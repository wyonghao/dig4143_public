
<file path=[Content_Types].xml><?xml version="1.0" encoding="utf-8"?>
<Types xmlns="http://schemas.openxmlformats.org/package/2006/content-types">
  <Default Extension="bin" ContentType="application/vnd.openxmlformats-officedocument.oleObject"/>
  <Default Extension="gif" ContentType="image/gif"/>
  <Default Extension="jpeg" ContentType="image/jpeg"/>
  <Default Extension="png" ContentType="image/png"/>
  <Default Extension="rels" ContentType="application/vnd.openxmlformats-package.relationships+xml"/>
  <Default Extension="vml" ContentType="application/vnd.openxmlformats-officedocument.vmlDrawing"/>
  <Default Extension="wmf" ContentType="image/x-wmf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slides/slide43.xml" ContentType="application/vnd.openxmlformats-officedocument.presentationml.slide+xml"/>
  <Override PartName="/ppt/slides/slide44.xml" ContentType="application/vnd.openxmlformats-officedocument.presentationml.slide+xml"/>
  <Override PartName="/ppt/slides/slide45.xml" ContentType="application/vnd.openxmlformats-officedocument.presentationml.slide+xml"/>
  <Override PartName="/ppt/slides/slide46.xml" ContentType="application/vnd.openxmlformats-officedocument.presentationml.slide+xml"/>
  <Override PartName="/ppt/slides/slide47.xml" ContentType="application/vnd.openxmlformats-officedocument.presentationml.slide+xml"/>
  <Override PartName="/ppt/slides/slide48.xml" ContentType="application/vnd.openxmlformats-officedocument.presentationml.slide+xml"/>
  <Override PartName="/ppt/slides/slide49.xml" ContentType="application/vnd.openxmlformats-officedocument.presentationml.slide+xml"/>
  <Override PartName="/ppt/slides/slide50.xml" ContentType="application/vnd.openxmlformats-officedocument.presentationml.slide+xml"/>
  <Override PartName="/ppt/slides/slide51.xml" ContentType="application/vnd.openxmlformats-officedocument.presentationml.slide+xml"/>
  <Override PartName="/ppt/slides/slide52.xml" ContentType="application/vnd.openxmlformats-officedocument.presentationml.slide+xml"/>
  <Override PartName="/ppt/slides/slide53.xml" ContentType="application/vnd.openxmlformats-officedocument.presentationml.slide+xml"/>
  <Override PartName="/ppt/slides/slide54.xml" ContentType="application/vnd.openxmlformats-officedocument.presentationml.slide+xml"/>
  <Override PartName="/ppt/slides/slide55.xml" ContentType="application/vnd.openxmlformats-officedocument.presentationml.slide+xml"/>
  <Override PartName="/ppt/slides/slide56.xml" ContentType="application/vnd.openxmlformats-officedocument.presentationml.slide+xml"/>
  <Override PartName="/ppt/slides/slide57.xml" ContentType="application/vnd.openxmlformats-officedocument.presentationml.slide+xml"/>
  <Override PartName="/ppt/slides/slide58.xml" ContentType="application/vnd.openxmlformats-officedocument.presentationml.slide+xml"/>
  <Override PartName="/ppt/slides/slide59.xml" ContentType="application/vnd.openxmlformats-officedocument.presentationml.slide+xml"/>
  <Override PartName="/ppt/slides/slide60.xml" ContentType="application/vnd.openxmlformats-officedocument.presentationml.slide+xml"/>
  <Override PartName="/ppt/slides/slide61.xml" ContentType="application/vnd.openxmlformats-officedocument.presentationml.slide+xml"/>
  <Override PartName="/ppt/slides/slide62.xml" ContentType="application/vnd.openxmlformats-officedocument.presentationml.slide+xml"/>
  <Override PartName="/ppt/slides/slide63.xml" ContentType="application/vnd.openxmlformats-officedocument.presentationml.slide+xml"/>
  <Override PartName="/ppt/slides/slide64.xml" ContentType="application/vnd.openxmlformats-officedocument.presentationml.slide+xml"/>
  <Override PartName="/ppt/slides/slide65.xml" ContentType="application/vnd.openxmlformats-officedocument.presentationml.slide+xml"/>
  <Override PartName="/ppt/slides/slide66.xml" ContentType="application/vnd.openxmlformats-officedocument.presentationml.slide+xml"/>
  <Override PartName="/ppt/slides/slide67.xml" ContentType="application/vnd.openxmlformats-officedocument.presentationml.slide+xml"/>
  <Override PartName="/ppt/slides/slide68.xml" ContentType="application/vnd.openxmlformats-officedocument.presentationml.slide+xml"/>
  <Override PartName="/ppt/slides/slide69.xml" ContentType="application/vnd.openxmlformats-officedocument.presentationml.slide+xml"/>
  <Override PartName="/ppt/slides/slide70.xml" ContentType="application/vnd.openxmlformats-officedocument.presentationml.slide+xml"/>
  <Override PartName="/ppt/slides/slide71.xml" ContentType="application/vnd.openxmlformats-officedocument.presentationml.slide+xml"/>
  <Override PartName="/ppt/slides/slide72.xml" ContentType="application/vnd.openxmlformats-officedocument.presentationml.slide+xml"/>
  <Override PartName="/ppt/slides/slide73.xml" ContentType="application/vnd.openxmlformats-officedocument.presentationml.slide+xml"/>
  <Override PartName="/ppt/slides/slide74.xml" ContentType="application/vnd.openxmlformats-officedocument.presentationml.slide+xml"/>
  <Override PartName="/ppt/slides/slide75.xml" ContentType="application/vnd.openxmlformats-officedocument.presentationml.slide+xml"/>
  <Override PartName="/ppt/slides/slide76.xml" ContentType="application/vnd.openxmlformats-officedocument.presentationml.slide+xml"/>
  <Override PartName="/ppt/slides/slide77.xml" ContentType="application/vnd.openxmlformats-officedocument.presentationml.slide+xml"/>
  <Override PartName="/ppt/slides/slide78.xml" ContentType="application/vnd.openxmlformats-officedocument.presentationml.slide+xml"/>
  <Override PartName="/ppt/slides/slide79.xml" ContentType="application/vnd.openxmlformats-officedocument.presentationml.slide+xml"/>
  <Override PartName="/ppt/slides/slide80.xml" ContentType="application/vnd.openxmlformats-officedocument.presentationml.slide+xml"/>
  <Override PartName="/ppt/slides/slide81.xml" ContentType="application/vnd.openxmlformats-officedocument.presentationml.slide+xml"/>
  <Override PartName="/ppt/slides/slide82.xml" ContentType="application/vnd.openxmlformats-officedocument.presentationml.slide+xml"/>
  <Override PartName="/ppt/slides/slide83.xml" ContentType="application/vnd.openxmlformats-officedocument.presentationml.slide+xml"/>
  <Override PartName="/ppt/slides/slide84.xml" ContentType="application/vnd.openxmlformats-officedocument.presentationml.slide+xml"/>
  <Override PartName="/ppt/slides/slide85.xml" ContentType="application/vnd.openxmlformats-officedocument.presentationml.slide+xml"/>
  <Override PartName="/ppt/slides/slide86.xml" ContentType="application/vnd.openxmlformats-officedocument.presentationml.slide+xml"/>
  <Override PartName="/ppt/slides/slide87.xml" ContentType="application/vnd.openxmlformats-officedocument.presentationml.slide+xml"/>
  <Override PartName="/ppt/slides/slide88.xml" ContentType="application/vnd.openxmlformats-officedocument.presentationml.slide+xml"/>
  <Override PartName="/ppt/slides/slide89.xml" ContentType="application/vnd.openxmlformats-officedocument.presentationml.slide+xml"/>
  <Override PartName="/ppt/slides/slide90.xml" ContentType="application/vnd.openxmlformats-officedocument.presentationml.slide+xml"/>
  <Override PartName="/ppt/slides/slide91.xml" ContentType="application/vnd.openxmlformats-officedocument.presentationml.slide+xml"/>
  <Override PartName="/ppt/slides/slide92.xml" ContentType="application/vnd.openxmlformats-officedocument.presentationml.slide+xml"/>
  <Override PartName="/ppt/slides/slide93.xml" ContentType="application/vnd.openxmlformats-officedocument.presentationml.slide+xml"/>
  <Override PartName="/ppt/slides/slide94.xml" ContentType="application/vnd.openxmlformats-officedocument.presentationml.slide+xml"/>
  <Override PartName="/ppt/slides/slide95.xml" ContentType="application/vnd.openxmlformats-officedocument.presentationml.slide+xml"/>
  <Override PartName="/ppt/slides/slide96.xml" ContentType="application/vnd.openxmlformats-officedocument.presentationml.slide+xml"/>
  <Override PartName="/ppt/slides/slide97.xml" ContentType="application/vnd.openxmlformats-officedocument.presentationml.slide+xml"/>
  <Override PartName="/ppt/slides/slide98.xml" ContentType="application/vnd.openxmlformats-officedocument.presentationml.slide+xml"/>
  <Override PartName="/ppt/slides/slide99.xml" ContentType="application/vnd.openxmlformats-officedocument.presentationml.slide+xml"/>
  <Override PartName="/ppt/slides/slide100.xml" ContentType="application/vnd.openxmlformats-officedocument.presentationml.slide+xml"/>
  <Override PartName="/ppt/slides/slide101.xml" ContentType="application/vnd.openxmlformats-officedocument.presentationml.slide+xml"/>
  <Override PartName="/ppt/slides/slide102.xml" ContentType="application/vnd.openxmlformats-officedocument.presentationml.slide+xml"/>
  <Override PartName="/ppt/slides/slide103.xml" ContentType="application/vnd.openxmlformats-officedocument.presentationml.slide+xml"/>
  <Override PartName="/ppt/slides/slide104.xml" ContentType="application/vnd.openxmlformats-officedocument.presentationml.slide+xml"/>
  <Override PartName="/ppt/slides/slide105.xml" ContentType="application/vnd.openxmlformats-officedocument.presentationml.slide+xml"/>
  <Override PartName="/ppt/slides/slide106.xml" ContentType="application/vnd.openxmlformats-officedocument.presentationml.slide+xml"/>
  <Override PartName="/ppt/slides/slide107.xml" ContentType="application/vnd.openxmlformats-officedocument.presentationml.slide+xml"/>
  <Override PartName="/ppt/slides/slide108.xml" ContentType="application/vnd.openxmlformats-officedocument.presentationml.slide+xml"/>
  <Override PartName="/ppt/slides/slide109.xml" ContentType="application/vnd.openxmlformats-officedocument.presentationml.slide+xml"/>
  <Override PartName="/ppt/slides/slide110.xml" ContentType="application/vnd.openxmlformats-officedocument.presentationml.slide+xml"/>
  <Override PartName="/ppt/slides/slide111.xml" ContentType="application/vnd.openxmlformats-officedocument.presentationml.slide+xml"/>
  <Override PartName="/ppt/slides/slide112.xml" ContentType="application/vnd.openxmlformats-officedocument.presentationml.slide+xml"/>
  <Override PartName="/ppt/slides/slide113.xml" ContentType="application/vnd.openxmlformats-officedocument.presentationml.slide+xml"/>
  <Override PartName="/ppt/slides/slide114.xml" ContentType="application/vnd.openxmlformats-officedocument.presentationml.slide+xml"/>
  <Override PartName="/ppt/slides/slide115.xml" ContentType="application/vnd.openxmlformats-officedocument.presentationml.slide+xml"/>
  <Override PartName="/ppt/slides/slide116.xml" ContentType="application/vnd.openxmlformats-officedocument.presentationml.slide+xml"/>
  <Override PartName="/ppt/slides/slide117.xml" ContentType="application/vnd.openxmlformats-officedocument.presentationml.slide+xml"/>
  <Override PartName="/ppt/slides/slide118.xml" ContentType="application/vnd.openxmlformats-officedocument.presentationml.slide+xml"/>
  <Override PartName="/ppt/slides/slide119.xml" ContentType="application/vnd.openxmlformats-officedocument.presentationml.slide+xml"/>
  <Override PartName="/ppt/slides/slide120.xml" ContentType="application/vnd.openxmlformats-officedocument.presentationml.slide+xml"/>
  <Override PartName="/ppt/slides/slide121.xml" ContentType="application/vnd.openxmlformats-officedocument.presentationml.slide+xml"/>
  <Override PartName="/ppt/slides/slide122.xml" ContentType="application/vnd.openxmlformats-officedocument.presentationml.slide+xml"/>
  <Override PartName="/ppt/slides/slide123.xml" ContentType="application/vnd.openxmlformats-officedocument.presentationml.slide+xml"/>
  <Override PartName="/ppt/slides/slide124.xml" ContentType="application/vnd.openxmlformats-officedocument.presentationml.slide+xml"/>
  <Override PartName="/ppt/slides/slide125.xml" ContentType="application/vnd.openxmlformats-officedocument.presentationml.slide+xml"/>
  <Override PartName="/ppt/slides/slide126.xml" ContentType="application/vnd.openxmlformats-officedocument.presentationml.slide+xml"/>
  <Override PartName="/ppt/slides/slide127.xml" ContentType="application/vnd.openxmlformats-officedocument.presentationml.slide+xml"/>
  <Override PartName="/ppt/slides/slide128.xml" ContentType="application/vnd.openxmlformats-officedocument.presentationml.slide+xml"/>
  <Override PartName="/ppt/slides/slide129.xml" ContentType="application/vnd.openxmlformats-officedocument.presentationml.slide+xml"/>
  <Override PartName="/ppt/slides/slide130.xml" ContentType="application/vnd.openxmlformats-officedocument.presentationml.slide+xml"/>
  <Override PartName="/ppt/slides/slide131.xml" ContentType="application/vnd.openxmlformats-officedocument.presentationml.slide+xml"/>
  <Override PartName="/ppt/slides/slide132.xml" ContentType="application/vnd.openxmlformats-officedocument.presentationml.slide+xml"/>
  <Override PartName="/ppt/slides/slide133.xml" ContentType="application/vnd.openxmlformats-officedocument.presentationml.slide+xml"/>
  <Override PartName="/ppt/slides/slide134.xml" ContentType="application/vnd.openxmlformats-officedocument.presentationml.slide+xml"/>
  <Override PartName="/ppt/slides/slide135.xml" ContentType="application/vnd.openxmlformats-officedocument.presentationml.slide+xml"/>
  <Override PartName="/ppt/slides/slide136.xml" ContentType="application/vnd.openxmlformats-officedocument.presentationml.slide+xml"/>
  <Override PartName="/ppt/slides/slide137.xml" ContentType="application/vnd.openxmlformats-officedocument.presentationml.slide+xml"/>
  <Override PartName="/ppt/slides/slide138.xml" ContentType="application/vnd.openxmlformats-officedocument.presentationml.slide+xml"/>
  <Override PartName="/ppt/slides/slide139.xml" ContentType="application/vnd.openxmlformats-officedocument.presentationml.slide+xml"/>
  <Override PartName="/ppt/slides/slide140.xml" ContentType="application/vnd.openxmlformats-officedocument.presentationml.slide+xml"/>
  <Override PartName="/ppt/slides/slide141.xml" ContentType="application/vnd.openxmlformats-officedocument.presentationml.slide+xml"/>
  <Override PartName="/ppt/slides/slide142.xml" ContentType="application/vnd.openxmlformats-officedocument.presentationml.slide+xml"/>
  <Override PartName="/ppt/slides/slide143.xml" ContentType="application/vnd.openxmlformats-officedocument.presentationml.slide+xml"/>
  <Override PartName="/ppt/slides/slide144.xml" ContentType="application/vnd.openxmlformats-officedocument.presentationml.slide+xml"/>
  <Override PartName="/ppt/slides/slide145.xml" ContentType="application/vnd.openxmlformats-officedocument.presentationml.slide+xml"/>
  <Override PartName="/ppt/slides/slide146.xml" ContentType="application/vnd.openxmlformats-officedocument.presentationml.slide+xml"/>
  <Override PartName="/ppt/slides/slide147.xml" ContentType="application/vnd.openxmlformats-officedocument.presentationml.slide+xml"/>
  <Override PartName="/ppt/slides/slide148.xml" ContentType="application/vnd.openxmlformats-officedocument.presentationml.slide+xml"/>
  <Override PartName="/ppt/slides/slide149.xml" ContentType="application/vnd.openxmlformats-officedocument.presentationml.slide+xml"/>
  <Override PartName="/ppt/slides/slide150.xml" ContentType="application/vnd.openxmlformats-officedocument.presentationml.slide+xml"/>
  <Override PartName="/ppt/slides/slide151.xml" ContentType="application/vnd.openxmlformats-officedocument.presentationml.slide+xml"/>
  <Override PartName="/ppt/slides/slide152.xml" ContentType="application/vnd.openxmlformats-officedocument.presentationml.slide+xml"/>
  <Override PartName="/ppt/slides/slide153.xml" ContentType="application/vnd.openxmlformats-officedocument.presentationml.slide+xml"/>
  <Override PartName="/ppt/slides/slide154.xml" ContentType="application/vnd.openxmlformats-officedocument.presentationml.slide+xml"/>
  <Override PartName="/ppt/slides/slide155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22.xml" ContentType="application/vnd.openxmlformats-officedocument.presentationml.slideLayout+xml"/>
  <Override PartName="/ppt/slideLayouts/slideLayout23.xml" ContentType="application/vnd.openxmlformats-officedocument.presentationml.slideLayout+xml"/>
  <Override PartName="/ppt/slideLayouts/slideLayout24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theme/theme4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changesInfos/changesInfo1.xml" ContentType="application/vnd.ms-powerpoint.changesinfo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trictFirstAndLastChars="0" saveSubsetFonts="1">
  <p:sldMasterIdLst>
    <p:sldMasterId id="2147483648" r:id="rId1"/>
    <p:sldMasterId id="2147483649" r:id="rId2"/>
  </p:sldMasterIdLst>
  <p:notesMasterIdLst>
    <p:notesMasterId r:id="rId158"/>
  </p:notesMasterIdLst>
  <p:handoutMasterIdLst>
    <p:handoutMasterId r:id="rId159"/>
  </p:handoutMasterIdLst>
  <p:sldIdLst>
    <p:sldId id="256" r:id="rId3"/>
    <p:sldId id="369" r:id="rId4"/>
    <p:sldId id="594" r:id="rId5"/>
    <p:sldId id="595" r:id="rId6"/>
    <p:sldId id="596" r:id="rId7"/>
    <p:sldId id="597" r:id="rId8"/>
    <p:sldId id="598" r:id="rId9"/>
    <p:sldId id="599" r:id="rId10"/>
    <p:sldId id="600" r:id="rId11"/>
    <p:sldId id="601" r:id="rId12"/>
    <p:sldId id="602" r:id="rId13"/>
    <p:sldId id="411" r:id="rId14"/>
    <p:sldId id="410" r:id="rId15"/>
    <p:sldId id="412" r:id="rId16"/>
    <p:sldId id="413" r:id="rId17"/>
    <p:sldId id="414" r:id="rId18"/>
    <p:sldId id="405" r:id="rId19"/>
    <p:sldId id="406" r:id="rId20"/>
    <p:sldId id="424" r:id="rId21"/>
    <p:sldId id="409" r:id="rId22"/>
    <p:sldId id="407" r:id="rId23"/>
    <p:sldId id="378" r:id="rId24"/>
    <p:sldId id="408" r:id="rId25"/>
    <p:sldId id="370" r:id="rId26"/>
    <p:sldId id="371" r:id="rId27"/>
    <p:sldId id="372" r:id="rId28"/>
    <p:sldId id="373" r:id="rId29"/>
    <p:sldId id="374" r:id="rId30"/>
    <p:sldId id="375" r:id="rId31"/>
    <p:sldId id="376" r:id="rId32"/>
    <p:sldId id="623" r:id="rId33"/>
    <p:sldId id="377" r:id="rId34"/>
    <p:sldId id="426" r:id="rId35"/>
    <p:sldId id="415" r:id="rId36"/>
    <p:sldId id="416" r:id="rId37"/>
    <p:sldId id="417" r:id="rId38"/>
    <p:sldId id="418" r:id="rId39"/>
    <p:sldId id="419" r:id="rId40"/>
    <p:sldId id="553" r:id="rId41"/>
    <p:sldId id="367" r:id="rId42"/>
    <p:sldId id="368" r:id="rId43"/>
    <p:sldId id="624" r:id="rId44"/>
    <p:sldId id="603" r:id="rId45"/>
    <p:sldId id="604" r:id="rId46"/>
    <p:sldId id="556" r:id="rId47"/>
    <p:sldId id="557" r:id="rId48"/>
    <p:sldId id="605" r:id="rId49"/>
    <p:sldId id="606" r:id="rId50"/>
    <p:sldId id="607" r:id="rId51"/>
    <p:sldId id="612" r:id="rId52"/>
    <p:sldId id="613" r:id="rId53"/>
    <p:sldId id="614" r:id="rId54"/>
    <p:sldId id="615" r:id="rId55"/>
    <p:sldId id="616" r:id="rId56"/>
    <p:sldId id="617" r:id="rId57"/>
    <p:sldId id="567" r:id="rId58"/>
    <p:sldId id="568" r:id="rId59"/>
    <p:sldId id="569" r:id="rId60"/>
    <p:sldId id="570" r:id="rId61"/>
    <p:sldId id="571" r:id="rId62"/>
    <p:sldId id="572" r:id="rId63"/>
    <p:sldId id="618" r:id="rId64"/>
    <p:sldId id="619" r:id="rId65"/>
    <p:sldId id="620" r:id="rId66"/>
    <p:sldId id="621" r:id="rId67"/>
    <p:sldId id="622" r:id="rId68"/>
    <p:sldId id="574" r:id="rId69"/>
    <p:sldId id="575" r:id="rId70"/>
    <p:sldId id="576" r:id="rId71"/>
    <p:sldId id="577" r:id="rId72"/>
    <p:sldId id="578" r:id="rId73"/>
    <p:sldId id="579" r:id="rId74"/>
    <p:sldId id="580" r:id="rId75"/>
    <p:sldId id="581" r:id="rId76"/>
    <p:sldId id="582" r:id="rId77"/>
    <p:sldId id="583" r:id="rId78"/>
    <p:sldId id="584" r:id="rId79"/>
    <p:sldId id="586" r:id="rId80"/>
    <p:sldId id="587" r:id="rId81"/>
    <p:sldId id="588" r:id="rId82"/>
    <p:sldId id="589" r:id="rId83"/>
    <p:sldId id="593" r:id="rId84"/>
    <p:sldId id="425" r:id="rId85"/>
    <p:sldId id="379" r:id="rId86"/>
    <p:sldId id="380" r:id="rId87"/>
    <p:sldId id="381" r:id="rId88"/>
    <p:sldId id="382" r:id="rId89"/>
    <p:sldId id="383" r:id="rId90"/>
    <p:sldId id="384" r:id="rId91"/>
    <p:sldId id="385" r:id="rId92"/>
    <p:sldId id="386" r:id="rId93"/>
    <p:sldId id="387" r:id="rId94"/>
    <p:sldId id="388" r:id="rId95"/>
    <p:sldId id="389" r:id="rId96"/>
    <p:sldId id="390" r:id="rId97"/>
    <p:sldId id="391" r:id="rId98"/>
    <p:sldId id="392" r:id="rId99"/>
    <p:sldId id="393" r:id="rId100"/>
    <p:sldId id="394" r:id="rId101"/>
    <p:sldId id="395" r:id="rId102"/>
    <p:sldId id="396" r:id="rId103"/>
    <p:sldId id="397" r:id="rId104"/>
    <p:sldId id="398" r:id="rId105"/>
    <p:sldId id="399" r:id="rId106"/>
    <p:sldId id="400" r:id="rId107"/>
    <p:sldId id="401" r:id="rId108"/>
    <p:sldId id="402" r:id="rId109"/>
    <p:sldId id="403" r:id="rId110"/>
    <p:sldId id="404" r:id="rId111"/>
    <p:sldId id="510" r:id="rId112"/>
    <p:sldId id="548" r:id="rId113"/>
    <p:sldId id="511" r:id="rId114"/>
    <p:sldId id="512" r:id="rId115"/>
    <p:sldId id="513" r:id="rId116"/>
    <p:sldId id="514" r:id="rId117"/>
    <p:sldId id="515" r:id="rId118"/>
    <p:sldId id="516" r:id="rId119"/>
    <p:sldId id="517" r:id="rId120"/>
    <p:sldId id="518" r:id="rId121"/>
    <p:sldId id="519" r:id="rId122"/>
    <p:sldId id="520" r:id="rId123"/>
    <p:sldId id="521" r:id="rId124"/>
    <p:sldId id="522" r:id="rId125"/>
    <p:sldId id="523" r:id="rId126"/>
    <p:sldId id="524" r:id="rId127"/>
    <p:sldId id="525" r:id="rId128"/>
    <p:sldId id="526" r:id="rId129"/>
    <p:sldId id="549" r:id="rId130"/>
    <p:sldId id="527" r:id="rId131"/>
    <p:sldId id="528" r:id="rId132"/>
    <p:sldId id="529" r:id="rId133"/>
    <p:sldId id="530" r:id="rId134"/>
    <p:sldId id="531" r:id="rId135"/>
    <p:sldId id="532" r:id="rId136"/>
    <p:sldId id="533" r:id="rId137"/>
    <p:sldId id="534" r:id="rId138"/>
    <p:sldId id="535" r:id="rId139"/>
    <p:sldId id="536" r:id="rId140"/>
    <p:sldId id="537" r:id="rId141"/>
    <p:sldId id="538" r:id="rId142"/>
    <p:sldId id="539" r:id="rId143"/>
    <p:sldId id="540" r:id="rId144"/>
    <p:sldId id="541" r:id="rId145"/>
    <p:sldId id="542" r:id="rId146"/>
    <p:sldId id="543" r:id="rId147"/>
    <p:sldId id="544" r:id="rId148"/>
    <p:sldId id="545" r:id="rId149"/>
    <p:sldId id="546" r:id="rId150"/>
    <p:sldId id="547" r:id="rId151"/>
    <p:sldId id="550" r:id="rId152"/>
    <p:sldId id="551" r:id="rId153"/>
    <p:sldId id="552" r:id="rId154"/>
    <p:sldId id="590" r:id="rId155"/>
    <p:sldId id="591" r:id="rId156"/>
    <p:sldId id="592" r:id="rId157"/>
  </p:sldIdLst>
  <p:sldSz cx="9144000" cy="6858000" type="screen4x3"/>
  <p:notesSz cx="6781800" cy="9912350"/>
  <p:defaultTextStyle>
    <a:defPPr>
      <a:defRPr lang="en-GB"/>
    </a:defPPr>
    <a:lvl1pPr algn="l" rtl="0" eaLnBrk="0" fontAlgn="base" hangingPunct="0">
      <a:spcBef>
        <a:spcPct val="0"/>
      </a:spcBef>
      <a:spcAft>
        <a:spcPct val="0"/>
      </a:spcAft>
      <a:defRPr sz="1600" kern="1200">
        <a:solidFill>
          <a:schemeClr val="tx1"/>
        </a:solidFill>
        <a:latin typeface="Lucida Sans Unicode" pitchFamily="34" charset="0"/>
        <a:ea typeface="+mn-ea"/>
        <a:cs typeface="+mn-cs"/>
      </a:defRPr>
    </a:lvl1pPr>
    <a:lvl2pPr marL="457200" algn="l" rtl="0" eaLnBrk="0" fontAlgn="base" hangingPunct="0">
      <a:spcBef>
        <a:spcPct val="0"/>
      </a:spcBef>
      <a:spcAft>
        <a:spcPct val="0"/>
      </a:spcAft>
      <a:defRPr sz="1600" kern="1200">
        <a:solidFill>
          <a:schemeClr val="tx1"/>
        </a:solidFill>
        <a:latin typeface="Lucida Sans Unicode" pitchFamily="34" charset="0"/>
        <a:ea typeface="+mn-ea"/>
        <a:cs typeface="+mn-cs"/>
      </a:defRPr>
    </a:lvl2pPr>
    <a:lvl3pPr marL="914400" algn="l" rtl="0" eaLnBrk="0" fontAlgn="base" hangingPunct="0">
      <a:spcBef>
        <a:spcPct val="0"/>
      </a:spcBef>
      <a:spcAft>
        <a:spcPct val="0"/>
      </a:spcAft>
      <a:defRPr sz="1600" kern="1200">
        <a:solidFill>
          <a:schemeClr val="tx1"/>
        </a:solidFill>
        <a:latin typeface="Lucida Sans Unicode" pitchFamily="34" charset="0"/>
        <a:ea typeface="+mn-ea"/>
        <a:cs typeface="+mn-cs"/>
      </a:defRPr>
    </a:lvl3pPr>
    <a:lvl4pPr marL="1371600" algn="l" rtl="0" eaLnBrk="0" fontAlgn="base" hangingPunct="0">
      <a:spcBef>
        <a:spcPct val="0"/>
      </a:spcBef>
      <a:spcAft>
        <a:spcPct val="0"/>
      </a:spcAft>
      <a:defRPr sz="1600" kern="1200">
        <a:solidFill>
          <a:schemeClr val="tx1"/>
        </a:solidFill>
        <a:latin typeface="Lucida Sans Unicode" pitchFamily="34" charset="0"/>
        <a:ea typeface="+mn-ea"/>
        <a:cs typeface="+mn-cs"/>
      </a:defRPr>
    </a:lvl4pPr>
    <a:lvl5pPr marL="1828800" algn="l" rtl="0" eaLnBrk="0" fontAlgn="base" hangingPunct="0">
      <a:spcBef>
        <a:spcPct val="0"/>
      </a:spcBef>
      <a:spcAft>
        <a:spcPct val="0"/>
      </a:spcAft>
      <a:defRPr sz="1600" kern="1200">
        <a:solidFill>
          <a:schemeClr val="tx1"/>
        </a:solidFill>
        <a:latin typeface="Lucida Sans Unicode" pitchFamily="34" charset="0"/>
        <a:ea typeface="+mn-ea"/>
        <a:cs typeface="+mn-cs"/>
      </a:defRPr>
    </a:lvl5pPr>
    <a:lvl6pPr marL="2286000" algn="l" defTabSz="914400" rtl="0" eaLnBrk="1" latinLnBrk="0" hangingPunct="1">
      <a:defRPr sz="1600" kern="1200">
        <a:solidFill>
          <a:schemeClr val="tx1"/>
        </a:solidFill>
        <a:latin typeface="Lucida Sans Unicode" pitchFamily="34" charset="0"/>
        <a:ea typeface="+mn-ea"/>
        <a:cs typeface="+mn-cs"/>
      </a:defRPr>
    </a:lvl6pPr>
    <a:lvl7pPr marL="2743200" algn="l" defTabSz="914400" rtl="0" eaLnBrk="1" latinLnBrk="0" hangingPunct="1">
      <a:defRPr sz="1600" kern="1200">
        <a:solidFill>
          <a:schemeClr val="tx1"/>
        </a:solidFill>
        <a:latin typeface="Lucida Sans Unicode" pitchFamily="34" charset="0"/>
        <a:ea typeface="+mn-ea"/>
        <a:cs typeface="+mn-cs"/>
      </a:defRPr>
    </a:lvl7pPr>
    <a:lvl8pPr marL="3200400" algn="l" defTabSz="914400" rtl="0" eaLnBrk="1" latinLnBrk="0" hangingPunct="1">
      <a:defRPr sz="1600" kern="1200">
        <a:solidFill>
          <a:schemeClr val="tx1"/>
        </a:solidFill>
        <a:latin typeface="Lucida Sans Unicode" pitchFamily="34" charset="0"/>
        <a:ea typeface="+mn-ea"/>
        <a:cs typeface="+mn-cs"/>
      </a:defRPr>
    </a:lvl8pPr>
    <a:lvl9pPr marL="3657600" algn="l" defTabSz="914400" rtl="0" eaLnBrk="1" latinLnBrk="0" hangingPunct="1">
      <a:defRPr sz="1600" kern="1200">
        <a:solidFill>
          <a:schemeClr val="tx1"/>
        </a:solidFill>
        <a:latin typeface="Lucida Sans Unicode" pitchFamily="34" charset="0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32" userDrawn="1">
          <p15:clr>
            <a:srgbClr val="A4A3A4"/>
          </p15:clr>
        </p15:guide>
        <p15:guide id="2" pos="249">
          <p15:clr>
            <a:srgbClr val="A4A3A4"/>
          </p15:clr>
        </p15:guide>
      </p15:sldGuideLst>
    </p:ext>
    <p:ext uri="{2D200454-40CA-4A62-9FC3-DE9A4176ACB9}">
      <p15:notesGuideLst xmlns:p15="http://schemas.microsoft.com/office/powerpoint/2012/main">
        <p15:guide id="1" orient="horz" pos="3122" userDrawn="1">
          <p15:clr>
            <a:srgbClr val="A4A3A4"/>
          </p15:clr>
        </p15:guide>
        <p15:guide id="2" pos="2136" userDrawn="1">
          <p15:clr>
            <a:srgbClr val="A4A3A4"/>
          </p15:clr>
        </p15:guide>
      </p15:notes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CCECFF"/>
    <a:srgbClr val="FFFFCC"/>
    <a:srgbClr val="800000"/>
    <a:srgbClr val="FFCC66"/>
    <a:srgbClr val="99CCFF"/>
    <a:srgbClr val="663300"/>
    <a:srgbClr val="990000"/>
    <a:srgbClr val="000066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0B4DED49-343A-4C88-9DB9-2BD6D8E6E1B5}" v="137" dt="2020-05-12T13:38:18.089"/>
  </p1510:revLst>
</p1510:revInfo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22414" autoAdjust="0"/>
    <p:restoredTop sz="94660"/>
  </p:normalViewPr>
  <p:slideViewPr>
    <p:cSldViewPr snapToGrid="0">
      <p:cViewPr varScale="1">
        <p:scale>
          <a:sx n="113" d="100"/>
          <a:sy n="113" d="100"/>
        </p:scale>
        <p:origin x="126" y="198"/>
      </p:cViewPr>
      <p:guideLst>
        <p:guide orient="horz" pos="232"/>
        <p:guide pos="249"/>
      </p:guideLst>
    </p:cSldViewPr>
  </p:slideViewPr>
  <p:notesTextViewPr>
    <p:cViewPr>
      <p:scale>
        <a:sx n="100" d="100"/>
        <a:sy n="100" d="100"/>
      </p:scale>
      <p:origin x="0" y="0"/>
    </p:cViewPr>
  </p:notesTextViewPr>
  <p:sorterViewPr>
    <p:cViewPr varScale="1">
      <p:scale>
        <a:sx n="1" d="1"/>
        <a:sy n="1" d="1"/>
      </p:scale>
      <p:origin x="0" y="-38016"/>
    </p:cViewPr>
  </p:sorterViewPr>
  <p:notesViewPr>
    <p:cSldViewPr snapToGrid="0">
      <p:cViewPr varScale="1">
        <p:scale>
          <a:sx n="65" d="100"/>
          <a:sy n="65" d="100"/>
        </p:scale>
        <p:origin x="-1092" y="-72"/>
      </p:cViewPr>
      <p:guideLst>
        <p:guide orient="horz" pos="3122"/>
        <p:guide pos="2136"/>
      </p:guideLst>
    </p:cSldViewPr>
  </p:notesViewPr>
  <p:gridSpacing cx="72008" cy="72008"/>
</p:viewPr>
</file>

<file path=ppt/_rels/presentation.xml.rels><?xml version="1.0" encoding="UTF-8" standalone="yes"?>
<Relationships xmlns="http://schemas.openxmlformats.org/package/2006/relationships"><Relationship Id="rId26" Type="http://schemas.openxmlformats.org/officeDocument/2006/relationships/slide" Target="slides/slide24.xml"/><Relationship Id="rId117" Type="http://schemas.openxmlformats.org/officeDocument/2006/relationships/slide" Target="slides/slide115.xml"/><Relationship Id="rId21" Type="http://schemas.openxmlformats.org/officeDocument/2006/relationships/slide" Target="slides/slide19.xml"/><Relationship Id="rId42" Type="http://schemas.openxmlformats.org/officeDocument/2006/relationships/slide" Target="slides/slide40.xml"/><Relationship Id="rId47" Type="http://schemas.openxmlformats.org/officeDocument/2006/relationships/slide" Target="slides/slide45.xml"/><Relationship Id="rId63" Type="http://schemas.openxmlformats.org/officeDocument/2006/relationships/slide" Target="slides/slide61.xml"/><Relationship Id="rId68" Type="http://schemas.openxmlformats.org/officeDocument/2006/relationships/slide" Target="slides/slide66.xml"/><Relationship Id="rId84" Type="http://schemas.openxmlformats.org/officeDocument/2006/relationships/slide" Target="slides/slide82.xml"/><Relationship Id="rId89" Type="http://schemas.openxmlformats.org/officeDocument/2006/relationships/slide" Target="slides/slide87.xml"/><Relationship Id="rId112" Type="http://schemas.openxmlformats.org/officeDocument/2006/relationships/slide" Target="slides/slide110.xml"/><Relationship Id="rId133" Type="http://schemas.openxmlformats.org/officeDocument/2006/relationships/slide" Target="slides/slide131.xml"/><Relationship Id="rId138" Type="http://schemas.openxmlformats.org/officeDocument/2006/relationships/slide" Target="slides/slide136.xml"/><Relationship Id="rId154" Type="http://schemas.openxmlformats.org/officeDocument/2006/relationships/slide" Target="slides/slide152.xml"/><Relationship Id="rId159" Type="http://schemas.openxmlformats.org/officeDocument/2006/relationships/handoutMaster" Target="handoutMasters/handoutMaster1.xml"/><Relationship Id="rId16" Type="http://schemas.openxmlformats.org/officeDocument/2006/relationships/slide" Target="slides/slide14.xml"/><Relationship Id="rId107" Type="http://schemas.openxmlformats.org/officeDocument/2006/relationships/slide" Target="slides/slide105.xml"/><Relationship Id="rId11" Type="http://schemas.openxmlformats.org/officeDocument/2006/relationships/slide" Target="slides/slide9.xml"/><Relationship Id="rId32" Type="http://schemas.openxmlformats.org/officeDocument/2006/relationships/slide" Target="slides/slide30.xml"/><Relationship Id="rId37" Type="http://schemas.openxmlformats.org/officeDocument/2006/relationships/slide" Target="slides/slide35.xml"/><Relationship Id="rId53" Type="http://schemas.openxmlformats.org/officeDocument/2006/relationships/slide" Target="slides/slide51.xml"/><Relationship Id="rId58" Type="http://schemas.openxmlformats.org/officeDocument/2006/relationships/slide" Target="slides/slide56.xml"/><Relationship Id="rId74" Type="http://schemas.openxmlformats.org/officeDocument/2006/relationships/slide" Target="slides/slide72.xml"/><Relationship Id="rId79" Type="http://schemas.openxmlformats.org/officeDocument/2006/relationships/slide" Target="slides/slide77.xml"/><Relationship Id="rId102" Type="http://schemas.openxmlformats.org/officeDocument/2006/relationships/slide" Target="slides/slide100.xml"/><Relationship Id="rId123" Type="http://schemas.openxmlformats.org/officeDocument/2006/relationships/slide" Target="slides/slide121.xml"/><Relationship Id="rId128" Type="http://schemas.openxmlformats.org/officeDocument/2006/relationships/slide" Target="slides/slide126.xml"/><Relationship Id="rId144" Type="http://schemas.openxmlformats.org/officeDocument/2006/relationships/slide" Target="slides/slide142.xml"/><Relationship Id="rId149" Type="http://schemas.openxmlformats.org/officeDocument/2006/relationships/slide" Target="slides/slide147.xml"/><Relationship Id="rId5" Type="http://schemas.openxmlformats.org/officeDocument/2006/relationships/slide" Target="slides/slide3.xml"/><Relationship Id="rId90" Type="http://schemas.openxmlformats.org/officeDocument/2006/relationships/slide" Target="slides/slide88.xml"/><Relationship Id="rId95" Type="http://schemas.openxmlformats.org/officeDocument/2006/relationships/slide" Target="slides/slide93.xml"/><Relationship Id="rId160" Type="http://schemas.openxmlformats.org/officeDocument/2006/relationships/presProps" Target="presProps.xml"/><Relationship Id="rId165" Type="http://schemas.microsoft.com/office/2015/10/relationships/revisionInfo" Target="revisionInfo.xml"/><Relationship Id="rId22" Type="http://schemas.openxmlformats.org/officeDocument/2006/relationships/slide" Target="slides/slide20.xml"/><Relationship Id="rId27" Type="http://schemas.openxmlformats.org/officeDocument/2006/relationships/slide" Target="slides/slide25.xml"/><Relationship Id="rId43" Type="http://schemas.openxmlformats.org/officeDocument/2006/relationships/slide" Target="slides/slide41.xml"/><Relationship Id="rId48" Type="http://schemas.openxmlformats.org/officeDocument/2006/relationships/slide" Target="slides/slide46.xml"/><Relationship Id="rId64" Type="http://schemas.openxmlformats.org/officeDocument/2006/relationships/slide" Target="slides/slide62.xml"/><Relationship Id="rId69" Type="http://schemas.openxmlformats.org/officeDocument/2006/relationships/slide" Target="slides/slide67.xml"/><Relationship Id="rId113" Type="http://schemas.openxmlformats.org/officeDocument/2006/relationships/slide" Target="slides/slide111.xml"/><Relationship Id="rId118" Type="http://schemas.openxmlformats.org/officeDocument/2006/relationships/slide" Target="slides/slide116.xml"/><Relationship Id="rId134" Type="http://schemas.openxmlformats.org/officeDocument/2006/relationships/slide" Target="slides/slide132.xml"/><Relationship Id="rId139" Type="http://schemas.openxmlformats.org/officeDocument/2006/relationships/slide" Target="slides/slide137.xml"/><Relationship Id="rId80" Type="http://schemas.openxmlformats.org/officeDocument/2006/relationships/slide" Target="slides/slide78.xml"/><Relationship Id="rId85" Type="http://schemas.openxmlformats.org/officeDocument/2006/relationships/slide" Target="slides/slide83.xml"/><Relationship Id="rId150" Type="http://schemas.openxmlformats.org/officeDocument/2006/relationships/slide" Target="slides/slide148.xml"/><Relationship Id="rId155" Type="http://schemas.openxmlformats.org/officeDocument/2006/relationships/slide" Target="slides/slide153.xml"/><Relationship Id="rId12" Type="http://schemas.openxmlformats.org/officeDocument/2006/relationships/slide" Target="slides/slide10.xml"/><Relationship Id="rId17" Type="http://schemas.openxmlformats.org/officeDocument/2006/relationships/slide" Target="slides/slide15.xml"/><Relationship Id="rId33" Type="http://schemas.openxmlformats.org/officeDocument/2006/relationships/slide" Target="slides/slide31.xml"/><Relationship Id="rId38" Type="http://schemas.openxmlformats.org/officeDocument/2006/relationships/slide" Target="slides/slide36.xml"/><Relationship Id="rId59" Type="http://schemas.openxmlformats.org/officeDocument/2006/relationships/slide" Target="slides/slide57.xml"/><Relationship Id="rId103" Type="http://schemas.openxmlformats.org/officeDocument/2006/relationships/slide" Target="slides/slide101.xml"/><Relationship Id="rId108" Type="http://schemas.openxmlformats.org/officeDocument/2006/relationships/slide" Target="slides/slide106.xml"/><Relationship Id="rId124" Type="http://schemas.openxmlformats.org/officeDocument/2006/relationships/slide" Target="slides/slide122.xml"/><Relationship Id="rId129" Type="http://schemas.openxmlformats.org/officeDocument/2006/relationships/slide" Target="slides/slide127.xml"/><Relationship Id="rId54" Type="http://schemas.openxmlformats.org/officeDocument/2006/relationships/slide" Target="slides/slide52.xml"/><Relationship Id="rId70" Type="http://schemas.openxmlformats.org/officeDocument/2006/relationships/slide" Target="slides/slide68.xml"/><Relationship Id="rId75" Type="http://schemas.openxmlformats.org/officeDocument/2006/relationships/slide" Target="slides/slide73.xml"/><Relationship Id="rId91" Type="http://schemas.openxmlformats.org/officeDocument/2006/relationships/slide" Target="slides/slide89.xml"/><Relationship Id="rId96" Type="http://schemas.openxmlformats.org/officeDocument/2006/relationships/slide" Target="slides/slide94.xml"/><Relationship Id="rId140" Type="http://schemas.openxmlformats.org/officeDocument/2006/relationships/slide" Target="slides/slide138.xml"/><Relationship Id="rId145" Type="http://schemas.openxmlformats.org/officeDocument/2006/relationships/slide" Target="slides/slide143.xml"/><Relationship Id="rId161" Type="http://schemas.openxmlformats.org/officeDocument/2006/relationships/viewProps" Target="view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4.xml"/><Relationship Id="rId15" Type="http://schemas.openxmlformats.org/officeDocument/2006/relationships/slide" Target="slides/slide13.xml"/><Relationship Id="rId23" Type="http://schemas.openxmlformats.org/officeDocument/2006/relationships/slide" Target="slides/slide21.xml"/><Relationship Id="rId28" Type="http://schemas.openxmlformats.org/officeDocument/2006/relationships/slide" Target="slides/slide26.xml"/><Relationship Id="rId36" Type="http://schemas.openxmlformats.org/officeDocument/2006/relationships/slide" Target="slides/slide34.xml"/><Relationship Id="rId49" Type="http://schemas.openxmlformats.org/officeDocument/2006/relationships/slide" Target="slides/slide47.xml"/><Relationship Id="rId57" Type="http://schemas.openxmlformats.org/officeDocument/2006/relationships/slide" Target="slides/slide55.xml"/><Relationship Id="rId106" Type="http://schemas.openxmlformats.org/officeDocument/2006/relationships/slide" Target="slides/slide104.xml"/><Relationship Id="rId114" Type="http://schemas.openxmlformats.org/officeDocument/2006/relationships/slide" Target="slides/slide112.xml"/><Relationship Id="rId119" Type="http://schemas.openxmlformats.org/officeDocument/2006/relationships/slide" Target="slides/slide117.xml"/><Relationship Id="rId127" Type="http://schemas.openxmlformats.org/officeDocument/2006/relationships/slide" Target="slides/slide125.xml"/><Relationship Id="rId10" Type="http://schemas.openxmlformats.org/officeDocument/2006/relationships/slide" Target="slides/slide8.xml"/><Relationship Id="rId31" Type="http://schemas.openxmlformats.org/officeDocument/2006/relationships/slide" Target="slides/slide29.xml"/><Relationship Id="rId44" Type="http://schemas.openxmlformats.org/officeDocument/2006/relationships/slide" Target="slides/slide42.xml"/><Relationship Id="rId52" Type="http://schemas.openxmlformats.org/officeDocument/2006/relationships/slide" Target="slides/slide50.xml"/><Relationship Id="rId60" Type="http://schemas.openxmlformats.org/officeDocument/2006/relationships/slide" Target="slides/slide58.xml"/><Relationship Id="rId65" Type="http://schemas.openxmlformats.org/officeDocument/2006/relationships/slide" Target="slides/slide63.xml"/><Relationship Id="rId73" Type="http://schemas.openxmlformats.org/officeDocument/2006/relationships/slide" Target="slides/slide71.xml"/><Relationship Id="rId78" Type="http://schemas.openxmlformats.org/officeDocument/2006/relationships/slide" Target="slides/slide76.xml"/><Relationship Id="rId81" Type="http://schemas.openxmlformats.org/officeDocument/2006/relationships/slide" Target="slides/slide79.xml"/><Relationship Id="rId86" Type="http://schemas.openxmlformats.org/officeDocument/2006/relationships/slide" Target="slides/slide84.xml"/><Relationship Id="rId94" Type="http://schemas.openxmlformats.org/officeDocument/2006/relationships/slide" Target="slides/slide92.xml"/><Relationship Id="rId99" Type="http://schemas.openxmlformats.org/officeDocument/2006/relationships/slide" Target="slides/slide97.xml"/><Relationship Id="rId101" Type="http://schemas.openxmlformats.org/officeDocument/2006/relationships/slide" Target="slides/slide99.xml"/><Relationship Id="rId122" Type="http://schemas.openxmlformats.org/officeDocument/2006/relationships/slide" Target="slides/slide120.xml"/><Relationship Id="rId130" Type="http://schemas.openxmlformats.org/officeDocument/2006/relationships/slide" Target="slides/slide128.xml"/><Relationship Id="rId135" Type="http://schemas.openxmlformats.org/officeDocument/2006/relationships/slide" Target="slides/slide133.xml"/><Relationship Id="rId143" Type="http://schemas.openxmlformats.org/officeDocument/2006/relationships/slide" Target="slides/slide141.xml"/><Relationship Id="rId148" Type="http://schemas.openxmlformats.org/officeDocument/2006/relationships/slide" Target="slides/slide146.xml"/><Relationship Id="rId151" Type="http://schemas.openxmlformats.org/officeDocument/2006/relationships/slide" Target="slides/slide149.xml"/><Relationship Id="rId156" Type="http://schemas.openxmlformats.org/officeDocument/2006/relationships/slide" Target="slides/slide154.xml"/><Relationship Id="rId164" Type="http://schemas.microsoft.com/office/2016/11/relationships/changesInfo" Target="changesInfos/changesInfo1.xml"/><Relationship Id="rId4" Type="http://schemas.openxmlformats.org/officeDocument/2006/relationships/slide" Target="slides/slide2.xml"/><Relationship Id="rId9" Type="http://schemas.openxmlformats.org/officeDocument/2006/relationships/slide" Target="slides/slide7.xml"/><Relationship Id="rId13" Type="http://schemas.openxmlformats.org/officeDocument/2006/relationships/slide" Target="slides/slide11.xml"/><Relationship Id="rId18" Type="http://schemas.openxmlformats.org/officeDocument/2006/relationships/slide" Target="slides/slide16.xml"/><Relationship Id="rId39" Type="http://schemas.openxmlformats.org/officeDocument/2006/relationships/slide" Target="slides/slide37.xml"/><Relationship Id="rId109" Type="http://schemas.openxmlformats.org/officeDocument/2006/relationships/slide" Target="slides/slide107.xml"/><Relationship Id="rId34" Type="http://schemas.openxmlformats.org/officeDocument/2006/relationships/slide" Target="slides/slide32.xml"/><Relationship Id="rId50" Type="http://schemas.openxmlformats.org/officeDocument/2006/relationships/slide" Target="slides/slide48.xml"/><Relationship Id="rId55" Type="http://schemas.openxmlformats.org/officeDocument/2006/relationships/slide" Target="slides/slide53.xml"/><Relationship Id="rId76" Type="http://schemas.openxmlformats.org/officeDocument/2006/relationships/slide" Target="slides/slide74.xml"/><Relationship Id="rId97" Type="http://schemas.openxmlformats.org/officeDocument/2006/relationships/slide" Target="slides/slide95.xml"/><Relationship Id="rId104" Type="http://schemas.openxmlformats.org/officeDocument/2006/relationships/slide" Target="slides/slide102.xml"/><Relationship Id="rId120" Type="http://schemas.openxmlformats.org/officeDocument/2006/relationships/slide" Target="slides/slide118.xml"/><Relationship Id="rId125" Type="http://schemas.openxmlformats.org/officeDocument/2006/relationships/slide" Target="slides/slide123.xml"/><Relationship Id="rId141" Type="http://schemas.openxmlformats.org/officeDocument/2006/relationships/slide" Target="slides/slide139.xml"/><Relationship Id="rId146" Type="http://schemas.openxmlformats.org/officeDocument/2006/relationships/slide" Target="slides/slide144.xml"/><Relationship Id="rId7" Type="http://schemas.openxmlformats.org/officeDocument/2006/relationships/slide" Target="slides/slide5.xml"/><Relationship Id="rId71" Type="http://schemas.openxmlformats.org/officeDocument/2006/relationships/slide" Target="slides/slide69.xml"/><Relationship Id="rId92" Type="http://schemas.openxmlformats.org/officeDocument/2006/relationships/slide" Target="slides/slide90.xml"/><Relationship Id="rId162" Type="http://schemas.openxmlformats.org/officeDocument/2006/relationships/theme" Target="theme/theme1.xml"/><Relationship Id="rId2" Type="http://schemas.openxmlformats.org/officeDocument/2006/relationships/slideMaster" Target="slideMasters/slideMaster2.xml"/><Relationship Id="rId29" Type="http://schemas.openxmlformats.org/officeDocument/2006/relationships/slide" Target="slides/slide27.xml"/><Relationship Id="rId24" Type="http://schemas.openxmlformats.org/officeDocument/2006/relationships/slide" Target="slides/slide22.xml"/><Relationship Id="rId40" Type="http://schemas.openxmlformats.org/officeDocument/2006/relationships/slide" Target="slides/slide38.xml"/><Relationship Id="rId45" Type="http://schemas.openxmlformats.org/officeDocument/2006/relationships/slide" Target="slides/slide43.xml"/><Relationship Id="rId66" Type="http://schemas.openxmlformats.org/officeDocument/2006/relationships/slide" Target="slides/slide64.xml"/><Relationship Id="rId87" Type="http://schemas.openxmlformats.org/officeDocument/2006/relationships/slide" Target="slides/slide85.xml"/><Relationship Id="rId110" Type="http://schemas.openxmlformats.org/officeDocument/2006/relationships/slide" Target="slides/slide108.xml"/><Relationship Id="rId115" Type="http://schemas.openxmlformats.org/officeDocument/2006/relationships/slide" Target="slides/slide113.xml"/><Relationship Id="rId131" Type="http://schemas.openxmlformats.org/officeDocument/2006/relationships/slide" Target="slides/slide129.xml"/><Relationship Id="rId136" Type="http://schemas.openxmlformats.org/officeDocument/2006/relationships/slide" Target="slides/slide134.xml"/><Relationship Id="rId157" Type="http://schemas.openxmlformats.org/officeDocument/2006/relationships/slide" Target="slides/slide155.xml"/><Relationship Id="rId61" Type="http://schemas.openxmlformats.org/officeDocument/2006/relationships/slide" Target="slides/slide59.xml"/><Relationship Id="rId82" Type="http://schemas.openxmlformats.org/officeDocument/2006/relationships/slide" Target="slides/slide80.xml"/><Relationship Id="rId152" Type="http://schemas.openxmlformats.org/officeDocument/2006/relationships/slide" Target="slides/slide150.xml"/><Relationship Id="rId19" Type="http://schemas.openxmlformats.org/officeDocument/2006/relationships/slide" Target="slides/slide17.xml"/><Relationship Id="rId14" Type="http://schemas.openxmlformats.org/officeDocument/2006/relationships/slide" Target="slides/slide12.xml"/><Relationship Id="rId30" Type="http://schemas.openxmlformats.org/officeDocument/2006/relationships/slide" Target="slides/slide28.xml"/><Relationship Id="rId35" Type="http://schemas.openxmlformats.org/officeDocument/2006/relationships/slide" Target="slides/slide33.xml"/><Relationship Id="rId56" Type="http://schemas.openxmlformats.org/officeDocument/2006/relationships/slide" Target="slides/slide54.xml"/><Relationship Id="rId77" Type="http://schemas.openxmlformats.org/officeDocument/2006/relationships/slide" Target="slides/slide75.xml"/><Relationship Id="rId100" Type="http://schemas.openxmlformats.org/officeDocument/2006/relationships/slide" Target="slides/slide98.xml"/><Relationship Id="rId105" Type="http://schemas.openxmlformats.org/officeDocument/2006/relationships/slide" Target="slides/slide103.xml"/><Relationship Id="rId126" Type="http://schemas.openxmlformats.org/officeDocument/2006/relationships/slide" Target="slides/slide124.xml"/><Relationship Id="rId147" Type="http://schemas.openxmlformats.org/officeDocument/2006/relationships/slide" Target="slides/slide145.xml"/><Relationship Id="rId8" Type="http://schemas.openxmlformats.org/officeDocument/2006/relationships/slide" Target="slides/slide6.xml"/><Relationship Id="rId51" Type="http://schemas.openxmlformats.org/officeDocument/2006/relationships/slide" Target="slides/slide49.xml"/><Relationship Id="rId72" Type="http://schemas.openxmlformats.org/officeDocument/2006/relationships/slide" Target="slides/slide70.xml"/><Relationship Id="rId93" Type="http://schemas.openxmlformats.org/officeDocument/2006/relationships/slide" Target="slides/slide91.xml"/><Relationship Id="rId98" Type="http://schemas.openxmlformats.org/officeDocument/2006/relationships/slide" Target="slides/slide96.xml"/><Relationship Id="rId121" Type="http://schemas.openxmlformats.org/officeDocument/2006/relationships/slide" Target="slides/slide119.xml"/><Relationship Id="rId142" Type="http://schemas.openxmlformats.org/officeDocument/2006/relationships/slide" Target="slides/slide140.xml"/><Relationship Id="rId163" Type="http://schemas.openxmlformats.org/officeDocument/2006/relationships/tableStyles" Target="tableStyles.xml"/><Relationship Id="rId3" Type="http://schemas.openxmlformats.org/officeDocument/2006/relationships/slide" Target="slides/slide1.xml"/><Relationship Id="rId25" Type="http://schemas.openxmlformats.org/officeDocument/2006/relationships/slide" Target="slides/slide23.xml"/><Relationship Id="rId46" Type="http://schemas.openxmlformats.org/officeDocument/2006/relationships/slide" Target="slides/slide44.xml"/><Relationship Id="rId67" Type="http://schemas.openxmlformats.org/officeDocument/2006/relationships/slide" Target="slides/slide65.xml"/><Relationship Id="rId116" Type="http://schemas.openxmlformats.org/officeDocument/2006/relationships/slide" Target="slides/slide114.xml"/><Relationship Id="rId137" Type="http://schemas.openxmlformats.org/officeDocument/2006/relationships/slide" Target="slides/slide135.xml"/><Relationship Id="rId158" Type="http://schemas.openxmlformats.org/officeDocument/2006/relationships/notesMaster" Target="notesMasters/notesMaster1.xml"/><Relationship Id="rId20" Type="http://schemas.openxmlformats.org/officeDocument/2006/relationships/slide" Target="slides/slide18.xml"/><Relationship Id="rId41" Type="http://schemas.openxmlformats.org/officeDocument/2006/relationships/slide" Target="slides/slide39.xml"/><Relationship Id="rId62" Type="http://schemas.openxmlformats.org/officeDocument/2006/relationships/slide" Target="slides/slide60.xml"/><Relationship Id="rId83" Type="http://schemas.openxmlformats.org/officeDocument/2006/relationships/slide" Target="slides/slide81.xml"/><Relationship Id="rId88" Type="http://schemas.openxmlformats.org/officeDocument/2006/relationships/slide" Target="slides/slide86.xml"/><Relationship Id="rId111" Type="http://schemas.openxmlformats.org/officeDocument/2006/relationships/slide" Target="slides/slide109.xml"/><Relationship Id="rId132" Type="http://schemas.openxmlformats.org/officeDocument/2006/relationships/slide" Target="slides/slide130.xml"/><Relationship Id="rId153" Type="http://schemas.openxmlformats.org/officeDocument/2006/relationships/slide" Target="slides/slide151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Jeremy" userId="09ac0925-c8bb-438c-a205-6311faa2bcaf" providerId="ADAL" clId="{0B4DED49-343A-4C88-9DB9-2BD6D8E6E1B5}"/>
    <pc:docChg chg="undo custSel addSld modSld sldOrd">
      <pc:chgData name="Jeremy" userId="09ac0925-c8bb-438c-a205-6311faa2bcaf" providerId="ADAL" clId="{0B4DED49-343A-4C88-9DB9-2BD6D8E6E1B5}" dt="2020-05-12T13:38:24.584" v="972" actId="1076"/>
      <pc:docMkLst>
        <pc:docMk/>
      </pc:docMkLst>
      <pc:sldChg chg="modSp mod">
        <pc:chgData name="Jeremy" userId="09ac0925-c8bb-438c-a205-6311faa2bcaf" providerId="ADAL" clId="{0B4DED49-343A-4C88-9DB9-2BD6D8E6E1B5}" dt="2020-05-11T08:51:37.855" v="254" actId="113"/>
        <pc:sldMkLst>
          <pc:docMk/>
          <pc:sldMk cId="0" sldId="256"/>
        </pc:sldMkLst>
        <pc:spChg chg="mod">
          <ac:chgData name="Jeremy" userId="09ac0925-c8bb-438c-a205-6311faa2bcaf" providerId="ADAL" clId="{0B4DED49-343A-4C88-9DB9-2BD6D8E6E1B5}" dt="2020-05-11T08:51:37.855" v="254" actId="113"/>
          <ac:spMkLst>
            <pc:docMk/>
            <pc:sldMk cId="0" sldId="256"/>
            <ac:spMk id="6147" creationId="{00000000-0000-0000-0000-000000000000}"/>
          </ac:spMkLst>
        </pc:spChg>
      </pc:sldChg>
      <pc:sldChg chg="modSp mod">
        <pc:chgData name="Jeremy" userId="09ac0925-c8bb-438c-a205-6311faa2bcaf" providerId="ADAL" clId="{0B4DED49-343A-4C88-9DB9-2BD6D8E6E1B5}" dt="2020-05-11T09:49:53.069" v="966" actId="6549"/>
        <pc:sldMkLst>
          <pc:docMk/>
          <pc:sldMk cId="1963339278" sldId="385"/>
        </pc:sldMkLst>
        <pc:spChg chg="mod">
          <ac:chgData name="Jeremy" userId="09ac0925-c8bb-438c-a205-6311faa2bcaf" providerId="ADAL" clId="{0B4DED49-343A-4C88-9DB9-2BD6D8E6E1B5}" dt="2020-05-11T08:48:22.995" v="163" actId="1076"/>
          <ac:spMkLst>
            <pc:docMk/>
            <pc:sldMk cId="1963339278" sldId="385"/>
            <ac:spMk id="2050" creationId="{00000000-0000-0000-0000-000000000000}"/>
          </ac:spMkLst>
        </pc:spChg>
        <pc:spChg chg="mod">
          <ac:chgData name="Jeremy" userId="09ac0925-c8bb-438c-a205-6311faa2bcaf" providerId="ADAL" clId="{0B4DED49-343A-4C88-9DB9-2BD6D8E6E1B5}" dt="2020-05-11T09:49:53.069" v="966" actId="6549"/>
          <ac:spMkLst>
            <pc:docMk/>
            <pc:sldMk cId="1963339278" sldId="385"/>
            <ac:spMk id="2051" creationId="{00000000-0000-0000-0000-000000000000}"/>
          </ac:spMkLst>
        </pc:spChg>
      </pc:sldChg>
      <pc:sldChg chg="modSp mod">
        <pc:chgData name="Jeremy" userId="09ac0925-c8bb-438c-a205-6311faa2bcaf" providerId="ADAL" clId="{0B4DED49-343A-4C88-9DB9-2BD6D8E6E1B5}" dt="2020-05-11T09:13:13.394" v="456" actId="114"/>
        <pc:sldMkLst>
          <pc:docMk/>
          <pc:sldMk cId="2381110898" sldId="419"/>
        </pc:sldMkLst>
        <pc:spChg chg="mod">
          <ac:chgData name="Jeremy" userId="09ac0925-c8bb-438c-a205-6311faa2bcaf" providerId="ADAL" clId="{0B4DED49-343A-4C88-9DB9-2BD6D8E6E1B5}" dt="2020-05-11T09:13:13.394" v="456" actId="114"/>
          <ac:spMkLst>
            <pc:docMk/>
            <pc:sldMk cId="2381110898" sldId="419"/>
            <ac:spMk id="4" creationId="{00000000-0000-0000-0000-000000000000}"/>
          </ac:spMkLst>
        </pc:spChg>
        <pc:spChg chg="mod">
          <ac:chgData name="Jeremy" userId="09ac0925-c8bb-438c-a205-6311faa2bcaf" providerId="ADAL" clId="{0B4DED49-343A-4C88-9DB9-2BD6D8E6E1B5}" dt="2020-05-11T09:09:23.699" v="309" actId="6549"/>
          <ac:spMkLst>
            <pc:docMk/>
            <pc:sldMk cId="2381110898" sldId="419"/>
            <ac:spMk id="12291" creationId="{00000000-0000-0000-0000-000000000000}"/>
          </ac:spMkLst>
        </pc:spChg>
      </pc:sldChg>
      <pc:sldChg chg="addSp delSp modSp mod">
        <pc:chgData name="Jeremy" userId="09ac0925-c8bb-438c-a205-6311faa2bcaf" providerId="ADAL" clId="{0B4DED49-343A-4C88-9DB9-2BD6D8E6E1B5}" dt="2020-05-12T13:38:24.584" v="972" actId="1076"/>
        <pc:sldMkLst>
          <pc:docMk/>
          <pc:sldMk cId="2912269473" sldId="574"/>
        </pc:sldMkLst>
        <pc:spChg chg="mod">
          <ac:chgData name="Jeremy" userId="09ac0925-c8bb-438c-a205-6311faa2bcaf" providerId="ADAL" clId="{0B4DED49-343A-4C88-9DB9-2BD6D8E6E1B5}" dt="2020-05-12T13:38:18.089" v="968"/>
          <ac:spMkLst>
            <pc:docMk/>
            <pc:sldMk cId="2912269473" sldId="574"/>
            <ac:spMk id="52" creationId="{09DF8BBA-31D4-4C99-B18A-9A978859828E}"/>
          </ac:spMkLst>
        </pc:spChg>
        <pc:spChg chg="mod">
          <ac:chgData name="Jeremy" userId="09ac0925-c8bb-438c-a205-6311faa2bcaf" providerId="ADAL" clId="{0B4DED49-343A-4C88-9DB9-2BD6D8E6E1B5}" dt="2020-05-12T13:38:21.837" v="971" actId="6549"/>
          <ac:spMkLst>
            <pc:docMk/>
            <pc:sldMk cId="2912269473" sldId="574"/>
            <ac:spMk id="4101" creationId="{00000000-0000-0000-0000-000000000000}"/>
          </ac:spMkLst>
        </pc:spChg>
        <pc:spChg chg="mod">
          <ac:chgData name="Jeremy" userId="09ac0925-c8bb-438c-a205-6311faa2bcaf" providerId="ADAL" clId="{0B4DED49-343A-4C88-9DB9-2BD6D8E6E1B5}" dt="2020-05-11T09:47:35.184" v="948" actId="114"/>
          <ac:spMkLst>
            <pc:docMk/>
            <pc:sldMk cId="2912269473" sldId="574"/>
            <ac:spMk id="4107" creationId="{00000000-0000-0000-0000-000000000000}"/>
          </ac:spMkLst>
        </pc:spChg>
        <pc:grpChg chg="add mod">
          <ac:chgData name="Jeremy" userId="09ac0925-c8bb-438c-a205-6311faa2bcaf" providerId="ADAL" clId="{0B4DED49-343A-4C88-9DB9-2BD6D8E6E1B5}" dt="2020-05-12T13:38:24.584" v="972" actId="1076"/>
          <ac:grpSpMkLst>
            <pc:docMk/>
            <pc:sldMk cId="2912269473" sldId="574"/>
            <ac:grpSpMk id="51" creationId="{812ABD38-A49D-43D3-8E28-589C24035161}"/>
          </ac:grpSpMkLst>
        </pc:grpChg>
        <pc:graphicFrameChg chg="mod">
          <ac:chgData name="Jeremy" userId="09ac0925-c8bb-438c-a205-6311faa2bcaf" providerId="ADAL" clId="{0B4DED49-343A-4C88-9DB9-2BD6D8E6E1B5}" dt="2020-05-12T13:38:18.089" v="968"/>
          <ac:graphicFrameMkLst>
            <pc:docMk/>
            <pc:sldMk cId="2912269473" sldId="574"/>
            <ac:graphicFrameMk id="53" creationId="{40C83E1D-47D2-4774-B4DA-AD3A9E38F692}"/>
          </ac:graphicFrameMkLst>
        </pc:graphicFrameChg>
        <pc:graphicFrameChg chg="del">
          <ac:chgData name="Jeremy" userId="09ac0925-c8bb-438c-a205-6311faa2bcaf" providerId="ADAL" clId="{0B4DED49-343A-4C88-9DB9-2BD6D8E6E1B5}" dt="2020-05-12T13:38:17.546" v="967" actId="478"/>
          <ac:graphicFrameMkLst>
            <pc:docMk/>
            <pc:sldMk cId="2912269473" sldId="574"/>
            <ac:graphicFrameMk id="4098" creationId="{00000000-0000-0000-0000-000000000000}"/>
          </ac:graphicFrameMkLst>
        </pc:graphicFrameChg>
      </pc:sldChg>
      <pc:sldChg chg="addSp delSp modSp mod">
        <pc:chgData name="Jeremy" userId="09ac0925-c8bb-438c-a205-6311faa2bcaf" providerId="ADAL" clId="{0B4DED49-343A-4C88-9DB9-2BD6D8E6E1B5}" dt="2020-05-11T09:43:04.395" v="904" actId="14100"/>
        <pc:sldMkLst>
          <pc:docMk/>
          <pc:sldMk cId="308407390" sldId="615"/>
        </pc:sldMkLst>
        <pc:spChg chg="add mod ord">
          <ac:chgData name="Jeremy" userId="09ac0925-c8bb-438c-a205-6311faa2bcaf" providerId="ADAL" clId="{0B4DED49-343A-4C88-9DB9-2BD6D8E6E1B5}" dt="2020-05-11T09:38:48.550" v="818" actId="1076"/>
          <ac:spMkLst>
            <pc:docMk/>
            <pc:sldMk cId="308407390" sldId="615"/>
            <ac:spMk id="12" creationId="{3FC63DE5-8912-4D44-BDC9-9666B23370A6}"/>
          </ac:spMkLst>
        </pc:spChg>
        <pc:spChg chg="add mod">
          <ac:chgData name="Jeremy" userId="09ac0925-c8bb-438c-a205-6311faa2bcaf" providerId="ADAL" clId="{0B4DED49-343A-4C88-9DB9-2BD6D8E6E1B5}" dt="2020-05-11T09:41:27.180" v="874" actId="571"/>
          <ac:spMkLst>
            <pc:docMk/>
            <pc:sldMk cId="308407390" sldId="615"/>
            <ac:spMk id="13" creationId="{BA862C9D-F02B-4EFA-97BC-E936B5832EA4}"/>
          </ac:spMkLst>
        </pc:spChg>
        <pc:spChg chg="add mod">
          <ac:chgData name="Jeremy" userId="09ac0925-c8bb-438c-a205-6311faa2bcaf" providerId="ADAL" clId="{0B4DED49-343A-4C88-9DB9-2BD6D8E6E1B5}" dt="2020-05-11T09:39:42.515" v="834" actId="14100"/>
          <ac:spMkLst>
            <pc:docMk/>
            <pc:sldMk cId="308407390" sldId="615"/>
            <ac:spMk id="20" creationId="{5311A37A-A7AF-4C0E-8253-BFF2EC3EB327}"/>
          </ac:spMkLst>
        </pc:spChg>
        <pc:spChg chg="add mod">
          <ac:chgData name="Jeremy" userId="09ac0925-c8bb-438c-a205-6311faa2bcaf" providerId="ADAL" clId="{0B4DED49-343A-4C88-9DB9-2BD6D8E6E1B5}" dt="2020-05-11T09:41:05.667" v="868" actId="1076"/>
          <ac:spMkLst>
            <pc:docMk/>
            <pc:sldMk cId="308407390" sldId="615"/>
            <ac:spMk id="22" creationId="{66AB9B50-883D-4727-AB06-16DFE79EED8B}"/>
          </ac:spMkLst>
        </pc:spChg>
        <pc:spChg chg="add mod">
          <ac:chgData name="Jeremy" userId="09ac0925-c8bb-438c-a205-6311faa2bcaf" providerId="ADAL" clId="{0B4DED49-343A-4C88-9DB9-2BD6D8E6E1B5}" dt="2020-05-11T09:42:39.603" v="899" actId="1076"/>
          <ac:spMkLst>
            <pc:docMk/>
            <pc:sldMk cId="308407390" sldId="615"/>
            <ac:spMk id="26" creationId="{E82B6BE1-6BDC-42DE-B0E3-5BE53C6B52DF}"/>
          </ac:spMkLst>
        </pc:spChg>
        <pc:spChg chg="add mod ord">
          <ac:chgData name="Jeremy" userId="09ac0925-c8bb-438c-a205-6311faa2bcaf" providerId="ADAL" clId="{0B4DED49-343A-4C88-9DB9-2BD6D8E6E1B5}" dt="2020-05-11T09:43:04.395" v="904" actId="14100"/>
          <ac:spMkLst>
            <pc:docMk/>
            <pc:sldMk cId="308407390" sldId="615"/>
            <ac:spMk id="63" creationId="{49EA4813-79C8-4337-827E-C730A1EE9917}"/>
          </ac:spMkLst>
        </pc:spChg>
        <pc:spChg chg="add mod">
          <ac:chgData name="Jeremy" userId="09ac0925-c8bb-438c-a205-6311faa2bcaf" providerId="ADAL" clId="{0B4DED49-343A-4C88-9DB9-2BD6D8E6E1B5}" dt="2020-05-11T09:41:27.180" v="874" actId="571"/>
          <ac:spMkLst>
            <pc:docMk/>
            <pc:sldMk cId="308407390" sldId="615"/>
            <ac:spMk id="69" creationId="{734DA296-FC72-41A7-9CFE-92442893CA27}"/>
          </ac:spMkLst>
        </pc:spChg>
        <pc:spChg chg="add del mod ord">
          <ac:chgData name="Jeremy" userId="09ac0925-c8bb-438c-a205-6311faa2bcaf" providerId="ADAL" clId="{0B4DED49-343A-4C88-9DB9-2BD6D8E6E1B5}" dt="2020-05-11T09:40:40.044" v="845" actId="478"/>
          <ac:spMkLst>
            <pc:docMk/>
            <pc:sldMk cId="308407390" sldId="615"/>
            <ac:spMk id="76" creationId="{D2426923-9174-4639-984D-EA9474F1DD29}"/>
          </ac:spMkLst>
        </pc:spChg>
        <pc:spChg chg="add del mod">
          <ac:chgData name="Jeremy" userId="09ac0925-c8bb-438c-a205-6311faa2bcaf" providerId="ADAL" clId="{0B4DED49-343A-4C88-9DB9-2BD6D8E6E1B5}" dt="2020-05-11T09:40:47.269" v="847" actId="478"/>
          <ac:spMkLst>
            <pc:docMk/>
            <pc:sldMk cId="308407390" sldId="615"/>
            <ac:spMk id="77" creationId="{AC2F47AD-C996-44F9-922D-6914058271E4}"/>
          </ac:spMkLst>
        </pc:spChg>
        <pc:spChg chg="mod">
          <ac:chgData name="Jeremy" userId="09ac0925-c8bb-438c-a205-6311faa2bcaf" providerId="ADAL" clId="{0B4DED49-343A-4C88-9DB9-2BD6D8E6E1B5}" dt="2020-05-11T09:39:14.450" v="829" actId="6549"/>
          <ac:spMkLst>
            <pc:docMk/>
            <pc:sldMk cId="308407390" sldId="615"/>
            <ac:spMk id="11266" creationId="{00000000-0000-0000-0000-000000000000}"/>
          </ac:spMkLst>
        </pc:spChg>
        <pc:spChg chg="mod">
          <ac:chgData name="Jeremy" userId="09ac0925-c8bb-438c-a205-6311faa2bcaf" providerId="ADAL" clId="{0B4DED49-343A-4C88-9DB9-2BD6D8E6E1B5}" dt="2020-05-11T09:28:58.597" v="623" actId="1076"/>
          <ac:spMkLst>
            <pc:docMk/>
            <pc:sldMk cId="308407390" sldId="615"/>
            <ac:spMk id="11269" creationId="{00000000-0000-0000-0000-000000000000}"/>
          </ac:spMkLst>
        </pc:spChg>
        <pc:spChg chg="mod">
          <ac:chgData name="Jeremy" userId="09ac0925-c8bb-438c-a205-6311faa2bcaf" providerId="ADAL" clId="{0B4DED49-343A-4C88-9DB9-2BD6D8E6E1B5}" dt="2020-05-11T09:40:11.811" v="840" actId="1076"/>
          <ac:spMkLst>
            <pc:docMk/>
            <pc:sldMk cId="308407390" sldId="615"/>
            <ac:spMk id="11295" creationId="{00000000-0000-0000-0000-000000000000}"/>
          </ac:spMkLst>
        </pc:spChg>
        <pc:spChg chg="mod">
          <ac:chgData name="Jeremy" userId="09ac0925-c8bb-438c-a205-6311faa2bcaf" providerId="ADAL" clId="{0B4DED49-343A-4C88-9DB9-2BD6D8E6E1B5}" dt="2020-05-11T09:40:14.868" v="841" actId="1076"/>
          <ac:spMkLst>
            <pc:docMk/>
            <pc:sldMk cId="308407390" sldId="615"/>
            <ac:spMk id="11296" creationId="{00000000-0000-0000-0000-000000000000}"/>
          </ac:spMkLst>
        </pc:spChg>
        <pc:grpChg chg="mod">
          <ac:chgData name="Jeremy" userId="09ac0925-c8bb-438c-a205-6311faa2bcaf" providerId="ADAL" clId="{0B4DED49-343A-4C88-9DB9-2BD6D8E6E1B5}" dt="2020-05-11T09:40:08.871" v="839" actId="1076"/>
          <ac:grpSpMkLst>
            <pc:docMk/>
            <pc:sldMk cId="308407390" sldId="615"/>
            <ac:grpSpMk id="2" creationId="{00000000-0000-0000-0000-000000000000}"/>
          </ac:grpSpMkLst>
        </pc:grpChg>
        <pc:grpChg chg="add mod">
          <ac:chgData name="Jeremy" userId="09ac0925-c8bb-438c-a205-6311faa2bcaf" providerId="ADAL" clId="{0B4DED49-343A-4C88-9DB9-2BD6D8E6E1B5}" dt="2020-05-11T09:41:27.180" v="874" actId="571"/>
          <ac:grpSpMkLst>
            <pc:docMk/>
            <pc:sldMk cId="308407390" sldId="615"/>
            <ac:grpSpMk id="21" creationId="{6BCC708F-AFCE-4D3E-A9CC-F21A0C3786F2}"/>
          </ac:grpSpMkLst>
        </pc:grpChg>
        <pc:picChg chg="add mod ord">
          <ac:chgData name="Jeremy" userId="09ac0925-c8bb-438c-a205-6311faa2bcaf" providerId="ADAL" clId="{0B4DED49-343A-4C88-9DB9-2BD6D8E6E1B5}" dt="2020-05-11T09:39:35.661" v="833" actId="1076"/>
          <ac:picMkLst>
            <pc:docMk/>
            <pc:sldMk cId="308407390" sldId="615"/>
            <ac:picMk id="19" creationId="{B5FFCAAE-0D50-44A6-9202-8E451BB30DC5}"/>
          </ac:picMkLst>
        </pc:picChg>
        <pc:picChg chg="add mod">
          <ac:chgData name="Jeremy" userId="09ac0925-c8bb-438c-a205-6311faa2bcaf" providerId="ADAL" clId="{0B4DED49-343A-4C88-9DB9-2BD6D8E6E1B5}" dt="2020-05-11T09:41:27.180" v="874" actId="571"/>
          <ac:picMkLst>
            <pc:docMk/>
            <pc:sldMk cId="308407390" sldId="615"/>
            <ac:picMk id="65" creationId="{C8A473C1-8C53-4E0D-A982-00FFDBCCD888}"/>
          </ac:picMkLst>
        </pc:picChg>
        <pc:picChg chg="add del mod">
          <ac:chgData name="Jeremy" userId="09ac0925-c8bb-438c-a205-6311faa2bcaf" providerId="ADAL" clId="{0B4DED49-343A-4C88-9DB9-2BD6D8E6E1B5}" dt="2020-05-11T09:38:28.976" v="811" actId="478"/>
          <ac:picMkLst>
            <pc:docMk/>
            <pc:sldMk cId="308407390" sldId="615"/>
            <ac:picMk id="72" creationId="{9AFABECD-B28E-4A15-9812-F47844AF8D57}"/>
          </ac:picMkLst>
        </pc:picChg>
        <pc:cxnChg chg="add mod">
          <ac:chgData name="Jeremy" userId="09ac0925-c8bb-438c-a205-6311faa2bcaf" providerId="ADAL" clId="{0B4DED49-343A-4C88-9DB9-2BD6D8E6E1B5}" dt="2020-05-11T09:42:06.983" v="882" actId="1582"/>
          <ac:cxnSpMkLst>
            <pc:docMk/>
            <pc:sldMk cId="308407390" sldId="615"/>
            <ac:cxnSpMk id="16" creationId="{8798C8BB-1278-4AA9-A7DE-18441BE0CF66}"/>
          </ac:cxnSpMkLst>
        </pc:cxnChg>
        <pc:cxnChg chg="add mod">
          <ac:chgData name="Jeremy" userId="09ac0925-c8bb-438c-a205-6311faa2bcaf" providerId="ADAL" clId="{0B4DED49-343A-4C88-9DB9-2BD6D8E6E1B5}" dt="2020-05-11T09:41:49.710" v="879" actId="1582"/>
          <ac:cxnSpMkLst>
            <pc:docMk/>
            <pc:sldMk cId="308407390" sldId="615"/>
            <ac:cxnSpMk id="24" creationId="{0820F3DF-454A-4F7D-9C0A-5E48E1937A7C}"/>
          </ac:cxnSpMkLst>
        </pc:cxnChg>
        <pc:cxnChg chg="add mod">
          <ac:chgData name="Jeremy" userId="09ac0925-c8bb-438c-a205-6311faa2bcaf" providerId="ADAL" clId="{0B4DED49-343A-4C88-9DB9-2BD6D8E6E1B5}" dt="2020-05-11T09:42:56.563" v="903" actId="1076"/>
          <ac:cxnSpMkLst>
            <pc:docMk/>
            <pc:sldMk cId="308407390" sldId="615"/>
            <ac:cxnSpMk id="28" creationId="{381B0611-A41B-40AF-ADBA-102BFEDE7412}"/>
          </ac:cxnSpMkLst>
        </pc:cxnChg>
        <pc:cxnChg chg="add mod">
          <ac:chgData name="Jeremy" userId="09ac0925-c8bb-438c-a205-6311faa2bcaf" providerId="ADAL" clId="{0B4DED49-343A-4C88-9DB9-2BD6D8E6E1B5}" dt="2020-05-11T09:41:59.099" v="881" actId="14100"/>
          <ac:cxnSpMkLst>
            <pc:docMk/>
            <pc:sldMk cId="308407390" sldId="615"/>
            <ac:cxnSpMk id="70" creationId="{660D2299-F10B-454D-9916-50D9DEDDC4F4}"/>
          </ac:cxnSpMkLst>
        </pc:cxnChg>
        <pc:cxnChg chg="add mod ord">
          <ac:chgData name="Jeremy" userId="09ac0925-c8bb-438c-a205-6311faa2bcaf" providerId="ADAL" clId="{0B4DED49-343A-4C88-9DB9-2BD6D8E6E1B5}" dt="2020-05-11T09:41:33.213" v="876" actId="166"/>
          <ac:cxnSpMkLst>
            <pc:docMk/>
            <pc:sldMk cId="308407390" sldId="615"/>
            <ac:cxnSpMk id="79" creationId="{69A7BDC5-869E-4943-86E2-D80004C5E1B7}"/>
          </ac:cxnSpMkLst>
        </pc:cxnChg>
      </pc:sldChg>
      <pc:sldChg chg="addSp modSp mod">
        <pc:chgData name="Jeremy" userId="09ac0925-c8bb-438c-a205-6311faa2bcaf" providerId="ADAL" clId="{0B4DED49-343A-4C88-9DB9-2BD6D8E6E1B5}" dt="2020-05-11T09:45:54.155" v="945" actId="14100"/>
        <pc:sldMkLst>
          <pc:docMk/>
          <pc:sldMk cId="875479374" sldId="616"/>
        </pc:sldMkLst>
        <pc:spChg chg="add mod ord">
          <ac:chgData name="Jeremy" userId="09ac0925-c8bb-438c-a205-6311faa2bcaf" providerId="ADAL" clId="{0B4DED49-343A-4C88-9DB9-2BD6D8E6E1B5}" dt="2020-05-11T09:45:49.611" v="944" actId="14100"/>
          <ac:spMkLst>
            <pc:docMk/>
            <pc:sldMk cId="875479374" sldId="616"/>
            <ac:spMk id="3" creationId="{43CAAFCE-C99B-491C-B66E-2E9645812350}"/>
          </ac:spMkLst>
        </pc:spChg>
        <pc:spChg chg="add mod ord">
          <ac:chgData name="Jeremy" userId="09ac0925-c8bb-438c-a205-6311faa2bcaf" providerId="ADAL" clId="{0B4DED49-343A-4C88-9DB9-2BD6D8E6E1B5}" dt="2020-05-11T09:45:54.155" v="945" actId="14100"/>
          <ac:spMkLst>
            <pc:docMk/>
            <pc:sldMk cId="875479374" sldId="616"/>
            <ac:spMk id="22" creationId="{40215931-4086-415D-8E12-10FEA4BCCC40}"/>
          </ac:spMkLst>
        </pc:spChg>
        <pc:spChg chg="mod">
          <ac:chgData name="Jeremy" userId="09ac0925-c8bb-438c-a205-6311faa2bcaf" providerId="ADAL" clId="{0B4DED49-343A-4C88-9DB9-2BD6D8E6E1B5}" dt="2020-05-11T09:27:07.445" v="613" actId="1076"/>
          <ac:spMkLst>
            <pc:docMk/>
            <pc:sldMk cId="875479374" sldId="616"/>
            <ac:spMk id="1028" creationId="{00000000-0000-0000-0000-000000000000}"/>
          </ac:spMkLst>
        </pc:spChg>
        <pc:spChg chg="mod">
          <ac:chgData name="Jeremy" userId="09ac0925-c8bb-438c-a205-6311faa2bcaf" providerId="ADAL" clId="{0B4DED49-343A-4C88-9DB9-2BD6D8E6E1B5}" dt="2020-05-11T09:26:23.692" v="607" actId="15"/>
          <ac:spMkLst>
            <pc:docMk/>
            <pc:sldMk cId="875479374" sldId="616"/>
            <ac:spMk id="1029" creationId="{00000000-0000-0000-0000-000000000000}"/>
          </ac:spMkLst>
        </pc:spChg>
        <pc:spChg chg="mod">
          <ac:chgData name="Jeremy" userId="09ac0925-c8bb-438c-a205-6311faa2bcaf" providerId="ADAL" clId="{0B4DED49-343A-4C88-9DB9-2BD6D8E6E1B5}" dt="2020-05-11T09:43:37.211" v="906" actId="1076"/>
          <ac:spMkLst>
            <pc:docMk/>
            <pc:sldMk cId="875479374" sldId="616"/>
            <ac:spMk id="1031" creationId="{00000000-0000-0000-0000-000000000000}"/>
          </ac:spMkLst>
        </pc:spChg>
        <pc:spChg chg="mod">
          <ac:chgData name="Jeremy" userId="09ac0925-c8bb-438c-a205-6311faa2bcaf" providerId="ADAL" clId="{0B4DED49-343A-4C88-9DB9-2BD6D8E6E1B5}" dt="2020-05-11T09:45:39.889" v="943" actId="114"/>
          <ac:spMkLst>
            <pc:docMk/>
            <pc:sldMk cId="875479374" sldId="616"/>
            <ac:spMk id="1034" creationId="{00000000-0000-0000-0000-000000000000}"/>
          </ac:spMkLst>
        </pc:spChg>
        <pc:grpChg chg="mod">
          <ac:chgData name="Jeremy" userId="09ac0925-c8bb-438c-a205-6311faa2bcaf" providerId="ADAL" clId="{0B4DED49-343A-4C88-9DB9-2BD6D8E6E1B5}" dt="2020-05-11T09:43:30.211" v="905" actId="1076"/>
          <ac:grpSpMkLst>
            <pc:docMk/>
            <pc:sldMk cId="875479374" sldId="616"/>
            <ac:grpSpMk id="2" creationId="{00000000-0000-0000-0000-000000000000}"/>
          </ac:grpSpMkLst>
        </pc:grpChg>
        <pc:graphicFrameChg chg="mod">
          <ac:chgData name="Jeremy" userId="09ac0925-c8bb-438c-a205-6311faa2bcaf" providerId="ADAL" clId="{0B4DED49-343A-4C88-9DB9-2BD6D8E6E1B5}" dt="2020-05-11T09:43:37.211" v="906" actId="1076"/>
          <ac:graphicFrameMkLst>
            <pc:docMk/>
            <pc:sldMk cId="875479374" sldId="616"/>
            <ac:graphicFrameMk id="1026" creationId="{00000000-0000-0000-0000-000000000000}"/>
          </ac:graphicFrameMkLst>
        </pc:graphicFrameChg>
      </pc:sldChg>
      <pc:sldChg chg="addSp delSp modSp new mod">
        <pc:chgData name="Jeremy" userId="09ac0925-c8bb-438c-a205-6311faa2bcaf" providerId="ADAL" clId="{0B4DED49-343A-4C88-9DB9-2BD6D8E6E1B5}" dt="2020-05-11T08:47:01.154" v="159" actId="1076"/>
        <pc:sldMkLst>
          <pc:docMk/>
          <pc:sldMk cId="1559732150" sldId="623"/>
        </pc:sldMkLst>
        <pc:spChg chg="add mod">
          <ac:chgData name="Jeremy" userId="09ac0925-c8bb-438c-a205-6311faa2bcaf" providerId="ADAL" clId="{0B4DED49-343A-4C88-9DB9-2BD6D8E6E1B5}" dt="2020-05-11T08:39:38.762" v="1"/>
          <ac:spMkLst>
            <pc:docMk/>
            <pc:sldMk cId="1559732150" sldId="623"/>
            <ac:spMk id="3" creationId="{0A536D21-EE99-4A0A-9422-9DF8D31E2B81}"/>
          </ac:spMkLst>
        </pc:spChg>
        <pc:spChg chg="add mod ord">
          <ac:chgData name="Jeremy" userId="09ac0925-c8bb-438c-a205-6311faa2bcaf" providerId="ADAL" clId="{0B4DED49-343A-4C88-9DB9-2BD6D8E6E1B5}" dt="2020-05-11T08:44:10.651" v="37" actId="1076"/>
          <ac:spMkLst>
            <pc:docMk/>
            <pc:sldMk cId="1559732150" sldId="623"/>
            <ac:spMk id="4" creationId="{3E368797-DF01-4B91-9B56-CE7FFA2A4CF6}"/>
          </ac:spMkLst>
        </pc:spChg>
        <pc:spChg chg="add mod">
          <ac:chgData name="Jeremy" userId="09ac0925-c8bb-438c-a205-6311faa2bcaf" providerId="ADAL" clId="{0B4DED49-343A-4C88-9DB9-2BD6D8E6E1B5}" dt="2020-05-11T08:46:34.805" v="156" actId="1076"/>
          <ac:spMkLst>
            <pc:docMk/>
            <pc:sldMk cId="1559732150" sldId="623"/>
            <ac:spMk id="5" creationId="{10CD9A31-EC42-443C-91F7-C404F13C0A15}"/>
          </ac:spMkLst>
        </pc:spChg>
        <pc:spChg chg="add del mod">
          <ac:chgData name="Jeremy" userId="09ac0925-c8bb-438c-a205-6311faa2bcaf" providerId="ADAL" clId="{0B4DED49-343A-4C88-9DB9-2BD6D8E6E1B5}" dt="2020-05-11T08:39:49.028" v="2" actId="478"/>
          <ac:spMkLst>
            <pc:docMk/>
            <pc:sldMk cId="1559732150" sldId="623"/>
            <ac:spMk id="6" creationId="{ACC3D0DF-642D-4F1A-A311-E5B1BE6B75BB}"/>
          </ac:spMkLst>
        </pc:spChg>
        <pc:spChg chg="mod">
          <ac:chgData name="Jeremy" userId="09ac0925-c8bb-438c-a205-6311faa2bcaf" providerId="ADAL" clId="{0B4DED49-343A-4C88-9DB9-2BD6D8E6E1B5}" dt="2020-05-11T08:41:12.169" v="18" actId="1076"/>
          <ac:spMkLst>
            <pc:docMk/>
            <pc:sldMk cId="1559732150" sldId="623"/>
            <ac:spMk id="9" creationId="{C2704E46-44E3-4284-8AA3-EEA12EE9C066}"/>
          </ac:spMkLst>
        </pc:spChg>
        <pc:spChg chg="add mod">
          <ac:chgData name="Jeremy" userId="09ac0925-c8bb-438c-a205-6311faa2bcaf" providerId="ADAL" clId="{0B4DED49-343A-4C88-9DB9-2BD6D8E6E1B5}" dt="2020-05-11T08:46:16.540" v="152" actId="1076"/>
          <ac:spMkLst>
            <pc:docMk/>
            <pc:sldMk cId="1559732150" sldId="623"/>
            <ac:spMk id="12" creationId="{7C2D6DDD-8E79-4A91-9A54-E20D5D5F6F31}"/>
          </ac:spMkLst>
        </pc:spChg>
        <pc:grpChg chg="add del mod">
          <ac:chgData name="Jeremy" userId="09ac0925-c8bb-438c-a205-6311faa2bcaf" providerId="ADAL" clId="{0B4DED49-343A-4C88-9DB9-2BD6D8E6E1B5}" dt="2020-05-11T08:41:20.513" v="19" actId="478"/>
          <ac:grpSpMkLst>
            <pc:docMk/>
            <pc:sldMk cId="1559732150" sldId="623"/>
            <ac:grpSpMk id="7" creationId="{0B145409-8F5A-4AB1-B280-6BE9BD033E06}"/>
          </ac:grpSpMkLst>
        </pc:grpChg>
        <pc:picChg chg="add mod">
          <ac:chgData name="Jeremy" userId="09ac0925-c8bb-438c-a205-6311faa2bcaf" providerId="ADAL" clId="{0B4DED49-343A-4C88-9DB9-2BD6D8E6E1B5}" dt="2020-05-11T08:41:32.003" v="23" actId="1076"/>
          <ac:picMkLst>
            <pc:docMk/>
            <pc:sldMk cId="1559732150" sldId="623"/>
            <ac:picMk id="2" creationId="{81665EE4-60F7-494D-9C82-739DFDD8CFD1}"/>
          </ac:picMkLst>
        </pc:picChg>
        <pc:picChg chg="mod">
          <ac:chgData name="Jeremy" userId="09ac0925-c8bb-438c-a205-6311faa2bcaf" providerId="ADAL" clId="{0B4DED49-343A-4C88-9DB9-2BD6D8E6E1B5}" dt="2020-05-11T08:41:12.169" v="18" actId="1076"/>
          <ac:picMkLst>
            <pc:docMk/>
            <pc:sldMk cId="1559732150" sldId="623"/>
            <ac:picMk id="8" creationId="{F95DF7F9-9545-43C0-8D24-EC767FE5B2B9}"/>
          </ac:picMkLst>
        </pc:picChg>
        <pc:picChg chg="add mod modCrop">
          <ac:chgData name="Jeremy" userId="09ac0925-c8bb-438c-a205-6311faa2bcaf" providerId="ADAL" clId="{0B4DED49-343A-4C88-9DB9-2BD6D8E6E1B5}" dt="2020-05-11T08:47:01.154" v="159" actId="1076"/>
          <ac:picMkLst>
            <pc:docMk/>
            <pc:sldMk cId="1559732150" sldId="623"/>
            <ac:picMk id="10" creationId="{795C3DDA-4268-46B8-B893-F59A241CD87A}"/>
          </ac:picMkLst>
        </pc:picChg>
        <pc:picChg chg="add mod">
          <ac:chgData name="Jeremy" userId="09ac0925-c8bb-438c-a205-6311faa2bcaf" providerId="ADAL" clId="{0B4DED49-343A-4C88-9DB9-2BD6D8E6E1B5}" dt="2020-05-11T08:44:15.251" v="39" actId="14100"/>
          <ac:picMkLst>
            <pc:docMk/>
            <pc:sldMk cId="1559732150" sldId="623"/>
            <ac:picMk id="11" creationId="{1AF88EA7-BF6F-457A-8DC2-81890F00D035}"/>
          </ac:picMkLst>
        </pc:picChg>
      </pc:sldChg>
      <pc:sldChg chg="addSp delSp modSp new mod ord">
        <pc:chgData name="Jeremy" userId="09ac0925-c8bb-438c-a205-6311faa2bcaf" providerId="ADAL" clId="{0B4DED49-343A-4C88-9DB9-2BD6D8E6E1B5}" dt="2020-05-11T09:24:20.803" v="604"/>
        <pc:sldMkLst>
          <pc:docMk/>
          <pc:sldMk cId="3671313241" sldId="624"/>
        </pc:sldMkLst>
        <pc:spChg chg="add del mod">
          <ac:chgData name="Jeremy" userId="09ac0925-c8bb-438c-a205-6311faa2bcaf" providerId="ADAL" clId="{0B4DED49-343A-4C88-9DB9-2BD6D8E6E1B5}" dt="2020-05-11T09:19:11.164" v="488" actId="478"/>
          <ac:spMkLst>
            <pc:docMk/>
            <pc:sldMk cId="3671313241" sldId="624"/>
            <ac:spMk id="12" creationId="{DC7D3CD2-118C-4C65-A9BB-5FBF1D481AA4}"/>
          </ac:spMkLst>
        </pc:spChg>
        <pc:spChg chg="add mod">
          <ac:chgData name="Jeremy" userId="09ac0925-c8bb-438c-a205-6311faa2bcaf" providerId="ADAL" clId="{0B4DED49-343A-4C88-9DB9-2BD6D8E6E1B5}" dt="2020-05-11T09:23:54.278" v="602" actId="1076"/>
          <ac:spMkLst>
            <pc:docMk/>
            <pc:sldMk cId="3671313241" sldId="624"/>
            <ac:spMk id="13" creationId="{764F6D2A-7A49-494F-9729-1CEA1E9C9F95}"/>
          </ac:spMkLst>
        </pc:spChg>
        <pc:spChg chg="add mod">
          <ac:chgData name="Jeremy" userId="09ac0925-c8bb-438c-a205-6311faa2bcaf" providerId="ADAL" clId="{0B4DED49-343A-4C88-9DB9-2BD6D8E6E1B5}" dt="2020-05-11T09:20:52.568" v="512" actId="1076"/>
          <ac:spMkLst>
            <pc:docMk/>
            <pc:sldMk cId="3671313241" sldId="624"/>
            <ac:spMk id="14" creationId="{350DEE1C-9056-4419-91D3-B5F0C09A299F}"/>
          </ac:spMkLst>
        </pc:spChg>
        <pc:spChg chg="add mod">
          <ac:chgData name="Jeremy" userId="09ac0925-c8bb-438c-a205-6311faa2bcaf" providerId="ADAL" clId="{0B4DED49-343A-4C88-9DB9-2BD6D8E6E1B5}" dt="2020-05-11T09:23:54.278" v="602" actId="1076"/>
          <ac:spMkLst>
            <pc:docMk/>
            <pc:sldMk cId="3671313241" sldId="624"/>
            <ac:spMk id="15" creationId="{6348722C-AEE3-4A34-883D-9F2478D42875}"/>
          </ac:spMkLst>
        </pc:spChg>
        <pc:spChg chg="add mod">
          <ac:chgData name="Jeremy" userId="09ac0925-c8bb-438c-a205-6311faa2bcaf" providerId="ADAL" clId="{0B4DED49-343A-4C88-9DB9-2BD6D8E6E1B5}" dt="2020-05-11T09:23:54.278" v="602" actId="1076"/>
          <ac:spMkLst>
            <pc:docMk/>
            <pc:sldMk cId="3671313241" sldId="624"/>
            <ac:spMk id="16" creationId="{FF7E1BE1-72D6-454C-BD97-656CC8783E28}"/>
          </ac:spMkLst>
        </pc:spChg>
        <pc:spChg chg="add mod">
          <ac:chgData name="Jeremy" userId="09ac0925-c8bb-438c-a205-6311faa2bcaf" providerId="ADAL" clId="{0B4DED49-343A-4C88-9DB9-2BD6D8E6E1B5}" dt="2020-05-11T09:23:54.278" v="602" actId="1076"/>
          <ac:spMkLst>
            <pc:docMk/>
            <pc:sldMk cId="3671313241" sldId="624"/>
            <ac:spMk id="17" creationId="{6801E701-D1AE-4F59-AC36-EE311E23E931}"/>
          </ac:spMkLst>
        </pc:spChg>
        <pc:picChg chg="add del mod">
          <ac:chgData name="Jeremy" userId="09ac0925-c8bb-438c-a205-6311faa2bcaf" providerId="ADAL" clId="{0B4DED49-343A-4C88-9DB9-2BD6D8E6E1B5}" dt="2020-05-11T09:16:15.724" v="460" actId="478"/>
          <ac:picMkLst>
            <pc:docMk/>
            <pc:sldMk cId="3671313241" sldId="624"/>
            <ac:picMk id="2" creationId="{7602719B-20BB-465F-AE19-6B17FAC08C36}"/>
          </ac:picMkLst>
        </pc:picChg>
        <pc:picChg chg="add mod">
          <ac:chgData name="Jeremy" userId="09ac0925-c8bb-438c-a205-6311faa2bcaf" providerId="ADAL" clId="{0B4DED49-343A-4C88-9DB9-2BD6D8E6E1B5}" dt="2020-05-11T09:23:54.278" v="602" actId="1076"/>
          <ac:picMkLst>
            <pc:docMk/>
            <pc:sldMk cId="3671313241" sldId="624"/>
            <ac:picMk id="3" creationId="{8CD68442-D3AB-4C97-BDAA-EC3AE7D54B4D}"/>
          </ac:picMkLst>
        </pc:picChg>
        <pc:picChg chg="add mod">
          <ac:chgData name="Jeremy" userId="09ac0925-c8bb-438c-a205-6311faa2bcaf" providerId="ADAL" clId="{0B4DED49-343A-4C88-9DB9-2BD6D8E6E1B5}" dt="2020-05-11T09:23:54.278" v="602" actId="1076"/>
          <ac:picMkLst>
            <pc:docMk/>
            <pc:sldMk cId="3671313241" sldId="624"/>
            <ac:picMk id="4" creationId="{4197EA10-45E2-4B42-BC89-56CACF8A73DF}"/>
          </ac:picMkLst>
        </pc:picChg>
        <pc:picChg chg="add mod">
          <ac:chgData name="Jeremy" userId="09ac0925-c8bb-438c-a205-6311faa2bcaf" providerId="ADAL" clId="{0B4DED49-343A-4C88-9DB9-2BD6D8E6E1B5}" dt="2020-05-11T09:23:54.278" v="602" actId="1076"/>
          <ac:picMkLst>
            <pc:docMk/>
            <pc:sldMk cId="3671313241" sldId="624"/>
            <ac:picMk id="5" creationId="{9E0A0203-63F3-4F27-814C-64D27E4F40A5}"/>
          </ac:picMkLst>
        </pc:picChg>
        <pc:picChg chg="add mod">
          <ac:chgData name="Jeremy" userId="09ac0925-c8bb-438c-a205-6311faa2bcaf" providerId="ADAL" clId="{0B4DED49-343A-4C88-9DB9-2BD6D8E6E1B5}" dt="2020-05-11T09:23:54.278" v="602" actId="1076"/>
          <ac:picMkLst>
            <pc:docMk/>
            <pc:sldMk cId="3671313241" sldId="624"/>
            <ac:picMk id="6" creationId="{1A9519AE-3680-4810-A54E-04386454880C}"/>
          </ac:picMkLst>
        </pc:picChg>
        <pc:picChg chg="add del">
          <ac:chgData name="Jeremy" userId="09ac0925-c8bb-438c-a205-6311faa2bcaf" providerId="ADAL" clId="{0B4DED49-343A-4C88-9DB9-2BD6D8E6E1B5}" dt="2020-05-11T09:17:12.190" v="469"/>
          <ac:picMkLst>
            <pc:docMk/>
            <pc:sldMk cId="3671313241" sldId="624"/>
            <ac:picMk id="7" creationId="{D3BF0A03-35D6-4CD8-9CB0-F2EAC60A6DB2}"/>
          </ac:picMkLst>
        </pc:picChg>
        <pc:picChg chg="add mod">
          <ac:chgData name="Jeremy" userId="09ac0925-c8bb-438c-a205-6311faa2bcaf" providerId="ADAL" clId="{0B4DED49-343A-4C88-9DB9-2BD6D8E6E1B5}" dt="2020-05-11T09:23:54.278" v="602" actId="1076"/>
          <ac:picMkLst>
            <pc:docMk/>
            <pc:sldMk cId="3671313241" sldId="624"/>
            <ac:picMk id="8" creationId="{10AA36E0-2124-4CA9-B241-29C79672DA34}"/>
          </ac:picMkLst>
        </pc:picChg>
        <pc:picChg chg="add mod">
          <ac:chgData name="Jeremy" userId="09ac0925-c8bb-438c-a205-6311faa2bcaf" providerId="ADAL" clId="{0B4DED49-343A-4C88-9DB9-2BD6D8E6E1B5}" dt="2020-05-11T09:23:54.278" v="602" actId="1076"/>
          <ac:picMkLst>
            <pc:docMk/>
            <pc:sldMk cId="3671313241" sldId="624"/>
            <ac:picMk id="9" creationId="{3FFF603E-EB29-4E49-A45D-3E2C5EC686AD}"/>
          </ac:picMkLst>
        </pc:picChg>
        <pc:picChg chg="add mod">
          <ac:chgData name="Jeremy" userId="09ac0925-c8bb-438c-a205-6311faa2bcaf" providerId="ADAL" clId="{0B4DED49-343A-4C88-9DB9-2BD6D8E6E1B5}" dt="2020-05-11T09:23:54.278" v="602" actId="1076"/>
          <ac:picMkLst>
            <pc:docMk/>
            <pc:sldMk cId="3671313241" sldId="624"/>
            <ac:picMk id="10" creationId="{19C1BB81-1454-41CE-8848-9CC57CA0A6AF}"/>
          </ac:picMkLst>
        </pc:picChg>
        <pc:picChg chg="add mod">
          <ac:chgData name="Jeremy" userId="09ac0925-c8bb-438c-a205-6311faa2bcaf" providerId="ADAL" clId="{0B4DED49-343A-4C88-9DB9-2BD6D8E6E1B5}" dt="2020-05-11T09:23:54.278" v="602" actId="1076"/>
          <ac:picMkLst>
            <pc:docMk/>
            <pc:sldMk cId="3671313241" sldId="624"/>
            <ac:picMk id="11" creationId="{D57766E4-7544-4250-978F-614780AD0D41}"/>
          </ac:picMkLst>
        </pc:picChg>
      </pc:sldChg>
    </pc:docChg>
  </pc:docChgLst>
</pc:chgInfo>
</file>

<file path=ppt/drawings/_rels/vmlDrawing1.vml.rels><?xml version="1.0" encoding="UTF-8" standalone="yes"?>
<Relationships xmlns="http://schemas.openxmlformats.org/package/2006/relationships"><Relationship Id="rId1" Type="http://schemas.openxmlformats.org/officeDocument/2006/relationships/image" Target="../media/image1.wmf"/></Relationships>
</file>

<file path=ppt/drawings/_rels/vmlDrawing2.vml.rels><?xml version="1.0" encoding="UTF-8" standalone="yes"?>
<Relationships xmlns="http://schemas.openxmlformats.org/package/2006/relationships"><Relationship Id="rId1" Type="http://schemas.openxmlformats.org/officeDocument/2006/relationships/image" Target="../media/image1.wmf"/></Relationships>
</file>

<file path=ppt/drawings/_rels/vmlDrawing3.vml.rels><?xml version="1.0" encoding="UTF-8" standalone="yes"?>
<Relationships xmlns="http://schemas.openxmlformats.org/package/2006/relationships"><Relationship Id="rId3" Type="http://schemas.openxmlformats.org/officeDocument/2006/relationships/image" Target="../media/image4.wmf"/><Relationship Id="rId2" Type="http://schemas.openxmlformats.org/officeDocument/2006/relationships/image" Target="../media/image3.wmf"/><Relationship Id="rId1" Type="http://schemas.openxmlformats.org/officeDocument/2006/relationships/image" Target="../media/image2.wmf"/><Relationship Id="rId4" Type="http://schemas.openxmlformats.org/officeDocument/2006/relationships/image" Target="../media/image5.wmf"/></Relationships>
</file>

<file path=ppt/drawings/_rels/vmlDrawing4.vml.rels><?xml version="1.0" encoding="UTF-8" standalone="yes"?>
<Relationships xmlns="http://schemas.openxmlformats.org/package/2006/relationships"><Relationship Id="rId3" Type="http://schemas.openxmlformats.org/officeDocument/2006/relationships/image" Target="../media/image7.wmf"/><Relationship Id="rId2" Type="http://schemas.openxmlformats.org/officeDocument/2006/relationships/image" Target="../media/image6.wmf"/><Relationship Id="rId1" Type="http://schemas.openxmlformats.org/officeDocument/2006/relationships/image" Target="../media/image2.wmf"/></Relationships>
</file>

<file path=ppt/drawings/_rels/vmlDrawing5.vml.rels><?xml version="1.0" encoding="UTF-8" standalone="yes"?>
<Relationships xmlns="http://schemas.openxmlformats.org/package/2006/relationships"><Relationship Id="rId1" Type="http://schemas.openxmlformats.org/officeDocument/2006/relationships/image" Target="../media/image9.wmf"/></Relationships>
</file>

<file path=ppt/drawings/_rels/vmlDrawing6.vml.rels><?xml version="1.0" encoding="UTF-8" standalone="yes"?>
<Relationships xmlns="http://schemas.openxmlformats.org/package/2006/relationships"><Relationship Id="rId1" Type="http://schemas.openxmlformats.org/officeDocument/2006/relationships/image" Target="../media/image69.wmf"/></Relationships>
</file>

<file path=ppt/drawings/_rels/vmlDrawing7.vml.rels><?xml version="1.0" encoding="UTF-8" standalone="yes"?>
<Relationships xmlns="http://schemas.openxmlformats.org/package/2006/relationships"><Relationship Id="rId1" Type="http://schemas.openxmlformats.org/officeDocument/2006/relationships/image" Target="../media/image69.wmf"/></Relationships>
</file>

<file path=ppt/drawings/_rels/vmlDrawing8.vml.rels><?xml version="1.0" encoding="UTF-8" standalone="yes"?>
<Relationships xmlns="http://schemas.openxmlformats.org/package/2006/relationships"><Relationship Id="rId2" Type="http://schemas.openxmlformats.org/officeDocument/2006/relationships/image" Target="../media/image74.wmf"/><Relationship Id="rId1" Type="http://schemas.openxmlformats.org/officeDocument/2006/relationships/image" Target="../media/image73.wmf"/></Relationships>
</file>

<file path=ppt/drawings/_rels/vmlDrawing9.vml.rels><?xml version="1.0" encoding="UTF-8" standalone="yes"?>
<Relationships xmlns="http://schemas.openxmlformats.org/package/2006/relationships"><Relationship Id="rId2" Type="http://schemas.openxmlformats.org/officeDocument/2006/relationships/image" Target="../media/image84.wmf"/><Relationship Id="rId1" Type="http://schemas.openxmlformats.org/officeDocument/2006/relationships/image" Target="../media/image83.wmf"/></Relationships>
</file>

<file path=ppt/drawings/_rels/vmlDrawing10.vml.rels><?xml version="1.0" encoding="UTF-8" standalone="yes"?>
<Relationships xmlns="http://schemas.openxmlformats.org/package/2006/relationships"><Relationship Id="rId1" Type="http://schemas.openxmlformats.org/officeDocument/2006/relationships/image" Target="../media/image84.wmf"/></Relationships>
</file>

<file path=ppt/drawings/_rels/vmlDrawing11.vml.rels><?xml version="1.0" encoding="UTF-8" standalone="yes"?>
<Relationships xmlns="http://schemas.openxmlformats.org/package/2006/relationships"><Relationship Id="rId1" Type="http://schemas.openxmlformats.org/officeDocument/2006/relationships/image" Target="../media/image87.wmf"/></Relationships>
</file>

<file path=ppt/drawings/_rels/vmlDrawing12.vml.rels><?xml version="1.0" encoding="UTF-8" standalone="yes"?>
<Relationships xmlns="http://schemas.openxmlformats.org/package/2006/relationships"><Relationship Id="rId1" Type="http://schemas.openxmlformats.org/officeDocument/2006/relationships/image" Target="../media/image98.wmf"/></Relationships>
</file>

<file path=ppt/drawings/_rels/vmlDrawing13.vml.rels><?xml version="1.0" encoding="UTF-8" standalone="yes"?>
<Relationships xmlns="http://schemas.openxmlformats.org/package/2006/relationships"><Relationship Id="rId3" Type="http://schemas.openxmlformats.org/officeDocument/2006/relationships/image" Target="../media/image101.wmf"/><Relationship Id="rId2" Type="http://schemas.openxmlformats.org/officeDocument/2006/relationships/image" Target="../media/image87.wmf"/><Relationship Id="rId1" Type="http://schemas.openxmlformats.org/officeDocument/2006/relationships/image" Target="../media/image100.wmf"/></Relationships>
</file>

<file path=ppt/drawings/_rels/vmlDrawing14.vml.rels><?xml version="1.0" encoding="UTF-8" standalone="yes"?>
<Relationships xmlns="http://schemas.openxmlformats.org/package/2006/relationships"><Relationship Id="rId2" Type="http://schemas.openxmlformats.org/officeDocument/2006/relationships/image" Target="../media/image103.wmf"/><Relationship Id="rId1" Type="http://schemas.openxmlformats.org/officeDocument/2006/relationships/image" Target="../media/image102.wmf"/></Relationships>
</file>

<file path=ppt/drawings/_rels/vmlDrawing15.vml.rels><?xml version="1.0" encoding="UTF-8" standalone="yes"?>
<Relationships xmlns="http://schemas.openxmlformats.org/package/2006/relationships"><Relationship Id="rId1" Type="http://schemas.openxmlformats.org/officeDocument/2006/relationships/image" Target="../media/image110.wmf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4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9634" name="Rectangle 2"/>
          <p:cNvSpPr>
            <a:spLocks noGrp="1" noChangeArrowheads="1"/>
          </p:cNvSpPr>
          <p:nvPr>
            <p:ph type="hdr" sz="quarter"/>
          </p:nvPr>
        </p:nvSpPr>
        <p:spPr bwMode="auto">
          <a:xfrm>
            <a:off x="0" y="0"/>
            <a:ext cx="2938780" cy="49561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>
              <a:defRPr sz="1200"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69635" name="Rectangle 3"/>
          <p:cNvSpPr>
            <a:spLocks noGrp="1" noChangeArrowheads="1"/>
          </p:cNvSpPr>
          <p:nvPr>
            <p:ph type="dt" sz="quarter" idx="1"/>
          </p:nvPr>
        </p:nvSpPr>
        <p:spPr bwMode="auto">
          <a:xfrm>
            <a:off x="3841451" y="0"/>
            <a:ext cx="2938780" cy="49561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r">
              <a:defRPr sz="1200"/>
            </a:lvl1pPr>
          </a:lstStyle>
          <a:p>
            <a:pPr>
              <a:defRPr/>
            </a:pPr>
            <a:fld id="{5FCF019E-1375-4D69-90D7-05D62CCBD7E5}" type="datetimeFigureOut">
              <a:rPr lang="en-US"/>
              <a:pPr>
                <a:defRPr/>
              </a:pPr>
              <a:t>5/12/2020</a:t>
            </a:fld>
            <a:endParaRPr lang="en-US"/>
          </a:p>
        </p:txBody>
      </p:sp>
      <p:sp>
        <p:nvSpPr>
          <p:cNvPr id="69636" name="Rectangle 4"/>
          <p:cNvSpPr>
            <a:spLocks noGrp="1" noChangeArrowheads="1"/>
          </p:cNvSpPr>
          <p:nvPr>
            <p:ph type="ftr" sz="quarter" idx="2"/>
          </p:nvPr>
        </p:nvSpPr>
        <p:spPr bwMode="auto">
          <a:xfrm>
            <a:off x="0" y="9415012"/>
            <a:ext cx="2938780" cy="49561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>
            <a:lvl1pPr>
              <a:defRPr sz="1200"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69637" name="Rectangle 5"/>
          <p:cNvSpPr>
            <a:spLocks noGrp="1" noChangeArrowheads="1"/>
          </p:cNvSpPr>
          <p:nvPr>
            <p:ph type="sldNum" sz="quarter" idx="3"/>
          </p:nvPr>
        </p:nvSpPr>
        <p:spPr bwMode="auto">
          <a:xfrm>
            <a:off x="3841451" y="9415012"/>
            <a:ext cx="2938780" cy="49561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>
            <a:lvl1pPr algn="r">
              <a:defRPr sz="1200"/>
            </a:lvl1pPr>
          </a:lstStyle>
          <a:p>
            <a:pPr>
              <a:defRPr/>
            </a:pPr>
            <a:fld id="{D0E66841-25FA-4912-8AB9-E1C40B086689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07082247"/>
      </p:ext>
    </p:extLst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22" name="Rectangle 2"/>
          <p:cNvSpPr>
            <a:spLocks noGrp="1" noChangeArrowheads="1"/>
          </p:cNvSpPr>
          <p:nvPr>
            <p:ph type="hdr" sz="quarter"/>
          </p:nvPr>
        </p:nvSpPr>
        <p:spPr bwMode="auto">
          <a:xfrm>
            <a:off x="0" y="0"/>
            <a:ext cx="2938780" cy="49561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>
              <a:defRPr sz="1200"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5123" name="Rectangle 3"/>
          <p:cNvSpPr>
            <a:spLocks noGrp="1" noChangeArrowheads="1"/>
          </p:cNvSpPr>
          <p:nvPr>
            <p:ph type="dt" idx="1"/>
          </p:nvPr>
        </p:nvSpPr>
        <p:spPr bwMode="auto">
          <a:xfrm>
            <a:off x="3843020" y="0"/>
            <a:ext cx="2938780" cy="49561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r">
              <a:defRPr sz="1200"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40964" name="Rectangle 4"/>
          <p:cNvSpPr>
            <a:spLocks noGrp="1" noRot="1" noChangeAspect="1" noChangeArrowheads="1" noTextEdit="1"/>
          </p:cNvSpPr>
          <p:nvPr>
            <p:ph type="sldImg" idx="2"/>
          </p:nvPr>
        </p:nvSpPr>
        <p:spPr bwMode="auto">
          <a:xfrm>
            <a:off x="912813" y="742950"/>
            <a:ext cx="4956175" cy="3717925"/>
          </a:xfrm>
          <a:prstGeom prst="rect">
            <a:avLst/>
          </a:prstGeom>
          <a:noFill/>
          <a:ln w="9525"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5125" name="Rectangle 5"/>
          <p:cNvSpPr>
            <a:spLocks noGrp="1" noChangeArrowheads="1"/>
          </p:cNvSpPr>
          <p:nvPr>
            <p:ph type="body" sz="quarter" idx="3"/>
          </p:nvPr>
        </p:nvSpPr>
        <p:spPr bwMode="auto">
          <a:xfrm>
            <a:off x="904240" y="4708366"/>
            <a:ext cx="4973320" cy="446055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en-GB" noProof="0"/>
              <a:t>Click to edit Master text styles</a:t>
            </a:r>
          </a:p>
          <a:p>
            <a:pPr lvl="1"/>
            <a:r>
              <a:rPr lang="en-GB" noProof="0"/>
              <a:t>Second level</a:t>
            </a:r>
          </a:p>
          <a:p>
            <a:pPr lvl="2"/>
            <a:r>
              <a:rPr lang="en-GB" noProof="0"/>
              <a:t>Third level</a:t>
            </a:r>
          </a:p>
          <a:p>
            <a:pPr lvl="3"/>
            <a:r>
              <a:rPr lang="en-GB" noProof="0"/>
              <a:t>Fourth level</a:t>
            </a:r>
          </a:p>
          <a:p>
            <a:pPr lvl="4"/>
            <a:r>
              <a:rPr lang="en-GB" noProof="0"/>
              <a:t>Fifth level</a:t>
            </a:r>
          </a:p>
        </p:txBody>
      </p:sp>
      <p:sp>
        <p:nvSpPr>
          <p:cNvPr id="5126" name="Rectangle 6"/>
          <p:cNvSpPr>
            <a:spLocks noGrp="1" noChangeArrowheads="1"/>
          </p:cNvSpPr>
          <p:nvPr>
            <p:ph type="ftr" sz="quarter" idx="4"/>
          </p:nvPr>
        </p:nvSpPr>
        <p:spPr bwMode="auto">
          <a:xfrm>
            <a:off x="0" y="9416732"/>
            <a:ext cx="2938780" cy="49561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>
            <a:lvl1pPr>
              <a:defRPr sz="1200"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5127" name="Rectangle 7"/>
          <p:cNvSpPr>
            <a:spLocks noGrp="1" noChangeArrowheads="1"/>
          </p:cNvSpPr>
          <p:nvPr>
            <p:ph type="sldNum" sz="quarter" idx="5"/>
          </p:nvPr>
        </p:nvSpPr>
        <p:spPr bwMode="auto">
          <a:xfrm>
            <a:off x="3843020" y="9416732"/>
            <a:ext cx="2938780" cy="49561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>
            <a:lvl1pPr algn="r">
              <a:defRPr sz="1200"/>
            </a:lvl1pPr>
          </a:lstStyle>
          <a:p>
            <a:pPr>
              <a:defRPr/>
            </a:pPr>
            <a:fld id="{3FA0F4D4-A3A6-48C1-B1F1-4280E9CA502D}" type="slidenum">
              <a:rPr lang="en-GB"/>
              <a:pPr>
                <a:defRPr/>
              </a:pPr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911817486"/>
      </p:ext>
    </p:extLst>
  </p:cSld>
  <p:clrMap bg1="lt1" tx1="dk1" bg2="lt2" tx2="dk2" accent1="accent1" accent2="accent2" accent3="accent3" accent4="accent4" accent5="accent5" accent6="accent6" hlink="hlink" folHlink="folHlink"/>
  <p:notesStyle>
    <a:lvl1pPr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Lucida Sans Unicode" pitchFamily="34" charset="0"/>
        <a:ea typeface="+mn-ea"/>
        <a:cs typeface="+mn-cs"/>
      </a:defRPr>
    </a:lvl1pPr>
    <a:lvl2pPr marL="4572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Lucida Sans Unicode" pitchFamily="34" charset="0"/>
        <a:ea typeface="+mn-ea"/>
        <a:cs typeface="+mn-cs"/>
      </a:defRPr>
    </a:lvl2pPr>
    <a:lvl3pPr marL="9144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Lucida Sans Unicode" pitchFamily="34" charset="0"/>
        <a:ea typeface="+mn-ea"/>
        <a:cs typeface="+mn-cs"/>
      </a:defRPr>
    </a:lvl3pPr>
    <a:lvl4pPr marL="13716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Lucida Sans Unicode" pitchFamily="34" charset="0"/>
        <a:ea typeface="+mn-ea"/>
        <a:cs typeface="+mn-cs"/>
      </a:defRPr>
    </a:lvl4pPr>
    <a:lvl5pPr marL="18288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Lucida Sans Unicode" pitchFamily="34" charset="0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4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6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7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8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0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986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</p:spPr>
        <p:txBody>
          <a:bodyPr/>
          <a:lstStyle/>
          <a:p>
            <a:fld id="{A532FAAA-12F3-4BC2-A6AB-5F2151B69C26}" type="slidenum">
              <a:rPr lang="en-GB" smtClean="0"/>
              <a:pPr/>
              <a:t>1</a:t>
            </a:fld>
            <a:endParaRPr lang="en-GB"/>
          </a:p>
        </p:txBody>
      </p:sp>
      <p:sp>
        <p:nvSpPr>
          <p:cNvPr id="41987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41988" name="Rectangle 3"/>
          <p:cNvSpPr>
            <a:spLocks noGrp="1" noChangeArrowheads="1"/>
          </p:cNvSpPr>
          <p:nvPr>
            <p:ph type="body" idx="1"/>
          </p:nvPr>
        </p:nvSpPr>
        <p:spPr>
          <a:noFill/>
          <a:ln/>
        </p:spPr>
        <p:txBody>
          <a:bodyPr/>
          <a:lstStyle/>
          <a:p>
            <a:pPr eaLnBrk="1" hangingPunct="1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62786829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154" name="Slide Image Placeholder 1"/>
          <p:cNvSpPr>
            <a:spLocks noGrp="1" noRot="1" noChangeAspect="1" noTextEdit="1"/>
          </p:cNvSpPr>
          <p:nvPr>
            <p:ph type="sldImg"/>
          </p:nvPr>
        </p:nvSpPr>
        <p:spPr>
          <a:ln/>
        </p:spPr>
      </p:sp>
      <p:sp>
        <p:nvSpPr>
          <p:cNvPr id="49155" name="Notes Placeholder 2"/>
          <p:cNvSpPr>
            <a:spLocks noGrp="1"/>
          </p:cNvSpPr>
          <p:nvPr>
            <p:ph type="body" idx="1"/>
          </p:nvPr>
        </p:nvSpPr>
        <p:spPr>
          <a:noFill/>
          <a:ln/>
        </p:spPr>
        <p:txBody>
          <a:bodyPr/>
          <a:lstStyle/>
          <a:p>
            <a:endParaRPr lang="en-US"/>
          </a:p>
        </p:txBody>
      </p:sp>
      <p:sp>
        <p:nvSpPr>
          <p:cNvPr id="49156" name="Slide Number Placeholder 3"/>
          <p:cNvSpPr>
            <a:spLocks noGrp="1"/>
          </p:cNvSpPr>
          <p:nvPr>
            <p:ph type="sldNum" sz="quarter" idx="5"/>
          </p:nvPr>
        </p:nvSpPr>
        <p:spPr>
          <a:noFill/>
        </p:spPr>
        <p:txBody>
          <a:bodyPr/>
          <a:lstStyle/>
          <a:p>
            <a:fld id="{366241CB-C0ED-430F-B5A8-3ACFEE3CAB52}" type="slidenum">
              <a:rPr lang="en-GB" smtClean="0"/>
              <a:pPr/>
              <a:t>34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647732265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178" name="Slide Image Placeholder 1"/>
          <p:cNvSpPr>
            <a:spLocks noGrp="1" noRot="1" noChangeAspect="1" noTextEdit="1"/>
          </p:cNvSpPr>
          <p:nvPr>
            <p:ph type="sldImg"/>
          </p:nvPr>
        </p:nvSpPr>
        <p:spPr>
          <a:ln/>
        </p:spPr>
      </p:sp>
      <p:sp>
        <p:nvSpPr>
          <p:cNvPr id="50179" name="Notes Placeholder 2"/>
          <p:cNvSpPr>
            <a:spLocks noGrp="1"/>
          </p:cNvSpPr>
          <p:nvPr>
            <p:ph type="body" idx="1"/>
          </p:nvPr>
        </p:nvSpPr>
        <p:spPr>
          <a:noFill/>
          <a:ln/>
        </p:spPr>
        <p:txBody>
          <a:bodyPr/>
          <a:lstStyle/>
          <a:p>
            <a:endParaRPr lang="en-US"/>
          </a:p>
        </p:txBody>
      </p:sp>
      <p:sp>
        <p:nvSpPr>
          <p:cNvPr id="50180" name="Slide Number Placeholder 3"/>
          <p:cNvSpPr>
            <a:spLocks noGrp="1"/>
          </p:cNvSpPr>
          <p:nvPr>
            <p:ph type="sldNum" sz="quarter" idx="5"/>
          </p:nvPr>
        </p:nvSpPr>
        <p:spPr>
          <a:noFill/>
        </p:spPr>
        <p:txBody>
          <a:bodyPr/>
          <a:lstStyle/>
          <a:p>
            <a:fld id="{19E97117-0475-418E-8342-37A247CA04F2}" type="slidenum">
              <a:rPr lang="en-GB" smtClean="0"/>
              <a:pPr/>
              <a:t>36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4261272153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202" name="Slide Image Placeholder 1"/>
          <p:cNvSpPr>
            <a:spLocks noGrp="1" noRot="1" noChangeAspect="1" noTextEdit="1"/>
          </p:cNvSpPr>
          <p:nvPr>
            <p:ph type="sldImg"/>
          </p:nvPr>
        </p:nvSpPr>
        <p:spPr>
          <a:ln/>
        </p:spPr>
      </p:sp>
      <p:sp>
        <p:nvSpPr>
          <p:cNvPr id="51203" name="Notes Placeholder 2"/>
          <p:cNvSpPr>
            <a:spLocks noGrp="1"/>
          </p:cNvSpPr>
          <p:nvPr>
            <p:ph type="body" idx="1"/>
          </p:nvPr>
        </p:nvSpPr>
        <p:spPr>
          <a:noFill/>
          <a:ln/>
        </p:spPr>
        <p:txBody>
          <a:bodyPr/>
          <a:lstStyle/>
          <a:p>
            <a:endParaRPr lang="en-US"/>
          </a:p>
        </p:txBody>
      </p:sp>
      <p:sp>
        <p:nvSpPr>
          <p:cNvPr id="51204" name="Slide Number Placeholder 3"/>
          <p:cNvSpPr>
            <a:spLocks noGrp="1"/>
          </p:cNvSpPr>
          <p:nvPr>
            <p:ph type="sldNum" sz="quarter" idx="5"/>
          </p:nvPr>
        </p:nvSpPr>
        <p:spPr>
          <a:noFill/>
        </p:spPr>
        <p:txBody>
          <a:bodyPr/>
          <a:lstStyle/>
          <a:p>
            <a:fld id="{B730FED7-B614-4BC5-89CE-687CD33FFA22}" type="slidenum">
              <a:rPr lang="en-GB" smtClean="0"/>
              <a:pPr/>
              <a:t>37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887190510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2226" name="Slide Image Placeholder 1"/>
          <p:cNvSpPr>
            <a:spLocks noGrp="1" noRot="1" noChangeAspect="1" noTextEdit="1"/>
          </p:cNvSpPr>
          <p:nvPr>
            <p:ph type="sldImg"/>
          </p:nvPr>
        </p:nvSpPr>
        <p:spPr>
          <a:ln/>
        </p:spPr>
      </p:sp>
      <p:sp>
        <p:nvSpPr>
          <p:cNvPr id="52227" name="Notes Placeholder 2"/>
          <p:cNvSpPr>
            <a:spLocks noGrp="1"/>
          </p:cNvSpPr>
          <p:nvPr>
            <p:ph type="body" idx="1"/>
          </p:nvPr>
        </p:nvSpPr>
        <p:spPr>
          <a:noFill/>
          <a:ln/>
        </p:spPr>
        <p:txBody>
          <a:bodyPr/>
          <a:lstStyle/>
          <a:p>
            <a:endParaRPr lang="en-US"/>
          </a:p>
        </p:txBody>
      </p:sp>
      <p:sp>
        <p:nvSpPr>
          <p:cNvPr id="52228" name="Slide Number Placeholder 3"/>
          <p:cNvSpPr>
            <a:spLocks noGrp="1"/>
          </p:cNvSpPr>
          <p:nvPr>
            <p:ph type="sldNum" sz="quarter" idx="5"/>
          </p:nvPr>
        </p:nvSpPr>
        <p:spPr>
          <a:noFill/>
        </p:spPr>
        <p:txBody>
          <a:bodyPr/>
          <a:lstStyle/>
          <a:p>
            <a:fld id="{B51A47FA-2C9C-45E2-8067-882DB2EE02E8}" type="slidenum">
              <a:rPr lang="en-GB" smtClean="0"/>
              <a:pPr/>
              <a:t>38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332633604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578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 sz="1600">
                <a:solidFill>
                  <a:schemeClr val="tx1"/>
                </a:solidFill>
                <a:latin typeface="Lucida Sans Unicode" pitchFamily="34" charset="0"/>
              </a:defRPr>
            </a:lvl1pPr>
            <a:lvl2pPr marL="742950" indent="-285750">
              <a:defRPr sz="1600">
                <a:solidFill>
                  <a:schemeClr val="tx1"/>
                </a:solidFill>
                <a:latin typeface="Lucida Sans Unicode" pitchFamily="34" charset="0"/>
              </a:defRPr>
            </a:lvl2pPr>
            <a:lvl3pPr marL="1143000" indent="-228600">
              <a:defRPr sz="1600">
                <a:solidFill>
                  <a:schemeClr val="tx1"/>
                </a:solidFill>
                <a:latin typeface="Lucida Sans Unicode" pitchFamily="34" charset="0"/>
              </a:defRPr>
            </a:lvl3pPr>
            <a:lvl4pPr marL="1600200" indent="-228600">
              <a:defRPr sz="1600">
                <a:solidFill>
                  <a:schemeClr val="tx1"/>
                </a:solidFill>
                <a:latin typeface="Lucida Sans Unicode" pitchFamily="34" charset="0"/>
              </a:defRPr>
            </a:lvl4pPr>
            <a:lvl5pPr marL="2057400" indent="-228600">
              <a:defRPr sz="1600">
                <a:solidFill>
                  <a:schemeClr val="tx1"/>
                </a:solidFill>
                <a:latin typeface="Lucida Sans Unicode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Lucida Sans Unicode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Lucida Sans Unicode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Lucida Sans Unicode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Lucida Sans Unicode" pitchFamily="34" charset="0"/>
              </a:defRPr>
            </a:lvl9pPr>
          </a:lstStyle>
          <a:p>
            <a:fld id="{E493FB90-9E56-4160-987C-5D0C8EB76DFC}" type="slidenum">
              <a:rPr lang="en-GB" sz="1200" smtClean="0"/>
              <a:pPr/>
              <a:t>90</a:t>
            </a:fld>
            <a:endParaRPr lang="en-GB" sz="1200"/>
          </a:p>
        </p:txBody>
      </p:sp>
      <p:sp>
        <p:nvSpPr>
          <p:cNvPr id="24579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24580" name="Rectangle 3"/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97330318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  <a:prstGeom prst="rect">
            <a:avLst/>
          </a:prstGeo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  <a:prstGeom prst="rect">
            <a:avLst/>
          </a:prstGeom>
        </p:spPr>
        <p:txBody>
          <a:bodyPr/>
          <a:lstStyle>
            <a:lvl1pPr marL="0" indent="0" algn="ctr">
              <a:buNone/>
              <a:defRPr/>
            </a:lvl1pPr>
            <a:lvl2pPr marL="457200" indent="0" algn="ctr">
              <a:buNone/>
              <a:defRPr/>
            </a:lvl2pPr>
            <a:lvl3pPr marL="914400" indent="0" algn="ctr">
              <a:buNone/>
              <a:defRPr/>
            </a:lvl3pPr>
            <a:lvl4pPr marL="1371600" indent="0" algn="ctr">
              <a:buNone/>
              <a:defRPr/>
            </a:lvl4pPr>
            <a:lvl5pPr marL="1828800" indent="0" algn="ctr">
              <a:buNone/>
              <a:defRPr/>
            </a:lvl5pPr>
            <a:lvl6pPr marL="2286000" indent="0" algn="ctr">
              <a:buNone/>
              <a:defRPr/>
            </a:lvl6pPr>
            <a:lvl7pPr marL="2743200" indent="0" algn="ctr">
              <a:buNone/>
              <a:defRPr/>
            </a:lvl7pPr>
            <a:lvl8pPr marL="3200400" indent="0" algn="ctr">
              <a:buNone/>
              <a:defRPr/>
            </a:lvl8pPr>
            <a:lvl9pPr marL="3657600" indent="0" algn="ctr">
              <a:buNone/>
              <a:defRPr/>
            </a:lvl9pPr>
          </a:lstStyle>
          <a:p>
            <a:r>
              <a:rPr lang="en-US"/>
              <a:t>Click to edit Master subtitle style</a:t>
            </a:r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  <a:prstGeom prst="rect">
            <a:avLst/>
          </a:prstGeo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  <a:prstGeom prst="rect">
            <a:avLst/>
          </a:prstGeom>
        </p:spPr>
        <p:txBody>
          <a:bodyPr anchor="b"/>
          <a:lstStyle>
            <a:lvl1pPr marL="0" indent="0">
              <a:buNone/>
              <a:defRPr sz="2000"/>
            </a:lvl1pPr>
            <a:lvl2pPr marL="457200" indent="0">
              <a:buNone/>
              <a:defRPr sz="1800"/>
            </a:lvl2pPr>
            <a:lvl3pPr marL="914400" indent="0">
              <a:buNone/>
              <a:defRPr sz="1600"/>
            </a:lvl3pPr>
            <a:lvl4pPr marL="1371600" indent="0">
              <a:buNone/>
              <a:defRPr sz="1400"/>
            </a:lvl4pPr>
            <a:lvl5pPr marL="1828800" indent="0">
              <a:buNone/>
              <a:defRPr sz="1400"/>
            </a:lvl5pPr>
            <a:lvl6pPr marL="2286000" indent="0">
              <a:buNone/>
              <a:defRPr sz="1400"/>
            </a:lvl6pPr>
            <a:lvl7pPr marL="2743200" indent="0">
              <a:buNone/>
              <a:defRPr sz="1400"/>
            </a:lvl7pPr>
            <a:lvl8pPr marL="3200400" indent="0">
              <a:buNone/>
              <a:defRPr sz="1400"/>
            </a:lvl8pPr>
            <a:lvl9pPr marL="3657600" indent="0">
              <a:buNone/>
              <a:defRPr sz="14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  <a:prstGeom prst="rect">
            <a:avLst/>
          </a:prstGeo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  <a:prstGeom prst="rect">
            <a:avLst/>
          </a:prstGeo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  <a:prstGeom prst="rect">
            <a:avLst/>
          </a:prstGeo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  <a:prstGeom prst="rect">
            <a:avLst/>
          </a:prstGeo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  <a:prstGeom prst="rect">
            <a:avLst/>
          </a:prstGeo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  <a:prstGeom prst="rect">
            <a:avLst/>
          </a:prstGeo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  <a:prstGeom prst="rect">
            <a:avLst/>
          </a:prstGeo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  <a:prstGeom prst="rect">
            <a:avLst/>
          </a:prstGeo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  <a:prstGeom prst="rect">
            <a:avLst/>
          </a:prstGeo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pPr lvl="0"/>
            <a:endParaRPr lang="en-US" noProof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  <a:prstGeom prst="rect">
            <a:avLst/>
          </a:prstGeo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  <a:prstGeom prst="rect">
            <a:avLst/>
          </a:prstGeo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1_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2750488192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type="objOnly">
  <p:cSld name="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ontent Placeholder 1"/>
          <p:cNvSpPr>
            <a:spLocks noGrp="1"/>
          </p:cNvSpPr>
          <p:nvPr>
            <p:ph/>
          </p:nvPr>
        </p:nvSpPr>
        <p:spPr>
          <a:xfrm>
            <a:off x="457200" y="274638"/>
            <a:ext cx="8229600" cy="5851525"/>
          </a:xfrm>
          <a:prstGeom prst="rect">
            <a:avLst/>
          </a:prstGeo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</p:spTree>
    <p:extLst>
      <p:ext uri="{BB962C8B-B14F-4D97-AF65-F5344CB8AC3E}">
        <p14:creationId xmlns:p14="http://schemas.microsoft.com/office/powerpoint/2010/main" val="680856770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/>
            </a:lvl1pPr>
            <a:lvl2pPr marL="457200" indent="0" algn="ctr">
              <a:buNone/>
              <a:defRPr/>
            </a:lvl2pPr>
            <a:lvl3pPr marL="914400" indent="0" algn="ctr">
              <a:buNone/>
              <a:defRPr/>
            </a:lvl3pPr>
            <a:lvl4pPr marL="1371600" indent="0" algn="ctr">
              <a:buNone/>
              <a:defRPr/>
            </a:lvl4pPr>
            <a:lvl5pPr marL="1828800" indent="0" algn="ctr">
              <a:buNone/>
              <a:defRPr/>
            </a:lvl5pPr>
            <a:lvl6pPr marL="2286000" indent="0" algn="ctr">
              <a:buNone/>
              <a:defRPr/>
            </a:lvl6pPr>
            <a:lvl7pPr marL="2743200" indent="0" algn="ctr">
              <a:buNone/>
              <a:defRPr/>
            </a:lvl7pPr>
            <a:lvl8pPr marL="3200400" indent="0" algn="ctr">
              <a:buNone/>
              <a:defRPr/>
            </a:lvl8pPr>
            <a:lvl9pPr marL="3657600" indent="0" algn="ctr">
              <a:buNone/>
              <a:defRPr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5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6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A940238B-0726-474E-B974-88CBDE8C0C5C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5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6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D6F416D4-773B-48A2-8963-76985CBDF909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/>
            </a:lvl1pPr>
            <a:lvl2pPr marL="457200" indent="0">
              <a:buNone/>
              <a:defRPr sz="1800"/>
            </a:lvl2pPr>
            <a:lvl3pPr marL="914400" indent="0">
              <a:buNone/>
              <a:defRPr sz="1600"/>
            </a:lvl3pPr>
            <a:lvl4pPr marL="1371600" indent="0">
              <a:buNone/>
              <a:defRPr sz="1400"/>
            </a:lvl4pPr>
            <a:lvl5pPr marL="1828800" indent="0">
              <a:buNone/>
              <a:defRPr sz="1400"/>
            </a:lvl5pPr>
            <a:lvl6pPr marL="2286000" indent="0">
              <a:buNone/>
              <a:defRPr sz="1400"/>
            </a:lvl6pPr>
            <a:lvl7pPr marL="2743200" indent="0">
              <a:buNone/>
              <a:defRPr sz="1400"/>
            </a:lvl7pPr>
            <a:lvl8pPr marL="3200400" indent="0">
              <a:buNone/>
              <a:defRPr sz="1400"/>
            </a:lvl8pPr>
            <a:lvl9pPr marL="3657600" indent="0">
              <a:buNone/>
              <a:defRPr sz="14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5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6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DCFCD34A-EAD6-4A2B-83C8-A41A7A6369FA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6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7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05F2F47E-1FAC-4F39-B0C2-6BDEE08DC123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8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9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AAFF5F79-2FCA-49FD-9F46-111551135F83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4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5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7755E2EB-362B-43CF-A641-DDD132543682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3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4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956EFDB2-3113-4A37-B07C-D041BB6DF69A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6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7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FCA4BBE9-EDC8-4FC6-8E4A-9557837D9BA7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22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pPr lvl="0"/>
            <a:endParaRPr lang="en-US" noProof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6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7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D877EF81-6B76-4DEC-98FB-1D4D8A5EABA8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23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5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6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BCFB5DE6-76C7-4CED-BEDC-D3B153CD2797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24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5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6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99464A3C-67AD-4626-8890-8B49EF23BCC4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theme" Target="../theme/theme1.xml"/></Relationships>
</file>

<file path=ppt/slideMasters/_rels/slideMaster2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21.xml"/><Relationship Id="rId3" Type="http://schemas.openxmlformats.org/officeDocument/2006/relationships/slideLayout" Target="../slideLayouts/slideLayout16.xml"/><Relationship Id="rId7" Type="http://schemas.openxmlformats.org/officeDocument/2006/relationships/slideLayout" Target="../slideLayouts/slideLayout20.xml"/><Relationship Id="rId12" Type="http://schemas.openxmlformats.org/officeDocument/2006/relationships/theme" Target="../theme/theme2.xml"/><Relationship Id="rId2" Type="http://schemas.openxmlformats.org/officeDocument/2006/relationships/slideLayout" Target="../slideLayouts/slideLayout15.xml"/><Relationship Id="rId1" Type="http://schemas.openxmlformats.org/officeDocument/2006/relationships/slideLayout" Target="../slideLayouts/slideLayout14.xml"/><Relationship Id="rId6" Type="http://schemas.openxmlformats.org/officeDocument/2006/relationships/slideLayout" Target="../slideLayouts/slideLayout19.xml"/><Relationship Id="rId11" Type="http://schemas.openxmlformats.org/officeDocument/2006/relationships/slideLayout" Target="../slideLayouts/slideLayout24.xml"/><Relationship Id="rId5" Type="http://schemas.openxmlformats.org/officeDocument/2006/relationships/slideLayout" Target="../slideLayouts/slideLayout18.xml"/><Relationship Id="rId10" Type="http://schemas.openxmlformats.org/officeDocument/2006/relationships/slideLayout" Target="../slideLayouts/slideLayout23.xml"/><Relationship Id="rId4" Type="http://schemas.openxmlformats.org/officeDocument/2006/relationships/slideLayout" Target="../slideLayouts/slideLayout17.xml"/><Relationship Id="rId9" Type="http://schemas.openxmlformats.org/officeDocument/2006/relationships/slideLayout" Target="../slideLayouts/slideLayout22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6" name="Rectangle 7"/>
          <p:cNvSpPr>
            <a:spLocks noChangeArrowheads="1"/>
          </p:cNvSpPr>
          <p:nvPr/>
        </p:nvSpPr>
        <p:spPr bwMode="auto">
          <a:xfrm rot="10800000" flipH="1">
            <a:off x="0" y="0"/>
            <a:ext cx="9144000" cy="457200"/>
          </a:xfrm>
          <a:prstGeom prst="rect">
            <a:avLst/>
          </a:prstGeom>
          <a:gradFill rotWithShape="0">
            <a:gsLst>
              <a:gs pos="0">
                <a:srgbClr val="CCCCFF"/>
              </a:gs>
              <a:gs pos="100000">
                <a:srgbClr val="FFFFFF"/>
              </a:gs>
            </a:gsLst>
            <a:lin ang="5400000" scaled="1"/>
          </a:gradFill>
          <a:ln w="9525">
            <a:noFill/>
            <a:miter lim="800000"/>
            <a:headEnd/>
            <a:tailEnd/>
          </a:ln>
        </p:spPr>
        <p:txBody>
          <a:bodyPr wrap="none" anchor="ctr"/>
          <a:lstStyle/>
          <a:p>
            <a:pPr>
              <a:defRPr/>
            </a:pPr>
            <a:endParaRPr lang="en-US"/>
          </a:p>
        </p:txBody>
      </p:sp>
      <p:sp>
        <p:nvSpPr>
          <p:cNvPr id="1027" name="Rectangle 8"/>
          <p:cNvSpPr>
            <a:spLocks noChangeArrowheads="1"/>
          </p:cNvSpPr>
          <p:nvPr/>
        </p:nvSpPr>
        <p:spPr bwMode="auto">
          <a:xfrm>
            <a:off x="0" y="6400800"/>
            <a:ext cx="9144000" cy="457200"/>
          </a:xfrm>
          <a:prstGeom prst="rect">
            <a:avLst/>
          </a:prstGeom>
          <a:gradFill rotWithShape="0">
            <a:gsLst>
              <a:gs pos="0">
                <a:srgbClr val="FFFFFF"/>
              </a:gs>
              <a:gs pos="100000">
                <a:srgbClr val="CCCCFF"/>
              </a:gs>
            </a:gsLst>
            <a:lin ang="5400000" scaled="1"/>
          </a:gradFill>
          <a:ln w="9525">
            <a:noFill/>
            <a:miter lim="800000"/>
            <a:headEnd/>
            <a:tailEnd/>
          </a:ln>
        </p:spPr>
        <p:txBody>
          <a:bodyPr wrap="none" anchor="ctr"/>
          <a:lstStyle/>
          <a:p>
            <a:pPr>
              <a:defRPr/>
            </a:pPr>
            <a:endParaRPr lang="en-US"/>
          </a:p>
        </p:txBody>
      </p:sp>
      <p:sp>
        <p:nvSpPr>
          <p:cNvPr id="1028" name="Rectangle 9"/>
          <p:cNvSpPr>
            <a:spLocks noChangeArrowheads="1"/>
          </p:cNvSpPr>
          <p:nvPr/>
        </p:nvSpPr>
        <p:spPr bwMode="auto">
          <a:xfrm>
            <a:off x="2387600" y="6591300"/>
            <a:ext cx="4392613" cy="2667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/>
          <a:lstStyle/>
          <a:p>
            <a:pPr algn="ctr">
              <a:defRPr/>
            </a:pPr>
            <a:r>
              <a:rPr lang="en-GB" sz="1200" dirty="0">
                <a:solidFill>
                  <a:srgbClr val="000066"/>
                </a:solidFill>
              </a:rPr>
              <a:t> Broadcast Technology UG1</a:t>
            </a:r>
          </a:p>
        </p:txBody>
      </p:sp>
      <p:sp>
        <p:nvSpPr>
          <p:cNvPr id="1029" name="Rectangle 10"/>
          <p:cNvSpPr>
            <a:spLocks noChangeArrowheads="1"/>
          </p:cNvSpPr>
          <p:nvPr/>
        </p:nvSpPr>
        <p:spPr bwMode="auto">
          <a:xfrm>
            <a:off x="0" y="6591300"/>
            <a:ext cx="2895600" cy="2667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/>
          <a:lstStyle/>
          <a:p>
            <a:pPr>
              <a:defRPr/>
            </a:pPr>
            <a:r>
              <a:rPr lang="en-GB" sz="1200">
                <a:solidFill>
                  <a:srgbClr val="000066"/>
                </a:solidFill>
              </a:rPr>
              <a:t>jeremy.foss@bcu.ac.uk</a:t>
            </a:r>
          </a:p>
        </p:txBody>
      </p:sp>
      <p:sp>
        <p:nvSpPr>
          <p:cNvPr id="1030" name="Rectangle 11"/>
          <p:cNvSpPr>
            <a:spLocks noChangeArrowheads="1"/>
          </p:cNvSpPr>
          <p:nvPr/>
        </p:nvSpPr>
        <p:spPr bwMode="auto">
          <a:xfrm>
            <a:off x="5868988" y="6591300"/>
            <a:ext cx="2895600" cy="2667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/>
          <a:lstStyle/>
          <a:p>
            <a:pPr algn="r">
              <a:defRPr/>
            </a:pPr>
            <a:endParaRPr lang="en-US" sz="1200">
              <a:solidFill>
                <a:srgbClr val="000066"/>
              </a:solidFill>
            </a:endParaRPr>
          </a:p>
        </p:txBody>
      </p:sp>
      <p:sp>
        <p:nvSpPr>
          <p:cNvPr id="1031" name="Rectangle 13"/>
          <p:cNvSpPr>
            <a:spLocks noChangeArrowheads="1"/>
          </p:cNvSpPr>
          <p:nvPr/>
        </p:nvSpPr>
        <p:spPr bwMode="auto">
          <a:xfrm>
            <a:off x="0" y="0"/>
            <a:ext cx="3492500" cy="3048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/>
          <a:lstStyle/>
          <a:p>
            <a:pPr>
              <a:defRPr/>
            </a:pPr>
            <a:endParaRPr lang="en-GB" sz="1200" b="1">
              <a:solidFill>
                <a:srgbClr val="000066"/>
              </a:solidFill>
            </a:endParaRPr>
          </a:p>
          <a:p>
            <a:pPr>
              <a:defRPr/>
            </a:pPr>
            <a:endParaRPr lang="en-GB" sz="1200">
              <a:solidFill>
                <a:srgbClr val="000066"/>
              </a:solidFill>
            </a:endParaRPr>
          </a:p>
        </p:txBody>
      </p:sp>
      <p:sp>
        <p:nvSpPr>
          <p:cNvPr id="1032" name="Rectangle 15"/>
          <p:cNvSpPr>
            <a:spLocks noChangeArrowheads="1"/>
          </p:cNvSpPr>
          <p:nvPr userDrawn="1"/>
        </p:nvSpPr>
        <p:spPr bwMode="auto">
          <a:xfrm>
            <a:off x="6248400" y="6591300"/>
            <a:ext cx="2895600" cy="2667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/>
          <a:lstStyle/>
          <a:p>
            <a:pPr algn="r">
              <a:defRPr/>
            </a:pPr>
            <a:r>
              <a:rPr lang="en-GB" sz="1200">
                <a:solidFill>
                  <a:srgbClr val="000066"/>
                </a:solidFill>
              </a:rPr>
              <a:t>Jerry Foss, CEng, MIET</a:t>
            </a:r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50" r:id="rId1"/>
    <p:sldLayoutId id="2147483651" r:id="rId2"/>
    <p:sldLayoutId id="2147483652" r:id="rId3"/>
    <p:sldLayoutId id="2147483653" r:id="rId4"/>
    <p:sldLayoutId id="2147483654" r:id="rId5"/>
    <p:sldLayoutId id="2147483655" r:id="rId6"/>
    <p:sldLayoutId id="2147483656" r:id="rId7"/>
    <p:sldLayoutId id="2147483657" r:id="rId8"/>
    <p:sldLayoutId id="2147483658" r:id="rId9"/>
    <p:sldLayoutId id="2147483659" r:id="rId10"/>
    <p:sldLayoutId id="2147483660" r:id="rId11"/>
    <p:sldLayoutId id="2147483673" r:id="rId12"/>
    <p:sldLayoutId id="2147483674" r:id="rId13"/>
  </p:sldLayoutIdLst>
  <p:txStyles>
    <p:titleStyle>
      <a:lvl1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+mj-lt"/>
          <a:ea typeface="+mj-ea"/>
          <a:cs typeface="+mj-cs"/>
        </a:defRPr>
      </a:lvl1pPr>
      <a:lvl2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Lucida Sans Unicode" pitchFamily="34" charset="0"/>
        </a:defRPr>
      </a:lvl2pPr>
      <a:lvl3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Lucida Sans Unicode" pitchFamily="34" charset="0"/>
        </a:defRPr>
      </a:lvl3pPr>
      <a:lvl4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Lucida Sans Unicode" pitchFamily="34" charset="0"/>
        </a:defRPr>
      </a:lvl4pPr>
      <a:lvl5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Lucida Sans Unicode" pitchFamily="34" charset="0"/>
        </a:defRPr>
      </a:lvl5pPr>
      <a:lvl6pPr marL="457200"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Lucida Sans Unicode" pitchFamily="34" charset="0"/>
        </a:defRPr>
      </a:lvl6pPr>
      <a:lvl7pPr marL="914400"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Lucida Sans Unicode" pitchFamily="34" charset="0"/>
        </a:defRPr>
      </a:lvl7pPr>
      <a:lvl8pPr marL="1371600"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Lucida Sans Unicode" pitchFamily="34" charset="0"/>
        </a:defRPr>
      </a:lvl8pPr>
      <a:lvl9pPr marL="1828800"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Lucida Sans Unicode" pitchFamily="34" charset="0"/>
        </a:defRPr>
      </a:lvl9pPr>
    </p:titleStyle>
    <p:bodyStyle>
      <a:lvl1pPr marL="342900" indent="-342900" algn="l" rtl="0" eaLnBrk="0" fontAlgn="base" hangingPunct="0">
        <a:spcBef>
          <a:spcPct val="20000"/>
        </a:spcBef>
        <a:spcAft>
          <a:spcPct val="0"/>
        </a:spcAft>
        <a:buChar char="•"/>
        <a:defRPr sz="3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rtl="0" eaLnBrk="0" fontAlgn="base" hangingPunct="0">
        <a:spcBef>
          <a:spcPct val="20000"/>
        </a:spcBef>
        <a:spcAft>
          <a:spcPct val="0"/>
        </a:spcAft>
        <a:buChar char="–"/>
        <a:defRPr sz="2800">
          <a:solidFill>
            <a:schemeClr val="tx1"/>
          </a:solidFill>
          <a:latin typeface="+mn-lt"/>
        </a:defRPr>
      </a:lvl2pPr>
      <a:lvl3pPr marL="1143000" indent="-228600" algn="l" rtl="0" eaLnBrk="0" fontAlgn="base" hangingPunct="0">
        <a:spcBef>
          <a:spcPct val="20000"/>
        </a:spcBef>
        <a:spcAft>
          <a:spcPct val="0"/>
        </a:spcAft>
        <a:buChar char="•"/>
        <a:defRPr sz="2400">
          <a:solidFill>
            <a:schemeClr val="tx1"/>
          </a:solidFill>
          <a:latin typeface="+mn-lt"/>
        </a:defRPr>
      </a:lvl3pPr>
      <a:lvl4pPr marL="1600200" indent="-228600" algn="l" rtl="0" eaLnBrk="0" fontAlgn="base" hangingPunct="0">
        <a:spcBef>
          <a:spcPct val="20000"/>
        </a:spcBef>
        <a:spcAft>
          <a:spcPct val="0"/>
        </a:spcAft>
        <a:buChar char="–"/>
        <a:defRPr sz="2000">
          <a:solidFill>
            <a:schemeClr val="tx1"/>
          </a:solidFill>
          <a:latin typeface="+mn-lt"/>
        </a:defRPr>
      </a:lvl4pPr>
      <a:lvl5pPr marL="2057400" indent="-228600" algn="l" rtl="0" eaLnBrk="0" fontAlgn="base" hangingPunct="0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</a:defRPr>
      </a:lvl5pPr>
      <a:lvl6pPr marL="2514600" indent="-228600" algn="l" rtl="0" eaLnBrk="0" fontAlgn="base" hangingPunct="0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</a:defRPr>
      </a:lvl6pPr>
      <a:lvl7pPr marL="2971800" indent="-228600" algn="l" rtl="0" eaLnBrk="0" fontAlgn="base" hangingPunct="0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</a:defRPr>
      </a:lvl7pPr>
      <a:lvl8pPr marL="3429000" indent="-228600" algn="l" rtl="0" eaLnBrk="0" fontAlgn="base" hangingPunct="0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</a:defRPr>
      </a:lvl8pPr>
      <a:lvl9pPr marL="3886200" indent="-228600" algn="l" rtl="0" eaLnBrk="0" fontAlgn="base" hangingPunct="0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22" name="Rectangle 2"/>
          <p:cNvSpPr>
            <a:spLocks noGrp="1" noChangeArrowheads="1"/>
          </p:cNvSpPr>
          <p:nvPr>
            <p:ph type="title"/>
          </p:nvPr>
        </p:nvSpPr>
        <p:spPr bwMode="auto">
          <a:xfrm>
            <a:off x="457200" y="274638"/>
            <a:ext cx="8229600" cy="1143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/>
          <a:p>
            <a:pPr lvl="0"/>
            <a:r>
              <a:rPr lang="en-US"/>
              <a:t>Click to edit Master title style</a:t>
            </a:r>
          </a:p>
        </p:txBody>
      </p:sp>
      <p:sp>
        <p:nvSpPr>
          <p:cNvPr id="5123" name="Rectangle 3"/>
          <p:cNvSpPr>
            <a:spLocks noGrp="1" noChangeArrowheads="1"/>
          </p:cNvSpPr>
          <p:nvPr>
            <p:ph type="body" idx="1"/>
          </p:nvPr>
        </p:nvSpPr>
        <p:spPr bwMode="auto">
          <a:xfrm>
            <a:off x="457200" y="1600200"/>
            <a:ext cx="8229600" cy="452596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162820" name="Rectangle 4"/>
          <p:cNvSpPr>
            <a:spLocks noGrp="1" noChangeArrowheads="1"/>
          </p:cNvSpPr>
          <p:nvPr>
            <p:ph type="dt" sz="half" idx="2"/>
          </p:nvPr>
        </p:nvSpPr>
        <p:spPr bwMode="auto">
          <a:xfrm>
            <a:off x="457200" y="6245225"/>
            <a:ext cx="2133600" cy="4762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>
              <a:defRPr sz="1400"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162821" name="Rectangle 5"/>
          <p:cNvSpPr>
            <a:spLocks noGrp="1" noChangeArrowheads="1"/>
          </p:cNvSpPr>
          <p:nvPr>
            <p:ph type="ftr" sz="quarter" idx="3"/>
          </p:nvPr>
        </p:nvSpPr>
        <p:spPr bwMode="auto">
          <a:xfrm>
            <a:off x="3124200" y="6245225"/>
            <a:ext cx="2895600" cy="4762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ctr">
              <a:defRPr sz="1400"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162822" name="Rectangle 6"/>
          <p:cNvSpPr>
            <a:spLocks noGrp="1" noChangeArrowheads="1"/>
          </p:cNvSpPr>
          <p:nvPr>
            <p:ph type="sldNum" sz="quarter" idx="4"/>
          </p:nvPr>
        </p:nvSpPr>
        <p:spPr bwMode="auto">
          <a:xfrm>
            <a:off x="6553200" y="6245225"/>
            <a:ext cx="2133600" cy="4762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r">
              <a:defRPr sz="1400"/>
            </a:lvl1pPr>
          </a:lstStyle>
          <a:p>
            <a:pPr>
              <a:defRPr/>
            </a:pPr>
            <a:fld id="{216144C6-4CBB-464E-8B86-D02262D719D1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62" r:id="rId1"/>
    <p:sldLayoutId id="2147483663" r:id="rId2"/>
    <p:sldLayoutId id="2147483664" r:id="rId3"/>
    <p:sldLayoutId id="2147483665" r:id="rId4"/>
    <p:sldLayoutId id="2147483666" r:id="rId5"/>
    <p:sldLayoutId id="2147483667" r:id="rId6"/>
    <p:sldLayoutId id="2147483668" r:id="rId7"/>
    <p:sldLayoutId id="2147483669" r:id="rId8"/>
    <p:sldLayoutId id="2147483670" r:id="rId9"/>
    <p:sldLayoutId id="2147483671" r:id="rId10"/>
    <p:sldLayoutId id="2147483672" r:id="rId11"/>
  </p:sldLayoutIdLst>
  <p:txStyles>
    <p:titleStyle>
      <a:lvl1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+mj-lt"/>
          <a:ea typeface="+mj-ea"/>
          <a:cs typeface="+mj-cs"/>
        </a:defRPr>
      </a:lvl1pPr>
      <a:lvl2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" charset="0"/>
        </a:defRPr>
      </a:lvl2pPr>
      <a:lvl3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" charset="0"/>
        </a:defRPr>
      </a:lvl3pPr>
      <a:lvl4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" charset="0"/>
        </a:defRPr>
      </a:lvl4pPr>
      <a:lvl5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" charset="0"/>
        </a:defRPr>
      </a:lvl5pPr>
      <a:lvl6pPr marL="457200" algn="ctr" rtl="0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" charset="0"/>
        </a:defRPr>
      </a:lvl6pPr>
      <a:lvl7pPr marL="914400" algn="ctr" rtl="0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" charset="0"/>
        </a:defRPr>
      </a:lvl7pPr>
      <a:lvl8pPr marL="1371600" algn="ctr" rtl="0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" charset="0"/>
        </a:defRPr>
      </a:lvl8pPr>
      <a:lvl9pPr marL="1828800" algn="ctr" rtl="0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" charset="0"/>
        </a:defRPr>
      </a:lvl9pPr>
    </p:titleStyle>
    <p:bodyStyle>
      <a:lvl1pPr marL="342900" indent="-342900" algn="l" rtl="0" eaLnBrk="0" fontAlgn="base" hangingPunct="0">
        <a:spcBef>
          <a:spcPct val="20000"/>
        </a:spcBef>
        <a:spcAft>
          <a:spcPct val="0"/>
        </a:spcAft>
        <a:buChar char="•"/>
        <a:defRPr sz="3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rtl="0" eaLnBrk="0" fontAlgn="base" hangingPunct="0">
        <a:spcBef>
          <a:spcPct val="20000"/>
        </a:spcBef>
        <a:spcAft>
          <a:spcPct val="0"/>
        </a:spcAft>
        <a:buChar char="–"/>
        <a:defRPr sz="2800">
          <a:solidFill>
            <a:schemeClr val="tx1"/>
          </a:solidFill>
          <a:latin typeface="+mn-lt"/>
        </a:defRPr>
      </a:lvl2pPr>
      <a:lvl3pPr marL="1143000" indent="-228600" algn="l" rtl="0" eaLnBrk="0" fontAlgn="base" hangingPunct="0">
        <a:spcBef>
          <a:spcPct val="20000"/>
        </a:spcBef>
        <a:spcAft>
          <a:spcPct val="0"/>
        </a:spcAft>
        <a:buChar char="•"/>
        <a:defRPr sz="2400">
          <a:solidFill>
            <a:schemeClr val="tx1"/>
          </a:solidFill>
          <a:latin typeface="+mn-lt"/>
        </a:defRPr>
      </a:lvl3pPr>
      <a:lvl4pPr marL="1600200" indent="-228600" algn="l" rtl="0" eaLnBrk="0" fontAlgn="base" hangingPunct="0">
        <a:spcBef>
          <a:spcPct val="20000"/>
        </a:spcBef>
        <a:spcAft>
          <a:spcPct val="0"/>
        </a:spcAft>
        <a:buChar char="–"/>
        <a:defRPr sz="2000">
          <a:solidFill>
            <a:schemeClr val="tx1"/>
          </a:solidFill>
          <a:latin typeface="+mn-lt"/>
        </a:defRPr>
      </a:lvl4pPr>
      <a:lvl5pPr marL="2057400" indent="-228600" algn="l" rtl="0" eaLnBrk="0" fontAlgn="base" hangingPunct="0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</a:defRPr>
      </a:lvl5pPr>
      <a:lvl6pPr marL="2514600" indent="-228600" algn="l" rtl="0" fontAlgn="base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</a:defRPr>
      </a:lvl6pPr>
      <a:lvl7pPr marL="2971800" indent="-228600" algn="l" rtl="0" fontAlgn="base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</a:defRPr>
      </a:lvl7pPr>
      <a:lvl8pPr marL="3429000" indent="-228600" algn="l" rtl="0" fontAlgn="base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</a:defRPr>
      </a:lvl8pPr>
      <a:lvl9pPr marL="3886200" indent="-228600" algn="l" rtl="0" fontAlgn="base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1.bin"/><Relationship Id="rId2" Type="http://schemas.openxmlformats.org/officeDocument/2006/relationships/slideLayout" Target="../slideLayouts/slideLayout2.xml"/><Relationship Id="rId1" Type="http://schemas.openxmlformats.org/officeDocument/2006/relationships/vmlDrawing" Target="../drawings/vmlDrawing1.vml"/><Relationship Id="rId4" Type="http://schemas.openxmlformats.org/officeDocument/2006/relationships/image" Target="../media/image1.wmf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2.bin"/><Relationship Id="rId2" Type="http://schemas.openxmlformats.org/officeDocument/2006/relationships/slideLayout" Target="../slideLayouts/slideLayout2.xml"/><Relationship Id="rId1" Type="http://schemas.openxmlformats.org/officeDocument/2006/relationships/vmlDrawing" Target="../drawings/vmlDrawing2.vml"/><Relationship Id="rId4" Type="http://schemas.openxmlformats.org/officeDocument/2006/relationships/image" Target="../media/image1.wmf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8" Type="http://schemas.openxmlformats.org/officeDocument/2006/relationships/image" Target="../media/image4.wmf"/><Relationship Id="rId3" Type="http://schemas.openxmlformats.org/officeDocument/2006/relationships/oleObject" Target="../embeddings/oleObject3.bin"/><Relationship Id="rId7" Type="http://schemas.openxmlformats.org/officeDocument/2006/relationships/oleObject" Target="../embeddings/oleObject5.bin"/><Relationship Id="rId2" Type="http://schemas.openxmlformats.org/officeDocument/2006/relationships/slideLayout" Target="../slideLayouts/slideLayout7.xml"/><Relationship Id="rId1" Type="http://schemas.openxmlformats.org/officeDocument/2006/relationships/vmlDrawing" Target="../drawings/vmlDrawing3.vml"/><Relationship Id="rId6" Type="http://schemas.openxmlformats.org/officeDocument/2006/relationships/image" Target="../media/image3.wmf"/><Relationship Id="rId5" Type="http://schemas.openxmlformats.org/officeDocument/2006/relationships/oleObject" Target="../embeddings/oleObject4.bin"/><Relationship Id="rId10" Type="http://schemas.openxmlformats.org/officeDocument/2006/relationships/image" Target="../media/image5.wmf"/><Relationship Id="rId4" Type="http://schemas.openxmlformats.org/officeDocument/2006/relationships/image" Target="../media/image2.wmf"/><Relationship Id="rId9" Type="http://schemas.openxmlformats.org/officeDocument/2006/relationships/oleObject" Target="../embeddings/oleObject6.bin"/></Relationships>
</file>

<file path=ppt/slides/_rels/slide10.xml.rels><?xml version="1.0" encoding="UTF-8" standalone="yes"?>
<Relationships xmlns="http://schemas.openxmlformats.org/package/2006/relationships"><Relationship Id="rId8" Type="http://schemas.openxmlformats.org/officeDocument/2006/relationships/image" Target="../media/image7.wmf"/><Relationship Id="rId3" Type="http://schemas.openxmlformats.org/officeDocument/2006/relationships/oleObject" Target="../embeddings/oleObject7.bin"/><Relationship Id="rId7" Type="http://schemas.openxmlformats.org/officeDocument/2006/relationships/oleObject" Target="../embeddings/oleObject9.bin"/><Relationship Id="rId2" Type="http://schemas.openxmlformats.org/officeDocument/2006/relationships/slideLayout" Target="../slideLayouts/slideLayout7.xml"/><Relationship Id="rId1" Type="http://schemas.openxmlformats.org/officeDocument/2006/relationships/vmlDrawing" Target="../drawings/vmlDrawing4.vml"/><Relationship Id="rId6" Type="http://schemas.openxmlformats.org/officeDocument/2006/relationships/image" Target="../media/image6.wmf"/><Relationship Id="rId5" Type="http://schemas.openxmlformats.org/officeDocument/2006/relationships/oleObject" Target="../embeddings/oleObject8.bin"/><Relationship Id="rId4" Type="http://schemas.openxmlformats.org/officeDocument/2006/relationships/image" Target="../media/image2.wmf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7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slideLayout" Target="../slideLayouts/slideLayout7.xml"/><Relationship Id="rId1" Type="http://schemas.openxmlformats.org/officeDocument/2006/relationships/vmlDrawing" Target="../drawings/vmlDrawing5.vml"/><Relationship Id="rId6" Type="http://schemas.openxmlformats.org/officeDocument/2006/relationships/image" Target="../media/image9.wmf"/><Relationship Id="rId5" Type="http://schemas.openxmlformats.org/officeDocument/2006/relationships/oleObject" Target="../embeddings/oleObject10.bin"/><Relationship Id="rId4" Type="http://schemas.openxmlformats.org/officeDocument/2006/relationships/image" Target="../media/image11.png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3.png"/><Relationship Id="rId1" Type="http://schemas.openxmlformats.org/officeDocument/2006/relationships/slideLayout" Target="../slideLayouts/slideLayout7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4.jpeg"/><Relationship Id="rId1" Type="http://schemas.openxmlformats.org/officeDocument/2006/relationships/slideLayout" Target="../slideLayouts/slideLayout7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5.gif"/><Relationship Id="rId1" Type="http://schemas.openxmlformats.org/officeDocument/2006/relationships/slideLayout" Target="../slideLayouts/slideLayout12.xml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6.jpeg"/><Relationship Id="rId1" Type="http://schemas.openxmlformats.org/officeDocument/2006/relationships/slideLayout" Target="../slideLayouts/slideLayout7.xml"/></Relationships>
</file>

<file path=ppt/slides/_rels/slide2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0.xml.rels><?xml version="1.0" encoding="UTF-8" standalone="yes"?>
<Relationships xmlns="http://schemas.openxmlformats.org/package/2006/relationships"><Relationship Id="rId3" Type="http://schemas.openxmlformats.org/officeDocument/2006/relationships/hyperlink" Target="http://www.edn.com/design/test-and-measurement/4389368/Eye-Diagram-Basics-Reading-and-applying-eye-diagrams" TargetMode="External"/><Relationship Id="rId2" Type="http://schemas.openxmlformats.org/officeDocument/2006/relationships/image" Target="../media/image17.jpeg"/><Relationship Id="rId1" Type="http://schemas.openxmlformats.org/officeDocument/2006/relationships/slideLayout" Target="../slideLayouts/slideLayout7.xml"/></Relationships>
</file>

<file path=ppt/slides/_rels/slide31.xml.rels><?xml version="1.0" encoding="UTF-8" standalone="yes"?>
<Relationships xmlns="http://schemas.openxmlformats.org/package/2006/relationships"><Relationship Id="rId3" Type="http://schemas.openxmlformats.org/officeDocument/2006/relationships/hyperlink" Target="http://www.st-andrews.ac.uk/~www_pa/Scots_Guide/RadCom/part19/page3.html" TargetMode="External"/><Relationship Id="rId2" Type="http://schemas.openxmlformats.org/officeDocument/2006/relationships/image" Target="../media/image18.jpeg"/><Relationship Id="rId1" Type="http://schemas.openxmlformats.org/officeDocument/2006/relationships/slideLayout" Target="../slideLayouts/slideLayout7.xml"/><Relationship Id="rId5" Type="http://schemas.openxmlformats.org/officeDocument/2006/relationships/image" Target="../media/image20.png"/><Relationship Id="rId4" Type="http://schemas.openxmlformats.org/officeDocument/2006/relationships/image" Target="../media/image19.png"/></Relationships>
</file>

<file path=ppt/slides/_rels/slide3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1.jpeg"/><Relationship Id="rId1" Type="http://schemas.openxmlformats.org/officeDocument/2006/relationships/slideLayout" Target="../slideLayouts/slideLayout7.xml"/></Relationships>
</file>

<file path=ppt/slides/_rels/slide3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4.xml.rels><?xml version="1.0" encoding="UTF-8" standalone="yes"?>
<Relationships xmlns="http://schemas.openxmlformats.org/package/2006/relationships"><Relationship Id="rId8" Type="http://schemas.openxmlformats.org/officeDocument/2006/relationships/image" Target="../media/image27.png"/><Relationship Id="rId13" Type="http://schemas.openxmlformats.org/officeDocument/2006/relationships/image" Target="../media/image32.png"/><Relationship Id="rId3" Type="http://schemas.openxmlformats.org/officeDocument/2006/relationships/image" Target="../media/image22.png"/><Relationship Id="rId7" Type="http://schemas.openxmlformats.org/officeDocument/2006/relationships/image" Target="../media/image26.png"/><Relationship Id="rId12" Type="http://schemas.openxmlformats.org/officeDocument/2006/relationships/image" Target="../media/image31.png"/><Relationship Id="rId17" Type="http://schemas.openxmlformats.org/officeDocument/2006/relationships/image" Target="../media/image36.png"/><Relationship Id="rId2" Type="http://schemas.openxmlformats.org/officeDocument/2006/relationships/notesSlide" Target="../notesSlides/notesSlide2.xml"/><Relationship Id="rId16" Type="http://schemas.openxmlformats.org/officeDocument/2006/relationships/image" Target="../media/image35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25.png"/><Relationship Id="rId11" Type="http://schemas.openxmlformats.org/officeDocument/2006/relationships/image" Target="../media/image30.png"/><Relationship Id="rId5" Type="http://schemas.openxmlformats.org/officeDocument/2006/relationships/image" Target="../media/image24.png"/><Relationship Id="rId15" Type="http://schemas.openxmlformats.org/officeDocument/2006/relationships/image" Target="../media/image34.png"/><Relationship Id="rId10" Type="http://schemas.openxmlformats.org/officeDocument/2006/relationships/image" Target="../media/image29.png"/><Relationship Id="rId4" Type="http://schemas.openxmlformats.org/officeDocument/2006/relationships/image" Target="../media/image23.png"/><Relationship Id="rId9" Type="http://schemas.openxmlformats.org/officeDocument/2006/relationships/image" Target="../media/image28.png"/><Relationship Id="rId14" Type="http://schemas.openxmlformats.org/officeDocument/2006/relationships/image" Target="../media/image33.png"/></Relationships>
</file>

<file path=ppt/slides/_rels/slide35.xml.rels><?xml version="1.0" encoding="UTF-8" standalone="yes"?>
<Relationships xmlns="http://schemas.openxmlformats.org/package/2006/relationships"><Relationship Id="rId8" Type="http://schemas.openxmlformats.org/officeDocument/2006/relationships/image" Target="../media/image28.png"/><Relationship Id="rId13" Type="http://schemas.openxmlformats.org/officeDocument/2006/relationships/image" Target="../media/image33.png"/><Relationship Id="rId3" Type="http://schemas.openxmlformats.org/officeDocument/2006/relationships/image" Target="../media/image23.png"/><Relationship Id="rId7" Type="http://schemas.openxmlformats.org/officeDocument/2006/relationships/image" Target="../media/image27.png"/><Relationship Id="rId12" Type="http://schemas.openxmlformats.org/officeDocument/2006/relationships/image" Target="../media/image32.png"/><Relationship Id="rId2" Type="http://schemas.openxmlformats.org/officeDocument/2006/relationships/image" Target="../media/image22.png"/><Relationship Id="rId16" Type="http://schemas.openxmlformats.org/officeDocument/2006/relationships/image" Target="../media/image36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26.png"/><Relationship Id="rId11" Type="http://schemas.openxmlformats.org/officeDocument/2006/relationships/image" Target="../media/image31.png"/><Relationship Id="rId5" Type="http://schemas.openxmlformats.org/officeDocument/2006/relationships/image" Target="../media/image25.png"/><Relationship Id="rId15" Type="http://schemas.openxmlformats.org/officeDocument/2006/relationships/image" Target="../media/image35.png"/><Relationship Id="rId10" Type="http://schemas.openxmlformats.org/officeDocument/2006/relationships/image" Target="../media/image30.png"/><Relationship Id="rId4" Type="http://schemas.openxmlformats.org/officeDocument/2006/relationships/image" Target="../media/image24.png"/><Relationship Id="rId9" Type="http://schemas.openxmlformats.org/officeDocument/2006/relationships/image" Target="../media/image29.png"/><Relationship Id="rId14" Type="http://schemas.openxmlformats.org/officeDocument/2006/relationships/image" Target="../media/image34.png"/></Relationships>
</file>

<file path=ppt/slides/_rels/slide36.xml.rels><?xml version="1.0" encoding="UTF-8" standalone="yes"?>
<Relationships xmlns="http://schemas.openxmlformats.org/package/2006/relationships"><Relationship Id="rId3" Type="http://schemas.openxmlformats.org/officeDocument/2006/relationships/image" Target="../media/image37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38.jpeg"/></Relationships>
</file>

<file path=ppt/slides/_rels/slide37.xml.rels><?xml version="1.0" encoding="UTF-8" standalone="yes"?>
<Relationships xmlns="http://schemas.openxmlformats.org/package/2006/relationships"><Relationship Id="rId3" Type="http://schemas.openxmlformats.org/officeDocument/2006/relationships/image" Target="../media/image39.gif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7.xml"/></Relationships>
</file>

<file path=ppt/slides/_rels/slide3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7.xml"/></Relationships>
</file>

<file path=ppt/slides/_rels/slide39.xml.rels><?xml version="1.0" encoding="UTF-8" standalone="yes"?>
<Relationships xmlns="http://schemas.openxmlformats.org/package/2006/relationships"><Relationship Id="rId2" Type="http://schemas.openxmlformats.org/officeDocument/2006/relationships/image" Target="../media/image40.png"/><Relationship Id="rId1" Type="http://schemas.openxmlformats.org/officeDocument/2006/relationships/slideLayout" Target="../slideLayouts/slideLayout7.xml"/></Relationships>
</file>

<file path=ppt/slides/_rels/slide4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1.xml.rels><?xml version="1.0" encoding="UTF-8" standalone="yes"?>
<Relationships xmlns="http://schemas.openxmlformats.org/package/2006/relationships"><Relationship Id="rId2" Type="http://schemas.openxmlformats.org/officeDocument/2006/relationships/image" Target="../media/image41.png"/><Relationship Id="rId1" Type="http://schemas.openxmlformats.org/officeDocument/2006/relationships/slideLayout" Target="../slideLayouts/slideLayout7.xml"/></Relationships>
</file>

<file path=ppt/slides/_rels/slide42.xml.rels><?xml version="1.0" encoding="UTF-8" standalone="yes"?>
<Relationships xmlns="http://schemas.openxmlformats.org/package/2006/relationships"><Relationship Id="rId8" Type="http://schemas.openxmlformats.org/officeDocument/2006/relationships/image" Target="../media/image48.png"/><Relationship Id="rId3" Type="http://schemas.openxmlformats.org/officeDocument/2006/relationships/image" Target="../media/image43.png"/><Relationship Id="rId7" Type="http://schemas.openxmlformats.org/officeDocument/2006/relationships/image" Target="../media/image47.png"/><Relationship Id="rId2" Type="http://schemas.openxmlformats.org/officeDocument/2006/relationships/image" Target="../media/image42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46.png"/><Relationship Id="rId5" Type="http://schemas.openxmlformats.org/officeDocument/2006/relationships/image" Target="../media/image45.png"/><Relationship Id="rId4" Type="http://schemas.openxmlformats.org/officeDocument/2006/relationships/image" Target="../media/image44.png"/><Relationship Id="rId9" Type="http://schemas.openxmlformats.org/officeDocument/2006/relationships/image" Target="../media/image49.png"/></Relationships>
</file>

<file path=ppt/slides/_rels/slide43.xml.rels><?xml version="1.0" encoding="UTF-8" standalone="yes"?>
<Relationships xmlns="http://schemas.openxmlformats.org/package/2006/relationships"><Relationship Id="rId2" Type="http://schemas.openxmlformats.org/officeDocument/2006/relationships/image" Target="../media/image50.png"/><Relationship Id="rId1" Type="http://schemas.openxmlformats.org/officeDocument/2006/relationships/slideLayout" Target="../slideLayouts/slideLayout7.xml"/></Relationships>
</file>

<file path=ppt/slides/_rels/slide44.xml.rels><?xml version="1.0" encoding="UTF-8" standalone="yes"?>
<Relationships xmlns="http://schemas.openxmlformats.org/package/2006/relationships"><Relationship Id="rId3" Type="http://schemas.openxmlformats.org/officeDocument/2006/relationships/image" Target="../media/image52.jpeg"/><Relationship Id="rId2" Type="http://schemas.openxmlformats.org/officeDocument/2006/relationships/image" Target="../media/image51.jpeg"/><Relationship Id="rId1" Type="http://schemas.openxmlformats.org/officeDocument/2006/relationships/slideLayout" Target="../slideLayouts/slideLayout7.xml"/></Relationships>
</file>

<file path=ppt/slides/_rels/slide45.xml.rels><?xml version="1.0" encoding="UTF-8" standalone="yes"?>
<Relationships xmlns="http://schemas.openxmlformats.org/package/2006/relationships"><Relationship Id="rId2" Type="http://schemas.openxmlformats.org/officeDocument/2006/relationships/image" Target="../media/image53.png"/><Relationship Id="rId1" Type="http://schemas.openxmlformats.org/officeDocument/2006/relationships/slideLayout" Target="../slideLayouts/slideLayout2.xml"/></Relationships>
</file>

<file path=ppt/slides/_rels/slide46.xml.rels><?xml version="1.0" encoding="UTF-8" standalone="yes"?>
<Relationships xmlns="http://schemas.openxmlformats.org/package/2006/relationships"><Relationship Id="rId2" Type="http://schemas.openxmlformats.org/officeDocument/2006/relationships/image" Target="../media/image53.png"/><Relationship Id="rId1" Type="http://schemas.openxmlformats.org/officeDocument/2006/relationships/slideLayout" Target="../slideLayouts/slideLayout7.xml"/></Relationships>
</file>

<file path=ppt/slides/_rels/slide47.xml.rels><?xml version="1.0" encoding="UTF-8" standalone="yes"?>
<Relationships xmlns="http://schemas.openxmlformats.org/package/2006/relationships"><Relationship Id="rId3" Type="http://schemas.openxmlformats.org/officeDocument/2006/relationships/image" Target="../media/image55.jpeg"/><Relationship Id="rId2" Type="http://schemas.openxmlformats.org/officeDocument/2006/relationships/image" Target="../media/image54.jpeg"/><Relationship Id="rId1" Type="http://schemas.openxmlformats.org/officeDocument/2006/relationships/slideLayout" Target="../slideLayouts/slideLayout7.xml"/></Relationships>
</file>

<file path=ppt/slides/_rels/slide48.xml.rels><?xml version="1.0" encoding="UTF-8" standalone="yes"?>
<Relationships xmlns="http://schemas.openxmlformats.org/package/2006/relationships"><Relationship Id="rId2" Type="http://schemas.openxmlformats.org/officeDocument/2006/relationships/image" Target="../media/image56.png"/><Relationship Id="rId1" Type="http://schemas.openxmlformats.org/officeDocument/2006/relationships/slideLayout" Target="../slideLayouts/slideLayout7.xml"/></Relationships>
</file>

<file path=ppt/slides/_rels/slide49.xml.rels><?xml version="1.0" encoding="UTF-8" standalone="yes"?>
<Relationships xmlns="http://schemas.openxmlformats.org/package/2006/relationships"><Relationship Id="rId3" Type="http://schemas.openxmlformats.org/officeDocument/2006/relationships/image" Target="../media/image58.gif"/><Relationship Id="rId2" Type="http://schemas.openxmlformats.org/officeDocument/2006/relationships/image" Target="../media/image57.gif"/><Relationship Id="rId1" Type="http://schemas.openxmlformats.org/officeDocument/2006/relationships/slideLayout" Target="../slideLayouts/slideLayout7.xml"/></Relationships>
</file>

<file path=ppt/slides/_rels/slide5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1.xml.rels><?xml version="1.0" encoding="UTF-8" standalone="yes"?>
<Relationships xmlns="http://schemas.openxmlformats.org/package/2006/relationships"><Relationship Id="rId3" Type="http://schemas.openxmlformats.org/officeDocument/2006/relationships/image" Target="../media/image60.png"/><Relationship Id="rId2" Type="http://schemas.openxmlformats.org/officeDocument/2006/relationships/image" Target="../media/image59.png"/><Relationship Id="rId1" Type="http://schemas.openxmlformats.org/officeDocument/2006/relationships/slideLayout" Target="../slideLayouts/slideLayout7.xml"/><Relationship Id="rId5" Type="http://schemas.openxmlformats.org/officeDocument/2006/relationships/image" Target="../media/image62.png"/><Relationship Id="rId4" Type="http://schemas.openxmlformats.org/officeDocument/2006/relationships/image" Target="../media/image61.png"/></Relationships>
</file>

<file path=ppt/slides/_rels/slide52.xml.rels><?xml version="1.0" encoding="UTF-8" standalone="yes"?>
<Relationships xmlns="http://schemas.openxmlformats.org/package/2006/relationships"><Relationship Id="rId3" Type="http://schemas.openxmlformats.org/officeDocument/2006/relationships/image" Target="../media/image64.png"/><Relationship Id="rId2" Type="http://schemas.openxmlformats.org/officeDocument/2006/relationships/image" Target="../media/image63.gif"/><Relationship Id="rId1" Type="http://schemas.openxmlformats.org/officeDocument/2006/relationships/slideLayout" Target="../slideLayouts/slideLayout7.xml"/></Relationships>
</file>

<file path=ppt/slides/_rels/slide53.xml.rels><?xml version="1.0" encoding="UTF-8" standalone="yes"?>
<Relationships xmlns="http://schemas.openxmlformats.org/package/2006/relationships"><Relationship Id="rId3" Type="http://schemas.openxmlformats.org/officeDocument/2006/relationships/image" Target="../media/image66.png"/><Relationship Id="rId2" Type="http://schemas.openxmlformats.org/officeDocument/2006/relationships/image" Target="../media/image65.png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68.png"/><Relationship Id="rId4" Type="http://schemas.openxmlformats.org/officeDocument/2006/relationships/image" Target="../media/image67.png"/></Relationships>
</file>

<file path=ppt/slides/_rels/slide54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11.bin"/><Relationship Id="rId2" Type="http://schemas.openxmlformats.org/officeDocument/2006/relationships/slideLayout" Target="../slideLayouts/slideLayout13.xml"/><Relationship Id="rId1" Type="http://schemas.openxmlformats.org/officeDocument/2006/relationships/vmlDrawing" Target="../drawings/vmlDrawing6.vml"/><Relationship Id="rId6" Type="http://schemas.openxmlformats.org/officeDocument/2006/relationships/image" Target="../media/image70.png"/><Relationship Id="rId5" Type="http://schemas.openxmlformats.org/officeDocument/2006/relationships/image" Target="../media/image67.png"/><Relationship Id="rId4" Type="http://schemas.openxmlformats.org/officeDocument/2006/relationships/image" Target="../media/image69.wmf"/></Relationships>
</file>

<file path=ppt/slides/_rels/slide5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6.xml.rels><?xml version="1.0" encoding="UTF-8" standalone="yes"?>
<Relationships xmlns="http://schemas.openxmlformats.org/package/2006/relationships"><Relationship Id="rId2" Type="http://schemas.openxmlformats.org/officeDocument/2006/relationships/image" Target="../media/image71.png"/><Relationship Id="rId1" Type="http://schemas.openxmlformats.org/officeDocument/2006/relationships/slideLayout" Target="../slideLayouts/slideLayout7.xml"/></Relationships>
</file>

<file path=ppt/slides/_rels/slide57.xml.rels><?xml version="1.0" encoding="UTF-8" standalone="yes"?>
<Relationships xmlns="http://schemas.openxmlformats.org/package/2006/relationships"><Relationship Id="rId3" Type="http://schemas.openxmlformats.org/officeDocument/2006/relationships/image" Target="../media/image72.png"/><Relationship Id="rId2" Type="http://schemas.openxmlformats.org/officeDocument/2006/relationships/slideLayout" Target="../slideLayouts/slideLayout7.xml"/><Relationship Id="rId1" Type="http://schemas.openxmlformats.org/officeDocument/2006/relationships/vmlDrawing" Target="../drawings/vmlDrawing7.vml"/><Relationship Id="rId5" Type="http://schemas.openxmlformats.org/officeDocument/2006/relationships/image" Target="../media/image69.wmf"/><Relationship Id="rId4" Type="http://schemas.openxmlformats.org/officeDocument/2006/relationships/oleObject" Target="../embeddings/oleObject12.bin"/></Relationships>
</file>

<file path=ppt/slides/_rels/slide5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9.xml.rels><?xml version="1.0" encoding="UTF-8" standalone="yes"?>
<Relationships xmlns="http://schemas.openxmlformats.org/package/2006/relationships"><Relationship Id="rId2" Type="http://schemas.openxmlformats.org/officeDocument/2006/relationships/image" Target="../media/image71.png"/><Relationship Id="rId1" Type="http://schemas.openxmlformats.org/officeDocument/2006/relationships/slideLayout" Target="../slideLayouts/slideLayout7.xml"/></Relationships>
</file>

<file path=ppt/slides/_rels/slide60.xml.rels><?xml version="1.0" encoding="UTF-8" standalone="yes"?>
<Relationships xmlns="http://schemas.openxmlformats.org/package/2006/relationships"><Relationship Id="rId2" Type="http://schemas.openxmlformats.org/officeDocument/2006/relationships/image" Target="../media/image71.png"/><Relationship Id="rId1" Type="http://schemas.openxmlformats.org/officeDocument/2006/relationships/slideLayout" Target="../slideLayouts/slideLayout7.xml"/></Relationships>
</file>

<file path=ppt/slides/_rels/slide6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2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13.bin"/><Relationship Id="rId2" Type="http://schemas.openxmlformats.org/officeDocument/2006/relationships/slideLayout" Target="../slideLayouts/slideLayout7.xml"/><Relationship Id="rId1" Type="http://schemas.openxmlformats.org/officeDocument/2006/relationships/vmlDrawing" Target="../drawings/vmlDrawing8.vml"/><Relationship Id="rId6" Type="http://schemas.openxmlformats.org/officeDocument/2006/relationships/image" Target="../media/image74.wmf"/><Relationship Id="rId5" Type="http://schemas.openxmlformats.org/officeDocument/2006/relationships/oleObject" Target="../embeddings/oleObject14.bin"/><Relationship Id="rId4" Type="http://schemas.openxmlformats.org/officeDocument/2006/relationships/image" Target="../media/image73.wmf"/></Relationships>
</file>

<file path=ppt/slides/_rels/slide63.xml.rels><?xml version="1.0" encoding="UTF-8" standalone="yes"?>
<Relationships xmlns="http://schemas.openxmlformats.org/package/2006/relationships"><Relationship Id="rId3" Type="http://schemas.openxmlformats.org/officeDocument/2006/relationships/image" Target="../media/image76.jpeg"/><Relationship Id="rId2" Type="http://schemas.openxmlformats.org/officeDocument/2006/relationships/image" Target="../media/image75.jpeg"/><Relationship Id="rId1" Type="http://schemas.openxmlformats.org/officeDocument/2006/relationships/slideLayout" Target="../slideLayouts/slideLayout7.xml"/></Relationships>
</file>

<file path=ppt/slides/_rels/slide64.xml.rels><?xml version="1.0" encoding="UTF-8" standalone="yes"?>
<Relationships xmlns="http://schemas.openxmlformats.org/package/2006/relationships"><Relationship Id="rId3" Type="http://schemas.openxmlformats.org/officeDocument/2006/relationships/image" Target="../media/image78.png"/><Relationship Id="rId2" Type="http://schemas.openxmlformats.org/officeDocument/2006/relationships/image" Target="../media/image77.png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79.png"/></Relationships>
</file>

<file path=ppt/slides/_rels/slide65.xml.rels><?xml version="1.0" encoding="UTF-8" standalone="yes"?>
<Relationships xmlns="http://schemas.openxmlformats.org/package/2006/relationships"><Relationship Id="rId3" Type="http://schemas.openxmlformats.org/officeDocument/2006/relationships/image" Target="../media/image81.png"/><Relationship Id="rId2" Type="http://schemas.openxmlformats.org/officeDocument/2006/relationships/image" Target="../media/image80.png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82.png"/></Relationships>
</file>

<file path=ppt/slides/_rels/slide66.xml.rels><?xml version="1.0" encoding="UTF-8" standalone="yes"?>
<Relationships xmlns="http://schemas.openxmlformats.org/package/2006/relationships"><Relationship Id="rId3" Type="http://schemas.openxmlformats.org/officeDocument/2006/relationships/image" Target="../media/image81.png"/><Relationship Id="rId2" Type="http://schemas.openxmlformats.org/officeDocument/2006/relationships/image" Target="../media/image80.png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82.png"/></Relationships>
</file>

<file path=ppt/slides/_rels/slide67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15.bin"/><Relationship Id="rId2" Type="http://schemas.openxmlformats.org/officeDocument/2006/relationships/slideLayout" Target="../slideLayouts/slideLayout7.xml"/><Relationship Id="rId1" Type="http://schemas.openxmlformats.org/officeDocument/2006/relationships/vmlDrawing" Target="../drawings/vmlDrawing9.vml"/><Relationship Id="rId6" Type="http://schemas.openxmlformats.org/officeDocument/2006/relationships/image" Target="../media/image84.wmf"/><Relationship Id="rId5" Type="http://schemas.openxmlformats.org/officeDocument/2006/relationships/oleObject" Target="../embeddings/oleObject16.bin"/><Relationship Id="rId4" Type="http://schemas.openxmlformats.org/officeDocument/2006/relationships/image" Target="../media/image83.wmf"/></Relationships>
</file>

<file path=ppt/slides/_rels/slide68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16.bin"/><Relationship Id="rId2" Type="http://schemas.openxmlformats.org/officeDocument/2006/relationships/slideLayout" Target="../slideLayouts/slideLayout7.xml"/><Relationship Id="rId1" Type="http://schemas.openxmlformats.org/officeDocument/2006/relationships/vmlDrawing" Target="../drawings/vmlDrawing10.vml"/><Relationship Id="rId4" Type="http://schemas.openxmlformats.org/officeDocument/2006/relationships/image" Target="../media/image84.wmf"/></Relationships>
</file>

<file path=ppt/slides/_rels/slide6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0.xml.rels><?xml version="1.0" encoding="UTF-8" standalone="yes"?>
<Relationships xmlns="http://schemas.openxmlformats.org/package/2006/relationships"><Relationship Id="rId2" Type="http://schemas.openxmlformats.org/officeDocument/2006/relationships/image" Target="../media/image85.png"/><Relationship Id="rId1" Type="http://schemas.openxmlformats.org/officeDocument/2006/relationships/slideLayout" Target="../slideLayouts/slideLayout7.xml"/></Relationships>
</file>

<file path=ppt/slides/_rels/slide71.xml.rels><?xml version="1.0" encoding="UTF-8" standalone="yes"?>
<Relationships xmlns="http://schemas.openxmlformats.org/package/2006/relationships"><Relationship Id="rId2" Type="http://schemas.openxmlformats.org/officeDocument/2006/relationships/image" Target="../media/image85.png"/><Relationship Id="rId1" Type="http://schemas.openxmlformats.org/officeDocument/2006/relationships/slideLayout" Target="../slideLayouts/slideLayout7.xml"/></Relationships>
</file>

<file path=ppt/slides/_rels/slide72.xml.rels><?xml version="1.0" encoding="UTF-8" standalone="yes"?>
<Relationships xmlns="http://schemas.openxmlformats.org/package/2006/relationships"><Relationship Id="rId2" Type="http://schemas.openxmlformats.org/officeDocument/2006/relationships/image" Target="../media/image85.png"/><Relationship Id="rId1" Type="http://schemas.openxmlformats.org/officeDocument/2006/relationships/slideLayout" Target="../slideLayouts/slideLayout7.xml"/></Relationships>
</file>

<file path=ppt/slides/_rels/slide73.xml.rels><?xml version="1.0" encoding="UTF-8" standalone="yes"?>
<Relationships xmlns="http://schemas.openxmlformats.org/package/2006/relationships"><Relationship Id="rId2" Type="http://schemas.openxmlformats.org/officeDocument/2006/relationships/image" Target="../media/image85.png"/><Relationship Id="rId1" Type="http://schemas.openxmlformats.org/officeDocument/2006/relationships/slideLayout" Target="../slideLayouts/slideLayout7.xml"/></Relationships>
</file>

<file path=ppt/slides/_rels/slide74.xml.rels><?xml version="1.0" encoding="UTF-8" standalone="yes"?>
<Relationships xmlns="http://schemas.openxmlformats.org/package/2006/relationships"><Relationship Id="rId2" Type="http://schemas.openxmlformats.org/officeDocument/2006/relationships/image" Target="../media/image85.png"/><Relationship Id="rId1" Type="http://schemas.openxmlformats.org/officeDocument/2006/relationships/slideLayout" Target="../slideLayouts/slideLayout7.xml"/></Relationships>
</file>

<file path=ppt/slides/_rels/slide75.xml.rels><?xml version="1.0" encoding="UTF-8" standalone="yes"?>
<Relationships xmlns="http://schemas.openxmlformats.org/package/2006/relationships"><Relationship Id="rId2" Type="http://schemas.openxmlformats.org/officeDocument/2006/relationships/image" Target="../media/image85.png"/><Relationship Id="rId1" Type="http://schemas.openxmlformats.org/officeDocument/2006/relationships/slideLayout" Target="../slideLayouts/slideLayout7.xml"/></Relationships>
</file>

<file path=ppt/slides/_rels/slide76.xml.rels><?xml version="1.0" encoding="UTF-8" standalone="yes"?>
<Relationships xmlns="http://schemas.openxmlformats.org/package/2006/relationships"><Relationship Id="rId2" Type="http://schemas.openxmlformats.org/officeDocument/2006/relationships/image" Target="../media/image86.gif"/><Relationship Id="rId1" Type="http://schemas.openxmlformats.org/officeDocument/2006/relationships/slideLayout" Target="../slideLayouts/slideLayout7.xml"/></Relationships>
</file>

<file path=ppt/slides/_rels/slide77.xml.rels><?xml version="1.0" encoding="UTF-8" standalone="yes"?>
<Relationships xmlns="http://schemas.openxmlformats.org/package/2006/relationships"><Relationship Id="rId2" Type="http://schemas.openxmlformats.org/officeDocument/2006/relationships/image" Target="../media/image86.gif"/><Relationship Id="rId1" Type="http://schemas.openxmlformats.org/officeDocument/2006/relationships/slideLayout" Target="../slideLayouts/slideLayout7.xml"/></Relationships>
</file>

<file path=ppt/slides/_rels/slide7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9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17.bin"/><Relationship Id="rId2" Type="http://schemas.openxmlformats.org/officeDocument/2006/relationships/slideLayout" Target="../slideLayouts/slideLayout7.xml"/><Relationship Id="rId1" Type="http://schemas.openxmlformats.org/officeDocument/2006/relationships/vmlDrawing" Target="../drawings/vmlDrawing11.vml"/><Relationship Id="rId4" Type="http://schemas.openxmlformats.org/officeDocument/2006/relationships/image" Target="../media/image87.wmf"/></Relationships>
</file>

<file path=ppt/slides/_rels/slide80.xml.rels><?xml version="1.0" encoding="UTF-8" standalone="yes"?>
<Relationships xmlns="http://schemas.openxmlformats.org/package/2006/relationships"><Relationship Id="rId3" Type="http://schemas.openxmlformats.org/officeDocument/2006/relationships/image" Target="../media/image89.png"/><Relationship Id="rId2" Type="http://schemas.openxmlformats.org/officeDocument/2006/relationships/image" Target="../media/image88.png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90.png"/></Relationships>
</file>

<file path=ppt/slides/_rels/slide81.xml.rels><?xml version="1.0" encoding="UTF-8" standalone="yes"?>
<Relationships xmlns="http://schemas.openxmlformats.org/package/2006/relationships"><Relationship Id="rId3" Type="http://schemas.openxmlformats.org/officeDocument/2006/relationships/image" Target="../media/image92.png"/><Relationship Id="rId2" Type="http://schemas.openxmlformats.org/officeDocument/2006/relationships/image" Target="../media/image91.png"/><Relationship Id="rId1" Type="http://schemas.openxmlformats.org/officeDocument/2006/relationships/slideLayout" Target="../slideLayouts/slideLayout7.xml"/><Relationship Id="rId5" Type="http://schemas.openxmlformats.org/officeDocument/2006/relationships/image" Target="../media/image94.png"/><Relationship Id="rId4" Type="http://schemas.openxmlformats.org/officeDocument/2006/relationships/image" Target="../media/image93.png"/></Relationships>
</file>

<file path=ppt/slides/_rels/slide82.xml.rels><?xml version="1.0" encoding="UTF-8" standalone="yes"?>
<Relationships xmlns="http://schemas.openxmlformats.org/package/2006/relationships"><Relationship Id="rId2" Type="http://schemas.openxmlformats.org/officeDocument/2006/relationships/image" Target="../media/image95.jpeg"/><Relationship Id="rId1" Type="http://schemas.openxmlformats.org/officeDocument/2006/relationships/slideLayout" Target="../slideLayouts/slideLayout7.xml"/></Relationships>
</file>

<file path=ppt/slides/_rels/slide8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_rels/slide8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7.xml"/></Relationships>
</file>

<file path=ppt/slides/_rels/slide9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21.jpeg"/><Relationship Id="rId1" Type="http://schemas.openxmlformats.org/officeDocument/2006/relationships/slideLayout" Target="../slideLayouts/slideLayout7.xml"/></Relationships>
</file>

<file path=ppt/slides/_rels/slide1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1.jpeg"/><Relationship Id="rId1" Type="http://schemas.openxmlformats.org/officeDocument/2006/relationships/slideLayout" Target="../slideLayouts/slideLayout7.xml"/></Relationships>
</file>

<file path=ppt/slides/_rels/slide1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97.png"/><Relationship Id="rId2" Type="http://schemas.openxmlformats.org/officeDocument/2006/relationships/image" Target="../media/image96.png"/><Relationship Id="rId1" Type="http://schemas.openxmlformats.org/officeDocument/2006/relationships/slideLayout" Target="../slideLayouts/slideLayout7.xml"/></Relationships>
</file>

<file path=ppt/slides/_rels/slide113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18.bin"/><Relationship Id="rId2" Type="http://schemas.openxmlformats.org/officeDocument/2006/relationships/slideLayout" Target="../slideLayouts/slideLayout7.xml"/><Relationship Id="rId1" Type="http://schemas.openxmlformats.org/officeDocument/2006/relationships/vmlDrawing" Target="../drawings/vmlDrawing12.vml"/><Relationship Id="rId5" Type="http://schemas.openxmlformats.org/officeDocument/2006/relationships/oleObject" Target="../embeddings/oleObject19.bin"/><Relationship Id="rId4" Type="http://schemas.openxmlformats.org/officeDocument/2006/relationships/image" Target="../media/image98.wmf"/></Relationships>
</file>

<file path=ppt/slides/_rels/slide1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99.png"/><Relationship Id="rId1" Type="http://schemas.openxmlformats.org/officeDocument/2006/relationships/slideLayout" Target="../slideLayouts/slideLayout7.xml"/></Relationships>
</file>

<file path=ppt/slides/_rels/slide116.xml.rels><?xml version="1.0" encoding="UTF-8" standalone="yes"?>
<Relationships xmlns="http://schemas.openxmlformats.org/package/2006/relationships"><Relationship Id="rId2" Type="http://schemas.openxmlformats.org/officeDocument/2006/relationships/image" Target="../media/image97.png"/><Relationship Id="rId1" Type="http://schemas.openxmlformats.org/officeDocument/2006/relationships/slideLayout" Target="../slideLayouts/slideLayout7.xml"/></Relationships>
</file>

<file path=ppt/slides/_rels/slide117.xml.rels><?xml version="1.0" encoding="UTF-8" standalone="yes"?>
<Relationships xmlns="http://schemas.openxmlformats.org/package/2006/relationships"><Relationship Id="rId8" Type="http://schemas.openxmlformats.org/officeDocument/2006/relationships/image" Target="../media/image101.wmf"/><Relationship Id="rId3" Type="http://schemas.openxmlformats.org/officeDocument/2006/relationships/oleObject" Target="../embeddings/oleObject20.bin"/><Relationship Id="rId7" Type="http://schemas.openxmlformats.org/officeDocument/2006/relationships/oleObject" Target="../embeddings/oleObject22.bin"/><Relationship Id="rId2" Type="http://schemas.openxmlformats.org/officeDocument/2006/relationships/slideLayout" Target="../slideLayouts/slideLayout7.xml"/><Relationship Id="rId1" Type="http://schemas.openxmlformats.org/officeDocument/2006/relationships/vmlDrawing" Target="../drawings/vmlDrawing13.vml"/><Relationship Id="rId6" Type="http://schemas.openxmlformats.org/officeDocument/2006/relationships/image" Target="../media/image87.wmf"/><Relationship Id="rId5" Type="http://schemas.openxmlformats.org/officeDocument/2006/relationships/oleObject" Target="../embeddings/oleObject21.bin"/><Relationship Id="rId4" Type="http://schemas.openxmlformats.org/officeDocument/2006/relationships/image" Target="../media/image100.wmf"/></Relationships>
</file>

<file path=ppt/slides/_rels/slide1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9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23.bin"/><Relationship Id="rId2" Type="http://schemas.openxmlformats.org/officeDocument/2006/relationships/slideLayout" Target="../slideLayouts/slideLayout7.xml"/><Relationship Id="rId1" Type="http://schemas.openxmlformats.org/officeDocument/2006/relationships/vmlDrawing" Target="../drawings/vmlDrawing14.vml"/><Relationship Id="rId6" Type="http://schemas.openxmlformats.org/officeDocument/2006/relationships/image" Target="../media/image103.wmf"/><Relationship Id="rId5" Type="http://schemas.openxmlformats.org/officeDocument/2006/relationships/oleObject" Target="../embeddings/oleObject24.bin"/><Relationship Id="rId4" Type="http://schemas.openxmlformats.org/officeDocument/2006/relationships/image" Target="../media/image102.wmf"/></Relationships>
</file>

<file path=ppt/slides/_rels/slide12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4.png"/><Relationship Id="rId1" Type="http://schemas.openxmlformats.org/officeDocument/2006/relationships/slideLayout" Target="../slideLayouts/slideLayout7.xml"/></Relationships>
</file>

<file path=ppt/slides/_rels/slide12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5.png"/><Relationship Id="rId1" Type="http://schemas.openxmlformats.org/officeDocument/2006/relationships/slideLayout" Target="../slideLayouts/slideLayout7.xml"/></Relationships>
</file>

<file path=ppt/slides/_rels/slide122.xml.rels><?xml version="1.0" encoding="UTF-8" standalone="yes"?>
<Relationships xmlns="http://schemas.openxmlformats.org/package/2006/relationships"><Relationship Id="rId3" Type="http://schemas.openxmlformats.org/officeDocument/2006/relationships/hyperlink" Target="http://www.phys.unsw.edu.au/jw/dB.html" TargetMode="External"/><Relationship Id="rId2" Type="http://schemas.openxmlformats.org/officeDocument/2006/relationships/image" Target="../media/image106.png"/><Relationship Id="rId1" Type="http://schemas.openxmlformats.org/officeDocument/2006/relationships/slideLayout" Target="../slideLayouts/slideLayout7.xml"/><Relationship Id="rId5" Type="http://schemas.openxmlformats.org/officeDocument/2006/relationships/image" Target="../media/image108.png"/><Relationship Id="rId4" Type="http://schemas.openxmlformats.org/officeDocument/2006/relationships/image" Target="../media/image107.png"/></Relationships>
</file>

<file path=ppt/slides/_rels/slide1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9.png"/><Relationship Id="rId1" Type="http://schemas.openxmlformats.org/officeDocument/2006/relationships/slideLayout" Target="../slideLayouts/slideLayout7.xml"/></Relationships>
</file>

<file path=ppt/slides/_rels/slide12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6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25.bin"/><Relationship Id="rId2" Type="http://schemas.openxmlformats.org/officeDocument/2006/relationships/slideLayout" Target="../slideLayouts/slideLayout7.xml"/><Relationship Id="rId1" Type="http://schemas.openxmlformats.org/officeDocument/2006/relationships/vmlDrawing" Target="../drawings/vmlDrawing15.vml"/><Relationship Id="rId5" Type="http://schemas.openxmlformats.org/officeDocument/2006/relationships/image" Target="../media/image111.png"/><Relationship Id="rId4" Type="http://schemas.openxmlformats.org/officeDocument/2006/relationships/image" Target="../media/image110.wmf"/></Relationships>
</file>

<file path=ppt/slides/_rels/slide12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8.xml.rels><?xml version="1.0" encoding="UTF-8" standalone="yes"?>
<Relationships xmlns="http://schemas.openxmlformats.org/package/2006/relationships"><Relationship Id="rId2" Type="http://schemas.openxmlformats.org/officeDocument/2006/relationships/image" Target="../media/image21.jpeg"/><Relationship Id="rId1" Type="http://schemas.openxmlformats.org/officeDocument/2006/relationships/slideLayout" Target="../slideLayouts/slideLayout7.xml"/></Relationships>
</file>

<file path=ppt/slides/_rels/slide12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3.jpeg"/><Relationship Id="rId2" Type="http://schemas.openxmlformats.org/officeDocument/2006/relationships/image" Target="../media/image112.jpeg"/><Relationship Id="rId1" Type="http://schemas.openxmlformats.org/officeDocument/2006/relationships/slideLayout" Target="../slideLayouts/slideLayout7.xml"/></Relationships>
</file>

<file path=ppt/slides/_rels/slide13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4.png"/><Relationship Id="rId1" Type="http://schemas.openxmlformats.org/officeDocument/2006/relationships/slideLayout" Target="../slideLayouts/slideLayout7.xml"/></Relationships>
</file>

<file path=ppt/slides/_rels/slide13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6.png"/><Relationship Id="rId7" Type="http://schemas.openxmlformats.org/officeDocument/2006/relationships/image" Target="../media/image120.png"/><Relationship Id="rId2" Type="http://schemas.openxmlformats.org/officeDocument/2006/relationships/image" Target="../media/image115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119.png"/><Relationship Id="rId5" Type="http://schemas.openxmlformats.org/officeDocument/2006/relationships/image" Target="../media/image118.png"/><Relationship Id="rId4" Type="http://schemas.openxmlformats.org/officeDocument/2006/relationships/image" Target="../media/image117.png"/></Relationships>
</file>

<file path=ppt/slides/_rels/slide13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1.png"/><Relationship Id="rId1" Type="http://schemas.openxmlformats.org/officeDocument/2006/relationships/slideLayout" Target="../slideLayouts/slideLayout2.xml"/></Relationships>
</file>

<file path=ppt/slides/_rels/slide13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3.jpeg"/><Relationship Id="rId2" Type="http://schemas.openxmlformats.org/officeDocument/2006/relationships/image" Target="../media/image122.png"/><Relationship Id="rId1" Type="http://schemas.openxmlformats.org/officeDocument/2006/relationships/slideLayout" Target="../slideLayouts/slideLayout2.xml"/></Relationships>
</file>

<file path=ppt/slides/_rels/slide13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5.jpeg"/><Relationship Id="rId2" Type="http://schemas.openxmlformats.org/officeDocument/2006/relationships/image" Target="../media/image124.jpeg"/><Relationship Id="rId1" Type="http://schemas.openxmlformats.org/officeDocument/2006/relationships/slideLayout" Target="../slideLayouts/slideLayout2.xml"/></Relationships>
</file>

<file path=ppt/slides/_rels/slide13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5.jpeg"/><Relationship Id="rId2" Type="http://schemas.openxmlformats.org/officeDocument/2006/relationships/image" Target="../media/image124.jpeg"/><Relationship Id="rId1" Type="http://schemas.openxmlformats.org/officeDocument/2006/relationships/slideLayout" Target="../slideLayouts/slideLayout2.xml"/></Relationships>
</file>

<file path=ppt/slides/_rels/slide13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6.jpeg"/><Relationship Id="rId1" Type="http://schemas.openxmlformats.org/officeDocument/2006/relationships/slideLayout" Target="../slideLayouts/slideLayout2.xml"/></Relationships>
</file>

<file path=ppt/slides/_rels/slide13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7.png"/><Relationship Id="rId1" Type="http://schemas.openxmlformats.org/officeDocument/2006/relationships/slideLayout" Target="../slideLayouts/slideLayout2.xml"/></Relationships>
</file>

<file path=ppt/slides/_rels/slide13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7.png"/><Relationship Id="rId1" Type="http://schemas.openxmlformats.org/officeDocument/2006/relationships/slideLayout" Target="../slideLayouts/slideLayout2.xml"/></Relationships>
</file>

<file path=ppt/slides/_rels/slide13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8.png"/><Relationship Id="rId1" Type="http://schemas.openxmlformats.org/officeDocument/2006/relationships/slideLayout" Target="../slideLayouts/slideLayout2.xml"/></Relationships>
</file>

<file path=ppt/slides/_rels/slide14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0.png"/><Relationship Id="rId2" Type="http://schemas.openxmlformats.org/officeDocument/2006/relationships/image" Target="../media/image129.jpeg"/><Relationship Id="rId1" Type="http://schemas.openxmlformats.org/officeDocument/2006/relationships/slideLayout" Target="../slideLayouts/slideLayout2.xml"/></Relationships>
</file>

<file path=ppt/slides/_rels/slide14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4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31.jpeg"/><Relationship Id="rId1" Type="http://schemas.openxmlformats.org/officeDocument/2006/relationships/slideLayout" Target="../slideLayouts/slideLayout2.xml"/></Relationships>
</file>

<file path=ppt/slides/_rels/slide14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32.png"/><Relationship Id="rId1" Type="http://schemas.openxmlformats.org/officeDocument/2006/relationships/slideLayout" Target="../slideLayouts/slideLayout2.xml"/></Relationships>
</file>

<file path=ppt/slides/_rels/slide14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33.png"/><Relationship Id="rId1" Type="http://schemas.openxmlformats.org/officeDocument/2006/relationships/slideLayout" Target="../slideLayouts/slideLayout2.xml"/></Relationships>
</file>

<file path=ppt/slides/_rels/slide14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4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4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4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3.png"/><Relationship Id="rId2" Type="http://schemas.openxmlformats.org/officeDocument/2006/relationships/image" Target="../media/image134.png"/><Relationship Id="rId1" Type="http://schemas.openxmlformats.org/officeDocument/2006/relationships/slideLayout" Target="../slideLayouts/slideLayout2.xml"/></Relationships>
</file>

<file path=ppt/slides/_rels/slide14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33.png"/><Relationship Id="rId1" Type="http://schemas.openxmlformats.org/officeDocument/2006/relationships/slideLayout" Target="../slideLayouts/slideLayout2.xml"/></Relationships>
</file>

<file path=ppt/slides/_rels/slide150.xml.rels><?xml version="1.0" encoding="UTF-8" standalone="yes"?>
<Relationships xmlns="http://schemas.openxmlformats.org/package/2006/relationships"><Relationship Id="rId2" Type="http://schemas.openxmlformats.org/officeDocument/2006/relationships/image" Target="../media/image21.jpeg"/><Relationship Id="rId1" Type="http://schemas.openxmlformats.org/officeDocument/2006/relationships/slideLayout" Target="../slideLayouts/slideLayout7.xml"/></Relationships>
</file>

<file path=ppt/slides/_rels/slide15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35.jpeg"/><Relationship Id="rId1" Type="http://schemas.openxmlformats.org/officeDocument/2006/relationships/slideLayout" Target="../slideLayouts/slideLayout7.xml"/></Relationships>
</file>

<file path=ppt/slides/_rels/slide152.xml.rels><?xml version="1.0" encoding="UTF-8" standalone="yes"?>
<Relationships xmlns="http://schemas.openxmlformats.org/package/2006/relationships"><Relationship Id="rId2" Type="http://schemas.openxmlformats.org/officeDocument/2006/relationships/image" Target="../media/image95.jpeg"/><Relationship Id="rId1" Type="http://schemas.openxmlformats.org/officeDocument/2006/relationships/slideLayout" Target="../slideLayouts/slideLayout7.xml"/></Relationships>
</file>

<file path=ppt/slides/_rels/slide153.xml.rels><?xml version="1.0" encoding="UTF-8" standalone="yes"?>
<Relationships xmlns="http://schemas.openxmlformats.org/package/2006/relationships"><Relationship Id="rId3" Type="http://schemas.openxmlformats.org/officeDocument/2006/relationships/hyperlink" Target="https://documentation.apple.com/en/finalcutpro/usermanual/index.html" TargetMode="External"/><Relationship Id="rId2" Type="http://schemas.openxmlformats.org/officeDocument/2006/relationships/image" Target="../media/image136.png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137.gif"/></Relationships>
</file>

<file path=ppt/slides/_rels/slide15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9.png"/><Relationship Id="rId2" Type="http://schemas.openxmlformats.org/officeDocument/2006/relationships/image" Target="../media/image138.jpeg"/><Relationship Id="rId1" Type="http://schemas.openxmlformats.org/officeDocument/2006/relationships/slideLayout" Target="../slideLayouts/slideLayout7.xml"/></Relationships>
</file>

<file path=ppt/slides/_rels/slide15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40.jpeg"/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46" name="Rectangle 8"/>
          <p:cNvSpPr>
            <a:spLocks noChangeArrowheads="1"/>
          </p:cNvSpPr>
          <p:nvPr/>
        </p:nvSpPr>
        <p:spPr bwMode="auto">
          <a:xfrm>
            <a:off x="0" y="1809750"/>
            <a:ext cx="9144000" cy="3262313"/>
          </a:xfrm>
          <a:prstGeom prst="rect">
            <a:avLst/>
          </a:prstGeom>
          <a:gradFill rotWithShape="0">
            <a:gsLst>
              <a:gs pos="0">
                <a:schemeClr val="bg1"/>
              </a:gs>
              <a:gs pos="100000">
                <a:srgbClr val="FFCC99"/>
              </a:gs>
            </a:gsLst>
            <a:lin ang="0" scaled="1"/>
          </a:gradFill>
          <a:ln w="9525">
            <a:noFill/>
            <a:miter lim="800000"/>
            <a:headEnd/>
            <a:tailEnd/>
          </a:ln>
        </p:spPr>
        <p:txBody>
          <a:bodyPr wrap="none" anchor="ctr"/>
          <a:lstStyle/>
          <a:p>
            <a:pPr algn="ctr"/>
            <a:endParaRPr lang="en-US" sz="2400"/>
          </a:p>
        </p:txBody>
      </p:sp>
      <p:sp>
        <p:nvSpPr>
          <p:cNvPr id="6147" name="Text Box 9"/>
          <p:cNvSpPr txBox="1">
            <a:spLocks noChangeArrowheads="1"/>
          </p:cNvSpPr>
          <p:nvPr/>
        </p:nvSpPr>
        <p:spPr bwMode="auto">
          <a:xfrm>
            <a:off x="612775" y="2058988"/>
            <a:ext cx="8561388" cy="255454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r>
              <a:rPr lang="en-GB" sz="2400" b="1" dirty="0"/>
              <a:t>Broadcast Technology UG1</a:t>
            </a:r>
          </a:p>
          <a:p>
            <a:endParaRPr lang="en-GB" sz="2800" b="1" dirty="0"/>
          </a:p>
          <a:p>
            <a:r>
              <a:rPr lang="en-GB" sz="3200" b="1"/>
              <a:t>Signals</a:t>
            </a:r>
            <a:endParaRPr lang="en-GB" sz="3200" b="1" dirty="0"/>
          </a:p>
          <a:p>
            <a:endParaRPr lang="en-GB" sz="3200" dirty="0"/>
          </a:p>
          <a:p>
            <a:r>
              <a:rPr lang="en-GB" sz="2800" dirty="0"/>
              <a:t>Jerry Foss</a:t>
            </a:r>
          </a:p>
          <a:p>
            <a:r>
              <a:rPr lang="en-GB" dirty="0"/>
              <a:t>jeremy.foss@bcu.ac.uk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395288" y="1238015"/>
            <a:ext cx="7529512" cy="333681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ts val="2300"/>
              </a:lnSpc>
            </a:pPr>
            <a:r>
              <a:rPr lang="en-GB" b="1" dirty="0"/>
              <a:t>The Signal</a:t>
            </a:r>
          </a:p>
          <a:p>
            <a:pPr>
              <a:lnSpc>
                <a:spcPts val="2300"/>
              </a:lnSpc>
            </a:pPr>
            <a:r>
              <a:rPr lang="en-GB" b="1" dirty="0"/>
              <a:t>The Channel</a:t>
            </a:r>
          </a:p>
          <a:p>
            <a:pPr>
              <a:lnSpc>
                <a:spcPts val="2300"/>
              </a:lnSpc>
            </a:pPr>
            <a:r>
              <a:rPr lang="en-GB" b="1" dirty="0"/>
              <a:t>From Analogue to Digital</a:t>
            </a:r>
          </a:p>
          <a:p>
            <a:pPr>
              <a:lnSpc>
                <a:spcPts val="2300"/>
              </a:lnSpc>
            </a:pPr>
            <a:r>
              <a:rPr lang="en-GB" b="1" dirty="0"/>
              <a:t>Bandwidth</a:t>
            </a:r>
          </a:p>
          <a:p>
            <a:pPr>
              <a:lnSpc>
                <a:spcPts val="2300"/>
              </a:lnSpc>
            </a:pPr>
            <a:r>
              <a:rPr lang="en-GB" b="1" dirty="0"/>
              <a:t>Why </a:t>
            </a:r>
            <a:r>
              <a:rPr lang="en-GB" b="1" u="sng" dirty="0"/>
              <a:t>Sine</a:t>
            </a:r>
            <a:r>
              <a:rPr lang="en-GB" b="1" dirty="0"/>
              <a:t> Waves ?</a:t>
            </a:r>
          </a:p>
          <a:p>
            <a:pPr>
              <a:lnSpc>
                <a:spcPts val="2300"/>
              </a:lnSpc>
            </a:pPr>
            <a:r>
              <a:rPr lang="en-GB" b="1" dirty="0"/>
              <a:t>Pulse Transmission, Interference (ISI)</a:t>
            </a:r>
          </a:p>
          <a:p>
            <a:pPr>
              <a:lnSpc>
                <a:spcPts val="2300"/>
              </a:lnSpc>
            </a:pPr>
            <a:r>
              <a:rPr lang="en-GB" b="1" dirty="0"/>
              <a:t>Noise</a:t>
            </a:r>
          </a:p>
          <a:p>
            <a:pPr>
              <a:lnSpc>
                <a:spcPts val="2300"/>
              </a:lnSpc>
            </a:pPr>
            <a:r>
              <a:rPr lang="en-GB" b="1" dirty="0"/>
              <a:t>Signal Distortion</a:t>
            </a:r>
            <a:endParaRPr lang="en-US" b="1" dirty="0"/>
          </a:p>
          <a:p>
            <a:pPr>
              <a:lnSpc>
                <a:spcPts val="2300"/>
              </a:lnSpc>
            </a:pPr>
            <a:r>
              <a:rPr lang="en-US" b="1" dirty="0"/>
              <a:t>IRE Levels</a:t>
            </a:r>
            <a:endParaRPr lang="en-GB" b="1" dirty="0"/>
          </a:p>
          <a:p>
            <a:pPr>
              <a:lnSpc>
                <a:spcPts val="2300"/>
              </a:lnSpc>
            </a:pPr>
            <a:endParaRPr lang="en-GB" b="1" dirty="0"/>
          </a:p>
          <a:p>
            <a:pPr>
              <a:lnSpc>
                <a:spcPts val="2300"/>
              </a:lnSpc>
            </a:pPr>
            <a:endParaRPr lang="en-GB" b="1" dirty="0"/>
          </a:p>
        </p:txBody>
      </p:sp>
    </p:spTree>
    <p:extLst>
      <p:ext uri="{BB962C8B-B14F-4D97-AF65-F5344CB8AC3E}">
        <p14:creationId xmlns:p14="http://schemas.microsoft.com/office/powerpoint/2010/main" val="232067561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395288" y="709357"/>
            <a:ext cx="7706296" cy="493981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150000"/>
              </a:lnSpc>
            </a:pPr>
            <a:r>
              <a:rPr lang="en-GB" sz="7200" b="1" dirty="0"/>
              <a:t>Why</a:t>
            </a:r>
          </a:p>
          <a:p>
            <a:pPr>
              <a:lnSpc>
                <a:spcPct val="150000"/>
              </a:lnSpc>
            </a:pPr>
            <a:r>
              <a:rPr lang="en-GB" sz="7200" b="1" u="sng" dirty="0"/>
              <a:t>Sine</a:t>
            </a:r>
            <a:r>
              <a:rPr lang="en-GB" sz="7200" b="1" dirty="0"/>
              <a:t> </a:t>
            </a:r>
          </a:p>
          <a:p>
            <a:pPr>
              <a:lnSpc>
                <a:spcPct val="150000"/>
              </a:lnSpc>
            </a:pPr>
            <a:r>
              <a:rPr lang="en-GB" sz="7200" b="1" dirty="0"/>
              <a:t>Waves ???</a:t>
            </a:r>
          </a:p>
        </p:txBody>
      </p:sp>
      <p:grpSp>
        <p:nvGrpSpPr>
          <p:cNvPr id="3" name="Group 2"/>
          <p:cNvGrpSpPr>
            <a:grpSpLocks/>
          </p:cNvGrpSpPr>
          <p:nvPr/>
        </p:nvGrpSpPr>
        <p:grpSpPr bwMode="auto">
          <a:xfrm>
            <a:off x="2522039" y="2858841"/>
            <a:ext cx="4861116" cy="1085637"/>
            <a:chOff x="554" y="1205"/>
            <a:chExt cx="4743" cy="1681"/>
          </a:xfrm>
        </p:grpSpPr>
        <p:sp>
          <p:nvSpPr>
            <p:cNvPr id="4" name="Line 3"/>
            <p:cNvSpPr>
              <a:spLocks noChangeShapeType="1"/>
            </p:cNvSpPr>
            <p:nvPr/>
          </p:nvSpPr>
          <p:spPr bwMode="auto">
            <a:xfrm>
              <a:off x="554" y="2043"/>
              <a:ext cx="4743" cy="1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GB"/>
            </a:p>
          </p:txBody>
        </p:sp>
        <p:sp>
          <p:nvSpPr>
            <p:cNvPr id="5" name="Line 4"/>
            <p:cNvSpPr>
              <a:spLocks noChangeShapeType="1"/>
            </p:cNvSpPr>
            <p:nvPr/>
          </p:nvSpPr>
          <p:spPr bwMode="auto">
            <a:xfrm>
              <a:off x="578" y="1205"/>
              <a:ext cx="1" cy="1681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GB"/>
            </a:p>
          </p:txBody>
        </p:sp>
        <p:grpSp>
          <p:nvGrpSpPr>
            <p:cNvPr id="6" name="Group 5"/>
            <p:cNvGrpSpPr>
              <a:grpSpLocks/>
            </p:cNvGrpSpPr>
            <p:nvPr/>
          </p:nvGrpSpPr>
          <p:grpSpPr bwMode="auto">
            <a:xfrm>
              <a:off x="581" y="1320"/>
              <a:ext cx="911" cy="736"/>
              <a:chOff x="709" y="1560"/>
              <a:chExt cx="911" cy="736"/>
            </a:xfrm>
          </p:grpSpPr>
          <p:sp>
            <p:nvSpPr>
              <p:cNvPr id="20" name="Freeform 6"/>
              <p:cNvSpPr>
                <a:spLocks/>
              </p:cNvSpPr>
              <p:nvPr/>
            </p:nvSpPr>
            <p:spPr bwMode="auto">
              <a:xfrm>
                <a:off x="709" y="1564"/>
                <a:ext cx="472" cy="713"/>
              </a:xfrm>
              <a:custGeom>
                <a:avLst/>
                <a:gdLst>
                  <a:gd name="T0" fmla="*/ 0 w 1426"/>
                  <a:gd name="T1" fmla="*/ 1277 h 1277"/>
                  <a:gd name="T2" fmla="*/ 466 w 1426"/>
                  <a:gd name="T3" fmla="*/ 668 h 1277"/>
                  <a:gd name="T4" fmla="*/ 848 w 1426"/>
                  <a:gd name="T5" fmla="*/ 239 h 1277"/>
                  <a:gd name="T6" fmla="*/ 1182 w 1426"/>
                  <a:gd name="T7" fmla="*/ 48 h 1277"/>
                  <a:gd name="T8" fmla="*/ 1426 w 1426"/>
                  <a:gd name="T9" fmla="*/ 0 h 1277"/>
                  <a:gd name="T10" fmla="*/ 0 60000 65536"/>
                  <a:gd name="T11" fmla="*/ 0 60000 65536"/>
                  <a:gd name="T12" fmla="*/ 0 60000 65536"/>
                  <a:gd name="T13" fmla="*/ 0 60000 65536"/>
                  <a:gd name="T14" fmla="*/ 0 60000 65536"/>
                  <a:gd name="T15" fmla="*/ 0 w 1426"/>
                  <a:gd name="T16" fmla="*/ 0 h 1277"/>
                  <a:gd name="T17" fmla="*/ 1426 w 1426"/>
                  <a:gd name="T18" fmla="*/ 1277 h 1277"/>
                </a:gdLst>
                <a:ahLst/>
                <a:cxnLst>
                  <a:cxn ang="T10">
                    <a:pos x="T0" y="T1"/>
                  </a:cxn>
                  <a:cxn ang="T11">
                    <a:pos x="T2" y="T3"/>
                  </a:cxn>
                  <a:cxn ang="T12">
                    <a:pos x="T4" y="T5"/>
                  </a:cxn>
                  <a:cxn ang="T13">
                    <a:pos x="T6" y="T7"/>
                  </a:cxn>
                  <a:cxn ang="T14">
                    <a:pos x="T8" y="T9"/>
                  </a:cxn>
                </a:cxnLst>
                <a:rect l="T15" t="T16" r="T17" b="T18"/>
                <a:pathLst>
                  <a:path w="1426" h="1277">
                    <a:moveTo>
                      <a:pt x="0" y="1277"/>
                    </a:moveTo>
                    <a:cubicBezTo>
                      <a:pt x="78" y="1178"/>
                      <a:pt x="325" y="841"/>
                      <a:pt x="466" y="668"/>
                    </a:cubicBezTo>
                    <a:cubicBezTo>
                      <a:pt x="607" y="495"/>
                      <a:pt x="728" y="342"/>
                      <a:pt x="848" y="239"/>
                    </a:cubicBezTo>
                    <a:cubicBezTo>
                      <a:pt x="967" y="135"/>
                      <a:pt x="1086" y="88"/>
                      <a:pt x="1182" y="48"/>
                    </a:cubicBezTo>
                    <a:cubicBezTo>
                      <a:pt x="1278" y="8"/>
                      <a:pt x="1375" y="10"/>
                      <a:pt x="1426" y="0"/>
                    </a:cubicBezTo>
                  </a:path>
                </a:pathLst>
              </a:custGeom>
              <a:noFill/>
              <a:ln w="28575">
                <a:solidFill>
                  <a:srgbClr val="FF0000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/>
              <a:lstStyle>
                <a:lvl1pPr>
                  <a:defRPr sz="1600">
                    <a:solidFill>
                      <a:schemeClr val="tx1"/>
                    </a:solidFill>
                    <a:latin typeface="Lucida Sans Unicode" panose="020B0602030504020204" pitchFamily="34" charset="0"/>
                  </a:defRPr>
                </a:lvl1pPr>
                <a:lvl2pPr marL="742950" indent="-285750">
                  <a:defRPr sz="1600">
                    <a:solidFill>
                      <a:schemeClr val="tx1"/>
                    </a:solidFill>
                    <a:latin typeface="Lucida Sans Unicode" panose="020B0602030504020204" pitchFamily="34" charset="0"/>
                  </a:defRPr>
                </a:lvl2pPr>
                <a:lvl3pPr marL="1143000" indent="-228600">
                  <a:defRPr sz="1600">
                    <a:solidFill>
                      <a:schemeClr val="tx1"/>
                    </a:solidFill>
                    <a:latin typeface="Lucida Sans Unicode" panose="020B0602030504020204" pitchFamily="34" charset="0"/>
                  </a:defRPr>
                </a:lvl3pPr>
                <a:lvl4pPr marL="1600200" indent="-228600">
                  <a:defRPr sz="1600">
                    <a:solidFill>
                      <a:schemeClr val="tx1"/>
                    </a:solidFill>
                    <a:latin typeface="Lucida Sans Unicode" panose="020B0602030504020204" pitchFamily="34" charset="0"/>
                  </a:defRPr>
                </a:lvl4pPr>
                <a:lvl5pPr marL="2057400" indent="-228600">
                  <a:defRPr sz="1600">
                    <a:solidFill>
                      <a:schemeClr val="tx1"/>
                    </a:solidFill>
                    <a:latin typeface="Lucida Sans Unicode" panose="020B0602030504020204" pitchFamily="34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1600">
                    <a:solidFill>
                      <a:schemeClr val="tx1"/>
                    </a:solidFill>
                    <a:latin typeface="Lucida Sans Unicode" panose="020B0602030504020204" pitchFamily="34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1600">
                    <a:solidFill>
                      <a:schemeClr val="tx1"/>
                    </a:solidFill>
                    <a:latin typeface="Lucida Sans Unicode" panose="020B0602030504020204" pitchFamily="34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1600">
                    <a:solidFill>
                      <a:schemeClr val="tx1"/>
                    </a:solidFill>
                    <a:latin typeface="Lucida Sans Unicode" panose="020B0602030504020204" pitchFamily="34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1600">
                    <a:solidFill>
                      <a:schemeClr val="tx1"/>
                    </a:solidFill>
                    <a:latin typeface="Lucida Sans Unicode" panose="020B0602030504020204" pitchFamily="34" charset="0"/>
                  </a:defRPr>
                </a:lvl9pPr>
              </a:lstStyle>
              <a:p>
                <a:endParaRPr lang="en-US" altLang="en-US"/>
              </a:p>
            </p:txBody>
          </p:sp>
          <p:sp>
            <p:nvSpPr>
              <p:cNvPr id="21" name="Freeform 7"/>
              <p:cNvSpPr>
                <a:spLocks/>
              </p:cNvSpPr>
              <p:nvPr/>
            </p:nvSpPr>
            <p:spPr bwMode="auto">
              <a:xfrm>
                <a:off x="1170" y="1560"/>
                <a:ext cx="450" cy="709"/>
              </a:xfrm>
              <a:custGeom>
                <a:avLst/>
                <a:gdLst>
                  <a:gd name="T0" fmla="*/ 1360 w 1360"/>
                  <a:gd name="T1" fmla="*/ 1269 h 1269"/>
                  <a:gd name="T2" fmla="*/ 894 w 1360"/>
                  <a:gd name="T3" fmla="*/ 660 h 1269"/>
                  <a:gd name="T4" fmla="*/ 512 w 1360"/>
                  <a:gd name="T5" fmla="*/ 231 h 1269"/>
                  <a:gd name="T6" fmla="*/ 178 w 1360"/>
                  <a:gd name="T7" fmla="*/ 40 h 1269"/>
                  <a:gd name="T8" fmla="*/ 0 w 1360"/>
                  <a:gd name="T9" fmla="*/ 0 h 1269"/>
                  <a:gd name="T10" fmla="*/ 0 60000 65536"/>
                  <a:gd name="T11" fmla="*/ 0 60000 65536"/>
                  <a:gd name="T12" fmla="*/ 0 60000 65536"/>
                  <a:gd name="T13" fmla="*/ 0 60000 65536"/>
                  <a:gd name="T14" fmla="*/ 0 60000 65536"/>
                  <a:gd name="T15" fmla="*/ 0 w 1360"/>
                  <a:gd name="T16" fmla="*/ 0 h 1269"/>
                  <a:gd name="T17" fmla="*/ 1360 w 1360"/>
                  <a:gd name="T18" fmla="*/ 1269 h 1269"/>
                </a:gdLst>
                <a:ahLst/>
                <a:cxnLst>
                  <a:cxn ang="T10">
                    <a:pos x="T0" y="T1"/>
                  </a:cxn>
                  <a:cxn ang="T11">
                    <a:pos x="T2" y="T3"/>
                  </a:cxn>
                  <a:cxn ang="T12">
                    <a:pos x="T4" y="T5"/>
                  </a:cxn>
                  <a:cxn ang="T13">
                    <a:pos x="T6" y="T7"/>
                  </a:cxn>
                  <a:cxn ang="T14">
                    <a:pos x="T8" y="T9"/>
                  </a:cxn>
                </a:cxnLst>
                <a:rect l="T15" t="T16" r="T17" b="T18"/>
                <a:pathLst>
                  <a:path w="1360" h="1269">
                    <a:moveTo>
                      <a:pt x="1360" y="1269"/>
                    </a:moveTo>
                    <a:cubicBezTo>
                      <a:pt x="1282" y="1170"/>
                      <a:pt x="1035" y="833"/>
                      <a:pt x="894" y="660"/>
                    </a:cubicBezTo>
                    <a:cubicBezTo>
                      <a:pt x="753" y="487"/>
                      <a:pt x="632" y="334"/>
                      <a:pt x="512" y="231"/>
                    </a:cubicBezTo>
                    <a:cubicBezTo>
                      <a:pt x="393" y="127"/>
                      <a:pt x="263" y="78"/>
                      <a:pt x="178" y="40"/>
                    </a:cubicBezTo>
                    <a:cubicBezTo>
                      <a:pt x="93" y="2"/>
                      <a:pt x="37" y="8"/>
                      <a:pt x="0" y="0"/>
                    </a:cubicBezTo>
                  </a:path>
                </a:pathLst>
              </a:custGeom>
              <a:noFill/>
              <a:ln w="28575">
                <a:solidFill>
                  <a:srgbClr val="FF0000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/>
              <a:lstStyle>
                <a:lvl1pPr>
                  <a:defRPr sz="1600">
                    <a:solidFill>
                      <a:schemeClr val="tx1"/>
                    </a:solidFill>
                    <a:latin typeface="Lucida Sans Unicode" panose="020B0602030504020204" pitchFamily="34" charset="0"/>
                  </a:defRPr>
                </a:lvl1pPr>
                <a:lvl2pPr marL="742950" indent="-285750">
                  <a:defRPr sz="1600">
                    <a:solidFill>
                      <a:schemeClr val="tx1"/>
                    </a:solidFill>
                    <a:latin typeface="Lucida Sans Unicode" panose="020B0602030504020204" pitchFamily="34" charset="0"/>
                  </a:defRPr>
                </a:lvl2pPr>
                <a:lvl3pPr marL="1143000" indent="-228600">
                  <a:defRPr sz="1600">
                    <a:solidFill>
                      <a:schemeClr val="tx1"/>
                    </a:solidFill>
                    <a:latin typeface="Lucida Sans Unicode" panose="020B0602030504020204" pitchFamily="34" charset="0"/>
                  </a:defRPr>
                </a:lvl3pPr>
                <a:lvl4pPr marL="1600200" indent="-228600">
                  <a:defRPr sz="1600">
                    <a:solidFill>
                      <a:schemeClr val="tx1"/>
                    </a:solidFill>
                    <a:latin typeface="Lucida Sans Unicode" panose="020B0602030504020204" pitchFamily="34" charset="0"/>
                  </a:defRPr>
                </a:lvl4pPr>
                <a:lvl5pPr marL="2057400" indent="-228600">
                  <a:defRPr sz="1600">
                    <a:solidFill>
                      <a:schemeClr val="tx1"/>
                    </a:solidFill>
                    <a:latin typeface="Lucida Sans Unicode" panose="020B0602030504020204" pitchFamily="34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1600">
                    <a:solidFill>
                      <a:schemeClr val="tx1"/>
                    </a:solidFill>
                    <a:latin typeface="Lucida Sans Unicode" panose="020B0602030504020204" pitchFamily="34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1600">
                    <a:solidFill>
                      <a:schemeClr val="tx1"/>
                    </a:solidFill>
                    <a:latin typeface="Lucida Sans Unicode" panose="020B0602030504020204" pitchFamily="34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1600">
                    <a:solidFill>
                      <a:schemeClr val="tx1"/>
                    </a:solidFill>
                    <a:latin typeface="Lucida Sans Unicode" panose="020B0602030504020204" pitchFamily="34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1600">
                    <a:solidFill>
                      <a:schemeClr val="tx1"/>
                    </a:solidFill>
                    <a:latin typeface="Lucida Sans Unicode" panose="020B0602030504020204" pitchFamily="34" charset="0"/>
                  </a:defRPr>
                </a:lvl9pPr>
              </a:lstStyle>
              <a:p>
                <a:endParaRPr lang="en-US" altLang="en-US"/>
              </a:p>
            </p:txBody>
          </p:sp>
          <p:sp>
            <p:nvSpPr>
              <p:cNvPr id="22" name="Line 8"/>
              <p:cNvSpPr>
                <a:spLocks noChangeShapeType="1"/>
              </p:cNvSpPr>
              <p:nvPr/>
            </p:nvSpPr>
            <p:spPr bwMode="auto">
              <a:xfrm>
                <a:off x="1180" y="1563"/>
                <a:ext cx="0" cy="733"/>
              </a:xfrm>
              <a:prstGeom prst="line">
                <a:avLst/>
              </a:prstGeom>
              <a:noFill/>
              <a:ln w="9525">
                <a:solidFill>
                  <a:schemeClr val="tx1"/>
                </a:solidFill>
                <a:prstDash val="dash"/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en-GB"/>
              </a:p>
            </p:txBody>
          </p:sp>
        </p:grpSp>
        <p:sp>
          <p:nvSpPr>
            <p:cNvPr id="7" name="Freeform 9"/>
            <p:cNvSpPr>
              <a:spLocks/>
            </p:cNvSpPr>
            <p:nvPr/>
          </p:nvSpPr>
          <p:spPr bwMode="auto">
            <a:xfrm flipV="1">
              <a:off x="1506" y="2052"/>
              <a:ext cx="471" cy="713"/>
            </a:xfrm>
            <a:custGeom>
              <a:avLst/>
              <a:gdLst>
                <a:gd name="T0" fmla="*/ 0 w 1426"/>
                <a:gd name="T1" fmla="*/ 1277 h 1277"/>
                <a:gd name="T2" fmla="*/ 466 w 1426"/>
                <a:gd name="T3" fmla="*/ 668 h 1277"/>
                <a:gd name="T4" fmla="*/ 848 w 1426"/>
                <a:gd name="T5" fmla="*/ 239 h 1277"/>
                <a:gd name="T6" fmla="*/ 1182 w 1426"/>
                <a:gd name="T7" fmla="*/ 48 h 1277"/>
                <a:gd name="T8" fmla="*/ 1426 w 1426"/>
                <a:gd name="T9" fmla="*/ 0 h 1277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  <a:gd name="T15" fmla="*/ 0 w 1426"/>
                <a:gd name="T16" fmla="*/ 0 h 1277"/>
                <a:gd name="T17" fmla="*/ 1426 w 1426"/>
                <a:gd name="T18" fmla="*/ 1277 h 1277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T15" t="T16" r="T17" b="T18"/>
              <a:pathLst>
                <a:path w="1426" h="1277">
                  <a:moveTo>
                    <a:pt x="0" y="1277"/>
                  </a:moveTo>
                  <a:cubicBezTo>
                    <a:pt x="78" y="1178"/>
                    <a:pt x="325" y="841"/>
                    <a:pt x="466" y="668"/>
                  </a:cubicBezTo>
                  <a:cubicBezTo>
                    <a:pt x="607" y="495"/>
                    <a:pt x="728" y="342"/>
                    <a:pt x="848" y="239"/>
                  </a:cubicBezTo>
                  <a:cubicBezTo>
                    <a:pt x="967" y="135"/>
                    <a:pt x="1086" y="88"/>
                    <a:pt x="1182" y="48"/>
                  </a:cubicBezTo>
                  <a:cubicBezTo>
                    <a:pt x="1278" y="8"/>
                    <a:pt x="1375" y="10"/>
                    <a:pt x="1426" y="0"/>
                  </a:cubicBezTo>
                </a:path>
              </a:pathLst>
            </a:custGeom>
            <a:noFill/>
            <a:ln w="28575">
              <a:solidFill>
                <a:srgbClr val="FF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>
              <a:lvl1pPr>
                <a:defRPr sz="1600">
                  <a:solidFill>
                    <a:schemeClr val="tx1"/>
                  </a:solidFill>
                  <a:latin typeface="Lucida Sans Unicode" panose="020B0602030504020204" pitchFamily="34" charset="0"/>
                </a:defRPr>
              </a:lvl1pPr>
              <a:lvl2pPr marL="742950" indent="-285750">
                <a:defRPr sz="1600">
                  <a:solidFill>
                    <a:schemeClr val="tx1"/>
                  </a:solidFill>
                  <a:latin typeface="Lucida Sans Unicode" panose="020B0602030504020204" pitchFamily="34" charset="0"/>
                </a:defRPr>
              </a:lvl2pPr>
              <a:lvl3pPr marL="1143000" indent="-228600">
                <a:defRPr sz="1600">
                  <a:solidFill>
                    <a:schemeClr val="tx1"/>
                  </a:solidFill>
                  <a:latin typeface="Lucida Sans Unicode" panose="020B0602030504020204" pitchFamily="34" charset="0"/>
                </a:defRPr>
              </a:lvl3pPr>
              <a:lvl4pPr marL="1600200" indent="-228600">
                <a:defRPr sz="1600">
                  <a:solidFill>
                    <a:schemeClr val="tx1"/>
                  </a:solidFill>
                  <a:latin typeface="Lucida Sans Unicode" panose="020B0602030504020204" pitchFamily="34" charset="0"/>
                </a:defRPr>
              </a:lvl4pPr>
              <a:lvl5pPr marL="2057400" indent="-228600">
                <a:defRPr sz="1600">
                  <a:solidFill>
                    <a:schemeClr val="tx1"/>
                  </a:solidFill>
                  <a:latin typeface="Lucida Sans Unicode" panose="020B0602030504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Lucida Sans Unicode" panose="020B0602030504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Lucida Sans Unicode" panose="020B0602030504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Lucida Sans Unicode" panose="020B0602030504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Lucida Sans Unicode" panose="020B0602030504020204" pitchFamily="34" charset="0"/>
                </a:defRPr>
              </a:lvl9pPr>
            </a:lstStyle>
            <a:p>
              <a:endParaRPr lang="en-US" altLang="en-US"/>
            </a:p>
          </p:txBody>
        </p:sp>
        <p:sp>
          <p:nvSpPr>
            <p:cNvPr id="8" name="Freeform 10"/>
            <p:cNvSpPr>
              <a:spLocks/>
            </p:cNvSpPr>
            <p:nvPr/>
          </p:nvSpPr>
          <p:spPr bwMode="auto">
            <a:xfrm flipV="1">
              <a:off x="1967" y="2048"/>
              <a:ext cx="450" cy="709"/>
            </a:xfrm>
            <a:custGeom>
              <a:avLst/>
              <a:gdLst>
                <a:gd name="T0" fmla="*/ 1360 w 1360"/>
                <a:gd name="T1" fmla="*/ 1269 h 1269"/>
                <a:gd name="T2" fmla="*/ 894 w 1360"/>
                <a:gd name="T3" fmla="*/ 660 h 1269"/>
                <a:gd name="T4" fmla="*/ 512 w 1360"/>
                <a:gd name="T5" fmla="*/ 231 h 1269"/>
                <a:gd name="T6" fmla="*/ 178 w 1360"/>
                <a:gd name="T7" fmla="*/ 40 h 1269"/>
                <a:gd name="T8" fmla="*/ 0 w 1360"/>
                <a:gd name="T9" fmla="*/ 0 h 1269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  <a:gd name="T15" fmla="*/ 0 w 1360"/>
                <a:gd name="T16" fmla="*/ 0 h 1269"/>
                <a:gd name="T17" fmla="*/ 1360 w 1360"/>
                <a:gd name="T18" fmla="*/ 1269 h 1269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T15" t="T16" r="T17" b="T18"/>
              <a:pathLst>
                <a:path w="1360" h="1269">
                  <a:moveTo>
                    <a:pt x="1360" y="1269"/>
                  </a:moveTo>
                  <a:cubicBezTo>
                    <a:pt x="1282" y="1170"/>
                    <a:pt x="1035" y="833"/>
                    <a:pt x="894" y="660"/>
                  </a:cubicBezTo>
                  <a:cubicBezTo>
                    <a:pt x="753" y="487"/>
                    <a:pt x="632" y="334"/>
                    <a:pt x="512" y="231"/>
                  </a:cubicBezTo>
                  <a:cubicBezTo>
                    <a:pt x="393" y="127"/>
                    <a:pt x="263" y="78"/>
                    <a:pt x="178" y="40"/>
                  </a:cubicBezTo>
                  <a:cubicBezTo>
                    <a:pt x="93" y="2"/>
                    <a:pt x="37" y="8"/>
                    <a:pt x="0" y="0"/>
                  </a:cubicBezTo>
                </a:path>
              </a:pathLst>
            </a:custGeom>
            <a:noFill/>
            <a:ln w="28575">
              <a:solidFill>
                <a:srgbClr val="FF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>
              <a:lvl1pPr>
                <a:defRPr sz="1600">
                  <a:solidFill>
                    <a:schemeClr val="tx1"/>
                  </a:solidFill>
                  <a:latin typeface="Lucida Sans Unicode" panose="020B0602030504020204" pitchFamily="34" charset="0"/>
                </a:defRPr>
              </a:lvl1pPr>
              <a:lvl2pPr marL="742950" indent="-285750">
                <a:defRPr sz="1600">
                  <a:solidFill>
                    <a:schemeClr val="tx1"/>
                  </a:solidFill>
                  <a:latin typeface="Lucida Sans Unicode" panose="020B0602030504020204" pitchFamily="34" charset="0"/>
                </a:defRPr>
              </a:lvl2pPr>
              <a:lvl3pPr marL="1143000" indent="-228600">
                <a:defRPr sz="1600">
                  <a:solidFill>
                    <a:schemeClr val="tx1"/>
                  </a:solidFill>
                  <a:latin typeface="Lucida Sans Unicode" panose="020B0602030504020204" pitchFamily="34" charset="0"/>
                </a:defRPr>
              </a:lvl3pPr>
              <a:lvl4pPr marL="1600200" indent="-228600">
                <a:defRPr sz="1600">
                  <a:solidFill>
                    <a:schemeClr val="tx1"/>
                  </a:solidFill>
                  <a:latin typeface="Lucida Sans Unicode" panose="020B0602030504020204" pitchFamily="34" charset="0"/>
                </a:defRPr>
              </a:lvl4pPr>
              <a:lvl5pPr marL="2057400" indent="-228600">
                <a:defRPr sz="1600">
                  <a:solidFill>
                    <a:schemeClr val="tx1"/>
                  </a:solidFill>
                  <a:latin typeface="Lucida Sans Unicode" panose="020B0602030504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Lucida Sans Unicode" panose="020B0602030504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Lucida Sans Unicode" panose="020B0602030504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Lucida Sans Unicode" panose="020B0602030504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Lucida Sans Unicode" panose="020B0602030504020204" pitchFamily="34" charset="0"/>
                </a:defRPr>
              </a:lvl9pPr>
            </a:lstStyle>
            <a:p>
              <a:endParaRPr lang="en-US" altLang="en-US"/>
            </a:p>
          </p:txBody>
        </p:sp>
        <p:sp>
          <p:nvSpPr>
            <p:cNvPr id="9" name="Line 11"/>
            <p:cNvSpPr>
              <a:spLocks noChangeShapeType="1"/>
            </p:cNvSpPr>
            <p:nvPr/>
          </p:nvSpPr>
          <p:spPr bwMode="auto">
            <a:xfrm flipV="1">
              <a:off x="1976" y="2051"/>
              <a:ext cx="1" cy="733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prstDash val="dash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GB"/>
            </a:p>
          </p:txBody>
        </p:sp>
        <p:sp>
          <p:nvSpPr>
            <p:cNvPr id="10" name="Freeform 12"/>
            <p:cNvSpPr>
              <a:spLocks/>
            </p:cNvSpPr>
            <p:nvPr/>
          </p:nvSpPr>
          <p:spPr bwMode="auto">
            <a:xfrm>
              <a:off x="2413" y="1332"/>
              <a:ext cx="472" cy="713"/>
            </a:xfrm>
            <a:custGeom>
              <a:avLst/>
              <a:gdLst>
                <a:gd name="T0" fmla="*/ 0 w 1426"/>
                <a:gd name="T1" fmla="*/ 1277 h 1277"/>
                <a:gd name="T2" fmla="*/ 466 w 1426"/>
                <a:gd name="T3" fmla="*/ 668 h 1277"/>
                <a:gd name="T4" fmla="*/ 848 w 1426"/>
                <a:gd name="T5" fmla="*/ 239 h 1277"/>
                <a:gd name="T6" fmla="*/ 1182 w 1426"/>
                <a:gd name="T7" fmla="*/ 48 h 1277"/>
                <a:gd name="T8" fmla="*/ 1426 w 1426"/>
                <a:gd name="T9" fmla="*/ 0 h 1277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  <a:gd name="T15" fmla="*/ 0 w 1426"/>
                <a:gd name="T16" fmla="*/ 0 h 1277"/>
                <a:gd name="T17" fmla="*/ 1426 w 1426"/>
                <a:gd name="T18" fmla="*/ 1277 h 1277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T15" t="T16" r="T17" b="T18"/>
              <a:pathLst>
                <a:path w="1426" h="1277">
                  <a:moveTo>
                    <a:pt x="0" y="1277"/>
                  </a:moveTo>
                  <a:cubicBezTo>
                    <a:pt x="78" y="1178"/>
                    <a:pt x="325" y="841"/>
                    <a:pt x="466" y="668"/>
                  </a:cubicBezTo>
                  <a:cubicBezTo>
                    <a:pt x="607" y="495"/>
                    <a:pt x="728" y="342"/>
                    <a:pt x="848" y="239"/>
                  </a:cubicBezTo>
                  <a:cubicBezTo>
                    <a:pt x="967" y="135"/>
                    <a:pt x="1086" y="88"/>
                    <a:pt x="1182" y="48"/>
                  </a:cubicBezTo>
                  <a:cubicBezTo>
                    <a:pt x="1278" y="8"/>
                    <a:pt x="1375" y="10"/>
                    <a:pt x="1426" y="0"/>
                  </a:cubicBezTo>
                </a:path>
              </a:pathLst>
            </a:custGeom>
            <a:noFill/>
            <a:ln w="28575">
              <a:solidFill>
                <a:srgbClr val="FF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>
              <a:lvl1pPr>
                <a:defRPr sz="1600">
                  <a:solidFill>
                    <a:schemeClr val="tx1"/>
                  </a:solidFill>
                  <a:latin typeface="Lucida Sans Unicode" panose="020B0602030504020204" pitchFamily="34" charset="0"/>
                </a:defRPr>
              </a:lvl1pPr>
              <a:lvl2pPr marL="742950" indent="-285750">
                <a:defRPr sz="1600">
                  <a:solidFill>
                    <a:schemeClr val="tx1"/>
                  </a:solidFill>
                  <a:latin typeface="Lucida Sans Unicode" panose="020B0602030504020204" pitchFamily="34" charset="0"/>
                </a:defRPr>
              </a:lvl2pPr>
              <a:lvl3pPr marL="1143000" indent="-228600">
                <a:defRPr sz="1600">
                  <a:solidFill>
                    <a:schemeClr val="tx1"/>
                  </a:solidFill>
                  <a:latin typeface="Lucida Sans Unicode" panose="020B0602030504020204" pitchFamily="34" charset="0"/>
                </a:defRPr>
              </a:lvl3pPr>
              <a:lvl4pPr marL="1600200" indent="-228600">
                <a:defRPr sz="1600">
                  <a:solidFill>
                    <a:schemeClr val="tx1"/>
                  </a:solidFill>
                  <a:latin typeface="Lucida Sans Unicode" panose="020B0602030504020204" pitchFamily="34" charset="0"/>
                </a:defRPr>
              </a:lvl4pPr>
              <a:lvl5pPr marL="2057400" indent="-228600">
                <a:defRPr sz="1600">
                  <a:solidFill>
                    <a:schemeClr val="tx1"/>
                  </a:solidFill>
                  <a:latin typeface="Lucida Sans Unicode" panose="020B0602030504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Lucida Sans Unicode" panose="020B0602030504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Lucida Sans Unicode" panose="020B0602030504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Lucida Sans Unicode" panose="020B0602030504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Lucida Sans Unicode" panose="020B0602030504020204" pitchFamily="34" charset="0"/>
                </a:defRPr>
              </a:lvl9pPr>
            </a:lstStyle>
            <a:p>
              <a:endParaRPr lang="en-US" altLang="en-US"/>
            </a:p>
          </p:txBody>
        </p:sp>
        <p:sp>
          <p:nvSpPr>
            <p:cNvPr id="11" name="Freeform 13"/>
            <p:cNvSpPr>
              <a:spLocks/>
            </p:cNvSpPr>
            <p:nvPr/>
          </p:nvSpPr>
          <p:spPr bwMode="auto">
            <a:xfrm>
              <a:off x="2874" y="1328"/>
              <a:ext cx="450" cy="709"/>
            </a:xfrm>
            <a:custGeom>
              <a:avLst/>
              <a:gdLst>
                <a:gd name="T0" fmla="*/ 1360 w 1360"/>
                <a:gd name="T1" fmla="*/ 1269 h 1269"/>
                <a:gd name="T2" fmla="*/ 894 w 1360"/>
                <a:gd name="T3" fmla="*/ 660 h 1269"/>
                <a:gd name="T4" fmla="*/ 512 w 1360"/>
                <a:gd name="T5" fmla="*/ 231 h 1269"/>
                <a:gd name="T6" fmla="*/ 178 w 1360"/>
                <a:gd name="T7" fmla="*/ 40 h 1269"/>
                <a:gd name="T8" fmla="*/ 0 w 1360"/>
                <a:gd name="T9" fmla="*/ 0 h 1269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  <a:gd name="T15" fmla="*/ 0 w 1360"/>
                <a:gd name="T16" fmla="*/ 0 h 1269"/>
                <a:gd name="T17" fmla="*/ 1360 w 1360"/>
                <a:gd name="T18" fmla="*/ 1269 h 1269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T15" t="T16" r="T17" b="T18"/>
              <a:pathLst>
                <a:path w="1360" h="1269">
                  <a:moveTo>
                    <a:pt x="1360" y="1269"/>
                  </a:moveTo>
                  <a:cubicBezTo>
                    <a:pt x="1282" y="1170"/>
                    <a:pt x="1035" y="833"/>
                    <a:pt x="894" y="660"/>
                  </a:cubicBezTo>
                  <a:cubicBezTo>
                    <a:pt x="753" y="487"/>
                    <a:pt x="632" y="334"/>
                    <a:pt x="512" y="231"/>
                  </a:cubicBezTo>
                  <a:cubicBezTo>
                    <a:pt x="393" y="127"/>
                    <a:pt x="263" y="78"/>
                    <a:pt x="178" y="40"/>
                  </a:cubicBezTo>
                  <a:cubicBezTo>
                    <a:pt x="93" y="2"/>
                    <a:pt x="37" y="8"/>
                    <a:pt x="0" y="0"/>
                  </a:cubicBezTo>
                </a:path>
              </a:pathLst>
            </a:custGeom>
            <a:noFill/>
            <a:ln w="28575">
              <a:solidFill>
                <a:srgbClr val="FF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>
              <a:lvl1pPr>
                <a:defRPr sz="1600">
                  <a:solidFill>
                    <a:schemeClr val="tx1"/>
                  </a:solidFill>
                  <a:latin typeface="Lucida Sans Unicode" panose="020B0602030504020204" pitchFamily="34" charset="0"/>
                </a:defRPr>
              </a:lvl1pPr>
              <a:lvl2pPr marL="742950" indent="-285750">
                <a:defRPr sz="1600">
                  <a:solidFill>
                    <a:schemeClr val="tx1"/>
                  </a:solidFill>
                  <a:latin typeface="Lucida Sans Unicode" panose="020B0602030504020204" pitchFamily="34" charset="0"/>
                </a:defRPr>
              </a:lvl2pPr>
              <a:lvl3pPr marL="1143000" indent="-228600">
                <a:defRPr sz="1600">
                  <a:solidFill>
                    <a:schemeClr val="tx1"/>
                  </a:solidFill>
                  <a:latin typeface="Lucida Sans Unicode" panose="020B0602030504020204" pitchFamily="34" charset="0"/>
                </a:defRPr>
              </a:lvl3pPr>
              <a:lvl4pPr marL="1600200" indent="-228600">
                <a:defRPr sz="1600">
                  <a:solidFill>
                    <a:schemeClr val="tx1"/>
                  </a:solidFill>
                  <a:latin typeface="Lucida Sans Unicode" panose="020B0602030504020204" pitchFamily="34" charset="0"/>
                </a:defRPr>
              </a:lvl4pPr>
              <a:lvl5pPr marL="2057400" indent="-228600">
                <a:defRPr sz="1600">
                  <a:solidFill>
                    <a:schemeClr val="tx1"/>
                  </a:solidFill>
                  <a:latin typeface="Lucida Sans Unicode" panose="020B0602030504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Lucida Sans Unicode" panose="020B0602030504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Lucida Sans Unicode" panose="020B0602030504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Lucida Sans Unicode" panose="020B0602030504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Lucida Sans Unicode" panose="020B0602030504020204" pitchFamily="34" charset="0"/>
                </a:defRPr>
              </a:lvl9pPr>
            </a:lstStyle>
            <a:p>
              <a:endParaRPr lang="en-US" altLang="en-US"/>
            </a:p>
          </p:txBody>
        </p:sp>
        <p:sp>
          <p:nvSpPr>
            <p:cNvPr id="12" name="Line 14"/>
            <p:cNvSpPr>
              <a:spLocks noChangeShapeType="1"/>
            </p:cNvSpPr>
            <p:nvPr/>
          </p:nvSpPr>
          <p:spPr bwMode="auto">
            <a:xfrm>
              <a:off x="2884" y="1331"/>
              <a:ext cx="0" cy="733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prstDash val="dash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GB"/>
            </a:p>
          </p:txBody>
        </p:sp>
        <p:sp>
          <p:nvSpPr>
            <p:cNvPr id="13" name="Freeform 15"/>
            <p:cNvSpPr>
              <a:spLocks/>
            </p:cNvSpPr>
            <p:nvPr/>
          </p:nvSpPr>
          <p:spPr bwMode="auto">
            <a:xfrm flipV="1">
              <a:off x="3338" y="2060"/>
              <a:ext cx="471" cy="713"/>
            </a:xfrm>
            <a:custGeom>
              <a:avLst/>
              <a:gdLst>
                <a:gd name="T0" fmla="*/ 0 w 1426"/>
                <a:gd name="T1" fmla="*/ 1277 h 1277"/>
                <a:gd name="T2" fmla="*/ 466 w 1426"/>
                <a:gd name="T3" fmla="*/ 668 h 1277"/>
                <a:gd name="T4" fmla="*/ 848 w 1426"/>
                <a:gd name="T5" fmla="*/ 239 h 1277"/>
                <a:gd name="T6" fmla="*/ 1182 w 1426"/>
                <a:gd name="T7" fmla="*/ 48 h 1277"/>
                <a:gd name="T8" fmla="*/ 1426 w 1426"/>
                <a:gd name="T9" fmla="*/ 0 h 1277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  <a:gd name="T15" fmla="*/ 0 w 1426"/>
                <a:gd name="T16" fmla="*/ 0 h 1277"/>
                <a:gd name="T17" fmla="*/ 1426 w 1426"/>
                <a:gd name="T18" fmla="*/ 1277 h 1277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T15" t="T16" r="T17" b="T18"/>
              <a:pathLst>
                <a:path w="1426" h="1277">
                  <a:moveTo>
                    <a:pt x="0" y="1277"/>
                  </a:moveTo>
                  <a:cubicBezTo>
                    <a:pt x="78" y="1178"/>
                    <a:pt x="325" y="841"/>
                    <a:pt x="466" y="668"/>
                  </a:cubicBezTo>
                  <a:cubicBezTo>
                    <a:pt x="607" y="495"/>
                    <a:pt x="728" y="342"/>
                    <a:pt x="848" y="239"/>
                  </a:cubicBezTo>
                  <a:cubicBezTo>
                    <a:pt x="967" y="135"/>
                    <a:pt x="1086" y="88"/>
                    <a:pt x="1182" y="48"/>
                  </a:cubicBezTo>
                  <a:cubicBezTo>
                    <a:pt x="1278" y="8"/>
                    <a:pt x="1375" y="10"/>
                    <a:pt x="1426" y="0"/>
                  </a:cubicBezTo>
                </a:path>
              </a:pathLst>
            </a:custGeom>
            <a:noFill/>
            <a:ln w="28575">
              <a:solidFill>
                <a:srgbClr val="FF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>
              <a:lvl1pPr>
                <a:defRPr sz="1600">
                  <a:solidFill>
                    <a:schemeClr val="tx1"/>
                  </a:solidFill>
                  <a:latin typeface="Lucida Sans Unicode" panose="020B0602030504020204" pitchFamily="34" charset="0"/>
                </a:defRPr>
              </a:lvl1pPr>
              <a:lvl2pPr marL="742950" indent="-285750">
                <a:defRPr sz="1600">
                  <a:solidFill>
                    <a:schemeClr val="tx1"/>
                  </a:solidFill>
                  <a:latin typeface="Lucida Sans Unicode" panose="020B0602030504020204" pitchFamily="34" charset="0"/>
                </a:defRPr>
              </a:lvl2pPr>
              <a:lvl3pPr marL="1143000" indent="-228600">
                <a:defRPr sz="1600">
                  <a:solidFill>
                    <a:schemeClr val="tx1"/>
                  </a:solidFill>
                  <a:latin typeface="Lucida Sans Unicode" panose="020B0602030504020204" pitchFamily="34" charset="0"/>
                </a:defRPr>
              </a:lvl3pPr>
              <a:lvl4pPr marL="1600200" indent="-228600">
                <a:defRPr sz="1600">
                  <a:solidFill>
                    <a:schemeClr val="tx1"/>
                  </a:solidFill>
                  <a:latin typeface="Lucida Sans Unicode" panose="020B0602030504020204" pitchFamily="34" charset="0"/>
                </a:defRPr>
              </a:lvl4pPr>
              <a:lvl5pPr marL="2057400" indent="-228600">
                <a:defRPr sz="1600">
                  <a:solidFill>
                    <a:schemeClr val="tx1"/>
                  </a:solidFill>
                  <a:latin typeface="Lucida Sans Unicode" panose="020B0602030504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Lucida Sans Unicode" panose="020B0602030504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Lucida Sans Unicode" panose="020B0602030504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Lucida Sans Unicode" panose="020B0602030504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Lucida Sans Unicode" panose="020B0602030504020204" pitchFamily="34" charset="0"/>
                </a:defRPr>
              </a:lvl9pPr>
            </a:lstStyle>
            <a:p>
              <a:endParaRPr lang="en-US" altLang="en-US"/>
            </a:p>
          </p:txBody>
        </p:sp>
        <p:sp>
          <p:nvSpPr>
            <p:cNvPr id="14" name="Freeform 16"/>
            <p:cNvSpPr>
              <a:spLocks/>
            </p:cNvSpPr>
            <p:nvPr/>
          </p:nvSpPr>
          <p:spPr bwMode="auto">
            <a:xfrm flipV="1">
              <a:off x="3799" y="2056"/>
              <a:ext cx="450" cy="709"/>
            </a:xfrm>
            <a:custGeom>
              <a:avLst/>
              <a:gdLst>
                <a:gd name="T0" fmla="*/ 1360 w 1360"/>
                <a:gd name="T1" fmla="*/ 1269 h 1269"/>
                <a:gd name="T2" fmla="*/ 894 w 1360"/>
                <a:gd name="T3" fmla="*/ 660 h 1269"/>
                <a:gd name="T4" fmla="*/ 512 w 1360"/>
                <a:gd name="T5" fmla="*/ 231 h 1269"/>
                <a:gd name="T6" fmla="*/ 178 w 1360"/>
                <a:gd name="T7" fmla="*/ 40 h 1269"/>
                <a:gd name="T8" fmla="*/ 0 w 1360"/>
                <a:gd name="T9" fmla="*/ 0 h 1269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  <a:gd name="T15" fmla="*/ 0 w 1360"/>
                <a:gd name="T16" fmla="*/ 0 h 1269"/>
                <a:gd name="T17" fmla="*/ 1360 w 1360"/>
                <a:gd name="T18" fmla="*/ 1269 h 1269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T15" t="T16" r="T17" b="T18"/>
              <a:pathLst>
                <a:path w="1360" h="1269">
                  <a:moveTo>
                    <a:pt x="1360" y="1269"/>
                  </a:moveTo>
                  <a:cubicBezTo>
                    <a:pt x="1282" y="1170"/>
                    <a:pt x="1035" y="833"/>
                    <a:pt x="894" y="660"/>
                  </a:cubicBezTo>
                  <a:cubicBezTo>
                    <a:pt x="753" y="487"/>
                    <a:pt x="632" y="334"/>
                    <a:pt x="512" y="231"/>
                  </a:cubicBezTo>
                  <a:cubicBezTo>
                    <a:pt x="393" y="127"/>
                    <a:pt x="263" y="78"/>
                    <a:pt x="178" y="40"/>
                  </a:cubicBezTo>
                  <a:cubicBezTo>
                    <a:pt x="93" y="2"/>
                    <a:pt x="37" y="8"/>
                    <a:pt x="0" y="0"/>
                  </a:cubicBezTo>
                </a:path>
              </a:pathLst>
            </a:custGeom>
            <a:noFill/>
            <a:ln w="28575">
              <a:solidFill>
                <a:srgbClr val="FF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>
              <a:lvl1pPr>
                <a:defRPr sz="1600">
                  <a:solidFill>
                    <a:schemeClr val="tx1"/>
                  </a:solidFill>
                  <a:latin typeface="Lucida Sans Unicode" panose="020B0602030504020204" pitchFamily="34" charset="0"/>
                </a:defRPr>
              </a:lvl1pPr>
              <a:lvl2pPr marL="742950" indent="-285750">
                <a:defRPr sz="1600">
                  <a:solidFill>
                    <a:schemeClr val="tx1"/>
                  </a:solidFill>
                  <a:latin typeface="Lucida Sans Unicode" panose="020B0602030504020204" pitchFamily="34" charset="0"/>
                </a:defRPr>
              </a:lvl2pPr>
              <a:lvl3pPr marL="1143000" indent="-228600">
                <a:defRPr sz="1600">
                  <a:solidFill>
                    <a:schemeClr val="tx1"/>
                  </a:solidFill>
                  <a:latin typeface="Lucida Sans Unicode" panose="020B0602030504020204" pitchFamily="34" charset="0"/>
                </a:defRPr>
              </a:lvl3pPr>
              <a:lvl4pPr marL="1600200" indent="-228600">
                <a:defRPr sz="1600">
                  <a:solidFill>
                    <a:schemeClr val="tx1"/>
                  </a:solidFill>
                  <a:latin typeface="Lucida Sans Unicode" panose="020B0602030504020204" pitchFamily="34" charset="0"/>
                </a:defRPr>
              </a:lvl4pPr>
              <a:lvl5pPr marL="2057400" indent="-228600">
                <a:defRPr sz="1600">
                  <a:solidFill>
                    <a:schemeClr val="tx1"/>
                  </a:solidFill>
                  <a:latin typeface="Lucida Sans Unicode" panose="020B0602030504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Lucida Sans Unicode" panose="020B0602030504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Lucida Sans Unicode" panose="020B0602030504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Lucida Sans Unicode" panose="020B0602030504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Lucida Sans Unicode" panose="020B0602030504020204" pitchFamily="34" charset="0"/>
                </a:defRPr>
              </a:lvl9pPr>
            </a:lstStyle>
            <a:p>
              <a:endParaRPr lang="en-US" altLang="en-US"/>
            </a:p>
          </p:txBody>
        </p:sp>
        <p:sp>
          <p:nvSpPr>
            <p:cNvPr id="15" name="Line 17"/>
            <p:cNvSpPr>
              <a:spLocks noChangeShapeType="1"/>
            </p:cNvSpPr>
            <p:nvPr/>
          </p:nvSpPr>
          <p:spPr bwMode="auto">
            <a:xfrm flipV="1">
              <a:off x="3808" y="2059"/>
              <a:ext cx="1" cy="733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prstDash val="dash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GB"/>
            </a:p>
          </p:txBody>
        </p:sp>
        <p:grpSp>
          <p:nvGrpSpPr>
            <p:cNvPr id="16" name="Group 18"/>
            <p:cNvGrpSpPr>
              <a:grpSpLocks/>
            </p:cNvGrpSpPr>
            <p:nvPr/>
          </p:nvGrpSpPr>
          <p:grpSpPr bwMode="auto">
            <a:xfrm>
              <a:off x="4261" y="1328"/>
              <a:ext cx="911" cy="736"/>
              <a:chOff x="709" y="1560"/>
              <a:chExt cx="911" cy="736"/>
            </a:xfrm>
          </p:grpSpPr>
          <p:sp>
            <p:nvSpPr>
              <p:cNvPr id="17" name="Freeform 19"/>
              <p:cNvSpPr>
                <a:spLocks/>
              </p:cNvSpPr>
              <p:nvPr/>
            </p:nvSpPr>
            <p:spPr bwMode="auto">
              <a:xfrm>
                <a:off x="709" y="1564"/>
                <a:ext cx="472" cy="713"/>
              </a:xfrm>
              <a:custGeom>
                <a:avLst/>
                <a:gdLst>
                  <a:gd name="T0" fmla="*/ 0 w 1426"/>
                  <a:gd name="T1" fmla="*/ 1277 h 1277"/>
                  <a:gd name="T2" fmla="*/ 466 w 1426"/>
                  <a:gd name="T3" fmla="*/ 668 h 1277"/>
                  <a:gd name="T4" fmla="*/ 848 w 1426"/>
                  <a:gd name="T5" fmla="*/ 239 h 1277"/>
                  <a:gd name="T6" fmla="*/ 1182 w 1426"/>
                  <a:gd name="T7" fmla="*/ 48 h 1277"/>
                  <a:gd name="T8" fmla="*/ 1426 w 1426"/>
                  <a:gd name="T9" fmla="*/ 0 h 1277"/>
                  <a:gd name="T10" fmla="*/ 0 60000 65536"/>
                  <a:gd name="T11" fmla="*/ 0 60000 65536"/>
                  <a:gd name="T12" fmla="*/ 0 60000 65536"/>
                  <a:gd name="T13" fmla="*/ 0 60000 65536"/>
                  <a:gd name="T14" fmla="*/ 0 60000 65536"/>
                  <a:gd name="T15" fmla="*/ 0 w 1426"/>
                  <a:gd name="T16" fmla="*/ 0 h 1277"/>
                  <a:gd name="T17" fmla="*/ 1426 w 1426"/>
                  <a:gd name="T18" fmla="*/ 1277 h 1277"/>
                </a:gdLst>
                <a:ahLst/>
                <a:cxnLst>
                  <a:cxn ang="T10">
                    <a:pos x="T0" y="T1"/>
                  </a:cxn>
                  <a:cxn ang="T11">
                    <a:pos x="T2" y="T3"/>
                  </a:cxn>
                  <a:cxn ang="T12">
                    <a:pos x="T4" y="T5"/>
                  </a:cxn>
                  <a:cxn ang="T13">
                    <a:pos x="T6" y="T7"/>
                  </a:cxn>
                  <a:cxn ang="T14">
                    <a:pos x="T8" y="T9"/>
                  </a:cxn>
                </a:cxnLst>
                <a:rect l="T15" t="T16" r="T17" b="T18"/>
                <a:pathLst>
                  <a:path w="1426" h="1277">
                    <a:moveTo>
                      <a:pt x="0" y="1277"/>
                    </a:moveTo>
                    <a:cubicBezTo>
                      <a:pt x="78" y="1178"/>
                      <a:pt x="325" y="841"/>
                      <a:pt x="466" y="668"/>
                    </a:cubicBezTo>
                    <a:cubicBezTo>
                      <a:pt x="607" y="495"/>
                      <a:pt x="728" y="342"/>
                      <a:pt x="848" y="239"/>
                    </a:cubicBezTo>
                    <a:cubicBezTo>
                      <a:pt x="967" y="135"/>
                      <a:pt x="1086" y="88"/>
                      <a:pt x="1182" y="48"/>
                    </a:cubicBezTo>
                    <a:cubicBezTo>
                      <a:pt x="1278" y="8"/>
                      <a:pt x="1375" y="10"/>
                      <a:pt x="1426" y="0"/>
                    </a:cubicBezTo>
                  </a:path>
                </a:pathLst>
              </a:custGeom>
              <a:noFill/>
              <a:ln w="28575">
                <a:solidFill>
                  <a:srgbClr val="FF0000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/>
              <a:lstStyle>
                <a:lvl1pPr>
                  <a:defRPr sz="1600">
                    <a:solidFill>
                      <a:schemeClr val="tx1"/>
                    </a:solidFill>
                    <a:latin typeface="Lucida Sans Unicode" panose="020B0602030504020204" pitchFamily="34" charset="0"/>
                  </a:defRPr>
                </a:lvl1pPr>
                <a:lvl2pPr marL="742950" indent="-285750">
                  <a:defRPr sz="1600">
                    <a:solidFill>
                      <a:schemeClr val="tx1"/>
                    </a:solidFill>
                    <a:latin typeface="Lucida Sans Unicode" panose="020B0602030504020204" pitchFamily="34" charset="0"/>
                  </a:defRPr>
                </a:lvl2pPr>
                <a:lvl3pPr marL="1143000" indent="-228600">
                  <a:defRPr sz="1600">
                    <a:solidFill>
                      <a:schemeClr val="tx1"/>
                    </a:solidFill>
                    <a:latin typeface="Lucida Sans Unicode" panose="020B0602030504020204" pitchFamily="34" charset="0"/>
                  </a:defRPr>
                </a:lvl3pPr>
                <a:lvl4pPr marL="1600200" indent="-228600">
                  <a:defRPr sz="1600">
                    <a:solidFill>
                      <a:schemeClr val="tx1"/>
                    </a:solidFill>
                    <a:latin typeface="Lucida Sans Unicode" panose="020B0602030504020204" pitchFamily="34" charset="0"/>
                  </a:defRPr>
                </a:lvl4pPr>
                <a:lvl5pPr marL="2057400" indent="-228600">
                  <a:defRPr sz="1600">
                    <a:solidFill>
                      <a:schemeClr val="tx1"/>
                    </a:solidFill>
                    <a:latin typeface="Lucida Sans Unicode" panose="020B0602030504020204" pitchFamily="34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1600">
                    <a:solidFill>
                      <a:schemeClr val="tx1"/>
                    </a:solidFill>
                    <a:latin typeface="Lucida Sans Unicode" panose="020B0602030504020204" pitchFamily="34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1600">
                    <a:solidFill>
                      <a:schemeClr val="tx1"/>
                    </a:solidFill>
                    <a:latin typeface="Lucida Sans Unicode" panose="020B0602030504020204" pitchFamily="34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1600">
                    <a:solidFill>
                      <a:schemeClr val="tx1"/>
                    </a:solidFill>
                    <a:latin typeface="Lucida Sans Unicode" panose="020B0602030504020204" pitchFamily="34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1600">
                    <a:solidFill>
                      <a:schemeClr val="tx1"/>
                    </a:solidFill>
                    <a:latin typeface="Lucida Sans Unicode" panose="020B0602030504020204" pitchFamily="34" charset="0"/>
                  </a:defRPr>
                </a:lvl9pPr>
              </a:lstStyle>
              <a:p>
                <a:endParaRPr lang="en-US" altLang="en-US"/>
              </a:p>
            </p:txBody>
          </p:sp>
          <p:sp>
            <p:nvSpPr>
              <p:cNvPr id="18" name="Freeform 20"/>
              <p:cNvSpPr>
                <a:spLocks/>
              </p:cNvSpPr>
              <p:nvPr/>
            </p:nvSpPr>
            <p:spPr bwMode="auto">
              <a:xfrm>
                <a:off x="1170" y="1560"/>
                <a:ext cx="450" cy="709"/>
              </a:xfrm>
              <a:custGeom>
                <a:avLst/>
                <a:gdLst>
                  <a:gd name="T0" fmla="*/ 1360 w 1360"/>
                  <a:gd name="T1" fmla="*/ 1269 h 1269"/>
                  <a:gd name="T2" fmla="*/ 894 w 1360"/>
                  <a:gd name="T3" fmla="*/ 660 h 1269"/>
                  <a:gd name="T4" fmla="*/ 512 w 1360"/>
                  <a:gd name="T5" fmla="*/ 231 h 1269"/>
                  <a:gd name="T6" fmla="*/ 178 w 1360"/>
                  <a:gd name="T7" fmla="*/ 40 h 1269"/>
                  <a:gd name="T8" fmla="*/ 0 w 1360"/>
                  <a:gd name="T9" fmla="*/ 0 h 1269"/>
                  <a:gd name="T10" fmla="*/ 0 60000 65536"/>
                  <a:gd name="T11" fmla="*/ 0 60000 65536"/>
                  <a:gd name="T12" fmla="*/ 0 60000 65536"/>
                  <a:gd name="T13" fmla="*/ 0 60000 65536"/>
                  <a:gd name="T14" fmla="*/ 0 60000 65536"/>
                  <a:gd name="T15" fmla="*/ 0 w 1360"/>
                  <a:gd name="T16" fmla="*/ 0 h 1269"/>
                  <a:gd name="T17" fmla="*/ 1360 w 1360"/>
                  <a:gd name="T18" fmla="*/ 1269 h 1269"/>
                </a:gdLst>
                <a:ahLst/>
                <a:cxnLst>
                  <a:cxn ang="T10">
                    <a:pos x="T0" y="T1"/>
                  </a:cxn>
                  <a:cxn ang="T11">
                    <a:pos x="T2" y="T3"/>
                  </a:cxn>
                  <a:cxn ang="T12">
                    <a:pos x="T4" y="T5"/>
                  </a:cxn>
                  <a:cxn ang="T13">
                    <a:pos x="T6" y="T7"/>
                  </a:cxn>
                  <a:cxn ang="T14">
                    <a:pos x="T8" y="T9"/>
                  </a:cxn>
                </a:cxnLst>
                <a:rect l="T15" t="T16" r="T17" b="T18"/>
                <a:pathLst>
                  <a:path w="1360" h="1269">
                    <a:moveTo>
                      <a:pt x="1360" y="1269"/>
                    </a:moveTo>
                    <a:cubicBezTo>
                      <a:pt x="1282" y="1170"/>
                      <a:pt x="1035" y="833"/>
                      <a:pt x="894" y="660"/>
                    </a:cubicBezTo>
                    <a:cubicBezTo>
                      <a:pt x="753" y="487"/>
                      <a:pt x="632" y="334"/>
                      <a:pt x="512" y="231"/>
                    </a:cubicBezTo>
                    <a:cubicBezTo>
                      <a:pt x="393" y="127"/>
                      <a:pt x="263" y="78"/>
                      <a:pt x="178" y="40"/>
                    </a:cubicBezTo>
                    <a:cubicBezTo>
                      <a:pt x="93" y="2"/>
                      <a:pt x="37" y="8"/>
                      <a:pt x="0" y="0"/>
                    </a:cubicBezTo>
                  </a:path>
                </a:pathLst>
              </a:custGeom>
              <a:noFill/>
              <a:ln w="28575">
                <a:solidFill>
                  <a:srgbClr val="FF0000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/>
              <a:lstStyle>
                <a:lvl1pPr>
                  <a:defRPr sz="1600">
                    <a:solidFill>
                      <a:schemeClr val="tx1"/>
                    </a:solidFill>
                    <a:latin typeface="Lucida Sans Unicode" panose="020B0602030504020204" pitchFamily="34" charset="0"/>
                  </a:defRPr>
                </a:lvl1pPr>
                <a:lvl2pPr marL="742950" indent="-285750">
                  <a:defRPr sz="1600">
                    <a:solidFill>
                      <a:schemeClr val="tx1"/>
                    </a:solidFill>
                    <a:latin typeface="Lucida Sans Unicode" panose="020B0602030504020204" pitchFamily="34" charset="0"/>
                  </a:defRPr>
                </a:lvl2pPr>
                <a:lvl3pPr marL="1143000" indent="-228600">
                  <a:defRPr sz="1600">
                    <a:solidFill>
                      <a:schemeClr val="tx1"/>
                    </a:solidFill>
                    <a:latin typeface="Lucida Sans Unicode" panose="020B0602030504020204" pitchFamily="34" charset="0"/>
                  </a:defRPr>
                </a:lvl3pPr>
                <a:lvl4pPr marL="1600200" indent="-228600">
                  <a:defRPr sz="1600">
                    <a:solidFill>
                      <a:schemeClr val="tx1"/>
                    </a:solidFill>
                    <a:latin typeface="Lucida Sans Unicode" panose="020B0602030504020204" pitchFamily="34" charset="0"/>
                  </a:defRPr>
                </a:lvl4pPr>
                <a:lvl5pPr marL="2057400" indent="-228600">
                  <a:defRPr sz="1600">
                    <a:solidFill>
                      <a:schemeClr val="tx1"/>
                    </a:solidFill>
                    <a:latin typeface="Lucida Sans Unicode" panose="020B0602030504020204" pitchFamily="34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1600">
                    <a:solidFill>
                      <a:schemeClr val="tx1"/>
                    </a:solidFill>
                    <a:latin typeface="Lucida Sans Unicode" panose="020B0602030504020204" pitchFamily="34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1600">
                    <a:solidFill>
                      <a:schemeClr val="tx1"/>
                    </a:solidFill>
                    <a:latin typeface="Lucida Sans Unicode" panose="020B0602030504020204" pitchFamily="34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1600">
                    <a:solidFill>
                      <a:schemeClr val="tx1"/>
                    </a:solidFill>
                    <a:latin typeface="Lucida Sans Unicode" panose="020B0602030504020204" pitchFamily="34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1600">
                    <a:solidFill>
                      <a:schemeClr val="tx1"/>
                    </a:solidFill>
                    <a:latin typeface="Lucida Sans Unicode" panose="020B0602030504020204" pitchFamily="34" charset="0"/>
                  </a:defRPr>
                </a:lvl9pPr>
              </a:lstStyle>
              <a:p>
                <a:endParaRPr lang="en-US" altLang="en-US"/>
              </a:p>
            </p:txBody>
          </p:sp>
          <p:sp>
            <p:nvSpPr>
              <p:cNvPr id="19" name="Line 21"/>
              <p:cNvSpPr>
                <a:spLocks noChangeShapeType="1"/>
              </p:cNvSpPr>
              <p:nvPr/>
            </p:nvSpPr>
            <p:spPr bwMode="auto">
              <a:xfrm>
                <a:off x="1180" y="1563"/>
                <a:ext cx="0" cy="733"/>
              </a:xfrm>
              <a:prstGeom prst="line">
                <a:avLst/>
              </a:prstGeom>
              <a:noFill/>
              <a:ln w="9525">
                <a:solidFill>
                  <a:schemeClr val="tx1"/>
                </a:solidFill>
                <a:prstDash val="dash"/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en-GB"/>
              </a:p>
            </p:txBody>
          </p:sp>
        </p:grpSp>
      </p:grpSp>
    </p:spTree>
    <p:extLst>
      <p:ext uri="{BB962C8B-B14F-4D97-AF65-F5344CB8AC3E}">
        <p14:creationId xmlns:p14="http://schemas.microsoft.com/office/powerpoint/2010/main" val="2650127224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7" name="Text Box 2"/>
          <p:cNvSpPr txBox="1">
            <a:spLocks noChangeArrowheads="1"/>
          </p:cNvSpPr>
          <p:nvPr/>
        </p:nvSpPr>
        <p:spPr bwMode="auto">
          <a:xfrm>
            <a:off x="444500" y="1444625"/>
            <a:ext cx="1373188" cy="3968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 algn="ctr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defRPr sz="1600">
                <a:solidFill>
                  <a:schemeClr val="tx1"/>
                </a:solidFill>
                <a:latin typeface="Lucida Sans Unicode" panose="020B0602030504020204" pitchFamily="34" charset="0"/>
              </a:defRPr>
            </a:lvl1pPr>
            <a:lvl2pPr marL="742950" indent="-285750">
              <a:defRPr sz="1600">
                <a:solidFill>
                  <a:schemeClr val="tx1"/>
                </a:solidFill>
                <a:latin typeface="Lucida Sans Unicode" panose="020B0602030504020204" pitchFamily="34" charset="0"/>
              </a:defRPr>
            </a:lvl2pPr>
            <a:lvl3pPr marL="1143000" indent="-228600">
              <a:defRPr sz="1600">
                <a:solidFill>
                  <a:schemeClr val="tx1"/>
                </a:solidFill>
                <a:latin typeface="Lucida Sans Unicode" panose="020B0602030504020204" pitchFamily="34" charset="0"/>
              </a:defRPr>
            </a:lvl3pPr>
            <a:lvl4pPr marL="1600200" indent="-228600">
              <a:defRPr sz="1600">
                <a:solidFill>
                  <a:schemeClr val="tx1"/>
                </a:solidFill>
                <a:latin typeface="Lucida Sans Unicode" panose="020B0602030504020204" pitchFamily="34" charset="0"/>
              </a:defRPr>
            </a:lvl4pPr>
            <a:lvl5pPr marL="2057400" indent="-228600">
              <a:defRPr sz="1600">
                <a:solidFill>
                  <a:schemeClr val="tx1"/>
                </a:solidFill>
                <a:latin typeface="Lucida Sans Unicode" panose="020B0602030504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Lucida Sans Unicode" panose="020B0602030504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Lucida Sans Unicode" panose="020B0602030504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Lucida Sans Unicode" panose="020B0602030504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Lucida Sans Unicode" panose="020B0602030504020204" pitchFamily="34" charset="0"/>
              </a:defRPr>
            </a:lvl9pPr>
          </a:lstStyle>
          <a:p>
            <a:r>
              <a:rPr lang="en-GB" altLang="en-US" sz="2000" b="1"/>
              <a:t>sine (sin):</a:t>
            </a:r>
          </a:p>
        </p:txBody>
      </p:sp>
      <p:grpSp>
        <p:nvGrpSpPr>
          <p:cNvPr id="1028" name="Group 3"/>
          <p:cNvGrpSpPr>
            <a:grpSpLocks/>
          </p:cNvGrpSpPr>
          <p:nvPr/>
        </p:nvGrpSpPr>
        <p:grpSpPr bwMode="auto">
          <a:xfrm>
            <a:off x="444500" y="2757488"/>
            <a:ext cx="4948238" cy="2598737"/>
            <a:chOff x="271" y="1272"/>
            <a:chExt cx="3117" cy="1637"/>
          </a:xfrm>
        </p:grpSpPr>
        <p:sp>
          <p:nvSpPr>
            <p:cNvPr id="1034" name="AutoShape 4"/>
            <p:cNvSpPr>
              <a:spLocks noChangeArrowheads="1"/>
            </p:cNvSpPr>
            <p:nvPr/>
          </p:nvSpPr>
          <p:spPr bwMode="auto">
            <a:xfrm>
              <a:off x="1032" y="1272"/>
              <a:ext cx="2356" cy="1204"/>
            </a:xfrm>
            <a:prstGeom prst="rtTriangle">
              <a:avLst/>
            </a:prstGeom>
            <a:solidFill>
              <a:srgbClr val="FFCC66"/>
            </a:solidFill>
            <a:ln w="9525" algn="ctr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>
              <a:lvl1pPr>
                <a:defRPr sz="1600">
                  <a:solidFill>
                    <a:schemeClr val="tx1"/>
                  </a:solidFill>
                  <a:latin typeface="Lucida Sans Unicode" panose="020B0602030504020204" pitchFamily="34" charset="0"/>
                </a:defRPr>
              </a:lvl1pPr>
              <a:lvl2pPr marL="742950" indent="-285750">
                <a:defRPr sz="1600">
                  <a:solidFill>
                    <a:schemeClr val="tx1"/>
                  </a:solidFill>
                  <a:latin typeface="Lucida Sans Unicode" panose="020B0602030504020204" pitchFamily="34" charset="0"/>
                </a:defRPr>
              </a:lvl2pPr>
              <a:lvl3pPr marL="1143000" indent="-228600">
                <a:defRPr sz="1600">
                  <a:solidFill>
                    <a:schemeClr val="tx1"/>
                  </a:solidFill>
                  <a:latin typeface="Lucida Sans Unicode" panose="020B0602030504020204" pitchFamily="34" charset="0"/>
                </a:defRPr>
              </a:lvl3pPr>
              <a:lvl4pPr marL="1600200" indent="-228600">
                <a:defRPr sz="1600">
                  <a:solidFill>
                    <a:schemeClr val="tx1"/>
                  </a:solidFill>
                  <a:latin typeface="Lucida Sans Unicode" panose="020B0602030504020204" pitchFamily="34" charset="0"/>
                </a:defRPr>
              </a:lvl4pPr>
              <a:lvl5pPr marL="2057400" indent="-228600">
                <a:defRPr sz="1600">
                  <a:solidFill>
                    <a:schemeClr val="tx1"/>
                  </a:solidFill>
                  <a:latin typeface="Lucida Sans Unicode" panose="020B0602030504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Lucida Sans Unicode" panose="020B0602030504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Lucida Sans Unicode" panose="020B0602030504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Lucida Sans Unicode" panose="020B0602030504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Lucida Sans Unicode" panose="020B0602030504020204" pitchFamily="34" charset="0"/>
                </a:defRPr>
              </a:lvl9pPr>
            </a:lstStyle>
            <a:p>
              <a:endParaRPr lang="en-US" altLang="en-US"/>
            </a:p>
          </p:txBody>
        </p:sp>
        <p:sp>
          <p:nvSpPr>
            <p:cNvPr id="1035" name="Rectangle 5"/>
            <p:cNvSpPr>
              <a:spLocks noChangeArrowheads="1"/>
            </p:cNvSpPr>
            <p:nvPr/>
          </p:nvSpPr>
          <p:spPr bwMode="auto">
            <a:xfrm>
              <a:off x="1024" y="2286"/>
              <a:ext cx="258" cy="190"/>
            </a:xfrm>
            <a:prstGeom prst="rect">
              <a:avLst/>
            </a:prstGeom>
            <a:noFill/>
            <a:ln w="9525" algn="ctr">
              <a:solidFill>
                <a:schemeClr val="tx1"/>
              </a:solidFill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wrap="none" anchor="ctr"/>
            <a:lstStyle>
              <a:lvl1pPr>
                <a:defRPr sz="1600">
                  <a:solidFill>
                    <a:schemeClr val="tx1"/>
                  </a:solidFill>
                  <a:latin typeface="Lucida Sans Unicode" panose="020B0602030504020204" pitchFamily="34" charset="0"/>
                </a:defRPr>
              </a:lvl1pPr>
              <a:lvl2pPr marL="742950" indent="-285750">
                <a:defRPr sz="1600">
                  <a:solidFill>
                    <a:schemeClr val="tx1"/>
                  </a:solidFill>
                  <a:latin typeface="Lucida Sans Unicode" panose="020B0602030504020204" pitchFamily="34" charset="0"/>
                </a:defRPr>
              </a:lvl2pPr>
              <a:lvl3pPr marL="1143000" indent="-228600">
                <a:defRPr sz="1600">
                  <a:solidFill>
                    <a:schemeClr val="tx1"/>
                  </a:solidFill>
                  <a:latin typeface="Lucida Sans Unicode" panose="020B0602030504020204" pitchFamily="34" charset="0"/>
                </a:defRPr>
              </a:lvl3pPr>
              <a:lvl4pPr marL="1600200" indent="-228600">
                <a:defRPr sz="1600">
                  <a:solidFill>
                    <a:schemeClr val="tx1"/>
                  </a:solidFill>
                  <a:latin typeface="Lucida Sans Unicode" panose="020B0602030504020204" pitchFamily="34" charset="0"/>
                </a:defRPr>
              </a:lvl4pPr>
              <a:lvl5pPr marL="2057400" indent="-228600">
                <a:defRPr sz="1600">
                  <a:solidFill>
                    <a:schemeClr val="tx1"/>
                  </a:solidFill>
                  <a:latin typeface="Lucida Sans Unicode" panose="020B0602030504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Lucida Sans Unicode" panose="020B0602030504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Lucida Sans Unicode" panose="020B0602030504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Lucida Sans Unicode" panose="020B0602030504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Lucida Sans Unicode" panose="020B0602030504020204" pitchFamily="34" charset="0"/>
                </a:defRPr>
              </a:lvl9pPr>
            </a:lstStyle>
            <a:p>
              <a:endParaRPr lang="en-US" altLang="en-US"/>
            </a:p>
          </p:txBody>
        </p:sp>
        <p:sp>
          <p:nvSpPr>
            <p:cNvPr id="1036" name="Text Box 6"/>
            <p:cNvSpPr txBox="1">
              <a:spLocks noChangeArrowheads="1"/>
            </p:cNvSpPr>
            <p:nvPr/>
          </p:nvSpPr>
          <p:spPr bwMode="auto">
            <a:xfrm>
              <a:off x="271" y="1769"/>
              <a:ext cx="741" cy="366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 algn="ctr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>
                <a:defRPr sz="1600">
                  <a:solidFill>
                    <a:schemeClr val="tx1"/>
                  </a:solidFill>
                  <a:latin typeface="Lucida Sans Unicode" panose="020B0602030504020204" pitchFamily="34" charset="0"/>
                </a:defRPr>
              </a:lvl1pPr>
              <a:lvl2pPr marL="742950" indent="-285750">
                <a:defRPr sz="1600">
                  <a:solidFill>
                    <a:schemeClr val="tx1"/>
                  </a:solidFill>
                  <a:latin typeface="Lucida Sans Unicode" panose="020B0602030504020204" pitchFamily="34" charset="0"/>
                </a:defRPr>
              </a:lvl2pPr>
              <a:lvl3pPr marL="1143000" indent="-228600">
                <a:defRPr sz="1600">
                  <a:solidFill>
                    <a:schemeClr val="tx1"/>
                  </a:solidFill>
                  <a:latin typeface="Lucida Sans Unicode" panose="020B0602030504020204" pitchFamily="34" charset="0"/>
                </a:defRPr>
              </a:lvl3pPr>
              <a:lvl4pPr marL="1600200" indent="-228600">
                <a:defRPr sz="1600">
                  <a:solidFill>
                    <a:schemeClr val="tx1"/>
                  </a:solidFill>
                  <a:latin typeface="Lucida Sans Unicode" panose="020B0602030504020204" pitchFamily="34" charset="0"/>
                </a:defRPr>
              </a:lvl4pPr>
              <a:lvl5pPr marL="2057400" indent="-228600">
                <a:defRPr sz="1600">
                  <a:solidFill>
                    <a:schemeClr val="tx1"/>
                  </a:solidFill>
                  <a:latin typeface="Lucida Sans Unicode" panose="020B0602030504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Lucida Sans Unicode" panose="020B0602030504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Lucida Sans Unicode" panose="020B0602030504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Lucida Sans Unicode" panose="020B0602030504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Lucida Sans Unicode" panose="020B0602030504020204" pitchFamily="34" charset="0"/>
                </a:defRPr>
              </a:lvl9pPr>
            </a:lstStyle>
            <a:p>
              <a:pPr algn="ctr"/>
              <a:r>
                <a:rPr lang="en-GB" altLang="en-US"/>
                <a:t>a</a:t>
              </a:r>
            </a:p>
            <a:p>
              <a:pPr algn="ctr"/>
              <a:r>
                <a:rPr lang="en-GB" altLang="en-US"/>
                <a:t>(opposite)</a:t>
              </a:r>
            </a:p>
          </p:txBody>
        </p:sp>
        <p:sp>
          <p:nvSpPr>
            <p:cNvPr id="1037" name="Text Box 7"/>
            <p:cNvSpPr txBox="1">
              <a:spLocks noChangeArrowheads="1"/>
            </p:cNvSpPr>
            <p:nvPr/>
          </p:nvSpPr>
          <p:spPr bwMode="auto">
            <a:xfrm>
              <a:off x="1790" y="2543"/>
              <a:ext cx="726" cy="366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 algn="ctr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>
                <a:defRPr sz="1600">
                  <a:solidFill>
                    <a:schemeClr val="tx1"/>
                  </a:solidFill>
                  <a:latin typeface="Lucida Sans Unicode" panose="020B0602030504020204" pitchFamily="34" charset="0"/>
                </a:defRPr>
              </a:lvl1pPr>
              <a:lvl2pPr marL="742950" indent="-285750">
                <a:defRPr sz="1600">
                  <a:solidFill>
                    <a:schemeClr val="tx1"/>
                  </a:solidFill>
                  <a:latin typeface="Lucida Sans Unicode" panose="020B0602030504020204" pitchFamily="34" charset="0"/>
                </a:defRPr>
              </a:lvl2pPr>
              <a:lvl3pPr marL="1143000" indent="-228600">
                <a:defRPr sz="1600">
                  <a:solidFill>
                    <a:schemeClr val="tx1"/>
                  </a:solidFill>
                  <a:latin typeface="Lucida Sans Unicode" panose="020B0602030504020204" pitchFamily="34" charset="0"/>
                </a:defRPr>
              </a:lvl3pPr>
              <a:lvl4pPr marL="1600200" indent="-228600">
                <a:defRPr sz="1600">
                  <a:solidFill>
                    <a:schemeClr val="tx1"/>
                  </a:solidFill>
                  <a:latin typeface="Lucida Sans Unicode" panose="020B0602030504020204" pitchFamily="34" charset="0"/>
                </a:defRPr>
              </a:lvl4pPr>
              <a:lvl5pPr marL="2057400" indent="-228600">
                <a:defRPr sz="1600">
                  <a:solidFill>
                    <a:schemeClr val="tx1"/>
                  </a:solidFill>
                  <a:latin typeface="Lucida Sans Unicode" panose="020B0602030504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Lucida Sans Unicode" panose="020B0602030504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Lucida Sans Unicode" panose="020B0602030504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Lucida Sans Unicode" panose="020B0602030504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Lucida Sans Unicode" panose="020B0602030504020204" pitchFamily="34" charset="0"/>
                </a:defRPr>
              </a:lvl9pPr>
            </a:lstStyle>
            <a:p>
              <a:pPr algn="ctr"/>
              <a:r>
                <a:rPr lang="en-GB" altLang="en-US"/>
                <a:t>b</a:t>
              </a:r>
            </a:p>
            <a:p>
              <a:pPr algn="ctr"/>
              <a:r>
                <a:rPr lang="en-GB" altLang="en-US"/>
                <a:t>(adjacent)</a:t>
              </a:r>
            </a:p>
          </p:txBody>
        </p:sp>
        <p:sp>
          <p:nvSpPr>
            <p:cNvPr id="1038" name="Text Box 8"/>
            <p:cNvSpPr txBox="1">
              <a:spLocks noChangeArrowheads="1"/>
            </p:cNvSpPr>
            <p:nvPr/>
          </p:nvSpPr>
          <p:spPr bwMode="auto">
            <a:xfrm>
              <a:off x="1886" y="1345"/>
              <a:ext cx="919" cy="366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 algn="ctr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>
                <a:defRPr sz="1600">
                  <a:solidFill>
                    <a:schemeClr val="tx1"/>
                  </a:solidFill>
                  <a:latin typeface="Lucida Sans Unicode" panose="020B0602030504020204" pitchFamily="34" charset="0"/>
                </a:defRPr>
              </a:lvl1pPr>
              <a:lvl2pPr marL="742950" indent="-285750">
                <a:defRPr sz="1600">
                  <a:solidFill>
                    <a:schemeClr val="tx1"/>
                  </a:solidFill>
                  <a:latin typeface="Lucida Sans Unicode" panose="020B0602030504020204" pitchFamily="34" charset="0"/>
                </a:defRPr>
              </a:lvl2pPr>
              <a:lvl3pPr marL="1143000" indent="-228600">
                <a:defRPr sz="1600">
                  <a:solidFill>
                    <a:schemeClr val="tx1"/>
                  </a:solidFill>
                  <a:latin typeface="Lucida Sans Unicode" panose="020B0602030504020204" pitchFamily="34" charset="0"/>
                </a:defRPr>
              </a:lvl3pPr>
              <a:lvl4pPr marL="1600200" indent="-228600">
                <a:defRPr sz="1600">
                  <a:solidFill>
                    <a:schemeClr val="tx1"/>
                  </a:solidFill>
                  <a:latin typeface="Lucida Sans Unicode" panose="020B0602030504020204" pitchFamily="34" charset="0"/>
                </a:defRPr>
              </a:lvl4pPr>
              <a:lvl5pPr marL="2057400" indent="-228600">
                <a:defRPr sz="1600">
                  <a:solidFill>
                    <a:schemeClr val="tx1"/>
                  </a:solidFill>
                  <a:latin typeface="Lucida Sans Unicode" panose="020B0602030504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Lucida Sans Unicode" panose="020B0602030504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Lucida Sans Unicode" panose="020B0602030504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Lucida Sans Unicode" panose="020B0602030504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Lucida Sans Unicode" panose="020B0602030504020204" pitchFamily="34" charset="0"/>
                </a:defRPr>
              </a:lvl9pPr>
            </a:lstStyle>
            <a:p>
              <a:pPr algn="ctr"/>
              <a:r>
                <a:rPr lang="en-GB" altLang="en-US"/>
                <a:t>c </a:t>
              </a:r>
            </a:p>
            <a:p>
              <a:pPr algn="ctr"/>
              <a:r>
                <a:rPr lang="en-GB" altLang="en-US"/>
                <a:t>(hypotenuse)</a:t>
              </a:r>
            </a:p>
          </p:txBody>
        </p:sp>
        <p:sp>
          <p:nvSpPr>
            <p:cNvPr id="1039" name="Freeform 9"/>
            <p:cNvSpPr>
              <a:spLocks/>
            </p:cNvSpPr>
            <p:nvPr/>
          </p:nvSpPr>
          <p:spPr bwMode="auto">
            <a:xfrm rot="-1023817">
              <a:off x="2800" y="2256"/>
              <a:ext cx="160" cy="208"/>
            </a:xfrm>
            <a:custGeom>
              <a:avLst/>
              <a:gdLst>
                <a:gd name="T0" fmla="*/ 160 w 160"/>
                <a:gd name="T1" fmla="*/ 0 h 208"/>
                <a:gd name="T2" fmla="*/ 48 w 160"/>
                <a:gd name="T3" fmla="*/ 80 h 208"/>
                <a:gd name="T4" fmla="*/ 0 w 160"/>
                <a:gd name="T5" fmla="*/ 208 h 208"/>
                <a:gd name="T6" fmla="*/ 0 60000 65536"/>
                <a:gd name="T7" fmla="*/ 0 60000 65536"/>
                <a:gd name="T8" fmla="*/ 0 60000 65536"/>
                <a:gd name="T9" fmla="*/ 0 w 160"/>
                <a:gd name="T10" fmla="*/ 0 h 208"/>
                <a:gd name="T11" fmla="*/ 160 w 160"/>
                <a:gd name="T12" fmla="*/ 208 h 208"/>
              </a:gdLst>
              <a:ahLst/>
              <a:cxnLst>
                <a:cxn ang="T6">
                  <a:pos x="T0" y="T1"/>
                </a:cxn>
                <a:cxn ang="T7">
                  <a:pos x="T2" y="T3"/>
                </a:cxn>
                <a:cxn ang="T8">
                  <a:pos x="T4" y="T5"/>
                </a:cxn>
              </a:cxnLst>
              <a:rect l="T9" t="T10" r="T11" b="T12"/>
              <a:pathLst>
                <a:path w="160" h="208">
                  <a:moveTo>
                    <a:pt x="160" y="0"/>
                  </a:moveTo>
                  <a:cubicBezTo>
                    <a:pt x="117" y="22"/>
                    <a:pt x="75" y="45"/>
                    <a:pt x="48" y="80"/>
                  </a:cubicBezTo>
                  <a:cubicBezTo>
                    <a:pt x="21" y="115"/>
                    <a:pt x="8" y="181"/>
                    <a:pt x="0" y="208"/>
                  </a:cubicBezTo>
                </a:path>
              </a:pathLst>
            </a:custGeom>
            <a:noFill/>
            <a:ln w="9525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>
              <a:lvl1pPr>
                <a:defRPr sz="1600">
                  <a:solidFill>
                    <a:schemeClr val="tx1"/>
                  </a:solidFill>
                  <a:latin typeface="Lucida Sans Unicode" panose="020B0602030504020204" pitchFamily="34" charset="0"/>
                </a:defRPr>
              </a:lvl1pPr>
              <a:lvl2pPr marL="742950" indent="-285750">
                <a:defRPr sz="1600">
                  <a:solidFill>
                    <a:schemeClr val="tx1"/>
                  </a:solidFill>
                  <a:latin typeface="Lucida Sans Unicode" panose="020B0602030504020204" pitchFamily="34" charset="0"/>
                </a:defRPr>
              </a:lvl2pPr>
              <a:lvl3pPr marL="1143000" indent="-228600">
                <a:defRPr sz="1600">
                  <a:solidFill>
                    <a:schemeClr val="tx1"/>
                  </a:solidFill>
                  <a:latin typeface="Lucida Sans Unicode" panose="020B0602030504020204" pitchFamily="34" charset="0"/>
                </a:defRPr>
              </a:lvl3pPr>
              <a:lvl4pPr marL="1600200" indent="-228600">
                <a:defRPr sz="1600">
                  <a:solidFill>
                    <a:schemeClr val="tx1"/>
                  </a:solidFill>
                  <a:latin typeface="Lucida Sans Unicode" panose="020B0602030504020204" pitchFamily="34" charset="0"/>
                </a:defRPr>
              </a:lvl4pPr>
              <a:lvl5pPr marL="2057400" indent="-228600">
                <a:defRPr sz="1600">
                  <a:solidFill>
                    <a:schemeClr val="tx1"/>
                  </a:solidFill>
                  <a:latin typeface="Lucida Sans Unicode" panose="020B0602030504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Lucida Sans Unicode" panose="020B0602030504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Lucida Sans Unicode" panose="020B0602030504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Lucida Sans Unicode" panose="020B0602030504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Lucida Sans Unicode" panose="020B0602030504020204" pitchFamily="34" charset="0"/>
                </a:defRPr>
              </a:lvl9pPr>
            </a:lstStyle>
            <a:p>
              <a:endParaRPr lang="en-US" altLang="en-US"/>
            </a:p>
          </p:txBody>
        </p:sp>
        <p:sp>
          <p:nvSpPr>
            <p:cNvPr id="1040" name="Text Box 10"/>
            <p:cNvSpPr txBox="1">
              <a:spLocks noChangeArrowheads="1"/>
            </p:cNvSpPr>
            <p:nvPr/>
          </p:nvSpPr>
          <p:spPr bwMode="auto">
            <a:xfrm>
              <a:off x="2630" y="2229"/>
              <a:ext cx="197" cy="212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 algn="ctr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>
                <a:defRPr sz="1600">
                  <a:solidFill>
                    <a:schemeClr val="tx1"/>
                  </a:solidFill>
                  <a:latin typeface="Lucida Sans Unicode" panose="020B0602030504020204" pitchFamily="34" charset="0"/>
                </a:defRPr>
              </a:lvl1pPr>
              <a:lvl2pPr marL="742950" indent="-285750">
                <a:defRPr sz="1600">
                  <a:solidFill>
                    <a:schemeClr val="tx1"/>
                  </a:solidFill>
                  <a:latin typeface="Lucida Sans Unicode" panose="020B0602030504020204" pitchFamily="34" charset="0"/>
                </a:defRPr>
              </a:lvl2pPr>
              <a:lvl3pPr marL="1143000" indent="-228600">
                <a:defRPr sz="1600">
                  <a:solidFill>
                    <a:schemeClr val="tx1"/>
                  </a:solidFill>
                  <a:latin typeface="Lucida Sans Unicode" panose="020B0602030504020204" pitchFamily="34" charset="0"/>
                </a:defRPr>
              </a:lvl3pPr>
              <a:lvl4pPr marL="1600200" indent="-228600">
                <a:defRPr sz="1600">
                  <a:solidFill>
                    <a:schemeClr val="tx1"/>
                  </a:solidFill>
                  <a:latin typeface="Lucida Sans Unicode" panose="020B0602030504020204" pitchFamily="34" charset="0"/>
                </a:defRPr>
              </a:lvl4pPr>
              <a:lvl5pPr marL="2057400" indent="-228600">
                <a:defRPr sz="1600">
                  <a:solidFill>
                    <a:schemeClr val="tx1"/>
                  </a:solidFill>
                  <a:latin typeface="Lucida Sans Unicode" panose="020B0602030504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Lucida Sans Unicode" panose="020B0602030504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Lucida Sans Unicode" panose="020B0602030504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Lucida Sans Unicode" panose="020B0602030504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Lucida Sans Unicode" panose="020B0602030504020204" pitchFamily="34" charset="0"/>
                </a:defRPr>
              </a:lvl9pPr>
            </a:lstStyle>
            <a:p>
              <a:r>
                <a:rPr lang="en-GB" altLang="en-US">
                  <a:sym typeface="Symbol" panose="05050102010706020507" pitchFamily="18" charset="2"/>
                </a:rPr>
                <a:t></a:t>
              </a:r>
            </a:p>
          </p:txBody>
        </p:sp>
      </p:grpSp>
      <p:grpSp>
        <p:nvGrpSpPr>
          <p:cNvPr id="1029" name="Group 11"/>
          <p:cNvGrpSpPr>
            <a:grpSpLocks/>
          </p:cNvGrpSpPr>
          <p:nvPr/>
        </p:nvGrpSpPr>
        <p:grpSpPr bwMode="auto">
          <a:xfrm>
            <a:off x="5826125" y="1670050"/>
            <a:ext cx="1184275" cy="590550"/>
            <a:chOff x="3334" y="868"/>
            <a:chExt cx="746" cy="372"/>
          </a:xfrm>
        </p:grpSpPr>
        <p:sp>
          <p:nvSpPr>
            <p:cNvPr id="1033" name="Text Box 12"/>
            <p:cNvSpPr txBox="1">
              <a:spLocks noChangeArrowheads="1"/>
            </p:cNvSpPr>
            <p:nvPr/>
          </p:nvSpPr>
          <p:spPr bwMode="auto">
            <a:xfrm>
              <a:off x="3334" y="893"/>
              <a:ext cx="644" cy="212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 algn="ctr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>
                <a:defRPr sz="1600">
                  <a:solidFill>
                    <a:schemeClr val="tx1"/>
                  </a:solidFill>
                  <a:latin typeface="Lucida Sans Unicode" panose="020B0602030504020204" pitchFamily="34" charset="0"/>
                </a:defRPr>
              </a:lvl1pPr>
              <a:lvl2pPr marL="742950" indent="-285750">
                <a:defRPr sz="1600">
                  <a:solidFill>
                    <a:schemeClr val="tx1"/>
                  </a:solidFill>
                  <a:latin typeface="Lucida Sans Unicode" panose="020B0602030504020204" pitchFamily="34" charset="0"/>
                </a:defRPr>
              </a:lvl2pPr>
              <a:lvl3pPr marL="1143000" indent="-228600">
                <a:defRPr sz="1600">
                  <a:solidFill>
                    <a:schemeClr val="tx1"/>
                  </a:solidFill>
                  <a:latin typeface="Lucida Sans Unicode" panose="020B0602030504020204" pitchFamily="34" charset="0"/>
                </a:defRPr>
              </a:lvl3pPr>
              <a:lvl4pPr marL="1600200" indent="-228600">
                <a:defRPr sz="1600">
                  <a:solidFill>
                    <a:schemeClr val="tx1"/>
                  </a:solidFill>
                  <a:latin typeface="Lucida Sans Unicode" panose="020B0602030504020204" pitchFamily="34" charset="0"/>
                </a:defRPr>
              </a:lvl4pPr>
              <a:lvl5pPr marL="2057400" indent="-228600">
                <a:defRPr sz="1600">
                  <a:solidFill>
                    <a:schemeClr val="tx1"/>
                  </a:solidFill>
                  <a:latin typeface="Lucida Sans Unicode" panose="020B0602030504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Lucida Sans Unicode" panose="020B0602030504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Lucida Sans Unicode" panose="020B0602030504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Lucida Sans Unicode" panose="020B0602030504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Lucida Sans Unicode" panose="020B0602030504020204" pitchFamily="34" charset="0"/>
                </a:defRPr>
              </a:lvl9pPr>
            </a:lstStyle>
            <a:p>
              <a:r>
                <a:rPr lang="en-GB" altLang="en-US"/>
                <a:t>sin </a:t>
              </a:r>
              <a:r>
                <a:rPr lang="en-GB" altLang="en-US">
                  <a:sym typeface="Symbol" panose="05050102010706020507" pitchFamily="18" charset="2"/>
                </a:rPr>
                <a:t> =  </a:t>
              </a:r>
              <a:endParaRPr lang="en-GB" altLang="en-US" u="sng">
                <a:sym typeface="Symbol" panose="05050102010706020507" pitchFamily="18" charset="2"/>
              </a:endParaRPr>
            </a:p>
          </p:txBody>
        </p:sp>
        <p:graphicFrame>
          <p:nvGraphicFramePr>
            <p:cNvPr id="1026" name="Object 13"/>
            <p:cNvGraphicFramePr>
              <a:graphicFrameLocks noChangeAspect="1"/>
            </p:cNvGraphicFramePr>
            <p:nvPr/>
          </p:nvGraphicFramePr>
          <p:xfrm>
            <a:off x="3936" y="868"/>
            <a:ext cx="144" cy="372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1026" name="Equation" r:id="rId3" imgW="152280" imgH="393480" progId="Equation.3">
                    <p:embed/>
                  </p:oleObj>
                </mc:Choice>
                <mc:Fallback>
                  <p:oleObj name="Equation" r:id="rId3" imgW="152280" imgH="393480" progId="Equation.3">
                    <p:embed/>
                    <p:pic>
                      <p:nvPicPr>
                        <p:cNvPr id="1026" name="Object 13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4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3936" y="868"/>
                          <a:ext cx="144" cy="372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ffectLst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  <a:ext uri="{91240B29-F687-4F45-9708-019B960494DF}">
                            <a14:hiddenLine xmlns:a14="http://schemas.microsoft.com/office/drawing/2010/main" w="9525">
                              <a:solidFill>
                                <a:srgbClr val="000000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  <a:ext uri="{AF507438-7753-43E0-B8FC-AC1667EBCBE1}">
                            <a14:hiddenEffects xmlns:a14="http://schemas.microsoft.com/office/drawing/2010/main">
                              <a:effectLst>
                                <a:outerShdw dist="35921" dir="2700000" algn="ctr" rotWithShape="0">
                                  <a:srgbClr val="808080"/>
                                </a:outerShdw>
                              </a:effectLst>
                            </a14:hiddenEffects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</p:grpSp>
      <p:sp>
        <p:nvSpPr>
          <p:cNvPr id="1030" name="Text Box 14"/>
          <p:cNvSpPr txBox="1">
            <a:spLocks noChangeArrowheads="1"/>
          </p:cNvSpPr>
          <p:nvPr/>
        </p:nvSpPr>
        <p:spPr bwMode="auto">
          <a:xfrm>
            <a:off x="441325" y="985838"/>
            <a:ext cx="184150" cy="3365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 algn="ctr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defRPr sz="1600">
                <a:solidFill>
                  <a:schemeClr val="tx1"/>
                </a:solidFill>
                <a:latin typeface="Lucida Sans Unicode" panose="020B0602030504020204" pitchFamily="34" charset="0"/>
              </a:defRPr>
            </a:lvl1pPr>
            <a:lvl2pPr marL="742950" indent="-285750">
              <a:defRPr sz="1600">
                <a:solidFill>
                  <a:schemeClr val="tx1"/>
                </a:solidFill>
                <a:latin typeface="Lucida Sans Unicode" panose="020B0602030504020204" pitchFamily="34" charset="0"/>
              </a:defRPr>
            </a:lvl2pPr>
            <a:lvl3pPr marL="1143000" indent="-228600">
              <a:defRPr sz="1600">
                <a:solidFill>
                  <a:schemeClr val="tx1"/>
                </a:solidFill>
                <a:latin typeface="Lucida Sans Unicode" panose="020B0602030504020204" pitchFamily="34" charset="0"/>
              </a:defRPr>
            </a:lvl3pPr>
            <a:lvl4pPr marL="1600200" indent="-228600">
              <a:defRPr sz="1600">
                <a:solidFill>
                  <a:schemeClr val="tx1"/>
                </a:solidFill>
                <a:latin typeface="Lucida Sans Unicode" panose="020B0602030504020204" pitchFamily="34" charset="0"/>
              </a:defRPr>
            </a:lvl4pPr>
            <a:lvl5pPr marL="2057400" indent="-228600">
              <a:defRPr sz="1600">
                <a:solidFill>
                  <a:schemeClr val="tx1"/>
                </a:solidFill>
                <a:latin typeface="Lucida Sans Unicode" panose="020B0602030504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Lucida Sans Unicode" panose="020B0602030504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Lucida Sans Unicode" panose="020B0602030504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Lucida Sans Unicode" panose="020B0602030504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Lucida Sans Unicode" panose="020B0602030504020204" pitchFamily="34" charset="0"/>
              </a:defRPr>
            </a:lvl9pPr>
          </a:lstStyle>
          <a:p>
            <a:endParaRPr lang="en-US" altLang="en-US"/>
          </a:p>
        </p:txBody>
      </p:sp>
      <p:sp>
        <p:nvSpPr>
          <p:cNvPr id="1031" name="Text Box 15"/>
          <p:cNvSpPr txBox="1">
            <a:spLocks noChangeArrowheads="1"/>
          </p:cNvSpPr>
          <p:nvPr/>
        </p:nvSpPr>
        <p:spPr bwMode="auto">
          <a:xfrm>
            <a:off x="5851525" y="2776538"/>
            <a:ext cx="2878138" cy="29495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 algn="ctr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defRPr sz="1600">
                <a:solidFill>
                  <a:schemeClr val="tx1"/>
                </a:solidFill>
                <a:latin typeface="Lucida Sans Unicode" panose="020B0602030504020204" pitchFamily="34" charset="0"/>
              </a:defRPr>
            </a:lvl1pPr>
            <a:lvl2pPr marL="742950" indent="-285750">
              <a:defRPr sz="1600">
                <a:solidFill>
                  <a:schemeClr val="tx1"/>
                </a:solidFill>
                <a:latin typeface="Lucida Sans Unicode" panose="020B0602030504020204" pitchFamily="34" charset="0"/>
              </a:defRPr>
            </a:lvl2pPr>
            <a:lvl3pPr marL="1143000" indent="-228600">
              <a:defRPr sz="1600">
                <a:solidFill>
                  <a:schemeClr val="tx1"/>
                </a:solidFill>
                <a:latin typeface="Lucida Sans Unicode" panose="020B0602030504020204" pitchFamily="34" charset="0"/>
              </a:defRPr>
            </a:lvl3pPr>
            <a:lvl4pPr marL="1600200" indent="-228600">
              <a:defRPr sz="1600">
                <a:solidFill>
                  <a:schemeClr val="tx1"/>
                </a:solidFill>
                <a:latin typeface="Lucida Sans Unicode" panose="020B0602030504020204" pitchFamily="34" charset="0"/>
              </a:defRPr>
            </a:lvl4pPr>
            <a:lvl5pPr marL="2057400" indent="-228600">
              <a:defRPr sz="1600">
                <a:solidFill>
                  <a:schemeClr val="tx1"/>
                </a:solidFill>
                <a:latin typeface="Lucida Sans Unicode" panose="020B0602030504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Lucida Sans Unicode" panose="020B0602030504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Lucida Sans Unicode" panose="020B0602030504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Lucida Sans Unicode" panose="020B0602030504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Lucida Sans Unicode" panose="020B0602030504020204" pitchFamily="34" charset="0"/>
              </a:defRPr>
            </a:lvl9pPr>
          </a:lstStyle>
          <a:p>
            <a:pPr>
              <a:lnSpc>
                <a:spcPct val="130000"/>
              </a:lnSpc>
            </a:pPr>
            <a:r>
              <a:rPr lang="en-GB" altLang="en-US"/>
              <a:t>i.e. </a:t>
            </a:r>
            <a:r>
              <a:rPr lang="en-GB" altLang="en-US" i="1" u="sng"/>
              <a:t>a ratio</a:t>
            </a:r>
            <a:r>
              <a:rPr lang="en-GB" altLang="en-US"/>
              <a:t> of the opposite side and hypotenuse of a right-angled triangle</a:t>
            </a:r>
          </a:p>
          <a:p>
            <a:pPr>
              <a:lnSpc>
                <a:spcPct val="130000"/>
              </a:lnSpc>
            </a:pPr>
            <a:endParaRPr lang="en-GB" altLang="en-US"/>
          </a:p>
          <a:p>
            <a:pPr>
              <a:lnSpc>
                <a:spcPct val="130000"/>
              </a:lnSpc>
            </a:pPr>
            <a:r>
              <a:rPr lang="en-GB" altLang="en-US"/>
              <a:t>for </a:t>
            </a:r>
            <a:r>
              <a:rPr lang="en-GB" altLang="en-US">
                <a:sym typeface="Symbol" panose="05050102010706020507" pitchFamily="18" charset="2"/>
              </a:rPr>
              <a:t> = 0</a:t>
            </a:r>
            <a:r>
              <a:rPr lang="en-US" altLang="en-US">
                <a:ea typeface="Lucida Sans Unicode" panose="020B0602030504020204" pitchFamily="34" charset="0"/>
                <a:cs typeface="Lucida Sans Unicode" panose="020B0602030504020204" pitchFamily="34" charset="0"/>
                <a:sym typeface="Symbol" panose="05050102010706020507" pitchFamily="18" charset="2"/>
              </a:rPr>
              <a:t>° ⇨ 90 </a:t>
            </a:r>
            <a:r>
              <a:rPr lang="en-US" altLang="en-US">
                <a:sym typeface="Symbol" panose="05050102010706020507" pitchFamily="18" charset="2"/>
              </a:rPr>
              <a:t>°</a:t>
            </a:r>
          </a:p>
          <a:p>
            <a:pPr>
              <a:lnSpc>
                <a:spcPct val="130000"/>
              </a:lnSpc>
            </a:pPr>
            <a:r>
              <a:rPr lang="en-US" altLang="en-US">
                <a:sym typeface="Symbol" panose="05050102010706020507" pitchFamily="18" charset="2"/>
              </a:rPr>
              <a:t>sin </a:t>
            </a:r>
            <a:r>
              <a:rPr lang="en-GB" altLang="en-US">
                <a:sym typeface="Symbol" panose="05050102010706020507" pitchFamily="18" charset="2"/>
              </a:rPr>
              <a:t> = 0 </a:t>
            </a:r>
            <a:r>
              <a:rPr lang="en-US" altLang="en-US">
                <a:sym typeface="Symbol" panose="05050102010706020507" pitchFamily="18" charset="2"/>
              </a:rPr>
              <a:t>⇨  1.00</a:t>
            </a:r>
          </a:p>
          <a:p>
            <a:pPr>
              <a:lnSpc>
                <a:spcPct val="130000"/>
              </a:lnSpc>
            </a:pPr>
            <a:endParaRPr lang="en-US" altLang="en-US">
              <a:sym typeface="Symbol" panose="05050102010706020507" pitchFamily="18" charset="2"/>
            </a:endParaRPr>
          </a:p>
          <a:p>
            <a:pPr>
              <a:lnSpc>
                <a:spcPct val="130000"/>
              </a:lnSpc>
            </a:pPr>
            <a:r>
              <a:rPr lang="en-US" altLang="en-US">
                <a:sym typeface="Symbol" panose="05050102010706020507" pitchFamily="18" charset="2"/>
              </a:rPr>
              <a:t>notable value: </a:t>
            </a:r>
          </a:p>
          <a:p>
            <a:pPr>
              <a:lnSpc>
                <a:spcPct val="130000"/>
              </a:lnSpc>
            </a:pPr>
            <a:r>
              <a:rPr lang="en-US" altLang="en-US">
                <a:sym typeface="Symbol" panose="05050102010706020507" pitchFamily="18" charset="2"/>
              </a:rPr>
              <a:t>sin 30 ° = 0.500</a:t>
            </a:r>
          </a:p>
        </p:txBody>
      </p:sp>
      <p:sp>
        <p:nvSpPr>
          <p:cNvPr id="1032" name="Text Box 16"/>
          <p:cNvSpPr txBox="1">
            <a:spLocks noChangeArrowheads="1"/>
          </p:cNvSpPr>
          <p:nvPr/>
        </p:nvSpPr>
        <p:spPr bwMode="auto">
          <a:xfrm>
            <a:off x="444500" y="366713"/>
            <a:ext cx="3359150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 algn="ctr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defRPr sz="1600">
                <a:solidFill>
                  <a:schemeClr val="tx1"/>
                </a:solidFill>
                <a:latin typeface="Lucida Sans Unicode" panose="020B0602030504020204" pitchFamily="34" charset="0"/>
              </a:defRPr>
            </a:lvl1pPr>
            <a:lvl2pPr marL="742950" indent="-285750">
              <a:defRPr sz="1600">
                <a:solidFill>
                  <a:schemeClr val="tx1"/>
                </a:solidFill>
                <a:latin typeface="Lucida Sans Unicode" panose="020B0602030504020204" pitchFamily="34" charset="0"/>
              </a:defRPr>
            </a:lvl2pPr>
            <a:lvl3pPr marL="1143000" indent="-228600">
              <a:defRPr sz="1600">
                <a:solidFill>
                  <a:schemeClr val="tx1"/>
                </a:solidFill>
                <a:latin typeface="Lucida Sans Unicode" panose="020B0602030504020204" pitchFamily="34" charset="0"/>
              </a:defRPr>
            </a:lvl3pPr>
            <a:lvl4pPr marL="1600200" indent="-228600">
              <a:defRPr sz="1600">
                <a:solidFill>
                  <a:schemeClr val="tx1"/>
                </a:solidFill>
                <a:latin typeface="Lucida Sans Unicode" panose="020B0602030504020204" pitchFamily="34" charset="0"/>
              </a:defRPr>
            </a:lvl4pPr>
            <a:lvl5pPr marL="2057400" indent="-228600">
              <a:defRPr sz="1600">
                <a:solidFill>
                  <a:schemeClr val="tx1"/>
                </a:solidFill>
                <a:latin typeface="Lucida Sans Unicode" panose="020B0602030504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Lucida Sans Unicode" panose="020B0602030504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Lucida Sans Unicode" panose="020B0602030504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Lucida Sans Unicode" panose="020B0602030504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Lucida Sans Unicode" panose="020B0602030504020204" pitchFamily="34" charset="0"/>
              </a:defRPr>
            </a:lvl9pPr>
          </a:lstStyle>
          <a:p>
            <a:r>
              <a:rPr lang="en-GB" altLang="en-US" sz="2400" b="1"/>
              <a:t>Why sine (sin) Waves?</a:t>
            </a:r>
          </a:p>
        </p:txBody>
      </p:sp>
    </p:spTree>
    <p:extLst>
      <p:ext uri="{BB962C8B-B14F-4D97-AF65-F5344CB8AC3E}">
        <p14:creationId xmlns:p14="http://schemas.microsoft.com/office/powerpoint/2010/main" val="1303795435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51" name="Text Box 2"/>
          <p:cNvSpPr txBox="1">
            <a:spLocks noChangeArrowheads="1"/>
          </p:cNvSpPr>
          <p:nvPr/>
        </p:nvSpPr>
        <p:spPr bwMode="auto">
          <a:xfrm>
            <a:off x="430213" y="376238"/>
            <a:ext cx="1517650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 algn="ctr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defRPr sz="1600">
                <a:solidFill>
                  <a:schemeClr val="tx1"/>
                </a:solidFill>
                <a:latin typeface="Lucida Sans Unicode" panose="020B0602030504020204" pitchFamily="34" charset="0"/>
              </a:defRPr>
            </a:lvl1pPr>
            <a:lvl2pPr marL="742950" indent="-285750">
              <a:defRPr sz="1600">
                <a:solidFill>
                  <a:schemeClr val="tx1"/>
                </a:solidFill>
                <a:latin typeface="Lucida Sans Unicode" panose="020B0602030504020204" pitchFamily="34" charset="0"/>
              </a:defRPr>
            </a:lvl2pPr>
            <a:lvl3pPr marL="1143000" indent="-228600">
              <a:defRPr sz="1600">
                <a:solidFill>
                  <a:schemeClr val="tx1"/>
                </a:solidFill>
                <a:latin typeface="Lucida Sans Unicode" panose="020B0602030504020204" pitchFamily="34" charset="0"/>
              </a:defRPr>
            </a:lvl3pPr>
            <a:lvl4pPr marL="1600200" indent="-228600">
              <a:defRPr sz="1600">
                <a:solidFill>
                  <a:schemeClr val="tx1"/>
                </a:solidFill>
                <a:latin typeface="Lucida Sans Unicode" panose="020B0602030504020204" pitchFamily="34" charset="0"/>
              </a:defRPr>
            </a:lvl4pPr>
            <a:lvl5pPr marL="2057400" indent="-228600">
              <a:defRPr sz="1600">
                <a:solidFill>
                  <a:schemeClr val="tx1"/>
                </a:solidFill>
                <a:latin typeface="Lucida Sans Unicode" panose="020B0602030504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Lucida Sans Unicode" panose="020B0602030504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Lucida Sans Unicode" panose="020B0602030504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Lucida Sans Unicode" panose="020B0602030504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Lucida Sans Unicode" panose="020B0602030504020204" pitchFamily="34" charset="0"/>
              </a:defRPr>
            </a:lvl9pPr>
          </a:lstStyle>
          <a:p>
            <a:r>
              <a:rPr lang="en-GB" altLang="en-US" sz="2400" b="1"/>
              <a:t>sine (sin)</a:t>
            </a:r>
          </a:p>
        </p:txBody>
      </p:sp>
      <p:sp>
        <p:nvSpPr>
          <p:cNvPr id="2052" name="AutoShape 3"/>
          <p:cNvSpPr>
            <a:spLocks noChangeArrowheads="1"/>
          </p:cNvSpPr>
          <p:nvPr/>
        </p:nvSpPr>
        <p:spPr bwMode="auto">
          <a:xfrm>
            <a:off x="1206500" y="952500"/>
            <a:ext cx="3740150" cy="1911350"/>
          </a:xfrm>
          <a:prstGeom prst="rtTriangle">
            <a:avLst/>
          </a:prstGeom>
          <a:solidFill>
            <a:srgbClr val="FFCC66"/>
          </a:solidFill>
          <a:ln w="9525" algn="ctr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>
            <a:lvl1pPr>
              <a:defRPr sz="1600">
                <a:solidFill>
                  <a:schemeClr val="tx1"/>
                </a:solidFill>
                <a:latin typeface="Lucida Sans Unicode" panose="020B0602030504020204" pitchFamily="34" charset="0"/>
              </a:defRPr>
            </a:lvl1pPr>
            <a:lvl2pPr marL="742950" indent="-285750">
              <a:defRPr sz="1600">
                <a:solidFill>
                  <a:schemeClr val="tx1"/>
                </a:solidFill>
                <a:latin typeface="Lucida Sans Unicode" panose="020B0602030504020204" pitchFamily="34" charset="0"/>
              </a:defRPr>
            </a:lvl2pPr>
            <a:lvl3pPr marL="1143000" indent="-228600">
              <a:defRPr sz="1600">
                <a:solidFill>
                  <a:schemeClr val="tx1"/>
                </a:solidFill>
                <a:latin typeface="Lucida Sans Unicode" panose="020B0602030504020204" pitchFamily="34" charset="0"/>
              </a:defRPr>
            </a:lvl3pPr>
            <a:lvl4pPr marL="1600200" indent="-228600">
              <a:defRPr sz="1600">
                <a:solidFill>
                  <a:schemeClr val="tx1"/>
                </a:solidFill>
                <a:latin typeface="Lucida Sans Unicode" panose="020B0602030504020204" pitchFamily="34" charset="0"/>
              </a:defRPr>
            </a:lvl4pPr>
            <a:lvl5pPr marL="2057400" indent="-228600">
              <a:defRPr sz="1600">
                <a:solidFill>
                  <a:schemeClr val="tx1"/>
                </a:solidFill>
                <a:latin typeface="Lucida Sans Unicode" panose="020B0602030504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Lucida Sans Unicode" panose="020B0602030504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Lucida Sans Unicode" panose="020B0602030504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Lucida Sans Unicode" panose="020B0602030504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Lucida Sans Unicode" panose="020B0602030504020204" pitchFamily="34" charset="0"/>
              </a:defRPr>
            </a:lvl9pPr>
          </a:lstStyle>
          <a:p>
            <a:endParaRPr lang="en-US" altLang="en-US"/>
          </a:p>
        </p:txBody>
      </p:sp>
      <p:sp>
        <p:nvSpPr>
          <p:cNvPr id="2053" name="Rectangle 4"/>
          <p:cNvSpPr>
            <a:spLocks noChangeArrowheads="1"/>
          </p:cNvSpPr>
          <p:nvPr/>
        </p:nvSpPr>
        <p:spPr bwMode="auto">
          <a:xfrm>
            <a:off x="1193800" y="2562225"/>
            <a:ext cx="409575" cy="301625"/>
          </a:xfrm>
          <a:prstGeom prst="rect">
            <a:avLst/>
          </a:prstGeom>
          <a:noFill/>
          <a:ln w="9525" algn="ctr">
            <a:solidFill>
              <a:schemeClr val="tx1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 anchor="ctr"/>
          <a:lstStyle>
            <a:lvl1pPr>
              <a:defRPr sz="1600">
                <a:solidFill>
                  <a:schemeClr val="tx1"/>
                </a:solidFill>
                <a:latin typeface="Lucida Sans Unicode" panose="020B0602030504020204" pitchFamily="34" charset="0"/>
              </a:defRPr>
            </a:lvl1pPr>
            <a:lvl2pPr marL="742950" indent="-285750">
              <a:defRPr sz="1600">
                <a:solidFill>
                  <a:schemeClr val="tx1"/>
                </a:solidFill>
                <a:latin typeface="Lucida Sans Unicode" panose="020B0602030504020204" pitchFamily="34" charset="0"/>
              </a:defRPr>
            </a:lvl2pPr>
            <a:lvl3pPr marL="1143000" indent="-228600">
              <a:defRPr sz="1600">
                <a:solidFill>
                  <a:schemeClr val="tx1"/>
                </a:solidFill>
                <a:latin typeface="Lucida Sans Unicode" panose="020B0602030504020204" pitchFamily="34" charset="0"/>
              </a:defRPr>
            </a:lvl3pPr>
            <a:lvl4pPr marL="1600200" indent="-228600">
              <a:defRPr sz="1600">
                <a:solidFill>
                  <a:schemeClr val="tx1"/>
                </a:solidFill>
                <a:latin typeface="Lucida Sans Unicode" panose="020B0602030504020204" pitchFamily="34" charset="0"/>
              </a:defRPr>
            </a:lvl4pPr>
            <a:lvl5pPr marL="2057400" indent="-228600">
              <a:defRPr sz="1600">
                <a:solidFill>
                  <a:schemeClr val="tx1"/>
                </a:solidFill>
                <a:latin typeface="Lucida Sans Unicode" panose="020B0602030504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Lucida Sans Unicode" panose="020B0602030504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Lucida Sans Unicode" panose="020B0602030504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Lucida Sans Unicode" panose="020B0602030504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Lucida Sans Unicode" panose="020B0602030504020204" pitchFamily="34" charset="0"/>
              </a:defRPr>
            </a:lvl9pPr>
          </a:lstStyle>
          <a:p>
            <a:endParaRPr lang="en-US" altLang="en-US"/>
          </a:p>
        </p:txBody>
      </p:sp>
      <p:sp>
        <p:nvSpPr>
          <p:cNvPr id="2054" name="Text Box 5"/>
          <p:cNvSpPr txBox="1">
            <a:spLocks noChangeArrowheads="1"/>
          </p:cNvSpPr>
          <p:nvPr/>
        </p:nvSpPr>
        <p:spPr bwMode="auto">
          <a:xfrm>
            <a:off x="438150" y="1741488"/>
            <a:ext cx="296863" cy="3365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 algn="ctr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defRPr sz="1600">
                <a:solidFill>
                  <a:schemeClr val="tx1"/>
                </a:solidFill>
                <a:latin typeface="Lucida Sans Unicode" panose="020B0602030504020204" pitchFamily="34" charset="0"/>
              </a:defRPr>
            </a:lvl1pPr>
            <a:lvl2pPr marL="742950" indent="-285750">
              <a:defRPr sz="1600">
                <a:solidFill>
                  <a:schemeClr val="tx1"/>
                </a:solidFill>
                <a:latin typeface="Lucida Sans Unicode" panose="020B0602030504020204" pitchFamily="34" charset="0"/>
              </a:defRPr>
            </a:lvl2pPr>
            <a:lvl3pPr marL="1143000" indent="-228600">
              <a:defRPr sz="1600">
                <a:solidFill>
                  <a:schemeClr val="tx1"/>
                </a:solidFill>
                <a:latin typeface="Lucida Sans Unicode" panose="020B0602030504020204" pitchFamily="34" charset="0"/>
              </a:defRPr>
            </a:lvl3pPr>
            <a:lvl4pPr marL="1600200" indent="-228600">
              <a:defRPr sz="1600">
                <a:solidFill>
                  <a:schemeClr val="tx1"/>
                </a:solidFill>
                <a:latin typeface="Lucida Sans Unicode" panose="020B0602030504020204" pitchFamily="34" charset="0"/>
              </a:defRPr>
            </a:lvl4pPr>
            <a:lvl5pPr marL="2057400" indent="-228600">
              <a:defRPr sz="1600">
                <a:solidFill>
                  <a:schemeClr val="tx1"/>
                </a:solidFill>
                <a:latin typeface="Lucida Sans Unicode" panose="020B0602030504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Lucida Sans Unicode" panose="020B0602030504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Lucida Sans Unicode" panose="020B0602030504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Lucida Sans Unicode" panose="020B0602030504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Lucida Sans Unicode" panose="020B0602030504020204" pitchFamily="34" charset="0"/>
              </a:defRPr>
            </a:lvl9pPr>
          </a:lstStyle>
          <a:p>
            <a:pPr algn="ctr"/>
            <a:r>
              <a:rPr lang="en-GB" altLang="en-US"/>
              <a:t>a</a:t>
            </a:r>
          </a:p>
        </p:txBody>
      </p:sp>
      <p:sp>
        <p:nvSpPr>
          <p:cNvPr id="2055" name="Text Box 6"/>
          <p:cNvSpPr txBox="1">
            <a:spLocks noChangeArrowheads="1"/>
          </p:cNvSpPr>
          <p:nvPr/>
        </p:nvSpPr>
        <p:spPr bwMode="auto">
          <a:xfrm>
            <a:off x="2676525" y="2944813"/>
            <a:ext cx="312738" cy="3365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 algn="ctr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defRPr sz="1600">
                <a:solidFill>
                  <a:schemeClr val="tx1"/>
                </a:solidFill>
                <a:latin typeface="Lucida Sans Unicode" panose="020B0602030504020204" pitchFamily="34" charset="0"/>
              </a:defRPr>
            </a:lvl1pPr>
            <a:lvl2pPr marL="742950" indent="-285750">
              <a:defRPr sz="1600">
                <a:solidFill>
                  <a:schemeClr val="tx1"/>
                </a:solidFill>
                <a:latin typeface="Lucida Sans Unicode" panose="020B0602030504020204" pitchFamily="34" charset="0"/>
              </a:defRPr>
            </a:lvl2pPr>
            <a:lvl3pPr marL="1143000" indent="-228600">
              <a:defRPr sz="1600">
                <a:solidFill>
                  <a:schemeClr val="tx1"/>
                </a:solidFill>
                <a:latin typeface="Lucida Sans Unicode" panose="020B0602030504020204" pitchFamily="34" charset="0"/>
              </a:defRPr>
            </a:lvl3pPr>
            <a:lvl4pPr marL="1600200" indent="-228600">
              <a:defRPr sz="1600">
                <a:solidFill>
                  <a:schemeClr val="tx1"/>
                </a:solidFill>
                <a:latin typeface="Lucida Sans Unicode" panose="020B0602030504020204" pitchFamily="34" charset="0"/>
              </a:defRPr>
            </a:lvl4pPr>
            <a:lvl5pPr marL="2057400" indent="-228600">
              <a:defRPr sz="1600">
                <a:solidFill>
                  <a:schemeClr val="tx1"/>
                </a:solidFill>
                <a:latin typeface="Lucida Sans Unicode" panose="020B0602030504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Lucida Sans Unicode" panose="020B0602030504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Lucida Sans Unicode" panose="020B0602030504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Lucida Sans Unicode" panose="020B0602030504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Lucida Sans Unicode" panose="020B0602030504020204" pitchFamily="34" charset="0"/>
              </a:defRPr>
            </a:lvl9pPr>
          </a:lstStyle>
          <a:p>
            <a:pPr algn="ctr"/>
            <a:r>
              <a:rPr lang="en-GB" altLang="en-US"/>
              <a:t>b</a:t>
            </a:r>
          </a:p>
        </p:txBody>
      </p:sp>
      <p:sp>
        <p:nvSpPr>
          <p:cNvPr id="2056" name="Text Box 7"/>
          <p:cNvSpPr txBox="1">
            <a:spLocks noChangeArrowheads="1"/>
          </p:cNvSpPr>
          <p:nvPr/>
        </p:nvSpPr>
        <p:spPr bwMode="auto">
          <a:xfrm>
            <a:off x="2733675" y="1347788"/>
            <a:ext cx="354013" cy="3365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 algn="ctr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defRPr sz="1600">
                <a:solidFill>
                  <a:schemeClr val="tx1"/>
                </a:solidFill>
                <a:latin typeface="Lucida Sans Unicode" panose="020B0602030504020204" pitchFamily="34" charset="0"/>
              </a:defRPr>
            </a:lvl1pPr>
            <a:lvl2pPr marL="742950" indent="-285750">
              <a:defRPr sz="1600">
                <a:solidFill>
                  <a:schemeClr val="tx1"/>
                </a:solidFill>
                <a:latin typeface="Lucida Sans Unicode" panose="020B0602030504020204" pitchFamily="34" charset="0"/>
              </a:defRPr>
            </a:lvl2pPr>
            <a:lvl3pPr marL="1143000" indent="-228600">
              <a:defRPr sz="1600">
                <a:solidFill>
                  <a:schemeClr val="tx1"/>
                </a:solidFill>
                <a:latin typeface="Lucida Sans Unicode" panose="020B0602030504020204" pitchFamily="34" charset="0"/>
              </a:defRPr>
            </a:lvl3pPr>
            <a:lvl4pPr marL="1600200" indent="-228600">
              <a:defRPr sz="1600">
                <a:solidFill>
                  <a:schemeClr val="tx1"/>
                </a:solidFill>
                <a:latin typeface="Lucida Sans Unicode" panose="020B0602030504020204" pitchFamily="34" charset="0"/>
              </a:defRPr>
            </a:lvl4pPr>
            <a:lvl5pPr marL="2057400" indent="-228600">
              <a:defRPr sz="1600">
                <a:solidFill>
                  <a:schemeClr val="tx1"/>
                </a:solidFill>
                <a:latin typeface="Lucida Sans Unicode" panose="020B0602030504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Lucida Sans Unicode" panose="020B0602030504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Lucida Sans Unicode" panose="020B0602030504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Lucida Sans Unicode" panose="020B0602030504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Lucida Sans Unicode" panose="020B0602030504020204" pitchFamily="34" charset="0"/>
              </a:defRPr>
            </a:lvl9pPr>
          </a:lstStyle>
          <a:p>
            <a:pPr algn="ctr"/>
            <a:r>
              <a:rPr lang="en-GB" altLang="en-US"/>
              <a:t>c </a:t>
            </a:r>
          </a:p>
        </p:txBody>
      </p:sp>
      <p:sp>
        <p:nvSpPr>
          <p:cNvPr id="2057" name="Text Box 8"/>
          <p:cNvSpPr txBox="1">
            <a:spLocks noChangeArrowheads="1"/>
          </p:cNvSpPr>
          <p:nvPr/>
        </p:nvSpPr>
        <p:spPr bwMode="auto">
          <a:xfrm>
            <a:off x="3844925" y="2446338"/>
            <a:ext cx="312738" cy="3365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 algn="ctr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defRPr sz="1600">
                <a:solidFill>
                  <a:schemeClr val="tx1"/>
                </a:solidFill>
                <a:latin typeface="Lucida Sans Unicode" panose="020B0602030504020204" pitchFamily="34" charset="0"/>
              </a:defRPr>
            </a:lvl1pPr>
            <a:lvl2pPr marL="742950" indent="-285750">
              <a:defRPr sz="1600">
                <a:solidFill>
                  <a:schemeClr val="tx1"/>
                </a:solidFill>
                <a:latin typeface="Lucida Sans Unicode" panose="020B0602030504020204" pitchFamily="34" charset="0"/>
              </a:defRPr>
            </a:lvl2pPr>
            <a:lvl3pPr marL="1143000" indent="-228600">
              <a:defRPr sz="1600">
                <a:solidFill>
                  <a:schemeClr val="tx1"/>
                </a:solidFill>
                <a:latin typeface="Lucida Sans Unicode" panose="020B0602030504020204" pitchFamily="34" charset="0"/>
              </a:defRPr>
            </a:lvl3pPr>
            <a:lvl4pPr marL="1600200" indent="-228600">
              <a:defRPr sz="1600">
                <a:solidFill>
                  <a:schemeClr val="tx1"/>
                </a:solidFill>
                <a:latin typeface="Lucida Sans Unicode" panose="020B0602030504020204" pitchFamily="34" charset="0"/>
              </a:defRPr>
            </a:lvl4pPr>
            <a:lvl5pPr marL="2057400" indent="-228600">
              <a:defRPr sz="1600">
                <a:solidFill>
                  <a:schemeClr val="tx1"/>
                </a:solidFill>
                <a:latin typeface="Lucida Sans Unicode" panose="020B0602030504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Lucida Sans Unicode" panose="020B0602030504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Lucida Sans Unicode" panose="020B0602030504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Lucida Sans Unicode" panose="020B0602030504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Lucida Sans Unicode" panose="020B0602030504020204" pitchFamily="34" charset="0"/>
              </a:defRPr>
            </a:lvl9pPr>
          </a:lstStyle>
          <a:p>
            <a:r>
              <a:rPr lang="en-GB" altLang="en-US">
                <a:sym typeface="Symbol" panose="05050102010706020507" pitchFamily="18" charset="2"/>
              </a:rPr>
              <a:t></a:t>
            </a:r>
          </a:p>
        </p:txBody>
      </p:sp>
      <p:sp>
        <p:nvSpPr>
          <p:cNvPr id="2058" name="Text Box 9"/>
          <p:cNvSpPr txBox="1">
            <a:spLocks noChangeArrowheads="1"/>
          </p:cNvSpPr>
          <p:nvPr/>
        </p:nvSpPr>
        <p:spPr bwMode="auto">
          <a:xfrm>
            <a:off x="441325" y="985838"/>
            <a:ext cx="184150" cy="3365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 algn="ctr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defRPr sz="1600">
                <a:solidFill>
                  <a:schemeClr val="tx1"/>
                </a:solidFill>
                <a:latin typeface="Lucida Sans Unicode" panose="020B0602030504020204" pitchFamily="34" charset="0"/>
              </a:defRPr>
            </a:lvl1pPr>
            <a:lvl2pPr marL="742950" indent="-285750">
              <a:defRPr sz="1600">
                <a:solidFill>
                  <a:schemeClr val="tx1"/>
                </a:solidFill>
                <a:latin typeface="Lucida Sans Unicode" panose="020B0602030504020204" pitchFamily="34" charset="0"/>
              </a:defRPr>
            </a:lvl2pPr>
            <a:lvl3pPr marL="1143000" indent="-228600">
              <a:defRPr sz="1600">
                <a:solidFill>
                  <a:schemeClr val="tx1"/>
                </a:solidFill>
                <a:latin typeface="Lucida Sans Unicode" panose="020B0602030504020204" pitchFamily="34" charset="0"/>
              </a:defRPr>
            </a:lvl3pPr>
            <a:lvl4pPr marL="1600200" indent="-228600">
              <a:defRPr sz="1600">
                <a:solidFill>
                  <a:schemeClr val="tx1"/>
                </a:solidFill>
                <a:latin typeface="Lucida Sans Unicode" panose="020B0602030504020204" pitchFamily="34" charset="0"/>
              </a:defRPr>
            </a:lvl4pPr>
            <a:lvl5pPr marL="2057400" indent="-228600">
              <a:defRPr sz="1600">
                <a:solidFill>
                  <a:schemeClr val="tx1"/>
                </a:solidFill>
                <a:latin typeface="Lucida Sans Unicode" panose="020B0602030504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Lucida Sans Unicode" panose="020B0602030504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Lucida Sans Unicode" panose="020B0602030504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Lucida Sans Unicode" panose="020B0602030504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Lucida Sans Unicode" panose="020B0602030504020204" pitchFamily="34" charset="0"/>
              </a:defRPr>
            </a:lvl9pPr>
          </a:lstStyle>
          <a:p>
            <a:endParaRPr lang="en-US" altLang="en-US"/>
          </a:p>
        </p:txBody>
      </p:sp>
      <p:sp>
        <p:nvSpPr>
          <p:cNvPr id="2059" name="Line 10"/>
          <p:cNvSpPr>
            <a:spLocks noChangeShapeType="1"/>
          </p:cNvSpPr>
          <p:nvPr/>
        </p:nvSpPr>
        <p:spPr bwMode="auto">
          <a:xfrm>
            <a:off x="3722688" y="3971925"/>
            <a:ext cx="0" cy="218440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en-GB"/>
          </a:p>
        </p:txBody>
      </p:sp>
      <p:sp>
        <p:nvSpPr>
          <p:cNvPr id="2060" name="Line 11"/>
          <p:cNvSpPr>
            <a:spLocks noChangeShapeType="1"/>
          </p:cNvSpPr>
          <p:nvPr/>
        </p:nvSpPr>
        <p:spPr bwMode="auto">
          <a:xfrm>
            <a:off x="3684588" y="6011863"/>
            <a:ext cx="2247900" cy="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en-GB"/>
          </a:p>
        </p:txBody>
      </p:sp>
      <p:sp>
        <p:nvSpPr>
          <p:cNvPr id="2061" name="Rectangle 12"/>
          <p:cNvSpPr>
            <a:spLocks noChangeArrowheads="1"/>
          </p:cNvSpPr>
          <p:nvPr/>
        </p:nvSpPr>
        <p:spPr bwMode="auto">
          <a:xfrm>
            <a:off x="3600450" y="6143625"/>
            <a:ext cx="2490788" cy="3365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 algn="ctr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defRPr sz="1600">
                <a:solidFill>
                  <a:schemeClr val="tx1"/>
                </a:solidFill>
                <a:latin typeface="Lucida Sans Unicode" panose="020B0602030504020204" pitchFamily="34" charset="0"/>
              </a:defRPr>
            </a:lvl1pPr>
            <a:lvl2pPr marL="742950" indent="-285750">
              <a:defRPr sz="1600">
                <a:solidFill>
                  <a:schemeClr val="tx1"/>
                </a:solidFill>
                <a:latin typeface="Lucida Sans Unicode" panose="020B0602030504020204" pitchFamily="34" charset="0"/>
              </a:defRPr>
            </a:lvl2pPr>
            <a:lvl3pPr marL="1143000" indent="-228600">
              <a:defRPr sz="1600">
                <a:solidFill>
                  <a:schemeClr val="tx1"/>
                </a:solidFill>
                <a:latin typeface="Lucida Sans Unicode" panose="020B0602030504020204" pitchFamily="34" charset="0"/>
              </a:defRPr>
            </a:lvl3pPr>
            <a:lvl4pPr marL="1600200" indent="-228600">
              <a:defRPr sz="1600">
                <a:solidFill>
                  <a:schemeClr val="tx1"/>
                </a:solidFill>
                <a:latin typeface="Lucida Sans Unicode" panose="020B0602030504020204" pitchFamily="34" charset="0"/>
              </a:defRPr>
            </a:lvl4pPr>
            <a:lvl5pPr marL="2057400" indent="-228600">
              <a:defRPr sz="1600">
                <a:solidFill>
                  <a:schemeClr val="tx1"/>
                </a:solidFill>
                <a:latin typeface="Lucida Sans Unicode" panose="020B0602030504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Lucida Sans Unicode" panose="020B0602030504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Lucida Sans Unicode" panose="020B0602030504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Lucida Sans Unicode" panose="020B0602030504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Lucida Sans Unicode" panose="020B0602030504020204" pitchFamily="34" charset="0"/>
              </a:defRPr>
            </a:lvl9pPr>
          </a:lstStyle>
          <a:p>
            <a:r>
              <a:rPr lang="en-GB" altLang="en-US">
                <a:sym typeface="Symbol" panose="05050102010706020507" pitchFamily="18" charset="2"/>
              </a:rPr>
              <a:t>0</a:t>
            </a:r>
            <a:r>
              <a:rPr lang="en-US" altLang="en-US">
                <a:sym typeface="Symbol" panose="05050102010706020507" pitchFamily="18" charset="2"/>
              </a:rPr>
              <a:t>°      30°                 </a:t>
            </a:r>
            <a:r>
              <a:rPr lang="en-GB" altLang="en-US"/>
              <a:t>9</a:t>
            </a:r>
            <a:r>
              <a:rPr lang="en-GB" altLang="en-US">
                <a:sym typeface="Symbol" panose="05050102010706020507" pitchFamily="18" charset="2"/>
              </a:rPr>
              <a:t>0</a:t>
            </a:r>
            <a:r>
              <a:rPr lang="en-US" altLang="en-US">
                <a:sym typeface="Symbol" panose="05050102010706020507" pitchFamily="18" charset="2"/>
              </a:rPr>
              <a:t>°</a:t>
            </a:r>
            <a:endParaRPr lang="en-GB" altLang="en-US">
              <a:sym typeface="Symbol" panose="05050102010706020507" pitchFamily="18" charset="2"/>
            </a:endParaRPr>
          </a:p>
        </p:txBody>
      </p:sp>
      <p:sp>
        <p:nvSpPr>
          <p:cNvPr id="2062" name="Text Box 13"/>
          <p:cNvSpPr txBox="1">
            <a:spLocks noChangeArrowheads="1"/>
          </p:cNvSpPr>
          <p:nvPr/>
        </p:nvSpPr>
        <p:spPr bwMode="auto">
          <a:xfrm>
            <a:off x="3238500" y="3875088"/>
            <a:ext cx="508000" cy="22923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 algn="ctr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defRPr sz="1600">
                <a:solidFill>
                  <a:schemeClr val="tx1"/>
                </a:solidFill>
                <a:latin typeface="Lucida Sans Unicode" panose="020B0602030504020204" pitchFamily="34" charset="0"/>
              </a:defRPr>
            </a:lvl1pPr>
            <a:lvl2pPr marL="742950" indent="-285750">
              <a:defRPr sz="1600">
                <a:solidFill>
                  <a:schemeClr val="tx1"/>
                </a:solidFill>
                <a:latin typeface="Lucida Sans Unicode" panose="020B0602030504020204" pitchFamily="34" charset="0"/>
              </a:defRPr>
            </a:lvl2pPr>
            <a:lvl3pPr marL="1143000" indent="-228600">
              <a:defRPr sz="1600">
                <a:solidFill>
                  <a:schemeClr val="tx1"/>
                </a:solidFill>
                <a:latin typeface="Lucida Sans Unicode" panose="020B0602030504020204" pitchFamily="34" charset="0"/>
              </a:defRPr>
            </a:lvl3pPr>
            <a:lvl4pPr marL="1600200" indent="-228600">
              <a:defRPr sz="1600">
                <a:solidFill>
                  <a:schemeClr val="tx1"/>
                </a:solidFill>
                <a:latin typeface="Lucida Sans Unicode" panose="020B0602030504020204" pitchFamily="34" charset="0"/>
              </a:defRPr>
            </a:lvl4pPr>
            <a:lvl5pPr marL="2057400" indent="-228600">
              <a:defRPr sz="1600">
                <a:solidFill>
                  <a:schemeClr val="tx1"/>
                </a:solidFill>
                <a:latin typeface="Lucida Sans Unicode" panose="020B0602030504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Lucida Sans Unicode" panose="020B0602030504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Lucida Sans Unicode" panose="020B0602030504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Lucida Sans Unicode" panose="020B0602030504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Lucida Sans Unicode" panose="020B0602030504020204" pitchFamily="34" charset="0"/>
              </a:defRPr>
            </a:lvl9pPr>
          </a:lstStyle>
          <a:p>
            <a:pPr algn="r"/>
            <a:r>
              <a:rPr lang="en-GB" altLang="en-US"/>
              <a:t>1.0</a:t>
            </a:r>
          </a:p>
          <a:p>
            <a:pPr algn="r"/>
            <a:endParaRPr lang="en-GB" altLang="en-US"/>
          </a:p>
          <a:p>
            <a:pPr algn="r"/>
            <a:endParaRPr lang="en-GB" altLang="en-US"/>
          </a:p>
          <a:p>
            <a:pPr algn="r"/>
            <a:endParaRPr lang="en-GB" altLang="en-US"/>
          </a:p>
          <a:p>
            <a:pPr algn="r"/>
            <a:r>
              <a:rPr lang="en-GB" altLang="en-US"/>
              <a:t>0.5</a:t>
            </a:r>
          </a:p>
          <a:p>
            <a:pPr algn="r"/>
            <a:endParaRPr lang="en-GB" altLang="en-US"/>
          </a:p>
          <a:p>
            <a:pPr algn="r"/>
            <a:endParaRPr lang="en-GB" altLang="en-US"/>
          </a:p>
          <a:p>
            <a:pPr algn="r"/>
            <a:endParaRPr lang="en-GB" altLang="en-US"/>
          </a:p>
          <a:p>
            <a:pPr algn="r"/>
            <a:r>
              <a:rPr lang="en-GB" altLang="en-US"/>
              <a:t>0</a:t>
            </a:r>
          </a:p>
        </p:txBody>
      </p:sp>
      <p:sp>
        <p:nvSpPr>
          <p:cNvPr id="2063" name="Freeform 14"/>
          <p:cNvSpPr>
            <a:spLocks/>
          </p:cNvSpPr>
          <p:nvPr/>
        </p:nvSpPr>
        <p:spPr bwMode="auto">
          <a:xfrm>
            <a:off x="3730625" y="3975100"/>
            <a:ext cx="2198688" cy="2027238"/>
          </a:xfrm>
          <a:custGeom>
            <a:avLst/>
            <a:gdLst>
              <a:gd name="T0" fmla="*/ 0 w 1856"/>
              <a:gd name="T1" fmla="*/ 1712 h 1712"/>
              <a:gd name="T2" fmla="*/ 624 w 1856"/>
              <a:gd name="T3" fmla="*/ 896 h 1712"/>
              <a:gd name="T4" fmla="*/ 1136 w 1856"/>
              <a:gd name="T5" fmla="*/ 320 h 1712"/>
              <a:gd name="T6" fmla="*/ 1584 w 1856"/>
              <a:gd name="T7" fmla="*/ 64 h 1712"/>
              <a:gd name="T8" fmla="*/ 1856 w 1856"/>
              <a:gd name="T9" fmla="*/ 0 h 1712"/>
              <a:gd name="T10" fmla="*/ 0 60000 65536"/>
              <a:gd name="T11" fmla="*/ 0 60000 65536"/>
              <a:gd name="T12" fmla="*/ 0 60000 65536"/>
              <a:gd name="T13" fmla="*/ 0 60000 65536"/>
              <a:gd name="T14" fmla="*/ 0 60000 65536"/>
              <a:gd name="T15" fmla="*/ 0 w 1856"/>
              <a:gd name="T16" fmla="*/ 0 h 1712"/>
              <a:gd name="T17" fmla="*/ 1856 w 1856"/>
              <a:gd name="T18" fmla="*/ 1712 h 1712"/>
            </a:gdLst>
            <a:ahLst/>
            <a:cxnLst>
              <a:cxn ang="T10">
                <a:pos x="T0" y="T1"/>
              </a:cxn>
              <a:cxn ang="T11">
                <a:pos x="T2" y="T3"/>
              </a:cxn>
              <a:cxn ang="T12">
                <a:pos x="T4" y="T5"/>
              </a:cxn>
              <a:cxn ang="T13">
                <a:pos x="T6" y="T7"/>
              </a:cxn>
              <a:cxn ang="T14">
                <a:pos x="T8" y="T9"/>
              </a:cxn>
            </a:cxnLst>
            <a:rect l="T15" t="T16" r="T17" b="T18"/>
            <a:pathLst>
              <a:path w="1856" h="1712">
                <a:moveTo>
                  <a:pt x="0" y="1712"/>
                </a:moveTo>
                <a:cubicBezTo>
                  <a:pt x="104" y="1579"/>
                  <a:pt x="435" y="1128"/>
                  <a:pt x="624" y="896"/>
                </a:cubicBezTo>
                <a:cubicBezTo>
                  <a:pt x="813" y="664"/>
                  <a:pt x="976" y="459"/>
                  <a:pt x="1136" y="320"/>
                </a:cubicBezTo>
                <a:cubicBezTo>
                  <a:pt x="1296" y="181"/>
                  <a:pt x="1464" y="117"/>
                  <a:pt x="1584" y="64"/>
                </a:cubicBezTo>
                <a:cubicBezTo>
                  <a:pt x="1704" y="11"/>
                  <a:pt x="1811" y="11"/>
                  <a:pt x="1856" y="0"/>
                </a:cubicBezTo>
              </a:path>
            </a:pathLst>
          </a:custGeom>
          <a:noFill/>
          <a:ln w="28575">
            <a:solidFill>
              <a:srgbClr val="FF0000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/>
          <a:lstStyle>
            <a:lvl1pPr>
              <a:defRPr sz="1600">
                <a:solidFill>
                  <a:schemeClr val="tx1"/>
                </a:solidFill>
                <a:latin typeface="Lucida Sans Unicode" panose="020B0602030504020204" pitchFamily="34" charset="0"/>
              </a:defRPr>
            </a:lvl1pPr>
            <a:lvl2pPr marL="742950" indent="-285750">
              <a:defRPr sz="1600">
                <a:solidFill>
                  <a:schemeClr val="tx1"/>
                </a:solidFill>
                <a:latin typeface="Lucida Sans Unicode" panose="020B0602030504020204" pitchFamily="34" charset="0"/>
              </a:defRPr>
            </a:lvl2pPr>
            <a:lvl3pPr marL="1143000" indent="-228600">
              <a:defRPr sz="1600">
                <a:solidFill>
                  <a:schemeClr val="tx1"/>
                </a:solidFill>
                <a:latin typeface="Lucida Sans Unicode" panose="020B0602030504020204" pitchFamily="34" charset="0"/>
              </a:defRPr>
            </a:lvl3pPr>
            <a:lvl4pPr marL="1600200" indent="-228600">
              <a:defRPr sz="1600">
                <a:solidFill>
                  <a:schemeClr val="tx1"/>
                </a:solidFill>
                <a:latin typeface="Lucida Sans Unicode" panose="020B0602030504020204" pitchFamily="34" charset="0"/>
              </a:defRPr>
            </a:lvl4pPr>
            <a:lvl5pPr marL="2057400" indent="-228600">
              <a:defRPr sz="1600">
                <a:solidFill>
                  <a:schemeClr val="tx1"/>
                </a:solidFill>
                <a:latin typeface="Lucida Sans Unicode" panose="020B0602030504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Lucida Sans Unicode" panose="020B0602030504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Lucida Sans Unicode" panose="020B0602030504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Lucida Sans Unicode" panose="020B0602030504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Lucida Sans Unicode" panose="020B0602030504020204" pitchFamily="34" charset="0"/>
              </a:defRPr>
            </a:lvl9pPr>
          </a:lstStyle>
          <a:p>
            <a:endParaRPr lang="en-US" altLang="en-US"/>
          </a:p>
        </p:txBody>
      </p:sp>
      <p:sp>
        <p:nvSpPr>
          <p:cNvPr id="2064" name="Arc 15"/>
          <p:cNvSpPr>
            <a:spLocks/>
          </p:cNvSpPr>
          <p:nvPr/>
        </p:nvSpPr>
        <p:spPr bwMode="auto">
          <a:xfrm flipH="1">
            <a:off x="4064000" y="2528888"/>
            <a:ext cx="660400" cy="328612"/>
          </a:xfrm>
          <a:custGeom>
            <a:avLst/>
            <a:gdLst>
              <a:gd name="T0" fmla="*/ 504044 w 21600"/>
              <a:gd name="T1" fmla="*/ 0 h 13956"/>
              <a:gd name="T2" fmla="*/ 660400 w 21600"/>
              <a:gd name="T3" fmla="*/ 328612 h 13956"/>
              <a:gd name="T4" fmla="*/ 0 w 21600"/>
              <a:gd name="T5" fmla="*/ 328612 h 13956"/>
              <a:gd name="T6" fmla="*/ 0 60000 65536"/>
              <a:gd name="T7" fmla="*/ 0 60000 65536"/>
              <a:gd name="T8" fmla="*/ 0 60000 65536"/>
              <a:gd name="T9" fmla="*/ 0 w 21600"/>
              <a:gd name="T10" fmla="*/ 0 h 13956"/>
              <a:gd name="T11" fmla="*/ 21600 w 21600"/>
              <a:gd name="T12" fmla="*/ 13956 h 13956"/>
            </a:gdLst>
            <a:ahLst/>
            <a:cxnLst>
              <a:cxn ang="T6">
                <a:pos x="T0" y="T1"/>
              </a:cxn>
              <a:cxn ang="T7">
                <a:pos x="T2" y="T3"/>
              </a:cxn>
              <a:cxn ang="T8">
                <a:pos x="T4" y="T5"/>
              </a:cxn>
            </a:cxnLst>
            <a:rect l="T9" t="T10" r="T11" b="T12"/>
            <a:pathLst>
              <a:path w="21600" h="13956" fill="none" extrusionOk="0">
                <a:moveTo>
                  <a:pt x="16486" y="-1"/>
                </a:moveTo>
                <a:cubicBezTo>
                  <a:pt x="19787" y="3900"/>
                  <a:pt x="21600" y="8845"/>
                  <a:pt x="21600" y="13956"/>
                </a:cubicBezTo>
              </a:path>
              <a:path w="21600" h="13956" stroke="0" extrusionOk="0">
                <a:moveTo>
                  <a:pt x="16486" y="-1"/>
                </a:moveTo>
                <a:cubicBezTo>
                  <a:pt x="19787" y="3900"/>
                  <a:pt x="21600" y="8845"/>
                  <a:pt x="21600" y="13956"/>
                </a:cubicBezTo>
                <a:lnTo>
                  <a:pt x="0" y="13956"/>
                </a:lnTo>
                <a:close/>
              </a:path>
            </a:pathLst>
          </a:custGeom>
          <a:noFill/>
          <a:ln w="9525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 anchor="ctr"/>
          <a:lstStyle>
            <a:lvl1pPr>
              <a:defRPr sz="1600">
                <a:solidFill>
                  <a:schemeClr val="tx1"/>
                </a:solidFill>
                <a:latin typeface="Lucida Sans Unicode" panose="020B0602030504020204" pitchFamily="34" charset="0"/>
              </a:defRPr>
            </a:lvl1pPr>
            <a:lvl2pPr marL="742950" indent="-285750">
              <a:defRPr sz="1600">
                <a:solidFill>
                  <a:schemeClr val="tx1"/>
                </a:solidFill>
                <a:latin typeface="Lucida Sans Unicode" panose="020B0602030504020204" pitchFamily="34" charset="0"/>
              </a:defRPr>
            </a:lvl2pPr>
            <a:lvl3pPr marL="1143000" indent="-228600">
              <a:defRPr sz="1600">
                <a:solidFill>
                  <a:schemeClr val="tx1"/>
                </a:solidFill>
                <a:latin typeface="Lucida Sans Unicode" panose="020B0602030504020204" pitchFamily="34" charset="0"/>
              </a:defRPr>
            </a:lvl3pPr>
            <a:lvl4pPr marL="1600200" indent="-228600">
              <a:defRPr sz="1600">
                <a:solidFill>
                  <a:schemeClr val="tx1"/>
                </a:solidFill>
                <a:latin typeface="Lucida Sans Unicode" panose="020B0602030504020204" pitchFamily="34" charset="0"/>
              </a:defRPr>
            </a:lvl4pPr>
            <a:lvl5pPr marL="2057400" indent="-228600">
              <a:defRPr sz="1600">
                <a:solidFill>
                  <a:schemeClr val="tx1"/>
                </a:solidFill>
                <a:latin typeface="Lucida Sans Unicode" panose="020B0602030504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Lucida Sans Unicode" panose="020B0602030504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Lucida Sans Unicode" panose="020B0602030504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Lucida Sans Unicode" panose="020B0602030504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Lucida Sans Unicode" panose="020B0602030504020204" pitchFamily="34" charset="0"/>
              </a:defRPr>
            </a:lvl9pPr>
          </a:lstStyle>
          <a:p>
            <a:endParaRPr lang="en-US" altLang="en-US"/>
          </a:p>
        </p:txBody>
      </p:sp>
      <p:grpSp>
        <p:nvGrpSpPr>
          <p:cNvPr id="2065" name="Group 16"/>
          <p:cNvGrpSpPr>
            <a:grpSpLocks/>
          </p:cNvGrpSpPr>
          <p:nvPr/>
        </p:nvGrpSpPr>
        <p:grpSpPr bwMode="auto">
          <a:xfrm>
            <a:off x="481013" y="4133850"/>
            <a:ext cx="1184275" cy="590550"/>
            <a:chOff x="3334" y="868"/>
            <a:chExt cx="746" cy="372"/>
          </a:xfrm>
        </p:grpSpPr>
        <p:sp>
          <p:nvSpPr>
            <p:cNvPr id="2071" name="Text Box 17"/>
            <p:cNvSpPr txBox="1">
              <a:spLocks noChangeArrowheads="1"/>
            </p:cNvSpPr>
            <p:nvPr/>
          </p:nvSpPr>
          <p:spPr bwMode="auto">
            <a:xfrm>
              <a:off x="3334" y="893"/>
              <a:ext cx="644" cy="212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 algn="ctr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>
                <a:defRPr sz="1600">
                  <a:solidFill>
                    <a:schemeClr val="tx1"/>
                  </a:solidFill>
                  <a:latin typeface="Lucida Sans Unicode" panose="020B0602030504020204" pitchFamily="34" charset="0"/>
                </a:defRPr>
              </a:lvl1pPr>
              <a:lvl2pPr marL="742950" indent="-285750">
                <a:defRPr sz="1600">
                  <a:solidFill>
                    <a:schemeClr val="tx1"/>
                  </a:solidFill>
                  <a:latin typeface="Lucida Sans Unicode" panose="020B0602030504020204" pitchFamily="34" charset="0"/>
                </a:defRPr>
              </a:lvl2pPr>
              <a:lvl3pPr marL="1143000" indent="-228600">
                <a:defRPr sz="1600">
                  <a:solidFill>
                    <a:schemeClr val="tx1"/>
                  </a:solidFill>
                  <a:latin typeface="Lucida Sans Unicode" panose="020B0602030504020204" pitchFamily="34" charset="0"/>
                </a:defRPr>
              </a:lvl3pPr>
              <a:lvl4pPr marL="1600200" indent="-228600">
                <a:defRPr sz="1600">
                  <a:solidFill>
                    <a:schemeClr val="tx1"/>
                  </a:solidFill>
                  <a:latin typeface="Lucida Sans Unicode" panose="020B0602030504020204" pitchFamily="34" charset="0"/>
                </a:defRPr>
              </a:lvl4pPr>
              <a:lvl5pPr marL="2057400" indent="-228600">
                <a:defRPr sz="1600">
                  <a:solidFill>
                    <a:schemeClr val="tx1"/>
                  </a:solidFill>
                  <a:latin typeface="Lucida Sans Unicode" panose="020B0602030504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Lucida Sans Unicode" panose="020B0602030504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Lucida Sans Unicode" panose="020B0602030504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Lucida Sans Unicode" panose="020B0602030504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Lucida Sans Unicode" panose="020B0602030504020204" pitchFamily="34" charset="0"/>
                </a:defRPr>
              </a:lvl9pPr>
            </a:lstStyle>
            <a:p>
              <a:r>
                <a:rPr lang="en-GB" altLang="en-US"/>
                <a:t>sin </a:t>
              </a:r>
              <a:r>
                <a:rPr lang="en-GB" altLang="en-US">
                  <a:sym typeface="Symbol" panose="05050102010706020507" pitchFamily="18" charset="2"/>
                </a:rPr>
                <a:t> =  </a:t>
              </a:r>
              <a:endParaRPr lang="en-GB" altLang="en-US" u="sng">
                <a:sym typeface="Symbol" panose="05050102010706020507" pitchFamily="18" charset="2"/>
              </a:endParaRPr>
            </a:p>
          </p:txBody>
        </p:sp>
        <p:graphicFrame>
          <p:nvGraphicFramePr>
            <p:cNvPr id="2050" name="Object 18"/>
            <p:cNvGraphicFramePr>
              <a:graphicFrameLocks noChangeAspect="1"/>
            </p:cNvGraphicFramePr>
            <p:nvPr/>
          </p:nvGraphicFramePr>
          <p:xfrm>
            <a:off x="3936" y="868"/>
            <a:ext cx="144" cy="372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2050" name="Equation" r:id="rId3" imgW="152280" imgH="393480" progId="Equation.3">
                    <p:embed/>
                  </p:oleObj>
                </mc:Choice>
                <mc:Fallback>
                  <p:oleObj name="Equation" r:id="rId3" imgW="152280" imgH="393480" progId="Equation.3">
                    <p:embed/>
                    <p:pic>
                      <p:nvPicPr>
                        <p:cNvPr id="2050" name="Object 18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4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3936" y="868"/>
                          <a:ext cx="144" cy="372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ffectLst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  <a:ext uri="{91240B29-F687-4F45-9708-019B960494DF}">
                            <a14:hiddenLine xmlns:a14="http://schemas.microsoft.com/office/drawing/2010/main" w="9525">
                              <a:solidFill>
                                <a:srgbClr val="000000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  <a:ext uri="{AF507438-7753-43E0-B8FC-AC1667EBCBE1}">
                            <a14:hiddenEffects xmlns:a14="http://schemas.microsoft.com/office/drawing/2010/main">
                              <a:effectLst>
                                <a:outerShdw dist="35921" dir="2700000" algn="ctr" rotWithShape="0">
                                  <a:srgbClr val="808080"/>
                                </a:outerShdw>
                              </a:effectLst>
                            </a14:hiddenEffects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</p:grpSp>
      <p:sp>
        <p:nvSpPr>
          <p:cNvPr id="2066" name="Text Box 19"/>
          <p:cNvSpPr txBox="1">
            <a:spLocks noChangeArrowheads="1"/>
          </p:cNvSpPr>
          <p:nvPr/>
        </p:nvSpPr>
        <p:spPr bwMode="auto">
          <a:xfrm>
            <a:off x="430213" y="4872038"/>
            <a:ext cx="2032000" cy="10699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 algn="ctr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defRPr sz="1600">
                <a:solidFill>
                  <a:schemeClr val="tx1"/>
                </a:solidFill>
                <a:latin typeface="Lucida Sans Unicode" panose="020B0602030504020204" pitchFamily="34" charset="0"/>
              </a:defRPr>
            </a:lvl1pPr>
            <a:lvl2pPr marL="742950" indent="-285750">
              <a:defRPr sz="1600">
                <a:solidFill>
                  <a:schemeClr val="tx1"/>
                </a:solidFill>
                <a:latin typeface="Lucida Sans Unicode" panose="020B0602030504020204" pitchFamily="34" charset="0"/>
              </a:defRPr>
            </a:lvl2pPr>
            <a:lvl3pPr marL="1143000" indent="-228600">
              <a:defRPr sz="1600">
                <a:solidFill>
                  <a:schemeClr val="tx1"/>
                </a:solidFill>
                <a:latin typeface="Lucida Sans Unicode" panose="020B0602030504020204" pitchFamily="34" charset="0"/>
              </a:defRPr>
            </a:lvl3pPr>
            <a:lvl4pPr marL="1600200" indent="-228600">
              <a:defRPr sz="1600">
                <a:solidFill>
                  <a:schemeClr val="tx1"/>
                </a:solidFill>
                <a:latin typeface="Lucida Sans Unicode" panose="020B0602030504020204" pitchFamily="34" charset="0"/>
              </a:defRPr>
            </a:lvl4pPr>
            <a:lvl5pPr marL="2057400" indent="-228600">
              <a:defRPr sz="1600">
                <a:solidFill>
                  <a:schemeClr val="tx1"/>
                </a:solidFill>
                <a:latin typeface="Lucida Sans Unicode" panose="020B0602030504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Lucida Sans Unicode" panose="020B0602030504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Lucida Sans Unicode" panose="020B0602030504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Lucida Sans Unicode" panose="020B0602030504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Lucida Sans Unicode" panose="020B0602030504020204" pitchFamily="34" charset="0"/>
              </a:defRPr>
            </a:lvl9pPr>
          </a:lstStyle>
          <a:p>
            <a:r>
              <a:rPr lang="en-GB" altLang="en-US"/>
              <a:t>Plotting values of sin </a:t>
            </a:r>
            <a:r>
              <a:rPr lang="en-GB" altLang="en-US">
                <a:sym typeface="Symbol" panose="05050102010706020507" pitchFamily="18" charset="2"/>
              </a:rPr>
              <a:t> between 0</a:t>
            </a:r>
            <a:r>
              <a:rPr lang="en-US" altLang="en-US">
                <a:ea typeface="Lucida Sans Unicode" panose="020B0602030504020204" pitchFamily="34" charset="0"/>
                <a:cs typeface="Lucida Sans Unicode" panose="020B0602030504020204" pitchFamily="34" charset="0"/>
                <a:sym typeface="Symbol" panose="05050102010706020507" pitchFamily="18" charset="2"/>
              </a:rPr>
              <a:t>° and </a:t>
            </a:r>
            <a:r>
              <a:rPr lang="en-GB" altLang="en-US"/>
              <a:t> 9</a:t>
            </a:r>
            <a:r>
              <a:rPr lang="en-GB" altLang="en-US">
                <a:sym typeface="Symbol" panose="05050102010706020507" pitchFamily="18" charset="2"/>
              </a:rPr>
              <a:t>0</a:t>
            </a:r>
            <a:r>
              <a:rPr lang="en-US" altLang="en-US">
                <a:sym typeface="Symbol" panose="05050102010706020507" pitchFamily="18" charset="2"/>
              </a:rPr>
              <a:t>° gives a graph ....</a:t>
            </a:r>
            <a:endParaRPr lang="en-GB" altLang="en-US">
              <a:sym typeface="Symbol" panose="05050102010706020507" pitchFamily="18" charset="2"/>
            </a:endParaRPr>
          </a:p>
        </p:txBody>
      </p:sp>
      <p:sp>
        <p:nvSpPr>
          <p:cNvPr id="2067" name="Rectangle 20"/>
          <p:cNvSpPr>
            <a:spLocks noChangeArrowheads="1"/>
          </p:cNvSpPr>
          <p:nvPr/>
        </p:nvSpPr>
        <p:spPr bwMode="auto">
          <a:xfrm>
            <a:off x="2614613" y="3952875"/>
            <a:ext cx="471487" cy="3365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 algn="ctr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defRPr sz="1600">
                <a:solidFill>
                  <a:schemeClr val="tx1"/>
                </a:solidFill>
                <a:latin typeface="Lucida Sans Unicode" panose="020B0602030504020204" pitchFamily="34" charset="0"/>
              </a:defRPr>
            </a:lvl1pPr>
            <a:lvl2pPr marL="742950" indent="-285750">
              <a:defRPr sz="1600">
                <a:solidFill>
                  <a:schemeClr val="tx1"/>
                </a:solidFill>
                <a:latin typeface="Lucida Sans Unicode" panose="020B0602030504020204" pitchFamily="34" charset="0"/>
              </a:defRPr>
            </a:lvl2pPr>
            <a:lvl3pPr marL="1143000" indent="-228600">
              <a:defRPr sz="1600">
                <a:solidFill>
                  <a:schemeClr val="tx1"/>
                </a:solidFill>
                <a:latin typeface="Lucida Sans Unicode" panose="020B0602030504020204" pitchFamily="34" charset="0"/>
              </a:defRPr>
            </a:lvl3pPr>
            <a:lvl4pPr marL="1600200" indent="-228600">
              <a:defRPr sz="1600">
                <a:solidFill>
                  <a:schemeClr val="tx1"/>
                </a:solidFill>
                <a:latin typeface="Lucida Sans Unicode" panose="020B0602030504020204" pitchFamily="34" charset="0"/>
              </a:defRPr>
            </a:lvl4pPr>
            <a:lvl5pPr marL="2057400" indent="-228600">
              <a:defRPr sz="1600">
                <a:solidFill>
                  <a:schemeClr val="tx1"/>
                </a:solidFill>
                <a:latin typeface="Lucida Sans Unicode" panose="020B0602030504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Lucida Sans Unicode" panose="020B0602030504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Lucida Sans Unicode" panose="020B0602030504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Lucida Sans Unicode" panose="020B0602030504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Lucida Sans Unicode" panose="020B0602030504020204" pitchFamily="34" charset="0"/>
              </a:defRPr>
            </a:lvl9pPr>
          </a:lstStyle>
          <a:p>
            <a:r>
              <a:rPr lang="en-GB" altLang="en-US"/>
              <a:t>sin</a:t>
            </a:r>
            <a:endParaRPr lang="en-GB" altLang="en-US">
              <a:sym typeface="Symbol" panose="05050102010706020507" pitchFamily="18" charset="2"/>
            </a:endParaRPr>
          </a:p>
        </p:txBody>
      </p:sp>
      <p:sp>
        <p:nvSpPr>
          <p:cNvPr id="2068" name="Line 21"/>
          <p:cNvSpPr>
            <a:spLocks noChangeShapeType="1"/>
          </p:cNvSpPr>
          <p:nvPr/>
        </p:nvSpPr>
        <p:spPr bwMode="auto">
          <a:xfrm>
            <a:off x="3708400" y="4991100"/>
            <a:ext cx="1117600" cy="0"/>
          </a:xfrm>
          <a:prstGeom prst="line">
            <a:avLst/>
          </a:prstGeom>
          <a:noFill/>
          <a:ln w="9525">
            <a:solidFill>
              <a:schemeClr val="tx1"/>
            </a:solidFill>
            <a:prstDash val="dash"/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en-GB"/>
          </a:p>
        </p:txBody>
      </p:sp>
      <p:sp>
        <p:nvSpPr>
          <p:cNvPr id="2069" name="Line 22"/>
          <p:cNvSpPr>
            <a:spLocks noChangeShapeType="1"/>
          </p:cNvSpPr>
          <p:nvPr/>
        </p:nvSpPr>
        <p:spPr bwMode="auto">
          <a:xfrm>
            <a:off x="4495800" y="4787900"/>
            <a:ext cx="0" cy="1219200"/>
          </a:xfrm>
          <a:prstGeom prst="line">
            <a:avLst/>
          </a:prstGeom>
          <a:noFill/>
          <a:ln w="9525">
            <a:solidFill>
              <a:schemeClr val="tx1"/>
            </a:solidFill>
            <a:prstDash val="dash"/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en-GB"/>
          </a:p>
        </p:txBody>
      </p:sp>
      <p:sp>
        <p:nvSpPr>
          <p:cNvPr id="2070" name="Rectangle 23"/>
          <p:cNvSpPr>
            <a:spLocks noChangeArrowheads="1"/>
          </p:cNvSpPr>
          <p:nvPr/>
        </p:nvSpPr>
        <p:spPr bwMode="auto">
          <a:xfrm>
            <a:off x="5892800" y="5854700"/>
            <a:ext cx="312738" cy="3365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 algn="ctr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defRPr sz="1600">
                <a:solidFill>
                  <a:schemeClr val="tx1"/>
                </a:solidFill>
                <a:latin typeface="Lucida Sans Unicode" panose="020B0602030504020204" pitchFamily="34" charset="0"/>
              </a:defRPr>
            </a:lvl1pPr>
            <a:lvl2pPr marL="742950" indent="-285750">
              <a:defRPr sz="1600">
                <a:solidFill>
                  <a:schemeClr val="tx1"/>
                </a:solidFill>
                <a:latin typeface="Lucida Sans Unicode" panose="020B0602030504020204" pitchFamily="34" charset="0"/>
              </a:defRPr>
            </a:lvl2pPr>
            <a:lvl3pPr marL="1143000" indent="-228600">
              <a:defRPr sz="1600">
                <a:solidFill>
                  <a:schemeClr val="tx1"/>
                </a:solidFill>
                <a:latin typeface="Lucida Sans Unicode" panose="020B0602030504020204" pitchFamily="34" charset="0"/>
              </a:defRPr>
            </a:lvl3pPr>
            <a:lvl4pPr marL="1600200" indent="-228600">
              <a:defRPr sz="1600">
                <a:solidFill>
                  <a:schemeClr val="tx1"/>
                </a:solidFill>
                <a:latin typeface="Lucida Sans Unicode" panose="020B0602030504020204" pitchFamily="34" charset="0"/>
              </a:defRPr>
            </a:lvl4pPr>
            <a:lvl5pPr marL="2057400" indent="-228600">
              <a:defRPr sz="1600">
                <a:solidFill>
                  <a:schemeClr val="tx1"/>
                </a:solidFill>
                <a:latin typeface="Lucida Sans Unicode" panose="020B0602030504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Lucida Sans Unicode" panose="020B0602030504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Lucida Sans Unicode" panose="020B0602030504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Lucida Sans Unicode" panose="020B0602030504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Lucida Sans Unicode" panose="020B0602030504020204" pitchFamily="34" charset="0"/>
              </a:defRPr>
            </a:lvl9pPr>
          </a:lstStyle>
          <a:p>
            <a:r>
              <a:rPr lang="en-GB" altLang="en-US">
                <a:sym typeface="Symbol" panose="05050102010706020507" pitchFamily="18" charset="2"/>
              </a:rPr>
              <a:t></a:t>
            </a:r>
          </a:p>
        </p:txBody>
      </p:sp>
    </p:spTree>
    <p:extLst>
      <p:ext uri="{BB962C8B-B14F-4D97-AF65-F5344CB8AC3E}">
        <p14:creationId xmlns:p14="http://schemas.microsoft.com/office/powerpoint/2010/main" val="2218785689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94" name="Text Box 2"/>
          <p:cNvSpPr txBox="1">
            <a:spLocks noChangeArrowheads="1"/>
          </p:cNvSpPr>
          <p:nvPr/>
        </p:nvSpPr>
        <p:spPr bwMode="auto">
          <a:xfrm>
            <a:off x="430213" y="376238"/>
            <a:ext cx="1517650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 algn="ctr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defRPr sz="1600">
                <a:solidFill>
                  <a:schemeClr val="tx1"/>
                </a:solidFill>
                <a:latin typeface="Lucida Sans Unicode" panose="020B0602030504020204" pitchFamily="34" charset="0"/>
              </a:defRPr>
            </a:lvl1pPr>
            <a:lvl2pPr marL="742950" indent="-285750">
              <a:defRPr sz="1600">
                <a:solidFill>
                  <a:schemeClr val="tx1"/>
                </a:solidFill>
                <a:latin typeface="Lucida Sans Unicode" panose="020B0602030504020204" pitchFamily="34" charset="0"/>
              </a:defRPr>
            </a:lvl2pPr>
            <a:lvl3pPr marL="1143000" indent="-228600">
              <a:defRPr sz="1600">
                <a:solidFill>
                  <a:schemeClr val="tx1"/>
                </a:solidFill>
                <a:latin typeface="Lucida Sans Unicode" panose="020B0602030504020204" pitchFamily="34" charset="0"/>
              </a:defRPr>
            </a:lvl3pPr>
            <a:lvl4pPr marL="1600200" indent="-228600">
              <a:defRPr sz="1600">
                <a:solidFill>
                  <a:schemeClr val="tx1"/>
                </a:solidFill>
                <a:latin typeface="Lucida Sans Unicode" panose="020B0602030504020204" pitchFamily="34" charset="0"/>
              </a:defRPr>
            </a:lvl4pPr>
            <a:lvl5pPr marL="2057400" indent="-228600">
              <a:defRPr sz="1600">
                <a:solidFill>
                  <a:schemeClr val="tx1"/>
                </a:solidFill>
                <a:latin typeface="Lucida Sans Unicode" panose="020B0602030504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Lucida Sans Unicode" panose="020B0602030504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Lucida Sans Unicode" panose="020B0602030504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Lucida Sans Unicode" panose="020B0602030504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Lucida Sans Unicode" panose="020B0602030504020204" pitchFamily="34" charset="0"/>
              </a:defRPr>
            </a:lvl9pPr>
          </a:lstStyle>
          <a:p>
            <a:r>
              <a:rPr lang="en-GB" altLang="en-US" sz="2400" b="1"/>
              <a:t>sine (sin)</a:t>
            </a:r>
          </a:p>
        </p:txBody>
      </p:sp>
      <p:sp>
        <p:nvSpPr>
          <p:cNvPr id="8195" name="Line 3"/>
          <p:cNvSpPr>
            <a:spLocks noChangeShapeType="1"/>
          </p:cNvSpPr>
          <p:nvPr/>
        </p:nvSpPr>
        <p:spPr bwMode="auto">
          <a:xfrm>
            <a:off x="3722688" y="3971925"/>
            <a:ext cx="0" cy="218440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en-GB"/>
          </a:p>
        </p:txBody>
      </p:sp>
      <p:sp>
        <p:nvSpPr>
          <p:cNvPr id="8196" name="Line 4"/>
          <p:cNvSpPr>
            <a:spLocks noChangeShapeType="1"/>
          </p:cNvSpPr>
          <p:nvPr/>
        </p:nvSpPr>
        <p:spPr bwMode="auto">
          <a:xfrm>
            <a:off x="3684588" y="6011863"/>
            <a:ext cx="4660900" cy="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en-GB"/>
          </a:p>
        </p:txBody>
      </p:sp>
      <p:sp>
        <p:nvSpPr>
          <p:cNvPr id="8197" name="Rectangle 5"/>
          <p:cNvSpPr>
            <a:spLocks noChangeArrowheads="1"/>
          </p:cNvSpPr>
          <p:nvPr/>
        </p:nvSpPr>
        <p:spPr bwMode="auto">
          <a:xfrm>
            <a:off x="2614613" y="3952875"/>
            <a:ext cx="666750" cy="3365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 algn="ctr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defRPr sz="1600">
                <a:solidFill>
                  <a:schemeClr val="tx1"/>
                </a:solidFill>
                <a:latin typeface="Lucida Sans Unicode" panose="020B0602030504020204" pitchFamily="34" charset="0"/>
              </a:defRPr>
            </a:lvl1pPr>
            <a:lvl2pPr marL="742950" indent="-285750">
              <a:defRPr sz="1600">
                <a:solidFill>
                  <a:schemeClr val="tx1"/>
                </a:solidFill>
                <a:latin typeface="Lucida Sans Unicode" panose="020B0602030504020204" pitchFamily="34" charset="0"/>
              </a:defRPr>
            </a:lvl2pPr>
            <a:lvl3pPr marL="1143000" indent="-228600">
              <a:defRPr sz="1600">
                <a:solidFill>
                  <a:schemeClr val="tx1"/>
                </a:solidFill>
                <a:latin typeface="Lucida Sans Unicode" panose="020B0602030504020204" pitchFamily="34" charset="0"/>
              </a:defRPr>
            </a:lvl3pPr>
            <a:lvl4pPr marL="1600200" indent="-228600">
              <a:defRPr sz="1600">
                <a:solidFill>
                  <a:schemeClr val="tx1"/>
                </a:solidFill>
                <a:latin typeface="Lucida Sans Unicode" panose="020B0602030504020204" pitchFamily="34" charset="0"/>
              </a:defRPr>
            </a:lvl4pPr>
            <a:lvl5pPr marL="2057400" indent="-228600">
              <a:defRPr sz="1600">
                <a:solidFill>
                  <a:schemeClr val="tx1"/>
                </a:solidFill>
                <a:latin typeface="Lucida Sans Unicode" panose="020B0602030504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Lucida Sans Unicode" panose="020B0602030504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Lucida Sans Unicode" panose="020B0602030504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Lucida Sans Unicode" panose="020B0602030504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Lucida Sans Unicode" panose="020B0602030504020204" pitchFamily="34" charset="0"/>
              </a:defRPr>
            </a:lvl9pPr>
          </a:lstStyle>
          <a:p>
            <a:r>
              <a:rPr lang="en-GB" altLang="en-US"/>
              <a:t>sin </a:t>
            </a:r>
            <a:r>
              <a:rPr lang="en-GB" altLang="en-US">
                <a:sym typeface="Symbol" panose="05050102010706020507" pitchFamily="18" charset="2"/>
              </a:rPr>
              <a:t></a:t>
            </a:r>
          </a:p>
        </p:txBody>
      </p:sp>
      <p:sp>
        <p:nvSpPr>
          <p:cNvPr id="8198" name="Rectangle 6"/>
          <p:cNvSpPr>
            <a:spLocks noChangeArrowheads="1"/>
          </p:cNvSpPr>
          <p:nvPr/>
        </p:nvSpPr>
        <p:spPr bwMode="auto">
          <a:xfrm>
            <a:off x="3600450" y="6143625"/>
            <a:ext cx="4935538" cy="3365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 algn="ctr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defRPr sz="1600">
                <a:solidFill>
                  <a:schemeClr val="tx1"/>
                </a:solidFill>
                <a:latin typeface="Lucida Sans Unicode" panose="020B0602030504020204" pitchFamily="34" charset="0"/>
              </a:defRPr>
            </a:lvl1pPr>
            <a:lvl2pPr marL="742950" indent="-285750">
              <a:defRPr sz="1600">
                <a:solidFill>
                  <a:schemeClr val="tx1"/>
                </a:solidFill>
                <a:latin typeface="Lucida Sans Unicode" panose="020B0602030504020204" pitchFamily="34" charset="0"/>
              </a:defRPr>
            </a:lvl2pPr>
            <a:lvl3pPr marL="1143000" indent="-228600">
              <a:defRPr sz="1600">
                <a:solidFill>
                  <a:schemeClr val="tx1"/>
                </a:solidFill>
                <a:latin typeface="Lucida Sans Unicode" panose="020B0602030504020204" pitchFamily="34" charset="0"/>
              </a:defRPr>
            </a:lvl3pPr>
            <a:lvl4pPr marL="1600200" indent="-228600">
              <a:defRPr sz="1600">
                <a:solidFill>
                  <a:schemeClr val="tx1"/>
                </a:solidFill>
                <a:latin typeface="Lucida Sans Unicode" panose="020B0602030504020204" pitchFamily="34" charset="0"/>
              </a:defRPr>
            </a:lvl4pPr>
            <a:lvl5pPr marL="2057400" indent="-228600">
              <a:defRPr sz="1600">
                <a:solidFill>
                  <a:schemeClr val="tx1"/>
                </a:solidFill>
                <a:latin typeface="Lucida Sans Unicode" panose="020B0602030504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Lucida Sans Unicode" panose="020B0602030504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Lucida Sans Unicode" panose="020B0602030504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Lucida Sans Unicode" panose="020B0602030504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Lucida Sans Unicode" panose="020B0602030504020204" pitchFamily="34" charset="0"/>
              </a:defRPr>
            </a:lvl9pPr>
          </a:lstStyle>
          <a:p>
            <a:r>
              <a:rPr lang="en-GB" altLang="en-US">
                <a:sym typeface="Symbol" panose="05050102010706020507" pitchFamily="18" charset="2"/>
              </a:rPr>
              <a:t>0</a:t>
            </a:r>
            <a:r>
              <a:rPr lang="en-US" altLang="en-US">
                <a:sym typeface="Symbol" panose="05050102010706020507" pitchFamily="18" charset="2"/>
              </a:rPr>
              <a:t>°       30 °                 </a:t>
            </a:r>
            <a:r>
              <a:rPr lang="en-GB" altLang="en-US"/>
              <a:t>9</a:t>
            </a:r>
            <a:r>
              <a:rPr lang="en-GB" altLang="en-US">
                <a:sym typeface="Symbol" panose="05050102010706020507" pitchFamily="18" charset="2"/>
              </a:rPr>
              <a:t>0</a:t>
            </a:r>
            <a:r>
              <a:rPr lang="en-US" altLang="en-US">
                <a:sym typeface="Symbol" panose="05050102010706020507" pitchFamily="18" charset="2"/>
              </a:rPr>
              <a:t>°                15</a:t>
            </a:r>
            <a:r>
              <a:rPr lang="en-GB" altLang="en-US">
                <a:sym typeface="Symbol" panose="05050102010706020507" pitchFamily="18" charset="2"/>
              </a:rPr>
              <a:t>0</a:t>
            </a:r>
            <a:r>
              <a:rPr lang="en-US" altLang="en-US">
                <a:sym typeface="Symbol" panose="05050102010706020507" pitchFamily="18" charset="2"/>
              </a:rPr>
              <a:t>°      18</a:t>
            </a:r>
            <a:r>
              <a:rPr lang="en-GB" altLang="en-US">
                <a:sym typeface="Symbol" panose="05050102010706020507" pitchFamily="18" charset="2"/>
              </a:rPr>
              <a:t>0</a:t>
            </a:r>
            <a:r>
              <a:rPr lang="en-US" altLang="en-US">
                <a:sym typeface="Symbol" panose="05050102010706020507" pitchFamily="18" charset="2"/>
              </a:rPr>
              <a:t>°</a:t>
            </a:r>
            <a:endParaRPr lang="en-GB" altLang="en-US">
              <a:sym typeface="Symbol" panose="05050102010706020507" pitchFamily="18" charset="2"/>
            </a:endParaRPr>
          </a:p>
        </p:txBody>
      </p:sp>
      <p:sp>
        <p:nvSpPr>
          <p:cNvPr id="8199" name="Text Box 7"/>
          <p:cNvSpPr txBox="1">
            <a:spLocks noChangeArrowheads="1"/>
          </p:cNvSpPr>
          <p:nvPr/>
        </p:nvSpPr>
        <p:spPr bwMode="auto">
          <a:xfrm>
            <a:off x="3238500" y="3875088"/>
            <a:ext cx="508000" cy="22923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 algn="ctr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defRPr sz="1600">
                <a:solidFill>
                  <a:schemeClr val="tx1"/>
                </a:solidFill>
                <a:latin typeface="Lucida Sans Unicode" panose="020B0602030504020204" pitchFamily="34" charset="0"/>
              </a:defRPr>
            </a:lvl1pPr>
            <a:lvl2pPr marL="742950" indent="-285750">
              <a:defRPr sz="1600">
                <a:solidFill>
                  <a:schemeClr val="tx1"/>
                </a:solidFill>
                <a:latin typeface="Lucida Sans Unicode" panose="020B0602030504020204" pitchFamily="34" charset="0"/>
              </a:defRPr>
            </a:lvl2pPr>
            <a:lvl3pPr marL="1143000" indent="-228600">
              <a:defRPr sz="1600">
                <a:solidFill>
                  <a:schemeClr val="tx1"/>
                </a:solidFill>
                <a:latin typeface="Lucida Sans Unicode" panose="020B0602030504020204" pitchFamily="34" charset="0"/>
              </a:defRPr>
            </a:lvl3pPr>
            <a:lvl4pPr marL="1600200" indent="-228600">
              <a:defRPr sz="1600">
                <a:solidFill>
                  <a:schemeClr val="tx1"/>
                </a:solidFill>
                <a:latin typeface="Lucida Sans Unicode" panose="020B0602030504020204" pitchFamily="34" charset="0"/>
              </a:defRPr>
            </a:lvl4pPr>
            <a:lvl5pPr marL="2057400" indent="-228600">
              <a:defRPr sz="1600">
                <a:solidFill>
                  <a:schemeClr val="tx1"/>
                </a:solidFill>
                <a:latin typeface="Lucida Sans Unicode" panose="020B0602030504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Lucida Sans Unicode" panose="020B0602030504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Lucida Sans Unicode" panose="020B0602030504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Lucida Sans Unicode" panose="020B0602030504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Lucida Sans Unicode" panose="020B0602030504020204" pitchFamily="34" charset="0"/>
              </a:defRPr>
            </a:lvl9pPr>
          </a:lstStyle>
          <a:p>
            <a:pPr algn="r"/>
            <a:r>
              <a:rPr lang="en-GB" altLang="en-US"/>
              <a:t>1.0</a:t>
            </a:r>
          </a:p>
          <a:p>
            <a:pPr algn="r"/>
            <a:endParaRPr lang="en-GB" altLang="en-US"/>
          </a:p>
          <a:p>
            <a:pPr algn="r"/>
            <a:endParaRPr lang="en-GB" altLang="en-US"/>
          </a:p>
          <a:p>
            <a:pPr algn="r"/>
            <a:endParaRPr lang="en-GB" altLang="en-US"/>
          </a:p>
          <a:p>
            <a:pPr algn="r"/>
            <a:r>
              <a:rPr lang="en-GB" altLang="en-US"/>
              <a:t>0.5</a:t>
            </a:r>
          </a:p>
          <a:p>
            <a:pPr algn="r"/>
            <a:endParaRPr lang="en-GB" altLang="en-US"/>
          </a:p>
          <a:p>
            <a:pPr algn="r"/>
            <a:endParaRPr lang="en-GB" altLang="en-US"/>
          </a:p>
          <a:p>
            <a:pPr algn="r"/>
            <a:endParaRPr lang="en-GB" altLang="en-US"/>
          </a:p>
          <a:p>
            <a:pPr algn="r"/>
            <a:r>
              <a:rPr lang="en-GB" altLang="en-US"/>
              <a:t>0</a:t>
            </a:r>
          </a:p>
        </p:txBody>
      </p:sp>
      <p:sp>
        <p:nvSpPr>
          <p:cNvPr id="8200" name="Freeform 8"/>
          <p:cNvSpPr>
            <a:spLocks/>
          </p:cNvSpPr>
          <p:nvPr/>
        </p:nvSpPr>
        <p:spPr bwMode="auto">
          <a:xfrm>
            <a:off x="3730625" y="3975100"/>
            <a:ext cx="2263775" cy="2027238"/>
          </a:xfrm>
          <a:custGeom>
            <a:avLst/>
            <a:gdLst>
              <a:gd name="T0" fmla="*/ 0 w 1426"/>
              <a:gd name="T1" fmla="*/ 1277 h 1277"/>
              <a:gd name="T2" fmla="*/ 466 w 1426"/>
              <a:gd name="T3" fmla="*/ 668 h 1277"/>
              <a:gd name="T4" fmla="*/ 848 w 1426"/>
              <a:gd name="T5" fmla="*/ 239 h 1277"/>
              <a:gd name="T6" fmla="*/ 1182 w 1426"/>
              <a:gd name="T7" fmla="*/ 48 h 1277"/>
              <a:gd name="T8" fmla="*/ 1426 w 1426"/>
              <a:gd name="T9" fmla="*/ 0 h 1277"/>
              <a:gd name="T10" fmla="*/ 0 60000 65536"/>
              <a:gd name="T11" fmla="*/ 0 60000 65536"/>
              <a:gd name="T12" fmla="*/ 0 60000 65536"/>
              <a:gd name="T13" fmla="*/ 0 60000 65536"/>
              <a:gd name="T14" fmla="*/ 0 60000 65536"/>
              <a:gd name="T15" fmla="*/ 0 w 1426"/>
              <a:gd name="T16" fmla="*/ 0 h 1277"/>
              <a:gd name="T17" fmla="*/ 1426 w 1426"/>
              <a:gd name="T18" fmla="*/ 1277 h 1277"/>
            </a:gdLst>
            <a:ahLst/>
            <a:cxnLst>
              <a:cxn ang="T10">
                <a:pos x="T0" y="T1"/>
              </a:cxn>
              <a:cxn ang="T11">
                <a:pos x="T2" y="T3"/>
              </a:cxn>
              <a:cxn ang="T12">
                <a:pos x="T4" y="T5"/>
              </a:cxn>
              <a:cxn ang="T13">
                <a:pos x="T6" y="T7"/>
              </a:cxn>
              <a:cxn ang="T14">
                <a:pos x="T8" y="T9"/>
              </a:cxn>
            </a:cxnLst>
            <a:rect l="T15" t="T16" r="T17" b="T18"/>
            <a:pathLst>
              <a:path w="1426" h="1277">
                <a:moveTo>
                  <a:pt x="0" y="1277"/>
                </a:moveTo>
                <a:cubicBezTo>
                  <a:pt x="78" y="1178"/>
                  <a:pt x="325" y="841"/>
                  <a:pt x="466" y="668"/>
                </a:cubicBezTo>
                <a:cubicBezTo>
                  <a:pt x="607" y="495"/>
                  <a:pt x="728" y="342"/>
                  <a:pt x="848" y="239"/>
                </a:cubicBezTo>
                <a:cubicBezTo>
                  <a:pt x="967" y="135"/>
                  <a:pt x="1086" y="88"/>
                  <a:pt x="1182" y="48"/>
                </a:cubicBezTo>
                <a:cubicBezTo>
                  <a:pt x="1278" y="8"/>
                  <a:pt x="1375" y="10"/>
                  <a:pt x="1426" y="0"/>
                </a:cubicBezTo>
              </a:path>
            </a:pathLst>
          </a:custGeom>
          <a:noFill/>
          <a:ln w="28575">
            <a:solidFill>
              <a:srgbClr val="FF0000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/>
          <a:lstStyle>
            <a:lvl1pPr>
              <a:defRPr sz="1600">
                <a:solidFill>
                  <a:schemeClr val="tx1"/>
                </a:solidFill>
                <a:latin typeface="Lucida Sans Unicode" panose="020B0602030504020204" pitchFamily="34" charset="0"/>
              </a:defRPr>
            </a:lvl1pPr>
            <a:lvl2pPr marL="742950" indent="-285750">
              <a:defRPr sz="1600">
                <a:solidFill>
                  <a:schemeClr val="tx1"/>
                </a:solidFill>
                <a:latin typeface="Lucida Sans Unicode" panose="020B0602030504020204" pitchFamily="34" charset="0"/>
              </a:defRPr>
            </a:lvl2pPr>
            <a:lvl3pPr marL="1143000" indent="-228600">
              <a:defRPr sz="1600">
                <a:solidFill>
                  <a:schemeClr val="tx1"/>
                </a:solidFill>
                <a:latin typeface="Lucida Sans Unicode" panose="020B0602030504020204" pitchFamily="34" charset="0"/>
              </a:defRPr>
            </a:lvl3pPr>
            <a:lvl4pPr marL="1600200" indent="-228600">
              <a:defRPr sz="1600">
                <a:solidFill>
                  <a:schemeClr val="tx1"/>
                </a:solidFill>
                <a:latin typeface="Lucida Sans Unicode" panose="020B0602030504020204" pitchFamily="34" charset="0"/>
              </a:defRPr>
            </a:lvl4pPr>
            <a:lvl5pPr marL="2057400" indent="-228600">
              <a:defRPr sz="1600">
                <a:solidFill>
                  <a:schemeClr val="tx1"/>
                </a:solidFill>
                <a:latin typeface="Lucida Sans Unicode" panose="020B0602030504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Lucida Sans Unicode" panose="020B0602030504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Lucida Sans Unicode" panose="020B0602030504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Lucida Sans Unicode" panose="020B0602030504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Lucida Sans Unicode" panose="020B0602030504020204" pitchFamily="34" charset="0"/>
              </a:defRPr>
            </a:lvl9pPr>
          </a:lstStyle>
          <a:p>
            <a:endParaRPr lang="en-US" altLang="en-US"/>
          </a:p>
        </p:txBody>
      </p:sp>
      <p:sp>
        <p:nvSpPr>
          <p:cNvPr id="8201" name="Text Box 9"/>
          <p:cNvSpPr txBox="1">
            <a:spLocks noChangeArrowheads="1"/>
          </p:cNvSpPr>
          <p:nvPr/>
        </p:nvSpPr>
        <p:spPr bwMode="auto">
          <a:xfrm>
            <a:off x="430213" y="4237038"/>
            <a:ext cx="2011362" cy="18034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 algn="ctr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defRPr sz="1600">
                <a:solidFill>
                  <a:schemeClr val="tx1"/>
                </a:solidFill>
                <a:latin typeface="Lucida Sans Unicode" panose="020B0602030504020204" pitchFamily="34" charset="0"/>
              </a:defRPr>
            </a:lvl1pPr>
            <a:lvl2pPr marL="742950" indent="-285750">
              <a:defRPr sz="1600">
                <a:solidFill>
                  <a:schemeClr val="tx1"/>
                </a:solidFill>
                <a:latin typeface="Lucida Sans Unicode" panose="020B0602030504020204" pitchFamily="34" charset="0"/>
              </a:defRPr>
            </a:lvl2pPr>
            <a:lvl3pPr marL="1143000" indent="-228600">
              <a:defRPr sz="1600">
                <a:solidFill>
                  <a:schemeClr val="tx1"/>
                </a:solidFill>
                <a:latin typeface="Lucida Sans Unicode" panose="020B0602030504020204" pitchFamily="34" charset="0"/>
              </a:defRPr>
            </a:lvl3pPr>
            <a:lvl4pPr marL="1600200" indent="-228600">
              <a:defRPr sz="1600">
                <a:solidFill>
                  <a:schemeClr val="tx1"/>
                </a:solidFill>
                <a:latin typeface="Lucida Sans Unicode" panose="020B0602030504020204" pitchFamily="34" charset="0"/>
              </a:defRPr>
            </a:lvl4pPr>
            <a:lvl5pPr marL="2057400" indent="-228600">
              <a:defRPr sz="1600">
                <a:solidFill>
                  <a:schemeClr val="tx1"/>
                </a:solidFill>
                <a:latin typeface="Lucida Sans Unicode" panose="020B0602030504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Lucida Sans Unicode" panose="020B0602030504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Lucida Sans Unicode" panose="020B0602030504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Lucida Sans Unicode" panose="020B0602030504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Lucida Sans Unicode" panose="020B0602030504020204" pitchFamily="34" charset="0"/>
              </a:defRPr>
            </a:lvl9pPr>
          </a:lstStyle>
          <a:p>
            <a:r>
              <a:rPr lang="en-GB" altLang="en-US"/>
              <a:t>as </a:t>
            </a:r>
            <a:r>
              <a:rPr lang="en-GB" altLang="en-US">
                <a:sym typeface="Symbol" panose="05050102010706020507" pitchFamily="18" charset="2"/>
              </a:rPr>
              <a:t> continues past 90</a:t>
            </a:r>
            <a:r>
              <a:rPr lang="en-US" altLang="en-US">
                <a:ea typeface="Lucida Sans Unicode" panose="020B0602030504020204" pitchFamily="34" charset="0"/>
                <a:cs typeface="Lucida Sans Unicode" panose="020B0602030504020204" pitchFamily="34" charset="0"/>
                <a:sym typeface="Symbol" panose="05050102010706020507" pitchFamily="18" charset="2"/>
              </a:rPr>
              <a:t>°</a:t>
            </a:r>
            <a:r>
              <a:rPr lang="en-GB" altLang="en-US"/>
              <a:t> and towards 180</a:t>
            </a:r>
            <a:r>
              <a:rPr lang="en-US" altLang="en-US">
                <a:sym typeface="Symbol" panose="05050102010706020507" pitchFamily="18" charset="2"/>
              </a:rPr>
              <a:t>°, the value sin</a:t>
            </a:r>
            <a:r>
              <a:rPr lang="en-GB" altLang="en-US">
                <a:sym typeface="Symbol" panose="05050102010706020507" pitchFamily="18" charset="2"/>
              </a:rPr>
              <a:t> falls back to 0</a:t>
            </a:r>
          </a:p>
          <a:p>
            <a:endParaRPr lang="en-US" altLang="en-US">
              <a:sym typeface="Symbol" panose="05050102010706020507" pitchFamily="18" charset="2"/>
            </a:endParaRPr>
          </a:p>
          <a:p>
            <a:endParaRPr lang="en-GB" altLang="en-US">
              <a:sym typeface="Symbol" panose="05050102010706020507" pitchFamily="18" charset="2"/>
            </a:endParaRPr>
          </a:p>
        </p:txBody>
      </p:sp>
      <p:sp>
        <p:nvSpPr>
          <p:cNvPr id="8202" name="AutoShape 10"/>
          <p:cNvSpPr>
            <a:spLocks noChangeArrowheads="1"/>
          </p:cNvSpPr>
          <p:nvPr/>
        </p:nvSpPr>
        <p:spPr bwMode="auto">
          <a:xfrm>
            <a:off x="1206500" y="952500"/>
            <a:ext cx="3740150" cy="1911350"/>
          </a:xfrm>
          <a:prstGeom prst="rtTriangle">
            <a:avLst/>
          </a:prstGeom>
          <a:solidFill>
            <a:srgbClr val="FFCC66"/>
          </a:solidFill>
          <a:ln w="9525" algn="ctr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>
            <a:lvl1pPr>
              <a:defRPr sz="1600">
                <a:solidFill>
                  <a:schemeClr val="tx1"/>
                </a:solidFill>
                <a:latin typeface="Lucida Sans Unicode" panose="020B0602030504020204" pitchFamily="34" charset="0"/>
              </a:defRPr>
            </a:lvl1pPr>
            <a:lvl2pPr marL="742950" indent="-285750">
              <a:defRPr sz="1600">
                <a:solidFill>
                  <a:schemeClr val="tx1"/>
                </a:solidFill>
                <a:latin typeface="Lucida Sans Unicode" panose="020B0602030504020204" pitchFamily="34" charset="0"/>
              </a:defRPr>
            </a:lvl2pPr>
            <a:lvl3pPr marL="1143000" indent="-228600">
              <a:defRPr sz="1600">
                <a:solidFill>
                  <a:schemeClr val="tx1"/>
                </a:solidFill>
                <a:latin typeface="Lucida Sans Unicode" panose="020B0602030504020204" pitchFamily="34" charset="0"/>
              </a:defRPr>
            </a:lvl3pPr>
            <a:lvl4pPr marL="1600200" indent="-228600">
              <a:defRPr sz="1600">
                <a:solidFill>
                  <a:schemeClr val="tx1"/>
                </a:solidFill>
                <a:latin typeface="Lucida Sans Unicode" panose="020B0602030504020204" pitchFamily="34" charset="0"/>
              </a:defRPr>
            </a:lvl4pPr>
            <a:lvl5pPr marL="2057400" indent="-228600">
              <a:defRPr sz="1600">
                <a:solidFill>
                  <a:schemeClr val="tx1"/>
                </a:solidFill>
                <a:latin typeface="Lucida Sans Unicode" panose="020B0602030504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Lucida Sans Unicode" panose="020B0602030504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Lucida Sans Unicode" panose="020B0602030504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Lucida Sans Unicode" panose="020B0602030504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Lucida Sans Unicode" panose="020B0602030504020204" pitchFamily="34" charset="0"/>
              </a:defRPr>
            </a:lvl9pPr>
          </a:lstStyle>
          <a:p>
            <a:endParaRPr lang="en-US" altLang="en-US"/>
          </a:p>
        </p:txBody>
      </p:sp>
      <p:sp>
        <p:nvSpPr>
          <p:cNvPr id="8203" name="Rectangle 11"/>
          <p:cNvSpPr>
            <a:spLocks noChangeArrowheads="1"/>
          </p:cNvSpPr>
          <p:nvPr/>
        </p:nvSpPr>
        <p:spPr bwMode="auto">
          <a:xfrm>
            <a:off x="1193800" y="2562225"/>
            <a:ext cx="409575" cy="301625"/>
          </a:xfrm>
          <a:prstGeom prst="rect">
            <a:avLst/>
          </a:prstGeom>
          <a:noFill/>
          <a:ln w="9525" algn="ctr">
            <a:solidFill>
              <a:schemeClr val="tx1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 anchor="ctr"/>
          <a:lstStyle>
            <a:lvl1pPr>
              <a:defRPr sz="1600">
                <a:solidFill>
                  <a:schemeClr val="tx1"/>
                </a:solidFill>
                <a:latin typeface="Lucida Sans Unicode" panose="020B0602030504020204" pitchFamily="34" charset="0"/>
              </a:defRPr>
            </a:lvl1pPr>
            <a:lvl2pPr marL="742950" indent="-285750">
              <a:defRPr sz="1600">
                <a:solidFill>
                  <a:schemeClr val="tx1"/>
                </a:solidFill>
                <a:latin typeface="Lucida Sans Unicode" panose="020B0602030504020204" pitchFamily="34" charset="0"/>
              </a:defRPr>
            </a:lvl2pPr>
            <a:lvl3pPr marL="1143000" indent="-228600">
              <a:defRPr sz="1600">
                <a:solidFill>
                  <a:schemeClr val="tx1"/>
                </a:solidFill>
                <a:latin typeface="Lucida Sans Unicode" panose="020B0602030504020204" pitchFamily="34" charset="0"/>
              </a:defRPr>
            </a:lvl3pPr>
            <a:lvl4pPr marL="1600200" indent="-228600">
              <a:defRPr sz="1600">
                <a:solidFill>
                  <a:schemeClr val="tx1"/>
                </a:solidFill>
                <a:latin typeface="Lucida Sans Unicode" panose="020B0602030504020204" pitchFamily="34" charset="0"/>
              </a:defRPr>
            </a:lvl4pPr>
            <a:lvl5pPr marL="2057400" indent="-228600">
              <a:defRPr sz="1600">
                <a:solidFill>
                  <a:schemeClr val="tx1"/>
                </a:solidFill>
                <a:latin typeface="Lucida Sans Unicode" panose="020B0602030504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Lucida Sans Unicode" panose="020B0602030504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Lucida Sans Unicode" panose="020B0602030504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Lucida Sans Unicode" panose="020B0602030504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Lucida Sans Unicode" panose="020B0602030504020204" pitchFamily="34" charset="0"/>
              </a:defRPr>
            </a:lvl9pPr>
          </a:lstStyle>
          <a:p>
            <a:endParaRPr lang="en-US" altLang="en-US"/>
          </a:p>
        </p:txBody>
      </p:sp>
      <p:sp>
        <p:nvSpPr>
          <p:cNvPr id="8204" name="Text Box 12"/>
          <p:cNvSpPr txBox="1">
            <a:spLocks noChangeArrowheads="1"/>
          </p:cNvSpPr>
          <p:nvPr/>
        </p:nvSpPr>
        <p:spPr bwMode="auto">
          <a:xfrm>
            <a:off x="438150" y="1741488"/>
            <a:ext cx="296863" cy="3365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 algn="ctr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defRPr sz="1600">
                <a:solidFill>
                  <a:schemeClr val="tx1"/>
                </a:solidFill>
                <a:latin typeface="Lucida Sans Unicode" panose="020B0602030504020204" pitchFamily="34" charset="0"/>
              </a:defRPr>
            </a:lvl1pPr>
            <a:lvl2pPr marL="742950" indent="-285750">
              <a:defRPr sz="1600">
                <a:solidFill>
                  <a:schemeClr val="tx1"/>
                </a:solidFill>
                <a:latin typeface="Lucida Sans Unicode" panose="020B0602030504020204" pitchFamily="34" charset="0"/>
              </a:defRPr>
            </a:lvl2pPr>
            <a:lvl3pPr marL="1143000" indent="-228600">
              <a:defRPr sz="1600">
                <a:solidFill>
                  <a:schemeClr val="tx1"/>
                </a:solidFill>
                <a:latin typeface="Lucida Sans Unicode" panose="020B0602030504020204" pitchFamily="34" charset="0"/>
              </a:defRPr>
            </a:lvl3pPr>
            <a:lvl4pPr marL="1600200" indent="-228600">
              <a:defRPr sz="1600">
                <a:solidFill>
                  <a:schemeClr val="tx1"/>
                </a:solidFill>
                <a:latin typeface="Lucida Sans Unicode" panose="020B0602030504020204" pitchFamily="34" charset="0"/>
              </a:defRPr>
            </a:lvl4pPr>
            <a:lvl5pPr marL="2057400" indent="-228600">
              <a:defRPr sz="1600">
                <a:solidFill>
                  <a:schemeClr val="tx1"/>
                </a:solidFill>
                <a:latin typeface="Lucida Sans Unicode" panose="020B0602030504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Lucida Sans Unicode" panose="020B0602030504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Lucida Sans Unicode" panose="020B0602030504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Lucida Sans Unicode" panose="020B0602030504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Lucida Sans Unicode" panose="020B0602030504020204" pitchFamily="34" charset="0"/>
              </a:defRPr>
            </a:lvl9pPr>
          </a:lstStyle>
          <a:p>
            <a:pPr algn="ctr"/>
            <a:r>
              <a:rPr lang="en-GB" altLang="en-US"/>
              <a:t>a</a:t>
            </a:r>
          </a:p>
        </p:txBody>
      </p:sp>
      <p:sp>
        <p:nvSpPr>
          <p:cNvPr id="8205" name="Text Box 13"/>
          <p:cNvSpPr txBox="1">
            <a:spLocks noChangeArrowheads="1"/>
          </p:cNvSpPr>
          <p:nvPr/>
        </p:nvSpPr>
        <p:spPr bwMode="auto">
          <a:xfrm>
            <a:off x="2676525" y="2944813"/>
            <a:ext cx="312738" cy="3365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 algn="ctr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defRPr sz="1600">
                <a:solidFill>
                  <a:schemeClr val="tx1"/>
                </a:solidFill>
                <a:latin typeface="Lucida Sans Unicode" panose="020B0602030504020204" pitchFamily="34" charset="0"/>
              </a:defRPr>
            </a:lvl1pPr>
            <a:lvl2pPr marL="742950" indent="-285750">
              <a:defRPr sz="1600">
                <a:solidFill>
                  <a:schemeClr val="tx1"/>
                </a:solidFill>
                <a:latin typeface="Lucida Sans Unicode" panose="020B0602030504020204" pitchFamily="34" charset="0"/>
              </a:defRPr>
            </a:lvl2pPr>
            <a:lvl3pPr marL="1143000" indent="-228600">
              <a:defRPr sz="1600">
                <a:solidFill>
                  <a:schemeClr val="tx1"/>
                </a:solidFill>
                <a:latin typeface="Lucida Sans Unicode" panose="020B0602030504020204" pitchFamily="34" charset="0"/>
              </a:defRPr>
            </a:lvl3pPr>
            <a:lvl4pPr marL="1600200" indent="-228600">
              <a:defRPr sz="1600">
                <a:solidFill>
                  <a:schemeClr val="tx1"/>
                </a:solidFill>
                <a:latin typeface="Lucida Sans Unicode" panose="020B0602030504020204" pitchFamily="34" charset="0"/>
              </a:defRPr>
            </a:lvl4pPr>
            <a:lvl5pPr marL="2057400" indent="-228600">
              <a:defRPr sz="1600">
                <a:solidFill>
                  <a:schemeClr val="tx1"/>
                </a:solidFill>
                <a:latin typeface="Lucida Sans Unicode" panose="020B0602030504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Lucida Sans Unicode" panose="020B0602030504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Lucida Sans Unicode" panose="020B0602030504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Lucida Sans Unicode" panose="020B0602030504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Lucida Sans Unicode" panose="020B0602030504020204" pitchFamily="34" charset="0"/>
              </a:defRPr>
            </a:lvl9pPr>
          </a:lstStyle>
          <a:p>
            <a:pPr algn="ctr"/>
            <a:r>
              <a:rPr lang="en-GB" altLang="en-US"/>
              <a:t>b</a:t>
            </a:r>
          </a:p>
        </p:txBody>
      </p:sp>
      <p:sp>
        <p:nvSpPr>
          <p:cNvPr id="8206" name="Text Box 14"/>
          <p:cNvSpPr txBox="1">
            <a:spLocks noChangeArrowheads="1"/>
          </p:cNvSpPr>
          <p:nvPr/>
        </p:nvSpPr>
        <p:spPr bwMode="auto">
          <a:xfrm>
            <a:off x="2733675" y="1347788"/>
            <a:ext cx="354013" cy="3365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 algn="ctr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defRPr sz="1600">
                <a:solidFill>
                  <a:schemeClr val="tx1"/>
                </a:solidFill>
                <a:latin typeface="Lucida Sans Unicode" panose="020B0602030504020204" pitchFamily="34" charset="0"/>
              </a:defRPr>
            </a:lvl1pPr>
            <a:lvl2pPr marL="742950" indent="-285750">
              <a:defRPr sz="1600">
                <a:solidFill>
                  <a:schemeClr val="tx1"/>
                </a:solidFill>
                <a:latin typeface="Lucida Sans Unicode" panose="020B0602030504020204" pitchFamily="34" charset="0"/>
              </a:defRPr>
            </a:lvl2pPr>
            <a:lvl3pPr marL="1143000" indent="-228600">
              <a:defRPr sz="1600">
                <a:solidFill>
                  <a:schemeClr val="tx1"/>
                </a:solidFill>
                <a:latin typeface="Lucida Sans Unicode" panose="020B0602030504020204" pitchFamily="34" charset="0"/>
              </a:defRPr>
            </a:lvl3pPr>
            <a:lvl4pPr marL="1600200" indent="-228600">
              <a:defRPr sz="1600">
                <a:solidFill>
                  <a:schemeClr val="tx1"/>
                </a:solidFill>
                <a:latin typeface="Lucida Sans Unicode" panose="020B0602030504020204" pitchFamily="34" charset="0"/>
              </a:defRPr>
            </a:lvl4pPr>
            <a:lvl5pPr marL="2057400" indent="-228600">
              <a:defRPr sz="1600">
                <a:solidFill>
                  <a:schemeClr val="tx1"/>
                </a:solidFill>
                <a:latin typeface="Lucida Sans Unicode" panose="020B0602030504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Lucida Sans Unicode" panose="020B0602030504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Lucida Sans Unicode" panose="020B0602030504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Lucida Sans Unicode" panose="020B0602030504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Lucida Sans Unicode" panose="020B0602030504020204" pitchFamily="34" charset="0"/>
              </a:defRPr>
            </a:lvl9pPr>
          </a:lstStyle>
          <a:p>
            <a:pPr algn="ctr"/>
            <a:r>
              <a:rPr lang="en-GB" altLang="en-US"/>
              <a:t>c </a:t>
            </a:r>
          </a:p>
        </p:txBody>
      </p:sp>
      <p:sp>
        <p:nvSpPr>
          <p:cNvPr id="8207" name="Text Box 15"/>
          <p:cNvSpPr txBox="1">
            <a:spLocks noChangeArrowheads="1"/>
          </p:cNvSpPr>
          <p:nvPr/>
        </p:nvSpPr>
        <p:spPr bwMode="auto">
          <a:xfrm>
            <a:off x="4562475" y="2003425"/>
            <a:ext cx="312738" cy="3365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 algn="ctr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defRPr sz="1600">
                <a:solidFill>
                  <a:schemeClr val="tx1"/>
                </a:solidFill>
                <a:latin typeface="Lucida Sans Unicode" panose="020B0602030504020204" pitchFamily="34" charset="0"/>
              </a:defRPr>
            </a:lvl1pPr>
            <a:lvl2pPr marL="742950" indent="-285750">
              <a:defRPr sz="1600">
                <a:solidFill>
                  <a:schemeClr val="tx1"/>
                </a:solidFill>
                <a:latin typeface="Lucida Sans Unicode" panose="020B0602030504020204" pitchFamily="34" charset="0"/>
              </a:defRPr>
            </a:lvl2pPr>
            <a:lvl3pPr marL="1143000" indent="-228600">
              <a:defRPr sz="1600">
                <a:solidFill>
                  <a:schemeClr val="tx1"/>
                </a:solidFill>
                <a:latin typeface="Lucida Sans Unicode" panose="020B0602030504020204" pitchFamily="34" charset="0"/>
              </a:defRPr>
            </a:lvl3pPr>
            <a:lvl4pPr marL="1600200" indent="-228600">
              <a:defRPr sz="1600">
                <a:solidFill>
                  <a:schemeClr val="tx1"/>
                </a:solidFill>
                <a:latin typeface="Lucida Sans Unicode" panose="020B0602030504020204" pitchFamily="34" charset="0"/>
              </a:defRPr>
            </a:lvl4pPr>
            <a:lvl5pPr marL="2057400" indent="-228600">
              <a:defRPr sz="1600">
                <a:solidFill>
                  <a:schemeClr val="tx1"/>
                </a:solidFill>
                <a:latin typeface="Lucida Sans Unicode" panose="020B0602030504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Lucida Sans Unicode" panose="020B0602030504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Lucida Sans Unicode" panose="020B0602030504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Lucida Sans Unicode" panose="020B0602030504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Lucida Sans Unicode" panose="020B0602030504020204" pitchFamily="34" charset="0"/>
              </a:defRPr>
            </a:lvl9pPr>
          </a:lstStyle>
          <a:p>
            <a:r>
              <a:rPr lang="en-GB" altLang="en-US">
                <a:sym typeface="Symbol" panose="05050102010706020507" pitchFamily="18" charset="2"/>
              </a:rPr>
              <a:t></a:t>
            </a:r>
          </a:p>
        </p:txBody>
      </p:sp>
      <p:sp>
        <p:nvSpPr>
          <p:cNvPr id="8208" name="AutoShape 16"/>
          <p:cNvSpPr>
            <a:spLocks noChangeArrowheads="1"/>
          </p:cNvSpPr>
          <p:nvPr/>
        </p:nvSpPr>
        <p:spPr bwMode="auto">
          <a:xfrm flipH="1">
            <a:off x="4927600" y="952500"/>
            <a:ext cx="3740150" cy="1911350"/>
          </a:xfrm>
          <a:prstGeom prst="rtTriangle">
            <a:avLst/>
          </a:prstGeom>
          <a:solidFill>
            <a:srgbClr val="FFCC66"/>
          </a:solidFill>
          <a:ln w="9525" algn="ctr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>
            <a:lvl1pPr>
              <a:defRPr sz="1600">
                <a:solidFill>
                  <a:schemeClr val="tx1"/>
                </a:solidFill>
                <a:latin typeface="Lucida Sans Unicode" panose="020B0602030504020204" pitchFamily="34" charset="0"/>
              </a:defRPr>
            </a:lvl1pPr>
            <a:lvl2pPr marL="742950" indent="-285750">
              <a:defRPr sz="1600">
                <a:solidFill>
                  <a:schemeClr val="tx1"/>
                </a:solidFill>
                <a:latin typeface="Lucida Sans Unicode" panose="020B0602030504020204" pitchFamily="34" charset="0"/>
              </a:defRPr>
            </a:lvl2pPr>
            <a:lvl3pPr marL="1143000" indent="-228600">
              <a:defRPr sz="1600">
                <a:solidFill>
                  <a:schemeClr val="tx1"/>
                </a:solidFill>
                <a:latin typeface="Lucida Sans Unicode" panose="020B0602030504020204" pitchFamily="34" charset="0"/>
              </a:defRPr>
            </a:lvl3pPr>
            <a:lvl4pPr marL="1600200" indent="-228600">
              <a:defRPr sz="1600">
                <a:solidFill>
                  <a:schemeClr val="tx1"/>
                </a:solidFill>
                <a:latin typeface="Lucida Sans Unicode" panose="020B0602030504020204" pitchFamily="34" charset="0"/>
              </a:defRPr>
            </a:lvl4pPr>
            <a:lvl5pPr marL="2057400" indent="-228600">
              <a:defRPr sz="1600">
                <a:solidFill>
                  <a:schemeClr val="tx1"/>
                </a:solidFill>
                <a:latin typeface="Lucida Sans Unicode" panose="020B0602030504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Lucida Sans Unicode" panose="020B0602030504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Lucida Sans Unicode" panose="020B0602030504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Lucida Sans Unicode" panose="020B0602030504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Lucida Sans Unicode" panose="020B0602030504020204" pitchFamily="34" charset="0"/>
              </a:defRPr>
            </a:lvl9pPr>
          </a:lstStyle>
          <a:p>
            <a:endParaRPr lang="en-US" altLang="en-US"/>
          </a:p>
        </p:txBody>
      </p:sp>
      <p:sp>
        <p:nvSpPr>
          <p:cNvPr id="8209" name="Freeform 17"/>
          <p:cNvSpPr>
            <a:spLocks/>
          </p:cNvSpPr>
          <p:nvPr/>
        </p:nvSpPr>
        <p:spPr bwMode="auto">
          <a:xfrm>
            <a:off x="5943600" y="3975100"/>
            <a:ext cx="2159000" cy="2014538"/>
          </a:xfrm>
          <a:custGeom>
            <a:avLst/>
            <a:gdLst>
              <a:gd name="T0" fmla="*/ 1360 w 1360"/>
              <a:gd name="T1" fmla="*/ 1269 h 1269"/>
              <a:gd name="T2" fmla="*/ 894 w 1360"/>
              <a:gd name="T3" fmla="*/ 660 h 1269"/>
              <a:gd name="T4" fmla="*/ 512 w 1360"/>
              <a:gd name="T5" fmla="*/ 231 h 1269"/>
              <a:gd name="T6" fmla="*/ 178 w 1360"/>
              <a:gd name="T7" fmla="*/ 40 h 1269"/>
              <a:gd name="T8" fmla="*/ 0 w 1360"/>
              <a:gd name="T9" fmla="*/ 0 h 1269"/>
              <a:gd name="T10" fmla="*/ 0 60000 65536"/>
              <a:gd name="T11" fmla="*/ 0 60000 65536"/>
              <a:gd name="T12" fmla="*/ 0 60000 65536"/>
              <a:gd name="T13" fmla="*/ 0 60000 65536"/>
              <a:gd name="T14" fmla="*/ 0 60000 65536"/>
              <a:gd name="T15" fmla="*/ 0 w 1360"/>
              <a:gd name="T16" fmla="*/ 0 h 1269"/>
              <a:gd name="T17" fmla="*/ 1360 w 1360"/>
              <a:gd name="T18" fmla="*/ 1269 h 1269"/>
            </a:gdLst>
            <a:ahLst/>
            <a:cxnLst>
              <a:cxn ang="T10">
                <a:pos x="T0" y="T1"/>
              </a:cxn>
              <a:cxn ang="T11">
                <a:pos x="T2" y="T3"/>
              </a:cxn>
              <a:cxn ang="T12">
                <a:pos x="T4" y="T5"/>
              </a:cxn>
              <a:cxn ang="T13">
                <a:pos x="T6" y="T7"/>
              </a:cxn>
              <a:cxn ang="T14">
                <a:pos x="T8" y="T9"/>
              </a:cxn>
            </a:cxnLst>
            <a:rect l="T15" t="T16" r="T17" b="T18"/>
            <a:pathLst>
              <a:path w="1360" h="1269">
                <a:moveTo>
                  <a:pt x="1360" y="1269"/>
                </a:moveTo>
                <a:cubicBezTo>
                  <a:pt x="1282" y="1170"/>
                  <a:pt x="1035" y="833"/>
                  <a:pt x="894" y="660"/>
                </a:cubicBezTo>
                <a:cubicBezTo>
                  <a:pt x="753" y="487"/>
                  <a:pt x="632" y="334"/>
                  <a:pt x="512" y="231"/>
                </a:cubicBezTo>
                <a:cubicBezTo>
                  <a:pt x="393" y="127"/>
                  <a:pt x="263" y="78"/>
                  <a:pt x="178" y="40"/>
                </a:cubicBezTo>
                <a:cubicBezTo>
                  <a:pt x="93" y="2"/>
                  <a:pt x="37" y="8"/>
                  <a:pt x="0" y="0"/>
                </a:cubicBezTo>
              </a:path>
            </a:pathLst>
          </a:custGeom>
          <a:noFill/>
          <a:ln w="28575">
            <a:solidFill>
              <a:srgbClr val="FF0000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/>
          <a:lstStyle>
            <a:lvl1pPr>
              <a:defRPr sz="1600">
                <a:solidFill>
                  <a:schemeClr val="tx1"/>
                </a:solidFill>
                <a:latin typeface="Lucida Sans Unicode" panose="020B0602030504020204" pitchFamily="34" charset="0"/>
              </a:defRPr>
            </a:lvl1pPr>
            <a:lvl2pPr marL="742950" indent="-285750">
              <a:defRPr sz="1600">
                <a:solidFill>
                  <a:schemeClr val="tx1"/>
                </a:solidFill>
                <a:latin typeface="Lucida Sans Unicode" panose="020B0602030504020204" pitchFamily="34" charset="0"/>
              </a:defRPr>
            </a:lvl2pPr>
            <a:lvl3pPr marL="1143000" indent="-228600">
              <a:defRPr sz="1600">
                <a:solidFill>
                  <a:schemeClr val="tx1"/>
                </a:solidFill>
                <a:latin typeface="Lucida Sans Unicode" panose="020B0602030504020204" pitchFamily="34" charset="0"/>
              </a:defRPr>
            </a:lvl3pPr>
            <a:lvl4pPr marL="1600200" indent="-228600">
              <a:defRPr sz="1600">
                <a:solidFill>
                  <a:schemeClr val="tx1"/>
                </a:solidFill>
                <a:latin typeface="Lucida Sans Unicode" panose="020B0602030504020204" pitchFamily="34" charset="0"/>
              </a:defRPr>
            </a:lvl4pPr>
            <a:lvl5pPr marL="2057400" indent="-228600">
              <a:defRPr sz="1600">
                <a:solidFill>
                  <a:schemeClr val="tx1"/>
                </a:solidFill>
                <a:latin typeface="Lucida Sans Unicode" panose="020B0602030504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Lucida Sans Unicode" panose="020B0602030504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Lucida Sans Unicode" panose="020B0602030504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Lucida Sans Unicode" panose="020B0602030504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Lucida Sans Unicode" panose="020B0602030504020204" pitchFamily="34" charset="0"/>
              </a:defRPr>
            </a:lvl9pPr>
          </a:lstStyle>
          <a:p>
            <a:endParaRPr lang="en-US" altLang="en-US"/>
          </a:p>
        </p:txBody>
      </p:sp>
      <p:sp>
        <p:nvSpPr>
          <p:cNvPr id="8210" name="Line 18"/>
          <p:cNvSpPr>
            <a:spLocks noChangeShapeType="1"/>
          </p:cNvSpPr>
          <p:nvPr/>
        </p:nvSpPr>
        <p:spPr bwMode="auto">
          <a:xfrm>
            <a:off x="5594350" y="2565400"/>
            <a:ext cx="76200" cy="12700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en-GB"/>
          </a:p>
        </p:txBody>
      </p:sp>
      <p:sp>
        <p:nvSpPr>
          <p:cNvPr id="8211" name="Line 19"/>
          <p:cNvSpPr>
            <a:spLocks noChangeShapeType="1"/>
          </p:cNvSpPr>
          <p:nvPr/>
        </p:nvSpPr>
        <p:spPr bwMode="auto">
          <a:xfrm>
            <a:off x="3708400" y="4991100"/>
            <a:ext cx="4165600" cy="25400"/>
          </a:xfrm>
          <a:prstGeom prst="line">
            <a:avLst/>
          </a:prstGeom>
          <a:noFill/>
          <a:ln w="9525">
            <a:solidFill>
              <a:schemeClr val="tx1"/>
            </a:solidFill>
            <a:prstDash val="dash"/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en-GB"/>
          </a:p>
        </p:txBody>
      </p:sp>
      <p:sp>
        <p:nvSpPr>
          <p:cNvPr id="8212" name="Line 20"/>
          <p:cNvSpPr>
            <a:spLocks noChangeShapeType="1"/>
          </p:cNvSpPr>
          <p:nvPr/>
        </p:nvSpPr>
        <p:spPr bwMode="auto">
          <a:xfrm>
            <a:off x="4495800" y="4787900"/>
            <a:ext cx="0" cy="1219200"/>
          </a:xfrm>
          <a:prstGeom prst="line">
            <a:avLst/>
          </a:prstGeom>
          <a:noFill/>
          <a:ln w="9525">
            <a:solidFill>
              <a:schemeClr val="tx1"/>
            </a:solidFill>
            <a:prstDash val="dash"/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en-GB"/>
          </a:p>
        </p:txBody>
      </p:sp>
      <p:sp>
        <p:nvSpPr>
          <p:cNvPr id="8213" name="Line 21"/>
          <p:cNvSpPr>
            <a:spLocks noChangeShapeType="1"/>
          </p:cNvSpPr>
          <p:nvPr/>
        </p:nvSpPr>
        <p:spPr bwMode="auto">
          <a:xfrm>
            <a:off x="7340600" y="4813300"/>
            <a:ext cx="0" cy="1219200"/>
          </a:xfrm>
          <a:prstGeom prst="line">
            <a:avLst/>
          </a:prstGeom>
          <a:noFill/>
          <a:ln w="9525">
            <a:solidFill>
              <a:schemeClr val="tx1"/>
            </a:solidFill>
            <a:prstDash val="dash"/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en-GB"/>
          </a:p>
        </p:txBody>
      </p:sp>
      <p:sp>
        <p:nvSpPr>
          <p:cNvPr id="8214" name="Line 22"/>
          <p:cNvSpPr>
            <a:spLocks noChangeShapeType="1"/>
          </p:cNvSpPr>
          <p:nvPr/>
        </p:nvSpPr>
        <p:spPr bwMode="auto">
          <a:xfrm>
            <a:off x="5943600" y="3949700"/>
            <a:ext cx="0" cy="2082800"/>
          </a:xfrm>
          <a:prstGeom prst="line">
            <a:avLst/>
          </a:prstGeom>
          <a:noFill/>
          <a:ln w="9525">
            <a:solidFill>
              <a:schemeClr val="tx1"/>
            </a:solidFill>
            <a:prstDash val="dash"/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en-GB"/>
          </a:p>
        </p:txBody>
      </p:sp>
      <p:sp>
        <p:nvSpPr>
          <p:cNvPr id="8215" name="Line 23"/>
          <p:cNvSpPr>
            <a:spLocks noChangeShapeType="1"/>
          </p:cNvSpPr>
          <p:nvPr/>
        </p:nvSpPr>
        <p:spPr bwMode="auto">
          <a:xfrm>
            <a:off x="3708400" y="3975100"/>
            <a:ext cx="4165600" cy="25400"/>
          </a:xfrm>
          <a:prstGeom prst="line">
            <a:avLst/>
          </a:prstGeom>
          <a:noFill/>
          <a:ln w="9525">
            <a:solidFill>
              <a:schemeClr val="tx1"/>
            </a:solidFill>
            <a:prstDash val="dash"/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en-GB"/>
          </a:p>
        </p:txBody>
      </p:sp>
      <p:sp>
        <p:nvSpPr>
          <p:cNvPr id="8216" name="Rectangle 24"/>
          <p:cNvSpPr>
            <a:spLocks noChangeArrowheads="1"/>
          </p:cNvSpPr>
          <p:nvPr/>
        </p:nvSpPr>
        <p:spPr bwMode="auto">
          <a:xfrm>
            <a:off x="8331200" y="5854700"/>
            <a:ext cx="312738" cy="3365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 algn="ctr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defRPr sz="1600">
                <a:solidFill>
                  <a:schemeClr val="tx1"/>
                </a:solidFill>
                <a:latin typeface="Lucida Sans Unicode" panose="020B0602030504020204" pitchFamily="34" charset="0"/>
              </a:defRPr>
            </a:lvl1pPr>
            <a:lvl2pPr marL="742950" indent="-285750">
              <a:defRPr sz="1600">
                <a:solidFill>
                  <a:schemeClr val="tx1"/>
                </a:solidFill>
                <a:latin typeface="Lucida Sans Unicode" panose="020B0602030504020204" pitchFamily="34" charset="0"/>
              </a:defRPr>
            </a:lvl2pPr>
            <a:lvl3pPr marL="1143000" indent="-228600">
              <a:defRPr sz="1600">
                <a:solidFill>
                  <a:schemeClr val="tx1"/>
                </a:solidFill>
                <a:latin typeface="Lucida Sans Unicode" panose="020B0602030504020204" pitchFamily="34" charset="0"/>
              </a:defRPr>
            </a:lvl3pPr>
            <a:lvl4pPr marL="1600200" indent="-228600">
              <a:defRPr sz="1600">
                <a:solidFill>
                  <a:schemeClr val="tx1"/>
                </a:solidFill>
                <a:latin typeface="Lucida Sans Unicode" panose="020B0602030504020204" pitchFamily="34" charset="0"/>
              </a:defRPr>
            </a:lvl4pPr>
            <a:lvl5pPr marL="2057400" indent="-228600">
              <a:defRPr sz="1600">
                <a:solidFill>
                  <a:schemeClr val="tx1"/>
                </a:solidFill>
                <a:latin typeface="Lucida Sans Unicode" panose="020B0602030504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Lucida Sans Unicode" panose="020B0602030504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Lucida Sans Unicode" panose="020B0602030504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Lucida Sans Unicode" panose="020B0602030504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Lucida Sans Unicode" panose="020B0602030504020204" pitchFamily="34" charset="0"/>
              </a:defRPr>
            </a:lvl9pPr>
          </a:lstStyle>
          <a:p>
            <a:r>
              <a:rPr lang="en-GB" altLang="en-US">
                <a:sym typeface="Symbol" panose="05050102010706020507" pitchFamily="18" charset="2"/>
              </a:rPr>
              <a:t></a:t>
            </a:r>
          </a:p>
        </p:txBody>
      </p:sp>
      <p:sp>
        <p:nvSpPr>
          <p:cNvPr id="8217" name="Arc 25"/>
          <p:cNvSpPr>
            <a:spLocks/>
          </p:cNvSpPr>
          <p:nvPr/>
        </p:nvSpPr>
        <p:spPr bwMode="auto">
          <a:xfrm flipH="1">
            <a:off x="4370388" y="2220913"/>
            <a:ext cx="1212850" cy="649287"/>
          </a:xfrm>
          <a:custGeom>
            <a:avLst/>
            <a:gdLst>
              <a:gd name="T0" fmla="*/ 0 w 39671"/>
              <a:gd name="T1" fmla="*/ 293622 h 21600"/>
              <a:gd name="T2" fmla="*/ 1212850 w 39671"/>
              <a:gd name="T3" fmla="*/ 649287 h 21600"/>
              <a:gd name="T4" fmla="*/ 552479 w 39671"/>
              <a:gd name="T5" fmla="*/ 649287 h 21600"/>
              <a:gd name="T6" fmla="*/ 0 60000 65536"/>
              <a:gd name="T7" fmla="*/ 0 60000 65536"/>
              <a:gd name="T8" fmla="*/ 0 60000 65536"/>
              <a:gd name="T9" fmla="*/ 0 w 39671"/>
              <a:gd name="T10" fmla="*/ 0 h 21600"/>
              <a:gd name="T11" fmla="*/ 39671 w 39671"/>
              <a:gd name="T12" fmla="*/ 21600 h 21600"/>
            </a:gdLst>
            <a:ahLst/>
            <a:cxnLst>
              <a:cxn ang="T6">
                <a:pos x="T0" y="T1"/>
              </a:cxn>
              <a:cxn ang="T7">
                <a:pos x="T2" y="T3"/>
              </a:cxn>
              <a:cxn ang="T8">
                <a:pos x="T4" y="T5"/>
              </a:cxn>
            </a:cxnLst>
            <a:rect l="T9" t="T10" r="T11" b="T12"/>
            <a:pathLst>
              <a:path w="39671" h="21600" fill="none" extrusionOk="0">
                <a:moveTo>
                  <a:pt x="-1" y="9767"/>
                </a:moveTo>
                <a:cubicBezTo>
                  <a:pt x="3990" y="3672"/>
                  <a:pt x="10785" y="-1"/>
                  <a:pt x="18071" y="0"/>
                </a:cubicBezTo>
                <a:cubicBezTo>
                  <a:pt x="30000" y="0"/>
                  <a:pt x="39671" y="9670"/>
                  <a:pt x="39671" y="21600"/>
                </a:cubicBezTo>
              </a:path>
              <a:path w="39671" h="21600" stroke="0" extrusionOk="0">
                <a:moveTo>
                  <a:pt x="-1" y="9767"/>
                </a:moveTo>
                <a:cubicBezTo>
                  <a:pt x="3990" y="3672"/>
                  <a:pt x="10785" y="-1"/>
                  <a:pt x="18071" y="0"/>
                </a:cubicBezTo>
                <a:cubicBezTo>
                  <a:pt x="30000" y="0"/>
                  <a:pt x="39671" y="9670"/>
                  <a:pt x="39671" y="21600"/>
                </a:cubicBezTo>
                <a:lnTo>
                  <a:pt x="18071" y="21600"/>
                </a:lnTo>
                <a:close/>
              </a:path>
            </a:pathLst>
          </a:custGeom>
          <a:noFill/>
          <a:ln w="9525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 anchor="ctr"/>
          <a:lstStyle>
            <a:lvl1pPr>
              <a:defRPr sz="1600">
                <a:solidFill>
                  <a:schemeClr val="tx1"/>
                </a:solidFill>
                <a:latin typeface="Lucida Sans Unicode" panose="020B0602030504020204" pitchFamily="34" charset="0"/>
              </a:defRPr>
            </a:lvl1pPr>
            <a:lvl2pPr marL="742950" indent="-285750">
              <a:defRPr sz="1600">
                <a:solidFill>
                  <a:schemeClr val="tx1"/>
                </a:solidFill>
                <a:latin typeface="Lucida Sans Unicode" panose="020B0602030504020204" pitchFamily="34" charset="0"/>
              </a:defRPr>
            </a:lvl2pPr>
            <a:lvl3pPr marL="1143000" indent="-228600">
              <a:defRPr sz="1600">
                <a:solidFill>
                  <a:schemeClr val="tx1"/>
                </a:solidFill>
                <a:latin typeface="Lucida Sans Unicode" panose="020B0602030504020204" pitchFamily="34" charset="0"/>
              </a:defRPr>
            </a:lvl3pPr>
            <a:lvl4pPr marL="1600200" indent="-228600">
              <a:defRPr sz="1600">
                <a:solidFill>
                  <a:schemeClr val="tx1"/>
                </a:solidFill>
                <a:latin typeface="Lucida Sans Unicode" panose="020B0602030504020204" pitchFamily="34" charset="0"/>
              </a:defRPr>
            </a:lvl4pPr>
            <a:lvl5pPr marL="2057400" indent="-228600">
              <a:defRPr sz="1600">
                <a:solidFill>
                  <a:schemeClr val="tx1"/>
                </a:solidFill>
                <a:latin typeface="Lucida Sans Unicode" panose="020B0602030504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Lucida Sans Unicode" panose="020B0602030504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Lucida Sans Unicode" panose="020B0602030504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Lucida Sans Unicode" panose="020B0602030504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Lucida Sans Unicode" panose="020B0602030504020204" pitchFamily="34" charset="0"/>
              </a:defRPr>
            </a:lvl9pPr>
          </a:lstStyle>
          <a:p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640098555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218" name="Text Box 2"/>
          <p:cNvSpPr txBox="1">
            <a:spLocks noChangeArrowheads="1"/>
          </p:cNvSpPr>
          <p:nvPr/>
        </p:nvSpPr>
        <p:spPr bwMode="auto">
          <a:xfrm>
            <a:off x="430213" y="376238"/>
            <a:ext cx="1517650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 algn="ctr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defRPr sz="1600">
                <a:solidFill>
                  <a:schemeClr val="tx1"/>
                </a:solidFill>
                <a:latin typeface="Lucida Sans Unicode" panose="020B0602030504020204" pitchFamily="34" charset="0"/>
              </a:defRPr>
            </a:lvl1pPr>
            <a:lvl2pPr marL="742950" indent="-285750">
              <a:defRPr sz="1600">
                <a:solidFill>
                  <a:schemeClr val="tx1"/>
                </a:solidFill>
                <a:latin typeface="Lucida Sans Unicode" panose="020B0602030504020204" pitchFamily="34" charset="0"/>
              </a:defRPr>
            </a:lvl2pPr>
            <a:lvl3pPr marL="1143000" indent="-228600">
              <a:defRPr sz="1600">
                <a:solidFill>
                  <a:schemeClr val="tx1"/>
                </a:solidFill>
                <a:latin typeface="Lucida Sans Unicode" panose="020B0602030504020204" pitchFamily="34" charset="0"/>
              </a:defRPr>
            </a:lvl3pPr>
            <a:lvl4pPr marL="1600200" indent="-228600">
              <a:defRPr sz="1600">
                <a:solidFill>
                  <a:schemeClr val="tx1"/>
                </a:solidFill>
                <a:latin typeface="Lucida Sans Unicode" panose="020B0602030504020204" pitchFamily="34" charset="0"/>
              </a:defRPr>
            </a:lvl4pPr>
            <a:lvl5pPr marL="2057400" indent="-228600">
              <a:defRPr sz="1600">
                <a:solidFill>
                  <a:schemeClr val="tx1"/>
                </a:solidFill>
                <a:latin typeface="Lucida Sans Unicode" panose="020B0602030504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Lucida Sans Unicode" panose="020B0602030504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Lucida Sans Unicode" panose="020B0602030504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Lucida Sans Unicode" panose="020B0602030504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Lucida Sans Unicode" panose="020B0602030504020204" pitchFamily="34" charset="0"/>
              </a:defRPr>
            </a:lvl9pPr>
          </a:lstStyle>
          <a:p>
            <a:r>
              <a:rPr lang="en-GB" altLang="en-US" sz="2400" b="1"/>
              <a:t>sine (sin)</a:t>
            </a:r>
          </a:p>
        </p:txBody>
      </p:sp>
      <p:sp>
        <p:nvSpPr>
          <p:cNvPr id="9219" name="AutoShape 3"/>
          <p:cNvSpPr>
            <a:spLocks noChangeArrowheads="1"/>
          </p:cNvSpPr>
          <p:nvPr/>
        </p:nvSpPr>
        <p:spPr bwMode="auto">
          <a:xfrm>
            <a:off x="1206500" y="952500"/>
            <a:ext cx="3740150" cy="1911350"/>
          </a:xfrm>
          <a:prstGeom prst="rtTriangle">
            <a:avLst/>
          </a:prstGeom>
          <a:solidFill>
            <a:srgbClr val="FFCC66"/>
          </a:solidFill>
          <a:ln w="9525" algn="ctr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>
            <a:lvl1pPr>
              <a:defRPr sz="1600">
                <a:solidFill>
                  <a:schemeClr val="tx1"/>
                </a:solidFill>
                <a:latin typeface="Lucida Sans Unicode" panose="020B0602030504020204" pitchFamily="34" charset="0"/>
              </a:defRPr>
            </a:lvl1pPr>
            <a:lvl2pPr marL="742950" indent="-285750">
              <a:defRPr sz="1600">
                <a:solidFill>
                  <a:schemeClr val="tx1"/>
                </a:solidFill>
                <a:latin typeface="Lucida Sans Unicode" panose="020B0602030504020204" pitchFamily="34" charset="0"/>
              </a:defRPr>
            </a:lvl2pPr>
            <a:lvl3pPr marL="1143000" indent="-228600">
              <a:defRPr sz="1600">
                <a:solidFill>
                  <a:schemeClr val="tx1"/>
                </a:solidFill>
                <a:latin typeface="Lucida Sans Unicode" panose="020B0602030504020204" pitchFamily="34" charset="0"/>
              </a:defRPr>
            </a:lvl3pPr>
            <a:lvl4pPr marL="1600200" indent="-228600">
              <a:defRPr sz="1600">
                <a:solidFill>
                  <a:schemeClr val="tx1"/>
                </a:solidFill>
                <a:latin typeface="Lucida Sans Unicode" panose="020B0602030504020204" pitchFamily="34" charset="0"/>
              </a:defRPr>
            </a:lvl4pPr>
            <a:lvl5pPr marL="2057400" indent="-228600">
              <a:defRPr sz="1600">
                <a:solidFill>
                  <a:schemeClr val="tx1"/>
                </a:solidFill>
                <a:latin typeface="Lucida Sans Unicode" panose="020B0602030504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Lucida Sans Unicode" panose="020B0602030504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Lucida Sans Unicode" panose="020B0602030504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Lucida Sans Unicode" panose="020B0602030504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Lucida Sans Unicode" panose="020B0602030504020204" pitchFamily="34" charset="0"/>
              </a:defRPr>
            </a:lvl9pPr>
          </a:lstStyle>
          <a:p>
            <a:endParaRPr lang="en-US" altLang="en-US"/>
          </a:p>
        </p:txBody>
      </p:sp>
      <p:sp>
        <p:nvSpPr>
          <p:cNvPr id="9220" name="Rectangle 4"/>
          <p:cNvSpPr>
            <a:spLocks noChangeArrowheads="1"/>
          </p:cNvSpPr>
          <p:nvPr/>
        </p:nvSpPr>
        <p:spPr bwMode="auto">
          <a:xfrm>
            <a:off x="1193800" y="2562225"/>
            <a:ext cx="409575" cy="301625"/>
          </a:xfrm>
          <a:prstGeom prst="rect">
            <a:avLst/>
          </a:prstGeom>
          <a:noFill/>
          <a:ln w="9525" algn="ctr">
            <a:solidFill>
              <a:schemeClr val="tx1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 anchor="ctr"/>
          <a:lstStyle>
            <a:lvl1pPr>
              <a:defRPr sz="1600">
                <a:solidFill>
                  <a:schemeClr val="tx1"/>
                </a:solidFill>
                <a:latin typeface="Lucida Sans Unicode" panose="020B0602030504020204" pitchFamily="34" charset="0"/>
              </a:defRPr>
            </a:lvl1pPr>
            <a:lvl2pPr marL="742950" indent="-285750">
              <a:defRPr sz="1600">
                <a:solidFill>
                  <a:schemeClr val="tx1"/>
                </a:solidFill>
                <a:latin typeface="Lucida Sans Unicode" panose="020B0602030504020204" pitchFamily="34" charset="0"/>
              </a:defRPr>
            </a:lvl2pPr>
            <a:lvl3pPr marL="1143000" indent="-228600">
              <a:defRPr sz="1600">
                <a:solidFill>
                  <a:schemeClr val="tx1"/>
                </a:solidFill>
                <a:latin typeface="Lucida Sans Unicode" panose="020B0602030504020204" pitchFamily="34" charset="0"/>
              </a:defRPr>
            </a:lvl3pPr>
            <a:lvl4pPr marL="1600200" indent="-228600">
              <a:defRPr sz="1600">
                <a:solidFill>
                  <a:schemeClr val="tx1"/>
                </a:solidFill>
                <a:latin typeface="Lucida Sans Unicode" panose="020B0602030504020204" pitchFamily="34" charset="0"/>
              </a:defRPr>
            </a:lvl4pPr>
            <a:lvl5pPr marL="2057400" indent="-228600">
              <a:defRPr sz="1600">
                <a:solidFill>
                  <a:schemeClr val="tx1"/>
                </a:solidFill>
                <a:latin typeface="Lucida Sans Unicode" panose="020B0602030504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Lucida Sans Unicode" panose="020B0602030504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Lucida Sans Unicode" panose="020B0602030504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Lucida Sans Unicode" panose="020B0602030504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Lucida Sans Unicode" panose="020B0602030504020204" pitchFamily="34" charset="0"/>
              </a:defRPr>
            </a:lvl9pPr>
          </a:lstStyle>
          <a:p>
            <a:endParaRPr lang="en-US" altLang="en-US"/>
          </a:p>
        </p:txBody>
      </p:sp>
      <p:sp>
        <p:nvSpPr>
          <p:cNvPr id="9221" name="Text Box 5"/>
          <p:cNvSpPr txBox="1">
            <a:spLocks noChangeArrowheads="1"/>
          </p:cNvSpPr>
          <p:nvPr/>
        </p:nvSpPr>
        <p:spPr bwMode="auto">
          <a:xfrm>
            <a:off x="438150" y="1741488"/>
            <a:ext cx="296863" cy="3365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 algn="ctr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defRPr sz="1600">
                <a:solidFill>
                  <a:schemeClr val="tx1"/>
                </a:solidFill>
                <a:latin typeface="Lucida Sans Unicode" panose="020B0602030504020204" pitchFamily="34" charset="0"/>
              </a:defRPr>
            </a:lvl1pPr>
            <a:lvl2pPr marL="742950" indent="-285750">
              <a:defRPr sz="1600">
                <a:solidFill>
                  <a:schemeClr val="tx1"/>
                </a:solidFill>
                <a:latin typeface="Lucida Sans Unicode" panose="020B0602030504020204" pitchFamily="34" charset="0"/>
              </a:defRPr>
            </a:lvl2pPr>
            <a:lvl3pPr marL="1143000" indent="-228600">
              <a:defRPr sz="1600">
                <a:solidFill>
                  <a:schemeClr val="tx1"/>
                </a:solidFill>
                <a:latin typeface="Lucida Sans Unicode" panose="020B0602030504020204" pitchFamily="34" charset="0"/>
              </a:defRPr>
            </a:lvl3pPr>
            <a:lvl4pPr marL="1600200" indent="-228600">
              <a:defRPr sz="1600">
                <a:solidFill>
                  <a:schemeClr val="tx1"/>
                </a:solidFill>
                <a:latin typeface="Lucida Sans Unicode" panose="020B0602030504020204" pitchFamily="34" charset="0"/>
              </a:defRPr>
            </a:lvl4pPr>
            <a:lvl5pPr marL="2057400" indent="-228600">
              <a:defRPr sz="1600">
                <a:solidFill>
                  <a:schemeClr val="tx1"/>
                </a:solidFill>
                <a:latin typeface="Lucida Sans Unicode" panose="020B0602030504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Lucida Sans Unicode" panose="020B0602030504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Lucida Sans Unicode" panose="020B0602030504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Lucida Sans Unicode" panose="020B0602030504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Lucida Sans Unicode" panose="020B0602030504020204" pitchFamily="34" charset="0"/>
              </a:defRPr>
            </a:lvl9pPr>
          </a:lstStyle>
          <a:p>
            <a:pPr algn="ctr"/>
            <a:r>
              <a:rPr lang="en-GB" altLang="en-US"/>
              <a:t>a</a:t>
            </a:r>
          </a:p>
        </p:txBody>
      </p:sp>
      <p:sp>
        <p:nvSpPr>
          <p:cNvPr id="9222" name="Text Box 6"/>
          <p:cNvSpPr txBox="1">
            <a:spLocks noChangeArrowheads="1"/>
          </p:cNvSpPr>
          <p:nvPr/>
        </p:nvSpPr>
        <p:spPr bwMode="auto">
          <a:xfrm>
            <a:off x="2676525" y="2944813"/>
            <a:ext cx="312738" cy="3365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 algn="ctr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defRPr sz="1600">
                <a:solidFill>
                  <a:schemeClr val="tx1"/>
                </a:solidFill>
                <a:latin typeface="Lucida Sans Unicode" panose="020B0602030504020204" pitchFamily="34" charset="0"/>
              </a:defRPr>
            </a:lvl1pPr>
            <a:lvl2pPr marL="742950" indent="-285750">
              <a:defRPr sz="1600">
                <a:solidFill>
                  <a:schemeClr val="tx1"/>
                </a:solidFill>
                <a:latin typeface="Lucida Sans Unicode" panose="020B0602030504020204" pitchFamily="34" charset="0"/>
              </a:defRPr>
            </a:lvl2pPr>
            <a:lvl3pPr marL="1143000" indent="-228600">
              <a:defRPr sz="1600">
                <a:solidFill>
                  <a:schemeClr val="tx1"/>
                </a:solidFill>
                <a:latin typeface="Lucida Sans Unicode" panose="020B0602030504020204" pitchFamily="34" charset="0"/>
              </a:defRPr>
            </a:lvl3pPr>
            <a:lvl4pPr marL="1600200" indent="-228600">
              <a:defRPr sz="1600">
                <a:solidFill>
                  <a:schemeClr val="tx1"/>
                </a:solidFill>
                <a:latin typeface="Lucida Sans Unicode" panose="020B0602030504020204" pitchFamily="34" charset="0"/>
              </a:defRPr>
            </a:lvl4pPr>
            <a:lvl5pPr marL="2057400" indent="-228600">
              <a:defRPr sz="1600">
                <a:solidFill>
                  <a:schemeClr val="tx1"/>
                </a:solidFill>
                <a:latin typeface="Lucida Sans Unicode" panose="020B0602030504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Lucida Sans Unicode" panose="020B0602030504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Lucida Sans Unicode" panose="020B0602030504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Lucida Sans Unicode" panose="020B0602030504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Lucida Sans Unicode" panose="020B0602030504020204" pitchFamily="34" charset="0"/>
              </a:defRPr>
            </a:lvl9pPr>
          </a:lstStyle>
          <a:p>
            <a:pPr algn="ctr"/>
            <a:r>
              <a:rPr lang="en-GB" altLang="en-US"/>
              <a:t>b</a:t>
            </a:r>
          </a:p>
        </p:txBody>
      </p:sp>
      <p:sp>
        <p:nvSpPr>
          <p:cNvPr id="9223" name="Text Box 7"/>
          <p:cNvSpPr txBox="1">
            <a:spLocks noChangeArrowheads="1"/>
          </p:cNvSpPr>
          <p:nvPr/>
        </p:nvSpPr>
        <p:spPr bwMode="auto">
          <a:xfrm>
            <a:off x="2733675" y="1347788"/>
            <a:ext cx="354013" cy="3365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 algn="ctr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defRPr sz="1600">
                <a:solidFill>
                  <a:schemeClr val="tx1"/>
                </a:solidFill>
                <a:latin typeface="Lucida Sans Unicode" panose="020B0602030504020204" pitchFamily="34" charset="0"/>
              </a:defRPr>
            </a:lvl1pPr>
            <a:lvl2pPr marL="742950" indent="-285750">
              <a:defRPr sz="1600">
                <a:solidFill>
                  <a:schemeClr val="tx1"/>
                </a:solidFill>
                <a:latin typeface="Lucida Sans Unicode" panose="020B0602030504020204" pitchFamily="34" charset="0"/>
              </a:defRPr>
            </a:lvl2pPr>
            <a:lvl3pPr marL="1143000" indent="-228600">
              <a:defRPr sz="1600">
                <a:solidFill>
                  <a:schemeClr val="tx1"/>
                </a:solidFill>
                <a:latin typeface="Lucida Sans Unicode" panose="020B0602030504020204" pitchFamily="34" charset="0"/>
              </a:defRPr>
            </a:lvl3pPr>
            <a:lvl4pPr marL="1600200" indent="-228600">
              <a:defRPr sz="1600">
                <a:solidFill>
                  <a:schemeClr val="tx1"/>
                </a:solidFill>
                <a:latin typeface="Lucida Sans Unicode" panose="020B0602030504020204" pitchFamily="34" charset="0"/>
              </a:defRPr>
            </a:lvl4pPr>
            <a:lvl5pPr marL="2057400" indent="-228600">
              <a:defRPr sz="1600">
                <a:solidFill>
                  <a:schemeClr val="tx1"/>
                </a:solidFill>
                <a:latin typeface="Lucida Sans Unicode" panose="020B0602030504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Lucida Sans Unicode" panose="020B0602030504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Lucida Sans Unicode" panose="020B0602030504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Lucida Sans Unicode" panose="020B0602030504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Lucida Sans Unicode" panose="020B0602030504020204" pitchFamily="34" charset="0"/>
              </a:defRPr>
            </a:lvl9pPr>
          </a:lstStyle>
          <a:p>
            <a:pPr algn="ctr"/>
            <a:r>
              <a:rPr lang="en-GB" altLang="en-US"/>
              <a:t>c </a:t>
            </a:r>
          </a:p>
        </p:txBody>
      </p:sp>
      <p:sp>
        <p:nvSpPr>
          <p:cNvPr id="9224" name="Text Box 8"/>
          <p:cNvSpPr txBox="1">
            <a:spLocks noChangeArrowheads="1"/>
          </p:cNvSpPr>
          <p:nvPr/>
        </p:nvSpPr>
        <p:spPr bwMode="auto">
          <a:xfrm>
            <a:off x="5089525" y="3055938"/>
            <a:ext cx="312738" cy="3365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 algn="ctr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defRPr sz="1600">
                <a:solidFill>
                  <a:schemeClr val="tx1"/>
                </a:solidFill>
                <a:latin typeface="Lucida Sans Unicode" panose="020B0602030504020204" pitchFamily="34" charset="0"/>
              </a:defRPr>
            </a:lvl1pPr>
            <a:lvl2pPr marL="742950" indent="-285750">
              <a:defRPr sz="1600">
                <a:solidFill>
                  <a:schemeClr val="tx1"/>
                </a:solidFill>
                <a:latin typeface="Lucida Sans Unicode" panose="020B0602030504020204" pitchFamily="34" charset="0"/>
              </a:defRPr>
            </a:lvl2pPr>
            <a:lvl3pPr marL="1143000" indent="-228600">
              <a:defRPr sz="1600">
                <a:solidFill>
                  <a:schemeClr val="tx1"/>
                </a:solidFill>
                <a:latin typeface="Lucida Sans Unicode" panose="020B0602030504020204" pitchFamily="34" charset="0"/>
              </a:defRPr>
            </a:lvl3pPr>
            <a:lvl4pPr marL="1600200" indent="-228600">
              <a:defRPr sz="1600">
                <a:solidFill>
                  <a:schemeClr val="tx1"/>
                </a:solidFill>
                <a:latin typeface="Lucida Sans Unicode" panose="020B0602030504020204" pitchFamily="34" charset="0"/>
              </a:defRPr>
            </a:lvl4pPr>
            <a:lvl5pPr marL="2057400" indent="-228600">
              <a:defRPr sz="1600">
                <a:solidFill>
                  <a:schemeClr val="tx1"/>
                </a:solidFill>
                <a:latin typeface="Lucida Sans Unicode" panose="020B0602030504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Lucida Sans Unicode" panose="020B0602030504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Lucida Sans Unicode" panose="020B0602030504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Lucida Sans Unicode" panose="020B0602030504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Lucida Sans Unicode" panose="020B0602030504020204" pitchFamily="34" charset="0"/>
              </a:defRPr>
            </a:lvl9pPr>
          </a:lstStyle>
          <a:p>
            <a:r>
              <a:rPr lang="en-GB" altLang="en-US">
                <a:sym typeface="Symbol" panose="05050102010706020507" pitchFamily="18" charset="2"/>
              </a:rPr>
              <a:t></a:t>
            </a:r>
          </a:p>
        </p:txBody>
      </p:sp>
      <p:sp>
        <p:nvSpPr>
          <p:cNvPr id="9225" name="AutoShape 9"/>
          <p:cNvSpPr>
            <a:spLocks noChangeArrowheads="1"/>
          </p:cNvSpPr>
          <p:nvPr/>
        </p:nvSpPr>
        <p:spPr bwMode="auto">
          <a:xfrm flipH="1" flipV="1">
            <a:off x="4927600" y="2857500"/>
            <a:ext cx="3740150" cy="1911350"/>
          </a:xfrm>
          <a:prstGeom prst="rtTriangle">
            <a:avLst/>
          </a:prstGeom>
          <a:solidFill>
            <a:srgbClr val="FFCC66"/>
          </a:solidFill>
          <a:ln w="9525" algn="ctr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>
            <a:lvl1pPr>
              <a:defRPr sz="1600">
                <a:solidFill>
                  <a:schemeClr val="tx1"/>
                </a:solidFill>
                <a:latin typeface="Lucida Sans Unicode" panose="020B0602030504020204" pitchFamily="34" charset="0"/>
              </a:defRPr>
            </a:lvl1pPr>
            <a:lvl2pPr marL="742950" indent="-285750">
              <a:defRPr sz="1600">
                <a:solidFill>
                  <a:schemeClr val="tx1"/>
                </a:solidFill>
                <a:latin typeface="Lucida Sans Unicode" panose="020B0602030504020204" pitchFamily="34" charset="0"/>
              </a:defRPr>
            </a:lvl2pPr>
            <a:lvl3pPr marL="1143000" indent="-228600">
              <a:defRPr sz="1600">
                <a:solidFill>
                  <a:schemeClr val="tx1"/>
                </a:solidFill>
                <a:latin typeface="Lucida Sans Unicode" panose="020B0602030504020204" pitchFamily="34" charset="0"/>
              </a:defRPr>
            </a:lvl3pPr>
            <a:lvl4pPr marL="1600200" indent="-228600">
              <a:defRPr sz="1600">
                <a:solidFill>
                  <a:schemeClr val="tx1"/>
                </a:solidFill>
                <a:latin typeface="Lucida Sans Unicode" panose="020B0602030504020204" pitchFamily="34" charset="0"/>
              </a:defRPr>
            </a:lvl4pPr>
            <a:lvl5pPr marL="2057400" indent="-228600">
              <a:defRPr sz="1600">
                <a:solidFill>
                  <a:schemeClr val="tx1"/>
                </a:solidFill>
                <a:latin typeface="Lucida Sans Unicode" panose="020B0602030504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Lucida Sans Unicode" panose="020B0602030504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Lucida Sans Unicode" panose="020B0602030504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Lucida Sans Unicode" panose="020B0602030504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Lucida Sans Unicode" panose="020B0602030504020204" pitchFamily="34" charset="0"/>
              </a:defRPr>
            </a:lvl9pPr>
          </a:lstStyle>
          <a:p>
            <a:endParaRPr lang="en-US" altLang="en-US"/>
          </a:p>
        </p:txBody>
      </p:sp>
      <p:sp>
        <p:nvSpPr>
          <p:cNvPr id="9226" name="Line 10"/>
          <p:cNvSpPr>
            <a:spLocks noChangeShapeType="1"/>
          </p:cNvSpPr>
          <p:nvPr/>
        </p:nvSpPr>
        <p:spPr bwMode="auto">
          <a:xfrm flipH="1" flipV="1">
            <a:off x="4419600" y="3111500"/>
            <a:ext cx="101600" cy="10160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en-GB"/>
          </a:p>
        </p:txBody>
      </p:sp>
      <p:sp>
        <p:nvSpPr>
          <p:cNvPr id="9227" name="Arc 11"/>
          <p:cNvSpPr>
            <a:spLocks/>
          </p:cNvSpPr>
          <p:nvPr/>
        </p:nvSpPr>
        <p:spPr bwMode="auto">
          <a:xfrm flipH="1">
            <a:off x="4368800" y="2219325"/>
            <a:ext cx="1320800" cy="1298575"/>
          </a:xfrm>
          <a:custGeom>
            <a:avLst/>
            <a:gdLst>
              <a:gd name="T0" fmla="*/ 1101339 w 43200"/>
              <a:gd name="T1" fmla="*/ 1132646 h 43200"/>
              <a:gd name="T2" fmla="*/ 1320800 w 43200"/>
              <a:gd name="T3" fmla="*/ 649288 h 43200"/>
              <a:gd name="T4" fmla="*/ 660400 w 43200"/>
              <a:gd name="T5" fmla="*/ 649288 h 43200"/>
              <a:gd name="T6" fmla="*/ 0 60000 65536"/>
              <a:gd name="T7" fmla="*/ 0 60000 65536"/>
              <a:gd name="T8" fmla="*/ 0 60000 65536"/>
              <a:gd name="T9" fmla="*/ 0 w 43200"/>
              <a:gd name="T10" fmla="*/ 0 h 43200"/>
              <a:gd name="T11" fmla="*/ 43200 w 43200"/>
              <a:gd name="T12" fmla="*/ 43200 h 43200"/>
            </a:gdLst>
            <a:ahLst/>
            <a:cxnLst>
              <a:cxn ang="T6">
                <a:pos x="T0" y="T1"/>
              </a:cxn>
              <a:cxn ang="T7">
                <a:pos x="T2" y="T3"/>
              </a:cxn>
              <a:cxn ang="T8">
                <a:pos x="T4" y="T5"/>
              </a:cxn>
            </a:cxnLst>
            <a:rect l="T9" t="T10" r="T11" b="T12"/>
            <a:pathLst>
              <a:path w="43200" h="43200" fill="none" extrusionOk="0">
                <a:moveTo>
                  <a:pt x="36021" y="37679"/>
                </a:moveTo>
                <a:cubicBezTo>
                  <a:pt x="32059" y="41234"/>
                  <a:pt x="26923" y="43199"/>
                  <a:pt x="21600" y="43200"/>
                </a:cubicBezTo>
                <a:cubicBezTo>
                  <a:pt x="9670" y="43200"/>
                  <a:pt x="0" y="33529"/>
                  <a:pt x="0" y="21600"/>
                </a:cubicBezTo>
                <a:cubicBezTo>
                  <a:pt x="0" y="9670"/>
                  <a:pt x="9670" y="0"/>
                  <a:pt x="21600" y="0"/>
                </a:cubicBezTo>
                <a:cubicBezTo>
                  <a:pt x="33529" y="-1"/>
                  <a:pt x="43199" y="9670"/>
                  <a:pt x="43200" y="21599"/>
                </a:cubicBezTo>
              </a:path>
              <a:path w="43200" h="43200" stroke="0" extrusionOk="0">
                <a:moveTo>
                  <a:pt x="36021" y="37679"/>
                </a:moveTo>
                <a:cubicBezTo>
                  <a:pt x="32059" y="41234"/>
                  <a:pt x="26923" y="43199"/>
                  <a:pt x="21600" y="43200"/>
                </a:cubicBezTo>
                <a:cubicBezTo>
                  <a:pt x="9670" y="43200"/>
                  <a:pt x="0" y="33529"/>
                  <a:pt x="0" y="21600"/>
                </a:cubicBezTo>
                <a:cubicBezTo>
                  <a:pt x="0" y="9670"/>
                  <a:pt x="9670" y="0"/>
                  <a:pt x="21600" y="0"/>
                </a:cubicBezTo>
                <a:cubicBezTo>
                  <a:pt x="33529" y="-1"/>
                  <a:pt x="43199" y="9670"/>
                  <a:pt x="43200" y="21599"/>
                </a:cubicBezTo>
                <a:lnTo>
                  <a:pt x="21600" y="21600"/>
                </a:lnTo>
                <a:close/>
              </a:path>
            </a:pathLst>
          </a:custGeom>
          <a:noFill/>
          <a:ln w="9525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 anchor="ctr"/>
          <a:lstStyle>
            <a:lvl1pPr>
              <a:defRPr sz="1600">
                <a:solidFill>
                  <a:schemeClr val="tx1"/>
                </a:solidFill>
                <a:latin typeface="Lucida Sans Unicode" panose="020B0602030504020204" pitchFamily="34" charset="0"/>
              </a:defRPr>
            </a:lvl1pPr>
            <a:lvl2pPr marL="742950" indent="-285750">
              <a:defRPr sz="1600">
                <a:solidFill>
                  <a:schemeClr val="tx1"/>
                </a:solidFill>
                <a:latin typeface="Lucida Sans Unicode" panose="020B0602030504020204" pitchFamily="34" charset="0"/>
              </a:defRPr>
            </a:lvl2pPr>
            <a:lvl3pPr marL="1143000" indent="-228600">
              <a:defRPr sz="1600">
                <a:solidFill>
                  <a:schemeClr val="tx1"/>
                </a:solidFill>
                <a:latin typeface="Lucida Sans Unicode" panose="020B0602030504020204" pitchFamily="34" charset="0"/>
              </a:defRPr>
            </a:lvl3pPr>
            <a:lvl4pPr marL="1600200" indent="-228600">
              <a:defRPr sz="1600">
                <a:solidFill>
                  <a:schemeClr val="tx1"/>
                </a:solidFill>
                <a:latin typeface="Lucida Sans Unicode" panose="020B0602030504020204" pitchFamily="34" charset="0"/>
              </a:defRPr>
            </a:lvl4pPr>
            <a:lvl5pPr marL="2057400" indent="-228600">
              <a:defRPr sz="1600">
                <a:solidFill>
                  <a:schemeClr val="tx1"/>
                </a:solidFill>
                <a:latin typeface="Lucida Sans Unicode" panose="020B0602030504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Lucida Sans Unicode" panose="020B0602030504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Lucida Sans Unicode" panose="020B0602030504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Lucida Sans Unicode" panose="020B0602030504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Lucida Sans Unicode" panose="020B0602030504020204" pitchFamily="34" charset="0"/>
              </a:defRPr>
            </a:lvl9pPr>
          </a:lstStyle>
          <a:p>
            <a:endParaRPr lang="en-US" altLang="en-US"/>
          </a:p>
        </p:txBody>
      </p:sp>
      <p:sp>
        <p:nvSpPr>
          <p:cNvPr id="9228" name="Text Box 12"/>
          <p:cNvSpPr txBox="1">
            <a:spLocks noChangeArrowheads="1"/>
          </p:cNvSpPr>
          <p:nvPr/>
        </p:nvSpPr>
        <p:spPr bwMode="auto">
          <a:xfrm>
            <a:off x="5329238" y="722313"/>
            <a:ext cx="3814762" cy="18034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 algn="ctr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marL="177800" indent="-177800">
              <a:defRPr sz="1600">
                <a:solidFill>
                  <a:schemeClr val="tx1"/>
                </a:solidFill>
                <a:latin typeface="Lucida Sans Unicode" panose="020B0602030504020204" pitchFamily="34" charset="0"/>
              </a:defRPr>
            </a:lvl1pPr>
            <a:lvl2pPr marL="742950" indent="-285750">
              <a:defRPr sz="1600">
                <a:solidFill>
                  <a:schemeClr val="tx1"/>
                </a:solidFill>
                <a:latin typeface="Lucida Sans Unicode" panose="020B0602030504020204" pitchFamily="34" charset="0"/>
              </a:defRPr>
            </a:lvl2pPr>
            <a:lvl3pPr marL="1143000" indent="-228600">
              <a:defRPr sz="1600">
                <a:solidFill>
                  <a:schemeClr val="tx1"/>
                </a:solidFill>
                <a:latin typeface="Lucida Sans Unicode" panose="020B0602030504020204" pitchFamily="34" charset="0"/>
              </a:defRPr>
            </a:lvl3pPr>
            <a:lvl4pPr marL="1600200" indent="-228600">
              <a:defRPr sz="1600">
                <a:solidFill>
                  <a:schemeClr val="tx1"/>
                </a:solidFill>
                <a:latin typeface="Lucida Sans Unicode" panose="020B0602030504020204" pitchFamily="34" charset="0"/>
              </a:defRPr>
            </a:lvl4pPr>
            <a:lvl5pPr marL="2057400" indent="-228600">
              <a:defRPr sz="1600">
                <a:solidFill>
                  <a:schemeClr val="tx1"/>
                </a:solidFill>
                <a:latin typeface="Lucida Sans Unicode" panose="020B0602030504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Lucida Sans Unicode" panose="020B0602030504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Lucida Sans Unicode" panose="020B0602030504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Lucida Sans Unicode" panose="020B0602030504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Lucida Sans Unicode" panose="020B0602030504020204" pitchFamily="34" charset="0"/>
              </a:defRPr>
            </a:lvl9pPr>
          </a:lstStyle>
          <a:p>
            <a:pPr>
              <a:buFontTx/>
              <a:buChar char="•"/>
            </a:pPr>
            <a:r>
              <a:rPr lang="en-GB" altLang="en-US"/>
              <a:t>as </a:t>
            </a:r>
            <a:r>
              <a:rPr lang="en-GB" altLang="en-US">
                <a:sym typeface="Symbol" panose="05050102010706020507" pitchFamily="18" charset="2"/>
              </a:rPr>
              <a:t> continues past 180</a:t>
            </a:r>
            <a:r>
              <a:rPr lang="en-US" altLang="en-US">
                <a:ea typeface="Lucida Sans Unicode" panose="020B0602030504020204" pitchFamily="34" charset="0"/>
                <a:cs typeface="Lucida Sans Unicode" panose="020B0602030504020204" pitchFamily="34" charset="0"/>
                <a:sym typeface="Symbol" panose="05050102010706020507" pitchFamily="18" charset="2"/>
              </a:rPr>
              <a:t>°, sin </a:t>
            </a:r>
            <a:r>
              <a:rPr lang="en-GB" altLang="en-US">
                <a:sym typeface="Symbol" panose="05050102010706020507" pitchFamily="18" charset="2"/>
              </a:rPr>
              <a:t> goes negative</a:t>
            </a:r>
          </a:p>
          <a:p>
            <a:pPr>
              <a:buFontTx/>
              <a:buChar char="•"/>
            </a:pPr>
            <a:r>
              <a:rPr lang="en-GB" altLang="en-US">
                <a:sym typeface="Symbol" panose="05050102010706020507" pitchFamily="18" charset="2"/>
              </a:rPr>
              <a:t>... then falls from 0 (at 180</a:t>
            </a:r>
            <a:r>
              <a:rPr lang="en-US" altLang="en-US">
                <a:sym typeface="Symbol" panose="05050102010706020507" pitchFamily="18" charset="2"/>
              </a:rPr>
              <a:t>°) through -1 (at 270°) </a:t>
            </a:r>
          </a:p>
          <a:p>
            <a:pPr>
              <a:buFontTx/>
              <a:buChar char="•"/>
            </a:pPr>
            <a:r>
              <a:rPr lang="en-US" altLang="en-US">
                <a:sym typeface="Symbol" panose="05050102010706020507" pitchFamily="18" charset="2"/>
              </a:rPr>
              <a:t>... and back up to 0 at 360°</a:t>
            </a:r>
          </a:p>
          <a:p>
            <a:pPr>
              <a:buFontTx/>
              <a:buChar char="•"/>
            </a:pPr>
            <a:r>
              <a:rPr lang="en-US" altLang="en-US">
                <a:sym typeface="Symbol" panose="05050102010706020507" pitchFamily="18" charset="2"/>
              </a:rPr>
              <a:t>360° = 0° </a:t>
            </a:r>
          </a:p>
          <a:p>
            <a:pPr>
              <a:buFontTx/>
              <a:buChar char="•"/>
            </a:pPr>
            <a:r>
              <a:rPr lang="en-US" altLang="en-US">
                <a:sym typeface="Symbol" panose="05050102010706020507" pitchFamily="18" charset="2"/>
              </a:rPr>
              <a:t>... and the cycle starts over ...</a:t>
            </a:r>
            <a:endParaRPr lang="en-GB" altLang="en-US">
              <a:sym typeface="Symbol" panose="05050102010706020507" pitchFamily="18" charset="2"/>
            </a:endParaRPr>
          </a:p>
        </p:txBody>
      </p:sp>
      <p:sp>
        <p:nvSpPr>
          <p:cNvPr id="9229" name="Line 13"/>
          <p:cNvSpPr>
            <a:spLocks noChangeShapeType="1"/>
          </p:cNvSpPr>
          <p:nvPr/>
        </p:nvSpPr>
        <p:spPr bwMode="auto">
          <a:xfrm>
            <a:off x="1120775" y="3894138"/>
            <a:ext cx="1588" cy="2668587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en-GB"/>
          </a:p>
        </p:txBody>
      </p:sp>
      <p:sp>
        <p:nvSpPr>
          <p:cNvPr id="9230" name="Line 14"/>
          <p:cNvSpPr>
            <a:spLocks noChangeShapeType="1"/>
          </p:cNvSpPr>
          <p:nvPr/>
        </p:nvSpPr>
        <p:spPr bwMode="auto">
          <a:xfrm>
            <a:off x="1082675" y="5224463"/>
            <a:ext cx="6234113" cy="1587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en-GB"/>
          </a:p>
        </p:txBody>
      </p:sp>
      <p:sp>
        <p:nvSpPr>
          <p:cNvPr id="9231" name="Freeform 15"/>
          <p:cNvSpPr>
            <a:spLocks/>
          </p:cNvSpPr>
          <p:nvPr/>
        </p:nvSpPr>
        <p:spPr bwMode="auto">
          <a:xfrm>
            <a:off x="1128713" y="4083050"/>
            <a:ext cx="1250950" cy="1131888"/>
          </a:xfrm>
          <a:custGeom>
            <a:avLst/>
            <a:gdLst>
              <a:gd name="T0" fmla="*/ 0 w 1426"/>
              <a:gd name="T1" fmla="*/ 1277 h 1277"/>
              <a:gd name="T2" fmla="*/ 466 w 1426"/>
              <a:gd name="T3" fmla="*/ 668 h 1277"/>
              <a:gd name="T4" fmla="*/ 848 w 1426"/>
              <a:gd name="T5" fmla="*/ 239 h 1277"/>
              <a:gd name="T6" fmla="*/ 1182 w 1426"/>
              <a:gd name="T7" fmla="*/ 48 h 1277"/>
              <a:gd name="T8" fmla="*/ 1426 w 1426"/>
              <a:gd name="T9" fmla="*/ 0 h 1277"/>
              <a:gd name="T10" fmla="*/ 0 60000 65536"/>
              <a:gd name="T11" fmla="*/ 0 60000 65536"/>
              <a:gd name="T12" fmla="*/ 0 60000 65536"/>
              <a:gd name="T13" fmla="*/ 0 60000 65536"/>
              <a:gd name="T14" fmla="*/ 0 60000 65536"/>
              <a:gd name="T15" fmla="*/ 0 w 1426"/>
              <a:gd name="T16" fmla="*/ 0 h 1277"/>
              <a:gd name="T17" fmla="*/ 1426 w 1426"/>
              <a:gd name="T18" fmla="*/ 1277 h 1277"/>
            </a:gdLst>
            <a:ahLst/>
            <a:cxnLst>
              <a:cxn ang="T10">
                <a:pos x="T0" y="T1"/>
              </a:cxn>
              <a:cxn ang="T11">
                <a:pos x="T2" y="T3"/>
              </a:cxn>
              <a:cxn ang="T12">
                <a:pos x="T4" y="T5"/>
              </a:cxn>
              <a:cxn ang="T13">
                <a:pos x="T6" y="T7"/>
              </a:cxn>
              <a:cxn ang="T14">
                <a:pos x="T8" y="T9"/>
              </a:cxn>
            </a:cxnLst>
            <a:rect l="T15" t="T16" r="T17" b="T18"/>
            <a:pathLst>
              <a:path w="1426" h="1277">
                <a:moveTo>
                  <a:pt x="0" y="1277"/>
                </a:moveTo>
                <a:cubicBezTo>
                  <a:pt x="78" y="1178"/>
                  <a:pt x="325" y="841"/>
                  <a:pt x="466" y="668"/>
                </a:cubicBezTo>
                <a:cubicBezTo>
                  <a:pt x="607" y="495"/>
                  <a:pt x="728" y="342"/>
                  <a:pt x="848" y="239"/>
                </a:cubicBezTo>
                <a:cubicBezTo>
                  <a:pt x="967" y="135"/>
                  <a:pt x="1086" y="88"/>
                  <a:pt x="1182" y="48"/>
                </a:cubicBezTo>
                <a:cubicBezTo>
                  <a:pt x="1278" y="8"/>
                  <a:pt x="1375" y="10"/>
                  <a:pt x="1426" y="0"/>
                </a:cubicBezTo>
              </a:path>
            </a:pathLst>
          </a:custGeom>
          <a:noFill/>
          <a:ln w="28575">
            <a:solidFill>
              <a:srgbClr val="FF0000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/>
          <a:lstStyle>
            <a:lvl1pPr>
              <a:defRPr sz="1600">
                <a:solidFill>
                  <a:schemeClr val="tx1"/>
                </a:solidFill>
                <a:latin typeface="Lucida Sans Unicode" panose="020B0602030504020204" pitchFamily="34" charset="0"/>
              </a:defRPr>
            </a:lvl1pPr>
            <a:lvl2pPr marL="742950" indent="-285750">
              <a:defRPr sz="1600">
                <a:solidFill>
                  <a:schemeClr val="tx1"/>
                </a:solidFill>
                <a:latin typeface="Lucida Sans Unicode" panose="020B0602030504020204" pitchFamily="34" charset="0"/>
              </a:defRPr>
            </a:lvl2pPr>
            <a:lvl3pPr marL="1143000" indent="-228600">
              <a:defRPr sz="1600">
                <a:solidFill>
                  <a:schemeClr val="tx1"/>
                </a:solidFill>
                <a:latin typeface="Lucida Sans Unicode" panose="020B0602030504020204" pitchFamily="34" charset="0"/>
              </a:defRPr>
            </a:lvl3pPr>
            <a:lvl4pPr marL="1600200" indent="-228600">
              <a:defRPr sz="1600">
                <a:solidFill>
                  <a:schemeClr val="tx1"/>
                </a:solidFill>
                <a:latin typeface="Lucida Sans Unicode" panose="020B0602030504020204" pitchFamily="34" charset="0"/>
              </a:defRPr>
            </a:lvl4pPr>
            <a:lvl5pPr marL="2057400" indent="-228600">
              <a:defRPr sz="1600">
                <a:solidFill>
                  <a:schemeClr val="tx1"/>
                </a:solidFill>
                <a:latin typeface="Lucida Sans Unicode" panose="020B0602030504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Lucida Sans Unicode" panose="020B0602030504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Lucida Sans Unicode" panose="020B0602030504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Lucida Sans Unicode" panose="020B0602030504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Lucida Sans Unicode" panose="020B0602030504020204" pitchFamily="34" charset="0"/>
              </a:defRPr>
            </a:lvl9pPr>
          </a:lstStyle>
          <a:p>
            <a:endParaRPr lang="en-US" altLang="en-US"/>
          </a:p>
        </p:txBody>
      </p:sp>
      <p:sp>
        <p:nvSpPr>
          <p:cNvPr id="9232" name="Freeform 16"/>
          <p:cNvSpPr>
            <a:spLocks/>
          </p:cNvSpPr>
          <p:nvPr/>
        </p:nvSpPr>
        <p:spPr bwMode="auto">
          <a:xfrm>
            <a:off x="2351088" y="4076700"/>
            <a:ext cx="1193800" cy="1125538"/>
          </a:xfrm>
          <a:custGeom>
            <a:avLst/>
            <a:gdLst>
              <a:gd name="T0" fmla="*/ 1360 w 1360"/>
              <a:gd name="T1" fmla="*/ 1269 h 1269"/>
              <a:gd name="T2" fmla="*/ 894 w 1360"/>
              <a:gd name="T3" fmla="*/ 660 h 1269"/>
              <a:gd name="T4" fmla="*/ 512 w 1360"/>
              <a:gd name="T5" fmla="*/ 231 h 1269"/>
              <a:gd name="T6" fmla="*/ 178 w 1360"/>
              <a:gd name="T7" fmla="*/ 40 h 1269"/>
              <a:gd name="T8" fmla="*/ 0 w 1360"/>
              <a:gd name="T9" fmla="*/ 0 h 1269"/>
              <a:gd name="T10" fmla="*/ 0 60000 65536"/>
              <a:gd name="T11" fmla="*/ 0 60000 65536"/>
              <a:gd name="T12" fmla="*/ 0 60000 65536"/>
              <a:gd name="T13" fmla="*/ 0 60000 65536"/>
              <a:gd name="T14" fmla="*/ 0 60000 65536"/>
              <a:gd name="T15" fmla="*/ 0 w 1360"/>
              <a:gd name="T16" fmla="*/ 0 h 1269"/>
              <a:gd name="T17" fmla="*/ 1360 w 1360"/>
              <a:gd name="T18" fmla="*/ 1269 h 1269"/>
            </a:gdLst>
            <a:ahLst/>
            <a:cxnLst>
              <a:cxn ang="T10">
                <a:pos x="T0" y="T1"/>
              </a:cxn>
              <a:cxn ang="T11">
                <a:pos x="T2" y="T3"/>
              </a:cxn>
              <a:cxn ang="T12">
                <a:pos x="T4" y="T5"/>
              </a:cxn>
              <a:cxn ang="T13">
                <a:pos x="T6" y="T7"/>
              </a:cxn>
              <a:cxn ang="T14">
                <a:pos x="T8" y="T9"/>
              </a:cxn>
            </a:cxnLst>
            <a:rect l="T15" t="T16" r="T17" b="T18"/>
            <a:pathLst>
              <a:path w="1360" h="1269">
                <a:moveTo>
                  <a:pt x="1360" y="1269"/>
                </a:moveTo>
                <a:cubicBezTo>
                  <a:pt x="1282" y="1170"/>
                  <a:pt x="1035" y="833"/>
                  <a:pt x="894" y="660"/>
                </a:cubicBezTo>
                <a:cubicBezTo>
                  <a:pt x="753" y="487"/>
                  <a:pt x="632" y="334"/>
                  <a:pt x="512" y="231"/>
                </a:cubicBezTo>
                <a:cubicBezTo>
                  <a:pt x="393" y="127"/>
                  <a:pt x="263" y="78"/>
                  <a:pt x="178" y="40"/>
                </a:cubicBezTo>
                <a:cubicBezTo>
                  <a:pt x="93" y="2"/>
                  <a:pt x="37" y="8"/>
                  <a:pt x="0" y="0"/>
                </a:cubicBezTo>
              </a:path>
            </a:pathLst>
          </a:custGeom>
          <a:noFill/>
          <a:ln w="28575">
            <a:solidFill>
              <a:srgbClr val="FF0000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/>
          <a:lstStyle>
            <a:lvl1pPr>
              <a:defRPr sz="1600">
                <a:solidFill>
                  <a:schemeClr val="tx1"/>
                </a:solidFill>
                <a:latin typeface="Lucida Sans Unicode" panose="020B0602030504020204" pitchFamily="34" charset="0"/>
              </a:defRPr>
            </a:lvl1pPr>
            <a:lvl2pPr marL="742950" indent="-285750">
              <a:defRPr sz="1600">
                <a:solidFill>
                  <a:schemeClr val="tx1"/>
                </a:solidFill>
                <a:latin typeface="Lucida Sans Unicode" panose="020B0602030504020204" pitchFamily="34" charset="0"/>
              </a:defRPr>
            </a:lvl2pPr>
            <a:lvl3pPr marL="1143000" indent="-228600">
              <a:defRPr sz="1600">
                <a:solidFill>
                  <a:schemeClr val="tx1"/>
                </a:solidFill>
                <a:latin typeface="Lucida Sans Unicode" panose="020B0602030504020204" pitchFamily="34" charset="0"/>
              </a:defRPr>
            </a:lvl3pPr>
            <a:lvl4pPr marL="1600200" indent="-228600">
              <a:defRPr sz="1600">
                <a:solidFill>
                  <a:schemeClr val="tx1"/>
                </a:solidFill>
                <a:latin typeface="Lucida Sans Unicode" panose="020B0602030504020204" pitchFamily="34" charset="0"/>
              </a:defRPr>
            </a:lvl4pPr>
            <a:lvl5pPr marL="2057400" indent="-228600">
              <a:defRPr sz="1600">
                <a:solidFill>
                  <a:schemeClr val="tx1"/>
                </a:solidFill>
                <a:latin typeface="Lucida Sans Unicode" panose="020B0602030504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Lucida Sans Unicode" panose="020B0602030504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Lucida Sans Unicode" panose="020B0602030504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Lucida Sans Unicode" panose="020B0602030504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Lucida Sans Unicode" panose="020B0602030504020204" pitchFamily="34" charset="0"/>
              </a:defRPr>
            </a:lvl9pPr>
          </a:lstStyle>
          <a:p>
            <a:endParaRPr lang="en-US" altLang="en-US"/>
          </a:p>
        </p:txBody>
      </p:sp>
      <p:sp>
        <p:nvSpPr>
          <p:cNvPr id="9233" name="Line 17"/>
          <p:cNvSpPr>
            <a:spLocks noChangeShapeType="1"/>
          </p:cNvSpPr>
          <p:nvPr/>
        </p:nvSpPr>
        <p:spPr bwMode="auto">
          <a:xfrm>
            <a:off x="2376488" y="4081463"/>
            <a:ext cx="1587" cy="1163637"/>
          </a:xfrm>
          <a:prstGeom prst="line">
            <a:avLst/>
          </a:prstGeom>
          <a:noFill/>
          <a:ln w="9525">
            <a:solidFill>
              <a:schemeClr val="tx1"/>
            </a:solidFill>
            <a:prstDash val="dash"/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en-GB"/>
          </a:p>
        </p:txBody>
      </p:sp>
      <p:sp>
        <p:nvSpPr>
          <p:cNvPr id="9234" name="Freeform 18"/>
          <p:cNvSpPr>
            <a:spLocks/>
          </p:cNvSpPr>
          <p:nvPr/>
        </p:nvSpPr>
        <p:spPr bwMode="auto">
          <a:xfrm flipV="1">
            <a:off x="3579813" y="5238750"/>
            <a:ext cx="1250950" cy="1131888"/>
          </a:xfrm>
          <a:custGeom>
            <a:avLst/>
            <a:gdLst>
              <a:gd name="T0" fmla="*/ 0 w 1426"/>
              <a:gd name="T1" fmla="*/ 1277 h 1277"/>
              <a:gd name="T2" fmla="*/ 466 w 1426"/>
              <a:gd name="T3" fmla="*/ 668 h 1277"/>
              <a:gd name="T4" fmla="*/ 848 w 1426"/>
              <a:gd name="T5" fmla="*/ 239 h 1277"/>
              <a:gd name="T6" fmla="*/ 1182 w 1426"/>
              <a:gd name="T7" fmla="*/ 48 h 1277"/>
              <a:gd name="T8" fmla="*/ 1426 w 1426"/>
              <a:gd name="T9" fmla="*/ 0 h 1277"/>
              <a:gd name="T10" fmla="*/ 0 60000 65536"/>
              <a:gd name="T11" fmla="*/ 0 60000 65536"/>
              <a:gd name="T12" fmla="*/ 0 60000 65536"/>
              <a:gd name="T13" fmla="*/ 0 60000 65536"/>
              <a:gd name="T14" fmla="*/ 0 60000 65536"/>
              <a:gd name="T15" fmla="*/ 0 w 1426"/>
              <a:gd name="T16" fmla="*/ 0 h 1277"/>
              <a:gd name="T17" fmla="*/ 1426 w 1426"/>
              <a:gd name="T18" fmla="*/ 1277 h 1277"/>
            </a:gdLst>
            <a:ahLst/>
            <a:cxnLst>
              <a:cxn ang="T10">
                <a:pos x="T0" y="T1"/>
              </a:cxn>
              <a:cxn ang="T11">
                <a:pos x="T2" y="T3"/>
              </a:cxn>
              <a:cxn ang="T12">
                <a:pos x="T4" y="T5"/>
              </a:cxn>
              <a:cxn ang="T13">
                <a:pos x="T6" y="T7"/>
              </a:cxn>
              <a:cxn ang="T14">
                <a:pos x="T8" y="T9"/>
              </a:cxn>
            </a:cxnLst>
            <a:rect l="T15" t="T16" r="T17" b="T18"/>
            <a:pathLst>
              <a:path w="1426" h="1277">
                <a:moveTo>
                  <a:pt x="0" y="1277"/>
                </a:moveTo>
                <a:cubicBezTo>
                  <a:pt x="78" y="1178"/>
                  <a:pt x="325" y="841"/>
                  <a:pt x="466" y="668"/>
                </a:cubicBezTo>
                <a:cubicBezTo>
                  <a:pt x="607" y="495"/>
                  <a:pt x="728" y="342"/>
                  <a:pt x="848" y="239"/>
                </a:cubicBezTo>
                <a:cubicBezTo>
                  <a:pt x="967" y="135"/>
                  <a:pt x="1086" y="88"/>
                  <a:pt x="1182" y="48"/>
                </a:cubicBezTo>
                <a:cubicBezTo>
                  <a:pt x="1278" y="8"/>
                  <a:pt x="1375" y="10"/>
                  <a:pt x="1426" y="0"/>
                </a:cubicBezTo>
              </a:path>
            </a:pathLst>
          </a:custGeom>
          <a:noFill/>
          <a:ln w="28575">
            <a:solidFill>
              <a:srgbClr val="FF0000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/>
          <a:lstStyle>
            <a:lvl1pPr>
              <a:defRPr sz="1600">
                <a:solidFill>
                  <a:schemeClr val="tx1"/>
                </a:solidFill>
                <a:latin typeface="Lucida Sans Unicode" panose="020B0602030504020204" pitchFamily="34" charset="0"/>
              </a:defRPr>
            </a:lvl1pPr>
            <a:lvl2pPr marL="742950" indent="-285750">
              <a:defRPr sz="1600">
                <a:solidFill>
                  <a:schemeClr val="tx1"/>
                </a:solidFill>
                <a:latin typeface="Lucida Sans Unicode" panose="020B0602030504020204" pitchFamily="34" charset="0"/>
              </a:defRPr>
            </a:lvl2pPr>
            <a:lvl3pPr marL="1143000" indent="-228600">
              <a:defRPr sz="1600">
                <a:solidFill>
                  <a:schemeClr val="tx1"/>
                </a:solidFill>
                <a:latin typeface="Lucida Sans Unicode" panose="020B0602030504020204" pitchFamily="34" charset="0"/>
              </a:defRPr>
            </a:lvl3pPr>
            <a:lvl4pPr marL="1600200" indent="-228600">
              <a:defRPr sz="1600">
                <a:solidFill>
                  <a:schemeClr val="tx1"/>
                </a:solidFill>
                <a:latin typeface="Lucida Sans Unicode" panose="020B0602030504020204" pitchFamily="34" charset="0"/>
              </a:defRPr>
            </a:lvl4pPr>
            <a:lvl5pPr marL="2057400" indent="-228600">
              <a:defRPr sz="1600">
                <a:solidFill>
                  <a:schemeClr val="tx1"/>
                </a:solidFill>
                <a:latin typeface="Lucida Sans Unicode" panose="020B0602030504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Lucida Sans Unicode" panose="020B0602030504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Lucida Sans Unicode" panose="020B0602030504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Lucida Sans Unicode" panose="020B0602030504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Lucida Sans Unicode" panose="020B0602030504020204" pitchFamily="34" charset="0"/>
              </a:defRPr>
            </a:lvl9pPr>
          </a:lstStyle>
          <a:p>
            <a:endParaRPr lang="en-US" altLang="en-US"/>
          </a:p>
        </p:txBody>
      </p:sp>
      <p:sp>
        <p:nvSpPr>
          <p:cNvPr id="9235" name="Freeform 19"/>
          <p:cNvSpPr>
            <a:spLocks/>
          </p:cNvSpPr>
          <p:nvPr/>
        </p:nvSpPr>
        <p:spPr bwMode="auto">
          <a:xfrm flipV="1">
            <a:off x="4802188" y="5232400"/>
            <a:ext cx="1193800" cy="1125538"/>
          </a:xfrm>
          <a:custGeom>
            <a:avLst/>
            <a:gdLst>
              <a:gd name="T0" fmla="*/ 1360 w 1360"/>
              <a:gd name="T1" fmla="*/ 1269 h 1269"/>
              <a:gd name="T2" fmla="*/ 894 w 1360"/>
              <a:gd name="T3" fmla="*/ 660 h 1269"/>
              <a:gd name="T4" fmla="*/ 512 w 1360"/>
              <a:gd name="T5" fmla="*/ 231 h 1269"/>
              <a:gd name="T6" fmla="*/ 178 w 1360"/>
              <a:gd name="T7" fmla="*/ 40 h 1269"/>
              <a:gd name="T8" fmla="*/ 0 w 1360"/>
              <a:gd name="T9" fmla="*/ 0 h 1269"/>
              <a:gd name="T10" fmla="*/ 0 60000 65536"/>
              <a:gd name="T11" fmla="*/ 0 60000 65536"/>
              <a:gd name="T12" fmla="*/ 0 60000 65536"/>
              <a:gd name="T13" fmla="*/ 0 60000 65536"/>
              <a:gd name="T14" fmla="*/ 0 60000 65536"/>
              <a:gd name="T15" fmla="*/ 0 w 1360"/>
              <a:gd name="T16" fmla="*/ 0 h 1269"/>
              <a:gd name="T17" fmla="*/ 1360 w 1360"/>
              <a:gd name="T18" fmla="*/ 1269 h 1269"/>
            </a:gdLst>
            <a:ahLst/>
            <a:cxnLst>
              <a:cxn ang="T10">
                <a:pos x="T0" y="T1"/>
              </a:cxn>
              <a:cxn ang="T11">
                <a:pos x="T2" y="T3"/>
              </a:cxn>
              <a:cxn ang="T12">
                <a:pos x="T4" y="T5"/>
              </a:cxn>
              <a:cxn ang="T13">
                <a:pos x="T6" y="T7"/>
              </a:cxn>
              <a:cxn ang="T14">
                <a:pos x="T8" y="T9"/>
              </a:cxn>
            </a:cxnLst>
            <a:rect l="T15" t="T16" r="T17" b="T18"/>
            <a:pathLst>
              <a:path w="1360" h="1269">
                <a:moveTo>
                  <a:pt x="1360" y="1269"/>
                </a:moveTo>
                <a:cubicBezTo>
                  <a:pt x="1282" y="1170"/>
                  <a:pt x="1035" y="833"/>
                  <a:pt x="894" y="660"/>
                </a:cubicBezTo>
                <a:cubicBezTo>
                  <a:pt x="753" y="487"/>
                  <a:pt x="632" y="334"/>
                  <a:pt x="512" y="231"/>
                </a:cubicBezTo>
                <a:cubicBezTo>
                  <a:pt x="393" y="127"/>
                  <a:pt x="263" y="78"/>
                  <a:pt x="178" y="40"/>
                </a:cubicBezTo>
                <a:cubicBezTo>
                  <a:pt x="93" y="2"/>
                  <a:pt x="37" y="8"/>
                  <a:pt x="0" y="0"/>
                </a:cubicBezTo>
              </a:path>
            </a:pathLst>
          </a:custGeom>
          <a:noFill/>
          <a:ln w="28575">
            <a:solidFill>
              <a:srgbClr val="FF0000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/>
          <a:lstStyle>
            <a:lvl1pPr>
              <a:defRPr sz="1600">
                <a:solidFill>
                  <a:schemeClr val="tx1"/>
                </a:solidFill>
                <a:latin typeface="Lucida Sans Unicode" panose="020B0602030504020204" pitchFamily="34" charset="0"/>
              </a:defRPr>
            </a:lvl1pPr>
            <a:lvl2pPr marL="742950" indent="-285750">
              <a:defRPr sz="1600">
                <a:solidFill>
                  <a:schemeClr val="tx1"/>
                </a:solidFill>
                <a:latin typeface="Lucida Sans Unicode" panose="020B0602030504020204" pitchFamily="34" charset="0"/>
              </a:defRPr>
            </a:lvl2pPr>
            <a:lvl3pPr marL="1143000" indent="-228600">
              <a:defRPr sz="1600">
                <a:solidFill>
                  <a:schemeClr val="tx1"/>
                </a:solidFill>
                <a:latin typeface="Lucida Sans Unicode" panose="020B0602030504020204" pitchFamily="34" charset="0"/>
              </a:defRPr>
            </a:lvl3pPr>
            <a:lvl4pPr marL="1600200" indent="-228600">
              <a:defRPr sz="1600">
                <a:solidFill>
                  <a:schemeClr val="tx1"/>
                </a:solidFill>
                <a:latin typeface="Lucida Sans Unicode" panose="020B0602030504020204" pitchFamily="34" charset="0"/>
              </a:defRPr>
            </a:lvl4pPr>
            <a:lvl5pPr marL="2057400" indent="-228600">
              <a:defRPr sz="1600">
                <a:solidFill>
                  <a:schemeClr val="tx1"/>
                </a:solidFill>
                <a:latin typeface="Lucida Sans Unicode" panose="020B0602030504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Lucida Sans Unicode" panose="020B0602030504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Lucida Sans Unicode" panose="020B0602030504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Lucida Sans Unicode" panose="020B0602030504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Lucida Sans Unicode" panose="020B0602030504020204" pitchFamily="34" charset="0"/>
              </a:defRPr>
            </a:lvl9pPr>
          </a:lstStyle>
          <a:p>
            <a:endParaRPr lang="en-US" altLang="en-US"/>
          </a:p>
        </p:txBody>
      </p:sp>
      <p:sp>
        <p:nvSpPr>
          <p:cNvPr id="9236" name="Line 20"/>
          <p:cNvSpPr>
            <a:spLocks noChangeShapeType="1"/>
          </p:cNvSpPr>
          <p:nvPr/>
        </p:nvSpPr>
        <p:spPr bwMode="auto">
          <a:xfrm flipV="1">
            <a:off x="4827588" y="5237163"/>
            <a:ext cx="1587" cy="1163637"/>
          </a:xfrm>
          <a:prstGeom prst="line">
            <a:avLst/>
          </a:prstGeom>
          <a:noFill/>
          <a:ln w="9525">
            <a:solidFill>
              <a:schemeClr val="tx1"/>
            </a:solidFill>
            <a:prstDash val="dash"/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en-GB"/>
          </a:p>
        </p:txBody>
      </p:sp>
      <p:sp>
        <p:nvSpPr>
          <p:cNvPr id="9237" name="Text Box 21"/>
          <p:cNvSpPr txBox="1">
            <a:spLocks noChangeArrowheads="1"/>
          </p:cNvSpPr>
          <p:nvPr/>
        </p:nvSpPr>
        <p:spPr bwMode="auto">
          <a:xfrm>
            <a:off x="963613" y="5329238"/>
            <a:ext cx="6858000" cy="3365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 algn="ctr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defRPr sz="1600">
                <a:solidFill>
                  <a:schemeClr val="tx1"/>
                </a:solidFill>
                <a:latin typeface="Lucida Sans Unicode" panose="020B0602030504020204" pitchFamily="34" charset="0"/>
              </a:defRPr>
            </a:lvl1pPr>
            <a:lvl2pPr marL="742950" indent="-285750">
              <a:defRPr sz="1600">
                <a:solidFill>
                  <a:schemeClr val="tx1"/>
                </a:solidFill>
                <a:latin typeface="Lucida Sans Unicode" panose="020B0602030504020204" pitchFamily="34" charset="0"/>
              </a:defRPr>
            </a:lvl2pPr>
            <a:lvl3pPr marL="1143000" indent="-228600">
              <a:defRPr sz="1600">
                <a:solidFill>
                  <a:schemeClr val="tx1"/>
                </a:solidFill>
                <a:latin typeface="Lucida Sans Unicode" panose="020B0602030504020204" pitchFamily="34" charset="0"/>
              </a:defRPr>
            </a:lvl3pPr>
            <a:lvl4pPr marL="1600200" indent="-228600">
              <a:defRPr sz="1600">
                <a:solidFill>
                  <a:schemeClr val="tx1"/>
                </a:solidFill>
                <a:latin typeface="Lucida Sans Unicode" panose="020B0602030504020204" pitchFamily="34" charset="0"/>
              </a:defRPr>
            </a:lvl4pPr>
            <a:lvl5pPr marL="2057400" indent="-228600">
              <a:defRPr sz="1600">
                <a:solidFill>
                  <a:schemeClr val="tx1"/>
                </a:solidFill>
                <a:latin typeface="Lucida Sans Unicode" panose="020B0602030504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Lucida Sans Unicode" panose="020B0602030504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Lucida Sans Unicode" panose="020B0602030504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Lucida Sans Unicode" panose="020B0602030504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Lucida Sans Unicode" panose="020B0602030504020204" pitchFamily="34" charset="0"/>
              </a:defRPr>
            </a:lvl9pPr>
          </a:lstStyle>
          <a:p>
            <a:r>
              <a:rPr lang="en-GB" altLang="en-US"/>
              <a:t>0                 90             180              270          360 = 0   450 = 90 </a:t>
            </a:r>
          </a:p>
        </p:txBody>
      </p:sp>
      <p:sp>
        <p:nvSpPr>
          <p:cNvPr id="9238" name="Freeform 22"/>
          <p:cNvSpPr>
            <a:spLocks/>
          </p:cNvSpPr>
          <p:nvPr/>
        </p:nvSpPr>
        <p:spPr bwMode="auto">
          <a:xfrm>
            <a:off x="5980113" y="4108450"/>
            <a:ext cx="1276350" cy="1131888"/>
          </a:xfrm>
          <a:custGeom>
            <a:avLst/>
            <a:gdLst>
              <a:gd name="T0" fmla="*/ 0 w 1426"/>
              <a:gd name="T1" fmla="*/ 1277 h 1277"/>
              <a:gd name="T2" fmla="*/ 466 w 1426"/>
              <a:gd name="T3" fmla="*/ 668 h 1277"/>
              <a:gd name="T4" fmla="*/ 848 w 1426"/>
              <a:gd name="T5" fmla="*/ 239 h 1277"/>
              <a:gd name="T6" fmla="*/ 1182 w 1426"/>
              <a:gd name="T7" fmla="*/ 48 h 1277"/>
              <a:gd name="T8" fmla="*/ 1426 w 1426"/>
              <a:gd name="T9" fmla="*/ 0 h 1277"/>
              <a:gd name="T10" fmla="*/ 0 60000 65536"/>
              <a:gd name="T11" fmla="*/ 0 60000 65536"/>
              <a:gd name="T12" fmla="*/ 0 60000 65536"/>
              <a:gd name="T13" fmla="*/ 0 60000 65536"/>
              <a:gd name="T14" fmla="*/ 0 60000 65536"/>
              <a:gd name="T15" fmla="*/ 0 w 1426"/>
              <a:gd name="T16" fmla="*/ 0 h 1277"/>
              <a:gd name="T17" fmla="*/ 1426 w 1426"/>
              <a:gd name="T18" fmla="*/ 1277 h 1277"/>
            </a:gdLst>
            <a:ahLst/>
            <a:cxnLst>
              <a:cxn ang="T10">
                <a:pos x="T0" y="T1"/>
              </a:cxn>
              <a:cxn ang="T11">
                <a:pos x="T2" y="T3"/>
              </a:cxn>
              <a:cxn ang="T12">
                <a:pos x="T4" y="T5"/>
              </a:cxn>
              <a:cxn ang="T13">
                <a:pos x="T6" y="T7"/>
              </a:cxn>
              <a:cxn ang="T14">
                <a:pos x="T8" y="T9"/>
              </a:cxn>
            </a:cxnLst>
            <a:rect l="T15" t="T16" r="T17" b="T18"/>
            <a:pathLst>
              <a:path w="1426" h="1277">
                <a:moveTo>
                  <a:pt x="0" y="1277"/>
                </a:moveTo>
                <a:cubicBezTo>
                  <a:pt x="78" y="1178"/>
                  <a:pt x="325" y="841"/>
                  <a:pt x="466" y="668"/>
                </a:cubicBezTo>
                <a:cubicBezTo>
                  <a:pt x="607" y="495"/>
                  <a:pt x="728" y="342"/>
                  <a:pt x="848" y="239"/>
                </a:cubicBezTo>
                <a:cubicBezTo>
                  <a:pt x="967" y="135"/>
                  <a:pt x="1086" y="88"/>
                  <a:pt x="1182" y="48"/>
                </a:cubicBezTo>
                <a:cubicBezTo>
                  <a:pt x="1278" y="8"/>
                  <a:pt x="1375" y="10"/>
                  <a:pt x="1426" y="0"/>
                </a:cubicBezTo>
              </a:path>
            </a:pathLst>
          </a:custGeom>
          <a:noFill/>
          <a:ln w="28575">
            <a:solidFill>
              <a:srgbClr val="FF0000"/>
            </a:solidFill>
            <a:prstDash val="dash"/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/>
          <a:lstStyle>
            <a:lvl1pPr>
              <a:defRPr sz="1600">
                <a:solidFill>
                  <a:schemeClr val="tx1"/>
                </a:solidFill>
                <a:latin typeface="Lucida Sans Unicode" panose="020B0602030504020204" pitchFamily="34" charset="0"/>
              </a:defRPr>
            </a:lvl1pPr>
            <a:lvl2pPr marL="742950" indent="-285750">
              <a:defRPr sz="1600">
                <a:solidFill>
                  <a:schemeClr val="tx1"/>
                </a:solidFill>
                <a:latin typeface="Lucida Sans Unicode" panose="020B0602030504020204" pitchFamily="34" charset="0"/>
              </a:defRPr>
            </a:lvl2pPr>
            <a:lvl3pPr marL="1143000" indent="-228600">
              <a:defRPr sz="1600">
                <a:solidFill>
                  <a:schemeClr val="tx1"/>
                </a:solidFill>
                <a:latin typeface="Lucida Sans Unicode" panose="020B0602030504020204" pitchFamily="34" charset="0"/>
              </a:defRPr>
            </a:lvl3pPr>
            <a:lvl4pPr marL="1600200" indent="-228600">
              <a:defRPr sz="1600">
                <a:solidFill>
                  <a:schemeClr val="tx1"/>
                </a:solidFill>
                <a:latin typeface="Lucida Sans Unicode" panose="020B0602030504020204" pitchFamily="34" charset="0"/>
              </a:defRPr>
            </a:lvl4pPr>
            <a:lvl5pPr marL="2057400" indent="-228600">
              <a:defRPr sz="1600">
                <a:solidFill>
                  <a:schemeClr val="tx1"/>
                </a:solidFill>
                <a:latin typeface="Lucida Sans Unicode" panose="020B0602030504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Lucida Sans Unicode" panose="020B0602030504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Lucida Sans Unicode" panose="020B0602030504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Lucida Sans Unicode" panose="020B0602030504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Lucida Sans Unicode" panose="020B0602030504020204" pitchFamily="34" charset="0"/>
              </a:defRPr>
            </a:lvl9pPr>
          </a:lstStyle>
          <a:p>
            <a:endParaRPr lang="en-US" altLang="en-US"/>
          </a:p>
        </p:txBody>
      </p:sp>
      <p:sp>
        <p:nvSpPr>
          <p:cNvPr id="9239" name="Text Box 23"/>
          <p:cNvSpPr txBox="1">
            <a:spLocks noChangeArrowheads="1"/>
          </p:cNvSpPr>
          <p:nvPr/>
        </p:nvSpPr>
        <p:spPr bwMode="auto">
          <a:xfrm>
            <a:off x="695325" y="4086225"/>
            <a:ext cx="430213" cy="25368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 algn="ctr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defRPr sz="1600">
                <a:solidFill>
                  <a:schemeClr val="tx1"/>
                </a:solidFill>
                <a:latin typeface="Lucida Sans Unicode" panose="020B0602030504020204" pitchFamily="34" charset="0"/>
              </a:defRPr>
            </a:lvl1pPr>
            <a:lvl2pPr marL="742950" indent="-285750">
              <a:defRPr sz="1600">
                <a:solidFill>
                  <a:schemeClr val="tx1"/>
                </a:solidFill>
                <a:latin typeface="Lucida Sans Unicode" panose="020B0602030504020204" pitchFamily="34" charset="0"/>
              </a:defRPr>
            </a:lvl2pPr>
            <a:lvl3pPr marL="1143000" indent="-228600">
              <a:defRPr sz="1600">
                <a:solidFill>
                  <a:schemeClr val="tx1"/>
                </a:solidFill>
                <a:latin typeface="Lucida Sans Unicode" panose="020B0602030504020204" pitchFamily="34" charset="0"/>
              </a:defRPr>
            </a:lvl3pPr>
            <a:lvl4pPr marL="1600200" indent="-228600">
              <a:defRPr sz="1600">
                <a:solidFill>
                  <a:schemeClr val="tx1"/>
                </a:solidFill>
                <a:latin typeface="Lucida Sans Unicode" panose="020B0602030504020204" pitchFamily="34" charset="0"/>
              </a:defRPr>
            </a:lvl4pPr>
            <a:lvl5pPr marL="2057400" indent="-228600">
              <a:defRPr sz="1600">
                <a:solidFill>
                  <a:schemeClr val="tx1"/>
                </a:solidFill>
                <a:latin typeface="Lucida Sans Unicode" panose="020B0602030504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Lucida Sans Unicode" panose="020B0602030504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Lucida Sans Unicode" panose="020B0602030504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Lucida Sans Unicode" panose="020B0602030504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Lucida Sans Unicode" panose="020B0602030504020204" pitchFamily="34" charset="0"/>
              </a:defRPr>
            </a:lvl9pPr>
          </a:lstStyle>
          <a:p>
            <a:pPr algn="r"/>
            <a:r>
              <a:rPr lang="en-GB" altLang="en-US"/>
              <a:t>1</a:t>
            </a:r>
          </a:p>
          <a:p>
            <a:pPr algn="r"/>
            <a:endParaRPr lang="en-GB" altLang="en-US"/>
          </a:p>
          <a:p>
            <a:pPr algn="r"/>
            <a:endParaRPr lang="en-GB" altLang="en-US"/>
          </a:p>
          <a:p>
            <a:pPr algn="r"/>
            <a:endParaRPr lang="en-GB" altLang="en-US"/>
          </a:p>
          <a:p>
            <a:pPr algn="r"/>
            <a:r>
              <a:rPr lang="en-GB" altLang="en-US"/>
              <a:t>0</a:t>
            </a:r>
          </a:p>
          <a:p>
            <a:pPr algn="r"/>
            <a:endParaRPr lang="en-GB" altLang="en-US"/>
          </a:p>
          <a:p>
            <a:pPr algn="r"/>
            <a:endParaRPr lang="en-GB" altLang="en-US"/>
          </a:p>
          <a:p>
            <a:pPr algn="r"/>
            <a:endParaRPr lang="en-GB" altLang="en-US"/>
          </a:p>
          <a:p>
            <a:pPr algn="r"/>
            <a:r>
              <a:rPr lang="en-GB" altLang="en-US"/>
              <a:t>-1</a:t>
            </a:r>
          </a:p>
          <a:p>
            <a:pPr algn="r"/>
            <a:endParaRPr lang="en-GB" altLang="en-US"/>
          </a:p>
        </p:txBody>
      </p:sp>
      <p:sp>
        <p:nvSpPr>
          <p:cNvPr id="9240" name="Rectangle 24"/>
          <p:cNvSpPr>
            <a:spLocks noChangeArrowheads="1"/>
          </p:cNvSpPr>
          <p:nvPr/>
        </p:nvSpPr>
        <p:spPr bwMode="auto">
          <a:xfrm>
            <a:off x="7340600" y="5092700"/>
            <a:ext cx="312738" cy="3365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 algn="ctr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defRPr sz="1600">
                <a:solidFill>
                  <a:schemeClr val="tx1"/>
                </a:solidFill>
                <a:latin typeface="Lucida Sans Unicode" panose="020B0602030504020204" pitchFamily="34" charset="0"/>
              </a:defRPr>
            </a:lvl1pPr>
            <a:lvl2pPr marL="742950" indent="-285750">
              <a:defRPr sz="1600">
                <a:solidFill>
                  <a:schemeClr val="tx1"/>
                </a:solidFill>
                <a:latin typeface="Lucida Sans Unicode" panose="020B0602030504020204" pitchFamily="34" charset="0"/>
              </a:defRPr>
            </a:lvl2pPr>
            <a:lvl3pPr marL="1143000" indent="-228600">
              <a:defRPr sz="1600">
                <a:solidFill>
                  <a:schemeClr val="tx1"/>
                </a:solidFill>
                <a:latin typeface="Lucida Sans Unicode" panose="020B0602030504020204" pitchFamily="34" charset="0"/>
              </a:defRPr>
            </a:lvl3pPr>
            <a:lvl4pPr marL="1600200" indent="-228600">
              <a:defRPr sz="1600">
                <a:solidFill>
                  <a:schemeClr val="tx1"/>
                </a:solidFill>
                <a:latin typeface="Lucida Sans Unicode" panose="020B0602030504020204" pitchFamily="34" charset="0"/>
              </a:defRPr>
            </a:lvl4pPr>
            <a:lvl5pPr marL="2057400" indent="-228600">
              <a:defRPr sz="1600">
                <a:solidFill>
                  <a:schemeClr val="tx1"/>
                </a:solidFill>
                <a:latin typeface="Lucida Sans Unicode" panose="020B0602030504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Lucida Sans Unicode" panose="020B0602030504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Lucida Sans Unicode" panose="020B0602030504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Lucida Sans Unicode" panose="020B0602030504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Lucida Sans Unicode" panose="020B0602030504020204" pitchFamily="34" charset="0"/>
              </a:defRPr>
            </a:lvl9pPr>
          </a:lstStyle>
          <a:p>
            <a:r>
              <a:rPr lang="en-GB" altLang="en-US">
                <a:sym typeface="Symbol" panose="05050102010706020507" pitchFamily="18" charset="2"/>
              </a:rPr>
              <a:t></a:t>
            </a:r>
          </a:p>
        </p:txBody>
      </p:sp>
      <p:sp>
        <p:nvSpPr>
          <p:cNvPr id="9241" name="Rectangle 25"/>
          <p:cNvSpPr>
            <a:spLocks noChangeArrowheads="1"/>
          </p:cNvSpPr>
          <p:nvPr/>
        </p:nvSpPr>
        <p:spPr bwMode="auto">
          <a:xfrm>
            <a:off x="430213" y="4460875"/>
            <a:ext cx="666750" cy="3365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 algn="ctr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defRPr sz="1600">
                <a:solidFill>
                  <a:schemeClr val="tx1"/>
                </a:solidFill>
                <a:latin typeface="Lucida Sans Unicode" panose="020B0602030504020204" pitchFamily="34" charset="0"/>
              </a:defRPr>
            </a:lvl1pPr>
            <a:lvl2pPr marL="742950" indent="-285750">
              <a:defRPr sz="1600">
                <a:solidFill>
                  <a:schemeClr val="tx1"/>
                </a:solidFill>
                <a:latin typeface="Lucida Sans Unicode" panose="020B0602030504020204" pitchFamily="34" charset="0"/>
              </a:defRPr>
            </a:lvl2pPr>
            <a:lvl3pPr marL="1143000" indent="-228600">
              <a:defRPr sz="1600">
                <a:solidFill>
                  <a:schemeClr val="tx1"/>
                </a:solidFill>
                <a:latin typeface="Lucida Sans Unicode" panose="020B0602030504020204" pitchFamily="34" charset="0"/>
              </a:defRPr>
            </a:lvl3pPr>
            <a:lvl4pPr marL="1600200" indent="-228600">
              <a:defRPr sz="1600">
                <a:solidFill>
                  <a:schemeClr val="tx1"/>
                </a:solidFill>
                <a:latin typeface="Lucida Sans Unicode" panose="020B0602030504020204" pitchFamily="34" charset="0"/>
              </a:defRPr>
            </a:lvl4pPr>
            <a:lvl5pPr marL="2057400" indent="-228600">
              <a:defRPr sz="1600">
                <a:solidFill>
                  <a:schemeClr val="tx1"/>
                </a:solidFill>
                <a:latin typeface="Lucida Sans Unicode" panose="020B0602030504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Lucida Sans Unicode" panose="020B0602030504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Lucida Sans Unicode" panose="020B0602030504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Lucida Sans Unicode" panose="020B0602030504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Lucida Sans Unicode" panose="020B0602030504020204" pitchFamily="34" charset="0"/>
              </a:defRPr>
            </a:lvl9pPr>
          </a:lstStyle>
          <a:p>
            <a:r>
              <a:rPr lang="en-GB" altLang="en-US"/>
              <a:t>sin </a:t>
            </a:r>
            <a:r>
              <a:rPr lang="en-GB" altLang="en-US">
                <a:sym typeface="Symbol" panose="05050102010706020507" pitchFamily="18" charset="2"/>
              </a:rPr>
              <a:t></a:t>
            </a:r>
          </a:p>
        </p:txBody>
      </p:sp>
    </p:spTree>
    <p:extLst>
      <p:ext uri="{BB962C8B-B14F-4D97-AF65-F5344CB8AC3E}">
        <p14:creationId xmlns:p14="http://schemas.microsoft.com/office/powerpoint/2010/main" val="1499304441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0242" name="Group 2"/>
          <p:cNvGrpSpPr>
            <a:grpSpLocks/>
          </p:cNvGrpSpPr>
          <p:nvPr/>
        </p:nvGrpSpPr>
        <p:grpSpPr bwMode="auto">
          <a:xfrm>
            <a:off x="879475" y="2878138"/>
            <a:ext cx="7529513" cy="2668587"/>
            <a:chOff x="554" y="1205"/>
            <a:chExt cx="4743" cy="1681"/>
          </a:xfrm>
        </p:grpSpPr>
        <p:sp>
          <p:nvSpPr>
            <p:cNvPr id="10248" name="Line 3"/>
            <p:cNvSpPr>
              <a:spLocks noChangeShapeType="1"/>
            </p:cNvSpPr>
            <p:nvPr/>
          </p:nvSpPr>
          <p:spPr bwMode="auto">
            <a:xfrm>
              <a:off x="554" y="2043"/>
              <a:ext cx="4743" cy="1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GB"/>
            </a:p>
          </p:txBody>
        </p:sp>
        <p:sp>
          <p:nvSpPr>
            <p:cNvPr id="10249" name="Line 4"/>
            <p:cNvSpPr>
              <a:spLocks noChangeShapeType="1"/>
            </p:cNvSpPr>
            <p:nvPr/>
          </p:nvSpPr>
          <p:spPr bwMode="auto">
            <a:xfrm>
              <a:off x="578" y="1205"/>
              <a:ext cx="1" cy="1681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GB"/>
            </a:p>
          </p:txBody>
        </p:sp>
        <p:grpSp>
          <p:nvGrpSpPr>
            <p:cNvPr id="10250" name="Group 5"/>
            <p:cNvGrpSpPr>
              <a:grpSpLocks/>
            </p:cNvGrpSpPr>
            <p:nvPr/>
          </p:nvGrpSpPr>
          <p:grpSpPr bwMode="auto">
            <a:xfrm>
              <a:off x="581" y="1320"/>
              <a:ext cx="911" cy="736"/>
              <a:chOff x="709" y="1560"/>
              <a:chExt cx="911" cy="736"/>
            </a:xfrm>
          </p:grpSpPr>
          <p:sp>
            <p:nvSpPr>
              <p:cNvPr id="10264" name="Freeform 6"/>
              <p:cNvSpPr>
                <a:spLocks/>
              </p:cNvSpPr>
              <p:nvPr/>
            </p:nvSpPr>
            <p:spPr bwMode="auto">
              <a:xfrm>
                <a:off x="709" y="1564"/>
                <a:ext cx="472" cy="713"/>
              </a:xfrm>
              <a:custGeom>
                <a:avLst/>
                <a:gdLst>
                  <a:gd name="T0" fmla="*/ 0 w 1426"/>
                  <a:gd name="T1" fmla="*/ 1277 h 1277"/>
                  <a:gd name="T2" fmla="*/ 466 w 1426"/>
                  <a:gd name="T3" fmla="*/ 668 h 1277"/>
                  <a:gd name="T4" fmla="*/ 848 w 1426"/>
                  <a:gd name="T5" fmla="*/ 239 h 1277"/>
                  <a:gd name="T6" fmla="*/ 1182 w 1426"/>
                  <a:gd name="T7" fmla="*/ 48 h 1277"/>
                  <a:gd name="T8" fmla="*/ 1426 w 1426"/>
                  <a:gd name="T9" fmla="*/ 0 h 1277"/>
                  <a:gd name="T10" fmla="*/ 0 60000 65536"/>
                  <a:gd name="T11" fmla="*/ 0 60000 65536"/>
                  <a:gd name="T12" fmla="*/ 0 60000 65536"/>
                  <a:gd name="T13" fmla="*/ 0 60000 65536"/>
                  <a:gd name="T14" fmla="*/ 0 60000 65536"/>
                  <a:gd name="T15" fmla="*/ 0 w 1426"/>
                  <a:gd name="T16" fmla="*/ 0 h 1277"/>
                  <a:gd name="T17" fmla="*/ 1426 w 1426"/>
                  <a:gd name="T18" fmla="*/ 1277 h 1277"/>
                </a:gdLst>
                <a:ahLst/>
                <a:cxnLst>
                  <a:cxn ang="T10">
                    <a:pos x="T0" y="T1"/>
                  </a:cxn>
                  <a:cxn ang="T11">
                    <a:pos x="T2" y="T3"/>
                  </a:cxn>
                  <a:cxn ang="T12">
                    <a:pos x="T4" y="T5"/>
                  </a:cxn>
                  <a:cxn ang="T13">
                    <a:pos x="T6" y="T7"/>
                  </a:cxn>
                  <a:cxn ang="T14">
                    <a:pos x="T8" y="T9"/>
                  </a:cxn>
                </a:cxnLst>
                <a:rect l="T15" t="T16" r="T17" b="T18"/>
                <a:pathLst>
                  <a:path w="1426" h="1277">
                    <a:moveTo>
                      <a:pt x="0" y="1277"/>
                    </a:moveTo>
                    <a:cubicBezTo>
                      <a:pt x="78" y="1178"/>
                      <a:pt x="325" y="841"/>
                      <a:pt x="466" y="668"/>
                    </a:cubicBezTo>
                    <a:cubicBezTo>
                      <a:pt x="607" y="495"/>
                      <a:pt x="728" y="342"/>
                      <a:pt x="848" y="239"/>
                    </a:cubicBezTo>
                    <a:cubicBezTo>
                      <a:pt x="967" y="135"/>
                      <a:pt x="1086" y="88"/>
                      <a:pt x="1182" y="48"/>
                    </a:cubicBezTo>
                    <a:cubicBezTo>
                      <a:pt x="1278" y="8"/>
                      <a:pt x="1375" y="10"/>
                      <a:pt x="1426" y="0"/>
                    </a:cubicBezTo>
                  </a:path>
                </a:pathLst>
              </a:custGeom>
              <a:noFill/>
              <a:ln w="28575">
                <a:solidFill>
                  <a:srgbClr val="FF0000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/>
              <a:lstStyle>
                <a:lvl1pPr>
                  <a:defRPr sz="1600">
                    <a:solidFill>
                      <a:schemeClr val="tx1"/>
                    </a:solidFill>
                    <a:latin typeface="Lucida Sans Unicode" panose="020B0602030504020204" pitchFamily="34" charset="0"/>
                  </a:defRPr>
                </a:lvl1pPr>
                <a:lvl2pPr marL="742950" indent="-285750">
                  <a:defRPr sz="1600">
                    <a:solidFill>
                      <a:schemeClr val="tx1"/>
                    </a:solidFill>
                    <a:latin typeface="Lucida Sans Unicode" panose="020B0602030504020204" pitchFamily="34" charset="0"/>
                  </a:defRPr>
                </a:lvl2pPr>
                <a:lvl3pPr marL="1143000" indent="-228600">
                  <a:defRPr sz="1600">
                    <a:solidFill>
                      <a:schemeClr val="tx1"/>
                    </a:solidFill>
                    <a:latin typeface="Lucida Sans Unicode" panose="020B0602030504020204" pitchFamily="34" charset="0"/>
                  </a:defRPr>
                </a:lvl3pPr>
                <a:lvl4pPr marL="1600200" indent="-228600">
                  <a:defRPr sz="1600">
                    <a:solidFill>
                      <a:schemeClr val="tx1"/>
                    </a:solidFill>
                    <a:latin typeface="Lucida Sans Unicode" panose="020B0602030504020204" pitchFamily="34" charset="0"/>
                  </a:defRPr>
                </a:lvl4pPr>
                <a:lvl5pPr marL="2057400" indent="-228600">
                  <a:defRPr sz="1600">
                    <a:solidFill>
                      <a:schemeClr val="tx1"/>
                    </a:solidFill>
                    <a:latin typeface="Lucida Sans Unicode" panose="020B0602030504020204" pitchFamily="34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1600">
                    <a:solidFill>
                      <a:schemeClr val="tx1"/>
                    </a:solidFill>
                    <a:latin typeface="Lucida Sans Unicode" panose="020B0602030504020204" pitchFamily="34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1600">
                    <a:solidFill>
                      <a:schemeClr val="tx1"/>
                    </a:solidFill>
                    <a:latin typeface="Lucida Sans Unicode" panose="020B0602030504020204" pitchFamily="34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1600">
                    <a:solidFill>
                      <a:schemeClr val="tx1"/>
                    </a:solidFill>
                    <a:latin typeface="Lucida Sans Unicode" panose="020B0602030504020204" pitchFamily="34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1600">
                    <a:solidFill>
                      <a:schemeClr val="tx1"/>
                    </a:solidFill>
                    <a:latin typeface="Lucida Sans Unicode" panose="020B0602030504020204" pitchFamily="34" charset="0"/>
                  </a:defRPr>
                </a:lvl9pPr>
              </a:lstStyle>
              <a:p>
                <a:endParaRPr lang="en-US" altLang="en-US"/>
              </a:p>
            </p:txBody>
          </p:sp>
          <p:sp>
            <p:nvSpPr>
              <p:cNvPr id="10265" name="Freeform 7"/>
              <p:cNvSpPr>
                <a:spLocks/>
              </p:cNvSpPr>
              <p:nvPr/>
            </p:nvSpPr>
            <p:spPr bwMode="auto">
              <a:xfrm>
                <a:off x="1170" y="1560"/>
                <a:ext cx="450" cy="709"/>
              </a:xfrm>
              <a:custGeom>
                <a:avLst/>
                <a:gdLst>
                  <a:gd name="T0" fmla="*/ 1360 w 1360"/>
                  <a:gd name="T1" fmla="*/ 1269 h 1269"/>
                  <a:gd name="T2" fmla="*/ 894 w 1360"/>
                  <a:gd name="T3" fmla="*/ 660 h 1269"/>
                  <a:gd name="T4" fmla="*/ 512 w 1360"/>
                  <a:gd name="T5" fmla="*/ 231 h 1269"/>
                  <a:gd name="T6" fmla="*/ 178 w 1360"/>
                  <a:gd name="T7" fmla="*/ 40 h 1269"/>
                  <a:gd name="T8" fmla="*/ 0 w 1360"/>
                  <a:gd name="T9" fmla="*/ 0 h 1269"/>
                  <a:gd name="T10" fmla="*/ 0 60000 65536"/>
                  <a:gd name="T11" fmla="*/ 0 60000 65536"/>
                  <a:gd name="T12" fmla="*/ 0 60000 65536"/>
                  <a:gd name="T13" fmla="*/ 0 60000 65536"/>
                  <a:gd name="T14" fmla="*/ 0 60000 65536"/>
                  <a:gd name="T15" fmla="*/ 0 w 1360"/>
                  <a:gd name="T16" fmla="*/ 0 h 1269"/>
                  <a:gd name="T17" fmla="*/ 1360 w 1360"/>
                  <a:gd name="T18" fmla="*/ 1269 h 1269"/>
                </a:gdLst>
                <a:ahLst/>
                <a:cxnLst>
                  <a:cxn ang="T10">
                    <a:pos x="T0" y="T1"/>
                  </a:cxn>
                  <a:cxn ang="T11">
                    <a:pos x="T2" y="T3"/>
                  </a:cxn>
                  <a:cxn ang="T12">
                    <a:pos x="T4" y="T5"/>
                  </a:cxn>
                  <a:cxn ang="T13">
                    <a:pos x="T6" y="T7"/>
                  </a:cxn>
                  <a:cxn ang="T14">
                    <a:pos x="T8" y="T9"/>
                  </a:cxn>
                </a:cxnLst>
                <a:rect l="T15" t="T16" r="T17" b="T18"/>
                <a:pathLst>
                  <a:path w="1360" h="1269">
                    <a:moveTo>
                      <a:pt x="1360" y="1269"/>
                    </a:moveTo>
                    <a:cubicBezTo>
                      <a:pt x="1282" y="1170"/>
                      <a:pt x="1035" y="833"/>
                      <a:pt x="894" y="660"/>
                    </a:cubicBezTo>
                    <a:cubicBezTo>
                      <a:pt x="753" y="487"/>
                      <a:pt x="632" y="334"/>
                      <a:pt x="512" y="231"/>
                    </a:cubicBezTo>
                    <a:cubicBezTo>
                      <a:pt x="393" y="127"/>
                      <a:pt x="263" y="78"/>
                      <a:pt x="178" y="40"/>
                    </a:cubicBezTo>
                    <a:cubicBezTo>
                      <a:pt x="93" y="2"/>
                      <a:pt x="37" y="8"/>
                      <a:pt x="0" y="0"/>
                    </a:cubicBezTo>
                  </a:path>
                </a:pathLst>
              </a:custGeom>
              <a:noFill/>
              <a:ln w="28575">
                <a:solidFill>
                  <a:srgbClr val="FF0000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/>
              <a:lstStyle>
                <a:lvl1pPr>
                  <a:defRPr sz="1600">
                    <a:solidFill>
                      <a:schemeClr val="tx1"/>
                    </a:solidFill>
                    <a:latin typeface="Lucida Sans Unicode" panose="020B0602030504020204" pitchFamily="34" charset="0"/>
                  </a:defRPr>
                </a:lvl1pPr>
                <a:lvl2pPr marL="742950" indent="-285750">
                  <a:defRPr sz="1600">
                    <a:solidFill>
                      <a:schemeClr val="tx1"/>
                    </a:solidFill>
                    <a:latin typeface="Lucida Sans Unicode" panose="020B0602030504020204" pitchFamily="34" charset="0"/>
                  </a:defRPr>
                </a:lvl2pPr>
                <a:lvl3pPr marL="1143000" indent="-228600">
                  <a:defRPr sz="1600">
                    <a:solidFill>
                      <a:schemeClr val="tx1"/>
                    </a:solidFill>
                    <a:latin typeface="Lucida Sans Unicode" panose="020B0602030504020204" pitchFamily="34" charset="0"/>
                  </a:defRPr>
                </a:lvl3pPr>
                <a:lvl4pPr marL="1600200" indent="-228600">
                  <a:defRPr sz="1600">
                    <a:solidFill>
                      <a:schemeClr val="tx1"/>
                    </a:solidFill>
                    <a:latin typeface="Lucida Sans Unicode" panose="020B0602030504020204" pitchFamily="34" charset="0"/>
                  </a:defRPr>
                </a:lvl4pPr>
                <a:lvl5pPr marL="2057400" indent="-228600">
                  <a:defRPr sz="1600">
                    <a:solidFill>
                      <a:schemeClr val="tx1"/>
                    </a:solidFill>
                    <a:latin typeface="Lucida Sans Unicode" panose="020B0602030504020204" pitchFamily="34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1600">
                    <a:solidFill>
                      <a:schemeClr val="tx1"/>
                    </a:solidFill>
                    <a:latin typeface="Lucida Sans Unicode" panose="020B0602030504020204" pitchFamily="34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1600">
                    <a:solidFill>
                      <a:schemeClr val="tx1"/>
                    </a:solidFill>
                    <a:latin typeface="Lucida Sans Unicode" panose="020B0602030504020204" pitchFamily="34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1600">
                    <a:solidFill>
                      <a:schemeClr val="tx1"/>
                    </a:solidFill>
                    <a:latin typeface="Lucida Sans Unicode" panose="020B0602030504020204" pitchFamily="34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1600">
                    <a:solidFill>
                      <a:schemeClr val="tx1"/>
                    </a:solidFill>
                    <a:latin typeface="Lucida Sans Unicode" panose="020B0602030504020204" pitchFamily="34" charset="0"/>
                  </a:defRPr>
                </a:lvl9pPr>
              </a:lstStyle>
              <a:p>
                <a:endParaRPr lang="en-US" altLang="en-US"/>
              </a:p>
            </p:txBody>
          </p:sp>
          <p:sp>
            <p:nvSpPr>
              <p:cNvPr id="10266" name="Line 8"/>
              <p:cNvSpPr>
                <a:spLocks noChangeShapeType="1"/>
              </p:cNvSpPr>
              <p:nvPr/>
            </p:nvSpPr>
            <p:spPr bwMode="auto">
              <a:xfrm>
                <a:off x="1180" y="1563"/>
                <a:ext cx="0" cy="733"/>
              </a:xfrm>
              <a:prstGeom prst="line">
                <a:avLst/>
              </a:prstGeom>
              <a:noFill/>
              <a:ln w="9525">
                <a:solidFill>
                  <a:schemeClr val="tx1"/>
                </a:solidFill>
                <a:prstDash val="dash"/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en-GB"/>
              </a:p>
            </p:txBody>
          </p:sp>
        </p:grpSp>
        <p:sp>
          <p:nvSpPr>
            <p:cNvPr id="10251" name="Freeform 9"/>
            <p:cNvSpPr>
              <a:spLocks/>
            </p:cNvSpPr>
            <p:nvPr/>
          </p:nvSpPr>
          <p:spPr bwMode="auto">
            <a:xfrm flipV="1">
              <a:off x="1506" y="2052"/>
              <a:ext cx="471" cy="713"/>
            </a:xfrm>
            <a:custGeom>
              <a:avLst/>
              <a:gdLst>
                <a:gd name="T0" fmla="*/ 0 w 1426"/>
                <a:gd name="T1" fmla="*/ 1277 h 1277"/>
                <a:gd name="T2" fmla="*/ 466 w 1426"/>
                <a:gd name="T3" fmla="*/ 668 h 1277"/>
                <a:gd name="T4" fmla="*/ 848 w 1426"/>
                <a:gd name="T5" fmla="*/ 239 h 1277"/>
                <a:gd name="T6" fmla="*/ 1182 w 1426"/>
                <a:gd name="T7" fmla="*/ 48 h 1277"/>
                <a:gd name="T8" fmla="*/ 1426 w 1426"/>
                <a:gd name="T9" fmla="*/ 0 h 1277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  <a:gd name="T15" fmla="*/ 0 w 1426"/>
                <a:gd name="T16" fmla="*/ 0 h 1277"/>
                <a:gd name="T17" fmla="*/ 1426 w 1426"/>
                <a:gd name="T18" fmla="*/ 1277 h 1277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T15" t="T16" r="T17" b="T18"/>
              <a:pathLst>
                <a:path w="1426" h="1277">
                  <a:moveTo>
                    <a:pt x="0" y="1277"/>
                  </a:moveTo>
                  <a:cubicBezTo>
                    <a:pt x="78" y="1178"/>
                    <a:pt x="325" y="841"/>
                    <a:pt x="466" y="668"/>
                  </a:cubicBezTo>
                  <a:cubicBezTo>
                    <a:pt x="607" y="495"/>
                    <a:pt x="728" y="342"/>
                    <a:pt x="848" y="239"/>
                  </a:cubicBezTo>
                  <a:cubicBezTo>
                    <a:pt x="967" y="135"/>
                    <a:pt x="1086" y="88"/>
                    <a:pt x="1182" y="48"/>
                  </a:cubicBezTo>
                  <a:cubicBezTo>
                    <a:pt x="1278" y="8"/>
                    <a:pt x="1375" y="10"/>
                    <a:pt x="1426" y="0"/>
                  </a:cubicBezTo>
                </a:path>
              </a:pathLst>
            </a:custGeom>
            <a:noFill/>
            <a:ln w="28575">
              <a:solidFill>
                <a:srgbClr val="FF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>
              <a:lvl1pPr>
                <a:defRPr sz="1600">
                  <a:solidFill>
                    <a:schemeClr val="tx1"/>
                  </a:solidFill>
                  <a:latin typeface="Lucida Sans Unicode" panose="020B0602030504020204" pitchFamily="34" charset="0"/>
                </a:defRPr>
              </a:lvl1pPr>
              <a:lvl2pPr marL="742950" indent="-285750">
                <a:defRPr sz="1600">
                  <a:solidFill>
                    <a:schemeClr val="tx1"/>
                  </a:solidFill>
                  <a:latin typeface="Lucida Sans Unicode" panose="020B0602030504020204" pitchFamily="34" charset="0"/>
                </a:defRPr>
              </a:lvl2pPr>
              <a:lvl3pPr marL="1143000" indent="-228600">
                <a:defRPr sz="1600">
                  <a:solidFill>
                    <a:schemeClr val="tx1"/>
                  </a:solidFill>
                  <a:latin typeface="Lucida Sans Unicode" panose="020B0602030504020204" pitchFamily="34" charset="0"/>
                </a:defRPr>
              </a:lvl3pPr>
              <a:lvl4pPr marL="1600200" indent="-228600">
                <a:defRPr sz="1600">
                  <a:solidFill>
                    <a:schemeClr val="tx1"/>
                  </a:solidFill>
                  <a:latin typeface="Lucida Sans Unicode" panose="020B0602030504020204" pitchFamily="34" charset="0"/>
                </a:defRPr>
              </a:lvl4pPr>
              <a:lvl5pPr marL="2057400" indent="-228600">
                <a:defRPr sz="1600">
                  <a:solidFill>
                    <a:schemeClr val="tx1"/>
                  </a:solidFill>
                  <a:latin typeface="Lucida Sans Unicode" panose="020B0602030504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Lucida Sans Unicode" panose="020B0602030504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Lucida Sans Unicode" panose="020B0602030504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Lucida Sans Unicode" panose="020B0602030504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Lucida Sans Unicode" panose="020B0602030504020204" pitchFamily="34" charset="0"/>
                </a:defRPr>
              </a:lvl9pPr>
            </a:lstStyle>
            <a:p>
              <a:endParaRPr lang="en-US" altLang="en-US"/>
            </a:p>
          </p:txBody>
        </p:sp>
        <p:sp>
          <p:nvSpPr>
            <p:cNvPr id="10252" name="Freeform 10"/>
            <p:cNvSpPr>
              <a:spLocks/>
            </p:cNvSpPr>
            <p:nvPr/>
          </p:nvSpPr>
          <p:spPr bwMode="auto">
            <a:xfrm flipV="1">
              <a:off x="1967" y="2048"/>
              <a:ext cx="450" cy="709"/>
            </a:xfrm>
            <a:custGeom>
              <a:avLst/>
              <a:gdLst>
                <a:gd name="T0" fmla="*/ 1360 w 1360"/>
                <a:gd name="T1" fmla="*/ 1269 h 1269"/>
                <a:gd name="T2" fmla="*/ 894 w 1360"/>
                <a:gd name="T3" fmla="*/ 660 h 1269"/>
                <a:gd name="T4" fmla="*/ 512 w 1360"/>
                <a:gd name="T5" fmla="*/ 231 h 1269"/>
                <a:gd name="T6" fmla="*/ 178 w 1360"/>
                <a:gd name="T7" fmla="*/ 40 h 1269"/>
                <a:gd name="T8" fmla="*/ 0 w 1360"/>
                <a:gd name="T9" fmla="*/ 0 h 1269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  <a:gd name="T15" fmla="*/ 0 w 1360"/>
                <a:gd name="T16" fmla="*/ 0 h 1269"/>
                <a:gd name="T17" fmla="*/ 1360 w 1360"/>
                <a:gd name="T18" fmla="*/ 1269 h 1269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T15" t="T16" r="T17" b="T18"/>
              <a:pathLst>
                <a:path w="1360" h="1269">
                  <a:moveTo>
                    <a:pt x="1360" y="1269"/>
                  </a:moveTo>
                  <a:cubicBezTo>
                    <a:pt x="1282" y="1170"/>
                    <a:pt x="1035" y="833"/>
                    <a:pt x="894" y="660"/>
                  </a:cubicBezTo>
                  <a:cubicBezTo>
                    <a:pt x="753" y="487"/>
                    <a:pt x="632" y="334"/>
                    <a:pt x="512" y="231"/>
                  </a:cubicBezTo>
                  <a:cubicBezTo>
                    <a:pt x="393" y="127"/>
                    <a:pt x="263" y="78"/>
                    <a:pt x="178" y="40"/>
                  </a:cubicBezTo>
                  <a:cubicBezTo>
                    <a:pt x="93" y="2"/>
                    <a:pt x="37" y="8"/>
                    <a:pt x="0" y="0"/>
                  </a:cubicBezTo>
                </a:path>
              </a:pathLst>
            </a:custGeom>
            <a:noFill/>
            <a:ln w="28575">
              <a:solidFill>
                <a:srgbClr val="FF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>
              <a:lvl1pPr>
                <a:defRPr sz="1600">
                  <a:solidFill>
                    <a:schemeClr val="tx1"/>
                  </a:solidFill>
                  <a:latin typeface="Lucida Sans Unicode" panose="020B0602030504020204" pitchFamily="34" charset="0"/>
                </a:defRPr>
              </a:lvl1pPr>
              <a:lvl2pPr marL="742950" indent="-285750">
                <a:defRPr sz="1600">
                  <a:solidFill>
                    <a:schemeClr val="tx1"/>
                  </a:solidFill>
                  <a:latin typeface="Lucida Sans Unicode" panose="020B0602030504020204" pitchFamily="34" charset="0"/>
                </a:defRPr>
              </a:lvl2pPr>
              <a:lvl3pPr marL="1143000" indent="-228600">
                <a:defRPr sz="1600">
                  <a:solidFill>
                    <a:schemeClr val="tx1"/>
                  </a:solidFill>
                  <a:latin typeface="Lucida Sans Unicode" panose="020B0602030504020204" pitchFamily="34" charset="0"/>
                </a:defRPr>
              </a:lvl3pPr>
              <a:lvl4pPr marL="1600200" indent="-228600">
                <a:defRPr sz="1600">
                  <a:solidFill>
                    <a:schemeClr val="tx1"/>
                  </a:solidFill>
                  <a:latin typeface="Lucida Sans Unicode" panose="020B0602030504020204" pitchFamily="34" charset="0"/>
                </a:defRPr>
              </a:lvl4pPr>
              <a:lvl5pPr marL="2057400" indent="-228600">
                <a:defRPr sz="1600">
                  <a:solidFill>
                    <a:schemeClr val="tx1"/>
                  </a:solidFill>
                  <a:latin typeface="Lucida Sans Unicode" panose="020B0602030504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Lucida Sans Unicode" panose="020B0602030504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Lucida Sans Unicode" panose="020B0602030504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Lucida Sans Unicode" panose="020B0602030504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Lucida Sans Unicode" panose="020B0602030504020204" pitchFamily="34" charset="0"/>
                </a:defRPr>
              </a:lvl9pPr>
            </a:lstStyle>
            <a:p>
              <a:endParaRPr lang="en-US" altLang="en-US"/>
            </a:p>
          </p:txBody>
        </p:sp>
        <p:sp>
          <p:nvSpPr>
            <p:cNvPr id="10253" name="Line 11"/>
            <p:cNvSpPr>
              <a:spLocks noChangeShapeType="1"/>
            </p:cNvSpPr>
            <p:nvPr/>
          </p:nvSpPr>
          <p:spPr bwMode="auto">
            <a:xfrm flipV="1">
              <a:off x="1976" y="2051"/>
              <a:ext cx="1" cy="733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prstDash val="dash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GB"/>
            </a:p>
          </p:txBody>
        </p:sp>
        <p:sp>
          <p:nvSpPr>
            <p:cNvPr id="10254" name="Freeform 12"/>
            <p:cNvSpPr>
              <a:spLocks/>
            </p:cNvSpPr>
            <p:nvPr/>
          </p:nvSpPr>
          <p:spPr bwMode="auto">
            <a:xfrm>
              <a:off x="2413" y="1332"/>
              <a:ext cx="472" cy="713"/>
            </a:xfrm>
            <a:custGeom>
              <a:avLst/>
              <a:gdLst>
                <a:gd name="T0" fmla="*/ 0 w 1426"/>
                <a:gd name="T1" fmla="*/ 1277 h 1277"/>
                <a:gd name="T2" fmla="*/ 466 w 1426"/>
                <a:gd name="T3" fmla="*/ 668 h 1277"/>
                <a:gd name="T4" fmla="*/ 848 w 1426"/>
                <a:gd name="T5" fmla="*/ 239 h 1277"/>
                <a:gd name="T6" fmla="*/ 1182 w 1426"/>
                <a:gd name="T7" fmla="*/ 48 h 1277"/>
                <a:gd name="T8" fmla="*/ 1426 w 1426"/>
                <a:gd name="T9" fmla="*/ 0 h 1277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  <a:gd name="T15" fmla="*/ 0 w 1426"/>
                <a:gd name="T16" fmla="*/ 0 h 1277"/>
                <a:gd name="T17" fmla="*/ 1426 w 1426"/>
                <a:gd name="T18" fmla="*/ 1277 h 1277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T15" t="T16" r="T17" b="T18"/>
              <a:pathLst>
                <a:path w="1426" h="1277">
                  <a:moveTo>
                    <a:pt x="0" y="1277"/>
                  </a:moveTo>
                  <a:cubicBezTo>
                    <a:pt x="78" y="1178"/>
                    <a:pt x="325" y="841"/>
                    <a:pt x="466" y="668"/>
                  </a:cubicBezTo>
                  <a:cubicBezTo>
                    <a:pt x="607" y="495"/>
                    <a:pt x="728" y="342"/>
                    <a:pt x="848" y="239"/>
                  </a:cubicBezTo>
                  <a:cubicBezTo>
                    <a:pt x="967" y="135"/>
                    <a:pt x="1086" y="88"/>
                    <a:pt x="1182" y="48"/>
                  </a:cubicBezTo>
                  <a:cubicBezTo>
                    <a:pt x="1278" y="8"/>
                    <a:pt x="1375" y="10"/>
                    <a:pt x="1426" y="0"/>
                  </a:cubicBezTo>
                </a:path>
              </a:pathLst>
            </a:custGeom>
            <a:noFill/>
            <a:ln w="28575">
              <a:solidFill>
                <a:srgbClr val="FF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>
              <a:lvl1pPr>
                <a:defRPr sz="1600">
                  <a:solidFill>
                    <a:schemeClr val="tx1"/>
                  </a:solidFill>
                  <a:latin typeface="Lucida Sans Unicode" panose="020B0602030504020204" pitchFamily="34" charset="0"/>
                </a:defRPr>
              </a:lvl1pPr>
              <a:lvl2pPr marL="742950" indent="-285750">
                <a:defRPr sz="1600">
                  <a:solidFill>
                    <a:schemeClr val="tx1"/>
                  </a:solidFill>
                  <a:latin typeface="Lucida Sans Unicode" panose="020B0602030504020204" pitchFamily="34" charset="0"/>
                </a:defRPr>
              </a:lvl2pPr>
              <a:lvl3pPr marL="1143000" indent="-228600">
                <a:defRPr sz="1600">
                  <a:solidFill>
                    <a:schemeClr val="tx1"/>
                  </a:solidFill>
                  <a:latin typeface="Lucida Sans Unicode" panose="020B0602030504020204" pitchFamily="34" charset="0"/>
                </a:defRPr>
              </a:lvl3pPr>
              <a:lvl4pPr marL="1600200" indent="-228600">
                <a:defRPr sz="1600">
                  <a:solidFill>
                    <a:schemeClr val="tx1"/>
                  </a:solidFill>
                  <a:latin typeface="Lucida Sans Unicode" panose="020B0602030504020204" pitchFamily="34" charset="0"/>
                </a:defRPr>
              </a:lvl4pPr>
              <a:lvl5pPr marL="2057400" indent="-228600">
                <a:defRPr sz="1600">
                  <a:solidFill>
                    <a:schemeClr val="tx1"/>
                  </a:solidFill>
                  <a:latin typeface="Lucida Sans Unicode" panose="020B0602030504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Lucida Sans Unicode" panose="020B0602030504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Lucida Sans Unicode" panose="020B0602030504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Lucida Sans Unicode" panose="020B0602030504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Lucida Sans Unicode" panose="020B0602030504020204" pitchFamily="34" charset="0"/>
                </a:defRPr>
              </a:lvl9pPr>
            </a:lstStyle>
            <a:p>
              <a:endParaRPr lang="en-US" altLang="en-US"/>
            </a:p>
          </p:txBody>
        </p:sp>
        <p:sp>
          <p:nvSpPr>
            <p:cNvPr id="10255" name="Freeform 13"/>
            <p:cNvSpPr>
              <a:spLocks/>
            </p:cNvSpPr>
            <p:nvPr/>
          </p:nvSpPr>
          <p:spPr bwMode="auto">
            <a:xfrm>
              <a:off x="2874" y="1328"/>
              <a:ext cx="450" cy="709"/>
            </a:xfrm>
            <a:custGeom>
              <a:avLst/>
              <a:gdLst>
                <a:gd name="T0" fmla="*/ 1360 w 1360"/>
                <a:gd name="T1" fmla="*/ 1269 h 1269"/>
                <a:gd name="T2" fmla="*/ 894 w 1360"/>
                <a:gd name="T3" fmla="*/ 660 h 1269"/>
                <a:gd name="T4" fmla="*/ 512 w 1360"/>
                <a:gd name="T5" fmla="*/ 231 h 1269"/>
                <a:gd name="T6" fmla="*/ 178 w 1360"/>
                <a:gd name="T7" fmla="*/ 40 h 1269"/>
                <a:gd name="T8" fmla="*/ 0 w 1360"/>
                <a:gd name="T9" fmla="*/ 0 h 1269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  <a:gd name="T15" fmla="*/ 0 w 1360"/>
                <a:gd name="T16" fmla="*/ 0 h 1269"/>
                <a:gd name="T17" fmla="*/ 1360 w 1360"/>
                <a:gd name="T18" fmla="*/ 1269 h 1269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T15" t="T16" r="T17" b="T18"/>
              <a:pathLst>
                <a:path w="1360" h="1269">
                  <a:moveTo>
                    <a:pt x="1360" y="1269"/>
                  </a:moveTo>
                  <a:cubicBezTo>
                    <a:pt x="1282" y="1170"/>
                    <a:pt x="1035" y="833"/>
                    <a:pt x="894" y="660"/>
                  </a:cubicBezTo>
                  <a:cubicBezTo>
                    <a:pt x="753" y="487"/>
                    <a:pt x="632" y="334"/>
                    <a:pt x="512" y="231"/>
                  </a:cubicBezTo>
                  <a:cubicBezTo>
                    <a:pt x="393" y="127"/>
                    <a:pt x="263" y="78"/>
                    <a:pt x="178" y="40"/>
                  </a:cubicBezTo>
                  <a:cubicBezTo>
                    <a:pt x="93" y="2"/>
                    <a:pt x="37" y="8"/>
                    <a:pt x="0" y="0"/>
                  </a:cubicBezTo>
                </a:path>
              </a:pathLst>
            </a:custGeom>
            <a:noFill/>
            <a:ln w="28575">
              <a:solidFill>
                <a:srgbClr val="FF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>
              <a:lvl1pPr>
                <a:defRPr sz="1600">
                  <a:solidFill>
                    <a:schemeClr val="tx1"/>
                  </a:solidFill>
                  <a:latin typeface="Lucida Sans Unicode" panose="020B0602030504020204" pitchFamily="34" charset="0"/>
                </a:defRPr>
              </a:lvl1pPr>
              <a:lvl2pPr marL="742950" indent="-285750">
                <a:defRPr sz="1600">
                  <a:solidFill>
                    <a:schemeClr val="tx1"/>
                  </a:solidFill>
                  <a:latin typeface="Lucida Sans Unicode" panose="020B0602030504020204" pitchFamily="34" charset="0"/>
                </a:defRPr>
              </a:lvl2pPr>
              <a:lvl3pPr marL="1143000" indent="-228600">
                <a:defRPr sz="1600">
                  <a:solidFill>
                    <a:schemeClr val="tx1"/>
                  </a:solidFill>
                  <a:latin typeface="Lucida Sans Unicode" panose="020B0602030504020204" pitchFamily="34" charset="0"/>
                </a:defRPr>
              </a:lvl3pPr>
              <a:lvl4pPr marL="1600200" indent="-228600">
                <a:defRPr sz="1600">
                  <a:solidFill>
                    <a:schemeClr val="tx1"/>
                  </a:solidFill>
                  <a:latin typeface="Lucida Sans Unicode" panose="020B0602030504020204" pitchFamily="34" charset="0"/>
                </a:defRPr>
              </a:lvl4pPr>
              <a:lvl5pPr marL="2057400" indent="-228600">
                <a:defRPr sz="1600">
                  <a:solidFill>
                    <a:schemeClr val="tx1"/>
                  </a:solidFill>
                  <a:latin typeface="Lucida Sans Unicode" panose="020B0602030504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Lucida Sans Unicode" panose="020B0602030504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Lucida Sans Unicode" panose="020B0602030504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Lucida Sans Unicode" panose="020B0602030504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Lucida Sans Unicode" panose="020B0602030504020204" pitchFamily="34" charset="0"/>
                </a:defRPr>
              </a:lvl9pPr>
            </a:lstStyle>
            <a:p>
              <a:endParaRPr lang="en-US" altLang="en-US"/>
            </a:p>
          </p:txBody>
        </p:sp>
        <p:sp>
          <p:nvSpPr>
            <p:cNvPr id="10256" name="Line 14"/>
            <p:cNvSpPr>
              <a:spLocks noChangeShapeType="1"/>
            </p:cNvSpPr>
            <p:nvPr/>
          </p:nvSpPr>
          <p:spPr bwMode="auto">
            <a:xfrm>
              <a:off x="2884" y="1331"/>
              <a:ext cx="0" cy="733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prstDash val="dash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GB"/>
            </a:p>
          </p:txBody>
        </p:sp>
        <p:sp>
          <p:nvSpPr>
            <p:cNvPr id="10257" name="Freeform 15"/>
            <p:cNvSpPr>
              <a:spLocks/>
            </p:cNvSpPr>
            <p:nvPr/>
          </p:nvSpPr>
          <p:spPr bwMode="auto">
            <a:xfrm flipV="1">
              <a:off x="3338" y="2060"/>
              <a:ext cx="471" cy="713"/>
            </a:xfrm>
            <a:custGeom>
              <a:avLst/>
              <a:gdLst>
                <a:gd name="T0" fmla="*/ 0 w 1426"/>
                <a:gd name="T1" fmla="*/ 1277 h 1277"/>
                <a:gd name="T2" fmla="*/ 466 w 1426"/>
                <a:gd name="T3" fmla="*/ 668 h 1277"/>
                <a:gd name="T4" fmla="*/ 848 w 1426"/>
                <a:gd name="T5" fmla="*/ 239 h 1277"/>
                <a:gd name="T6" fmla="*/ 1182 w 1426"/>
                <a:gd name="T7" fmla="*/ 48 h 1277"/>
                <a:gd name="T8" fmla="*/ 1426 w 1426"/>
                <a:gd name="T9" fmla="*/ 0 h 1277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  <a:gd name="T15" fmla="*/ 0 w 1426"/>
                <a:gd name="T16" fmla="*/ 0 h 1277"/>
                <a:gd name="T17" fmla="*/ 1426 w 1426"/>
                <a:gd name="T18" fmla="*/ 1277 h 1277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T15" t="T16" r="T17" b="T18"/>
              <a:pathLst>
                <a:path w="1426" h="1277">
                  <a:moveTo>
                    <a:pt x="0" y="1277"/>
                  </a:moveTo>
                  <a:cubicBezTo>
                    <a:pt x="78" y="1178"/>
                    <a:pt x="325" y="841"/>
                    <a:pt x="466" y="668"/>
                  </a:cubicBezTo>
                  <a:cubicBezTo>
                    <a:pt x="607" y="495"/>
                    <a:pt x="728" y="342"/>
                    <a:pt x="848" y="239"/>
                  </a:cubicBezTo>
                  <a:cubicBezTo>
                    <a:pt x="967" y="135"/>
                    <a:pt x="1086" y="88"/>
                    <a:pt x="1182" y="48"/>
                  </a:cubicBezTo>
                  <a:cubicBezTo>
                    <a:pt x="1278" y="8"/>
                    <a:pt x="1375" y="10"/>
                    <a:pt x="1426" y="0"/>
                  </a:cubicBezTo>
                </a:path>
              </a:pathLst>
            </a:custGeom>
            <a:noFill/>
            <a:ln w="28575">
              <a:solidFill>
                <a:srgbClr val="FF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>
              <a:lvl1pPr>
                <a:defRPr sz="1600">
                  <a:solidFill>
                    <a:schemeClr val="tx1"/>
                  </a:solidFill>
                  <a:latin typeface="Lucida Sans Unicode" panose="020B0602030504020204" pitchFamily="34" charset="0"/>
                </a:defRPr>
              </a:lvl1pPr>
              <a:lvl2pPr marL="742950" indent="-285750">
                <a:defRPr sz="1600">
                  <a:solidFill>
                    <a:schemeClr val="tx1"/>
                  </a:solidFill>
                  <a:latin typeface="Lucida Sans Unicode" panose="020B0602030504020204" pitchFamily="34" charset="0"/>
                </a:defRPr>
              </a:lvl2pPr>
              <a:lvl3pPr marL="1143000" indent="-228600">
                <a:defRPr sz="1600">
                  <a:solidFill>
                    <a:schemeClr val="tx1"/>
                  </a:solidFill>
                  <a:latin typeface="Lucida Sans Unicode" panose="020B0602030504020204" pitchFamily="34" charset="0"/>
                </a:defRPr>
              </a:lvl3pPr>
              <a:lvl4pPr marL="1600200" indent="-228600">
                <a:defRPr sz="1600">
                  <a:solidFill>
                    <a:schemeClr val="tx1"/>
                  </a:solidFill>
                  <a:latin typeface="Lucida Sans Unicode" panose="020B0602030504020204" pitchFamily="34" charset="0"/>
                </a:defRPr>
              </a:lvl4pPr>
              <a:lvl5pPr marL="2057400" indent="-228600">
                <a:defRPr sz="1600">
                  <a:solidFill>
                    <a:schemeClr val="tx1"/>
                  </a:solidFill>
                  <a:latin typeface="Lucida Sans Unicode" panose="020B0602030504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Lucida Sans Unicode" panose="020B0602030504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Lucida Sans Unicode" panose="020B0602030504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Lucida Sans Unicode" panose="020B0602030504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Lucida Sans Unicode" panose="020B0602030504020204" pitchFamily="34" charset="0"/>
                </a:defRPr>
              </a:lvl9pPr>
            </a:lstStyle>
            <a:p>
              <a:endParaRPr lang="en-US" altLang="en-US"/>
            </a:p>
          </p:txBody>
        </p:sp>
        <p:sp>
          <p:nvSpPr>
            <p:cNvPr id="10258" name="Freeform 16"/>
            <p:cNvSpPr>
              <a:spLocks/>
            </p:cNvSpPr>
            <p:nvPr/>
          </p:nvSpPr>
          <p:spPr bwMode="auto">
            <a:xfrm flipV="1">
              <a:off x="3799" y="2056"/>
              <a:ext cx="450" cy="709"/>
            </a:xfrm>
            <a:custGeom>
              <a:avLst/>
              <a:gdLst>
                <a:gd name="T0" fmla="*/ 1360 w 1360"/>
                <a:gd name="T1" fmla="*/ 1269 h 1269"/>
                <a:gd name="T2" fmla="*/ 894 w 1360"/>
                <a:gd name="T3" fmla="*/ 660 h 1269"/>
                <a:gd name="T4" fmla="*/ 512 w 1360"/>
                <a:gd name="T5" fmla="*/ 231 h 1269"/>
                <a:gd name="T6" fmla="*/ 178 w 1360"/>
                <a:gd name="T7" fmla="*/ 40 h 1269"/>
                <a:gd name="T8" fmla="*/ 0 w 1360"/>
                <a:gd name="T9" fmla="*/ 0 h 1269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  <a:gd name="T15" fmla="*/ 0 w 1360"/>
                <a:gd name="T16" fmla="*/ 0 h 1269"/>
                <a:gd name="T17" fmla="*/ 1360 w 1360"/>
                <a:gd name="T18" fmla="*/ 1269 h 1269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T15" t="T16" r="T17" b="T18"/>
              <a:pathLst>
                <a:path w="1360" h="1269">
                  <a:moveTo>
                    <a:pt x="1360" y="1269"/>
                  </a:moveTo>
                  <a:cubicBezTo>
                    <a:pt x="1282" y="1170"/>
                    <a:pt x="1035" y="833"/>
                    <a:pt x="894" y="660"/>
                  </a:cubicBezTo>
                  <a:cubicBezTo>
                    <a:pt x="753" y="487"/>
                    <a:pt x="632" y="334"/>
                    <a:pt x="512" y="231"/>
                  </a:cubicBezTo>
                  <a:cubicBezTo>
                    <a:pt x="393" y="127"/>
                    <a:pt x="263" y="78"/>
                    <a:pt x="178" y="40"/>
                  </a:cubicBezTo>
                  <a:cubicBezTo>
                    <a:pt x="93" y="2"/>
                    <a:pt x="37" y="8"/>
                    <a:pt x="0" y="0"/>
                  </a:cubicBezTo>
                </a:path>
              </a:pathLst>
            </a:custGeom>
            <a:noFill/>
            <a:ln w="28575">
              <a:solidFill>
                <a:srgbClr val="FF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>
              <a:lvl1pPr>
                <a:defRPr sz="1600">
                  <a:solidFill>
                    <a:schemeClr val="tx1"/>
                  </a:solidFill>
                  <a:latin typeface="Lucida Sans Unicode" panose="020B0602030504020204" pitchFamily="34" charset="0"/>
                </a:defRPr>
              </a:lvl1pPr>
              <a:lvl2pPr marL="742950" indent="-285750">
                <a:defRPr sz="1600">
                  <a:solidFill>
                    <a:schemeClr val="tx1"/>
                  </a:solidFill>
                  <a:latin typeface="Lucida Sans Unicode" panose="020B0602030504020204" pitchFamily="34" charset="0"/>
                </a:defRPr>
              </a:lvl2pPr>
              <a:lvl3pPr marL="1143000" indent="-228600">
                <a:defRPr sz="1600">
                  <a:solidFill>
                    <a:schemeClr val="tx1"/>
                  </a:solidFill>
                  <a:latin typeface="Lucida Sans Unicode" panose="020B0602030504020204" pitchFamily="34" charset="0"/>
                </a:defRPr>
              </a:lvl3pPr>
              <a:lvl4pPr marL="1600200" indent="-228600">
                <a:defRPr sz="1600">
                  <a:solidFill>
                    <a:schemeClr val="tx1"/>
                  </a:solidFill>
                  <a:latin typeface="Lucida Sans Unicode" panose="020B0602030504020204" pitchFamily="34" charset="0"/>
                </a:defRPr>
              </a:lvl4pPr>
              <a:lvl5pPr marL="2057400" indent="-228600">
                <a:defRPr sz="1600">
                  <a:solidFill>
                    <a:schemeClr val="tx1"/>
                  </a:solidFill>
                  <a:latin typeface="Lucida Sans Unicode" panose="020B0602030504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Lucida Sans Unicode" panose="020B0602030504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Lucida Sans Unicode" panose="020B0602030504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Lucida Sans Unicode" panose="020B0602030504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Lucida Sans Unicode" panose="020B0602030504020204" pitchFamily="34" charset="0"/>
                </a:defRPr>
              </a:lvl9pPr>
            </a:lstStyle>
            <a:p>
              <a:endParaRPr lang="en-US" altLang="en-US"/>
            </a:p>
          </p:txBody>
        </p:sp>
        <p:sp>
          <p:nvSpPr>
            <p:cNvPr id="10259" name="Line 17"/>
            <p:cNvSpPr>
              <a:spLocks noChangeShapeType="1"/>
            </p:cNvSpPr>
            <p:nvPr/>
          </p:nvSpPr>
          <p:spPr bwMode="auto">
            <a:xfrm flipV="1">
              <a:off x="3808" y="2059"/>
              <a:ext cx="1" cy="733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prstDash val="dash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GB"/>
            </a:p>
          </p:txBody>
        </p:sp>
        <p:grpSp>
          <p:nvGrpSpPr>
            <p:cNvPr id="10260" name="Group 18"/>
            <p:cNvGrpSpPr>
              <a:grpSpLocks/>
            </p:cNvGrpSpPr>
            <p:nvPr/>
          </p:nvGrpSpPr>
          <p:grpSpPr bwMode="auto">
            <a:xfrm>
              <a:off x="4261" y="1328"/>
              <a:ext cx="911" cy="736"/>
              <a:chOff x="709" y="1560"/>
              <a:chExt cx="911" cy="736"/>
            </a:xfrm>
          </p:grpSpPr>
          <p:sp>
            <p:nvSpPr>
              <p:cNvPr id="10261" name="Freeform 19"/>
              <p:cNvSpPr>
                <a:spLocks/>
              </p:cNvSpPr>
              <p:nvPr/>
            </p:nvSpPr>
            <p:spPr bwMode="auto">
              <a:xfrm>
                <a:off x="709" y="1564"/>
                <a:ext cx="472" cy="713"/>
              </a:xfrm>
              <a:custGeom>
                <a:avLst/>
                <a:gdLst>
                  <a:gd name="T0" fmla="*/ 0 w 1426"/>
                  <a:gd name="T1" fmla="*/ 1277 h 1277"/>
                  <a:gd name="T2" fmla="*/ 466 w 1426"/>
                  <a:gd name="T3" fmla="*/ 668 h 1277"/>
                  <a:gd name="T4" fmla="*/ 848 w 1426"/>
                  <a:gd name="T5" fmla="*/ 239 h 1277"/>
                  <a:gd name="T6" fmla="*/ 1182 w 1426"/>
                  <a:gd name="T7" fmla="*/ 48 h 1277"/>
                  <a:gd name="T8" fmla="*/ 1426 w 1426"/>
                  <a:gd name="T9" fmla="*/ 0 h 1277"/>
                  <a:gd name="T10" fmla="*/ 0 60000 65536"/>
                  <a:gd name="T11" fmla="*/ 0 60000 65536"/>
                  <a:gd name="T12" fmla="*/ 0 60000 65536"/>
                  <a:gd name="T13" fmla="*/ 0 60000 65536"/>
                  <a:gd name="T14" fmla="*/ 0 60000 65536"/>
                  <a:gd name="T15" fmla="*/ 0 w 1426"/>
                  <a:gd name="T16" fmla="*/ 0 h 1277"/>
                  <a:gd name="T17" fmla="*/ 1426 w 1426"/>
                  <a:gd name="T18" fmla="*/ 1277 h 1277"/>
                </a:gdLst>
                <a:ahLst/>
                <a:cxnLst>
                  <a:cxn ang="T10">
                    <a:pos x="T0" y="T1"/>
                  </a:cxn>
                  <a:cxn ang="T11">
                    <a:pos x="T2" y="T3"/>
                  </a:cxn>
                  <a:cxn ang="T12">
                    <a:pos x="T4" y="T5"/>
                  </a:cxn>
                  <a:cxn ang="T13">
                    <a:pos x="T6" y="T7"/>
                  </a:cxn>
                  <a:cxn ang="T14">
                    <a:pos x="T8" y="T9"/>
                  </a:cxn>
                </a:cxnLst>
                <a:rect l="T15" t="T16" r="T17" b="T18"/>
                <a:pathLst>
                  <a:path w="1426" h="1277">
                    <a:moveTo>
                      <a:pt x="0" y="1277"/>
                    </a:moveTo>
                    <a:cubicBezTo>
                      <a:pt x="78" y="1178"/>
                      <a:pt x="325" y="841"/>
                      <a:pt x="466" y="668"/>
                    </a:cubicBezTo>
                    <a:cubicBezTo>
                      <a:pt x="607" y="495"/>
                      <a:pt x="728" y="342"/>
                      <a:pt x="848" y="239"/>
                    </a:cubicBezTo>
                    <a:cubicBezTo>
                      <a:pt x="967" y="135"/>
                      <a:pt x="1086" y="88"/>
                      <a:pt x="1182" y="48"/>
                    </a:cubicBezTo>
                    <a:cubicBezTo>
                      <a:pt x="1278" y="8"/>
                      <a:pt x="1375" y="10"/>
                      <a:pt x="1426" y="0"/>
                    </a:cubicBezTo>
                  </a:path>
                </a:pathLst>
              </a:custGeom>
              <a:noFill/>
              <a:ln w="28575">
                <a:solidFill>
                  <a:srgbClr val="FF0000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/>
              <a:lstStyle>
                <a:lvl1pPr>
                  <a:defRPr sz="1600">
                    <a:solidFill>
                      <a:schemeClr val="tx1"/>
                    </a:solidFill>
                    <a:latin typeface="Lucida Sans Unicode" panose="020B0602030504020204" pitchFamily="34" charset="0"/>
                  </a:defRPr>
                </a:lvl1pPr>
                <a:lvl2pPr marL="742950" indent="-285750">
                  <a:defRPr sz="1600">
                    <a:solidFill>
                      <a:schemeClr val="tx1"/>
                    </a:solidFill>
                    <a:latin typeface="Lucida Sans Unicode" panose="020B0602030504020204" pitchFamily="34" charset="0"/>
                  </a:defRPr>
                </a:lvl2pPr>
                <a:lvl3pPr marL="1143000" indent="-228600">
                  <a:defRPr sz="1600">
                    <a:solidFill>
                      <a:schemeClr val="tx1"/>
                    </a:solidFill>
                    <a:latin typeface="Lucida Sans Unicode" panose="020B0602030504020204" pitchFamily="34" charset="0"/>
                  </a:defRPr>
                </a:lvl3pPr>
                <a:lvl4pPr marL="1600200" indent="-228600">
                  <a:defRPr sz="1600">
                    <a:solidFill>
                      <a:schemeClr val="tx1"/>
                    </a:solidFill>
                    <a:latin typeface="Lucida Sans Unicode" panose="020B0602030504020204" pitchFamily="34" charset="0"/>
                  </a:defRPr>
                </a:lvl4pPr>
                <a:lvl5pPr marL="2057400" indent="-228600">
                  <a:defRPr sz="1600">
                    <a:solidFill>
                      <a:schemeClr val="tx1"/>
                    </a:solidFill>
                    <a:latin typeface="Lucida Sans Unicode" panose="020B0602030504020204" pitchFamily="34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1600">
                    <a:solidFill>
                      <a:schemeClr val="tx1"/>
                    </a:solidFill>
                    <a:latin typeface="Lucida Sans Unicode" panose="020B0602030504020204" pitchFamily="34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1600">
                    <a:solidFill>
                      <a:schemeClr val="tx1"/>
                    </a:solidFill>
                    <a:latin typeface="Lucida Sans Unicode" panose="020B0602030504020204" pitchFamily="34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1600">
                    <a:solidFill>
                      <a:schemeClr val="tx1"/>
                    </a:solidFill>
                    <a:latin typeface="Lucida Sans Unicode" panose="020B0602030504020204" pitchFamily="34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1600">
                    <a:solidFill>
                      <a:schemeClr val="tx1"/>
                    </a:solidFill>
                    <a:latin typeface="Lucida Sans Unicode" panose="020B0602030504020204" pitchFamily="34" charset="0"/>
                  </a:defRPr>
                </a:lvl9pPr>
              </a:lstStyle>
              <a:p>
                <a:endParaRPr lang="en-US" altLang="en-US"/>
              </a:p>
            </p:txBody>
          </p:sp>
          <p:sp>
            <p:nvSpPr>
              <p:cNvPr id="10262" name="Freeform 20"/>
              <p:cNvSpPr>
                <a:spLocks/>
              </p:cNvSpPr>
              <p:nvPr/>
            </p:nvSpPr>
            <p:spPr bwMode="auto">
              <a:xfrm>
                <a:off x="1170" y="1560"/>
                <a:ext cx="450" cy="709"/>
              </a:xfrm>
              <a:custGeom>
                <a:avLst/>
                <a:gdLst>
                  <a:gd name="T0" fmla="*/ 1360 w 1360"/>
                  <a:gd name="T1" fmla="*/ 1269 h 1269"/>
                  <a:gd name="T2" fmla="*/ 894 w 1360"/>
                  <a:gd name="T3" fmla="*/ 660 h 1269"/>
                  <a:gd name="T4" fmla="*/ 512 w 1360"/>
                  <a:gd name="T5" fmla="*/ 231 h 1269"/>
                  <a:gd name="T6" fmla="*/ 178 w 1360"/>
                  <a:gd name="T7" fmla="*/ 40 h 1269"/>
                  <a:gd name="T8" fmla="*/ 0 w 1360"/>
                  <a:gd name="T9" fmla="*/ 0 h 1269"/>
                  <a:gd name="T10" fmla="*/ 0 60000 65536"/>
                  <a:gd name="T11" fmla="*/ 0 60000 65536"/>
                  <a:gd name="T12" fmla="*/ 0 60000 65536"/>
                  <a:gd name="T13" fmla="*/ 0 60000 65536"/>
                  <a:gd name="T14" fmla="*/ 0 60000 65536"/>
                  <a:gd name="T15" fmla="*/ 0 w 1360"/>
                  <a:gd name="T16" fmla="*/ 0 h 1269"/>
                  <a:gd name="T17" fmla="*/ 1360 w 1360"/>
                  <a:gd name="T18" fmla="*/ 1269 h 1269"/>
                </a:gdLst>
                <a:ahLst/>
                <a:cxnLst>
                  <a:cxn ang="T10">
                    <a:pos x="T0" y="T1"/>
                  </a:cxn>
                  <a:cxn ang="T11">
                    <a:pos x="T2" y="T3"/>
                  </a:cxn>
                  <a:cxn ang="T12">
                    <a:pos x="T4" y="T5"/>
                  </a:cxn>
                  <a:cxn ang="T13">
                    <a:pos x="T6" y="T7"/>
                  </a:cxn>
                  <a:cxn ang="T14">
                    <a:pos x="T8" y="T9"/>
                  </a:cxn>
                </a:cxnLst>
                <a:rect l="T15" t="T16" r="T17" b="T18"/>
                <a:pathLst>
                  <a:path w="1360" h="1269">
                    <a:moveTo>
                      <a:pt x="1360" y="1269"/>
                    </a:moveTo>
                    <a:cubicBezTo>
                      <a:pt x="1282" y="1170"/>
                      <a:pt x="1035" y="833"/>
                      <a:pt x="894" y="660"/>
                    </a:cubicBezTo>
                    <a:cubicBezTo>
                      <a:pt x="753" y="487"/>
                      <a:pt x="632" y="334"/>
                      <a:pt x="512" y="231"/>
                    </a:cubicBezTo>
                    <a:cubicBezTo>
                      <a:pt x="393" y="127"/>
                      <a:pt x="263" y="78"/>
                      <a:pt x="178" y="40"/>
                    </a:cubicBezTo>
                    <a:cubicBezTo>
                      <a:pt x="93" y="2"/>
                      <a:pt x="37" y="8"/>
                      <a:pt x="0" y="0"/>
                    </a:cubicBezTo>
                  </a:path>
                </a:pathLst>
              </a:custGeom>
              <a:noFill/>
              <a:ln w="28575">
                <a:solidFill>
                  <a:srgbClr val="FF0000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/>
              <a:lstStyle>
                <a:lvl1pPr>
                  <a:defRPr sz="1600">
                    <a:solidFill>
                      <a:schemeClr val="tx1"/>
                    </a:solidFill>
                    <a:latin typeface="Lucida Sans Unicode" panose="020B0602030504020204" pitchFamily="34" charset="0"/>
                  </a:defRPr>
                </a:lvl1pPr>
                <a:lvl2pPr marL="742950" indent="-285750">
                  <a:defRPr sz="1600">
                    <a:solidFill>
                      <a:schemeClr val="tx1"/>
                    </a:solidFill>
                    <a:latin typeface="Lucida Sans Unicode" panose="020B0602030504020204" pitchFamily="34" charset="0"/>
                  </a:defRPr>
                </a:lvl2pPr>
                <a:lvl3pPr marL="1143000" indent="-228600">
                  <a:defRPr sz="1600">
                    <a:solidFill>
                      <a:schemeClr val="tx1"/>
                    </a:solidFill>
                    <a:latin typeface="Lucida Sans Unicode" panose="020B0602030504020204" pitchFamily="34" charset="0"/>
                  </a:defRPr>
                </a:lvl3pPr>
                <a:lvl4pPr marL="1600200" indent="-228600">
                  <a:defRPr sz="1600">
                    <a:solidFill>
                      <a:schemeClr val="tx1"/>
                    </a:solidFill>
                    <a:latin typeface="Lucida Sans Unicode" panose="020B0602030504020204" pitchFamily="34" charset="0"/>
                  </a:defRPr>
                </a:lvl4pPr>
                <a:lvl5pPr marL="2057400" indent="-228600">
                  <a:defRPr sz="1600">
                    <a:solidFill>
                      <a:schemeClr val="tx1"/>
                    </a:solidFill>
                    <a:latin typeface="Lucida Sans Unicode" panose="020B0602030504020204" pitchFamily="34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1600">
                    <a:solidFill>
                      <a:schemeClr val="tx1"/>
                    </a:solidFill>
                    <a:latin typeface="Lucida Sans Unicode" panose="020B0602030504020204" pitchFamily="34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1600">
                    <a:solidFill>
                      <a:schemeClr val="tx1"/>
                    </a:solidFill>
                    <a:latin typeface="Lucida Sans Unicode" panose="020B0602030504020204" pitchFamily="34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1600">
                    <a:solidFill>
                      <a:schemeClr val="tx1"/>
                    </a:solidFill>
                    <a:latin typeface="Lucida Sans Unicode" panose="020B0602030504020204" pitchFamily="34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1600">
                    <a:solidFill>
                      <a:schemeClr val="tx1"/>
                    </a:solidFill>
                    <a:latin typeface="Lucida Sans Unicode" panose="020B0602030504020204" pitchFamily="34" charset="0"/>
                  </a:defRPr>
                </a:lvl9pPr>
              </a:lstStyle>
              <a:p>
                <a:endParaRPr lang="en-US" altLang="en-US"/>
              </a:p>
            </p:txBody>
          </p:sp>
          <p:sp>
            <p:nvSpPr>
              <p:cNvPr id="10263" name="Line 21"/>
              <p:cNvSpPr>
                <a:spLocks noChangeShapeType="1"/>
              </p:cNvSpPr>
              <p:nvPr/>
            </p:nvSpPr>
            <p:spPr bwMode="auto">
              <a:xfrm>
                <a:off x="1180" y="1563"/>
                <a:ext cx="0" cy="733"/>
              </a:xfrm>
              <a:prstGeom prst="line">
                <a:avLst/>
              </a:prstGeom>
              <a:noFill/>
              <a:ln w="9525">
                <a:solidFill>
                  <a:schemeClr val="tx1"/>
                </a:solidFill>
                <a:prstDash val="dash"/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en-GB"/>
              </a:p>
            </p:txBody>
          </p:sp>
        </p:grpSp>
      </p:grpSp>
      <p:sp>
        <p:nvSpPr>
          <p:cNvPr id="10243" name="Rectangle 22"/>
          <p:cNvSpPr>
            <a:spLocks noChangeArrowheads="1"/>
          </p:cNvSpPr>
          <p:nvPr/>
        </p:nvSpPr>
        <p:spPr bwMode="auto">
          <a:xfrm>
            <a:off x="430213" y="2378075"/>
            <a:ext cx="666750" cy="3365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 algn="ctr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defRPr sz="1600">
                <a:solidFill>
                  <a:schemeClr val="tx1"/>
                </a:solidFill>
                <a:latin typeface="Lucida Sans Unicode" panose="020B0602030504020204" pitchFamily="34" charset="0"/>
              </a:defRPr>
            </a:lvl1pPr>
            <a:lvl2pPr marL="742950" indent="-285750">
              <a:defRPr sz="1600">
                <a:solidFill>
                  <a:schemeClr val="tx1"/>
                </a:solidFill>
                <a:latin typeface="Lucida Sans Unicode" panose="020B0602030504020204" pitchFamily="34" charset="0"/>
              </a:defRPr>
            </a:lvl2pPr>
            <a:lvl3pPr marL="1143000" indent="-228600">
              <a:defRPr sz="1600">
                <a:solidFill>
                  <a:schemeClr val="tx1"/>
                </a:solidFill>
                <a:latin typeface="Lucida Sans Unicode" panose="020B0602030504020204" pitchFamily="34" charset="0"/>
              </a:defRPr>
            </a:lvl3pPr>
            <a:lvl4pPr marL="1600200" indent="-228600">
              <a:defRPr sz="1600">
                <a:solidFill>
                  <a:schemeClr val="tx1"/>
                </a:solidFill>
                <a:latin typeface="Lucida Sans Unicode" panose="020B0602030504020204" pitchFamily="34" charset="0"/>
              </a:defRPr>
            </a:lvl4pPr>
            <a:lvl5pPr marL="2057400" indent="-228600">
              <a:defRPr sz="1600">
                <a:solidFill>
                  <a:schemeClr val="tx1"/>
                </a:solidFill>
                <a:latin typeface="Lucida Sans Unicode" panose="020B0602030504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Lucida Sans Unicode" panose="020B0602030504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Lucida Sans Unicode" panose="020B0602030504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Lucida Sans Unicode" panose="020B0602030504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Lucida Sans Unicode" panose="020B0602030504020204" pitchFamily="34" charset="0"/>
              </a:defRPr>
            </a:lvl9pPr>
          </a:lstStyle>
          <a:p>
            <a:r>
              <a:rPr lang="en-GB" altLang="en-US"/>
              <a:t>sin </a:t>
            </a:r>
            <a:r>
              <a:rPr lang="en-GB" altLang="en-US">
                <a:sym typeface="Symbol" panose="05050102010706020507" pitchFamily="18" charset="2"/>
              </a:rPr>
              <a:t></a:t>
            </a:r>
          </a:p>
        </p:txBody>
      </p:sp>
      <p:sp>
        <p:nvSpPr>
          <p:cNvPr id="10244" name="Text Box 23"/>
          <p:cNvSpPr txBox="1">
            <a:spLocks noChangeArrowheads="1"/>
          </p:cNvSpPr>
          <p:nvPr/>
        </p:nvSpPr>
        <p:spPr bwMode="auto">
          <a:xfrm>
            <a:off x="430213" y="376238"/>
            <a:ext cx="1517650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 algn="ctr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defRPr sz="1600">
                <a:solidFill>
                  <a:schemeClr val="tx1"/>
                </a:solidFill>
                <a:latin typeface="Lucida Sans Unicode" panose="020B0602030504020204" pitchFamily="34" charset="0"/>
              </a:defRPr>
            </a:lvl1pPr>
            <a:lvl2pPr marL="742950" indent="-285750">
              <a:defRPr sz="1600">
                <a:solidFill>
                  <a:schemeClr val="tx1"/>
                </a:solidFill>
                <a:latin typeface="Lucida Sans Unicode" panose="020B0602030504020204" pitchFamily="34" charset="0"/>
              </a:defRPr>
            </a:lvl2pPr>
            <a:lvl3pPr marL="1143000" indent="-228600">
              <a:defRPr sz="1600">
                <a:solidFill>
                  <a:schemeClr val="tx1"/>
                </a:solidFill>
                <a:latin typeface="Lucida Sans Unicode" panose="020B0602030504020204" pitchFamily="34" charset="0"/>
              </a:defRPr>
            </a:lvl3pPr>
            <a:lvl4pPr marL="1600200" indent="-228600">
              <a:defRPr sz="1600">
                <a:solidFill>
                  <a:schemeClr val="tx1"/>
                </a:solidFill>
                <a:latin typeface="Lucida Sans Unicode" panose="020B0602030504020204" pitchFamily="34" charset="0"/>
              </a:defRPr>
            </a:lvl4pPr>
            <a:lvl5pPr marL="2057400" indent="-228600">
              <a:defRPr sz="1600">
                <a:solidFill>
                  <a:schemeClr val="tx1"/>
                </a:solidFill>
                <a:latin typeface="Lucida Sans Unicode" panose="020B0602030504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Lucida Sans Unicode" panose="020B0602030504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Lucida Sans Unicode" panose="020B0602030504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Lucida Sans Unicode" panose="020B0602030504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Lucida Sans Unicode" panose="020B0602030504020204" pitchFamily="34" charset="0"/>
              </a:defRPr>
            </a:lvl9pPr>
          </a:lstStyle>
          <a:p>
            <a:r>
              <a:rPr lang="en-GB" altLang="en-US" sz="2400" b="1"/>
              <a:t>sine (sin)</a:t>
            </a:r>
          </a:p>
        </p:txBody>
      </p:sp>
      <p:sp>
        <p:nvSpPr>
          <p:cNvPr id="10245" name="Text Box 24"/>
          <p:cNvSpPr txBox="1">
            <a:spLocks noChangeArrowheads="1"/>
          </p:cNvSpPr>
          <p:nvPr/>
        </p:nvSpPr>
        <p:spPr bwMode="auto">
          <a:xfrm>
            <a:off x="430213" y="1366838"/>
            <a:ext cx="5283200" cy="3365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 algn="ctr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defRPr sz="1600">
                <a:solidFill>
                  <a:schemeClr val="tx1"/>
                </a:solidFill>
                <a:latin typeface="Lucida Sans Unicode" panose="020B0602030504020204" pitchFamily="34" charset="0"/>
              </a:defRPr>
            </a:lvl1pPr>
            <a:lvl2pPr marL="742950" indent="-285750">
              <a:defRPr sz="1600">
                <a:solidFill>
                  <a:schemeClr val="tx1"/>
                </a:solidFill>
                <a:latin typeface="Lucida Sans Unicode" panose="020B0602030504020204" pitchFamily="34" charset="0"/>
              </a:defRPr>
            </a:lvl2pPr>
            <a:lvl3pPr marL="1143000" indent="-228600">
              <a:defRPr sz="1600">
                <a:solidFill>
                  <a:schemeClr val="tx1"/>
                </a:solidFill>
                <a:latin typeface="Lucida Sans Unicode" panose="020B0602030504020204" pitchFamily="34" charset="0"/>
              </a:defRPr>
            </a:lvl3pPr>
            <a:lvl4pPr marL="1600200" indent="-228600">
              <a:defRPr sz="1600">
                <a:solidFill>
                  <a:schemeClr val="tx1"/>
                </a:solidFill>
                <a:latin typeface="Lucida Sans Unicode" panose="020B0602030504020204" pitchFamily="34" charset="0"/>
              </a:defRPr>
            </a:lvl4pPr>
            <a:lvl5pPr marL="2057400" indent="-228600">
              <a:defRPr sz="1600">
                <a:solidFill>
                  <a:schemeClr val="tx1"/>
                </a:solidFill>
                <a:latin typeface="Lucida Sans Unicode" panose="020B0602030504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Lucida Sans Unicode" panose="020B0602030504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Lucida Sans Unicode" panose="020B0602030504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Lucida Sans Unicode" panose="020B0602030504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Lucida Sans Unicode" panose="020B0602030504020204" pitchFamily="34" charset="0"/>
              </a:defRPr>
            </a:lvl9pPr>
          </a:lstStyle>
          <a:p>
            <a:r>
              <a:rPr lang="en-GB" altLang="en-US"/>
              <a:t>As </a:t>
            </a:r>
            <a:r>
              <a:rPr lang="en-GB" altLang="en-US">
                <a:sym typeface="Symbol" panose="05050102010706020507" pitchFamily="18" charset="2"/>
              </a:rPr>
              <a:t> continues, the curve of sin  forms a </a:t>
            </a:r>
            <a:r>
              <a:rPr lang="en-GB" altLang="en-US" i="1" u="sng">
                <a:sym typeface="Symbol" panose="05050102010706020507" pitchFamily="18" charset="2"/>
              </a:rPr>
              <a:t>sin wave</a:t>
            </a:r>
            <a:r>
              <a:rPr lang="en-GB" altLang="en-US"/>
              <a:t> </a:t>
            </a:r>
          </a:p>
        </p:txBody>
      </p:sp>
      <p:sp>
        <p:nvSpPr>
          <p:cNvPr id="10246" name="Text Box 25"/>
          <p:cNvSpPr txBox="1">
            <a:spLocks noChangeArrowheads="1"/>
          </p:cNvSpPr>
          <p:nvPr/>
        </p:nvSpPr>
        <p:spPr bwMode="auto">
          <a:xfrm>
            <a:off x="809625" y="4244975"/>
            <a:ext cx="6940550" cy="304800"/>
          </a:xfrm>
          <a:prstGeom prst="rect">
            <a:avLst/>
          </a:prstGeom>
          <a:solidFill>
            <a:srgbClr val="FFFFFF">
              <a:alpha val="79999"/>
            </a:srgbClr>
          </a:solidFill>
          <a:ln>
            <a:noFill/>
          </a:ln>
          <a:extLst>
            <a:ext uri="{91240B29-F687-4F45-9708-019B960494DF}">
              <a14:hiddenLine xmlns:a14="http://schemas.microsoft.com/office/drawing/2010/main" w="9525" algn="ctr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defRPr sz="1600">
                <a:solidFill>
                  <a:schemeClr val="tx1"/>
                </a:solidFill>
                <a:latin typeface="Lucida Sans Unicode" panose="020B0602030504020204" pitchFamily="34" charset="0"/>
              </a:defRPr>
            </a:lvl1pPr>
            <a:lvl2pPr marL="742950" indent="-285750">
              <a:defRPr sz="1600">
                <a:solidFill>
                  <a:schemeClr val="tx1"/>
                </a:solidFill>
                <a:latin typeface="Lucida Sans Unicode" panose="020B0602030504020204" pitchFamily="34" charset="0"/>
              </a:defRPr>
            </a:lvl2pPr>
            <a:lvl3pPr marL="1143000" indent="-228600">
              <a:defRPr sz="1600">
                <a:solidFill>
                  <a:schemeClr val="tx1"/>
                </a:solidFill>
                <a:latin typeface="Lucida Sans Unicode" panose="020B0602030504020204" pitchFamily="34" charset="0"/>
              </a:defRPr>
            </a:lvl3pPr>
            <a:lvl4pPr marL="1600200" indent="-228600">
              <a:defRPr sz="1600">
                <a:solidFill>
                  <a:schemeClr val="tx1"/>
                </a:solidFill>
                <a:latin typeface="Lucida Sans Unicode" panose="020B0602030504020204" pitchFamily="34" charset="0"/>
              </a:defRPr>
            </a:lvl4pPr>
            <a:lvl5pPr marL="2057400" indent="-228600">
              <a:defRPr sz="1600">
                <a:solidFill>
                  <a:schemeClr val="tx1"/>
                </a:solidFill>
                <a:latin typeface="Lucida Sans Unicode" panose="020B0602030504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Lucida Sans Unicode" panose="020B0602030504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Lucida Sans Unicode" panose="020B0602030504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Lucida Sans Unicode" panose="020B0602030504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Lucida Sans Unicode" panose="020B0602030504020204" pitchFamily="34" charset="0"/>
              </a:defRPr>
            </a:lvl9pPr>
          </a:lstStyle>
          <a:p>
            <a:r>
              <a:rPr lang="en-GB" altLang="en-US" sz="1400"/>
              <a:t>0          90         180       270       0           90         180       270       0            90</a:t>
            </a:r>
          </a:p>
        </p:txBody>
      </p:sp>
      <p:sp>
        <p:nvSpPr>
          <p:cNvPr id="10247" name="Text Box 26"/>
          <p:cNvSpPr txBox="1">
            <a:spLocks noChangeArrowheads="1"/>
          </p:cNvSpPr>
          <p:nvPr/>
        </p:nvSpPr>
        <p:spPr bwMode="auto">
          <a:xfrm>
            <a:off x="3492500" y="4511675"/>
            <a:ext cx="4857750" cy="304800"/>
          </a:xfrm>
          <a:prstGeom prst="rect">
            <a:avLst/>
          </a:prstGeom>
          <a:solidFill>
            <a:srgbClr val="FFFFFF">
              <a:alpha val="79999"/>
            </a:srgbClr>
          </a:solidFill>
          <a:ln>
            <a:noFill/>
          </a:ln>
          <a:extLst>
            <a:ext uri="{91240B29-F687-4F45-9708-019B960494DF}">
              <a14:hiddenLine xmlns:a14="http://schemas.microsoft.com/office/drawing/2010/main" w="9525" algn="ctr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defRPr sz="1600">
                <a:solidFill>
                  <a:schemeClr val="tx1"/>
                </a:solidFill>
                <a:latin typeface="Lucida Sans Unicode" panose="020B0602030504020204" pitchFamily="34" charset="0"/>
              </a:defRPr>
            </a:lvl1pPr>
            <a:lvl2pPr marL="742950" indent="-285750">
              <a:defRPr sz="1600">
                <a:solidFill>
                  <a:schemeClr val="tx1"/>
                </a:solidFill>
                <a:latin typeface="Lucida Sans Unicode" panose="020B0602030504020204" pitchFamily="34" charset="0"/>
              </a:defRPr>
            </a:lvl2pPr>
            <a:lvl3pPr marL="1143000" indent="-228600">
              <a:defRPr sz="1600">
                <a:solidFill>
                  <a:schemeClr val="tx1"/>
                </a:solidFill>
                <a:latin typeface="Lucida Sans Unicode" panose="020B0602030504020204" pitchFamily="34" charset="0"/>
              </a:defRPr>
            </a:lvl3pPr>
            <a:lvl4pPr marL="1600200" indent="-228600">
              <a:defRPr sz="1600">
                <a:solidFill>
                  <a:schemeClr val="tx1"/>
                </a:solidFill>
                <a:latin typeface="Lucida Sans Unicode" panose="020B0602030504020204" pitchFamily="34" charset="0"/>
              </a:defRPr>
            </a:lvl4pPr>
            <a:lvl5pPr marL="2057400" indent="-228600">
              <a:defRPr sz="1600">
                <a:solidFill>
                  <a:schemeClr val="tx1"/>
                </a:solidFill>
                <a:latin typeface="Lucida Sans Unicode" panose="020B0602030504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Lucida Sans Unicode" panose="020B0602030504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Lucida Sans Unicode" panose="020B0602030504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Lucida Sans Unicode" panose="020B0602030504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Lucida Sans Unicode" panose="020B0602030504020204" pitchFamily="34" charset="0"/>
              </a:defRPr>
            </a:lvl9pPr>
          </a:lstStyle>
          <a:p>
            <a:r>
              <a:rPr lang="en-GB" altLang="en-US" sz="1400"/>
              <a:t>360        450         540      630     720         810 ………</a:t>
            </a:r>
          </a:p>
        </p:txBody>
      </p:sp>
    </p:spTree>
    <p:extLst>
      <p:ext uri="{BB962C8B-B14F-4D97-AF65-F5344CB8AC3E}">
        <p14:creationId xmlns:p14="http://schemas.microsoft.com/office/powerpoint/2010/main" val="3363053990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78" name="AutoShape 24"/>
          <p:cNvSpPr>
            <a:spLocks noChangeArrowheads="1"/>
          </p:cNvSpPr>
          <p:nvPr/>
        </p:nvSpPr>
        <p:spPr bwMode="auto">
          <a:xfrm>
            <a:off x="1519238" y="3252788"/>
            <a:ext cx="5321300" cy="474662"/>
          </a:xfrm>
          <a:prstGeom prst="rightArrow">
            <a:avLst>
              <a:gd name="adj1" fmla="val 50000"/>
              <a:gd name="adj2" fmla="val 280268"/>
            </a:avLst>
          </a:prstGeom>
          <a:solidFill>
            <a:srgbClr val="800000">
              <a:alpha val="50195"/>
            </a:srgbClr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/>
          <a:lstStyle>
            <a:lvl1pPr>
              <a:defRPr sz="1600">
                <a:solidFill>
                  <a:schemeClr val="tx1"/>
                </a:solidFill>
                <a:latin typeface="Lucida Sans Unicode" panose="020B0602030504020204" pitchFamily="34" charset="0"/>
              </a:defRPr>
            </a:lvl1pPr>
            <a:lvl2pPr marL="742950" indent="-285750">
              <a:defRPr sz="1600">
                <a:solidFill>
                  <a:schemeClr val="tx1"/>
                </a:solidFill>
                <a:latin typeface="Lucida Sans Unicode" panose="020B0602030504020204" pitchFamily="34" charset="0"/>
              </a:defRPr>
            </a:lvl2pPr>
            <a:lvl3pPr marL="1143000" indent="-228600">
              <a:defRPr sz="1600">
                <a:solidFill>
                  <a:schemeClr val="tx1"/>
                </a:solidFill>
                <a:latin typeface="Lucida Sans Unicode" panose="020B0602030504020204" pitchFamily="34" charset="0"/>
              </a:defRPr>
            </a:lvl3pPr>
            <a:lvl4pPr marL="1600200" indent="-228600">
              <a:defRPr sz="1600">
                <a:solidFill>
                  <a:schemeClr val="tx1"/>
                </a:solidFill>
                <a:latin typeface="Lucida Sans Unicode" panose="020B0602030504020204" pitchFamily="34" charset="0"/>
              </a:defRPr>
            </a:lvl4pPr>
            <a:lvl5pPr marL="2057400" indent="-228600">
              <a:defRPr sz="1600">
                <a:solidFill>
                  <a:schemeClr val="tx1"/>
                </a:solidFill>
                <a:latin typeface="Lucida Sans Unicode" panose="020B0602030504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Lucida Sans Unicode" panose="020B0602030504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Lucida Sans Unicode" panose="020B0602030504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Lucida Sans Unicode" panose="020B0602030504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Lucida Sans Unicode" panose="020B0602030504020204" pitchFamily="34" charset="0"/>
              </a:defRPr>
            </a:lvl9pPr>
          </a:lstStyle>
          <a:p>
            <a:endParaRPr lang="en-US" altLang="en-US"/>
          </a:p>
        </p:txBody>
      </p:sp>
      <p:sp>
        <p:nvSpPr>
          <p:cNvPr id="3079" name="Rectangle 2"/>
          <p:cNvSpPr>
            <a:spLocks noChangeArrowheads="1"/>
          </p:cNvSpPr>
          <p:nvPr/>
        </p:nvSpPr>
        <p:spPr bwMode="auto">
          <a:xfrm>
            <a:off x="395288" y="382356"/>
            <a:ext cx="7273145" cy="46166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>
            <a:spAutoFit/>
          </a:bodyPr>
          <a:lstStyle>
            <a:lvl1pPr>
              <a:defRPr sz="1600">
                <a:solidFill>
                  <a:schemeClr val="tx1"/>
                </a:solidFill>
                <a:latin typeface="Lucida Sans Unicode" panose="020B0602030504020204" pitchFamily="34" charset="0"/>
              </a:defRPr>
            </a:lvl1pPr>
            <a:lvl2pPr marL="742950" indent="-285750">
              <a:defRPr sz="1600">
                <a:solidFill>
                  <a:schemeClr val="tx1"/>
                </a:solidFill>
                <a:latin typeface="Lucida Sans Unicode" panose="020B0602030504020204" pitchFamily="34" charset="0"/>
              </a:defRPr>
            </a:lvl2pPr>
            <a:lvl3pPr marL="1143000" indent="-228600">
              <a:defRPr sz="1600">
                <a:solidFill>
                  <a:schemeClr val="tx1"/>
                </a:solidFill>
                <a:latin typeface="Lucida Sans Unicode" panose="020B0602030504020204" pitchFamily="34" charset="0"/>
              </a:defRPr>
            </a:lvl3pPr>
            <a:lvl4pPr marL="1600200" indent="-228600">
              <a:defRPr sz="1600">
                <a:solidFill>
                  <a:schemeClr val="tx1"/>
                </a:solidFill>
                <a:latin typeface="Lucida Sans Unicode" panose="020B0602030504020204" pitchFamily="34" charset="0"/>
              </a:defRPr>
            </a:lvl4pPr>
            <a:lvl5pPr marL="2057400" indent="-228600">
              <a:defRPr sz="1600">
                <a:solidFill>
                  <a:schemeClr val="tx1"/>
                </a:solidFill>
                <a:latin typeface="Lucida Sans Unicode" panose="020B0602030504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Lucida Sans Unicode" panose="020B0602030504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Lucida Sans Unicode" panose="020B0602030504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Lucida Sans Unicode" panose="020B0602030504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Lucida Sans Unicode" panose="020B0602030504020204" pitchFamily="34" charset="0"/>
              </a:defRPr>
            </a:lvl9pPr>
          </a:lstStyle>
          <a:p>
            <a:r>
              <a:rPr lang="en-GB" altLang="en-US" sz="2400" b="1" dirty="0"/>
              <a:t>Waveforms: Wavelength, Frequency and Period </a:t>
            </a:r>
            <a:endParaRPr lang="en-GB" altLang="en-US" sz="2800" b="1" i="1" dirty="0"/>
          </a:p>
        </p:txBody>
      </p:sp>
      <p:sp>
        <p:nvSpPr>
          <p:cNvPr id="3080" name="Text Box 3"/>
          <p:cNvSpPr txBox="1">
            <a:spLocks noChangeArrowheads="1"/>
          </p:cNvSpPr>
          <p:nvPr/>
        </p:nvSpPr>
        <p:spPr bwMode="auto">
          <a:xfrm>
            <a:off x="1417638" y="3629025"/>
            <a:ext cx="6619875" cy="20447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defRPr sz="1600">
                <a:solidFill>
                  <a:schemeClr val="tx1"/>
                </a:solidFill>
                <a:latin typeface="Lucida Sans Unicode" panose="020B0602030504020204" pitchFamily="34" charset="0"/>
              </a:defRPr>
            </a:lvl1pPr>
            <a:lvl2pPr marL="742950" indent="-285750">
              <a:defRPr sz="1600">
                <a:solidFill>
                  <a:schemeClr val="tx1"/>
                </a:solidFill>
                <a:latin typeface="Lucida Sans Unicode" panose="020B0602030504020204" pitchFamily="34" charset="0"/>
              </a:defRPr>
            </a:lvl2pPr>
            <a:lvl3pPr marL="1143000" indent="-228600">
              <a:defRPr sz="1600">
                <a:solidFill>
                  <a:schemeClr val="tx1"/>
                </a:solidFill>
                <a:latin typeface="Lucida Sans Unicode" panose="020B0602030504020204" pitchFamily="34" charset="0"/>
              </a:defRPr>
            </a:lvl3pPr>
            <a:lvl4pPr marL="1600200" indent="-228600">
              <a:defRPr sz="1600">
                <a:solidFill>
                  <a:schemeClr val="tx1"/>
                </a:solidFill>
                <a:latin typeface="Lucida Sans Unicode" panose="020B0602030504020204" pitchFamily="34" charset="0"/>
              </a:defRPr>
            </a:lvl4pPr>
            <a:lvl5pPr marL="2057400" indent="-228600">
              <a:defRPr sz="1600">
                <a:solidFill>
                  <a:schemeClr val="tx1"/>
                </a:solidFill>
                <a:latin typeface="Lucida Sans Unicode" panose="020B0602030504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Lucida Sans Unicode" panose="020B0602030504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Lucida Sans Unicode" panose="020B0602030504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Lucida Sans Unicode" panose="020B0602030504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Lucida Sans Unicode" panose="020B0602030504020204" pitchFamily="34" charset="0"/>
              </a:defRPr>
            </a:lvl9pPr>
          </a:lstStyle>
          <a:p>
            <a:r>
              <a:rPr lang="en-GB" altLang="en-US"/>
              <a:t>Wave “travelling”, imagine an observer counting the wavelengths:</a:t>
            </a:r>
          </a:p>
          <a:p>
            <a:endParaRPr lang="en-GB" altLang="en-US"/>
          </a:p>
          <a:p>
            <a:r>
              <a:rPr lang="en-GB" altLang="en-US"/>
              <a:t>frequency = number of wavelengths / unit of time</a:t>
            </a:r>
          </a:p>
          <a:p>
            <a:r>
              <a:rPr lang="en-GB" altLang="en-US"/>
              <a:t>i.e.</a:t>
            </a:r>
          </a:p>
          <a:p>
            <a:r>
              <a:rPr lang="en-GB" altLang="en-US"/>
              <a:t>velocity = frequency x wavelength</a:t>
            </a:r>
          </a:p>
          <a:p>
            <a:endParaRPr lang="en-GB" altLang="en-US" sz="2400"/>
          </a:p>
          <a:p>
            <a:endParaRPr lang="en-GB" altLang="en-US" sz="2400">
              <a:sym typeface="Symbol" panose="05050102010706020507" pitchFamily="18" charset="2"/>
            </a:endParaRPr>
          </a:p>
        </p:txBody>
      </p:sp>
      <p:sp>
        <p:nvSpPr>
          <p:cNvPr id="3081" name="Rectangle 5"/>
          <p:cNvSpPr>
            <a:spLocks noChangeArrowheads="1"/>
          </p:cNvSpPr>
          <p:nvPr/>
        </p:nvSpPr>
        <p:spPr bwMode="auto">
          <a:xfrm>
            <a:off x="1239838" y="1273175"/>
            <a:ext cx="917575" cy="536575"/>
          </a:xfrm>
          <a:prstGeom prst="rect">
            <a:avLst/>
          </a:prstGeom>
          <a:noFill/>
          <a:ln w="9525">
            <a:solidFill>
              <a:schemeClr val="hlink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 anchor="ctr"/>
          <a:lstStyle>
            <a:lvl1pPr>
              <a:defRPr sz="1600">
                <a:solidFill>
                  <a:schemeClr val="tx1"/>
                </a:solidFill>
                <a:latin typeface="Lucida Sans Unicode" panose="020B0602030504020204" pitchFamily="34" charset="0"/>
              </a:defRPr>
            </a:lvl1pPr>
            <a:lvl2pPr marL="742950" indent="-285750">
              <a:defRPr sz="1600">
                <a:solidFill>
                  <a:schemeClr val="tx1"/>
                </a:solidFill>
                <a:latin typeface="Lucida Sans Unicode" panose="020B0602030504020204" pitchFamily="34" charset="0"/>
              </a:defRPr>
            </a:lvl2pPr>
            <a:lvl3pPr marL="1143000" indent="-228600">
              <a:defRPr sz="1600">
                <a:solidFill>
                  <a:schemeClr val="tx1"/>
                </a:solidFill>
                <a:latin typeface="Lucida Sans Unicode" panose="020B0602030504020204" pitchFamily="34" charset="0"/>
              </a:defRPr>
            </a:lvl3pPr>
            <a:lvl4pPr marL="1600200" indent="-228600">
              <a:defRPr sz="1600">
                <a:solidFill>
                  <a:schemeClr val="tx1"/>
                </a:solidFill>
                <a:latin typeface="Lucida Sans Unicode" panose="020B0602030504020204" pitchFamily="34" charset="0"/>
              </a:defRPr>
            </a:lvl4pPr>
            <a:lvl5pPr marL="2057400" indent="-228600">
              <a:defRPr sz="1600">
                <a:solidFill>
                  <a:schemeClr val="tx1"/>
                </a:solidFill>
                <a:latin typeface="Lucida Sans Unicode" panose="020B0602030504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Lucida Sans Unicode" panose="020B0602030504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Lucida Sans Unicode" panose="020B0602030504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Lucida Sans Unicode" panose="020B0602030504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Lucida Sans Unicode" panose="020B0602030504020204" pitchFamily="34" charset="0"/>
              </a:defRPr>
            </a:lvl9pPr>
          </a:lstStyle>
          <a:p>
            <a:endParaRPr lang="en-US" altLang="en-US"/>
          </a:p>
        </p:txBody>
      </p:sp>
      <p:sp>
        <p:nvSpPr>
          <p:cNvPr id="3082" name="Rectangle 6"/>
          <p:cNvSpPr>
            <a:spLocks noChangeArrowheads="1"/>
          </p:cNvSpPr>
          <p:nvPr/>
        </p:nvSpPr>
        <p:spPr bwMode="auto">
          <a:xfrm>
            <a:off x="1239838" y="1824038"/>
            <a:ext cx="917575" cy="536575"/>
          </a:xfrm>
          <a:prstGeom prst="rect">
            <a:avLst/>
          </a:prstGeom>
          <a:noFill/>
          <a:ln w="9525">
            <a:solidFill>
              <a:schemeClr val="hlink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 anchor="ctr"/>
          <a:lstStyle>
            <a:lvl1pPr>
              <a:defRPr sz="1600">
                <a:solidFill>
                  <a:schemeClr val="tx1"/>
                </a:solidFill>
                <a:latin typeface="Lucida Sans Unicode" panose="020B0602030504020204" pitchFamily="34" charset="0"/>
              </a:defRPr>
            </a:lvl1pPr>
            <a:lvl2pPr marL="742950" indent="-285750">
              <a:defRPr sz="1600">
                <a:solidFill>
                  <a:schemeClr val="tx1"/>
                </a:solidFill>
                <a:latin typeface="Lucida Sans Unicode" panose="020B0602030504020204" pitchFamily="34" charset="0"/>
              </a:defRPr>
            </a:lvl2pPr>
            <a:lvl3pPr marL="1143000" indent="-228600">
              <a:defRPr sz="1600">
                <a:solidFill>
                  <a:schemeClr val="tx1"/>
                </a:solidFill>
                <a:latin typeface="Lucida Sans Unicode" panose="020B0602030504020204" pitchFamily="34" charset="0"/>
              </a:defRPr>
            </a:lvl3pPr>
            <a:lvl4pPr marL="1600200" indent="-228600">
              <a:defRPr sz="1600">
                <a:solidFill>
                  <a:schemeClr val="tx1"/>
                </a:solidFill>
                <a:latin typeface="Lucida Sans Unicode" panose="020B0602030504020204" pitchFamily="34" charset="0"/>
              </a:defRPr>
            </a:lvl4pPr>
            <a:lvl5pPr marL="2057400" indent="-228600">
              <a:defRPr sz="1600">
                <a:solidFill>
                  <a:schemeClr val="tx1"/>
                </a:solidFill>
                <a:latin typeface="Lucida Sans Unicode" panose="020B0602030504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Lucida Sans Unicode" panose="020B0602030504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Lucida Sans Unicode" panose="020B0602030504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Lucida Sans Unicode" panose="020B0602030504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Lucida Sans Unicode" panose="020B0602030504020204" pitchFamily="34" charset="0"/>
              </a:defRPr>
            </a:lvl9pPr>
          </a:lstStyle>
          <a:p>
            <a:endParaRPr lang="en-US" altLang="en-US"/>
          </a:p>
        </p:txBody>
      </p:sp>
      <p:sp>
        <p:nvSpPr>
          <p:cNvPr id="3083" name="Rectangle 7"/>
          <p:cNvSpPr>
            <a:spLocks noChangeArrowheads="1"/>
          </p:cNvSpPr>
          <p:nvPr/>
        </p:nvSpPr>
        <p:spPr bwMode="auto">
          <a:xfrm>
            <a:off x="2157413" y="1273175"/>
            <a:ext cx="915987" cy="536575"/>
          </a:xfrm>
          <a:prstGeom prst="rect">
            <a:avLst/>
          </a:prstGeom>
          <a:noFill/>
          <a:ln w="9525">
            <a:solidFill>
              <a:schemeClr val="hlink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 anchor="ctr"/>
          <a:lstStyle>
            <a:lvl1pPr>
              <a:defRPr sz="1600">
                <a:solidFill>
                  <a:schemeClr val="tx1"/>
                </a:solidFill>
                <a:latin typeface="Lucida Sans Unicode" panose="020B0602030504020204" pitchFamily="34" charset="0"/>
              </a:defRPr>
            </a:lvl1pPr>
            <a:lvl2pPr marL="742950" indent="-285750">
              <a:defRPr sz="1600">
                <a:solidFill>
                  <a:schemeClr val="tx1"/>
                </a:solidFill>
                <a:latin typeface="Lucida Sans Unicode" panose="020B0602030504020204" pitchFamily="34" charset="0"/>
              </a:defRPr>
            </a:lvl2pPr>
            <a:lvl3pPr marL="1143000" indent="-228600">
              <a:defRPr sz="1600">
                <a:solidFill>
                  <a:schemeClr val="tx1"/>
                </a:solidFill>
                <a:latin typeface="Lucida Sans Unicode" panose="020B0602030504020204" pitchFamily="34" charset="0"/>
              </a:defRPr>
            </a:lvl3pPr>
            <a:lvl4pPr marL="1600200" indent="-228600">
              <a:defRPr sz="1600">
                <a:solidFill>
                  <a:schemeClr val="tx1"/>
                </a:solidFill>
                <a:latin typeface="Lucida Sans Unicode" panose="020B0602030504020204" pitchFamily="34" charset="0"/>
              </a:defRPr>
            </a:lvl4pPr>
            <a:lvl5pPr marL="2057400" indent="-228600">
              <a:defRPr sz="1600">
                <a:solidFill>
                  <a:schemeClr val="tx1"/>
                </a:solidFill>
                <a:latin typeface="Lucida Sans Unicode" panose="020B0602030504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Lucida Sans Unicode" panose="020B0602030504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Lucida Sans Unicode" panose="020B0602030504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Lucida Sans Unicode" panose="020B0602030504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Lucida Sans Unicode" panose="020B0602030504020204" pitchFamily="34" charset="0"/>
              </a:defRPr>
            </a:lvl9pPr>
          </a:lstStyle>
          <a:p>
            <a:endParaRPr lang="en-US" altLang="en-US"/>
          </a:p>
        </p:txBody>
      </p:sp>
      <p:sp>
        <p:nvSpPr>
          <p:cNvPr id="3084" name="Rectangle 8"/>
          <p:cNvSpPr>
            <a:spLocks noChangeArrowheads="1"/>
          </p:cNvSpPr>
          <p:nvPr/>
        </p:nvSpPr>
        <p:spPr bwMode="auto">
          <a:xfrm>
            <a:off x="2157413" y="1824038"/>
            <a:ext cx="915987" cy="536575"/>
          </a:xfrm>
          <a:prstGeom prst="rect">
            <a:avLst/>
          </a:prstGeom>
          <a:noFill/>
          <a:ln w="9525">
            <a:solidFill>
              <a:schemeClr val="hlink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 anchor="ctr"/>
          <a:lstStyle>
            <a:lvl1pPr>
              <a:defRPr sz="1600">
                <a:solidFill>
                  <a:schemeClr val="tx1"/>
                </a:solidFill>
                <a:latin typeface="Lucida Sans Unicode" panose="020B0602030504020204" pitchFamily="34" charset="0"/>
              </a:defRPr>
            </a:lvl1pPr>
            <a:lvl2pPr marL="742950" indent="-285750">
              <a:defRPr sz="1600">
                <a:solidFill>
                  <a:schemeClr val="tx1"/>
                </a:solidFill>
                <a:latin typeface="Lucida Sans Unicode" panose="020B0602030504020204" pitchFamily="34" charset="0"/>
              </a:defRPr>
            </a:lvl2pPr>
            <a:lvl3pPr marL="1143000" indent="-228600">
              <a:defRPr sz="1600">
                <a:solidFill>
                  <a:schemeClr val="tx1"/>
                </a:solidFill>
                <a:latin typeface="Lucida Sans Unicode" panose="020B0602030504020204" pitchFamily="34" charset="0"/>
              </a:defRPr>
            </a:lvl3pPr>
            <a:lvl4pPr marL="1600200" indent="-228600">
              <a:defRPr sz="1600">
                <a:solidFill>
                  <a:schemeClr val="tx1"/>
                </a:solidFill>
                <a:latin typeface="Lucida Sans Unicode" panose="020B0602030504020204" pitchFamily="34" charset="0"/>
              </a:defRPr>
            </a:lvl4pPr>
            <a:lvl5pPr marL="2057400" indent="-228600">
              <a:defRPr sz="1600">
                <a:solidFill>
                  <a:schemeClr val="tx1"/>
                </a:solidFill>
                <a:latin typeface="Lucida Sans Unicode" panose="020B0602030504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Lucida Sans Unicode" panose="020B0602030504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Lucida Sans Unicode" panose="020B0602030504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Lucida Sans Unicode" panose="020B0602030504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Lucida Sans Unicode" panose="020B0602030504020204" pitchFamily="34" charset="0"/>
              </a:defRPr>
            </a:lvl9pPr>
          </a:lstStyle>
          <a:p>
            <a:endParaRPr lang="en-US" altLang="en-US"/>
          </a:p>
        </p:txBody>
      </p:sp>
      <p:sp>
        <p:nvSpPr>
          <p:cNvPr id="3085" name="Rectangle 9"/>
          <p:cNvSpPr>
            <a:spLocks noChangeArrowheads="1"/>
          </p:cNvSpPr>
          <p:nvPr/>
        </p:nvSpPr>
        <p:spPr bwMode="auto">
          <a:xfrm>
            <a:off x="3074988" y="1273175"/>
            <a:ext cx="917575" cy="536575"/>
          </a:xfrm>
          <a:prstGeom prst="rect">
            <a:avLst/>
          </a:prstGeom>
          <a:noFill/>
          <a:ln w="9525">
            <a:solidFill>
              <a:schemeClr val="hlink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 anchor="ctr"/>
          <a:lstStyle>
            <a:lvl1pPr>
              <a:defRPr sz="1600">
                <a:solidFill>
                  <a:schemeClr val="tx1"/>
                </a:solidFill>
                <a:latin typeface="Lucida Sans Unicode" panose="020B0602030504020204" pitchFamily="34" charset="0"/>
              </a:defRPr>
            </a:lvl1pPr>
            <a:lvl2pPr marL="742950" indent="-285750">
              <a:defRPr sz="1600">
                <a:solidFill>
                  <a:schemeClr val="tx1"/>
                </a:solidFill>
                <a:latin typeface="Lucida Sans Unicode" panose="020B0602030504020204" pitchFamily="34" charset="0"/>
              </a:defRPr>
            </a:lvl2pPr>
            <a:lvl3pPr marL="1143000" indent="-228600">
              <a:defRPr sz="1600">
                <a:solidFill>
                  <a:schemeClr val="tx1"/>
                </a:solidFill>
                <a:latin typeface="Lucida Sans Unicode" panose="020B0602030504020204" pitchFamily="34" charset="0"/>
              </a:defRPr>
            </a:lvl3pPr>
            <a:lvl4pPr marL="1600200" indent="-228600">
              <a:defRPr sz="1600">
                <a:solidFill>
                  <a:schemeClr val="tx1"/>
                </a:solidFill>
                <a:latin typeface="Lucida Sans Unicode" panose="020B0602030504020204" pitchFamily="34" charset="0"/>
              </a:defRPr>
            </a:lvl4pPr>
            <a:lvl5pPr marL="2057400" indent="-228600">
              <a:defRPr sz="1600">
                <a:solidFill>
                  <a:schemeClr val="tx1"/>
                </a:solidFill>
                <a:latin typeface="Lucida Sans Unicode" panose="020B0602030504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Lucida Sans Unicode" panose="020B0602030504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Lucida Sans Unicode" panose="020B0602030504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Lucida Sans Unicode" panose="020B0602030504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Lucida Sans Unicode" panose="020B0602030504020204" pitchFamily="34" charset="0"/>
              </a:defRPr>
            </a:lvl9pPr>
          </a:lstStyle>
          <a:p>
            <a:endParaRPr lang="en-US" altLang="en-US"/>
          </a:p>
        </p:txBody>
      </p:sp>
      <p:sp>
        <p:nvSpPr>
          <p:cNvPr id="3086" name="Rectangle 10"/>
          <p:cNvSpPr>
            <a:spLocks noChangeArrowheads="1"/>
          </p:cNvSpPr>
          <p:nvPr/>
        </p:nvSpPr>
        <p:spPr bwMode="auto">
          <a:xfrm>
            <a:off x="3074988" y="1824038"/>
            <a:ext cx="917575" cy="536575"/>
          </a:xfrm>
          <a:prstGeom prst="rect">
            <a:avLst/>
          </a:prstGeom>
          <a:noFill/>
          <a:ln w="9525">
            <a:solidFill>
              <a:schemeClr val="hlink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 anchor="ctr"/>
          <a:lstStyle>
            <a:lvl1pPr>
              <a:defRPr sz="1600">
                <a:solidFill>
                  <a:schemeClr val="tx1"/>
                </a:solidFill>
                <a:latin typeface="Lucida Sans Unicode" panose="020B0602030504020204" pitchFamily="34" charset="0"/>
              </a:defRPr>
            </a:lvl1pPr>
            <a:lvl2pPr marL="742950" indent="-285750">
              <a:defRPr sz="1600">
                <a:solidFill>
                  <a:schemeClr val="tx1"/>
                </a:solidFill>
                <a:latin typeface="Lucida Sans Unicode" panose="020B0602030504020204" pitchFamily="34" charset="0"/>
              </a:defRPr>
            </a:lvl2pPr>
            <a:lvl3pPr marL="1143000" indent="-228600">
              <a:defRPr sz="1600">
                <a:solidFill>
                  <a:schemeClr val="tx1"/>
                </a:solidFill>
                <a:latin typeface="Lucida Sans Unicode" panose="020B0602030504020204" pitchFamily="34" charset="0"/>
              </a:defRPr>
            </a:lvl3pPr>
            <a:lvl4pPr marL="1600200" indent="-228600">
              <a:defRPr sz="1600">
                <a:solidFill>
                  <a:schemeClr val="tx1"/>
                </a:solidFill>
                <a:latin typeface="Lucida Sans Unicode" panose="020B0602030504020204" pitchFamily="34" charset="0"/>
              </a:defRPr>
            </a:lvl4pPr>
            <a:lvl5pPr marL="2057400" indent="-228600">
              <a:defRPr sz="1600">
                <a:solidFill>
                  <a:schemeClr val="tx1"/>
                </a:solidFill>
                <a:latin typeface="Lucida Sans Unicode" panose="020B0602030504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Lucida Sans Unicode" panose="020B0602030504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Lucida Sans Unicode" panose="020B0602030504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Lucida Sans Unicode" panose="020B0602030504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Lucida Sans Unicode" panose="020B0602030504020204" pitchFamily="34" charset="0"/>
              </a:defRPr>
            </a:lvl9pPr>
          </a:lstStyle>
          <a:p>
            <a:endParaRPr lang="en-US" altLang="en-US"/>
          </a:p>
        </p:txBody>
      </p:sp>
      <p:sp>
        <p:nvSpPr>
          <p:cNvPr id="3087" name="Rectangle 11"/>
          <p:cNvSpPr>
            <a:spLocks noChangeArrowheads="1"/>
          </p:cNvSpPr>
          <p:nvPr/>
        </p:nvSpPr>
        <p:spPr bwMode="auto">
          <a:xfrm>
            <a:off x="3992563" y="1273175"/>
            <a:ext cx="915987" cy="536575"/>
          </a:xfrm>
          <a:prstGeom prst="rect">
            <a:avLst/>
          </a:prstGeom>
          <a:noFill/>
          <a:ln w="9525">
            <a:solidFill>
              <a:schemeClr val="hlink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 anchor="ctr"/>
          <a:lstStyle>
            <a:lvl1pPr>
              <a:defRPr sz="1600">
                <a:solidFill>
                  <a:schemeClr val="tx1"/>
                </a:solidFill>
                <a:latin typeface="Lucida Sans Unicode" panose="020B0602030504020204" pitchFamily="34" charset="0"/>
              </a:defRPr>
            </a:lvl1pPr>
            <a:lvl2pPr marL="742950" indent="-285750">
              <a:defRPr sz="1600">
                <a:solidFill>
                  <a:schemeClr val="tx1"/>
                </a:solidFill>
                <a:latin typeface="Lucida Sans Unicode" panose="020B0602030504020204" pitchFamily="34" charset="0"/>
              </a:defRPr>
            </a:lvl2pPr>
            <a:lvl3pPr marL="1143000" indent="-228600">
              <a:defRPr sz="1600">
                <a:solidFill>
                  <a:schemeClr val="tx1"/>
                </a:solidFill>
                <a:latin typeface="Lucida Sans Unicode" panose="020B0602030504020204" pitchFamily="34" charset="0"/>
              </a:defRPr>
            </a:lvl3pPr>
            <a:lvl4pPr marL="1600200" indent="-228600">
              <a:defRPr sz="1600">
                <a:solidFill>
                  <a:schemeClr val="tx1"/>
                </a:solidFill>
                <a:latin typeface="Lucida Sans Unicode" panose="020B0602030504020204" pitchFamily="34" charset="0"/>
              </a:defRPr>
            </a:lvl4pPr>
            <a:lvl5pPr marL="2057400" indent="-228600">
              <a:defRPr sz="1600">
                <a:solidFill>
                  <a:schemeClr val="tx1"/>
                </a:solidFill>
                <a:latin typeface="Lucida Sans Unicode" panose="020B0602030504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Lucida Sans Unicode" panose="020B0602030504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Lucida Sans Unicode" panose="020B0602030504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Lucida Sans Unicode" panose="020B0602030504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Lucida Sans Unicode" panose="020B0602030504020204" pitchFamily="34" charset="0"/>
              </a:defRPr>
            </a:lvl9pPr>
          </a:lstStyle>
          <a:p>
            <a:endParaRPr lang="en-US" altLang="en-US"/>
          </a:p>
        </p:txBody>
      </p:sp>
      <p:sp>
        <p:nvSpPr>
          <p:cNvPr id="3088" name="Rectangle 12"/>
          <p:cNvSpPr>
            <a:spLocks noChangeArrowheads="1"/>
          </p:cNvSpPr>
          <p:nvPr/>
        </p:nvSpPr>
        <p:spPr bwMode="auto">
          <a:xfrm>
            <a:off x="3992563" y="1824038"/>
            <a:ext cx="915987" cy="536575"/>
          </a:xfrm>
          <a:prstGeom prst="rect">
            <a:avLst/>
          </a:prstGeom>
          <a:noFill/>
          <a:ln w="9525">
            <a:solidFill>
              <a:schemeClr val="hlink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 anchor="ctr"/>
          <a:lstStyle>
            <a:lvl1pPr>
              <a:defRPr sz="1600">
                <a:solidFill>
                  <a:schemeClr val="tx1"/>
                </a:solidFill>
                <a:latin typeface="Lucida Sans Unicode" panose="020B0602030504020204" pitchFamily="34" charset="0"/>
              </a:defRPr>
            </a:lvl1pPr>
            <a:lvl2pPr marL="742950" indent="-285750">
              <a:defRPr sz="1600">
                <a:solidFill>
                  <a:schemeClr val="tx1"/>
                </a:solidFill>
                <a:latin typeface="Lucida Sans Unicode" panose="020B0602030504020204" pitchFamily="34" charset="0"/>
              </a:defRPr>
            </a:lvl2pPr>
            <a:lvl3pPr marL="1143000" indent="-228600">
              <a:defRPr sz="1600">
                <a:solidFill>
                  <a:schemeClr val="tx1"/>
                </a:solidFill>
                <a:latin typeface="Lucida Sans Unicode" panose="020B0602030504020204" pitchFamily="34" charset="0"/>
              </a:defRPr>
            </a:lvl3pPr>
            <a:lvl4pPr marL="1600200" indent="-228600">
              <a:defRPr sz="1600">
                <a:solidFill>
                  <a:schemeClr val="tx1"/>
                </a:solidFill>
                <a:latin typeface="Lucida Sans Unicode" panose="020B0602030504020204" pitchFamily="34" charset="0"/>
              </a:defRPr>
            </a:lvl4pPr>
            <a:lvl5pPr marL="2057400" indent="-228600">
              <a:defRPr sz="1600">
                <a:solidFill>
                  <a:schemeClr val="tx1"/>
                </a:solidFill>
                <a:latin typeface="Lucida Sans Unicode" panose="020B0602030504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Lucida Sans Unicode" panose="020B0602030504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Lucida Sans Unicode" panose="020B0602030504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Lucida Sans Unicode" panose="020B0602030504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Lucida Sans Unicode" panose="020B0602030504020204" pitchFamily="34" charset="0"/>
              </a:defRPr>
            </a:lvl9pPr>
          </a:lstStyle>
          <a:p>
            <a:endParaRPr lang="en-US" altLang="en-US"/>
          </a:p>
        </p:txBody>
      </p:sp>
      <p:sp>
        <p:nvSpPr>
          <p:cNvPr id="3089" name="Rectangle 13"/>
          <p:cNvSpPr>
            <a:spLocks noChangeArrowheads="1"/>
          </p:cNvSpPr>
          <p:nvPr/>
        </p:nvSpPr>
        <p:spPr bwMode="auto">
          <a:xfrm>
            <a:off x="4908550" y="1273175"/>
            <a:ext cx="917575" cy="536575"/>
          </a:xfrm>
          <a:prstGeom prst="rect">
            <a:avLst/>
          </a:prstGeom>
          <a:noFill/>
          <a:ln w="9525">
            <a:solidFill>
              <a:schemeClr val="hlink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 anchor="ctr"/>
          <a:lstStyle>
            <a:lvl1pPr>
              <a:defRPr sz="1600">
                <a:solidFill>
                  <a:schemeClr val="tx1"/>
                </a:solidFill>
                <a:latin typeface="Lucida Sans Unicode" panose="020B0602030504020204" pitchFamily="34" charset="0"/>
              </a:defRPr>
            </a:lvl1pPr>
            <a:lvl2pPr marL="742950" indent="-285750">
              <a:defRPr sz="1600">
                <a:solidFill>
                  <a:schemeClr val="tx1"/>
                </a:solidFill>
                <a:latin typeface="Lucida Sans Unicode" panose="020B0602030504020204" pitchFamily="34" charset="0"/>
              </a:defRPr>
            </a:lvl2pPr>
            <a:lvl3pPr marL="1143000" indent="-228600">
              <a:defRPr sz="1600">
                <a:solidFill>
                  <a:schemeClr val="tx1"/>
                </a:solidFill>
                <a:latin typeface="Lucida Sans Unicode" panose="020B0602030504020204" pitchFamily="34" charset="0"/>
              </a:defRPr>
            </a:lvl3pPr>
            <a:lvl4pPr marL="1600200" indent="-228600">
              <a:defRPr sz="1600">
                <a:solidFill>
                  <a:schemeClr val="tx1"/>
                </a:solidFill>
                <a:latin typeface="Lucida Sans Unicode" panose="020B0602030504020204" pitchFamily="34" charset="0"/>
              </a:defRPr>
            </a:lvl4pPr>
            <a:lvl5pPr marL="2057400" indent="-228600">
              <a:defRPr sz="1600">
                <a:solidFill>
                  <a:schemeClr val="tx1"/>
                </a:solidFill>
                <a:latin typeface="Lucida Sans Unicode" panose="020B0602030504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Lucida Sans Unicode" panose="020B0602030504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Lucida Sans Unicode" panose="020B0602030504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Lucida Sans Unicode" panose="020B0602030504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Lucida Sans Unicode" panose="020B0602030504020204" pitchFamily="34" charset="0"/>
              </a:defRPr>
            </a:lvl9pPr>
          </a:lstStyle>
          <a:p>
            <a:endParaRPr lang="en-US" altLang="en-US"/>
          </a:p>
        </p:txBody>
      </p:sp>
      <p:sp>
        <p:nvSpPr>
          <p:cNvPr id="3090" name="Rectangle 14"/>
          <p:cNvSpPr>
            <a:spLocks noChangeArrowheads="1"/>
          </p:cNvSpPr>
          <p:nvPr/>
        </p:nvSpPr>
        <p:spPr bwMode="auto">
          <a:xfrm>
            <a:off x="4908550" y="1824038"/>
            <a:ext cx="917575" cy="536575"/>
          </a:xfrm>
          <a:prstGeom prst="rect">
            <a:avLst/>
          </a:prstGeom>
          <a:noFill/>
          <a:ln w="9525">
            <a:solidFill>
              <a:schemeClr val="hlink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 anchor="ctr"/>
          <a:lstStyle>
            <a:lvl1pPr>
              <a:defRPr sz="1600">
                <a:solidFill>
                  <a:schemeClr val="tx1"/>
                </a:solidFill>
                <a:latin typeface="Lucida Sans Unicode" panose="020B0602030504020204" pitchFamily="34" charset="0"/>
              </a:defRPr>
            </a:lvl1pPr>
            <a:lvl2pPr marL="742950" indent="-285750">
              <a:defRPr sz="1600">
                <a:solidFill>
                  <a:schemeClr val="tx1"/>
                </a:solidFill>
                <a:latin typeface="Lucida Sans Unicode" panose="020B0602030504020204" pitchFamily="34" charset="0"/>
              </a:defRPr>
            </a:lvl2pPr>
            <a:lvl3pPr marL="1143000" indent="-228600">
              <a:defRPr sz="1600">
                <a:solidFill>
                  <a:schemeClr val="tx1"/>
                </a:solidFill>
                <a:latin typeface="Lucida Sans Unicode" panose="020B0602030504020204" pitchFamily="34" charset="0"/>
              </a:defRPr>
            </a:lvl3pPr>
            <a:lvl4pPr marL="1600200" indent="-228600">
              <a:defRPr sz="1600">
                <a:solidFill>
                  <a:schemeClr val="tx1"/>
                </a:solidFill>
                <a:latin typeface="Lucida Sans Unicode" panose="020B0602030504020204" pitchFamily="34" charset="0"/>
              </a:defRPr>
            </a:lvl4pPr>
            <a:lvl5pPr marL="2057400" indent="-228600">
              <a:defRPr sz="1600">
                <a:solidFill>
                  <a:schemeClr val="tx1"/>
                </a:solidFill>
                <a:latin typeface="Lucida Sans Unicode" panose="020B0602030504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Lucida Sans Unicode" panose="020B0602030504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Lucida Sans Unicode" panose="020B0602030504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Lucida Sans Unicode" panose="020B0602030504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Lucida Sans Unicode" panose="020B0602030504020204" pitchFamily="34" charset="0"/>
              </a:defRPr>
            </a:lvl9pPr>
          </a:lstStyle>
          <a:p>
            <a:endParaRPr lang="en-US" altLang="en-US"/>
          </a:p>
        </p:txBody>
      </p:sp>
      <p:sp>
        <p:nvSpPr>
          <p:cNvPr id="3091" name="Rectangle 15"/>
          <p:cNvSpPr>
            <a:spLocks noChangeArrowheads="1"/>
          </p:cNvSpPr>
          <p:nvPr/>
        </p:nvSpPr>
        <p:spPr bwMode="auto">
          <a:xfrm>
            <a:off x="5826125" y="1273175"/>
            <a:ext cx="915988" cy="536575"/>
          </a:xfrm>
          <a:prstGeom prst="rect">
            <a:avLst/>
          </a:prstGeom>
          <a:noFill/>
          <a:ln w="9525">
            <a:solidFill>
              <a:schemeClr val="hlink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 anchor="ctr"/>
          <a:lstStyle>
            <a:lvl1pPr>
              <a:defRPr sz="1600">
                <a:solidFill>
                  <a:schemeClr val="tx1"/>
                </a:solidFill>
                <a:latin typeface="Lucida Sans Unicode" panose="020B0602030504020204" pitchFamily="34" charset="0"/>
              </a:defRPr>
            </a:lvl1pPr>
            <a:lvl2pPr marL="742950" indent="-285750">
              <a:defRPr sz="1600">
                <a:solidFill>
                  <a:schemeClr val="tx1"/>
                </a:solidFill>
                <a:latin typeface="Lucida Sans Unicode" panose="020B0602030504020204" pitchFamily="34" charset="0"/>
              </a:defRPr>
            </a:lvl2pPr>
            <a:lvl3pPr marL="1143000" indent="-228600">
              <a:defRPr sz="1600">
                <a:solidFill>
                  <a:schemeClr val="tx1"/>
                </a:solidFill>
                <a:latin typeface="Lucida Sans Unicode" panose="020B0602030504020204" pitchFamily="34" charset="0"/>
              </a:defRPr>
            </a:lvl3pPr>
            <a:lvl4pPr marL="1600200" indent="-228600">
              <a:defRPr sz="1600">
                <a:solidFill>
                  <a:schemeClr val="tx1"/>
                </a:solidFill>
                <a:latin typeface="Lucida Sans Unicode" panose="020B0602030504020204" pitchFamily="34" charset="0"/>
              </a:defRPr>
            </a:lvl4pPr>
            <a:lvl5pPr marL="2057400" indent="-228600">
              <a:defRPr sz="1600">
                <a:solidFill>
                  <a:schemeClr val="tx1"/>
                </a:solidFill>
                <a:latin typeface="Lucida Sans Unicode" panose="020B0602030504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Lucida Sans Unicode" panose="020B0602030504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Lucida Sans Unicode" panose="020B0602030504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Lucida Sans Unicode" panose="020B0602030504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Lucida Sans Unicode" panose="020B0602030504020204" pitchFamily="34" charset="0"/>
              </a:defRPr>
            </a:lvl9pPr>
          </a:lstStyle>
          <a:p>
            <a:endParaRPr lang="en-US" altLang="en-US"/>
          </a:p>
        </p:txBody>
      </p:sp>
      <p:sp>
        <p:nvSpPr>
          <p:cNvPr id="3092" name="Rectangle 16"/>
          <p:cNvSpPr>
            <a:spLocks noChangeArrowheads="1"/>
          </p:cNvSpPr>
          <p:nvPr/>
        </p:nvSpPr>
        <p:spPr bwMode="auto">
          <a:xfrm>
            <a:off x="5826125" y="1824038"/>
            <a:ext cx="915988" cy="536575"/>
          </a:xfrm>
          <a:prstGeom prst="rect">
            <a:avLst/>
          </a:prstGeom>
          <a:noFill/>
          <a:ln w="9525">
            <a:solidFill>
              <a:schemeClr val="hlink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 anchor="ctr"/>
          <a:lstStyle>
            <a:lvl1pPr>
              <a:defRPr sz="1600">
                <a:solidFill>
                  <a:schemeClr val="tx1"/>
                </a:solidFill>
                <a:latin typeface="Lucida Sans Unicode" panose="020B0602030504020204" pitchFamily="34" charset="0"/>
              </a:defRPr>
            </a:lvl1pPr>
            <a:lvl2pPr marL="742950" indent="-285750">
              <a:defRPr sz="1600">
                <a:solidFill>
                  <a:schemeClr val="tx1"/>
                </a:solidFill>
                <a:latin typeface="Lucida Sans Unicode" panose="020B0602030504020204" pitchFamily="34" charset="0"/>
              </a:defRPr>
            </a:lvl2pPr>
            <a:lvl3pPr marL="1143000" indent="-228600">
              <a:defRPr sz="1600">
                <a:solidFill>
                  <a:schemeClr val="tx1"/>
                </a:solidFill>
                <a:latin typeface="Lucida Sans Unicode" panose="020B0602030504020204" pitchFamily="34" charset="0"/>
              </a:defRPr>
            </a:lvl3pPr>
            <a:lvl4pPr marL="1600200" indent="-228600">
              <a:defRPr sz="1600">
                <a:solidFill>
                  <a:schemeClr val="tx1"/>
                </a:solidFill>
                <a:latin typeface="Lucida Sans Unicode" panose="020B0602030504020204" pitchFamily="34" charset="0"/>
              </a:defRPr>
            </a:lvl4pPr>
            <a:lvl5pPr marL="2057400" indent="-228600">
              <a:defRPr sz="1600">
                <a:solidFill>
                  <a:schemeClr val="tx1"/>
                </a:solidFill>
                <a:latin typeface="Lucida Sans Unicode" panose="020B0602030504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Lucida Sans Unicode" panose="020B0602030504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Lucida Sans Unicode" panose="020B0602030504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Lucida Sans Unicode" panose="020B0602030504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Lucida Sans Unicode" panose="020B0602030504020204" pitchFamily="34" charset="0"/>
              </a:defRPr>
            </a:lvl9pPr>
          </a:lstStyle>
          <a:p>
            <a:endParaRPr lang="en-US" altLang="en-US"/>
          </a:p>
        </p:txBody>
      </p:sp>
      <p:sp>
        <p:nvSpPr>
          <p:cNvPr id="3093" name="Rectangle 17"/>
          <p:cNvSpPr>
            <a:spLocks noChangeArrowheads="1"/>
          </p:cNvSpPr>
          <p:nvPr/>
        </p:nvSpPr>
        <p:spPr bwMode="auto">
          <a:xfrm>
            <a:off x="6743700" y="1273175"/>
            <a:ext cx="917575" cy="536575"/>
          </a:xfrm>
          <a:prstGeom prst="rect">
            <a:avLst/>
          </a:prstGeom>
          <a:noFill/>
          <a:ln w="9525">
            <a:solidFill>
              <a:schemeClr val="hlink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 anchor="ctr"/>
          <a:lstStyle>
            <a:lvl1pPr>
              <a:defRPr sz="1600">
                <a:solidFill>
                  <a:schemeClr val="tx1"/>
                </a:solidFill>
                <a:latin typeface="Lucida Sans Unicode" panose="020B0602030504020204" pitchFamily="34" charset="0"/>
              </a:defRPr>
            </a:lvl1pPr>
            <a:lvl2pPr marL="742950" indent="-285750">
              <a:defRPr sz="1600">
                <a:solidFill>
                  <a:schemeClr val="tx1"/>
                </a:solidFill>
                <a:latin typeface="Lucida Sans Unicode" panose="020B0602030504020204" pitchFamily="34" charset="0"/>
              </a:defRPr>
            </a:lvl2pPr>
            <a:lvl3pPr marL="1143000" indent="-228600">
              <a:defRPr sz="1600">
                <a:solidFill>
                  <a:schemeClr val="tx1"/>
                </a:solidFill>
                <a:latin typeface="Lucida Sans Unicode" panose="020B0602030504020204" pitchFamily="34" charset="0"/>
              </a:defRPr>
            </a:lvl3pPr>
            <a:lvl4pPr marL="1600200" indent="-228600">
              <a:defRPr sz="1600">
                <a:solidFill>
                  <a:schemeClr val="tx1"/>
                </a:solidFill>
                <a:latin typeface="Lucida Sans Unicode" panose="020B0602030504020204" pitchFamily="34" charset="0"/>
              </a:defRPr>
            </a:lvl4pPr>
            <a:lvl5pPr marL="2057400" indent="-228600">
              <a:defRPr sz="1600">
                <a:solidFill>
                  <a:schemeClr val="tx1"/>
                </a:solidFill>
                <a:latin typeface="Lucida Sans Unicode" panose="020B0602030504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Lucida Sans Unicode" panose="020B0602030504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Lucida Sans Unicode" panose="020B0602030504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Lucida Sans Unicode" panose="020B0602030504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Lucida Sans Unicode" panose="020B0602030504020204" pitchFamily="34" charset="0"/>
              </a:defRPr>
            </a:lvl9pPr>
          </a:lstStyle>
          <a:p>
            <a:endParaRPr lang="en-US" altLang="en-US"/>
          </a:p>
        </p:txBody>
      </p:sp>
      <p:sp>
        <p:nvSpPr>
          <p:cNvPr id="3094" name="Rectangle 18"/>
          <p:cNvSpPr>
            <a:spLocks noChangeArrowheads="1"/>
          </p:cNvSpPr>
          <p:nvPr/>
        </p:nvSpPr>
        <p:spPr bwMode="auto">
          <a:xfrm>
            <a:off x="6743700" y="1824038"/>
            <a:ext cx="917575" cy="536575"/>
          </a:xfrm>
          <a:prstGeom prst="rect">
            <a:avLst/>
          </a:prstGeom>
          <a:noFill/>
          <a:ln w="9525">
            <a:solidFill>
              <a:schemeClr val="hlink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 anchor="ctr"/>
          <a:lstStyle>
            <a:lvl1pPr>
              <a:defRPr sz="1600">
                <a:solidFill>
                  <a:schemeClr val="tx1"/>
                </a:solidFill>
                <a:latin typeface="Lucida Sans Unicode" panose="020B0602030504020204" pitchFamily="34" charset="0"/>
              </a:defRPr>
            </a:lvl1pPr>
            <a:lvl2pPr marL="742950" indent="-285750">
              <a:defRPr sz="1600">
                <a:solidFill>
                  <a:schemeClr val="tx1"/>
                </a:solidFill>
                <a:latin typeface="Lucida Sans Unicode" panose="020B0602030504020204" pitchFamily="34" charset="0"/>
              </a:defRPr>
            </a:lvl2pPr>
            <a:lvl3pPr marL="1143000" indent="-228600">
              <a:defRPr sz="1600">
                <a:solidFill>
                  <a:schemeClr val="tx1"/>
                </a:solidFill>
                <a:latin typeface="Lucida Sans Unicode" panose="020B0602030504020204" pitchFamily="34" charset="0"/>
              </a:defRPr>
            </a:lvl3pPr>
            <a:lvl4pPr marL="1600200" indent="-228600">
              <a:defRPr sz="1600">
                <a:solidFill>
                  <a:schemeClr val="tx1"/>
                </a:solidFill>
                <a:latin typeface="Lucida Sans Unicode" panose="020B0602030504020204" pitchFamily="34" charset="0"/>
              </a:defRPr>
            </a:lvl4pPr>
            <a:lvl5pPr marL="2057400" indent="-228600">
              <a:defRPr sz="1600">
                <a:solidFill>
                  <a:schemeClr val="tx1"/>
                </a:solidFill>
                <a:latin typeface="Lucida Sans Unicode" panose="020B0602030504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Lucida Sans Unicode" panose="020B0602030504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Lucida Sans Unicode" panose="020B0602030504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Lucida Sans Unicode" panose="020B0602030504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Lucida Sans Unicode" panose="020B0602030504020204" pitchFamily="34" charset="0"/>
              </a:defRPr>
            </a:lvl9pPr>
          </a:lstStyle>
          <a:p>
            <a:endParaRPr lang="en-US" altLang="en-US"/>
          </a:p>
        </p:txBody>
      </p:sp>
      <p:sp>
        <p:nvSpPr>
          <p:cNvPr id="3095" name="Rectangle 19"/>
          <p:cNvSpPr>
            <a:spLocks noChangeArrowheads="1"/>
          </p:cNvSpPr>
          <p:nvPr/>
        </p:nvSpPr>
        <p:spPr bwMode="auto">
          <a:xfrm>
            <a:off x="7661275" y="1273175"/>
            <a:ext cx="919163" cy="536575"/>
          </a:xfrm>
          <a:prstGeom prst="rect">
            <a:avLst/>
          </a:prstGeom>
          <a:noFill/>
          <a:ln w="9525">
            <a:solidFill>
              <a:schemeClr val="hlink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 anchor="ctr"/>
          <a:lstStyle>
            <a:lvl1pPr>
              <a:defRPr sz="1600">
                <a:solidFill>
                  <a:schemeClr val="tx1"/>
                </a:solidFill>
                <a:latin typeface="Lucida Sans Unicode" panose="020B0602030504020204" pitchFamily="34" charset="0"/>
              </a:defRPr>
            </a:lvl1pPr>
            <a:lvl2pPr marL="742950" indent="-285750">
              <a:defRPr sz="1600">
                <a:solidFill>
                  <a:schemeClr val="tx1"/>
                </a:solidFill>
                <a:latin typeface="Lucida Sans Unicode" panose="020B0602030504020204" pitchFamily="34" charset="0"/>
              </a:defRPr>
            </a:lvl2pPr>
            <a:lvl3pPr marL="1143000" indent="-228600">
              <a:defRPr sz="1600">
                <a:solidFill>
                  <a:schemeClr val="tx1"/>
                </a:solidFill>
                <a:latin typeface="Lucida Sans Unicode" panose="020B0602030504020204" pitchFamily="34" charset="0"/>
              </a:defRPr>
            </a:lvl3pPr>
            <a:lvl4pPr marL="1600200" indent="-228600">
              <a:defRPr sz="1600">
                <a:solidFill>
                  <a:schemeClr val="tx1"/>
                </a:solidFill>
                <a:latin typeface="Lucida Sans Unicode" panose="020B0602030504020204" pitchFamily="34" charset="0"/>
              </a:defRPr>
            </a:lvl4pPr>
            <a:lvl5pPr marL="2057400" indent="-228600">
              <a:defRPr sz="1600">
                <a:solidFill>
                  <a:schemeClr val="tx1"/>
                </a:solidFill>
                <a:latin typeface="Lucida Sans Unicode" panose="020B0602030504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Lucida Sans Unicode" panose="020B0602030504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Lucida Sans Unicode" panose="020B0602030504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Lucida Sans Unicode" panose="020B0602030504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Lucida Sans Unicode" panose="020B0602030504020204" pitchFamily="34" charset="0"/>
              </a:defRPr>
            </a:lvl9pPr>
          </a:lstStyle>
          <a:p>
            <a:endParaRPr lang="en-US" altLang="en-US"/>
          </a:p>
        </p:txBody>
      </p:sp>
      <p:sp>
        <p:nvSpPr>
          <p:cNvPr id="3096" name="Rectangle 20"/>
          <p:cNvSpPr>
            <a:spLocks noChangeArrowheads="1"/>
          </p:cNvSpPr>
          <p:nvPr/>
        </p:nvSpPr>
        <p:spPr bwMode="auto">
          <a:xfrm>
            <a:off x="7661275" y="1824038"/>
            <a:ext cx="919163" cy="536575"/>
          </a:xfrm>
          <a:prstGeom prst="rect">
            <a:avLst/>
          </a:prstGeom>
          <a:noFill/>
          <a:ln w="9525">
            <a:solidFill>
              <a:schemeClr val="hlink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 anchor="ctr"/>
          <a:lstStyle>
            <a:lvl1pPr>
              <a:defRPr sz="1600">
                <a:solidFill>
                  <a:schemeClr val="tx1"/>
                </a:solidFill>
                <a:latin typeface="Lucida Sans Unicode" panose="020B0602030504020204" pitchFamily="34" charset="0"/>
              </a:defRPr>
            </a:lvl1pPr>
            <a:lvl2pPr marL="742950" indent="-285750">
              <a:defRPr sz="1600">
                <a:solidFill>
                  <a:schemeClr val="tx1"/>
                </a:solidFill>
                <a:latin typeface="Lucida Sans Unicode" panose="020B0602030504020204" pitchFamily="34" charset="0"/>
              </a:defRPr>
            </a:lvl2pPr>
            <a:lvl3pPr marL="1143000" indent="-228600">
              <a:defRPr sz="1600">
                <a:solidFill>
                  <a:schemeClr val="tx1"/>
                </a:solidFill>
                <a:latin typeface="Lucida Sans Unicode" panose="020B0602030504020204" pitchFamily="34" charset="0"/>
              </a:defRPr>
            </a:lvl3pPr>
            <a:lvl4pPr marL="1600200" indent="-228600">
              <a:defRPr sz="1600">
                <a:solidFill>
                  <a:schemeClr val="tx1"/>
                </a:solidFill>
                <a:latin typeface="Lucida Sans Unicode" panose="020B0602030504020204" pitchFamily="34" charset="0"/>
              </a:defRPr>
            </a:lvl4pPr>
            <a:lvl5pPr marL="2057400" indent="-228600">
              <a:defRPr sz="1600">
                <a:solidFill>
                  <a:schemeClr val="tx1"/>
                </a:solidFill>
                <a:latin typeface="Lucida Sans Unicode" panose="020B0602030504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Lucida Sans Unicode" panose="020B0602030504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Lucida Sans Unicode" panose="020B0602030504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Lucida Sans Unicode" panose="020B0602030504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Lucida Sans Unicode" panose="020B0602030504020204" pitchFamily="34" charset="0"/>
              </a:defRPr>
            </a:lvl9pPr>
          </a:lstStyle>
          <a:p>
            <a:endParaRPr lang="en-US" altLang="en-US"/>
          </a:p>
        </p:txBody>
      </p:sp>
      <p:sp>
        <p:nvSpPr>
          <p:cNvPr id="3097" name="Freeform 21"/>
          <p:cNvSpPr>
            <a:spLocks/>
          </p:cNvSpPr>
          <p:nvPr/>
        </p:nvSpPr>
        <p:spPr bwMode="auto">
          <a:xfrm>
            <a:off x="1268413" y="1304925"/>
            <a:ext cx="7413625" cy="1033463"/>
          </a:xfrm>
          <a:custGeom>
            <a:avLst/>
            <a:gdLst>
              <a:gd name="T0" fmla="*/ 0 w 3910"/>
              <a:gd name="T1" fmla="*/ 325 h 651"/>
              <a:gd name="T2" fmla="*/ 482 w 3910"/>
              <a:gd name="T3" fmla="*/ 0 h 651"/>
              <a:gd name="T4" fmla="*/ 966 w 3910"/>
              <a:gd name="T5" fmla="*/ 325 h 651"/>
              <a:gd name="T6" fmla="*/ 1448 w 3910"/>
              <a:gd name="T7" fmla="*/ 650 h 651"/>
              <a:gd name="T8" fmla="*/ 1931 w 3910"/>
              <a:gd name="T9" fmla="*/ 325 h 651"/>
              <a:gd name="T10" fmla="*/ 2414 w 3910"/>
              <a:gd name="T11" fmla="*/ 0 h 651"/>
              <a:gd name="T12" fmla="*/ 2897 w 3910"/>
              <a:gd name="T13" fmla="*/ 325 h 651"/>
              <a:gd name="T14" fmla="*/ 3379 w 3910"/>
              <a:gd name="T15" fmla="*/ 650 h 651"/>
              <a:gd name="T16" fmla="*/ 3836 w 3910"/>
              <a:gd name="T17" fmla="*/ 331 h 651"/>
              <a:gd name="T18" fmla="*/ 3821 w 3910"/>
              <a:gd name="T19" fmla="*/ 345 h 651"/>
              <a:gd name="T20" fmla="*/ 3851 w 3910"/>
              <a:gd name="T21" fmla="*/ 331 h 651"/>
              <a:gd name="T22" fmla="*/ 0 60000 65536"/>
              <a:gd name="T23" fmla="*/ 0 60000 65536"/>
              <a:gd name="T24" fmla="*/ 0 60000 65536"/>
              <a:gd name="T25" fmla="*/ 0 60000 65536"/>
              <a:gd name="T26" fmla="*/ 0 60000 65536"/>
              <a:gd name="T27" fmla="*/ 0 60000 65536"/>
              <a:gd name="T28" fmla="*/ 0 60000 65536"/>
              <a:gd name="T29" fmla="*/ 0 60000 65536"/>
              <a:gd name="T30" fmla="*/ 0 60000 65536"/>
              <a:gd name="T31" fmla="*/ 0 60000 65536"/>
              <a:gd name="T32" fmla="*/ 0 60000 65536"/>
              <a:gd name="T33" fmla="*/ 0 w 3910"/>
              <a:gd name="T34" fmla="*/ 0 h 651"/>
              <a:gd name="T35" fmla="*/ 3910 w 3910"/>
              <a:gd name="T36" fmla="*/ 651 h 651"/>
            </a:gdLst>
            <a:ahLst/>
            <a:cxnLst>
              <a:cxn ang="T22">
                <a:pos x="T0" y="T1"/>
              </a:cxn>
              <a:cxn ang="T23">
                <a:pos x="T2" y="T3"/>
              </a:cxn>
              <a:cxn ang="T24">
                <a:pos x="T4" y="T5"/>
              </a:cxn>
              <a:cxn ang="T25">
                <a:pos x="T6" y="T7"/>
              </a:cxn>
              <a:cxn ang="T26">
                <a:pos x="T8" y="T9"/>
              </a:cxn>
              <a:cxn ang="T27">
                <a:pos x="T10" y="T11"/>
              </a:cxn>
              <a:cxn ang="T28">
                <a:pos x="T12" y="T13"/>
              </a:cxn>
              <a:cxn ang="T29">
                <a:pos x="T14" y="T15"/>
              </a:cxn>
              <a:cxn ang="T30">
                <a:pos x="T16" y="T17"/>
              </a:cxn>
              <a:cxn ang="T31">
                <a:pos x="T18" y="T19"/>
              </a:cxn>
              <a:cxn ang="T32">
                <a:pos x="T20" y="T21"/>
              </a:cxn>
            </a:cxnLst>
            <a:rect l="T33" t="T34" r="T35" b="T36"/>
            <a:pathLst>
              <a:path w="3910" h="651">
                <a:moveTo>
                  <a:pt x="0" y="325"/>
                </a:moveTo>
                <a:cubicBezTo>
                  <a:pt x="161" y="162"/>
                  <a:pt x="322" y="0"/>
                  <a:pt x="482" y="0"/>
                </a:cubicBezTo>
                <a:cubicBezTo>
                  <a:pt x="643" y="0"/>
                  <a:pt x="805" y="216"/>
                  <a:pt x="966" y="325"/>
                </a:cubicBezTo>
                <a:cubicBezTo>
                  <a:pt x="1126" y="434"/>
                  <a:pt x="1288" y="650"/>
                  <a:pt x="1448" y="650"/>
                </a:cubicBezTo>
                <a:cubicBezTo>
                  <a:pt x="1609" y="650"/>
                  <a:pt x="1770" y="434"/>
                  <a:pt x="1931" y="325"/>
                </a:cubicBezTo>
                <a:cubicBezTo>
                  <a:pt x="2091" y="216"/>
                  <a:pt x="2254" y="0"/>
                  <a:pt x="2414" y="0"/>
                </a:cubicBezTo>
                <a:cubicBezTo>
                  <a:pt x="2575" y="0"/>
                  <a:pt x="2736" y="216"/>
                  <a:pt x="2897" y="325"/>
                </a:cubicBezTo>
                <a:cubicBezTo>
                  <a:pt x="3057" y="434"/>
                  <a:pt x="3223" y="649"/>
                  <a:pt x="3379" y="650"/>
                </a:cubicBezTo>
                <a:cubicBezTo>
                  <a:pt x="3535" y="651"/>
                  <a:pt x="3762" y="382"/>
                  <a:pt x="3836" y="331"/>
                </a:cubicBezTo>
                <a:cubicBezTo>
                  <a:pt x="3910" y="280"/>
                  <a:pt x="3819" y="345"/>
                  <a:pt x="3821" y="345"/>
                </a:cubicBezTo>
                <a:cubicBezTo>
                  <a:pt x="3823" y="345"/>
                  <a:pt x="3845" y="334"/>
                  <a:pt x="3851" y="331"/>
                </a:cubicBezTo>
              </a:path>
            </a:pathLst>
          </a:custGeom>
          <a:noFill/>
          <a:ln w="28575">
            <a:solidFill>
              <a:srgbClr val="990000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/>
          <a:lstStyle>
            <a:lvl1pPr>
              <a:defRPr sz="1600">
                <a:solidFill>
                  <a:schemeClr val="tx1"/>
                </a:solidFill>
                <a:latin typeface="Lucida Sans Unicode" panose="020B0602030504020204" pitchFamily="34" charset="0"/>
              </a:defRPr>
            </a:lvl1pPr>
            <a:lvl2pPr marL="742950" indent="-285750">
              <a:defRPr sz="1600">
                <a:solidFill>
                  <a:schemeClr val="tx1"/>
                </a:solidFill>
                <a:latin typeface="Lucida Sans Unicode" panose="020B0602030504020204" pitchFamily="34" charset="0"/>
              </a:defRPr>
            </a:lvl2pPr>
            <a:lvl3pPr marL="1143000" indent="-228600">
              <a:defRPr sz="1600">
                <a:solidFill>
                  <a:schemeClr val="tx1"/>
                </a:solidFill>
                <a:latin typeface="Lucida Sans Unicode" panose="020B0602030504020204" pitchFamily="34" charset="0"/>
              </a:defRPr>
            </a:lvl3pPr>
            <a:lvl4pPr marL="1600200" indent="-228600">
              <a:defRPr sz="1600">
                <a:solidFill>
                  <a:schemeClr val="tx1"/>
                </a:solidFill>
                <a:latin typeface="Lucida Sans Unicode" panose="020B0602030504020204" pitchFamily="34" charset="0"/>
              </a:defRPr>
            </a:lvl4pPr>
            <a:lvl5pPr marL="2057400" indent="-228600">
              <a:defRPr sz="1600">
                <a:solidFill>
                  <a:schemeClr val="tx1"/>
                </a:solidFill>
                <a:latin typeface="Lucida Sans Unicode" panose="020B0602030504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Lucida Sans Unicode" panose="020B0602030504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Lucida Sans Unicode" panose="020B0602030504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Lucida Sans Unicode" panose="020B0602030504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Lucida Sans Unicode" panose="020B0602030504020204" pitchFamily="34" charset="0"/>
              </a:defRPr>
            </a:lvl9pPr>
          </a:lstStyle>
          <a:p>
            <a:endParaRPr lang="en-US" altLang="en-US"/>
          </a:p>
        </p:txBody>
      </p:sp>
      <p:sp>
        <p:nvSpPr>
          <p:cNvPr id="3098" name="Line 22"/>
          <p:cNvSpPr>
            <a:spLocks noChangeShapeType="1"/>
          </p:cNvSpPr>
          <p:nvPr/>
        </p:nvSpPr>
        <p:spPr bwMode="auto">
          <a:xfrm flipV="1">
            <a:off x="1246188" y="2587625"/>
            <a:ext cx="3703637" cy="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 type="triangle" w="med" len="med"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en-GB"/>
          </a:p>
        </p:txBody>
      </p:sp>
      <p:sp>
        <p:nvSpPr>
          <p:cNvPr id="3099" name="Text Box 23"/>
          <p:cNvSpPr txBox="1">
            <a:spLocks noChangeArrowheads="1"/>
          </p:cNvSpPr>
          <p:nvPr/>
        </p:nvSpPr>
        <p:spPr bwMode="auto">
          <a:xfrm>
            <a:off x="2247900" y="2698750"/>
            <a:ext cx="2105063" cy="338554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defRPr sz="1600">
                <a:solidFill>
                  <a:schemeClr val="tx1"/>
                </a:solidFill>
                <a:latin typeface="Lucida Sans Unicode" panose="020B0602030504020204" pitchFamily="34" charset="0"/>
              </a:defRPr>
            </a:lvl1pPr>
            <a:lvl2pPr marL="742950" indent="-285750">
              <a:defRPr sz="1600">
                <a:solidFill>
                  <a:schemeClr val="tx1"/>
                </a:solidFill>
                <a:latin typeface="Lucida Sans Unicode" panose="020B0602030504020204" pitchFamily="34" charset="0"/>
              </a:defRPr>
            </a:lvl2pPr>
            <a:lvl3pPr marL="1143000" indent="-228600">
              <a:defRPr sz="1600">
                <a:solidFill>
                  <a:schemeClr val="tx1"/>
                </a:solidFill>
                <a:latin typeface="Lucida Sans Unicode" panose="020B0602030504020204" pitchFamily="34" charset="0"/>
              </a:defRPr>
            </a:lvl3pPr>
            <a:lvl4pPr marL="1600200" indent="-228600">
              <a:defRPr sz="1600">
                <a:solidFill>
                  <a:schemeClr val="tx1"/>
                </a:solidFill>
                <a:latin typeface="Lucida Sans Unicode" panose="020B0602030504020204" pitchFamily="34" charset="0"/>
              </a:defRPr>
            </a:lvl4pPr>
            <a:lvl5pPr marL="2057400" indent="-228600">
              <a:defRPr sz="1600">
                <a:solidFill>
                  <a:schemeClr val="tx1"/>
                </a:solidFill>
                <a:latin typeface="Lucida Sans Unicode" panose="020B0602030504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Lucida Sans Unicode" panose="020B0602030504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Lucida Sans Unicode" panose="020B0602030504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Lucida Sans Unicode" panose="020B0602030504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Lucida Sans Unicode" panose="020B0602030504020204" pitchFamily="34" charset="0"/>
              </a:defRPr>
            </a:lvl9pPr>
          </a:lstStyle>
          <a:p>
            <a:r>
              <a:rPr lang="en-GB" altLang="en-US" dirty="0"/>
              <a:t>One wavelength “</a:t>
            </a:r>
            <a:r>
              <a:rPr lang="en-GB" altLang="en-US" b="1" dirty="0">
                <a:sym typeface="Symbol" panose="05050102010706020507" pitchFamily="18" charset="2"/>
              </a:rPr>
              <a:t></a:t>
            </a:r>
            <a:r>
              <a:rPr lang="en-GB" altLang="en-US" dirty="0">
                <a:sym typeface="Symbol" panose="05050102010706020507" pitchFamily="18" charset="2"/>
              </a:rPr>
              <a:t>”</a:t>
            </a:r>
          </a:p>
        </p:txBody>
      </p:sp>
      <p:graphicFrame>
        <p:nvGraphicFramePr>
          <p:cNvPr id="3074" name="Object 25"/>
          <p:cNvGraphicFramePr>
            <a:graphicFrameLocks noChangeAspect="1"/>
          </p:cNvGraphicFramePr>
          <p:nvPr/>
        </p:nvGraphicFramePr>
        <p:xfrm>
          <a:off x="4514850" y="2820988"/>
          <a:ext cx="114300" cy="2159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074" name="Equation" r:id="rId3" imgW="114120" imgH="215640" progId="Equation.3">
                  <p:embed/>
                </p:oleObj>
              </mc:Choice>
              <mc:Fallback>
                <p:oleObj name="Equation" r:id="rId3" imgW="114120" imgH="215640" progId="Equation.3">
                  <p:embed/>
                  <p:pic>
                    <p:nvPicPr>
                      <p:cNvPr id="3074" name="Object 25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4514850" y="2820988"/>
                        <a:ext cx="114300" cy="2159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pSp>
        <p:nvGrpSpPr>
          <p:cNvPr id="3100" name="Group 26"/>
          <p:cNvGrpSpPr>
            <a:grpSpLocks/>
          </p:cNvGrpSpPr>
          <p:nvPr/>
        </p:nvGrpSpPr>
        <p:grpSpPr bwMode="auto">
          <a:xfrm>
            <a:off x="1258888" y="5022850"/>
            <a:ext cx="4632325" cy="1354138"/>
            <a:chOff x="1436" y="3164"/>
            <a:chExt cx="2918" cy="853"/>
          </a:xfrm>
        </p:grpSpPr>
        <p:sp>
          <p:nvSpPr>
            <p:cNvPr id="3107" name="Rectangle 27"/>
            <p:cNvSpPr>
              <a:spLocks noChangeArrowheads="1"/>
            </p:cNvSpPr>
            <p:nvPr/>
          </p:nvSpPr>
          <p:spPr bwMode="auto">
            <a:xfrm>
              <a:off x="1436" y="3164"/>
              <a:ext cx="2918" cy="853"/>
            </a:xfrm>
            <a:prstGeom prst="rect">
              <a:avLst/>
            </a:prstGeom>
            <a:solidFill>
              <a:srgbClr val="FFFFCC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anchor="ctr"/>
            <a:lstStyle>
              <a:lvl1pPr>
                <a:defRPr sz="1600">
                  <a:solidFill>
                    <a:schemeClr val="tx1"/>
                  </a:solidFill>
                  <a:latin typeface="Lucida Sans Unicode" panose="020B0602030504020204" pitchFamily="34" charset="0"/>
                </a:defRPr>
              </a:lvl1pPr>
              <a:lvl2pPr marL="742950" indent="-285750">
                <a:defRPr sz="1600">
                  <a:solidFill>
                    <a:schemeClr val="tx1"/>
                  </a:solidFill>
                  <a:latin typeface="Lucida Sans Unicode" panose="020B0602030504020204" pitchFamily="34" charset="0"/>
                </a:defRPr>
              </a:lvl2pPr>
              <a:lvl3pPr marL="1143000" indent="-228600">
                <a:defRPr sz="1600">
                  <a:solidFill>
                    <a:schemeClr val="tx1"/>
                  </a:solidFill>
                  <a:latin typeface="Lucida Sans Unicode" panose="020B0602030504020204" pitchFamily="34" charset="0"/>
                </a:defRPr>
              </a:lvl3pPr>
              <a:lvl4pPr marL="1600200" indent="-228600">
                <a:defRPr sz="1600">
                  <a:solidFill>
                    <a:schemeClr val="tx1"/>
                  </a:solidFill>
                  <a:latin typeface="Lucida Sans Unicode" panose="020B0602030504020204" pitchFamily="34" charset="0"/>
                </a:defRPr>
              </a:lvl4pPr>
              <a:lvl5pPr marL="2057400" indent="-228600">
                <a:defRPr sz="1600">
                  <a:solidFill>
                    <a:schemeClr val="tx1"/>
                  </a:solidFill>
                  <a:latin typeface="Lucida Sans Unicode" panose="020B0602030504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Lucida Sans Unicode" panose="020B0602030504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Lucida Sans Unicode" panose="020B0602030504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Lucida Sans Unicode" panose="020B0602030504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Lucida Sans Unicode" panose="020B0602030504020204" pitchFamily="34" charset="0"/>
                </a:defRPr>
              </a:lvl9pPr>
            </a:lstStyle>
            <a:p>
              <a:endParaRPr lang="en-US" altLang="en-US"/>
            </a:p>
          </p:txBody>
        </p:sp>
        <p:graphicFrame>
          <p:nvGraphicFramePr>
            <p:cNvPr id="3075" name="Object 28"/>
            <p:cNvGraphicFramePr>
              <a:graphicFrameLocks noChangeAspect="1"/>
            </p:cNvGraphicFramePr>
            <p:nvPr/>
          </p:nvGraphicFramePr>
          <p:xfrm>
            <a:off x="2598" y="3263"/>
            <a:ext cx="548" cy="514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3075" name="Equation" r:id="rId5" imgW="419040" imgH="393480" progId="Equation.3">
                    <p:embed/>
                  </p:oleObj>
                </mc:Choice>
                <mc:Fallback>
                  <p:oleObj name="Equation" r:id="rId5" imgW="419040" imgH="393480" progId="Equation.3">
                    <p:embed/>
                    <p:pic>
                      <p:nvPicPr>
                        <p:cNvPr id="3075" name="Object 28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6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2598" y="3263"/>
                          <a:ext cx="548" cy="514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ffectLst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  <a:ext uri="{91240B29-F687-4F45-9708-019B960494DF}">
                            <a14:hiddenLine xmlns:a14="http://schemas.microsoft.com/office/drawing/2010/main" w="9525">
                              <a:solidFill>
                                <a:srgbClr val="000000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  <a:ext uri="{AF507438-7753-43E0-B8FC-AC1667EBCBE1}">
                            <a14:hiddenEffects xmlns:a14="http://schemas.microsoft.com/office/drawing/2010/main">
                              <a:effectLst>
                                <a:outerShdw dist="35921" dir="2700000" algn="ctr" rotWithShape="0">
                                  <a:srgbClr val="808080"/>
                                </a:outerShdw>
                              </a:effectLst>
                            </a14:hiddenEffects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  <p:graphicFrame>
          <p:nvGraphicFramePr>
            <p:cNvPr id="3076" name="Object 29"/>
            <p:cNvGraphicFramePr>
              <a:graphicFrameLocks noChangeAspect="1"/>
            </p:cNvGraphicFramePr>
            <p:nvPr/>
          </p:nvGraphicFramePr>
          <p:xfrm>
            <a:off x="3467" y="3262"/>
            <a:ext cx="548" cy="547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3076" name="Equation" r:id="rId7" imgW="419040" imgH="419040" progId="Equation.3">
                    <p:embed/>
                  </p:oleObj>
                </mc:Choice>
                <mc:Fallback>
                  <p:oleObj name="Equation" r:id="rId7" imgW="419040" imgH="419040" progId="Equation.3">
                    <p:embed/>
                    <p:pic>
                      <p:nvPicPr>
                        <p:cNvPr id="3076" name="Object 29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8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3467" y="3262"/>
                          <a:ext cx="548" cy="547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ffectLst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  <a:ext uri="{91240B29-F687-4F45-9708-019B960494DF}">
                            <a14:hiddenLine xmlns:a14="http://schemas.microsoft.com/office/drawing/2010/main" w="9525">
                              <a:solidFill>
                                <a:srgbClr val="000000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  <a:ext uri="{AF507438-7753-43E0-B8FC-AC1667EBCBE1}">
                            <a14:hiddenEffects xmlns:a14="http://schemas.microsoft.com/office/drawing/2010/main">
                              <a:effectLst>
                                <a:outerShdw dist="35921" dir="2700000" algn="ctr" rotWithShape="0">
                                  <a:srgbClr val="808080"/>
                                </a:outerShdw>
                              </a:effectLst>
                            </a14:hiddenEffects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  <p:graphicFrame>
          <p:nvGraphicFramePr>
            <p:cNvPr id="3077" name="Object 30"/>
            <p:cNvGraphicFramePr>
              <a:graphicFrameLocks noChangeAspect="1"/>
            </p:cNvGraphicFramePr>
            <p:nvPr/>
          </p:nvGraphicFramePr>
          <p:xfrm>
            <a:off x="1667" y="3382"/>
            <a:ext cx="635" cy="299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3077" name="Equation" r:id="rId9" imgW="431640" imgH="203040" progId="Equation.3">
                    <p:embed/>
                  </p:oleObj>
                </mc:Choice>
                <mc:Fallback>
                  <p:oleObj name="Equation" r:id="rId9" imgW="431640" imgH="203040" progId="Equation.3">
                    <p:embed/>
                    <p:pic>
                      <p:nvPicPr>
                        <p:cNvPr id="3077" name="Object 30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10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1667" y="3382"/>
                          <a:ext cx="635" cy="299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ffectLst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  <a:ext uri="{91240B29-F687-4F45-9708-019B960494DF}">
                            <a14:hiddenLine xmlns:a14="http://schemas.microsoft.com/office/drawing/2010/main" w="9525">
                              <a:solidFill>
                                <a:srgbClr val="000000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  <a:ext uri="{AF507438-7753-43E0-B8FC-AC1667EBCBE1}">
                            <a14:hiddenEffects xmlns:a14="http://schemas.microsoft.com/office/drawing/2010/main">
                              <a:effectLst>
                                <a:outerShdw dist="35921" dir="2700000" algn="ctr" rotWithShape="0">
                                  <a:srgbClr val="808080"/>
                                </a:outerShdw>
                              </a:effectLst>
                            </a14:hiddenEffects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</p:grpSp>
      <p:sp>
        <p:nvSpPr>
          <p:cNvPr id="3101" name="Line 31"/>
          <p:cNvSpPr>
            <a:spLocks noChangeShapeType="1"/>
          </p:cNvSpPr>
          <p:nvPr/>
        </p:nvSpPr>
        <p:spPr bwMode="auto">
          <a:xfrm flipH="1">
            <a:off x="1239838" y="1108075"/>
            <a:ext cx="0" cy="2298700"/>
          </a:xfrm>
          <a:prstGeom prst="line">
            <a:avLst/>
          </a:prstGeom>
          <a:noFill/>
          <a:ln w="28575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en-GB"/>
          </a:p>
        </p:txBody>
      </p:sp>
      <p:grpSp>
        <p:nvGrpSpPr>
          <p:cNvPr id="3" name="Group 32"/>
          <p:cNvGrpSpPr>
            <a:grpSpLocks/>
          </p:cNvGrpSpPr>
          <p:nvPr/>
        </p:nvGrpSpPr>
        <p:grpSpPr bwMode="auto">
          <a:xfrm>
            <a:off x="6888163" y="4808538"/>
            <a:ext cx="1709737" cy="1570037"/>
            <a:chOff x="4369" y="2835"/>
            <a:chExt cx="1077" cy="989"/>
          </a:xfrm>
        </p:grpSpPr>
        <p:sp>
          <p:nvSpPr>
            <p:cNvPr id="3105" name="AutoShape 33"/>
            <p:cNvSpPr>
              <a:spLocks noChangeArrowheads="1"/>
            </p:cNvSpPr>
            <p:nvPr/>
          </p:nvSpPr>
          <p:spPr bwMode="auto">
            <a:xfrm>
              <a:off x="4369" y="2835"/>
              <a:ext cx="1077" cy="883"/>
            </a:xfrm>
            <a:prstGeom prst="triangle">
              <a:avLst>
                <a:gd name="adj" fmla="val 50000"/>
              </a:avLst>
            </a:prstGeom>
            <a:solidFill>
              <a:srgbClr val="CCECFF"/>
            </a:solidFill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>
              <a:lvl1pPr>
                <a:defRPr sz="1600">
                  <a:solidFill>
                    <a:schemeClr val="tx1"/>
                  </a:solidFill>
                  <a:latin typeface="Lucida Sans Unicode" panose="020B0602030504020204" pitchFamily="34" charset="0"/>
                </a:defRPr>
              </a:lvl1pPr>
              <a:lvl2pPr marL="742950" indent="-285750">
                <a:defRPr sz="1600">
                  <a:solidFill>
                    <a:schemeClr val="tx1"/>
                  </a:solidFill>
                  <a:latin typeface="Lucida Sans Unicode" panose="020B0602030504020204" pitchFamily="34" charset="0"/>
                </a:defRPr>
              </a:lvl2pPr>
              <a:lvl3pPr marL="1143000" indent="-228600">
                <a:defRPr sz="1600">
                  <a:solidFill>
                    <a:schemeClr val="tx1"/>
                  </a:solidFill>
                  <a:latin typeface="Lucida Sans Unicode" panose="020B0602030504020204" pitchFamily="34" charset="0"/>
                </a:defRPr>
              </a:lvl3pPr>
              <a:lvl4pPr marL="1600200" indent="-228600">
                <a:defRPr sz="1600">
                  <a:solidFill>
                    <a:schemeClr val="tx1"/>
                  </a:solidFill>
                  <a:latin typeface="Lucida Sans Unicode" panose="020B0602030504020204" pitchFamily="34" charset="0"/>
                </a:defRPr>
              </a:lvl4pPr>
              <a:lvl5pPr marL="2057400" indent="-228600">
                <a:defRPr sz="1600">
                  <a:solidFill>
                    <a:schemeClr val="tx1"/>
                  </a:solidFill>
                  <a:latin typeface="Lucida Sans Unicode" panose="020B0602030504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Lucida Sans Unicode" panose="020B0602030504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Lucida Sans Unicode" panose="020B0602030504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Lucida Sans Unicode" panose="020B0602030504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Lucida Sans Unicode" panose="020B0602030504020204" pitchFamily="34" charset="0"/>
                </a:defRPr>
              </a:lvl9pPr>
            </a:lstStyle>
            <a:p>
              <a:endParaRPr lang="en-US" altLang="en-US"/>
            </a:p>
          </p:txBody>
        </p:sp>
        <p:sp>
          <p:nvSpPr>
            <p:cNvPr id="3106" name="Text Box 34"/>
            <p:cNvSpPr txBox="1">
              <a:spLocks noChangeArrowheads="1"/>
            </p:cNvSpPr>
            <p:nvPr/>
          </p:nvSpPr>
          <p:spPr bwMode="auto">
            <a:xfrm>
              <a:off x="4520" y="2921"/>
              <a:ext cx="704" cy="903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>
                <a:defRPr sz="1600">
                  <a:solidFill>
                    <a:schemeClr val="tx1"/>
                  </a:solidFill>
                  <a:latin typeface="Lucida Sans Unicode" panose="020B0602030504020204" pitchFamily="34" charset="0"/>
                </a:defRPr>
              </a:lvl1pPr>
              <a:lvl2pPr marL="742950" indent="-285750">
                <a:defRPr sz="1600">
                  <a:solidFill>
                    <a:schemeClr val="tx1"/>
                  </a:solidFill>
                  <a:latin typeface="Lucida Sans Unicode" panose="020B0602030504020204" pitchFamily="34" charset="0"/>
                </a:defRPr>
              </a:lvl2pPr>
              <a:lvl3pPr marL="1143000" indent="-228600">
                <a:defRPr sz="1600">
                  <a:solidFill>
                    <a:schemeClr val="tx1"/>
                  </a:solidFill>
                  <a:latin typeface="Lucida Sans Unicode" panose="020B0602030504020204" pitchFamily="34" charset="0"/>
                </a:defRPr>
              </a:lvl3pPr>
              <a:lvl4pPr marL="1600200" indent="-228600">
                <a:defRPr sz="1600">
                  <a:solidFill>
                    <a:schemeClr val="tx1"/>
                  </a:solidFill>
                  <a:latin typeface="Lucida Sans Unicode" panose="020B0602030504020204" pitchFamily="34" charset="0"/>
                </a:defRPr>
              </a:lvl4pPr>
              <a:lvl5pPr marL="2057400" indent="-228600">
                <a:defRPr sz="1600">
                  <a:solidFill>
                    <a:schemeClr val="tx1"/>
                  </a:solidFill>
                  <a:latin typeface="Lucida Sans Unicode" panose="020B0602030504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Lucida Sans Unicode" panose="020B0602030504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Lucida Sans Unicode" panose="020B0602030504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Lucida Sans Unicode" panose="020B0602030504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Lucida Sans Unicode" panose="020B0602030504020204" pitchFamily="34" charset="0"/>
                </a:defRPr>
              </a:lvl9pPr>
            </a:lstStyle>
            <a:p>
              <a:r>
                <a:rPr lang="en-GB" altLang="en-US" sz="4000" i="1"/>
                <a:t>  v</a:t>
              </a:r>
            </a:p>
            <a:p>
              <a:r>
                <a:rPr lang="en-GB" altLang="en-US" sz="4000" i="1">
                  <a:sym typeface="Symbol" panose="05050102010706020507" pitchFamily="18" charset="2"/>
                </a:rPr>
                <a:t>f  </a:t>
              </a:r>
              <a:r>
                <a:rPr lang="en-GB" altLang="en-US" sz="4800" i="1">
                  <a:sym typeface="Symbol" panose="05050102010706020507" pitchFamily="18" charset="2"/>
                </a:rPr>
                <a:t></a:t>
              </a:r>
            </a:p>
          </p:txBody>
        </p:sp>
      </p:grpSp>
      <p:sp>
        <p:nvSpPr>
          <p:cNvPr id="3103" name="Text Box 35"/>
          <p:cNvSpPr txBox="1">
            <a:spLocks noChangeArrowheads="1"/>
          </p:cNvSpPr>
          <p:nvPr/>
        </p:nvSpPr>
        <p:spPr bwMode="auto">
          <a:xfrm>
            <a:off x="5951538" y="1804988"/>
            <a:ext cx="2541587" cy="1006475"/>
          </a:xfrm>
          <a:prstGeom prst="rect">
            <a:avLst/>
          </a:prstGeom>
          <a:solidFill>
            <a:schemeClr val="bg1">
              <a:alpha val="89803"/>
            </a:schemeClr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defRPr sz="1600">
                <a:solidFill>
                  <a:schemeClr val="tx1"/>
                </a:solidFill>
                <a:latin typeface="Lucida Sans Unicode" panose="020B0602030504020204" pitchFamily="34" charset="0"/>
              </a:defRPr>
            </a:lvl1pPr>
            <a:lvl2pPr marL="742950" indent="-285750">
              <a:defRPr sz="1600">
                <a:solidFill>
                  <a:schemeClr val="tx1"/>
                </a:solidFill>
                <a:latin typeface="Lucida Sans Unicode" panose="020B0602030504020204" pitchFamily="34" charset="0"/>
              </a:defRPr>
            </a:lvl2pPr>
            <a:lvl3pPr marL="1143000" indent="-228600">
              <a:defRPr sz="1600">
                <a:solidFill>
                  <a:schemeClr val="tx1"/>
                </a:solidFill>
                <a:latin typeface="Lucida Sans Unicode" panose="020B0602030504020204" pitchFamily="34" charset="0"/>
              </a:defRPr>
            </a:lvl3pPr>
            <a:lvl4pPr marL="1600200" indent="-228600">
              <a:defRPr sz="1600">
                <a:solidFill>
                  <a:schemeClr val="tx1"/>
                </a:solidFill>
                <a:latin typeface="Lucida Sans Unicode" panose="020B0602030504020204" pitchFamily="34" charset="0"/>
              </a:defRPr>
            </a:lvl4pPr>
            <a:lvl5pPr marL="2057400" indent="-228600">
              <a:defRPr sz="1600">
                <a:solidFill>
                  <a:schemeClr val="tx1"/>
                </a:solidFill>
                <a:latin typeface="Lucida Sans Unicode" panose="020B0602030504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Lucida Sans Unicode" panose="020B0602030504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Lucida Sans Unicode" panose="020B0602030504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Lucida Sans Unicode" panose="020B0602030504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Lucida Sans Unicode" panose="020B0602030504020204" pitchFamily="34" charset="0"/>
              </a:defRPr>
            </a:lvl9pPr>
          </a:lstStyle>
          <a:p>
            <a:r>
              <a:rPr lang="en-GB" altLang="en-US" sz="2000"/>
              <a:t>unit of wavelength</a:t>
            </a:r>
          </a:p>
          <a:p>
            <a:r>
              <a:rPr lang="en-GB" altLang="en-US" sz="2000"/>
              <a:t>= any length unit</a:t>
            </a:r>
          </a:p>
          <a:p>
            <a:r>
              <a:rPr lang="en-GB" altLang="en-US" sz="2000"/>
              <a:t>mm, cm, m ...</a:t>
            </a:r>
            <a:endParaRPr lang="en-GB" altLang="en-US"/>
          </a:p>
        </p:txBody>
      </p:sp>
      <p:sp>
        <p:nvSpPr>
          <p:cNvPr id="3104" name="Line 36"/>
          <p:cNvSpPr>
            <a:spLocks noChangeShapeType="1"/>
          </p:cNvSpPr>
          <p:nvPr/>
        </p:nvSpPr>
        <p:spPr bwMode="auto">
          <a:xfrm>
            <a:off x="4899025" y="1422400"/>
            <a:ext cx="0" cy="1101725"/>
          </a:xfrm>
          <a:prstGeom prst="line">
            <a:avLst/>
          </a:prstGeom>
          <a:noFill/>
          <a:ln w="9525">
            <a:solidFill>
              <a:schemeClr val="tx1"/>
            </a:solidFill>
            <a:prstDash val="lgDash"/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84499745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02" name="Text Box 4"/>
          <p:cNvSpPr txBox="1">
            <a:spLocks noChangeArrowheads="1"/>
          </p:cNvSpPr>
          <p:nvPr/>
        </p:nvSpPr>
        <p:spPr bwMode="auto">
          <a:xfrm>
            <a:off x="1254125" y="3997325"/>
            <a:ext cx="6889750" cy="3365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defRPr sz="1600">
                <a:solidFill>
                  <a:schemeClr val="tx1"/>
                </a:solidFill>
                <a:latin typeface="Lucida Sans Unicode" panose="020B0602030504020204" pitchFamily="34" charset="0"/>
              </a:defRPr>
            </a:lvl1pPr>
            <a:lvl2pPr marL="742950" indent="-285750">
              <a:defRPr sz="1600">
                <a:solidFill>
                  <a:schemeClr val="tx1"/>
                </a:solidFill>
                <a:latin typeface="Lucida Sans Unicode" panose="020B0602030504020204" pitchFamily="34" charset="0"/>
              </a:defRPr>
            </a:lvl2pPr>
            <a:lvl3pPr marL="1143000" indent="-228600">
              <a:defRPr sz="1600">
                <a:solidFill>
                  <a:schemeClr val="tx1"/>
                </a:solidFill>
                <a:latin typeface="Lucida Sans Unicode" panose="020B0602030504020204" pitchFamily="34" charset="0"/>
              </a:defRPr>
            </a:lvl3pPr>
            <a:lvl4pPr marL="1600200" indent="-228600">
              <a:defRPr sz="1600">
                <a:solidFill>
                  <a:schemeClr val="tx1"/>
                </a:solidFill>
                <a:latin typeface="Lucida Sans Unicode" panose="020B0602030504020204" pitchFamily="34" charset="0"/>
              </a:defRPr>
            </a:lvl4pPr>
            <a:lvl5pPr marL="2057400" indent="-228600">
              <a:defRPr sz="1600">
                <a:solidFill>
                  <a:schemeClr val="tx1"/>
                </a:solidFill>
                <a:latin typeface="Lucida Sans Unicode" panose="020B0602030504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Lucida Sans Unicode" panose="020B0602030504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Lucida Sans Unicode" panose="020B0602030504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Lucida Sans Unicode" panose="020B0602030504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Lucida Sans Unicode" panose="020B0602030504020204" pitchFamily="34" charset="0"/>
              </a:defRPr>
            </a:lvl9pPr>
          </a:lstStyle>
          <a:p>
            <a:r>
              <a:rPr lang="en-GB" altLang="en-US"/>
              <a:t>The period of the wave = T = the length of time for one wavelength</a:t>
            </a:r>
            <a:endParaRPr lang="en-GB" altLang="en-US" sz="2400">
              <a:sym typeface="Symbol" panose="05050102010706020507" pitchFamily="18" charset="2"/>
            </a:endParaRPr>
          </a:p>
        </p:txBody>
      </p:sp>
      <p:sp>
        <p:nvSpPr>
          <p:cNvPr id="4103" name="Rectangle 5"/>
          <p:cNvSpPr>
            <a:spLocks noChangeArrowheads="1"/>
          </p:cNvSpPr>
          <p:nvPr/>
        </p:nvSpPr>
        <p:spPr bwMode="auto">
          <a:xfrm>
            <a:off x="1239838" y="1273175"/>
            <a:ext cx="917575" cy="536575"/>
          </a:xfrm>
          <a:prstGeom prst="rect">
            <a:avLst/>
          </a:prstGeom>
          <a:noFill/>
          <a:ln w="9525">
            <a:solidFill>
              <a:schemeClr val="hlink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 anchor="ctr"/>
          <a:lstStyle>
            <a:lvl1pPr>
              <a:defRPr sz="1600">
                <a:solidFill>
                  <a:schemeClr val="tx1"/>
                </a:solidFill>
                <a:latin typeface="Lucida Sans Unicode" panose="020B0602030504020204" pitchFamily="34" charset="0"/>
              </a:defRPr>
            </a:lvl1pPr>
            <a:lvl2pPr marL="742950" indent="-285750">
              <a:defRPr sz="1600">
                <a:solidFill>
                  <a:schemeClr val="tx1"/>
                </a:solidFill>
                <a:latin typeface="Lucida Sans Unicode" panose="020B0602030504020204" pitchFamily="34" charset="0"/>
              </a:defRPr>
            </a:lvl2pPr>
            <a:lvl3pPr marL="1143000" indent="-228600">
              <a:defRPr sz="1600">
                <a:solidFill>
                  <a:schemeClr val="tx1"/>
                </a:solidFill>
                <a:latin typeface="Lucida Sans Unicode" panose="020B0602030504020204" pitchFamily="34" charset="0"/>
              </a:defRPr>
            </a:lvl3pPr>
            <a:lvl4pPr marL="1600200" indent="-228600">
              <a:defRPr sz="1600">
                <a:solidFill>
                  <a:schemeClr val="tx1"/>
                </a:solidFill>
                <a:latin typeface="Lucida Sans Unicode" panose="020B0602030504020204" pitchFamily="34" charset="0"/>
              </a:defRPr>
            </a:lvl4pPr>
            <a:lvl5pPr marL="2057400" indent="-228600">
              <a:defRPr sz="1600">
                <a:solidFill>
                  <a:schemeClr val="tx1"/>
                </a:solidFill>
                <a:latin typeface="Lucida Sans Unicode" panose="020B0602030504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Lucida Sans Unicode" panose="020B0602030504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Lucida Sans Unicode" panose="020B0602030504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Lucida Sans Unicode" panose="020B0602030504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Lucida Sans Unicode" panose="020B0602030504020204" pitchFamily="34" charset="0"/>
              </a:defRPr>
            </a:lvl9pPr>
          </a:lstStyle>
          <a:p>
            <a:endParaRPr lang="en-US" altLang="en-US"/>
          </a:p>
        </p:txBody>
      </p:sp>
      <p:sp>
        <p:nvSpPr>
          <p:cNvPr id="4104" name="Rectangle 6"/>
          <p:cNvSpPr>
            <a:spLocks noChangeArrowheads="1"/>
          </p:cNvSpPr>
          <p:nvPr/>
        </p:nvSpPr>
        <p:spPr bwMode="auto">
          <a:xfrm>
            <a:off x="1239838" y="1824038"/>
            <a:ext cx="917575" cy="536575"/>
          </a:xfrm>
          <a:prstGeom prst="rect">
            <a:avLst/>
          </a:prstGeom>
          <a:noFill/>
          <a:ln w="9525">
            <a:solidFill>
              <a:schemeClr val="hlink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 anchor="ctr"/>
          <a:lstStyle>
            <a:lvl1pPr>
              <a:defRPr sz="1600">
                <a:solidFill>
                  <a:schemeClr val="tx1"/>
                </a:solidFill>
                <a:latin typeface="Lucida Sans Unicode" panose="020B0602030504020204" pitchFamily="34" charset="0"/>
              </a:defRPr>
            </a:lvl1pPr>
            <a:lvl2pPr marL="742950" indent="-285750">
              <a:defRPr sz="1600">
                <a:solidFill>
                  <a:schemeClr val="tx1"/>
                </a:solidFill>
                <a:latin typeface="Lucida Sans Unicode" panose="020B0602030504020204" pitchFamily="34" charset="0"/>
              </a:defRPr>
            </a:lvl2pPr>
            <a:lvl3pPr marL="1143000" indent="-228600">
              <a:defRPr sz="1600">
                <a:solidFill>
                  <a:schemeClr val="tx1"/>
                </a:solidFill>
                <a:latin typeface="Lucida Sans Unicode" panose="020B0602030504020204" pitchFamily="34" charset="0"/>
              </a:defRPr>
            </a:lvl3pPr>
            <a:lvl4pPr marL="1600200" indent="-228600">
              <a:defRPr sz="1600">
                <a:solidFill>
                  <a:schemeClr val="tx1"/>
                </a:solidFill>
                <a:latin typeface="Lucida Sans Unicode" panose="020B0602030504020204" pitchFamily="34" charset="0"/>
              </a:defRPr>
            </a:lvl4pPr>
            <a:lvl5pPr marL="2057400" indent="-228600">
              <a:defRPr sz="1600">
                <a:solidFill>
                  <a:schemeClr val="tx1"/>
                </a:solidFill>
                <a:latin typeface="Lucida Sans Unicode" panose="020B0602030504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Lucida Sans Unicode" panose="020B0602030504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Lucida Sans Unicode" panose="020B0602030504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Lucida Sans Unicode" panose="020B0602030504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Lucida Sans Unicode" panose="020B0602030504020204" pitchFamily="34" charset="0"/>
              </a:defRPr>
            </a:lvl9pPr>
          </a:lstStyle>
          <a:p>
            <a:endParaRPr lang="en-US" altLang="en-US"/>
          </a:p>
        </p:txBody>
      </p:sp>
      <p:sp>
        <p:nvSpPr>
          <p:cNvPr id="4105" name="Rectangle 7"/>
          <p:cNvSpPr>
            <a:spLocks noChangeArrowheads="1"/>
          </p:cNvSpPr>
          <p:nvPr/>
        </p:nvSpPr>
        <p:spPr bwMode="auto">
          <a:xfrm>
            <a:off x="2157413" y="1273175"/>
            <a:ext cx="915987" cy="536575"/>
          </a:xfrm>
          <a:prstGeom prst="rect">
            <a:avLst/>
          </a:prstGeom>
          <a:noFill/>
          <a:ln w="9525">
            <a:solidFill>
              <a:schemeClr val="hlink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 anchor="ctr"/>
          <a:lstStyle>
            <a:lvl1pPr>
              <a:defRPr sz="1600">
                <a:solidFill>
                  <a:schemeClr val="tx1"/>
                </a:solidFill>
                <a:latin typeface="Lucida Sans Unicode" panose="020B0602030504020204" pitchFamily="34" charset="0"/>
              </a:defRPr>
            </a:lvl1pPr>
            <a:lvl2pPr marL="742950" indent="-285750">
              <a:defRPr sz="1600">
                <a:solidFill>
                  <a:schemeClr val="tx1"/>
                </a:solidFill>
                <a:latin typeface="Lucida Sans Unicode" panose="020B0602030504020204" pitchFamily="34" charset="0"/>
              </a:defRPr>
            </a:lvl2pPr>
            <a:lvl3pPr marL="1143000" indent="-228600">
              <a:defRPr sz="1600">
                <a:solidFill>
                  <a:schemeClr val="tx1"/>
                </a:solidFill>
                <a:latin typeface="Lucida Sans Unicode" panose="020B0602030504020204" pitchFamily="34" charset="0"/>
              </a:defRPr>
            </a:lvl3pPr>
            <a:lvl4pPr marL="1600200" indent="-228600">
              <a:defRPr sz="1600">
                <a:solidFill>
                  <a:schemeClr val="tx1"/>
                </a:solidFill>
                <a:latin typeface="Lucida Sans Unicode" panose="020B0602030504020204" pitchFamily="34" charset="0"/>
              </a:defRPr>
            </a:lvl4pPr>
            <a:lvl5pPr marL="2057400" indent="-228600">
              <a:defRPr sz="1600">
                <a:solidFill>
                  <a:schemeClr val="tx1"/>
                </a:solidFill>
                <a:latin typeface="Lucida Sans Unicode" panose="020B0602030504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Lucida Sans Unicode" panose="020B0602030504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Lucida Sans Unicode" panose="020B0602030504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Lucida Sans Unicode" panose="020B0602030504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Lucida Sans Unicode" panose="020B0602030504020204" pitchFamily="34" charset="0"/>
              </a:defRPr>
            </a:lvl9pPr>
          </a:lstStyle>
          <a:p>
            <a:endParaRPr lang="en-US" altLang="en-US"/>
          </a:p>
        </p:txBody>
      </p:sp>
      <p:sp>
        <p:nvSpPr>
          <p:cNvPr id="4106" name="Rectangle 8"/>
          <p:cNvSpPr>
            <a:spLocks noChangeArrowheads="1"/>
          </p:cNvSpPr>
          <p:nvPr/>
        </p:nvSpPr>
        <p:spPr bwMode="auto">
          <a:xfrm>
            <a:off x="2157413" y="1824038"/>
            <a:ext cx="915987" cy="536575"/>
          </a:xfrm>
          <a:prstGeom prst="rect">
            <a:avLst/>
          </a:prstGeom>
          <a:noFill/>
          <a:ln w="9525">
            <a:solidFill>
              <a:schemeClr val="hlink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 anchor="ctr"/>
          <a:lstStyle>
            <a:lvl1pPr>
              <a:defRPr sz="1600">
                <a:solidFill>
                  <a:schemeClr val="tx1"/>
                </a:solidFill>
                <a:latin typeface="Lucida Sans Unicode" panose="020B0602030504020204" pitchFamily="34" charset="0"/>
              </a:defRPr>
            </a:lvl1pPr>
            <a:lvl2pPr marL="742950" indent="-285750">
              <a:defRPr sz="1600">
                <a:solidFill>
                  <a:schemeClr val="tx1"/>
                </a:solidFill>
                <a:latin typeface="Lucida Sans Unicode" panose="020B0602030504020204" pitchFamily="34" charset="0"/>
              </a:defRPr>
            </a:lvl2pPr>
            <a:lvl3pPr marL="1143000" indent="-228600">
              <a:defRPr sz="1600">
                <a:solidFill>
                  <a:schemeClr val="tx1"/>
                </a:solidFill>
                <a:latin typeface="Lucida Sans Unicode" panose="020B0602030504020204" pitchFamily="34" charset="0"/>
              </a:defRPr>
            </a:lvl3pPr>
            <a:lvl4pPr marL="1600200" indent="-228600">
              <a:defRPr sz="1600">
                <a:solidFill>
                  <a:schemeClr val="tx1"/>
                </a:solidFill>
                <a:latin typeface="Lucida Sans Unicode" panose="020B0602030504020204" pitchFamily="34" charset="0"/>
              </a:defRPr>
            </a:lvl4pPr>
            <a:lvl5pPr marL="2057400" indent="-228600">
              <a:defRPr sz="1600">
                <a:solidFill>
                  <a:schemeClr val="tx1"/>
                </a:solidFill>
                <a:latin typeface="Lucida Sans Unicode" panose="020B0602030504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Lucida Sans Unicode" panose="020B0602030504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Lucida Sans Unicode" panose="020B0602030504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Lucida Sans Unicode" panose="020B0602030504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Lucida Sans Unicode" panose="020B0602030504020204" pitchFamily="34" charset="0"/>
              </a:defRPr>
            </a:lvl9pPr>
          </a:lstStyle>
          <a:p>
            <a:endParaRPr lang="en-US" altLang="en-US"/>
          </a:p>
        </p:txBody>
      </p:sp>
      <p:sp>
        <p:nvSpPr>
          <p:cNvPr id="4107" name="Rectangle 9"/>
          <p:cNvSpPr>
            <a:spLocks noChangeArrowheads="1"/>
          </p:cNvSpPr>
          <p:nvPr/>
        </p:nvSpPr>
        <p:spPr bwMode="auto">
          <a:xfrm>
            <a:off x="3074988" y="1273175"/>
            <a:ext cx="917575" cy="536575"/>
          </a:xfrm>
          <a:prstGeom prst="rect">
            <a:avLst/>
          </a:prstGeom>
          <a:noFill/>
          <a:ln w="9525">
            <a:solidFill>
              <a:schemeClr val="hlink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 anchor="ctr"/>
          <a:lstStyle>
            <a:lvl1pPr>
              <a:defRPr sz="1600">
                <a:solidFill>
                  <a:schemeClr val="tx1"/>
                </a:solidFill>
                <a:latin typeface="Lucida Sans Unicode" panose="020B0602030504020204" pitchFamily="34" charset="0"/>
              </a:defRPr>
            </a:lvl1pPr>
            <a:lvl2pPr marL="742950" indent="-285750">
              <a:defRPr sz="1600">
                <a:solidFill>
                  <a:schemeClr val="tx1"/>
                </a:solidFill>
                <a:latin typeface="Lucida Sans Unicode" panose="020B0602030504020204" pitchFamily="34" charset="0"/>
              </a:defRPr>
            </a:lvl2pPr>
            <a:lvl3pPr marL="1143000" indent="-228600">
              <a:defRPr sz="1600">
                <a:solidFill>
                  <a:schemeClr val="tx1"/>
                </a:solidFill>
                <a:latin typeface="Lucida Sans Unicode" panose="020B0602030504020204" pitchFamily="34" charset="0"/>
              </a:defRPr>
            </a:lvl3pPr>
            <a:lvl4pPr marL="1600200" indent="-228600">
              <a:defRPr sz="1600">
                <a:solidFill>
                  <a:schemeClr val="tx1"/>
                </a:solidFill>
                <a:latin typeface="Lucida Sans Unicode" panose="020B0602030504020204" pitchFamily="34" charset="0"/>
              </a:defRPr>
            </a:lvl4pPr>
            <a:lvl5pPr marL="2057400" indent="-228600">
              <a:defRPr sz="1600">
                <a:solidFill>
                  <a:schemeClr val="tx1"/>
                </a:solidFill>
                <a:latin typeface="Lucida Sans Unicode" panose="020B0602030504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Lucida Sans Unicode" panose="020B0602030504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Lucida Sans Unicode" panose="020B0602030504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Lucida Sans Unicode" panose="020B0602030504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Lucida Sans Unicode" panose="020B0602030504020204" pitchFamily="34" charset="0"/>
              </a:defRPr>
            </a:lvl9pPr>
          </a:lstStyle>
          <a:p>
            <a:endParaRPr lang="en-US" altLang="en-US"/>
          </a:p>
        </p:txBody>
      </p:sp>
      <p:sp>
        <p:nvSpPr>
          <p:cNvPr id="4108" name="Rectangle 10"/>
          <p:cNvSpPr>
            <a:spLocks noChangeArrowheads="1"/>
          </p:cNvSpPr>
          <p:nvPr/>
        </p:nvSpPr>
        <p:spPr bwMode="auto">
          <a:xfrm>
            <a:off x="3074988" y="1824038"/>
            <a:ext cx="917575" cy="536575"/>
          </a:xfrm>
          <a:prstGeom prst="rect">
            <a:avLst/>
          </a:prstGeom>
          <a:noFill/>
          <a:ln w="9525">
            <a:solidFill>
              <a:schemeClr val="hlink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 anchor="ctr"/>
          <a:lstStyle>
            <a:lvl1pPr>
              <a:defRPr sz="1600">
                <a:solidFill>
                  <a:schemeClr val="tx1"/>
                </a:solidFill>
                <a:latin typeface="Lucida Sans Unicode" panose="020B0602030504020204" pitchFamily="34" charset="0"/>
              </a:defRPr>
            </a:lvl1pPr>
            <a:lvl2pPr marL="742950" indent="-285750">
              <a:defRPr sz="1600">
                <a:solidFill>
                  <a:schemeClr val="tx1"/>
                </a:solidFill>
                <a:latin typeface="Lucida Sans Unicode" panose="020B0602030504020204" pitchFamily="34" charset="0"/>
              </a:defRPr>
            </a:lvl2pPr>
            <a:lvl3pPr marL="1143000" indent="-228600">
              <a:defRPr sz="1600">
                <a:solidFill>
                  <a:schemeClr val="tx1"/>
                </a:solidFill>
                <a:latin typeface="Lucida Sans Unicode" panose="020B0602030504020204" pitchFamily="34" charset="0"/>
              </a:defRPr>
            </a:lvl3pPr>
            <a:lvl4pPr marL="1600200" indent="-228600">
              <a:defRPr sz="1600">
                <a:solidFill>
                  <a:schemeClr val="tx1"/>
                </a:solidFill>
                <a:latin typeface="Lucida Sans Unicode" panose="020B0602030504020204" pitchFamily="34" charset="0"/>
              </a:defRPr>
            </a:lvl4pPr>
            <a:lvl5pPr marL="2057400" indent="-228600">
              <a:defRPr sz="1600">
                <a:solidFill>
                  <a:schemeClr val="tx1"/>
                </a:solidFill>
                <a:latin typeface="Lucida Sans Unicode" panose="020B0602030504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Lucida Sans Unicode" panose="020B0602030504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Lucida Sans Unicode" panose="020B0602030504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Lucida Sans Unicode" panose="020B0602030504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Lucida Sans Unicode" panose="020B0602030504020204" pitchFamily="34" charset="0"/>
              </a:defRPr>
            </a:lvl9pPr>
          </a:lstStyle>
          <a:p>
            <a:endParaRPr lang="en-US" altLang="en-US"/>
          </a:p>
        </p:txBody>
      </p:sp>
      <p:sp>
        <p:nvSpPr>
          <p:cNvPr id="4109" name="Rectangle 11"/>
          <p:cNvSpPr>
            <a:spLocks noChangeArrowheads="1"/>
          </p:cNvSpPr>
          <p:nvPr/>
        </p:nvSpPr>
        <p:spPr bwMode="auto">
          <a:xfrm>
            <a:off x="3992563" y="1273175"/>
            <a:ext cx="915987" cy="536575"/>
          </a:xfrm>
          <a:prstGeom prst="rect">
            <a:avLst/>
          </a:prstGeom>
          <a:noFill/>
          <a:ln w="9525">
            <a:solidFill>
              <a:schemeClr val="hlink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 anchor="ctr"/>
          <a:lstStyle>
            <a:lvl1pPr>
              <a:defRPr sz="1600">
                <a:solidFill>
                  <a:schemeClr val="tx1"/>
                </a:solidFill>
                <a:latin typeface="Lucida Sans Unicode" panose="020B0602030504020204" pitchFamily="34" charset="0"/>
              </a:defRPr>
            </a:lvl1pPr>
            <a:lvl2pPr marL="742950" indent="-285750">
              <a:defRPr sz="1600">
                <a:solidFill>
                  <a:schemeClr val="tx1"/>
                </a:solidFill>
                <a:latin typeface="Lucida Sans Unicode" panose="020B0602030504020204" pitchFamily="34" charset="0"/>
              </a:defRPr>
            </a:lvl2pPr>
            <a:lvl3pPr marL="1143000" indent="-228600">
              <a:defRPr sz="1600">
                <a:solidFill>
                  <a:schemeClr val="tx1"/>
                </a:solidFill>
                <a:latin typeface="Lucida Sans Unicode" panose="020B0602030504020204" pitchFamily="34" charset="0"/>
              </a:defRPr>
            </a:lvl3pPr>
            <a:lvl4pPr marL="1600200" indent="-228600">
              <a:defRPr sz="1600">
                <a:solidFill>
                  <a:schemeClr val="tx1"/>
                </a:solidFill>
                <a:latin typeface="Lucida Sans Unicode" panose="020B0602030504020204" pitchFamily="34" charset="0"/>
              </a:defRPr>
            </a:lvl4pPr>
            <a:lvl5pPr marL="2057400" indent="-228600">
              <a:defRPr sz="1600">
                <a:solidFill>
                  <a:schemeClr val="tx1"/>
                </a:solidFill>
                <a:latin typeface="Lucida Sans Unicode" panose="020B0602030504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Lucida Sans Unicode" panose="020B0602030504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Lucida Sans Unicode" panose="020B0602030504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Lucida Sans Unicode" panose="020B0602030504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Lucida Sans Unicode" panose="020B0602030504020204" pitchFamily="34" charset="0"/>
              </a:defRPr>
            </a:lvl9pPr>
          </a:lstStyle>
          <a:p>
            <a:endParaRPr lang="en-US" altLang="en-US"/>
          </a:p>
        </p:txBody>
      </p:sp>
      <p:sp>
        <p:nvSpPr>
          <p:cNvPr id="4110" name="Rectangle 12"/>
          <p:cNvSpPr>
            <a:spLocks noChangeArrowheads="1"/>
          </p:cNvSpPr>
          <p:nvPr/>
        </p:nvSpPr>
        <p:spPr bwMode="auto">
          <a:xfrm>
            <a:off x="3992563" y="1824038"/>
            <a:ext cx="915987" cy="536575"/>
          </a:xfrm>
          <a:prstGeom prst="rect">
            <a:avLst/>
          </a:prstGeom>
          <a:noFill/>
          <a:ln w="9525">
            <a:solidFill>
              <a:schemeClr val="hlink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 anchor="ctr"/>
          <a:lstStyle>
            <a:lvl1pPr>
              <a:defRPr sz="1600">
                <a:solidFill>
                  <a:schemeClr val="tx1"/>
                </a:solidFill>
                <a:latin typeface="Lucida Sans Unicode" panose="020B0602030504020204" pitchFamily="34" charset="0"/>
              </a:defRPr>
            </a:lvl1pPr>
            <a:lvl2pPr marL="742950" indent="-285750">
              <a:defRPr sz="1600">
                <a:solidFill>
                  <a:schemeClr val="tx1"/>
                </a:solidFill>
                <a:latin typeface="Lucida Sans Unicode" panose="020B0602030504020204" pitchFamily="34" charset="0"/>
              </a:defRPr>
            </a:lvl2pPr>
            <a:lvl3pPr marL="1143000" indent="-228600">
              <a:defRPr sz="1600">
                <a:solidFill>
                  <a:schemeClr val="tx1"/>
                </a:solidFill>
                <a:latin typeface="Lucida Sans Unicode" panose="020B0602030504020204" pitchFamily="34" charset="0"/>
              </a:defRPr>
            </a:lvl3pPr>
            <a:lvl4pPr marL="1600200" indent="-228600">
              <a:defRPr sz="1600">
                <a:solidFill>
                  <a:schemeClr val="tx1"/>
                </a:solidFill>
                <a:latin typeface="Lucida Sans Unicode" panose="020B0602030504020204" pitchFamily="34" charset="0"/>
              </a:defRPr>
            </a:lvl4pPr>
            <a:lvl5pPr marL="2057400" indent="-228600">
              <a:defRPr sz="1600">
                <a:solidFill>
                  <a:schemeClr val="tx1"/>
                </a:solidFill>
                <a:latin typeface="Lucida Sans Unicode" panose="020B0602030504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Lucida Sans Unicode" panose="020B0602030504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Lucida Sans Unicode" panose="020B0602030504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Lucida Sans Unicode" panose="020B0602030504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Lucida Sans Unicode" panose="020B0602030504020204" pitchFamily="34" charset="0"/>
              </a:defRPr>
            </a:lvl9pPr>
          </a:lstStyle>
          <a:p>
            <a:endParaRPr lang="en-US" altLang="en-US"/>
          </a:p>
        </p:txBody>
      </p:sp>
      <p:sp>
        <p:nvSpPr>
          <p:cNvPr id="4111" name="Rectangle 13"/>
          <p:cNvSpPr>
            <a:spLocks noChangeArrowheads="1"/>
          </p:cNvSpPr>
          <p:nvPr/>
        </p:nvSpPr>
        <p:spPr bwMode="auto">
          <a:xfrm>
            <a:off x="4908550" y="1273175"/>
            <a:ext cx="917575" cy="536575"/>
          </a:xfrm>
          <a:prstGeom prst="rect">
            <a:avLst/>
          </a:prstGeom>
          <a:noFill/>
          <a:ln w="9525">
            <a:solidFill>
              <a:schemeClr val="hlink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 anchor="ctr"/>
          <a:lstStyle>
            <a:lvl1pPr>
              <a:defRPr sz="1600">
                <a:solidFill>
                  <a:schemeClr val="tx1"/>
                </a:solidFill>
                <a:latin typeface="Lucida Sans Unicode" panose="020B0602030504020204" pitchFamily="34" charset="0"/>
              </a:defRPr>
            </a:lvl1pPr>
            <a:lvl2pPr marL="742950" indent="-285750">
              <a:defRPr sz="1600">
                <a:solidFill>
                  <a:schemeClr val="tx1"/>
                </a:solidFill>
                <a:latin typeface="Lucida Sans Unicode" panose="020B0602030504020204" pitchFamily="34" charset="0"/>
              </a:defRPr>
            </a:lvl2pPr>
            <a:lvl3pPr marL="1143000" indent="-228600">
              <a:defRPr sz="1600">
                <a:solidFill>
                  <a:schemeClr val="tx1"/>
                </a:solidFill>
                <a:latin typeface="Lucida Sans Unicode" panose="020B0602030504020204" pitchFamily="34" charset="0"/>
              </a:defRPr>
            </a:lvl3pPr>
            <a:lvl4pPr marL="1600200" indent="-228600">
              <a:defRPr sz="1600">
                <a:solidFill>
                  <a:schemeClr val="tx1"/>
                </a:solidFill>
                <a:latin typeface="Lucida Sans Unicode" panose="020B0602030504020204" pitchFamily="34" charset="0"/>
              </a:defRPr>
            </a:lvl4pPr>
            <a:lvl5pPr marL="2057400" indent="-228600">
              <a:defRPr sz="1600">
                <a:solidFill>
                  <a:schemeClr val="tx1"/>
                </a:solidFill>
                <a:latin typeface="Lucida Sans Unicode" panose="020B0602030504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Lucida Sans Unicode" panose="020B0602030504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Lucida Sans Unicode" panose="020B0602030504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Lucida Sans Unicode" panose="020B0602030504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Lucida Sans Unicode" panose="020B0602030504020204" pitchFamily="34" charset="0"/>
              </a:defRPr>
            </a:lvl9pPr>
          </a:lstStyle>
          <a:p>
            <a:endParaRPr lang="en-US" altLang="en-US"/>
          </a:p>
        </p:txBody>
      </p:sp>
      <p:sp>
        <p:nvSpPr>
          <p:cNvPr id="4112" name="Rectangle 14"/>
          <p:cNvSpPr>
            <a:spLocks noChangeArrowheads="1"/>
          </p:cNvSpPr>
          <p:nvPr/>
        </p:nvSpPr>
        <p:spPr bwMode="auto">
          <a:xfrm>
            <a:off x="4908550" y="1824038"/>
            <a:ext cx="917575" cy="536575"/>
          </a:xfrm>
          <a:prstGeom prst="rect">
            <a:avLst/>
          </a:prstGeom>
          <a:noFill/>
          <a:ln w="9525">
            <a:solidFill>
              <a:schemeClr val="hlink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 anchor="ctr"/>
          <a:lstStyle>
            <a:lvl1pPr>
              <a:defRPr sz="1600">
                <a:solidFill>
                  <a:schemeClr val="tx1"/>
                </a:solidFill>
                <a:latin typeface="Lucida Sans Unicode" panose="020B0602030504020204" pitchFamily="34" charset="0"/>
              </a:defRPr>
            </a:lvl1pPr>
            <a:lvl2pPr marL="742950" indent="-285750">
              <a:defRPr sz="1600">
                <a:solidFill>
                  <a:schemeClr val="tx1"/>
                </a:solidFill>
                <a:latin typeface="Lucida Sans Unicode" panose="020B0602030504020204" pitchFamily="34" charset="0"/>
              </a:defRPr>
            </a:lvl2pPr>
            <a:lvl3pPr marL="1143000" indent="-228600">
              <a:defRPr sz="1600">
                <a:solidFill>
                  <a:schemeClr val="tx1"/>
                </a:solidFill>
                <a:latin typeface="Lucida Sans Unicode" panose="020B0602030504020204" pitchFamily="34" charset="0"/>
              </a:defRPr>
            </a:lvl3pPr>
            <a:lvl4pPr marL="1600200" indent="-228600">
              <a:defRPr sz="1600">
                <a:solidFill>
                  <a:schemeClr val="tx1"/>
                </a:solidFill>
                <a:latin typeface="Lucida Sans Unicode" panose="020B0602030504020204" pitchFamily="34" charset="0"/>
              </a:defRPr>
            </a:lvl4pPr>
            <a:lvl5pPr marL="2057400" indent="-228600">
              <a:defRPr sz="1600">
                <a:solidFill>
                  <a:schemeClr val="tx1"/>
                </a:solidFill>
                <a:latin typeface="Lucida Sans Unicode" panose="020B0602030504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Lucida Sans Unicode" panose="020B0602030504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Lucida Sans Unicode" panose="020B0602030504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Lucida Sans Unicode" panose="020B0602030504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Lucida Sans Unicode" panose="020B0602030504020204" pitchFamily="34" charset="0"/>
              </a:defRPr>
            </a:lvl9pPr>
          </a:lstStyle>
          <a:p>
            <a:endParaRPr lang="en-US" altLang="en-US"/>
          </a:p>
        </p:txBody>
      </p:sp>
      <p:sp>
        <p:nvSpPr>
          <p:cNvPr id="4113" name="Rectangle 15"/>
          <p:cNvSpPr>
            <a:spLocks noChangeArrowheads="1"/>
          </p:cNvSpPr>
          <p:nvPr/>
        </p:nvSpPr>
        <p:spPr bwMode="auto">
          <a:xfrm>
            <a:off x="5826125" y="1273175"/>
            <a:ext cx="915988" cy="536575"/>
          </a:xfrm>
          <a:prstGeom prst="rect">
            <a:avLst/>
          </a:prstGeom>
          <a:noFill/>
          <a:ln w="9525">
            <a:solidFill>
              <a:schemeClr val="hlink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 anchor="ctr"/>
          <a:lstStyle>
            <a:lvl1pPr>
              <a:defRPr sz="1600">
                <a:solidFill>
                  <a:schemeClr val="tx1"/>
                </a:solidFill>
                <a:latin typeface="Lucida Sans Unicode" panose="020B0602030504020204" pitchFamily="34" charset="0"/>
              </a:defRPr>
            </a:lvl1pPr>
            <a:lvl2pPr marL="742950" indent="-285750">
              <a:defRPr sz="1600">
                <a:solidFill>
                  <a:schemeClr val="tx1"/>
                </a:solidFill>
                <a:latin typeface="Lucida Sans Unicode" panose="020B0602030504020204" pitchFamily="34" charset="0"/>
              </a:defRPr>
            </a:lvl2pPr>
            <a:lvl3pPr marL="1143000" indent="-228600">
              <a:defRPr sz="1600">
                <a:solidFill>
                  <a:schemeClr val="tx1"/>
                </a:solidFill>
                <a:latin typeface="Lucida Sans Unicode" panose="020B0602030504020204" pitchFamily="34" charset="0"/>
              </a:defRPr>
            </a:lvl3pPr>
            <a:lvl4pPr marL="1600200" indent="-228600">
              <a:defRPr sz="1600">
                <a:solidFill>
                  <a:schemeClr val="tx1"/>
                </a:solidFill>
                <a:latin typeface="Lucida Sans Unicode" panose="020B0602030504020204" pitchFamily="34" charset="0"/>
              </a:defRPr>
            </a:lvl4pPr>
            <a:lvl5pPr marL="2057400" indent="-228600">
              <a:defRPr sz="1600">
                <a:solidFill>
                  <a:schemeClr val="tx1"/>
                </a:solidFill>
                <a:latin typeface="Lucida Sans Unicode" panose="020B0602030504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Lucida Sans Unicode" panose="020B0602030504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Lucida Sans Unicode" panose="020B0602030504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Lucida Sans Unicode" panose="020B0602030504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Lucida Sans Unicode" panose="020B0602030504020204" pitchFamily="34" charset="0"/>
              </a:defRPr>
            </a:lvl9pPr>
          </a:lstStyle>
          <a:p>
            <a:endParaRPr lang="en-US" altLang="en-US"/>
          </a:p>
        </p:txBody>
      </p:sp>
      <p:sp>
        <p:nvSpPr>
          <p:cNvPr id="4114" name="Rectangle 16"/>
          <p:cNvSpPr>
            <a:spLocks noChangeArrowheads="1"/>
          </p:cNvSpPr>
          <p:nvPr/>
        </p:nvSpPr>
        <p:spPr bwMode="auto">
          <a:xfrm>
            <a:off x="5826125" y="1824038"/>
            <a:ext cx="915988" cy="536575"/>
          </a:xfrm>
          <a:prstGeom prst="rect">
            <a:avLst/>
          </a:prstGeom>
          <a:noFill/>
          <a:ln w="9525">
            <a:solidFill>
              <a:schemeClr val="hlink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 anchor="ctr"/>
          <a:lstStyle>
            <a:lvl1pPr>
              <a:defRPr sz="1600">
                <a:solidFill>
                  <a:schemeClr val="tx1"/>
                </a:solidFill>
                <a:latin typeface="Lucida Sans Unicode" panose="020B0602030504020204" pitchFamily="34" charset="0"/>
              </a:defRPr>
            </a:lvl1pPr>
            <a:lvl2pPr marL="742950" indent="-285750">
              <a:defRPr sz="1600">
                <a:solidFill>
                  <a:schemeClr val="tx1"/>
                </a:solidFill>
                <a:latin typeface="Lucida Sans Unicode" panose="020B0602030504020204" pitchFamily="34" charset="0"/>
              </a:defRPr>
            </a:lvl2pPr>
            <a:lvl3pPr marL="1143000" indent="-228600">
              <a:defRPr sz="1600">
                <a:solidFill>
                  <a:schemeClr val="tx1"/>
                </a:solidFill>
                <a:latin typeface="Lucida Sans Unicode" panose="020B0602030504020204" pitchFamily="34" charset="0"/>
              </a:defRPr>
            </a:lvl3pPr>
            <a:lvl4pPr marL="1600200" indent="-228600">
              <a:defRPr sz="1600">
                <a:solidFill>
                  <a:schemeClr val="tx1"/>
                </a:solidFill>
                <a:latin typeface="Lucida Sans Unicode" panose="020B0602030504020204" pitchFamily="34" charset="0"/>
              </a:defRPr>
            </a:lvl4pPr>
            <a:lvl5pPr marL="2057400" indent="-228600">
              <a:defRPr sz="1600">
                <a:solidFill>
                  <a:schemeClr val="tx1"/>
                </a:solidFill>
                <a:latin typeface="Lucida Sans Unicode" panose="020B0602030504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Lucida Sans Unicode" panose="020B0602030504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Lucida Sans Unicode" panose="020B0602030504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Lucida Sans Unicode" panose="020B0602030504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Lucida Sans Unicode" panose="020B0602030504020204" pitchFamily="34" charset="0"/>
              </a:defRPr>
            </a:lvl9pPr>
          </a:lstStyle>
          <a:p>
            <a:endParaRPr lang="en-US" altLang="en-US"/>
          </a:p>
        </p:txBody>
      </p:sp>
      <p:sp>
        <p:nvSpPr>
          <p:cNvPr id="4115" name="Rectangle 17"/>
          <p:cNvSpPr>
            <a:spLocks noChangeArrowheads="1"/>
          </p:cNvSpPr>
          <p:nvPr/>
        </p:nvSpPr>
        <p:spPr bwMode="auto">
          <a:xfrm>
            <a:off x="6743700" y="1273175"/>
            <a:ext cx="917575" cy="536575"/>
          </a:xfrm>
          <a:prstGeom prst="rect">
            <a:avLst/>
          </a:prstGeom>
          <a:noFill/>
          <a:ln w="9525">
            <a:solidFill>
              <a:schemeClr val="hlink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 anchor="ctr"/>
          <a:lstStyle>
            <a:lvl1pPr>
              <a:defRPr sz="1600">
                <a:solidFill>
                  <a:schemeClr val="tx1"/>
                </a:solidFill>
                <a:latin typeface="Lucida Sans Unicode" panose="020B0602030504020204" pitchFamily="34" charset="0"/>
              </a:defRPr>
            </a:lvl1pPr>
            <a:lvl2pPr marL="742950" indent="-285750">
              <a:defRPr sz="1600">
                <a:solidFill>
                  <a:schemeClr val="tx1"/>
                </a:solidFill>
                <a:latin typeface="Lucida Sans Unicode" panose="020B0602030504020204" pitchFamily="34" charset="0"/>
              </a:defRPr>
            </a:lvl2pPr>
            <a:lvl3pPr marL="1143000" indent="-228600">
              <a:defRPr sz="1600">
                <a:solidFill>
                  <a:schemeClr val="tx1"/>
                </a:solidFill>
                <a:latin typeface="Lucida Sans Unicode" panose="020B0602030504020204" pitchFamily="34" charset="0"/>
              </a:defRPr>
            </a:lvl3pPr>
            <a:lvl4pPr marL="1600200" indent="-228600">
              <a:defRPr sz="1600">
                <a:solidFill>
                  <a:schemeClr val="tx1"/>
                </a:solidFill>
                <a:latin typeface="Lucida Sans Unicode" panose="020B0602030504020204" pitchFamily="34" charset="0"/>
              </a:defRPr>
            </a:lvl4pPr>
            <a:lvl5pPr marL="2057400" indent="-228600">
              <a:defRPr sz="1600">
                <a:solidFill>
                  <a:schemeClr val="tx1"/>
                </a:solidFill>
                <a:latin typeface="Lucida Sans Unicode" panose="020B0602030504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Lucida Sans Unicode" panose="020B0602030504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Lucida Sans Unicode" panose="020B0602030504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Lucida Sans Unicode" panose="020B0602030504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Lucida Sans Unicode" panose="020B0602030504020204" pitchFamily="34" charset="0"/>
              </a:defRPr>
            </a:lvl9pPr>
          </a:lstStyle>
          <a:p>
            <a:endParaRPr lang="en-US" altLang="en-US"/>
          </a:p>
        </p:txBody>
      </p:sp>
      <p:sp>
        <p:nvSpPr>
          <p:cNvPr id="4116" name="Rectangle 18"/>
          <p:cNvSpPr>
            <a:spLocks noChangeArrowheads="1"/>
          </p:cNvSpPr>
          <p:nvPr/>
        </p:nvSpPr>
        <p:spPr bwMode="auto">
          <a:xfrm>
            <a:off x="6743700" y="1824038"/>
            <a:ext cx="917575" cy="536575"/>
          </a:xfrm>
          <a:prstGeom prst="rect">
            <a:avLst/>
          </a:prstGeom>
          <a:noFill/>
          <a:ln w="9525">
            <a:solidFill>
              <a:schemeClr val="hlink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 anchor="ctr"/>
          <a:lstStyle>
            <a:lvl1pPr>
              <a:defRPr sz="1600">
                <a:solidFill>
                  <a:schemeClr val="tx1"/>
                </a:solidFill>
                <a:latin typeface="Lucida Sans Unicode" panose="020B0602030504020204" pitchFamily="34" charset="0"/>
              </a:defRPr>
            </a:lvl1pPr>
            <a:lvl2pPr marL="742950" indent="-285750">
              <a:defRPr sz="1600">
                <a:solidFill>
                  <a:schemeClr val="tx1"/>
                </a:solidFill>
                <a:latin typeface="Lucida Sans Unicode" panose="020B0602030504020204" pitchFamily="34" charset="0"/>
              </a:defRPr>
            </a:lvl2pPr>
            <a:lvl3pPr marL="1143000" indent="-228600">
              <a:defRPr sz="1600">
                <a:solidFill>
                  <a:schemeClr val="tx1"/>
                </a:solidFill>
                <a:latin typeface="Lucida Sans Unicode" panose="020B0602030504020204" pitchFamily="34" charset="0"/>
              </a:defRPr>
            </a:lvl3pPr>
            <a:lvl4pPr marL="1600200" indent="-228600">
              <a:defRPr sz="1600">
                <a:solidFill>
                  <a:schemeClr val="tx1"/>
                </a:solidFill>
                <a:latin typeface="Lucida Sans Unicode" panose="020B0602030504020204" pitchFamily="34" charset="0"/>
              </a:defRPr>
            </a:lvl4pPr>
            <a:lvl5pPr marL="2057400" indent="-228600">
              <a:defRPr sz="1600">
                <a:solidFill>
                  <a:schemeClr val="tx1"/>
                </a:solidFill>
                <a:latin typeface="Lucida Sans Unicode" panose="020B0602030504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Lucida Sans Unicode" panose="020B0602030504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Lucida Sans Unicode" panose="020B0602030504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Lucida Sans Unicode" panose="020B0602030504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Lucida Sans Unicode" panose="020B0602030504020204" pitchFamily="34" charset="0"/>
              </a:defRPr>
            </a:lvl9pPr>
          </a:lstStyle>
          <a:p>
            <a:endParaRPr lang="en-US" altLang="en-US"/>
          </a:p>
        </p:txBody>
      </p:sp>
      <p:sp>
        <p:nvSpPr>
          <p:cNvPr id="4117" name="Rectangle 19"/>
          <p:cNvSpPr>
            <a:spLocks noChangeArrowheads="1"/>
          </p:cNvSpPr>
          <p:nvPr/>
        </p:nvSpPr>
        <p:spPr bwMode="auto">
          <a:xfrm>
            <a:off x="7661275" y="1273175"/>
            <a:ext cx="919163" cy="536575"/>
          </a:xfrm>
          <a:prstGeom prst="rect">
            <a:avLst/>
          </a:prstGeom>
          <a:noFill/>
          <a:ln w="9525">
            <a:solidFill>
              <a:schemeClr val="hlink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 anchor="ctr"/>
          <a:lstStyle>
            <a:lvl1pPr>
              <a:defRPr sz="1600">
                <a:solidFill>
                  <a:schemeClr val="tx1"/>
                </a:solidFill>
                <a:latin typeface="Lucida Sans Unicode" panose="020B0602030504020204" pitchFamily="34" charset="0"/>
              </a:defRPr>
            </a:lvl1pPr>
            <a:lvl2pPr marL="742950" indent="-285750">
              <a:defRPr sz="1600">
                <a:solidFill>
                  <a:schemeClr val="tx1"/>
                </a:solidFill>
                <a:latin typeface="Lucida Sans Unicode" panose="020B0602030504020204" pitchFamily="34" charset="0"/>
              </a:defRPr>
            </a:lvl2pPr>
            <a:lvl3pPr marL="1143000" indent="-228600">
              <a:defRPr sz="1600">
                <a:solidFill>
                  <a:schemeClr val="tx1"/>
                </a:solidFill>
                <a:latin typeface="Lucida Sans Unicode" panose="020B0602030504020204" pitchFamily="34" charset="0"/>
              </a:defRPr>
            </a:lvl3pPr>
            <a:lvl4pPr marL="1600200" indent="-228600">
              <a:defRPr sz="1600">
                <a:solidFill>
                  <a:schemeClr val="tx1"/>
                </a:solidFill>
                <a:latin typeface="Lucida Sans Unicode" panose="020B0602030504020204" pitchFamily="34" charset="0"/>
              </a:defRPr>
            </a:lvl4pPr>
            <a:lvl5pPr marL="2057400" indent="-228600">
              <a:defRPr sz="1600">
                <a:solidFill>
                  <a:schemeClr val="tx1"/>
                </a:solidFill>
                <a:latin typeface="Lucida Sans Unicode" panose="020B0602030504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Lucida Sans Unicode" panose="020B0602030504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Lucida Sans Unicode" panose="020B0602030504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Lucida Sans Unicode" panose="020B0602030504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Lucida Sans Unicode" panose="020B0602030504020204" pitchFamily="34" charset="0"/>
              </a:defRPr>
            </a:lvl9pPr>
          </a:lstStyle>
          <a:p>
            <a:endParaRPr lang="en-US" altLang="en-US"/>
          </a:p>
        </p:txBody>
      </p:sp>
      <p:sp>
        <p:nvSpPr>
          <p:cNvPr id="4118" name="Rectangle 20"/>
          <p:cNvSpPr>
            <a:spLocks noChangeArrowheads="1"/>
          </p:cNvSpPr>
          <p:nvPr/>
        </p:nvSpPr>
        <p:spPr bwMode="auto">
          <a:xfrm>
            <a:off x="7661275" y="1824038"/>
            <a:ext cx="919163" cy="536575"/>
          </a:xfrm>
          <a:prstGeom prst="rect">
            <a:avLst/>
          </a:prstGeom>
          <a:noFill/>
          <a:ln w="9525">
            <a:solidFill>
              <a:schemeClr val="hlink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 anchor="ctr"/>
          <a:lstStyle>
            <a:lvl1pPr>
              <a:defRPr sz="1600">
                <a:solidFill>
                  <a:schemeClr val="tx1"/>
                </a:solidFill>
                <a:latin typeface="Lucida Sans Unicode" panose="020B0602030504020204" pitchFamily="34" charset="0"/>
              </a:defRPr>
            </a:lvl1pPr>
            <a:lvl2pPr marL="742950" indent="-285750">
              <a:defRPr sz="1600">
                <a:solidFill>
                  <a:schemeClr val="tx1"/>
                </a:solidFill>
                <a:latin typeface="Lucida Sans Unicode" panose="020B0602030504020204" pitchFamily="34" charset="0"/>
              </a:defRPr>
            </a:lvl2pPr>
            <a:lvl3pPr marL="1143000" indent="-228600">
              <a:defRPr sz="1600">
                <a:solidFill>
                  <a:schemeClr val="tx1"/>
                </a:solidFill>
                <a:latin typeface="Lucida Sans Unicode" panose="020B0602030504020204" pitchFamily="34" charset="0"/>
              </a:defRPr>
            </a:lvl3pPr>
            <a:lvl4pPr marL="1600200" indent="-228600">
              <a:defRPr sz="1600">
                <a:solidFill>
                  <a:schemeClr val="tx1"/>
                </a:solidFill>
                <a:latin typeface="Lucida Sans Unicode" panose="020B0602030504020204" pitchFamily="34" charset="0"/>
              </a:defRPr>
            </a:lvl4pPr>
            <a:lvl5pPr marL="2057400" indent="-228600">
              <a:defRPr sz="1600">
                <a:solidFill>
                  <a:schemeClr val="tx1"/>
                </a:solidFill>
                <a:latin typeface="Lucida Sans Unicode" panose="020B0602030504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Lucida Sans Unicode" panose="020B0602030504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Lucida Sans Unicode" panose="020B0602030504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Lucida Sans Unicode" panose="020B0602030504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Lucida Sans Unicode" panose="020B0602030504020204" pitchFamily="34" charset="0"/>
              </a:defRPr>
            </a:lvl9pPr>
          </a:lstStyle>
          <a:p>
            <a:endParaRPr lang="en-US" altLang="en-US"/>
          </a:p>
        </p:txBody>
      </p:sp>
      <p:sp>
        <p:nvSpPr>
          <p:cNvPr id="4119" name="Freeform 21"/>
          <p:cNvSpPr>
            <a:spLocks/>
          </p:cNvSpPr>
          <p:nvPr/>
        </p:nvSpPr>
        <p:spPr bwMode="auto">
          <a:xfrm>
            <a:off x="1268413" y="1304925"/>
            <a:ext cx="7413625" cy="1033463"/>
          </a:xfrm>
          <a:custGeom>
            <a:avLst/>
            <a:gdLst>
              <a:gd name="T0" fmla="*/ 0 w 3910"/>
              <a:gd name="T1" fmla="*/ 325 h 651"/>
              <a:gd name="T2" fmla="*/ 482 w 3910"/>
              <a:gd name="T3" fmla="*/ 0 h 651"/>
              <a:gd name="T4" fmla="*/ 966 w 3910"/>
              <a:gd name="T5" fmla="*/ 325 h 651"/>
              <a:gd name="T6" fmla="*/ 1448 w 3910"/>
              <a:gd name="T7" fmla="*/ 650 h 651"/>
              <a:gd name="T8" fmla="*/ 1931 w 3910"/>
              <a:gd name="T9" fmla="*/ 325 h 651"/>
              <a:gd name="T10" fmla="*/ 2414 w 3910"/>
              <a:gd name="T11" fmla="*/ 0 h 651"/>
              <a:gd name="T12" fmla="*/ 2897 w 3910"/>
              <a:gd name="T13" fmla="*/ 325 h 651"/>
              <a:gd name="T14" fmla="*/ 3379 w 3910"/>
              <a:gd name="T15" fmla="*/ 650 h 651"/>
              <a:gd name="T16" fmla="*/ 3836 w 3910"/>
              <a:gd name="T17" fmla="*/ 331 h 651"/>
              <a:gd name="T18" fmla="*/ 3821 w 3910"/>
              <a:gd name="T19" fmla="*/ 345 h 651"/>
              <a:gd name="T20" fmla="*/ 3851 w 3910"/>
              <a:gd name="T21" fmla="*/ 331 h 651"/>
              <a:gd name="T22" fmla="*/ 0 60000 65536"/>
              <a:gd name="T23" fmla="*/ 0 60000 65536"/>
              <a:gd name="T24" fmla="*/ 0 60000 65536"/>
              <a:gd name="T25" fmla="*/ 0 60000 65536"/>
              <a:gd name="T26" fmla="*/ 0 60000 65536"/>
              <a:gd name="T27" fmla="*/ 0 60000 65536"/>
              <a:gd name="T28" fmla="*/ 0 60000 65536"/>
              <a:gd name="T29" fmla="*/ 0 60000 65536"/>
              <a:gd name="T30" fmla="*/ 0 60000 65536"/>
              <a:gd name="T31" fmla="*/ 0 60000 65536"/>
              <a:gd name="T32" fmla="*/ 0 60000 65536"/>
              <a:gd name="T33" fmla="*/ 0 w 3910"/>
              <a:gd name="T34" fmla="*/ 0 h 651"/>
              <a:gd name="T35" fmla="*/ 3910 w 3910"/>
              <a:gd name="T36" fmla="*/ 651 h 651"/>
            </a:gdLst>
            <a:ahLst/>
            <a:cxnLst>
              <a:cxn ang="T22">
                <a:pos x="T0" y="T1"/>
              </a:cxn>
              <a:cxn ang="T23">
                <a:pos x="T2" y="T3"/>
              </a:cxn>
              <a:cxn ang="T24">
                <a:pos x="T4" y="T5"/>
              </a:cxn>
              <a:cxn ang="T25">
                <a:pos x="T6" y="T7"/>
              </a:cxn>
              <a:cxn ang="T26">
                <a:pos x="T8" y="T9"/>
              </a:cxn>
              <a:cxn ang="T27">
                <a:pos x="T10" y="T11"/>
              </a:cxn>
              <a:cxn ang="T28">
                <a:pos x="T12" y="T13"/>
              </a:cxn>
              <a:cxn ang="T29">
                <a:pos x="T14" y="T15"/>
              </a:cxn>
              <a:cxn ang="T30">
                <a:pos x="T16" y="T17"/>
              </a:cxn>
              <a:cxn ang="T31">
                <a:pos x="T18" y="T19"/>
              </a:cxn>
              <a:cxn ang="T32">
                <a:pos x="T20" y="T21"/>
              </a:cxn>
            </a:cxnLst>
            <a:rect l="T33" t="T34" r="T35" b="T36"/>
            <a:pathLst>
              <a:path w="3910" h="651">
                <a:moveTo>
                  <a:pt x="0" y="325"/>
                </a:moveTo>
                <a:cubicBezTo>
                  <a:pt x="161" y="162"/>
                  <a:pt x="322" y="0"/>
                  <a:pt x="482" y="0"/>
                </a:cubicBezTo>
                <a:cubicBezTo>
                  <a:pt x="643" y="0"/>
                  <a:pt x="805" y="216"/>
                  <a:pt x="966" y="325"/>
                </a:cubicBezTo>
                <a:cubicBezTo>
                  <a:pt x="1126" y="434"/>
                  <a:pt x="1288" y="650"/>
                  <a:pt x="1448" y="650"/>
                </a:cubicBezTo>
                <a:cubicBezTo>
                  <a:pt x="1609" y="650"/>
                  <a:pt x="1770" y="434"/>
                  <a:pt x="1931" y="325"/>
                </a:cubicBezTo>
                <a:cubicBezTo>
                  <a:pt x="2091" y="216"/>
                  <a:pt x="2254" y="0"/>
                  <a:pt x="2414" y="0"/>
                </a:cubicBezTo>
                <a:cubicBezTo>
                  <a:pt x="2575" y="0"/>
                  <a:pt x="2736" y="216"/>
                  <a:pt x="2897" y="325"/>
                </a:cubicBezTo>
                <a:cubicBezTo>
                  <a:pt x="3057" y="434"/>
                  <a:pt x="3223" y="649"/>
                  <a:pt x="3379" y="650"/>
                </a:cubicBezTo>
                <a:cubicBezTo>
                  <a:pt x="3535" y="651"/>
                  <a:pt x="3762" y="382"/>
                  <a:pt x="3836" y="331"/>
                </a:cubicBezTo>
                <a:cubicBezTo>
                  <a:pt x="3910" y="280"/>
                  <a:pt x="3819" y="345"/>
                  <a:pt x="3821" y="345"/>
                </a:cubicBezTo>
                <a:cubicBezTo>
                  <a:pt x="3823" y="345"/>
                  <a:pt x="3845" y="334"/>
                  <a:pt x="3851" y="331"/>
                </a:cubicBezTo>
              </a:path>
            </a:pathLst>
          </a:custGeom>
          <a:noFill/>
          <a:ln w="28575">
            <a:solidFill>
              <a:srgbClr val="990000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/>
          <a:lstStyle>
            <a:lvl1pPr>
              <a:defRPr sz="1600">
                <a:solidFill>
                  <a:schemeClr val="tx1"/>
                </a:solidFill>
                <a:latin typeface="Lucida Sans Unicode" panose="020B0602030504020204" pitchFamily="34" charset="0"/>
              </a:defRPr>
            </a:lvl1pPr>
            <a:lvl2pPr marL="742950" indent="-285750">
              <a:defRPr sz="1600">
                <a:solidFill>
                  <a:schemeClr val="tx1"/>
                </a:solidFill>
                <a:latin typeface="Lucida Sans Unicode" panose="020B0602030504020204" pitchFamily="34" charset="0"/>
              </a:defRPr>
            </a:lvl2pPr>
            <a:lvl3pPr marL="1143000" indent="-228600">
              <a:defRPr sz="1600">
                <a:solidFill>
                  <a:schemeClr val="tx1"/>
                </a:solidFill>
                <a:latin typeface="Lucida Sans Unicode" panose="020B0602030504020204" pitchFamily="34" charset="0"/>
              </a:defRPr>
            </a:lvl3pPr>
            <a:lvl4pPr marL="1600200" indent="-228600">
              <a:defRPr sz="1600">
                <a:solidFill>
                  <a:schemeClr val="tx1"/>
                </a:solidFill>
                <a:latin typeface="Lucida Sans Unicode" panose="020B0602030504020204" pitchFamily="34" charset="0"/>
              </a:defRPr>
            </a:lvl4pPr>
            <a:lvl5pPr marL="2057400" indent="-228600">
              <a:defRPr sz="1600">
                <a:solidFill>
                  <a:schemeClr val="tx1"/>
                </a:solidFill>
                <a:latin typeface="Lucida Sans Unicode" panose="020B0602030504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Lucida Sans Unicode" panose="020B0602030504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Lucida Sans Unicode" panose="020B0602030504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Lucida Sans Unicode" panose="020B0602030504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Lucida Sans Unicode" panose="020B0602030504020204" pitchFamily="34" charset="0"/>
              </a:defRPr>
            </a:lvl9pPr>
          </a:lstStyle>
          <a:p>
            <a:endParaRPr lang="en-US" altLang="en-US"/>
          </a:p>
        </p:txBody>
      </p:sp>
      <p:sp>
        <p:nvSpPr>
          <p:cNvPr id="4120" name="Line 22"/>
          <p:cNvSpPr>
            <a:spLocks noChangeShapeType="1"/>
          </p:cNvSpPr>
          <p:nvPr/>
        </p:nvSpPr>
        <p:spPr bwMode="auto">
          <a:xfrm flipV="1">
            <a:off x="1246188" y="2587625"/>
            <a:ext cx="3703637" cy="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 type="triangle" w="med" len="med"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en-GB"/>
          </a:p>
        </p:txBody>
      </p:sp>
      <p:sp>
        <p:nvSpPr>
          <p:cNvPr id="4121" name="Text Box 23"/>
          <p:cNvSpPr txBox="1">
            <a:spLocks noChangeArrowheads="1"/>
          </p:cNvSpPr>
          <p:nvPr/>
        </p:nvSpPr>
        <p:spPr bwMode="auto">
          <a:xfrm>
            <a:off x="2247900" y="2698750"/>
            <a:ext cx="2085975" cy="3365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defRPr sz="1600">
                <a:solidFill>
                  <a:schemeClr val="tx1"/>
                </a:solidFill>
                <a:latin typeface="Lucida Sans Unicode" panose="020B0602030504020204" pitchFamily="34" charset="0"/>
              </a:defRPr>
            </a:lvl1pPr>
            <a:lvl2pPr marL="742950" indent="-285750">
              <a:defRPr sz="1600">
                <a:solidFill>
                  <a:schemeClr val="tx1"/>
                </a:solidFill>
                <a:latin typeface="Lucida Sans Unicode" panose="020B0602030504020204" pitchFamily="34" charset="0"/>
              </a:defRPr>
            </a:lvl2pPr>
            <a:lvl3pPr marL="1143000" indent="-228600">
              <a:defRPr sz="1600">
                <a:solidFill>
                  <a:schemeClr val="tx1"/>
                </a:solidFill>
                <a:latin typeface="Lucida Sans Unicode" panose="020B0602030504020204" pitchFamily="34" charset="0"/>
              </a:defRPr>
            </a:lvl3pPr>
            <a:lvl4pPr marL="1600200" indent="-228600">
              <a:defRPr sz="1600">
                <a:solidFill>
                  <a:schemeClr val="tx1"/>
                </a:solidFill>
                <a:latin typeface="Lucida Sans Unicode" panose="020B0602030504020204" pitchFamily="34" charset="0"/>
              </a:defRPr>
            </a:lvl4pPr>
            <a:lvl5pPr marL="2057400" indent="-228600">
              <a:defRPr sz="1600">
                <a:solidFill>
                  <a:schemeClr val="tx1"/>
                </a:solidFill>
                <a:latin typeface="Lucida Sans Unicode" panose="020B0602030504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Lucida Sans Unicode" panose="020B0602030504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Lucida Sans Unicode" panose="020B0602030504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Lucida Sans Unicode" panose="020B0602030504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Lucida Sans Unicode" panose="020B0602030504020204" pitchFamily="34" charset="0"/>
              </a:defRPr>
            </a:lvl9pPr>
          </a:lstStyle>
          <a:p>
            <a:r>
              <a:rPr lang="en-GB" altLang="en-US"/>
              <a:t>One wavelength “</a:t>
            </a:r>
            <a:r>
              <a:rPr lang="en-GB" altLang="en-US" b="1">
                <a:sym typeface="Symbol" panose="05050102010706020507" pitchFamily="18" charset="2"/>
              </a:rPr>
              <a:t></a:t>
            </a:r>
            <a:r>
              <a:rPr lang="en-GB" altLang="en-US">
                <a:sym typeface="Symbol" panose="05050102010706020507" pitchFamily="18" charset="2"/>
              </a:rPr>
              <a:t>”</a:t>
            </a:r>
          </a:p>
        </p:txBody>
      </p:sp>
      <p:graphicFrame>
        <p:nvGraphicFramePr>
          <p:cNvPr id="4098" name="Object 24"/>
          <p:cNvGraphicFramePr>
            <a:graphicFrameLocks noChangeAspect="1"/>
          </p:cNvGraphicFramePr>
          <p:nvPr/>
        </p:nvGraphicFramePr>
        <p:xfrm>
          <a:off x="4514850" y="2820988"/>
          <a:ext cx="114300" cy="2159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4098" name="Equation" r:id="rId3" imgW="114120" imgH="215640" progId="Equation.3">
                  <p:embed/>
                </p:oleObj>
              </mc:Choice>
              <mc:Fallback>
                <p:oleObj name="Equation" r:id="rId3" imgW="114120" imgH="215640" progId="Equation.3">
                  <p:embed/>
                  <p:pic>
                    <p:nvPicPr>
                      <p:cNvPr id="4098" name="Object 24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4514850" y="2820988"/>
                        <a:ext cx="114300" cy="2159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4122" name="Line 30"/>
          <p:cNvSpPr>
            <a:spLocks noChangeShapeType="1"/>
          </p:cNvSpPr>
          <p:nvPr/>
        </p:nvSpPr>
        <p:spPr bwMode="auto">
          <a:xfrm flipH="1">
            <a:off x="1239838" y="1108075"/>
            <a:ext cx="0" cy="2298700"/>
          </a:xfrm>
          <a:prstGeom prst="line">
            <a:avLst/>
          </a:prstGeom>
          <a:noFill/>
          <a:ln w="28575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en-GB"/>
          </a:p>
        </p:txBody>
      </p:sp>
      <p:sp>
        <p:nvSpPr>
          <p:cNvPr id="4123" name="Text Box 34"/>
          <p:cNvSpPr txBox="1">
            <a:spLocks noChangeArrowheads="1"/>
          </p:cNvSpPr>
          <p:nvPr/>
        </p:nvSpPr>
        <p:spPr bwMode="auto">
          <a:xfrm>
            <a:off x="5951538" y="1804988"/>
            <a:ext cx="2541587" cy="1006475"/>
          </a:xfrm>
          <a:prstGeom prst="rect">
            <a:avLst/>
          </a:prstGeom>
          <a:solidFill>
            <a:schemeClr val="bg1">
              <a:alpha val="89803"/>
            </a:schemeClr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defRPr sz="1600">
                <a:solidFill>
                  <a:schemeClr val="tx1"/>
                </a:solidFill>
                <a:latin typeface="Lucida Sans Unicode" panose="020B0602030504020204" pitchFamily="34" charset="0"/>
              </a:defRPr>
            </a:lvl1pPr>
            <a:lvl2pPr marL="742950" indent="-285750">
              <a:defRPr sz="1600">
                <a:solidFill>
                  <a:schemeClr val="tx1"/>
                </a:solidFill>
                <a:latin typeface="Lucida Sans Unicode" panose="020B0602030504020204" pitchFamily="34" charset="0"/>
              </a:defRPr>
            </a:lvl2pPr>
            <a:lvl3pPr marL="1143000" indent="-228600">
              <a:defRPr sz="1600">
                <a:solidFill>
                  <a:schemeClr val="tx1"/>
                </a:solidFill>
                <a:latin typeface="Lucida Sans Unicode" panose="020B0602030504020204" pitchFamily="34" charset="0"/>
              </a:defRPr>
            </a:lvl3pPr>
            <a:lvl4pPr marL="1600200" indent="-228600">
              <a:defRPr sz="1600">
                <a:solidFill>
                  <a:schemeClr val="tx1"/>
                </a:solidFill>
                <a:latin typeface="Lucida Sans Unicode" panose="020B0602030504020204" pitchFamily="34" charset="0"/>
              </a:defRPr>
            </a:lvl4pPr>
            <a:lvl5pPr marL="2057400" indent="-228600">
              <a:defRPr sz="1600">
                <a:solidFill>
                  <a:schemeClr val="tx1"/>
                </a:solidFill>
                <a:latin typeface="Lucida Sans Unicode" panose="020B0602030504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Lucida Sans Unicode" panose="020B0602030504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Lucida Sans Unicode" panose="020B0602030504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Lucida Sans Unicode" panose="020B0602030504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Lucida Sans Unicode" panose="020B0602030504020204" pitchFamily="34" charset="0"/>
              </a:defRPr>
            </a:lvl9pPr>
          </a:lstStyle>
          <a:p>
            <a:r>
              <a:rPr lang="en-GB" altLang="en-US" sz="2000"/>
              <a:t>unit of wavelength</a:t>
            </a:r>
          </a:p>
          <a:p>
            <a:r>
              <a:rPr lang="en-GB" altLang="en-US" sz="2000"/>
              <a:t>= any length unit</a:t>
            </a:r>
          </a:p>
          <a:p>
            <a:r>
              <a:rPr lang="en-GB" altLang="en-US" sz="2000"/>
              <a:t>mm, cm, m ...</a:t>
            </a:r>
            <a:endParaRPr lang="en-GB" altLang="en-US"/>
          </a:p>
        </p:txBody>
      </p:sp>
      <p:sp>
        <p:nvSpPr>
          <p:cNvPr id="4124" name="Line 35"/>
          <p:cNvSpPr>
            <a:spLocks noChangeShapeType="1"/>
          </p:cNvSpPr>
          <p:nvPr/>
        </p:nvSpPr>
        <p:spPr bwMode="auto">
          <a:xfrm>
            <a:off x="4899025" y="1422400"/>
            <a:ext cx="0" cy="1101725"/>
          </a:xfrm>
          <a:prstGeom prst="line">
            <a:avLst/>
          </a:prstGeom>
          <a:noFill/>
          <a:ln w="9525">
            <a:solidFill>
              <a:schemeClr val="tx1"/>
            </a:solidFill>
            <a:prstDash val="lgDash"/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en-GB"/>
          </a:p>
        </p:txBody>
      </p:sp>
      <p:sp>
        <p:nvSpPr>
          <p:cNvPr id="4125" name="Rectangle 37"/>
          <p:cNvSpPr>
            <a:spLocks noChangeArrowheads="1"/>
          </p:cNvSpPr>
          <p:nvPr/>
        </p:nvSpPr>
        <p:spPr bwMode="auto">
          <a:xfrm>
            <a:off x="1284288" y="4751388"/>
            <a:ext cx="4632325" cy="135413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/>
          <a:lstStyle>
            <a:lvl1pPr>
              <a:defRPr sz="1600">
                <a:solidFill>
                  <a:schemeClr val="tx1"/>
                </a:solidFill>
                <a:latin typeface="Lucida Sans Unicode" panose="020B0602030504020204" pitchFamily="34" charset="0"/>
              </a:defRPr>
            </a:lvl1pPr>
            <a:lvl2pPr marL="742950" indent="-285750">
              <a:defRPr sz="1600">
                <a:solidFill>
                  <a:schemeClr val="tx1"/>
                </a:solidFill>
                <a:latin typeface="Lucida Sans Unicode" panose="020B0602030504020204" pitchFamily="34" charset="0"/>
              </a:defRPr>
            </a:lvl2pPr>
            <a:lvl3pPr marL="1143000" indent="-228600">
              <a:defRPr sz="1600">
                <a:solidFill>
                  <a:schemeClr val="tx1"/>
                </a:solidFill>
                <a:latin typeface="Lucida Sans Unicode" panose="020B0602030504020204" pitchFamily="34" charset="0"/>
              </a:defRPr>
            </a:lvl3pPr>
            <a:lvl4pPr marL="1600200" indent="-228600">
              <a:defRPr sz="1600">
                <a:solidFill>
                  <a:schemeClr val="tx1"/>
                </a:solidFill>
                <a:latin typeface="Lucida Sans Unicode" panose="020B0602030504020204" pitchFamily="34" charset="0"/>
              </a:defRPr>
            </a:lvl4pPr>
            <a:lvl5pPr marL="2057400" indent="-228600">
              <a:defRPr sz="1600">
                <a:solidFill>
                  <a:schemeClr val="tx1"/>
                </a:solidFill>
                <a:latin typeface="Lucida Sans Unicode" panose="020B0602030504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Lucida Sans Unicode" panose="020B0602030504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Lucida Sans Unicode" panose="020B0602030504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Lucida Sans Unicode" panose="020B0602030504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Lucida Sans Unicode" panose="020B0602030504020204" pitchFamily="34" charset="0"/>
              </a:defRPr>
            </a:lvl9pPr>
          </a:lstStyle>
          <a:p>
            <a:pPr algn="ctr"/>
            <a:endParaRPr lang="en-US" altLang="en-US">
              <a:latin typeface="Times New Roman" panose="02020603050405020304" pitchFamily="18" charset="0"/>
            </a:endParaRPr>
          </a:p>
        </p:txBody>
      </p:sp>
      <p:grpSp>
        <p:nvGrpSpPr>
          <p:cNvPr id="4126" name="Group 45"/>
          <p:cNvGrpSpPr>
            <a:grpSpLocks/>
          </p:cNvGrpSpPr>
          <p:nvPr/>
        </p:nvGrpSpPr>
        <p:grpSpPr bwMode="auto">
          <a:xfrm>
            <a:off x="1485900" y="4870450"/>
            <a:ext cx="5983288" cy="882650"/>
            <a:chOff x="936" y="3193"/>
            <a:chExt cx="3769" cy="556"/>
          </a:xfrm>
        </p:grpSpPr>
        <p:graphicFrame>
          <p:nvGraphicFramePr>
            <p:cNvPr id="4099" name="Object 38"/>
            <p:cNvGraphicFramePr>
              <a:graphicFrameLocks noChangeAspect="1"/>
            </p:cNvGraphicFramePr>
            <p:nvPr/>
          </p:nvGraphicFramePr>
          <p:xfrm>
            <a:off x="936" y="3193"/>
            <a:ext cx="563" cy="514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4099" name="Equation" r:id="rId5" imgW="431640" imgH="393480" progId="Equation.3">
                    <p:embed/>
                  </p:oleObj>
                </mc:Choice>
                <mc:Fallback>
                  <p:oleObj name="Equation" r:id="rId5" imgW="431640" imgH="393480" progId="Equation.3">
                    <p:embed/>
                    <p:pic>
                      <p:nvPicPr>
                        <p:cNvPr id="4099" name="Object 38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6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936" y="3193"/>
                          <a:ext cx="563" cy="514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ffectLst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  <a:ext uri="{91240B29-F687-4F45-9708-019B960494DF}">
                            <a14:hiddenLine xmlns:a14="http://schemas.microsoft.com/office/drawing/2010/main" w="9525">
                              <a:solidFill>
                                <a:srgbClr val="000000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  <a:ext uri="{AF507438-7753-43E0-B8FC-AC1667EBCBE1}">
                            <a14:hiddenEffects xmlns:a14="http://schemas.microsoft.com/office/drawing/2010/main">
                              <a:effectLst>
                                <a:outerShdw dist="35921" dir="2700000" algn="ctr" rotWithShape="0">
                                  <a:srgbClr val="808080"/>
                                </a:outerShdw>
                              </a:effectLst>
                            </a14:hiddenEffects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  <p:graphicFrame>
          <p:nvGraphicFramePr>
            <p:cNvPr id="4100" name="Object 41"/>
            <p:cNvGraphicFramePr>
              <a:graphicFrameLocks noChangeAspect="1"/>
            </p:cNvGraphicFramePr>
            <p:nvPr/>
          </p:nvGraphicFramePr>
          <p:xfrm>
            <a:off x="2057" y="3200"/>
            <a:ext cx="563" cy="549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4100" name="Equation" r:id="rId7" imgW="431640" imgH="419040" progId="Equation.3">
                    <p:embed/>
                  </p:oleObj>
                </mc:Choice>
                <mc:Fallback>
                  <p:oleObj name="Equation" r:id="rId7" imgW="431640" imgH="419040" progId="Equation.3">
                    <p:embed/>
                    <p:pic>
                      <p:nvPicPr>
                        <p:cNvPr id="4100" name="Object 41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8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2057" y="3200"/>
                          <a:ext cx="563" cy="549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ffectLst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  <a:ext uri="{91240B29-F687-4F45-9708-019B960494DF}">
                            <a14:hiddenLine xmlns:a14="http://schemas.microsoft.com/office/drawing/2010/main" w="9525">
                              <a:solidFill>
                                <a:srgbClr val="000000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  <a:ext uri="{AF507438-7753-43E0-B8FC-AC1667EBCBE1}">
                            <a14:hiddenEffects xmlns:a14="http://schemas.microsoft.com/office/drawing/2010/main">
                              <a:effectLst>
                                <a:outerShdw dist="35921" dir="2700000" algn="ctr" rotWithShape="0">
                                  <a:srgbClr val="808080"/>
                                </a:outerShdw>
                              </a:effectLst>
                            </a14:hiddenEffects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  <p:sp>
          <p:nvSpPr>
            <p:cNvPr id="4129" name="Text Box 43"/>
            <p:cNvSpPr txBox="1">
              <a:spLocks noChangeArrowheads="1"/>
            </p:cNvSpPr>
            <p:nvPr/>
          </p:nvSpPr>
          <p:spPr bwMode="auto">
            <a:xfrm>
              <a:off x="3294" y="3308"/>
              <a:ext cx="1411" cy="327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>
                <a:defRPr sz="1600">
                  <a:solidFill>
                    <a:schemeClr val="tx1"/>
                  </a:solidFill>
                  <a:latin typeface="Lucida Sans Unicode" panose="020B0602030504020204" pitchFamily="34" charset="0"/>
                </a:defRPr>
              </a:lvl1pPr>
              <a:lvl2pPr marL="742950" indent="-285750">
                <a:defRPr sz="1600">
                  <a:solidFill>
                    <a:schemeClr val="tx1"/>
                  </a:solidFill>
                  <a:latin typeface="Lucida Sans Unicode" panose="020B0602030504020204" pitchFamily="34" charset="0"/>
                </a:defRPr>
              </a:lvl2pPr>
              <a:lvl3pPr marL="1143000" indent="-228600">
                <a:defRPr sz="1600">
                  <a:solidFill>
                    <a:schemeClr val="tx1"/>
                  </a:solidFill>
                  <a:latin typeface="Lucida Sans Unicode" panose="020B0602030504020204" pitchFamily="34" charset="0"/>
                </a:defRPr>
              </a:lvl3pPr>
              <a:lvl4pPr marL="1600200" indent="-228600">
                <a:defRPr sz="1600">
                  <a:solidFill>
                    <a:schemeClr val="tx1"/>
                  </a:solidFill>
                  <a:latin typeface="Lucida Sans Unicode" panose="020B0602030504020204" pitchFamily="34" charset="0"/>
                </a:defRPr>
              </a:lvl4pPr>
              <a:lvl5pPr marL="2057400" indent="-228600">
                <a:defRPr sz="1600">
                  <a:solidFill>
                    <a:schemeClr val="tx1"/>
                  </a:solidFill>
                  <a:latin typeface="Lucida Sans Unicode" panose="020B0602030504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Lucida Sans Unicode" panose="020B0602030504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Lucida Sans Unicode" panose="020B0602030504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Lucida Sans Unicode" panose="020B0602030504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Lucida Sans Unicode" panose="020B0602030504020204" pitchFamily="34" charset="0"/>
                </a:defRPr>
              </a:lvl9pPr>
            </a:lstStyle>
            <a:p>
              <a:r>
                <a:rPr lang="en-GB" altLang="en-US" sz="2800" i="1">
                  <a:latin typeface="Times New Roman" panose="02020603050405020304" pitchFamily="18" charset="0"/>
                </a:rPr>
                <a:t> f T= 1 second</a:t>
              </a:r>
              <a:endParaRPr lang="en-GB" altLang="en-US" sz="2400" i="1">
                <a:latin typeface="Times New Roman" panose="02020603050405020304" pitchFamily="18" charset="0"/>
              </a:endParaRPr>
            </a:p>
          </p:txBody>
        </p:sp>
      </p:grpSp>
      <p:sp>
        <p:nvSpPr>
          <p:cNvPr id="4127" name="Line 44"/>
          <p:cNvSpPr>
            <a:spLocks noChangeShapeType="1"/>
          </p:cNvSpPr>
          <p:nvPr/>
        </p:nvSpPr>
        <p:spPr bwMode="auto">
          <a:xfrm>
            <a:off x="1274763" y="3203575"/>
            <a:ext cx="3624262" cy="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 type="triangle" w="med" len="med"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en-GB"/>
          </a:p>
        </p:txBody>
      </p:sp>
      <p:sp>
        <p:nvSpPr>
          <p:cNvPr id="4128" name="Text Box 46"/>
          <p:cNvSpPr txBox="1">
            <a:spLocks noChangeArrowheads="1"/>
          </p:cNvSpPr>
          <p:nvPr/>
        </p:nvSpPr>
        <p:spPr bwMode="auto">
          <a:xfrm>
            <a:off x="1292225" y="3244850"/>
            <a:ext cx="3687763" cy="5810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defRPr sz="1600">
                <a:solidFill>
                  <a:schemeClr val="tx1"/>
                </a:solidFill>
                <a:latin typeface="Lucida Sans Unicode" panose="020B0602030504020204" pitchFamily="34" charset="0"/>
              </a:defRPr>
            </a:lvl1pPr>
            <a:lvl2pPr marL="742950" indent="-285750">
              <a:defRPr sz="1600">
                <a:solidFill>
                  <a:schemeClr val="tx1"/>
                </a:solidFill>
                <a:latin typeface="Lucida Sans Unicode" panose="020B0602030504020204" pitchFamily="34" charset="0"/>
              </a:defRPr>
            </a:lvl2pPr>
            <a:lvl3pPr marL="1143000" indent="-228600">
              <a:defRPr sz="1600">
                <a:solidFill>
                  <a:schemeClr val="tx1"/>
                </a:solidFill>
                <a:latin typeface="Lucida Sans Unicode" panose="020B0602030504020204" pitchFamily="34" charset="0"/>
              </a:defRPr>
            </a:lvl3pPr>
            <a:lvl4pPr marL="1600200" indent="-228600">
              <a:defRPr sz="1600">
                <a:solidFill>
                  <a:schemeClr val="tx1"/>
                </a:solidFill>
                <a:latin typeface="Lucida Sans Unicode" panose="020B0602030504020204" pitchFamily="34" charset="0"/>
              </a:defRPr>
            </a:lvl4pPr>
            <a:lvl5pPr marL="2057400" indent="-228600">
              <a:defRPr sz="1600">
                <a:solidFill>
                  <a:schemeClr val="tx1"/>
                </a:solidFill>
                <a:latin typeface="Lucida Sans Unicode" panose="020B0602030504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Lucida Sans Unicode" panose="020B0602030504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Lucida Sans Unicode" panose="020B0602030504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Lucida Sans Unicode" panose="020B0602030504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Lucida Sans Unicode" panose="020B0602030504020204" pitchFamily="34" charset="0"/>
              </a:defRPr>
            </a:lvl9pPr>
          </a:lstStyle>
          <a:p>
            <a:pPr algn="ctr"/>
            <a:r>
              <a:rPr lang="en-GB" altLang="en-US" b="1"/>
              <a:t>Period</a:t>
            </a:r>
            <a:r>
              <a:rPr lang="en-GB" altLang="en-US"/>
              <a:t> of the wave, time in seconds</a:t>
            </a:r>
          </a:p>
          <a:p>
            <a:pPr algn="ctr"/>
            <a:r>
              <a:rPr lang="en-GB" altLang="en-US"/>
              <a:t>(more likely mS or </a:t>
            </a:r>
            <a:r>
              <a:rPr lang="en-GB" altLang="en-US">
                <a:sym typeface="Symbol" panose="05050102010706020507" pitchFamily="18" charset="2"/>
              </a:rPr>
              <a:t>S)</a:t>
            </a:r>
            <a:endParaRPr lang="en-GB" altLang="en-US" sz="2400">
              <a:sym typeface="Symbol" panose="05050102010706020507" pitchFamily="18" charset="2"/>
            </a:endParaRPr>
          </a:p>
        </p:txBody>
      </p:sp>
      <p:sp>
        <p:nvSpPr>
          <p:cNvPr id="34" name="Rectangle 2"/>
          <p:cNvSpPr>
            <a:spLocks noChangeArrowheads="1"/>
          </p:cNvSpPr>
          <p:nvPr/>
        </p:nvSpPr>
        <p:spPr bwMode="auto">
          <a:xfrm>
            <a:off x="395288" y="382356"/>
            <a:ext cx="7273145" cy="46166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>
            <a:spAutoFit/>
          </a:bodyPr>
          <a:lstStyle>
            <a:lvl1pPr>
              <a:defRPr sz="1600">
                <a:solidFill>
                  <a:schemeClr val="tx1"/>
                </a:solidFill>
                <a:latin typeface="Lucida Sans Unicode" panose="020B0602030504020204" pitchFamily="34" charset="0"/>
              </a:defRPr>
            </a:lvl1pPr>
            <a:lvl2pPr marL="742950" indent="-285750">
              <a:defRPr sz="1600">
                <a:solidFill>
                  <a:schemeClr val="tx1"/>
                </a:solidFill>
                <a:latin typeface="Lucida Sans Unicode" panose="020B0602030504020204" pitchFamily="34" charset="0"/>
              </a:defRPr>
            </a:lvl2pPr>
            <a:lvl3pPr marL="1143000" indent="-228600">
              <a:defRPr sz="1600">
                <a:solidFill>
                  <a:schemeClr val="tx1"/>
                </a:solidFill>
                <a:latin typeface="Lucida Sans Unicode" panose="020B0602030504020204" pitchFamily="34" charset="0"/>
              </a:defRPr>
            </a:lvl3pPr>
            <a:lvl4pPr marL="1600200" indent="-228600">
              <a:defRPr sz="1600">
                <a:solidFill>
                  <a:schemeClr val="tx1"/>
                </a:solidFill>
                <a:latin typeface="Lucida Sans Unicode" panose="020B0602030504020204" pitchFamily="34" charset="0"/>
              </a:defRPr>
            </a:lvl4pPr>
            <a:lvl5pPr marL="2057400" indent="-228600">
              <a:defRPr sz="1600">
                <a:solidFill>
                  <a:schemeClr val="tx1"/>
                </a:solidFill>
                <a:latin typeface="Lucida Sans Unicode" panose="020B0602030504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Lucida Sans Unicode" panose="020B0602030504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Lucida Sans Unicode" panose="020B0602030504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Lucida Sans Unicode" panose="020B0602030504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Lucida Sans Unicode" panose="020B0602030504020204" pitchFamily="34" charset="0"/>
              </a:defRPr>
            </a:lvl9pPr>
          </a:lstStyle>
          <a:p>
            <a:r>
              <a:rPr lang="en-GB" altLang="en-US" sz="2400" b="1" dirty="0"/>
              <a:t>Waveforms: Wavelength, Frequency and Period </a:t>
            </a:r>
            <a:endParaRPr lang="en-GB" altLang="en-US" sz="2800" b="1" i="1" dirty="0"/>
          </a:p>
        </p:txBody>
      </p:sp>
    </p:spTree>
    <p:extLst>
      <p:ext uri="{BB962C8B-B14F-4D97-AF65-F5344CB8AC3E}">
        <p14:creationId xmlns:p14="http://schemas.microsoft.com/office/powerpoint/2010/main" val="2752967210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4"/>
          <p:cNvPicPr>
            <a:picLocks noChangeAspect="1" noChangeArrowheads="1"/>
          </p:cNvPicPr>
          <p:nvPr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6443664" y="524669"/>
            <a:ext cx="2051050" cy="2051050"/>
          </a:xfrm>
          <a:prstGeom prst="rect">
            <a:avLst/>
          </a:prstGeom>
          <a:noFill/>
          <a:ln w="9525" algn="ctr">
            <a:noFill/>
            <a:miter lim="800000"/>
            <a:headEnd/>
            <a:tailEnd/>
          </a:ln>
        </p:spPr>
      </p:pic>
      <p:sp>
        <p:nvSpPr>
          <p:cNvPr id="3" name="Text Box 5"/>
          <p:cNvSpPr txBox="1">
            <a:spLocks noChangeArrowheads="1"/>
          </p:cNvSpPr>
          <p:nvPr/>
        </p:nvSpPr>
        <p:spPr bwMode="auto">
          <a:xfrm>
            <a:off x="6263747" y="2615407"/>
            <a:ext cx="2636837" cy="1497012"/>
          </a:xfrm>
          <a:prstGeom prst="rect">
            <a:avLst/>
          </a:prstGeom>
          <a:solidFill>
            <a:srgbClr val="CCCCFF"/>
          </a:solidFill>
          <a:ln w="9525" algn="ctr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r>
              <a:rPr lang="en-GB" sz="1400" b="1"/>
              <a:t>Radian</a:t>
            </a:r>
          </a:p>
          <a:p>
            <a:r>
              <a:rPr lang="en-GB" sz="1400"/>
              <a:t>= the angle where the arc swept = the radius of the circle</a:t>
            </a:r>
          </a:p>
          <a:p>
            <a:r>
              <a:rPr lang="en-GB" sz="1400"/>
              <a:t>i.e. 1 Rad = 180/</a:t>
            </a:r>
            <a:r>
              <a:rPr lang="el-GR" sz="1400">
                <a:ea typeface="Lucida Sans Unicode" pitchFamily="34" charset="0"/>
                <a:cs typeface="Lucida Sans Unicode" pitchFamily="34" charset="0"/>
              </a:rPr>
              <a:t>π</a:t>
            </a:r>
            <a:r>
              <a:rPr lang="en-US" sz="1400">
                <a:ea typeface="Lucida Sans Unicode" pitchFamily="34" charset="0"/>
                <a:cs typeface="Lucida Sans Unicode" pitchFamily="34" charset="0"/>
              </a:rPr>
              <a:t>° ≈ 57.3 </a:t>
            </a:r>
            <a:r>
              <a:rPr lang="en-US" sz="1400"/>
              <a:t>°</a:t>
            </a:r>
          </a:p>
          <a:p>
            <a:r>
              <a:rPr lang="en-GB" sz="1400" b="1"/>
              <a:t>i.e. 2</a:t>
            </a:r>
            <a:r>
              <a:rPr lang="el-GR" sz="1400" b="1"/>
              <a:t>π</a:t>
            </a:r>
            <a:r>
              <a:rPr lang="en-GB" sz="1400" b="1"/>
              <a:t> Rad = 360 </a:t>
            </a:r>
            <a:r>
              <a:rPr lang="en-US" sz="1400" b="1"/>
              <a:t>°</a:t>
            </a:r>
          </a:p>
        </p:txBody>
      </p:sp>
      <p:sp>
        <p:nvSpPr>
          <p:cNvPr id="4" name="Rectangle 6"/>
          <p:cNvSpPr>
            <a:spLocks noChangeArrowheads="1"/>
          </p:cNvSpPr>
          <p:nvPr/>
        </p:nvSpPr>
        <p:spPr bwMode="auto">
          <a:xfrm>
            <a:off x="6121400" y="333375"/>
            <a:ext cx="3022600" cy="3870325"/>
          </a:xfrm>
          <a:prstGeom prst="rect">
            <a:avLst/>
          </a:prstGeom>
          <a:noFill/>
          <a:ln w="28575" algn="ctr">
            <a:solidFill>
              <a:srgbClr val="CCCCFF"/>
            </a:solidFill>
            <a:miter lim="800000"/>
            <a:headEnd/>
            <a:tailEnd/>
          </a:ln>
        </p:spPr>
        <p:txBody>
          <a:bodyPr wrap="none" anchor="ctr"/>
          <a:lstStyle/>
          <a:p>
            <a:endParaRPr lang="en-US"/>
          </a:p>
        </p:txBody>
      </p:sp>
      <p:sp>
        <p:nvSpPr>
          <p:cNvPr id="5" name="Text Box 10"/>
          <p:cNvSpPr txBox="1">
            <a:spLocks noChangeArrowheads="1"/>
          </p:cNvSpPr>
          <p:nvPr/>
        </p:nvSpPr>
        <p:spPr bwMode="auto">
          <a:xfrm>
            <a:off x="400050" y="4535488"/>
            <a:ext cx="7645400" cy="1804987"/>
          </a:xfrm>
          <a:prstGeom prst="rect">
            <a:avLst/>
          </a:prstGeom>
          <a:noFill/>
          <a:ln w="9525" algn="ctr">
            <a:noFill/>
            <a:miter lim="800000"/>
            <a:headEnd/>
            <a:tailEnd/>
          </a:ln>
        </p:spPr>
        <p:txBody>
          <a:bodyPr wrap="none">
            <a:spAutoFit/>
          </a:bodyPr>
          <a:lstStyle/>
          <a:p>
            <a:r>
              <a:rPr lang="en-GB"/>
              <a:t>So if we take an arc around the circle the same length as the radius (r)</a:t>
            </a:r>
          </a:p>
          <a:p>
            <a:r>
              <a:rPr lang="en-GB"/>
              <a:t>It will trace an angle of 57.3</a:t>
            </a:r>
            <a:r>
              <a:rPr lang="en-GB">
                <a:ea typeface="Lucida Sans Unicode" pitchFamily="34" charset="0"/>
                <a:cs typeface="Lucida Sans Unicode" pitchFamily="34" charset="0"/>
              </a:rPr>
              <a:t>°</a:t>
            </a:r>
          </a:p>
          <a:p>
            <a:r>
              <a:rPr lang="en-GB">
                <a:ea typeface="Lucida Sans Unicode" pitchFamily="34" charset="0"/>
                <a:cs typeface="Lucida Sans Unicode" pitchFamily="34" charset="0"/>
              </a:rPr>
              <a:t>… call this an angle = 1</a:t>
            </a:r>
            <a:r>
              <a:rPr lang="en-GB" i="1">
                <a:ea typeface="Lucida Sans Unicode" pitchFamily="34" charset="0"/>
                <a:cs typeface="Lucida Sans Unicode" pitchFamily="34" charset="0"/>
              </a:rPr>
              <a:t>radian</a:t>
            </a:r>
          </a:p>
          <a:p>
            <a:r>
              <a:rPr lang="en-GB">
                <a:ea typeface="Lucida Sans Unicode" pitchFamily="34" charset="0"/>
                <a:cs typeface="Lucida Sans Unicode" pitchFamily="34" charset="0"/>
              </a:rPr>
              <a:t>But consider - how many radius lengths are there around the circmference?</a:t>
            </a:r>
          </a:p>
          <a:p>
            <a:r>
              <a:rPr lang="en-GB">
                <a:ea typeface="Lucida Sans Unicode" pitchFamily="34" charset="0"/>
                <a:cs typeface="Lucida Sans Unicode" pitchFamily="34" charset="0"/>
              </a:rPr>
              <a:t>= 2</a:t>
            </a:r>
            <a:r>
              <a:rPr lang="el-GR"/>
              <a:t>π</a:t>
            </a:r>
            <a:r>
              <a:rPr lang="en-GB"/>
              <a:t>r </a:t>
            </a:r>
            <a:r>
              <a:rPr lang="en-GB">
                <a:ea typeface="Lucida Sans Unicode" pitchFamily="34" charset="0"/>
                <a:cs typeface="Lucida Sans Unicode" pitchFamily="34" charset="0"/>
              </a:rPr>
              <a:t>÷ r </a:t>
            </a:r>
          </a:p>
          <a:p>
            <a:r>
              <a:rPr lang="en-GB">
                <a:ea typeface="Lucida Sans Unicode" pitchFamily="34" charset="0"/>
                <a:cs typeface="Lucida Sans Unicode" pitchFamily="34" charset="0"/>
              </a:rPr>
              <a:t>= 2</a:t>
            </a:r>
            <a:r>
              <a:rPr lang="el-GR"/>
              <a:t>π</a:t>
            </a:r>
            <a:endParaRPr lang="en-GB"/>
          </a:p>
        </p:txBody>
      </p:sp>
      <p:grpSp>
        <p:nvGrpSpPr>
          <p:cNvPr id="6" name="Group 19"/>
          <p:cNvGrpSpPr>
            <a:grpSpLocks/>
          </p:cNvGrpSpPr>
          <p:nvPr/>
        </p:nvGrpSpPr>
        <p:grpSpPr bwMode="auto">
          <a:xfrm>
            <a:off x="918632" y="1181894"/>
            <a:ext cx="2824163" cy="2867025"/>
            <a:chOff x="764" y="951"/>
            <a:chExt cx="1779" cy="1806"/>
          </a:xfrm>
        </p:grpSpPr>
        <p:sp>
          <p:nvSpPr>
            <p:cNvPr id="7" name="Oval 7"/>
            <p:cNvSpPr>
              <a:spLocks noChangeArrowheads="1"/>
            </p:cNvSpPr>
            <p:nvPr/>
          </p:nvSpPr>
          <p:spPr bwMode="auto">
            <a:xfrm>
              <a:off x="764" y="951"/>
              <a:ext cx="1779" cy="1806"/>
            </a:xfrm>
            <a:prstGeom prst="ellipse">
              <a:avLst/>
            </a:prstGeom>
            <a:noFill/>
            <a:ln w="9525" algn="ctr">
              <a:solidFill>
                <a:srgbClr val="000000"/>
              </a:solidFill>
              <a:round/>
              <a:headEnd/>
              <a:tailEnd/>
            </a:ln>
          </p:spPr>
          <p:txBody>
            <a:bodyPr wrap="none" anchor="ctr">
              <a:spAutoFit/>
            </a:bodyPr>
            <a:lstStyle/>
            <a:p>
              <a:endParaRPr lang="en-US"/>
            </a:p>
          </p:txBody>
        </p:sp>
        <p:sp>
          <p:nvSpPr>
            <p:cNvPr id="8" name="Line 8"/>
            <p:cNvSpPr>
              <a:spLocks noChangeShapeType="1"/>
            </p:cNvSpPr>
            <p:nvPr/>
          </p:nvSpPr>
          <p:spPr bwMode="auto">
            <a:xfrm>
              <a:off x="1650" y="1851"/>
              <a:ext cx="861" cy="0"/>
            </a:xfrm>
            <a:prstGeom prst="line">
              <a:avLst/>
            </a:prstGeom>
            <a:noFill/>
            <a:ln w="9525">
              <a:solidFill>
                <a:srgbClr val="000000"/>
              </a:solidFill>
              <a:round/>
              <a:headEnd/>
              <a:tailEnd type="triangle" w="med" len="med"/>
            </a:ln>
          </p:spPr>
          <p:txBody>
            <a:bodyPr wrap="none">
              <a:spAutoFit/>
            </a:bodyPr>
            <a:lstStyle/>
            <a:p>
              <a:endParaRPr lang="en-GB"/>
            </a:p>
          </p:txBody>
        </p:sp>
        <p:sp>
          <p:nvSpPr>
            <p:cNvPr id="9" name="Text Box 9"/>
            <p:cNvSpPr txBox="1">
              <a:spLocks noChangeArrowheads="1"/>
            </p:cNvSpPr>
            <p:nvPr/>
          </p:nvSpPr>
          <p:spPr bwMode="auto">
            <a:xfrm>
              <a:off x="1897" y="1627"/>
              <a:ext cx="181" cy="250"/>
            </a:xfrm>
            <a:prstGeom prst="rect">
              <a:avLst/>
            </a:prstGeom>
            <a:noFill/>
            <a:ln w="9525" algn="ctr">
              <a:noFill/>
              <a:miter lim="800000"/>
              <a:headEnd/>
              <a:tailEnd/>
            </a:ln>
          </p:spPr>
          <p:txBody>
            <a:bodyPr wrap="none">
              <a:spAutoFit/>
            </a:bodyPr>
            <a:lstStyle/>
            <a:p>
              <a:r>
                <a:rPr lang="en-GB"/>
                <a:t>r</a:t>
              </a:r>
              <a:endParaRPr lang="en-US"/>
            </a:p>
          </p:txBody>
        </p:sp>
        <p:sp>
          <p:nvSpPr>
            <p:cNvPr id="10" name="Line 11"/>
            <p:cNvSpPr>
              <a:spLocks noChangeShapeType="1"/>
            </p:cNvSpPr>
            <p:nvPr/>
          </p:nvSpPr>
          <p:spPr bwMode="auto">
            <a:xfrm>
              <a:off x="828" y="1903"/>
              <a:ext cx="1651" cy="0"/>
            </a:xfrm>
            <a:prstGeom prst="line">
              <a:avLst/>
            </a:prstGeom>
            <a:noFill/>
            <a:ln w="9525">
              <a:solidFill>
                <a:srgbClr val="000000"/>
              </a:solidFill>
              <a:round/>
              <a:headEnd type="triangle" w="med" len="med"/>
              <a:tailEnd type="triangle" w="med" len="med"/>
            </a:ln>
          </p:spPr>
          <p:txBody>
            <a:bodyPr wrap="none">
              <a:spAutoFit/>
            </a:bodyPr>
            <a:lstStyle/>
            <a:p>
              <a:endParaRPr lang="en-GB"/>
            </a:p>
          </p:txBody>
        </p:sp>
        <p:sp>
          <p:nvSpPr>
            <p:cNvPr id="11" name="Text Box 13"/>
            <p:cNvSpPr txBox="1">
              <a:spLocks noChangeArrowheads="1"/>
            </p:cNvSpPr>
            <p:nvPr/>
          </p:nvSpPr>
          <p:spPr bwMode="auto">
            <a:xfrm>
              <a:off x="1561" y="1905"/>
              <a:ext cx="236" cy="250"/>
            </a:xfrm>
            <a:prstGeom prst="rect">
              <a:avLst/>
            </a:prstGeom>
            <a:noFill/>
            <a:ln w="9525" algn="ctr">
              <a:noFill/>
              <a:miter lim="800000"/>
              <a:headEnd/>
              <a:tailEnd/>
            </a:ln>
          </p:spPr>
          <p:txBody>
            <a:bodyPr wrap="none">
              <a:spAutoFit/>
            </a:bodyPr>
            <a:lstStyle/>
            <a:p>
              <a:r>
                <a:rPr lang="en-GB"/>
                <a:t>D</a:t>
              </a:r>
              <a:endParaRPr lang="en-US"/>
            </a:p>
          </p:txBody>
        </p:sp>
        <p:sp>
          <p:nvSpPr>
            <p:cNvPr id="12" name="AutoShape 16"/>
            <p:cNvSpPr>
              <a:spLocks noChangeArrowheads="1"/>
            </p:cNvSpPr>
            <p:nvPr/>
          </p:nvSpPr>
          <p:spPr bwMode="auto">
            <a:xfrm flipH="1">
              <a:off x="1140" y="1268"/>
              <a:ext cx="1093" cy="1152"/>
            </a:xfrm>
            <a:custGeom>
              <a:avLst/>
              <a:gdLst>
                <a:gd name="T0" fmla="*/ 0 w 21600"/>
                <a:gd name="T1" fmla="*/ 0 h 21600"/>
                <a:gd name="T2" fmla="*/ 0 w 21600"/>
                <a:gd name="T3" fmla="*/ 0 h 21600"/>
                <a:gd name="T4" fmla="*/ 0 w 21600"/>
                <a:gd name="T5" fmla="*/ 0 h 21600"/>
                <a:gd name="T6" fmla="*/ 0 w 21600"/>
                <a:gd name="T7" fmla="*/ 0 h 21600"/>
                <a:gd name="T8" fmla="*/ 0 w 21600"/>
                <a:gd name="T9" fmla="*/ 0 h 21600"/>
                <a:gd name="T10" fmla="*/ 0 w 21600"/>
                <a:gd name="T11" fmla="*/ 0 h 21600"/>
                <a:gd name="T12" fmla="*/ 0 60000 65536"/>
                <a:gd name="T13" fmla="*/ 0 60000 65536"/>
                <a:gd name="T14" fmla="*/ 0 60000 65536"/>
                <a:gd name="T15" fmla="*/ 0 60000 65536"/>
                <a:gd name="T16" fmla="*/ 0 60000 65536"/>
                <a:gd name="T17" fmla="*/ 0 60000 65536"/>
                <a:gd name="T18" fmla="*/ 3162 w 21600"/>
                <a:gd name="T19" fmla="*/ 3169 h 21600"/>
                <a:gd name="T20" fmla="*/ 18438 w 21600"/>
                <a:gd name="T21" fmla="*/ 18431 h 21600"/>
              </a:gdLst>
              <a:ahLst/>
              <a:cxnLst>
                <a:cxn ang="T12">
                  <a:pos x="T0" y="T1"/>
                </a:cxn>
                <a:cxn ang="T13">
                  <a:pos x="T2" y="T3"/>
                </a:cxn>
                <a:cxn ang="T14">
                  <a:pos x="T4" y="T5"/>
                </a:cxn>
                <a:cxn ang="T15">
                  <a:pos x="T6" y="T7"/>
                </a:cxn>
                <a:cxn ang="T16">
                  <a:pos x="T8" y="T9"/>
                </a:cxn>
                <a:cxn ang="T17">
                  <a:pos x="T10" y="T11"/>
                </a:cxn>
              </a:cxnLst>
              <a:rect l="T18" t="T19" r="T20" b="T21"/>
              <a:pathLst>
                <a:path w="21600" h="21600">
                  <a:moveTo>
                    <a:pt x="18990" y="16592"/>
                  </a:moveTo>
                  <a:cubicBezTo>
                    <a:pt x="20188" y="14898"/>
                    <a:pt x="20832" y="12874"/>
                    <a:pt x="20832" y="10800"/>
                  </a:cubicBezTo>
                  <a:cubicBezTo>
                    <a:pt x="20832" y="5259"/>
                    <a:pt x="16340" y="768"/>
                    <a:pt x="10800" y="768"/>
                  </a:cubicBezTo>
                  <a:cubicBezTo>
                    <a:pt x="5259" y="768"/>
                    <a:pt x="768" y="5259"/>
                    <a:pt x="768" y="10800"/>
                  </a:cubicBezTo>
                  <a:cubicBezTo>
                    <a:pt x="768" y="16340"/>
                    <a:pt x="5259" y="20832"/>
                    <a:pt x="10800" y="20832"/>
                  </a:cubicBezTo>
                  <a:cubicBezTo>
                    <a:pt x="12482" y="20832"/>
                    <a:pt x="14138" y="20408"/>
                    <a:pt x="15615" y="19600"/>
                  </a:cubicBezTo>
                  <a:lnTo>
                    <a:pt x="15983" y="20274"/>
                  </a:lnTo>
                  <a:cubicBezTo>
                    <a:pt x="14394" y="21144"/>
                    <a:pt x="12611" y="21599"/>
                    <a:pt x="10800" y="21600"/>
                  </a:cubicBezTo>
                  <a:cubicBezTo>
                    <a:pt x="4835" y="21600"/>
                    <a:pt x="0" y="16764"/>
                    <a:pt x="0" y="10800"/>
                  </a:cubicBezTo>
                  <a:cubicBezTo>
                    <a:pt x="0" y="4835"/>
                    <a:pt x="4835" y="0"/>
                    <a:pt x="10800" y="0"/>
                  </a:cubicBezTo>
                  <a:cubicBezTo>
                    <a:pt x="16764" y="0"/>
                    <a:pt x="21600" y="4835"/>
                    <a:pt x="21600" y="10800"/>
                  </a:cubicBezTo>
                  <a:cubicBezTo>
                    <a:pt x="21600" y="13033"/>
                    <a:pt x="20907" y="15212"/>
                    <a:pt x="19617" y="17036"/>
                  </a:cubicBezTo>
                  <a:lnTo>
                    <a:pt x="21822" y="18595"/>
                  </a:lnTo>
                  <a:lnTo>
                    <a:pt x="17523" y="19332"/>
                  </a:lnTo>
                  <a:lnTo>
                    <a:pt x="16786" y="15033"/>
                  </a:lnTo>
                  <a:lnTo>
                    <a:pt x="18990" y="16592"/>
                  </a:lnTo>
                  <a:close/>
                </a:path>
              </a:pathLst>
            </a:custGeom>
            <a:solidFill>
              <a:srgbClr val="FFFF00"/>
            </a:solidFill>
            <a:ln w="9525" algn="ctr">
              <a:solidFill>
                <a:srgbClr val="000000"/>
              </a:solidFill>
              <a:miter lim="800000"/>
              <a:headEnd/>
              <a:tailEnd/>
            </a:ln>
          </p:spPr>
          <p:txBody>
            <a:bodyPr anchor="ctr">
              <a:spAutoFit/>
            </a:bodyPr>
            <a:lstStyle/>
            <a:p>
              <a:endParaRPr lang="en-GB"/>
            </a:p>
          </p:txBody>
        </p:sp>
        <p:sp>
          <p:nvSpPr>
            <p:cNvPr id="13" name="Text Box 18"/>
            <p:cNvSpPr txBox="1">
              <a:spLocks noChangeArrowheads="1"/>
            </p:cNvSpPr>
            <p:nvPr/>
          </p:nvSpPr>
          <p:spPr bwMode="auto">
            <a:xfrm>
              <a:off x="954" y="2273"/>
              <a:ext cx="463" cy="250"/>
            </a:xfrm>
            <a:prstGeom prst="rect">
              <a:avLst/>
            </a:prstGeom>
            <a:noFill/>
            <a:ln w="9525" algn="ctr">
              <a:noFill/>
              <a:miter lim="800000"/>
              <a:headEnd/>
              <a:tailEnd/>
            </a:ln>
          </p:spPr>
          <p:txBody>
            <a:bodyPr wrap="none">
              <a:spAutoFit/>
            </a:bodyPr>
            <a:lstStyle/>
            <a:p>
              <a:r>
                <a:rPr lang="en-GB"/>
                <a:t>360</a:t>
              </a:r>
              <a:r>
                <a:rPr lang="en-GB">
                  <a:ea typeface="Lucida Sans Unicode" pitchFamily="34" charset="0"/>
                  <a:cs typeface="Lucida Sans Unicode" pitchFamily="34" charset="0"/>
                </a:rPr>
                <a:t>°</a:t>
              </a:r>
            </a:p>
          </p:txBody>
        </p:sp>
      </p:grpSp>
      <p:sp>
        <p:nvSpPr>
          <p:cNvPr id="14" name="Text Box 21"/>
          <p:cNvSpPr txBox="1">
            <a:spLocks noChangeArrowheads="1"/>
          </p:cNvSpPr>
          <p:nvPr/>
        </p:nvSpPr>
        <p:spPr bwMode="auto">
          <a:xfrm>
            <a:off x="3855507" y="2386806"/>
            <a:ext cx="1677988" cy="923925"/>
          </a:xfrm>
          <a:prstGeom prst="rect">
            <a:avLst/>
          </a:prstGeom>
          <a:noFill/>
          <a:ln w="9525" algn="ctr">
            <a:noFill/>
            <a:miter lim="800000"/>
            <a:headEnd/>
            <a:tailEnd/>
          </a:ln>
        </p:spPr>
        <p:txBody>
          <a:bodyPr wrap="none">
            <a:spAutoFit/>
          </a:bodyPr>
          <a:lstStyle/>
          <a:p>
            <a:r>
              <a:rPr lang="en-GB"/>
              <a:t>Circumference </a:t>
            </a:r>
          </a:p>
          <a:p>
            <a:r>
              <a:rPr lang="en-GB"/>
              <a:t>= </a:t>
            </a:r>
            <a:r>
              <a:rPr lang="el-GR">
                <a:ea typeface="Lucida Sans Unicode" pitchFamily="34" charset="0"/>
                <a:cs typeface="Lucida Sans Unicode" pitchFamily="34" charset="0"/>
              </a:rPr>
              <a:t>π</a:t>
            </a:r>
            <a:r>
              <a:rPr lang="en-GB">
                <a:ea typeface="Lucida Sans Unicode" pitchFamily="34" charset="0"/>
                <a:cs typeface="Lucida Sans Unicode" pitchFamily="34" charset="0"/>
              </a:rPr>
              <a:t>D</a:t>
            </a:r>
          </a:p>
          <a:p>
            <a:r>
              <a:rPr lang="en-GB">
                <a:ea typeface="Lucida Sans Unicode" pitchFamily="34" charset="0"/>
                <a:cs typeface="Lucida Sans Unicode" pitchFamily="34" charset="0"/>
              </a:rPr>
              <a:t>= 2</a:t>
            </a:r>
            <a:r>
              <a:rPr lang="el-GR"/>
              <a:t>π</a:t>
            </a:r>
            <a:r>
              <a:rPr lang="en-GB"/>
              <a:t>r</a:t>
            </a:r>
          </a:p>
        </p:txBody>
      </p:sp>
      <p:sp>
        <p:nvSpPr>
          <p:cNvPr id="15" name="Rectangle 22"/>
          <p:cNvSpPr>
            <a:spLocks noChangeArrowheads="1"/>
          </p:cNvSpPr>
          <p:nvPr/>
        </p:nvSpPr>
        <p:spPr bwMode="auto">
          <a:xfrm>
            <a:off x="395288" y="333375"/>
            <a:ext cx="1339850" cy="731838"/>
          </a:xfrm>
          <a:prstGeom prst="rect">
            <a:avLst/>
          </a:prstGeom>
          <a:noFill/>
          <a:ln w="9525" algn="ctr">
            <a:noFill/>
            <a:miter lim="800000"/>
            <a:headEnd/>
            <a:tailEnd/>
          </a:ln>
        </p:spPr>
        <p:txBody>
          <a:bodyPr wrap="none" anchor="ctr">
            <a:spAutoFit/>
          </a:bodyPr>
          <a:lstStyle/>
          <a:p>
            <a:r>
              <a:rPr lang="en-GB" sz="2400" b="1"/>
              <a:t>Radians</a:t>
            </a:r>
          </a:p>
          <a:p>
            <a:endParaRPr lang="en-GB" sz="1800"/>
          </a:p>
        </p:txBody>
      </p:sp>
    </p:spTree>
    <p:extLst>
      <p:ext uri="{BB962C8B-B14F-4D97-AF65-F5344CB8AC3E}">
        <p14:creationId xmlns:p14="http://schemas.microsoft.com/office/powerpoint/2010/main" val="2806204515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395288" y="2572719"/>
            <a:ext cx="4844596" cy="120032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GB" sz="7200" b="1"/>
              <a:t>The Signal</a:t>
            </a:r>
          </a:p>
        </p:txBody>
      </p:sp>
    </p:spTree>
    <p:extLst>
      <p:ext uri="{BB962C8B-B14F-4D97-AF65-F5344CB8AC3E}">
        <p14:creationId xmlns:p14="http://schemas.microsoft.com/office/powerpoint/2010/main" val="3766285723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395288" y="412750"/>
            <a:ext cx="4100803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GB" sz="2400" b="1" dirty="0" err="1"/>
              <a:t>Shure</a:t>
            </a:r>
            <a:r>
              <a:rPr lang="en-GB" sz="2400" b="1" dirty="0"/>
              <a:t> SM58 Specifications</a:t>
            </a:r>
          </a:p>
        </p:txBody>
      </p:sp>
      <p:grpSp>
        <p:nvGrpSpPr>
          <p:cNvPr id="3" name="Group 2"/>
          <p:cNvGrpSpPr/>
          <p:nvPr/>
        </p:nvGrpSpPr>
        <p:grpSpPr>
          <a:xfrm>
            <a:off x="395288" y="816641"/>
            <a:ext cx="8259509" cy="5750846"/>
            <a:chOff x="395288" y="735679"/>
            <a:chExt cx="8259509" cy="5750846"/>
          </a:xfrm>
        </p:grpSpPr>
        <p:pic>
          <p:nvPicPr>
            <p:cNvPr id="4" name="Picture 2"/>
            <p:cNvPicPr>
              <a:picLocks noChangeAspect="1" noChangeArrowheads="1"/>
            </p:cNvPicPr>
            <p:nvPr/>
          </p:nvPicPr>
          <p:blipFill>
            <a:blip r:embed="rId3" cstate="print"/>
            <a:srcRect b="4906"/>
            <a:stretch>
              <a:fillRect/>
            </a:stretch>
          </p:blipFill>
          <p:spPr bwMode="auto">
            <a:xfrm>
              <a:off x="395288" y="735679"/>
              <a:ext cx="4338637" cy="3070958"/>
            </a:xfrm>
            <a:prstGeom prst="rect">
              <a:avLst/>
            </a:prstGeom>
            <a:noFill/>
            <a:ln w="12700">
              <a:solidFill>
                <a:schemeClr val="tx1"/>
              </a:solidFill>
              <a:miter lim="800000"/>
              <a:headEnd/>
              <a:tailEnd/>
            </a:ln>
          </p:spPr>
        </p:pic>
        <p:sp>
          <p:nvSpPr>
            <p:cNvPr id="5" name="Rectangle 4"/>
            <p:cNvSpPr/>
            <p:nvPr/>
          </p:nvSpPr>
          <p:spPr bwMode="auto">
            <a:xfrm>
              <a:off x="490538" y="2667001"/>
              <a:ext cx="3290887" cy="1085850"/>
            </a:xfrm>
            <a:prstGeom prst="rect">
              <a:avLst/>
            </a:prstGeom>
            <a:noFill/>
            <a:ln w="12700" cap="flat" cmpd="sng" algn="ctr">
              <a:solidFill>
                <a:srgbClr val="FF0000"/>
              </a:solidFill>
              <a:prstDash val="dash"/>
              <a:round/>
              <a:headEnd type="none" w="med" len="med"/>
              <a:tailEnd type="none" w="med" len="med"/>
            </a:ln>
            <a:effectLst/>
          </p:spPr>
          <p:txBody>
            <a:bodyPr vert="horz" wrap="square" lIns="91440" tIns="45720" rIns="91440" bIns="45720" numCol="1" rtlCol="0" anchor="t" anchorCtr="0" compatLnSpc="1">
              <a:prstTxWarp prst="textNoShape">
                <a:avLst/>
              </a:prstTxWarp>
            </a:bodyPr>
            <a:lstStyle/>
            <a:p>
              <a:pPr marL="0" marR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endParaRPr kumimoji="0" lang="en-GB" sz="160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Lucida Sans Unicode" pitchFamily="34" charset="0"/>
              </a:endParaRPr>
            </a:p>
          </p:txBody>
        </p:sp>
        <p:pic>
          <p:nvPicPr>
            <p:cNvPr id="6" name="Picture 4"/>
            <p:cNvPicPr>
              <a:picLocks noChangeAspect="1" noChangeArrowheads="1"/>
            </p:cNvPicPr>
            <p:nvPr/>
          </p:nvPicPr>
          <p:blipFill>
            <a:blip r:embed="rId4" cstate="print"/>
            <a:srcRect b="4271"/>
            <a:stretch>
              <a:fillRect/>
            </a:stretch>
          </p:blipFill>
          <p:spPr bwMode="auto">
            <a:xfrm>
              <a:off x="714375" y="3284419"/>
              <a:ext cx="7940422" cy="3202106"/>
            </a:xfrm>
            <a:prstGeom prst="rect">
              <a:avLst/>
            </a:prstGeom>
            <a:noFill/>
            <a:ln w="28575">
              <a:solidFill>
                <a:srgbClr val="FF0000"/>
              </a:solidFill>
              <a:miter lim="800000"/>
              <a:headEnd/>
              <a:tailEnd/>
            </a:ln>
          </p:spPr>
        </p:pic>
        <p:cxnSp>
          <p:nvCxnSpPr>
            <p:cNvPr id="7" name="Straight Connector 6"/>
            <p:cNvCxnSpPr/>
            <p:nvPr/>
          </p:nvCxnSpPr>
          <p:spPr bwMode="auto">
            <a:xfrm>
              <a:off x="3790950" y="2695575"/>
              <a:ext cx="4791075" cy="552450"/>
            </a:xfrm>
            <a:prstGeom prst="line">
              <a:avLst/>
            </a:prstGeom>
            <a:solidFill>
              <a:schemeClr val="accent1"/>
            </a:solidFill>
            <a:ln w="9525" cap="flat" cmpd="sng" algn="ctr">
              <a:solidFill>
                <a:srgbClr val="FF0000"/>
              </a:solidFill>
              <a:prstDash val="dash"/>
              <a:round/>
              <a:headEnd type="none" w="med" len="med"/>
              <a:tailEnd type="none" w="med" len="med"/>
            </a:ln>
            <a:effectLst/>
          </p:spPr>
        </p:cxnSp>
        <p:cxnSp>
          <p:nvCxnSpPr>
            <p:cNvPr id="8" name="Straight Connector 7"/>
            <p:cNvCxnSpPr/>
            <p:nvPr/>
          </p:nvCxnSpPr>
          <p:spPr bwMode="auto">
            <a:xfrm>
              <a:off x="514350" y="3762375"/>
              <a:ext cx="171450" cy="2705100"/>
            </a:xfrm>
            <a:prstGeom prst="line">
              <a:avLst/>
            </a:prstGeom>
            <a:solidFill>
              <a:schemeClr val="accent1"/>
            </a:solidFill>
            <a:ln w="9525" cap="flat" cmpd="sng" algn="ctr">
              <a:solidFill>
                <a:srgbClr val="FF0000"/>
              </a:solidFill>
              <a:prstDash val="dash"/>
              <a:round/>
              <a:headEnd type="none" w="med" len="med"/>
              <a:tailEnd type="none" w="med" len="med"/>
            </a:ln>
            <a:effectLst/>
          </p:spPr>
        </p:cxnSp>
        <p:sp>
          <p:nvSpPr>
            <p:cNvPr id="9" name="Rounded Rectangular Callout 10"/>
            <p:cNvSpPr/>
            <p:nvPr/>
          </p:nvSpPr>
          <p:spPr bwMode="auto">
            <a:xfrm>
              <a:off x="5619749" y="3676650"/>
              <a:ext cx="3019425" cy="476249"/>
            </a:xfrm>
            <a:prstGeom prst="wedgeRoundRectCallout">
              <a:avLst>
                <a:gd name="adj1" fmla="val -40370"/>
                <a:gd name="adj2" fmla="val 125048"/>
                <a:gd name="adj3" fmla="val 16667"/>
              </a:avLst>
            </a:prstGeom>
            <a:solidFill>
              <a:srgbClr val="FFFFCC"/>
            </a:solidFill>
            <a:ln w="9525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 vert="horz" wrap="square" lIns="91440" tIns="45720" rIns="91440" bIns="45720" numCol="1" rtlCol="0" anchor="t" anchorCtr="0" compatLnSpc="1">
              <a:prstTxWarp prst="textNoShape">
                <a:avLst/>
              </a:prstTxWarp>
            </a:bodyPr>
            <a:lstStyle/>
            <a:p>
              <a:r>
                <a:rPr lang="en-GB" sz="1400" dirty="0"/>
                <a:t>Output voltage ~ 0.19mV = </a:t>
              </a:r>
            </a:p>
          </p:txBody>
        </p:sp>
      </p:grpSp>
      <p:graphicFrame>
        <p:nvGraphicFramePr>
          <p:cNvPr id="10" name="Object 9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2970888787"/>
              </p:ext>
            </p:extLst>
          </p:nvPr>
        </p:nvGraphicFramePr>
        <p:xfrm>
          <a:off x="8096250" y="3779837"/>
          <a:ext cx="495300" cy="3937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5122" name="Equation" r:id="rId5" imgW="495000" imgH="393480" progId="">
                  <p:embed/>
                </p:oleObj>
              </mc:Choice>
              <mc:Fallback>
                <p:oleObj name="Equation" r:id="rId5" imgW="495000" imgH="393480" progId="">
                  <p:embed/>
                  <p:pic>
                    <p:nvPicPr>
                      <p:cNvPr id="10" name="Object 9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6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8096250" y="3779837"/>
                        <a:ext cx="495300" cy="393700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11" name="Rectangle 10"/>
          <p:cNvSpPr/>
          <p:nvPr/>
        </p:nvSpPr>
        <p:spPr>
          <a:xfrm>
            <a:off x="5334000" y="789414"/>
            <a:ext cx="3448050" cy="40011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GB" sz="1000" dirty="0"/>
              <a:t>http://www.shure.com/idc/groups/public/documents/webcontent/us_pro_sm58_specsheet.pdf</a:t>
            </a:r>
          </a:p>
        </p:txBody>
      </p:sp>
    </p:spTree>
    <p:extLst>
      <p:ext uri="{BB962C8B-B14F-4D97-AF65-F5344CB8AC3E}">
        <p14:creationId xmlns:p14="http://schemas.microsoft.com/office/powerpoint/2010/main" val="3266826835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70" name="Text Box 4"/>
          <p:cNvSpPr txBox="1">
            <a:spLocks noChangeArrowheads="1"/>
          </p:cNvSpPr>
          <p:nvPr/>
        </p:nvSpPr>
        <p:spPr bwMode="auto">
          <a:xfrm>
            <a:off x="430213" y="981075"/>
            <a:ext cx="6046787" cy="13144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 algn="ctr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marL="174625" indent="-174625">
              <a:defRPr sz="1600">
                <a:solidFill>
                  <a:schemeClr val="tx1"/>
                </a:solidFill>
                <a:latin typeface="Lucida Sans Unicode" pitchFamily="34" charset="0"/>
              </a:defRPr>
            </a:lvl1pPr>
            <a:lvl2pPr marL="742950" indent="-285750">
              <a:defRPr sz="1600">
                <a:solidFill>
                  <a:schemeClr val="tx1"/>
                </a:solidFill>
                <a:latin typeface="Lucida Sans Unicode" pitchFamily="34" charset="0"/>
              </a:defRPr>
            </a:lvl2pPr>
            <a:lvl3pPr marL="1143000" indent="-228600">
              <a:defRPr sz="1600">
                <a:solidFill>
                  <a:schemeClr val="tx1"/>
                </a:solidFill>
                <a:latin typeface="Lucida Sans Unicode" pitchFamily="34" charset="0"/>
              </a:defRPr>
            </a:lvl3pPr>
            <a:lvl4pPr marL="1600200" indent="-228600">
              <a:defRPr sz="1600">
                <a:solidFill>
                  <a:schemeClr val="tx1"/>
                </a:solidFill>
                <a:latin typeface="Lucida Sans Unicode" pitchFamily="34" charset="0"/>
              </a:defRPr>
            </a:lvl4pPr>
            <a:lvl5pPr marL="2057400" indent="-228600">
              <a:defRPr sz="1600">
                <a:solidFill>
                  <a:schemeClr val="tx1"/>
                </a:solidFill>
                <a:latin typeface="Lucida Sans Unicode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Lucida Sans Unicode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Lucida Sans Unicode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Lucida Sans Unicode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Lucida Sans Unicode" pitchFamily="34" charset="0"/>
              </a:defRPr>
            </a:lvl9pPr>
          </a:lstStyle>
          <a:p>
            <a:r>
              <a:rPr lang="en-GB"/>
              <a:t>AC Power supply in UK (and the rest of Europe)  is 230V AC</a:t>
            </a:r>
          </a:p>
          <a:p>
            <a:pPr>
              <a:buFontTx/>
              <a:buChar char="•"/>
            </a:pPr>
            <a:r>
              <a:rPr lang="en-GB"/>
              <a:t>AC = “alternating current”</a:t>
            </a:r>
          </a:p>
          <a:p>
            <a:pPr>
              <a:buFontTx/>
              <a:buChar char="•"/>
            </a:pPr>
            <a:r>
              <a:rPr lang="en-GB"/>
              <a:t>… alternating at a rate of 50 Hz (cycles per second)</a:t>
            </a:r>
          </a:p>
          <a:p>
            <a:pPr>
              <a:buFontTx/>
              <a:buChar char="•"/>
            </a:pPr>
            <a:r>
              <a:rPr lang="en-GB"/>
              <a:t>North America = 120V @ 60Hz</a:t>
            </a:r>
          </a:p>
          <a:p>
            <a:pPr>
              <a:buFontTx/>
              <a:buChar char="•"/>
            </a:pPr>
            <a:r>
              <a:rPr lang="en-GB"/>
              <a:t>Varies quite a bit around the world</a:t>
            </a:r>
            <a:endParaRPr lang="en-US"/>
          </a:p>
        </p:txBody>
      </p:sp>
      <p:sp>
        <p:nvSpPr>
          <p:cNvPr id="7171" name="Text Box 5"/>
          <p:cNvSpPr txBox="1">
            <a:spLocks noChangeArrowheads="1"/>
          </p:cNvSpPr>
          <p:nvPr/>
        </p:nvSpPr>
        <p:spPr bwMode="auto">
          <a:xfrm>
            <a:off x="430213" y="366713"/>
            <a:ext cx="4955203" cy="46166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 algn="ctr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defRPr sz="1600">
                <a:solidFill>
                  <a:schemeClr val="tx1"/>
                </a:solidFill>
                <a:latin typeface="Lucida Sans Unicode" pitchFamily="34" charset="0"/>
              </a:defRPr>
            </a:lvl1pPr>
            <a:lvl2pPr marL="742950" indent="-285750">
              <a:defRPr sz="1600">
                <a:solidFill>
                  <a:schemeClr val="tx1"/>
                </a:solidFill>
                <a:latin typeface="Lucida Sans Unicode" pitchFamily="34" charset="0"/>
              </a:defRPr>
            </a:lvl2pPr>
            <a:lvl3pPr marL="1143000" indent="-228600">
              <a:defRPr sz="1600">
                <a:solidFill>
                  <a:schemeClr val="tx1"/>
                </a:solidFill>
                <a:latin typeface="Lucida Sans Unicode" pitchFamily="34" charset="0"/>
              </a:defRPr>
            </a:lvl3pPr>
            <a:lvl4pPr marL="1600200" indent="-228600">
              <a:defRPr sz="1600">
                <a:solidFill>
                  <a:schemeClr val="tx1"/>
                </a:solidFill>
                <a:latin typeface="Lucida Sans Unicode" pitchFamily="34" charset="0"/>
              </a:defRPr>
            </a:lvl4pPr>
            <a:lvl5pPr marL="2057400" indent="-228600">
              <a:defRPr sz="1600">
                <a:solidFill>
                  <a:schemeClr val="tx1"/>
                </a:solidFill>
                <a:latin typeface="Lucida Sans Unicode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Lucida Sans Unicode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Lucida Sans Unicode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Lucida Sans Unicode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Lucida Sans Unicode" pitchFamily="34" charset="0"/>
              </a:defRPr>
            </a:lvl9pPr>
          </a:lstStyle>
          <a:p>
            <a:r>
              <a:rPr lang="en-GB" sz="2400" b="1"/>
              <a:t>RMS Voltage, e.g. Mains Supply</a:t>
            </a:r>
            <a:endParaRPr lang="en-US" sz="2400" b="1"/>
          </a:p>
        </p:txBody>
      </p:sp>
      <p:sp>
        <p:nvSpPr>
          <p:cNvPr id="7172" name="Freeform 6"/>
          <p:cNvSpPr>
            <a:spLocks/>
          </p:cNvSpPr>
          <p:nvPr/>
        </p:nvSpPr>
        <p:spPr bwMode="auto">
          <a:xfrm>
            <a:off x="2830513" y="2660650"/>
            <a:ext cx="3176587" cy="1174750"/>
          </a:xfrm>
          <a:custGeom>
            <a:avLst/>
            <a:gdLst>
              <a:gd name="T0" fmla="*/ 0 w 4909"/>
              <a:gd name="T1" fmla="*/ 1518310753 h 469"/>
              <a:gd name="T2" fmla="*/ 227789556 w 4909"/>
              <a:gd name="T3" fmla="*/ 94110264 h 469"/>
              <a:gd name="T4" fmla="*/ 455998429 w 4909"/>
              <a:gd name="T5" fmla="*/ 1518310753 h 469"/>
              <a:gd name="T6" fmla="*/ 683788067 w 4909"/>
              <a:gd name="T7" fmla="*/ 2147483647 h 469"/>
              <a:gd name="T8" fmla="*/ 911578189 w 4909"/>
              <a:gd name="T9" fmla="*/ 1518310753 h 469"/>
              <a:gd name="T10" fmla="*/ 1139786334 w 4909"/>
              <a:gd name="T11" fmla="*/ 94110264 h 469"/>
              <a:gd name="T12" fmla="*/ 1367576133 w 4909"/>
              <a:gd name="T13" fmla="*/ 1518310753 h 469"/>
              <a:gd name="T14" fmla="*/ 1595366255 w 4909"/>
              <a:gd name="T15" fmla="*/ 2147483647 h 469"/>
              <a:gd name="T16" fmla="*/ 1823574401 w 4909"/>
              <a:gd name="T17" fmla="*/ 1518310753 h 469"/>
              <a:gd name="T18" fmla="*/ 2004047696 w 4909"/>
              <a:gd name="T19" fmla="*/ 238411646 h 469"/>
              <a:gd name="T20" fmla="*/ 2055551223 w 4909"/>
              <a:gd name="T21" fmla="*/ 87835748 h 469"/>
              <a:gd name="T22" fmla="*/ 0 60000 65536"/>
              <a:gd name="T23" fmla="*/ 0 60000 65536"/>
              <a:gd name="T24" fmla="*/ 0 60000 65536"/>
              <a:gd name="T25" fmla="*/ 0 60000 65536"/>
              <a:gd name="T26" fmla="*/ 0 60000 65536"/>
              <a:gd name="T27" fmla="*/ 0 60000 65536"/>
              <a:gd name="T28" fmla="*/ 0 60000 65536"/>
              <a:gd name="T29" fmla="*/ 0 60000 65536"/>
              <a:gd name="T30" fmla="*/ 0 60000 65536"/>
              <a:gd name="T31" fmla="*/ 0 60000 65536"/>
              <a:gd name="T32" fmla="*/ 0 60000 65536"/>
              <a:gd name="T33" fmla="*/ 0 w 4909"/>
              <a:gd name="T34" fmla="*/ 0 h 469"/>
              <a:gd name="T35" fmla="*/ 4909 w 4909"/>
              <a:gd name="T36" fmla="*/ 469 h 469"/>
            </a:gdLst>
            <a:ahLst/>
            <a:cxnLst>
              <a:cxn ang="T22">
                <a:pos x="T0" y="T1"/>
              </a:cxn>
              <a:cxn ang="T23">
                <a:pos x="T2" y="T3"/>
              </a:cxn>
              <a:cxn ang="T24">
                <a:pos x="T4" y="T5"/>
              </a:cxn>
              <a:cxn ang="T25">
                <a:pos x="T6" y="T7"/>
              </a:cxn>
              <a:cxn ang="T26">
                <a:pos x="T8" y="T9"/>
              </a:cxn>
              <a:cxn ang="T27">
                <a:pos x="T10" y="T11"/>
              </a:cxn>
              <a:cxn ang="T28">
                <a:pos x="T12" y="T13"/>
              </a:cxn>
              <a:cxn ang="T29">
                <a:pos x="T14" y="T15"/>
              </a:cxn>
              <a:cxn ang="T30">
                <a:pos x="T16" y="T17"/>
              </a:cxn>
              <a:cxn ang="T31">
                <a:pos x="T18" y="T19"/>
              </a:cxn>
              <a:cxn ang="T32">
                <a:pos x="T20" y="T21"/>
              </a:cxn>
            </a:cxnLst>
            <a:rect l="T33" t="T34" r="T35" b="T36"/>
            <a:pathLst>
              <a:path w="4909" h="469">
                <a:moveTo>
                  <a:pt x="0" y="242"/>
                </a:moveTo>
                <a:cubicBezTo>
                  <a:pt x="181" y="128"/>
                  <a:pt x="363" y="15"/>
                  <a:pt x="544" y="15"/>
                </a:cubicBezTo>
                <a:cubicBezTo>
                  <a:pt x="725" y="15"/>
                  <a:pt x="908" y="166"/>
                  <a:pt x="1089" y="242"/>
                </a:cubicBezTo>
                <a:cubicBezTo>
                  <a:pt x="1270" y="318"/>
                  <a:pt x="1452" y="469"/>
                  <a:pt x="1633" y="469"/>
                </a:cubicBezTo>
                <a:cubicBezTo>
                  <a:pt x="1814" y="469"/>
                  <a:pt x="1996" y="318"/>
                  <a:pt x="2177" y="242"/>
                </a:cubicBezTo>
                <a:cubicBezTo>
                  <a:pt x="2358" y="166"/>
                  <a:pt x="2541" y="15"/>
                  <a:pt x="2722" y="15"/>
                </a:cubicBezTo>
                <a:cubicBezTo>
                  <a:pt x="2903" y="15"/>
                  <a:pt x="3085" y="166"/>
                  <a:pt x="3266" y="242"/>
                </a:cubicBezTo>
                <a:cubicBezTo>
                  <a:pt x="3447" y="318"/>
                  <a:pt x="3629" y="469"/>
                  <a:pt x="3810" y="469"/>
                </a:cubicBezTo>
                <a:cubicBezTo>
                  <a:pt x="3991" y="469"/>
                  <a:pt x="4193" y="314"/>
                  <a:pt x="4355" y="242"/>
                </a:cubicBezTo>
                <a:cubicBezTo>
                  <a:pt x="4517" y="170"/>
                  <a:pt x="4694" y="76"/>
                  <a:pt x="4786" y="38"/>
                </a:cubicBezTo>
                <a:cubicBezTo>
                  <a:pt x="4878" y="0"/>
                  <a:pt x="4884" y="19"/>
                  <a:pt x="4909" y="14"/>
                </a:cubicBezTo>
              </a:path>
            </a:pathLst>
          </a:custGeom>
          <a:noFill/>
          <a:ln w="19050" cmpd="sng">
            <a:solidFill>
              <a:srgbClr val="990000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/>
          <a:lstStyle/>
          <a:p>
            <a:endParaRPr lang="en-GB"/>
          </a:p>
        </p:txBody>
      </p:sp>
      <p:sp>
        <p:nvSpPr>
          <p:cNvPr id="7173" name="Line 7"/>
          <p:cNvSpPr>
            <a:spLocks noChangeShapeType="1"/>
          </p:cNvSpPr>
          <p:nvPr/>
        </p:nvSpPr>
        <p:spPr bwMode="auto">
          <a:xfrm>
            <a:off x="2705100" y="3308350"/>
            <a:ext cx="4214813" cy="0"/>
          </a:xfrm>
          <a:prstGeom prst="line">
            <a:avLst/>
          </a:prstGeom>
          <a:noFill/>
          <a:ln w="12700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en-GB"/>
          </a:p>
        </p:txBody>
      </p:sp>
      <p:sp>
        <p:nvSpPr>
          <p:cNvPr id="7174" name="Freeform 9"/>
          <p:cNvSpPr>
            <a:spLocks/>
          </p:cNvSpPr>
          <p:nvPr/>
        </p:nvSpPr>
        <p:spPr bwMode="auto">
          <a:xfrm>
            <a:off x="2830513" y="2660650"/>
            <a:ext cx="3176587" cy="1174750"/>
          </a:xfrm>
          <a:custGeom>
            <a:avLst/>
            <a:gdLst>
              <a:gd name="T0" fmla="*/ 0 w 4909"/>
              <a:gd name="T1" fmla="*/ 1518310753 h 469"/>
              <a:gd name="T2" fmla="*/ 227789556 w 4909"/>
              <a:gd name="T3" fmla="*/ 94110264 h 469"/>
              <a:gd name="T4" fmla="*/ 455998429 w 4909"/>
              <a:gd name="T5" fmla="*/ 1518310753 h 469"/>
              <a:gd name="T6" fmla="*/ 683788067 w 4909"/>
              <a:gd name="T7" fmla="*/ 2147483647 h 469"/>
              <a:gd name="T8" fmla="*/ 911578189 w 4909"/>
              <a:gd name="T9" fmla="*/ 1518310753 h 469"/>
              <a:gd name="T10" fmla="*/ 1139786334 w 4909"/>
              <a:gd name="T11" fmla="*/ 94110264 h 469"/>
              <a:gd name="T12" fmla="*/ 1367576133 w 4909"/>
              <a:gd name="T13" fmla="*/ 1518310753 h 469"/>
              <a:gd name="T14" fmla="*/ 1595366255 w 4909"/>
              <a:gd name="T15" fmla="*/ 2147483647 h 469"/>
              <a:gd name="T16" fmla="*/ 1823574401 w 4909"/>
              <a:gd name="T17" fmla="*/ 1518310753 h 469"/>
              <a:gd name="T18" fmla="*/ 2004047696 w 4909"/>
              <a:gd name="T19" fmla="*/ 238411646 h 469"/>
              <a:gd name="T20" fmla="*/ 2055551223 w 4909"/>
              <a:gd name="T21" fmla="*/ 87835748 h 469"/>
              <a:gd name="T22" fmla="*/ 0 60000 65536"/>
              <a:gd name="T23" fmla="*/ 0 60000 65536"/>
              <a:gd name="T24" fmla="*/ 0 60000 65536"/>
              <a:gd name="T25" fmla="*/ 0 60000 65536"/>
              <a:gd name="T26" fmla="*/ 0 60000 65536"/>
              <a:gd name="T27" fmla="*/ 0 60000 65536"/>
              <a:gd name="T28" fmla="*/ 0 60000 65536"/>
              <a:gd name="T29" fmla="*/ 0 60000 65536"/>
              <a:gd name="T30" fmla="*/ 0 60000 65536"/>
              <a:gd name="T31" fmla="*/ 0 60000 65536"/>
              <a:gd name="T32" fmla="*/ 0 60000 65536"/>
              <a:gd name="T33" fmla="*/ 0 w 4909"/>
              <a:gd name="T34" fmla="*/ 0 h 469"/>
              <a:gd name="T35" fmla="*/ 4909 w 4909"/>
              <a:gd name="T36" fmla="*/ 469 h 469"/>
            </a:gdLst>
            <a:ahLst/>
            <a:cxnLst>
              <a:cxn ang="T22">
                <a:pos x="T0" y="T1"/>
              </a:cxn>
              <a:cxn ang="T23">
                <a:pos x="T2" y="T3"/>
              </a:cxn>
              <a:cxn ang="T24">
                <a:pos x="T4" y="T5"/>
              </a:cxn>
              <a:cxn ang="T25">
                <a:pos x="T6" y="T7"/>
              </a:cxn>
              <a:cxn ang="T26">
                <a:pos x="T8" y="T9"/>
              </a:cxn>
              <a:cxn ang="T27">
                <a:pos x="T10" y="T11"/>
              </a:cxn>
              <a:cxn ang="T28">
                <a:pos x="T12" y="T13"/>
              </a:cxn>
              <a:cxn ang="T29">
                <a:pos x="T14" y="T15"/>
              </a:cxn>
              <a:cxn ang="T30">
                <a:pos x="T16" y="T17"/>
              </a:cxn>
              <a:cxn ang="T31">
                <a:pos x="T18" y="T19"/>
              </a:cxn>
              <a:cxn ang="T32">
                <a:pos x="T20" y="T21"/>
              </a:cxn>
            </a:cxnLst>
            <a:rect l="T33" t="T34" r="T35" b="T36"/>
            <a:pathLst>
              <a:path w="4909" h="469">
                <a:moveTo>
                  <a:pt x="0" y="242"/>
                </a:moveTo>
                <a:cubicBezTo>
                  <a:pt x="181" y="128"/>
                  <a:pt x="363" y="15"/>
                  <a:pt x="544" y="15"/>
                </a:cubicBezTo>
                <a:cubicBezTo>
                  <a:pt x="725" y="15"/>
                  <a:pt x="908" y="166"/>
                  <a:pt x="1089" y="242"/>
                </a:cubicBezTo>
                <a:cubicBezTo>
                  <a:pt x="1270" y="318"/>
                  <a:pt x="1452" y="469"/>
                  <a:pt x="1633" y="469"/>
                </a:cubicBezTo>
                <a:cubicBezTo>
                  <a:pt x="1814" y="469"/>
                  <a:pt x="1996" y="318"/>
                  <a:pt x="2177" y="242"/>
                </a:cubicBezTo>
                <a:cubicBezTo>
                  <a:pt x="2358" y="166"/>
                  <a:pt x="2541" y="15"/>
                  <a:pt x="2722" y="15"/>
                </a:cubicBezTo>
                <a:cubicBezTo>
                  <a:pt x="2903" y="15"/>
                  <a:pt x="3085" y="166"/>
                  <a:pt x="3266" y="242"/>
                </a:cubicBezTo>
                <a:cubicBezTo>
                  <a:pt x="3447" y="318"/>
                  <a:pt x="3629" y="469"/>
                  <a:pt x="3810" y="469"/>
                </a:cubicBezTo>
                <a:cubicBezTo>
                  <a:pt x="3991" y="469"/>
                  <a:pt x="4193" y="314"/>
                  <a:pt x="4355" y="242"/>
                </a:cubicBezTo>
                <a:cubicBezTo>
                  <a:pt x="4517" y="170"/>
                  <a:pt x="4694" y="76"/>
                  <a:pt x="4786" y="38"/>
                </a:cubicBezTo>
                <a:cubicBezTo>
                  <a:pt x="4878" y="0"/>
                  <a:pt x="4884" y="19"/>
                  <a:pt x="4909" y="14"/>
                </a:cubicBezTo>
              </a:path>
            </a:pathLst>
          </a:custGeom>
          <a:noFill/>
          <a:ln w="38100" cmpd="sng">
            <a:solidFill>
              <a:srgbClr val="FF5050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/>
          <a:lstStyle/>
          <a:p>
            <a:endParaRPr lang="en-GB"/>
          </a:p>
        </p:txBody>
      </p:sp>
      <p:sp>
        <p:nvSpPr>
          <p:cNvPr id="7175" name="Line 10"/>
          <p:cNvSpPr>
            <a:spLocks noChangeShapeType="1"/>
          </p:cNvSpPr>
          <p:nvPr/>
        </p:nvSpPr>
        <p:spPr bwMode="auto">
          <a:xfrm>
            <a:off x="1895475" y="2660650"/>
            <a:ext cx="5086350" cy="0"/>
          </a:xfrm>
          <a:prstGeom prst="line">
            <a:avLst/>
          </a:prstGeom>
          <a:noFill/>
          <a:ln w="12700">
            <a:solidFill>
              <a:schemeClr val="tx1"/>
            </a:solidFill>
            <a:prstDash val="dash"/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en-GB"/>
          </a:p>
        </p:txBody>
      </p:sp>
      <p:sp>
        <p:nvSpPr>
          <p:cNvPr id="7176" name="Line 11"/>
          <p:cNvSpPr>
            <a:spLocks noChangeShapeType="1"/>
          </p:cNvSpPr>
          <p:nvPr/>
        </p:nvSpPr>
        <p:spPr bwMode="auto">
          <a:xfrm>
            <a:off x="2705100" y="3848100"/>
            <a:ext cx="4214813" cy="0"/>
          </a:xfrm>
          <a:prstGeom prst="line">
            <a:avLst/>
          </a:prstGeom>
          <a:noFill/>
          <a:ln w="12700">
            <a:solidFill>
              <a:schemeClr val="tx1"/>
            </a:solidFill>
            <a:prstDash val="dash"/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en-GB"/>
          </a:p>
        </p:txBody>
      </p:sp>
      <p:sp>
        <p:nvSpPr>
          <p:cNvPr id="7177" name="Line 12"/>
          <p:cNvSpPr>
            <a:spLocks noChangeShapeType="1"/>
          </p:cNvSpPr>
          <p:nvPr/>
        </p:nvSpPr>
        <p:spPr bwMode="auto">
          <a:xfrm>
            <a:off x="2830513" y="2444750"/>
            <a:ext cx="0" cy="1835150"/>
          </a:xfrm>
          <a:prstGeom prst="line">
            <a:avLst/>
          </a:prstGeom>
          <a:noFill/>
          <a:ln w="19050">
            <a:solidFill>
              <a:schemeClr val="accent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en-GB"/>
          </a:p>
        </p:txBody>
      </p:sp>
      <p:sp>
        <p:nvSpPr>
          <p:cNvPr id="7178" name="Line 13"/>
          <p:cNvSpPr>
            <a:spLocks noChangeShapeType="1"/>
          </p:cNvSpPr>
          <p:nvPr/>
        </p:nvSpPr>
        <p:spPr bwMode="auto">
          <a:xfrm>
            <a:off x="4200525" y="2444750"/>
            <a:ext cx="0" cy="1835150"/>
          </a:xfrm>
          <a:prstGeom prst="line">
            <a:avLst/>
          </a:prstGeom>
          <a:noFill/>
          <a:ln w="19050">
            <a:solidFill>
              <a:schemeClr val="accent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en-GB"/>
          </a:p>
        </p:txBody>
      </p:sp>
      <p:sp>
        <p:nvSpPr>
          <p:cNvPr id="7179" name="Line 16"/>
          <p:cNvSpPr>
            <a:spLocks noChangeShapeType="1"/>
          </p:cNvSpPr>
          <p:nvPr/>
        </p:nvSpPr>
        <p:spPr bwMode="auto">
          <a:xfrm>
            <a:off x="2144713" y="2876550"/>
            <a:ext cx="4775200" cy="0"/>
          </a:xfrm>
          <a:prstGeom prst="line">
            <a:avLst/>
          </a:prstGeom>
          <a:noFill/>
          <a:ln w="28575">
            <a:solidFill>
              <a:srgbClr val="FF5050"/>
            </a:solidFill>
            <a:prstDash val="dash"/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en-GB"/>
          </a:p>
        </p:txBody>
      </p:sp>
      <p:sp>
        <p:nvSpPr>
          <p:cNvPr id="7180" name="Text Box 17"/>
          <p:cNvSpPr txBox="1">
            <a:spLocks noChangeArrowheads="1"/>
          </p:cNvSpPr>
          <p:nvPr/>
        </p:nvSpPr>
        <p:spPr bwMode="auto">
          <a:xfrm>
            <a:off x="2208213" y="3200400"/>
            <a:ext cx="446087" cy="3365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 algn="ctr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defRPr sz="1600">
                <a:solidFill>
                  <a:schemeClr val="tx1"/>
                </a:solidFill>
                <a:latin typeface="Lucida Sans Unicode" pitchFamily="34" charset="0"/>
              </a:defRPr>
            </a:lvl1pPr>
            <a:lvl2pPr marL="742950" indent="-285750">
              <a:defRPr sz="1600">
                <a:solidFill>
                  <a:schemeClr val="tx1"/>
                </a:solidFill>
                <a:latin typeface="Lucida Sans Unicode" pitchFamily="34" charset="0"/>
              </a:defRPr>
            </a:lvl2pPr>
            <a:lvl3pPr marL="1143000" indent="-228600">
              <a:defRPr sz="1600">
                <a:solidFill>
                  <a:schemeClr val="tx1"/>
                </a:solidFill>
                <a:latin typeface="Lucida Sans Unicode" pitchFamily="34" charset="0"/>
              </a:defRPr>
            </a:lvl3pPr>
            <a:lvl4pPr marL="1600200" indent="-228600">
              <a:defRPr sz="1600">
                <a:solidFill>
                  <a:schemeClr val="tx1"/>
                </a:solidFill>
                <a:latin typeface="Lucida Sans Unicode" pitchFamily="34" charset="0"/>
              </a:defRPr>
            </a:lvl4pPr>
            <a:lvl5pPr marL="2057400" indent="-228600">
              <a:defRPr sz="1600">
                <a:solidFill>
                  <a:schemeClr val="tx1"/>
                </a:solidFill>
                <a:latin typeface="Lucida Sans Unicode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Lucida Sans Unicode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Lucida Sans Unicode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Lucida Sans Unicode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Lucida Sans Unicode" pitchFamily="34" charset="0"/>
              </a:defRPr>
            </a:lvl9pPr>
          </a:lstStyle>
          <a:p>
            <a:r>
              <a:rPr lang="en-GB"/>
              <a:t>0V</a:t>
            </a:r>
            <a:endParaRPr lang="en-US"/>
          </a:p>
        </p:txBody>
      </p:sp>
      <p:sp>
        <p:nvSpPr>
          <p:cNvPr id="7181" name="Text Box 18"/>
          <p:cNvSpPr txBox="1">
            <a:spLocks noChangeArrowheads="1"/>
          </p:cNvSpPr>
          <p:nvPr/>
        </p:nvSpPr>
        <p:spPr bwMode="auto">
          <a:xfrm>
            <a:off x="430213" y="2511425"/>
            <a:ext cx="1401762" cy="3048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 algn="ctr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defRPr sz="1600">
                <a:solidFill>
                  <a:schemeClr val="tx1"/>
                </a:solidFill>
                <a:latin typeface="Lucida Sans Unicode" pitchFamily="34" charset="0"/>
              </a:defRPr>
            </a:lvl1pPr>
            <a:lvl2pPr marL="742950" indent="-285750">
              <a:defRPr sz="1600">
                <a:solidFill>
                  <a:schemeClr val="tx1"/>
                </a:solidFill>
                <a:latin typeface="Lucida Sans Unicode" pitchFamily="34" charset="0"/>
              </a:defRPr>
            </a:lvl2pPr>
            <a:lvl3pPr marL="1143000" indent="-228600">
              <a:defRPr sz="1600">
                <a:solidFill>
                  <a:schemeClr val="tx1"/>
                </a:solidFill>
                <a:latin typeface="Lucida Sans Unicode" pitchFamily="34" charset="0"/>
              </a:defRPr>
            </a:lvl3pPr>
            <a:lvl4pPr marL="1600200" indent="-228600">
              <a:defRPr sz="1600">
                <a:solidFill>
                  <a:schemeClr val="tx1"/>
                </a:solidFill>
                <a:latin typeface="Lucida Sans Unicode" pitchFamily="34" charset="0"/>
              </a:defRPr>
            </a:lvl4pPr>
            <a:lvl5pPr marL="2057400" indent="-228600">
              <a:defRPr sz="1600">
                <a:solidFill>
                  <a:schemeClr val="tx1"/>
                </a:solidFill>
                <a:latin typeface="Lucida Sans Unicode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Lucida Sans Unicode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Lucida Sans Unicode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Lucida Sans Unicode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Lucida Sans Unicode" pitchFamily="34" charset="0"/>
              </a:defRPr>
            </a:lvl9pPr>
          </a:lstStyle>
          <a:p>
            <a:r>
              <a:rPr lang="en-GB" sz="1400"/>
              <a:t>Peak = ~340V</a:t>
            </a:r>
            <a:endParaRPr lang="en-US" sz="1400"/>
          </a:p>
        </p:txBody>
      </p:sp>
      <p:sp>
        <p:nvSpPr>
          <p:cNvPr id="7182" name="Text Box 19"/>
          <p:cNvSpPr txBox="1">
            <a:spLocks noChangeArrowheads="1"/>
          </p:cNvSpPr>
          <p:nvPr/>
        </p:nvSpPr>
        <p:spPr bwMode="auto">
          <a:xfrm>
            <a:off x="808038" y="2747963"/>
            <a:ext cx="1252537" cy="3048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 algn="ctr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defRPr sz="1600">
                <a:solidFill>
                  <a:schemeClr val="tx1"/>
                </a:solidFill>
                <a:latin typeface="Lucida Sans Unicode" pitchFamily="34" charset="0"/>
              </a:defRPr>
            </a:lvl1pPr>
            <a:lvl2pPr marL="742950" indent="-285750">
              <a:defRPr sz="1600">
                <a:solidFill>
                  <a:schemeClr val="tx1"/>
                </a:solidFill>
                <a:latin typeface="Lucida Sans Unicode" pitchFamily="34" charset="0"/>
              </a:defRPr>
            </a:lvl2pPr>
            <a:lvl3pPr marL="1143000" indent="-228600">
              <a:defRPr sz="1600">
                <a:solidFill>
                  <a:schemeClr val="tx1"/>
                </a:solidFill>
                <a:latin typeface="Lucida Sans Unicode" pitchFamily="34" charset="0"/>
              </a:defRPr>
            </a:lvl3pPr>
            <a:lvl4pPr marL="1600200" indent="-228600">
              <a:defRPr sz="1600">
                <a:solidFill>
                  <a:schemeClr val="tx1"/>
                </a:solidFill>
                <a:latin typeface="Lucida Sans Unicode" pitchFamily="34" charset="0"/>
              </a:defRPr>
            </a:lvl4pPr>
            <a:lvl5pPr marL="2057400" indent="-228600">
              <a:defRPr sz="1600">
                <a:solidFill>
                  <a:schemeClr val="tx1"/>
                </a:solidFill>
                <a:latin typeface="Lucida Sans Unicode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Lucida Sans Unicode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Lucida Sans Unicode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Lucida Sans Unicode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Lucida Sans Unicode" pitchFamily="34" charset="0"/>
              </a:defRPr>
            </a:lvl9pPr>
          </a:lstStyle>
          <a:p>
            <a:r>
              <a:rPr lang="en-GB" sz="1400" b="1">
                <a:solidFill>
                  <a:srgbClr val="FF5050"/>
                </a:solidFill>
              </a:rPr>
              <a:t>RMS = 230V</a:t>
            </a:r>
            <a:endParaRPr lang="en-US" sz="1400" b="1">
              <a:solidFill>
                <a:srgbClr val="FF5050"/>
              </a:solidFill>
            </a:endParaRPr>
          </a:p>
        </p:txBody>
      </p:sp>
      <p:sp>
        <p:nvSpPr>
          <p:cNvPr id="7183" name="Line 21"/>
          <p:cNvSpPr>
            <a:spLocks noChangeShapeType="1"/>
          </p:cNvSpPr>
          <p:nvPr/>
        </p:nvSpPr>
        <p:spPr bwMode="auto">
          <a:xfrm>
            <a:off x="2830513" y="4117975"/>
            <a:ext cx="1370012" cy="0"/>
          </a:xfrm>
          <a:prstGeom prst="line">
            <a:avLst/>
          </a:prstGeom>
          <a:noFill/>
          <a:ln w="28575">
            <a:solidFill>
              <a:schemeClr val="accent1"/>
            </a:solidFill>
            <a:round/>
            <a:headEnd type="triangle" w="med" len="med"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en-GB"/>
          </a:p>
        </p:txBody>
      </p:sp>
      <p:sp>
        <p:nvSpPr>
          <p:cNvPr id="7184" name="Text Box 22"/>
          <p:cNvSpPr txBox="1">
            <a:spLocks noChangeArrowheads="1"/>
          </p:cNvSpPr>
          <p:nvPr/>
        </p:nvSpPr>
        <p:spPr bwMode="auto">
          <a:xfrm>
            <a:off x="3025775" y="4292600"/>
            <a:ext cx="1125538" cy="3365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 algn="ctr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defRPr sz="1600">
                <a:solidFill>
                  <a:schemeClr val="tx1"/>
                </a:solidFill>
                <a:latin typeface="Lucida Sans Unicode" pitchFamily="34" charset="0"/>
              </a:defRPr>
            </a:lvl1pPr>
            <a:lvl2pPr marL="742950" indent="-285750">
              <a:defRPr sz="1600">
                <a:solidFill>
                  <a:schemeClr val="tx1"/>
                </a:solidFill>
                <a:latin typeface="Lucida Sans Unicode" pitchFamily="34" charset="0"/>
              </a:defRPr>
            </a:lvl2pPr>
            <a:lvl3pPr marL="1143000" indent="-228600">
              <a:defRPr sz="1600">
                <a:solidFill>
                  <a:schemeClr val="tx1"/>
                </a:solidFill>
                <a:latin typeface="Lucida Sans Unicode" pitchFamily="34" charset="0"/>
              </a:defRPr>
            </a:lvl3pPr>
            <a:lvl4pPr marL="1600200" indent="-228600">
              <a:defRPr sz="1600">
                <a:solidFill>
                  <a:schemeClr val="tx1"/>
                </a:solidFill>
                <a:latin typeface="Lucida Sans Unicode" pitchFamily="34" charset="0"/>
              </a:defRPr>
            </a:lvl4pPr>
            <a:lvl5pPr marL="2057400" indent="-228600">
              <a:defRPr sz="1600">
                <a:solidFill>
                  <a:schemeClr val="tx1"/>
                </a:solidFill>
                <a:latin typeface="Lucida Sans Unicode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Lucida Sans Unicode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Lucida Sans Unicode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Lucida Sans Unicode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Lucida Sans Unicode" pitchFamily="34" charset="0"/>
              </a:defRPr>
            </a:lvl9pPr>
          </a:lstStyle>
          <a:p>
            <a:r>
              <a:rPr lang="en-GB"/>
              <a:t>f-= 50Hz</a:t>
            </a:r>
            <a:endParaRPr lang="en-US"/>
          </a:p>
        </p:txBody>
      </p:sp>
      <p:sp>
        <p:nvSpPr>
          <p:cNvPr id="7185" name="Text Box 26"/>
          <p:cNvSpPr txBox="1">
            <a:spLocks noChangeArrowheads="1"/>
          </p:cNvSpPr>
          <p:nvPr/>
        </p:nvSpPr>
        <p:spPr bwMode="auto">
          <a:xfrm>
            <a:off x="5581650" y="3332163"/>
            <a:ext cx="260350" cy="3365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 algn="ctr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defRPr sz="1600">
                <a:solidFill>
                  <a:schemeClr val="tx1"/>
                </a:solidFill>
                <a:latin typeface="Lucida Sans Unicode" pitchFamily="34" charset="0"/>
              </a:defRPr>
            </a:lvl1pPr>
            <a:lvl2pPr marL="742950" indent="-285750">
              <a:defRPr sz="1600">
                <a:solidFill>
                  <a:schemeClr val="tx1"/>
                </a:solidFill>
                <a:latin typeface="Lucida Sans Unicode" pitchFamily="34" charset="0"/>
              </a:defRPr>
            </a:lvl2pPr>
            <a:lvl3pPr marL="1143000" indent="-228600">
              <a:defRPr sz="1600">
                <a:solidFill>
                  <a:schemeClr val="tx1"/>
                </a:solidFill>
                <a:latin typeface="Lucida Sans Unicode" pitchFamily="34" charset="0"/>
              </a:defRPr>
            </a:lvl3pPr>
            <a:lvl4pPr marL="1600200" indent="-228600">
              <a:defRPr sz="1600">
                <a:solidFill>
                  <a:schemeClr val="tx1"/>
                </a:solidFill>
                <a:latin typeface="Lucida Sans Unicode" pitchFamily="34" charset="0"/>
              </a:defRPr>
            </a:lvl4pPr>
            <a:lvl5pPr marL="2057400" indent="-228600">
              <a:defRPr sz="1600">
                <a:solidFill>
                  <a:schemeClr val="tx1"/>
                </a:solidFill>
                <a:latin typeface="Lucida Sans Unicode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Lucida Sans Unicode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Lucida Sans Unicode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Lucida Sans Unicode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Lucida Sans Unicode" pitchFamily="34" charset="0"/>
              </a:defRPr>
            </a:lvl9pPr>
          </a:lstStyle>
          <a:p>
            <a:r>
              <a:rPr lang="en-GB"/>
              <a:t>t</a:t>
            </a:r>
            <a:endParaRPr lang="en-US"/>
          </a:p>
        </p:txBody>
      </p:sp>
      <p:sp>
        <p:nvSpPr>
          <p:cNvPr id="7186" name="Line 27"/>
          <p:cNvSpPr>
            <a:spLocks noChangeShapeType="1"/>
          </p:cNvSpPr>
          <p:nvPr/>
        </p:nvSpPr>
        <p:spPr bwMode="auto">
          <a:xfrm flipV="1">
            <a:off x="5783263" y="3422650"/>
            <a:ext cx="307975" cy="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en-GB"/>
          </a:p>
        </p:txBody>
      </p:sp>
      <p:sp>
        <p:nvSpPr>
          <p:cNvPr id="7187" name="Text Box 29"/>
          <p:cNvSpPr txBox="1">
            <a:spLocks noChangeArrowheads="1"/>
          </p:cNvSpPr>
          <p:nvPr/>
        </p:nvSpPr>
        <p:spPr bwMode="auto">
          <a:xfrm>
            <a:off x="430213" y="4686300"/>
            <a:ext cx="8453437" cy="15589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 algn="ctr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defRPr sz="1600">
                <a:solidFill>
                  <a:schemeClr val="tx1"/>
                </a:solidFill>
                <a:latin typeface="Lucida Sans Unicode" pitchFamily="34" charset="0"/>
              </a:defRPr>
            </a:lvl1pPr>
            <a:lvl2pPr marL="742950" indent="-285750">
              <a:defRPr sz="1600">
                <a:solidFill>
                  <a:schemeClr val="tx1"/>
                </a:solidFill>
                <a:latin typeface="Lucida Sans Unicode" pitchFamily="34" charset="0"/>
              </a:defRPr>
            </a:lvl2pPr>
            <a:lvl3pPr marL="1143000" indent="-228600">
              <a:defRPr sz="1600">
                <a:solidFill>
                  <a:schemeClr val="tx1"/>
                </a:solidFill>
                <a:latin typeface="Lucida Sans Unicode" pitchFamily="34" charset="0"/>
              </a:defRPr>
            </a:lvl3pPr>
            <a:lvl4pPr marL="1600200" indent="-228600">
              <a:defRPr sz="1600">
                <a:solidFill>
                  <a:schemeClr val="tx1"/>
                </a:solidFill>
                <a:latin typeface="Lucida Sans Unicode" pitchFamily="34" charset="0"/>
              </a:defRPr>
            </a:lvl4pPr>
            <a:lvl5pPr marL="2057400" indent="-228600">
              <a:defRPr sz="1600">
                <a:solidFill>
                  <a:schemeClr val="tx1"/>
                </a:solidFill>
                <a:latin typeface="Lucida Sans Unicode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Lucida Sans Unicode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Lucida Sans Unicode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Lucida Sans Unicode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Lucida Sans Unicode" pitchFamily="34" charset="0"/>
              </a:defRPr>
            </a:lvl9pPr>
          </a:lstStyle>
          <a:p>
            <a:r>
              <a:rPr lang="en-GB" u="sng"/>
              <a:t>Problem</a:t>
            </a:r>
            <a:r>
              <a:rPr lang="en-GB"/>
              <a:t>:  What is the “average” value of the sinusoidal waveform?</a:t>
            </a:r>
          </a:p>
          <a:p>
            <a:r>
              <a:rPr lang="en-GB" u="sng"/>
              <a:t>Answer</a:t>
            </a:r>
            <a:r>
              <a:rPr lang="en-GB"/>
              <a:t>:  Zero … but obviously this is misleading</a:t>
            </a:r>
          </a:p>
          <a:p>
            <a:endParaRPr lang="en-GB"/>
          </a:p>
          <a:p>
            <a:r>
              <a:rPr lang="en-GB" u="sng"/>
              <a:t>Mathematically</a:t>
            </a:r>
            <a:r>
              <a:rPr lang="en-GB"/>
              <a:t> this is expressed as RMS … Root Mean Square </a:t>
            </a:r>
            <a:endParaRPr lang="en-US" i="1"/>
          </a:p>
          <a:p>
            <a:r>
              <a:rPr lang="en-GB" u="sng"/>
              <a:t>Practically</a:t>
            </a:r>
            <a:r>
              <a:rPr lang="en-GB"/>
              <a:t>, could consider the RMS voltage as the voltage required to produce the equivalent power (e.g. </a:t>
            </a:r>
            <a:r>
              <a:rPr lang="en-GB" i="1"/>
              <a:t>heating effect</a:t>
            </a:r>
            <a:r>
              <a:rPr lang="en-GB"/>
              <a:t> ) as a DC voltage</a:t>
            </a:r>
          </a:p>
        </p:txBody>
      </p:sp>
    </p:spTree>
    <p:extLst>
      <p:ext uri="{BB962C8B-B14F-4D97-AF65-F5344CB8AC3E}">
        <p14:creationId xmlns:p14="http://schemas.microsoft.com/office/powerpoint/2010/main" val="2925822948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8194" name="Group 59"/>
          <p:cNvGrpSpPr>
            <a:grpSpLocks/>
          </p:cNvGrpSpPr>
          <p:nvPr/>
        </p:nvGrpSpPr>
        <p:grpSpPr bwMode="auto">
          <a:xfrm>
            <a:off x="430213" y="2847975"/>
            <a:ext cx="8083550" cy="985838"/>
            <a:chOff x="271" y="1794"/>
            <a:chExt cx="5092" cy="621"/>
          </a:xfrm>
        </p:grpSpPr>
        <p:sp>
          <p:nvSpPr>
            <p:cNvPr id="8200" name="Rectangle 55"/>
            <p:cNvSpPr>
              <a:spLocks noChangeArrowheads="1"/>
            </p:cNvSpPr>
            <p:nvPr/>
          </p:nvSpPr>
          <p:spPr bwMode="auto">
            <a:xfrm>
              <a:off x="271" y="1794"/>
              <a:ext cx="5092" cy="621"/>
            </a:xfrm>
            <a:prstGeom prst="rect">
              <a:avLst/>
            </a:prstGeom>
            <a:solidFill>
              <a:srgbClr val="FFFF99"/>
            </a:solidFill>
            <a:ln w="9525" algn="ctr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8201" name="Line 54"/>
            <p:cNvSpPr>
              <a:spLocks noChangeShapeType="1"/>
            </p:cNvSpPr>
            <p:nvPr/>
          </p:nvSpPr>
          <p:spPr bwMode="auto">
            <a:xfrm>
              <a:off x="847" y="1800"/>
              <a:ext cx="1" cy="611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GB"/>
            </a:p>
          </p:txBody>
        </p:sp>
        <p:sp>
          <p:nvSpPr>
            <p:cNvPr id="8202" name="Line 56"/>
            <p:cNvSpPr>
              <a:spLocks noChangeShapeType="1"/>
            </p:cNvSpPr>
            <p:nvPr/>
          </p:nvSpPr>
          <p:spPr bwMode="auto">
            <a:xfrm>
              <a:off x="271" y="2098"/>
              <a:ext cx="5072" cy="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GB"/>
            </a:p>
          </p:txBody>
        </p:sp>
      </p:grpSp>
      <p:sp>
        <p:nvSpPr>
          <p:cNvPr id="8195" name="Rectangle 50"/>
          <p:cNvSpPr>
            <a:spLocks noChangeArrowheads="1"/>
          </p:cNvSpPr>
          <p:nvPr/>
        </p:nvSpPr>
        <p:spPr bwMode="auto">
          <a:xfrm>
            <a:off x="430213" y="2454275"/>
            <a:ext cx="8504237" cy="3759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 algn="ctr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/>
          <a:p>
            <a:r>
              <a:rPr lang="en-US"/>
              <a:t> </a:t>
            </a:r>
          </a:p>
          <a:p>
            <a:endParaRPr lang="en-US"/>
          </a:p>
          <a:p>
            <a:r>
              <a:rPr lang="en-US" b="1"/>
              <a:t>Values</a:t>
            </a:r>
            <a:r>
              <a:rPr lang="en-US"/>
              <a:t>	0 	7 	10 	7 	0 	-7 	-10 	-7</a:t>
            </a:r>
          </a:p>
          <a:p>
            <a:endParaRPr lang="en-US"/>
          </a:p>
          <a:p>
            <a:r>
              <a:rPr lang="en-US" b="1"/>
              <a:t>Squares</a:t>
            </a:r>
            <a:r>
              <a:rPr lang="en-US"/>
              <a:t>	0	49	100	49	0	49	100	49</a:t>
            </a:r>
          </a:p>
          <a:p>
            <a:r>
              <a:rPr lang="en-US"/>
              <a:t> </a:t>
            </a:r>
          </a:p>
          <a:p>
            <a:endParaRPr lang="en-US"/>
          </a:p>
          <a:p>
            <a:r>
              <a:rPr lang="en-US"/>
              <a:t>Sum of squares 		= 396</a:t>
            </a:r>
          </a:p>
          <a:p>
            <a:r>
              <a:rPr lang="en-US"/>
              <a:t>Average of squares 	= 396/8 = almost 50</a:t>
            </a:r>
          </a:p>
          <a:p>
            <a:r>
              <a:rPr lang="en-US"/>
              <a:t>Square root 		= approx 7</a:t>
            </a:r>
          </a:p>
          <a:p>
            <a:r>
              <a:rPr lang="en-US"/>
              <a:t> </a:t>
            </a:r>
          </a:p>
          <a:p>
            <a:r>
              <a:rPr lang="en-US"/>
              <a:t>With more intervals the rms average turns out to be </a:t>
            </a:r>
          </a:p>
          <a:p>
            <a:r>
              <a:rPr lang="en-US"/>
              <a:t>			= (peak value) / </a:t>
            </a:r>
            <a:r>
              <a:rPr lang="en-US">
                <a:cs typeface="Lucida Sans Unicode" pitchFamily="34" charset="0"/>
              </a:rPr>
              <a:t>√</a:t>
            </a:r>
            <a:r>
              <a:rPr lang="en-US"/>
              <a:t>2 </a:t>
            </a:r>
          </a:p>
          <a:p>
            <a:r>
              <a:rPr lang="en-US"/>
              <a:t>			= peak value/1.41 </a:t>
            </a:r>
          </a:p>
          <a:p>
            <a:r>
              <a:rPr lang="en-US"/>
              <a:t>			= 0.707peak value </a:t>
            </a:r>
          </a:p>
        </p:txBody>
      </p:sp>
      <p:sp>
        <p:nvSpPr>
          <p:cNvPr id="8196" name="Rectangle 51"/>
          <p:cNvSpPr>
            <a:spLocks noChangeArrowheads="1"/>
          </p:cNvSpPr>
          <p:nvPr/>
        </p:nvSpPr>
        <p:spPr bwMode="auto">
          <a:xfrm>
            <a:off x="5822950" y="6281738"/>
            <a:ext cx="3321050" cy="2286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 algn="ctr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/>
          <a:p>
            <a:r>
              <a:rPr lang="en-US" sz="900"/>
              <a:t>http://www.practicalphysics.org/go/Guidance_107.html</a:t>
            </a:r>
          </a:p>
        </p:txBody>
      </p:sp>
      <p:pic>
        <p:nvPicPr>
          <p:cNvPr id="8197" name="Picture 52"/>
          <p:cNvPicPr>
            <a:picLocks noChangeAspect="1" noChangeArrowheads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38744"/>
          <a:stretch>
            <a:fillRect/>
          </a:stretch>
        </p:blipFill>
        <p:spPr bwMode="auto">
          <a:xfrm>
            <a:off x="5278438" y="882650"/>
            <a:ext cx="3333750" cy="177958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 algn="ctr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8198" name="Text Box 53"/>
          <p:cNvSpPr txBox="1">
            <a:spLocks noChangeArrowheads="1"/>
          </p:cNvSpPr>
          <p:nvPr/>
        </p:nvSpPr>
        <p:spPr bwMode="auto">
          <a:xfrm>
            <a:off x="430213" y="366713"/>
            <a:ext cx="2859087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 algn="ctr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defRPr sz="1600">
                <a:solidFill>
                  <a:schemeClr val="tx1"/>
                </a:solidFill>
                <a:latin typeface="Lucida Sans Unicode" pitchFamily="34" charset="0"/>
              </a:defRPr>
            </a:lvl1pPr>
            <a:lvl2pPr marL="742950" indent="-285750">
              <a:defRPr sz="1600">
                <a:solidFill>
                  <a:schemeClr val="tx1"/>
                </a:solidFill>
                <a:latin typeface="Lucida Sans Unicode" pitchFamily="34" charset="0"/>
              </a:defRPr>
            </a:lvl2pPr>
            <a:lvl3pPr marL="1143000" indent="-228600">
              <a:defRPr sz="1600">
                <a:solidFill>
                  <a:schemeClr val="tx1"/>
                </a:solidFill>
                <a:latin typeface="Lucida Sans Unicode" pitchFamily="34" charset="0"/>
              </a:defRPr>
            </a:lvl3pPr>
            <a:lvl4pPr marL="1600200" indent="-228600">
              <a:defRPr sz="1600">
                <a:solidFill>
                  <a:schemeClr val="tx1"/>
                </a:solidFill>
                <a:latin typeface="Lucida Sans Unicode" pitchFamily="34" charset="0"/>
              </a:defRPr>
            </a:lvl4pPr>
            <a:lvl5pPr marL="2057400" indent="-228600">
              <a:defRPr sz="1600">
                <a:solidFill>
                  <a:schemeClr val="tx1"/>
                </a:solidFill>
                <a:latin typeface="Lucida Sans Unicode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Lucida Sans Unicode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Lucida Sans Unicode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Lucida Sans Unicode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Lucida Sans Unicode" pitchFamily="34" charset="0"/>
              </a:defRPr>
            </a:lvl9pPr>
          </a:lstStyle>
          <a:p>
            <a:r>
              <a:rPr lang="en-GB" sz="2400" b="1"/>
              <a:t>Root Mean Square</a:t>
            </a:r>
            <a:endParaRPr lang="en-US" sz="2400" b="1"/>
          </a:p>
        </p:txBody>
      </p:sp>
      <p:sp>
        <p:nvSpPr>
          <p:cNvPr id="8199" name="Rectangle 57"/>
          <p:cNvSpPr>
            <a:spLocks noChangeArrowheads="1"/>
          </p:cNvSpPr>
          <p:nvPr/>
        </p:nvSpPr>
        <p:spPr bwMode="auto">
          <a:xfrm>
            <a:off x="430213" y="1377950"/>
            <a:ext cx="3981450" cy="10699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 algn="ctr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/>
          <a:p>
            <a:r>
              <a:rPr lang="en-US"/>
              <a:t>For example: suppose the time samples are as shown in the diagram:</a:t>
            </a:r>
          </a:p>
          <a:p>
            <a:endParaRPr lang="en-GB"/>
          </a:p>
          <a:p>
            <a:r>
              <a:rPr lang="en-GB"/>
              <a:t>(note:  eight samples)</a:t>
            </a:r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08538256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218" name="Freeform 4"/>
          <p:cNvSpPr>
            <a:spLocks/>
          </p:cNvSpPr>
          <p:nvPr/>
        </p:nvSpPr>
        <p:spPr bwMode="auto">
          <a:xfrm>
            <a:off x="3203575" y="2835275"/>
            <a:ext cx="3670300" cy="1566863"/>
          </a:xfrm>
          <a:custGeom>
            <a:avLst/>
            <a:gdLst>
              <a:gd name="T0" fmla="*/ 0 w 4909"/>
              <a:gd name="T1" fmla="*/ 2147483647 h 469"/>
              <a:gd name="T2" fmla="*/ 304099543 w 4909"/>
              <a:gd name="T3" fmla="*/ 167420489 h 469"/>
              <a:gd name="T4" fmla="*/ 608758340 w 4909"/>
              <a:gd name="T5" fmla="*/ 2147483647 h 469"/>
              <a:gd name="T6" fmla="*/ 912857976 w 4909"/>
              <a:gd name="T7" fmla="*/ 2147483647 h 469"/>
              <a:gd name="T8" fmla="*/ 1216957425 w 4909"/>
              <a:gd name="T9" fmla="*/ 2147483647 h 469"/>
              <a:gd name="T10" fmla="*/ 1521616129 w 4909"/>
              <a:gd name="T11" fmla="*/ 167420489 h 469"/>
              <a:gd name="T12" fmla="*/ 1825715952 w 4909"/>
              <a:gd name="T13" fmla="*/ 2147483647 h 469"/>
              <a:gd name="T14" fmla="*/ 2129814654 w 4909"/>
              <a:gd name="T15" fmla="*/ 2147483647 h 469"/>
              <a:gd name="T16" fmla="*/ 2147483647 w 4909"/>
              <a:gd name="T17" fmla="*/ 2147483647 h 469"/>
              <a:gd name="T18" fmla="*/ 2147483647 w 4909"/>
              <a:gd name="T19" fmla="*/ 424132102 h 469"/>
              <a:gd name="T20" fmla="*/ 2147483647 w 4909"/>
              <a:gd name="T21" fmla="*/ 156258682 h 469"/>
              <a:gd name="T22" fmla="*/ 0 60000 65536"/>
              <a:gd name="T23" fmla="*/ 0 60000 65536"/>
              <a:gd name="T24" fmla="*/ 0 60000 65536"/>
              <a:gd name="T25" fmla="*/ 0 60000 65536"/>
              <a:gd name="T26" fmla="*/ 0 60000 65536"/>
              <a:gd name="T27" fmla="*/ 0 60000 65536"/>
              <a:gd name="T28" fmla="*/ 0 60000 65536"/>
              <a:gd name="T29" fmla="*/ 0 60000 65536"/>
              <a:gd name="T30" fmla="*/ 0 60000 65536"/>
              <a:gd name="T31" fmla="*/ 0 60000 65536"/>
              <a:gd name="T32" fmla="*/ 0 60000 65536"/>
              <a:gd name="T33" fmla="*/ 0 w 4909"/>
              <a:gd name="T34" fmla="*/ 0 h 469"/>
              <a:gd name="T35" fmla="*/ 4909 w 4909"/>
              <a:gd name="T36" fmla="*/ 469 h 469"/>
            </a:gdLst>
            <a:ahLst/>
            <a:cxnLst>
              <a:cxn ang="T22">
                <a:pos x="T0" y="T1"/>
              </a:cxn>
              <a:cxn ang="T23">
                <a:pos x="T2" y="T3"/>
              </a:cxn>
              <a:cxn ang="T24">
                <a:pos x="T4" y="T5"/>
              </a:cxn>
              <a:cxn ang="T25">
                <a:pos x="T6" y="T7"/>
              </a:cxn>
              <a:cxn ang="T26">
                <a:pos x="T8" y="T9"/>
              </a:cxn>
              <a:cxn ang="T27">
                <a:pos x="T10" y="T11"/>
              </a:cxn>
              <a:cxn ang="T28">
                <a:pos x="T12" y="T13"/>
              </a:cxn>
              <a:cxn ang="T29">
                <a:pos x="T14" y="T15"/>
              </a:cxn>
              <a:cxn ang="T30">
                <a:pos x="T16" y="T17"/>
              </a:cxn>
              <a:cxn ang="T31">
                <a:pos x="T18" y="T19"/>
              </a:cxn>
              <a:cxn ang="T32">
                <a:pos x="T20" y="T21"/>
              </a:cxn>
            </a:cxnLst>
            <a:rect l="T33" t="T34" r="T35" b="T36"/>
            <a:pathLst>
              <a:path w="4909" h="469">
                <a:moveTo>
                  <a:pt x="0" y="242"/>
                </a:moveTo>
                <a:cubicBezTo>
                  <a:pt x="181" y="128"/>
                  <a:pt x="363" y="15"/>
                  <a:pt x="544" y="15"/>
                </a:cubicBezTo>
                <a:cubicBezTo>
                  <a:pt x="725" y="15"/>
                  <a:pt x="908" y="166"/>
                  <a:pt x="1089" y="242"/>
                </a:cubicBezTo>
                <a:cubicBezTo>
                  <a:pt x="1270" y="318"/>
                  <a:pt x="1452" y="469"/>
                  <a:pt x="1633" y="469"/>
                </a:cubicBezTo>
                <a:cubicBezTo>
                  <a:pt x="1814" y="469"/>
                  <a:pt x="1996" y="318"/>
                  <a:pt x="2177" y="242"/>
                </a:cubicBezTo>
                <a:cubicBezTo>
                  <a:pt x="2358" y="166"/>
                  <a:pt x="2541" y="15"/>
                  <a:pt x="2722" y="15"/>
                </a:cubicBezTo>
                <a:cubicBezTo>
                  <a:pt x="2903" y="15"/>
                  <a:pt x="3085" y="166"/>
                  <a:pt x="3266" y="242"/>
                </a:cubicBezTo>
                <a:cubicBezTo>
                  <a:pt x="3447" y="318"/>
                  <a:pt x="3629" y="469"/>
                  <a:pt x="3810" y="469"/>
                </a:cubicBezTo>
                <a:cubicBezTo>
                  <a:pt x="3991" y="469"/>
                  <a:pt x="4193" y="314"/>
                  <a:pt x="4355" y="242"/>
                </a:cubicBezTo>
                <a:cubicBezTo>
                  <a:pt x="4517" y="170"/>
                  <a:pt x="4694" y="76"/>
                  <a:pt x="4786" y="38"/>
                </a:cubicBezTo>
                <a:cubicBezTo>
                  <a:pt x="4878" y="0"/>
                  <a:pt x="4884" y="19"/>
                  <a:pt x="4909" y="14"/>
                </a:cubicBezTo>
              </a:path>
            </a:pathLst>
          </a:custGeom>
          <a:noFill/>
          <a:ln w="19050" cmpd="sng">
            <a:solidFill>
              <a:srgbClr val="990000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/>
          <a:lstStyle/>
          <a:p>
            <a:endParaRPr lang="en-GB"/>
          </a:p>
        </p:txBody>
      </p:sp>
      <p:sp>
        <p:nvSpPr>
          <p:cNvPr id="9219" name="Line 5"/>
          <p:cNvSpPr>
            <a:spLocks noChangeShapeType="1"/>
          </p:cNvSpPr>
          <p:nvPr/>
        </p:nvSpPr>
        <p:spPr bwMode="auto">
          <a:xfrm>
            <a:off x="3059113" y="3700463"/>
            <a:ext cx="4870450" cy="0"/>
          </a:xfrm>
          <a:prstGeom prst="line">
            <a:avLst/>
          </a:prstGeom>
          <a:noFill/>
          <a:ln w="12700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en-GB"/>
          </a:p>
        </p:txBody>
      </p:sp>
      <p:sp>
        <p:nvSpPr>
          <p:cNvPr id="9220" name="Freeform 6"/>
          <p:cNvSpPr>
            <a:spLocks/>
          </p:cNvSpPr>
          <p:nvPr/>
        </p:nvSpPr>
        <p:spPr bwMode="auto">
          <a:xfrm>
            <a:off x="3203575" y="2835275"/>
            <a:ext cx="3670300" cy="1566863"/>
          </a:xfrm>
          <a:custGeom>
            <a:avLst/>
            <a:gdLst>
              <a:gd name="T0" fmla="*/ 0 w 4909"/>
              <a:gd name="T1" fmla="*/ 2147483647 h 469"/>
              <a:gd name="T2" fmla="*/ 304099543 w 4909"/>
              <a:gd name="T3" fmla="*/ 167420489 h 469"/>
              <a:gd name="T4" fmla="*/ 608758340 w 4909"/>
              <a:gd name="T5" fmla="*/ 2147483647 h 469"/>
              <a:gd name="T6" fmla="*/ 912857976 w 4909"/>
              <a:gd name="T7" fmla="*/ 2147483647 h 469"/>
              <a:gd name="T8" fmla="*/ 1216957425 w 4909"/>
              <a:gd name="T9" fmla="*/ 2147483647 h 469"/>
              <a:gd name="T10" fmla="*/ 1521616129 w 4909"/>
              <a:gd name="T11" fmla="*/ 167420489 h 469"/>
              <a:gd name="T12" fmla="*/ 1825715952 w 4909"/>
              <a:gd name="T13" fmla="*/ 2147483647 h 469"/>
              <a:gd name="T14" fmla="*/ 2129814654 w 4909"/>
              <a:gd name="T15" fmla="*/ 2147483647 h 469"/>
              <a:gd name="T16" fmla="*/ 2147483647 w 4909"/>
              <a:gd name="T17" fmla="*/ 2147483647 h 469"/>
              <a:gd name="T18" fmla="*/ 2147483647 w 4909"/>
              <a:gd name="T19" fmla="*/ 424132102 h 469"/>
              <a:gd name="T20" fmla="*/ 2147483647 w 4909"/>
              <a:gd name="T21" fmla="*/ 156258682 h 469"/>
              <a:gd name="T22" fmla="*/ 0 60000 65536"/>
              <a:gd name="T23" fmla="*/ 0 60000 65536"/>
              <a:gd name="T24" fmla="*/ 0 60000 65536"/>
              <a:gd name="T25" fmla="*/ 0 60000 65536"/>
              <a:gd name="T26" fmla="*/ 0 60000 65536"/>
              <a:gd name="T27" fmla="*/ 0 60000 65536"/>
              <a:gd name="T28" fmla="*/ 0 60000 65536"/>
              <a:gd name="T29" fmla="*/ 0 60000 65536"/>
              <a:gd name="T30" fmla="*/ 0 60000 65536"/>
              <a:gd name="T31" fmla="*/ 0 60000 65536"/>
              <a:gd name="T32" fmla="*/ 0 60000 65536"/>
              <a:gd name="T33" fmla="*/ 0 w 4909"/>
              <a:gd name="T34" fmla="*/ 0 h 469"/>
              <a:gd name="T35" fmla="*/ 4909 w 4909"/>
              <a:gd name="T36" fmla="*/ 469 h 469"/>
            </a:gdLst>
            <a:ahLst/>
            <a:cxnLst>
              <a:cxn ang="T22">
                <a:pos x="T0" y="T1"/>
              </a:cxn>
              <a:cxn ang="T23">
                <a:pos x="T2" y="T3"/>
              </a:cxn>
              <a:cxn ang="T24">
                <a:pos x="T4" y="T5"/>
              </a:cxn>
              <a:cxn ang="T25">
                <a:pos x="T6" y="T7"/>
              </a:cxn>
              <a:cxn ang="T26">
                <a:pos x="T8" y="T9"/>
              </a:cxn>
              <a:cxn ang="T27">
                <a:pos x="T10" y="T11"/>
              </a:cxn>
              <a:cxn ang="T28">
                <a:pos x="T12" y="T13"/>
              </a:cxn>
              <a:cxn ang="T29">
                <a:pos x="T14" y="T15"/>
              </a:cxn>
              <a:cxn ang="T30">
                <a:pos x="T16" y="T17"/>
              </a:cxn>
              <a:cxn ang="T31">
                <a:pos x="T18" y="T19"/>
              </a:cxn>
              <a:cxn ang="T32">
                <a:pos x="T20" y="T21"/>
              </a:cxn>
            </a:cxnLst>
            <a:rect l="T33" t="T34" r="T35" b="T36"/>
            <a:pathLst>
              <a:path w="4909" h="469">
                <a:moveTo>
                  <a:pt x="0" y="242"/>
                </a:moveTo>
                <a:cubicBezTo>
                  <a:pt x="181" y="128"/>
                  <a:pt x="363" y="15"/>
                  <a:pt x="544" y="15"/>
                </a:cubicBezTo>
                <a:cubicBezTo>
                  <a:pt x="725" y="15"/>
                  <a:pt x="908" y="166"/>
                  <a:pt x="1089" y="242"/>
                </a:cubicBezTo>
                <a:cubicBezTo>
                  <a:pt x="1270" y="318"/>
                  <a:pt x="1452" y="469"/>
                  <a:pt x="1633" y="469"/>
                </a:cubicBezTo>
                <a:cubicBezTo>
                  <a:pt x="1814" y="469"/>
                  <a:pt x="1996" y="318"/>
                  <a:pt x="2177" y="242"/>
                </a:cubicBezTo>
                <a:cubicBezTo>
                  <a:pt x="2358" y="166"/>
                  <a:pt x="2541" y="15"/>
                  <a:pt x="2722" y="15"/>
                </a:cubicBezTo>
                <a:cubicBezTo>
                  <a:pt x="2903" y="15"/>
                  <a:pt x="3085" y="166"/>
                  <a:pt x="3266" y="242"/>
                </a:cubicBezTo>
                <a:cubicBezTo>
                  <a:pt x="3447" y="318"/>
                  <a:pt x="3629" y="469"/>
                  <a:pt x="3810" y="469"/>
                </a:cubicBezTo>
                <a:cubicBezTo>
                  <a:pt x="3991" y="469"/>
                  <a:pt x="4193" y="314"/>
                  <a:pt x="4355" y="242"/>
                </a:cubicBezTo>
                <a:cubicBezTo>
                  <a:pt x="4517" y="170"/>
                  <a:pt x="4694" y="76"/>
                  <a:pt x="4786" y="38"/>
                </a:cubicBezTo>
                <a:cubicBezTo>
                  <a:pt x="4878" y="0"/>
                  <a:pt x="4884" y="19"/>
                  <a:pt x="4909" y="14"/>
                </a:cubicBezTo>
              </a:path>
            </a:pathLst>
          </a:custGeom>
          <a:noFill/>
          <a:ln w="38100" cmpd="sng">
            <a:solidFill>
              <a:srgbClr val="FF5050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/>
          <a:lstStyle/>
          <a:p>
            <a:endParaRPr lang="en-GB"/>
          </a:p>
        </p:txBody>
      </p:sp>
      <p:sp>
        <p:nvSpPr>
          <p:cNvPr id="9221" name="Line 7"/>
          <p:cNvSpPr>
            <a:spLocks noChangeShapeType="1"/>
          </p:cNvSpPr>
          <p:nvPr/>
        </p:nvSpPr>
        <p:spPr bwMode="auto">
          <a:xfrm>
            <a:off x="2124075" y="2835275"/>
            <a:ext cx="5876925" cy="0"/>
          </a:xfrm>
          <a:prstGeom prst="line">
            <a:avLst/>
          </a:prstGeom>
          <a:noFill/>
          <a:ln w="12700">
            <a:solidFill>
              <a:schemeClr val="tx1"/>
            </a:solidFill>
            <a:prstDash val="dash"/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en-GB"/>
          </a:p>
        </p:txBody>
      </p:sp>
      <p:sp>
        <p:nvSpPr>
          <p:cNvPr id="9222" name="Line 8"/>
          <p:cNvSpPr>
            <a:spLocks noChangeShapeType="1"/>
          </p:cNvSpPr>
          <p:nvPr/>
        </p:nvSpPr>
        <p:spPr bwMode="auto">
          <a:xfrm>
            <a:off x="3059113" y="4419600"/>
            <a:ext cx="4870450" cy="0"/>
          </a:xfrm>
          <a:prstGeom prst="line">
            <a:avLst/>
          </a:prstGeom>
          <a:noFill/>
          <a:ln w="12700">
            <a:solidFill>
              <a:schemeClr val="tx1"/>
            </a:solidFill>
            <a:prstDash val="dash"/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en-GB"/>
          </a:p>
        </p:txBody>
      </p:sp>
      <p:sp>
        <p:nvSpPr>
          <p:cNvPr id="9223" name="Line 9"/>
          <p:cNvSpPr>
            <a:spLocks noChangeShapeType="1"/>
          </p:cNvSpPr>
          <p:nvPr/>
        </p:nvSpPr>
        <p:spPr bwMode="auto">
          <a:xfrm>
            <a:off x="3203575" y="2547938"/>
            <a:ext cx="0" cy="2447925"/>
          </a:xfrm>
          <a:prstGeom prst="line">
            <a:avLst/>
          </a:prstGeom>
          <a:noFill/>
          <a:ln w="19050">
            <a:solidFill>
              <a:schemeClr val="accent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en-GB"/>
          </a:p>
        </p:txBody>
      </p:sp>
      <p:sp>
        <p:nvSpPr>
          <p:cNvPr id="9224" name="Line 10"/>
          <p:cNvSpPr>
            <a:spLocks noChangeShapeType="1"/>
          </p:cNvSpPr>
          <p:nvPr/>
        </p:nvSpPr>
        <p:spPr bwMode="auto">
          <a:xfrm>
            <a:off x="4787900" y="2547938"/>
            <a:ext cx="0" cy="2447925"/>
          </a:xfrm>
          <a:prstGeom prst="line">
            <a:avLst/>
          </a:prstGeom>
          <a:noFill/>
          <a:ln w="19050">
            <a:solidFill>
              <a:schemeClr val="accent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en-GB"/>
          </a:p>
        </p:txBody>
      </p:sp>
      <p:sp>
        <p:nvSpPr>
          <p:cNvPr id="9225" name="Line 11"/>
          <p:cNvSpPr>
            <a:spLocks noChangeShapeType="1"/>
          </p:cNvSpPr>
          <p:nvPr/>
        </p:nvSpPr>
        <p:spPr bwMode="auto">
          <a:xfrm>
            <a:off x="2411413" y="3124200"/>
            <a:ext cx="5518150" cy="0"/>
          </a:xfrm>
          <a:prstGeom prst="line">
            <a:avLst/>
          </a:prstGeom>
          <a:noFill/>
          <a:ln w="28575">
            <a:solidFill>
              <a:srgbClr val="FF5050"/>
            </a:solidFill>
            <a:prstDash val="dash"/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en-GB"/>
          </a:p>
        </p:txBody>
      </p:sp>
      <p:sp>
        <p:nvSpPr>
          <p:cNvPr id="9226" name="Text Box 12"/>
          <p:cNvSpPr txBox="1">
            <a:spLocks noChangeArrowheads="1"/>
          </p:cNvSpPr>
          <p:nvPr/>
        </p:nvSpPr>
        <p:spPr bwMode="auto">
          <a:xfrm>
            <a:off x="2484438" y="3556000"/>
            <a:ext cx="446087" cy="3365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 algn="ctr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defRPr sz="1600">
                <a:solidFill>
                  <a:schemeClr val="tx1"/>
                </a:solidFill>
                <a:latin typeface="Lucida Sans Unicode" pitchFamily="34" charset="0"/>
              </a:defRPr>
            </a:lvl1pPr>
            <a:lvl2pPr marL="742950" indent="-285750">
              <a:defRPr sz="1600">
                <a:solidFill>
                  <a:schemeClr val="tx1"/>
                </a:solidFill>
                <a:latin typeface="Lucida Sans Unicode" pitchFamily="34" charset="0"/>
              </a:defRPr>
            </a:lvl2pPr>
            <a:lvl3pPr marL="1143000" indent="-228600">
              <a:defRPr sz="1600">
                <a:solidFill>
                  <a:schemeClr val="tx1"/>
                </a:solidFill>
                <a:latin typeface="Lucida Sans Unicode" pitchFamily="34" charset="0"/>
              </a:defRPr>
            </a:lvl3pPr>
            <a:lvl4pPr marL="1600200" indent="-228600">
              <a:defRPr sz="1600">
                <a:solidFill>
                  <a:schemeClr val="tx1"/>
                </a:solidFill>
                <a:latin typeface="Lucida Sans Unicode" pitchFamily="34" charset="0"/>
              </a:defRPr>
            </a:lvl4pPr>
            <a:lvl5pPr marL="2057400" indent="-228600">
              <a:defRPr sz="1600">
                <a:solidFill>
                  <a:schemeClr val="tx1"/>
                </a:solidFill>
                <a:latin typeface="Lucida Sans Unicode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Lucida Sans Unicode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Lucida Sans Unicode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Lucida Sans Unicode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Lucida Sans Unicode" pitchFamily="34" charset="0"/>
              </a:defRPr>
            </a:lvl9pPr>
          </a:lstStyle>
          <a:p>
            <a:r>
              <a:rPr lang="en-GB"/>
              <a:t>0V</a:t>
            </a:r>
            <a:endParaRPr lang="en-US"/>
          </a:p>
        </p:txBody>
      </p:sp>
      <p:sp>
        <p:nvSpPr>
          <p:cNvPr id="9227" name="Text Box 13"/>
          <p:cNvSpPr txBox="1">
            <a:spLocks noChangeArrowheads="1"/>
          </p:cNvSpPr>
          <p:nvPr/>
        </p:nvSpPr>
        <p:spPr bwMode="auto">
          <a:xfrm>
            <a:off x="430213" y="2692400"/>
            <a:ext cx="1581150" cy="3365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 algn="ctr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defRPr sz="1600">
                <a:solidFill>
                  <a:schemeClr val="tx1"/>
                </a:solidFill>
                <a:latin typeface="Lucida Sans Unicode" pitchFamily="34" charset="0"/>
              </a:defRPr>
            </a:lvl1pPr>
            <a:lvl2pPr marL="742950" indent="-285750">
              <a:defRPr sz="1600">
                <a:solidFill>
                  <a:schemeClr val="tx1"/>
                </a:solidFill>
                <a:latin typeface="Lucida Sans Unicode" pitchFamily="34" charset="0"/>
              </a:defRPr>
            </a:lvl2pPr>
            <a:lvl3pPr marL="1143000" indent="-228600">
              <a:defRPr sz="1600">
                <a:solidFill>
                  <a:schemeClr val="tx1"/>
                </a:solidFill>
                <a:latin typeface="Lucida Sans Unicode" pitchFamily="34" charset="0"/>
              </a:defRPr>
            </a:lvl3pPr>
            <a:lvl4pPr marL="1600200" indent="-228600">
              <a:defRPr sz="1600">
                <a:solidFill>
                  <a:schemeClr val="tx1"/>
                </a:solidFill>
                <a:latin typeface="Lucida Sans Unicode" pitchFamily="34" charset="0"/>
              </a:defRPr>
            </a:lvl4pPr>
            <a:lvl5pPr marL="2057400" indent="-228600">
              <a:defRPr sz="1600">
                <a:solidFill>
                  <a:schemeClr val="tx1"/>
                </a:solidFill>
                <a:latin typeface="Lucida Sans Unicode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Lucida Sans Unicode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Lucida Sans Unicode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Lucida Sans Unicode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Lucida Sans Unicode" pitchFamily="34" charset="0"/>
              </a:defRPr>
            </a:lvl9pPr>
          </a:lstStyle>
          <a:p>
            <a:r>
              <a:rPr lang="en-GB"/>
              <a:t>Peak = ~340V</a:t>
            </a:r>
            <a:endParaRPr lang="en-US"/>
          </a:p>
        </p:txBody>
      </p:sp>
      <p:sp>
        <p:nvSpPr>
          <p:cNvPr id="9228" name="Text Box 14"/>
          <p:cNvSpPr txBox="1">
            <a:spLocks noChangeArrowheads="1"/>
          </p:cNvSpPr>
          <p:nvPr/>
        </p:nvSpPr>
        <p:spPr bwMode="auto">
          <a:xfrm>
            <a:off x="971550" y="2979738"/>
            <a:ext cx="1408113" cy="3365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 algn="ctr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defRPr sz="1600">
                <a:solidFill>
                  <a:schemeClr val="tx1"/>
                </a:solidFill>
                <a:latin typeface="Lucida Sans Unicode" pitchFamily="34" charset="0"/>
              </a:defRPr>
            </a:lvl1pPr>
            <a:lvl2pPr marL="742950" indent="-285750">
              <a:defRPr sz="1600">
                <a:solidFill>
                  <a:schemeClr val="tx1"/>
                </a:solidFill>
                <a:latin typeface="Lucida Sans Unicode" pitchFamily="34" charset="0"/>
              </a:defRPr>
            </a:lvl2pPr>
            <a:lvl3pPr marL="1143000" indent="-228600">
              <a:defRPr sz="1600">
                <a:solidFill>
                  <a:schemeClr val="tx1"/>
                </a:solidFill>
                <a:latin typeface="Lucida Sans Unicode" pitchFamily="34" charset="0"/>
              </a:defRPr>
            </a:lvl3pPr>
            <a:lvl4pPr marL="1600200" indent="-228600">
              <a:defRPr sz="1600">
                <a:solidFill>
                  <a:schemeClr val="tx1"/>
                </a:solidFill>
                <a:latin typeface="Lucida Sans Unicode" pitchFamily="34" charset="0"/>
              </a:defRPr>
            </a:lvl4pPr>
            <a:lvl5pPr marL="2057400" indent="-228600">
              <a:defRPr sz="1600">
                <a:solidFill>
                  <a:schemeClr val="tx1"/>
                </a:solidFill>
                <a:latin typeface="Lucida Sans Unicode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Lucida Sans Unicode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Lucida Sans Unicode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Lucida Sans Unicode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Lucida Sans Unicode" pitchFamily="34" charset="0"/>
              </a:defRPr>
            </a:lvl9pPr>
          </a:lstStyle>
          <a:p>
            <a:r>
              <a:rPr lang="en-GB" b="1">
                <a:solidFill>
                  <a:srgbClr val="FF5050"/>
                </a:solidFill>
              </a:rPr>
              <a:t>RMS = 230V</a:t>
            </a:r>
            <a:endParaRPr lang="en-US" b="1">
              <a:solidFill>
                <a:srgbClr val="FF5050"/>
              </a:solidFill>
            </a:endParaRPr>
          </a:p>
        </p:txBody>
      </p:sp>
      <p:sp>
        <p:nvSpPr>
          <p:cNvPr id="9229" name="Line 15"/>
          <p:cNvSpPr>
            <a:spLocks noChangeShapeType="1"/>
          </p:cNvSpPr>
          <p:nvPr/>
        </p:nvSpPr>
        <p:spPr bwMode="auto">
          <a:xfrm>
            <a:off x="3203575" y="4779963"/>
            <a:ext cx="1584325" cy="0"/>
          </a:xfrm>
          <a:prstGeom prst="line">
            <a:avLst/>
          </a:prstGeom>
          <a:noFill/>
          <a:ln w="28575">
            <a:solidFill>
              <a:schemeClr val="accent1"/>
            </a:solidFill>
            <a:round/>
            <a:headEnd type="triangle" w="med" len="med"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en-GB"/>
          </a:p>
        </p:txBody>
      </p:sp>
      <p:sp>
        <p:nvSpPr>
          <p:cNvPr id="9230" name="Text Box 16"/>
          <p:cNvSpPr txBox="1">
            <a:spLocks noChangeArrowheads="1"/>
          </p:cNvSpPr>
          <p:nvPr/>
        </p:nvSpPr>
        <p:spPr bwMode="auto">
          <a:xfrm>
            <a:off x="2627313" y="5067300"/>
            <a:ext cx="2789237" cy="3365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 algn="ctr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defRPr sz="1600">
                <a:solidFill>
                  <a:schemeClr val="tx1"/>
                </a:solidFill>
                <a:latin typeface="Lucida Sans Unicode" pitchFamily="34" charset="0"/>
              </a:defRPr>
            </a:lvl1pPr>
            <a:lvl2pPr marL="742950" indent="-285750">
              <a:defRPr sz="1600">
                <a:solidFill>
                  <a:schemeClr val="tx1"/>
                </a:solidFill>
                <a:latin typeface="Lucida Sans Unicode" pitchFamily="34" charset="0"/>
              </a:defRPr>
            </a:lvl2pPr>
            <a:lvl3pPr marL="1143000" indent="-228600">
              <a:defRPr sz="1600">
                <a:solidFill>
                  <a:schemeClr val="tx1"/>
                </a:solidFill>
                <a:latin typeface="Lucida Sans Unicode" pitchFamily="34" charset="0"/>
              </a:defRPr>
            </a:lvl3pPr>
            <a:lvl4pPr marL="1600200" indent="-228600">
              <a:defRPr sz="1600">
                <a:solidFill>
                  <a:schemeClr val="tx1"/>
                </a:solidFill>
                <a:latin typeface="Lucida Sans Unicode" pitchFamily="34" charset="0"/>
              </a:defRPr>
            </a:lvl4pPr>
            <a:lvl5pPr marL="2057400" indent="-228600">
              <a:defRPr sz="1600">
                <a:solidFill>
                  <a:schemeClr val="tx1"/>
                </a:solidFill>
                <a:latin typeface="Lucida Sans Unicode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Lucida Sans Unicode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Lucida Sans Unicode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Lucida Sans Unicode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Lucida Sans Unicode" pitchFamily="34" charset="0"/>
              </a:defRPr>
            </a:lvl9pPr>
          </a:lstStyle>
          <a:p>
            <a:r>
              <a:rPr lang="en-GB"/>
              <a:t>one cycle = 1/50</a:t>
            </a:r>
            <a:r>
              <a:rPr lang="en-GB" baseline="30000"/>
              <a:t>th</a:t>
            </a:r>
            <a:r>
              <a:rPr lang="en-GB"/>
              <a:t> second</a:t>
            </a:r>
            <a:endParaRPr lang="en-US"/>
          </a:p>
        </p:txBody>
      </p:sp>
      <p:sp>
        <p:nvSpPr>
          <p:cNvPr id="9231" name="Text Box 17"/>
          <p:cNvSpPr txBox="1">
            <a:spLocks noChangeArrowheads="1"/>
          </p:cNvSpPr>
          <p:nvPr/>
        </p:nvSpPr>
        <p:spPr bwMode="auto">
          <a:xfrm>
            <a:off x="6142038" y="1960563"/>
            <a:ext cx="1841500" cy="749300"/>
          </a:xfrm>
          <a:prstGeom prst="rect">
            <a:avLst/>
          </a:prstGeom>
          <a:solidFill>
            <a:srgbClr val="FFFFCC"/>
          </a:solidFill>
          <a:ln>
            <a:noFill/>
          </a:ln>
          <a:extLst>
            <a:ext uri="{91240B29-F687-4F45-9708-019B960494DF}">
              <a14:hiddenLine xmlns:a14="http://schemas.microsoft.com/office/drawing/2010/main" w="9525" algn="ctr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defRPr sz="1600">
                <a:solidFill>
                  <a:schemeClr val="tx1"/>
                </a:solidFill>
                <a:latin typeface="Lucida Sans Unicode" pitchFamily="34" charset="0"/>
              </a:defRPr>
            </a:lvl1pPr>
            <a:lvl2pPr marL="742950" indent="-285750">
              <a:defRPr sz="1600">
                <a:solidFill>
                  <a:schemeClr val="tx1"/>
                </a:solidFill>
                <a:latin typeface="Lucida Sans Unicode" pitchFamily="34" charset="0"/>
              </a:defRPr>
            </a:lvl2pPr>
            <a:lvl3pPr marL="1143000" indent="-228600">
              <a:defRPr sz="1600">
                <a:solidFill>
                  <a:schemeClr val="tx1"/>
                </a:solidFill>
                <a:latin typeface="Lucida Sans Unicode" pitchFamily="34" charset="0"/>
              </a:defRPr>
            </a:lvl3pPr>
            <a:lvl4pPr marL="1600200" indent="-228600">
              <a:defRPr sz="1600">
                <a:solidFill>
                  <a:schemeClr val="tx1"/>
                </a:solidFill>
                <a:latin typeface="Lucida Sans Unicode" pitchFamily="34" charset="0"/>
              </a:defRPr>
            </a:lvl4pPr>
            <a:lvl5pPr marL="2057400" indent="-228600">
              <a:defRPr sz="1600">
                <a:solidFill>
                  <a:schemeClr val="tx1"/>
                </a:solidFill>
                <a:latin typeface="Lucida Sans Unicode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Lucida Sans Unicode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Lucida Sans Unicode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Lucida Sans Unicode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Lucida Sans Unicode" pitchFamily="34" charset="0"/>
              </a:defRPr>
            </a:lvl9pPr>
          </a:lstStyle>
          <a:p>
            <a:r>
              <a:rPr lang="en-GB"/>
              <a:t>V</a:t>
            </a:r>
            <a:r>
              <a:rPr lang="en-GB" baseline="-25000"/>
              <a:t>peak</a:t>
            </a:r>
            <a:r>
              <a:rPr lang="en-GB"/>
              <a:t> = </a:t>
            </a:r>
            <a:r>
              <a:rPr lang="en-GB">
                <a:cs typeface="Lucida Sans Unicode" pitchFamily="34" charset="0"/>
              </a:rPr>
              <a:t>√2 </a:t>
            </a:r>
            <a:r>
              <a:rPr lang="en-GB" sz="1200">
                <a:cs typeface="Lucida Sans Unicode" pitchFamily="34" charset="0"/>
              </a:rPr>
              <a:t>x</a:t>
            </a:r>
            <a:r>
              <a:rPr lang="en-GB">
                <a:cs typeface="Lucida Sans Unicode" pitchFamily="34" charset="0"/>
              </a:rPr>
              <a:t> V</a:t>
            </a:r>
            <a:r>
              <a:rPr lang="en-GB" baseline="-25000">
                <a:cs typeface="Lucida Sans Unicode" pitchFamily="34" charset="0"/>
              </a:rPr>
              <a:t>rms</a:t>
            </a:r>
          </a:p>
          <a:p>
            <a:endParaRPr lang="en-GB" baseline="-25000">
              <a:cs typeface="Lucida Sans Unicode" pitchFamily="34" charset="0"/>
            </a:endParaRPr>
          </a:p>
          <a:p>
            <a:pPr>
              <a:lnSpc>
                <a:spcPct val="0"/>
              </a:lnSpc>
            </a:pPr>
            <a:endParaRPr lang="en-GB"/>
          </a:p>
          <a:p>
            <a:r>
              <a:rPr lang="en-GB"/>
              <a:t>√2 = 1.414</a:t>
            </a:r>
          </a:p>
        </p:txBody>
      </p:sp>
      <p:sp>
        <p:nvSpPr>
          <p:cNvPr id="9232" name="Text Box 18"/>
          <p:cNvSpPr txBox="1">
            <a:spLocks noChangeArrowheads="1"/>
          </p:cNvSpPr>
          <p:nvPr/>
        </p:nvSpPr>
        <p:spPr bwMode="auto">
          <a:xfrm>
            <a:off x="430213" y="2043113"/>
            <a:ext cx="1898650" cy="3365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 algn="ctr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defRPr sz="1600">
                <a:solidFill>
                  <a:schemeClr val="tx1"/>
                </a:solidFill>
                <a:latin typeface="Lucida Sans Unicode" pitchFamily="34" charset="0"/>
              </a:defRPr>
            </a:lvl1pPr>
            <a:lvl2pPr marL="742950" indent="-285750">
              <a:defRPr sz="1600">
                <a:solidFill>
                  <a:schemeClr val="tx1"/>
                </a:solidFill>
                <a:latin typeface="Lucida Sans Unicode" pitchFamily="34" charset="0"/>
              </a:defRPr>
            </a:lvl2pPr>
            <a:lvl3pPr marL="1143000" indent="-228600">
              <a:defRPr sz="1600">
                <a:solidFill>
                  <a:schemeClr val="tx1"/>
                </a:solidFill>
                <a:latin typeface="Lucida Sans Unicode" pitchFamily="34" charset="0"/>
              </a:defRPr>
            </a:lvl3pPr>
            <a:lvl4pPr marL="1600200" indent="-228600">
              <a:defRPr sz="1600">
                <a:solidFill>
                  <a:schemeClr val="tx1"/>
                </a:solidFill>
                <a:latin typeface="Lucida Sans Unicode" pitchFamily="34" charset="0"/>
              </a:defRPr>
            </a:lvl4pPr>
            <a:lvl5pPr marL="2057400" indent="-228600">
              <a:defRPr sz="1600">
                <a:solidFill>
                  <a:schemeClr val="tx1"/>
                </a:solidFill>
                <a:latin typeface="Lucida Sans Unicode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Lucida Sans Unicode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Lucida Sans Unicode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Lucida Sans Unicode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Lucida Sans Unicode" pitchFamily="34" charset="0"/>
              </a:defRPr>
            </a:lvl9pPr>
          </a:lstStyle>
          <a:p>
            <a:r>
              <a:rPr lang="en-GB" u="sng"/>
              <a:t>240V RMS, 50Hz:</a:t>
            </a:r>
            <a:endParaRPr lang="en-US" u="sng"/>
          </a:p>
        </p:txBody>
      </p:sp>
      <p:sp>
        <p:nvSpPr>
          <p:cNvPr id="9233" name="Text Box 19"/>
          <p:cNvSpPr txBox="1">
            <a:spLocks noChangeArrowheads="1"/>
          </p:cNvSpPr>
          <p:nvPr/>
        </p:nvSpPr>
        <p:spPr bwMode="auto">
          <a:xfrm>
            <a:off x="6521450" y="5067300"/>
            <a:ext cx="2622550" cy="336550"/>
          </a:xfrm>
          <a:prstGeom prst="rect">
            <a:avLst/>
          </a:prstGeom>
          <a:solidFill>
            <a:schemeClr val="hlink"/>
          </a:solidFill>
          <a:ln>
            <a:noFill/>
          </a:ln>
          <a:extLst>
            <a:ext uri="{91240B29-F687-4F45-9708-019B960494DF}">
              <a14:hiddenLine xmlns:a14="http://schemas.microsoft.com/office/drawing/2010/main" w="9525" algn="ctr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defRPr sz="1600">
                <a:solidFill>
                  <a:schemeClr val="tx1"/>
                </a:solidFill>
                <a:latin typeface="Lucida Sans Unicode" pitchFamily="34" charset="0"/>
              </a:defRPr>
            </a:lvl1pPr>
            <a:lvl2pPr marL="742950" indent="-285750">
              <a:defRPr sz="1600">
                <a:solidFill>
                  <a:schemeClr val="tx1"/>
                </a:solidFill>
                <a:latin typeface="Lucida Sans Unicode" pitchFamily="34" charset="0"/>
              </a:defRPr>
            </a:lvl2pPr>
            <a:lvl3pPr marL="1143000" indent="-228600">
              <a:defRPr sz="1600">
                <a:solidFill>
                  <a:schemeClr val="tx1"/>
                </a:solidFill>
                <a:latin typeface="Lucida Sans Unicode" pitchFamily="34" charset="0"/>
              </a:defRPr>
            </a:lvl3pPr>
            <a:lvl4pPr marL="1600200" indent="-228600">
              <a:defRPr sz="1600">
                <a:solidFill>
                  <a:schemeClr val="tx1"/>
                </a:solidFill>
                <a:latin typeface="Lucida Sans Unicode" pitchFamily="34" charset="0"/>
              </a:defRPr>
            </a:lvl4pPr>
            <a:lvl5pPr marL="2057400" indent="-228600">
              <a:defRPr sz="1600">
                <a:solidFill>
                  <a:schemeClr val="tx1"/>
                </a:solidFill>
                <a:latin typeface="Lucida Sans Unicode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Lucida Sans Unicode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Lucida Sans Unicode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Lucida Sans Unicode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Lucida Sans Unicode" pitchFamily="34" charset="0"/>
              </a:defRPr>
            </a:lvl9pPr>
          </a:lstStyle>
          <a:p>
            <a:r>
              <a:rPr lang="en-GB"/>
              <a:t>tolerance of +10%, -15%</a:t>
            </a:r>
            <a:endParaRPr lang="en-US"/>
          </a:p>
        </p:txBody>
      </p:sp>
      <p:sp>
        <p:nvSpPr>
          <p:cNvPr id="9234" name="Text Box 20"/>
          <p:cNvSpPr txBox="1">
            <a:spLocks noChangeArrowheads="1"/>
          </p:cNvSpPr>
          <p:nvPr/>
        </p:nvSpPr>
        <p:spPr bwMode="auto">
          <a:xfrm>
            <a:off x="6383338" y="3732213"/>
            <a:ext cx="260350" cy="3365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 algn="ctr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defRPr sz="1600">
                <a:solidFill>
                  <a:schemeClr val="tx1"/>
                </a:solidFill>
                <a:latin typeface="Lucida Sans Unicode" pitchFamily="34" charset="0"/>
              </a:defRPr>
            </a:lvl1pPr>
            <a:lvl2pPr marL="742950" indent="-285750">
              <a:defRPr sz="1600">
                <a:solidFill>
                  <a:schemeClr val="tx1"/>
                </a:solidFill>
                <a:latin typeface="Lucida Sans Unicode" pitchFamily="34" charset="0"/>
              </a:defRPr>
            </a:lvl2pPr>
            <a:lvl3pPr marL="1143000" indent="-228600">
              <a:defRPr sz="1600">
                <a:solidFill>
                  <a:schemeClr val="tx1"/>
                </a:solidFill>
                <a:latin typeface="Lucida Sans Unicode" pitchFamily="34" charset="0"/>
              </a:defRPr>
            </a:lvl3pPr>
            <a:lvl4pPr marL="1600200" indent="-228600">
              <a:defRPr sz="1600">
                <a:solidFill>
                  <a:schemeClr val="tx1"/>
                </a:solidFill>
                <a:latin typeface="Lucida Sans Unicode" pitchFamily="34" charset="0"/>
              </a:defRPr>
            </a:lvl4pPr>
            <a:lvl5pPr marL="2057400" indent="-228600">
              <a:defRPr sz="1600">
                <a:solidFill>
                  <a:schemeClr val="tx1"/>
                </a:solidFill>
                <a:latin typeface="Lucida Sans Unicode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Lucida Sans Unicode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Lucida Sans Unicode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Lucida Sans Unicode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Lucida Sans Unicode" pitchFamily="34" charset="0"/>
              </a:defRPr>
            </a:lvl9pPr>
          </a:lstStyle>
          <a:p>
            <a:r>
              <a:rPr lang="en-GB"/>
              <a:t>t</a:t>
            </a:r>
            <a:endParaRPr lang="en-US"/>
          </a:p>
        </p:txBody>
      </p:sp>
      <p:sp>
        <p:nvSpPr>
          <p:cNvPr id="9235" name="Line 21"/>
          <p:cNvSpPr>
            <a:spLocks noChangeShapeType="1"/>
          </p:cNvSpPr>
          <p:nvPr/>
        </p:nvSpPr>
        <p:spPr bwMode="auto">
          <a:xfrm flipV="1">
            <a:off x="6616700" y="3851275"/>
            <a:ext cx="355600" cy="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en-GB"/>
          </a:p>
        </p:txBody>
      </p:sp>
      <p:sp>
        <p:nvSpPr>
          <p:cNvPr id="9236" name="Text Box 22"/>
          <p:cNvSpPr txBox="1">
            <a:spLocks noChangeArrowheads="1"/>
          </p:cNvSpPr>
          <p:nvPr/>
        </p:nvSpPr>
        <p:spPr bwMode="auto">
          <a:xfrm>
            <a:off x="430213" y="366713"/>
            <a:ext cx="5743575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 algn="ctr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defRPr sz="1600">
                <a:solidFill>
                  <a:schemeClr val="tx1"/>
                </a:solidFill>
                <a:latin typeface="Lucida Sans Unicode" pitchFamily="34" charset="0"/>
              </a:defRPr>
            </a:lvl1pPr>
            <a:lvl2pPr marL="742950" indent="-285750">
              <a:defRPr sz="1600">
                <a:solidFill>
                  <a:schemeClr val="tx1"/>
                </a:solidFill>
                <a:latin typeface="Lucida Sans Unicode" pitchFamily="34" charset="0"/>
              </a:defRPr>
            </a:lvl2pPr>
            <a:lvl3pPr marL="1143000" indent="-228600">
              <a:defRPr sz="1600">
                <a:solidFill>
                  <a:schemeClr val="tx1"/>
                </a:solidFill>
                <a:latin typeface="Lucida Sans Unicode" pitchFamily="34" charset="0"/>
              </a:defRPr>
            </a:lvl3pPr>
            <a:lvl4pPr marL="1600200" indent="-228600">
              <a:defRPr sz="1600">
                <a:solidFill>
                  <a:schemeClr val="tx1"/>
                </a:solidFill>
                <a:latin typeface="Lucida Sans Unicode" pitchFamily="34" charset="0"/>
              </a:defRPr>
            </a:lvl4pPr>
            <a:lvl5pPr marL="2057400" indent="-228600">
              <a:defRPr sz="1600">
                <a:solidFill>
                  <a:schemeClr val="tx1"/>
                </a:solidFill>
                <a:latin typeface="Lucida Sans Unicode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Lucida Sans Unicode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Lucida Sans Unicode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Lucida Sans Unicode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Lucida Sans Unicode" pitchFamily="34" charset="0"/>
              </a:defRPr>
            </a:lvl9pPr>
          </a:lstStyle>
          <a:p>
            <a:r>
              <a:rPr lang="en-GB" sz="2400" b="1"/>
              <a:t>Root Mean Square – the Power Supply</a:t>
            </a:r>
            <a:endParaRPr lang="en-US" sz="2400" b="1"/>
          </a:p>
        </p:txBody>
      </p:sp>
    </p:spTree>
    <p:extLst>
      <p:ext uri="{BB962C8B-B14F-4D97-AF65-F5344CB8AC3E}">
        <p14:creationId xmlns:p14="http://schemas.microsoft.com/office/powerpoint/2010/main" val="4261840955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5"/>
          <p:cNvSpPr>
            <a:spLocks/>
          </p:cNvSpPr>
          <p:nvPr/>
        </p:nvSpPr>
        <p:spPr bwMode="auto">
          <a:xfrm>
            <a:off x="1200231" y="1505862"/>
            <a:ext cx="7001934" cy="1863871"/>
          </a:xfrm>
          <a:custGeom>
            <a:avLst/>
            <a:gdLst>
              <a:gd name="T0" fmla="*/ 0 w 3840"/>
              <a:gd name="T1" fmla="*/ 502 h 934"/>
              <a:gd name="T2" fmla="*/ 144 w 3840"/>
              <a:gd name="T3" fmla="*/ 118 h 934"/>
              <a:gd name="T4" fmla="*/ 480 w 3840"/>
              <a:gd name="T5" fmla="*/ 886 h 934"/>
              <a:gd name="T6" fmla="*/ 912 w 3840"/>
              <a:gd name="T7" fmla="*/ 406 h 934"/>
              <a:gd name="T8" fmla="*/ 1200 w 3840"/>
              <a:gd name="T9" fmla="*/ 70 h 934"/>
              <a:gd name="T10" fmla="*/ 1632 w 3840"/>
              <a:gd name="T11" fmla="*/ 790 h 934"/>
              <a:gd name="T12" fmla="*/ 1824 w 3840"/>
              <a:gd name="T13" fmla="*/ 838 h 934"/>
              <a:gd name="T14" fmla="*/ 1968 w 3840"/>
              <a:gd name="T15" fmla="*/ 358 h 934"/>
              <a:gd name="T16" fmla="*/ 2048 w 3840"/>
              <a:gd name="T17" fmla="*/ 222 h 934"/>
              <a:gd name="T18" fmla="*/ 2112 w 3840"/>
              <a:gd name="T19" fmla="*/ 70 h 934"/>
              <a:gd name="T20" fmla="*/ 2352 w 3840"/>
              <a:gd name="T21" fmla="*/ 646 h 934"/>
              <a:gd name="T22" fmla="*/ 2544 w 3840"/>
              <a:gd name="T23" fmla="*/ 262 h 934"/>
              <a:gd name="T24" fmla="*/ 2928 w 3840"/>
              <a:gd name="T25" fmla="*/ 838 h 934"/>
              <a:gd name="T26" fmla="*/ 3264 w 3840"/>
              <a:gd name="T27" fmla="*/ 358 h 934"/>
              <a:gd name="T28" fmla="*/ 3456 w 3840"/>
              <a:gd name="T29" fmla="*/ 598 h 934"/>
              <a:gd name="T30" fmla="*/ 3840 w 3840"/>
              <a:gd name="T31" fmla="*/ 502 h 934"/>
              <a:gd name="T32" fmla="*/ 0 60000 65536"/>
              <a:gd name="T33" fmla="*/ 0 60000 65536"/>
              <a:gd name="T34" fmla="*/ 0 60000 65536"/>
              <a:gd name="T35" fmla="*/ 0 60000 65536"/>
              <a:gd name="T36" fmla="*/ 0 60000 65536"/>
              <a:gd name="T37" fmla="*/ 0 60000 65536"/>
              <a:gd name="T38" fmla="*/ 0 60000 65536"/>
              <a:gd name="T39" fmla="*/ 0 60000 65536"/>
              <a:gd name="T40" fmla="*/ 0 60000 65536"/>
              <a:gd name="T41" fmla="*/ 0 60000 65536"/>
              <a:gd name="T42" fmla="*/ 0 60000 65536"/>
              <a:gd name="T43" fmla="*/ 0 60000 65536"/>
              <a:gd name="T44" fmla="*/ 0 60000 65536"/>
              <a:gd name="T45" fmla="*/ 0 60000 65536"/>
              <a:gd name="T46" fmla="*/ 0 60000 65536"/>
              <a:gd name="T47" fmla="*/ 0 60000 65536"/>
              <a:gd name="T48" fmla="*/ 0 w 3840"/>
              <a:gd name="T49" fmla="*/ 0 h 934"/>
              <a:gd name="T50" fmla="*/ 3840 w 3840"/>
              <a:gd name="T51" fmla="*/ 934 h 934"/>
            </a:gdLst>
            <a:ahLst/>
            <a:cxnLst>
              <a:cxn ang="T32">
                <a:pos x="T0" y="T1"/>
              </a:cxn>
              <a:cxn ang="T33">
                <a:pos x="T2" y="T3"/>
              </a:cxn>
              <a:cxn ang="T34">
                <a:pos x="T4" y="T5"/>
              </a:cxn>
              <a:cxn ang="T35">
                <a:pos x="T6" y="T7"/>
              </a:cxn>
              <a:cxn ang="T36">
                <a:pos x="T8" y="T9"/>
              </a:cxn>
              <a:cxn ang="T37">
                <a:pos x="T10" y="T11"/>
              </a:cxn>
              <a:cxn ang="T38">
                <a:pos x="T12" y="T13"/>
              </a:cxn>
              <a:cxn ang="T39">
                <a:pos x="T14" y="T15"/>
              </a:cxn>
              <a:cxn ang="T40">
                <a:pos x="T16" y="T17"/>
              </a:cxn>
              <a:cxn ang="T41">
                <a:pos x="T18" y="T19"/>
              </a:cxn>
              <a:cxn ang="T42">
                <a:pos x="T20" y="T21"/>
              </a:cxn>
              <a:cxn ang="T43">
                <a:pos x="T22" y="T23"/>
              </a:cxn>
              <a:cxn ang="T44">
                <a:pos x="T24" y="T25"/>
              </a:cxn>
              <a:cxn ang="T45">
                <a:pos x="T26" y="T27"/>
              </a:cxn>
              <a:cxn ang="T46">
                <a:pos x="T28" y="T29"/>
              </a:cxn>
              <a:cxn ang="T47">
                <a:pos x="T30" y="T31"/>
              </a:cxn>
            </a:cxnLst>
            <a:rect l="T48" t="T49" r="T50" b="T51"/>
            <a:pathLst>
              <a:path w="3840" h="934">
                <a:moveTo>
                  <a:pt x="0" y="502"/>
                </a:moveTo>
                <a:cubicBezTo>
                  <a:pt x="32" y="278"/>
                  <a:pt x="64" y="54"/>
                  <a:pt x="144" y="118"/>
                </a:cubicBezTo>
                <a:cubicBezTo>
                  <a:pt x="224" y="182"/>
                  <a:pt x="352" y="838"/>
                  <a:pt x="480" y="886"/>
                </a:cubicBezTo>
                <a:cubicBezTo>
                  <a:pt x="608" y="934"/>
                  <a:pt x="792" y="542"/>
                  <a:pt x="912" y="406"/>
                </a:cubicBezTo>
                <a:cubicBezTo>
                  <a:pt x="1032" y="270"/>
                  <a:pt x="1080" y="6"/>
                  <a:pt x="1200" y="70"/>
                </a:cubicBezTo>
                <a:cubicBezTo>
                  <a:pt x="1320" y="134"/>
                  <a:pt x="1528" y="662"/>
                  <a:pt x="1632" y="790"/>
                </a:cubicBezTo>
                <a:cubicBezTo>
                  <a:pt x="1736" y="918"/>
                  <a:pt x="1768" y="910"/>
                  <a:pt x="1824" y="838"/>
                </a:cubicBezTo>
                <a:cubicBezTo>
                  <a:pt x="1880" y="766"/>
                  <a:pt x="1931" y="461"/>
                  <a:pt x="1968" y="358"/>
                </a:cubicBezTo>
                <a:cubicBezTo>
                  <a:pt x="2005" y="255"/>
                  <a:pt x="2024" y="270"/>
                  <a:pt x="2048" y="222"/>
                </a:cubicBezTo>
                <a:cubicBezTo>
                  <a:pt x="2072" y="174"/>
                  <a:pt x="2061" y="0"/>
                  <a:pt x="2112" y="70"/>
                </a:cubicBezTo>
                <a:cubicBezTo>
                  <a:pt x="2163" y="140"/>
                  <a:pt x="2280" y="614"/>
                  <a:pt x="2352" y="646"/>
                </a:cubicBezTo>
                <a:cubicBezTo>
                  <a:pt x="2424" y="678"/>
                  <a:pt x="2448" y="230"/>
                  <a:pt x="2544" y="262"/>
                </a:cubicBezTo>
                <a:cubicBezTo>
                  <a:pt x="2640" y="294"/>
                  <a:pt x="2808" y="822"/>
                  <a:pt x="2928" y="838"/>
                </a:cubicBezTo>
                <a:cubicBezTo>
                  <a:pt x="3048" y="854"/>
                  <a:pt x="3176" y="398"/>
                  <a:pt x="3264" y="358"/>
                </a:cubicBezTo>
                <a:cubicBezTo>
                  <a:pt x="3352" y="318"/>
                  <a:pt x="3360" y="574"/>
                  <a:pt x="3456" y="598"/>
                </a:cubicBezTo>
                <a:cubicBezTo>
                  <a:pt x="3552" y="622"/>
                  <a:pt x="3776" y="518"/>
                  <a:pt x="3840" y="502"/>
                </a:cubicBezTo>
              </a:path>
            </a:pathLst>
          </a:custGeom>
          <a:noFill/>
          <a:ln w="28575" cap="flat" cmpd="sng">
            <a:solidFill>
              <a:schemeClr val="accent1"/>
            </a:solidFill>
            <a:prstDash val="solid"/>
            <a:round/>
            <a:headEnd/>
            <a:tailEnd/>
          </a:ln>
        </p:spPr>
        <p:txBody>
          <a:bodyPr wrap="none" anchor="ctr"/>
          <a:lstStyle/>
          <a:p>
            <a:endParaRPr lang="en-GB"/>
          </a:p>
        </p:txBody>
      </p:sp>
      <p:cxnSp>
        <p:nvCxnSpPr>
          <p:cNvPr id="4" name="Straight Connector 3"/>
          <p:cNvCxnSpPr/>
          <p:nvPr/>
        </p:nvCxnSpPr>
        <p:spPr bwMode="auto">
          <a:xfrm>
            <a:off x="912364" y="2492758"/>
            <a:ext cx="7780867" cy="1"/>
          </a:xfrm>
          <a:prstGeom prst="line">
            <a:avLst/>
          </a:prstGeom>
          <a:solidFill>
            <a:schemeClr val="accent1"/>
          </a:solidFill>
          <a:ln w="28575" cap="flat" cmpd="sng" algn="ctr">
            <a:solidFill>
              <a:srgbClr val="FF0000"/>
            </a:solidFill>
            <a:prstDash val="solid"/>
            <a:round/>
            <a:headEnd type="none" w="med" len="med"/>
            <a:tailEnd type="none" w="med" len="med"/>
          </a:ln>
          <a:effectLst/>
        </p:spPr>
      </p:cxnSp>
      <p:cxnSp>
        <p:nvCxnSpPr>
          <p:cNvPr id="7" name="Straight Connector 6"/>
          <p:cNvCxnSpPr/>
          <p:nvPr/>
        </p:nvCxnSpPr>
        <p:spPr bwMode="auto">
          <a:xfrm>
            <a:off x="1200231" y="1290492"/>
            <a:ext cx="0" cy="2323272"/>
          </a:xfrm>
          <a:prstGeom prst="line">
            <a:avLst/>
          </a:prstGeom>
          <a:solidFill>
            <a:schemeClr val="accent1"/>
          </a:solidFill>
          <a:ln w="28575" cap="flat" cmpd="sng" algn="ctr">
            <a:solidFill>
              <a:srgbClr val="FF0000"/>
            </a:solidFill>
            <a:prstDash val="solid"/>
            <a:round/>
            <a:headEnd type="none" w="med" len="med"/>
            <a:tailEnd type="none" w="med" len="med"/>
          </a:ln>
          <a:effectLst/>
        </p:spPr>
      </p:cxnSp>
      <p:sp>
        <p:nvSpPr>
          <p:cNvPr id="10" name="TextBox 9"/>
          <p:cNvSpPr txBox="1"/>
          <p:nvPr/>
        </p:nvSpPr>
        <p:spPr>
          <a:xfrm>
            <a:off x="8174444" y="2532322"/>
            <a:ext cx="627095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GB" i="1" dirty="0">
                <a:solidFill>
                  <a:srgbClr val="FF0000"/>
                </a:solidFill>
              </a:rPr>
              <a:t>time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265360" y="1232488"/>
            <a:ext cx="934871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GB" sz="1200" i="1" dirty="0">
                <a:solidFill>
                  <a:srgbClr val="FF0000"/>
                </a:solidFill>
              </a:rPr>
              <a:t>amplitude</a:t>
            </a:r>
          </a:p>
        </p:txBody>
      </p:sp>
      <p:sp>
        <p:nvSpPr>
          <p:cNvPr id="12" name="Text Box 4"/>
          <p:cNvSpPr txBox="1">
            <a:spLocks noChangeArrowheads="1"/>
          </p:cNvSpPr>
          <p:nvPr/>
        </p:nvSpPr>
        <p:spPr bwMode="auto">
          <a:xfrm>
            <a:off x="431800" y="382588"/>
            <a:ext cx="5168403" cy="461665"/>
          </a:xfrm>
          <a:prstGeom prst="rect">
            <a:avLst/>
          </a:prstGeom>
          <a:noFill/>
          <a:ln w="9525" algn="ctr">
            <a:noFill/>
            <a:miter lim="800000"/>
            <a:headEnd/>
            <a:tailEnd/>
          </a:ln>
        </p:spPr>
        <p:txBody>
          <a:bodyPr wrap="none">
            <a:spAutoFit/>
          </a:bodyPr>
          <a:lstStyle/>
          <a:p>
            <a:r>
              <a:rPr lang="en-GB" sz="2400" b="1" dirty="0"/>
              <a:t>Analogue Signal - </a:t>
            </a:r>
            <a:r>
              <a:rPr lang="en-GB" sz="2400" b="1" i="1" dirty="0"/>
              <a:t>for example …</a:t>
            </a:r>
          </a:p>
        </p:txBody>
      </p:sp>
      <p:sp>
        <p:nvSpPr>
          <p:cNvPr id="15" name="Freeform 5"/>
          <p:cNvSpPr>
            <a:spLocks/>
          </p:cNvSpPr>
          <p:nvPr/>
        </p:nvSpPr>
        <p:spPr bwMode="auto">
          <a:xfrm>
            <a:off x="1200231" y="4246712"/>
            <a:ext cx="7001934" cy="1863871"/>
          </a:xfrm>
          <a:custGeom>
            <a:avLst/>
            <a:gdLst>
              <a:gd name="T0" fmla="*/ 0 w 3840"/>
              <a:gd name="T1" fmla="*/ 502 h 934"/>
              <a:gd name="T2" fmla="*/ 144 w 3840"/>
              <a:gd name="T3" fmla="*/ 118 h 934"/>
              <a:gd name="T4" fmla="*/ 480 w 3840"/>
              <a:gd name="T5" fmla="*/ 886 h 934"/>
              <a:gd name="T6" fmla="*/ 912 w 3840"/>
              <a:gd name="T7" fmla="*/ 406 h 934"/>
              <a:gd name="T8" fmla="*/ 1200 w 3840"/>
              <a:gd name="T9" fmla="*/ 70 h 934"/>
              <a:gd name="T10" fmla="*/ 1632 w 3840"/>
              <a:gd name="T11" fmla="*/ 790 h 934"/>
              <a:gd name="T12" fmla="*/ 1824 w 3840"/>
              <a:gd name="T13" fmla="*/ 838 h 934"/>
              <a:gd name="T14" fmla="*/ 1968 w 3840"/>
              <a:gd name="T15" fmla="*/ 358 h 934"/>
              <a:gd name="T16" fmla="*/ 2048 w 3840"/>
              <a:gd name="T17" fmla="*/ 222 h 934"/>
              <a:gd name="T18" fmla="*/ 2112 w 3840"/>
              <a:gd name="T19" fmla="*/ 70 h 934"/>
              <a:gd name="T20" fmla="*/ 2352 w 3840"/>
              <a:gd name="T21" fmla="*/ 646 h 934"/>
              <a:gd name="T22" fmla="*/ 2544 w 3840"/>
              <a:gd name="T23" fmla="*/ 262 h 934"/>
              <a:gd name="T24" fmla="*/ 2928 w 3840"/>
              <a:gd name="T25" fmla="*/ 838 h 934"/>
              <a:gd name="T26" fmla="*/ 3264 w 3840"/>
              <a:gd name="T27" fmla="*/ 358 h 934"/>
              <a:gd name="T28" fmla="*/ 3456 w 3840"/>
              <a:gd name="T29" fmla="*/ 598 h 934"/>
              <a:gd name="T30" fmla="*/ 3840 w 3840"/>
              <a:gd name="T31" fmla="*/ 502 h 934"/>
              <a:gd name="T32" fmla="*/ 0 60000 65536"/>
              <a:gd name="T33" fmla="*/ 0 60000 65536"/>
              <a:gd name="T34" fmla="*/ 0 60000 65536"/>
              <a:gd name="T35" fmla="*/ 0 60000 65536"/>
              <a:gd name="T36" fmla="*/ 0 60000 65536"/>
              <a:gd name="T37" fmla="*/ 0 60000 65536"/>
              <a:gd name="T38" fmla="*/ 0 60000 65536"/>
              <a:gd name="T39" fmla="*/ 0 60000 65536"/>
              <a:gd name="T40" fmla="*/ 0 60000 65536"/>
              <a:gd name="T41" fmla="*/ 0 60000 65536"/>
              <a:gd name="T42" fmla="*/ 0 60000 65536"/>
              <a:gd name="T43" fmla="*/ 0 60000 65536"/>
              <a:gd name="T44" fmla="*/ 0 60000 65536"/>
              <a:gd name="T45" fmla="*/ 0 60000 65536"/>
              <a:gd name="T46" fmla="*/ 0 60000 65536"/>
              <a:gd name="T47" fmla="*/ 0 60000 65536"/>
              <a:gd name="T48" fmla="*/ 0 w 3840"/>
              <a:gd name="T49" fmla="*/ 0 h 934"/>
              <a:gd name="T50" fmla="*/ 3840 w 3840"/>
              <a:gd name="T51" fmla="*/ 934 h 934"/>
            </a:gdLst>
            <a:ahLst/>
            <a:cxnLst>
              <a:cxn ang="T32">
                <a:pos x="T0" y="T1"/>
              </a:cxn>
              <a:cxn ang="T33">
                <a:pos x="T2" y="T3"/>
              </a:cxn>
              <a:cxn ang="T34">
                <a:pos x="T4" y="T5"/>
              </a:cxn>
              <a:cxn ang="T35">
                <a:pos x="T6" y="T7"/>
              </a:cxn>
              <a:cxn ang="T36">
                <a:pos x="T8" y="T9"/>
              </a:cxn>
              <a:cxn ang="T37">
                <a:pos x="T10" y="T11"/>
              </a:cxn>
              <a:cxn ang="T38">
                <a:pos x="T12" y="T13"/>
              </a:cxn>
              <a:cxn ang="T39">
                <a:pos x="T14" y="T15"/>
              </a:cxn>
              <a:cxn ang="T40">
                <a:pos x="T16" y="T17"/>
              </a:cxn>
              <a:cxn ang="T41">
                <a:pos x="T18" y="T19"/>
              </a:cxn>
              <a:cxn ang="T42">
                <a:pos x="T20" y="T21"/>
              </a:cxn>
              <a:cxn ang="T43">
                <a:pos x="T22" y="T23"/>
              </a:cxn>
              <a:cxn ang="T44">
                <a:pos x="T24" y="T25"/>
              </a:cxn>
              <a:cxn ang="T45">
                <a:pos x="T26" y="T27"/>
              </a:cxn>
              <a:cxn ang="T46">
                <a:pos x="T28" y="T29"/>
              </a:cxn>
              <a:cxn ang="T47">
                <a:pos x="T30" y="T31"/>
              </a:cxn>
            </a:cxnLst>
            <a:rect l="T48" t="T49" r="T50" b="T51"/>
            <a:pathLst>
              <a:path w="3840" h="934">
                <a:moveTo>
                  <a:pt x="0" y="502"/>
                </a:moveTo>
                <a:cubicBezTo>
                  <a:pt x="32" y="278"/>
                  <a:pt x="64" y="54"/>
                  <a:pt x="144" y="118"/>
                </a:cubicBezTo>
                <a:cubicBezTo>
                  <a:pt x="224" y="182"/>
                  <a:pt x="352" y="838"/>
                  <a:pt x="480" y="886"/>
                </a:cubicBezTo>
                <a:cubicBezTo>
                  <a:pt x="608" y="934"/>
                  <a:pt x="792" y="542"/>
                  <a:pt x="912" y="406"/>
                </a:cubicBezTo>
                <a:cubicBezTo>
                  <a:pt x="1032" y="270"/>
                  <a:pt x="1080" y="6"/>
                  <a:pt x="1200" y="70"/>
                </a:cubicBezTo>
                <a:cubicBezTo>
                  <a:pt x="1320" y="134"/>
                  <a:pt x="1528" y="662"/>
                  <a:pt x="1632" y="790"/>
                </a:cubicBezTo>
                <a:cubicBezTo>
                  <a:pt x="1736" y="918"/>
                  <a:pt x="1768" y="910"/>
                  <a:pt x="1824" y="838"/>
                </a:cubicBezTo>
                <a:cubicBezTo>
                  <a:pt x="1880" y="766"/>
                  <a:pt x="1931" y="461"/>
                  <a:pt x="1968" y="358"/>
                </a:cubicBezTo>
                <a:cubicBezTo>
                  <a:pt x="2005" y="255"/>
                  <a:pt x="2024" y="270"/>
                  <a:pt x="2048" y="222"/>
                </a:cubicBezTo>
                <a:cubicBezTo>
                  <a:pt x="2072" y="174"/>
                  <a:pt x="2061" y="0"/>
                  <a:pt x="2112" y="70"/>
                </a:cubicBezTo>
                <a:cubicBezTo>
                  <a:pt x="2163" y="140"/>
                  <a:pt x="2280" y="614"/>
                  <a:pt x="2352" y="646"/>
                </a:cubicBezTo>
                <a:cubicBezTo>
                  <a:pt x="2424" y="678"/>
                  <a:pt x="2448" y="230"/>
                  <a:pt x="2544" y="262"/>
                </a:cubicBezTo>
                <a:cubicBezTo>
                  <a:pt x="2640" y="294"/>
                  <a:pt x="2808" y="822"/>
                  <a:pt x="2928" y="838"/>
                </a:cubicBezTo>
                <a:cubicBezTo>
                  <a:pt x="3048" y="854"/>
                  <a:pt x="3176" y="398"/>
                  <a:pt x="3264" y="358"/>
                </a:cubicBezTo>
                <a:cubicBezTo>
                  <a:pt x="3352" y="318"/>
                  <a:pt x="3360" y="574"/>
                  <a:pt x="3456" y="598"/>
                </a:cubicBezTo>
                <a:cubicBezTo>
                  <a:pt x="3552" y="622"/>
                  <a:pt x="3776" y="518"/>
                  <a:pt x="3840" y="502"/>
                </a:cubicBezTo>
              </a:path>
            </a:pathLst>
          </a:custGeom>
          <a:noFill/>
          <a:ln w="28575" cap="flat" cmpd="sng">
            <a:solidFill>
              <a:schemeClr val="accent1"/>
            </a:solidFill>
            <a:prstDash val="solid"/>
            <a:round/>
            <a:headEnd/>
            <a:tailEnd/>
          </a:ln>
        </p:spPr>
        <p:txBody>
          <a:bodyPr wrap="none" anchor="ctr"/>
          <a:lstStyle/>
          <a:p>
            <a:endParaRPr lang="en-GB"/>
          </a:p>
        </p:txBody>
      </p:sp>
      <p:cxnSp>
        <p:nvCxnSpPr>
          <p:cNvPr id="16" name="Straight Connector 15"/>
          <p:cNvCxnSpPr/>
          <p:nvPr/>
        </p:nvCxnSpPr>
        <p:spPr bwMode="auto">
          <a:xfrm>
            <a:off x="912364" y="4814911"/>
            <a:ext cx="7780867" cy="1"/>
          </a:xfrm>
          <a:prstGeom prst="line">
            <a:avLst/>
          </a:prstGeom>
          <a:solidFill>
            <a:schemeClr val="accent1"/>
          </a:solidFill>
          <a:ln w="28575" cap="flat" cmpd="sng" algn="ctr">
            <a:solidFill>
              <a:srgbClr val="FF0000"/>
            </a:solidFill>
            <a:prstDash val="solid"/>
            <a:round/>
            <a:headEnd type="none" w="med" len="med"/>
            <a:tailEnd type="none" w="med" len="med"/>
          </a:ln>
          <a:effectLst/>
        </p:spPr>
      </p:cxnSp>
      <p:cxnSp>
        <p:nvCxnSpPr>
          <p:cNvPr id="17" name="Straight Connector 16"/>
          <p:cNvCxnSpPr/>
          <p:nvPr/>
        </p:nvCxnSpPr>
        <p:spPr bwMode="auto">
          <a:xfrm>
            <a:off x="1200231" y="4031342"/>
            <a:ext cx="0" cy="2323272"/>
          </a:xfrm>
          <a:prstGeom prst="line">
            <a:avLst/>
          </a:prstGeom>
          <a:solidFill>
            <a:schemeClr val="accent1"/>
          </a:solidFill>
          <a:ln w="28575" cap="flat" cmpd="sng" algn="ctr">
            <a:solidFill>
              <a:srgbClr val="FF0000"/>
            </a:solidFill>
            <a:prstDash val="solid"/>
            <a:round/>
            <a:headEnd type="none" w="med" len="med"/>
            <a:tailEnd type="none" w="med" len="med"/>
          </a:ln>
          <a:effectLst/>
        </p:spPr>
      </p:cxnSp>
      <p:sp>
        <p:nvSpPr>
          <p:cNvPr id="18" name="TextBox 17"/>
          <p:cNvSpPr txBox="1"/>
          <p:nvPr/>
        </p:nvSpPr>
        <p:spPr>
          <a:xfrm>
            <a:off x="8202165" y="4861005"/>
            <a:ext cx="627095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GB" i="1" dirty="0">
                <a:solidFill>
                  <a:srgbClr val="FF0000"/>
                </a:solidFill>
              </a:rPr>
              <a:t>time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238033" y="2318262"/>
            <a:ext cx="750526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GB" sz="1200" i="1" dirty="0">
                <a:solidFill>
                  <a:srgbClr val="FF0000"/>
                </a:solidFill>
              </a:rPr>
              <a:t>= zero?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238033" y="4602102"/>
            <a:ext cx="750526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GB" sz="1200" i="1" dirty="0">
                <a:solidFill>
                  <a:srgbClr val="FF0000"/>
                </a:solidFill>
              </a:rPr>
              <a:t>= zero?</a:t>
            </a:r>
          </a:p>
        </p:txBody>
      </p:sp>
      <p:cxnSp>
        <p:nvCxnSpPr>
          <p:cNvPr id="23" name="Straight Connector 22"/>
          <p:cNvCxnSpPr/>
          <p:nvPr/>
        </p:nvCxnSpPr>
        <p:spPr bwMode="auto">
          <a:xfrm flipH="1" flipV="1">
            <a:off x="3013356" y="1627437"/>
            <a:ext cx="2645" cy="1730642"/>
          </a:xfrm>
          <a:prstGeom prst="line">
            <a:avLst/>
          </a:prstGeom>
          <a:solidFill>
            <a:schemeClr val="accent1"/>
          </a:solidFill>
          <a:ln w="9525" cap="flat" cmpd="sng" algn="ctr">
            <a:solidFill>
              <a:srgbClr val="FF0000"/>
            </a:solidFill>
            <a:prstDash val="solid"/>
            <a:round/>
            <a:headEnd type="arrow" w="med" len="med"/>
            <a:tailEnd type="arrow" w="med" len="med"/>
          </a:ln>
          <a:effectLst/>
        </p:spPr>
      </p:cxnSp>
      <p:sp>
        <p:nvSpPr>
          <p:cNvPr id="29" name="TextBox 28"/>
          <p:cNvSpPr txBox="1"/>
          <p:nvPr/>
        </p:nvSpPr>
        <p:spPr>
          <a:xfrm>
            <a:off x="3013356" y="2614334"/>
            <a:ext cx="606256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GB" sz="1200" i="1" dirty="0">
                <a:solidFill>
                  <a:srgbClr val="FF0000"/>
                </a:solidFill>
              </a:rPr>
              <a:t>volts?</a:t>
            </a:r>
          </a:p>
        </p:txBody>
      </p:sp>
      <p:cxnSp>
        <p:nvCxnSpPr>
          <p:cNvPr id="19" name="Straight Connector 18">
            <a:extLst>
              <a:ext uri="{FF2B5EF4-FFF2-40B4-BE49-F238E27FC236}">
                <a16:creationId xmlns:a16="http://schemas.microsoft.com/office/drawing/2014/main" id="{A87DEC63-F82D-47DE-903D-2F9E2CDFB089}"/>
              </a:ext>
            </a:extLst>
          </p:cNvPr>
          <p:cNvCxnSpPr/>
          <p:nvPr/>
        </p:nvCxnSpPr>
        <p:spPr bwMode="auto">
          <a:xfrm>
            <a:off x="810764" y="5262792"/>
            <a:ext cx="7780867" cy="1"/>
          </a:xfrm>
          <a:prstGeom prst="line">
            <a:avLst/>
          </a:prstGeom>
          <a:solidFill>
            <a:schemeClr val="accent1"/>
          </a:solidFill>
          <a:ln w="28575" cap="flat" cmpd="sng" algn="ctr">
            <a:solidFill>
              <a:srgbClr val="FF0000"/>
            </a:solidFill>
            <a:prstDash val="dash"/>
            <a:round/>
            <a:headEnd type="none" w="med" len="med"/>
            <a:tailEnd type="none" w="med" len="med"/>
          </a:ln>
          <a:effectLst/>
        </p:spPr>
      </p:cxnSp>
      <p:sp>
        <p:nvSpPr>
          <p:cNvPr id="3" name="TextBox 2">
            <a:extLst>
              <a:ext uri="{FF2B5EF4-FFF2-40B4-BE49-F238E27FC236}">
                <a16:creationId xmlns:a16="http://schemas.microsoft.com/office/drawing/2014/main" id="{5977704F-AE3F-45CB-B1E8-A2126E00CAB9}"/>
              </a:ext>
            </a:extLst>
          </p:cNvPr>
          <p:cNvSpPr txBox="1"/>
          <p:nvPr/>
        </p:nvSpPr>
        <p:spPr>
          <a:xfrm>
            <a:off x="5920458" y="4900252"/>
            <a:ext cx="942887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GB" b="1">
                <a:solidFill>
                  <a:srgbClr val="FF0000"/>
                </a:solidFill>
              </a:rPr>
              <a:t>DC Bias</a:t>
            </a:r>
          </a:p>
        </p:txBody>
      </p:sp>
      <p:cxnSp>
        <p:nvCxnSpPr>
          <p:cNvPr id="6" name="Straight Arrow Connector 5">
            <a:extLst>
              <a:ext uri="{FF2B5EF4-FFF2-40B4-BE49-F238E27FC236}">
                <a16:creationId xmlns:a16="http://schemas.microsoft.com/office/drawing/2014/main" id="{F8EB7D9A-187E-4461-9E32-F0D337C4F797}"/>
              </a:ext>
            </a:extLst>
          </p:cNvPr>
          <p:cNvCxnSpPr/>
          <p:nvPr/>
        </p:nvCxnSpPr>
        <p:spPr bwMode="auto">
          <a:xfrm>
            <a:off x="6338656" y="4436794"/>
            <a:ext cx="0" cy="378117"/>
          </a:xfrm>
          <a:prstGeom prst="straightConnector1">
            <a:avLst/>
          </a:prstGeom>
          <a:solidFill>
            <a:schemeClr val="accent1"/>
          </a:solidFill>
          <a:ln w="57150" cap="flat" cmpd="sng" algn="ctr">
            <a:solidFill>
              <a:srgbClr val="FF0000"/>
            </a:solidFill>
            <a:prstDash val="solid"/>
            <a:round/>
            <a:headEnd type="none" w="med" len="med"/>
            <a:tailEnd type="triangle"/>
          </a:ln>
          <a:effectLst/>
        </p:spPr>
      </p:cxnSp>
      <p:cxnSp>
        <p:nvCxnSpPr>
          <p:cNvPr id="22" name="Straight Arrow Connector 21">
            <a:extLst>
              <a:ext uri="{FF2B5EF4-FFF2-40B4-BE49-F238E27FC236}">
                <a16:creationId xmlns:a16="http://schemas.microsoft.com/office/drawing/2014/main" id="{B5AA64C1-7A46-4EF8-93B9-9415EC010485}"/>
              </a:ext>
            </a:extLst>
          </p:cNvPr>
          <p:cNvCxnSpPr>
            <a:cxnSpLocks/>
          </p:cNvCxnSpPr>
          <p:nvPr/>
        </p:nvCxnSpPr>
        <p:spPr bwMode="auto">
          <a:xfrm flipV="1">
            <a:off x="6347533" y="5278370"/>
            <a:ext cx="0" cy="367828"/>
          </a:xfrm>
          <a:prstGeom prst="straightConnector1">
            <a:avLst/>
          </a:prstGeom>
          <a:solidFill>
            <a:schemeClr val="accent1"/>
          </a:solidFill>
          <a:ln w="57150" cap="flat" cmpd="sng" algn="ctr">
            <a:solidFill>
              <a:srgbClr val="FF0000"/>
            </a:solidFill>
            <a:prstDash val="solid"/>
            <a:round/>
            <a:headEnd type="none" w="med" len="med"/>
            <a:tailEnd type="triangle"/>
          </a:ln>
          <a:effectLst/>
        </p:spPr>
      </p:cxnSp>
    </p:spTree>
    <p:extLst>
      <p:ext uri="{BB962C8B-B14F-4D97-AF65-F5344CB8AC3E}">
        <p14:creationId xmlns:p14="http://schemas.microsoft.com/office/powerpoint/2010/main" val="2401346313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80571" y="2225145"/>
            <a:ext cx="7019925" cy="1019175"/>
          </a:xfrm>
          <a:prstGeom prst="rect">
            <a:avLst/>
          </a:prstGeom>
        </p:spPr>
      </p:pic>
      <p:cxnSp>
        <p:nvCxnSpPr>
          <p:cNvPr id="3" name="Straight Connector 2"/>
          <p:cNvCxnSpPr/>
          <p:nvPr/>
        </p:nvCxnSpPr>
        <p:spPr bwMode="auto">
          <a:xfrm>
            <a:off x="886964" y="2772158"/>
            <a:ext cx="7780867" cy="1"/>
          </a:xfrm>
          <a:prstGeom prst="line">
            <a:avLst/>
          </a:prstGeom>
          <a:solidFill>
            <a:schemeClr val="accent1"/>
          </a:solidFill>
          <a:ln w="28575" cap="flat" cmpd="sng" algn="ctr">
            <a:solidFill>
              <a:srgbClr val="FF0000"/>
            </a:solidFill>
            <a:prstDash val="solid"/>
            <a:round/>
            <a:headEnd type="none" w="med" len="med"/>
            <a:tailEnd type="none" w="med" len="med"/>
          </a:ln>
          <a:effectLst/>
        </p:spPr>
      </p:cxnSp>
      <p:cxnSp>
        <p:nvCxnSpPr>
          <p:cNvPr id="4" name="Straight Connector 3"/>
          <p:cNvCxnSpPr/>
          <p:nvPr/>
        </p:nvCxnSpPr>
        <p:spPr bwMode="auto">
          <a:xfrm>
            <a:off x="1174831" y="1569892"/>
            <a:ext cx="0" cy="2323272"/>
          </a:xfrm>
          <a:prstGeom prst="line">
            <a:avLst/>
          </a:prstGeom>
          <a:solidFill>
            <a:schemeClr val="accent1"/>
          </a:solidFill>
          <a:ln w="28575" cap="flat" cmpd="sng" algn="ctr">
            <a:solidFill>
              <a:srgbClr val="FF0000"/>
            </a:solidFill>
            <a:prstDash val="solid"/>
            <a:round/>
            <a:headEnd type="none" w="med" len="med"/>
            <a:tailEnd type="none" w="med" len="med"/>
          </a:ln>
          <a:effectLst/>
        </p:spPr>
      </p:cxnSp>
      <p:sp>
        <p:nvSpPr>
          <p:cNvPr id="5" name="TextBox 4"/>
          <p:cNvSpPr txBox="1"/>
          <p:nvPr/>
        </p:nvSpPr>
        <p:spPr>
          <a:xfrm>
            <a:off x="8149044" y="2811722"/>
            <a:ext cx="627095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GB" i="1" dirty="0">
                <a:solidFill>
                  <a:srgbClr val="FF0000"/>
                </a:solidFill>
              </a:rPr>
              <a:t>time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239960" y="1511888"/>
            <a:ext cx="934871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GB" sz="1200" i="1" dirty="0">
                <a:solidFill>
                  <a:srgbClr val="FF0000"/>
                </a:solidFill>
              </a:rPr>
              <a:t>amplitude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212633" y="2597662"/>
            <a:ext cx="750526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GB" sz="1200" i="1" dirty="0">
                <a:solidFill>
                  <a:srgbClr val="FF0000"/>
                </a:solidFill>
              </a:rPr>
              <a:t>= zero?</a:t>
            </a:r>
          </a:p>
        </p:txBody>
      </p:sp>
      <p:cxnSp>
        <p:nvCxnSpPr>
          <p:cNvPr id="8" name="Straight Connector 7"/>
          <p:cNvCxnSpPr/>
          <p:nvPr/>
        </p:nvCxnSpPr>
        <p:spPr bwMode="auto">
          <a:xfrm flipH="1" flipV="1">
            <a:off x="2987956" y="1906837"/>
            <a:ext cx="2645" cy="1730642"/>
          </a:xfrm>
          <a:prstGeom prst="line">
            <a:avLst/>
          </a:prstGeom>
          <a:solidFill>
            <a:schemeClr val="accent1"/>
          </a:solidFill>
          <a:ln w="9525" cap="flat" cmpd="sng" algn="ctr">
            <a:solidFill>
              <a:srgbClr val="FF0000"/>
            </a:solidFill>
            <a:prstDash val="solid"/>
            <a:round/>
            <a:headEnd type="arrow" w="med" len="med"/>
            <a:tailEnd type="arrow" w="med" len="med"/>
          </a:ln>
          <a:effectLst/>
        </p:spPr>
      </p:cxnSp>
      <p:cxnSp>
        <p:nvCxnSpPr>
          <p:cNvPr id="10" name="Straight Connector 9"/>
          <p:cNvCxnSpPr/>
          <p:nvPr/>
        </p:nvCxnSpPr>
        <p:spPr bwMode="auto">
          <a:xfrm>
            <a:off x="1278467" y="2225145"/>
            <a:ext cx="279400" cy="0"/>
          </a:xfrm>
          <a:prstGeom prst="line">
            <a:avLst/>
          </a:prstGeom>
          <a:solidFill>
            <a:schemeClr val="accent1"/>
          </a:solidFill>
          <a:ln w="28575" cap="flat" cmpd="sng" algn="ctr">
            <a:solidFill>
              <a:schemeClr val="accent5">
                <a:lumMod val="75000"/>
              </a:schemeClr>
            </a:solidFill>
            <a:prstDash val="solid"/>
            <a:round/>
            <a:headEnd type="none" w="med" len="med"/>
            <a:tailEnd type="none" w="med" len="med"/>
          </a:ln>
          <a:effectLst/>
        </p:spPr>
      </p:cxnSp>
      <p:cxnSp>
        <p:nvCxnSpPr>
          <p:cNvPr id="12" name="Straight Connector 11"/>
          <p:cNvCxnSpPr/>
          <p:nvPr/>
        </p:nvCxnSpPr>
        <p:spPr bwMode="auto">
          <a:xfrm>
            <a:off x="1862667" y="3244320"/>
            <a:ext cx="575733" cy="0"/>
          </a:xfrm>
          <a:prstGeom prst="line">
            <a:avLst/>
          </a:prstGeom>
          <a:solidFill>
            <a:schemeClr val="accent1"/>
          </a:solidFill>
          <a:ln w="28575" cap="flat" cmpd="sng" algn="ctr">
            <a:solidFill>
              <a:schemeClr val="accent5">
                <a:lumMod val="75000"/>
              </a:schemeClr>
            </a:solidFill>
            <a:prstDash val="solid"/>
            <a:round/>
            <a:headEnd type="none" w="med" len="med"/>
            <a:tailEnd type="none" w="med" len="med"/>
          </a:ln>
          <a:effectLst/>
        </p:spPr>
      </p:cxnSp>
      <p:cxnSp>
        <p:nvCxnSpPr>
          <p:cNvPr id="14" name="Straight Connector 13"/>
          <p:cNvCxnSpPr/>
          <p:nvPr/>
        </p:nvCxnSpPr>
        <p:spPr bwMode="auto">
          <a:xfrm>
            <a:off x="3064934" y="2225145"/>
            <a:ext cx="533399" cy="0"/>
          </a:xfrm>
          <a:prstGeom prst="line">
            <a:avLst/>
          </a:prstGeom>
          <a:solidFill>
            <a:schemeClr val="accent1"/>
          </a:solidFill>
          <a:ln w="28575" cap="flat" cmpd="sng" algn="ctr">
            <a:solidFill>
              <a:schemeClr val="accent5">
                <a:lumMod val="75000"/>
              </a:schemeClr>
            </a:solidFill>
            <a:prstDash val="solid"/>
            <a:round/>
            <a:headEnd type="none" w="med" len="med"/>
            <a:tailEnd type="none" w="med" len="med"/>
          </a:ln>
          <a:effectLst/>
        </p:spPr>
      </p:cxnSp>
      <p:cxnSp>
        <p:nvCxnSpPr>
          <p:cNvPr id="16" name="Straight Connector 15"/>
          <p:cNvCxnSpPr/>
          <p:nvPr/>
        </p:nvCxnSpPr>
        <p:spPr bwMode="auto">
          <a:xfrm flipV="1">
            <a:off x="4089401" y="3242733"/>
            <a:ext cx="491066" cy="1587"/>
          </a:xfrm>
          <a:prstGeom prst="line">
            <a:avLst/>
          </a:prstGeom>
          <a:solidFill>
            <a:schemeClr val="accent1"/>
          </a:solidFill>
          <a:ln w="28575" cap="flat" cmpd="sng" algn="ctr">
            <a:solidFill>
              <a:schemeClr val="accent5">
                <a:lumMod val="75000"/>
              </a:schemeClr>
            </a:solidFill>
            <a:prstDash val="solid"/>
            <a:round/>
            <a:headEnd type="none" w="med" len="med"/>
            <a:tailEnd type="none" w="med" len="med"/>
          </a:ln>
          <a:effectLst/>
        </p:spPr>
      </p:cxnSp>
      <p:cxnSp>
        <p:nvCxnSpPr>
          <p:cNvPr id="22" name="Straight Connector 21"/>
          <p:cNvCxnSpPr/>
          <p:nvPr/>
        </p:nvCxnSpPr>
        <p:spPr bwMode="auto">
          <a:xfrm flipV="1">
            <a:off x="4910839" y="2224350"/>
            <a:ext cx="245533" cy="2382"/>
          </a:xfrm>
          <a:prstGeom prst="line">
            <a:avLst/>
          </a:prstGeom>
          <a:solidFill>
            <a:schemeClr val="accent1"/>
          </a:solidFill>
          <a:ln w="28575" cap="flat" cmpd="sng" algn="ctr">
            <a:solidFill>
              <a:schemeClr val="accent5">
                <a:lumMod val="75000"/>
              </a:schemeClr>
            </a:solidFill>
            <a:prstDash val="solid"/>
            <a:round/>
            <a:headEnd type="none" w="med" len="med"/>
            <a:tailEnd type="none" w="med" len="med"/>
          </a:ln>
          <a:effectLst/>
        </p:spPr>
      </p:cxnSp>
      <p:cxnSp>
        <p:nvCxnSpPr>
          <p:cNvPr id="24" name="Straight Connector 23"/>
          <p:cNvCxnSpPr/>
          <p:nvPr/>
        </p:nvCxnSpPr>
        <p:spPr bwMode="auto">
          <a:xfrm>
            <a:off x="6333239" y="3242733"/>
            <a:ext cx="410588" cy="2382"/>
          </a:xfrm>
          <a:prstGeom prst="line">
            <a:avLst/>
          </a:prstGeom>
          <a:solidFill>
            <a:schemeClr val="accent1"/>
          </a:solidFill>
          <a:ln w="28575" cap="flat" cmpd="sng" algn="ctr">
            <a:solidFill>
              <a:schemeClr val="accent5">
                <a:lumMod val="75000"/>
              </a:schemeClr>
            </a:solidFill>
            <a:prstDash val="solid"/>
            <a:round/>
            <a:headEnd type="none" w="med" len="med"/>
            <a:tailEnd type="none" w="med" len="med"/>
          </a:ln>
          <a:effectLst/>
        </p:spPr>
      </p:cxnSp>
      <p:sp>
        <p:nvSpPr>
          <p:cNvPr id="26" name="Text Box 4"/>
          <p:cNvSpPr txBox="1">
            <a:spLocks noChangeArrowheads="1"/>
          </p:cNvSpPr>
          <p:nvPr/>
        </p:nvSpPr>
        <p:spPr bwMode="auto">
          <a:xfrm>
            <a:off x="431800" y="382588"/>
            <a:ext cx="5168403" cy="461665"/>
          </a:xfrm>
          <a:prstGeom prst="rect">
            <a:avLst/>
          </a:prstGeom>
          <a:noFill/>
          <a:ln w="9525" algn="ctr">
            <a:noFill/>
            <a:miter lim="800000"/>
            <a:headEnd/>
            <a:tailEnd/>
          </a:ln>
        </p:spPr>
        <p:txBody>
          <a:bodyPr wrap="none">
            <a:spAutoFit/>
          </a:bodyPr>
          <a:lstStyle/>
          <a:p>
            <a:r>
              <a:rPr lang="en-GB" sz="2400" b="1" dirty="0"/>
              <a:t>Analogue Signal - </a:t>
            </a:r>
            <a:r>
              <a:rPr lang="en-GB" sz="2400" b="1" i="1" dirty="0"/>
              <a:t>for example …</a:t>
            </a:r>
          </a:p>
        </p:txBody>
      </p:sp>
    </p:spTree>
    <p:extLst>
      <p:ext uri="{BB962C8B-B14F-4D97-AF65-F5344CB8AC3E}">
        <p14:creationId xmlns:p14="http://schemas.microsoft.com/office/powerpoint/2010/main" val="1052241476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395288" y="2572719"/>
            <a:ext cx="5804794" cy="120032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GB" sz="7200" b="1" dirty="0"/>
              <a:t>The Channel</a:t>
            </a:r>
          </a:p>
        </p:txBody>
      </p:sp>
    </p:spTree>
    <p:extLst>
      <p:ext uri="{BB962C8B-B14F-4D97-AF65-F5344CB8AC3E}">
        <p14:creationId xmlns:p14="http://schemas.microsoft.com/office/powerpoint/2010/main" val="888462299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122" name="Picture 2" descr="https://s-media-cache-ak0.pinimg.com/736x/1e/ff/2d/1eff2dc83b957d9d7db68a2959496f85.jpg"/>
          <p:cNvPicPr>
            <a:picLocks noChangeAspect="1" noChangeArrowheads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24630"/>
          <a:stretch/>
        </p:blipFill>
        <p:spPr bwMode="auto">
          <a:xfrm>
            <a:off x="-1" y="-33866"/>
            <a:ext cx="9144001" cy="6891866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3650870929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7" name="Group 6"/>
          <p:cNvGrpSpPr/>
          <p:nvPr/>
        </p:nvGrpSpPr>
        <p:grpSpPr>
          <a:xfrm>
            <a:off x="3115735" y="2011440"/>
            <a:ext cx="2463799" cy="1388532"/>
            <a:chOff x="3649134" y="1075268"/>
            <a:chExt cx="2463799" cy="1388532"/>
          </a:xfrm>
        </p:grpSpPr>
        <p:sp>
          <p:nvSpPr>
            <p:cNvPr id="5" name="Flowchart: Direct Access Storage 4"/>
            <p:cNvSpPr/>
            <p:nvPr/>
          </p:nvSpPr>
          <p:spPr bwMode="auto">
            <a:xfrm flipH="1">
              <a:off x="3649134" y="1075268"/>
              <a:ext cx="2463799" cy="1380067"/>
            </a:xfrm>
            <a:prstGeom prst="flowChartMagneticDrum">
              <a:avLst/>
            </a:prstGeom>
            <a:gradFill>
              <a:gsLst>
                <a:gs pos="0">
                  <a:schemeClr val="bg1">
                    <a:lumMod val="85000"/>
                  </a:schemeClr>
                </a:gs>
                <a:gs pos="97458">
                  <a:srgbClr val="800000"/>
                </a:gs>
                <a:gs pos="60000">
                  <a:srgbClr val="C00000"/>
                </a:gs>
              </a:gsLst>
              <a:lin ang="5400000" scaled="1"/>
            </a:gradFill>
            <a:ln w="9525" cap="flat" cmpd="sng" algn="ctr">
              <a:solidFill>
                <a:srgbClr val="800000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 vert="horz" wrap="square" lIns="91440" tIns="45720" rIns="91440" bIns="45720" numCol="1" rtlCol="0" anchor="t" anchorCtr="0" compatLnSpc="1">
              <a:prstTxWarp prst="textNoShape">
                <a:avLst/>
              </a:prstTxWarp>
            </a:bodyPr>
            <a:lstStyle/>
            <a:p>
              <a:pPr marL="0" marR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endParaRPr kumimoji="0" lang="en-GB" sz="160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Lucida Sans Unicode" pitchFamily="34" charset="0"/>
              </a:endParaRPr>
            </a:p>
          </p:txBody>
        </p:sp>
        <p:sp>
          <p:nvSpPr>
            <p:cNvPr id="6" name="Oval 5"/>
            <p:cNvSpPr/>
            <p:nvPr/>
          </p:nvSpPr>
          <p:spPr bwMode="auto">
            <a:xfrm>
              <a:off x="3655181" y="1083733"/>
              <a:ext cx="804334" cy="1380067"/>
            </a:xfrm>
            <a:prstGeom prst="ellipse">
              <a:avLst/>
            </a:prstGeom>
            <a:gradFill>
              <a:gsLst>
                <a:gs pos="0">
                  <a:schemeClr val="bg1">
                    <a:lumMod val="85000"/>
                  </a:schemeClr>
                </a:gs>
                <a:gs pos="100000">
                  <a:schemeClr val="tx1">
                    <a:lumMod val="75000"/>
                    <a:lumOff val="25000"/>
                  </a:schemeClr>
                </a:gs>
              </a:gsLst>
              <a:lin ang="5400000" scaled="1"/>
            </a:gradFill>
            <a:ln w="9525" cap="flat" cmpd="sng" algn="ctr">
              <a:noFill/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 vert="horz" wrap="square" lIns="91440" tIns="45720" rIns="91440" bIns="45720" numCol="1" rtlCol="0" anchor="t" anchorCtr="0" compatLnSpc="1">
              <a:prstTxWarp prst="textNoShape">
                <a:avLst/>
              </a:prstTxWarp>
            </a:bodyPr>
            <a:lstStyle/>
            <a:p>
              <a:pPr marL="0" marR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endParaRPr kumimoji="0" lang="en-GB" sz="160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Lucida Sans Unicode" pitchFamily="34" charset="0"/>
              </a:endParaRPr>
            </a:p>
          </p:txBody>
        </p:sp>
      </p:grpSp>
      <p:grpSp>
        <p:nvGrpSpPr>
          <p:cNvPr id="9" name="Group 8"/>
          <p:cNvGrpSpPr/>
          <p:nvPr/>
        </p:nvGrpSpPr>
        <p:grpSpPr>
          <a:xfrm>
            <a:off x="1199022" y="2295077"/>
            <a:ext cx="2705927" cy="771670"/>
            <a:chOff x="741821" y="1543965"/>
            <a:chExt cx="2705927" cy="771670"/>
          </a:xfrm>
        </p:grpSpPr>
        <p:sp>
          <p:nvSpPr>
            <p:cNvPr id="8" name="Freeform 5"/>
            <p:cNvSpPr>
              <a:spLocks/>
            </p:cNvSpPr>
            <p:nvPr/>
          </p:nvSpPr>
          <p:spPr bwMode="auto">
            <a:xfrm>
              <a:off x="753312" y="1552430"/>
              <a:ext cx="2694436" cy="763205"/>
            </a:xfrm>
            <a:custGeom>
              <a:avLst/>
              <a:gdLst>
                <a:gd name="T0" fmla="*/ 0 w 3840"/>
                <a:gd name="T1" fmla="*/ 502 h 934"/>
                <a:gd name="T2" fmla="*/ 144 w 3840"/>
                <a:gd name="T3" fmla="*/ 118 h 934"/>
                <a:gd name="T4" fmla="*/ 480 w 3840"/>
                <a:gd name="T5" fmla="*/ 886 h 934"/>
                <a:gd name="T6" fmla="*/ 912 w 3840"/>
                <a:gd name="T7" fmla="*/ 406 h 934"/>
                <a:gd name="T8" fmla="*/ 1200 w 3840"/>
                <a:gd name="T9" fmla="*/ 70 h 934"/>
                <a:gd name="T10" fmla="*/ 1632 w 3840"/>
                <a:gd name="T11" fmla="*/ 790 h 934"/>
                <a:gd name="T12" fmla="*/ 1824 w 3840"/>
                <a:gd name="T13" fmla="*/ 838 h 934"/>
                <a:gd name="T14" fmla="*/ 1968 w 3840"/>
                <a:gd name="T15" fmla="*/ 358 h 934"/>
                <a:gd name="T16" fmla="*/ 2048 w 3840"/>
                <a:gd name="T17" fmla="*/ 222 h 934"/>
                <a:gd name="T18" fmla="*/ 2112 w 3840"/>
                <a:gd name="T19" fmla="*/ 70 h 934"/>
                <a:gd name="T20" fmla="*/ 2352 w 3840"/>
                <a:gd name="T21" fmla="*/ 646 h 934"/>
                <a:gd name="T22" fmla="*/ 2544 w 3840"/>
                <a:gd name="T23" fmla="*/ 262 h 934"/>
                <a:gd name="T24" fmla="*/ 2928 w 3840"/>
                <a:gd name="T25" fmla="*/ 838 h 934"/>
                <a:gd name="T26" fmla="*/ 3264 w 3840"/>
                <a:gd name="T27" fmla="*/ 358 h 934"/>
                <a:gd name="T28" fmla="*/ 3456 w 3840"/>
                <a:gd name="T29" fmla="*/ 598 h 934"/>
                <a:gd name="T30" fmla="*/ 3840 w 3840"/>
                <a:gd name="T31" fmla="*/ 502 h 934"/>
                <a:gd name="T32" fmla="*/ 0 60000 65536"/>
                <a:gd name="T33" fmla="*/ 0 60000 65536"/>
                <a:gd name="T34" fmla="*/ 0 60000 65536"/>
                <a:gd name="T35" fmla="*/ 0 60000 65536"/>
                <a:gd name="T36" fmla="*/ 0 60000 65536"/>
                <a:gd name="T37" fmla="*/ 0 60000 65536"/>
                <a:gd name="T38" fmla="*/ 0 60000 65536"/>
                <a:gd name="T39" fmla="*/ 0 60000 65536"/>
                <a:gd name="T40" fmla="*/ 0 60000 65536"/>
                <a:gd name="T41" fmla="*/ 0 60000 65536"/>
                <a:gd name="T42" fmla="*/ 0 60000 65536"/>
                <a:gd name="T43" fmla="*/ 0 60000 65536"/>
                <a:gd name="T44" fmla="*/ 0 60000 65536"/>
                <a:gd name="T45" fmla="*/ 0 60000 65536"/>
                <a:gd name="T46" fmla="*/ 0 60000 65536"/>
                <a:gd name="T47" fmla="*/ 0 60000 65536"/>
                <a:gd name="T48" fmla="*/ 0 w 3840"/>
                <a:gd name="T49" fmla="*/ 0 h 934"/>
                <a:gd name="T50" fmla="*/ 3840 w 3840"/>
                <a:gd name="T51" fmla="*/ 934 h 934"/>
              </a:gdLst>
              <a:ahLst/>
              <a:cxnLst>
                <a:cxn ang="T32">
                  <a:pos x="T0" y="T1"/>
                </a:cxn>
                <a:cxn ang="T33">
                  <a:pos x="T2" y="T3"/>
                </a:cxn>
                <a:cxn ang="T34">
                  <a:pos x="T4" y="T5"/>
                </a:cxn>
                <a:cxn ang="T35">
                  <a:pos x="T6" y="T7"/>
                </a:cxn>
                <a:cxn ang="T36">
                  <a:pos x="T8" y="T9"/>
                </a:cxn>
                <a:cxn ang="T37">
                  <a:pos x="T10" y="T11"/>
                </a:cxn>
                <a:cxn ang="T38">
                  <a:pos x="T12" y="T13"/>
                </a:cxn>
                <a:cxn ang="T39">
                  <a:pos x="T14" y="T15"/>
                </a:cxn>
                <a:cxn ang="T40">
                  <a:pos x="T16" y="T17"/>
                </a:cxn>
                <a:cxn ang="T41">
                  <a:pos x="T18" y="T19"/>
                </a:cxn>
                <a:cxn ang="T42">
                  <a:pos x="T20" y="T21"/>
                </a:cxn>
                <a:cxn ang="T43">
                  <a:pos x="T22" y="T23"/>
                </a:cxn>
                <a:cxn ang="T44">
                  <a:pos x="T24" y="T25"/>
                </a:cxn>
                <a:cxn ang="T45">
                  <a:pos x="T26" y="T27"/>
                </a:cxn>
                <a:cxn ang="T46">
                  <a:pos x="T28" y="T29"/>
                </a:cxn>
                <a:cxn ang="T47">
                  <a:pos x="T30" y="T31"/>
                </a:cxn>
              </a:cxnLst>
              <a:rect l="T48" t="T49" r="T50" b="T51"/>
              <a:pathLst>
                <a:path w="3840" h="934">
                  <a:moveTo>
                    <a:pt x="0" y="502"/>
                  </a:moveTo>
                  <a:cubicBezTo>
                    <a:pt x="32" y="278"/>
                    <a:pt x="64" y="54"/>
                    <a:pt x="144" y="118"/>
                  </a:cubicBezTo>
                  <a:cubicBezTo>
                    <a:pt x="224" y="182"/>
                    <a:pt x="352" y="838"/>
                    <a:pt x="480" y="886"/>
                  </a:cubicBezTo>
                  <a:cubicBezTo>
                    <a:pt x="608" y="934"/>
                    <a:pt x="792" y="542"/>
                    <a:pt x="912" y="406"/>
                  </a:cubicBezTo>
                  <a:cubicBezTo>
                    <a:pt x="1032" y="270"/>
                    <a:pt x="1080" y="6"/>
                    <a:pt x="1200" y="70"/>
                  </a:cubicBezTo>
                  <a:cubicBezTo>
                    <a:pt x="1320" y="134"/>
                    <a:pt x="1528" y="662"/>
                    <a:pt x="1632" y="790"/>
                  </a:cubicBezTo>
                  <a:cubicBezTo>
                    <a:pt x="1736" y="918"/>
                    <a:pt x="1768" y="910"/>
                    <a:pt x="1824" y="838"/>
                  </a:cubicBezTo>
                  <a:cubicBezTo>
                    <a:pt x="1880" y="766"/>
                    <a:pt x="1931" y="461"/>
                    <a:pt x="1968" y="358"/>
                  </a:cubicBezTo>
                  <a:cubicBezTo>
                    <a:pt x="2005" y="255"/>
                    <a:pt x="2024" y="270"/>
                    <a:pt x="2048" y="222"/>
                  </a:cubicBezTo>
                  <a:cubicBezTo>
                    <a:pt x="2072" y="174"/>
                    <a:pt x="2061" y="0"/>
                    <a:pt x="2112" y="70"/>
                  </a:cubicBezTo>
                  <a:cubicBezTo>
                    <a:pt x="2163" y="140"/>
                    <a:pt x="2280" y="614"/>
                    <a:pt x="2352" y="646"/>
                  </a:cubicBezTo>
                  <a:cubicBezTo>
                    <a:pt x="2424" y="678"/>
                    <a:pt x="2448" y="230"/>
                    <a:pt x="2544" y="262"/>
                  </a:cubicBezTo>
                  <a:cubicBezTo>
                    <a:pt x="2640" y="294"/>
                    <a:pt x="2808" y="822"/>
                    <a:pt x="2928" y="838"/>
                  </a:cubicBezTo>
                  <a:cubicBezTo>
                    <a:pt x="3048" y="854"/>
                    <a:pt x="3176" y="398"/>
                    <a:pt x="3264" y="358"/>
                  </a:cubicBezTo>
                  <a:cubicBezTo>
                    <a:pt x="3352" y="318"/>
                    <a:pt x="3360" y="574"/>
                    <a:pt x="3456" y="598"/>
                  </a:cubicBezTo>
                  <a:cubicBezTo>
                    <a:pt x="3552" y="622"/>
                    <a:pt x="3776" y="518"/>
                    <a:pt x="3840" y="502"/>
                  </a:cubicBezTo>
                </a:path>
              </a:pathLst>
            </a:custGeom>
            <a:noFill/>
            <a:ln w="28575" cap="flat" cmpd="sng">
              <a:solidFill>
                <a:schemeClr val="bg1"/>
              </a:solidFill>
              <a:prstDash val="solid"/>
              <a:round/>
              <a:headEnd/>
              <a:tailEnd/>
            </a:ln>
          </p:spPr>
          <p:txBody>
            <a:bodyPr wrap="none" anchor="ctr"/>
            <a:lstStyle/>
            <a:p>
              <a:endParaRPr lang="en-GB"/>
            </a:p>
          </p:txBody>
        </p:sp>
        <p:sp>
          <p:nvSpPr>
            <p:cNvPr id="2" name="Freeform 5"/>
            <p:cNvSpPr>
              <a:spLocks/>
            </p:cNvSpPr>
            <p:nvPr/>
          </p:nvSpPr>
          <p:spPr bwMode="auto">
            <a:xfrm>
              <a:off x="741821" y="1543965"/>
              <a:ext cx="2694436" cy="763205"/>
            </a:xfrm>
            <a:custGeom>
              <a:avLst/>
              <a:gdLst>
                <a:gd name="T0" fmla="*/ 0 w 3840"/>
                <a:gd name="T1" fmla="*/ 502 h 934"/>
                <a:gd name="T2" fmla="*/ 144 w 3840"/>
                <a:gd name="T3" fmla="*/ 118 h 934"/>
                <a:gd name="T4" fmla="*/ 480 w 3840"/>
                <a:gd name="T5" fmla="*/ 886 h 934"/>
                <a:gd name="T6" fmla="*/ 912 w 3840"/>
                <a:gd name="T7" fmla="*/ 406 h 934"/>
                <a:gd name="T8" fmla="*/ 1200 w 3840"/>
                <a:gd name="T9" fmla="*/ 70 h 934"/>
                <a:gd name="T10" fmla="*/ 1632 w 3840"/>
                <a:gd name="T11" fmla="*/ 790 h 934"/>
                <a:gd name="T12" fmla="*/ 1824 w 3840"/>
                <a:gd name="T13" fmla="*/ 838 h 934"/>
                <a:gd name="T14" fmla="*/ 1968 w 3840"/>
                <a:gd name="T15" fmla="*/ 358 h 934"/>
                <a:gd name="T16" fmla="*/ 2048 w 3840"/>
                <a:gd name="T17" fmla="*/ 222 h 934"/>
                <a:gd name="T18" fmla="*/ 2112 w 3840"/>
                <a:gd name="T19" fmla="*/ 70 h 934"/>
                <a:gd name="T20" fmla="*/ 2352 w 3840"/>
                <a:gd name="T21" fmla="*/ 646 h 934"/>
                <a:gd name="T22" fmla="*/ 2544 w 3840"/>
                <a:gd name="T23" fmla="*/ 262 h 934"/>
                <a:gd name="T24" fmla="*/ 2928 w 3840"/>
                <a:gd name="T25" fmla="*/ 838 h 934"/>
                <a:gd name="T26" fmla="*/ 3264 w 3840"/>
                <a:gd name="T27" fmla="*/ 358 h 934"/>
                <a:gd name="T28" fmla="*/ 3456 w 3840"/>
                <a:gd name="T29" fmla="*/ 598 h 934"/>
                <a:gd name="T30" fmla="*/ 3840 w 3840"/>
                <a:gd name="T31" fmla="*/ 502 h 934"/>
                <a:gd name="T32" fmla="*/ 0 60000 65536"/>
                <a:gd name="T33" fmla="*/ 0 60000 65536"/>
                <a:gd name="T34" fmla="*/ 0 60000 65536"/>
                <a:gd name="T35" fmla="*/ 0 60000 65536"/>
                <a:gd name="T36" fmla="*/ 0 60000 65536"/>
                <a:gd name="T37" fmla="*/ 0 60000 65536"/>
                <a:gd name="T38" fmla="*/ 0 60000 65536"/>
                <a:gd name="T39" fmla="*/ 0 60000 65536"/>
                <a:gd name="T40" fmla="*/ 0 60000 65536"/>
                <a:gd name="T41" fmla="*/ 0 60000 65536"/>
                <a:gd name="T42" fmla="*/ 0 60000 65536"/>
                <a:gd name="T43" fmla="*/ 0 60000 65536"/>
                <a:gd name="T44" fmla="*/ 0 60000 65536"/>
                <a:gd name="T45" fmla="*/ 0 60000 65536"/>
                <a:gd name="T46" fmla="*/ 0 60000 65536"/>
                <a:gd name="T47" fmla="*/ 0 60000 65536"/>
                <a:gd name="T48" fmla="*/ 0 w 3840"/>
                <a:gd name="T49" fmla="*/ 0 h 934"/>
                <a:gd name="T50" fmla="*/ 3840 w 3840"/>
                <a:gd name="T51" fmla="*/ 934 h 934"/>
              </a:gdLst>
              <a:ahLst/>
              <a:cxnLst>
                <a:cxn ang="T32">
                  <a:pos x="T0" y="T1"/>
                </a:cxn>
                <a:cxn ang="T33">
                  <a:pos x="T2" y="T3"/>
                </a:cxn>
                <a:cxn ang="T34">
                  <a:pos x="T4" y="T5"/>
                </a:cxn>
                <a:cxn ang="T35">
                  <a:pos x="T6" y="T7"/>
                </a:cxn>
                <a:cxn ang="T36">
                  <a:pos x="T8" y="T9"/>
                </a:cxn>
                <a:cxn ang="T37">
                  <a:pos x="T10" y="T11"/>
                </a:cxn>
                <a:cxn ang="T38">
                  <a:pos x="T12" y="T13"/>
                </a:cxn>
                <a:cxn ang="T39">
                  <a:pos x="T14" y="T15"/>
                </a:cxn>
                <a:cxn ang="T40">
                  <a:pos x="T16" y="T17"/>
                </a:cxn>
                <a:cxn ang="T41">
                  <a:pos x="T18" y="T19"/>
                </a:cxn>
                <a:cxn ang="T42">
                  <a:pos x="T20" y="T21"/>
                </a:cxn>
                <a:cxn ang="T43">
                  <a:pos x="T22" y="T23"/>
                </a:cxn>
                <a:cxn ang="T44">
                  <a:pos x="T24" y="T25"/>
                </a:cxn>
                <a:cxn ang="T45">
                  <a:pos x="T26" y="T27"/>
                </a:cxn>
                <a:cxn ang="T46">
                  <a:pos x="T28" y="T29"/>
                </a:cxn>
                <a:cxn ang="T47">
                  <a:pos x="T30" y="T31"/>
                </a:cxn>
              </a:cxnLst>
              <a:rect l="T48" t="T49" r="T50" b="T51"/>
              <a:pathLst>
                <a:path w="3840" h="934">
                  <a:moveTo>
                    <a:pt x="0" y="502"/>
                  </a:moveTo>
                  <a:cubicBezTo>
                    <a:pt x="32" y="278"/>
                    <a:pt x="64" y="54"/>
                    <a:pt x="144" y="118"/>
                  </a:cubicBezTo>
                  <a:cubicBezTo>
                    <a:pt x="224" y="182"/>
                    <a:pt x="352" y="838"/>
                    <a:pt x="480" y="886"/>
                  </a:cubicBezTo>
                  <a:cubicBezTo>
                    <a:pt x="608" y="934"/>
                    <a:pt x="792" y="542"/>
                    <a:pt x="912" y="406"/>
                  </a:cubicBezTo>
                  <a:cubicBezTo>
                    <a:pt x="1032" y="270"/>
                    <a:pt x="1080" y="6"/>
                    <a:pt x="1200" y="70"/>
                  </a:cubicBezTo>
                  <a:cubicBezTo>
                    <a:pt x="1320" y="134"/>
                    <a:pt x="1528" y="662"/>
                    <a:pt x="1632" y="790"/>
                  </a:cubicBezTo>
                  <a:cubicBezTo>
                    <a:pt x="1736" y="918"/>
                    <a:pt x="1768" y="910"/>
                    <a:pt x="1824" y="838"/>
                  </a:cubicBezTo>
                  <a:cubicBezTo>
                    <a:pt x="1880" y="766"/>
                    <a:pt x="1931" y="461"/>
                    <a:pt x="1968" y="358"/>
                  </a:cubicBezTo>
                  <a:cubicBezTo>
                    <a:pt x="2005" y="255"/>
                    <a:pt x="2024" y="270"/>
                    <a:pt x="2048" y="222"/>
                  </a:cubicBezTo>
                  <a:cubicBezTo>
                    <a:pt x="2072" y="174"/>
                    <a:pt x="2061" y="0"/>
                    <a:pt x="2112" y="70"/>
                  </a:cubicBezTo>
                  <a:cubicBezTo>
                    <a:pt x="2163" y="140"/>
                    <a:pt x="2280" y="614"/>
                    <a:pt x="2352" y="646"/>
                  </a:cubicBezTo>
                  <a:cubicBezTo>
                    <a:pt x="2424" y="678"/>
                    <a:pt x="2448" y="230"/>
                    <a:pt x="2544" y="262"/>
                  </a:cubicBezTo>
                  <a:cubicBezTo>
                    <a:pt x="2640" y="294"/>
                    <a:pt x="2808" y="822"/>
                    <a:pt x="2928" y="838"/>
                  </a:cubicBezTo>
                  <a:cubicBezTo>
                    <a:pt x="3048" y="854"/>
                    <a:pt x="3176" y="398"/>
                    <a:pt x="3264" y="358"/>
                  </a:cubicBezTo>
                  <a:cubicBezTo>
                    <a:pt x="3352" y="318"/>
                    <a:pt x="3360" y="574"/>
                    <a:pt x="3456" y="598"/>
                  </a:cubicBezTo>
                  <a:cubicBezTo>
                    <a:pt x="3552" y="622"/>
                    <a:pt x="3776" y="518"/>
                    <a:pt x="3840" y="502"/>
                  </a:cubicBezTo>
                </a:path>
              </a:pathLst>
            </a:custGeom>
            <a:noFill/>
            <a:ln w="28575" cap="flat" cmpd="sng">
              <a:solidFill>
                <a:schemeClr val="accent1"/>
              </a:solidFill>
              <a:prstDash val="solid"/>
              <a:round/>
              <a:headEnd/>
              <a:tailEnd/>
            </a:ln>
          </p:spPr>
          <p:txBody>
            <a:bodyPr wrap="none" anchor="ctr"/>
            <a:lstStyle/>
            <a:p>
              <a:endParaRPr lang="en-GB"/>
            </a:p>
          </p:txBody>
        </p:sp>
      </p:grpSp>
      <p:sp>
        <p:nvSpPr>
          <p:cNvPr id="10" name="Freeform 6"/>
          <p:cNvSpPr>
            <a:spLocks/>
          </p:cNvSpPr>
          <p:nvPr/>
        </p:nvSpPr>
        <p:spPr bwMode="auto">
          <a:xfrm>
            <a:off x="5579534" y="2296509"/>
            <a:ext cx="2600093" cy="761773"/>
          </a:xfrm>
          <a:custGeom>
            <a:avLst/>
            <a:gdLst>
              <a:gd name="T0" fmla="*/ 0 w 3840"/>
              <a:gd name="T1" fmla="*/ 430 h 851"/>
              <a:gd name="T2" fmla="*/ 179 w 3840"/>
              <a:gd name="T3" fmla="*/ 135 h 851"/>
              <a:gd name="T4" fmla="*/ 255 w 3840"/>
              <a:gd name="T5" fmla="*/ 225 h 851"/>
              <a:gd name="T6" fmla="*/ 311 w 3840"/>
              <a:gd name="T7" fmla="*/ 24 h 851"/>
              <a:gd name="T8" fmla="*/ 339 w 3840"/>
              <a:gd name="T9" fmla="*/ 371 h 851"/>
              <a:gd name="T10" fmla="*/ 540 w 3840"/>
              <a:gd name="T11" fmla="*/ 725 h 851"/>
              <a:gd name="T12" fmla="*/ 582 w 3840"/>
              <a:gd name="T13" fmla="*/ 579 h 851"/>
              <a:gd name="T14" fmla="*/ 616 w 3840"/>
              <a:gd name="T15" fmla="*/ 850 h 851"/>
              <a:gd name="T16" fmla="*/ 651 w 3840"/>
              <a:gd name="T17" fmla="*/ 572 h 851"/>
              <a:gd name="T18" fmla="*/ 686 w 3840"/>
              <a:gd name="T19" fmla="*/ 850 h 851"/>
              <a:gd name="T20" fmla="*/ 727 w 3840"/>
              <a:gd name="T21" fmla="*/ 579 h 851"/>
              <a:gd name="T22" fmla="*/ 912 w 3840"/>
              <a:gd name="T23" fmla="*/ 359 h 851"/>
              <a:gd name="T24" fmla="*/ 1200 w 3840"/>
              <a:gd name="T25" fmla="*/ 109 h 851"/>
              <a:gd name="T26" fmla="*/ 1255 w 3840"/>
              <a:gd name="T27" fmla="*/ 350 h 851"/>
              <a:gd name="T28" fmla="*/ 1324 w 3840"/>
              <a:gd name="T29" fmla="*/ 253 h 851"/>
              <a:gd name="T30" fmla="*/ 1632 w 3840"/>
              <a:gd name="T31" fmla="*/ 644 h 851"/>
              <a:gd name="T32" fmla="*/ 1900 w 3840"/>
              <a:gd name="T33" fmla="*/ 704 h 851"/>
              <a:gd name="T34" fmla="*/ 2032 w 3840"/>
              <a:gd name="T35" fmla="*/ 330 h 851"/>
              <a:gd name="T36" fmla="*/ 2108 w 3840"/>
              <a:gd name="T37" fmla="*/ 350 h 851"/>
              <a:gd name="T38" fmla="*/ 2205 w 3840"/>
              <a:gd name="T39" fmla="*/ 121 h 851"/>
              <a:gd name="T40" fmla="*/ 2352 w 3840"/>
              <a:gd name="T41" fmla="*/ 537 h 851"/>
              <a:gd name="T42" fmla="*/ 2580 w 3840"/>
              <a:gd name="T43" fmla="*/ 434 h 851"/>
              <a:gd name="T44" fmla="*/ 2955 w 3840"/>
              <a:gd name="T45" fmla="*/ 524 h 851"/>
              <a:gd name="T46" fmla="*/ 3264 w 3840"/>
              <a:gd name="T47" fmla="*/ 323 h 851"/>
              <a:gd name="T48" fmla="*/ 3456 w 3840"/>
              <a:gd name="T49" fmla="*/ 501 h 851"/>
              <a:gd name="T50" fmla="*/ 3840 w 3840"/>
              <a:gd name="T51" fmla="*/ 430 h 851"/>
              <a:gd name="T52" fmla="*/ 0 60000 65536"/>
              <a:gd name="T53" fmla="*/ 0 60000 65536"/>
              <a:gd name="T54" fmla="*/ 0 60000 65536"/>
              <a:gd name="T55" fmla="*/ 0 60000 65536"/>
              <a:gd name="T56" fmla="*/ 0 60000 65536"/>
              <a:gd name="T57" fmla="*/ 0 60000 65536"/>
              <a:gd name="T58" fmla="*/ 0 60000 65536"/>
              <a:gd name="T59" fmla="*/ 0 60000 65536"/>
              <a:gd name="T60" fmla="*/ 0 60000 65536"/>
              <a:gd name="T61" fmla="*/ 0 60000 65536"/>
              <a:gd name="T62" fmla="*/ 0 60000 65536"/>
              <a:gd name="T63" fmla="*/ 0 60000 65536"/>
              <a:gd name="T64" fmla="*/ 0 60000 65536"/>
              <a:gd name="T65" fmla="*/ 0 60000 65536"/>
              <a:gd name="T66" fmla="*/ 0 60000 65536"/>
              <a:gd name="T67" fmla="*/ 0 60000 65536"/>
              <a:gd name="T68" fmla="*/ 0 60000 65536"/>
              <a:gd name="T69" fmla="*/ 0 60000 65536"/>
              <a:gd name="T70" fmla="*/ 0 60000 65536"/>
              <a:gd name="T71" fmla="*/ 0 60000 65536"/>
              <a:gd name="T72" fmla="*/ 0 60000 65536"/>
              <a:gd name="T73" fmla="*/ 0 60000 65536"/>
              <a:gd name="T74" fmla="*/ 0 60000 65536"/>
              <a:gd name="T75" fmla="*/ 0 60000 65536"/>
              <a:gd name="T76" fmla="*/ 0 60000 65536"/>
              <a:gd name="T77" fmla="*/ 0 60000 65536"/>
              <a:gd name="T78" fmla="*/ 0 w 3840"/>
              <a:gd name="T79" fmla="*/ 0 h 851"/>
              <a:gd name="T80" fmla="*/ 3840 w 3840"/>
              <a:gd name="T81" fmla="*/ 851 h 851"/>
            </a:gdLst>
            <a:ahLst/>
            <a:cxnLst>
              <a:cxn ang="T52">
                <a:pos x="T0" y="T1"/>
              </a:cxn>
              <a:cxn ang="T53">
                <a:pos x="T2" y="T3"/>
              </a:cxn>
              <a:cxn ang="T54">
                <a:pos x="T4" y="T5"/>
              </a:cxn>
              <a:cxn ang="T55">
                <a:pos x="T6" y="T7"/>
              </a:cxn>
              <a:cxn ang="T56">
                <a:pos x="T8" y="T9"/>
              </a:cxn>
              <a:cxn ang="T57">
                <a:pos x="T10" y="T11"/>
              </a:cxn>
              <a:cxn ang="T58">
                <a:pos x="T12" y="T13"/>
              </a:cxn>
              <a:cxn ang="T59">
                <a:pos x="T14" y="T15"/>
              </a:cxn>
              <a:cxn ang="T60">
                <a:pos x="T16" y="T17"/>
              </a:cxn>
              <a:cxn ang="T61">
                <a:pos x="T18" y="T19"/>
              </a:cxn>
              <a:cxn ang="T62">
                <a:pos x="T20" y="T21"/>
              </a:cxn>
              <a:cxn ang="T63">
                <a:pos x="T22" y="T23"/>
              </a:cxn>
              <a:cxn ang="T64">
                <a:pos x="T24" y="T25"/>
              </a:cxn>
              <a:cxn ang="T65">
                <a:pos x="T26" y="T27"/>
              </a:cxn>
              <a:cxn ang="T66">
                <a:pos x="T28" y="T29"/>
              </a:cxn>
              <a:cxn ang="T67">
                <a:pos x="T30" y="T31"/>
              </a:cxn>
              <a:cxn ang="T68">
                <a:pos x="T32" y="T33"/>
              </a:cxn>
              <a:cxn ang="T69">
                <a:pos x="T34" y="T35"/>
              </a:cxn>
              <a:cxn ang="T70">
                <a:pos x="T36" y="T37"/>
              </a:cxn>
              <a:cxn ang="T71">
                <a:pos x="T38" y="T39"/>
              </a:cxn>
              <a:cxn ang="T72">
                <a:pos x="T40" y="T41"/>
              </a:cxn>
              <a:cxn ang="T73">
                <a:pos x="T42" y="T43"/>
              </a:cxn>
              <a:cxn ang="T74">
                <a:pos x="T44" y="T45"/>
              </a:cxn>
              <a:cxn ang="T75">
                <a:pos x="T46" y="T47"/>
              </a:cxn>
              <a:cxn ang="T76">
                <a:pos x="T48" y="T49"/>
              </a:cxn>
              <a:cxn ang="T77">
                <a:pos x="T50" y="T51"/>
              </a:cxn>
            </a:cxnLst>
            <a:rect l="T78" t="T79" r="T80" b="T81"/>
            <a:pathLst>
              <a:path w="3840" h="851">
                <a:moveTo>
                  <a:pt x="0" y="430"/>
                </a:moveTo>
                <a:cubicBezTo>
                  <a:pt x="30" y="381"/>
                  <a:pt x="136" y="169"/>
                  <a:pt x="179" y="135"/>
                </a:cubicBezTo>
                <a:cubicBezTo>
                  <a:pt x="222" y="101"/>
                  <a:pt x="233" y="243"/>
                  <a:pt x="255" y="225"/>
                </a:cubicBezTo>
                <a:cubicBezTo>
                  <a:pt x="277" y="207"/>
                  <a:pt x="297" y="0"/>
                  <a:pt x="311" y="24"/>
                </a:cubicBezTo>
                <a:cubicBezTo>
                  <a:pt x="325" y="48"/>
                  <a:pt x="301" y="254"/>
                  <a:pt x="339" y="371"/>
                </a:cubicBezTo>
                <a:cubicBezTo>
                  <a:pt x="377" y="488"/>
                  <a:pt x="500" y="690"/>
                  <a:pt x="540" y="725"/>
                </a:cubicBezTo>
                <a:cubicBezTo>
                  <a:pt x="580" y="760"/>
                  <a:pt x="569" y="558"/>
                  <a:pt x="582" y="579"/>
                </a:cubicBezTo>
                <a:cubicBezTo>
                  <a:pt x="595" y="600"/>
                  <a:pt x="605" y="851"/>
                  <a:pt x="616" y="850"/>
                </a:cubicBezTo>
                <a:cubicBezTo>
                  <a:pt x="627" y="849"/>
                  <a:pt x="639" y="572"/>
                  <a:pt x="651" y="572"/>
                </a:cubicBezTo>
                <a:cubicBezTo>
                  <a:pt x="663" y="572"/>
                  <a:pt x="673" y="849"/>
                  <a:pt x="686" y="850"/>
                </a:cubicBezTo>
                <a:cubicBezTo>
                  <a:pt x="699" y="851"/>
                  <a:pt x="689" y="661"/>
                  <a:pt x="727" y="579"/>
                </a:cubicBezTo>
                <a:cubicBezTo>
                  <a:pt x="765" y="497"/>
                  <a:pt x="833" y="437"/>
                  <a:pt x="912" y="359"/>
                </a:cubicBezTo>
                <a:cubicBezTo>
                  <a:pt x="991" y="281"/>
                  <a:pt x="1143" y="110"/>
                  <a:pt x="1200" y="109"/>
                </a:cubicBezTo>
                <a:cubicBezTo>
                  <a:pt x="1257" y="108"/>
                  <a:pt x="1234" y="326"/>
                  <a:pt x="1255" y="350"/>
                </a:cubicBezTo>
                <a:cubicBezTo>
                  <a:pt x="1276" y="374"/>
                  <a:pt x="1261" y="204"/>
                  <a:pt x="1324" y="253"/>
                </a:cubicBezTo>
                <a:cubicBezTo>
                  <a:pt x="1387" y="302"/>
                  <a:pt x="1536" y="569"/>
                  <a:pt x="1632" y="644"/>
                </a:cubicBezTo>
                <a:cubicBezTo>
                  <a:pt x="1728" y="719"/>
                  <a:pt x="1833" y="756"/>
                  <a:pt x="1900" y="704"/>
                </a:cubicBezTo>
                <a:cubicBezTo>
                  <a:pt x="1967" y="652"/>
                  <a:pt x="1997" y="389"/>
                  <a:pt x="2032" y="330"/>
                </a:cubicBezTo>
                <a:cubicBezTo>
                  <a:pt x="2067" y="271"/>
                  <a:pt x="2079" y="385"/>
                  <a:pt x="2108" y="350"/>
                </a:cubicBezTo>
                <a:cubicBezTo>
                  <a:pt x="2137" y="315"/>
                  <a:pt x="2164" y="90"/>
                  <a:pt x="2205" y="121"/>
                </a:cubicBezTo>
                <a:cubicBezTo>
                  <a:pt x="2246" y="152"/>
                  <a:pt x="2290" y="485"/>
                  <a:pt x="2352" y="537"/>
                </a:cubicBezTo>
                <a:cubicBezTo>
                  <a:pt x="2414" y="589"/>
                  <a:pt x="2480" y="436"/>
                  <a:pt x="2580" y="434"/>
                </a:cubicBezTo>
                <a:cubicBezTo>
                  <a:pt x="2680" y="432"/>
                  <a:pt x="2841" y="542"/>
                  <a:pt x="2955" y="524"/>
                </a:cubicBezTo>
                <a:cubicBezTo>
                  <a:pt x="3069" y="506"/>
                  <a:pt x="3181" y="327"/>
                  <a:pt x="3264" y="323"/>
                </a:cubicBezTo>
                <a:cubicBezTo>
                  <a:pt x="3347" y="319"/>
                  <a:pt x="3360" y="484"/>
                  <a:pt x="3456" y="501"/>
                </a:cubicBezTo>
                <a:cubicBezTo>
                  <a:pt x="3552" y="519"/>
                  <a:pt x="3776" y="442"/>
                  <a:pt x="3840" y="430"/>
                </a:cubicBezTo>
              </a:path>
            </a:pathLst>
          </a:custGeom>
          <a:noFill/>
          <a:ln w="28575" cap="flat" cmpd="sng">
            <a:solidFill>
              <a:schemeClr val="accent1"/>
            </a:solidFill>
            <a:prstDash val="solid"/>
            <a:round/>
            <a:headEnd/>
            <a:tailEnd/>
          </a:ln>
        </p:spPr>
        <p:txBody>
          <a:bodyPr wrap="none" anchor="ctr"/>
          <a:lstStyle/>
          <a:p>
            <a:endParaRPr lang="en-GB"/>
          </a:p>
        </p:txBody>
      </p:sp>
      <p:sp>
        <p:nvSpPr>
          <p:cNvPr id="11" name="TextBox 10"/>
          <p:cNvSpPr txBox="1"/>
          <p:nvPr/>
        </p:nvSpPr>
        <p:spPr>
          <a:xfrm>
            <a:off x="1063387" y="1681351"/>
            <a:ext cx="2055371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GB" dirty="0"/>
              <a:t>Transmitted Signal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787787" y="1681351"/>
            <a:ext cx="1720343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GB" dirty="0"/>
              <a:t>Received Signal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3884154" y="1672886"/>
            <a:ext cx="994183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GB" b="1" dirty="0">
                <a:solidFill>
                  <a:srgbClr val="FF0000"/>
                </a:solidFill>
              </a:rPr>
              <a:t>Channel</a:t>
            </a:r>
          </a:p>
        </p:txBody>
      </p:sp>
      <p:sp>
        <p:nvSpPr>
          <p:cNvPr id="14" name="Text Box 4"/>
          <p:cNvSpPr txBox="1">
            <a:spLocks noChangeArrowheads="1"/>
          </p:cNvSpPr>
          <p:nvPr/>
        </p:nvSpPr>
        <p:spPr bwMode="auto">
          <a:xfrm>
            <a:off x="431800" y="382588"/>
            <a:ext cx="3050835" cy="461665"/>
          </a:xfrm>
          <a:prstGeom prst="rect">
            <a:avLst/>
          </a:prstGeom>
          <a:noFill/>
          <a:ln w="9525" algn="ctr">
            <a:noFill/>
            <a:miter lim="800000"/>
            <a:headEnd/>
            <a:tailEnd/>
          </a:ln>
        </p:spPr>
        <p:txBody>
          <a:bodyPr wrap="none">
            <a:spAutoFit/>
          </a:bodyPr>
          <a:lstStyle/>
          <a:p>
            <a:r>
              <a:rPr lang="en-GB" sz="2400" b="1" dirty="0"/>
              <a:t>Signal and Channel</a:t>
            </a:r>
            <a:endParaRPr lang="en-GB" sz="2400" b="1" i="1" dirty="0"/>
          </a:p>
        </p:txBody>
      </p:sp>
      <p:sp>
        <p:nvSpPr>
          <p:cNvPr id="15" name="Lightning Bolt 14"/>
          <p:cNvSpPr/>
          <p:nvPr/>
        </p:nvSpPr>
        <p:spPr bwMode="auto">
          <a:xfrm rot="16684972">
            <a:off x="2373317" y="3509092"/>
            <a:ext cx="2818211" cy="1367210"/>
          </a:xfrm>
          <a:prstGeom prst="lightningBolt">
            <a:avLst/>
          </a:prstGeom>
          <a:gradFill>
            <a:gsLst>
              <a:gs pos="33000">
                <a:srgbClr val="FFFF00"/>
              </a:gs>
              <a:gs pos="69000">
                <a:srgbClr val="FF0000"/>
              </a:gs>
              <a:gs pos="54000">
                <a:schemeClr val="accent1">
                  <a:lumMod val="40000"/>
                  <a:lumOff val="60000"/>
                </a:schemeClr>
              </a:gs>
            </a:gsLst>
            <a:lin ang="5400000" scaled="1"/>
          </a:gradFill>
          <a:ln w="9525" cap="flat" cmpd="sng" algn="ctr">
            <a:solidFill>
              <a:schemeClr val="bg1">
                <a:lumMod val="85000"/>
              </a:schemeClr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GB" sz="16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Lucida Sans Unicode" pitchFamily="34" charset="0"/>
            </a:endParaRPr>
          </a:p>
        </p:txBody>
      </p:sp>
      <p:sp>
        <p:nvSpPr>
          <p:cNvPr id="16" name="TextBox 15"/>
          <p:cNvSpPr txBox="1"/>
          <p:nvPr/>
        </p:nvSpPr>
        <p:spPr>
          <a:xfrm>
            <a:off x="3782422" y="4405287"/>
            <a:ext cx="2079415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GB" dirty="0">
                <a:solidFill>
                  <a:srgbClr val="FF0000"/>
                </a:solidFill>
              </a:rPr>
              <a:t>External Influences</a:t>
            </a:r>
          </a:p>
          <a:p>
            <a:r>
              <a:rPr lang="en-GB" dirty="0">
                <a:solidFill>
                  <a:srgbClr val="FF0000"/>
                </a:solidFill>
              </a:rPr>
              <a:t>(interference)</a:t>
            </a:r>
          </a:p>
        </p:txBody>
      </p:sp>
    </p:spTree>
    <p:extLst>
      <p:ext uri="{BB962C8B-B14F-4D97-AF65-F5344CB8AC3E}">
        <p14:creationId xmlns:p14="http://schemas.microsoft.com/office/powerpoint/2010/main" val="2743467215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530" name="Text Box 4"/>
          <p:cNvSpPr txBox="1">
            <a:spLocks noChangeArrowheads="1"/>
          </p:cNvSpPr>
          <p:nvPr/>
        </p:nvSpPr>
        <p:spPr bwMode="auto">
          <a:xfrm>
            <a:off x="431800" y="382588"/>
            <a:ext cx="8351838" cy="457200"/>
          </a:xfrm>
          <a:prstGeom prst="rect">
            <a:avLst/>
          </a:prstGeom>
          <a:noFill/>
          <a:ln w="9525" algn="ctr">
            <a:noFill/>
            <a:miter lim="800000"/>
            <a:headEnd/>
            <a:tailEnd/>
          </a:ln>
        </p:spPr>
        <p:txBody>
          <a:bodyPr wrap="none">
            <a:spAutoFit/>
          </a:bodyPr>
          <a:lstStyle/>
          <a:p>
            <a:r>
              <a:rPr lang="en-GB" sz="2400" b="1" dirty="0"/>
              <a:t>Analogue Signal Problems In The Reproduction Process</a:t>
            </a:r>
          </a:p>
        </p:txBody>
      </p:sp>
      <p:sp>
        <p:nvSpPr>
          <p:cNvPr id="22531" name="Freeform 5"/>
          <p:cNvSpPr>
            <a:spLocks/>
          </p:cNvSpPr>
          <p:nvPr/>
        </p:nvSpPr>
        <p:spPr bwMode="auto">
          <a:xfrm>
            <a:off x="431800" y="1658938"/>
            <a:ext cx="6096000" cy="1101725"/>
          </a:xfrm>
          <a:custGeom>
            <a:avLst/>
            <a:gdLst>
              <a:gd name="T0" fmla="*/ 0 w 3840"/>
              <a:gd name="T1" fmla="*/ 502 h 934"/>
              <a:gd name="T2" fmla="*/ 144 w 3840"/>
              <a:gd name="T3" fmla="*/ 118 h 934"/>
              <a:gd name="T4" fmla="*/ 480 w 3840"/>
              <a:gd name="T5" fmla="*/ 886 h 934"/>
              <a:gd name="T6" fmla="*/ 912 w 3840"/>
              <a:gd name="T7" fmla="*/ 406 h 934"/>
              <a:gd name="T8" fmla="*/ 1200 w 3840"/>
              <a:gd name="T9" fmla="*/ 70 h 934"/>
              <a:gd name="T10" fmla="*/ 1632 w 3840"/>
              <a:gd name="T11" fmla="*/ 790 h 934"/>
              <a:gd name="T12" fmla="*/ 1824 w 3840"/>
              <a:gd name="T13" fmla="*/ 838 h 934"/>
              <a:gd name="T14" fmla="*/ 1968 w 3840"/>
              <a:gd name="T15" fmla="*/ 358 h 934"/>
              <a:gd name="T16" fmla="*/ 2048 w 3840"/>
              <a:gd name="T17" fmla="*/ 222 h 934"/>
              <a:gd name="T18" fmla="*/ 2112 w 3840"/>
              <a:gd name="T19" fmla="*/ 70 h 934"/>
              <a:gd name="T20" fmla="*/ 2352 w 3840"/>
              <a:gd name="T21" fmla="*/ 646 h 934"/>
              <a:gd name="T22" fmla="*/ 2544 w 3840"/>
              <a:gd name="T23" fmla="*/ 262 h 934"/>
              <a:gd name="T24" fmla="*/ 2928 w 3840"/>
              <a:gd name="T25" fmla="*/ 838 h 934"/>
              <a:gd name="T26" fmla="*/ 3264 w 3840"/>
              <a:gd name="T27" fmla="*/ 358 h 934"/>
              <a:gd name="T28" fmla="*/ 3456 w 3840"/>
              <a:gd name="T29" fmla="*/ 598 h 934"/>
              <a:gd name="T30" fmla="*/ 3840 w 3840"/>
              <a:gd name="T31" fmla="*/ 502 h 934"/>
              <a:gd name="T32" fmla="*/ 0 60000 65536"/>
              <a:gd name="T33" fmla="*/ 0 60000 65536"/>
              <a:gd name="T34" fmla="*/ 0 60000 65536"/>
              <a:gd name="T35" fmla="*/ 0 60000 65536"/>
              <a:gd name="T36" fmla="*/ 0 60000 65536"/>
              <a:gd name="T37" fmla="*/ 0 60000 65536"/>
              <a:gd name="T38" fmla="*/ 0 60000 65536"/>
              <a:gd name="T39" fmla="*/ 0 60000 65536"/>
              <a:gd name="T40" fmla="*/ 0 60000 65536"/>
              <a:gd name="T41" fmla="*/ 0 60000 65536"/>
              <a:gd name="T42" fmla="*/ 0 60000 65536"/>
              <a:gd name="T43" fmla="*/ 0 60000 65536"/>
              <a:gd name="T44" fmla="*/ 0 60000 65536"/>
              <a:gd name="T45" fmla="*/ 0 60000 65536"/>
              <a:gd name="T46" fmla="*/ 0 60000 65536"/>
              <a:gd name="T47" fmla="*/ 0 60000 65536"/>
              <a:gd name="T48" fmla="*/ 0 w 3840"/>
              <a:gd name="T49" fmla="*/ 0 h 934"/>
              <a:gd name="T50" fmla="*/ 3840 w 3840"/>
              <a:gd name="T51" fmla="*/ 934 h 934"/>
            </a:gdLst>
            <a:ahLst/>
            <a:cxnLst>
              <a:cxn ang="T32">
                <a:pos x="T0" y="T1"/>
              </a:cxn>
              <a:cxn ang="T33">
                <a:pos x="T2" y="T3"/>
              </a:cxn>
              <a:cxn ang="T34">
                <a:pos x="T4" y="T5"/>
              </a:cxn>
              <a:cxn ang="T35">
                <a:pos x="T6" y="T7"/>
              </a:cxn>
              <a:cxn ang="T36">
                <a:pos x="T8" y="T9"/>
              </a:cxn>
              <a:cxn ang="T37">
                <a:pos x="T10" y="T11"/>
              </a:cxn>
              <a:cxn ang="T38">
                <a:pos x="T12" y="T13"/>
              </a:cxn>
              <a:cxn ang="T39">
                <a:pos x="T14" y="T15"/>
              </a:cxn>
              <a:cxn ang="T40">
                <a:pos x="T16" y="T17"/>
              </a:cxn>
              <a:cxn ang="T41">
                <a:pos x="T18" y="T19"/>
              </a:cxn>
              <a:cxn ang="T42">
                <a:pos x="T20" y="T21"/>
              </a:cxn>
              <a:cxn ang="T43">
                <a:pos x="T22" y="T23"/>
              </a:cxn>
              <a:cxn ang="T44">
                <a:pos x="T24" y="T25"/>
              </a:cxn>
              <a:cxn ang="T45">
                <a:pos x="T26" y="T27"/>
              </a:cxn>
              <a:cxn ang="T46">
                <a:pos x="T28" y="T29"/>
              </a:cxn>
              <a:cxn ang="T47">
                <a:pos x="T30" y="T31"/>
              </a:cxn>
            </a:cxnLst>
            <a:rect l="T48" t="T49" r="T50" b="T51"/>
            <a:pathLst>
              <a:path w="3840" h="934">
                <a:moveTo>
                  <a:pt x="0" y="502"/>
                </a:moveTo>
                <a:cubicBezTo>
                  <a:pt x="32" y="278"/>
                  <a:pt x="64" y="54"/>
                  <a:pt x="144" y="118"/>
                </a:cubicBezTo>
                <a:cubicBezTo>
                  <a:pt x="224" y="182"/>
                  <a:pt x="352" y="838"/>
                  <a:pt x="480" y="886"/>
                </a:cubicBezTo>
                <a:cubicBezTo>
                  <a:pt x="608" y="934"/>
                  <a:pt x="792" y="542"/>
                  <a:pt x="912" y="406"/>
                </a:cubicBezTo>
                <a:cubicBezTo>
                  <a:pt x="1032" y="270"/>
                  <a:pt x="1080" y="6"/>
                  <a:pt x="1200" y="70"/>
                </a:cubicBezTo>
                <a:cubicBezTo>
                  <a:pt x="1320" y="134"/>
                  <a:pt x="1528" y="662"/>
                  <a:pt x="1632" y="790"/>
                </a:cubicBezTo>
                <a:cubicBezTo>
                  <a:pt x="1736" y="918"/>
                  <a:pt x="1768" y="910"/>
                  <a:pt x="1824" y="838"/>
                </a:cubicBezTo>
                <a:cubicBezTo>
                  <a:pt x="1880" y="766"/>
                  <a:pt x="1931" y="461"/>
                  <a:pt x="1968" y="358"/>
                </a:cubicBezTo>
                <a:cubicBezTo>
                  <a:pt x="2005" y="255"/>
                  <a:pt x="2024" y="270"/>
                  <a:pt x="2048" y="222"/>
                </a:cubicBezTo>
                <a:cubicBezTo>
                  <a:pt x="2072" y="174"/>
                  <a:pt x="2061" y="0"/>
                  <a:pt x="2112" y="70"/>
                </a:cubicBezTo>
                <a:cubicBezTo>
                  <a:pt x="2163" y="140"/>
                  <a:pt x="2280" y="614"/>
                  <a:pt x="2352" y="646"/>
                </a:cubicBezTo>
                <a:cubicBezTo>
                  <a:pt x="2424" y="678"/>
                  <a:pt x="2448" y="230"/>
                  <a:pt x="2544" y="262"/>
                </a:cubicBezTo>
                <a:cubicBezTo>
                  <a:pt x="2640" y="294"/>
                  <a:pt x="2808" y="822"/>
                  <a:pt x="2928" y="838"/>
                </a:cubicBezTo>
                <a:cubicBezTo>
                  <a:pt x="3048" y="854"/>
                  <a:pt x="3176" y="398"/>
                  <a:pt x="3264" y="358"/>
                </a:cubicBezTo>
                <a:cubicBezTo>
                  <a:pt x="3352" y="318"/>
                  <a:pt x="3360" y="574"/>
                  <a:pt x="3456" y="598"/>
                </a:cubicBezTo>
                <a:cubicBezTo>
                  <a:pt x="3552" y="622"/>
                  <a:pt x="3776" y="518"/>
                  <a:pt x="3840" y="502"/>
                </a:cubicBezTo>
              </a:path>
            </a:pathLst>
          </a:custGeom>
          <a:noFill/>
          <a:ln w="28575" cap="flat" cmpd="sng">
            <a:solidFill>
              <a:schemeClr val="accent1"/>
            </a:solidFill>
            <a:prstDash val="solid"/>
            <a:round/>
            <a:headEnd/>
            <a:tailEnd/>
          </a:ln>
        </p:spPr>
        <p:txBody>
          <a:bodyPr wrap="none" anchor="ctr"/>
          <a:lstStyle/>
          <a:p>
            <a:endParaRPr lang="en-GB"/>
          </a:p>
        </p:txBody>
      </p:sp>
      <p:sp>
        <p:nvSpPr>
          <p:cNvPr id="22532" name="Freeform 6"/>
          <p:cNvSpPr>
            <a:spLocks/>
          </p:cNvSpPr>
          <p:nvPr/>
        </p:nvSpPr>
        <p:spPr bwMode="auto">
          <a:xfrm>
            <a:off x="431800" y="4125913"/>
            <a:ext cx="6096000" cy="1350962"/>
          </a:xfrm>
          <a:custGeom>
            <a:avLst/>
            <a:gdLst>
              <a:gd name="T0" fmla="*/ 0 w 3840"/>
              <a:gd name="T1" fmla="*/ 430 h 851"/>
              <a:gd name="T2" fmla="*/ 179 w 3840"/>
              <a:gd name="T3" fmla="*/ 135 h 851"/>
              <a:gd name="T4" fmla="*/ 255 w 3840"/>
              <a:gd name="T5" fmla="*/ 225 h 851"/>
              <a:gd name="T6" fmla="*/ 311 w 3840"/>
              <a:gd name="T7" fmla="*/ 24 h 851"/>
              <a:gd name="T8" fmla="*/ 339 w 3840"/>
              <a:gd name="T9" fmla="*/ 371 h 851"/>
              <a:gd name="T10" fmla="*/ 540 w 3840"/>
              <a:gd name="T11" fmla="*/ 725 h 851"/>
              <a:gd name="T12" fmla="*/ 582 w 3840"/>
              <a:gd name="T13" fmla="*/ 579 h 851"/>
              <a:gd name="T14" fmla="*/ 616 w 3840"/>
              <a:gd name="T15" fmla="*/ 850 h 851"/>
              <a:gd name="T16" fmla="*/ 651 w 3840"/>
              <a:gd name="T17" fmla="*/ 572 h 851"/>
              <a:gd name="T18" fmla="*/ 686 w 3840"/>
              <a:gd name="T19" fmla="*/ 850 h 851"/>
              <a:gd name="T20" fmla="*/ 727 w 3840"/>
              <a:gd name="T21" fmla="*/ 579 h 851"/>
              <a:gd name="T22" fmla="*/ 912 w 3840"/>
              <a:gd name="T23" fmla="*/ 359 h 851"/>
              <a:gd name="T24" fmla="*/ 1200 w 3840"/>
              <a:gd name="T25" fmla="*/ 109 h 851"/>
              <a:gd name="T26" fmla="*/ 1255 w 3840"/>
              <a:gd name="T27" fmla="*/ 350 h 851"/>
              <a:gd name="T28" fmla="*/ 1324 w 3840"/>
              <a:gd name="T29" fmla="*/ 253 h 851"/>
              <a:gd name="T30" fmla="*/ 1632 w 3840"/>
              <a:gd name="T31" fmla="*/ 644 h 851"/>
              <a:gd name="T32" fmla="*/ 1900 w 3840"/>
              <a:gd name="T33" fmla="*/ 704 h 851"/>
              <a:gd name="T34" fmla="*/ 2032 w 3840"/>
              <a:gd name="T35" fmla="*/ 330 h 851"/>
              <a:gd name="T36" fmla="*/ 2108 w 3840"/>
              <a:gd name="T37" fmla="*/ 350 h 851"/>
              <a:gd name="T38" fmla="*/ 2205 w 3840"/>
              <a:gd name="T39" fmla="*/ 121 h 851"/>
              <a:gd name="T40" fmla="*/ 2352 w 3840"/>
              <a:gd name="T41" fmla="*/ 537 h 851"/>
              <a:gd name="T42" fmla="*/ 2580 w 3840"/>
              <a:gd name="T43" fmla="*/ 434 h 851"/>
              <a:gd name="T44" fmla="*/ 2955 w 3840"/>
              <a:gd name="T45" fmla="*/ 524 h 851"/>
              <a:gd name="T46" fmla="*/ 3264 w 3840"/>
              <a:gd name="T47" fmla="*/ 323 h 851"/>
              <a:gd name="T48" fmla="*/ 3456 w 3840"/>
              <a:gd name="T49" fmla="*/ 501 h 851"/>
              <a:gd name="T50" fmla="*/ 3840 w 3840"/>
              <a:gd name="T51" fmla="*/ 430 h 851"/>
              <a:gd name="T52" fmla="*/ 0 60000 65536"/>
              <a:gd name="T53" fmla="*/ 0 60000 65536"/>
              <a:gd name="T54" fmla="*/ 0 60000 65536"/>
              <a:gd name="T55" fmla="*/ 0 60000 65536"/>
              <a:gd name="T56" fmla="*/ 0 60000 65536"/>
              <a:gd name="T57" fmla="*/ 0 60000 65536"/>
              <a:gd name="T58" fmla="*/ 0 60000 65536"/>
              <a:gd name="T59" fmla="*/ 0 60000 65536"/>
              <a:gd name="T60" fmla="*/ 0 60000 65536"/>
              <a:gd name="T61" fmla="*/ 0 60000 65536"/>
              <a:gd name="T62" fmla="*/ 0 60000 65536"/>
              <a:gd name="T63" fmla="*/ 0 60000 65536"/>
              <a:gd name="T64" fmla="*/ 0 60000 65536"/>
              <a:gd name="T65" fmla="*/ 0 60000 65536"/>
              <a:gd name="T66" fmla="*/ 0 60000 65536"/>
              <a:gd name="T67" fmla="*/ 0 60000 65536"/>
              <a:gd name="T68" fmla="*/ 0 60000 65536"/>
              <a:gd name="T69" fmla="*/ 0 60000 65536"/>
              <a:gd name="T70" fmla="*/ 0 60000 65536"/>
              <a:gd name="T71" fmla="*/ 0 60000 65536"/>
              <a:gd name="T72" fmla="*/ 0 60000 65536"/>
              <a:gd name="T73" fmla="*/ 0 60000 65536"/>
              <a:gd name="T74" fmla="*/ 0 60000 65536"/>
              <a:gd name="T75" fmla="*/ 0 60000 65536"/>
              <a:gd name="T76" fmla="*/ 0 60000 65536"/>
              <a:gd name="T77" fmla="*/ 0 60000 65536"/>
              <a:gd name="T78" fmla="*/ 0 w 3840"/>
              <a:gd name="T79" fmla="*/ 0 h 851"/>
              <a:gd name="T80" fmla="*/ 3840 w 3840"/>
              <a:gd name="T81" fmla="*/ 851 h 851"/>
            </a:gdLst>
            <a:ahLst/>
            <a:cxnLst>
              <a:cxn ang="T52">
                <a:pos x="T0" y="T1"/>
              </a:cxn>
              <a:cxn ang="T53">
                <a:pos x="T2" y="T3"/>
              </a:cxn>
              <a:cxn ang="T54">
                <a:pos x="T4" y="T5"/>
              </a:cxn>
              <a:cxn ang="T55">
                <a:pos x="T6" y="T7"/>
              </a:cxn>
              <a:cxn ang="T56">
                <a:pos x="T8" y="T9"/>
              </a:cxn>
              <a:cxn ang="T57">
                <a:pos x="T10" y="T11"/>
              </a:cxn>
              <a:cxn ang="T58">
                <a:pos x="T12" y="T13"/>
              </a:cxn>
              <a:cxn ang="T59">
                <a:pos x="T14" y="T15"/>
              </a:cxn>
              <a:cxn ang="T60">
                <a:pos x="T16" y="T17"/>
              </a:cxn>
              <a:cxn ang="T61">
                <a:pos x="T18" y="T19"/>
              </a:cxn>
              <a:cxn ang="T62">
                <a:pos x="T20" y="T21"/>
              </a:cxn>
              <a:cxn ang="T63">
                <a:pos x="T22" y="T23"/>
              </a:cxn>
              <a:cxn ang="T64">
                <a:pos x="T24" y="T25"/>
              </a:cxn>
              <a:cxn ang="T65">
                <a:pos x="T26" y="T27"/>
              </a:cxn>
              <a:cxn ang="T66">
                <a:pos x="T28" y="T29"/>
              </a:cxn>
              <a:cxn ang="T67">
                <a:pos x="T30" y="T31"/>
              </a:cxn>
              <a:cxn ang="T68">
                <a:pos x="T32" y="T33"/>
              </a:cxn>
              <a:cxn ang="T69">
                <a:pos x="T34" y="T35"/>
              </a:cxn>
              <a:cxn ang="T70">
                <a:pos x="T36" y="T37"/>
              </a:cxn>
              <a:cxn ang="T71">
                <a:pos x="T38" y="T39"/>
              </a:cxn>
              <a:cxn ang="T72">
                <a:pos x="T40" y="T41"/>
              </a:cxn>
              <a:cxn ang="T73">
                <a:pos x="T42" y="T43"/>
              </a:cxn>
              <a:cxn ang="T74">
                <a:pos x="T44" y="T45"/>
              </a:cxn>
              <a:cxn ang="T75">
                <a:pos x="T46" y="T47"/>
              </a:cxn>
              <a:cxn ang="T76">
                <a:pos x="T48" y="T49"/>
              </a:cxn>
              <a:cxn ang="T77">
                <a:pos x="T50" y="T51"/>
              </a:cxn>
            </a:cxnLst>
            <a:rect l="T78" t="T79" r="T80" b="T81"/>
            <a:pathLst>
              <a:path w="3840" h="851">
                <a:moveTo>
                  <a:pt x="0" y="430"/>
                </a:moveTo>
                <a:cubicBezTo>
                  <a:pt x="30" y="381"/>
                  <a:pt x="136" y="169"/>
                  <a:pt x="179" y="135"/>
                </a:cubicBezTo>
                <a:cubicBezTo>
                  <a:pt x="222" y="101"/>
                  <a:pt x="233" y="243"/>
                  <a:pt x="255" y="225"/>
                </a:cubicBezTo>
                <a:cubicBezTo>
                  <a:pt x="277" y="207"/>
                  <a:pt x="297" y="0"/>
                  <a:pt x="311" y="24"/>
                </a:cubicBezTo>
                <a:cubicBezTo>
                  <a:pt x="325" y="48"/>
                  <a:pt x="301" y="254"/>
                  <a:pt x="339" y="371"/>
                </a:cubicBezTo>
                <a:cubicBezTo>
                  <a:pt x="377" y="488"/>
                  <a:pt x="500" y="690"/>
                  <a:pt x="540" y="725"/>
                </a:cubicBezTo>
                <a:cubicBezTo>
                  <a:pt x="580" y="760"/>
                  <a:pt x="569" y="558"/>
                  <a:pt x="582" y="579"/>
                </a:cubicBezTo>
                <a:cubicBezTo>
                  <a:pt x="595" y="600"/>
                  <a:pt x="605" y="851"/>
                  <a:pt x="616" y="850"/>
                </a:cubicBezTo>
                <a:cubicBezTo>
                  <a:pt x="627" y="849"/>
                  <a:pt x="639" y="572"/>
                  <a:pt x="651" y="572"/>
                </a:cubicBezTo>
                <a:cubicBezTo>
                  <a:pt x="663" y="572"/>
                  <a:pt x="673" y="849"/>
                  <a:pt x="686" y="850"/>
                </a:cubicBezTo>
                <a:cubicBezTo>
                  <a:pt x="699" y="851"/>
                  <a:pt x="689" y="661"/>
                  <a:pt x="727" y="579"/>
                </a:cubicBezTo>
                <a:cubicBezTo>
                  <a:pt x="765" y="497"/>
                  <a:pt x="833" y="437"/>
                  <a:pt x="912" y="359"/>
                </a:cubicBezTo>
                <a:cubicBezTo>
                  <a:pt x="991" y="281"/>
                  <a:pt x="1143" y="110"/>
                  <a:pt x="1200" y="109"/>
                </a:cubicBezTo>
                <a:cubicBezTo>
                  <a:pt x="1257" y="108"/>
                  <a:pt x="1234" y="326"/>
                  <a:pt x="1255" y="350"/>
                </a:cubicBezTo>
                <a:cubicBezTo>
                  <a:pt x="1276" y="374"/>
                  <a:pt x="1261" y="204"/>
                  <a:pt x="1324" y="253"/>
                </a:cubicBezTo>
                <a:cubicBezTo>
                  <a:pt x="1387" y="302"/>
                  <a:pt x="1536" y="569"/>
                  <a:pt x="1632" y="644"/>
                </a:cubicBezTo>
                <a:cubicBezTo>
                  <a:pt x="1728" y="719"/>
                  <a:pt x="1833" y="756"/>
                  <a:pt x="1900" y="704"/>
                </a:cubicBezTo>
                <a:cubicBezTo>
                  <a:pt x="1967" y="652"/>
                  <a:pt x="1997" y="389"/>
                  <a:pt x="2032" y="330"/>
                </a:cubicBezTo>
                <a:cubicBezTo>
                  <a:pt x="2067" y="271"/>
                  <a:pt x="2079" y="385"/>
                  <a:pt x="2108" y="350"/>
                </a:cubicBezTo>
                <a:cubicBezTo>
                  <a:pt x="2137" y="315"/>
                  <a:pt x="2164" y="90"/>
                  <a:pt x="2205" y="121"/>
                </a:cubicBezTo>
                <a:cubicBezTo>
                  <a:pt x="2246" y="152"/>
                  <a:pt x="2290" y="485"/>
                  <a:pt x="2352" y="537"/>
                </a:cubicBezTo>
                <a:cubicBezTo>
                  <a:pt x="2414" y="589"/>
                  <a:pt x="2480" y="436"/>
                  <a:pt x="2580" y="434"/>
                </a:cubicBezTo>
                <a:cubicBezTo>
                  <a:pt x="2680" y="432"/>
                  <a:pt x="2841" y="542"/>
                  <a:pt x="2955" y="524"/>
                </a:cubicBezTo>
                <a:cubicBezTo>
                  <a:pt x="3069" y="506"/>
                  <a:pt x="3181" y="327"/>
                  <a:pt x="3264" y="323"/>
                </a:cubicBezTo>
                <a:cubicBezTo>
                  <a:pt x="3347" y="319"/>
                  <a:pt x="3360" y="484"/>
                  <a:pt x="3456" y="501"/>
                </a:cubicBezTo>
                <a:cubicBezTo>
                  <a:pt x="3552" y="519"/>
                  <a:pt x="3776" y="442"/>
                  <a:pt x="3840" y="430"/>
                </a:cubicBezTo>
              </a:path>
            </a:pathLst>
          </a:custGeom>
          <a:noFill/>
          <a:ln w="28575" cap="flat" cmpd="sng">
            <a:solidFill>
              <a:schemeClr val="accent1"/>
            </a:solidFill>
            <a:prstDash val="solid"/>
            <a:round/>
            <a:headEnd/>
            <a:tailEnd/>
          </a:ln>
        </p:spPr>
        <p:txBody>
          <a:bodyPr wrap="none" anchor="ctr"/>
          <a:lstStyle/>
          <a:p>
            <a:endParaRPr lang="en-GB"/>
          </a:p>
        </p:txBody>
      </p:sp>
      <p:sp>
        <p:nvSpPr>
          <p:cNvPr id="22533" name="Text Box 7"/>
          <p:cNvSpPr txBox="1">
            <a:spLocks noChangeArrowheads="1"/>
          </p:cNvSpPr>
          <p:nvPr/>
        </p:nvSpPr>
        <p:spPr bwMode="auto">
          <a:xfrm>
            <a:off x="431800" y="1233488"/>
            <a:ext cx="1616075" cy="336550"/>
          </a:xfrm>
          <a:prstGeom prst="rect">
            <a:avLst/>
          </a:prstGeom>
          <a:noFill/>
          <a:ln w="9525" algn="ctr">
            <a:noFill/>
            <a:miter lim="800000"/>
            <a:headEnd/>
            <a:tailEnd/>
          </a:ln>
        </p:spPr>
        <p:txBody>
          <a:bodyPr wrap="none">
            <a:spAutoFit/>
          </a:bodyPr>
          <a:lstStyle/>
          <a:p>
            <a:r>
              <a:rPr lang="en-GB" sz="1600"/>
              <a:t>Original signal</a:t>
            </a:r>
          </a:p>
        </p:txBody>
      </p:sp>
      <p:sp>
        <p:nvSpPr>
          <p:cNvPr id="22534" name="Text Box 8"/>
          <p:cNvSpPr txBox="1">
            <a:spLocks noChangeArrowheads="1"/>
          </p:cNvSpPr>
          <p:nvPr/>
        </p:nvSpPr>
        <p:spPr bwMode="auto">
          <a:xfrm>
            <a:off x="431800" y="3479800"/>
            <a:ext cx="2012950" cy="336550"/>
          </a:xfrm>
          <a:prstGeom prst="rect">
            <a:avLst/>
          </a:prstGeom>
          <a:noFill/>
          <a:ln w="9525" algn="ctr">
            <a:noFill/>
            <a:miter lim="800000"/>
            <a:headEnd/>
            <a:tailEnd/>
          </a:ln>
        </p:spPr>
        <p:txBody>
          <a:bodyPr wrap="none">
            <a:spAutoFit/>
          </a:bodyPr>
          <a:lstStyle/>
          <a:p>
            <a:r>
              <a:rPr lang="en-GB" sz="1600"/>
              <a:t>Reproduced signal</a:t>
            </a:r>
          </a:p>
        </p:txBody>
      </p:sp>
      <p:sp>
        <p:nvSpPr>
          <p:cNvPr id="22535" name="Text Box 9"/>
          <p:cNvSpPr txBox="1">
            <a:spLocks noChangeArrowheads="1"/>
          </p:cNvSpPr>
          <p:nvPr/>
        </p:nvSpPr>
        <p:spPr bwMode="auto">
          <a:xfrm>
            <a:off x="4995863" y="2811463"/>
            <a:ext cx="4148137" cy="1558925"/>
          </a:xfrm>
          <a:prstGeom prst="rect">
            <a:avLst/>
          </a:prstGeom>
          <a:noFill/>
          <a:ln w="9525" algn="ctr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pPr marL="176213" indent="-176213">
              <a:buFontTx/>
              <a:buChar char="•"/>
            </a:pPr>
            <a:r>
              <a:rPr lang="en-GB" sz="1600"/>
              <a:t>phase effects</a:t>
            </a:r>
          </a:p>
          <a:p>
            <a:pPr marL="176213" indent="-176213">
              <a:buFontTx/>
              <a:buChar char="•"/>
            </a:pPr>
            <a:r>
              <a:rPr lang="en-GB" sz="1600"/>
              <a:t>interference</a:t>
            </a:r>
          </a:p>
          <a:p>
            <a:pPr marL="176213" indent="-176213">
              <a:buFontTx/>
              <a:buChar char="•"/>
            </a:pPr>
            <a:r>
              <a:rPr lang="en-GB" sz="1600"/>
              <a:t>other signals crosstalk</a:t>
            </a:r>
          </a:p>
          <a:p>
            <a:pPr marL="176213" indent="-176213">
              <a:buFontTx/>
              <a:buChar char="•"/>
            </a:pPr>
            <a:r>
              <a:rPr lang="en-GB" sz="1600"/>
              <a:t>various intermodulation products</a:t>
            </a:r>
          </a:p>
          <a:p>
            <a:pPr marL="176213" indent="-176213">
              <a:buFontTx/>
              <a:buChar char="•"/>
            </a:pPr>
            <a:r>
              <a:rPr lang="en-GB" sz="1600"/>
              <a:t>mechanical transducer ineffective / inefficient</a:t>
            </a:r>
          </a:p>
        </p:txBody>
      </p:sp>
      <p:sp>
        <p:nvSpPr>
          <p:cNvPr id="22536" name="Oval 10"/>
          <p:cNvSpPr>
            <a:spLocks noChangeArrowheads="1"/>
          </p:cNvSpPr>
          <p:nvPr/>
        </p:nvSpPr>
        <p:spPr bwMode="auto">
          <a:xfrm>
            <a:off x="582613" y="4010025"/>
            <a:ext cx="550862" cy="627063"/>
          </a:xfrm>
          <a:prstGeom prst="ellipse">
            <a:avLst/>
          </a:prstGeom>
          <a:noFill/>
          <a:ln w="9525" algn="ctr">
            <a:solidFill>
              <a:srgbClr val="FF0000"/>
            </a:solidFill>
            <a:round/>
            <a:headEnd/>
            <a:tailEnd/>
          </a:ln>
        </p:spPr>
        <p:txBody>
          <a:bodyPr wrap="none" anchor="ctr"/>
          <a:lstStyle/>
          <a:p>
            <a:endParaRPr lang="en-US"/>
          </a:p>
        </p:txBody>
      </p:sp>
      <p:sp>
        <p:nvSpPr>
          <p:cNvPr id="22537" name="Oval 11"/>
          <p:cNvSpPr>
            <a:spLocks noChangeArrowheads="1"/>
          </p:cNvSpPr>
          <p:nvPr/>
        </p:nvSpPr>
        <p:spPr bwMode="auto">
          <a:xfrm>
            <a:off x="1122363" y="4957763"/>
            <a:ext cx="550862" cy="627062"/>
          </a:xfrm>
          <a:prstGeom prst="ellipse">
            <a:avLst/>
          </a:prstGeom>
          <a:noFill/>
          <a:ln w="9525" algn="ctr">
            <a:solidFill>
              <a:srgbClr val="FF0000"/>
            </a:solidFill>
            <a:round/>
            <a:headEnd/>
            <a:tailEnd/>
          </a:ln>
        </p:spPr>
        <p:txBody>
          <a:bodyPr wrap="none" anchor="ctr"/>
          <a:lstStyle/>
          <a:p>
            <a:endParaRPr lang="en-US"/>
          </a:p>
        </p:txBody>
      </p:sp>
      <p:sp>
        <p:nvSpPr>
          <p:cNvPr id="22538" name="Oval 12"/>
          <p:cNvSpPr>
            <a:spLocks noChangeArrowheads="1"/>
          </p:cNvSpPr>
          <p:nvPr/>
        </p:nvSpPr>
        <p:spPr bwMode="auto">
          <a:xfrm>
            <a:off x="2244725" y="4406900"/>
            <a:ext cx="550863" cy="627063"/>
          </a:xfrm>
          <a:prstGeom prst="ellipse">
            <a:avLst/>
          </a:prstGeom>
          <a:noFill/>
          <a:ln w="9525" algn="ctr">
            <a:solidFill>
              <a:srgbClr val="FF0000"/>
            </a:solidFill>
            <a:round/>
            <a:headEnd/>
            <a:tailEnd/>
          </a:ln>
        </p:spPr>
        <p:txBody>
          <a:bodyPr wrap="none" anchor="ctr"/>
          <a:lstStyle/>
          <a:p>
            <a:endParaRPr lang="en-US"/>
          </a:p>
        </p:txBody>
      </p:sp>
      <p:sp>
        <p:nvSpPr>
          <p:cNvPr id="22539" name="Oval 13"/>
          <p:cNvSpPr>
            <a:spLocks noChangeArrowheads="1"/>
          </p:cNvSpPr>
          <p:nvPr/>
        </p:nvSpPr>
        <p:spPr bwMode="auto">
          <a:xfrm rot="-2952747">
            <a:off x="3040856" y="4933157"/>
            <a:ext cx="309563" cy="571500"/>
          </a:xfrm>
          <a:prstGeom prst="ellipse">
            <a:avLst/>
          </a:prstGeom>
          <a:noFill/>
          <a:ln w="9525" algn="ctr">
            <a:solidFill>
              <a:srgbClr val="FF0000"/>
            </a:solidFill>
            <a:round/>
            <a:headEnd/>
            <a:tailEnd/>
          </a:ln>
        </p:spPr>
        <p:txBody>
          <a:bodyPr wrap="none" anchor="ctr"/>
          <a:lstStyle/>
          <a:p>
            <a:endParaRPr lang="en-US"/>
          </a:p>
        </p:txBody>
      </p:sp>
      <p:sp>
        <p:nvSpPr>
          <p:cNvPr id="22540" name="Oval 14"/>
          <p:cNvSpPr>
            <a:spLocks noChangeArrowheads="1"/>
          </p:cNvSpPr>
          <p:nvPr/>
        </p:nvSpPr>
        <p:spPr bwMode="auto">
          <a:xfrm>
            <a:off x="3368675" y="4362450"/>
            <a:ext cx="550863" cy="627063"/>
          </a:xfrm>
          <a:prstGeom prst="ellipse">
            <a:avLst/>
          </a:prstGeom>
          <a:noFill/>
          <a:ln w="9525" algn="ctr">
            <a:solidFill>
              <a:srgbClr val="FF0000"/>
            </a:solidFill>
            <a:round/>
            <a:headEnd/>
            <a:tailEnd/>
          </a:ln>
        </p:spPr>
        <p:txBody>
          <a:bodyPr wrap="none" anchor="ctr"/>
          <a:lstStyle/>
          <a:p>
            <a:endParaRPr lang="en-US"/>
          </a:p>
        </p:txBody>
      </p:sp>
      <p:sp>
        <p:nvSpPr>
          <p:cNvPr id="22541" name="Oval 15"/>
          <p:cNvSpPr>
            <a:spLocks noChangeArrowheads="1"/>
          </p:cNvSpPr>
          <p:nvPr/>
        </p:nvSpPr>
        <p:spPr bwMode="auto">
          <a:xfrm>
            <a:off x="4271963" y="4748213"/>
            <a:ext cx="1222375" cy="328612"/>
          </a:xfrm>
          <a:prstGeom prst="ellipse">
            <a:avLst/>
          </a:prstGeom>
          <a:noFill/>
          <a:ln w="9525" algn="ctr">
            <a:solidFill>
              <a:srgbClr val="FF0000"/>
            </a:solidFill>
            <a:round/>
            <a:headEnd/>
            <a:tailEnd/>
          </a:ln>
        </p:spPr>
        <p:txBody>
          <a:bodyPr wrap="none" anchor="ctr"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74339861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" name="Rectangle 33"/>
          <p:cNvSpPr/>
          <p:nvPr/>
        </p:nvSpPr>
        <p:spPr>
          <a:xfrm>
            <a:off x="0" y="0"/>
            <a:ext cx="9144000" cy="6858000"/>
          </a:xfrm>
          <a:prstGeom prst="rect">
            <a:avLst/>
          </a:prstGeom>
          <a:solidFill>
            <a:schemeClr val="tx1">
              <a:lumMod val="85000"/>
              <a:lumOff val="15000"/>
            </a:schemeClr>
          </a:solidFill>
          <a:ln>
            <a:solidFill>
              <a:schemeClr val="bg1">
                <a:lumMod val="50000"/>
              </a:schemeClr>
            </a:solidFill>
          </a:ln>
        </p:spPr>
        <p:txBody>
          <a:bodyPr wrap="square" rtlCol="0" anchor="ctr">
            <a:noAutofit/>
          </a:bodyPr>
          <a:lstStyle/>
          <a:p>
            <a:pPr algn="ctr"/>
            <a:endParaRPr lang="en-GB" sz="1600" dirty="0">
              <a:latin typeface="Lucida Sans Unicode" pitchFamily="34" charset="0"/>
              <a:cs typeface="Lucida Sans Unicode" pitchFamily="34" charset="0"/>
            </a:endParaRPr>
          </a:p>
        </p:txBody>
      </p:sp>
      <p:sp>
        <p:nvSpPr>
          <p:cNvPr id="6" name="TextBox 5"/>
          <p:cNvSpPr txBox="1"/>
          <p:nvPr/>
        </p:nvSpPr>
        <p:spPr>
          <a:xfrm>
            <a:off x="385763" y="333375"/>
            <a:ext cx="4347713" cy="417123"/>
          </a:xfrm>
          <a:prstGeom prst="rect">
            <a:avLst/>
          </a:prstGeom>
          <a:noFill/>
        </p:spPr>
        <p:txBody>
          <a:bodyPr wrap="none" rtlCol="0">
            <a:noAutofit/>
          </a:bodyPr>
          <a:lstStyle/>
          <a:p>
            <a:r>
              <a:rPr lang="en-GB" sz="2400" b="1" dirty="0">
                <a:solidFill>
                  <a:srgbClr val="FFFF00"/>
                </a:solidFill>
              </a:rPr>
              <a:t>Information Transmission, Signal Encoding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385763" y="937671"/>
            <a:ext cx="1857105" cy="338554"/>
          </a:xfrm>
          <a:prstGeom prst="rect">
            <a:avLst/>
          </a:prstGeom>
          <a:solidFill>
            <a:schemeClr val="accent6">
              <a:lumMod val="20000"/>
              <a:lumOff val="80000"/>
            </a:schemeClr>
          </a:solidFill>
          <a:ln>
            <a:solidFill>
              <a:schemeClr val="bg1">
                <a:lumMod val="50000"/>
              </a:schemeClr>
            </a:solidFill>
          </a:ln>
          <a:scene3d>
            <a:camera prst="orthographicFront"/>
            <a:lightRig rig="threePt" dir="t"/>
          </a:scene3d>
          <a:sp3d>
            <a:bevelT/>
          </a:sp3d>
        </p:spPr>
        <p:txBody>
          <a:bodyPr wrap="square" rtlCol="0">
            <a:spAutoFit/>
          </a:bodyPr>
          <a:lstStyle/>
          <a:p>
            <a:pPr algn="ctr"/>
            <a:r>
              <a:rPr lang="en-GB" sz="1600" dirty="0"/>
              <a:t>Information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87688" y="1877951"/>
            <a:ext cx="1865732" cy="338554"/>
          </a:xfrm>
          <a:prstGeom prst="rect">
            <a:avLst/>
          </a:prstGeom>
          <a:solidFill>
            <a:schemeClr val="accent5">
              <a:lumMod val="20000"/>
              <a:lumOff val="80000"/>
            </a:schemeClr>
          </a:solidFill>
          <a:ln>
            <a:solidFill>
              <a:schemeClr val="bg1">
                <a:lumMod val="50000"/>
              </a:schemeClr>
            </a:solidFill>
          </a:ln>
          <a:scene3d>
            <a:camera prst="orthographicFront"/>
            <a:lightRig rig="threePt" dir="t"/>
          </a:scene3d>
          <a:sp3d>
            <a:bevelT/>
          </a:sp3d>
        </p:spPr>
        <p:txBody>
          <a:bodyPr wrap="square" rtlCol="0">
            <a:spAutoFit/>
          </a:bodyPr>
          <a:lstStyle/>
          <a:p>
            <a:pPr algn="ctr"/>
            <a:r>
              <a:rPr lang="en-GB" sz="1600" dirty="0"/>
              <a:t>Source Coding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772210" y="2757845"/>
            <a:ext cx="1865732" cy="338554"/>
          </a:xfrm>
          <a:prstGeom prst="rect">
            <a:avLst/>
          </a:prstGeom>
          <a:solidFill>
            <a:schemeClr val="accent4">
              <a:lumMod val="20000"/>
              <a:lumOff val="80000"/>
            </a:schemeClr>
          </a:solidFill>
          <a:ln>
            <a:solidFill>
              <a:schemeClr val="bg1">
                <a:lumMod val="50000"/>
              </a:schemeClr>
            </a:solidFill>
          </a:ln>
          <a:scene3d>
            <a:camera prst="orthographicFront"/>
            <a:lightRig rig="threePt" dir="t"/>
          </a:scene3d>
          <a:sp3d>
            <a:bevelT/>
          </a:sp3d>
        </p:spPr>
        <p:txBody>
          <a:bodyPr wrap="square" rtlCol="0">
            <a:spAutoFit/>
          </a:bodyPr>
          <a:lstStyle/>
          <a:p>
            <a:pPr algn="ctr"/>
            <a:r>
              <a:rPr lang="en-GB" sz="1600" dirty="0"/>
              <a:t>Channel Coding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2618200" y="3657603"/>
            <a:ext cx="1865732" cy="338554"/>
          </a:xfrm>
          <a:prstGeom prst="rect">
            <a:avLst/>
          </a:prstGeom>
          <a:solidFill>
            <a:schemeClr val="accent3">
              <a:lumMod val="20000"/>
              <a:lumOff val="80000"/>
            </a:schemeClr>
          </a:solidFill>
          <a:ln>
            <a:solidFill>
              <a:schemeClr val="bg1">
                <a:lumMod val="50000"/>
              </a:schemeClr>
            </a:solidFill>
          </a:ln>
          <a:scene3d>
            <a:camera prst="orthographicFront"/>
            <a:lightRig rig="threePt" dir="t"/>
          </a:scene3d>
          <a:sp3d>
            <a:bevelT/>
          </a:sp3d>
        </p:spPr>
        <p:txBody>
          <a:bodyPr wrap="square" rtlCol="0">
            <a:spAutoFit/>
          </a:bodyPr>
          <a:lstStyle/>
          <a:p>
            <a:pPr algn="ctr"/>
            <a:r>
              <a:rPr lang="en-GB" sz="1600" dirty="0"/>
              <a:t>Modulation</a:t>
            </a:r>
          </a:p>
        </p:txBody>
      </p:sp>
      <p:sp>
        <p:nvSpPr>
          <p:cNvPr id="11" name="Left-Right Arrow 10"/>
          <p:cNvSpPr/>
          <p:nvPr/>
        </p:nvSpPr>
        <p:spPr>
          <a:xfrm>
            <a:off x="3226280" y="4146698"/>
            <a:ext cx="3148642" cy="1561381"/>
          </a:xfrm>
          <a:prstGeom prst="leftRightArrow">
            <a:avLst>
              <a:gd name="adj1" fmla="val 66957"/>
              <a:gd name="adj2" fmla="val 37040"/>
            </a:avLst>
          </a:prstGeom>
          <a:solidFill>
            <a:schemeClr val="bg1">
              <a:lumMod val="85000"/>
            </a:schemeClr>
          </a:solidFill>
          <a:ln>
            <a:solidFill>
              <a:schemeClr val="bg1">
                <a:lumMod val="50000"/>
              </a:schemeClr>
            </a:solidFill>
          </a:ln>
          <a:scene3d>
            <a:camera prst="orthographicFront"/>
            <a:lightRig rig="threePt" dir="t"/>
          </a:scene3d>
          <a:sp3d>
            <a:bevelT/>
          </a:sp3d>
        </p:spPr>
        <p:txBody>
          <a:bodyPr wrap="square" rtlCol="0" anchor="ctr">
            <a:noAutofit/>
          </a:bodyPr>
          <a:lstStyle/>
          <a:p>
            <a:pPr algn="ctr"/>
            <a:endParaRPr lang="en-GB" sz="1600" dirty="0">
              <a:latin typeface="Lucida Sans Unicode" pitchFamily="34" charset="0"/>
              <a:cs typeface="Lucida Sans Unicode" pitchFamily="34" charset="0"/>
            </a:endParaRPr>
          </a:p>
        </p:txBody>
      </p:sp>
      <p:sp>
        <p:nvSpPr>
          <p:cNvPr id="12" name="TextBox 11"/>
          <p:cNvSpPr txBox="1"/>
          <p:nvPr/>
        </p:nvSpPr>
        <p:spPr>
          <a:xfrm>
            <a:off x="3577545" y="4733295"/>
            <a:ext cx="2219414" cy="461665"/>
          </a:xfrm>
          <a:prstGeom prst="rect">
            <a:avLst/>
          </a:prstGeom>
          <a:noFill/>
          <a:ln>
            <a:noFill/>
          </a:ln>
        </p:spPr>
        <p:txBody>
          <a:bodyPr wrap="square" rtlCol="0">
            <a:spAutoFit/>
          </a:bodyPr>
          <a:lstStyle/>
          <a:p>
            <a:pPr algn="ctr"/>
            <a:r>
              <a:rPr lang="en-GB" sz="2400" dirty="0">
                <a:solidFill>
                  <a:schemeClr val="tx1">
                    <a:lumMod val="65000"/>
                    <a:lumOff val="35000"/>
                  </a:schemeClr>
                </a:solidFill>
                <a:latin typeface="Jokerman" pitchFamily="82" charset="0"/>
              </a:rPr>
              <a:t>Interference</a:t>
            </a:r>
          </a:p>
        </p:txBody>
      </p:sp>
      <p:sp>
        <p:nvSpPr>
          <p:cNvPr id="13" name="TextBox 12"/>
          <p:cNvSpPr txBox="1"/>
          <p:nvPr/>
        </p:nvSpPr>
        <p:spPr>
          <a:xfrm rot="1201976">
            <a:off x="4252825" y="4802309"/>
            <a:ext cx="1639019" cy="353682"/>
          </a:xfrm>
          <a:prstGeom prst="rect">
            <a:avLst/>
          </a:prstGeom>
          <a:noFill/>
          <a:ln>
            <a:noFill/>
          </a:ln>
        </p:spPr>
        <p:txBody>
          <a:bodyPr wrap="square" rtlCol="0">
            <a:prstTxWarp prst="textDeflateBottom">
              <a:avLst>
                <a:gd name="adj" fmla="val 27778"/>
              </a:avLst>
            </a:prstTxWarp>
            <a:spAutoFit/>
          </a:bodyPr>
          <a:lstStyle/>
          <a:p>
            <a:pPr algn="ctr"/>
            <a:r>
              <a:rPr lang="en-GB" sz="600" dirty="0">
                <a:solidFill>
                  <a:schemeClr val="tx1">
                    <a:lumMod val="65000"/>
                    <a:lumOff val="35000"/>
                  </a:schemeClr>
                </a:solidFill>
              </a:rPr>
              <a:t>Distortion</a:t>
            </a:r>
          </a:p>
        </p:txBody>
      </p:sp>
      <p:sp>
        <p:nvSpPr>
          <p:cNvPr id="15" name="TextBox 14"/>
          <p:cNvSpPr txBox="1"/>
          <p:nvPr/>
        </p:nvSpPr>
        <p:spPr>
          <a:xfrm rot="21138891">
            <a:off x="3827706" y="4931704"/>
            <a:ext cx="2219414" cy="338554"/>
          </a:xfrm>
          <a:prstGeom prst="rect">
            <a:avLst/>
          </a:prstGeom>
          <a:noFill/>
          <a:ln>
            <a:noFill/>
          </a:ln>
        </p:spPr>
        <p:txBody>
          <a:bodyPr wrap="square" rtlCol="0">
            <a:prstTxWarp prst="textFadeRight">
              <a:avLst>
                <a:gd name="adj" fmla="val 47451"/>
              </a:avLst>
            </a:prstTxWarp>
            <a:spAutoFit/>
          </a:bodyPr>
          <a:lstStyle/>
          <a:p>
            <a:pPr algn="ctr"/>
            <a:r>
              <a:rPr lang="en-GB" sz="1600" dirty="0">
                <a:solidFill>
                  <a:schemeClr val="tx1">
                    <a:lumMod val="65000"/>
                    <a:lumOff val="35000"/>
                  </a:schemeClr>
                </a:solidFill>
              </a:rPr>
              <a:t>Attenuation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5665129" y="3594609"/>
            <a:ext cx="1865732" cy="338554"/>
          </a:xfrm>
          <a:prstGeom prst="rect">
            <a:avLst/>
          </a:prstGeom>
          <a:solidFill>
            <a:schemeClr val="accent3">
              <a:lumMod val="20000"/>
              <a:lumOff val="80000"/>
            </a:schemeClr>
          </a:solidFill>
          <a:ln>
            <a:solidFill>
              <a:schemeClr val="bg1">
                <a:lumMod val="50000"/>
              </a:schemeClr>
            </a:solidFill>
          </a:ln>
          <a:scene3d>
            <a:camera prst="orthographicFront"/>
            <a:lightRig rig="threePt" dir="t"/>
          </a:scene3d>
          <a:sp3d>
            <a:bevelT/>
          </a:sp3d>
        </p:spPr>
        <p:txBody>
          <a:bodyPr wrap="square" rtlCol="0">
            <a:spAutoFit/>
          </a:bodyPr>
          <a:lstStyle/>
          <a:p>
            <a:pPr algn="ctr"/>
            <a:r>
              <a:rPr lang="en-GB" sz="1600" dirty="0"/>
              <a:t>Demodulation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5880790" y="2654327"/>
            <a:ext cx="2012380" cy="338554"/>
          </a:xfrm>
          <a:prstGeom prst="rect">
            <a:avLst/>
          </a:prstGeom>
          <a:solidFill>
            <a:schemeClr val="accent4">
              <a:lumMod val="20000"/>
              <a:lumOff val="80000"/>
            </a:schemeClr>
          </a:solidFill>
          <a:ln>
            <a:solidFill>
              <a:schemeClr val="bg1">
                <a:lumMod val="50000"/>
              </a:schemeClr>
            </a:solidFill>
          </a:ln>
          <a:scene3d>
            <a:camera prst="orthographicFront"/>
            <a:lightRig rig="threePt" dir="t"/>
          </a:scene3d>
          <a:sp3d>
            <a:bevelT/>
          </a:sp3d>
        </p:spPr>
        <p:txBody>
          <a:bodyPr wrap="square" rtlCol="0">
            <a:spAutoFit/>
          </a:bodyPr>
          <a:lstStyle/>
          <a:p>
            <a:pPr algn="ctr"/>
            <a:r>
              <a:rPr lang="en-GB" sz="1600" dirty="0"/>
              <a:t>Channel Decoding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838321" y="920418"/>
            <a:ext cx="1857105" cy="338554"/>
          </a:xfrm>
          <a:prstGeom prst="rect">
            <a:avLst/>
          </a:prstGeom>
          <a:solidFill>
            <a:schemeClr val="accent6">
              <a:lumMod val="20000"/>
              <a:lumOff val="80000"/>
            </a:schemeClr>
          </a:solidFill>
          <a:ln>
            <a:solidFill>
              <a:schemeClr val="bg1">
                <a:lumMod val="50000"/>
              </a:schemeClr>
            </a:solidFill>
          </a:ln>
          <a:scene3d>
            <a:camera prst="orthographicFront"/>
            <a:lightRig rig="threePt" dir="t"/>
          </a:scene3d>
          <a:sp3d>
            <a:bevelT/>
          </a:sp3d>
        </p:spPr>
        <p:txBody>
          <a:bodyPr wrap="square" rtlCol="0">
            <a:spAutoFit/>
          </a:bodyPr>
          <a:lstStyle/>
          <a:p>
            <a:pPr algn="ctr"/>
            <a:r>
              <a:rPr lang="en-GB" sz="1600" dirty="0"/>
              <a:t>In</a:t>
            </a:r>
            <a:r>
              <a:rPr lang="en-GB" sz="1400" dirty="0"/>
              <a:t>f</a:t>
            </a:r>
            <a:r>
              <a:rPr lang="en-GB" sz="1600" dirty="0"/>
              <a:t>ormation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251726" y="1791686"/>
            <a:ext cx="1865732" cy="338554"/>
          </a:xfrm>
          <a:prstGeom prst="rect">
            <a:avLst/>
          </a:prstGeom>
          <a:solidFill>
            <a:schemeClr val="accent5">
              <a:lumMod val="20000"/>
              <a:lumOff val="80000"/>
            </a:schemeClr>
          </a:solidFill>
          <a:ln>
            <a:solidFill>
              <a:schemeClr val="bg1">
                <a:lumMod val="50000"/>
              </a:schemeClr>
            </a:solidFill>
          </a:ln>
          <a:scene3d>
            <a:camera prst="orthographicFront"/>
            <a:lightRig rig="threePt" dir="t"/>
          </a:scene3d>
          <a:sp3d>
            <a:bevelT/>
          </a:sp3d>
        </p:spPr>
        <p:txBody>
          <a:bodyPr wrap="square" rtlCol="0">
            <a:spAutoFit/>
          </a:bodyPr>
          <a:lstStyle/>
          <a:p>
            <a:pPr algn="ctr"/>
            <a:r>
              <a:rPr lang="en-GB" sz="1600" dirty="0"/>
              <a:t>Source Decoding</a:t>
            </a:r>
          </a:p>
        </p:txBody>
      </p:sp>
      <p:sp>
        <p:nvSpPr>
          <p:cNvPr id="20" name="Down Arrow 19"/>
          <p:cNvSpPr/>
          <p:nvPr/>
        </p:nvSpPr>
        <p:spPr>
          <a:xfrm rot="19897828">
            <a:off x="1140503" y="1327783"/>
            <a:ext cx="441798" cy="461232"/>
          </a:xfrm>
          <a:prstGeom prst="downArrow">
            <a:avLst/>
          </a:prstGeom>
          <a:solidFill>
            <a:schemeClr val="bg2">
              <a:lumMod val="75000"/>
            </a:schemeClr>
          </a:solidFill>
          <a:ln>
            <a:solidFill>
              <a:schemeClr val="tx1"/>
            </a:solidFill>
          </a:ln>
        </p:spPr>
        <p:txBody>
          <a:bodyPr wrap="square" rtlCol="0" anchor="ctr">
            <a:noAutofit/>
          </a:bodyPr>
          <a:lstStyle/>
          <a:p>
            <a:pPr algn="ctr"/>
            <a:endParaRPr lang="en-GB" sz="1600" dirty="0">
              <a:latin typeface="Lucida Sans Unicode" pitchFamily="34" charset="0"/>
              <a:cs typeface="Lucida Sans Unicode" pitchFamily="34" charset="0"/>
            </a:endParaRPr>
          </a:p>
        </p:txBody>
      </p:sp>
      <p:sp>
        <p:nvSpPr>
          <p:cNvPr id="21" name="Down Arrow 20"/>
          <p:cNvSpPr/>
          <p:nvPr/>
        </p:nvSpPr>
        <p:spPr>
          <a:xfrm rot="19721716">
            <a:off x="1502812" y="2276689"/>
            <a:ext cx="441798" cy="461232"/>
          </a:xfrm>
          <a:prstGeom prst="downArrow">
            <a:avLst/>
          </a:prstGeom>
          <a:solidFill>
            <a:schemeClr val="bg2">
              <a:lumMod val="75000"/>
            </a:schemeClr>
          </a:solidFill>
          <a:ln>
            <a:solidFill>
              <a:schemeClr val="tx1"/>
            </a:solidFill>
          </a:ln>
        </p:spPr>
        <p:txBody>
          <a:bodyPr wrap="square" rtlCol="0" anchor="ctr">
            <a:noAutofit/>
          </a:bodyPr>
          <a:lstStyle/>
          <a:p>
            <a:pPr algn="ctr"/>
            <a:endParaRPr lang="en-GB" sz="1600" dirty="0">
              <a:latin typeface="Lucida Sans Unicode" pitchFamily="34" charset="0"/>
              <a:cs typeface="Lucida Sans Unicode" pitchFamily="34" charset="0"/>
            </a:endParaRPr>
          </a:p>
        </p:txBody>
      </p:sp>
      <p:sp>
        <p:nvSpPr>
          <p:cNvPr id="22" name="Down Arrow 21"/>
          <p:cNvSpPr/>
          <p:nvPr/>
        </p:nvSpPr>
        <p:spPr>
          <a:xfrm rot="19357593">
            <a:off x="2349203" y="3188482"/>
            <a:ext cx="441798" cy="461232"/>
          </a:xfrm>
          <a:prstGeom prst="downArrow">
            <a:avLst/>
          </a:prstGeom>
          <a:solidFill>
            <a:schemeClr val="bg2">
              <a:lumMod val="75000"/>
            </a:schemeClr>
          </a:solidFill>
          <a:ln>
            <a:solidFill>
              <a:schemeClr val="tx1"/>
            </a:solidFill>
          </a:ln>
        </p:spPr>
        <p:txBody>
          <a:bodyPr wrap="square" rtlCol="0" anchor="ctr">
            <a:noAutofit/>
          </a:bodyPr>
          <a:lstStyle/>
          <a:p>
            <a:pPr algn="ctr"/>
            <a:endParaRPr lang="en-GB" sz="1600" dirty="0">
              <a:latin typeface="Lucida Sans Unicode" pitchFamily="34" charset="0"/>
              <a:cs typeface="Lucida Sans Unicode" pitchFamily="34" charset="0"/>
            </a:endParaRPr>
          </a:p>
        </p:txBody>
      </p:sp>
      <p:sp>
        <p:nvSpPr>
          <p:cNvPr id="23" name="Down Arrow 22"/>
          <p:cNvSpPr/>
          <p:nvPr/>
        </p:nvSpPr>
        <p:spPr>
          <a:xfrm rot="18821757">
            <a:off x="3143437" y="4048315"/>
            <a:ext cx="441798" cy="461232"/>
          </a:xfrm>
          <a:prstGeom prst="downArrow">
            <a:avLst/>
          </a:prstGeom>
          <a:solidFill>
            <a:schemeClr val="bg2">
              <a:lumMod val="75000"/>
            </a:schemeClr>
          </a:solidFill>
          <a:ln>
            <a:solidFill>
              <a:schemeClr val="tx1"/>
            </a:solidFill>
          </a:ln>
        </p:spPr>
        <p:txBody>
          <a:bodyPr wrap="square" rtlCol="0" anchor="ctr">
            <a:noAutofit/>
          </a:bodyPr>
          <a:lstStyle/>
          <a:p>
            <a:pPr algn="ctr"/>
            <a:endParaRPr lang="en-GB" sz="1600" dirty="0">
              <a:latin typeface="Lucida Sans Unicode" pitchFamily="34" charset="0"/>
              <a:cs typeface="Lucida Sans Unicode" pitchFamily="34" charset="0"/>
            </a:endParaRPr>
          </a:p>
        </p:txBody>
      </p:sp>
      <p:sp>
        <p:nvSpPr>
          <p:cNvPr id="24" name="Down Arrow 23"/>
          <p:cNvSpPr/>
          <p:nvPr/>
        </p:nvSpPr>
        <p:spPr>
          <a:xfrm rot="13504202">
            <a:off x="6117946" y="3993347"/>
            <a:ext cx="441798" cy="461232"/>
          </a:xfrm>
          <a:prstGeom prst="downArrow">
            <a:avLst/>
          </a:prstGeom>
          <a:solidFill>
            <a:schemeClr val="bg2">
              <a:lumMod val="75000"/>
            </a:schemeClr>
          </a:solidFill>
          <a:ln>
            <a:solidFill>
              <a:schemeClr val="tx1"/>
            </a:solidFill>
          </a:ln>
        </p:spPr>
        <p:txBody>
          <a:bodyPr wrap="square" rtlCol="0" anchor="ctr">
            <a:noAutofit/>
          </a:bodyPr>
          <a:lstStyle/>
          <a:p>
            <a:pPr algn="ctr"/>
            <a:endParaRPr lang="en-GB" sz="1600" dirty="0">
              <a:latin typeface="Lucida Sans Unicode" pitchFamily="34" charset="0"/>
              <a:cs typeface="Lucida Sans Unicode" pitchFamily="34" charset="0"/>
            </a:endParaRPr>
          </a:p>
        </p:txBody>
      </p:sp>
      <p:sp>
        <p:nvSpPr>
          <p:cNvPr id="25" name="Down Arrow 24"/>
          <p:cNvSpPr/>
          <p:nvPr/>
        </p:nvSpPr>
        <p:spPr>
          <a:xfrm rot="12329093">
            <a:off x="6661408" y="3009938"/>
            <a:ext cx="441798" cy="461232"/>
          </a:xfrm>
          <a:prstGeom prst="downArrow">
            <a:avLst/>
          </a:prstGeom>
          <a:solidFill>
            <a:schemeClr val="bg2">
              <a:lumMod val="75000"/>
            </a:schemeClr>
          </a:solidFill>
          <a:ln>
            <a:solidFill>
              <a:schemeClr val="tx1"/>
            </a:solidFill>
          </a:ln>
        </p:spPr>
        <p:txBody>
          <a:bodyPr wrap="square" rtlCol="0" anchor="ctr">
            <a:noAutofit/>
          </a:bodyPr>
          <a:lstStyle/>
          <a:p>
            <a:pPr algn="ctr"/>
            <a:endParaRPr lang="en-GB" sz="1600" dirty="0">
              <a:latin typeface="Lucida Sans Unicode" pitchFamily="34" charset="0"/>
              <a:cs typeface="Lucida Sans Unicode" pitchFamily="34" charset="0"/>
            </a:endParaRPr>
          </a:p>
        </p:txBody>
      </p:sp>
      <p:sp>
        <p:nvSpPr>
          <p:cNvPr id="26" name="Down Arrow 25"/>
          <p:cNvSpPr/>
          <p:nvPr/>
        </p:nvSpPr>
        <p:spPr>
          <a:xfrm rot="12028605">
            <a:off x="6946081" y="2138668"/>
            <a:ext cx="441798" cy="461232"/>
          </a:xfrm>
          <a:prstGeom prst="downArrow">
            <a:avLst/>
          </a:prstGeom>
          <a:solidFill>
            <a:schemeClr val="bg2">
              <a:lumMod val="75000"/>
            </a:schemeClr>
          </a:solidFill>
          <a:ln>
            <a:solidFill>
              <a:schemeClr val="tx1"/>
            </a:solidFill>
          </a:ln>
        </p:spPr>
        <p:txBody>
          <a:bodyPr wrap="square" rtlCol="0" anchor="ctr">
            <a:noAutofit/>
          </a:bodyPr>
          <a:lstStyle/>
          <a:p>
            <a:pPr algn="ctr"/>
            <a:endParaRPr lang="en-GB" sz="1600" dirty="0">
              <a:latin typeface="Lucida Sans Unicode" pitchFamily="34" charset="0"/>
              <a:cs typeface="Lucida Sans Unicode" pitchFamily="34" charset="0"/>
            </a:endParaRPr>
          </a:p>
        </p:txBody>
      </p:sp>
      <p:sp>
        <p:nvSpPr>
          <p:cNvPr id="27" name="Down Arrow 26"/>
          <p:cNvSpPr/>
          <p:nvPr/>
        </p:nvSpPr>
        <p:spPr>
          <a:xfrm rot="11747874">
            <a:off x="7325645" y="1276026"/>
            <a:ext cx="441798" cy="461232"/>
          </a:xfrm>
          <a:prstGeom prst="downArrow">
            <a:avLst/>
          </a:prstGeom>
          <a:solidFill>
            <a:schemeClr val="bg2">
              <a:lumMod val="75000"/>
            </a:schemeClr>
          </a:solidFill>
          <a:ln>
            <a:solidFill>
              <a:schemeClr val="tx1"/>
            </a:solidFill>
          </a:ln>
        </p:spPr>
        <p:txBody>
          <a:bodyPr wrap="square" rtlCol="0" anchor="ctr">
            <a:noAutofit/>
          </a:bodyPr>
          <a:lstStyle/>
          <a:p>
            <a:pPr algn="ctr"/>
            <a:endParaRPr lang="en-GB" sz="1600" dirty="0">
              <a:latin typeface="Lucida Sans Unicode" pitchFamily="34" charset="0"/>
              <a:cs typeface="Lucida Sans Unicode" pitchFamily="34" charset="0"/>
            </a:endParaRPr>
          </a:p>
        </p:txBody>
      </p:sp>
      <p:sp>
        <p:nvSpPr>
          <p:cNvPr id="28" name="TextBox 27"/>
          <p:cNvSpPr txBox="1"/>
          <p:nvPr/>
        </p:nvSpPr>
        <p:spPr>
          <a:xfrm>
            <a:off x="7098940" y="3104107"/>
            <a:ext cx="1371599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sz="1400" dirty="0">
                <a:solidFill>
                  <a:schemeClr val="bg1"/>
                </a:solidFill>
              </a:rPr>
              <a:t>bit errors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3724188" y="4465878"/>
            <a:ext cx="2219414" cy="338554"/>
          </a:xfrm>
          <a:prstGeom prst="rect">
            <a:avLst/>
          </a:prstGeom>
          <a:noFill/>
          <a:ln>
            <a:noFill/>
          </a:ln>
        </p:spPr>
        <p:txBody>
          <a:bodyPr wrap="square" rtlCol="0">
            <a:spAutoFit/>
          </a:bodyPr>
          <a:lstStyle/>
          <a:p>
            <a:pPr algn="ctr"/>
            <a:r>
              <a:rPr lang="en-GB" sz="1600" b="1" dirty="0"/>
              <a:t>Transmission Link</a:t>
            </a:r>
          </a:p>
        </p:txBody>
      </p:sp>
      <p:sp>
        <p:nvSpPr>
          <p:cNvPr id="30" name="Rectangle 29"/>
          <p:cNvSpPr/>
          <p:nvPr/>
        </p:nvSpPr>
        <p:spPr>
          <a:xfrm>
            <a:off x="2384685" y="828254"/>
            <a:ext cx="2580721" cy="954107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85725" indent="-85725"/>
            <a:r>
              <a:rPr lang="en-GB" sz="1400" i="1" dirty="0">
                <a:solidFill>
                  <a:schemeClr val="bg1"/>
                </a:solidFill>
              </a:rPr>
              <a:t>Source Information</a:t>
            </a:r>
          </a:p>
          <a:p>
            <a:pPr marL="180975" indent="-180975">
              <a:buFont typeface="Arial" pitchFamily="34" charset="0"/>
              <a:buChar char="•"/>
            </a:pPr>
            <a:r>
              <a:rPr lang="en-GB" sz="1400" dirty="0">
                <a:solidFill>
                  <a:schemeClr val="bg1"/>
                </a:solidFill>
              </a:rPr>
              <a:t>coded data in as small space as possible (compressed, etc)</a:t>
            </a:r>
          </a:p>
        </p:txBody>
      </p:sp>
      <p:sp>
        <p:nvSpPr>
          <p:cNvPr id="31" name="Rectangle 30"/>
          <p:cNvSpPr/>
          <p:nvPr/>
        </p:nvSpPr>
        <p:spPr>
          <a:xfrm>
            <a:off x="6527495" y="4201264"/>
            <a:ext cx="2127408" cy="52322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180975" indent="-180975">
              <a:buFont typeface="Arial" pitchFamily="34" charset="0"/>
              <a:buChar char="•"/>
            </a:pPr>
            <a:r>
              <a:rPr lang="en-GB" sz="1400" dirty="0">
                <a:solidFill>
                  <a:schemeClr val="bg1"/>
                </a:solidFill>
              </a:rPr>
              <a:t>signal received – reverse processes</a:t>
            </a:r>
          </a:p>
        </p:txBody>
      </p:sp>
      <p:sp>
        <p:nvSpPr>
          <p:cNvPr id="32" name="Rectangle 31"/>
          <p:cNvSpPr/>
          <p:nvPr/>
        </p:nvSpPr>
        <p:spPr>
          <a:xfrm>
            <a:off x="2735559" y="5870023"/>
            <a:ext cx="4717865" cy="52322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180975" indent="-180975">
              <a:buFont typeface="Arial" pitchFamily="34" charset="0"/>
              <a:buChar char="•"/>
            </a:pPr>
            <a:r>
              <a:rPr lang="en-GB" sz="1400" dirty="0">
                <a:solidFill>
                  <a:schemeClr val="bg1"/>
                </a:solidFill>
              </a:rPr>
              <a:t>transmission is subject to noise interference</a:t>
            </a:r>
          </a:p>
          <a:p>
            <a:pPr marL="180975" indent="-180975">
              <a:buFont typeface="Arial" pitchFamily="34" charset="0"/>
              <a:buChar char="•"/>
            </a:pPr>
            <a:r>
              <a:rPr lang="en-GB" sz="1400" dirty="0">
                <a:solidFill>
                  <a:schemeClr val="bg1"/>
                </a:solidFill>
                <a:cs typeface="Lucida Sans Unicode" pitchFamily="34" charset="0"/>
              </a:rPr>
              <a:t>aim – to approach the Shannon Limit</a:t>
            </a:r>
          </a:p>
        </p:txBody>
      </p:sp>
      <p:sp>
        <p:nvSpPr>
          <p:cNvPr id="33" name="Rectangle 32"/>
          <p:cNvSpPr/>
          <p:nvPr/>
        </p:nvSpPr>
        <p:spPr>
          <a:xfrm>
            <a:off x="385763" y="3379224"/>
            <a:ext cx="2506293" cy="203132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85725" indent="-85725"/>
            <a:r>
              <a:rPr lang="en-GB" sz="1400" i="1" dirty="0">
                <a:solidFill>
                  <a:schemeClr val="bg1"/>
                </a:solidFill>
              </a:rPr>
              <a:t>Channel coding</a:t>
            </a:r>
          </a:p>
          <a:p>
            <a:pPr marL="182563" indent="-182563">
              <a:buFont typeface="Arial" pitchFamily="34" charset="0"/>
              <a:buChar char="•"/>
            </a:pPr>
            <a:r>
              <a:rPr lang="en-GB" sz="1400" dirty="0">
                <a:solidFill>
                  <a:schemeClr val="bg1"/>
                </a:solidFill>
                <a:latin typeface="Lucida Sans Unicode" pitchFamily="34" charset="0"/>
                <a:cs typeface="Lucida Sans Unicode" pitchFamily="34" charset="0"/>
              </a:rPr>
              <a:t>appropriate error protection method</a:t>
            </a:r>
          </a:p>
          <a:p>
            <a:pPr marL="182563" indent="-182563"/>
            <a:r>
              <a:rPr lang="en-GB" sz="1400" dirty="0">
                <a:solidFill>
                  <a:schemeClr val="bg1"/>
                </a:solidFill>
                <a:latin typeface="Lucida Sans Unicode" pitchFamily="34" charset="0"/>
                <a:cs typeface="Lucida Sans Unicode" pitchFamily="34" charset="0"/>
              </a:rPr>
              <a:t>	... depends on channel characteristics</a:t>
            </a:r>
          </a:p>
          <a:p>
            <a:pPr marL="182563" indent="-182563"/>
            <a:endParaRPr lang="en-GB" sz="1400" dirty="0">
              <a:solidFill>
                <a:schemeClr val="bg1"/>
              </a:solidFill>
              <a:latin typeface="Lucida Sans Unicode" pitchFamily="34" charset="0"/>
              <a:cs typeface="Lucida Sans Unicode" pitchFamily="34" charset="0"/>
            </a:endParaRPr>
          </a:p>
          <a:p>
            <a:pPr marL="182563" indent="-182563"/>
            <a:endParaRPr lang="en-GB" sz="1400" dirty="0">
              <a:solidFill>
                <a:schemeClr val="bg1"/>
              </a:solidFill>
              <a:latin typeface="Lucida Sans Unicode" pitchFamily="34" charset="0"/>
              <a:cs typeface="Lucida Sans Unicode" pitchFamily="34" charset="0"/>
            </a:endParaRPr>
          </a:p>
          <a:p>
            <a:r>
              <a:rPr lang="en-GB" sz="1400" i="1" dirty="0">
                <a:solidFill>
                  <a:schemeClr val="bg1"/>
                </a:solidFill>
              </a:rPr>
              <a:t>Modulation </a:t>
            </a:r>
          </a:p>
          <a:p>
            <a:r>
              <a:rPr lang="en-GB" sz="1400" i="1" dirty="0">
                <a:solidFill>
                  <a:schemeClr val="bg1"/>
                </a:solidFill>
              </a:rPr>
              <a:t>   …  </a:t>
            </a:r>
            <a:r>
              <a:rPr lang="en-GB" sz="1400" dirty="0">
                <a:solidFill>
                  <a:schemeClr val="bg1"/>
                </a:solidFill>
              </a:rPr>
              <a:t>on to carrier</a:t>
            </a:r>
          </a:p>
        </p:txBody>
      </p:sp>
      <p:sp>
        <p:nvSpPr>
          <p:cNvPr id="41" name="Rectangle 40"/>
          <p:cNvSpPr/>
          <p:nvPr/>
        </p:nvSpPr>
        <p:spPr>
          <a:xfrm flipV="1">
            <a:off x="0" y="6525344"/>
            <a:ext cx="9144000" cy="332656"/>
          </a:xfrm>
          <a:prstGeom prst="rect">
            <a:avLst/>
          </a:prstGeom>
          <a:gradFill>
            <a:gsLst>
              <a:gs pos="0">
                <a:schemeClr val="tx1"/>
              </a:gs>
              <a:gs pos="65000">
                <a:srgbClr val="25A0AD"/>
              </a:gs>
              <a:gs pos="100000">
                <a:schemeClr val="tx1">
                  <a:lumMod val="85000"/>
                  <a:lumOff val="15000"/>
                </a:schemeClr>
              </a:gs>
            </a:gsLst>
            <a:lin ang="5400000" scaled="0"/>
          </a:gradFill>
        </p:spPr>
        <p:txBody>
          <a:bodyPr wrap="square" rtlCol="0" anchor="ctr">
            <a:noAutofit/>
          </a:bodyPr>
          <a:lstStyle/>
          <a:p>
            <a:pPr algn="ctr"/>
            <a:endParaRPr lang="en-GB" sz="1600" dirty="0">
              <a:latin typeface="Lucida Sans Unicode" pitchFamily="34" charset="0"/>
              <a:cs typeface="Lucida Sans Unicode" pitchFamily="34" charset="0"/>
            </a:endParaRPr>
          </a:p>
        </p:txBody>
      </p:sp>
      <p:sp>
        <p:nvSpPr>
          <p:cNvPr id="42" name="Rectangle 41"/>
          <p:cNvSpPr/>
          <p:nvPr/>
        </p:nvSpPr>
        <p:spPr>
          <a:xfrm>
            <a:off x="0" y="0"/>
            <a:ext cx="9144000" cy="323850"/>
          </a:xfrm>
          <a:prstGeom prst="rect">
            <a:avLst/>
          </a:prstGeom>
          <a:gradFill>
            <a:gsLst>
              <a:gs pos="0">
                <a:schemeClr val="tx1"/>
              </a:gs>
              <a:gs pos="65000">
                <a:srgbClr val="25A0AD"/>
              </a:gs>
              <a:gs pos="100000">
                <a:schemeClr val="tx1">
                  <a:lumMod val="85000"/>
                  <a:lumOff val="15000"/>
                </a:schemeClr>
              </a:gs>
            </a:gsLst>
            <a:lin ang="5400000" scaled="0"/>
          </a:gradFill>
        </p:spPr>
        <p:txBody>
          <a:bodyPr wrap="square" rtlCol="0" anchor="ctr">
            <a:noAutofit/>
          </a:bodyPr>
          <a:lstStyle/>
          <a:p>
            <a:pPr algn="ctr"/>
            <a:endParaRPr lang="en-GB" sz="1600" dirty="0">
              <a:latin typeface="Lucida Sans Unicode" pitchFamily="34" charset="0"/>
              <a:cs typeface="Lucida Sans Unicode" pitchFamily="34" charset="0"/>
            </a:endParaRPr>
          </a:p>
        </p:txBody>
      </p:sp>
      <p:sp>
        <p:nvSpPr>
          <p:cNvPr id="43" name="TextBox 42"/>
          <p:cNvSpPr txBox="1"/>
          <p:nvPr/>
        </p:nvSpPr>
        <p:spPr>
          <a:xfrm>
            <a:off x="0" y="6581001"/>
            <a:ext cx="1891865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GB" sz="1200" dirty="0">
                <a:solidFill>
                  <a:schemeClr val="bg1"/>
                </a:solidFill>
                <a:latin typeface="Lucida Sans Unicode" pitchFamily="34" charset="0"/>
                <a:cs typeface="Lucida Sans Unicode" pitchFamily="34" charset="0"/>
              </a:rPr>
              <a:t>jeremy.foss@bcu.ac.uk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0" y="0"/>
            <a:ext cx="5338321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GB" sz="1200" dirty="0">
                <a:solidFill>
                  <a:schemeClr val="bg1"/>
                </a:solidFill>
                <a:latin typeface="Lucida Sans Unicode" pitchFamily="34" charset="0"/>
                <a:cs typeface="Lucida Sans Unicode" pitchFamily="34" charset="0"/>
              </a:rPr>
              <a:t>MSc Digital Broadcast Technology: Signal Compression and Encoding</a:t>
            </a:r>
          </a:p>
        </p:txBody>
      </p:sp>
      <p:sp>
        <p:nvSpPr>
          <p:cNvPr id="45" name="Rectangle 44"/>
          <p:cNvSpPr/>
          <p:nvPr/>
        </p:nvSpPr>
        <p:spPr>
          <a:xfrm flipV="1">
            <a:off x="8172400" y="6597351"/>
            <a:ext cx="971598" cy="260646"/>
          </a:xfrm>
          <a:prstGeom prst="rect">
            <a:avLst/>
          </a:prstGeom>
          <a:gradFill>
            <a:gsLst>
              <a:gs pos="0">
                <a:schemeClr val="tx1">
                  <a:alpha val="56000"/>
                </a:schemeClr>
              </a:gs>
              <a:gs pos="13000">
                <a:srgbClr val="25A0AD"/>
              </a:gs>
              <a:gs pos="100000">
                <a:schemeClr val="bg1"/>
              </a:gs>
            </a:gsLst>
            <a:lin ang="5400000" scaled="0"/>
          </a:gradFill>
          <a:effectLst>
            <a:outerShdw blurRad="50800" dist="38100" dir="13500000" algn="br" rotWithShape="0">
              <a:prstClr val="black">
                <a:alpha val="40000"/>
              </a:prstClr>
            </a:outerShdw>
          </a:effectLst>
        </p:spPr>
        <p:txBody>
          <a:bodyPr wrap="square" rtlCol="0" anchor="ctr">
            <a:noAutofit/>
          </a:bodyPr>
          <a:lstStyle/>
          <a:p>
            <a:pPr algn="ctr"/>
            <a:endParaRPr lang="en-GB" sz="1600" dirty="0">
              <a:latin typeface="Lucida Sans Unicode" pitchFamily="34" charset="0"/>
              <a:cs typeface="Lucida Sans Unicode" pitchFamily="34" charset="0"/>
            </a:endParaRPr>
          </a:p>
        </p:txBody>
      </p:sp>
      <p:pic>
        <p:nvPicPr>
          <p:cNvPr id="46" name="Picture 45"/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172400" y="6580645"/>
            <a:ext cx="971600" cy="269368"/>
          </a:xfrm>
          <a:prstGeom prst="rect">
            <a:avLst/>
          </a:prstGeom>
        </p:spPr>
      </p:pic>
      <p:cxnSp>
        <p:nvCxnSpPr>
          <p:cNvPr id="37" name="Straight Arrow Connector 36"/>
          <p:cNvCxnSpPr/>
          <p:nvPr/>
        </p:nvCxnSpPr>
        <p:spPr>
          <a:xfrm flipH="1">
            <a:off x="2613804" y="1699404"/>
            <a:ext cx="336430" cy="310551"/>
          </a:xfrm>
          <a:prstGeom prst="straightConnector1">
            <a:avLst/>
          </a:prstGeom>
          <a:ln>
            <a:solidFill>
              <a:schemeClr val="accent1">
                <a:lumMod val="20000"/>
                <a:lumOff val="80000"/>
              </a:schemeClr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8" name="Straight Arrow Connector 37"/>
          <p:cNvCxnSpPr/>
          <p:nvPr/>
        </p:nvCxnSpPr>
        <p:spPr>
          <a:xfrm flipV="1">
            <a:off x="1649921" y="3185332"/>
            <a:ext cx="214141" cy="226552"/>
          </a:xfrm>
          <a:prstGeom prst="straightConnector1">
            <a:avLst/>
          </a:prstGeom>
          <a:ln>
            <a:solidFill>
              <a:schemeClr val="accent1">
                <a:lumMod val="20000"/>
                <a:lumOff val="80000"/>
              </a:schemeClr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9" name="Straight Arrow Connector 38"/>
          <p:cNvCxnSpPr/>
          <p:nvPr/>
        </p:nvCxnSpPr>
        <p:spPr>
          <a:xfrm flipV="1">
            <a:off x="1977037" y="4110208"/>
            <a:ext cx="991305" cy="990773"/>
          </a:xfrm>
          <a:prstGeom prst="straightConnector1">
            <a:avLst/>
          </a:prstGeom>
          <a:ln>
            <a:solidFill>
              <a:schemeClr val="accent1">
                <a:lumMod val="20000"/>
                <a:lumOff val="80000"/>
              </a:schemeClr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25557959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/>
          <p:cNvSpPr txBox="1"/>
          <p:nvPr/>
        </p:nvSpPr>
        <p:spPr>
          <a:xfrm>
            <a:off x="318029" y="870310"/>
            <a:ext cx="7619394" cy="286232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GB" sz="6000" b="1" dirty="0"/>
              <a:t>Pulse Transmission,</a:t>
            </a:r>
          </a:p>
          <a:p>
            <a:r>
              <a:rPr lang="en-GB" sz="6000" b="1" dirty="0"/>
              <a:t>Interference (ISI)</a:t>
            </a:r>
          </a:p>
          <a:p>
            <a:r>
              <a:rPr lang="en-GB" sz="6000" b="1" dirty="0"/>
              <a:t>Eye Diagrams</a:t>
            </a:r>
          </a:p>
        </p:txBody>
      </p:sp>
      <p:sp>
        <p:nvSpPr>
          <p:cNvPr id="4" name="Right Arrow 2"/>
          <p:cNvSpPr/>
          <p:nvPr/>
        </p:nvSpPr>
        <p:spPr>
          <a:xfrm>
            <a:off x="4175027" y="4506995"/>
            <a:ext cx="595222" cy="439947"/>
          </a:xfrm>
          <a:prstGeom prst="rightArrow">
            <a:avLst>
              <a:gd name="adj1" fmla="val 50000"/>
              <a:gd name="adj2" fmla="val 69608"/>
            </a:avLst>
          </a:prstGeom>
          <a:solidFill>
            <a:srgbClr val="92D050"/>
          </a:solidFill>
          <a:ln>
            <a:solidFill>
              <a:schemeClr val="accent1"/>
            </a:solidFill>
          </a:ln>
        </p:spPr>
        <p:txBody>
          <a:bodyPr wrap="square" rtlCol="0" anchor="ctr">
            <a:noAutofit/>
          </a:bodyPr>
          <a:lstStyle/>
          <a:p>
            <a:pPr algn="ctr"/>
            <a:endParaRPr lang="en-GB" sz="1600" dirty="0">
              <a:latin typeface="Lucida Sans Unicode" pitchFamily="34" charset="0"/>
              <a:cs typeface="Lucida Sans Unicode" pitchFamily="34" charset="0"/>
            </a:endParaRPr>
          </a:p>
        </p:txBody>
      </p:sp>
      <p:sp>
        <p:nvSpPr>
          <p:cNvPr id="5" name="Rectangle 4"/>
          <p:cNvSpPr/>
          <p:nvPr/>
        </p:nvSpPr>
        <p:spPr>
          <a:xfrm>
            <a:off x="395288" y="5084900"/>
            <a:ext cx="8240652" cy="338554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GB" sz="1600" dirty="0"/>
              <a:t>Original generated signal   →   transmission system      →      received signal  </a:t>
            </a:r>
          </a:p>
        </p:txBody>
      </p:sp>
      <p:grpSp>
        <p:nvGrpSpPr>
          <p:cNvPr id="2" name="Group 1"/>
          <p:cNvGrpSpPr/>
          <p:nvPr/>
        </p:nvGrpSpPr>
        <p:grpSpPr>
          <a:xfrm>
            <a:off x="617493" y="4432063"/>
            <a:ext cx="2232211" cy="528918"/>
            <a:chOff x="617493" y="4432063"/>
            <a:chExt cx="2232211" cy="528918"/>
          </a:xfrm>
        </p:grpSpPr>
        <p:cxnSp>
          <p:nvCxnSpPr>
            <p:cNvPr id="6" name="Straight Connector 5"/>
            <p:cNvCxnSpPr/>
            <p:nvPr/>
          </p:nvCxnSpPr>
          <p:spPr>
            <a:xfrm flipV="1">
              <a:off x="617493" y="4956288"/>
              <a:ext cx="455390" cy="0"/>
            </a:xfrm>
            <a:prstGeom prst="line">
              <a:avLst/>
            </a:prstGeom>
            <a:ln w="57150">
              <a:solidFill>
                <a:srgbClr val="00B050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7" name="Straight Connector 6"/>
            <p:cNvCxnSpPr/>
            <p:nvPr/>
          </p:nvCxnSpPr>
          <p:spPr>
            <a:xfrm flipV="1">
              <a:off x="1483533" y="4956288"/>
              <a:ext cx="455390" cy="0"/>
            </a:xfrm>
            <a:prstGeom prst="line">
              <a:avLst/>
            </a:prstGeom>
            <a:ln w="57150">
              <a:solidFill>
                <a:srgbClr val="00B050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8" name="Straight Connector 7"/>
            <p:cNvCxnSpPr/>
            <p:nvPr/>
          </p:nvCxnSpPr>
          <p:spPr>
            <a:xfrm flipV="1">
              <a:off x="1072883" y="4432063"/>
              <a:ext cx="410650" cy="3973"/>
            </a:xfrm>
            <a:prstGeom prst="line">
              <a:avLst/>
            </a:prstGeom>
            <a:ln w="57150">
              <a:solidFill>
                <a:srgbClr val="00B050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9" name="Straight Connector 8"/>
            <p:cNvCxnSpPr/>
            <p:nvPr/>
          </p:nvCxnSpPr>
          <p:spPr>
            <a:xfrm flipV="1">
              <a:off x="1938924" y="4436035"/>
              <a:ext cx="455390" cy="1"/>
            </a:xfrm>
            <a:prstGeom prst="line">
              <a:avLst/>
            </a:prstGeom>
            <a:ln w="57150">
              <a:solidFill>
                <a:srgbClr val="00B050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0" name="Straight Connector 9"/>
            <p:cNvCxnSpPr/>
            <p:nvPr/>
          </p:nvCxnSpPr>
          <p:spPr>
            <a:xfrm>
              <a:off x="1072883" y="4440729"/>
              <a:ext cx="0" cy="520252"/>
            </a:xfrm>
            <a:prstGeom prst="line">
              <a:avLst/>
            </a:prstGeom>
            <a:ln w="57150">
              <a:solidFill>
                <a:srgbClr val="00B050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1" name="Straight Connector 10"/>
            <p:cNvCxnSpPr/>
            <p:nvPr/>
          </p:nvCxnSpPr>
          <p:spPr>
            <a:xfrm>
              <a:off x="1483533" y="4436036"/>
              <a:ext cx="0" cy="520252"/>
            </a:xfrm>
            <a:prstGeom prst="line">
              <a:avLst/>
            </a:prstGeom>
            <a:ln w="57150">
              <a:solidFill>
                <a:srgbClr val="00B050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2" name="Straight Connector 11"/>
            <p:cNvCxnSpPr/>
            <p:nvPr/>
          </p:nvCxnSpPr>
          <p:spPr>
            <a:xfrm>
              <a:off x="1938924" y="4440729"/>
              <a:ext cx="0" cy="520252"/>
            </a:xfrm>
            <a:prstGeom prst="line">
              <a:avLst/>
            </a:prstGeom>
            <a:ln w="57150">
              <a:solidFill>
                <a:srgbClr val="00B050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3" name="Straight Connector 12"/>
            <p:cNvCxnSpPr/>
            <p:nvPr/>
          </p:nvCxnSpPr>
          <p:spPr>
            <a:xfrm>
              <a:off x="2394314" y="4440729"/>
              <a:ext cx="0" cy="520252"/>
            </a:xfrm>
            <a:prstGeom prst="line">
              <a:avLst/>
            </a:prstGeom>
            <a:ln w="57150">
              <a:solidFill>
                <a:srgbClr val="00B050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4" name="Straight Connector 13"/>
            <p:cNvCxnSpPr/>
            <p:nvPr/>
          </p:nvCxnSpPr>
          <p:spPr>
            <a:xfrm flipV="1">
              <a:off x="2394314" y="4956287"/>
              <a:ext cx="455390" cy="0"/>
            </a:xfrm>
            <a:prstGeom prst="line">
              <a:avLst/>
            </a:prstGeom>
            <a:ln w="57150">
              <a:solidFill>
                <a:srgbClr val="00B050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15" name="Freeform 33"/>
          <p:cNvSpPr/>
          <p:nvPr/>
        </p:nvSpPr>
        <p:spPr>
          <a:xfrm>
            <a:off x="5984981" y="4443297"/>
            <a:ext cx="2181044" cy="537713"/>
          </a:xfrm>
          <a:custGeom>
            <a:avLst/>
            <a:gdLst>
              <a:gd name="connsiteX0" fmla="*/ 0 w 2181044"/>
              <a:gd name="connsiteY0" fmla="*/ 467264 h 537713"/>
              <a:gd name="connsiteX1" fmla="*/ 319177 w 2181044"/>
              <a:gd name="connsiteY1" fmla="*/ 467264 h 537713"/>
              <a:gd name="connsiteX2" fmla="*/ 388188 w 2181044"/>
              <a:gd name="connsiteY2" fmla="*/ 277483 h 537713"/>
              <a:gd name="connsiteX3" fmla="*/ 431320 w 2181044"/>
              <a:gd name="connsiteY3" fmla="*/ 104955 h 537713"/>
              <a:gd name="connsiteX4" fmla="*/ 500332 w 2181044"/>
              <a:gd name="connsiteY4" fmla="*/ 18691 h 537713"/>
              <a:gd name="connsiteX5" fmla="*/ 707366 w 2181044"/>
              <a:gd name="connsiteY5" fmla="*/ 18691 h 537713"/>
              <a:gd name="connsiteX6" fmla="*/ 785003 w 2181044"/>
              <a:gd name="connsiteY6" fmla="*/ 53196 h 537713"/>
              <a:gd name="connsiteX7" fmla="*/ 845388 w 2181044"/>
              <a:gd name="connsiteY7" fmla="*/ 199845 h 537713"/>
              <a:gd name="connsiteX8" fmla="*/ 862641 w 2181044"/>
              <a:gd name="connsiteY8" fmla="*/ 467264 h 537713"/>
              <a:gd name="connsiteX9" fmla="*/ 940279 w 2181044"/>
              <a:gd name="connsiteY9" fmla="*/ 501770 h 537713"/>
              <a:gd name="connsiteX10" fmla="*/ 1121433 w 2181044"/>
              <a:gd name="connsiteY10" fmla="*/ 510396 h 537713"/>
              <a:gd name="connsiteX11" fmla="*/ 1207698 w 2181044"/>
              <a:gd name="connsiteY11" fmla="*/ 510396 h 537713"/>
              <a:gd name="connsiteX12" fmla="*/ 1250830 w 2181044"/>
              <a:gd name="connsiteY12" fmla="*/ 346494 h 537713"/>
              <a:gd name="connsiteX13" fmla="*/ 1285335 w 2181044"/>
              <a:gd name="connsiteY13" fmla="*/ 242977 h 537713"/>
              <a:gd name="connsiteX14" fmla="*/ 1337094 w 2181044"/>
              <a:gd name="connsiteY14" fmla="*/ 87702 h 537713"/>
              <a:gd name="connsiteX15" fmla="*/ 1397479 w 2181044"/>
              <a:gd name="connsiteY15" fmla="*/ 10064 h 537713"/>
              <a:gd name="connsiteX16" fmla="*/ 1587260 w 2181044"/>
              <a:gd name="connsiteY16" fmla="*/ 27317 h 537713"/>
              <a:gd name="connsiteX17" fmla="*/ 1664898 w 2181044"/>
              <a:gd name="connsiteY17" fmla="*/ 53196 h 537713"/>
              <a:gd name="connsiteX18" fmla="*/ 1733909 w 2181044"/>
              <a:gd name="connsiteY18" fmla="*/ 225725 h 537713"/>
              <a:gd name="connsiteX19" fmla="*/ 1751162 w 2181044"/>
              <a:gd name="connsiteY19" fmla="*/ 363747 h 537713"/>
              <a:gd name="connsiteX20" fmla="*/ 1785667 w 2181044"/>
              <a:gd name="connsiteY20" fmla="*/ 510396 h 537713"/>
              <a:gd name="connsiteX21" fmla="*/ 1846052 w 2181044"/>
              <a:gd name="connsiteY21" fmla="*/ 519023 h 537713"/>
              <a:gd name="connsiteX22" fmla="*/ 2009954 w 2181044"/>
              <a:gd name="connsiteY22" fmla="*/ 519023 h 537713"/>
              <a:gd name="connsiteX23" fmla="*/ 2156603 w 2181044"/>
              <a:gd name="connsiteY23" fmla="*/ 475891 h 537713"/>
              <a:gd name="connsiteX24" fmla="*/ 2156603 w 2181044"/>
              <a:gd name="connsiteY24" fmla="*/ 467264 h 537713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</a:cxnLst>
            <a:rect l="l" t="t" r="r" b="b"/>
            <a:pathLst>
              <a:path w="2181044" h="537713">
                <a:moveTo>
                  <a:pt x="0" y="467264"/>
                </a:moveTo>
                <a:cubicBezTo>
                  <a:pt x="127239" y="483079"/>
                  <a:pt x="254479" y="498894"/>
                  <a:pt x="319177" y="467264"/>
                </a:cubicBezTo>
                <a:cubicBezTo>
                  <a:pt x="383875" y="435634"/>
                  <a:pt x="369498" y="337868"/>
                  <a:pt x="388188" y="277483"/>
                </a:cubicBezTo>
                <a:cubicBezTo>
                  <a:pt x="406878" y="217098"/>
                  <a:pt x="412629" y="148087"/>
                  <a:pt x="431320" y="104955"/>
                </a:cubicBezTo>
                <a:cubicBezTo>
                  <a:pt x="450011" y="61823"/>
                  <a:pt x="454324" y="33068"/>
                  <a:pt x="500332" y="18691"/>
                </a:cubicBezTo>
                <a:cubicBezTo>
                  <a:pt x="546340" y="4314"/>
                  <a:pt x="659921" y="12940"/>
                  <a:pt x="707366" y="18691"/>
                </a:cubicBezTo>
                <a:cubicBezTo>
                  <a:pt x="754811" y="24442"/>
                  <a:pt x="761999" y="23004"/>
                  <a:pt x="785003" y="53196"/>
                </a:cubicBezTo>
                <a:cubicBezTo>
                  <a:pt x="808007" y="83388"/>
                  <a:pt x="832448" y="130834"/>
                  <a:pt x="845388" y="199845"/>
                </a:cubicBezTo>
                <a:cubicBezTo>
                  <a:pt x="858328" y="268856"/>
                  <a:pt x="846826" y="416943"/>
                  <a:pt x="862641" y="467264"/>
                </a:cubicBezTo>
                <a:cubicBezTo>
                  <a:pt x="878456" y="517585"/>
                  <a:pt x="897147" y="494581"/>
                  <a:pt x="940279" y="501770"/>
                </a:cubicBezTo>
                <a:cubicBezTo>
                  <a:pt x="983411" y="508959"/>
                  <a:pt x="1076863" y="508958"/>
                  <a:pt x="1121433" y="510396"/>
                </a:cubicBezTo>
                <a:cubicBezTo>
                  <a:pt x="1166003" y="511834"/>
                  <a:pt x="1186132" y="537713"/>
                  <a:pt x="1207698" y="510396"/>
                </a:cubicBezTo>
                <a:cubicBezTo>
                  <a:pt x="1229264" y="483079"/>
                  <a:pt x="1237890" y="391064"/>
                  <a:pt x="1250830" y="346494"/>
                </a:cubicBezTo>
                <a:cubicBezTo>
                  <a:pt x="1263770" y="301924"/>
                  <a:pt x="1285335" y="242977"/>
                  <a:pt x="1285335" y="242977"/>
                </a:cubicBezTo>
                <a:cubicBezTo>
                  <a:pt x="1299712" y="199845"/>
                  <a:pt x="1318403" y="126521"/>
                  <a:pt x="1337094" y="87702"/>
                </a:cubicBezTo>
                <a:cubicBezTo>
                  <a:pt x="1355785" y="48883"/>
                  <a:pt x="1355785" y="20128"/>
                  <a:pt x="1397479" y="10064"/>
                </a:cubicBezTo>
                <a:cubicBezTo>
                  <a:pt x="1439173" y="0"/>
                  <a:pt x="1542690" y="20128"/>
                  <a:pt x="1587260" y="27317"/>
                </a:cubicBezTo>
                <a:cubicBezTo>
                  <a:pt x="1631830" y="34506"/>
                  <a:pt x="1640457" y="20128"/>
                  <a:pt x="1664898" y="53196"/>
                </a:cubicBezTo>
                <a:cubicBezTo>
                  <a:pt x="1689340" y="86264"/>
                  <a:pt x="1719532" y="173967"/>
                  <a:pt x="1733909" y="225725"/>
                </a:cubicBezTo>
                <a:cubicBezTo>
                  <a:pt x="1748286" y="277483"/>
                  <a:pt x="1742536" y="316302"/>
                  <a:pt x="1751162" y="363747"/>
                </a:cubicBezTo>
                <a:cubicBezTo>
                  <a:pt x="1759788" y="411192"/>
                  <a:pt x="1769852" y="484517"/>
                  <a:pt x="1785667" y="510396"/>
                </a:cubicBezTo>
                <a:cubicBezTo>
                  <a:pt x="1801482" y="536275"/>
                  <a:pt x="1808671" y="517585"/>
                  <a:pt x="1846052" y="519023"/>
                </a:cubicBezTo>
                <a:cubicBezTo>
                  <a:pt x="1883433" y="520461"/>
                  <a:pt x="1958196" y="526212"/>
                  <a:pt x="2009954" y="519023"/>
                </a:cubicBezTo>
                <a:cubicBezTo>
                  <a:pt x="2061712" y="511834"/>
                  <a:pt x="2132162" y="484517"/>
                  <a:pt x="2156603" y="475891"/>
                </a:cubicBezTo>
                <a:cubicBezTo>
                  <a:pt x="2181044" y="467265"/>
                  <a:pt x="2168823" y="467264"/>
                  <a:pt x="2156603" y="467264"/>
                </a:cubicBezTo>
              </a:path>
            </a:pathLst>
          </a:custGeom>
          <a:noFill/>
          <a:ln w="57150">
            <a:solidFill>
              <a:srgbClr val="33CC33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766792144"/>
      </p:ext>
    </p:extLst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45" name="Group 44"/>
          <p:cNvGrpSpPr/>
          <p:nvPr/>
        </p:nvGrpSpPr>
        <p:grpSpPr>
          <a:xfrm>
            <a:off x="608264" y="1304244"/>
            <a:ext cx="7707750" cy="542875"/>
            <a:chOff x="660626" y="4421767"/>
            <a:chExt cx="7707750" cy="542875"/>
          </a:xfrm>
        </p:grpSpPr>
        <p:cxnSp>
          <p:nvCxnSpPr>
            <p:cNvPr id="46" name="Straight Connector 45"/>
            <p:cNvCxnSpPr/>
            <p:nvPr/>
          </p:nvCxnSpPr>
          <p:spPr>
            <a:xfrm flipV="1">
              <a:off x="660626" y="4959949"/>
              <a:ext cx="455390" cy="0"/>
            </a:xfrm>
            <a:prstGeom prst="line">
              <a:avLst/>
            </a:prstGeom>
            <a:ln w="28575">
              <a:solidFill>
                <a:srgbClr val="00B050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7" name="Straight Connector 46"/>
            <p:cNvCxnSpPr/>
            <p:nvPr/>
          </p:nvCxnSpPr>
          <p:spPr>
            <a:xfrm flipV="1">
              <a:off x="1526666" y="4959949"/>
              <a:ext cx="455390" cy="0"/>
            </a:xfrm>
            <a:prstGeom prst="line">
              <a:avLst/>
            </a:prstGeom>
            <a:ln w="28575">
              <a:solidFill>
                <a:srgbClr val="00B050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8" name="Straight Connector 47"/>
            <p:cNvCxnSpPr/>
            <p:nvPr/>
          </p:nvCxnSpPr>
          <p:spPr>
            <a:xfrm flipV="1">
              <a:off x="1116016" y="4435724"/>
              <a:ext cx="410650" cy="3973"/>
            </a:xfrm>
            <a:prstGeom prst="line">
              <a:avLst/>
            </a:prstGeom>
            <a:ln w="28575">
              <a:solidFill>
                <a:srgbClr val="00B050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9" name="Straight Connector 48"/>
            <p:cNvCxnSpPr/>
            <p:nvPr/>
          </p:nvCxnSpPr>
          <p:spPr>
            <a:xfrm flipV="1">
              <a:off x="1982057" y="4439696"/>
              <a:ext cx="455390" cy="1"/>
            </a:xfrm>
            <a:prstGeom prst="line">
              <a:avLst/>
            </a:prstGeom>
            <a:ln w="28575">
              <a:solidFill>
                <a:srgbClr val="00B050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0" name="Straight Connector 49"/>
            <p:cNvCxnSpPr/>
            <p:nvPr/>
          </p:nvCxnSpPr>
          <p:spPr>
            <a:xfrm>
              <a:off x="1116016" y="4444390"/>
              <a:ext cx="0" cy="520252"/>
            </a:xfrm>
            <a:prstGeom prst="line">
              <a:avLst/>
            </a:prstGeom>
            <a:ln w="28575">
              <a:solidFill>
                <a:srgbClr val="00B050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1" name="Straight Connector 50"/>
            <p:cNvCxnSpPr/>
            <p:nvPr/>
          </p:nvCxnSpPr>
          <p:spPr>
            <a:xfrm>
              <a:off x="1526666" y="4439697"/>
              <a:ext cx="0" cy="520252"/>
            </a:xfrm>
            <a:prstGeom prst="line">
              <a:avLst/>
            </a:prstGeom>
            <a:ln w="28575">
              <a:solidFill>
                <a:srgbClr val="00B050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2" name="Straight Connector 51"/>
            <p:cNvCxnSpPr/>
            <p:nvPr/>
          </p:nvCxnSpPr>
          <p:spPr>
            <a:xfrm>
              <a:off x="1982057" y="4444390"/>
              <a:ext cx="0" cy="520252"/>
            </a:xfrm>
            <a:prstGeom prst="line">
              <a:avLst/>
            </a:prstGeom>
            <a:ln w="28575">
              <a:solidFill>
                <a:srgbClr val="00B050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3" name="Straight Connector 52"/>
            <p:cNvCxnSpPr/>
            <p:nvPr/>
          </p:nvCxnSpPr>
          <p:spPr>
            <a:xfrm>
              <a:off x="3330340" y="4435724"/>
              <a:ext cx="0" cy="520252"/>
            </a:xfrm>
            <a:prstGeom prst="line">
              <a:avLst/>
            </a:prstGeom>
            <a:ln w="28575">
              <a:solidFill>
                <a:srgbClr val="00B050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4" name="Straight Connector 53"/>
            <p:cNvCxnSpPr/>
            <p:nvPr/>
          </p:nvCxnSpPr>
          <p:spPr>
            <a:xfrm flipV="1">
              <a:off x="2892837" y="4955976"/>
              <a:ext cx="455390" cy="0"/>
            </a:xfrm>
            <a:prstGeom prst="line">
              <a:avLst/>
            </a:prstGeom>
            <a:ln w="28575">
              <a:solidFill>
                <a:srgbClr val="00B050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5" name="Straight Connector 54"/>
            <p:cNvCxnSpPr/>
            <p:nvPr/>
          </p:nvCxnSpPr>
          <p:spPr>
            <a:xfrm>
              <a:off x="2892837" y="4444390"/>
              <a:ext cx="0" cy="520252"/>
            </a:xfrm>
            <a:prstGeom prst="line">
              <a:avLst/>
            </a:prstGeom>
            <a:ln w="28575">
              <a:solidFill>
                <a:srgbClr val="00B050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6" name="Straight Connector 55"/>
            <p:cNvCxnSpPr/>
            <p:nvPr/>
          </p:nvCxnSpPr>
          <p:spPr>
            <a:xfrm flipV="1">
              <a:off x="2437447" y="4444390"/>
              <a:ext cx="455390" cy="0"/>
            </a:xfrm>
            <a:prstGeom prst="line">
              <a:avLst/>
            </a:prstGeom>
            <a:ln w="28575">
              <a:solidFill>
                <a:srgbClr val="00B050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7" name="Straight Connector 56"/>
            <p:cNvCxnSpPr/>
            <p:nvPr/>
          </p:nvCxnSpPr>
          <p:spPr>
            <a:xfrm>
              <a:off x="3803617" y="4444390"/>
              <a:ext cx="0" cy="520252"/>
            </a:xfrm>
            <a:prstGeom prst="line">
              <a:avLst/>
            </a:prstGeom>
            <a:ln w="28575">
              <a:solidFill>
                <a:srgbClr val="00B050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8" name="Straight Connector 57"/>
            <p:cNvCxnSpPr/>
            <p:nvPr/>
          </p:nvCxnSpPr>
          <p:spPr>
            <a:xfrm flipV="1">
              <a:off x="3348227" y="4444390"/>
              <a:ext cx="455390" cy="0"/>
            </a:xfrm>
            <a:prstGeom prst="line">
              <a:avLst/>
            </a:prstGeom>
            <a:ln w="28575">
              <a:solidFill>
                <a:srgbClr val="00B050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9" name="Straight Connector 58"/>
            <p:cNvCxnSpPr/>
            <p:nvPr/>
          </p:nvCxnSpPr>
          <p:spPr>
            <a:xfrm flipV="1">
              <a:off x="3803617" y="4947509"/>
              <a:ext cx="455390" cy="0"/>
            </a:xfrm>
            <a:prstGeom prst="line">
              <a:avLst/>
            </a:prstGeom>
            <a:ln w="28575">
              <a:solidFill>
                <a:srgbClr val="00B050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60" name="Straight Connector 59"/>
            <p:cNvCxnSpPr/>
            <p:nvPr/>
          </p:nvCxnSpPr>
          <p:spPr>
            <a:xfrm flipV="1">
              <a:off x="4259007" y="4942019"/>
              <a:ext cx="455390" cy="0"/>
            </a:xfrm>
            <a:prstGeom prst="line">
              <a:avLst/>
            </a:prstGeom>
            <a:ln w="28575">
              <a:solidFill>
                <a:srgbClr val="00B050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61" name="Straight Connector 60"/>
            <p:cNvCxnSpPr/>
            <p:nvPr/>
          </p:nvCxnSpPr>
          <p:spPr>
            <a:xfrm>
              <a:off x="4714397" y="4421767"/>
              <a:ext cx="0" cy="520252"/>
            </a:xfrm>
            <a:prstGeom prst="line">
              <a:avLst/>
            </a:prstGeom>
            <a:ln w="28575">
              <a:solidFill>
                <a:srgbClr val="00B050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62" name="Straight Connector 61"/>
            <p:cNvCxnSpPr/>
            <p:nvPr/>
          </p:nvCxnSpPr>
          <p:spPr>
            <a:xfrm>
              <a:off x="5637263" y="4444390"/>
              <a:ext cx="0" cy="520252"/>
            </a:xfrm>
            <a:prstGeom prst="line">
              <a:avLst/>
            </a:prstGeom>
            <a:ln w="28575">
              <a:solidFill>
                <a:srgbClr val="00B050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63" name="Straight Connector 62"/>
            <p:cNvCxnSpPr/>
            <p:nvPr/>
          </p:nvCxnSpPr>
          <p:spPr>
            <a:xfrm flipV="1">
              <a:off x="4726483" y="4438899"/>
              <a:ext cx="455390" cy="0"/>
            </a:xfrm>
            <a:prstGeom prst="line">
              <a:avLst/>
            </a:prstGeom>
            <a:ln w="28575">
              <a:solidFill>
                <a:srgbClr val="00B050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64" name="Straight Connector 63"/>
            <p:cNvCxnSpPr/>
            <p:nvPr/>
          </p:nvCxnSpPr>
          <p:spPr>
            <a:xfrm flipV="1">
              <a:off x="5181873" y="4433409"/>
              <a:ext cx="455390" cy="0"/>
            </a:xfrm>
            <a:prstGeom prst="line">
              <a:avLst/>
            </a:prstGeom>
            <a:ln w="28575">
              <a:solidFill>
                <a:srgbClr val="00B050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65" name="Straight Connector 64"/>
            <p:cNvCxnSpPr/>
            <p:nvPr/>
          </p:nvCxnSpPr>
          <p:spPr>
            <a:xfrm flipV="1">
              <a:off x="5637263" y="4938895"/>
              <a:ext cx="455390" cy="0"/>
            </a:xfrm>
            <a:prstGeom prst="line">
              <a:avLst/>
            </a:prstGeom>
            <a:ln w="28575">
              <a:solidFill>
                <a:srgbClr val="00B050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66" name="Straight Connector 65"/>
            <p:cNvCxnSpPr/>
            <p:nvPr/>
          </p:nvCxnSpPr>
          <p:spPr>
            <a:xfrm>
              <a:off x="6092653" y="4444390"/>
              <a:ext cx="0" cy="520252"/>
            </a:xfrm>
            <a:prstGeom prst="line">
              <a:avLst/>
            </a:prstGeom>
            <a:ln w="28575">
              <a:solidFill>
                <a:srgbClr val="00B050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67" name="Straight Connector 66"/>
            <p:cNvCxnSpPr/>
            <p:nvPr/>
          </p:nvCxnSpPr>
          <p:spPr>
            <a:xfrm flipV="1">
              <a:off x="6092653" y="4444390"/>
              <a:ext cx="455390" cy="0"/>
            </a:xfrm>
            <a:prstGeom prst="line">
              <a:avLst/>
            </a:prstGeom>
            <a:ln w="28575">
              <a:solidFill>
                <a:srgbClr val="00B050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68" name="Straight Connector 67"/>
            <p:cNvCxnSpPr/>
            <p:nvPr/>
          </p:nvCxnSpPr>
          <p:spPr>
            <a:xfrm>
              <a:off x="6548043" y="4444390"/>
              <a:ext cx="0" cy="520252"/>
            </a:xfrm>
            <a:prstGeom prst="line">
              <a:avLst/>
            </a:prstGeom>
            <a:ln w="28575">
              <a:solidFill>
                <a:srgbClr val="00B050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69" name="Straight Connector 68"/>
            <p:cNvCxnSpPr/>
            <p:nvPr/>
          </p:nvCxnSpPr>
          <p:spPr>
            <a:xfrm flipV="1">
              <a:off x="6546816" y="4944385"/>
              <a:ext cx="455390" cy="0"/>
            </a:xfrm>
            <a:prstGeom prst="line">
              <a:avLst/>
            </a:prstGeom>
            <a:ln w="28575">
              <a:solidFill>
                <a:srgbClr val="00B050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70" name="Straight Connector 69"/>
            <p:cNvCxnSpPr/>
            <p:nvPr/>
          </p:nvCxnSpPr>
          <p:spPr>
            <a:xfrm flipV="1">
              <a:off x="7002206" y="4938895"/>
              <a:ext cx="455390" cy="0"/>
            </a:xfrm>
            <a:prstGeom prst="line">
              <a:avLst/>
            </a:prstGeom>
            <a:ln w="28575">
              <a:solidFill>
                <a:srgbClr val="00B050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71" name="Straight Connector 70"/>
            <p:cNvCxnSpPr/>
            <p:nvPr/>
          </p:nvCxnSpPr>
          <p:spPr>
            <a:xfrm flipV="1">
              <a:off x="7457596" y="4924790"/>
              <a:ext cx="455390" cy="0"/>
            </a:xfrm>
            <a:prstGeom prst="line">
              <a:avLst/>
            </a:prstGeom>
            <a:ln w="28575">
              <a:solidFill>
                <a:srgbClr val="00B050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72" name="Straight Connector 71"/>
            <p:cNvCxnSpPr/>
            <p:nvPr/>
          </p:nvCxnSpPr>
          <p:spPr>
            <a:xfrm>
              <a:off x="7912986" y="4435923"/>
              <a:ext cx="0" cy="520252"/>
            </a:xfrm>
            <a:prstGeom prst="line">
              <a:avLst/>
            </a:prstGeom>
            <a:ln w="28575">
              <a:solidFill>
                <a:srgbClr val="00B050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73" name="Straight Connector 72"/>
            <p:cNvCxnSpPr/>
            <p:nvPr/>
          </p:nvCxnSpPr>
          <p:spPr>
            <a:xfrm flipV="1">
              <a:off x="7912986" y="4421767"/>
              <a:ext cx="455390" cy="0"/>
            </a:xfrm>
            <a:prstGeom prst="line">
              <a:avLst/>
            </a:prstGeom>
            <a:ln w="28575">
              <a:solidFill>
                <a:srgbClr val="00B050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74" name="Freeform: Shape 73"/>
          <p:cNvSpPr/>
          <p:nvPr/>
        </p:nvSpPr>
        <p:spPr>
          <a:xfrm>
            <a:off x="544486" y="3983705"/>
            <a:ext cx="8017934" cy="593532"/>
          </a:xfrm>
          <a:custGeom>
            <a:avLst/>
            <a:gdLst>
              <a:gd name="connsiteX0" fmla="*/ 0 w 8017934"/>
              <a:gd name="connsiteY0" fmla="*/ 559665 h 601998"/>
              <a:gd name="connsiteX1" fmla="*/ 491067 w 8017934"/>
              <a:gd name="connsiteY1" fmla="*/ 551198 h 601998"/>
              <a:gd name="connsiteX2" fmla="*/ 508000 w 8017934"/>
              <a:gd name="connsiteY2" fmla="*/ 525798 h 601998"/>
              <a:gd name="connsiteX3" fmla="*/ 533400 w 8017934"/>
              <a:gd name="connsiteY3" fmla="*/ 508865 h 601998"/>
              <a:gd name="connsiteX4" fmla="*/ 567267 w 8017934"/>
              <a:gd name="connsiteY4" fmla="*/ 474998 h 601998"/>
              <a:gd name="connsiteX5" fmla="*/ 575734 w 8017934"/>
              <a:gd name="connsiteY5" fmla="*/ 449598 h 601998"/>
              <a:gd name="connsiteX6" fmla="*/ 584200 w 8017934"/>
              <a:gd name="connsiteY6" fmla="*/ 407265 h 601998"/>
              <a:gd name="connsiteX7" fmla="*/ 601134 w 8017934"/>
              <a:gd name="connsiteY7" fmla="*/ 381865 h 601998"/>
              <a:gd name="connsiteX8" fmla="*/ 618067 w 8017934"/>
              <a:gd name="connsiteY8" fmla="*/ 305665 h 601998"/>
              <a:gd name="connsiteX9" fmla="*/ 626534 w 8017934"/>
              <a:gd name="connsiteY9" fmla="*/ 280265 h 601998"/>
              <a:gd name="connsiteX10" fmla="*/ 643467 w 8017934"/>
              <a:gd name="connsiteY10" fmla="*/ 246398 h 601998"/>
              <a:gd name="connsiteX11" fmla="*/ 660400 w 8017934"/>
              <a:gd name="connsiteY11" fmla="*/ 187132 h 601998"/>
              <a:gd name="connsiteX12" fmla="*/ 677334 w 8017934"/>
              <a:gd name="connsiteY12" fmla="*/ 170198 h 601998"/>
              <a:gd name="connsiteX13" fmla="*/ 702734 w 8017934"/>
              <a:gd name="connsiteY13" fmla="*/ 110932 h 601998"/>
              <a:gd name="connsiteX14" fmla="*/ 795867 w 8017934"/>
              <a:gd name="connsiteY14" fmla="*/ 68598 h 601998"/>
              <a:gd name="connsiteX15" fmla="*/ 922867 w 8017934"/>
              <a:gd name="connsiteY15" fmla="*/ 85532 h 601998"/>
              <a:gd name="connsiteX16" fmla="*/ 948267 w 8017934"/>
              <a:gd name="connsiteY16" fmla="*/ 93998 h 601998"/>
              <a:gd name="connsiteX17" fmla="*/ 965200 w 8017934"/>
              <a:gd name="connsiteY17" fmla="*/ 144798 h 601998"/>
              <a:gd name="connsiteX18" fmla="*/ 982134 w 8017934"/>
              <a:gd name="connsiteY18" fmla="*/ 220998 h 601998"/>
              <a:gd name="connsiteX19" fmla="*/ 990600 w 8017934"/>
              <a:gd name="connsiteY19" fmla="*/ 246398 h 601998"/>
              <a:gd name="connsiteX20" fmla="*/ 1007534 w 8017934"/>
              <a:gd name="connsiteY20" fmla="*/ 314132 h 601998"/>
              <a:gd name="connsiteX21" fmla="*/ 1041400 w 8017934"/>
              <a:gd name="connsiteY21" fmla="*/ 364932 h 601998"/>
              <a:gd name="connsiteX22" fmla="*/ 1058334 w 8017934"/>
              <a:gd name="connsiteY22" fmla="*/ 534265 h 601998"/>
              <a:gd name="connsiteX23" fmla="*/ 1083734 w 8017934"/>
              <a:gd name="connsiteY23" fmla="*/ 551198 h 601998"/>
              <a:gd name="connsiteX24" fmla="*/ 1227667 w 8017934"/>
              <a:gd name="connsiteY24" fmla="*/ 559665 h 601998"/>
              <a:gd name="connsiteX25" fmla="*/ 1405467 w 8017934"/>
              <a:gd name="connsiteY25" fmla="*/ 542732 h 601998"/>
              <a:gd name="connsiteX26" fmla="*/ 1439334 w 8017934"/>
              <a:gd name="connsiteY26" fmla="*/ 534265 h 601998"/>
              <a:gd name="connsiteX27" fmla="*/ 1464734 w 8017934"/>
              <a:gd name="connsiteY27" fmla="*/ 517332 h 601998"/>
              <a:gd name="connsiteX28" fmla="*/ 1481667 w 8017934"/>
              <a:gd name="connsiteY28" fmla="*/ 491932 h 601998"/>
              <a:gd name="connsiteX29" fmla="*/ 1490134 w 8017934"/>
              <a:gd name="connsiteY29" fmla="*/ 373398 h 601998"/>
              <a:gd name="connsiteX30" fmla="*/ 1498600 w 8017934"/>
              <a:gd name="connsiteY30" fmla="*/ 339532 h 601998"/>
              <a:gd name="connsiteX31" fmla="*/ 1515534 w 8017934"/>
              <a:gd name="connsiteY31" fmla="*/ 322598 h 601998"/>
              <a:gd name="connsiteX32" fmla="*/ 1524000 w 8017934"/>
              <a:gd name="connsiteY32" fmla="*/ 288732 h 601998"/>
              <a:gd name="connsiteX33" fmla="*/ 1532467 w 8017934"/>
              <a:gd name="connsiteY33" fmla="*/ 263332 h 601998"/>
              <a:gd name="connsiteX34" fmla="*/ 1540934 w 8017934"/>
              <a:gd name="connsiteY34" fmla="*/ 220998 h 601998"/>
              <a:gd name="connsiteX35" fmla="*/ 1557867 w 8017934"/>
              <a:gd name="connsiteY35" fmla="*/ 187132 h 601998"/>
              <a:gd name="connsiteX36" fmla="*/ 1574800 w 8017934"/>
              <a:gd name="connsiteY36" fmla="*/ 127865 h 601998"/>
              <a:gd name="connsiteX37" fmla="*/ 1608667 w 8017934"/>
              <a:gd name="connsiteY37" fmla="*/ 93998 h 601998"/>
              <a:gd name="connsiteX38" fmla="*/ 1634067 w 8017934"/>
              <a:gd name="connsiteY38" fmla="*/ 77065 h 601998"/>
              <a:gd name="connsiteX39" fmla="*/ 1667934 w 8017934"/>
              <a:gd name="connsiteY39" fmla="*/ 68598 h 601998"/>
              <a:gd name="connsiteX40" fmla="*/ 1693334 w 8017934"/>
              <a:gd name="connsiteY40" fmla="*/ 60132 h 601998"/>
              <a:gd name="connsiteX41" fmla="*/ 1718734 w 8017934"/>
              <a:gd name="connsiteY41" fmla="*/ 68598 h 601998"/>
              <a:gd name="connsiteX42" fmla="*/ 1761067 w 8017934"/>
              <a:gd name="connsiteY42" fmla="*/ 85532 h 601998"/>
              <a:gd name="connsiteX43" fmla="*/ 1811867 w 8017934"/>
              <a:gd name="connsiteY43" fmla="*/ 93998 h 601998"/>
              <a:gd name="connsiteX44" fmla="*/ 2192867 w 8017934"/>
              <a:gd name="connsiteY44" fmla="*/ 93998 h 601998"/>
              <a:gd name="connsiteX45" fmla="*/ 2311400 w 8017934"/>
              <a:gd name="connsiteY45" fmla="*/ 102465 h 601998"/>
              <a:gd name="connsiteX46" fmla="*/ 2345267 w 8017934"/>
              <a:gd name="connsiteY46" fmla="*/ 170198 h 601998"/>
              <a:gd name="connsiteX47" fmla="*/ 2345267 w 8017934"/>
              <a:gd name="connsiteY47" fmla="*/ 170198 h 601998"/>
              <a:gd name="connsiteX48" fmla="*/ 2379134 w 8017934"/>
              <a:gd name="connsiteY48" fmla="*/ 246398 h 601998"/>
              <a:gd name="connsiteX49" fmla="*/ 2404534 w 8017934"/>
              <a:gd name="connsiteY49" fmla="*/ 297198 h 601998"/>
              <a:gd name="connsiteX50" fmla="*/ 2421467 w 8017934"/>
              <a:gd name="connsiteY50" fmla="*/ 356465 h 601998"/>
              <a:gd name="connsiteX51" fmla="*/ 2438400 w 8017934"/>
              <a:gd name="connsiteY51" fmla="*/ 390332 h 601998"/>
              <a:gd name="connsiteX52" fmla="*/ 2455334 w 8017934"/>
              <a:gd name="connsiteY52" fmla="*/ 441132 h 601998"/>
              <a:gd name="connsiteX53" fmla="*/ 2463800 w 8017934"/>
              <a:gd name="connsiteY53" fmla="*/ 466532 h 601998"/>
              <a:gd name="connsiteX54" fmla="*/ 2480734 w 8017934"/>
              <a:gd name="connsiteY54" fmla="*/ 483465 h 601998"/>
              <a:gd name="connsiteX55" fmla="*/ 2523067 w 8017934"/>
              <a:gd name="connsiteY55" fmla="*/ 559665 h 601998"/>
              <a:gd name="connsiteX56" fmla="*/ 2582334 w 8017934"/>
              <a:gd name="connsiteY56" fmla="*/ 568132 h 601998"/>
              <a:gd name="connsiteX57" fmla="*/ 2599267 w 8017934"/>
              <a:gd name="connsiteY57" fmla="*/ 525798 h 601998"/>
              <a:gd name="connsiteX58" fmla="*/ 2616200 w 8017934"/>
              <a:gd name="connsiteY58" fmla="*/ 500398 h 601998"/>
              <a:gd name="connsiteX59" fmla="*/ 2658534 w 8017934"/>
              <a:gd name="connsiteY59" fmla="*/ 508865 h 601998"/>
              <a:gd name="connsiteX60" fmla="*/ 2751667 w 8017934"/>
              <a:gd name="connsiteY60" fmla="*/ 534265 h 601998"/>
              <a:gd name="connsiteX61" fmla="*/ 2777067 w 8017934"/>
              <a:gd name="connsiteY61" fmla="*/ 551198 h 601998"/>
              <a:gd name="connsiteX62" fmla="*/ 2802467 w 8017934"/>
              <a:gd name="connsiteY62" fmla="*/ 500398 h 601998"/>
              <a:gd name="connsiteX63" fmla="*/ 2844800 w 8017934"/>
              <a:gd name="connsiteY63" fmla="*/ 483465 h 601998"/>
              <a:gd name="connsiteX64" fmla="*/ 2861734 w 8017934"/>
              <a:gd name="connsiteY64" fmla="*/ 424198 h 601998"/>
              <a:gd name="connsiteX65" fmla="*/ 2887134 w 8017934"/>
              <a:gd name="connsiteY65" fmla="*/ 263332 h 601998"/>
              <a:gd name="connsiteX66" fmla="*/ 2895600 w 8017934"/>
              <a:gd name="connsiteY66" fmla="*/ 195598 h 601998"/>
              <a:gd name="connsiteX67" fmla="*/ 2929467 w 8017934"/>
              <a:gd name="connsiteY67" fmla="*/ 119398 h 601998"/>
              <a:gd name="connsiteX68" fmla="*/ 2963334 w 8017934"/>
              <a:gd name="connsiteY68" fmla="*/ 102465 h 601998"/>
              <a:gd name="connsiteX69" fmla="*/ 3183467 w 8017934"/>
              <a:gd name="connsiteY69" fmla="*/ 77065 h 601998"/>
              <a:gd name="connsiteX70" fmla="*/ 3293534 w 8017934"/>
              <a:gd name="connsiteY70" fmla="*/ 93998 h 601998"/>
              <a:gd name="connsiteX71" fmla="*/ 3302000 w 8017934"/>
              <a:gd name="connsiteY71" fmla="*/ 127865 h 601998"/>
              <a:gd name="connsiteX72" fmla="*/ 3318934 w 8017934"/>
              <a:gd name="connsiteY72" fmla="*/ 204065 h 601998"/>
              <a:gd name="connsiteX73" fmla="*/ 3335867 w 8017934"/>
              <a:gd name="connsiteY73" fmla="*/ 229465 h 601998"/>
              <a:gd name="connsiteX74" fmla="*/ 3352800 w 8017934"/>
              <a:gd name="connsiteY74" fmla="*/ 288732 h 601998"/>
              <a:gd name="connsiteX75" fmla="*/ 3369734 w 8017934"/>
              <a:gd name="connsiteY75" fmla="*/ 322598 h 601998"/>
              <a:gd name="connsiteX76" fmla="*/ 3386667 w 8017934"/>
              <a:gd name="connsiteY76" fmla="*/ 373398 h 601998"/>
              <a:gd name="connsiteX77" fmla="*/ 3395134 w 8017934"/>
              <a:gd name="connsiteY77" fmla="*/ 398798 h 601998"/>
              <a:gd name="connsiteX78" fmla="*/ 3412067 w 8017934"/>
              <a:gd name="connsiteY78" fmla="*/ 415732 h 601998"/>
              <a:gd name="connsiteX79" fmla="*/ 3437467 w 8017934"/>
              <a:gd name="connsiteY79" fmla="*/ 500398 h 601998"/>
              <a:gd name="connsiteX80" fmla="*/ 3454400 w 8017934"/>
              <a:gd name="connsiteY80" fmla="*/ 525798 h 601998"/>
              <a:gd name="connsiteX81" fmla="*/ 3462867 w 8017934"/>
              <a:gd name="connsiteY81" fmla="*/ 551198 h 601998"/>
              <a:gd name="connsiteX82" fmla="*/ 3505200 w 8017934"/>
              <a:gd name="connsiteY82" fmla="*/ 593532 h 601998"/>
              <a:gd name="connsiteX83" fmla="*/ 3784600 w 8017934"/>
              <a:gd name="connsiteY83" fmla="*/ 601998 h 601998"/>
              <a:gd name="connsiteX84" fmla="*/ 3683000 w 8017934"/>
              <a:gd name="connsiteY84" fmla="*/ 576598 h 601998"/>
              <a:gd name="connsiteX85" fmla="*/ 3708400 w 8017934"/>
              <a:gd name="connsiteY85" fmla="*/ 568132 h 601998"/>
              <a:gd name="connsiteX86" fmla="*/ 3683000 w 8017934"/>
              <a:gd name="connsiteY86" fmla="*/ 559665 h 601998"/>
              <a:gd name="connsiteX87" fmla="*/ 3666067 w 8017934"/>
              <a:gd name="connsiteY87" fmla="*/ 534265 h 601998"/>
              <a:gd name="connsiteX88" fmla="*/ 3691467 w 8017934"/>
              <a:gd name="connsiteY88" fmla="*/ 517332 h 601998"/>
              <a:gd name="connsiteX89" fmla="*/ 3810000 w 8017934"/>
              <a:gd name="connsiteY89" fmla="*/ 525798 h 601998"/>
              <a:gd name="connsiteX90" fmla="*/ 4004734 w 8017934"/>
              <a:gd name="connsiteY90" fmla="*/ 551198 h 601998"/>
              <a:gd name="connsiteX91" fmla="*/ 4174067 w 8017934"/>
              <a:gd name="connsiteY91" fmla="*/ 542732 h 601998"/>
              <a:gd name="connsiteX92" fmla="*/ 4191000 w 8017934"/>
              <a:gd name="connsiteY92" fmla="*/ 525798 h 601998"/>
              <a:gd name="connsiteX93" fmla="*/ 4199467 w 8017934"/>
              <a:gd name="connsiteY93" fmla="*/ 500398 h 601998"/>
              <a:gd name="connsiteX94" fmla="*/ 4216400 w 8017934"/>
              <a:gd name="connsiteY94" fmla="*/ 466532 h 601998"/>
              <a:gd name="connsiteX95" fmla="*/ 4216400 w 8017934"/>
              <a:gd name="connsiteY95" fmla="*/ 178665 h 601998"/>
              <a:gd name="connsiteX96" fmla="*/ 4224867 w 8017934"/>
              <a:gd name="connsiteY96" fmla="*/ 153265 h 601998"/>
              <a:gd name="connsiteX97" fmla="*/ 4258734 w 8017934"/>
              <a:gd name="connsiteY97" fmla="*/ 127865 h 601998"/>
              <a:gd name="connsiteX98" fmla="*/ 5164667 w 8017934"/>
              <a:gd name="connsiteY98" fmla="*/ 339532 h 601998"/>
              <a:gd name="connsiteX99" fmla="*/ 5190067 w 8017934"/>
              <a:gd name="connsiteY99" fmla="*/ 390332 h 601998"/>
              <a:gd name="connsiteX100" fmla="*/ 5207000 w 8017934"/>
              <a:gd name="connsiteY100" fmla="*/ 441132 h 601998"/>
              <a:gd name="connsiteX101" fmla="*/ 5274734 w 8017934"/>
              <a:gd name="connsiteY101" fmla="*/ 483465 h 601998"/>
              <a:gd name="connsiteX102" fmla="*/ 5317067 w 8017934"/>
              <a:gd name="connsiteY102" fmla="*/ 525798 h 601998"/>
              <a:gd name="connsiteX103" fmla="*/ 5308600 w 8017934"/>
              <a:gd name="connsiteY103" fmla="*/ 517332 h 601998"/>
              <a:gd name="connsiteX104" fmla="*/ 5266267 w 8017934"/>
              <a:gd name="connsiteY104" fmla="*/ 542732 h 601998"/>
              <a:gd name="connsiteX105" fmla="*/ 5283200 w 8017934"/>
              <a:gd name="connsiteY105" fmla="*/ 517332 h 601998"/>
              <a:gd name="connsiteX106" fmla="*/ 5342467 w 8017934"/>
              <a:gd name="connsiteY106" fmla="*/ 500398 h 601998"/>
              <a:gd name="connsiteX107" fmla="*/ 5401734 w 8017934"/>
              <a:gd name="connsiteY107" fmla="*/ 483465 h 601998"/>
              <a:gd name="connsiteX108" fmla="*/ 5435600 w 8017934"/>
              <a:gd name="connsiteY108" fmla="*/ 466532 h 601998"/>
              <a:gd name="connsiteX109" fmla="*/ 5537200 w 8017934"/>
              <a:gd name="connsiteY109" fmla="*/ 458065 h 601998"/>
              <a:gd name="connsiteX110" fmla="*/ 5562600 w 8017934"/>
              <a:gd name="connsiteY110" fmla="*/ 407265 h 601998"/>
              <a:gd name="connsiteX111" fmla="*/ 5579534 w 8017934"/>
              <a:gd name="connsiteY111" fmla="*/ 373398 h 601998"/>
              <a:gd name="connsiteX112" fmla="*/ 5613400 w 8017934"/>
              <a:gd name="connsiteY112" fmla="*/ 314132 h 601998"/>
              <a:gd name="connsiteX113" fmla="*/ 5621867 w 8017934"/>
              <a:gd name="connsiteY113" fmla="*/ 280265 h 601998"/>
              <a:gd name="connsiteX114" fmla="*/ 5630334 w 8017934"/>
              <a:gd name="connsiteY114" fmla="*/ 170198 h 601998"/>
              <a:gd name="connsiteX115" fmla="*/ 5638800 w 8017934"/>
              <a:gd name="connsiteY115" fmla="*/ 136332 h 601998"/>
              <a:gd name="connsiteX116" fmla="*/ 5689600 w 8017934"/>
              <a:gd name="connsiteY116" fmla="*/ 93998 h 601998"/>
              <a:gd name="connsiteX117" fmla="*/ 5731934 w 8017934"/>
              <a:gd name="connsiteY117" fmla="*/ 85532 h 601998"/>
              <a:gd name="connsiteX118" fmla="*/ 5892800 w 8017934"/>
              <a:gd name="connsiteY118" fmla="*/ 93998 h 601998"/>
              <a:gd name="connsiteX119" fmla="*/ 5918200 w 8017934"/>
              <a:gd name="connsiteY119" fmla="*/ 110932 h 601998"/>
              <a:gd name="connsiteX120" fmla="*/ 5960534 w 8017934"/>
              <a:gd name="connsiteY120" fmla="*/ 153265 h 601998"/>
              <a:gd name="connsiteX121" fmla="*/ 6019800 w 8017934"/>
              <a:gd name="connsiteY121" fmla="*/ 187132 h 601998"/>
              <a:gd name="connsiteX122" fmla="*/ 6028267 w 8017934"/>
              <a:gd name="connsiteY122" fmla="*/ 220998 h 601998"/>
              <a:gd name="connsiteX123" fmla="*/ 6062134 w 8017934"/>
              <a:gd name="connsiteY123" fmla="*/ 263332 h 601998"/>
              <a:gd name="connsiteX124" fmla="*/ 6079067 w 8017934"/>
              <a:gd name="connsiteY124" fmla="*/ 288732 h 601998"/>
              <a:gd name="connsiteX125" fmla="*/ 6104467 w 8017934"/>
              <a:gd name="connsiteY125" fmla="*/ 314132 h 601998"/>
              <a:gd name="connsiteX126" fmla="*/ 6138334 w 8017934"/>
              <a:gd name="connsiteY126" fmla="*/ 364932 h 601998"/>
              <a:gd name="connsiteX127" fmla="*/ 6155267 w 8017934"/>
              <a:gd name="connsiteY127" fmla="*/ 458065 h 601998"/>
              <a:gd name="connsiteX128" fmla="*/ 6180667 w 8017934"/>
              <a:gd name="connsiteY128" fmla="*/ 474998 h 601998"/>
              <a:gd name="connsiteX129" fmla="*/ 6197600 w 8017934"/>
              <a:gd name="connsiteY129" fmla="*/ 517332 h 601998"/>
              <a:gd name="connsiteX130" fmla="*/ 6214534 w 8017934"/>
              <a:gd name="connsiteY130" fmla="*/ 534265 h 601998"/>
              <a:gd name="connsiteX131" fmla="*/ 6409267 w 8017934"/>
              <a:gd name="connsiteY131" fmla="*/ 576598 h 601998"/>
              <a:gd name="connsiteX132" fmla="*/ 6443134 w 8017934"/>
              <a:gd name="connsiteY132" fmla="*/ 551198 h 601998"/>
              <a:gd name="connsiteX133" fmla="*/ 6468534 w 8017934"/>
              <a:gd name="connsiteY133" fmla="*/ 441132 h 601998"/>
              <a:gd name="connsiteX134" fmla="*/ 6519334 w 8017934"/>
              <a:gd name="connsiteY134" fmla="*/ 466532 h 601998"/>
              <a:gd name="connsiteX135" fmla="*/ 7035800 w 8017934"/>
              <a:gd name="connsiteY135" fmla="*/ 491932 h 601998"/>
              <a:gd name="connsiteX136" fmla="*/ 7171267 w 8017934"/>
              <a:gd name="connsiteY136" fmla="*/ 525798 h 601998"/>
              <a:gd name="connsiteX137" fmla="*/ 7239000 w 8017934"/>
              <a:gd name="connsiteY137" fmla="*/ 542732 h 601998"/>
              <a:gd name="connsiteX138" fmla="*/ 7416800 w 8017934"/>
              <a:gd name="connsiteY138" fmla="*/ 508865 h 601998"/>
              <a:gd name="connsiteX139" fmla="*/ 7425267 w 8017934"/>
              <a:gd name="connsiteY139" fmla="*/ 466532 h 601998"/>
              <a:gd name="connsiteX140" fmla="*/ 7433734 w 8017934"/>
              <a:gd name="connsiteY140" fmla="*/ 373398 h 601998"/>
              <a:gd name="connsiteX141" fmla="*/ 7450667 w 8017934"/>
              <a:gd name="connsiteY141" fmla="*/ 347998 h 601998"/>
              <a:gd name="connsiteX142" fmla="*/ 7459134 w 8017934"/>
              <a:gd name="connsiteY142" fmla="*/ 305665 h 601998"/>
              <a:gd name="connsiteX143" fmla="*/ 7467600 w 8017934"/>
              <a:gd name="connsiteY143" fmla="*/ 280265 h 601998"/>
              <a:gd name="connsiteX144" fmla="*/ 7476067 w 8017934"/>
              <a:gd name="connsiteY144" fmla="*/ 246398 h 601998"/>
              <a:gd name="connsiteX145" fmla="*/ 7526867 w 8017934"/>
              <a:gd name="connsiteY145" fmla="*/ 229465 h 601998"/>
              <a:gd name="connsiteX146" fmla="*/ 7569200 w 8017934"/>
              <a:gd name="connsiteY146" fmla="*/ 187132 h 601998"/>
              <a:gd name="connsiteX147" fmla="*/ 7611534 w 8017934"/>
              <a:gd name="connsiteY147" fmla="*/ 153265 h 601998"/>
              <a:gd name="connsiteX148" fmla="*/ 7645400 w 8017934"/>
              <a:gd name="connsiteY148" fmla="*/ 127865 h 601998"/>
              <a:gd name="connsiteX149" fmla="*/ 7653867 w 8017934"/>
              <a:gd name="connsiteY149" fmla="*/ 102465 h 601998"/>
              <a:gd name="connsiteX150" fmla="*/ 7730067 w 8017934"/>
              <a:gd name="connsiteY150" fmla="*/ 68598 h 601998"/>
              <a:gd name="connsiteX151" fmla="*/ 7823200 w 8017934"/>
              <a:gd name="connsiteY151" fmla="*/ 43198 h 601998"/>
              <a:gd name="connsiteX152" fmla="*/ 7907867 w 8017934"/>
              <a:gd name="connsiteY152" fmla="*/ 9332 h 601998"/>
              <a:gd name="connsiteX153" fmla="*/ 7941734 w 8017934"/>
              <a:gd name="connsiteY153" fmla="*/ 865 h 601998"/>
              <a:gd name="connsiteX154" fmla="*/ 8017934 w 8017934"/>
              <a:gd name="connsiteY154" fmla="*/ 865 h 601998"/>
              <a:gd name="connsiteX0" fmla="*/ 0 w 8017934"/>
              <a:gd name="connsiteY0" fmla="*/ 559665 h 601998"/>
              <a:gd name="connsiteX1" fmla="*/ 491067 w 8017934"/>
              <a:gd name="connsiteY1" fmla="*/ 551198 h 601998"/>
              <a:gd name="connsiteX2" fmla="*/ 508000 w 8017934"/>
              <a:gd name="connsiteY2" fmla="*/ 525798 h 601998"/>
              <a:gd name="connsiteX3" fmla="*/ 533400 w 8017934"/>
              <a:gd name="connsiteY3" fmla="*/ 508865 h 601998"/>
              <a:gd name="connsiteX4" fmla="*/ 567267 w 8017934"/>
              <a:gd name="connsiteY4" fmla="*/ 474998 h 601998"/>
              <a:gd name="connsiteX5" fmla="*/ 575734 w 8017934"/>
              <a:gd name="connsiteY5" fmla="*/ 449598 h 601998"/>
              <a:gd name="connsiteX6" fmla="*/ 584200 w 8017934"/>
              <a:gd name="connsiteY6" fmla="*/ 407265 h 601998"/>
              <a:gd name="connsiteX7" fmla="*/ 601134 w 8017934"/>
              <a:gd name="connsiteY7" fmla="*/ 381865 h 601998"/>
              <a:gd name="connsiteX8" fmla="*/ 618067 w 8017934"/>
              <a:gd name="connsiteY8" fmla="*/ 305665 h 601998"/>
              <a:gd name="connsiteX9" fmla="*/ 626534 w 8017934"/>
              <a:gd name="connsiteY9" fmla="*/ 280265 h 601998"/>
              <a:gd name="connsiteX10" fmla="*/ 643467 w 8017934"/>
              <a:gd name="connsiteY10" fmla="*/ 246398 h 601998"/>
              <a:gd name="connsiteX11" fmla="*/ 660400 w 8017934"/>
              <a:gd name="connsiteY11" fmla="*/ 187132 h 601998"/>
              <a:gd name="connsiteX12" fmla="*/ 677334 w 8017934"/>
              <a:gd name="connsiteY12" fmla="*/ 170198 h 601998"/>
              <a:gd name="connsiteX13" fmla="*/ 702734 w 8017934"/>
              <a:gd name="connsiteY13" fmla="*/ 110932 h 601998"/>
              <a:gd name="connsiteX14" fmla="*/ 795867 w 8017934"/>
              <a:gd name="connsiteY14" fmla="*/ 68598 h 601998"/>
              <a:gd name="connsiteX15" fmla="*/ 922867 w 8017934"/>
              <a:gd name="connsiteY15" fmla="*/ 85532 h 601998"/>
              <a:gd name="connsiteX16" fmla="*/ 948267 w 8017934"/>
              <a:gd name="connsiteY16" fmla="*/ 93998 h 601998"/>
              <a:gd name="connsiteX17" fmla="*/ 965200 w 8017934"/>
              <a:gd name="connsiteY17" fmla="*/ 144798 h 601998"/>
              <a:gd name="connsiteX18" fmla="*/ 982134 w 8017934"/>
              <a:gd name="connsiteY18" fmla="*/ 220998 h 601998"/>
              <a:gd name="connsiteX19" fmla="*/ 990600 w 8017934"/>
              <a:gd name="connsiteY19" fmla="*/ 246398 h 601998"/>
              <a:gd name="connsiteX20" fmla="*/ 1007534 w 8017934"/>
              <a:gd name="connsiteY20" fmla="*/ 314132 h 601998"/>
              <a:gd name="connsiteX21" fmla="*/ 1041400 w 8017934"/>
              <a:gd name="connsiteY21" fmla="*/ 364932 h 601998"/>
              <a:gd name="connsiteX22" fmla="*/ 1058334 w 8017934"/>
              <a:gd name="connsiteY22" fmla="*/ 534265 h 601998"/>
              <a:gd name="connsiteX23" fmla="*/ 1083734 w 8017934"/>
              <a:gd name="connsiteY23" fmla="*/ 551198 h 601998"/>
              <a:gd name="connsiteX24" fmla="*/ 1227667 w 8017934"/>
              <a:gd name="connsiteY24" fmla="*/ 559665 h 601998"/>
              <a:gd name="connsiteX25" fmla="*/ 1405467 w 8017934"/>
              <a:gd name="connsiteY25" fmla="*/ 542732 h 601998"/>
              <a:gd name="connsiteX26" fmla="*/ 1439334 w 8017934"/>
              <a:gd name="connsiteY26" fmla="*/ 534265 h 601998"/>
              <a:gd name="connsiteX27" fmla="*/ 1464734 w 8017934"/>
              <a:gd name="connsiteY27" fmla="*/ 517332 h 601998"/>
              <a:gd name="connsiteX28" fmla="*/ 1481667 w 8017934"/>
              <a:gd name="connsiteY28" fmla="*/ 491932 h 601998"/>
              <a:gd name="connsiteX29" fmla="*/ 1490134 w 8017934"/>
              <a:gd name="connsiteY29" fmla="*/ 373398 h 601998"/>
              <a:gd name="connsiteX30" fmla="*/ 1498600 w 8017934"/>
              <a:gd name="connsiteY30" fmla="*/ 339532 h 601998"/>
              <a:gd name="connsiteX31" fmla="*/ 1515534 w 8017934"/>
              <a:gd name="connsiteY31" fmla="*/ 322598 h 601998"/>
              <a:gd name="connsiteX32" fmla="*/ 1524000 w 8017934"/>
              <a:gd name="connsiteY32" fmla="*/ 288732 h 601998"/>
              <a:gd name="connsiteX33" fmla="*/ 1532467 w 8017934"/>
              <a:gd name="connsiteY33" fmla="*/ 263332 h 601998"/>
              <a:gd name="connsiteX34" fmla="*/ 1540934 w 8017934"/>
              <a:gd name="connsiteY34" fmla="*/ 220998 h 601998"/>
              <a:gd name="connsiteX35" fmla="*/ 1557867 w 8017934"/>
              <a:gd name="connsiteY35" fmla="*/ 187132 h 601998"/>
              <a:gd name="connsiteX36" fmla="*/ 1574800 w 8017934"/>
              <a:gd name="connsiteY36" fmla="*/ 127865 h 601998"/>
              <a:gd name="connsiteX37" fmla="*/ 1608667 w 8017934"/>
              <a:gd name="connsiteY37" fmla="*/ 93998 h 601998"/>
              <a:gd name="connsiteX38" fmla="*/ 1634067 w 8017934"/>
              <a:gd name="connsiteY38" fmla="*/ 77065 h 601998"/>
              <a:gd name="connsiteX39" fmla="*/ 1667934 w 8017934"/>
              <a:gd name="connsiteY39" fmla="*/ 68598 h 601998"/>
              <a:gd name="connsiteX40" fmla="*/ 1693334 w 8017934"/>
              <a:gd name="connsiteY40" fmla="*/ 60132 h 601998"/>
              <a:gd name="connsiteX41" fmla="*/ 1718734 w 8017934"/>
              <a:gd name="connsiteY41" fmla="*/ 68598 h 601998"/>
              <a:gd name="connsiteX42" fmla="*/ 1761067 w 8017934"/>
              <a:gd name="connsiteY42" fmla="*/ 85532 h 601998"/>
              <a:gd name="connsiteX43" fmla="*/ 1811867 w 8017934"/>
              <a:gd name="connsiteY43" fmla="*/ 93998 h 601998"/>
              <a:gd name="connsiteX44" fmla="*/ 2192867 w 8017934"/>
              <a:gd name="connsiteY44" fmla="*/ 93998 h 601998"/>
              <a:gd name="connsiteX45" fmla="*/ 2311400 w 8017934"/>
              <a:gd name="connsiteY45" fmla="*/ 102465 h 601998"/>
              <a:gd name="connsiteX46" fmla="*/ 2345267 w 8017934"/>
              <a:gd name="connsiteY46" fmla="*/ 170198 h 601998"/>
              <a:gd name="connsiteX47" fmla="*/ 2345267 w 8017934"/>
              <a:gd name="connsiteY47" fmla="*/ 170198 h 601998"/>
              <a:gd name="connsiteX48" fmla="*/ 2379134 w 8017934"/>
              <a:gd name="connsiteY48" fmla="*/ 246398 h 601998"/>
              <a:gd name="connsiteX49" fmla="*/ 2404534 w 8017934"/>
              <a:gd name="connsiteY49" fmla="*/ 297198 h 601998"/>
              <a:gd name="connsiteX50" fmla="*/ 2421467 w 8017934"/>
              <a:gd name="connsiteY50" fmla="*/ 356465 h 601998"/>
              <a:gd name="connsiteX51" fmla="*/ 2438400 w 8017934"/>
              <a:gd name="connsiteY51" fmla="*/ 390332 h 601998"/>
              <a:gd name="connsiteX52" fmla="*/ 2455334 w 8017934"/>
              <a:gd name="connsiteY52" fmla="*/ 441132 h 601998"/>
              <a:gd name="connsiteX53" fmla="*/ 2463800 w 8017934"/>
              <a:gd name="connsiteY53" fmla="*/ 466532 h 601998"/>
              <a:gd name="connsiteX54" fmla="*/ 2480734 w 8017934"/>
              <a:gd name="connsiteY54" fmla="*/ 483465 h 601998"/>
              <a:gd name="connsiteX55" fmla="*/ 2523067 w 8017934"/>
              <a:gd name="connsiteY55" fmla="*/ 559665 h 601998"/>
              <a:gd name="connsiteX56" fmla="*/ 2582334 w 8017934"/>
              <a:gd name="connsiteY56" fmla="*/ 568132 h 601998"/>
              <a:gd name="connsiteX57" fmla="*/ 2599267 w 8017934"/>
              <a:gd name="connsiteY57" fmla="*/ 525798 h 601998"/>
              <a:gd name="connsiteX58" fmla="*/ 2616200 w 8017934"/>
              <a:gd name="connsiteY58" fmla="*/ 500398 h 601998"/>
              <a:gd name="connsiteX59" fmla="*/ 2658534 w 8017934"/>
              <a:gd name="connsiteY59" fmla="*/ 508865 h 601998"/>
              <a:gd name="connsiteX60" fmla="*/ 2751667 w 8017934"/>
              <a:gd name="connsiteY60" fmla="*/ 534265 h 601998"/>
              <a:gd name="connsiteX61" fmla="*/ 2777067 w 8017934"/>
              <a:gd name="connsiteY61" fmla="*/ 551198 h 601998"/>
              <a:gd name="connsiteX62" fmla="*/ 2802467 w 8017934"/>
              <a:gd name="connsiteY62" fmla="*/ 500398 h 601998"/>
              <a:gd name="connsiteX63" fmla="*/ 2844800 w 8017934"/>
              <a:gd name="connsiteY63" fmla="*/ 483465 h 601998"/>
              <a:gd name="connsiteX64" fmla="*/ 2861734 w 8017934"/>
              <a:gd name="connsiteY64" fmla="*/ 424198 h 601998"/>
              <a:gd name="connsiteX65" fmla="*/ 2887134 w 8017934"/>
              <a:gd name="connsiteY65" fmla="*/ 263332 h 601998"/>
              <a:gd name="connsiteX66" fmla="*/ 2895600 w 8017934"/>
              <a:gd name="connsiteY66" fmla="*/ 195598 h 601998"/>
              <a:gd name="connsiteX67" fmla="*/ 2929467 w 8017934"/>
              <a:gd name="connsiteY67" fmla="*/ 119398 h 601998"/>
              <a:gd name="connsiteX68" fmla="*/ 2963334 w 8017934"/>
              <a:gd name="connsiteY68" fmla="*/ 102465 h 601998"/>
              <a:gd name="connsiteX69" fmla="*/ 3183467 w 8017934"/>
              <a:gd name="connsiteY69" fmla="*/ 77065 h 601998"/>
              <a:gd name="connsiteX70" fmla="*/ 3293534 w 8017934"/>
              <a:gd name="connsiteY70" fmla="*/ 93998 h 601998"/>
              <a:gd name="connsiteX71" fmla="*/ 3302000 w 8017934"/>
              <a:gd name="connsiteY71" fmla="*/ 127865 h 601998"/>
              <a:gd name="connsiteX72" fmla="*/ 3318934 w 8017934"/>
              <a:gd name="connsiteY72" fmla="*/ 204065 h 601998"/>
              <a:gd name="connsiteX73" fmla="*/ 3335867 w 8017934"/>
              <a:gd name="connsiteY73" fmla="*/ 229465 h 601998"/>
              <a:gd name="connsiteX74" fmla="*/ 3352800 w 8017934"/>
              <a:gd name="connsiteY74" fmla="*/ 288732 h 601998"/>
              <a:gd name="connsiteX75" fmla="*/ 3369734 w 8017934"/>
              <a:gd name="connsiteY75" fmla="*/ 322598 h 601998"/>
              <a:gd name="connsiteX76" fmla="*/ 3386667 w 8017934"/>
              <a:gd name="connsiteY76" fmla="*/ 373398 h 601998"/>
              <a:gd name="connsiteX77" fmla="*/ 3395134 w 8017934"/>
              <a:gd name="connsiteY77" fmla="*/ 398798 h 601998"/>
              <a:gd name="connsiteX78" fmla="*/ 3412067 w 8017934"/>
              <a:gd name="connsiteY78" fmla="*/ 415732 h 601998"/>
              <a:gd name="connsiteX79" fmla="*/ 3437467 w 8017934"/>
              <a:gd name="connsiteY79" fmla="*/ 500398 h 601998"/>
              <a:gd name="connsiteX80" fmla="*/ 3454400 w 8017934"/>
              <a:gd name="connsiteY80" fmla="*/ 525798 h 601998"/>
              <a:gd name="connsiteX81" fmla="*/ 3462867 w 8017934"/>
              <a:gd name="connsiteY81" fmla="*/ 551198 h 601998"/>
              <a:gd name="connsiteX82" fmla="*/ 3505200 w 8017934"/>
              <a:gd name="connsiteY82" fmla="*/ 593532 h 601998"/>
              <a:gd name="connsiteX83" fmla="*/ 3784600 w 8017934"/>
              <a:gd name="connsiteY83" fmla="*/ 601998 h 601998"/>
              <a:gd name="connsiteX84" fmla="*/ 3683000 w 8017934"/>
              <a:gd name="connsiteY84" fmla="*/ 576598 h 601998"/>
              <a:gd name="connsiteX85" fmla="*/ 3708400 w 8017934"/>
              <a:gd name="connsiteY85" fmla="*/ 568132 h 601998"/>
              <a:gd name="connsiteX86" fmla="*/ 3683000 w 8017934"/>
              <a:gd name="connsiteY86" fmla="*/ 559665 h 601998"/>
              <a:gd name="connsiteX87" fmla="*/ 3666067 w 8017934"/>
              <a:gd name="connsiteY87" fmla="*/ 534265 h 601998"/>
              <a:gd name="connsiteX88" fmla="*/ 3691467 w 8017934"/>
              <a:gd name="connsiteY88" fmla="*/ 517332 h 601998"/>
              <a:gd name="connsiteX89" fmla="*/ 3810000 w 8017934"/>
              <a:gd name="connsiteY89" fmla="*/ 525798 h 601998"/>
              <a:gd name="connsiteX90" fmla="*/ 4004734 w 8017934"/>
              <a:gd name="connsiteY90" fmla="*/ 551198 h 601998"/>
              <a:gd name="connsiteX91" fmla="*/ 4174067 w 8017934"/>
              <a:gd name="connsiteY91" fmla="*/ 542732 h 601998"/>
              <a:gd name="connsiteX92" fmla="*/ 4191000 w 8017934"/>
              <a:gd name="connsiteY92" fmla="*/ 525798 h 601998"/>
              <a:gd name="connsiteX93" fmla="*/ 4199467 w 8017934"/>
              <a:gd name="connsiteY93" fmla="*/ 500398 h 601998"/>
              <a:gd name="connsiteX94" fmla="*/ 4216400 w 8017934"/>
              <a:gd name="connsiteY94" fmla="*/ 466532 h 601998"/>
              <a:gd name="connsiteX95" fmla="*/ 4216400 w 8017934"/>
              <a:gd name="connsiteY95" fmla="*/ 178665 h 601998"/>
              <a:gd name="connsiteX96" fmla="*/ 4224867 w 8017934"/>
              <a:gd name="connsiteY96" fmla="*/ 153265 h 601998"/>
              <a:gd name="connsiteX97" fmla="*/ 4258734 w 8017934"/>
              <a:gd name="connsiteY97" fmla="*/ 127865 h 601998"/>
              <a:gd name="connsiteX98" fmla="*/ 5164667 w 8017934"/>
              <a:gd name="connsiteY98" fmla="*/ 339532 h 601998"/>
              <a:gd name="connsiteX99" fmla="*/ 5190067 w 8017934"/>
              <a:gd name="connsiteY99" fmla="*/ 390332 h 601998"/>
              <a:gd name="connsiteX100" fmla="*/ 5207000 w 8017934"/>
              <a:gd name="connsiteY100" fmla="*/ 441132 h 601998"/>
              <a:gd name="connsiteX101" fmla="*/ 5274734 w 8017934"/>
              <a:gd name="connsiteY101" fmla="*/ 483465 h 601998"/>
              <a:gd name="connsiteX102" fmla="*/ 5317067 w 8017934"/>
              <a:gd name="connsiteY102" fmla="*/ 525798 h 601998"/>
              <a:gd name="connsiteX103" fmla="*/ 5308600 w 8017934"/>
              <a:gd name="connsiteY103" fmla="*/ 517332 h 601998"/>
              <a:gd name="connsiteX104" fmla="*/ 5266267 w 8017934"/>
              <a:gd name="connsiteY104" fmla="*/ 542732 h 601998"/>
              <a:gd name="connsiteX105" fmla="*/ 5283200 w 8017934"/>
              <a:gd name="connsiteY105" fmla="*/ 517332 h 601998"/>
              <a:gd name="connsiteX106" fmla="*/ 5342467 w 8017934"/>
              <a:gd name="connsiteY106" fmla="*/ 500398 h 601998"/>
              <a:gd name="connsiteX107" fmla="*/ 5401734 w 8017934"/>
              <a:gd name="connsiteY107" fmla="*/ 483465 h 601998"/>
              <a:gd name="connsiteX108" fmla="*/ 5435600 w 8017934"/>
              <a:gd name="connsiteY108" fmla="*/ 466532 h 601998"/>
              <a:gd name="connsiteX109" fmla="*/ 5537200 w 8017934"/>
              <a:gd name="connsiteY109" fmla="*/ 458065 h 601998"/>
              <a:gd name="connsiteX110" fmla="*/ 5562600 w 8017934"/>
              <a:gd name="connsiteY110" fmla="*/ 407265 h 601998"/>
              <a:gd name="connsiteX111" fmla="*/ 5579534 w 8017934"/>
              <a:gd name="connsiteY111" fmla="*/ 373398 h 601998"/>
              <a:gd name="connsiteX112" fmla="*/ 5613400 w 8017934"/>
              <a:gd name="connsiteY112" fmla="*/ 314132 h 601998"/>
              <a:gd name="connsiteX113" fmla="*/ 5621867 w 8017934"/>
              <a:gd name="connsiteY113" fmla="*/ 280265 h 601998"/>
              <a:gd name="connsiteX114" fmla="*/ 5630334 w 8017934"/>
              <a:gd name="connsiteY114" fmla="*/ 170198 h 601998"/>
              <a:gd name="connsiteX115" fmla="*/ 5638800 w 8017934"/>
              <a:gd name="connsiteY115" fmla="*/ 136332 h 601998"/>
              <a:gd name="connsiteX116" fmla="*/ 5689600 w 8017934"/>
              <a:gd name="connsiteY116" fmla="*/ 93998 h 601998"/>
              <a:gd name="connsiteX117" fmla="*/ 5731934 w 8017934"/>
              <a:gd name="connsiteY117" fmla="*/ 85532 h 601998"/>
              <a:gd name="connsiteX118" fmla="*/ 5892800 w 8017934"/>
              <a:gd name="connsiteY118" fmla="*/ 93998 h 601998"/>
              <a:gd name="connsiteX119" fmla="*/ 5918200 w 8017934"/>
              <a:gd name="connsiteY119" fmla="*/ 110932 h 601998"/>
              <a:gd name="connsiteX120" fmla="*/ 5960534 w 8017934"/>
              <a:gd name="connsiteY120" fmla="*/ 153265 h 601998"/>
              <a:gd name="connsiteX121" fmla="*/ 6019800 w 8017934"/>
              <a:gd name="connsiteY121" fmla="*/ 187132 h 601998"/>
              <a:gd name="connsiteX122" fmla="*/ 6028267 w 8017934"/>
              <a:gd name="connsiteY122" fmla="*/ 220998 h 601998"/>
              <a:gd name="connsiteX123" fmla="*/ 6062134 w 8017934"/>
              <a:gd name="connsiteY123" fmla="*/ 263332 h 601998"/>
              <a:gd name="connsiteX124" fmla="*/ 6079067 w 8017934"/>
              <a:gd name="connsiteY124" fmla="*/ 288732 h 601998"/>
              <a:gd name="connsiteX125" fmla="*/ 6104467 w 8017934"/>
              <a:gd name="connsiteY125" fmla="*/ 314132 h 601998"/>
              <a:gd name="connsiteX126" fmla="*/ 6138334 w 8017934"/>
              <a:gd name="connsiteY126" fmla="*/ 364932 h 601998"/>
              <a:gd name="connsiteX127" fmla="*/ 6155267 w 8017934"/>
              <a:gd name="connsiteY127" fmla="*/ 458065 h 601998"/>
              <a:gd name="connsiteX128" fmla="*/ 6180667 w 8017934"/>
              <a:gd name="connsiteY128" fmla="*/ 474998 h 601998"/>
              <a:gd name="connsiteX129" fmla="*/ 6197600 w 8017934"/>
              <a:gd name="connsiteY129" fmla="*/ 517332 h 601998"/>
              <a:gd name="connsiteX130" fmla="*/ 6214534 w 8017934"/>
              <a:gd name="connsiteY130" fmla="*/ 534265 h 601998"/>
              <a:gd name="connsiteX131" fmla="*/ 6409267 w 8017934"/>
              <a:gd name="connsiteY131" fmla="*/ 576598 h 601998"/>
              <a:gd name="connsiteX132" fmla="*/ 6443134 w 8017934"/>
              <a:gd name="connsiteY132" fmla="*/ 551198 h 601998"/>
              <a:gd name="connsiteX133" fmla="*/ 6468534 w 8017934"/>
              <a:gd name="connsiteY133" fmla="*/ 441132 h 601998"/>
              <a:gd name="connsiteX134" fmla="*/ 6519334 w 8017934"/>
              <a:gd name="connsiteY134" fmla="*/ 466532 h 601998"/>
              <a:gd name="connsiteX135" fmla="*/ 7035800 w 8017934"/>
              <a:gd name="connsiteY135" fmla="*/ 491932 h 601998"/>
              <a:gd name="connsiteX136" fmla="*/ 7171267 w 8017934"/>
              <a:gd name="connsiteY136" fmla="*/ 525798 h 601998"/>
              <a:gd name="connsiteX137" fmla="*/ 7239000 w 8017934"/>
              <a:gd name="connsiteY137" fmla="*/ 542732 h 601998"/>
              <a:gd name="connsiteX138" fmla="*/ 7416800 w 8017934"/>
              <a:gd name="connsiteY138" fmla="*/ 508865 h 601998"/>
              <a:gd name="connsiteX139" fmla="*/ 7425267 w 8017934"/>
              <a:gd name="connsiteY139" fmla="*/ 466532 h 601998"/>
              <a:gd name="connsiteX140" fmla="*/ 7433734 w 8017934"/>
              <a:gd name="connsiteY140" fmla="*/ 373398 h 601998"/>
              <a:gd name="connsiteX141" fmla="*/ 7450667 w 8017934"/>
              <a:gd name="connsiteY141" fmla="*/ 347998 h 601998"/>
              <a:gd name="connsiteX142" fmla="*/ 7459134 w 8017934"/>
              <a:gd name="connsiteY142" fmla="*/ 305665 h 601998"/>
              <a:gd name="connsiteX143" fmla="*/ 7467600 w 8017934"/>
              <a:gd name="connsiteY143" fmla="*/ 280265 h 601998"/>
              <a:gd name="connsiteX144" fmla="*/ 7476067 w 8017934"/>
              <a:gd name="connsiteY144" fmla="*/ 246398 h 601998"/>
              <a:gd name="connsiteX145" fmla="*/ 7526867 w 8017934"/>
              <a:gd name="connsiteY145" fmla="*/ 229465 h 601998"/>
              <a:gd name="connsiteX146" fmla="*/ 7569200 w 8017934"/>
              <a:gd name="connsiteY146" fmla="*/ 187132 h 601998"/>
              <a:gd name="connsiteX147" fmla="*/ 7611534 w 8017934"/>
              <a:gd name="connsiteY147" fmla="*/ 153265 h 601998"/>
              <a:gd name="connsiteX148" fmla="*/ 7645400 w 8017934"/>
              <a:gd name="connsiteY148" fmla="*/ 127865 h 601998"/>
              <a:gd name="connsiteX149" fmla="*/ 7653867 w 8017934"/>
              <a:gd name="connsiteY149" fmla="*/ 102465 h 601998"/>
              <a:gd name="connsiteX150" fmla="*/ 7730067 w 8017934"/>
              <a:gd name="connsiteY150" fmla="*/ 68598 h 601998"/>
              <a:gd name="connsiteX151" fmla="*/ 7823200 w 8017934"/>
              <a:gd name="connsiteY151" fmla="*/ 43198 h 601998"/>
              <a:gd name="connsiteX152" fmla="*/ 7907867 w 8017934"/>
              <a:gd name="connsiteY152" fmla="*/ 9332 h 601998"/>
              <a:gd name="connsiteX153" fmla="*/ 7941734 w 8017934"/>
              <a:gd name="connsiteY153" fmla="*/ 865 h 601998"/>
              <a:gd name="connsiteX154" fmla="*/ 8017934 w 8017934"/>
              <a:gd name="connsiteY154" fmla="*/ 865 h 601998"/>
              <a:gd name="connsiteX0" fmla="*/ 0 w 8017934"/>
              <a:gd name="connsiteY0" fmla="*/ 559665 h 601998"/>
              <a:gd name="connsiteX1" fmla="*/ 491067 w 8017934"/>
              <a:gd name="connsiteY1" fmla="*/ 551198 h 601998"/>
              <a:gd name="connsiteX2" fmla="*/ 508000 w 8017934"/>
              <a:gd name="connsiteY2" fmla="*/ 525798 h 601998"/>
              <a:gd name="connsiteX3" fmla="*/ 533400 w 8017934"/>
              <a:gd name="connsiteY3" fmla="*/ 508865 h 601998"/>
              <a:gd name="connsiteX4" fmla="*/ 567267 w 8017934"/>
              <a:gd name="connsiteY4" fmla="*/ 474998 h 601998"/>
              <a:gd name="connsiteX5" fmla="*/ 575734 w 8017934"/>
              <a:gd name="connsiteY5" fmla="*/ 449598 h 601998"/>
              <a:gd name="connsiteX6" fmla="*/ 584200 w 8017934"/>
              <a:gd name="connsiteY6" fmla="*/ 407265 h 601998"/>
              <a:gd name="connsiteX7" fmla="*/ 601134 w 8017934"/>
              <a:gd name="connsiteY7" fmla="*/ 381865 h 601998"/>
              <a:gd name="connsiteX8" fmla="*/ 618067 w 8017934"/>
              <a:gd name="connsiteY8" fmla="*/ 305665 h 601998"/>
              <a:gd name="connsiteX9" fmla="*/ 626534 w 8017934"/>
              <a:gd name="connsiteY9" fmla="*/ 280265 h 601998"/>
              <a:gd name="connsiteX10" fmla="*/ 643467 w 8017934"/>
              <a:gd name="connsiteY10" fmla="*/ 246398 h 601998"/>
              <a:gd name="connsiteX11" fmla="*/ 660400 w 8017934"/>
              <a:gd name="connsiteY11" fmla="*/ 187132 h 601998"/>
              <a:gd name="connsiteX12" fmla="*/ 677334 w 8017934"/>
              <a:gd name="connsiteY12" fmla="*/ 170198 h 601998"/>
              <a:gd name="connsiteX13" fmla="*/ 702734 w 8017934"/>
              <a:gd name="connsiteY13" fmla="*/ 110932 h 601998"/>
              <a:gd name="connsiteX14" fmla="*/ 795867 w 8017934"/>
              <a:gd name="connsiteY14" fmla="*/ 68598 h 601998"/>
              <a:gd name="connsiteX15" fmla="*/ 922867 w 8017934"/>
              <a:gd name="connsiteY15" fmla="*/ 85532 h 601998"/>
              <a:gd name="connsiteX16" fmla="*/ 948267 w 8017934"/>
              <a:gd name="connsiteY16" fmla="*/ 93998 h 601998"/>
              <a:gd name="connsiteX17" fmla="*/ 965200 w 8017934"/>
              <a:gd name="connsiteY17" fmla="*/ 144798 h 601998"/>
              <a:gd name="connsiteX18" fmla="*/ 982134 w 8017934"/>
              <a:gd name="connsiteY18" fmla="*/ 220998 h 601998"/>
              <a:gd name="connsiteX19" fmla="*/ 990600 w 8017934"/>
              <a:gd name="connsiteY19" fmla="*/ 246398 h 601998"/>
              <a:gd name="connsiteX20" fmla="*/ 1007534 w 8017934"/>
              <a:gd name="connsiteY20" fmla="*/ 314132 h 601998"/>
              <a:gd name="connsiteX21" fmla="*/ 1041400 w 8017934"/>
              <a:gd name="connsiteY21" fmla="*/ 364932 h 601998"/>
              <a:gd name="connsiteX22" fmla="*/ 1058334 w 8017934"/>
              <a:gd name="connsiteY22" fmla="*/ 534265 h 601998"/>
              <a:gd name="connsiteX23" fmla="*/ 1083734 w 8017934"/>
              <a:gd name="connsiteY23" fmla="*/ 551198 h 601998"/>
              <a:gd name="connsiteX24" fmla="*/ 1227667 w 8017934"/>
              <a:gd name="connsiteY24" fmla="*/ 559665 h 601998"/>
              <a:gd name="connsiteX25" fmla="*/ 1405467 w 8017934"/>
              <a:gd name="connsiteY25" fmla="*/ 542732 h 601998"/>
              <a:gd name="connsiteX26" fmla="*/ 1439334 w 8017934"/>
              <a:gd name="connsiteY26" fmla="*/ 534265 h 601998"/>
              <a:gd name="connsiteX27" fmla="*/ 1464734 w 8017934"/>
              <a:gd name="connsiteY27" fmla="*/ 517332 h 601998"/>
              <a:gd name="connsiteX28" fmla="*/ 1481667 w 8017934"/>
              <a:gd name="connsiteY28" fmla="*/ 491932 h 601998"/>
              <a:gd name="connsiteX29" fmla="*/ 1490134 w 8017934"/>
              <a:gd name="connsiteY29" fmla="*/ 373398 h 601998"/>
              <a:gd name="connsiteX30" fmla="*/ 1498600 w 8017934"/>
              <a:gd name="connsiteY30" fmla="*/ 339532 h 601998"/>
              <a:gd name="connsiteX31" fmla="*/ 1515534 w 8017934"/>
              <a:gd name="connsiteY31" fmla="*/ 322598 h 601998"/>
              <a:gd name="connsiteX32" fmla="*/ 1524000 w 8017934"/>
              <a:gd name="connsiteY32" fmla="*/ 288732 h 601998"/>
              <a:gd name="connsiteX33" fmla="*/ 1532467 w 8017934"/>
              <a:gd name="connsiteY33" fmla="*/ 263332 h 601998"/>
              <a:gd name="connsiteX34" fmla="*/ 1540934 w 8017934"/>
              <a:gd name="connsiteY34" fmla="*/ 220998 h 601998"/>
              <a:gd name="connsiteX35" fmla="*/ 1557867 w 8017934"/>
              <a:gd name="connsiteY35" fmla="*/ 187132 h 601998"/>
              <a:gd name="connsiteX36" fmla="*/ 1574800 w 8017934"/>
              <a:gd name="connsiteY36" fmla="*/ 127865 h 601998"/>
              <a:gd name="connsiteX37" fmla="*/ 1608667 w 8017934"/>
              <a:gd name="connsiteY37" fmla="*/ 93998 h 601998"/>
              <a:gd name="connsiteX38" fmla="*/ 1634067 w 8017934"/>
              <a:gd name="connsiteY38" fmla="*/ 77065 h 601998"/>
              <a:gd name="connsiteX39" fmla="*/ 1667934 w 8017934"/>
              <a:gd name="connsiteY39" fmla="*/ 68598 h 601998"/>
              <a:gd name="connsiteX40" fmla="*/ 1693334 w 8017934"/>
              <a:gd name="connsiteY40" fmla="*/ 60132 h 601998"/>
              <a:gd name="connsiteX41" fmla="*/ 1718734 w 8017934"/>
              <a:gd name="connsiteY41" fmla="*/ 68598 h 601998"/>
              <a:gd name="connsiteX42" fmla="*/ 1761067 w 8017934"/>
              <a:gd name="connsiteY42" fmla="*/ 85532 h 601998"/>
              <a:gd name="connsiteX43" fmla="*/ 1811867 w 8017934"/>
              <a:gd name="connsiteY43" fmla="*/ 93998 h 601998"/>
              <a:gd name="connsiteX44" fmla="*/ 2192867 w 8017934"/>
              <a:gd name="connsiteY44" fmla="*/ 93998 h 601998"/>
              <a:gd name="connsiteX45" fmla="*/ 2311400 w 8017934"/>
              <a:gd name="connsiteY45" fmla="*/ 102465 h 601998"/>
              <a:gd name="connsiteX46" fmla="*/ 2345267 w 8017934"/>
              <a:gd name="connsiteY46" fmla="*/ 170198 h 601998"/>
              <a:gd name="connsiteX47" fmla="*/ 2345267 w 8017934"/>
              <a:gd name="connsiteY47" fmla="*/ 170198 h 601998"/>
              <a:gd name="connsiteX48" fmla="*/ 2379134 w 8017934"/>
              <a:gd name="connsiteY48" fmla="*/ 246398 h 601998"/>
              <a:gd name="connsiteX49" fmla="*/ 2404534 w 8017934"/>
              <a:gd name="connsiteY49" fmla="*/ 297198 h 601998"/>
              <a:gd name="connsiteX50" fmla="*/ 2421467 w 8017934"/>
              <a:gd name="connsiteY50" fmla="*/ 356465 h 601998"/>
              <a:gd name="connsiteX51" fmla="*/ 2438400 w 8017934"/>
              <a:gd name="connsiteY51" fmla="*/ 390332 h 601998"/>
              <a:gd name="connsiteX52" fmla="*/ 2455334 w 8017934"/>
              <a:gd name="connsiteY52" fmla="*/ 441132 h 601998"/>
              <a:gd name="connsiteX53" fmla="*/ 2463800 w 8017934"/>
              <a:gd name="connsiteY53" fmla="*/ 466532 h 601998"/>
              <a:gd name="connsiteX54" fmla="*/ 2480734 w 8017934"/>
              <a:gd name="connsiteY54" fmla="*/ 483465 h 601998"/>
              <a:gd name="connsiteX55" fmla="*/ 2523067 w 8017934"/>
              <a:gd name="connsiteY55" fmla="*/ 559665 h 601998"/>
              <a:gd name="connsiteX56" fmla="*/ 2582334 w 8017934"/>
              <a:gd name="connsiteY56" fmla="*/ 568132 h 601998"/>
              <a:gd name="connsiteX57" fmla="*/ 2599267 w 8017934"/>
              <a:gd name="connsiteY57" fmla="*/ 525798 h 601998"/>
              <a:gd name="connsiteX58" fmla="*/ 2616200 w 8017934"/>
              <a:gd name="connsiteY58" fmla="*/ 500398 h 601998"/>
              <a:gd name="connsiteX59" fmla="*/ 2658534 w 8017934"/>
              <a:gd name="connsiteY59" fmla="*/ 508865 h 601998"/>
              <a:gd name="connsiteX60" fmla="*/ 2751667 w 8017934"/>
              <a:gd name="connsiteY60" fmla="*/ 534265 h 601998"/>
              <a:gd name="connsiteX61" fmla="*/ 2777067 w 8017934"/>
              <a:gd name="connsiteY61" fmla="*/ 551198 h 601998"/>
              <a:gd name="connsiteX62" fmla="*/ 2802467 w 8017934"/>
              <a:gd name="connsiteY62" fmla="*/ 500398 h 601998"/>
              <a:gd name="connsiteX63" fmla="*/ 2844800 w 8017934"/>
              <a:gd name="connsiteY63" fmla="*/ 483465 h 601998"/>
              <a:gd name="connsiteX64" fmla="*/ 2861734 w 8017934"/>
              <a:gd name="connsiteY64" fmla="*/ 424198 h 601998"/>
              <a:gd name="connsiteX65" fmla="*/ 2887134 w 8017934"/>
              <a:gd name="connsiteY65" fmla="*/ 263332 h 601998"/>
              <a:gd name="connsiteX66" fmla="*/ 2895600 w 8017934"/>
              <a:gd name="connsiteY66" fmla="*/ 195598 h 601998"/>
              <a:gd name="connsiteX67" fmla="*/ 2929467 w 8017934"/>
              <a:gd name="connsiteY67" fmla="*/ 119398 h 601998"/>
              <a:gd name="connsiteX68" fmla="*/ 2963334 w 8017934"/>
              <a:gd name="connsiteY68" fmla="*/ 102465 h 601998"/>
              <a:gd name="connsiteX69" fmla="*/ 3183467 w 8017934"/>
              <a:gd name="connsiteY69" fmla="*/ 77065 h 601998"/>
              <a:gd name="connsiteX70" fmla="*/ 3293534 w 8017934"/>
              <a:gd name="connsiteY70" fmla="*/ 93998 h 601998"/>
              <a:gd name="connsiteX71" fmla="*/ 3302000 w 8017934"/>
              <a:gd name="connsiteY71" fmla="*/ 127865 h 601998"/>
              <a:gd name="connsiteX72" fmla="*/ 3318934 w 8017934"/>
              <a:gd name="connsiteY72" fmla="*/ 204065 h 601998"/>
              <a:gd name="connsiteX73" fmla="*/ 3335867 w 8017934"/>
              <a:gd name="connsiteY73" fmla="*/ 229465 h 601998"/>
              <a:gd name="connsiteX74" fmla="*/ 3352800 w 8017934"/>
              <a:gd name="connsiteY74" fmla="*/ 288732 h 601998"/>
              <a:gd name="connsiteX75" fmla="*/ 3369734 w 8017934"/>
              <a:gd name="connsiteY75" fmla="*/ 322598 h 601998"/>
              <a:gd name="connsiteX76" fmla="*/ 3386667 w 8017934"/>
              <a:gd name="connsiteY76" fmla="*/ 373398 h 601998"/>
              <a:gd name="connsiteX77" fmla="*/ 3395134 w 8017934"/>
              <a:gd name="connsiteY77" fmla="*/ 398798 h 601998"/>
              <a:gd name="connsiteX78" fmla="*/ 3412067 w 8017934"/>
              <a:gd name="connsiteY78" fmla="*/ 415732 h 601998"/>
              <a:gd name="connsiteX79" fmla="*/ 3437467 w 8017934"/>
              <a:gd name="connsiteY79" fmla="*/ 500398 h 601998"/>
              <a:gd name="connsiteX80" fmla="*/ 3454400 w 8017934"/>
              <a:gd name="connsiteY80" fmla="*/ 525798 h 601998"/>
              <a:gd name="connsiteX81" fmla="*/ 3462867 w 8017934"/>
              <a:gd name="connsiteY81" fmla="*/ 551198 h 601998"/>
              <a:gd name="connsiteX82" fmla="*/ 3505200 w 8017934"/>
              <a:gd name="connsiteY82" fmla="*/ 593532 h 601998"/>
              <a:gd name="connsiteX83" fmla="*/ 3784600 w 8017934"/>
              <a:gd name="connsiteY83" fmla="*/ 601998 h 601998"/>
              <a:gd name="connsiteX84" fmla="*/ 3683000 w 8017934"/>
              <a:gd name="connsiteY84" fmla="*/ 576598 h 601998"/>
              <a:gd name="connsiteX85" fmla="*/ 3708400 w 8017934"/>
              <a:gd name="connsiteY85" fmla="*/ 568132 h 601998"/>
              <a:gd name="connsiteX86" fmla="*/ 3683000 w 8017934"/>
              <a:gd name="connsiteY86" fmla="*/ 559665 h 601998"/>
              <a:gd name="connsiteX87" fmla="*/ 3666067 w 8017934"/>
              <a:gd name="connsiteY87" fmla="*/ 534265 h 601998"/>
              <a:gd name="connsiteX88" fmla="*/ 3810000 w 8017934"/>
              <a:gd name="connsiteY88" fmla="*/ 525798 h 601998"/>
              <a:gd name="connsiteX89" fmla="*/ 4004734 w 8017934"/>
              <a:gd name="connsiteY89" fmla="*/ 551198 h 601998"/>
              <a:gd name="connsiteX90" fmla="*/ 4174067 w 8017934"/>
              <a:gd name="connsiteY90" fmla="*/ 542732 h 601998"/>
              <a:gd name="connsiteX91" fmla="*/ 4191000 w 8017934"/>
              <a:gd name="connsiteY91" fmla="*/ 525798 h 601998"/>
              <a:gd name="connsiteX92" fmla="*/ 4199467 w 8017934"/>
              <a:gd name="connsiteY92" fmla="*/ 500398 h 601998"/>
              <a:gd name="connsiteX93" fmla="*/ 4216400 w 8017934"/>
              <a:gd name="connsiteY93" fmla="*/ 466532 h 601998"/>
              <a:gd name="connsiteX94" fmla="*/ 4216400 w 8017934"/>
              <a:gd name="connsiteY94" fmla="*/ 178665 h 601998"/>
              <a:gd name="connsiteX95" fmla="*/ 4224867 w 8017934"/>
              <a:gd name="connsiteY95" fmla="*/ 153265 h 601998"/>
              <a:gd name="connsiteX96" fmla="*/ 4258734 w 8017934"/>
              <a:gd name="connsiteY96" fmla="*/ 127865 h 601998"/>
              <a:gd name="connsiteX97" fmla="*/ 5164667 w 8017934"/>
              <a:gd name="connsiteY97" fmla="*/ 339532 h 601998"/>
              <a:gd name="connsiteX98" fmla="*/ 5190067 w 8017934"/>
              <a:gd name="connsiteY98" fmla="*/ 390332 h 601998"/>
              <a:gd name="connsiteX99" fmla="*/ 5207000 w 8017934"/>
              <a:gd name="connsiteY99" fmla="*/ 441132 h 601998"/>
              <a:gd name="connsiteX100" fmla="*/ 5274734 w 8017934"/>
              <a:gd name="connsiteY100" fmla="*/ 483465 h 601998"/>
              <a:gd name="connsiteX101" fmla="*/ 5317067 w 8017934"/>
              <a:gd name="connsiteY101" fmla="*/ 525798 h 601998"/>
              <a:gd name="connsiteX102" fmla="*/ 5308600 w 8017934"/>
              <a:gd name="connsiteY102" fmla="*/ 517332 h 601998"/>
              <a:gd name="connsiteX103" fmla="*/ 5266267 w 8017934"/>
              <a:gd name="connsiteY103" fmla="*/ 542732 h 601998"/>
              <a:gd name="connsiteX104" fmla="*/ 5283200 w 8017934"/>
              <a:gd name="connsiteY104" fmla="*/ 517332 h 601998"/>
              <a:gd name="connsiteX105" fmla="*/ 5342467 w 8017934"/>
              <a:gd name="connsiteY105" fmla="*/ 500398 h 601998"/>
              <a:gd name="connsiteX106" fmla="*/ 5401734 w 8017934"/>
              <a:gd name="connsiteY106" fmla="*/ 483465 h 601998"/>
              <a:gd name="connsiteX107" fmla="*/ 5435600 w 8017934"/>
              <a:gd name="connsiteY107" fmla="*/ 466532 h 601998"/>
              <a:gd name="connsiteX108" fmla="*/ 5537200 w 8017934"/>
              <a:gd name="connsiteY108" fmla="*/ 458065 h 601998"/>
              <a:gd name="connsiteX109" fmla="*/ 5562600 w 8017934"/>
              <a:gd name="connsiteY109" fmla="*/ 407265 h 601998"/>
              <a:gd name="connsiteX110" fmla="*/ 5579534 w 8017934"/>
              <a:gd name="connsiteY110" fmla="*/ 373398 h 601998"/>
              <a:gd name="connsiteX111" fmla="*/ 5613400 w 8017934"/>
              <a:gd name="connsiteY111" fmla="*/ 314132 h 601998"/>
              <a:gd name="connsiteX112" fmla="*/ 5621867 w 8017934"/>
              <a:gd name="connsiteY112" fmla="*/ 280265 h 601998"/>
              <a:gd name="connsiteX113" fmla="*/ 5630334 w 8017934"/>
              <a:gd name="connsiteY113" fmla="*/ 170198 h 601998"/>
              <a:gd name="connsiteX114" fmla="*/ 5638800 w 8017934"/>
              <a:gd name="connsiteY114" fmla="*/ 136332 h 601998"/>
              <a:gd name="connsiteX115" fmla="*/ 5689600 w 8017934"/>
              <a:gd name="connsiteY115" fmla="*/ 93998 h 601998"/>
              <a:gd name="connsiteX116" fmla="*/ 5731934 w 8017934"/>
              <a:gd name="connsiteY116" fmla="*/ 85532 h 601998"/>
              <a:gd name="connsiteX117" fmla="*/ 5892800 w 8017934"/>
              <a:gd name="connsiteY117" fmla="*/ 93998 h 601998"/>
              <a:gd name="connsiteX118" fmla="*/ 5918200 w 8017934"/>
              <a:gd name="connsiteY118" fmla="*/ 110932 h 601998"/>
              <a:gd name="connsiteX119" fmla="*/ 5960534 w 8017934"/>
              <a:gd name="connsiteY119" fmla="*/ 153265 h 601998"/>
              <a:gd name="connsiteX120" fmla="*/ 6019800 w 8017934"/>
              <a:gd name="connsiteY120" fmla="*/ 187132 h 601998"/>
              <a:gd name="connsiteX121" fmla="*/ 6028267 w 8017934"/>
              <a:gd name="connsiteY121" fmla="*/ 220998 h 601998"/>
              <a:gd name="connsiteX122" fmla="*/ 6062134 w 8017934"/>
              <a:gd name="connsiteY122" fmla="*/ 263332 h 601998"/>
              <a:gd name="connsiteX123" fmla="*/ 6079067 w 8017934"/>
              <a:gd name="connsiteY123" fmla="*/ 288732 h 601998"/>
              <a:gd name="connsiteX124" fmla="*/ 6104467 w 8017934"/>
              <a:gd name="connsiteY124" fmla="*/ 314132 h 601998"/>
              <a:gd name="connsiteX125" fmla="*/ 6138334 w 8017934"/>
              <a:gd name="connsiteY125" fmla="*/ 364932 h 601998"/>
              <a:gd name="connsiteX126" fmla="*/ 6155267 w 8017934"/>
              <a:gd name="connsiteY126" fmla="*/ 458065 h 601998"/>
              <a:gd name="connsiteX127" fmla="*/ 6180667 w 8017934"/>
              <a:gd name="connsiteY127" fmla="*/ 474998 h 601998"/>
              <a:gd name="connsiteX128" fmla="*/ 6197600 w 8017934"/>
              <a:gd name="connsiteY128" fmla="*/ 517332 h 601998"/>
              <a:gd name="connsiteX129" fmla="*/ 6214534 w 8017934"/>
              <a:gd name="connsiteY129" fmla="*/ 534265 h 601998"/>
              <a:gd name="connsiteX130" fmla="*/ 6409267 w 8017934"/>
              <a:gd name="connsiteY130" fmla="*/ 576598 h 601998"/>
              <a:gd name="connsiteX131" fmla="*/ 6443134 w 8017934"/>
              <a:gd name="connsiteY131" fmla="*/ 551198 h 601998"/>
              <a:gd name="connsiteX132" fmla="*/ 6468534 w 8017934"/>
              <a:gd name="connsiteY132" fmla="*/ 441132 h 601998"/>
              <a:gd name="connsiteX133" fmla="*/ 6519334 w 8017934"/>
              <a:gd name="connsiteY133" fmla="*/ 466532 h 601998"/>
              <a:gd name="connsiteX134" fmla="*/ 7035800 w 8017934"/>
              <a:gd name="connsiteY134" fmla="*/ 491932 h 601998"/>
              <a:gd name="connsiteX135" fmla="*/ 7171267 w 8017934"/>
              <a:gd name="connsiteY135" fmla="*/ 525798 h 601998"/>
              <a:gd name="connsiteX136" fmla="*/ 7239000 w 8017934"/>
              <a:gd name="connsiteY136" fmla="*/ 542732 h 601998"/>
              <a:gd name="connsiteX137" fmla="*/ 7416800 w 8017934"/>
              <a:gd name="connsiteY137" fmla="*/ 508865 h 601998"/>
              <a:gd name="connsiteX138" fmla="*/ 7425267 w 8017934"/>
              <a:gd name="connsiteY138" fmla="*/ 466532 h 601998"/>
              <a:gd name="connsiteX139" fmla="*/ 7433734 w 8017934"/>
              <a:gd name="connsiteY139" fmla="*/ 373398 h 601998"/>
              <a:gd name="connsiteX140" fmla="*/ 7450667 w 8017934"/>
              <a:gd name="connsiteY140" fmla="*/ 347998 h 601998"/>
              <a:gd name="connsiteX141" fmla="*/ 7459134 w 8017934"/>
              <a:gd name="connsiteY141" fmla="*/ 305665 h 601998"/>
              <a:gd name="connsiteX142" fmla="*/ 7467600 w 8017934"/>
              <a:gd name="connsiteY142" fmla="*/ 280265 h 601998"/>
              <a:gd name="connsiteX143" fmla="*/ 7476067 w 8017934"/>
              <a:gd name="connsiteY143" fmla="*/ 246398 h 601998"/>
              <a:gd name="connsiteX144" fmla="*/ 7526867 w 8017934"/>
              <a:gd name="connsiteY144" fmla="*/ 229465 h 601998"/>
              <a:gd name="connsiteX145" fmla="*/ 7569200 w 8017934"/>
              <a:gd name="connsiteY145" fmla="*/ 187132 h 601998"/>
              <a:gd name="connsiteX146" fmla="*/ 7611534 w 8017934"/>
              <a:gd name="connsiteY146" fmla="*/ 153265 h 601998"/>
              <a:gd name="connsiteX147" fmla="*/ 7645400 w 8017934"/>
              <a:gd name="connsiteY147" fmla="*/ 127865 h 601998"/>
              <a:gd name="connsiteX148" fmla="*/ 7653867 w 8017934"/>
              <a:gd name="connsiteY148" fmla="*/ 102465 h 601998"/>
              <a:gd name="connsiteX149" fmla="*/ 7730067 w 8017934"/>
              <a:gd name="connsiteY149" fmla="*/ 68598 h 601998"/>
              <a:gd name="connsiteX150" fmla="*/ 7823200 w 8017934"/>
              <a:gd name="connsiteY150" fmla="*/ 43198 h 601998"/>
              <a:gd name="connsiteX151" fmla="*/ 7907867 w 8017934"/>
              <a:gd name="connsiteY151" fmla="*/ 9332 h 601998"/>
              <a:gd name="connsiteX152" fmla="*/ 7941734 w 8017934"/>
              <a:gd name="connsiteY152" fmla="*/ 865 h 601998"/>
              <a:gd name="connsiteX153" fmla="*/ 8017934 w 8017934"/>
              <a:gd name="connsiteY153" fmla="*/ 865 h 601998"/>
              <a:gd name="connsiteX0" fmla="*/ 0 w 8017934"/>
              <a:gd name="connsiteY0" fmla="*/ 559665 h 593532"/>
              <a:gd name="connsiteX1" fmla="*/ 491067 w 8017934"/>
              <a:gd name="connsiteY1" fmla="*/ 551198 h 593532"/>
              <a:gd name="connsiteX2" fmla="*/ 508000 w 8017934"/>
              <a:gd name="connsiteY2" fmla="*/ 525798 h 593532"/>
              <a:gd name="connsiteX3" fmla="*/ 533400 w 8017934"/>
              <a:gd name="connsiteY3" fmla="*/ 508865 h 593532"/>
              <a:gd name="connsiteX4" fmla="*/ 567267 w 8017934"/>
              <a:gd name="connsiteY4" fmla="*/ 474998 h 593532"/>
              <a:gd name="connsiteX5" fmla="*/ 575734 w 8017934"/>
              <a:gd name="connsiteY5" fmla="*/ 449598 h 593532"/>
              <a:gd name="connsiteX6" fmla="*/ 584200 w 8017934"/>
              <a:gd name="connsiteY6" fmla="*/ 407265 h 593532"/>
              <a:gd name="connsiteX7" fmla="*/ 601134 w 8017934"/>
              <a:gd name="connsiteY7" fmla="*/ 381865 h 593532"/>
              <a:gd name="connsiteX8" fmla="*/ 618067 w 8017934"/>
              <a:gd name="connsiteY8" fmla="*/ 305665 h 593532"/>
              <a:gd name="connsiteX9" fmla="*/ 626534 w 8017934"/>
              <a:gd name="connsiteY9" fmla="*/ 280265 h 593532"/>
              <a:gd name="connsiteX10" fmla="*/ 643467 w 8017934"/>
              <a:gd name="connsiteY10" fmla="*/ 246398 h 593532"/>
              <a:gd name="connsiteX11" fmla="*/ 660400 w 8017934"/>
              <a:gd name="connsiteY11" fmla="*/ 187132 h 593532"/>
              <a:gd name="connsiteX12" fmla="*/ 677334 w 8017934"/>
              <a:gd name="connsiteY12" fmla="*/ 170198 h 593532"/>
              <a:gd name="connsiteX13" fmla="*/ 702734 w 8017934"/>
              <a:gd name="connsiteY13" fmla="*/ 110932 h 593532"/>
              <a:gd name="connsiteX14" fmla="*/ 795867 w 8017934"/>
              <a:gd name="connsiteY14" fmla="*/ 68598 h 593532"/>
              <a:gd name="connsiteX15" fmla="*/ 922867 w 8017934"/>
              <a:gd name="connsiteY15" fmla="*/ 85532 h 593532"/>
              <a:gd name="connsiteX16" fmla="*/ 948267 w 8017934"/>
              <a:gd name="connsiteY16" fmla="*/ 93998 h 593532"/>
              <a:gd name="connsiteX17" fmla="*/ 965200 w 8017934"/>
              <a:gd name="connsiteY17" fmla="*/ 144798 h 593532"/>
              <a:gd name="connsiteX18" fmla="*/ 982134 w 8017934"/>
              <a:gd name="connsiteY18" fmla="*/ 220998 h 593532"/>
              <a:gd name="connsiteX19" fmla="*/ 990600 w 8017934"/>
              <a:gd name="connsiteY19" fmla="*/ 246398 h 593532"/>
              <a:gd name="connsiteX20" fmla="*/ 1007534 w 8017934"/>
              <a:gd name="connsiteY20" fmla="*/ 314132 h 593532"/>
              <a:gd name="connsiteX21" fmla="*/ 1041400 w 8017934"/>
              <a:gd name="connsiteY21" fmla="*/ 364932 h 593532"/>
              <a:gd name="connsiteX22" fmla="*/ 1058334 w 8017934"/>
              <a:gd name="connsiteY22" fmla="*/ 534265 h 593532"/>
              <a:gd name="connsiteX23" fmla="*/ 1083734 w 8017934"/>
              <a:gd name="connsiteY23" fmla="*/ 551198 h 593532"/>
              <a:gd name="connsiteX24" fmla="*/ 1227667 w 8017934"/>
              <a:gd name="connsiteY24" fmla="*/ 559665 h 593532"/>
              <a:gd name="connsiteX25" fmla="*/ 1405467 w 8017934"/>
              <a:gd name="connsiteY25" fmla="*/ 542732 h 593532"/>
              <a:gd name="connsiteX26" fmla="*/ 1439334 w 8017934"/>
              <a:gd name="connsiteY26" fmla="*/ 534265 h 593532"/>
              <a:gd name="connsiteX27" fmla="*/ 1464734 w 8017934"/>
              <a:gd name="connsiteY27" fmla="*/ 517332 h 593532"/>
              <a:gd name="connsiteX28" fmla="*/ 1481667 w 8017934"/>
              <a:gd name="connsiteY28" fmla="*/ 491932 h 593532"/>
              <a:gd name="connsiteX29" fmla="*/ 1490134 w 8017934"/>
              <a:gd name="connsiteY29" fmla="*/ 373398 h 593532"/>
              <a:gd name="connsiteX30" fmla="*/ 1498600 w 8017934"/>
              <a:gd name="connsiteY30" fmla="*/ 339532 h 593532"/>
              <a:gd name="connsiteX31" fmla="*/ 1515534 w 8017934"/>
              <a:gd name="connsiteY31" fmla="*/ 322598 h 593532"/>
              <a:gd name="connsiteX32" fmla="*/ 1524000 w 8017934"/>
              <a:gd name="connsiteY32" fmla="*/ 288732 h 593532"/>
              <a:gd name="connsiteX33" fmla="*/ 1532467 w 8017934"/>
              <a:gd name="connsiteY33" fmla="*/ 263332 h 593532"/>
              <a:gd name="connsiteX34" fmla="*/ 1540934 w 8017934"/>
              <a:gd name="connsiteY34" fmla="*/ 220998 h 593532"/>
              <a:gd name="connsiteX35" fmla="*/ 1557867 w 8017934"/>
              <a:gd name="connsiteY35" fmla="*/ 187132 h 593532"/>
              <a:gd name="connsiteX36" fmla="*/ 1574800 w 8017934"/>
              <a:gd name="connsiteY36" fmla="*/ 127865 h 593532"/>
              <a:gd name="connsiteX37" fmla="*/ 1608667 w 8017934"/>
              <a:gd name="connsiteY37" fmla="*/ 93998 h 593532"/>
              <a:gd name="connsiteX38" fmla="*/ 1634067 w 8017934"/>
              <a:gd name="connsiteY38" fmla="*/ 77065 h 593532"/>
              <a:gd name="connsiteX39" fmla="*/ 1667934 w 8017934"/>
              <a:gd name="connsiteY39" fmla="*/ 68598 h 593532"/>
              <a:gd name="connsiteX40" fmla="*/ 1693334 w 8017934"/>
              <a:gd name="connsiteY40" fmla="*/ 60132 h 593532"/>
              <a:gd name="connsiteX41" fmla="*/ 1718734 w 8017934"/>
              <a:gd name="connsiteY41" fmla="*/ 68598 h 593532"/>
              <a:gd name="connsiteX42" fmla="*/ 1761067 w 8017934"/>
              <a:gd name="connsiteY42" fmla="*/ 85532 h 593532"/>
              <a:gd name="connsiteX43" fmla="*/ 1811867 w 8017934"/>
              <a:gd name="connsiteY43" fmla="*/ 93998 h 593532"/>
              <a:gd name="connsiteX44" fmla="*/ 2192867 w 8017934"/>
              <a:gd name="connsiteY44" fmla="*/ 93998 h 593532"/>
              <a:gd name="connsiteX45" fmla="*/ 2311400 w 8017934"/>
              <a:gd name="connsiteY45" fmla="*/ 102465 h 593532"/>
              <a:gd name="connsiteX46" fmla="*/ 2345267 w 8017934"/>
              <a:gd name="connsiteY46" fmla="*/ 170198 h 593532"/>
              <a:gd name="connsiteX47" fmla="*/ 2345267 w 8017934"/>
              <a:gd name="connsiteY47" fmla="*/ 170198 h 593532"/>
              <a:gd name="connsiteX48" fmla="*/ 2379134 w 8017934"/>
              <a:gd name="connsiteY48" fmla="*/ 246398 h 593532"/>
              <a:gd name="connsiteX49" fmla="*/ 2404534 w 8017934"/>
              <a:gd name="connsiteY49" fmla="*/ 297198 h 593532"/>
              <a:gd name="connsiteX50" fmla="*/ 2421467 w 8017934"/>
              <a:gd name="connsiteY50" fmla="*/ 356465 h 593532"/>
              <a:gd name="connsiteX51" fmla="*/ 2438400 w 8017934"/>
              <a:gd name="connsiteY51" fmla="*/ 390332 h 593532"/>
              <a:gd name="connsiteX52" fmla="*/ 2455334 w 8017934"/>
              <a:gd name="connsiteY52" fmla="*/ 441132 h 593532"/>
              <a:gd name="connsiteX53" fmla="*/ 2463800 w 8017934"/>
              <a:gd name="connsiteY53" fmla="*/ 466532 h 593532"/>
              <a:gd name="connsiteX54" fmla="*/ 2480734 w 8017934"/>
              <a:gd name="connsiteY54" fmla="*/ 483465 h 593532"/>
              <a:gd name="connsiteX55" fmla="*/ 2523067 w 8017934"/>
              <a:gd name="connsiteY55" fmla="*/ 559665 h 593532"/>
              <a:gd name="connsiteX56" fmla="*/ 2582334 w 8017934"/>
              <a:gd name="connsiteY56" fmla="*/ 568132 h 593532"/>
              <a:gd name="connsiteX57" fmla="*/ 2599267 w 8017934"/>
              <a:gd name="connsiteY57" fmla="*/ 525798 h 593532"/>
              <a:gd name="connsiteX58" fmla="*/ 2616200 w 8017934"/>
              <a:gd name="connsiteY58" fmla="*/ 500398 h 593532"/>
              <a:gd name="connsiteX59" fmla="*/ 2658534 w 8017934"/>
              <a:gd name="connsiteY59" fmla="*/ 508865 h 593532"/>
              <a:gd name="connsiteX60" fmla="*/ 2751667 w 8017934"/>
              <a:gd name="connsiteY60" fmla="*/ 534265 h 593532"/>
              <a:gd name="connsiteX61" fmla="*/ 2777067 w 8017934"/>
              <a:gd name="connsiteY61" fmla="*/ 551198 h 593532"/>
              <a:gd name="connsiteX62" fmla="*/ 2802467 w 8017934"/>
              <a:gd name="connsiteY62" fmla="*/ 500398 h 593532"/>
              <a:gd name="connsiteX63" fmla="*/ 2844800 w 8017934"/>
              <a:gd name="connsiteY63" fmla="*/ 483465 h 593532"/>
              <a:gd name="connsiteX64" fmla="*/ 2861734 w 8017934"/>
              <a:gd name="connsiteY64" fmla="*/ 424198 h 593532"/>
              <a:gd name="connsiteX65" fmla="*/ 2887134 w 8017934"/>
              <a:gd name="connsiteY65" fmla="*/ 263332 h 593532"/>
              <a:gd name="connsiteX66" fmla="*/ 2895600 w 8017934"/>
              <a:gd name="connsiteY66" fmla="*/ 195598 h 593532"/>
              <a:gd name="connsiteX67" fmla="*/ 2929467 w 8017934"/>
              <a:gd name="connsiteY67" fmla="*/ 119398 h 593532"/>
              <a:gd name="connsiteX68" fmla="*/ 2963334 w 8017934"/>
              <a:gd name="connsiteY68" fmla="*/ 102465 h 593532"/>
              <a:gd name="connsiteX69" fmla="*/ 3183467 w 8017934"/>
              <a:gd name="connsiteY69" fmla="*/ 77065 h 593532"/>
              <a:gd name="connsiteX70" fmla="*/ 3293534 w 8017934"/>
              <a:gd name="connsiteY70" fmla="*/ 93998 h 593532"/>
              <a:gd name="connsiteX71" fmla="*/ 3302000 w 8017934"/>
              <a:gd name="connsiteY71" fmla="*/ 127865 h 593532"/>
              <a:gd name="connsiteX72" fmla="*/ 3318934 w 8017934"/>
              <a:gd name="connsiteY72" fmla="*/ 204065 h 593532"/>
              <a:gd name="connsiteX73" fmla="*/ 3335867 w 8017934"/>
              <a:gd name="connsiteY73" fmla="*/ 229465 h 593532"/>
              <a:gd name="connsiteX74" fmla="*/ 3352800 w 8017934"/>
              <a:gd name="connsiteY74" fmla="*/ 288732 h 593532"/>
              <a:gd name="connsiteX75" fmla="*/ 3369734 w 8017934"/>
              <a:gd name="connsiteY75" fmla="*/ 322598 h 593532"/>
              <a:gd name="connsiteX76" fmla="*/ 3386667 w 8017934"/>
              <a:gd name="connsiteY76" fmla="*/ 373398 h 593532"/>
              <a:gd name="connsiteX77" fmla="*/ 3395134 w 8017934"/>
              <a:gd name="connsiteY77" fmla="*/ 398798 h 593532"/>
              <a:gd name="connsiteX78" fmla="*/ 3412067 w 8017934"/>
              <a:gd name="connsiteY78" fmla="*/ 415732 h 593532"/>
              <a:gd name="connsiteX79" fmla="*/ 3437467 w 8017934"/>
              <a:gd name="connsiteY79" fmla="*/ 500398 h 593532"/>
              <a:gd name="connsiteX80" fmla="*/ 3454400 w 8017934"/>
              <a:gd name="connsiteY80" fmla="*/ 525798 h 593532"/>
              <a:gd name="connsiteX81" fmla="*/ 3462867 w 8017934"/>
              <a:gd name="connsiteY81" fmla="*/ 551198 h 593532"/>
              <a:gd name="connsiteX82" fmla="*/ 3505200 w 8017934"/>
              <a:gd name="connsiteY82" fmla="*/ 593532 h 593532"/>
              <a:gd name="connsiteX83" fmla="*/ 3683000 w 8017934"/>
              <a:gd name="connsiteY83" fmla="*/ 576598 h 593532"/>
              <a:gd name="connsiteX84" fmla="*/ 3708400 w 8017934"/>
              <a:gd name="connsiteY84" fmla="*/ 568132 h 593532"/>
              <a:gd name="connsiteX85" fmla="*/ 3683000 w 8017934"/>
              <a:gd name="connsiteY85" fmla="*/ 559665 h 593532"/>
              <a:gd name="connsiteX86" fmla="*/ 3666067 w 8017934"/>
              <a:gd name="connsiteY86" fmla="*/ 534265 h 593532"/>
              <a:gd name="connsiteX87" fmla="*/ 3810000 w 8017934"/>
              <a:gd name="connsiteY87" fmla="*/ 525798 h 593532"/>
              <a:gd name="connsiteX88" fmla="*/ 4004734 w 8017934"/>
              <a:gd name="connsiteY88" fmla="*/ 551198 h 593532"/>
              <a:gd name="connsiteX89" fmla="*/ 4174067 w 8017934"/>
              <a:gd name="connsiteY89" fmla="*/ 542732 h 593532"/>
              <a:gd name="connsiteX90" fmla="*/ 4191000 w 8017934"/>
              <a:gd name="connsiteY90" fmla="*/ 525798 h 593532"/>
              <a:gd name="connsiteX91" fmla="*/ 4199467 w 8017934"/>
              <a:gd name="connsiteY91" fmla="*/ 500398 h 593532"/>
              <a:gd name="connsiteX92" fmla="*/ 4216400 w 8017934"/>
              <a:gd name="connsiteY92" fmla="*/ 466532 h 593532"/>
              <a:gd name="connsiteX93" fmla="*/ 4216400 w 8017934"/>
              <a:gd name="connsiteY93" fmla="*/ 178665 h 593532"/>
              <a:gd name="connsiteX94" fmla="*/ 4224867 w 8017934"/>
              <a:gd name="connsiteY94" fmla="*/ 153265 h 593532"/>
              <a:gd name="connsiteX95" fmla="*/ 4258734 w 8017934"/>
              <a:gd name="connsiteY95" fmla="*/ 127865 h 593532"/>
              <a:gd name="connsiteX96" fmla="*/ 5164667 w 8017934"/>
              <a:gd name="connsiteY96" fmla="*/ 339532 h 593532"/>
              <a:gd name="connsiteX97" fmla="*/ 5190067 w 8017934"/>
              <a:gd name="connsiteY97" fmla="*/ 390332 h 593532"/>
              <a:gd name="connsiteX98" fmla="*/ 5207000 w 8017934"/>
              <a:gd name="connsiteY98" fmla="*/ 441132 h 593532"/>
              <a:gd name="connsiteX99" fmla="*/ 5274734 w 8017934"/>
              <a:gd name="connsiteY99" fmla="*/ 483465 h 593532"/>
              <a:gd name="connsiteX100" fmla="*/ 5317067 w 8017934"/>
              <a:gd name="connsiteY100" fmla="*/ 525798 h 593532"/>
              <a:gd name="connsiteX101" fmla="*/ 5308600 w 8017934"/>
              <a:gd name="connsiteY101" fmla="*/ 517332 h 593532"/>
              <a:gd name="connsiteX102" fmla="*/ 5266267 w 8017934"/>
              <a:gd name="connsiteY102" fmla="*/ 542732 h 593532"/>
              <a:gd name="connsiteX103" fmla="*/ 5283200 w 8017934"/>
              <a:gd name="connsiteY103" fmla="*/ 517332 h 593532"/>
              <a:gd name="connsiteX104" fmla="*/ 5342467 w 8017934"/>
              <a:gd name="connsiteY104" fmla="*/ 500398 h 593532"/>
              <a:gd name="connsiteX105" fmla="*/ 5401734 w 8017934"/>
              <a:gd name="connsiteY105" fmla="*/ 483465 h 593532"/>
              <a:gd name="connsiteX106" fmla="*/ 5435600 w 8017934"/>
              <a:gd name="connsiteY106" fmla="*/ 466532 h 593532"/>
              <a:gd name="connsiteX107" fmla="*/ 5537200 w 8017934"/>
              <a:gd name="connsiteY107" fmla="*/ 458065 h 593532"/>
              <a:gd name="connsiteX108" fmla="*/ 5562600 w 8017934"/>
              <a:gd name="connsiteY108" fmla="*/ 407265 h 593532"/>
              <a:gd name="connsiteX109" fmla="*/ 5579534 w 8017934"/>
              <a:gd name="connsiteY109" fmla="*/ 373398 h 593532"/>
              <a:gd name="connsiteX110" fmla="*/ 5613400 w 8017934"/>
              <a:gd name="connsiteY110" fmla="*/ 314132 h 593532"/>
              <a:gd name="connsiteX111" fmla="*/ 5621867 w 8017934"/>
              <a:gd name="connsiteY111" fmla="*/ 280265 h 593532"/>
              <a:gd name="connsiteX112" fmla="*/ 5630334 w 8017934"/>
              <a:gd name="connsiteY112" fmla="*/ 170198 h 593532"/>
              <a:gd name="connsiteX113" fmla="*/ 5638800 w 8017934"/>
              <a:gd name="connsiteY113" fmla="*/ 136332 h 593532"/>
              <a:gd name="connsiteX114" fmla="*/ 5689600 w 8017934"/>
              <a:gd name="connsiteY114" fmla="*/ 93998 h 593532"/>
              <a:gd name="connsiteX115" fmla="*/ 5731934 w 8017934"/>
              <a:gd name="connsiteY115" fmla="*/ 85532 h 593532"/>
              <a:gd name="connsiteX116" fmla="*/ 5892800 w 8017934"/>
              <a:gd name="connsiteY116" fmla="*/ 93998 h 593532"/>
              <a:gd name="connsiteX117" fmla="*/ 5918200 w 8017934"/>
              <a:gd name="connsiteY117" fmla="*/ 110932 h 593532"/>
              <a:gd name="connsiteX118" fmla="*/ 5960534 w 8017934"/>
              <a:gd name="connsiteY118" fmla="*/ 153265 h 593532"/>
              <a:gd name="connsiteX119" fmla="*/ 6019800 w 8017934"/>
              <a:gd name="connsiteY119" fmla="*/ 187132 h 593532"/>
              <a:gd name="connsiteX120" fmla="*/ 6028267 w 8017934"/>
              <a:gd name="connsiteY120" fmla="*/ 220998 h 593532"/>
              <a:gd name="connsiteX121" fmla="*/ 6062134 w 8017934"/>
              <a:gd name="connsiteY121" fmla="*/ 263332 h 593532"/>
              <a:gd name="connsiteX122" fmla="*/ 6079067 w 8017934"/>
              <a:gd name="connsiteY122" fmla="*/ 288732 h 593532"/>
              <a:gd name="connsiteX123" fmla="*/ 6104467 w 8017934"/>
              <a:gd name="connsiteY123" fmla="*/ 314132 h 593532"/>
              <a:gd name="connsiteX124" fmla="*/ 6138334 w 8017934"/>
              <a:gd name="connsiteY124" fmla="*/ 364932 h 593532"/>
              <a:gd name="connsiteX125" fmla="*/ 6155267 w 8017934"/>
              <a:gd name="connsiteY125" fmla="*/ 458065 h 593532"/>
              <a:gd name="connsiteX126" fmla="*/ 6180667 w 8017934"/>
              <a:gd name="connsiteY126" fmla="*/ 474998 h 593532"/>
              <a:gd name="connsiteX127" fmla="*/ 6197600 w 8017934"/>
              <a:gd name="connsiteY127" fmla="*/ 517332 h 593532"/>
              <a:gd name="connsiteX128" fmla="*/ 6214534 w 8017934"/>
              <a:gd name="connsiteY128" fmla="*/ 534265 h 593532"/>
              <a:gd name="connsiteX129" fmla="*/ 6409267 w 8017934"/>
              <a:gd name="connsiteY129" fmla="*/ 576598 h 593532"/>
              <a:gd name="connsiteX130" fmla="*/ 6443134 w 8017934"/>
              <a:gd name="connsiteY130" fmla="*/ 551198 h 593532"/>
              <a:gd name="connsiteX131" fmla="*/ 6468534 w 8017934"/>
              <a:gd name="connsiteY131" fmla="*/ 441132 h 593532"/>
              <a:gd name="connsiteX132" fmla="*/ 6519334 w 8017934"/>
              <a:gd name="connsiteY132" fmla="*/ 466532 h 593532"/>
              <a:gd name="connsiteX133" fmla="*/ 7035800 w 8017934"/>
              <a:gd name="connsiteY133" fmla="*/ 491932 h 593532"/>
              <a:gd name="connsiteX134" fmla="*/ 7171267 w 8017934"/>
              <a:gd name="connsiteY134" fmla="*/ 525798 h 593532"/>
              <a:gd name="connsiteX135" fmla="*/ 7239000 w 8017934"/>
              <a:gd name="connsiteY135" fmla="*/ 542732 h 593532"/>
              <a:gd name="connsiteX136" fmla="*/ 7416800 w 8017934"/>
              <a:gd name="connsiteY136" fmla="*/ 508865 h 593532"/>
              <a:gd name="connsiteX137" fmla="*/ 7425267 w 8017934"/>
              <a:gd name="connsiteY137" fmla="*/ 466532 h 593532"/>
              <a:gd name="connsiteX138" fmla="*/ 7433734 w 8017934"/>
              <a:gd name="connsiteY138" fmla="*/ 373398 h 593532"/>
              <a:gd name="connsiteX139" fmla="*/ 7450667 w 8017934"/>
              <a:gd name="connsiteY139" fmla="*/ 347998 h 593532"/>
              <a:gd name="connsiteX140" fmla="*/ 7459134 w 8017934"/>
              <a:gd name="connsiteY140" fmla="*/ 305665 h 593532"/>
              <a:gd name="connsiteX141" fmla="*/ 7467600 w 8017934"/>
              <a:gd name="connsiteY141" fmla="*/ 280265 h 593532"/>
              <a:gd name="connsiteX142" fmla="*/ 7476067 w 8017934"/>
              <a:gd name="connsiteY142" fmla="*/ 246398 h 593532"/>
              <a:gd name="connsiteX143" fmla="*/ 7526867 w 8017934"/>
              <a:gd name="connsiteY143" fmla="*/ 229465 h 593532"/>
              <a:gd name="connsiteX144" fmla="*/ 7569200 w 8017934"/>
              <a:gd name="connsiteY144" fmla="*/ 187132 h 593532"/>
              <a:gd name="connsiteX145" fmla="*/ 7611534 w 8017934"/>
              <a:gd name="connsiteY145" fmla="*/ 153265 h 593532"/>
              <a:gd name="connsiteX146" fmla="*/ 7645400 w 8017934"/>
              <a:gd name="connsiteY146" fmla="*/ 127865 h 593532"/>
              <a:gd name="connsiteX147" fmla="*/ 7653867 w 8017934"/>
              <a:gd name="connsiteY147" fmla="*/ 102465 h 593532"/>
              <a:gd name="connsiteX148" fmla="*/ 7730067 w 8017934"/>
              <a:gd name="connsiteY148" fmla="*/ 68598 h 593532"/>
              <a:gd name="connsiteX149" fmla="*/ 7823200 w 8017934"/>
              <a:gd name="connsiteY149" fmla="*/ 43198 h 593532"/>
              <a:gd name="connsiteX150" fmla="*/ 7907867 w 8017934"/>
              <a:gd name="connsiteY150" fmla="*/ 9332 h 593532"/>
              <a:gd name="connsiteX151" fmla="*/ 7941734 w 8017934"/>
              <a:gd name="connsiteY151" fmla="*/ 865 h 593532"/>
              <a:gd name="connsiteX152" fmla="*/ 8017934 w 8017934"/>
              <a:gd name="connsiteY152" fmla="*/ 865 h 593532"/>
              <a:gd name="connsiteX0" fmla="*/ 0 w 8017934"/>
              <a:gd name="connsiteY0" fmla="*/ 559665 h 593532"/>
              <a:gd name="connsiteX1" fmla="*/ 491067 w 8017934"/>
              <a:gd name="connsiteY1" fmla="*/ 551198 h 593532"/>
              <a:gd name="connsiteX2" fmla="*/ 508000 w 8017934"/>
              <a:gd name="connsiteY2" fmla="*/ 525798 h 593532"/>
              <a:gd name="connsiteX3" fmla="*/ 533400 w 8017934"/>
              <a:gd name="connsiteY3" fmla="*/ 508865 h 593532"/>
              <a:gd name="connsiteX4" fmla="*/ 567267 w 8017934"/>
              <a:gd name="connsiteY4" fmla="*/ 474998 h 593532"/>
              <a:gd name="connsiteX5" fmla="*/ 575734 w 8017934"/>
              <a:gd name="connsiteY5" fmla="*/ 449598 h 593532"/>
              <a:gd name="connsiteX6" fmla="*/ 584200 w 8017934"/>
              <a:gd name="connsiteY6" fmla="*/ 407265 h 593532"/>
              <a:gd name="connsiteX7" fmla="*/ 601134 w 8017934"/>
              <a:gd name="connsiteY7" fmla="*/ 381865 h 593532"/>
              <a:gd name="connsiteX8" fmla="*/ 618067 w 8017934"/>
              <a:gd name="connsiteY8" fmla="*/ 305665 h 593532"/>
              <a:gd name="connsiteX9" fmla="*/ 626534 w 8017934"/>
              <a:gd name="connsiteY9" fmla="*/ 280265 h 593532"/>
              <a:gd name="connsiteX10" fmla="*/ 643467 w 8017934"/>
              <a:gd name="connsiteY10" fmla="*/ 246398 h 593532"/>
              <a:gd name="connsiteX11" fmla="*/ 660400 w 8017934"/>
              <a:gd name="connsiteY11" fmla="*/ 187132 h 593532"/>
              <a:gd name="connsiteX12" fmla="*/ 677334 w 8017934"/>
              <a:gd name="connsiteY12" fmla="*/ 170198 h 593532"/>
              <a:gd name="connsiteX13" fmla="*/ 702734 w 8017934"/>
              <a:gd name="connsiteY13" fmla="*/ 110932 h 593532"/>
              <a:gd name="connsiteX14" fmla="*/ 795867 w 8017934"/>
              <a:gd name="connsiteY14" fmla="*/ 68598 h 593532"/>
              <a:gd name="connsiteX15" fmla="*/ 922867 w 8017934"/>
              <a:gd name="connsiteY15" fmla="*/ 85532 h 593532"/>
              <a:gd name="connsiteX16" fmla="*/ 948267 w 8017934"/>
              <a:gd name="connsiteY16" fmla="*/ 93998 h 593532"/>
              <a:gd name="connsiteX17" fmla="*/ 965200 w 8017934"/>
              <a:gd name="connsiteY17" fmla="*/ 144798 h 593532"/>
              <a:gd name="connsiteX18" fmla="*/ 982134 w 8017934"/>
              <a:gd name="connsiteY18" fmla="*/ 220998 h 593532"/>
              <a:gd name="connsiteX19" fmla="*/ 990600 w 8017934"/>
              <a:gd name="connsiteY19" fmla="*/ 246398 h 593532"/>
              <a:gd name="connsiteX20" fmla="*/ 1007534 w 8017934"/>
              <a:gd name="connsiteY20" fmla="*/ 314132 h 593532"/>
              <a:gd name="connsiteX21" fmla="*/ 1041400 w 8017934"/>
              <a:gd name="connsiteY21" fmla="*/ 364932 h 593532"/>
              <a:gd name="connsiteX22" fmla="*/ 1058334 w 8017934"/>
              <a:gd name="connsiteY22" fmla="*/ 534265 h 593532"/>
              <a:gd name="connsiteX23" fmla="*/ 1083734 w 8017934"/>
              <a:gd name="connsiteY23" fmla="*/ 551198 h 593532"/>
              <a:gd name="connsiteX24" fmla="*/ 1227667 w 8017934"/>
              <a:gd name="connsiteY24" fmla="*/ 559665 h 593532"/>
              <a:gd name="connsiteX25" fmla="*/ 1405467 w 8017934"/>
              <a:gd name="connsiteY25" fmla="*/ 542732 h 593532"/>
              <a:gd name="connsiteX26" fmla="*/ 1439334 w 8017934"/>
              <a:gd name="connsiteY26" fmla="*/ 534265 h 593532"/>
              <a:gd name="connsiteX27" fmla="*/ 1464734 w 8017934"/>
              <a:gd name="connsiteY27" fmla="*/ 517332 h 593532"/>
              <a:gd name="connsiteX28" fmla="*/ 1481667 w 8017934"/>
              <a:gd name="connsiteY28" fmla="*/ 491932 h 593532"/>
              <a:gd name="connsiteX29" fmla="*/ 1490134 w 8017934"/>
              <a:gd name="connsiteY29" fmla="*/ 373398 h 593532"/>
              <a:gd name="connsiteX30" fmla="*/ 1498600 w 8017934"/>
              <a:gd name="connsiteY30" fmla="*/ 339532 h 593532"/>
              <a:gd name="connsiteX31" fmla="*/ 1515534 w 8017934"/>
              <a:gd name="connsiteY31" fmla="*/ 322598 h 593532"/>
              <a:gd name="connsiteX32" fmla="*/ 1524000 w 8017934"/>
              <a:gd name="connsiteY32" fmla="*/ 288732 h 593532"/>
              <a:gd name="connsiteX33" fmla="*/ 1532467 w 8017934"/>
              <a:gd name="connsiteY33" fmla="*/ 263332 h 593532"/>
              <a:gd name="connsiteX34" fmla="*/ 1540934 w 8017934"/>
              <a:gd name="connsiteY34" fmla="*/ 220998 h 593532"/>
              <a:gd name="connsiteX35" fmla="*/ 1557867 w 8017934"/>
              <a:gd name="connsiteY35" fmla="*/ 187132 h 593532"/>
              <a:gd name="connsiteX36" fmla="*/ 1574800 w 8017934"/>
              <a:gd name="connsiteY36" fmla="*/ 127865 h 593532"/>
              <a:gd name="connsiteX37" fmla="*/ 1608667 w 8017934"/>
              <a:gd name="connsiteY37" fmla="*/ 93998 h 593532"/>
              <a:gd name="connsiteX38" fmla="*/ 1634067 w 8017934"/>
              <a:gd name="connsiteY38" fmla="*/ 77065 h 593532"/>
              <a:gd name="connsiteX39" fmla="*/ 1667934 w 8017934"/>
              <a:gd name="connsiteY39" fmla="*/ 68598 h 593532"/>
              <a:gd name="connsiteX40" fmla="*/ 1693334 w 8017934"/>
              <a:gd name="connsiteY40" fmla="*/ 60132 h 593532"/>
              <a:gd name="connsiteX41" fmla="*/ 1718734 w 8017934"/>
              <a:gd name="connsiteY41" fmla="*/ 68598 h 593532"/>
              <a:gd name="connsiteX42" fmla="*/ 1761067 w 8017934"/>
              <a:gd name="connsiteY42" fmla="*/ 85532 h 593532"/>
              <a:gd name="connsiteX43" fmla="*/ 1811867 w 8017934"/>
              <a:gd name="connsiteY43" fmla="*/ 93998 h 593532"/>
              <a:gd name="connsiteX44" fmla="*/ 2192867 w 8017934"/>
              <a:gd name="connsiteY44" fmla="*/ 93998 h 593532"/>
              <a:gd name="connsiteX45" fmla="*/ 2311400 w 8017934"/>
              <a:gd name="connsiteY45" fmla="*/ 102465 h 593532"/>
              <a:gd name="connsiteX46" fmla="*/ 2345267 w 8017934"/>
              <a:gd name="connsiteY46" fmla="*/ 170198 h 593532"/>
              <a:gd name="connsiteX47" fmla="*/ 2345267 w 8017934"/>
              <a:gd name="connsiteY47" fmla="*/ 170198 h 593532"/>
              <a:gd name="connsiteX48" fmla="*/ 2379134 w 8017934"/>
              <a:gd name="connsiteY48" fmla="*/ 246398 h 593532"/>
              <a:gd name="connsiteX49" fmla="*/ 2404534 w 8017934"/>
              <a:gd name="connsiteY49" fmla="*/ 297198 h 593532"/>
              <a:gd name="connsiteX50" fmla="*/ 2421467 w 8017934"/>
              <a:gd name="connsiteY50" fmla="*/ 356465 h 593532"/>
              <a:gd name="connsiteX51" fmla="*/ 2438400 w 8017934"/>
              <a:gd name="connsiteY51" fmla="*/ 390332 h 593532"/>
              <a:gd name="connsiteX52" fmla="*/ 2455334 w 8017934"/>
              <a:gd name="connsiteY52" fmla="*/ 441132 h 593532"/>
              <a:gd name="connsiteX53" fmla="*/ 2463800 w 8017934"/>
              <a:gd name="connsiteY53" fmla="*/ 466532 h 593532"/>
              <a:gd name="connsiteX54" fmla="*/ 2480734 w 8017934"/>
              <a:gd name="connsiteY54" fmla="*/ 483465 h 593532"/>
              <a:gd name="connsiteX55" fmla="*/ 2523067 w 8017934"/>
              <a:gd name="connsiteY55" fmla="*/ 559665 h 593532"/>
              <a:gd name="connsiteX56" fmla="*/ 2582334 w 8017934"/>
              <a:gd name="connsiteY56" fmla="*/ 568132 h 593532"/>
              <a:gd name="connsiteX57" fmla="*/ 2599267 w 8017934"/>
              <a:gd name="connsiteY57" fmla="*/ 525798 h 593532"/>
              <a:gd name="connsiteX58" fmla="*/ 2616200 w 8017934"/>
              <a:gd name="connsiteY58" fmla="*/ 500398 h 593532"/>
              <a:gd name="connsiteX59" fmla="*/ 2658534 w 8017934"/>
              <a:gd name="connsiteY59" fmla="*/ 508865 h 593532"/>
              <a:gd name="connsiteX60" fmla="*/ 2751667 w 8017934"/>
              <a:gd name="connsiteY60" fmla="*/ 534265 h 593532"/>
              <a:gd name="connsiteX61" fmla="*/ 2777067 w 8017934"/>
              <a:gd name="connsiteY61" fmla="*/ 551198 h 593532"/>
              <a:gd name="connsiteX62" fmla="*/ 2802467 w 8017934"/>
              <a:gd name="connsiteY62" fmla="*/ 500398 h 593532"/>
              <a:gd name="connsiteX63" fmla="*/ 2844800 w 8017934"/>
              <a:gd name="connsiteY63" fmla="*/ 483465 h 593532"/>
              <a:gd name="connsiteX64" fmla="*/ 2861734 w 8017934"/>
              <a:gd name="connsiteY64" fmla="*/ 424198 h 593532"/>
              <a:gd name="connsiteX65" fmla="*/ 2887134 w 8017934"/>
              <a:gd name="connsiteY65" fmla="*/ 263332 h 593532"/>
              <a:gd name="connsiteX66" fmla="*/ 2895600 w 8017934"/>
              <a:gd name="connsiteY66" fmla="*/ 195598 h 593532"/>
              <a:gd name="connsiteX67" fmla="*/ 2929467 w 8017934"/>
              <a:gd name="connsiteY67" fmla="*/ 119398 h 593532"/>
              <a:gd name="connsiteX68" fmla="*/ 2963334 w 8017934"/>
              <a:gd name="connsiteY68" fmla="*/ 102465 h 593532"/>
              <a:gd name="connsiteX69" fmla="*/ 3183467 w 8017934"/>
              <a:gd name="connsiteY69" fmla="*/ 77065 h 593532"/>
              <a:gd name="connsiteX70" fmla="*/ 3293534 w 8017934"/>
              <a:gd name="connsiteY70" fmla="*/ 93998 h 593532"/>
              <a:gd name="connsiteX71" fmla="*/ 3302000 w 8017934"/>
              <a:gd name="connsiteY71" fmla="*/ 127865 h 593532"/>
              <a:gd name="connsiteX72" fmla="*/ 3318934 w 8017934"/>
              <a:gd name="connsiteY72" fmla="*/ 204065 h 593532"/>
              <a:gd name="connsiteX73" fmla="*/ 3335867 w 8017934"/>
              <a:gd name="connsiteY73" fmla="*/ 229465 h 593532"/>
              <a:gd name="connsiteX74" fmla="*/ 3352800 w 8017934"/>
              <a:gd name="connsiteY74" fmla="*/ 288732 h 593532"/>
              <a:gd name="connsiteX75" fmla="*/ 3369734 w 8017934"/>
              <a:gd name="connsiteY75" fmla="*/ 322598 h 593532"/>
              <a:gd name="connsiteX76" fmla="*/ 3386667 w 8017934"/>
              <a:gd name="connsiteY76" fmla="*/ 373398 h 593532"/>
              <a:gd name="connsiteX77" fmla="*/ 3395134 w 8017934"/>
              <a:gd name="connsiteY77" fmla="*/ 398798 h 593532"/>
              <a:gd name="connsiteX78" fmla="*/ 3412067 w 8017934"/>
              <a:gd name="connsiteY78" fmla="*/ 415732 h 593532"/>
              <a:gd name="connsiteX79" fmla="*/ 3437467 w 8017934"/>
              <a:gd name="connsiteY79" fmla="*/ 500398 h 593532"/>
              <a:gd name="connsiteX80" fmla="*/ 3454400 w 8017934"/>
              <a:gd name="connsiteY80" fmla="*/ 525798 h 593532"/>
              <a:gd name="connsiteX81" fmla="*/ 3462867 w 8017934"/>
              <a:gd name="connsiteY81" fmla="*/ 551198 h 593532"/>
              <a:gd name="connsiteX82" fmla="*/ 3505200 w 8017934"/>
              <a:gd name="connsiteY82" fmla="*/ 593532 h 593532"/>
              <a:gd name="connsiteX83" fmla="*/ 3683000 w 8017934"/>
              <a:gd name="connsiteY83" fmla="*/ 576598 h 593532"/>
              <a:gd name="connsiteX84" fmla="*/ 3708400 w 8017934"/>
              <a:gd name="connsiteY84" fmla="*/ 568132 h 593532"/>
              <a:gd name="connsiteX85" fmla="*/ 3683000 w 8017934"/>
              <a:gd name="connsiteY85" fmla="*/ 559665 h 593532"/>
              <a:gd name="connsiteX86" fmla="*/ 3810000 w 8017934"/>
              <a:gd name="connsiteY86" fmla="*/ 525798 h 593532"/>
              <a:gd name="connsiteX87" fmla="*/ 4004734 w 8017934"/>
              <a:gd name="connsiteY87" fmla="*/ 551198 h 593532"/>
              <a:gd name="connsiteX88" fmla="*/ 4174067 w 8017934"/>
              <a:gd name="connsiteY88" fmla="*/ 542732 h 593532"/>
              <a:gd name="connsiteX89" fmla="*/ 4191000 w 8017934"/>
              <a:gd name="connsiteY89" fmla="*/ 525798 h 593532"/>
              <a:gd name="connsiteX90" fmla="*/ 4199467 w 8017934"/>
              <a:gd name="connsiteY90" fmla="*/ 500398 h 593532"/>
              <a:gd name="connsiteX91" fmla="*/ 4216400 w 8017934"/>
              <a:gd name="connsiteY91" fmla="*/ 466532 h 593532"/>
              <a:gd name="connsiteX92" fmla="*/ 4216400 w 8017934"/>
              <a:gd name="connsiteY92" fmla="*/ 178665 h 593532"/>
              <a:gd name="connsiteX93" fmla="*/ 4224867 w 8017934"/>
              <a:gd name="connsiteY93" fmla="*/ 153265 h 593532"/>
              <a:gd name="connsiteX94" fmla="*/ 4258734 w 8017934"/>
              <a:gd name="connsiteY94" fmla="*/ 127865 h 593532"/>
              <a:gd name="connsiteX95" fmla="*/ 5164667 w 8017934"/>
              <a:gd name="connsiteY95" fmla="*/ 339532 h 593532"/>
              <a:gd name="connsiteX96" fmla="*/ 5190067 w 8017934"/>
              <a:gd name="connsiteY96" fmla="*/ 390332 h 593532"/>
              <a:gd name="connsiteX97" fmla="*/ 5207000 w 8017934"/>
              <a:gd name="connsiteY97" fmla="*/ 441132 h 593532"/>
              <a:gd name="connsiteX98" fmla="*/ 5274734 w 8017934"/>
              <a:gd name="connsiteY98" fmla="*/ 483465 h 593532"/>
              <a:gd name="connsiteX99" fmla="*/ 5317067 w 8017934"/>
              <a:gd name="connsiteY99" fmla="*/ 525798 h 593532"/>
              <a:gd name="connsiteX100" fmla="*/ 5308600 w 8017934"/>
              <a:gd name="connsiteY100" fmla="*/ 517332 h 593532"/>
              <a:gd name="connsiteX101" fmla="*/ 5266267 w 8017934"/>
              <a:gd name="connsiteY101" fmla="*/ 542732 h 593532"/>
              <a:gd name="connsiteX102" fmla="*/ 5283200 w 8017934"/>
              <a:gd name="connsiteY102" fmla="*/ 517332 h 593532"/>
              <a:gd name="connsiteX103" fmla="*/ 5342467 w 8017934"/>
              <a:gd name="connsiteY103" fmla="*/ 500398 h 593532"/>
              <a:gd name="connsiteX104" fmla="*/ 5401734 w 8017934"/>
              <a:gd name="connsiteY104" fmla="*/ 483465 h 593532"/>
              <a:gd name="connsiteX105" fmla="*/ 5435600 w 8017934"/>
              <a:gd name="connsiteY105" fmla="*/ 466532 h 593532"/>
              <a:gd name="connsiteX106" fmla="*/ 5537200 w 8017934"/>
              <a:gd name="connsiteY106" fmla="*/ 458065 h 593532"/>
              <a:gd name="connsiteX107" fmla="*/ 5562600 w 8017934"/>
              <a:gd name="connsiteY107" fmla="*/ 407265 h 593532"/>
              <a:gd name="connsiteX108" fmla="*/ 5579534 w 8017934"/>
              <a:gd name="connsiteY108" fmla="*/ 373398 h 593532"/>
              <a:gd name="connsiteX109" fmla="*/ 5613400 w 8017934"/>
              <a:gd name="connsiteY109" fmla="*/ 314132 h 593532"/>
              <a:gd name="connsiteX110" fmla="*/ 5621867 w 8017934"/>
              <a:gd name="connsiteY110" fmla="*/ 280265 h 593532"/>
              <a:gd name="connsiteX111" fmla="*/ 5630334 w 8017934"/>
              <a:gd name="connsiteY111" fmla="*/ 170198 h 593532"/>
              <a:gd name="connsiteX112" fmla="*/ 5638800 w 8017934"/>
              <a:gd name="connsiteY112" fmla="*/ 136332 h 593532"/>
              <a:gd name="connsiteX113" fmla="*/ 5689600 w 8017934"/>
              <a:gd name="connsiteY113" fmla="*/ 93998 h 593532"/>
              <a:gd name="connsiteX114" fmla="*/ 5731934 w 8017934"/>
              <a:gd name="connsiteY114" fmla="*/ 85532 h 593532"/>
              <a:gd name="connsiteX115" fmla="*/ 5892800 w 8017934"/>
              <a:gd name="connsiteY115" fmla="*/ 93998 h 593532"/>
              <a:gd name="connsiteX116" fmla="*/ 5918200 w 8017934"/>
              <a:gd name="connsiteY116" fmla="*/ 110932 h 593532"/>
              <a:gd name="connsiteX117" fmla="*/ 5960534 w 8017934"/>
              <a:gd name="connsiteY117" fmla="*/ 153265 h 593532"/>
              <a:gd name="connsiteX118" fmla="*/ 6019800 w 8017934"/>
              <a:gd name="connsiteY118" fmla="*/ 187132 h 593532"/>
              <a:gd name="connsiteX119" fmla="*/ 6028267 w 8017934"/>
              <a:gd name="connsiteY119" fmla="*/ 220998 h 593532"/>
              <a:gd name="connsiteX120" fmla="*/ 6062134 w 8017934"/>
              <a:gd name="connsiteY120" fmla="*/ 263332 h 593532"/>
              <a:gd name="connsiteX121" fmla="*/ 6079067 w 8017934"/>
              <a:gd name="connsiteY121" fmla="*/ 288732 h 593532"/>
              <a:gd name="connsiteX122" fmla="*/ 6104467 w 8017934"/>
              <a:gd name="connsiteY122" fmla="*/ 314132 h 593532"/>
              <a:gd name="connsiteX123" fmla="*/ 6138334 w 8017934"/>
              <a:gd name="connsiteY123" fmla="*/ 364932 h 593532"/>
              <a:gd name="connsiteX124" fmla="*/ 6155267 w 8017934"/>
              <a:gd name="connsiteY124" fmla="*/ 458065 h 593532"/>
              <a:gd name="connsiteX125" fmla="*/ 6180667 w 8017934"/>
              <a:gd name="connsiteY125" fmla="*/ 474998 h 593532"/>
              <a:gd name="connsiteX126" fmla="*/ 6197600 w 8017934"/>
              <a:gd name="connsiteY126" fmla="*/ 517332 h 593532"/>
              <a:gd name="connsiteX127" fmla="*/ 6214534 w 8017934"/>
              <a:gd name="connsiteY127" fmla="*/ 534265 h 593532"/>
              <a:gd name="connsiteX128" fmla="*/ 6409267 w 8017934"/>
              <a:gd name="connsiteY128" fmla="*/ 576598 h 593532"/>
              <a:gd name="connsiteX129" fmla="*/ 6443134 w 8017934"/>
              <a:gd name="connsiteY129" fmla="*/ 551198 h 593532"/>
              <a:gd name="connsiteX130" fmla="*/ 6468534 w 8017934"/>
              <a:gd name="connsiteY130" fmla="*/ 441132 h 593532"/>
              <a:gd name="connsiteX131" fmla="*/ 6519334 w 8017934"/>
              <a:gd name="connsiteY131" fmla="*/ 466532 h 593532"/>
              <a:gd name="connsiteX132" fmla="*/ 7035800 w 8017934"/>
              <a:gd name="connsiteY132" fmla="*/ 491932 h 593532"/>
              <a:gd name="connsiteX133" fmla="*/ 7171267 w 8017934"/>
              <a:gd name="connsiteY133" fmla="*/ 525798 h 593532"/>
              <a:gd name="connsiteX134" fmla="*/ 7239000 w 8017934"/>
              <a:gd name="connsiteY134" fmla="*/ 542732 h 593532"/>
              <a:gd name="connsiteX135" fmla="*/ 7416800 w 8017934"/>
              <a:gd name="connsiteY135" fmla="*/ 508865 h 593532"/>
              <a:gd name="connsiteX136" fmla="*/ 7425267 w 8017934"/>
              <a:gd name="connsiteY136" fmla="*/ 466532 h 593532"/>
              <a:gd name="connsiteX137" fmla="*/ 7433734 w 8017934"/>
              <a:gd name="connsiteY137" fmla="*/ 373398 h 593532"/>
              <a:gd name="connsiteX138" fmla="*/ 7450667 w 8017934"/>
              <a:gd name="connsiteY138" fmla="*/ 347998 h 593532"/>
              <a:gd name="connsiteX139" fmla="*/ 7459134 w 8017934"/>
              <a:gd name="connsiteY139" fmla="*/ 305665 h 593532"/>
              <a:gd name="connsiteX140" fmla="*/ 7467600 w 8017934"/>
              <a:gd name="connsiteY140" fmla="*/ 280265 h 593532"/>
              <a:gd name="connsiteX141" fmla="*/ 7476067 w 8017934"/>
              <a:gd name="connsiteY141" fmla="*/ 246398 h 593532"/>
              <a:gd name="connsiteX142" fmla="*/ 7526867 w 8017934"/>
              <a:gd name="connsiteY142" fmla="*/ 229465 h 593532"/>
              <a:gd name="connsiteX143" fmla="*/ 7569200 w 8017934"/>
              <a:gd name="connsiteY143" fmla="*/ 187132 h 593532"/>
              <a:gd name="connsiteX144" fmla="*/ 7611534 w 8017934"/>
              <a:gd name="connsiteY144" fmla="*/ 153265 h 593532"/>
              <a:gd name="connsiteX145" fmla="*/ 7645400 w 8017934"/>
              <a:gd name="connsiteY145" fmla="*/ 127865 h 593532"/>
              <a:gd name="connsiteX146" fmla="*/ 7653867 w 8017934"/>
              <a:gd name="connsiteY146" fmla="*/ 102465 h 593532"/>
              <a:gd name="connsiteX147" fmla="*/ 7730067 w 8017934"/>
              <a:gd name="connsiteY147" fmla="*/ 68598 h 593532"/>
              <a:gd name="connsiteX148" fmla="*/ 7823200 w 8017934"/>
              <a:gd name="connsiteY148" fmla="*/ 43198 h 593532"/>
              <a:gd name="connsiteX149" fmla="*/ 7907867 w 8017934"/>
              <a:gd name="connsiteY149" fmla="*/ 9332 h 593532"/>
              <a:gd name="connsiteX150" fmla="*/ 7941734 w 8017934"/>
              <a:gd name="connsiteY150" fmla="*/ 865 h 593532"/>
              <a:gd name="connsiteX151" fmla="*/ 8017934 w 8017934"/>
              <a:gd name="connsiteY151" fmla="*/ 865 h 593532"/>
              <a:gd name="connsiteX0" fmla="*/ 0 w 8017934"/>
              <a:gd name="connsiteY0" fmla="*/ 559665 h 593532"/>
              <a:gd name="connsiteX1" fmla="*/ 491067 w 8017934"/>
              <a:gd name="connsiteY1" fmla="*/ 551198 h 593532"/>
              <a:gd name="connsiteX2" fmla="*/ 508000 w 8017934"/>
              <a:gd name="connsiteY2" fmla="*/ 525798 h 593532"/>
              <a:gd name="connsiteX3" fmla="*/ 533400 w 8017934"/>
              <a:gd name="connsiteY3" fmla="*/ 508865 h 593532"/>
              <a:gd name="connsiteX4" fmla="*/ 567267 w 8017934"/>
              <a:gd name="connsiteY4" fmla="*/ 474998 h 593532"/>
              <a:gd name="connsiteX5" fmla="*/ 575734 w 8017934"/>
              <a:gd name="connsiteY5" fmla="*/ 449598 h 593532"/>
              <a:gd name="connsiteX6" fmla="*/ 584200 w 8017934"/>
              <a:gd name="connsiteY6" fmla="*/ 407265 h 593532"/>
              <a:gd name="connsiteX7" fmla="*/ 601134 w 8017934"/>
              <a:gd name="connsiteY7" fmla="*/ 381865 h 593532"/>
              <a:gd name="connsiteX8" fmla="*/ 618067 w 8017934"/>
              <a:gd name="connsiteY8" fmla="*/ 305665 h 593532"/>
              <a:gd name="connsiteX9" fmla="*/ 626534 w 8017934"/>
              <a:gd name="connsiteY9" fmla="*/ 280265 h 593532"/>
              <a:gd name="connsiteX10" fmla="*/ 643467 w 8017934"/>
              <a:gd name="connsiteY10" fmla="*/ 246398 h 593532"/>
              <a:gd name="connsiteX11" fmla="*/ 660400 w 8017934"/>
              <a:gd name="connsiteY11" fmla="*/ 187132 h 593532"/>
              <a:gd name="connsiteX12" fmla="*/ 677334 w 8017934"/>
              <a:gd name="connsiteY12" fmla="*/ 170198 h 593532"/>
              <a:gd name="connsiteX13" fmla="*/ 702734 w 8017934"/>
              <a:gd name="connsiteY13" fmla="*/ 110932 h 593532"/>
              <a:gd name="connsiteX14" fmla="*/ 795867 w 8017934"/>
              <a:gd name="connsiteY14" fmla="*/ 68598 h 593532"/>
              <a:gd name="connsiteX15" fmla="*/ 922867 w 8017934"/>
              <a:gd name="connsiteY15" fmla="*/ 85532 h 593532"/>
              <a:gd name="connsiteX16" fmla="*/ 948267 w 8017934"/>
              <a:gd name="connsiteY16" fmla="*/ 93998 h 593532"/>
              <a:gd name="connsiteX17" fmla="*/ 965200 w 8017934"/>
              <a:gd name="connsiteY17" fmla="*/ 144798 h 593532"/>
              <a:gd name="connsiteX18" fmla="*/ 982134 w 8017934"/>
              <a:gd name="connsiteY18" fmla="*/ 220998 h 593532"/>
              <a:gd name="connsiteX19" fmla="*/ 990600 w 8017934"/>
              <a:gd name="connsiteY19" fmla="*/ 246398 h 593532"/>
              <a:gd name="connsiteX20" fmla="*/ 1007534 w 8017934"/>
              <a:gd name="connsiteY20" fmla="*/ 314132 h 593532"/>
              <a:gd name="connsiteX21" fmla="*/ 1041400 w 8017934"/>
              <a:gd name="connsiteY21" fmla="*/ 364932 h 593532"/>
              <a:gd name="connsiteX22" fmla="*/ 1058334 w 8017934"/>
              <a:gd name="connsiteY22" fmla="*/ 534265 h 593532"/>
              <a:gd name="connsiteX23" fmla="*/ 1083734 w 8017934"/>
              <a:gd name="connsiteY23" fmla="*/ 551198 h 593532"/>
              <a:gd name="connsiteX24" fmla="*/ 1227667 w 8017934"/>
              <a:gd name="connsiteY24" fmla="*/ 559665 h 593532"/>
              <a:gd name="connsiteX25" fmla="*/ 1405467 w 8017934"/>
              <a:gd name="connsiteY25" fmla="*/ 542732 h 593532"/>
              <a:gd name="connsiteX26" fmla="*/ 1439334 w 8017934"/>
              <a:gd name="connsiteY26" fmla="*/ 534265 h 593532"/>
              <a:gd name="connsiteX27" fmla="*/ 1464734 w 8017934"/>
              <a:gd name="connsiteY27" fmla="*/ 517332 h 593532"/>
              <a:gd name="connsiteX28" fmla="*/ 1481667 w 8017934"/>
              <a:gd name="connsiteY28" fmla="*/ 491932 h 593532"/>
              <a:gd name="connsiteX29" fmla="*/ 1490134 w 8017934"/>
              <a:gd name="connsiteY29" fmla="*/ 373398 h 593532"/>
              <a:gd name="connsiteX30" fmla="*/ 1498600 w 8017934"/>
              <a:gd name="connsiteY30" fmla="*/ 339532 h 593532"/>
              <a:gd name="connsiteX31" fmla="*/ 1515534 w 8017934"/>
              <a:gd name="connsiteY31" fmla="*/ 322598 h 593532"/>
              <a:gd name="connsiteX32" fmla="*/ 1524000 w 8017934"/>
              <a:gd name="connsiteY32" fmla="*/ 288732 h 593532"/>
              <a:gd name="connsiteX33" fmla="*/ 1532467 w 8017934"/>
              <a:gd name="connsiteY33" fmla="*/ 263332 h 593532"/>
              <a:gd name="connsiteX34" fmla="*/ 1540934 w 8017934"/>
              <a:gd name="connsiteY34" fmla="*/ 220998 h 593532"/>
              <a:gd name="connsiteX35" fmla="*/ 1557867 w 8017934"/>
              <a:gd name="connsiteY35" fmla="*/ 187132 h 593532"/>
              <a:gd name="connsiteX36" fmla="*/ 1574800 w 8017934"/>
              <a:gd name="connsiteY36" fmla="*/ 127865 h 593532"/>
              <a:gd name="connsiteX37" fmla="*/ 1608667 w 8017934"/>
              <a:gd name="connsiteY37" fmla="*/ 93998 h 593532"/>
              <a:gd name="connsiteX38" fmla="*/ 1634067 w 8017934"/>
              <a:gd name="connsiteY38" fmla="*/ 77065 h 593532"/>
              <a:gd name="connsiteX39" fmla="*/ 1667934 w 8017934"/>
              <a:gd name="connsiteY39" fmla="*/ 68598 h 593532"/>
              <a:gd name="connsiteX40" fmla="*/ 1693334 w 8017934"/>
              <a:gd name="connsiteY40" fmla="*/ 60132 h 593532"/>
              <a:gd name="connsiteX41" fmla="*/ 1718734 w 8017934"/>
              <a:gd name="connsiteY41" fmla="*/ 68598 h 593532"/>
              <a:gd name="connsiteX42" fmla="*/ 1761067 w 8017934"/>
              <a:gd name="connsiteY42" fmla="*/ 85532 h 593532"/>
              <a:gd name="connsiteX43" fmla="*/ 1811867 w 8017934"/>
              <a:gd name="connsiteY43" fmla="*/ 93998 h 593532"/>
              <a:gd name="connsiteX44" fmla="*/ 2192867 w 8017934"/>
              <a:gd name="connsiteY44" fmla="*/ 93998 h 593532"/>
              <a:gd name="connsiteX45" fmla="*/ 2311400 w 8017934"/>
              <a:gd name="connsiteY45" fmla="*/ 102465 h 593532"/>
              <a:gd name="connsiteX46" fmla="*/ 2345267 w 8017934"/>
              <a:gd name="connsiteY46" fmla="*/ 170198 h 593532"/>
              <a:gd name="connsiteX47" fmla="*/ 2345267 w 8017934"/>
              <a:gd name="connsiteY47" fmla="*/ 170198 h 593532"/>
              <a:gd name="connsiteX48" fmla="*/ 2379134 w 8017934"/>
              <a:gd name="connsiteY48" fmla="*/ 246398 h 593532"/>
              <a:gd name="connsiteX49" fmla="*/ 2404534 w 8017934"/>
              <a:gd name="connsiteY49" fmla="*/ 297198 h 593532"/>
              <a:gd name="connsiteX50" fmla="*/ 2421467 w 8017934"/>
              <a:gd name="connsiteY50" fmla="*/ 356465 h 593532"/>
              <a:gd name="connsiteX51" fmla="*/ 2438400 w 8017934"/>
              <a:gd name="connsiteY51" fmla="*/ 390332 h 593532"/>
              <a:gd name="connsiteX52" fmla="*/ 2455334 w 8017934"/>
              <a:gd name="connsiteY52" fmla="*/ 441132 h 593532"/>
              <a:gd name="connsiteX53" fmla="*/ 2463800 w 8017934"/>
              <a:gd name="connsiteY53" fmla="*/ 466532 h 593532"/>
              <a:gd name="connsiteX54" fmla="*/ 2480734 w 8017934"/>
              <a:gd name="connsiteY54" fmla="*/ 483465 h 593532"/>
              <a:gd name="connsiteX55" fmla="*/ 2523067 w 8017934"/>
              <a:gd name="connsiteY55" fmla="*/ 559665 h 593532"/>
              <a:gd name="connsiteX56" fmla="*/ 2582334 w 8017934"/>
              <a:gd name="connsiteY56" fmla="*/ 568132 h 593532"/>
              <a:gd name="connsiteX57" fmla="*/ 2599267 w 8017934"/>
              <a:gd name="connsiteY57" fmla="*/ 525798 h 593532"/>
              <a:gd name="connsiteX58" fmla="*/ 2616200 w 8017934"/>
              <a:gd name="connsiteY58" fmla="*/ 500398 h 593532"/>
              <a:gd name="connsiteX59" fmla="*/ 2658534 w 8017934"/>
              <a:gd name="connsiteY59" fmla="*/ 508865 h 593532"/>
              <a:gd name="connsiteX60" fmla="*/ 2751667 w 8017934"/>
              <a:gd name="connsiteY60" fmla="*/ 534265 h 593532"/>
              <a:gd name="connsiteX61" fmla="*/ 2777067 w 8017934"/>
              <a:gd name="connsiteY61" fmla="*/ 551198 h 593532"/>
              <a:gd name="connsiteX62" fmla="*/ 2802467 w 8017934"/>
              <a:gd name="connsiteY62" fmla="*/ 500398 h 593532"/>
              <a:gd name="connsiteX63" fmla="*/ 2844800 w 8017934"/>
              <a:gd name="connsiteY63" fmla="*/ 483465 h 593532"/>
              <a:gd name="connsiteX64" fmla="*/ 2861734 w 8017934"/>
              <a:gd name="connsiteY64" fmla="*/ 424198 h 593532"/>
              <a:gd name="connsiteX65" fmla="*/ 2887134 w 8017934"/>
              <a:gd name="connsiteY65" fmla="*/ 263332 h 593532"/>
              <a:gd name="connsiteX66" fmla="*/ 2895600 w 8017934"/>
              <a:gd name="connsiteY66" fmla="*/ 195598 h 593532"/>
              <a:gd name="connsiteX67" fmla="*/ 2929467 w 8017934"/>
              <a:gd name="connsiteY67" fmla="*/ 119398 h 593532"/>
              <a:gd name="connsiteX68" fmla="*/ 2963334 w 8017934"/>
              <a:gd name="connsiteY68" fmla="*/ 102465 h 593532"/>
              <a:gd name="connsiteX69" fmla="*/ 3183467 w 8017934"/>
              <a:gd name="connsiteY69" fmla="*/ 77065 h 593532"/>
              <a:gd name="connsiteX70" fmla="*/ 3293534 w 8017934"/>
              <a:gd name="connsiteY70" fmla="*/ 93998 h 593532"/>
              <a:gd name="connsiteX71" fmla="*/ 3302000 w 8017934"/>
              <a:gd name="connsiteY71" fmla="*/ 127865 h 593532"/>
              <a:gd name="connsiteX72" fmla="*/ 3318934 w 8017934"/>
              <a:gd name="connsiteY72" fmla="*/ 204065 h 593532"/>
              <a:gd name="connsiteX73" fmla="*/ 3335867 w 8017934"/>
              <a:gd name="connsiteY73" fmla="*/ 229465 h 593532"/>
              <a:gd name="connsiteX74" fmla="*/ 3352800 w 8017934"/>
              <a:gd name="connsiteY74" fmla="*/ 288732 h 593532"/>
              <a:gd name="connsiteX75" fmla="*/ 3369734 w 8017934"/>
              <a:gd name="connsiteY75" fmla="*/ 322598 h 593532"/>
              <a:gd name="connsiteX76" fmla="*/ 3386667 w 8017934"/>
              <a:gd name="connsiteY76" fmla="*/ 373398 h 593532"/>
              <a:gd name="connsiteX77" fmla="*/ 3395134 w 8017934"/>
              <a:gd name="connsiteY77" fmla="*/ 398798 h 593532"/>
              <a:gd name="connsiteX78" fmla="*/ 3412067 w 8017934"/>
              <a:gd name="connsiteY78" fmla="*/ 415732 h 593532"/>
              <a:gd name="connsiteX79" fmla="*/ 3437467 w 8017934"/>
              <a:gd name="connsiteY79" fmla="*/ 500398 h 593532"/>
              <a:gd name="connsiteX80" fmla="*/ 3454400 w 8017934"/>
              <a:gd name="connsiteY80" fmla="*/ 525798 h 593532"/>
              <a:gd name="connsiteX81" fmla="*/ 3462867 w 8017934"/>
              <a:gd name="connsiteY81" fmla="*/ 551198 h 593532"/>
              <a:gd name="connsiteX82" fmla="*/ 3505200 w 8017934"/>
              <a:gd name="connsiteY82" fmla="*/ 593532 h 593532"/>
              <a:gd name="connsiteX83" fmla="*/ 3683000 w 8017934"/>
              <a:gd name="connsiteY83" fmla="*/ 576598 h 593532"/>
              <a:gd name="connsiteX84" fmla="*/ 3708400 w 8017934"/>
              <a:gd name="connsiteY84" fmla="*/ 568132 h 593532"/>
              <a:gd name="connsiteX85" fmla="*/ 3683000 w 8017934"/>
              <a:gd name="connsiteY85" fmla="*/ 559665 h 593532"/>
              <a:gd name="connsiteX86" fmla="*/ 3810000 w 8017934"/>
              <a:gd name="connsiteY86" fmla="*/ 525798 h 593532"/>
              <a:gd name="connsiteX87" fmla="*/ 4004734 w 8017934"/>
              <a:gd name="connsiteY87" fmla="*/ 551198 h 593532"/>
              <a:gd name="connsiteX88" fmla="*/ 4174067 w 8017934"/>
              <a:gd name="connsiteY88" fmla="*/ 542732 h 593532"/>
              <a:gd name="connsiteX89" fmla="*/ 4191000 w 8017934"/>
              <a:gd name="connsiteY89" fmla="*/ 525798 h 593532"/>
              <a:gd name="connsiteX90" fmla="*/ 4199467 w 8017934"/>
              <a:gd name="connsiteY90" fmla="*/ 500398 h 593532"/>
              <a:gd name="connsiteX91" fmla="*/ 4216400 w 8017934"/>
              <a:gd name="connsiteY91" fmla="*/ 466532 h 593532"/>
              <a:gd name="connsiteX92" fmla="*/ 4216400 w 8017934"/>
              <a:gd name="connsiteY92" fmla="*/ 178665 h 593532"/>
              <a:gd name="connsiteX93" fmla="*/ 4224867 w 8017934"/>
              <a:gd name="connsiteY93" fmla="*/ 153265 h 593532"/>
              <a:gd name="connsiteX94" fmla="*/ 4258734 w 8017934"/>
              <a:gd name="connsiteY94" fmla="*/ 127865 h 593532"/>
              <a:gd name="connsiteX95" fmla="*/ 5164667 w 8017934"/>
              <a:gd name="connsiteY95" fmla="*/ 339532 h 593532"/>
              <a:gd name="connsiteX96" fmla="*/ 5190067 w 8017934"/>
              <a:gd name="connsiteY96" fmla="*/ 390332 h 593532"/>
              <a:gd name="connsiteX97" fmla="*/ 5207000 w 8017934"/>
              <a:gd name="connsiteY97" fmla="*/ 441132 h 593532"/>
              <a:gd name="connsiteX98" fmla="*/ 5274734 w 8017934"/>
              <a:gd name="connsiteY98" fmla="*/ 483465 h 593532"/>
              <a:gd name="connsiteX99" fmla="*/ 5317067 w 8017934"/>
              <a:gd name="connsiteY99" fmla="*/ 525798 h 593532"/>
              <a:gd name="connsiteX100" fmla="*/ 5308600 w 8017934"/>
              <a:gd name="connsiteY100" fmla="*/ 517332 h 593532"/>
              <a:gd name="connsiteX101" fmla="*/ 5266267 w 8017934"/>
              <a:gd name="connsiteY101" fmla="*/ 542732 h 593532"/>
              <a:gd name="connsiteX102" fmla="*/ 5342467 w 8017934"/>
              <a:gd name="connsiteY102" fmla="*/ 500398 h 593532"/>
              <a:gd name="connsiteX103" fmla="*/ 5401734 w 8017934"/>
              <a:gd name="connsiteY103" fmla="*/ 483465 h 593532"/>
              <a:gd name="connsiteX104" fmla="*/ 5435600 w 8017934"/>
              <a:gd name="connsiteY104" fmla="*/ 466532 h 593532"/>
              <a:gd name="connsiteX105" fmla="*/ 5537200 w 8017934"/>
              <a:gd name="connsiteY105" fmla="*/ 458065 h 593532"/>
              <a:gd name="connsiteX106" fmla="*/ 5562600 w 8017934"/>
              <a:gd name="connsiteY106" fmla="*/ 407265 h 593532"/>
              <a:gd name="connsiteX107" fmla="*/ 5579534 w 8017934"/>
              <a:gd name="connsiteY107" fmla="*/ 373398 h 593532"/>
              <a:gd name="connsiteX108" fmla="*/ 5613400 w 8017934"/>
              <a:gd name="connsiteY108" fmla="*/ 314132 h 593532"/>
              <a:gd name="connsiteX109" fmla="*/ 5621867 w 8017934"/>
              <a:gd name="connsiteY109" fmla="*/ 280265 h 593532"/>
              <a:gd name="connsiteX110" fmla="*/ 5630334 w 8017934"/>
              <a:gd name="connsiteY110" fmla="*/ 170198 h 593532"/>
              <a:gd name="connsiteX111" fmla="*/ 5638800 w 8017934"/>
              <a:gd name="connsiteY111" fmla="*/ 136332 h 593532"/>
              <a:gd name="connsiteX112" fmla="*/ 5689600 w 8017934"/>
              <a:gd name="connsiteY112" fmla="*/ 93998 h 593532"/>
              <a:gd name="connsiteX113" fmla="*/ 5731934 w 8017934"/>
              <a:gd name="connsiteY113" fmla="*/ 85532 h 593532"/>
              <a:gd name="connsiteX114" fmla="*/ 5892800 w 8017934"/>
              <a:gd name="connsiteY114" fmla="*/ 93998 h 593532"/>
              <a:gd name="connsiteX115" fmla="*/ 5918200 w 8017934"/>
              <a:gd name="connsiteY115" fmla="*/ 110932 h 593532"/>
              <a:gd name="connsiteX116" fmla="*/ 5960534 w 8017934"/>
              <a:gd name="connsiteY116" fmla="*/ 153265 h 593532"/>
              <a:gd name="connsiteX117" fmla="*/ 6019800 w 8017934"/>
              <a:gd name="connsiteY117" fmla="*/ 187132 h 593532"/>
              <a:gd name="connsiteX118" fmla="*/ 6028267 w 8017934"/>
              <a:gd name="connsiteY118" fmla="*/ 220998 h 593532"/>
              <a:gd name="connsiteX119" fmla="*/ 6062134 w 8017934"/>
              <a:gd name="connsiteY119" fmla="*/ 263332 h 593532"/>
              <a:gd name="connsiteX120" fmla="*/ 6079067 w 8017934"/>
              <a:gd name="connsiteY120" fmla="*/ 288732 h 593532"/>
              <a:gd name="connsiteX121" fmla="*/ 6104467 w 8017934"/>
              <a:gd name="connsiteY121" fmla="*/ 314132 h 593532"/>
              <a:gd name="connsiteX122" fmla="*/ 6138334 w 8017934"/>
              <a:gd name="connsiteY122" fmla="*/ 364932 h 593532"/>
              <a:gd name="connsiteX123" fmla="*/ 6155267 w 8017934"/>
              <a:gd name="connsiteY123" fmla="*/ 458065 h 593532"/>
              <a:gd name="connsiteX124" fmla="*/ 6180667 w 8017934"/>
              <a:gd name="connsiteY124" fmla="*/ 474998 h 593532"/>
              <a:gd name="connsiteX125" fmla="*/ 6197600 w 8017934"/>
              <a:gd name="connsiteY125" fmla="*/ 517332 h 593532"/>
              <a:gd name="connsiteX126" fmla="*/ 6214534 w 8017934"/>
              <a:gd name="connsiteY126" fmla="*/ 534265 h 593532"/>
              <a:gd name="connsiteX127" fmla="*/ 6409267 w 8017934"/>
              <a:gd name="connsiteY127" fmla="*/ 576598 h 593532"/>
              <a:gd name="connsiteX128" fmla="*/ 6443134 w 8017934"/>
              <a:gd name="connsiteY128" fmla="*/ 551198 h 593532"/>
              <a:gd name="connsiteX129" fmla="*/ 6468534 w 8017934"/>
              <a:gd name="connsiteY129" fmla="*/ 441132 h 593532"/>
              <a:gd name="connsiteX130" fmla="*/ 6519334 w 8017934"/>
              <a:gd name="connsiteY130" fmla="*/ 466532 h 593532"/>
              <a:gd name="connsiteX131" fmla="*/ 7035800 w 8017934"/>
              <a:gd name="connsiteY131" fmla="*/ 491932 h 593532"/>
              <a:gd name="connsiteX132" fmla="*/ 7171267 w 8017934"/>
              <a:gd name="connsiteY132" fmla="*/ 525798 h 593532"/>
              <a:gd name="connsiteX133" fmla="*/ 7239000 w 8017934"/>
              <a:gd name="connsiteY133" fmla="*/ 542732 h 593532"/>
              <a:gd name="connsiteX134" fmla="*/ 7416800 w 8017934"/>
              <a:gd name="connsiteY134" fmla="*/ 508865 h 593532"/>
              <a:gd name="connsiteX135" fmla="*/ 7425267 w 8017934"/>
              <a:gd name="connsiteY135" fmla="*/ 466532 h 593532"/>
              <a:gd name="connsiteX136" fmla="*/ 7433734 w 8017934"/>
              <a:gd name="connsiteY136" fmla="*/ 373398 h 593532"/>
              <a:gd name="connsiteX137" fmla="*/ 7450667 w 8017934"/>
              <a:gd name="connsiteY137" fmla="*/ 347998 h 593532"/>
              <a:gd name="connsiteX138" fmla="*/ 7459134 w 8017934"/>
              <a:gd name="connsiteY138" fmla="*/ 305665 h 593532"/>
              <a:gd name="connsiteX139" fmla="*/ 7467600 w 8017934"/>
              <a:gd name="connsiteY139" fmla="*/ 280265 h 593532"/>
              <a:gd name="connsiteX140" fmla="*/ 7476067 w 8017934"/>
              <a:gd name="connsiteY140" fmla="*/ 246398 h 593532"/>
              <a:gd name="connsiteX141" fmla="*/ 7526867 w 8017934"/>
              <a:gd name="connsiteY141" fmla="*/ 229465 h 593532"/>
              <a:gd name="connsiteX142" fmla="*/ 7569200 w 8017934"/>
              <a:gd name="connsiteY142" fmla="*/ 187132 h 593532"/>
              <a:gd name="connsiteX143" fmla="*/ 7611534 w 8017934"/>
              <a:gd name="connsiteY143" fmla="*/ 153265 h 593532"/>
              <a:gd name="connsiteX144" fmla="*/ 7645400 w 8017934"/>
              <a:gd name="connsiteY144" fmla="*/ 127865 h 593532"/>
              <a:gd name="connsiteX145" fmla="*/ 7653867 w 8017934"/>
              <a:gd name="connsiteY145" fmla="*/ 102465 h 593532"/>
              <a:gd name="connsiteX146" fmla="*/ 7730067 w 8017934"/>
              <a:gd name="connsiteY146" fmla="*/ 68598 h 593532"/>
              <a:gd name="connsiteX147" fmla="*/ 7823200 w 8017934"/>
              <a:gd name="connsiteY147" fmla="*/ 43198 h 593532"/>
              <a:gd name="connsiteX148" fmla="*/ 7907867 w 8017934"/>
              <a:gd name="connsiteY148" fmla="*/ 9332 h 593532"/>
              <a:gd name="connsiteX149" fmla="*/ 7941734 w 8017934"/>
              <a:gd name="connsiteY149" fmla="*/ 865 h 593532"/>
              <a:gd name="connsiteX150" fmla="*/ 8017934 w 8017934"/>
              <a:gd name="connsiteY150" fmla="*/ 865 h 593532"/>
              <a:gd name="connsiteX0" fmla="*/ 0 w 8017934"/>
              <a:gd name="connsiteY0" fmla="*/ 559665 h 593532"/>
              <a:gd name="connsiteX1" fmla="*/ 491067 w 8017934"/>
              <a:gd name="connsiteY1" fmla="*/ 551198 h 593532"/>
              <a:gd name="connsiteX2" fmla="*/ 508000 w 8017934"/>
              <a:gd name="connsiteY2" fmla="*/ 525798 h 593532"/>
              <a:gd name="connsiteX3" fmla="*/ 533400 w 8017934"/>
              <a:gd name="connsiteY3" fmla="*/ 508865 h 593532"/>
              <a:gd name="connsiteX4" fmla="*/ 567267 w 8017934"/>
              <a:gd name="connsiteY4" fmla="*/ 474998 h 593532"/>
              <a:gd name="connsiteX5" fmla="*/ 575734 w 8017934"/>
              <a:gd name="connsiteY5" fmla="*/ 449598 h 593532"/>
              <a:gd name="connsiteX6" fmla="*/ 584200 w 8017934"/>
              <a:gd name="connsiteY6" fmla="*/ 407265 h 593532"/>
              <a:gd name="connsiteX7" fmla="*/ 601134 w 8017934"/>
              <a:gd name="connsiteY7" fmla="*/ 381865 h 593532"/>
              <a:gd name="connsiteX8" fmla="*/ 618067 w 8017934"/>
              <a:gd name="connsiteY8" fmla="*/ 305665 h 593532"/>
              <a:gd name="connsiteX9" fmla="*/ 626534 w 8017934"/>
              <a:gd name="connsiteY9" fmla="*/ 280265 h 593532"/>
              <a:gd name="connsiteX10" fmla="*/ 643467 w 8017934"/>
              <a:gd name="connsiteY10" fmla="*/ 246398 h 593532"/>
              <a:gd name="connsiteX11" fmla="*/ 660400 w 8017934"/>
              <a:gd name="connsiteY11" fmla="*/ 187132 h 593532"/>
              <a:gd name="connsiteX12" fmla="*/ 677334 w 8017934"/>
              <a:gd name="connsiteY12" fmla="*/ 170198 h 593532"/>
              <a:gd name="connsiteX13" fmla="*/ 702734 w 8017934"/>
              <a:gd name="connsiteY13" fmla="*/ 110932 h 593532"/>
              <a:gd name="connsiteX14" fmla="*/ 795867 w 8017934"/>
              <a:gd name="connsiteY14" fmla="*/ 68598 h 593532"/>
              <a:gd name="connsiteX15" fmla="*/ 922867 w 8017934"/>
              <a:gd name="connsiteY15" fmla="*/ 85532 h 593532"/>
              <a:gd name="connsiteX16" fmla="*/ 948267 w 8017934"/>
              <a:gd name="connsiteY16" fmla="*/ 93998 h 593532"/>
              <a:gd name="connsiteX17" fmla="*/ 965200 w 8017934"/>
              <a:gd name="connsiteY17" fmla="*/ 144798 h 593532"/>
              <a:gd name="connsiteX18" fmla="*/ 982134 w 8017934"/>
              <a:gd name="connsiteY18" fmla="*/ 220998 h 593532"/>
              <a:gd name="connsiteX19" fmla="*/ 990600 w 8017934"/>
              <a:gd name="connsiteY19" fmla="*/ 246398 h 593532"/>
              <a:gd name="connsiteX20" fmla="*/ 1007534 w 8017934"/>
              <a:gd name="connsiteY20" fmla="*/ 314132 h 593532"/>
              <a:gd name="connsiteX21" fmla="*/ 1041400 w 8017934"/>
              <a:gd name="connsiteY21" fmla="*/ 364932 h 593532"/>
              <a:gd name="connsiteX22" fmla="*/ 1058334 w 8017934"/>
              <a:gd name="connsiteY22" fmla="*/ 534265 h 593532"/>
              <a:gd name="connsiteX23" fmla="*/ 1083734 w 8017934"/>
              <a:gd name="connsiteY23" fmla="*/ 551198 h 593532"/>
              <a:gd name="connsiteX24" fmla="*/ 1227667 w 8017934"/>
              <a:gd name="connsiteY24" fmla="*/ 559665 h 593532"/>
              <a:gd name="connsiteX25" fmla="*/ 1405467 w 8017934"/>
              <a:gd name="connsiteY25" fmla="*/ 542732 h 593532"/>
              <a:gd name="connsiteX26" fmla="*/ 1439334 w 8017934"/>
              <a:gd name="connsiteY26" fmla="*/ 534265 h 593532"/>
              <a:gd name="connsiteX27" fmla="*/ 1464734 w 8017934"/>
              <a:gd name="connsiteY27" fmla="*/ 517332 h 593532"/>
              <a:gd name="connsiteX28" fmla="*/ 1481667 w 8017934"/>
              <a:gd name="connsiteY28" fmla="*/ 491932 h 593532"/>
              <a:gd name="connsiteX29" fmla="*/ 1490134 w 8017934"/>
              <a:gd name="connsiteY29" fmla="*/ 373398 h 593532"/>
              <a:gd name="connsiteX30" fmla="*/ 1498600 w 8017934"/>
              <a:gd name="connsiteY30" fmla="*/ 339532 h 593532"/>
              <a:gd name="connsiteX31" fmla="*/ 1515534 w 8017934"/>
              <a:gd name="connsiteY31" fmla="*/ 322598 h 593532"/>
              <a:gd name="connsiteX32" fmla="*/ 1524000 w 8017934"/>
              <a:gd name="connsiteY32" fmla="*/ 288732 h 593532"/>
              <a:gd name="connsiteX33" fmla="*/ 1532467 w 8017934"/>
              <a:gd name="connsiteY33" fmla="*/ 263332 h 593532"/>
              <a:gd name="connsiteX34" fmla="*/ 1540934 w 8017934"/>
              <a:gd name="connsiteY34" fmla="*/ 220998 h 593532"/>
              <a:gd name="connsiteX35" fmla="*/ 1557867 w 8017934"/>
              <a:gd name="connsiteY35" fmla="*/ 187132 h 593532"/>
              <a:gd name="connsiteX36" fmla="*/ 1574800 w 8017934"/>
              <a:gd name="connsiteY36" fmla="*/ 127865 h 593532"/>
              <a:gd name="connsiteX37" fmla="*/ 1608667 w 8017934"/>
              <a:gd name="connsiteY37" fmla="*/ 93998 h 593532"/>
              <a:gd name="connsiteX38" fmla="*/ 1634067 w 8017934"/>
              <a:gd name="connsiteY38" fmla="*/ 77065 h 593532"/>
              <a:gd name="connsiteX39" fmla="*/ 1667934 w 8017934"/>
              <a:gd name="connsiteY39" fmla="*/ 68598 h 593532"/>
              <a:gd name="connsiteX40" fmla="*/ 1693334 w 8017934"/>
              <a:gd name="connsiteY40" fmla="*/ 60132 h 593532"/>
              <a:gd name="connsiteX41" fmla="*/ 1718734 w 8017934"/>
              <a:gd name="connsiteY41" fmla="*/ 68598 h 593532"/>
              <a:gd name="connsiteX42" fmla="*/ 1761067 w 8017934"/>
              <a:gd name="connsiteY42" fmla="*/ 85532 h 593532"/>
              <a:gd name="connsiteX43" fmla="*/ 1811867 w 8017934"/>
              <a:gd name="connsiteY43" fmla="*/ 93998 h 593532"/>
              <a:gd name="connsiteX44" fmla="*/ 2192867 w 8017934"/>
              <a:gd name="connsiteY44" fmla="*/ 93998 h 593532"/>
              <a:gd name="connsiteX45" fmla="*/ 2311400 w 8017934"/>
              <a:gd name="connsiteY45" fmla="*/ 102465 h 593532"/>
              <a:gd name="connsiteX46" fmla="*/ 2345267 w 8017934"/>
              <a:gd name="connsiteY46" fmla="*/ 170198 h 593532"/>
              <a:gd name="connsiteX47" fmla="*/ 2345267 w 8017934"/>
              <a:gd name="connsiteY47" fmla="*/ 170198 h 593532"/>
              <a:gd name="connsiteX48" fmla="*/ 2379134 w 8017934"/>
              <a:gd name="connsiteY48" fmla="*/ 246398 h 593532"/>
              <a:gd name="connsiteX49" fmla="*/ 2404534 w 8017934"/>
              <a:gd name="connsiteY49" fmla="*/ 297198 h 593532"/>
              <a:gd name="connsiteX50" fmla="*/ 2421467 w 8017934"/>
              <a:gd name="connsiteY50" fmla="*/ 356465 h 593532"/>
              <a:gd name="connsiteX51" fmla="*/ 2438400 w 8017934"/>
              <a:gd name="connsiteY51" fmla="*/ 390332 h 593532"/>
              <a:gd name="connsiteX52" fmla="*/ 2455334 w 8017934"/>
              <a:gd name="connsiteY52" fmla="*/ 441132 h 593532"/>
              <a:gd name="connsiteX53" fmla="*/ 2463800 w 8017934"/>
              <a:gd name="connsiteY53" fmla="*/ 466532 h 593532"/>
              <a:gd name="connsiteX54" fmla="*/ 2480734 w 8017934"/>
              <a:gd name="connsiteY54" fmla="*/ 483465 h 593532"/>
              <a:gd name="connsiteX55" fmla="*/ 2523067 w 8017934"/>
              <a:gd name="connsiteY55" fmla="*/ 559665 h 593532"/>
              <a:gd name="connsiteX56" fmla="*/ 2582334 w 8017934"/>
              <a:gd name="connsiteY56" fmla="*/ 568132 h 593532"/>
              <a:gd name="connsiteX57" fmla="*/ 2599267 w 8017934"/>
              <a:gd name="connsiteY57" fmla="*/ 525798 h 593532"/>
              <a:gd name="connsiteX58" fmla="*/ 2616200 w 8017934"/>
              <a:gd name="connsiteY58" fmla="*/ 500398 h 593532"/>
              <a:gd name="connsiteX59" fmla="*/ 2658534 w 8017934"/>
              <a:gd name="connsiteY59" fmla="*/ 508865 h 593532"/>
              <a:gd name="connsiteX60" fmla="*/ 2751667 w 8017934"/>
              <a:gd name="connsiteY60" fmla="*/ 534265 h 593532"/>
              <a:gd name="connsiteX61" fmla="*/ 2777067 w 8017934"/>
              <a:gd name="connsiteY61" fmla="*/ 551198 h 593532"/>
              <a:gd name="connsiteX62" fmla="*/ 2802467 w 8017934"/>
              <a:gd name="connsiteY62" fmla="*/ 500398 h 593532"/>
              <a:gd name="connsiteX63" fmla="*/ 2844800 w 8017934"/>
              <a:gd name="connsiteY63" fmla="*/ 483465 h 593532"/>
              <a:gd name="connsiteX64" fmla="*/ 2861734 w 8017934"/>
              <a:gd name="connsiteY64" fmla="*/ 424198 h 593532"/>
              <a:gd name="connsiteX65" fmla="*/ 2887134 w 8017934"/>
              <a:gd name="connsiteY65" fmla="*/ 263332 h 593532"/>
              <a:gd name="connsiteX66" fmla="*/ 2895600 w 8017934"/>
              <a:gd name="connsiteY66" fmla="*/ 195598 h 593532"/>
              <a:gd name="connsiteX67" fmla="*/ 2929467 w 8017934"/>
              <a:gd name="connsiteY67" fmla="*/ 119398 h 593532"/>
              <a:gd name="connsiteX68" fmla="*/ 2963334 w 8017934"/>
              <a:gd name="connsiteY68" fmla="*/ 102465 h 593532"/>
              <a:gd name="connsiteX69" fmla="*/ 3183467 w 8017934"/>
              <a:gd name="connsiteY69" fmla="*/ 77065 h 593532"/>
              <a:gd name="connsiteX70" fmla="*/ 3293534 w 8017934"/>
              <a:gd name="connsiteY70" fmla="*/ 93998 h 593532"/>
              <a:gd name="connsiteX71" fmla="*/ 3302000 w 8017934"/>
              <a:gd name="connsiteY71" fmla="*/ 127865 h 593532"/>
              <a:gd name="connsiteX72" fmla="*/ 3318934 w 8017934"/>
              <a:gd name="connsiteY72" fmla="*/ 204065 h 593532"/>
              <a:gd name="connsiteX73" fmla="*/ 3335867 w 8017934"/>
              <a:gd name="connsiteY73" fmla="*/ 229465 h 593532"/>
              <a:gd name="connsiteX74" fmla="*/ 3352800 w 8017934"/>
              <a:gd name="connsiteY74" fmla="*/ 288732 h 593532"/>
              <a:gd name="connsiteX75" fmla="*/ 3369734 w 8017934"/>
              <a:gd name="connsiteY75" fmla="*/ 322598 h 593532"/>
              <a:gd name="connsiteX76" fmla="*/ 3386667 w 8017934"/>
              <a:gd name="connsiteY76" fmla="*/ 373398 h 593532"/>
              <a:gd name="connsiteX77" fmla="*/ 3395134 w 8017934"/>
              <a:gd name="connsiteY77" fmla="*/ 398798 h 593532"/>
              <a:gd name="connsiteX78" fmla="*/ 3412067 w 8017934"/>
              <a:gd name="connsiteY78" fmla="*/ 415732 h 593532"/>
              <a:gd name="connsiteX79" fmla="*/ 3437467 w 8017934"/>
              <a:gd name="connsiteY79" fmla="*/ 500398 h 593532"/>
              <a:gd name="connsiteX80" fmla="*/ 3454400 w 8017934"/>
              <a:gd name="connsiteY80" fmla="*/ 525798 h 593532"/>
              <a:gd name="connsiteX81" fmla="*/ 3462867 w 8017934"/>
              <a:gd name="connsiteY81" fmla="*/ 551198 h 593532"/>
              <a:gd name="connsiteX82" fmla="*/ 3505200 w 8017934"/>
              <a:gd name="connsiteY82" fmla="*/ 593532 h 593532"/>
              <a:gd name="connsiteX83" fmla="*/ 3683000 w 8017934"/>
              <a:gd name="connsiteY83" fmla="*/ 576598 h 593532"/>
              <a:gd name="connsiteX84" fmla="*/ 3708400 w 8017934"/>
              <a:gd name="connsiteY84" fmla="*/ 568132 h 593532"/>
              <a:gd name="connsiteX85" fmla="*/ 3683000 w 8017934"/>
              <a:gd name="connsiteY85" fmla="*/ 559665 h 593532"/>
              <a:gd name="connsiteX86" fmla="*/ 3810000 w 8017934"/>
              <a:gd name="connsiteY86" fmla="*/ 525798 h 593532"/>
              <a:gd name="connsiteX87" fmla="*/ 4004734 w 8017934"/>
              <a:gd name="connsiteY87" fmla="*/ 551198 h 593532"/>
              <a:gd name="connsiteX88" fmla="*/ 4174067 w 8017934"/>
              <a:gd name="connsiteY88" fmla="*/ 542732 h 593532"/>
              <a:gd name="connsiteX89" fmla="*/ 4191000 w 8017934"/>
              <a:gd name="connsiteY89" fmla="*/ 525798 h 593532"/>
              <a:gd name="connsiteX90" fmla="*/ 4199467 w 8017934"/>
              <a:gd name="connsiteY90" fmla="*/ 500398 h 593532"/>
              <a:gd name="connsiteX91" fmla="*/ 4216400 w 8017934"/>
              <a:gd name="connsiteY91" fmla="*/ 466532 h 593532"/>
              <a:gd name="connsiteX92" fmla="*/ 4216400 w 8017934"/>
              <a:gd name="connsiteY92" fmla="*/ 178665 h 593532"/>
              <a:gd name="connsiteX93" fmla="*/ 4224867 w 8017934"/>
              <a:gd name="connsiteY93" fmla="*/ 153265 h 593532"/>
              <a:gd name="connsiteX94" fmla="*/ 4258734 w 8017934"/>
              <a:gd name="connsiteY94" fmla="*/ 127865 h 593532"/>
              <a:gd name="connsiteX95" fmla="*/ 5164667 w 8017934"/>
              <a:gd name="connsiteY95" fmla="*/ 339532 h 593532"/>
              <a:gd name="connsiteX96" fmla="*/ 5190067 w 8017934"/>
              <a:gd name="connsiteY96" fmla="*/ 390332 h 593532"/>
              <a:gd name="connsiteX97" fmla="*/ 5207000 w 8017934"/>
              <a:gd name="connsiteY97" fmla="*/ 441132 h 593532"/>
              <a:gd name="connsiteX98" fmla="*/ 5274734 w 8017934"/>
              <a:gd name="connsiteY98" fmla="*/ 483465 h 593532"/>
              <a:gd name="connsiteX99" fmla="*/ 5317067 w 8017934"/>
              <a:gd name="connsiteY99" fmla="*/ 525798 h 593532"/>
              <a:gd name="connsiteX100" fmla="*/ 5308600 w 8017934"/>
              <a:gd name="connsiteY100" fmla="*/ 517332 h 593532"/>
              <a:gd name="connsiteX101" fmla="*/ 5342467 w 8017934"/>
              <a:gd name="connsiteY101" fmla="*/ 500398 h 593532"/>
              <a:gd name="connsiteX102" fmla="*/ 5401734 w 8017934"/>
              <a:gd name="connsiteY102" fmla="*/ 483465 h 593532"/>
              <a:gd name="connsiteX103" fmla="*/ 5435600 w 8017934"/>
              <a:gd name="connsiteY103" fmla="*/ 466532 h 593532"/>
              <a:gd name="connsiteX104" fmla="*/ 5537200 w 8017934"/>
              <a:gd name="connsiteY104" fmla="*/ 458065 h 593532"/>
              <a:gd name="connsiteX105" fmla="*/ 5562600 w 8017934"/>
              <a:gd name="connsiteY105" fmla="*/ 407265 h 593532"/>
              <a:gd name="connsiteX106" fmla="*/ 5579534 w 8017934"/>
              <a:gd name="connsiteY106" fmla="*/ 373398 h 593532"/>
              <a:gd name="connsiteX107" fmla="*/ 5613400 w 8017934"/>
              <a:gd name="connsiteY107" fmla="*/ 314132 h 593532"/>
              <a:gd name="connsiteX108" fmla="*/ 5621867 w 8017934"/>
              <a:gd name="connsiteY108" fmla="*/ 280265 h 593532"/>
              <a:gd name="connsiteX109" fmla="*/ 5630334 w 8017934"/>
              <a:gd name="connsiteY109" fmla="*/ 170198 h 593532"/>
              <a:gd name="connsiteX110" fmla="*/ 5638800 w 8017934"/>
              <a:gd name="connsiteY110" fmla="*/ 136332 h 593532"/>
              <a:gd name="connsiteX111" fmla="*/ 5689600 w 8017934"/>
              <a:gd name="connsiteY111" fmla="*/ 93998 h 593532"/>
              <a:gd name="connsiteX112" fmla="*/ 5731934 w 8017934"/>
              <a:gd name="connsiteY112" fmla="*/ 85532 h 593532"/>
              <a:gd name="connsiteX113" fmla="*/ 5892800 w 8017934"/>
              <a:gd name="connsiteY113" fmla="*/ 93998 h 593532"/>
              <a:gd name="connsiteX114" fmla="*/ 5918200 w 8017934"/>
              <a:gd name="connsiteY114" fmla="*/ 110932 h 593532"/>
              <a:gd name="connsiteX115" fmla="*/ 5960534 w 8017934"/>
              <a:gd name="connsiteY115" fmla="*/ 153265 h 593532"/>
              <a:gd name="connsiteX116" fmla="*/ 6019800 w 8017934"/>
              <a:gd name="connsiteY116" fmla="*/ 187132 h 593532"/>
              <a:gd name="connsiteX117" fmla="*/ 6028267 w 8017934"/>
              <a:gd name="connsiteY117" fmla="*/ 220998 h 593532"/>
              <a:gd name="connsiteX118" fmla="*/ 6062134 w 8017934"/>
              <a:gd name="connsiteY118" fmla="*/ 263332 h 593532"/>
              <a:gd name="connsiteX119" fmla="*/ 6079067 w 8017934"/>
              <a:gd name="connsiteY119" fmla="*/ 288732 h 593532"/>
              <a:gd name="connsiteX120" fmla="*/ 6104467 w 8017934"/>
              <a:gd name="connsiteY120" fmla="*/ 314132 h 593532"/>
              <a:gd name="connsiteX121" fmla="*/ 6138334 w 8017934"/>
              <a:gd name="connsiteY121" fmla="*/ 364932 h 593532"/>
              <a:gd name="connsiteX122" fmla="*/ 6155267 w 8017934"/>
              <a:gd name="connsiteY122" fmla="*/ 458065 h 593532"/>
              <a:gd name="connsiteX123" fmla="*/ 6180667 w 8017934"/>
              <a:gd name="connsiteY123" fmla="*/ 474998 h 593532"/>
              <a:gd name="connsiteX124" fmla="*/ 6197600 w 8017934"/>
              <a:gd name="connsiteY124" fmla="*/ 517332 h 593532"/>
              <a:gd name="connsiteX125" fmla="*/ 6214534 w 8017934"/>
              <a:gd name="connsiteY125" fmla="*/ 534265 h 593532"/>
              <a:gd name="connsiteX126" fmla="*/ 6409267 w 8017934"/>
              <a:gd name="connsiteY126" fmla="*/ 576598 h 593532"/>
              <a:gd name="connsiteX127" fmla="*/ 6443134 w 8017934"/>
              <a:gd name="connsiteY127" fmla="*/ 551198 h 593532"/>
              <a:gd name="connsiteX128" fmla="*/ 6468534 w 8017934"/>
              <a:gd name="connsiteY128" fmla="*/ 441132 h 593532"/>
              <a:gd name="connsiteX129" fmla="*/ 6519334 w 8017934"/>
              <a:gd name="connsiteY129" fmla="*/ 466532 h 593532"/>
              <a:gd name="connsiteX130" fmla="*/ 7035800 w 8017934"/>
              <a:gd name="connsiteY130" fmla="*/ 491932 h 593532"/>
              <a:gd name="connsiteX131" fmla="*/ 7171267 w 8017934"/>
              <a:gd name="connsiteY131" fmla="*/ 525798 h 593532"/>
              <a:gd name="connsiteX132" fmla="*/ 7239000 w 8017934"/>
              <a:gd name="connsiteY132" fmla="*/ 542732 h 593532"/>
              <a:gd name="connsiteX133" fmla="*/ 7416800 w 8017934"/>
              <a:gd name="connsiteY133" fmla="*/ 508865 h 593532"/>
              <a:gd name="connsiteX134" fmla="*/ 7425267 w 8017934"/>
              <a:gd name="connsiteY134" fmla="*/ 466532 h 593532"/>
              <a:gd name="connsiteX135" fmla="*/ 7433734 w 8017934"/>
              <a:gd name="connsiteY135" fmla="*/ 373398 h 593532"/>
              <a:gd name="connsiteX136" fmla="*/ 7450667 w 8017934"/>
              <a:gd name="connsiteY136" fmla="*/ 347998 h 593532"/>
              <a:gd name="connsiteX137" fmla="*/ 7459134 w 8017934"/>
              <a:gd name="connsiteY137" fmla="*/ 305665 h 593532"/>
              <a:gd name="connsiteX138" fmla="*/ 7467600 w 8017934"/>
              <a:gd name="connsiteY138" fmla="*/ 280265 h 593532"/>
              <a:gd name="connsiteX139" fmla="*/ 7476067 w 8017934"/>
              <a:gd name="connsiteY139" fmla="*/ 246398 h 593532"/>
              <a:gd name="connsiteX140" fmla="*/ 7526867 w 8017934"/>
              <a:gd name="connsiteY140" fmla="*/ 229465 h 593532"/>
              <a:gd name="connsiteX141" fmla="*/ 7569200 w 8017934"/>
              <a:gd name="connsiteY141" fmla="*/ 187132 h 593532"/>
              <a:gd name="connsiteX142" fmla="*/ 7611534 w 8017934"/>
              <a:gd name="connsiteY142" fmla="*/ 153265 h 593532"/>
              <a:gd name="connsiteX143" fmla="*/ 7645400 w 8017934"/>
              <a:gd name="connsiteY143" fmla="*/ 127865 h 593532"/>
              <a:gd name="connsiteX144" fmla="*/ 7653867 w 8017934"/>
              <a:gd name="connsiteY144" fmla="*/ 102465 h 593532"/>
              <a:gd name="connsiteX145" fmla="*/ 7730067 w 8017934"/>
              <a:gd name="connsiteY145" fmla="*/ 68598 h 593532"/>
              <a:gd name="connsiteX146" fmla="*/ 7823200 w 8017934"/>
              <a:gd name="connsiteY146" fmla="*/ 43198 h 593532"/>
              <a:gd name="connsiteX147" fmla="*/ 7907867 w 8017934"/>
              <a:gd name="connsiteY147" fmla="*/ 9332 h 593532"/>
              <a:gd name="connsiteX148" fmla="*/ 7941734 w 8017934"/>
              <a:gd name="connsiteY148" fmla="*/ 865 h 593532"/>
              <a:gd name="connsiteX149" fmla="*/ 8017934 w 8017934"/>
              <a:gd name="connsiteY149" fmla="*/ 865 h 593532"/>
              <a:gd name="connsiteX0" fmla="*/ 0 w 8017934"/>
              <a:gd name="connsiteY0" fmla="*/ 559665 h 593532"/>
              <a:gd name="connsiteX1" fmla="*/ 491067 w 8017934"/>
              <a:gd name="connsiteY1" fmla="*/ 551198 h 593532"/>
              <a:gd name="connsiteX2" fmla="*/ 508000 w 8017934"/>
              <a:gd name="connsiteY2" fmla="*/ 525798 h 593532"/>
              <a:gd name="connsiteX3" fmla="*/ 533400 w 8017934"/>
              <a:gd name="connsiteY3" fmla="*/ 508865 h 593532"/>
              <a:gd name="connsiteX4" fmla="*/ 567267 w 8017934"/>
              <a:gd name="connsiteY4" fmla="*/ 474998 h 593532"/>
              <a:gd name="connsiteX5" fmla="*/ 575734 w 8017934"/>
              <a:gd name="connsiteY5" fmla="*/ 449598 h 593532"/>
              <a:gd name="connsiteX6" fmla="*/ 584200 w 8017934"/>
              <a:gd name="connsiteY6" fmla="*/ 407265 h 593532"/>
              <a:gd name="connsiteX7" fmla="*/ 601134 w 8017934"/>
              <a:gd name="connsiteY7" fmla="*/ 381865 h 593532"/>
              <a:gd name="connsiteX8" fmla="*/ 618067 w 8017934"/>
              <a:gd name="connsiteY8" fmla="*/ 305665 h 593532"/>
              <a:gd name="connsiteX9" fmla="*/ 626534 w 8017934"/>
              <a:gd name="connsiteY9" fmla="*/ 280265 h 593532"/>
              <a:gd name="connsiteX10" fmla="*/ 643467 w 8017934"/>
              <a:gd name="connsiteY10" fmla="*/ 246398 h 593532"/>
              <a:gd name="connsiteX11" fmla="*/ 660400 w 8017934"/>
              <a:gd name="connsiteY11" fmla="*/ 187132 h 593532"/>
              <a:gd name="connsiteX12" fmla="*/ 677334 w 8017934"/>
              <a:gd name="connsiteY12" fmla="*/ 170198 h 593532"/>
              <a:gd name="connsiteX13" fmla="*/ 702734 w 8017934"/>
              <a:gd name="connsiteY13" fmla="*/ 110932 h 593532"/>
              <a:gd name="connsiteX14" fmla="*/ 795867 w 8017934"/>
              <a:gd name="connsiteY14" fmla="*/ 68598 h 593532"/>
              <a:gd name="connsiteX15" fmla="*/ 922867 w 8017934"/>
              <a:gd name="connsiteY15" fmla="*/ 85532 h 593532"/>
              <a:gd name="connsiteX16" fmla="*/ 948267 w 8017934"/>
              <a:gd name="connsiteY16" fmla="*/ 93998 h 593532"/>
              <a:gd name="connsiteX17" fmla="*/ 965200 w 8017934"/>
              <a:gd name="connsiteY17" fmla="*/ 144798 h 593532"/>
              <a:gd name="connsiteX18" fmla="*/ 982134 w 8017934"/>
              <a:gd name="connsiteY18" fmla="*/ 220998 h 593532"/>
              <a:gd name="connsiteX19" fmla="*/ 990600 w 8017934"/>
              <a:gd name="connsiteY19" fmla="*/ 246398 h 593532"/>
              <a:gd name="connsiteX20" fmla="*/ 1007534 w 8017934"/>
              <a:gd name="connsiteY20" fmla="*/ 314132 h 593532"/>
              <a:gd name="connsiteX21" fmla="*/ 1041400 w 8017934"/>
              <a:gd name="connsiteY21" fmla="*/ 364932 h 593532"/>
              <a:gd name="connsiteX22" fmla="*/ 1058334 w 8017934"/>
              <a:gd name="connsiteY22" fmla="*/ 534265 h 593532"/>
              <a:gd name="connsiteX23" fmla="*/ 1083734 w 8017934"/>
              <a:gd name="connsiteY23" fmla="*/ 551198 h 593532"/>
              <a:gd name="connsiteX24" fmla="*/ 1227667 w 8017934"/>
              <a:gd name="connsiteY24" fmla="*/ 559665 h 593532"/>
              <a:gd name="connsiteX25" fmla="*/ 1405467 w 8017934"/>
              <a:gd name="connsiteY25" fmla="*/ 542732 h 593532"/>
              <a:gd name="connsiteX26" fmla="*/ 1439334 w 8017934"/>
              <a:gd name="connsiteY26" fmla="*/ 534265 h 593532"/>
              <a:gd name="connsiteX27" fmla="*/ 1464734 w 8017934"/>
              <a:gd name="connsiteY27" fmla="*/ 517332 h 593532"/>
              <a:gd name="connsiteX28" fmla="*/ 1481667 w 8017934"/>
              <a:gd name="connsiteY28" fmla="*/ 491932 h 593532"/>
              <a:gd name="connsiteX29" fmla="*/ 1490134 w 8017934"/>
              <a:gd name="connsiteY29" fmla="*/ 373398 h 593532"/>
              <a:gd name="connsiteX30" fmla="*/ 1498600 w 8017934"/>
              <a:gd name="connsiteY30" fmla="*/ 339532 h 593532"/>
              <a:gd name="connsiteX31" fmla="*/ 1515534 w 8017934"/>
              <a:gd name="connsiteY31" fmla="*/ 322598 h 593532"/>
              <a:gd name="connsiteX32" fmla="*/ 1524000 w 8017934"/>
              <a:gd name="connsiteY32" fmla="*/ 288732 h 593532"/>
              <a:gd name="connsiteX33" fmla="*/ 1532467 w 8017934"/>
              <a:gd name="connsiteY33" fmla="*/ 263332 h 593532"/>
              <a:gd name="connsiteX34" fmla="*/ 1540934 w 8017934"/>
              <a:gd name="connsiteY34" fmla="*/ 220998 h 593532"/>
              <a:gd name="connsiteX35" fmla="*/ 1557867 w 8017934"/>
              <a:gd name="connsiteY35" fmla="*/ 187132 h 593532"/>
              <a:gd name="connsiteX36" fmla="*/ 1574800 w 8017934"/>
              <a:gd name="connsiteY36" fmla="*/ 127865 h 593532"/>
              <a:gd name="connsiteX37" fmla="*/ 1608667 w 8017934"/>
              <a:gd name="connsiteY37" fmla="*/ 93998 h 593532"/>
              <a:gd name="connsiteX38" fmla="*/ 1634067 w 8017934"/>
              <a:gd name="connsiteY38" fmla="*/ 77065 h 593532"/>
              <a:gd name="connsiteX39" fmla="*/ 1667934 w 8017934"/>
              <a:gd name="connsiteY39" fmla="*/ 68598 h 593532"/>
              <a:gd name="connsiteX40" fmla="*/ 1693334 w 8017934"/>
              <a:gd name="connsiteY40" fmla="*/ 60132 h 593532"/>
              <a:gd name="connsiteX41" fmla="*/ 1718734 w 8017934"/>
              <a:gd name="connsiteY41" fmla="*/ 68598 h 593532"/>
              <a:gd name="connsiteX42" fmla="*/ 1761067 w 8017934"/>
              <a:gd name="connsiteY42" fmla="*/ 85532 h 593532"/>
              <a:gd name="connsiteX43" fmla="*/ 1811867 w 8017934"/>
              <a:gd name="connsiteY43" fmla="*/ 93998 h 593532"/>
              <a:gd name="connsiteX44" fmla="*/ 2192867 w 8017934"/>
              <a:gd name="connsiteY44" fmla="*/ 93998 h 593532"/>
              <a:gd name="connsiteX45" fmla="*/ 2311400 w 8017934"/>
              <a:gd name="connsiteY45" fmla="*/ 102465 h 593532"/>
              <a:gd name="connsiteX46" fmla="*/ 2345267 w 8017934"/>
              <a:gd name="connsiteY46" fmla="*/ 170198 h 593532"/>
              <a:gd name="connsiteX47" fmla="*/ 2345267 w 8017934"/>
              <a:gd name="connsiteY47" fmla="*/ 170198 h 593532"/>
              <a:gd name="connsiteX48" fmla="*/ 2379134 w 8017934"/>
              <a:gd name="connsiteY48" fmla="*/ 246398 h 593532"/>
              <a:gd name="connsiteX49" fmla="*/ 2404534 w 8017934"/>
              <a:gd name="connsiteY49" fmla="*/ 297198 h 593532"/>
              <a:gd name="connsiteX50" fmla="*/ 2421467 w 8017934"/>
              <a:gd name="connsiteY50" fmla="*/ 356465 h 593532"/>
              <a:gd name="connsiteX51" fmla="*/ 2438400 w 8017934"/>
              <a:gd name="connsiteY51" fmla="*/ 390332 h 593532"/>
              <a:gd name="connsiteX52" fmla="*/ 2455334 w 8017934"/>
              <a:gd name="connsiteY52" fmla="*/ 441132 h 593532"/>
              <a:gd name="connsiteX53" fmla="*/ 2463800 w 8017934"/>
              <a:gd name="connsiteY53" fmla="*/ 466532 h 593532"/>
              <a:gd name="connsiteX54" fmla="*/ 2480734 w 8017934"/>
              <a:gd name="connsiteY54" fmla="*/ 483465 h 593532"/>
              <a:gd name="connsiteX55" fmla="*/ 2523067 w 8017934"/>
              <a:gd name="connsiteY55" fmla="*/ 559665 h 593532"/>
              <a:gd name="connsiteX56" fmla="*/ 2582334 w 8017934"/>
              <a:gd name="connsiteY56" fmla="*/ 568132 h 593532"/>
              <a:gd name="connsiteX57" fmla="*/ 2599267 w 8017934"/>
              <a:gd name="connsiteY57" fmla="*/ 525798 h 593532"/>
              <a:gd name="connsiteX58" fmla="*/ 2616200 w 8017934"/>
              <a:gd name="connsiteY58" fmla="*/ 500398 h 593532"/>
              <a:gd name="connsiteX59" fmla="*/ 2658534 w 8017934"/>
              <a:gd name="connsiteY59" fmla="*/ 508865 h 593532"/>
              <a:gd name="connsiteX60" fmla="*/ 2751667 w 8017934"/>
              <a:gd name="connsiteY60" fmla="*/ 534265 h 593532"/>
              <a:gd name="connsiteX61" fmla="*/ 2777067 w 8017934"/>
              <a:gd name="connsiteY61" fmla="*/ 551198 h 593532"/>
              <a:gd name="connsiteX62" fmla="*/ 2802467 w 8017934"/>
              <a:gd name="connsiteY62" fmla="*/ 500398 h 593532"/>
              <a:gd name="connsiteX63" fmla="*/ 2844800 w 8017934"/>
              <a:gd name="connsiteY63" fmla="*/ 483465 h 593532"/>
              <a:gd name="connsiteX64" fmla="*/ 2861734 w 8017934"/>
              <a:gd name="connsiteY64" fmla="*/ 424198 h 593532"/>
              <a:gd name="connsiteX65" fmla="*/ 2887134 w 8017934"/>
              <a:gd name="connsiteY65" fmla="*/ 263332 h 593532"/>
              <a:gd name="connsiteX66" fmla="*/ 2895600 w 8017934"/>
              <a:gd name="connsiteY66" fmla="*/ 195598 h 593532"/>
              <a:gd name="connsiteX67" fmla="*/ 2929467 w 8017934"/>
              <a:gd name="connsiteY67" fmla="*/ 119398 h 593532"/>
              <a:gd name="connsiteX68" fmla="*/ 2963334 w 8017934"/>
              <a:gd name="connsiteY68" fmla="*/ 102465 h 593532"/>
              <a:gd name="connsiteX69" fmla="*/ 3183467 w 8017934"/>
              <a:gd name="connsiteY69" fmla="*/ 77065 h 593532"/>
              <a:gd name="connsiteX70" fmla="*/ 3293534 w 8017934"/>
              <a:gd name="connsiteY70" fmla="*/ 93998 h 593532"/>
              <a:gd name="connsiteX71" fmla="*/ 3302000 w 8017934"/>
              <a:gd name="connsiteY71" fmla="*/ 127865 h 593532"/>
              <a:gd name="connsiteX72" fmla="*/ 3318934 w 8017934"/>
              <a:gd name="connsiteY72" fmla="*/ 204065 h 593532"/>
              <a:gd name="connsiteX73" fmla="*/ 3335867 w 8017934"/>
              <a:gd name="connsiteY73" fmla="*/ 229465 h 593532"/>
              <a:gd name="connsiteX74" fmla="*/ 3352800 w 8017934"/>
              <a:gd name="connsiteY74" fmla="*/ 288732 h 593532"/>
              <a:gd name="connsiteX75" fmla="*/ 3369734 w 8017934"/>
              <a:gd name="connsiteY75" fmla="*/ 322598 h 593532"/>
              <a:gd name="connsiteX76" fmla="*/ 3386667 w 8017934"/>
              <a:gd name="connsiteY76" fmla="*/ 373398 h 593532"/>
              <a:gd name="connsiteX77" fmla="*/ 3395134 w 8017934"/>
              <a:gd name="connsiteY77" fmla="*/ 398798 h 593532"/>
              <a:gd name="connsiteX78" fmla="*/ 3412067 w 8017934"/>
              <a:gd name="connsiteY78" fmla="*/ 415732 h 593532"/>
              <a:gd name="connsiteX79" fmla="*/ 3437467 w 8017934"/>
              <a:gd name="connsiteY79" fmla="*/ 500398 h 593532"/>
              <a:gd name="connsiteX80" fmla="*/ 3454400 w 8017934"/>
              <a:gd name="connsiteY80" fmla="*/ 525798 h 593532"/>
              <a:gd name="connsiteX81" fmla="*/ 3462867 w 8017934"/>
              <a:gd name="connsiteY81" fmla="*/ 551198 h 593532"/>
              <a:gd name="connsiteX82" fmla="*/ 3505200 w 8017934"/>
              <a:gd name="connsiteY82" fmla="*/ 593532 h 593532"/>
              <a:gd name="connsiteX83" fmla="*/ 3683000 w 8017934"/>
              <a:gd name="connsiteY83" fmla="*/ 576598 h 593532"/>
              <a:gd name="connsiteX84" fmla="*/ 3708400 w 8017934"/>
              <a:gd name="connsiteY84" fmla="*/ 568132 h 593532"/>
              <a:gd name="connsiteX85" fmla="*/ 3683000 w 8017934"/>
              <a:gd name="connsiteY85" fmla="*/ 559665 h 593532"/>
              <a:gd name="connsiteX86" fmla="*/ 3810000 w 8017934"/>
              <a:gd name="connsiteY86" fmla="*/ 525798 h 593532"/>
              <a:gd name="connsiteX87" fmla="*/ 4004734 w 8017934"/>
              <a:gd name="connsiteY87" fmla="*/ 551198 h 593532"/>
              <a:gd name="connsiteX88" fmla="*/ 4174067 w 8017934"/>
              <a:gd name="connsiteY88" fmla="*/ 542732 h 593532"/>
              <a:gd name="connsiteX89" fmla="*/ 4191000 w 8017934"/>
              <a:gd name="connsiteY89" fmla="*/ 525798 h 593532"/>
              <a:gd name="connsiteX90" fmla="*/ 4199467 w 8017934"/>
              <a:gd name="connsiteY90" fmla="*/ 500398 h 593532"/>
              <a:gd name="connsiteX91" fmla="*/ 4216400 w 8017934"/>
              <a:gd name="connsiteY91" fmla="*/ 466532 h 593532"/>
              <a:gd name="connsiteX92" fmla="*/ 4216400 w 8017934"/>
              <a:gd name="connsiteY92" fmla="*/ 178665 h 593532"/>
              <a:gd name="connsiteX93" fmla="*/ 4224867 w 8017934"/>
              <a:gd name="connsiteY93" fmla="*/ 153265 h 593532"/>
              <a:gd name="connsiteX94" fmla="*/ 4258734 w 8017934"/>
              <a:gd name="connsiteY94" fmla="*/ 127865 h 593532"/>
              <a:gd name="connsiteX95" fmla="*/ 5164667 w 8017934"/>
              <a:gd name="connsiteY95" fmla="*/ 339532 h 593532"/>
              <a:gd name="connsiteX96" fmla="*/ 5190067 w 8017934"/>
              <a:gd name="connsiteY96" fmla="*/ 390332 h 593532"/>
              <a:gd name="connsiteX97" fmla="*/ 5207000 w 8017934"/>
              <a:gd name="connsiteY97" fmla="*/ 441132 h 593532"/>
              <a:gd name="connsiteX98" fmla="*/ 5274734 w 8017934"/>
              <a:gd name="connsiteY98" fmla="*/ 483465 h 593532"/>
              <a:gd name="connsiteX99" fmla="*/ 5317067 w 8017934"/>
              <a:gd name="connsiteY99" fmla="*/ 525798 h 593532"/>
              <a:gd name="connsiteX100" fmla="*/ 5308600 w 8017934"/>
              <a:gd name="connsiteY100" fmla="*/ 517332 h 593532"/>
              <a:gd name="connsiteX101" fmla="*/ 5342467 w 8017934"/>
              <a:gd name="connsiteY101" fmla="*/ 500398 h 593532"/>
              <a:gd name="connsiteX102" fmla="*/ 5401734 w 8017934"/>
              <a:gd name="connsiteY102" fmla="*/ 483465 h 593532"/>
              <a:gd name="connsiteX103" fmla="*/ 5435600 w 8017934"/>
              <a:gd name="connsiteY103" fmla="*/ 466532 h 593532"/>
              <a:gd name="connsiteX104" fmla="*/ 5537200 w 8017934"/>
              <a:gd name="connsiteY104" fmla="*/ 458065 h 593532"/>
              <a:gd name="connsiteX105" fmla="*/ 5562600 w 8017934"/>
              <a:gd name="connsiteY105" fmla="*/ 407265 h 593532"/>
              <a:gd name="connsiteX106" fmla="*/ 5579534 w 8017934"/>
              <a:gd name="connsiteY106" fmla="*/ 373398 h 593532"/>
              <a:gd name="connsiteX107" fmla="*/ 5613400 w 8017934"/>
              <a:gd name="connsiteY107" fmla="*/ 314132 h 593532"/>
              <a:gd name="connsiteX108" fmla="*/ 5621867 w 8017934"/>
              <a:gd name="connsiteY108" fmla="*/ 280265 h 593532"/>
              <a:gd name="connsiteX109" fmla="*/ 5630334 w 8017934"/>
              <a:gd name="connsiteY109" fmla="*/ 170198 h 593532"/>
              <a:gd name="connsiteX110" fmla="*/ 5638800 w 8017934"/>
              <a:gd name="connsiteY110" fmla="*/ 136332 h 593532"/>
              <a:gd name="connsiteX111" fmla="*/ 5689600 w 8017934"/>
              <a:gd name="connsiteY111" fmla="*/ 93998 h 593532"/>
              <a:gd name="connsiteX112" fmla="*/ 5731934 w 8017934"/>
              <a:gd name="connsiteY112" fmla="*/ 85532 h 593532"/>
              <a:gd name="connsiteX113" fmla="*/ 5892800 w 8017934"/>
              <a:gd name="connsiteY113" fmla="*/ 93998 h 593532"/>
              <a:gd name="connsiteX114" fmla="*/ 5918200 w 8017934"/>
              <a:gd name="connsiteY114" fmla="*/ 110932 h 593532"/>
              <a:gd name="connsiteX115" fmla="*/ 5960534 w 8017934"/>
              <a:gd name="connsiteY115" fmla="*/ 153265 h 593532"/>
              <a:gd name="connsiteX116" fmla="*/ 6019800 w 8017934"/>
              <a:gd name="connsiteY116" fmla="*/ 187132 h 593532"/>
              <a:gd name="connsiteX117" fmla="*/ 6028267 w 8017934"/>
              <a:gd name="connsiteY117" fmla="*/ 220998 h 593532"/>
              <a:gd name="connsiteX118" fmla="*/ 6062134 w 8017934"/>
              <a:gd name="connsiteY118" fmla="*/ 263332 h 593532"/>
              <a:gd name="connsiteX119" fmla="*/ 6079067 w 8017934"/>
              <a:gd name="connsiteY119" fmla="*/ 288732 h 593532"/>
              <a:gd name="connsiteX120" fmla="*/ 6104467 w 8017934"/>
              <a:gd name="connsiteY120" fmla="*/ 314132 h 593532"/>
              <a:gd name="connsiteX121" fmla="*/ 6138334 w 8017934"/>
              <a:gd name="connsiteY121" fmla="*/ 364932 h 593532"/>
              <a:gd name="connsiteX122" fmla="*/ 6155267 w 8017934"/>
              <a:gd name="connsiteY122" fmla="*/ 458065 h 593532"/>
              <a:gd name="connsiteX123" fmla="*/ 6180667 w 8017934"/>
              <a:gd name="connsiteY123" fmla="*/ 474998 h 593532"/>
              <a:gd name="connsiteX124" fmla="*/ 6197600 w 8017934"/>
              <a:gd name="connsiteY124" fmla="*/ 517332 h 593532"/>
              <a:gd name="connsiteX125" fmla="*/ 6214534 w 8017934"/>
              <a:gd name="connsiteY125" fmla="*/ 534265 h 593532"/>
              <a:gd name="connsiteX126" fmla="*/ 6409267 w 8017934"/>
              <a:gd name="connsiteY126" fmla="*/ 576598 h 593532"/>
              <a:gd name="connsiteX127" fmla="*/ 6443134 w 8017934"/>
              <a:gd name="connsiteY127" fmla="*/ 551198 h 593532"/>
              <a:gd name="connsiteX128" fmla="*/ 6468534 w 8017934"/>
              <a:gd name="connsiteY128" fmla="*/ 441132 h 593532"/>
              <a:gd name="connsiteX129" fmla="*/ 7035800 w 8017934"/>
              <a:gd name="connsiteY129" fmla="*/ 491932 h 593532"/>
              <a:gd name="connsiteX130" fmla="*/ 7171267 w 8017934"/>
              <a:gd name="connsiteY130" fmla="*/ 525798 h 593532"/>
              <a:gd name="connsiteX131" fmla="*/ 7239000 w 8017934"/>
              <a:gd name="connsiteY131" fmla="*/ 542732 h 593532"/>
              <a:gd name="connsiteX132" fmla="*/ 7416800 w 8017934"/>
              <a:gd name="connsiteY132" fmla="*/ 508865 h 593532"/>
              <a:gd name="connsiteX133" fmla="*/ 7425267 w 8017934"/>
              <a:gd name="connsiteY133" fmla="*/ 466532 h 593532"/>
              <a:gd name="connsiteX134" fmla="*/ 7433734 w 8017934"/>
              <a:gd name="connsiteY134" fmla="*/ 373398 h 593532"/>
              <a:gd name="connsiteX135" fmla="*/ 7450667 w 8017934"/>
              <a:gd name="connsiteY135" fmla="*/ 347998 h 593532"/>
              <a:gd name="connsiteX136" fmla="*/ 7459134 w 8017934"/>
              <a:gd name="connsiteY136" fmla="*/ 305665 h 593532"/>
              <a:gd name="connsiteX137" fmla="*/ 7467600 w 8017934"/>
              <a:gd name="connsiteY137" fmla="*/ 280265 h 593532"/>
              <a:gd name="connsiteX138" fmla="*/ 7476067 w 8017934"/>
              <a:gd name="connsiteY138" fmla="*/ 246398 h 593532"/>
              <a:gd name="connsiteX139" fmla="*/ 7526867 w 8017934"/>
              <a:gd name="connsiteY139" fmla="*/ 229465 h 593532"/>
              <a:gd name="connsiteX140" fmla="*/ 7569200 w 8017934"/>
              <a:gd name="connsiteY140" fmla="*/ 187132 h 593532"/>
              <a:gd name="connsiteX141" fmla="*/ 7611534 w 8017934"/>
              <a:gd name="connsiteY141" fmla="*/ 153265 h 593532"/>
              <a:gd name="connsiteX142" fmla="*/ 7645400 w 8017934"/>
              <a:gd name="connsiteY142" fmla="*/ 127865 h 593532"/>
              <a:gd name="connsiteX143" fmla="*/ 7653867 w 8017934"/>
              <a:gd name="connsiteY143" fmla="*/ 102465 h 593532"/>
              <a:gd name="connsiteX144" fmla="*/ 7730067 w 8017934"/>
              <a:gd name="connsiteY144" fmla="*/ 68598 h 593532"/>
              <a:gd name="connsiteX145" fmla="*/ 7823200 w 8017934"/>
              <a:gd name="connsiteY145" fmla="*/ 43198 h 593532"/>
              <a:gd name="connsiteX146" fmla="*/ 7907867 w 8017934"/>
              <a:gd name="connsiteY146" fmla="*/ 9332 h 593532"/>
              <a:gd name="connsiteX147" fmla="*/ 7941734 w 8017934"/>
              <a:gd name="connsiteY147" fmla="*/ 865 h 593532"/>
              <a:gd name="connsiteX148" fmla="*/ 8017934 w 8017934"/>
              <a:gd name="connsiteY148" fmla="*/ 865 h 593532"/>
              <a:gd name="connsiteX0" fmla="*/ 0 w 8017934"/>
              <a:gd name="connsiteY0" fmla="*/ 559665 h 593532"/>
              <a:gd name="connsiteX1" fmla="*/ 491067 w 8017934"/>
              <a:gd name="connsiteY1" fmla="*/ 551198 h 593532"/>
              <a:gd name="connsiteX2" fmla="*/ 508000 w 8017934"/>
              <a:gd name="connsiteY2" fmla="*/ 525798 h 593532"/>
              <a:gd name="connsiteX3" fmla="*/ 533400 w 8017934"/>
              <a:gd name="connsiteY3" fmla="*/ 508865 h 593532"/>
              <a:gd name="connsiteX4" fmla="*/ 567267 w 8017934"/>
              <a:gd name="connsiteY4" fmla="*/ 474998 h 593532"/>
              <a:gd name="connsiteX5" fmla="*/ 575734 w 8017934"/>
              <a:gd name="connsiteY5" fmla="*/ 449598 h 593532"/>
              <a:gd name="connsiteX6" fmla="*/ 584200 w 8017934"/>
              <a:gd name="connsiteY6" fmla="*/ 407265 h 593532"/>
              <a:gd name="connsiteX7" fmla="*/ 601134 w 8017934"/>
              <a:gd name="connsiteY7" fmla="*/ 381865 h 593532"/>
              <a:gd name="connsiteX8" fmla="*/ 618067 w 8017934"/>
              <a:gd name="connsiteY8" fmla="*/ 305665 h 593532"/>
              <a:gd name="connsiteX9" fmla="*/ 626534 w 8017934"/>
              <a:gd name="connsiteY9" fmla="*/ 280265 h 593532"/>
              <a:gd name="connsiteX10" fmla="*/ 643467 w 8017934"/>
              <a:gd name="connsiteY10" fmla="*/ 246398 h 593532"/>
              <a:gd name="connsiteX11" fmla="*/ 660400 w 8017934"/>
              <a:gd name="connsiteY11" fmla="*/ 187132 h 593532"/>
              <a:gd name="connsiteX12" fmla="*/ 677334 w 8017934"/>
              <a:gd name="connsiteY12" fmla="*/ 170198 h 593532"/>
              <a:gd name="connsiteX13" fmla="*/ 702734 w 8017934"/>
              <a:gd name="connsiteY13" fmla="*/ 110932 h 593532"/>
              <a:gd name="connsiteX14" fmla="*/ 795867 w 8017934"/>
              <a:gd name="connsiteY14" fmla="*/ 68598 h 593532"/>
              <a:gd name="connsiteX15" fmla="*/ 922867 w 8017934"/>
              <a:gd name="connsiteY15" fmla="*/ 85532 h 593532"/>
              <a:gd name="connsiteX16" fmla="*/ 948267 w 8017934"/>
              <a:gd name="connsiteY16" fmla="*/ 93998 h 593532"/>
              <a:gd name="connsiteX17" fmla="*/ 965200 w 8017934"/>
              <a:gd name="connsiteY17" fmla="*/ 144798 h 593532"/>
              <a:gd name="connsiteX18" fmla="*/ 982134 w 8017934"/>
              <a:gd name="connsiteY18" fmla="*/ 220998 h 593532"/>
              <a:gd name="connsiteX19" fmla="*/ 990600 w 8017934"/>
              <a:gd name="connsiteY19" fmla="*/ 246398 h 593532"/>
              <a:gd name="connsiteX20" fmla="*/ 1007534 w 8017934"/>
              <a:gd name="connsiteY20" fmla="*/ 314132 h 593532"/>
              <a:gd name="connsiteX21" fmla="*/ 1041400 w 8017934"/>
              <a:gd name="connsiteY21" fmla="*/ 364932 h 593532"/>
              <a:gd name="connsiteX22" fmla="*/ 1058334 w 8017934"/>
              <a:gd name="connsiteY22" fmla="*/ 534265 h 593532"/>
              <a:gd name="connsiteX23" fmla="*/ 1083734 w 8017934"/>
              <a:gd name="connsiteY23" fmla="*/ 551198 h 593532"/>
              <a:gd name="connsiteX24" fmla="*/ 1227667 w 8017934"/>
              <a:gd name="connsiteY24" fmla="*/ 559665 h 593532"/>
              <a:gd name="connsiteX25" fmla="*/ 1405467 w 8017934"/>
              <a:gd name="connsiteY25" fmla="*/ 542732 h 593532"/>
              <a:gd name="connsiteX26" fmla="*/ 1439334 w 8017934"/>
              <a:gd name="connsiteY26" fmla="*/ 534265 h 593532"/>
              <a:gd name="connsiteX27" fmla="*/ 1464734 w 8017934"/>
              <a:gd name="connsiteY27" fmla="*/ 517332 h 593532"/>
              <a:gd name="connsiteX28" fmla="*/ 1481667 w 8017934"/>
              <a:gd name="connsiteY28" fmla="*/ 491932 h 593532"/>
              <a:gd name="connsiteX29" fmla="*/ 1490134 w 8017934"/>
              <a:gd name="connsiteY29" fmla="*/ 373398 h 593532"/>
              <a:gd name="connsiteX30" fmla="*/ 1498600 w 8017934"/>
              <a:gd name="connsiteY30" fmla="*/ 339532 h 593532"/>
              <a:gd name="connsiteX31" fmla="*/ 1515534 w 8017934"/>
              <a:gd name="connsiteY31" fmla="*/ 322598 h 593532"/>
              <a:gd name="connsiteX32" fmla="*/ 1524000 w 8017934"/>
              <a:gd name="connsiteY32" fmla="*/ 288732 h 593532"/>
              <a:gd name="connsiteX33" fmla="*/ 1532467 w 8017934"/>
              <a:gd name="connsiteY33" fmla="*/ 263332 h 593532"/>
              <a:gd name="connsiteX34" fmla="*/ 1540934 w 8017934"/>
              <a:gd name="connsiteY34" fmla="*/ 220998 h 593532"/>
              <a:gd name="connsiteX35" fmla="*/ 1557867 w 8017934"/>
              <a:gd name="connsiteY35" fmla="*/ 187132 h 593532"/>
              <a:gd name="connsiteX36" fmla="*/ 1574800 w 8017934"/>
              <a:gd name="connsiteY36" fmla="*/ 127865 h 593532"/>
              <a:gd name="connsiteX37" fmla="*/ 1608667 w 8017934"/>
              <a:gd name="connsiteY37" fmla="*/ 93998 h 593532"/>
              <a:gd name="connsiteX38" fmla="*/ 1634067 w 8017934"/>
              <a:gd name="connsiteY38" fmla="*/ 77065 h 593532"/>
              <a:gd name="connsiteX39" fmla="*/ 1667934 w 8017934"/>
              <a:gd name="connsiteY39" fmla="*/ 68598 h 593532"/>
              <a:gd name="connsiteX40" fmla="*/ 1693334 w 8017934"/>
              <a:gd name="connsiteY40" fmla="*/ 60132 h 593532"/>
              <a:gd name="connsiteX41" fmla="*/ 1718734 w 8017934"/>
              <a:gd name="connsiteY41" fmla="*/ 68598 h 593532"/>
              <a:gd name="connsiteX42" fmla="*/ 1761067 w 8017934"/>
              <a:gd name="connsiteY42" fmla="*/ 85532 h 593532"/>
              <a:gd name="connsiteX43" fmla="*/ 1811867 w 8017934"/>
              <a:gd name="connsiteY43" fmla="*/ 93998 h 593532"/>
              <a:gd name="connsiteX44" fmla="*/ 2192867 w 8017934"/>
              <a:gd name="connsiteY44" fmla="*/ 93998 h 593532"/>
              <a:gd name="connsiteX45" fmla="*/ 2311400 w 8017934"/>
              <a:gd name="connsiteY45" fmla="*/ 102465 h 593532"/>
              <a:gd name="connsiteX46" fmla="*/ 2345267 w 8017934"/>
              <a:gd name="connsiteY46" fmla="*/ 170198 h 593532"/>
              <a:gd name="connsiteX47" fmla="*/ 2345267 w 8017934"/>
              <a:gd name="connsiteY47" fmla="*/ 170198 h 593532"/>
              <a:gd name="connsiteX48" fmla="*/ 2379134 w 8017934"/>
              <a:gd name="connsiteY48" fmla="*/ 246398 h 593532"/>
              <a:gd name="connsiteX49" fmla="*/ 2404534 w 8017934"/>
              <a:gd name="connsiteY49" fmla="*/ 297198 h 593532"/>
              <a:gd name="connsiteX50" fmla="*/ 2421467 w 8017934"/>
              <a:gd name="connsiteY50" fmla="*/ 356465 h 593532"/>
              <a:gd name="connsiteX51" fmla="*/ 2438400 w 8017934"/>
              <a:gd name="connsiteY51" fmla="*/ 390332 h 593532"/>
              <a:gd name="connsiteX52" fmla="*/ 2455334 w 8017934"/>
              <a:gd name="connsiteY52" fmla="*/ 441132 h 593532"/>
              <a:gd name="connsiteX53" fmla="*/ 2463800 w 8017934"/>
              <a:gd name="connsiteY53" fmla="*/ 466532 h 593532"/>
              <a:gd name="connsiteX54" fmla="*/ 2480734 w 8017934"/>
              <a:gd name="connsiteY54" fmla="*/ 483465 h 593532"/>
              <a:gd name="connsiteX55" fmla="*/ 2523067 w 8017934"/>
              <a:gd name="connsiteY55" fmla="*/ 559665 h 593532"/>
              <a:gd name="connsiteX56" fmla="*/ 2582334 w 8017934"/>
              <a:gd name="connsiteY56" fmla="*/ 568132 h 593532"/>
              <a:gd name="connsiteX57" fmla="*/ 2599267 w 8017934"/>
              <a:gd name="connsiteY57" fmla="*/ 525798 h 593532"/>
              <a:gd name="connsiteX58" fmla="*/ 2616200 w 8017934"/>
              <a:gd name="connsiteY58" fmla="*/ 500398 h 593532"/>
              <a:gd name="connsiteX59" fmla="*/ 2658534 w 8017934"/>
              <a:gd name="connsiteY59" fmla="*/ 508865 h 593532"/>
              <a:gd name="connsiteX60" fmla="*/ 2751667 w 8017934"/>
              <a:gd name="connsiteY60" fmla="*/ 534265 h 593532"/>
              <a:gd name="connsiteX61" fmla="*/ 2777067 w 8017934"/>
              <a:gd name="connsiteY61" fmla="*/ 551198 h 593532"/>
              <a:gd name="connsiteX62" fmla="*/ 2802467 w 8017934"/>
              <a:gd name="connsiteY62" fmla="*/ 500398 h 593532"/>
              <a:gd name="connsiteX63" fmla="*/ 2844800 w 8017934"/>
              <a:gd name="connsiteY63" fmla="*/ 483465 h 593532"/>
              <a:gd name="connsiteX64" fmla="*/ 2861734 w 8017934"/>
              <a:gd name="connsiteY64" fmla="*/ 424198 h 593532"/>
              <a:gd name="connsiteX65" fmla="*/ 2887134 w 8017934"/>
              <a:gd name="connsiteY65" fmla="*/ 263332 h 593532"/>
              <a:gd name="connsiteX66" fmla="*/ 2895600 w 8017934"/>
              <a:gd name="connsiteY66" fmla="*/ 195598 h 593532"/>
              <a:gd name="connsiteX67" fmla="*/ 2929467 w 8017934"/>
              <a:gd name="connsiteY67" fmla="*/ 119398 h 593532"/>
              <a:gd name="connsiteX68" fmla="*/ 2963334 w 8017934"/>
              <a:gd name="connsiteY68" fmla="*/ 102465 h 593532"/>
              <a:gd name="connsiteX69" fmla="*/ 3183467 w 8017934"/>
              <a:gd name="connsiteY69" fmla="*/ 77065 h 593532"/>
              <a:gd name="connsiteX70" fmla="*/ 3293534 w 8017934"/>
              <a:gd name="connsiteY70" fmla="*/ 93998 h 593532"/>
              <a:gd name="connsiteX71" fmla="*/ 3302000 w 8017934"/>
              <a:gd name="connsiteY71" fmla="*/ 127865 h 593532"/>
              <a:gd name="connsiteX72" fmla="*/ 3318934 w 8017934"/>
              <a:gd name="connsiteY72" fmla="*/ 204065 h 593532"/>
              <a:gd name="connsiteX73" fmla="*/ 3335867 w 8017934"/>
              <a:gd name="connsiteY73" fmla="*/ 229465 h 593532"/>
              <a:gd name="connsiteX74" fmla="*/ 3352800 w 8017934"/>
              <a:gd name="connsiteY74" fmla="*/ 288732 h 593532"/>
              <a:gd name="connsiteX75" fmla="*/ 3369734 w 8017934"/>
              <a:gd name="connsiteY75" fmla="*/ 322598 h 593532"/>
              <a:gd name="connsiteX76" fmla="*/ 3386667 w 8017934"/>
              <a:gd name="connsiteY76" fmla="*/ 373398 h 593532"/>
              <a:gd name="connsiteX77" fmla="*/ 3395134 w 8017934"/>
              <a:gd name="connsiteY77" fmla="*/ 398798 h 593532"/>
              <a:gd name="connsiteX78" fmla="*/ 3412067 w 8017934"/>
              <a:gd name="connsiteY78" fmla="*/ 415732 h 593532"/>
              <a:gd name="connsiteX79" fmla="*/ 3437467 w 8017934"/>
              <a:gd name="connsiteY79" fmla="*/ 500398 h 593532"/>
              <a:gd name="connsiteX80" fmla="*/ 3454400 w 8017934"/>
              <a:gd name="connsiteY80" fmla="*/ 525798 h 593532"/>
              <a:gd name="connsiteX81" fmla="*/ 3462867 w 8017934"/>
              <a:gd name="connsiteY81" fmla="*/ 551198 h 593532"/>
              <a:gd name="connsiteX82" fmla="*/ 3505200 w 8017934"/>
              <a:gd name="connsiteY82" fmla="*/ 593532 h 593532"/>
              <a:gd name="connsiteX83" fmla="*/ 3683000 w 8017934"/>
              <a:gd name="connsiteY83" fmla="*/ 576598 h 593532"/>
              <a:gd name="connsiteX84" fmla="*/ 3708400 w 8017934"/>
              <a:gd name="connsiteY84" fmla="*/ 568132 h 593532"/>
              <a:gd name="connsiteX85" fmla="*/ 3683000 w 8017934"/>
              <a:gd name="connsiteY85" fmla="*/ 559665 h 593532"/>
              <a:gd name="connsiteX86" fmla="*/ 3810000 w 8017934"/>
              <a:gd name="connsiteY86" fmla="*/ 525798 h 593532"/>
              <a:gd name="connsiteX87" fmla="*/ 4004734 w 8017934"/>
              <a:gd name="connsiteY87" fmla="*/ 551198 h 593532"/>
              <a:gd name="connsiteX88" fmla="*/ 4174067 w 8017934"/>
              <a:gd name="connsiteY88" fmla="*/ 542732 h 593532"/>
              <a:gd name="connsiteX89" fmla="*/ 4191000 w 8017934"/>
              <a:gd name="connsiteY89" fmla="*/ 525798 h 593532"/>
              <a:gd name="connsiteX90" fmla="*/ 4199467 w 8017934"/>
              <a:gd name="connsiteY90" fmla="*/ 500398 h 593532"/>
              <a:gd name="connsiteX91" fmla="*/ 4216400 w 8017934"/>
              <a:gd name="connsiteY91" fmla="*/ 466532 h 593532"/>
              <a:gd name="connsiteX92" fmla="*/ 4216400 w 8017934"/>
              <a:gd name="connsiteY92" fmla="*/ 178665 h 593532"/>
              <a:gd name="connsiteX93" fmla="*/ 4224867 w 8017934"/>
              <a:gd name="connsiteY93" fmla="*/ 153265 h 593532"/>
              <a:gd name="connsiteX94" fmla="*/ 4258734 w 8017934"/>
              <a:gd name="connsiteY94" fmla="*/ 127865 h 593532"/>
              <a:gd name="connsiteX95" fmla="*/ 5164667 w 8017934"/>
              <a:gd name="connsiteY95" fmla="*/ 339532 h 593532"/>
              <a:gd name="connsiteX96" fmla="*/ 5190067 w 8017934"/>
              <a:gd name="connsiteY96" fmla="*/ 390332 h 593532"/>
              <a:gd name="connsiteX97" fmla="*/ 5207000 w 8017934"/>
              <a:gd name="connsiteY97" fmla="*/ 441132 h 593532"/>
              <a:gd name="connsiteX98" fmla="*/ 5274734 w 8017934"/>
              <a:gd name="connsiteY98" fmla="*/ 483465 h 593532"/>
              <a:gd name="connsiteX99" fmla="*/ 5317067 w 8017934"/>
              <a:gd name="connsiteY99" fmla="*/ 525798 h 593532"/>
              <a:gd name="connsiteX100" fmla="*/ 5308600 w 8017934"/>
              <a:gd name="connsiteY100" fmla="*/ 517332 h 593532"/>
              <a:gd name="connsiteX101" fmla="*/ 5342467 w 8017934"/>
              <a:gd name="connsiteY101" fmla="*/ 500398 h 593532"/>
              <a:gd name="connsiteX102" fmla="*/ 5401734 w 8017934"/>
              <a:gd name="connsiteY102" fmla="*/ 483465 h 593532"/>
              <a:gd name="connsiteX103" fmla="*/ 5435600 w 8017934"/>
              <a:gd name="connsiteY103" fmla="*/ 466532 h 593532"/>
              <a:gd name="connsiteX104" fmla="*/ 5537200 w 8017934"/>
              <a:gd name="connsiteY104" fmla="*/ 458065 h 593532"/>
              <a:gd name="connsiteX105" fmla="*/ 5562600 w 8017934"/>
              <a:gd name="connsiteY105" fmla="*/ 407265 h 593532"/>
              <a:gd name="connsiteX106" fmla="*/ 5579534 w 8017934"/>
              <a:gd name="connsiteY106" fmla="*/ 373398 h 593532"/>
              <a:gd name="connsiteX107" fmla="*/ 5613400 w 8017934"/>
              <a:gd name="connsiteY107" fmla="*/ 314132 h 593532"/>
              <a:gd name="connsiteX108" fmla="*/ 5621867 w 8017934"/>
              <a:gd name="connsiteY108" fmla="*/ 280265 h 593532"/>
              <a:gd name="connsiteX109" fmla="*/ 5630334 w 8017934"/>
              <a:gd name="connsiteY109" fmla="*/ 170198 h 593532"/>
              <a:gd name="connsiteX110" fmla="*/ 5638800 w 8017934"/>
              <a:gd name="connsiteY110" fmla="*/ 136332 h 593532"/>
              <a:gd name="connsiteX111" fmla="*/ 5689600 w 8017934"/>
              <a:gd name="connsiteY111" fmla="*/ 93998 h 593532"/>
              <a:gd name="connsiteX112" fmla="*/ 5731934 w 8017934"/>
              <a:gd name="connsiteY112" fmla="*/ 85532 h 593532"/>
              <a:gd name="connsiteX113" fmla="*/ 5892800 w 8017934"/>
              <a:gd name="connsiteY113" fmla="*/ 93998 h 593532"/>
              <a:gd name="connsiteX114" fmla="*/ 5918200 w 8017934"/>
              <a:gd name="connsiteY114" fmla="*/ 110932 h 593532"/>
              <a:gd name="connsiteX115" fmla="*/ 5960534 w 8017934"/>
              <a:gd name="connsiteY115" fmla="*/ 153265 h 593532"/>
              <a:gd name="connsiteX116" fmla="*/ 6019800 w 8017934"/>
              <a:gd name="connsiteY116" fmla="*/ 187132 h 593532"/>
              <a:gd name="connsiteX117" fmla="*/ 6028267 w 8017934"/>
              <a:gd name="connsiteY117" fmla="*/ 220998 h 593532"/>
              <a:gd name="connsiteX118" fmla="*/ 6062134 w 8017934"/>
              <a:gd name="connsiteY118" fmla="*/ 263332 h 593532"/>
              <a:gd name="connsiteX119" fmla="*/ 6079067 w 8017934"/>
              <a:gd name="connsiteY119" fmla="*/ 288732 h 593532"/>
              <a:gd name="connsiteX120" fmla="*/ 6104467 w 8017934"/>
              <a:gd name="connsiteY120" fmla="*/ 314132 h 593532"/>
              <a:gd name="connsiteX121" fmla="*/ 6138334 w 8017934"/>
              <a:gd name="connsiteY121" fmla="*/ 364932 h 593532"/>
              <a:gd name="connsiteX122" fmla="*/ 6155267 w 8017934"/>
              <a:gd name="connsiteY122" fmla="*/ 458065 h 593532"/>
              <a:gd name="connsiteX123" fmla="*/ 6180667 w 8017934"/>
              <a:gd name="connsiteY123" fmla="*/ 474998 h 593532"/>
              <a:gd name="connsiteX124" fmla="*/ 6197600 w 8017934"/>
              <a:gd name="connsiteY124" fmla="*/ 517332 h 593532"/>
              <a:gd name="connsiteX125" fmla="*/ 6214534 w 8017934"/>
              <a:gd name="connsiteY125" fmla="*/ 534265 h 593532"/>
              <a:gd name="connsiteX126" fmla="*/ 6409267 w 8017934"/>
              <a:gd name="connsiteY126" fmla="*/ 576598 h 593532"/>
              <a:gd name="connsiteX127" fmla="*/ 6443134 w 8017934"/>
              <a:gd name="connsiteY127" fmla="*/ 551198 h 593532"/>
              <a:gd name="connsiteX128" fmla="*/ 7035800 w 8017934"/>
              <a:gd name="connsiteY128" fmla="*/ 491932 h 593532"/>
              <a:gd name="connsiteX129" fmla="*/ 7171267 w 8017934"/>
              <a:gd name="connsiteY129" fmla="*/ 525798 h 593532"/>
              <a:gd name="connsiteX130" fmla="*/ 7239000 w 8017934"/>
              <a:gd name="connsiteY130" fmla="*/ 542732 h 593532"/>
              <a:gd name="connsiteX131" fmla="*/ 7416800 w 8017934"/>
              <a:gd name="connsiteY131" fmla="*/ 508865 h 593532"/>
              <a:gd name="connsiteX132" fmla="*/ 7425267 w 8017934"/>
              <a:gd name="connsiteY132" fmla="*/ 466532 h 593532"/>
              <a:gd name="connsiteX133" fmla="*/ 7433734 w 8017934"/>
              <a:gd name="connsiteY133" fmla="*/ 373398 h 593532"/>
              <a:gd name="connsiteX134" fmla="*/ 7450667 w 8017934"/>
              <a:gd name="connsiteY134" fmla="*/ 347998 h 593532"/>
              <a:gd name="connsiteX135" fmla="*/ 7459134 w 8017934"/>
              <a:gd name="connsiteY135" fmla="*/ 305665 h 593532"/>
              <a:gd name="connsiteX136" fmla="*/ 7467600 w 8017934"/>
              <a:gd name="connsiteY136" fmla="*/ 280265 h 593532"/>
              <a:gd name="connsiteX137" fmla="*/ 7476067 w 8017934"/>
              <a:gd name="connsiteY137" fmla="*/ 246398 h 593532"/>
              <a:gd name="connsiteX138" fmla="*/ 7526867 w 8017934"/>
              <a:gd name="connsiteY138" fmla="*/ 229465 h 593532"/>
              <a:gd name="connsiteX139" fmla="*/ 7569200 w 8017934"/>
              <a:gd name="connsiteY139" fmla="*/ 187132 h 593532"/>
              <a:gd name="connsiteX140" fmla="*/ 7611534 w 8017934"/>
              <a:gd name="connsiteY140" fmla="*/ 153265 h 593532"/>
              <a:gd name="connsiteX141" fmla="*/ 7645400 w 8017934"/>
              <a:gd name="connsiteY141" fmla="*/ 127865 h 593532"/>
              <a:gd name="connsiteX142" fmla="*/ 7653867 w 8017934"/>
              <a:gd name="connsiteY142" fmla="*/ 102465 h 593532"/>
              <a:gd name="connsiteX143" fmla="*/ 7730067 w 8017934"/>
              <a:gd name="connsiteY143" fmla="*/ 68598 h 593532"/>
              <a:gd name="connsiteX144" fmla="*/ 7823200 w 8017934"/>
              <a:gd name="connsiteY144" fmla="*/ 43198 h 593532"/>
              <a:gd name="connsiteX145" fmla="*/ 7907867 w 8017934"/>
              <a:gd name="connsiteY145" fmla="*/ 9332 h 593532"/>
              <a:gd name="connsiteX146" fmla="*/ 7941734 w 8017934"/>
              <a:gd name="connsiteY146" fmla="*/ 865 h 593532"/>
              <a:gd name="connsiteX147" fmla="*/ 8017934 w 8017934"/>
              <a:gd name="connsiteY147" fmla="*/ 865 h 593532"/>
              <a:gd name="connsiteX0" fmla="*/ 0 w 8017934"/>
              <a:gd name="connsiteY0" fmla="*/ 559665 h 593532"/>
              <a:gd name="connsiteX1" fmla="*/ 491067 w 8017934"/>
              <a:gd name="connsiteY1" fmla="*/ 551198 h 593532"/>
              <a:gd name="connsiteX2" fmla="*/ 508000 w 8017934"/>
              <a:gd name="connsiteY2" fmla="*/ 525798 h 593532"/>
              <a:gd name="connsiteX3" fmla="*/ 533400 w 8017934"/>
              <a:gd name="connsiteY3" fmla="*/ 508865 h 593532"/>
              <a:gd name="connsiteX4" fmla="*/ 567267 w 8017934"/>
              <a:gd name="connsiteY4" fmla="*/ 474998 h 593532"/>
              <a:gd name="connsiteX5" fmla="*/ 575734 w 8017934"/>
              <a:gd name="connsiteY5" fmla="*/ 449598 h 593532"/>
              <a:gd name="connsiteX6" fmla="*/ 584200 w 8017934"/>
              <a:gd name="connsiteY6" fmla="*/ 407265 h 593532"/>
              <a:gd name="connsiteX7" fmla="*/ 601134 w 8017934"/>
              <a:gd name="connsiteY7" fmla="*/ 381865 h 593532"/>
              <a:gd name="connsiteX8" fmla="*/ 618067 w 8017934"/>
              <a:gd name="connsiteY8" fmla="*/ 305665 h 593532"/>
              <a:gd name="connsiteX9" fmla="*/ 626534 w 8017934"/>
              <a:gd name="connsiteY9" fmla="*/ 280265 h 593532"/>
              <a:gd name="connsiteX10" fmla="*/ 643467 w 8017934"/>
              <a:gd name="connsiteY10" fmla="*/ 246398 h 593532"/>
              <a:gd name="connsiteX11" fmla="*/ 660400 w 8017934"/>
              <a:gd name="connsiteY11" fmla="*/ 187132 h 593532"/>
              <a:gd name="connsiteX12" fmla="*/ 677334 w 8017934"/>
              <a:gd name="connsiteY12" fmla="*/ 170198 h 593532"/>
              <a:gd name="connsiteX13" fmla="*/ 702734 w 8017934"/>
              <a:gd name="connsiteY13" fmla="*/ 110932 h 593532"/>
              <a:gd name="connsiteX14" fmla="*/ 795867 w 8017934"/>
              <a:gd name="connsiteY14" fmla="*/ 68598 h 593532"/>
              <a:gd name="connsiteX15" fmla="*/ 922867 w 8017934"/>
              <a:gd name="connsiteY15" fmla="*/ 85532 h 593532"/>
              <a:gd name="connsiteX16" fmla="*/ 948267 w 8017934"/>
              <a:gd name="connsiteY16" fmla="*/ 93998 h 593532"/>
              <a:gd name="connsiteX17" fmla="*/ 965200 w 8017934"/>
              <a:gd name="connsiteY17" fmla="*/ 144798 h 593532"/>
              <a:gd name="connsiteX18" fmla="*/ 982134 w 8017934"/>
              <a:gd name="connsiteY18" fmla="*/ 220998 h 593532"/>
              <a:gd name="connsiteX19" fmla="*/ 990600 w 8017934"/>
              <a:gd name="connsiteY19" fmla="*/ 246398 h 593532"/>
              <a:gd name="connsiteX20" fmla="*/ 1007534 w 8017934"/>
              <a:gd name="connsiteY20" fmla="*/ 314132 h 593532"/>
              <a:gd name="connsiteX21" fmla="*/ 1041400 w 8017934"/>
              <a:gd name="connsiteY21" fmla="*/ 364932 h 593532"/>
              <a:gd name="connsiteX22" fmla="*/ 1058334 w 8017934"/>
              <a:gd name="connsiteY22" fmla="*/ 534265 h 593532"/>
              <a:gd name="connsiteX23" fmla="*/ 1083734 w 8017934"/>
              <a:gd name="connsiteY23" fmla="*/ 551198 h 593532"/>
              <a:gd name="connsiteX24" fmla="*/ 1227667 w 8017934"/>
              <a:gd name="connsiteY24" fmla="*/ 559665 h 593532"/>
              <a:gd name="connsiteX25" fmla="*/ 1405467 w 8017934"/>
              <a:gd name="connsiteY25" fmla="*/ 542732 h 593532"/>
              <a:gd name="connsiteX26" fmla="*/ 1439334 w 8017934"/>
              <a:gd name="connsiteY26" fmla="*/ 534265 h 593532"/>
              <a:gd name="connsiteX27" fmla="*/ 1464734 w 8017934"/>
              <a:gd name="connsiteY27" fmla="*/ 517332 h 593532"/>
              <a:gd name="connsiteX28" fmla="*/ 1481667 w 8017934"/>
              <a:gd name="connsiteY28" fmla="*/ 491932 h 593532"/>
              <a:gd name="connsiteX29" fmla="*/ 1490134 w 8017934"/>
              <a:gd name="connsiteY29" fmla="*/ 373398 h 593532"/>
              <a:gd name="connsiteX30" fmla="*/ 1498600 w 8017934"/>
              <a:gd name="connsiteY30" fmla="*/ 339532 h 593532"/>
              <a:gd name="connsiteX31" fmla="*/ 1515534 w 8017934"/>
              <a:gd name="connsiteY31" fmla="*/ 322598 h 593532"/>
              <a:gd name="connsiteX32" fmla="*/ 1524000 w 8017934"/>
              <a:gd name="connsiteY32" fmla="*/ 288732 h 593532"/>
              <a:gd name="connsiteX33" fmla="*/ 1532467 w 8017934"/>
              <a:gd name="connsiteY33" fmla="*/ 263332 h 593532"/>
              <a:gd name="connsiteX34" fmla="*/ 1540934 w 8017934"/>
              <a:gd name="connsiteY34" fmla="*/ 220998 h 593532"/>
              <a:gd name="connsiteX35" fmla="*/ 1557867 w 8017934"/>
              <a:gd name="connsiteY35" fmla="*/ 187132 h 593532"/>
              <a:gd name="connsiteX36" fmla="*/ 1574800 w 8017934"/>
              <a:gd name="connsiteY36" fmla="*/ 127865 h 593532"/>
              <a:gd name="connsiteX37" fmla="*/ 1608667 w 8017934"/>
              <a:gd name="connsiteY37" fmla="*/ 93998 h 593532"/>
              <a:gd name="connsiteX38" fmla="*/ 1634067 w 8017934"/>
              <a:gd name="connsiteY38" fmla="*/ 77065 h 593532"/>
              <a:gd name="connsiteX39" fmla="*/ 1667934 w 8017934"/>
              <a:gd name="connsiteY39" fmla="*/ 68598 h 593532"/>
              <a:gd name="connsiteX40" fmla="*/ 1693334 w 8017934"/>
              <a:gd name="connsiteY40" fmla="*/ 60132 h 593532"/>
              <a:gd name="connsiteX41" fmla="*/ 1718734 w 8017934"/>
              <a:gd name="connsiteY41" fmla="*/ 68598 h 593532"/>
              <a:gd name="connsiteX42" fmla="*/ 1761067 w 8017934"/>
              <a:gd name="connsiteY42" fmla="*/ 85532 h 593532"/>
              <a:gd name="connsiteX43" fmla="*/ 1811867 w 8017934"/>
              <a:gd name="connsiteY43" fmla="*/ 93998 h 593532"/>
              <a:gd name="connsiteX44" fmla="*/ 2192867 w 8017934"/>
              <a:gd name="connsiteY44" fmla="*/ 93998 h 593532"/>
              <a:gd name="connsiteX45" fmla="*/ 2311400 w 8017934"/>
              <a:gd name="connsiteY45" fmla="*/ 102465 h 593532"/>
              <a:gd name="connsiteX46" fmla="*/ 2345267 w 8017934"/>
              <a:gd name="connsiteY46" fmla="*/ 170198 h 593532"/>
              <a:gd name="connsiteX47" fmla="*/ 2345267 w 8017934"/>
              <a:gd name="connsiteY47" fmla="*/ 170198 h 593532"/>
              <a:gd name="connsiteX48" fmla="*/ 2379134 w 8017934"/>
              <a:gd name="connsiteY48" fmla="*/ 246398 h 593532"/>
              <a:gd name="connsiteX49" fmla="*/ 2404534 w 8017934"/>
              <a:gd name="connsiteY49" fmla="*/ 297198 h 593532"/>
              <a:gd name="connsiteX50" fmla="*/ 2421467 w 8017934"/>
              <a:gd name="connsiteY50" fmla="*/ 356465 h 593532"/>
              <a:gd name="connsiteX51" fmla="*/ 2438400 w 8017934"/>
              <a:gd name="connsiteY51" fmla="*/ 390332 h 593532"/>
              <a:gd name="connsiteX52" fmla="*/ 2455334 w 8017934"/>
              <a:gd name="connsiteY52" fmla="*/ 441132 h 593532"/>
              <a:gd name="connsiteX53" fmla="*/ 2463800 w 8017934"/>
              <a:gd name="connsiteY53" fmla="*/ 466532 h 593532"/>
              <a:gd name="connsiteX54" fmla="*/ 2480734 w 8017934"/>
              <a:gd name="connsiteY54" fmla="*/ 483465 h 593532"/>
              <a:gd name="connsiteX55" fmla="*/ 2523067 w 8017934"/>
              <a:gd name="connsiteY55" fmla="*/ 559665 h 593532"/>
              <a:gd name="connsiteX56" fmla="*/ 2582334 w 8017934"/>
              <a:gd name="connsiteY56" fmla="*/ 568132 h 593532"/>
              <a:gd name="connsiteX57" fmla="*/ 2599267 w 8017934"/>
              <a:gd name="connsiteY57" fmla="*/ 525798 h 593532"/>
              <a:gd name="connsiteX58" fmla="*/ 2616200 w 8017934"/>
              <a:gd name="connsiteY58" fmla="*/ 500398 h 593532"/>
              <a:gd name="connsiteX59" fmla="*/ 2658534 w 8017934"/>
              <a:gd name="connsiteY59" fmla="*/ 508865 h 593532"/>
              <a:gd name="connsiteX60" fmla="*/ 2751667 w 8017934"/>
              <a:gd name="connsiteY60" fmla="*/ 534265 h 593532"/>
              <a:gd name="connsiteX61" fmla="*/ 2777067 w 8017934"/>
              <a:gd name="connsiteY61" fmla="*/ 551198 h 593532"/>
              <a:gd name="connsiteX62" fmla="*/ 2802467 w 8017934"/>
              <a:gd name="connsiteY62" fmla="*/ 500398 h 593532"/>
              <a:gd name="connsiteX63" fmla="*/ 2844800 w 8017934"/>
              <a:gd name="connsiteY63" fmla="*/ 483465 h 593532"/>
              <a:gd name="connsiteX64" fmla="*/ 2861734 w 8017934"/>
              <a:gd name="connsiteY64" fmla="*/ 424198 h 593532"/>
              <a:gd name="connsiteX65" fmla="*/ 2887134 w 8017934"/>
              <a:gd name="connsiteY65" fmla="*/ 263332 h 593532"/>
              <a:gd name="connsiteX66" fmla="*/ 2895600 w 8017934"/>
              <a:gd name="connsiteY66" fmla="*/ 195598 h 593532"/>
              <a:gd name="connsiteX67" fmla="*/ 2929467 w 8017934"/>
              <a:gd name="connsiteY67" fmla="*/ 119398 h 593532"/>
              <a:gd name="connsiteX68" fmla="*/ 2963334 w 8017934"/>
              <a:gd name="connsiteY68" fmla="*/ 102465 h 593532"/>
              <a:gd name="connsiteX69" fmla="*/ 3183467 w 8017934"/>
              <a:gd name="connsiteY69" fmla="*/ 77065 h 593532"/>
              <a:gd name="connsiteX70" fmla="*/ 3293534 w 8017934"/>
              <a:gd name="connsiteY70" fmla="*/ 93998 h 593532"/>
              <a:gd name="connsiteX71" fmla="*/ 3302000 w 8017934"/>
              <a:gd name="connsiteY71" fmla="*/ 127865 h 593532"/>
              <a:gd name="connsiteX72" fmla="*/ 3318934 w 8017934"/>
              <a:gd name="connsiteY72" fmla="*/ 204065 h 593532"/>
              <a:gd name="connsiteX73" fmla="*/ 3335867 w 8017934"/>
              <a:gd name="connsiteY73" fmla="*/ 229465 h 593532"/>
              <a:gd name="connsiteX74" fmla="*/ 3352800 w 8017934"/>
              <a:gd name="connsiteY74" fmla="*/ 288732 h 593532"/>
              <a:gd name="connsiteX75" fmla="*/ 3369734 w 8017934"/>
              <a:gd name="connsiteY75" fmla="*/ 322598 h 593532"/>
              <a:gd name="connsiteX76" fmla="*/ 3386667 w 8017934"/>
              <a:gd name="connsiteY76" fmla="*/ 373398 h 593532"/>
              <a:gd name="connsiteX77" fmla="*/ 3395134 w 8017934"/>
              <a:gd name="connsiteY77" fmla="*/ 398798 h 593532"/>
              <a:gd name="connsiteX78" fmla="*/ 3412067 w 8017934"/>
              <a:gd name="connsiteY78" fmla="*/ 415732 h 593532"/>
              <a:gd name="connsiteX79" fmla="*/ 3437467 w 8017934"/>
              <a:gd name="connsiteY79" fmla="*/ 500398 h 593532"/>
              <a:gd name="connsiteX80" fmla="*/ 3454400 w 8017934"/>
              <a:gd name="connsiteY80" fmla="*/ 525798 h 593532"/>
              <a:gd name="connsiteX81" fmla="*/ 3462867 w 8017934"/>
              <a:gd name="connsiteY81" fmla="*/ 551198 h 593532"/>
              <a:gd name="connsiteX82" fmla="*/ 3505200 w 8017934"/>
              <a:gd name="connsiteY82" fmla="*/ 593532 h 593532"/>
              <a:gd name="connsiteX83" fmla="*/ 3683000 w 8017934"/>
              <a:gd name="connsiteY83" fmla="*/ 576598 h 593532"/>
              <a:gd name="connsiteX84" fmla="*/ 3708400 w 8017934"/>
              <a:gd name="connsiteY84" fmla="*/ 568132 h 593532"/>
              <a:gd name="connsiteX85" fmla="*/ 3683000 w 8017934"/>
              <a:gd name="connsiteY85" fmla="*/ 559665 h 593532"/>
              <a:gd name="connsiteX86" fmla="*/ 3810000 w 8017934"/>
              <a:gd name="connsiteY86" fmla="*/ 525798 h 593532"/>
              <a:gd name="connsiteX87" fmla="*/ 4004734 w 8017934"/>
              <a:gd name="connsiteY87" fmla="*/ 551198 h 593532"/>
              <a:gd name="connsiteX88" fmla="*/ 4174067 w 8017934"/>
              <a:gd name="connsiteY88" fmla="*/ 542732 h 593532"/>
              <a:gd name="connsiteX89" fmla="*/ 4191000 w 8017934"/>
              <a:gd name="connsiteY89" fmla="*/ 525798 h 593532"/>
              <a:gd name="connsiteX90" fmla="*/ 4199467 w 8017934"/>
              <a:gd name="connsiteY90" fmla="*/ 500398 h 593532"/>
              <a:gd name="connsiteX91" fmla="*/ 4216400 w 8017934"/>
              <a:gd name="connsiteY91" fmla="*/ 466532 h 593532"/>
              <a:gd name="connsiteX92" fmla="*/ 4216400 w 8017934"/>
              <a:gd name="connsiteY92" fmla="*/ 178665 h 593532"/>
              <a:gd name="connsiteX93" fmla="*/ 4224867 w 8017934"/>
              <a:gd name="connsiteY93" fmla="*/ 153265 h 593532"/>
              <a:gd name="connsiteX94" fmla="*/ 4258734 w 8017934"/>
              <a:gd name="connsiteY94" fmla="*/ 127865 h 593532"/>
              <a:gd name="connsiteX95" fmla="*/ 5067336 w 8017934"/>
              <a:gd name="connsiteY95" fmla="*/ 134684 h 593532"/>
              <a:gd name="connsiteX96" fmla="*/ 5164667 w 8017934"/>
              <a:gd name="connsiteY96" fmla="*/ 339532 h 593532"/>
              <a:gd name="connsiteX97" fmla="*/ 5190067 w 8017934"/>
              <a:gd name="connsiteY97" fmla="*/ 390332 h 593532"/>
              <a:gd name="connsiteX98" fmla="*/ 5207000 w 8017934"/>
              <a:gd name="connsiteY98" fmla="*/ 441132 h 593532"/>
              <a:gd name="connsiteX99" fmla="*/ 5274734 w 8017934"/>
              <a:gd name="connsiteY99" fmla="*/ 483465 h 593532"/>
              <a:gd name="connsiteX100" fmla="*/ 5317067 w 8017934"/>
              <a:gd name="connsiteY100" fmla="*/ 525798 h 593532"/>
              <a:gd name="connsiteX101" fmla="*/ 5308600 w 8017934"/>
              <a:gd name="connsiteY101" fmla="*/ 517332 h 593532"/>
              <a:gd name="connsiteX102" fmla="*/ 5342467 w 8017934"/>
              <a:gd name="connsiteY102" fmla="*/ 500398 h 593532"/>
              <a:gd name="connsiteX103" fmla="*/ 5401734 w 8017934"/>
              <a:gd name="connsiteY103" fmla="*/ 483465 h 593532"/>
              <a:gd name="connsiteX104" fmla="*/ 5435600 w 8017934"/>
              <a:gd name="connsiteY104" fmla="*/ 466532 h 593532"/>
              <a:gd name="connsiteX105" fmla="*/ 5537200 w 8017934"/>
              <a:gd name="connsiteY105" fmla="*/ 458065 h 593532"/>
              <a:gd name="connsiteX106" fmla="*/ 5562600 w 8017934"/>
              <a:gd name="connsiteY106" fmla="*/ 407265 h 593532"/>
              <a:gd name="connsiteX107" fmla="*/ 5579534 w 8017934"/>
              <a:gd name="connsiteY107" fmla="*/ 373398 h 593532"/>
              <a:gd name="connsiteX108" fmla="*/ 5613400 w 8017934"/>
              <a:gd name="connsiteY108" fmla="*/ 314132 h 593532"/>
              <a:gd name="connsiteX109" fmla="*/ 5621867 w 8017934"/>
              <a:gd name="connsiteY109" fmla="*/ 280265 h 593532"/>
              <a:gd name="connsiteX110" fmla="*/ 5630334 w 8017934"/>
              <a:gd name="connsiteY110" fmla="*/ 170198 h 593532"/>
              <a:gd name="connsiteX111" fmla="*/ 5638800 w 8017934"/>
              <a:gd name="connsiteY111" fmla="*/ 136332 h 593532"/>
              <a:gd name="connsiteX112" fmla="*/ 5689600 w 8017934"/>
              <a:gd name="connsiteY112" fmla="*/ 93998 h 593532"/>
              <a:gd name="connsiteX113" fmla="*/ 5731934 w 8017934"/>
              <a:gd name="connsiteY113" fmla="*/ 85532 h 593532"/>
              <a:gd name="connsiteX114" fmla="*/ 5892800 w 8017934"/>
              <a:gd name="connsiteY114" fmla="*/ 93998 h 593532"/>
              <a:gd name="connsiteX115" fmla="*/ 5918200 w 8017934"/>
              <a:gd name="connsiteY115" fmla="*/ 110932 h 593532"/>
              <a:gd name="connsiteX116" fmla="*/ 5960534 w 8017934"/>
              <a:gd name="connsiteY116" fmla="*/ 153265 h 593532"/>
              <a:gd name="connsiteX117" fmla="*/ 6019800 w 8017934"/>
              <a:gd name="connsiteY117" fmla="*/ 187132 h 593532"/>
              <a:gd name="connsiteX118" fmla="*/ 6028267 w 8017934"/>
              <a:gd name="connsiteY118" fmla="*/ 220998 h 593532"/>
              <a:gd name="connsiteX119" fmla="*/ 6062134 w 8017934"/>
              <a:gd name="connsiteY119" fmla="*/ 263332 h 593532"/>
              <a:gd name="connsiteX120" fmla="*/ 6079067 w 8017934"/>
              <a:gd name="connsiteY120" fmla="*/ 288732 h 593532"/>
              <a:gd name="connsiteX121" fmla="*/ 6104467 w 8017934"/>
              <a:gd name="connsiteY121" fmla="*/ 314132 h 593532"/>
              <a:gd name="connsiteX122" fmla="*/ 6138334 w 8017934"/>
              <a:gd name="connsiteY122" fmla="*/ 364932 h 593532"/>
              <a:gd name="connsiteX123" fmla="*/ 6155267 w 8017934"/>
              <a:gd name="connsiteY123" fmla="*/ 458065 h 593532"/>
              <a:gd name="connsiteX124" fmla="*/ 6180667 w 8017934"/>
              <a:gd name="connsiteY124" fmla="*/ 474998 h 593532"/>
              <a:gd name="connsiteX125" fmla="*/ 6197600 w 8017934"/>
              <a:gd name="connsiteY125" fmla="*/ 517332 h 593532"/>
              <a:gd name="connsiteX126" fmla="*/ 6214534 w 8017934"/>
              <a:gd name="connsiteY126" fmla="*/ 534265 h 593532"/>
              <a:gd name="connsiteX127" fmla="*/ 6409267 w 8017934"/>
              <a:gd name="connsiteY127" fmla="*/ 576598 h 593532"/>
              <a:gd name="connsiteX128" fmla="*/ 6443134 w 8017934"/>
              <a:gd name="connsiteY128" fmla="*/ 551198 h 593532"/>
              <a:gd name="connsiteX129" fmla="*/ 7035800 w 8017934"/>
              <a:gd name="connsiteY129" fmla="*/ 491932 h 593532"/>
              <a:gd name="connsiteX130" fmla="*/ 7171267 w 8017934"/>
              <a:gd name="connsiteY130" fmla="*/ 525798 h 593532"/>
              <a:gd name="connsiteX131" fmla="*/ 7239000 w 8017934"/>
              <a:gd name="connsiteY131" fmla="*/ 542732 h 593532"/>
              <a:gd name="connsiteX132" fmla="*/ 7416800 w 8017934"/>
              <a:gd name="connsiteY132" fmla="*/ 508865 h 593532"/>
              <a:gd name="connsiteX133" fmla="*/ 7425267 w 8017934"/>
              <a:gd name="connsiteY133" fmla="*/ 466532 h 593532"/>
              <a:gd name="connsiteX134" fmla="*/ 7433734 w 8017934"/>
              <a:gd name="connsiteY134" fmla="*/ 373398 h 593532"/>
              <a:gd name="connsiteX135" fmla="*/ 7450667 w 8017934"/>
              <a:gd name="connsiteY135" fmla="*/ 347998 h 593532"/>
              <a:gd name="connsiteX136" fmla="*/ 7459134 w 8017934"/>
              <a:gd name="connsiteY136" fmla="*/ 305665 h 593532"/>
              <a:gd name="connsiteX137" fmla="*/ 7467600 w 8017934"/>
              <a:gd name="connsiteY137" fmla="*/ 280265 h 593532"/>
              <a:gd name="connsiteX138" fmla="*/ 7476067 w 8017934"/>
              <a:gd name="connsiteY138" fmla="*/ 246398 h 593532"/>
              <a:gd name="connsiteX139" fmla="*/ 7526867 w 8017934"/>
              <a:gd name="connsiteY139" fmla="*/ 229465 h 593532"/>
              <a:gd name="connsiteX140" fmla="*/ 7569200 w 8017934"/>
              <a:gd name="connsiteY140" fmla="*/ 187132 h 593532"/>
              <a:gd name="connsiteX141" fmla="*/ 7611534 w 8017934"/>
              <a:gd name="connsiteY141" fmla="*/ 153265 h 593532"/>
              <a:gd name="connsiteX142" fmla="*/ 7645400 w 8017934"/>
              <a:gd name="connsiteY142" fmla="*/ 127865 h 593532"/>
              <a:gd name="connsiteX143" fmla="*/ 7653867 w 8017934"/>
              <a:gd name="connsiteY143" fmla="*/ 102465 h 593532"/>
              <a:gd name="connsiteX144" fmla="*/ 7730067 w 8017934"/>
              <a:gd name="connsiteY144" fmla="*/ 68598 h 593532"/>
              <a:gd name="connsiteX145" fmla="*/ 7823200 w 8017934"/>
              <a:gd name="connsiteY145" fmla="*/ 43198 h 593532"/>
              <a:gd name="connsiteX146" fmla="*/ 7907867 w 8017934"/>
              <a:gd name="connsiteY146" fmla="*/ 9332 h 593532"/>
              <a:gd name="connsiteX147" fmla="*/ 7941734 w 8017934"/>
              <a:gd name="connsiteY147" fmla="*/ 865 h 593532"/>
              <a:gd name="connsiteX148" fmla="*/ 8017934 w 8017934"/>
              <a:gd name="connsiteY148" fmla="*/ 865 h 593532"/>
              <a:gd name="connsiteX0" fmla="*/ 0 w 8017934"/>
              <a:gd name="connsiteY0" fmla="*/ 559665 h 593532"/>
              <a:gd name="connsiteX1" fmla="*/ 491067 w 8017934"/>
              <a:gd name="connsiteY1" fmla="*/ 551198 h 593532"/>
              <a:gd name="connsiteX2" fmla="*/ 508000 w 8017934"/>
              <a:gd name="connsiteY2" fmla="*/ 525798 h 593532"/>
              <a:gd name="connsiteX3" fmla="*/ 533400 w 8017934"/>
              <a:gd name="connsiteY3" fmla="*/ 508865 h 593532"/>
              <a:gd name="connsiteX4" fmla="*/ 567267 w 8017934"/>
              <a:gd name="connsiteY4" fmla="*/ 474998 h 593532"/>
              <a:gd name="connsiteX5" fmla="*/ 575734 w 8017934"/>
              <a:gd name="connsiteY5" fmla="*/ 449598 h 593532"/>
              <a:gd name="connsiteX6" fmla="*/ 584200 w 8017934"/>
              <a:gd name="connsiteY6" fmla="*/ 407265 h 593532"/>
              <a:gd name="connsiteX7" fmla="*/ 601134 w 8017934"/>
              <a:gd name="connsiteY7" fmla="*/ 381865 h 593532"/>
              <a:gd name="connsiteX8" fmla="*/ 618067 w 8017934"/>
              <a:gd name="connsiteY8" fmla="*/ 305665 h 593532"/>
              <a:gd name="connsiteX9" fmla="*/ 626534 w 8017934"/>
              <a:gd name="connsiteY9" fmla="*/ 280265 h 593532"/>
              <a:gd name="connsiteX10" fmla="*/ 643467 w 8017934"/>
              <a:gd name="connsiteY10" fmla="*/ 246398 h 593532"/>
              <a:gd name="connsiteX11" fmla="*/ 660400 w 8017934"/>
              <a:gd name="connsiteY11" fmla="*/ 187132 h 593532"/>
              <a:gd name="connsiteX12" fmla="*/ 677334 w 8017934"/>
              <a:gd name="connsiteY12" fmla="*/ 170198 h 593532"/>
              <a:gd name="connsiteX13" fmla="*/ 702734 w 8017934"/>
              <a:gd name="connsiteY13" fmla="*/ 110932 h 593532"/>
              <a:gd name="connsiteX14" fmla="*/ 795867 w 8017934"/>
              <a:gd name="connsiteY14" fmla="*/ 68598 h 593532"/>
              <a:gd name="connsiteX15" fmla="*/ 922867 w 8017934"/>
              <a:gd name="connsiteY15" fmla="*/ 85532 h 593532"/>
              <a:gd name="connsiteX16" fmla="*/ 948267 w 8017934"/>
              <a:gd name="connsiteY16" fmla="*/ 93998 h 593532"/>
              <a:gd name="connsiteX17" fmla="*/ 965200 w 8017934"/>
              <a:gd name="connsiteY17" fmla="*/ 144798 h 593532"/>
              <a:gd name="connsiteX18" fmla="*/ 982134 w 8017934"/>
              <a:gd name="connsiteY18" fmla="*/ 220998 h 593532"/>
              <a:gd name="connsiteX19" fmla="*/ 990600 w 8017934"/>
              <a:gd name="connsiteY19" fmla="*/ 246398 h 593532"/>
              <a:gd name="connsiteX20" fmla="*/ 1007534 w 8017934"/>
              <a:gd name="connsiteY20" fmla="*/ 314132 h 593532"/>
              <a:gd name="connsiteX21" fmla="*/ 1041400 w 8017934"/>
              <a:gd name="connsiteY21" fmla="*/ 364932 h 593532"/>
              <a:gd name="connsiteX22" fmla="*/ 1058334 w 8017934"/>
              <a:gd name="connsiteY22" fmla="*/ 534265 h 593532"/>
              <a:gd name="connsiteX23" fmla="*/ 1083734 w 8017934"/>
              <a:gd name="connsiteY23" fmla="*/ 551198 h 593532"/>
              <a:gd name="connsiteX24" fmla="*/ 1227667 w 8017934"/>
              <a:gd name="connsiteY24" fmla="*/ 559665 h 593532"/>
              <a:gd name="connsiteX25" fmla="*/ 1405467 w 8017934"/>
              <a:gd name="connsiteY25" fmla="*/ 542732 h 593532"/>
              <a:gd name="connsiteX26" fmla="*/ 1439334 w 8017934"/>
              <a:gd name="connsiteY26" fmla="*/ 534265 h 593532"/>
              <a:gd name="connsiteX27" fmla="*/ 1464734 w 8017934"/>
              <a:gd name="connsiteY27" fmla="*/ 517332 h 593532"/>
              <a:gd name="connsiteX28" fmla="*/ 1481667 w 8017934"/>
              <a:gd name="connsiteY28" fmla="*/ 491932 h 593532"/>
              <a:gd name="connsiteX29" fmla="*/ 1490134 w 8017934"/>
              <a:gd name="connsiteY29" fmla="*/ 373398 h 593532"/>
              <a:gd name="connsiteX30" fmla="*/ 1498600 w 8017934"/>
              <a:gd name="connsiteY30" fmla="*/ 339532 h 593532"/>
              <a:gd name="connsiteX31" fmla="*/ 1515534 w 8017934"/>
              <a:gd name="connsiteY31" fmla="*/ 322598 h 593532"/>
              <a:gd name="connsiteX32" fmla="*/ 1524000 w 8017934"/>
              <a:gd name="connsiteY32" fmla="*/ 288732 h 593532"/>
              <a:gd name="connsiteX33" fmla="*/ 1532467 w 8017934"/>
              <a:gd name="connsiteY33" fmla="*/ 263332 h 593532"/>
              <a:gd name="connsiteX34" fmla="*/ 1540934 w 8017934"/>
              <a:gd name="connsiteY34" fmla="*/ 220998 h 593532"/>
              <a:gd name="connsiteX35" fmla="*/ 1557867 w 8017934"/>
              <a:gd name="connsiteY35" fmla="*/ 187132 h 593532"/>
              <a:gd name="connsiteX36" fmla="*/ 1574800 w 8017934"/>
              <a:gd name="connsiteY36" fmla="*/ 127865 h 593532"/>
              <a:gd name="connsiteX37" fmla="*/ 1608667 w 8017934"/>
              <a:gd name="connsiteY37" fmla="*/ 93998 h 593532"/>
              <a:gd name="connsiteX38" fmla="*/ 1634067 w 8017934"/>
              <a:gd name="connsiteY38" fmla="*/ 77065 h 593532"/>
              <a:gd name="connsiteX39" fmla="*/ 1667934 w 8017934"/>
              <a:gd name="connsiteY39" fmla="*/ 68598 h 593532"/>
              <a:gd name="connsiteX40" fmla="*/ 1693334 w 8017934"/>
              <a:gd name="connsiteY40" fmla="*/ 60132 h 593532"/>
              <a:gd name="connsiteX41" fmla="*/ 1718734 w 8017934"/>
              <a:gd name="connsiteY41" fmla="*/ 68598 h 593532"/>
              <a:gd name="connsiteX42" fmla="*/ 1761067 w 8017934"/>
              <a:gd name="connsiteY42" fmla="*/ 85532 h 593532"/>
              <a:gd name="connsiteX43" fmla="*/ 1811867 w 8017934"/>
              <a:gd name="connsiteY43" fmla="*/ 93998 h 593532"/>
              <a:gd name="connsiteX44" fmla="*/ 2192867 w 8017934"/>
              <a:gd name="connsiteY44" fmla="*/ 93998 h 593532"/>
              <a:gd name="connsiteX45" fmla="*/ 2311400 w 8017934"/>
              <a:gd name="connsiteY45" fmla="*/ 102465 h 593532"/>
              <a:gd name="connsiteX46" fmla="*/ 2345267 w 8017934"/>
              <a:gd name="connsiteY46" fmla="*/ 170198 h 593532"/>
              <a:gd name="connsiteX47" fmla="*/ 2345267 w 8017934"/>
              <a:gd name="connsiteY47" fmla="*/ 170198 h 593532"/>
              <a:gd name="connsiteX48" fmla="*/ 2379134 w 8017934"/>
              <a:gd name="connsiteY48" fmla="*/ 246398 h 593532"/>
              <a:gd name="connsiteX49" fmla="*/ 2404534 w 8017934"/>
              <a:gd name="connsiteY49" fmla="*/ 297198 h 593532"/>
              <a:gd name="connsiteX50" fmla="*/ 2421467 w 8017934"/>
              <a:gd name="connsiteY50" fmla="*/ 356465 h 593532"/>
              <a:gd name="connsiteX51" fmla="*/ 2438400 w 8017934"/>
              <a:gd name="connsiteY51" fmla="*/ 390332 h 593532"/>
              <a:gd name="connsiteX52" fmla="*/ 2455334 w 8017934"/>
              <a:gd name="connsiteY52" fmla="*/ 441132 h 593532"/>
              <a:gd name="connsiteX53" fmla="*/ 2463800 w 8017934"/>
              <a:gd name="connsiteY53" fmla="*/ 466532 h 593532"/>
              <a:gd name="connsiteX54" fmla="*/ 2480734 w 8017934"/>
              <a:gd name="connsiteY54" fmla="*/ 483465 h 593532"/>
              <a:gd name="connsiteX55" fmla="*/ 2523067 w 8017934"/>
              <a:gd name="connsiteY55" fmla="*/ 559665 h 593532"/>
              <a:gd name="connsiteX56" fmla="*/ 2582334 w 8017934"/>
              <a:gd name="connsiteY56" fmla="*/ 568132 h 593532"/>
              <a:gd name="connsiteX57" fmla="*/ 2599267 w 8017934"/>
              <a:gd name="connsiteY57" fmla="*/ 525798 h 593532"/>
              <a:gd name="connsiteX58" fmla="*/ 2616200 w 8017934"/>
              <a:gd name="connsiteY58" fmla="*/ 500398 h 593532"/>
              <a:gd name="connsiteX59" fmla="*/ 2658534 w 8017934"/>
              <a:gd name="connsiteY59" fmla="*/ 508865 h 593532"/>
              <a:gd name="connsiteX60" fmla="*/ 2751667 w 8017934"/>
              <a:gd name="connsiteY60" fmla="*/ 534265 h 593532"/>
              <a:gd name="connsiteX61" fmla="*/ 2777067 w 8017934"/>
              <a:gd name="connsiteY61" fmla="*/ 551198 h 593532"/>
              <a:gd name="connsiteX62" fmla="*/ 2802467 w 8017934"/>
              <a:gd name="connsiteY62" fmla="*/ 500398 h 593532"/>
              <a:gd name="connsiteX63" fmla="*/ 2844800 w 8017934"/>
              <a:gd name="connsiteY63" fmla="*/ 483465 h 593532"/>
              <a:gd name="connsiteX64" fmla="*/ 2861734 w 8017934"/>
              <a:gd name="connsiteY64" fmla="*/ 424198 h 593532"/>
              <a:gd name="connsiteX65" fmla="*/ 2887134 w 8017934"/>
              <a:gd name="connsiteY65" fmla="*/ 263332 h 593532"/>
              <a:gd name="connsiteX66" fmla="*/ 2895600 w 8017934"/>
              <a:gd name="connsiteY66" fmla="*/ 195598 h 593532"/>
              <a:gd name="connsiteX67" fmla="*/ 2929467 w 8017934"/>
              <a:gd name="connsiteY67" fmla="*/ 119398 h 593532"/>
              <a:gd name="connsiteX68" fmla="*/ 2963334 w 8017934"/>
              <a:gd name="connsiteY68" fmla="*/ 102465 h 593532"/>
              <a:gd name="connsiteX69" fmla="*/ 3183467 w 8017934"/>
              <a:gd name="connsiteY69" fmla="*/ 77065 h 593532"/>
              <a:gd name="connsiteX70" fmla="*/ 3293534 w 8017934"/>
              <a:gd name="connsiteY70" fmla="*/ 93998 h 593532"/>
              <a:gd name="connsiteX71" fmla="*/ 3302000 w 8017934"/>
              <a:gd name="connsiteY71" fmla="*/ 127865 h 593532"/>
              <a:gd name="connsiteX72" fmla="*/ 3318934 w 8017934"/>
              <a:gd name="connsiteY72" fmla="*/ 204065 h 593532"/>
              <a:gd name="connsiteX73" fmla="*/ 3335867 w 8017934"/>
              <a:gd name="connsiteY73" fmla="*/ 229465 h 593532"/>
              <a:gd name="connsiteX74" fmla="*/ 3352800 w 8017934"/>
              <a:gd name="connsiteY74" fmla="*/ 288732 h 593532"/>
              <a:gd name="connsiteX75" fmla="*/ 3369734 w 8017934"/>
              <a:gd name="connsiteY75" fmla="*/ 322598 h 593532"/>
              <a:gd name="connsiteX76" fmla="*/ 3386667 w 8017934"/>
              <a:gd name="connsiteY76" fmla="*/ 373398 h 593532"/>
              <a:gd name="connsiteX77" fmla="*/ 3395134 w 8017934"/>
              <a:gd name="connsiteY77" fmla="*/ 398798 h 593532"/>
              <a:gd name="connsiteX78" fmla="*/ 3412067 w 8017934"/>
              <a:gd name="connsiteY78" fmla="*/ 415732 h 593532"/>
              <a:gd name="connsiteX79" fmla="*/ 3437467 w 8017934"/>
              <a:gd name="connsiteY79" fmla="*/ 500398 h 593532"/>
              <a:gd name="connsiteX80" fmla="*/ 3454400 w 8017934"/>
              <a:gd name="connsiteY80" fmla="*/ 525798 h 593532"/>
              <a:gd name="connsiteX81" fmla="*/ 3462867 w 8017934"/>
              <a:gd name="connsiteY81" fmla="*/ 551198 h 593532"/>
              <a:gd name="connsiteX82" fmla="*/ 3505200 w 8017934"/>
              <a:gd name="connsiteY82" fmla="*/ 593532 h 593532"/>
              <a:gd name="connsiteX83" fmla="*/ 3683000 w 8017934"/>
              <a:gd name="connsiteY83" fmla="*/ 576598 h 593532"/>
              <a:gd name="connsiteX84" fmla="*/ 3708400 w 8017934"/>
              <a:gd name="connsiteY84" fmla="*/ 568132 h 593532"/>
              <a:gd name="connsiteX85" fmla="*/ 3683000 w 8017934"/>
              <a:gd name="connsiteY85" fmla="*/ 559665 h 593532"/>
              <a:gd name="connsiteX86" fmla="*/ 3810000 w 8017934"/>
              <a:gd name="connsiteY86" fmla="*/ 525798 h 593532"/>
              <a:gd name="connsiteX87" fmla="*/ 4004734 w 8017934"/>
              <a:gd name="connsiteY87" fmla="*/ 551198 h 593532"/>
              <a:gd name="connsiteX88" fmla="*/ 4174067 w 8017934"/>
              <a:gd name="connsiteY88" fmla="*/ 542732 h 593532"/>
              <a:gd name="connsiteX89" fmla="*/ 4191000 w 8017934"/>
              <a:gd name="connsiteY89" fmla="*/ 525798 h 593532"/>
              <a:gd name="connsiteX90" fmla="*/ 4199467 w 8017934"/>
              <a:gd name="connsiteY90" fmla="*/ 500398 h 593532"/>
              <a:gd name="connsiteX91" fmla="*/ 4216400 w 8017934"/>
              <a:gd name="connsiteY91" fmla="*/ 466532 h 593532"/>
              <a:gd name="connsiteX92" fmla="*/ 4216400 w 8017934"/>
              <a:gd name="connsiteY92" fmla="*/ 178665 h 593532"/>
              <a:gd name="connsiteX93" fmla="*/ 4224867 w 8017934"/>
              <a:gd name="connsiteY93" fmla="*/ 153265 h 593532"/>
              <a:gd name="connsiteX94" fmla="*/ 5067336 w 8017934"/>
              <a:gd name="connsiteY94" fmla="*/ 134684 h 593532"/>
              <a:gd name="connsiteX95" fmla="*/ 5164667 w 8017934"/>
              <a:gd name="connsiteY95" fmla="*/ 339532 h 593532"/>
              <a:gd name="connsiteX96" fmla="*/ 5190067 w 8017934"/>
              <a:gd name="connsiteY96" fmla="*/ 390332 h 593532"/>
              <a:gd name="connsiteX97" fmla="*/ 5207000 w 8017934"/>
              <a:gd name="connsiteY97" fmla="*/ 441132 h 593532"/>
              <a:gd name="connsiteX98" fmla="*/ 5274734 w 8017934"/>
              <a:gd name="connsiteY98" fmla="*/ 483465 h 593532"/>
              <a:gd name="connsiteX99" fmla="*/ 5317067 w 8017934"/>
              <a:gd name="connsiteY99" fmla="*/ 525798 h 593532"/>
              <a:gd name="connsiteX100" fmla="*/ 5308600 w 8017934"/>
              <a:gd name="connsiteY100" fmla="*/ 517332 h 593532"/>
              <a:gd name="connsiteX101" fmla="*/ 5342467 w 8017934"/>
              <a:gd name="connsiteY101" fmla="*/ 500398 h 593532"/>
              <a:gd name="connsiteX102" fmla="*/ 5401734 w 8017934"/>
              <a:gd name="connsiteY102" fmla="*/ 483465 h 593532"/>
              <a:gd name="connsiteX103" fmla="*/ 5435600 w 8017934"/>
              <a:gd name="connsiteY103" fmla="*/ 466532 h 593532"/>
              <a:gd name="connsiteX104" fmla="*/ 5537200 w 8017934"/>
              <a:gd name="connsiteY104" fmla="*/ 458065 h 593532"/>
              <a:gd name="connsiteX105" fmla="*/ 5562600 w 8017934"/>
              <a:gd name="connsiteY105" fmla="*/ 407265 h 593532"/>
              <a:gd name="connsiteX106" fmla="*/ 5579534 w 8017934"/>
              <a:gd name="connsiteY106" fmla="*/ 373398 h 593532"/>
              <a:gd name="connsiteX107" fmla="*/ 5613400 w 8017934"/>
              <a:gd name="connsiteY107" fmla="*/ 314132 h 593532"/>
              <a:gd name="connsiteX108" fmla="*/ 5621867 w 8017934"/>
              <a:gd name="connsiteY108" fmla="*/ 280265 h 593532"/>
              <a:gd name="connsiteX109" fmla="*/ 5630334 w 8017934"/>
              <a:gd name="connsiteY109" fmla="*/ 170198 h 593532"/>
              <a:gd name="connsiteX110" fmla="*/ 5638800 w 8017934"/>
              <a:gd name="connsiteY110" fmla="*/ 136332 h 593532"/>
              <a:gd name="connsiteX111" fmla="*/ 5689600 w 8017934"/>
              <a:gd name="connsiteY111" fmla="*/ 93998 h 593532"/>
              <a:gd name="connsiteX112" fmla="*/ 5731934 w 8017934"/>
              <a:gd name="connsiteY112" fmla="*/ 85532 h 593532"/>
              <a:gd name="connsiteX113" fmla="*/ 5892800 w 8017934"/>
              <a:gd name="connsiteY113" fmla="*/ 93998 h 593532"/>
              <a:gd name="connsiteX114" fmla="*/ 5918200 w 8017934"/>
              <a:gd name="connsiteY114" fmla="*/ 110932 h 593532"/>
              <a:gd name="connsiteX115" fmla="*/ 5960534 w 8017934"/>
              <a:gd name="connsiteY115" fmla="*/ 153265 h 593532"/>
              <a:gd name="connsiteX116" fmla="*/ 6019800 w 8017934"/>
              <a:gd name="connsiteY116" fmla="*/ 187132 h 593532"/>
              <a:gd name="connsiteX117" fmla="*/ 6028267 w 8017934"/>
              <a:gd name="connsiteY117" fmla="*/ 220998 h 593532"/>
              <a:gd name="connsiteX118" fmla="*/ 6062134 w 8017934"/>
              <a:gd name="connsiteY118" fmla="*/ 263332 h 593532"/>
              <a:gd name="connsiteX119" fmla="*/ 6079067 w 8017934"/>
              <a:gd name="connsiteY119" fmla="*/ 288732 h 593532"/>
              <a:gd name="connsiteX120" fmla="*/ 6104467 w 8017934"/>
              <a:gd name="connsiteY120" fmla="*/ 314132 h 593532"/>
              <a:gd name="connsiteX121" fmla="*/ 6138334 w 8017934"/>
              <a:gd name="connsiteY121" fmla="*/ 364932 h 593532"/>
              <a:gd name="connsiteX122" fmla="*/ 6155267 w 8017934"/>
              <a:gd name="connsiteY122" fmla="*/ 458065 h 593532"/>
              <a:gd name="connsiteX123" fmla="*/ 6180667 w 8017934"/>
              <a:gd name="connsiteY123" fmla="*/ 474998 h 593532"/>
              <a:gd name="connsiteX124" fmla="*/ 6197600 w 8017934"/>
              <a:gd name="connsiteY124" fmla="*/ 517332 h 593532"/>
              <a:gd name="connsiteX125" fmla="*/ 6214534 w 8017934"/>
              <a:gd name="connsiteY125" fmla="*/ 534265 h 593532"/>
              <a:gd name="connsiteX126" fmla="*/ 6409267 w 8017934"/>
              <a:gd name="connsiteY126" fmla="*/ 576598 h 593532"/>
              <a:gd name="connsiteX127" fmla="*/ 6443134 w 8017934"/>
              <a:gd name="connsiteY127" fmla="*/ 551198 h 593532"/>
              <a:gd name="connsiteX128" fmla="*/ 7035800 w 8017934"/>
              <a:gd name="connsiteY128" fmla="*/ 491932 h 593532"/>
              <a:gd name="connsiteX129" fmla="*/ 7171267 w 8017934"/>
              <a:gd name="connsiteY129" fmla="*/ 525798 h 593532"/>
              <a:gd name="connsiteX130" fmla="*/ 7239000 w 8017934"/>
              <a:gd name="connsiteY130" fmla="*/ 542732 h 593532"/>
              <a:gd name="connsiteX131" fmla="*/ 7416800 w 8017934"/>
              <a:gd name="connsiteY131" fmla="*/ 508865 h 593532"/>
              <a:gd name="connsiteX132" fmla="*/ 7425267 w 8017934"/>
              <a:gd name="connsiteY132" fmla="*/ 466532 h 593532"/>
              <a:gd name="connsiteX133" fmla="*/ 7433734 w 8017934"/>
              <a:gd name="connsiteY133" fmla="*/ 373398 h 593532"/>
              <a:gd name="connsiteX134" fmla="*/ 7450667 w 8017934"/>
              <a:gd name="connsiteY134" fmla="*/ 347998 h 593532"/>
              <a:gd name="connsiteX135" fmla="*/ 7459134 w 8017934"/>
              <a:gd name="connsiteY135" fmla="*/ 305665 h 593532"/>
              <a:gd name="connsiteX136" fmla="*/ 7467600 w 8017934"/>
              <a:gd name="connsiteY136" fmla="*/ 280265 h 593532"/>
              <a:gd name="connsiteX137" fmla="*/ 7476067 w 8017934"/>
              <a:gd name="connsiteY137" fmla="*/ 246398 h 593532"/>
              <a:gd name="connsiteX138" fmla="*/ 7526867 w 8017934"/>
              <a:gd name="connsiteY138" fmla="*/ 229465 h 593532"/>
              <a:gd name="connsiteX139" fmla="*/ 7569200 w 8017934"/>
              <a:gd name="connsiteY139" fmla="*/ 187132 h 593532"/>
              <a:gd name="connsiteX140" fmla="*/ 7611534 w 8017934"/>
              <a:gd name="connsiteY140" fmla="*/ 153265 h 593532"/>
              <a:gd name="connsiteX141" fmla="*/ 7645400 w 8017934"/>
              <a:gd name="connsiteY141" fmla="*/ 127865 h 593532"/>
              <a:gd name="connsiteX142" fmla="*/ 7653867 w 8017934"/>
              <a:gd name="connsiteY142" fmla="*/ 102465 h 593532"/>
              <a:gd name="connsiteX143" fmla="*/ 7730067 w 8017934"/>
              <a:gd name="connsiteY143" fmla="*/ 68598 h 593532"/>
              <a:gd name="connsiteX144" fmla="*/ 7823200 w 8017934"/>
              <a:gd name="connsiteY144" fmla="*/ 43198 h 593532"/>
              <a:gd name="connsiteX145" fmla="*/ 7907867 w 8017934"/>
              <a:gd name="connsiteY145" fmla="*/ 9332 h 593532"/>
              <a:gd name="connsiteX146" fmla="*/ 7941734 w 8017934"/>
              <a:gd name="connsiteY146" fmla="*/ 865 h 593532"/>
              <a:gd name="connsiteX147" fmla="*/ 8017934 w 8017934"/>
              <a:gd name="connsiteY147" fmla="*/ 865 h 593532"/>
              <a:gd name="connsiteX0" fmla="*/ 0 w 8017934"/>
              <a:gd name="connsiteY0" fmla="*/ 559665 h 593532"/>
              <a:gd name="connsiteX1" fmla="*/ 491067 w 8017934"/>
              <a:gd name="connsiteY1" fmla="*/ 551198 h 593532"/>
              <a:gd name="connsiteX2" fmla="*/ 508000 w 8017934"/>
              <a:gd name="connsiteY2" fmla="*/ 525798 h 593532"/>
              <a:gd name="connsiteX3" fmla="*/ 533400 w 8017934"/>
              <a:gd name="connsiteY3" fmla="*/ 508865 h 593532"/>
              <a:gd name="connsiteX4" fmla="*/ 567267 w 8017934"/>
              <a:gd name="connsiteY4" fmla="*/ 474998 h 593532"/>
              <a:gd name="connsiteX5" fmla="*/ 575734 w 8017934"/>
              <a:gd name="connsiteY5" fmla="*/ 449598 h 593532"/>
              <a:gd name="connsiteX6" fmla="*/ 584200 w 8017934"/>
              <a:gd name="connsiteY6" fmla="*/ 407265 h 593532"/>
              <a:gd name="connsiteX7" fmla="*/ 601134 w 8017934"/>
              <a:gd name="connsiteY7" fmla="*/ 381865 h 593532"/>
              <a:gd name="connsiteX8" fmla="*/ 618067 w 8017934"/>
              <a:gd name="connsiteY8" fmla="*/ 305665 h 593532"/>
              <a:gd name="connsiteX9" fmla="*/ 626534 w 8017934"/>
              <a:gd name="connsiteY9" fmla="*/ 280265 h 593532"/>
              <a:gd name="connsiteX10" fmla="*/ 643467 w 8017934"/>
              <a:gd name="connsiteY10" fmla="*/ 246398 h 593532"/>
              <a:gd name="connsiteX11" fmla="*/ 660400 w 8017934"/>
              <a:gd name="connsiteY11" fmla="*/ 187132 h 593532"/>
              <a:gd name="connsiteX12" fmla="*/ 677334 w 8017934"/>
              <a:gd name="connsiteY12" fmla="*/ 170198 h 593532"/>
              <a:gd name="connsiteX13" fmla="*/ 702734 w 8017934"/>
              <a:gd name="connsiteY13" fmla="*/ 110932 h 593532"/>
              <a:gd name="connsiteX14" fmla="*/ 795867 w 8017934"/>
              <a:gd name="connsiteY14" fmla="*/ 68598 h 593532"/>
              <a:gd name="connsiteX15" fmla="*/ 922867 w 8017934"/>
              <a:gd name="connsiteY15" fmla="*/ 85532 h 593532"/>
              <a:gd name="connsiteX16" fmla="*/ 948267 w 8017934"/>
              <a:gd name="connsiteY16" fmla="*/ 93998 h 593532"/>
              <a:gd name="connsiteX17" fmla="*/ 965200 w 8017934"/>
              <a:gd name="connsiteY17" fmla="*/ 144798 h 593532"/>
              <a:gd name="connsiteX18" fmla="*/ 982134 w 8017934"/>
              <a:gd name="connsiteY18" fmla="*/ 220998 h 593532"/>
              <a:gd name="connsiteX19" fmla="*/ 990600 w 8017934"/>
              <a:gd name="connsiteY19" fmla="*/ 246398 h 593532"/>
              <a:gd name="connsiteX20" fmla="*/ 1007534 w 8017934"/>
              <a:gd name="connsiteY20" fmla="*/ 314132 h 593532"/>
              <a:gd name="connsiteX21" fmla="*/ 1041400 w 8017934"/>
              <a:gd name="connsiteY21" fmla="*/ 364932 h 593532"/>
              <a:gd name="connsiteX22" fmla="*/ 1058334 w 8017934"/>
              <a:gd name="connsiteY22" fmla="*/ 534265 h 593532"/>
              <a:gd name="connsiteX23" fmla="*/ 1083734 w 8017934"/>
              <a:gd name="connsiteY23" fmla="*/ 551198 h 593532"/>
              <a:gd name="connsiteX24" fmla="*/ 1227667 w 8017934"/>
              <a:gd name="connsiteY24" fmla="*/ 559665 h 593532"/>
              <a:gd name="connsiteX25" fmla="*/ 1405467 w 8017934"/>
              <a:gd name="connsiteY25" fmla="*/ 542732 h 593532"/>
              <a:gd name="connsiteX26" fmla="*/ 1439334 w 8017934"/>
              <a:gd name="connsiteY26" fmla="*/ 534265 h 593532"/>
              <a:gd name="connsiteX27" fmla="*/ 1464734 w 8017934"/>
              <a:gd name="connsiteY27" fmla="*/ 517332 h 593532"/>
              <a:gd name="connsiteX28" fmla="*/ 1481667 w 8017934"/>
              <a:gd name="connsiteY28" fmla="*/ 491932 h 593532"/>
              <a:gd name="connsiteX29" fmla="*/ 1490134 w 8017934"/>
              <a:gd name="connsiteY29" fmla="*/ 373398 h 593532"/>
              <a:gd name="connsiteX30" fmla="*/ 1498600 w 8017934"/>
              <a:gd name="connsiteY30" fmla="*/ 339532 h 593532"/>
              <a:gd name="connsiteX31" fmla="*/ 1515534 w 8017934"/>
              <a:gd name="connsiteY31" fmla="*/ 322598 h 593532"/>
              <a:gd name="connsiteX32" fmla="*/ 1524000 w 8017934"/>
              <a:gd name="connsiteY32" fmla="*/ 288732 h 593532"/>
              <a:gd name="connsiteX33" fmla="*/ 1532467 w 8017934"/>
              <a:gd name="connsiteY33" fmla="*/ 263332 h 593532"/>
              <a:gd name="connsiteX34" fmla="*/ 1540934 w 8017934"/>
              <a:gd name="connsiteY34" fmla="*/ 220998 h 593532"/>
              <a:gd name="connsiteX35" fmla="*/ 1557867 w 8017934"/>
              <a:gd name="connsiteY35" fmla="*/ 187132 h 593532"/>
              <a:gd name="connsiteX36" fmla="*/ 1574800 w 8017934"/>
              <a:gd name="connsiteY36" fmla="*/ 127865 h 593532"/>
              <a:gd name="connsiteX37" fmla="*/ 1608667 w 8017934"/>
              <a:gd name="connsiteY37" fmla="*/ 93998 h 593532"/>
              <a:gd name="connsiteX38" fmla="*/ 1634067 w 8017934"/>
              <a:gd name="connsiteY38" fmla="*/ 77065 h 593532"/>
              <a:gd name="connsiteX39" fmla="*/ 1667934 w 8017934"/>
              <a:gd name="connsiteY39" fmla="*/ 68598 h 593532"/>
              <a:gd name="connsiteX40" fmla="*/ 1693334 w 8017934"/>
              <a:gd name="connsiteY40" fmla="*/ 60132 h 593532"/>
              <a:gd name="connsiteX41" fmla="*/ 1718734 w 8017934"/>
              <a:gd name="connsiteY41" fmla="*/ 68598 h 593532"/>
              <a:gd name="connsiteX42" fmla="*/ 1761067 w 8017934"/>
              <a:gd name="connsiteY42" fmla="*/ 85532 h 593532"/>
              <a:gd name="connsiteX43" fmla="*/ 1811867 w 8017934"/>
              <a:gd name="connsiteY43" fmla="*/ 93998 h 593532"/>
              <a:gd name="connsiteX44" fmla="*/ 2192867 w 8017934"/>
              <a:gd name="connsiteY44" fmla="*/ 93998 h 593532"/>
              <a:gd name="connsiteX45" fmla="*/ 2311400 w 8017934"/>
              <a:gd name="connsiteY45" fmla="*/ 102465 h 593532"/>
              <a:gd name="connsiteX46" fmla="*/ 2345267 w 8017934"/>
              <a:gd name="connsiteY46" fmla="*/ 170198 h 593532"/>
              <a:gd name="connsiteX47" fmla="*/ 2345267 w 8017934"/>
              <a:gd name="connsiteY47" fmla="*/ 170198 h 593532"/>
              <a:gd name="connsiteX48" fmla="*/ 2379134 w 8017934"/>
              <a:gd name="connsiteY48" fmla="*/ 246398 h 593532"/>
              <a:gd name="connsiteX49" fmla="*/ 2404534 w 8017934"/>
              <a:gd name="connsiteY49" fmla="*/ 297198 h 593532"/>
              <a:gd name="connsiteX50" fmla="*/ 2421467 w 8017934"/>
              <a:gd name="connsiteY50" fmla="*/ 356465 h 593532"/>
              <a:gd name="connsiteX51" fmla="*/ 2438400 w 8017934"/>
              <a:gd name="connsiteY51" fmla="*/ 390332 h 593532"/>
              <a:gd name="connsiteX52" fmla="*/ 2455334 w 8017934"/>
              <a:gd name="connsiteY52" fmla="*/ 441132 h 593532"/>
              <a:gd name="connsiteX53" fmla="*/ 2463800 w 8017934"/>
              <a:gd name="connsiteY53" fmla="*/ 466532 h 593532"/>
              <a:gd name="connsiteX54" fmla="*/ 2480734 w 8017934"/>
              <a:gd name="connsiteY54" fmla="*/ 483465 h 593532"/>
              <a:gd name="connsiteX55" fmla="*/ 2523067 w 8017934"/>
              <a:gd name="connsiteY55" fmla="*/ 559665 h 593532"/>
              <a:gd name="connsiteX56" fmla="*/ 2582334 w 8017934"/>
              <a:gd name="connsiteY56" fmla="*/ 568132 h 593532"/>
              <a:gd name="connsiteX57" fmla="*/ 2599267 w 8017934"/>
              <a:gd name="connsiteY57" fmla="*/ 525798 h 593532"/>
              <a:gd name="connsiteX58" fmla="*/ 2616200 w 8017934"/>
              <a:gd name="connsiteY58" fmla="*/ 500398 h 593532"/>
              <a:gd name="connsiteX59" fmla="*/ 2658534 w 8017934"/>
              <a:gd name="connsiteY59" fmla="*/ 508865 h 593532"/>
              <a:gd name="connsiteX60" fmla="*/ 2751667 w 8017934"/>
              <a:gd name="connsiteY60" fmla="*/ 534265 h 593532"/>
              <a:gd name="connsiteX61" fmla="*/ 2777067 w 8017934"/>
              <a:gd name="connsiteY61" fmla="*/ 551198 h 593532"/>
              <a:gd name="connsiteX62" fmla="*/ 2802467 w 8017934"/>
              <a:gd name="connsiteY62" fmla="*/ 500398 h 593532"/>
              <a:gd name="connsiteX63" fmla="*/ 2844800 w 8017934"/>
              <a:gd name="connsiteY63" fmla="*/ 483465 h 593532"/>
              <a:gd name="connsiteX64" fmla="*/ 2861734 w 8017934"/>
              <a:gd name="connsiteY64" fmla="*/ 424198 h 593532"/>
              <a:gd name="connsiteX65" fmla="*/ 2887134 w 8017934"/>
              <a:gd name="connsiteY65" fmla="*/ 263332 h 593532"/>
              <a:gd name="connsiteX66" fmla="*/ 2895600 w 8017934"/>
              <a:gd name="connsiteY66" fmla="*/ 195598 h 593532"/>
              <a:gd name="connsiteX67" fmla="*/ 2929467 w 8017934"/>
              <a:gd name="connsiteY67" fmla="*/ 119398 h 593532"/>
              <a:gd name="connsiteX68" fmla="*/ 2963334 w 8017934"/>
              <a:gd name="connsiteY68" fmla="*/ 102465 h 593532"/>
              <a:gd name="connsiteX69" fmla="*/ 3183467 w 8017934"/>
              <a:gd name="connsiteY69" fmla="*/ 77065 h 593532"/>
              <a:gd name="connsiteX70" fmla="*/ 3293534 w 8017934"/>
              <a:gd name="connsiteY70" fmla="*/ 93998 h 593532"/>
              <a:gd name="connsiteX71" fmla="*/ 3302000 w 8017934"/>
              <a:gd name="connsiteY71" fmla="*/ 127865 h 593532"/>
              <a:gd name="connsiteX72" fmla="*/ 3318934 w 8017934"/>
              <a:gd name="connsiteY72" fmla="*/ 204065 h 593532"/>
              <a:gd name="connsiteX73" fmla="*/ 3335867 w 8017934"/>
              <a:gd name="connsiteY73" fmla="*/ 229465 h 593532"/>
              <a:gd name="connsiteX74" fmla="*/ 3352800 w 8017934"/>
              <a:gd name="connsiteY74" fmla="*/ 288732 h 593532"/>
              <a:gd name="connsiteX75" fmla="*/ 3369734 w 8017934"/>
              <a:gd name="connsiteY75" fmla="*/ 322598 h 593532"/>
              <a:gd name="connsiteX76" fmla="*/ 3386667 w 8017934"/>
              <a:gd name="connsiteY76" fmla="*/ 373398 h 593532"/>
              <a:gd name="connsiteX77" fmla="*/ 3395134 w 8017934"/>
              <a:gd name="connsiteY77" fmla="*/ 398798 h 593532"/>
              <a:gd name="connsiteX78" fmla="*/ 3412067 w 8017934"/>
              <a:gd name="connsiteY78" fmla="*/ 415732 h 593532"/>
              <a:gd name="connsiteX79" fmla="*/ 3437467 w 8017934"/>
              <a:gd name="connsiteY79" fmla="*/ 500398 h 593532"/>
              <a:gd name="connsiteX80" fmla="*/ 3454400 w 8017934"/>
              <a:gd name="connsiteY80" fmla="*/ 525798 h 593532"/>
              <a:gd name="connsiteX81" fmla="*/ 3462867 w 8017934"/>
              <a:gd name="connsiteY81" fmla="*/ 551198 h 593532"/>
              <a:gd name="connsiteX82" fmla="*/ 3505200 w 8017934"/>
              <a:gd name="connsiteY82" fmla="*/ 593532 h 593532"/>
              <a:gd name="connsiteX83" fmla="*/ 3683000 w 8017934"/>
              <a:gd name="connsiteY83" fmla="*/ 576598 h 593532"/>
              <a:gd name="connsiteX84" fmla="*/ 3708400 w 8017934"/>
              <a:gd name="connsiteY84" fmla="*/ 568132 h 593532"/>
              <a:gd name="connsiteX85" fmla="*/ 3683000 w 8017934"/>
              <a:gd name="connsiteY85" fmla="*/ 559665 h 593532"/>
              <a:gd name="connsiteX86" fmla="*/ 3810000 w 8017934"/>
              <a:gd name="connsiteY86" fmla="*/ 525798 h 593532"/>
              <a:gd name="connsiteX87" fmla="*/ 4004734 w 8017934"/>
              <a:gd name="connsiteY87" fmla="*/ 551198 h 593532"/>
              <a:gd name="connsiteX88" fmla="*/ 4174067 w 8017934"/>
              <a:gd name="connsiteY88" fmla="*/ 542732 h 593532"/>
              <a:gd name="connsiteX89" fmla="*/ 4191000 w 8017934"/>
              <a:gd name="connsiteY89" fmla="*/ 525798 h 593532"/>
              <a:gd name="connsiteX90" fmla="*/ 4199467 w 8017934"/>
              <a:gd name="connsiteY90" fmla="*/ 500398 h 593532"/>
              <a:gd name="connsiteX91" fmla="*/ 4216400 w 8017934"/>
              <a:gd name="connsiteY91" fmla="*/ 466532 h 593532"/>
              <a:gd name="connsiteX92" fmla="*/ 4216400 w 8017934"/>
              <a:gd name="connsiteY92" fmla="*/ 178665 h 593532"/>
              <a:gd name="connsiteX93" fmla="*/ 4224867 w 8017934"/>
              <a:gd name="connsiteY93" fmla="*/ 153265 h 593532"/>
              <a:gd name="connsiteX94" fmla="*/ 5067336 w 8017934"/>
              <a:gd name="connsiteY94" fmla="*/ 134684 h 593532"/>
              <a:gd name="connsiteX95" fmla="*/ 5164667 w 8017934"/>
              <a:gd name="connsiteY95" fmla="*/ 339532 h 593532"/>
              <a:gd name="connsiteX96" fmla="*/ 5190067 w 8017934"/>
              <a:gd name="connsiteY96" fmla="*/ 390332 h 593532"/>
              <a:gd name="connsiteX97" fmla="*/ 5207000 w 8017934"/>
              <a:gd name="connsiteY97" fmla="*/ 441132 h 593532"/>
              <a:gd name="connsiteX98" fmla="*/ 5274734 w 8017934"/>
              <a:gd name="connsiteY98" fmla="*/ 483465 h 593532"/>
              <a:gd name="connsiteX99" fmla="*/ 5317067 w 8017934"/>
              <a:gd name="connsiteY99" fmla="*/ 525798 h 593532"/>
              <a:gd name="connsiteX100" fmla="*/ 5308600 w 8017934"/>
              <a:gd name="connsiteY100" fmla="*/ 517332 h 593532"/>
              <a:gd name="connsiteX101" fmla="*/ 5342467 w 8017934"/>
              <a:gd name="connsiteY101" fmla="*/ 500398 h 593532"/>
              <a:gd name="connsiteX102" fmla="*/ 5401734 w 8017934"/>
              <a:gd name="connsiteY102" fmla="*/ 483465 h 593532"/>
              <a:gd name="connsiteX103" fmla="*/ 5435600 w 8017934"/>
              <a:gd name="connsiteY103" fmla="*/ 466532 h 593532"/>
              <a:gd name="connsiteX104" fmla="*/ 5537200 w 8017934"/>
              <a:gd name="connsiteY104" fmla="*/ 458065 h 593532"/>
              <a:gd name="connsiteX105" fmla="*/ 5562600 w 8017934"/>
              <a:gd name="connsiteY105" fmla="*/ 407265 h 593532"/>
              <a:gd name="connsiteX106" fmla="*/ 5579534 w 8017934"/>
              <a:gd name="connsiteY106" fmla="*/ 373398 h 593532"/>
              <a:gd name="connsiteX107" fmla="*/ 5613400 w 8017934"/>
              <a:gd name="connsiteY107" fmla="*/ 314132 h 593532"/>
              <a:gd name="connsiteX108" fmla="*/ 5621867 w 8017934"/>
              <a:gd name="connsiteY108" fmla="*/ 280265 h 593532"/>
              <a:gd name="connsiteX109" fmla="*/ 5630334 w 8017934"/>
              <a:gd name="connsiteY109" fmla="*/ 170198 h 593532"/>
              <a:gd name="connsiteX110" fmla="*/ 5638800 w 8017934"/>
              <a:gd name="connsiteY110" fmla="*/ 136332 h 593532"/>
              <a:gd name="connsiteX111" fmla="*/ 5689600 w 8017934"/>
              <a:gd name="connsiteY111" fmla="*/ 93998 h 593532"/>
              <a:gd name="connsiteX112" fmla="*/ 5731934 w 8017934"/>
              <a:gd name="connsiteY112" fmla="*/ 85532 h 593532"/>
              <a:gd name="connsiteX113" fmla="*/ 5892800 w 8017934"/>
              <a:gd name="connsiteY113" fmla="*/ 93998 h 593532"/>
              <a:gd name="connsiteX114" fmla="*/ 5918200 w 8017934"/>
              <a:gd name="connsiteY114" fmla="*/ 110932 h 593532"/>
              <a:gd name="connsiteX115" fmla="*/ 5960534 w 8017934"/>
              <a:gd name="connsiteY115" fmla="*/ 153265 h 593532"/>
              <a:gd name="connsiteX116" fmla="*/ 6019800 w 8017934"/>
              <a:gd name="connsiteY116" fmla="*/ 187132 h 593532"/>
              <a:gd name="connsiteX117" fmla="*/ 6028267 w 8017934"/>
              <a:gd name="connsiteY117" fmla="*/ 220998 h 593532"/>
              <a:gd name="connsiteX118" fmla="*/ 6062134 w 8017934"/>
              <a:gd name="connsiteY118" fmla="*/ 263332 h 593532"/>
              <a:gd name="connsiteX119" fmla="*/ 6079067 w 8017934"/>
              <a:gd name="connsiteY119" fmla="*/ 288732 h 593532"/>
              <a:gd name="connsiteX120" fmla="*/ 6104467 w 8017934"/>
              <a:gd name="connsiteY120" fmla="*/ 314132 h 593532"/>
              <a:gd name="connsiteX121" fmla="*/ 6138334 w 8017934"/>
              <a:gd name="connsiteY121" fmla="*/ 364932 h 593532"/>
              <a:gd name="connsiteX122" fmla="*/ 6155267 w 8017934"/>
              <a:gd name="connsiteY122" fmla="*/ 458065 h 593532"/>
              <a:gd name="connsiteX123" fmla="*/ 6180667 w 8017934"/>
              <a:gd name="connsiteY123" fmla="*/ 474998 h 593532"/>
              <a:gd name="connsiteX124" fmla="*/ 6197600 w 8017934"/>
              <a:gd name="connsiteY124" fmla="*/ 517332 h 593532"/>
              <a:gd name="connsiteX125" fmla="*/ 6214534 w 8017934"/>
              <a:gd name="connsiteY125" fmla="*/ 534265 h 593532"/>
              <a:gd name="connsiteX126" fmla="*/ 6409267 w 8017934"/>
              <a:gd name="connsiteY126" fmla="*/ 576598 h 593532"/>
              <a:gd name="connsiteX127" fmla="*/ 6443134 w 8017934"/>
              <a:gd name="connsiteY127" fmla="*/ 551198 h 593532"/>
              <a:gd name="connsiteX128" fmla="*/ 7035800 w 8017934"/>
              <a:gd name="connsiteY128" fmla="*/ 491932 h 593532"/>
              <a:gd name="connsiteX129" fmla="*/ 7171267 w 8017934"/>
              <a:gd name="connsiteY129" fmla="*/ 525798 h 593532"/>
              <a:gd name="connsiteX130" fmla="*/ 7239000 w 8017934"/>
              <a:gd name="connsiteY130" fmla="*/ 542732 h 593532"/>
              <a:gd name="connsiteX131" fmla="*/ 7416800 w 8017934"/>
              <a:gd name="connsiteY131" fmla="*/ 508865 h 593532"/>
              <a:gd name="connsiteX132" fmla="*/ 7425267 w 8017934"/>
              <a:gd name="connsiteY132" fmla="*/ 466532 h 593532"/>
              <a:gd name="connsiteX133" fmla="*/ 7433734 w 8017934"/>
              <a:gd name="connsiteY133" fmla="*/ 373398 h 593532"/>
              <a:gd name="connsiteX134" fmla="*/ 7450667 w 8017934"/>
              <a:gd name="connsiteY134" fmla="*/ 347998 h 593532"/>
              <a:gd name="connsiteX135" fmla="*/ 7459134 w 8017934"/>
              <a:gd name="connsiteY135" fmla="*/ 305665 h 593532"/>
              <a:gd name="connsiteX136" fmla="*/ 7467600 w 8017934"/>
              <a:gd name="connsiteY136" fmla="*/ 280265 h 593532"/>
              <a:gd name="connsiteX137" fmla="*/ 7476067 w 8017934"/>
              <a:gd name="connsiteY137" fmla="*/ 246398 h 593532"/>
              <a:gd name="connsiteX138" fmla="*/ 7526867 w 8017934"/>
              <a:gd name="connsiteY138" fmla="*/ 229465 h 593532"/>
              <a:gd name="connsiteX139" fmla="*/ 7569200 w 8017934"/>
              <a:gd name="connsiteY139" fmla="*/ 187132 h 593532"/>
              <a:gd name="connsiteX140" fmla="*/ 7611534 w 8017934"/>
              <a:gd name="connsiteY140" fmla="*/ 153265 h 593532"/>
              <a:gd name="connsiteX141" fmla="*/ 7645400 w 8017934"/>
              <a:gd name="connsiteY141" fmla="*/ 127865 h 593532"/>
              <a:gd name="connsiteX142" fmla="*/ 7653867 w 8017934"/>
              <a:gd name="connsiteY142" fmla="*/ 102465 h 593532"/>
              <a:gd name="connsiteX143" fmla="*/ 7730067 w 8017934"/>
              <a:gd name="connsiteY143" fmla="*/ 68598 h 593532"/>
              <a:gd name="connsiteX144" fmla="*/ 7823200 w 8017934"/>
              <a:gd name="connsiteY144" fmla="*/ 43198 h 593532"/>
              <a:gd name="connsiteX145" fmla="*/ 7907867 w 8017934"/>
              <a:gd name="connsiteY145" fmla="*/ 9332 h 593532"/>
              <a:gd name="connsiteX146" fmla="*/ 7941734 w 8017934"/>
              <a:gd name="connsiteY146" fmla="*/ 865 h 593532"/>
              <a:gd name="connsiteX147" fmla="*/ 8017934 w 8017934"/>
              <a:gd name="connsiteY147" fmla="*/ 865 h 593532"/>
              <a:gd name="connsiteX0" fmla="*/ 0 w 8017934"/>
              <a:gd name="connsiteY0" fmla="*/ 559665 h 593532"/>
              <a:gd name="connsiteX1" fmla="*/ 491067 w 8017934"/>
              <a:gd name="connsiteY1" fmla="*/ 551198 h 593532"/>
              <a:gd name="connsiteX2" fmla="*/ 508000 w 8017934"/>
              <a:gd name="connsiteY2" fmla="*/ 525798 h 593532"/>
              <a:gd name="connsiteX3" fmla="*/ 533400 w 8017934"/>
              <a:gd name="connsiteY3" fmla="*/ 508865 h 593532"/>
              <a:gd name="connsiteX4" fmla="*/ 567267 w 8017934"/>
              <a:gd name="connsiteY4" fmla="*/ 474998 h 593532"/>
              <a:gd name="connsiteX5" fmla="*/ 575734 w 8017934"/>
              <a:gd name="connsiteY5" fmla="*/ 449598 h 593532"/>
              <a:gd name="connsiteX6" fmla="*/ 584200 w 8017934"/>
              <a:gd name="connsiteY6" fmla="*/ 407265 h 593532"/>
              <a:gd name="connsiteX7" fmla="*/ 601134 w 8017934"/>
              <a:gd name="connsiteY7" fmla="*/ 381865 h 593532"/>
              <a:gd name="connsiteX8" fmla="*/ 618067 w 8017934"/>
              <a:gd name="connsiteY8" fmla="*/ 305665 h 593532"/>
              <a:gd name="connsiteX9" fmla="*/ 626534 w 8017934"/>
              <a:gd name="connsiteY9" fmla="*/ 280265 h 593532"/>
              <a:gd name="connsiteX10" fmla="*/ 643467 w 8017934"/>
              <a:gd name="connsiteY10" fmla="*/ 246398 h 593532"/>
              <a:gd name="connsiteX11" fmla="*/ 660400 w 8017934"/>
              <a:gd name="connsiteY11" fmla="*/ 187132 h 593532"/>
              <a:gd name="connsiteX12" fmla="*/ 677334 w 8017934"/>
              <a:gd name="connsiteY12" fmla="*/ 170198 h 593532"/>
              <a:gd name="connsiteX13" fmla="*/ 702734 w 8017934"/>
              <a:gd name="connsiteY13" fmla="*/ 110932 h 593532"/>
              <a:gd name="connsiteX14" fmla="*/ 795867 w 8017934"/>
              <a:gd name="connsiteY14" fmla="*/ 68598 h 593532"/>
              <a:gd name="connsiteX15" fmla="*/ 922867 w 8017934"/>
              <a:gd name="connsiteY15" fmla="*/ 85532 h 593532"/>
              <a:gd name="connsiteX16" fmla="*/ 948267 w 8017934"/>
              <a:gd name="connsiteY16" fmla="*/ 93998 h 593532"/>
              <a:gd name="connsiteX17" fmla="*/ 965200 w 8017934"/>
              <a:gd name="connsiteY17" fmla="*/ 144798 h 593532"/>
              <a:gd name="connsiteX18" fmla="*/ 982134 w 8017934"/>
              <a:gd name="connsiteY18" fmla="*/ 220998 h 593532"/>
              <a:gd name="connsiteX19" fmla="*/ 990600 w 8017934"/>
              <a:gd name="connsiteY19" fmla="*/ 246398 h 593532"/>
              <a:gd name="connsiteX20" fmla="*/ 1007534 w 8017934"/>
              <a:gd name="connsiteY20" fmla="*/ 314132 h 593532"/>
              <a:gd name="connsiteX21" fmla="*/ 1041400 w 8017934"/>
              <a:gd name="connsiteY21" fmla="*/ 364932 h 593532"/>
              <a:gd name="connsiteX22" fmla="*/ 1058334 w 8017934"/>
              <a:gd name="connsiteY22" fmla="*/ 534265 h 593532"/>
              <a:gd name="connsiteX23" fmla="*/ 1083734 w 8017934"/>
              <a:gd name="connsiteY23" fmla="*/ 551198 h 593532"/>
              <a:gd name="connsiteX24" fmla="*/ 1227667 w 8017934"/>
              <a:gd name="connsiteY24" fmla="*/ 559665 h 593532"/>
              <a:gd name="connsiteX25" fmla="*/ 1405467 w 8017934"/>
              <a:gd name="connsiteY25" fmla="*/ 542732 h 593532"/>
              <a:gd name="connsiteX26" fmla="*/ 1439334 w 8017934"/>
              <a:gd name="connsiteY26" fmla="*/ 534265 h 593532"/>
              <a:gd name="connsiteX27" fmla="*/ 1464734 w 8017934"/>
              <a:gd name="connsiteY27" fmla="*/ 517332 h 593532"/>
              <a:gd name="connsiteX28" fmla="*/ 1481667 w 8017934"/>
              <a:gd name="connsiteY28" fmla="*/ 491932 h 593532"/>
              <a:gd name="connsiteX29" fmla="*/ 1490134 w 8017934"/>
              <a:gd name="connsiteY29" fmla="*/ 373398 h 593532"/>
              <a:gd name="connsiteX30" fmla="*/ 1498600 w 8017934"/>
              <a:gd name="connsiteY30" fmla="*/ 339532 h 593532"/>
              <a:gd name="connsiteX31" fmla="*/ 1515534 w 8017934"/>
              <a:gd name="connsiteY31" fmla="*/ 322598 h 593532"/>
              <a:gd name="connsiteX32" fmla="*/ 1524000 w 8017934"/>
              <a:gd name="connsiteY32" fmla="*/ 288732 h 593532"/>
              <a:gd name="connsiteX33" fmla="*/ 1532467 w 8017934"/>
              <a:gd name="connsiteY33" fmla="*/ 263332 h 593532"/>
              <a:gd name="connsiteX34" fmla="*/ 1540934 w 8017934"/>
              <a:gd name="connsiteY34" fmla="*/ 220998 h 593532"/>
              <a:gd name="connsiteX35" fmla="*/ 1557867 w 8017934"/>
              <a:gd name="connsiteY35" fmla="*/ 187132 h 593532"/>
              <a:gd name="connsiteX36" fmla="*/ 1574800 w 8017934"/>
              <a:gd name="connsiteY36" fmla="*/ 127865 h 593532"/>
              <a:gd name="connsiteX37" fmla="*/ 1608667 w 8017934"/>
              <a:gd name="connsiteY37" fmla="*/ 93998 h 593532"/>
              <a:gd name="connsiteX38" fmla="*/ 1634067 w 8017934"/>
              <a:gd name="connsiteY38" fmla="*/ 77065 h 593532"/>
              <a:gd name="connsiteX39" fmla="*/ 1667934 w 8017934"/>
              <a:gd name="connsiteY39" fmla="*/ 68598 h 593532"/>
              <a:gd name="connsiteX40" fmla="*/ 1693334 w 8017934"/>
              <a:gd name="connsiteY40" fmla="*/ 60132 h 593532"/>
              <a:gd name="connsiteX41" fmla="*/ 1718734 w 8017934"/>
              <a:gd name="connsiteY41" fmla="*/ 68598 h 593532"/>
              <a:gd name="connsiteX42" fmla="*/ 1761067 w 8017934"/>
              <a:gd name="connsiteY42" fmla="*/ 85532 h 593532"/>
              <a:gd name="connsiteX43" fmla="*/ 1811867 w 8017934"/>
              <a:gd name="connsiteY43" fmla="*/ 93998 h 593532"/>
              <a:gd name="connsiteX44" fmla="*/ 2192867 w 8017934"/>
              <a:gd name="connsiteY44" fmla="*/ 93998 h 593532"/>
              <a:gd name="connsiteX45" fmla="*/ 2311400 w 8017934"/>
              <a:gd name="connsiteY45" fmla="*/ 102465 h 593532"/>
              <a:gd name="connsiteX46" fmla="*/ 2345267 w 8017934"/>
              <a:gd name="connsiteY46" fmla="*/ 170198 h 593532"/>
              <a:gd name="connsiteX47" fmla="*/ 2345267 w 8017934"/>
              <a:gd name="connsiteY47" fmla="*/ 170198 h 593532"/>
              <a:gd name="connsiteX48" fmla="*/ 2379134 w 8017934"/>
              <a:gd name="connsiteY48" fmla="*/ 246398 h 593532"/>
              <a:gd name="connsiteX49" fmla="*/ 2404534 w 8017934"/>
              <a:gd name="connsiteY49" fmla="*/ 297198 h 593532"/>
              <a:gd name="connsiteX50" fmla="*/ 2421467 w 8017934"/>
              <a:gd name="connsiteY50" fmla="*/ 356465 h 593532"/>
              <a:gd name="connsiteX51" fmla="*/ 2438400 w 8017934"/>
              <a:gd name="connsiteY51" fmla="*/ 390332 h 593532"/>
              <a:gd name="connsiteX52" fmla="*/ 2455334 w 8017934"/>
              <a:gd name="connsiteY52" fmla="*/ 441132 h 593532"/>
              <a:gd name="connsiteX53" fmla="*/ 2463800 w 8017934"/>
              <a:gd name="connsiteY53" fmla="*/ 466532 h 593532"/>
              <a:gd name="connsiteX54" fmla="*/ 2480734 w 8017934"/>
              <a:gd name="connsiteY54" fmla="*/ 483465 h 593532"/>
              <a:gd name="connsiteX55" fmla="*/ 2523067 w 8017934"/>
              <a:gd name="connsiteY55" fmla="*/ 559665 h 593532"/>
              <a:gd name="connsiteX56" fmla="*/ 2582334 w 8017934"/>
              <a:gd name="connsiteY56" fmla="*/ 568132 h 593532"/>
              <a:gd name="connsiteX57" fmla="*/ 2599267 w 8017934"/>
              <a:gd name="connsiteY57" fmla="*/ 525798 h 593532"/>
              <a:gd name="connsiteX58" fmla="*/ 2616200 w 8017934"/>
              <a:gd name="connsiteY58" fmla="*/ 500398 h 593532"/>
              <a:gd name="connsiteX59" fmla="*/ 2658534 w 8017934"/>
              <a:gd name="connsiteY59" fmla="*/ 508865 h 593532"/>
              <a:gd name="connsiteX60" fmla="*/ 2751667 w 8017934"/>
              <a:gd name="connsiteY60" fmla="*/ 534265 h 593532"/>
              <a:gd name="connsiteX61" fmla="*/ 2777067 w 8017934"/>
              <a:gd name="connsiteY61" fmla="*/ 551198 h 593532"/>
              <a:gd name="connsiteX62" fmla="*/ 2802467 w 8017934"/>
              <a:gd name="connsiteY62" fmla="*/ 500398 h 593532"/>
              <a:gd name="connsiteX63" fmla="*/ 2844800 w 8017934"/>
              <a:gd name="connsiteY63" fmla="*/ 483465 h 593532"/>
              <a:gd name="connsiteX64" fmla="*/ 2861734 w 8017934"/>
              <a:gd name="connsiteY64" fmla="*/ 424198 h 593532"/>
              <a:gd name="connsiteX65" fmla="*/ 2887134 w 8017934"/>
              <a:gd name="connsiteY65" fmla="*/ 263332 h 593532"/>
              <a:gd name="connsiteX66" fmla="*/ 2895600 w 8017934"/>
              <a:gd name="connsiteY66" fmla="*/ 195598 h 593532"/>
              <a:gd name="connsiteX67" fmla="*/ 2929467 w 8017934"/>
              <a:gd name="connsiteY67" fmla="*/ 119398 h 593532"/>
              <a:gd name="connsiteX68" fmla="*/ 2963334 w 8017934"/>
              <a:gd name="connsiteY68" fmla="*/ 102465 h 593532"/>
              <a:gd name="connsiteX69" fmla="*/ 3183467 w 8017934"/>
              <a:gd name="connsiteY69" fmla="*/ 77065 h 593532"/>
              <a:gd name="connsiteX70" fmla="*/ 3293534 w 8017934"/>
              <a:gd name="connsiteY70" fmla="*/ 93998 h 593532"/>
              <a:gd name="connsiteX71" fmla="*/ 3302000 w 8017934"/>
              <a:gd name="connsiteY71" fmla="*/ 127865 h 593532"/>
              <a:gd name="connsiteX72" fmla="*/ 3318934 w 8017934"/>
              <a:gd name="connsiteY72" fmla="*/ 204065 h 593532"/>
              <a:gd name="connsiteX73" fmla="*/ 3335867 w 8017934"/>
              <a:gd name="connsiteY73" fmla="*/ 229465 h 593532"/>
              <a:gd name="connsiteX74" fmla="*/ 3352800 w 8017934"/>
              <a:gd name="connsiteY74" fmla="*/ 288732 h 593532"/>
              <a:gd name="connsiteX75" fmla="*/ 3369734 w 8017934"/>
              <a:gd name="connsiteY75" fmla="*/ 322598 h 593532"/>
              <a:gd name="connsiteX76" fmla="*/ 3386667 w 8017934"/>
              <a:gd name="connsiteY76" fmla="*/ 373398 h 593532"/>
              <a:gd name="connsiteX77" fmla="*/ 3395134 w 8017934"/>
              <a:gd name="connsiteY77" fmla="*/ 398798 h 593532"/>
              <a:gd name="connsiteX78" fmla="*/ 3412067 w 8017934"/>
              <a:gd name="connsiteY78" fmla="*/ 415732 h 593532"/>
              <a:gd name="connsiteX79" fmla="*/ 3437467 w 8017934"/>
              <a:gd name="connsiteY79" fmla="*/ 500398 h 593532"/>
              <a:gd name="connsiteX80" fmla="*/ 3454400 w 8017934"/>
              <a:gd name="connsiteY80" fmla="*/ 525798 h 593532"/>
              <a:gd name="connsiteX81" fmla="*/ 3462867 w 8017934"/>
              <a:gd name="connsiteY81" fmla="*/ 551198 h 593532"/>
              <a:gd name="connsiteX82" fmla="*/ 3505200 w 8017934"/>
              <a:gd name="connsiteY82" fmla="*/ 593532 h 593532"/>
              <a:gd name="connsiteX83" fmla="*/ 3683000 w 8017934"/>
              <a:gd name="connsiteY83" fmla="*/ 576598 h 593532"/>
              <a:gd name="connsiteX84" fmla="*/ 3708400 w 8017934"/>
              <a:gd name="connsiteY84" fmla="*/ 568132 h 593532"/>
              <a:gd name="connsiteX85" fmla="*/ 3683000 w 8017934"/>
              <a:gd name="connsiteY85" fmla="*/ 559665 h 593532"/>
              <a:gd name="connsiteX86" fmla="*/ 3810000 w 8017934"/>
              <a:gd name="connsiteY86" fmla="*/ 525798 h 593532"/>
              <a:gd name="connsiteX87" fmla="*/ 4004734 w 8017934"/>
              <a:gd name="connsiteY87" fmla="*/ 551198 h 593532"/>
              <a:gd name="connsiteX88" fmla="*/ 4174067 w 8017934"/>
              <a:gd name="connsiteY88" fmla="*/ 542732 h 593532"/>
              <a:gd name="connsiteX89" fmla="*/ 4191000 w 8017934"/>
              <a:gd name="connsiteY89" fmla="*/ 525798 h 593532"/>
              <a:gd name="connsiteX90" fmla="*/ 4199467 w 8017934"/>
              <a:gd name="connsiteY90" fmla="*/ 500398 h 593532"/>
              <a:gd name="connsiteX91" fmla="*/ 4216400 w 8017934"/>
              <a:gd name="connsiteY91" fmla="*/ 466532 h 593532"/>
              <a:gd name="connsiteX92" fmla="*/ 4216400 w 8017934"/>
              <a:gd name="connsiteY92" fmla="*/ 178665 h 593532"/>
              <a:gd name="connsiteX93" fmla="*/ 5067336 w 8017934"/>
              <a:gd name="connsiteY93" fmla="*/ 134684 h 593532"/>
              <a:gd name="connsiteX94" fmla="*/ 5164667 w 8017934"/>
              <a:gd name="connsiteY94" fmla="*/ 339532 h 593532"/>
              <a:gd name="connsiteX95" fmla="*/ 5190067 w 8017934"/>
              <a:gd name="connsiteY95" fmla="*/ 390332 h 593532"/>
              <a:gd name="connsiteX96" fmla="*/ 5207000 w 8017934"/>
              <a:gd name="connsiteY96" fmla="*/ 441132 h 593532"/>
              <a:gd name="connsiteX97" fmla="*/ 5274734 w 8017934"/>
              <a:gd name="connsiteY97" fmla="*/ 483465 h 593532"/>
              <a:gd name="connsiteX98" fmla="*/ 5317067 w 8017934"/>
              <a:gd name="connsiteY98" fmla="*/ 525798 h 593532"/>
              <a:gd name="connsiteX99" fmla="*/ 5308600 w 8017934"/>
              <a:gd name="connsiteY99" fmla="*/ 517332 h 593532"/>
              <a:gd name="connsiteX100" fmla="*/ 5342467 w 8017934"/>
              <a:gd name="connsiteY100" fmla="*/ 500398 h 593532"/>
              <a:gd name="connsiteX101" fmla="*/ 5401734 w 8017934"/>
              <a:gd name="connsiteY101" fmla="*/ 483465 h 593532"/>
              <a:gd name="connsiteX102" fmla="*/ 5435600 w 8017934"/>
              <a:gd name="connsiteY102" fmla="*/ 466532 h 593532"/>
              <a:gd name="connsiteX103" fmla="*/ 5537200 w 8017934"/>
              <a:gd name="connsiteY103" fmla="*/ 458065 h 593532"/>
              <a:gd name="connsiteX104" fmla="*/ 5562600 w 8017934"/>
              <a:gd name="connsiteY104" fmla="*/ 407265 h 593532"/>
              <a:gd name="connsiteX105" fmla="*/ 5579534 w 8017934"/>
              <a:gd name="connsiteY105" fmla="*/ 373398 h 593532"/>
              <a:gd name="connsiteX106" fmla="*/ 5613400 w 8017934"/>
              <a:gd name="connsiteY106" fmla="*/ 314132 h 593532"/>
              <a:gd name="connsiteX107" fmla="*/ 5621867 w 8017934"/>
              <a:gd name="connsiteY107" fmla="*/ 280265 h 593532"/>
              <a:gd name="connsiteX108" fmla="*/ 5630334 w 8017934"/>
              <a:gd name="connsiteY108" fmla="*/ 170198 h 593532"/>
              <a:gd name="connsiteX109" fmla="*/ 5638800 w 8017934"/>
              <a:gd name="connsiteY109" fmla="*/ 136332 h 593532"/>
              <a:gd name="connsiteX110" fmla="*/ 5689600 w 8017934"/>
              <a:gd name="connsiteY110" fmla="*/ 93998 h 593532"/>
              <a:gd name="connsiteX111" fmla="*/ 5731934 w 8017934"/>
              <a:gd name="connsiteY111" fmla="*/ 85532 h 593532"/>
              <a:gd name="connsiteX112" fmla="*/ 5892800 w 8017934"/>
              <a:gd name="connsiteY112" fmla="*/ 93998 h 593532"/>
              <a:gd name="connsiteX113" fmla="*/ 5918200 w 8017934"/>
              <a:gd name="connsiteY113" fmla="*/ 110932 h 593532"/>
              <a:gd name="connsiteX114" fmla="*/ 5960534 w 8017934"/>
              <a:gd name="connsiteY114" fmla="*/ 153265 h 593532"/>
              <a:gd name="connsiteX115" fmla="*/ 6019800 w 8017934"/>
              <a:gd name="connsiteY115" fmla="*/ 187132 h 593532"/>
              <a:gd name="connsiteX116" fmla="*/ 6028267 w 8017934"/>
              <a:gd name="connsiteY116" fmla="*/ 220998 h 593532"/>
              <a:gd name="connsiteX117" fmla="*/ 6062134 w 8017934"/>
              <a:gd name="connsiteY117" fmla="*/ 263332 h 593532"/>
              <a:gd name="connsiteX118" fmla="*/ 6079067 w 8017934"/>
              <a:gd name="connsiteY118" fmla="*/ 288732 h 593532"/>
              <a:gd name="connsiteX119" fmla="*/ 6104467 w 8017934"/>
              <a:gd name="connsiteY119" fmla="*/ 314132 h 593532"/>
              <a:gd name="connsiteX120" fmla="*/ 6138334 w 8017934"/>
              <a:gd name="connsiteY120" fmla="*/ 364932 h 593532"/>
              <a:gd name="connsiteX121" fmla="*/ 6155267 w 8017934"/>
              <a:gd name="connsiteY121" fmla="*/ 458065 h 593532"/>
              <a:gd name="connsiteX122" fmla="*/ 6180667 w 8017934"/>
              <a:gd name="connsiteY122" fmla="*/ 474998 h 593532"/>
              <a:gd name="connsiteX123" fmla="*/ 6197600 w 8017934"/>
              <a:gd name="connsiteY123" fmla="*/ 517332 h 593532"/>
              <a:gd name="connsiteX124" fmla="*/ 6214534 w 8017934"/>
              <a:gd name="connsiteY124" fmla="*/ 534265 h 593532"/>
              <a:gd name="connsiteX125" fmla="*/ 6409267 w 8017934"/>
              <a:gd name="connsiteY125" fmla="*/ 576598 h 593532"/>
              <a:gd name="connsiteX126" fmla="*/ 6443134 w 8017934"/>
              <a:gd name="connsiteY126" fmla="*/ 551198 h 593532"/>
              <a:gd name="connsiteX127" fmla="*/ 7035800 w 8017934"/>
              <a:gd name="connsiteY127" fmla="*/ 491932 h 593532"/>
              <a:gd name="connsiteX128" fmla="*/ 7171267 w 8017934"/>
              <a:gd name="connsiteY128" fmla="*/ 525798 h 593532"/>
              <a:gd name="connsiteX129" fmla="*/ 7239000 w 8017934"/>
              <a:gd name="connsiteY129" fmla="*/ 542732 h 593532"/>
              <a:gd name="connsiteX130" fmla="*/ 7416800 w 8017934"/>
              <a:gd name="connsiteY130" fmla="*/ 508865 h 593532"/>
              <a:gd name="connsiteX131" fmla="*/ 7425267 w 8017934"/>
              <a:gd name="connsiteY131" fmla="*/ 466532 h 593532"/>
              <a:gd name="connsiteX132" fmla="*/ 7433734 w 8017934"/>
              <a:gd name="connsiteY132" fmla="*/ 373398 h 593532"/>
              <a:gd name="connsiteX133" fmla="*/ 7450667 w 8017934"/>
              <a:gd name="connsiteY133" fmla="*/ 347998 h 593532"/>
              <a:gd name="connsiteX134" fmla="*/ 7459134 w 8017934"/>
              <a:gd name="connsiteY134" fmla="*/ 305665 h 593532"/>
              <a:gd name="connsiteX135" fmla="*/ 7467600 w 8017934"/>
              <a:gd name="connsiteY135" fmla="*/ 280265 h 593532"/>
              <a:gd name="connsiteX136" fmla="*/ 7476067 w 8017934"/>
              <a:gd name="connsiteY136" fmla="*/ 246398 h 593532"/>
              <a:gd name="connsiteX137" fmla="*/ 7526867 w 8017934"/>
              <a:gd name="connsiteY137" fmla="*/ 229465 h 593532"/>
              <a:gd name="connsiteX138" fmla="*/ 7569200 w 8017934"/>
              <a:gd name="connsiteY138" fmla="*/ 187132 h 593532"/>
              <a:gd name="connsiteX139" fmla="*/ 7611534 w 8017934"/>
              <a:gd name="connsiteY139" fmla="*/ 153265 h 593532"/>
              <a:gd name="connsiteX140" fmla="*/ 7645400 w 8017934"/>
              <a:gd name="connsiteY140" fmla="*/ 127865 h 593532"/>
              <a:gd name="connsiteX141" fmla="*/ 7653867 w 8017934"/>
              <a:gd name="connsiteY141" fmla="*/ 102465 h 593532"/>
              <a:gd name="connsiteX142" fmla="*/ 7730067 w 8017934"/>
              <a:gd name="connsiteY142" fmla="*/ 68598 h 593532"/>
              <a:gd name="connsiteX143" fmla="*/ 7823200 w 8017934"/>
              <a:gd name="connsiteY143" fmla="*/ 43198 h 593532"/>
              <a:gd name="connsiteX144" fmla="*/ 7907867 w 8017934"/>
              <a:gd name="connsiteY144" fmla="*/ 9332 h 593532"/>
              <a:gd name="connsiteX145" fmla="*/ 7941734 w 8017934"/>
              <a:gd name="connsiteY145" fmla="*/ 865 h 593532"/>
              <a:gd name="connsiteX146" fmla="*/ 8017934 w 8017934"/>
              <a:gd name="connsiteY146" fmla="*/ 865 h 593532"/>
              <a:gd name="connsiteX0" fmla="*/ 0 w 8017934"/>
              <a:gd name="connsiteY0" fmla="*/ 559665 h 593532"/>
              <a:gd name="connsiteX1" fmla="*/ 491067 w 8017934"/>
              <a:gd name="connsiteY1" fmla="*/ 551198 h 593532"/>
              <a:gd name="connsiteX2" fmla="*/ 508000 w 8017934"/>
              <a:gd name="connsiteY2" fmla="*/ 525798 h 593532"/>
              <a:gd name="connsiteX3" fmla="*/ 533400 w 8017934"/>
              <a:gd name="connsiteY3" fmla="*/ 508865 h 593532"/>
              <a:gd name="connsiteX4" fmla="*/ 567267 w 8017934"/>
              <a:gd name="connsiteY4" fmla="*/ 474998 h 593532"/>
              <a:gd name="connsiteX5" fmla="*/ 575734 w 8017934"/>
              <a:gd name="connsiteY5" fmla="*/ 449598 h 593532"/>
              <a:gd name="connsiteX6" fmla="*/ 584200 w 8017934"/>
              <a:gd name="connsiteY6" fmla="*/ 407265 h 593532"/>
              <a:gd name="connsiteX7" fmla="*/ 601134 w 8017934"/>
              <a:gd name="connsiteY7" fmla="*/ 381865 h 593532"/>
              <a:gd name="connsiteX8" fmla="*/ 618067 w 8017934"/>
              <a:gd name="connsiteY8" fmla="*/ 305665 h 593532"/>
              <a:gd name="connsiteX9" fmla="*/ 626534 w 8017934"/>
              <a:gd name="connsiteY9" fmla="*/ 280265 h 593532"/>
              <a:gd name="connsiteX10" fmla="*/ 643467 w 8017934"/>
              <a:gd name="connsiteY10" fmla="*/ 246398 h 593532"/>
              <a:gd name="connsiteX11" fmla="*/ 660400 w 8017934"/>
              <a:gd name="connsiteY11" fmla="*/ 187132 h 593532"/>
              <a:gd name="connsiteX12" fmla="*/ 677334 w 8017934"/>
              <a:gd name="connsiteY12" fmla="*/ 170198 h 593532"/>
              <a:gd name="connsiteX13" fmla="*/ 702734 w 8017934"/>
              <a:gd name="connsiteY13" fmla="*/ 110932 h 593532"/>
              <a:gd name="connsiteX14" fmla="*/ 795867 w 8017934"/>
              <a:gd name="connsiteY14" fmla="*/ 68598 h 593532"/>
              <a:gd name="connsiteX15" fmla="*/ 922867 w 8017934"/>
              <a:gd name="connsiteY15" fmla="*/ 85532 h 593532"/>
              <a:gd name="connsiteX16" fmla="*/ 948267 w 8017934"/>
              <a:gd name="connsiteY16" fmla="*/ 93998 h 593532"/>
              <a:gd name="connsiteX17" fmla="*/ 965200 w 8017934"/>
              <a:gd name="connsiteY17" fmla="*/ 144798 h 593532"/>
              <a:gd name="connsiteX18" fmla="*/ 982134 w 8017934"/>
              <a:gd name="connsiteY18" fmla="*/ 220998 h 593532"/>
              <a:gd name="connsiteX19" fmla="*/ 990600 w 8017934"/>
              <a:gd name="connsiteY19" fmla="*/ 246398 h 593532"/>
              <a:gd name="connsiteX20" fmla="*/ 1007534 w 8017934"/>
              <a:gd name="connsiteY20" fmla="*/ 314132 h 593532"/>
              <a:gd name="connsiteX21" fmla="*/ 1041400 w 8017934"/>
              <a:gd name="connsiteY21" fmla="*/ 364932 h 593532"/>
              <a:gd name="connsiteX22" fmla="*/ 1058334 w 8017934"/>
              <a:gd name="connsiteY22" fmla="*/ 534265 h 593532"/>
              <a:gd name="connsiteX23" fmla="*/ 1083734 w 8017934"/>
              <a:gd name="connsiteY23" fmla="*/ 551198 h 593532"/>
              <a:gd name="connsiteX24" fmla="*/ 1227667 w 8017934"/>
              <a:gd name="connsiteY24" fmla="*/ 559665 h 593532"/>
              <a:gd name="connsiteX25" fmla="*/ 1405467 w 8017934"/>
              <a:gd name="connsiteY25" fmla="*/ 542732 h 593532"/>
              <a:gd name="connsiteX26" fmla="*/ 1439334 w 8017934"/>
              <a:gd name="connsiteY26" fmla="*/ 534265 h 593532"/>
              <a:gd name="connsiteX27" fmla="*/ 1464734 w 8017934"/>
              <a:gd name="connsiteY27" fmla="*/ 517332 h 593532"/>
              <a:gd name="connsiteX28" fmla="*/ 1481667 w 8017934"/>
              <a:gd name="connsiteY28" fmla="*/ 491932 h 593532"/>
              <a:gd name="connsiteX29" fmla="*/ 1490134 w 8017934"/>
              <a:gd name="connsiteY29" fmla="*/ 373398 h 593532"/>
              <a:gd name="connsiteX30" fmla="*/ 1498600 w 8017934"/>
              <a:gd name="connsiteY30" fmla="*/ 339532 h 593532"/>
              <a:gd name="connsiteX31" fmla="*/ 1515534 w 8017934"/>
              <a:gd name="connsiteY31" fmla="*/ 322598 h 593532"/>
              <a:gd name="connsiteX32" fmla="*/ 1524000 w 8017934"/>
              <a:gd name="connsiteY32" fmla="*/ 288732 h 593532"/>
              <a:gd name="connsiteX33" fmla="*/ 1532467 w 8017934"/>
              <a:gd name="connsiteY33" fmla="*/ 263332 h 593532"/>
              <a:gd name="connsiteX34" fmla="*/ 1540934 w 8017934"/>
              <a:gd name="connsiteY34" fmla="*/ 220998 h 593532"/>
              <a:gd name="connsiteX35" fmla="*/ 1557867 w 8017934"/>
              <a:gd name="connsiteY35" fmla="*/ 187132 h 593532"/>
              <a:gd name="connsiteX36" fmla="*/ 1574800 w 8017934"/>
              <a:gd name="connsiteY36" fmla="*/ 127865 h 593532"/>
              <a:gd name="connsiteX37" fmla="*/ 1608667 w 8017934"/>
              <a:gd name="connsiteY37" fmla="*/ 93998 h 593532"/>
              <a:gd name="connsiteX38" fmla="*/ 1634067 w 8017934"/>
              <a:gd name="connsiteY38" fmla="*/ 77065 h 593532"/>
              <a:gd name="connsiteX39" fmla="*/ 1667934 w 8017934"/>
              <a:gd name="connsiteY39" fmla="*/ 68598 h 593532"/>
              <a:gd name="connsiteX40" fmla="*/ 1693334 w 8017934"/>
              <a:gd name="connsiteY40" fmla="*/ 60132 h 593532"/>
              <a:gd name="connsiteX41" fmla="*/ 1718734 w 8017934"/>
              <a:gd name="connsiteY41" fmla="*/ 68598 h 593532"/>
              <a:gd name="connsiteX42" fmla="*/ 1761067 w 8017934"/>
              <a:gd name="connsiteY42" fmla="*/ 85532 h 593532"/>
              <a:gd name="connsiteX43" fmla="*/ 1811867 w 8017934"/>
              <a:gd name="connsiteY43" fmla="*/ 93998 h 593532"/>
              <a:gd name="connsiteX44" fmla="*/ 2192867 w 8017934"/>
              <a:gd name="connsiteY44" fmla="*/ 93998 h 593532"/>
              <a:gd name="connsiteX45" fmla="*/ 2311400 w 8017934"/>
              <a:gd name="connsiteY45" fmla="*/ 102465 h 593532"/>
              <a:gd name="connsiteX46" fmla="*/ 2345267 w 8017934"/>
              <a:gd name="connsiteY46" fmla="*/ 170198 h 593532"/>
              <a:gd name="connsiteX47" fmla="*/ 2345267 w 8017934"/>
              <a:gd name="connsiteY47" fmla="*/ 170198 h 593532"/>
              <a:gd name="connsiteX48" fmla="*/ 2379134 w 8017934"/>
              <a:gd name="connsiteY48" fmla="*/ 246398 h 593532"/>
              <a:gd name="connsiteX49" fmla="*/ 2404534 w 8017934"/>
              <a:gd name="connsiteY49" fmla="*/ 297198 h 593532"/>
              <a:gd name="connsiteX50" fmla="*/ 2421467 w 8017934"/>
              <a:gd name="connsiteY50" fmla="*/ 356465 h 593532"/>
              <a:gd name="connsiteX51" fmla="*/ 2438400 w 8017934"/>
              <a:gd name="connsiteY51" fmla="*/ 390332 h 593532"/>
              <a:gd name="connsiteX52" fmla="*/ 2455334 w 8017934"/>
              <a:gd name="connsiteY52" fmla="*/ 441132 h 593532"/>
              <a:gd name="connsiteX53" fmla="*/ 2463800 w 8017934"/>
              <a:gd name="connsiteY53" fmla="*/ 466532 h 593532"/>
              <a:gd name="connsiteX54" fmla="*/ 2480734 w 8017934"/>
              <a:gd name="connsiteY54" fmla="*/ 483465 h 593532"/>
              <a:gd name="connsiteX55" fmla="*/ 2523067 w 8017934"/>
              <a:gd name="connsiteY55" fmla="*/ 559665 h 593532"/>
              <a:gd name="connsiteX56" fmla="*/ 2582334 w 8017934"/>
              <a:gd name="connsiteY56" fmla="*/ 568132 h 593532"/>
              <a:gd name="connsiteX57" fmla="*/ 2599267 w 8017934"/>
              <a:gd name="connsiteY57" fmla="*/ 525798 h 593532"/>
              <a:gd name="connsiteX58" fmla="*/ 2616200 w 8017934"/>
              <a:gd name="connsiteY58" fmla="*/ 500398 h 593532"/>
              <a:gd name="connsiteX59" fmla="*/ 2658534 w 8017934"/>
              <a:gd name="connsiteY59" fmla="*/ 508865 h 593532"/>
              <a:gd name="connsiteX60" fmla="*/ 2751667 w 8017934"/>
              <a:gd name="connsiteY60" fmla="*/ 534265 h 593532"/>
              <a:gd name="connsiteX61" fmla="*/ 2777067 w 8017934"/>
              <a:gd name="connsiteY61" fmla="*/ 551198 h 593532"/>
              <a:gd name="connsiteX62" fmla="*/ 2802467 w 8017934"/>
              <a:gd name="connsiteY62" fmla="*/ 500398 h 593532"/>
              <a:gd name="connsiteX63" fmla="*/ 2844800 w 8017934"/>
              <a:gd name="connsiteY63" fmla="*/ 483465 h 593532"/>
              <a:gd name="connsiteX64" fmla="*/ 2861734 w 8017934"/>
              <a:gd name="connsiteY64" fmla="*/ 424198 h 593532"/>
              <a:gd name="connsiteX65" fmla="*/ 2887134 w 8017934"/>
              <a:gd name="connsiteY65" fmla="*/ 263332 h 593532"/>
              <a:gd name="connsiteX66" fmla="*/ 2895600 w 8017934"/>
              <a:gd name="connsiteY66" fmla="*/ 195598 h 593532"/>
              <a:gd name="connsiteX67" fmla="*/ 2929467 w 8017934"/>
              <a:gd name="connsiteY67" fmla="*/ 119398 h 593532"/>
              <a:gd name="connsiteX68" fmla="*/ 2963334 w 8017934"/>
              <a:gd name="connsiteY68" fmla="*/ 102465 h 593532"/>
              <a:gd name="connsiteX69" fmla="*/ 3183467 w 8017934"/>
              <a:gd name="connsiteY69" fmla="*/ 77065 h 593532"/>
              <a:gd name="connsiteX70" fmla="*/ 3293534 w 8017934"/>
              <a:gd name="connsiteY70" fmla="*/ 93998 h 593532"/>
              <a:gd name="connsiteX71" fmla="*/ 3302000 w 8017934"/>
              <a:gd name="connsiteY71" fmla="*/ 127865 h 593532"/>
              <a:gd name="connsiteX72" fmla="*/ 3318934 w 8017934"/>
              <a:gd name="connsiteY72" fmla="*/ 204065 h 593532"/>
              <a:gd name="connsiteX73" fmla="*/ 3335867 w 8017934"/>
              <a:gd name="connsiteY73" fmla="*/ 229465 h 593532"/>
              <a:gd name="connsiteX74" fmla="*/ 3352800 w 8017934"/>
              <a:gd name="connsiteY74" fmla="*/ 288732 h 593532"/>
              <a:gd name="connsiteX75" fmla="*/ 3369734 w 8017934"/>
              <a:gd name="connsiteY75" fmla="*/ 322598 h 593532"/>
              <a:gd name="connsiteX76" fmla="*/ 3386667 w 8017934"/>
              <a:gd name="connsiteY76" fmla="*/ 373398 h 593532"/>
              <a:gd name="connsiteX77" fmla="*/ 3395134 w 8017934"/>
              <a:gd name="connsiteY77" fmla="*/ 398798 h 593532"/>
              <a:gd name="connsiteX78" fmla="*/ 3412067 w 8017934"/>
              <a:gd name="connsiteY78" fmla="*/ 415732 h 593532"/>
              <a:gd name="connsiteX79" fmla="*/ 3437467 w 8017934"/>
              <a:gd name="connsiteY79" fmla="*/ 500398 h 593532"/>
              <a:gd name="connsiteX80" fmla="*/ 3454400 w 8017934"/>
              <a:gd name="connsiteY80" fmla="*/ 525798 h 593532"/>
              <a:gd name="connsiteX81" fmla="*/ 3462867 w 8017934"/>
              <a:gd name="connsiteY81" fmla="*/ 551198 h 593532"/>
              <a:gd name="connsiteX82" fmla="*/ 3505200 w 8017934"/>
              <a:gd name="connsiteY82" fmla="*/ 593532 h 593532"/>
              <a:gd name="connsiteX83" fmla="*/ 3683000 w 8017934"/>
              <a:gd name="connsiteY83" fmla="*/ 576598 h 593532"/>
              <a:gd name="connsiteX84" fmla="*/ 3708400 w 8017934"/>
              <a:gd name="connsiteY84" fmla="*/ 568132 h 593532"/>
              <a:gd name="connsiteX85" fmla="*/ 3683000 w 8017934"/>
              <a:gd name="connsiteY85" fmla="*/ 559665 h 593532"/>
              <a:gd name="connsiteX86" fmla="*/ 3810000 w 8017934"/>
              <a:gd name="connsiteY86" fmla="*/ 525798 h 593532"/>
              <a:gd name="connsiteX87" fmla="*/ 4004734 w 8017934"/>
              <a:gd name="connsiteY87" fmla="*/ 551198 h 593532"/>
              <a:gd name="connsiteX88" fmla="*/ 4174067 w 8017934"/>
              <a:gd name="connsiteY88" fmla="*/ 542732 h 593532"/>
              <a:gd name="connsiteX89" fmla="*/ 4191000 w 8017934"/>
              <a:gd name="connsiteY89" fmla="*/ 525798 h 593532"/>
              <a:gd name="connsiteX90" fmla="*/ 4199467 w 8017934"/>
              <a:gd name="connsiteY90" fmla="*/ 500398 h 593532"/>
              <a:gd name="connsiteX91" fmla="*/ 4216400 w 8017934"/>
              <a:gd name="connsiteY91" fmla="*/ 466532 h 593532"/>
              <a:gd name="connsiteX92" fmla="*/ 4419600 w 8017934"/>
              <a:gd name="connsiteY92" fmla="*/ 110931 h 593532"/>
              <a:gd name="connsiteX93" fmla="*/ 5067336 w 8017934"/>
              <a:gd name="connsiteY93" fmla="*/ 134684 h 593532"/>
              <a:gd name="connsiteX94" fmla="*/ 5164667 w 8017934"/>
              <a:gd name="connsiteY94" fmla="*/ 339532 h 593532"/>
              <a:gd name="connsiteX95" fmla="*/ 5190067 w 8017934"/>
              <a:gd name="connsiteY95" fmla="*/ 390332 h 593532"/>
              <a:gd name="connsiteX96" fmla="*/ 5207000 w 8017934"/>
              <a:gd name="connsiteY96" fmla="*/ 441132 h 593532"/>
              <a:gd name="connsiteX97" fmla="*/ 5274734 w 8017934"/>
              <a:gd name="connsiteY97" fmla="*/ 483465 h 593532"/>
              <a:gd name="connsiteX98" fmla="*/ 5317067 w 8017934"/>
              <a:gd name="connsiteY98" fmla="*/ 525798 h 593532"/>
              <a:gd name="connsiteX99" fmla="*/ 5308600 w 8017934"/>
              <a:gd name="connsiteY99" fmla="*/ 517332 h 593532"/>
              <a:gd name="connsiteX100" fmla="*/ 5342467 w 8017934"/>
              <a:gd name="connsiteY100" fmla="*/ 500398 h 593532"/>
              <a:gd name="connsiteX101" fmla="*/ 5401734 w 8017934"/>
              <a:gd name="connsiteY101" fmla="*/ 483465 h 593532"/>
              <a:gd name="connsiteX102" fmla="*/ 5435600 w 8017934"/>
              <a:gd name="connsiteY102" fmla="*/ 466532 h 593532"/>
              <a:gd name="connsiteX103" fmla="*/ 5537200 w 8017934"/>
              <a:gd name="connsiteY103" fmla="*/ 458065 h 593532"/>
              <a:gd name="connsiteX104" fmla="*/ 5562600 w 8017934"/>
              <a:gd name="connsiteY104" fmla="*/ 407265 h 593532"/>
              <a:gd name="connsiteX105" fmla="*/ 5579534 w 8017934"/>
              <a:gd name="connsiteY105" fmla="*/ 373398 h 593532"/>
              <a:gd name="connsiteX106" fmla="*/ 5613400 w 8017934"/>
              <a:gd name="connsiteY106" fmla="*/ 314132 h 593532"/>
              <a:gd name="connsiteX107" fmla="*/ 5621867 w 8017934"/>
              <a:gd name="connsiteY107" fmla="*/ 280265 h 593532"/>
              <a:gd name="connsiteX108" fmla="*/ 5630334 w 8017934"/>
              <a:gd name="connsiteY108" fmla="*/ 170198 h 593532"/>
              <a:gd name="connsiteX109" fmla="*/ 5638800 w 8017934"/>
              <a:gd name="connsiteY109" fmla="*/ 136332 h 593532"/>
              <a:gd name="connsiteX110" fmla="*/ 5689600 w 8017934"/>
              <a:gd name="connsiteY110" fmla="*/ 93998 h 593532"/>
              <a:gd name="connsiteX111" fmla="*/ 5731934 w 8017934"/>
              <a:gd name="connsiteY111" fmla="*/ 85532 h 593532"/>
              <a:gd name="connsiteX112" fmla="*/ 5892800 w 8017934"/>
              <a:gd name="connsiteY112" fmla="*/ 93998 h 593532"/>
              <a:gd name="connsiteX113" fmla="*/ 5918200 w 8017934"/>
              <a:gd name="connsiteY113" fmla="*/ 110932 h 593532"/>
              <a:gd name="connsiteX114" fmla="*/ 5960534 w 8017934"/>
              <a:gd name="connsiteY114" fmla="*/ 153265 h 593532"/>
              <a:gd name="connsiteX115" fmla="*/ 6019800 w 8017934"/>
              <a:gd name="connsiteY115" fmla="*/ 187132 h 593532"/>
              <a:gd name="connsiteX116" fmla="*/ 6028267 w 8017934"/>
              <a:gd name="connsiteY116" fmla="*/ 220998 h 593532"/>
              <a:gd name="connsiteX117" fmla="*/ 6062134 w 8017934"/>
              <a:gd name="connsiteY117" fmla="*/ 263332 h 593532"/>
              <a:gd name="connsiteX118" fmla="*/ 6079067 w 8017934"/>
              <a:gd name="connsiteY118" fmla="*/ 288732 h 593532"/>
              <a:gd name="connsiteX119" fmla="*/ 6104467 w 8017934"/>
              <a:gd name="connsiteY119" fmla="*/ 314132 h 593532"/>
              <a:gd name="connsiteX120" fmla="*/ 6138334 w 8017934"/>
              <a:gd name="connsiteY120" fmla="*/ 364932 h 593532"/>
              <a:gd name="connsiteX121" fmla="*/ 6155267 w 8017934"/>
              <a:gd name="connsiteY121" fmla="*/ 458065 h 593532"/>
              <a:gd name="connsiteX122" fmla="*/ 6180667 w 8017934"/>
              <a:gd name="connsiteY122" fmla="*/ 474998 h 593532"/>
              <a:gd name="connsiteX123" fmla="*/ 6197600 w 8017934"/>
              <a:gd name="connsiteY123" fmla="*/ 517332 h 593532"/>
              <a:gd name="connsiteX124" fmla="*/ 6214534 w 8017934"/>
              <a:gd name="connsiteY124" fmla="*/ 534265 h 593532"/>
              <a:gd name="connsiteX125" fmla="*/ 6409267 w 8017934"/>
              <a:gd name="connsiteY125" fmla="*/ 576598 h 593532"/>
              <a:gd name="connsiteX126" fmla="*/ 6443134 w 8017934"/>
              <a:gd name="connsiteY126" fmla="*/ 551198 h 593532"/>
              <a:gd name="connsiteX127" fmla="*/ 7035800 w 8017934"/>
              <a:gd name="connsiteY127" fmla="*/ 491932 h 593532"/>
              <a:gd name="connsiteX128" fmla="*/ 7171267 w 8017934"/>
              <a:gd name="connsiteY128" fmla="*/ 525798 h 593532"/>
              <a:gd name="connsiteX129" fmla="*/ 7239000 w 8017934"/>
              <a:gd name="connsiteY129" fmla="*/ 542732 h 593532"/>
              <a:gd name="connsiteX130" fmla="*/ 7416800 w 8017934"/>
              <a:gd name="connsiteY130" fmla="*/ 508865 h 593532"/>
              <a:gd name="connsiteX131" fmla="*/ 7425267 w 8017934"/>
              <a:gd name="connsiteY131" fmla="*/ 466532 h 593532"/>
              <a:gd name="connsiteX132" fmla="*/ 7433734 w 8017934"/>
              <a:gd name="connsiteY132" fmla="*/ 373398 h 593532"/>
              <a:gd name="connsiteX133" fmla="*/ 7450667 w 8017934"/>
              <a:gd name="connsiteY133" fmla="*/ 347998 h 593532"/>
              <a:gd name="connsiteX134" fmla="*/ 7459134 w 8017934"/>
              <a:gd name="connsiteY134" fmla="*/ 305665 h 593532"/>
              <a:gd name="connsiteX135" fmla="*/ 7467600 w 8017934"/>
              <a:gd name="connsiteY135" fmla="*/ 280265 h 593532"/>
              <a:gd name="connsiteX136" fmla="*/ 7476067 w 8017934"/>
              <a:gd name="connsiteY136" fmla="*/ 246398 h 593532"/>
              <a:gd name="connsiteX137" fmla="*/ 7526867 w 8017934"/>
              <a:gd name="connsiteY137" fmla="*/ 229465 h 593532"/>
              <a:gd name="connsiteX138" fmla="*/ 7569200 w 8017934"/>
              <a:gd name="connsiteY138" fmla="*/ 187132 h 593532"/>
              <a:gd name="connsiteX139" fmla="*/ 7611534 w 8017934"/>
              <a:gd name="connsiteY139" fmla="*/ 153265 h 593532"/>
              <a:gd name="connsiteX140" fmla="*/ 7645400 w 8017934"/>
              <a:gd name="connsiteY140" fmla="*/ 127865 h 593532"/>
              <a:gd name="connsiteX141" fmla="*/ 7653867 w 8017934"/>
              <a:gd name="connsiteY141" fmla="*/ 102465 h 593532"/>
              <a:gd name="connsiteX142" fmla="*/ 7730067 w 8017934"/>
              <a:gd name="connsiteY142" fmla="*/ 68598 h 593532"/>
              <a:gd name="connsiteX143" fmla="*/ 7823200 w 8017934"/>
              <a:gd name="connsiteY143" fmla="*/ 43198 h 593532"/>
              <a:gd name="connsiteX144" fmla="*/ 7907867 w 8017934"/>
              <a:gd name="connsiteY144" fmla="*/ 9332 h 593532"/>
              <a:gd name="connsiteX145" fmla="*/ 7941734 w 8017934"/>
              <a:gd name="connsiteY145" fmla="*/ 865 h 593532"/>
              <a:gd name="connsiteX146" fmla="*/ 8017934 w 8017934"/>
              <a:gd name="connsiteY146" fmla="*/ 865 h 593532"/>
              <a:gd name="connsiteX0" fmla="*/ 0 w 8017934"/>
              <a:gd name="connsiteY0" fmla="*/ 559665 h 593532"/>
              <a:gd name="connsiteX1" fmla="*/ 491067 w 8017934"/>
              <a:gd name="connsiteY1" fmla="*/ 551198 h 593532"/>
              <a:gd name="connsiteX2" fmla="*/ 508000 w 8017934"/>
              <a:gd name="connsiteY2" fmla="*/ 525798 h 593532"/>
              <a:gd name="connsiteX3" fmla="*/ 533400 w 8017934"/>
              <a:gd name="connsiteY3" fmla="*/ 508865 h 593532"/>
              <a:gd name="connsiteX4" fmla="*/ 567267 w 8017934"/>
              <a:gd name="connsiteY4" fmla="*/ 474998 h 593532"/>
              <a:gd name="connsiteX5" fmla="*/ 575734 w 8017934"/>
              <a:gd name="connsiteY5" fmla="*/ 449598 h 593532"/>
              <a:gd name="connsiteX6" fmla="*/ 584200 w 8017934"/>
              <a:gd name="connsiteY6" fmla="*/ 407265 h 593532"/>
              <a:gd name="connsiteX7" fmla="*/ 601134 w 8017934"/>
              <a:gd name="connsiteY7" fmla="*/ 381865 h 593532"/>
              <a:gd name="connsiteX8" fmla="*/ 618067 w 8017934"/>
              <a:gd name="connsiteY8" fmla="*/ 305665 h 593532"/>
              <a:gd name="connsiteX9" fmla="*/ 626534 w 8017934"/>
              <a:gd name="connsiteY9" fmla="*/ 280265 h 593532"/>
              <a:gd name="connsiteX10" fmla="*/ 643467 w 8017934"/>
              <a:gd name="connsiteY10" fmla="*/ 246398 h 593532"/>
              <a:gd name="connsiteX11" fmla="*/ 660400 w 8017934"/>
              <a:gd name="connsiteY11" fmla="*/ 187132 h 593532"/>
              <a:gd name="connsiteX12" fmla="*/ 677334 w 8017934"/>
              <a:gd name="connsiteY12" fmla="*/ 170198 h 593532"/>
              <a:gd name="connsiteX13" fmla="*/ 702734 w 8017934"/>
              <a:gd name="connsiteY13" fmla="*/ 110932 h 593532"/>
              <a:gd name="connsiteX14" fmla="*/ 795867 w 8017934"/>
              <a:gd name="connsiteY14" fmla="*/ 68598 h 593532"/>
              <a:gd name="connsiteX15" fmla="*/ 922867 w 8017934"/>
              <a:gd name="connsiteY15" fmla="*/ 85532 h 593532"/>
              <a:gd name="connsiteX16" fmla="*/ 948267 w 8017934"/>
              <a:gd name="connsiteY16" fmla="*/ 93998 h 593532"/>
              <a:gd name="connsiteX17" fmla="*/ 965200 w 8017934"/>
              <a:gd name="connsiteY17" fmla="*/ 144798 h 593532"/>
              <a:gd name="connsiteX18" fmla="*/ 982134 w 8017934"/>
              <a:gd name="connsiteY18" fmla="*/ 220998 h 593532"/>
              <a:gd name="connsiteX19" fmla="*/ 990600 w 8017934"/>
              <a:gd name="connsiteY19" fmla="*/ 246398 h 593532"/>
              <a:gd name="connsiteX20" fmla="*/ 1007534 w 8017934"/>
              <a:gd name="connsiteY20" fmla="*/ 314132 h 593532"/>
              <a:gd name="connsiteX21" fmla="*/ 1041400 w 8017934"/>
              <a:gd name="connsiteY21" fmla="*/ 364932 h 593532"/>
              <a:gd name="connsiteX22" fmla="*/ 1058334 w 8017934"/>
              <a:gd name="connsiteY22" fmla="*/ 534265 h 593532"/>
              <a:gd name="connsiteX23" fmla="*/ 1083734 w 8017934"/>
              <a:gd name="connsiteY23" fmla="*/ 551198 h 593532"/>
              <a:gd name="connsiteX24" fmla="*/ 1227667 w 8017934"/>
              <a:gd name="connsiteY24" fmla="*/ 559665 h 593532"/>
              <a:gd name="connsiteX25" fmla="*/ 1405467 w 8017934"/>
              <a:gd name="connsiteY25" fmla="*/ 542732 h 593532"/>
              <a:gd name="connsiteX26" fmla="*/ 1439334 w 8017934"/>
              <a:gd name="connsiteY26" fmla="*/ 534265 h 593532"/>
              <a:gd name="connsiteX27" fmla="*/ 1464734 w 8017934"/>
              <a:gd name="connsiteY27" fmla="*/ 517332 h 593532"/>
              <a:gd name="connsiteX28" fmla="*/ 1481667 w 8017934"/>
              <a:gd name="connsiteY28" fmla="*/ 491932 h 593532"/>
              <a:gd name="connsiteX29" fmla="*/ 1490134 w 8017934"/>
              <a:gd name="connsiteY29" fmla="*/ 373398 h 593532"/>
              <a:gd name="connsiteX30" fmla="*/ 1498600 w 8017934"/>
              <a:gd name="connsiteY30" fmla="*/ 339532 h 593532"/>
              <a:gd name="connsiteX31" fmla="*/ 1515534 w 8017934"/>
              <a:gd name="connsiteY31" fmla="*/ 322598 h 593532"/>
              <a:gd name="connsiteX32" fmla="*/ 1524000 w 8017934"/>
              <a:gd name="connsiteY32" fmla="*/ 288732 h 593532"/>
              <a:gd name="connsiteX33" fmla="*/ 1532467 w 8017934"/>
              <a:gd name="connsiteY33" fmla="*/ 263332 h 593532"/>
              <a:gd name="connsiteX34" fmla="*/ 1540934 w 8017934"/>
              <a:gd name="connsiteY34" fmla="*/ 220998 h 593532"/>
              <a:gd name="connsiteX35" fmla="*/ 1557867 w 8017934"/>
              <a:gd name="connsiteY35" fmla="*/ 187132 h 593532"/>
              <a:gd name="connsiteX36" fmla="*/ 1574800 w 8017934"/>
              <a:gd name="connsiteY36" fmla="*/ 127865 h 593532"/>
              <a:gd name="connsiteX37" fmla="*/ 1608667 w 8017934"/>
              <a:gd name="connsiteY37" fmla="*/ 93998 h 593532"/>
              <a:gd name="connsiteX38" fmla="*/ 1634067 w 8017934"/>
              <a:gd name="connsiteY38" fmla="*/ 77065 h 593532"/>
              <a:gd name="connsiteX39" fmla="*/ 1667934 w 8017934"/>
              <a:gd name="connsiteY39" fmla="*/ 68598 h 593532"/>
              <a:gd name="connsiteX40" fmla="*/ 1693334 w 8017934"/>
              <a:gd name="connsiteY40" fmla="*/ 60132 h 593532"/>
              <a:gd name="connsiteX41" fmla="*/ 1718734 w 8017934"/>
              <a:gd name="connsiteY41" fmla="*/ 68598 h 593532"/>
              <a:gd name="connsiteX42" fmla="*/ 1761067 w 8017934"/>
              <a:gd name="connsiteY42" fmla="*/ 85532 h 593532"/>
              <a:gd name="connsiteX43" fmla="*/ 1811867 w 8017934"/>
              <a:gd name="connsiteY43" fmla="*/ 93998 h 593532"/>
              <a:gd name="connsiteX44" fmla="*/ 2192867 w 8017934"/>
              <a:gd name="connsiteY44" fmla="*/ 93998 h 593532"/>
              <a:gd name="connsiteX45" fmla="*/ 2311400 w 8017934"/>
              <a:gd name="connsiteY45" fmla="*/ 102465 h 593532"/>
              <a:gd name="connsiteX46" fmla="*/ 2345267 w 8017934"/>
              <a:gd name="connsiteY46" fmla="*/ 170198 h 593532"/>
              <a:gd name="connsiteX47" fmla="*/ 2345267 w 8017934"/>
              <a:gd name="connsiteY47" fmla="*/ 170198 h 593532"/>
              <a:gd name="connsiteX48" fmla="*/ 2379134 w 8017934"/>
              <a:gd name="connsiteY48" fmla="*/ 246398 h 593532"/>
              <a:gd name="connsiteX49" fmla="*/ 2404534 w 8017934"/>
              <a:gd name="connsiteY49" fmla="*/ 297198 h 593532"/>
              <a:gd name="connsiteX50" fmla="*/ 2421467 w 8017934"/>
              <a:gd name="connsiteY50" fmla="*/ 356465 h 593532"/>
              <a:gd name="connsiteX51" fmla="*/ 2438400 w 8017934"/>
              <a:gd name="connsiteY51" fmla="*/ 390332 h 593532"/>
              <a:gd name="connsiteX52" fmla="*/ 2455334 w 8017934"/>
              <a:gd name="connsiteY52" fmla="*/ 441132 h 593532"/>
              <a:gd name="connsiteX53" fmla="*/ 2463800 w 8017934"/>
              <a:gd name="connsiteY53" fmla="*/ 466532 h 593532"/>
              <a:gd name="connsiteX54" fmla="*/ 2480734 w 8017934"/>
              <a:gd name="connsiteY54" fmla="*/ 483465 h 593532"/>
              <a:gd name="connsiteX55" fmla="*/ 2523067 w 8017934"/>
              <a:gd name="connsiteY55" fmla="*/ 559665 h 593532"/>
              <a:gd name="connsiteX56" fmla="*/ 2582334 w 8017934"/>
              <a:gd name="connsiteY56" fmla="*/ 568132 h 593532"/>
              <a:gd name="connsiteX57" fmla="*/ 2599267 w 8017934"/>
              <a:gd name="connsiteY57" fmla="*/ 525798 h 593532"/>
              <a:gd name="connsiteX58" fmla="*/ 2616200 w 8017934"/>
              <a:gd name="connsiteY58" fmla="*/ 500398 h 593532"/>
              <a:gd name="connsiteX59" fmla="*/ 2658534 w 8017934"/>
              <a:gd name="connsiteY59" fmla="*/ 508865 h 593532"/>
              <a:gd name="connsiteX60" fmla="*/ 2751667 w 8017934"/>
              <a:gd name="connsiteY60" fmla="*/ 534265 h 593532"/>
              <a:gd name="connsiteX61" fmla="*/ 2777067 w 8017934"/>
              <a:gd name="connsiteY61" fmla="*/ 551198 h 593532"/>
              <a:gd name="connsiteX62" fmla="*/ 2802467 w 8017934"/>
              <a:gd name="connsiteY62" fmla="*/ 500398 h 593532"/>
              <a:gd name="connsiteX63" fmla="*/ 2844800 w 8017934"/>
              <a:gd name="connsiteY63" fmla="*/ 483465 h 593532"/>
              <a:gd name="connsiteX64" fmla="*/ 2861734 w 8017934"/>
              <a:gd name="connsiteY64" fmla="*/ 424198 h 593532"/>
              <a:gd name="connsiteX65" fmla="*/ 2887134 w 8017934"/>
              <a:gd name="connsiteY65" fmla="*/ 263332 h 593532"/>
              <a:gd name="connsiteX66" fmla="*/ 2895600 w 8017934"/>
              <a:gd name="connsiteY66" fmla="*/ 195598 h 593532"/>
              <a:gd name="connsiteX67" fmla="*/ 2929467 w 8017934"/>
              <a:gd name="connsiteY67" fmla="*/ 119398 h 593532"/>
              <a:gd name="connsiteX68" fmla="*/ 2963334 w 8017934"/>
              <a:gd name="connsiteY68" fmla="*/ 102465 h 593532"/>
              <a:gd name="connsiteX69" fmla="*/ 3183467 w 8017934"/>
              <a:gd name="connsiteY69" fmla="*/ 77065 h 593532"/>
              <a:gd name="connsiteX70" fmla="*/ 3293534 w 8017934"/>
              <a:gd name="connsiteY70" fmla="*/ 93998 h 593532"/>
              <a:gd name="connsiteX71" fmla="*/ 3302000 w 8017934"/>
              <a:gd name="connsiteY71" fmla="*/ 127865 h 593532"/>
              <a:gd name="connsiteX72" fmla="*/ 3318934 w 8017934"/>
              <a:gd name="connsiteY72" fmla="*/ 204065 h 593532"/>
              <a:gd name="connsiteX73" fmla="*/ 3335867 w 8017934"/>
              <a:gd name="connsiteY73" fmla="*/ 229465 h 593532"/>
              <a:gd name="connsiteX74" fmla="*/ 3352800 w 8017934"/>
              <a:gd name="connsiteY74" fmla="*/ 288732 h 593532"/>
              <a:gd name="connsiteX75" fmla="*/ 3369734 w 8017934"/>
              <a:gd name="connsiteY75" fmla="*/ 322598 h 593532"/>
              <a:gd name="connsiteX76" fmla="*/ 3386667 w 8017934"/>
              <a:gd name="connsiteY76" fmla="*/ 373398 h 593532"/>
              <a:gd name="connsiteX77" fmla="*/ 3395134 w 8017934"/>
              <a:gd name="connsiteY77" fmla="*/ 398798 h 593532"/>
              <a:gd name="connsiteX78" fmla="*/ 3412067 w 8017934"/>
              <a:gd name="connsiteY78" fmla="*/ 415732 h 593532"/>
              <a:gd name="connsiteX79" fmla="*/ 3437467 w 8017934"/>
              <a:gd name="connsiteY79" fmla="*/ 500398 h 593532"/>
              <a:gd name="connsiteX80" fmla="*/ 3454400 w 8017934"/>
              <a:gd name="connsiteY80" fmla="*/ 525798 h 593532"/>
              <a:gd name="connsiteX81" fmla="*/ 3462867 w 8017934"/>
              <a:gd name="connsiteY81" fmla="*/ 551198 h 593532"/>
              <a:gd name="connsiteX82" fmla="*/ 3505200 w 8017934"/>
              <a:gd name="connsiteY82" fmla="*/ 593532 h 593532"/>
              <a:gd name="connsiteX83" fmla="*/ 3683000 w 8017934"/>
              <a:gd name="connsiteY83" fmla="*/ 576598 h 593532"/>
              <a:gd name="connsiteX84" fmla="*/ 3708400 w 8017934"/>
              <a:gd name="connsiteY84" fmla="*/ 568132 h 593532"/>
              <a:gd name="connsiteX85" fmla="*/ 3683000 w 8017934"/>
              <a:gd name="connsiteY85" fmla="*/ 559665 h 593532"/>
              <a:gd name="connsiteX86" fmla="*/ 3810000 w 8017934"/>
              <a:gd name="connsiteY86" fmla="*/ 525798 h 593532"/>
              <a:gd name="connsiteX87" fmla="*/ 4004734 w 8017934"/>
              <a:gd name="connsiteY87" fmla="*/ 551198 h 593532"/>
              <a:gd name="connsiteX88" fmla="*/ 4174067 w 8017934"/>
              <a:gd name="connsiteY88" fmla="*/ 542732 h 593532"/>
              <a:gd name="connsiteX89" fmla="*/ 4191000 w 8017934"/>
              <a:gd name="connsiteY89" fmla="*/ 525798 h 593532"/>
              <a:gd name="connsiteX90" fmla="*/ 4199467 w 8017934"/>
              <a:gd name="connsiteY90" fmla="*/ 500398 h 593532"/>
              <a:gd name="connsiteX91" fmla="*/ 4216400 w 8017934"/>
              <a:gd name="connsiteY91" fmla="*/ 466532 h 593532"/>
              <a:gd name="connsiteX92" fmla="*/ 4419600 w 8017934"/>
              <a:gd name="connsiteY92" fmla="*/ 110931 h 593532"/>
              <a:gd name="connsiteX93" fmla="*/ 5067336 w 8017934"/>
              <a:gd name="connsiteY93" fmla="*/ 134684 h 593532"/>
              <a:gd name="connsiteX94" fmla="*/ 5164667 w 8017934"/>
              <a:gd name="connsiteY94" fmla="*/ 339532 h 593532"/>
              <a:gd name="connsiteX95" fmla="*/ 5207000 w 8017934"/>
              <a:gd name="connsiteY95" fmla="*/ 441132 h 593532"/>
              <a:gd name="connsiteX96" fmla="*/ 5274734 w 8017934"/>
              <a:gd name="connsiteY96" fmla="*/ 483465 h 593532"/>
              <a:gd name="connsiteX97" fmla="*/ 5317067 w 8017934"/>
              <a:gd name="connsiteY97" fmla="*/ 525798 h 593532"/>
              <a:gd name="connsiteX98" fmla="*/ 5308600 w 8017934"/>
              <a:gd name="connsiteY98" fmla="*/ 517332 h 593532"/>
              <a:gd name="connsiteX99" fmla="*/ 5342467 w 8017934"/>
              <a:gd name="connsiteY99" fmla="*/ 500398 h 593532"/>
              <a:gd name="connsiteX100" fmla="*/ 5401734 w 8017934"/>
              <a:gd name="connsiteY100" fmla="*/ 483465 h 593532"/>
              <a:gd name="connsiteX101" fmla="*/ 5435600 w 8017934"/>
              <a:gd name="connsiteY101" fmla="*/ 466532 h 593532"/>
              <a:gd name="connsiteX102" fmla="*/ 5537200 w 8017934"/>
              <a:gd name="connsiteY102" fmla="*/ 458065 h 593532"/>
              <a:gd name="connsiteX103" fmla="*/ 5562600 w 8017934"/>
              <a:gd name="connsiteY103" fmla="*/ 407265 h 593532"/>
              <a:gd name="connsiteX104" fmla="*/ 5579534 w 8017934"/>
              <a:gd name="connsiteY104" fmla="*/ 373398 h 593532"/>
              <a:gd name="connsiteX105" fmla="*/ 5613400 w 8017934"/>
              <a:gd name="connsiteY105" fmla="*/ 314132 h 593532"/>
              <a:gd name="connsiteX106" fmla="*/ 5621867 w 8017934"/>
              <a:gd name="connsiteY106" fmla="*/ 280265 h 593532"/>
              <a:gd name="connsiteX107" fmla="*/ 5630334 w 8017934"/>
              <a:gd name="connsiteY107" fmla="*/ 170198 h 593532"/>
              <a:gd name="connsiteX108" fmla="*/ 5638800 w 8017934"/>
              <a:gd name="connsiteY108" fmla="*/ 136332 h 593532"/>
              <a:gd name="connsiteX109" fmla="*/ 5689600 w 8017934"/>
              <a:gd name="connsiteY109" fmla="*/ 93998 h 593532"/>
              <a:gd name="connsiteX110" fmla="*/ 5731934 w 8017934"/>
              <a:gd name="connsiteY110" fmla="*/ 85532 h 593532"/>
              <a:gd name="connsiteX111" fmla="*/ 5892800 w 8017934"/>
              <a:gd name="connsiteY111" fmla="*/ 93998 h 593532"/>
              <a:gd name="connsiteX112" fmla="*/ 5918200 w 8017934"/>
              <a:gd name="connsiteY112" fmla="*/ 110932 h 593532"/>
              <a:gd name="connsiteX113" fmla="*/ 5960534 w 8017934"/>
              <a:gd name="connsiteY113" fmla="*/ 153265 h 593532"/>
              <a:gd name="connsiteX114" fmla="*/ 6019800 w 8017934"/>
              <a:gd name="connsiteY114" fmla="*/ 187132 h 593532"/>
              <a:gd name="connsiteX115" fmla="*/ 6028267 w 8017934"/>
              <a:gd name="connsiteY115" fmla="*/ 220998 h 593532"/>
              <a:gd name="connsiteX116" fmla="*/ 6062134 w 8017934"/>
              <a:gd name="connsiteY116" fmla="*/ 263332 h 593532"/>
              <a:gd name="connsiteX117" fmla="*/ 6079067 w 8017934"/>
              <a:gd name="connsiteY117" fmla="*/ 288732 h 593532"/>
              <a:gd name="connsiteX118" fmla="*/ 6104467 w 8017934"/>
              <a:gd name="connsiteY118" fmla="*/ 314132 h 593532"/>
              <a:gd name="connsiteX119" fmla="*/ 6138334 w 8017934"/>
              <a:gd name="connsiteY119" fmla="*/ 364932 h 593532"/>
              <a:gd name="connsiteX120" fmla="*/ 6155267 w 8017934"/>
              <a:gd name="connsiteY120" fmla="*/ 458065 h 593532"/>
              <a:gd name="connsiteX121" fmla="*/ 6180667 w 8017934"/>
              <a:gd name="connsiteY121" fmla="*/ 474998 h 593532"/>
              <a:gd name="connsiteX122" fmla="*/ 6197600 w 8017934"/>
              <a:gd name="connsiteY122" fmla="*/ 517332 h 593532"/>
              <a:gd name="connsiteX123" fmla="*/ 6214534 w 8017934"/>
              <a:gd name="connsiteY123" fmla="*/ 534265 h 593532"/>
              <a:gd name="connsiteX124" fmla="*/ 6409267 w 8017934"/>
              <a:gd name="connsiteY124" fmla="*/ 576598 h 593532"/>
              <a:gd name="connsiteX125" fmla="*/ 6443134 w 8017934"/>
              <a:gd name="connsiteY125" fmla="*/ 551198 h 593532"/>
              <a:gd name="connsiteX126" fmla="*/ 7035800 w 8017934"/>
              <a:gd name="connsiteY126" fmla="*/ 491932 h 593532"/>
              <a:gd name="connsiteX127" fmla="*/ 7171267 w 8017934"/>
              <a:gd name="connsiteY127" fmla="*/ 525798 h 593532"/>
              <a:gd name="connsiteX128" fmla="*/ 7239000 w 8017934"/>
              <a:gd name="connsiteY128" fmla="*/ 542732 h 593532"/>
              <a:gd name="connsiteX129" fmla="*/ 7416800 w 8017934"/>
              <a:gd name="connsiteY129" fmla="*/ 508865 h 593532"/>
              <a:gd name="connsiteX130" fmla="*/ 7425267 w 8017934"/>
              <a:gd name="connsiteY130" fmla="*/ 466532 h 593532"/>
              <a:gd name="connsiteX131" fmla="*/ 7433734 w 8017934"/>
              <a:gd name="connsiteY131" fmla="*/ 373398 h 593532"/>
              <a:gd name="connsiteX132" fmla="*/ 7450667 w 8017934"/>
              <a:gd name="connsiteY132" fmla="*/ 347998 h 593532"/>
              <a:gd name="connsiteX133" fmla="*/ 7459134 w 8017934"/>
              <a:gd name="connsiteY133" fmla="*/ 305665 h 593532"/>
              <a:gd name="connsiteX134" fmla="*/ 7467600 w 8017934"/>
              <a:gd name="connsiteY134" fmla="*/ 280265 h 593532"/>
              <a:gd name="connsiteX135" fmla="*/ 7476067 w 8017934"/>
              <a:gd name="connsiteY135" fmla="*/ 246398 h 593532"/>
              <a:gd name="connsiteX136" fmla="*/ 7526867 w 8017934"/>
              <a:gd name="connsiteY136" fmla="*/ 229465 h 593532"/>
              <a:gd name="connsiteX137" fmla="*/ 7569200 w 8017934"/>
              <a:gd name="connsiteY137" fmla="*/ 187132 h 593532"/>
              <a:gd name="connsiteX138" fmla="*/ 7611534 w 8017934"/>
              <a:gd name="connsiteY138" fmla="*/ 153265 h 593532"/>
              <a:gd name="connsiteX139" fmla="*/ 7645400 w 8017934"/>
              <a:gd name="connsiteY139" fmla="*/ 127865 h 593532"/>
              <a:gd name="connsiteX140" fmla="*/ 7653867 w 8017934"/>
              <a:gd name="connsiteY140" fmla="*/ 102465 h 593532"/>
              <a:gd name="connsiteX141" fmla="*/ 7730067 w 8017934"/>
              <a:gd name="connsiteY141" fmla="*/ 68598 h 593532"/>
              <a:gd name="connsiteX142" fmla="*/ 7823200 w 8017934"/>
              <a:gd name="connsiteY142" fmla="*/ 43198 h 593532"/>
              <a:gd name="connsiteX143" fmla="*/ 7907867 w 8017934"/>
              <a:gd name="connsiteY143" fmla="*/ 9332 h 593532"/>
              <a:gd name="connsiteX144" fmla="*/ 7941734 w 8017934"/>
              <a:gd name="connsiteY144" fmla="*/ 865 h 593532"/>
              <a:gd name="connsiteX145" fmla="*/ 8017934 w 8017934"/>
              <a:gd name="connsiteY145" fmla="*/ 865 h 593532"/>
              <a:gd name="connsiteX0" fmla="*/ 0 w 8017934"/>
              <a:gd name="connsiteY0" fmla="*/ 559665 h 593532"/>
              <a:gd name="connsiteX1" fmla="*/ 491067 w 8017934"/>
              <a:gd name="connsiteY1" fmla="*/ 551198 h 593532"/>
              <a:gd name="connsiteX2" fmla="*/ 508000 w 8017934"/>
              <a:gd name="connsiteY2" fmla="*/ 525798 h 593532"/>
              <a:gd name="connsiteX3" fmla="*/ 533400 w 8017934"/>
              <a:gd name="connsiteY3" fmla="*/ 508865 h 593532"/>
              <a:gd name="connsiteX4" fmla="*/ 567267 w 8017934"/>
              <a:gd name="connsiteY4" fmla="*/ 474998 h 593532"/>
              <a:gd name="connsiteX5" fmla="*/ 575734 w 8017934"/>
              <a:gd name="connsiteY5" fmla="*/ 449598 h 593532"/>
              <a:gd name="connsiteX6" fmla="*/ 584200 w 8017934"/>
              <a:gd name="connsiteY6" fmla="*/ 407265 h 593532"/>
              <a:gd name="connsiteX7" fmla="*/ 601134 w 8017934"/>
              <a:gd name="connsiteY7" fmla="*/ 381865 h 593532"/>
              <a:gd name="connsiteX8" fmla="*/ 618067 w 8017934"/>
              <a:gd name="connsiteY8" fmla="*/ 305665 h 593532"/>
              <a:gd name="connsiteX9" fmla="*/ 626534 w 8017934"/>
              <a:gd name="connsiteY9" fmla="*/ 280265 h 593532"/>
              <a:gd name="connsiteX10" fmla="*/ 643467 w 8017934"/>
              <a:gd name="connsiteY10" fmla="*/ 246398 h 593532"/>
              <a:gd name="connsiteX11" fmla="*/ 660400 w 8017934"/>
              <a:gd name="connsiteY11" fmla="*/ 187132 h 593532"/>
              <a:gd name="connsiteX12" fmla="*/ 677334 w 8017934"/>
              <a:gd name="connsiteY12" fmla="*/ 170198 h 593532"/>
              <a:gd name="connsiteX13" fmla="*/ 702734 w 8017934"/>
              <a:gd name="connsiteY13" fmla="*/ 110932 h 593532"/>
              <a:gd name="connsiteX14" fmla="*/ 795867 w 8017934"/>
              <a:gd name="connsiteY14" fmla="*/ 68598 h 593532"/>
              <a:gd name="connsiteX15" fmla="*/ 922867 w 8017934"/>
              <a:gd name="connsiteY15" fmla="*/ 85532 h 593532"/>
              <a:gd name="connsiteX16" fmla="*/ 948267 w 8017934"/>
              <a:gd name="connsiteY16" fmla="*/ 93998 h 593532"/>
              <a:gd name="connsiteX17" fmla="*/ 965200 w 8017934"/>
              <a:gd name="connsiteY17" fmla="*/ 144798 h 593532"/>
              <a:gd name="connsiteX18" fmla="*/ 982134 w 8017934"/>
              <a:gd name="connsiteY18" fmla="*/ 220998 h 593532"/>
              <a:gd name="connsiteX19" fmla="*/ 990600 w 8017934"/>
              <a:gd name="connsiteY19" fmla="*/ 246398 h 593532"/>
              <a:gd name="connsiteX20" fmla="*/ 1007534 w 8017934"/>
              <a:gd name="connsiteY20" fmla="*/ 314132 h 593532"/>
              <a:gd name="connsiteX21" fmla="*/ 1041400 w 8017934"/>
              <a:gd name="connsiteY21" fmla="*/ 364932 h 593532"/>
              <a:gd name="connsiteX22" fmla="*/ 1058334 w 8017934"/>
              <a:gd name="connsiteY22" fmla="*/ 534265 h 593532"/>
              <a:gd name="connsiteX23" fmla="*/ 1083734 w 8017934"/>
              <a:gd name="connsiteY23" fmla="*/ 551198 h 593532"/>
              <a:gd name="connsiteX24" fmla="*/ 1227667 w 8017934"/>
              <a:gd name="connsiteY24" fmla="*/ 559665 h 593532"/>
              <a:gd name="connsiteX25" fmla="*/ 1405467 w 8017934"/>
              <a:gd name="connsiteY25" fmla="*/ 542732 h 593532"/>
              <a:gd name="connsiteX26" fmla="*/ 1439334 w 8017934"/>
              <a:gd name="connsiteY26" fmla="*/ 534265 h 593532"/>
              <a:gd name="connsiteX27" fmla="*/ 1464734 w 8017934"/>
              <a:gd name="connsiteY27" fmla="*/ 517332 h 593532"/>
              <a:gd name="connsiteX28" fmla="*/ 1481667 w 8017934"/>
              <a:gd name="connsiteY28" fmla="*/ 491932 h 593532"/>
              <a:gd name="connsiteX29" fmla="*/ 1490134 w 8017934"/>
              <a:gd name="connsiteY29" fmla="*/ 373398 h 593532"/>
              <a:gd name="connsiteX30" fmla="*/ 1498600 w 8017934"/>
              <a:gd name="connsiteY30" fmla="*/ 339532 h 593532"/>
              <a:gd name="connsiteX31" fmla="*/ 1515534 w 8017934"/>
              <a:gd name="connsiteY31" fmla="*/ 322598 h 593532"/>
              <a:gd name="connsiteX32" fmla="*/ 1524000 w 8017934"/>
              <a:gd name="connsiteY32" fmla="*/ 288732 h 593532"/>
              <a:gd name="connsiteX33" fmla="*/ 1532467 w 8017934"/>
              <a:gd name="connsiteY33" fmla="*/ 263332 h 593532"/>
              <a:gd name="connsiteX34" fmla="*/ 1540934 w 8017934"/>
              <a:gd name="connsiteY34" fmla="*/ 220998 h 593532"/>
              <a:gd name="connsiteX35" fmla="*/ 1557867 w 8017934"/>
              <a:gd name="connsiteY35" fmla="*/ 187132 h 593532"/>
              <a:gd name="connsiteX36" fmla="*/ 1574800 w 8017934"/>
              <a:gd name="connsiteY36" fmla="*/ 127865 h 593532"/>
              <a:gd name="connsiteX37" fmla="*/ 1608667 w 8017934"/>
              <a:gd name="connsiteY37" fmla="*/ 93998 h 593532"/>
              <a:gd name="connsiteX38" fmla="*/ 1634067 w 8017934"/>
              <a:gd name="connsiteY38" fmla="*/ 77065 h 593532"/>
              <a:gd name="connsiteX39" fmla="*/ 1667934 w 8017934"/>
              <a:gd name="connsiteY39" fmla="*/ 68598 h 593532"/>
              <a:gd name="connsiteX40" fmla="*/ 1693334 w 8017934"/>
              <a:gd name="connsiteY40" fmla="*/ 60132 h 593532"/>
              <a:gd name="connsiteX41" fmla="*/ 1718734 w 8017934"/>
              <a:gd name="connsiteY41" fmla="*/ 68598 h 593532"/>
              <a:gd name="connsiteX42" fmla="*/ 1761067 w 8017934"/>
              <a:gd name="connsiteY42" fmla="*/ 85532 h 593532"/>
              <a:gd name="connsiteX43" fmla="*/ 1811867 w 8017934"/>
              <a:gd name="connsiteY43" fmla="*/ 93998 h 593532"/>
              <a:gd name="connsiteX44" fmla="*/ 2192867 w 8017934"/>
              <a:gd name="connsiteY44" fmla="*/ 93998 h 593532"/>
              <a:gd name="connsiteX45" fmla="*/ 2311400 w 8017934"/>
              <a:gd name="connsiteY45" fmla="*/ 102465 h 593532"/>
              <a:gd name="connsiteX46" fmla="*/ 2345267 w 8017934"/>
              <a:gd name="connsiteY46" fmla="*/ 170198 h 593532"/>
              <a:gd name="connsiteX47" fmla="*/ 2345267 w 8017934"/>
              <a:gd name="connsiteY47" fmla="*/ 170198 h 593532"/>
              <a:gd name="connsiteX48" fmla="*/ 2379134 w 8017934"/>
              <a:gd name="connsiteY48" fmla="*/ 246398 h 593532"/>
              <a:gd name="connsiteX49" fmla="*/ 2404534 w 8017934"/>
              <a:gd name="connsiteY49" fmla="*/ 297198 h 593532"/>
              <a:gd name="connsiteX50" fmla="*/ 2421467 w 8017934"/>
              <a:gd name="connsiteY50" fmla="*/ 356465 h 593532"/>
              <a:gd name="connsiteX51" fmla="*/ 2438400 w 8017934"/>
              <a:gd name="connsiteY51" fmla="*/ 390332 h 593532"/>
              <a:gd name="connsiteX52" fmla="*/ 2455334 w 8017934"/>
              <a:gd name="connsiteY52" fmla="*/ 441132 h 593532"/>
              <a:gd name="connsiteX53" fmla="*/ 2463800 w 8017934"/>
              <a:gd name="connsiteY53" fmla="*/ 466532 h 593532"/>
              <a:gd name="connsiteX54" fmla="*/ 2480734 w 8017934"/>
              <a:gd name="connsiteY54" fmla="*/ 483465 h 593532"/>
              <a:gd name="connsiteX55" fmla="*/ 2523067 w 8017934"/>
              <a:gd name="connsiteY55" fmla="*/ 559665 h 593532"/>
              <a:gd name="connsiteX56" fmla="*/ 2582334 w 8017934"/>
              <a:gd name="connsiteY56" fmla="*/ 568132 h 593532"/>
              <a:gd name="connsiteX57" fmla="*/ 2599267 w 8017934"/>
              <a:gd name="connsiteY57" fmla="*/ 525798 h 593532"/>
              <a:gd name="connsiteX58" fmla="*/ 2616200 w 8017934"/>
              <a:gd name="connsiteY58" fmla="*/ 500398 h 593532"/>
              <a:gd name="connsiteX59" fmla="*/ 2658534 w 8017934"/>
              <a:gd name="connsiteY59" fmla="*/ 508865 h 593532"/>
              <a:gd name="connsiteX60" fmla="*/ 2751667 w 8017934"/>
              <a:gd name="connsiteY60" fmla="*/ 534265 h 593532"/>
              <a:gd name="connsiteX61" fmla="*/ 2777067 w 8017934"/>
              <a:gd name="connsiteY61" fmla="*/ 551198 h 593532"/>
              <a:gd name="connsiteX62" fmla="*/ 2802467 w 8017934"/>
              <a:gd name="connsiteY62" fmla="*/ 500398 h 593532"/>
              <a:gd name="connsiteX63" fmla="*/ 2844800 w 8017934"/>
              <a:gd name="connsiteY63" fmla="*/ 483465 h 593532"/>
              <a:gd name="connsiteX64" fmla="*/ 2861734 w 8017934"/>
              <a:gd name="connsiteY64" fmla="*/ 424198 h 593532"/>
              <a:gd name="connsiteX65" fmla="*/ 2887134 w 8017934"/>
              <a:gd name="connsiteY65" fmla="*/ 263332 h 593532"/>
              <a:gd name="connsiteX66" fmla="*/ 2895600 w 8017934"/>
              <a:gd name="connsiteY66" fmla="*/ 195598 h 593532"/>
              <a:gd name="connsiteX67" fmla="*/ 2929467 w 8017934"/>
              <a:gd name="connsiteY67" fmla="*/ 119398 h 593532"/>
              <a:gd name="connsiteX68" fmla="*/ 2963334 w 8017934"/>
              <a:gd name="connsiteY68" fmla="*/ 102465 h 593532"/>
              <a:gd name="connsiteX69" fmla="*/ 3183467 w 8017934"/>
              <a:gd name="connsiteY69" fmla="*/ 77065 h 593532"/>
              <a:gd name="connsiteX70" fmla="*/ 3293534 w 8017934"/>
              <a:gd name="connsiteY70" fmla="*/ 93998 h 593532"/>
              <a:gd name="connsiteX71" fmla="*/ 3302000 w 8017934"/>
              <a:gd name="connsiteY71" fmla="*/ 127865 h 593532"/>
              <a:gd name="connsiteX72" fmla="*/ 3318934 w 8017934"/>
              <a:gd name="connsiteY72" fmla="*/ 204065 h 593532"/>
              <a:gd name="connsiteX73" fmla="*/ 3335867 w 8017934"/>
              <a:gd name="connsiteY73" fmla="*/ 229465 h 593532"/>
              <a:gd name="connsiteX74" fmla="*/ 3352800 w 8017934"/>
              <a:gd name="connsiteY74" fmla="*/ 288732 h 593532"/>
              <a:gd name="connsiteX75" fmla="*/ 3369734 w 8017934"/>
              <a:gd name="connsiteY75" fmla="*/ 322598 h 593532"/>
              <a:gd name="connsiteX76" fmla="*/ 3386667 w 8017934"/>
              <a:gd name="connsiteY76" fmla="*/ 373398 h 593532"/>
              <a:gd name="connsiteX77" fmla="*/ 3395134 w 8017934"/>
              <a:gd name="connsiteY77" fmla="*/ 398798 h 593532"/>
              <a:gd name="connsiteX78" fmla="*/ 3412067 w 8017934"/>
              <a:gd name="connsiteY78" fmla="*/ 415732 h 593532"/>
              <a:gd name="connsiteX79" fmla="*/ 3437467 w 8017934"/>
              <a:gd name="connsiteY79" fmla="*/ 500398 h 593532"/>
              <a:gd name="connsiteX80" fmla="*/ 3454400 w 8017934"/>
              <a:gd name="connsiteY80" fmla="*/ 525798 h 593532"/>
              <a:gd name="connsiteX81" fmla="*/ 3462867 w 8017934"/>
              <a:gd name="connsiteY81" fmla="*/ 551198 h 593532"/>
              <a:gd name="connsiteX82" fmla="*/ 3505200 w 8017934"/>
              <a:gd name="connsiteY82" fmla="*/ 593532 h 593532"/>
              <a:gd name="connsiteX83" fmla="*/ 3683000 w 8017934"/>
              <a:gd name="connsiteY83" fmla="*/ 576598 h 593532"/>
              <a:gd name="connsiteX84" fmla="*/ 3708400 w 8017934"/>
              <a:gd name="connsiteY84" fmla="*/ 568132 h 593532"/>
              <a:gd name="connsiteX85" fmla="*/ 3683000 w 8017934"/>
              <a:gd name="connsiteY85" fmla="*/ 559665 h 593532"/>
              <a:gd name="connsiteX86" fmla="*/ 3810000 w 8017934"/>
              <a:gd name="connsiteY86" fmla="*/ 525798 h 593532"/>
              <a:gd name="connsiteX87" fmla="*/ 4004734 w 8017934"/>
              <a:gd name="connsiteY87" fmla="*/ 551198 h 593532"/>
              <a:gd name="connsiteX88" fmla="*/ 4174067 w 8017934"/>
              <a:gd name="connsiteY88" fmla="*/ 542732 h 593532"/>
              <a:gd name="connsiteX89" fmla="*/ 4191000 w 8017934"/>
              <a:gd name="connsiteY89" fmla="*/ 525798 h 593532"/>
              <a:gd name="connsiteX90" fmla="*/ 4199467 w 8017934"/>
              <a:gd name="connsiteY90" fmla="*/ 500398 h 593532"/>
              <a:gd name="connsiteX91" fmla="*/ 4216400 w 8017934"/>
              <a:gd name="connsiteY91" fmla="*/ 466532 h 593532"/>
              <a:gd name="connsiteX92" fmla="*/ 4419600 w 8017934"/>
              <a:gd name="connsiteY92" fmla="*/ 110931 h 593532"/>
              <a:gd name="connsiteX93" fmla="*/ 5067336 w 8017934"/>
              <a:gd name="connsiteY93" fmla="*/ 134684 h 593532"/>
              <a:gd name="connsiteX94" fmla="*/ 5207000 w 8017934"/>
              <a:gd name="connsiteY94" fmla="*/ 441132 h 593532"/>
              <a:gd name="connsiteX95" fmla="*/ 5274734 w 8017934"/>
              <a:gd name="connsiteY95" fmla="*/ 483465 h 593532"/>
              <a:gd name="connsiteX96" fmla="*/ 5317067 w 8017934"/>
              <a:gd name="connsiteY96" fmla="*/ 525798 h 593532"/>
              <a:gd name="connsiteX97" fmla="*/ 5308600 w 8017934"/>
              <a:gd name="connsiteY97" fmla="*/ 517332 h 593532"/>
              <a:gd name="connsiteX98" fmla="*/ 5342467 w 8017934"/>
              <a:gd name="connsiteY98" fmla="*/ 500398 h 593532"/>
              <a:gd name="connsiteX99" fmla="*/ 5401734 w 8017934"/>
              <a:gd name="connsiteY99" fmla="*/ 483465 h 593532"/>
              <a:gd name="connsiteX100" fmla="*/ 5435600 w 8017934"/>
              <a:gd name="connsiteY100" fmla="*/ 466532 h 593532"/>
              <a:gd name="connsiteX101" fmla="*/ 5537200 w 8017934"/>
              <a:gd name="connsiteY101" fmla="*/ 458065 h 593532"/>
              <a:gd name="connsiteX102" fmla="*/ 5562600 w 8017934"/>
              <a:gd name="connsiteY102" fmla="*/ 407265 h 593532"/>
              <a:gd name="connsiteX103" fmla="*/ 5579534 w 8017934"/>
              <a:gd name="connsiteY103" fmla="*/ 373398 h 593532"/>
              <a:gd name="connsiteX104" fmla="*/ 5613400 w 8017934"/>
              <a:gd name="connsiteY104" fmla="*/ 314132 h 593532"/>
              <a:gd name="connsiteX105" fmla="*/ 5621867 w 8017934"/>
              <a:gd name="connsiteY105" fmla="*/ 280265 h 593532"/>
              <a:gd name="connsiteX106" fmla="*/ 5630334 w 8017934"/>
              <a:gd name="connsiteY106" fmla="*/ 170198 h 593532"/>
              <a:gd name="connsiteX107" fmla="*/ 5638800 w 8017934"/>
              <a:gd name="connsiteY107" fmla="*/ 136332 h 593532"/>
              <a:gd name="connsiteX108" fmla="*/ 5689600 w 8017934"/>
              <a:gd name="connsiteY108" fmla="*/ 93998 h 593532"/>
              <a:gd name="connsiteX109" fmla="*/ 5731934 w 8017934"/>
              <a:gd name="connsiteY109" fmla="*/ 85532 h 593532"/>
              <a:gd name="connsiteX110" fmla="*/ 5892800 w 8017934"/>
              <a:gd name="connsiteY110" fmla="*/ 93998 h 593532"/>
              <a:gd name="connsiteX111" fmla="*/ 5918200 w 8017934"/>
              <a:gd name="connsiteY111" fmla="*/ 110932 h 593532"/>
              <a:gd name="connsiteX112" fmla="*/ 5960534 w 8017934"/>
              <a:gd name="connsiteY112" fmla="*/ 153265 h 593532"/>
              <a:gd name="connsiteX113" fmla="*/ 6019800 w 8017934"/>
              <a:gd name="connsiteY113" fmla="*/ 187132 h 593532"/>
              <a:gd name="connsiteX114" fmla="*/ 6028267 w 8017934"/>
              <a:gd name="connsiteY114" fmla="*/ 220998 h 593532"/>
              <a:gd name="connsiteX115" fmla="*/ 6062134 w 8017934"/>
              <a:gd name="connsiteY115" fmla="*/ 263332 h 593532"/>
              <a:gd name="connsiteX116" fmla="*/ 6079067 w 8017934"/>
              <a:gd name="connsiteY116" fmla="*/ 288732 h 593532"/>
              <a:gd name="connsiteX117" fmla="*/ 6104467 w 8017934"/>
              <a:gd name="connsiteY117" fmla="*/ 314132 h 593532"/>
              <a:gd name="connsiteX118" fmla="*/ 6138334 w 8017934"/>
              <a:gd name="connsiteY118" fmla="*/ 364932 h 593532"/>
              <a:gd name="connsiteX119" fmla="*/ 6155267 w 8017934"/>
              <a:gd name="connsiteY119" fmla="*/ 458065 h 593532"/>
              <a:gd name="connsiteX120" fmla="*/ 6180667 w 8017934"/>
              <a:gd name="connsiteY120" fmla="*/ 474998 h 593532"/>
              <a:gd name="connsiteX121" fmla="*/ 6197600 w 8017934"/>
              <a:gd name="connsiteY121" fmla="*/ 517332 h 593532"/>
              <a:gd name="connsiteX122" fmla="*/ 6214534 w 8017934"/>
              <a:gd name="connsiteY122" fmla="*/ 534265 h 593532"/>
              <a:gd name="connsiteX123" fmla="*/ 6409267 w 8017934"/>
              <a:gd name="connsiteY123" fmla="*/ 576598 h 593532"/>
              <a:gd name="connsiteX124" fmla="*/ 6443134 w 8017934"/>
              <a:gd name="connsiteY124" fmla="*/ 551198 h 593532"/>
              <a:gd name="connsiteX125" fmla="*/ 7035800 w 8017934"/>
              <a:gd name="connsiteY125" fmla="*/ 491932 h 593532"/>
              <a:gd name="connsiteX126" fmla="*/ 7171267 w 8017934"/>
              <a:gd name="connsiteY126" fmla="*/ 525798 h 593532"/>
              <a:gd name="connsiteX127" fmla="*/ 7239000 w 8017934"/>
              <a:gd name="connsiteY127" fmla="*/ 542732 h 593532"/>
              <a:gd name="connsiteX128" fmla="*/ 7416800 w 8017934"/>
              <a:gd name="connsiteY128" fmla="*/ 508865 h 593532"/>
              <a:gd name="connsiteX129" fmla="*/ 7425267 w 8017934"/>
              <a:gd name="connsiteY129" fmla="*/ 466532 h 593532"/>
              <a:gd name="connsiteX130" fmla="*/ 7433734 w 8017934"/>
              <a:gd name="connsiteY130" fmla="*/ 373398 h 593532"/>
              <a:gd name="connsiteX131" fmla="*/ 7450667 w 8017934"/>
              <a:gd name="connsiteY131" fmla="*/ 347998 h 593532"/>
              <a:gd name="connsiteX132" fmla="*/ 7459134 w 8017934"/>
              <a:gd name="connsiteY132" fmla="*/ 305665 h 593532"/>
              <a:gd name="connsiteX133" fmla="*/ 7467600 w 8017934"/>
              <a:gd name="connsiteY133" fmla="*/ 280265 h 593532"/>
              <a:gd name="connsiteX134" fmla="*/ 7476067 w 8017934"/>
              <a:gd name="connsiteY134" fmla="*/ 246398 h 593532"/>
              <a:gd name="connsiteX135" fmla="*/ 7526867 w 8017934"/>
              <a:gd name="connsiteY135" fmla="*/ 229465 h 593532"/>
              <a:gd name="connsiteX136" fmla="*/ 7569200 w 8017934"/>
              <a:gd name="connsiteY136" fmla="*/ 187132 h 593532"/>
              <a:gd name="connsiteX137" fmla="*/ 7611534 w 8017934"/>
              <a:gd name="connsiteY137" fmla="*/ 153265 h 593532"/>
              <a:gd name="connsiteX138" fmla="*/ 7645400 w 8017934"/>
              <a:gd name="connsiteY138" fmla="*/ 127865 h 593532"/>
              <a:gd name="connsiteX139" fmla="*/ 7653867 w 8017934"/>
              <a:gd name="connsiteY139" fmla="*/ 102465 h 593532"/>
              <a:gd name="connsiteX140" fmla="*/ 7730067 w 8017934"/>
              <a:gd name="connsiteY140" fmla="*/ 68598 h 593532"/>
              <a:gd name="connsiteX141" fmla="*/ 7823200 w 8017934"/>
              <a:gd name="connsiteY141" fmla="*/ 43198 h 593532"/>
              <a:gd name="connsiteX142" fmla="*/ 7907867 w 8017934"/>
              <a:gd name="connsiteY142" fmla="*/ 9332 h 593532"/>
              <a:gd name="connsiteX143" fmla="*/ 7941734 w 8017934"/>
              <a:gd name="connsiteY143" fmla="*/ 865 h 593532"/>
              <a:gd name="connsiteX144" fmla="*/ 8017934 w 8017934"/>
              <a:gd name="connsiteY144" fmla="*/ 865 h 59353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  <a:cxn ang="0">
                <a:pos x="connsiteX54" y="connsiteY54"/>
              </a:cxn>
              <a:cxn ang="0">
                <a:pos x="connsiteX55" y="connsiteY55"/>
              </a:cxn>
              <a:cxn ang="0">
                <a:pos x="connsiteX56" y="connsiteY56"/>
              </a:cxn>
              <a:cxn ang="0">
                <a:pos x="connsiteX57" y="connsiteY57"/>
              </a:cxn>
              <a:cxn ang="0">
                <a:pos x="connsiteX58" y="connsiteY58"/>
              </a:cxn>
              <a:cxn ang="0">
                <a:pos x="connsiteX59" y="connsiteY59"/>
              </a:cxn>
              <a:cxn ang="0">
                <a:pos x="connsiteX60" y="connsiteY60"/>
              </a:cxn>
              <a:cxn ang="0">
                <a:pos x="connsiteX61" y="connsiteY61"/>
              </a:cxn>
              <a:cxn ang="0">
                <a:pos x="connsiteX62" y="connsiteY62"/>
              </a:cxn>
              <a:cxn ang="0">
                <a:pos x="connsiteX63" y="connsiteY63"/>
              </a:cxn>
              <a:cxn ang="0">
                <a:pos x="connsiteX64" y="connsiteY64"/>
              </a:cxn>
              <a:cxn ang="0">
                <a:pos x="connsiteX65" y="connsiteY65"/>
              </a:cxn>
              <a:cxn ang="0">
                <a:pos x="connsiteX66" y="connsiteY66"/>
              </a:cxn>
              <a:cxn ang="0">
                <a:pos x="connsiteX67" y="connsiteY67"/>
              </a:cxn>
              <a:cxn ang="0">
                <a:pos x="connsiteX68" y="connsiteY68"/>
              </a:cxn>
              <a:cxn ang="0">
                <a:pos x="connsiteX69" y="connsiteY69"/>
              </a:cxn>
              <a:cxn ang="0">
                <a:pos x="connsiteX70" y="connsiteY70"/>
              </a:cxn>
              <a:cxn ang="0">
                <a:pos x="connsiteX71" y="connsiteY71"/>
              </a:cxn>
              <a:cxn ang="0">
                <a:pos x="connsiteX72" y="connsiteY72"/>
              </a:cxn>
              <a:cxn ang="0">
                <a:pos x="connsiteX73" y="connsiteY73"/>
              </a:cxn>
              <a:cxn ang="0">
                <a:pos x="connsiteX74" y="connsiteY74"/>
              </a:cxn>
              <a:cxn ang="0">
                <a:pos x="connsiteX75" y="connsiteY75"/>
              </a:cxn>
              <a:cxn ang="0">
                <a:pos x="connsiteX76" y="connsiteY76"/>
              </a:cxn>
              <a:cxn ang="0">
                <a:pos x="connsiteX77" y="connsiteY77"/>
              </a:cxn>
              <a:cxn ang="0">
                <a:pos x="connsiteX78" y="connsiteY78"/>
              </a:cxn>
              <a:cxn ang="0">
                <a:pos x="connsiteX79" y="connsiteY79"/>
              </a:cxn>
              <a:cxn ang="0">
                <a:pos x="connsiteX80" y="connsiteY80"/>
              </a:cxn>
              <a:cxn ang="0">
                <a:pos x="connsiteX81" y="connsiteY81"/>
              </a:cxn>
              <a:cxn ang="0">
                <a:pos x="connsiteX82" y="connsiteY82"/>
              </a:cxn>
              <a:cxn ang="0">
                <a:pos x="connsiteX83" y="connsiteY83"/>
              </a:cxn>
              <a:cxn ang="0">
                <a:pos x="connsiteX84" y="connsiteY84"/>
              </a:cxn>
              <a:cxn ang="0">
                <a:pos x="connsiteX85" y="connsiteY85"/>
              </a:cxn>
              <a:cxn ang="0">
                <a:pos x="connsiteX86" y="connsiteY86"/>
              </a:cxn>
              <a:cxn ang="0">
                <a:pos x="connsiteX87" y="connsiteY87"/>
              </a:cxn>
              <a:cxn ang="0">
                <a:pos x="connsiteX88" y="connsiteY88"/>
              </a:cxn>
              <a:cxn ang="0">
                <a:pos x="connsiteX89" y="connsiteY89"/>
              </a:cxn>
              <a:cxn ang="0">
                <a:pos x="connsiteX90" y="connsiteY90"/>
              </a:cxn>
              <a:cxn ang="0">
                <a:pos x="connsiteX91" y="connsiteY91"/>
              </a:cxn>
              <a:cxn ang="0">
                <a:pos x="connsiteX92" y="connsiteY92"/>
              </a:cxn>
              <a:cxn ang="0">
                <a:pos x="connsiteX93" y="connsiteY93"/>
              </a:cxn>
              <a:cxn ang="0">
                <a:pos x="connsiteX94" y="connsiteY94"/>
              </a:cxn>
              <a:cxn ang="0">
                <a:pos x="connsiteX95" y="connsiteY95"/>
              </a:cxn>
              <a:cxn ang="0">
                <a:pos x="connsiteX96" y="connsiteY96"/>
              </a:cxn>
              <a:cxn ang="0">
                <a:pos x="connsiteX97" y="connsiteY97"/>
              </a:cxn>
              <a:cxn ang="0">
                <a:pos x="connsiteX98" y="connsiteY98"/>
              </a:cxn>
              <a:cxn ang="0">
                <a:pos x="connsiteX99" y="connsiteY99"/>
              </a:cxn>
              <a:cxn ang="0">
                <a:pos x="connsiteX100" y="connsiteY100"/>
              </a:cxn>
              <a:cxn ang="0">
                <a:pos x="connsiteX101" y="connsiteY101"/>
              </a:cxn>
              <a:cxn ang="0">
                <a:pos x="connsiteX102" y="connsiteY102"/>
              </a:cxn>
              <a:cxn ang="0">
                <a:pos x="connsiteX103" y="connsiteY103"/>
              </a:cxn>
              <a:cxn ang="0">
                <a:pos x="connsiteX104" y="connsiteY104"/>
              </a:cxn>
              <a:cxn ang="0">
                <a:pos x="connsiteX105" y="connsiteY105"/>
              </a:cxn>
              <a:cxn ang="0">
                <a:pos x="connsiteX106" y="connsiteY106"/>
              </a:cxn>
              <a:cxn ang="0">
                <a:pos x="connsiteX107" y="connsiteY107"/>
              </a:cxn>
              <a:cxn ang="0">
                <a:pos x="connsiteX108" y="connsiteY108"/>
              </a:cxn>
              <a:cxn ang="0">
                <a:pos x="connsiteX109" y="connsiteY109"/>
              </a:cxn>
              <a:cxn ang="0">
                <a:pos x="connsiteX110" y="connsiteY110"/>
              </a:cxn>
              <a:cxn ang="0">
                <a:pos x="connsiteX111" y="connsiteY111"/>
              </a:cxn>
              <a:cxn ang="0">
                <a:pos x="connsiteX112" y="connsiteY112"/>
              </a:cxn>
              <a:cxn ang="0">
                <a:pos x="connsiteX113" y="connsiteY113"/>
              </a:cxn>
              <a:cxn ang="0">
                <a:pos x="connsiteX114" y="connsiteY114"/>
              </a:cxn>
              <a:cxn ang="0">
                <a:pos x="connsiteX115" y="connsiteY115"/>
              </a:cxn>
              <a:cxn ang="0">
                <a:pos x="connsiteX116" y="connsiteY116"/>
              </a:cxn>
              <a:cxn ang="0">
                <a:pos x="connsiteX117" y="connsiteY117"/>
              </a:cxn>
              <a:cxn ang="0">
                <a:pos x="connsiteX118" y="connsiteY118"/>
              </a:cxn>
              <a:cxn ang="0">
                <a:pos x="connsiteX119" y="connsiteY119"/>
              </a:cxn>
              <a:cxn ang="0">
                <a:pos x="connsiteX120" y="connsiteY120"/>
              </a:cxn>
              <a:cxn ang="0">
                <a:pos x="connsiteX121" y="connsiteY121"/>
              </a:cxn>
              <a:cxn ang="0">
                <a:pos x="connsiteX122" y="connsiteY122"/>
              </a:cxn>
              <a:cxn ang="0">
                <a:pos x="connsiteX123" y="connsiteY123"/>
              </a:cxn>
              <a:cxn ang="0">
                <a:pos x="connsiteX124" y="connsiteY124"/>
              </a:cxn>
              <a:cxn ang="0">
                <a:pos x="connsiteX125" y="connsiteY125"/>
              </a:cxn>
              <a:cxn ang="0">
                <a:pos x="connsiteX126" y="connsiteY126"/>
              </a:cxn>
              <a:cxn ang="0">
                <a:pos x="connsiteX127" y="connsiteY127"/>
              </a:cxn>
              <a:cxn ang="0">
                <a:pos x="connsiteX128" y="connsiteY128"/>
              </a:cxn>
              <a:cxn ang="0">
                <a:pos x="connsiteX129" y="connsiteY129"/>
              </a:cxn>
              <a:cxn ang="0">
                <a:pos x="connsiteX130" y="connsiteY130"/>
              </a:cxn>
              <a:cxn ang="0">
                <a:pos x="connsiteX131" y="connsiteY131"/>
              </a:cxn>
              <a:cxn ang="0">
                <a:pos x="connsiteX132" y="connsiteY132"/>
              </a:cxn>
              <a:cxn ang="0">
                <a:pos x="connsiteX133" y="connsiteY133"/>
              </a:cxn>
              <a:cxn ang="0">
                <a:pos x="connsiteX134" y="connsiteY134"/>
              </a:cxn>
              <a:cxn ang="0">
                <a:pos x="connsiteX135" y="connsiteY135"/>
              </a:cxn>
              <a:cxn ang="0">
                <a:pos x="connsiteX136" y="connsiteY136"/>
              </a:cxn>
              <a:cxn ang="0">
                <a:pos x="connsiteX137" y="connsiteY137"/>
              </a:cxn>
              <a:cxn ang="0">
                <a:pos x="connsiteX138" y="connsiteY138"/>
              </a:cxn>
              <a:cxn ang="0">
                <a:pos x="connsiteX139" y="connsiteY139"/>
              </a:cxn>
              <a:cxn ang="0">
                <a:pos x="connsiteX140" y="connsiteY140"/>
              </a:cxn>
              <a:cxn ang="0">
                <a:pos x="connsiteX141" y="connsiteY141"/>
              </a:cxn>
              <a:cxn ang="0">
                <a:pos x="connsiteX142" y="connsiteY142"/>
              </a:cxn>
              <a:cxn ang="0">
                <a:pos x="connsiteX143" y="connsiteY143"/>
              </a:cxn>
              <a:cxn ang="0">
                <a:pos x="connsiteX144" y="connsiteY144"/>
              </a:cxn>
            </a:cxnLst>
            <a:rect l="l" t="t" r="r" b="b"/>
            <a:pathLst>
              <a:path w="8017934" h="593532">
                <a:moveTo>
                  <a:pt x="0" y="559665"/>
                </a:moveTo>
                <a:lnTo>
                  <a:pt x="491067" y="551198"/>
                </a:lnTo>
                <a:cubicBezTo>
                  <a:pt x="501220" y="550521"/>
                  <a:pt x="500805" y="532993"/>
                  <a:pt x="508000" y="525798"/>
                </a:cubicBezTo>
                <a:cubicBezTo>
                  <a:pt x="515195" y="518603"/>
                  <a:pt x="525674" y="515487"/>
                  <a:pt x="533400" y="508865"/>
                </a:cubicBezTo>
                <a:cubicBezTo>
                  <a:pt x="545522" y="498475"/>
                  <a:pt x="567267" y="474998"/>
                  <a:pt x="567267" y="474998"/>
                </a:cubicBezTo>
                <a:cubicBezTo>
                  <a:pt x="570089" y="466531"/>
                  <a:pt x="573569" y="458256"/>
                  <a:pt x="575734" y="449598"/>
                </a:cubicBezTo>
                <a:cubicBezTo>
                  <a:pt x="579224" y="435637"/>
                  <a:pt x="579147" y="420739"/>
                  <a:pt x="584200" y="407265"/>
                </a:cubicBezTo>
                <a:cubicBezTo>
                  <a:pt x="587773" y="397737"/>
                  <a:pt x="595489" y="390332"/>
                  <a:pt x="601134" y="381865"/>
                </a:cubicBezTo>
                <a:cubicBezTo>
                  <a:pt x="606954" y="352761"/>
                  <a:pt x="610094" y="333569"/>
                  <a:pt x="618067" y="305665"/>
                </a:cubicBezTo>
                <a:cubicBezTo>
                  <a:pt x="620519" y="297084"/>
                  <a:pt x="623018" y="288468"/>
                  <a:pt x="626534" y="280265"/>
                </a:cubicBezTo>
                <a:cubicBezTo>
                  <a:pt x="631506" y="268664"/>
                  <a:pt x="639035" y="258216"/>
                  <a:pt x="643467" y="246398"/>
                </a:cubicBezTo>
                <a:cubicBezTo>
                  <a:pt x="647154" y="236566"/>
                  <a:pt x="653581" y="198497"/>
                  <a:pt x="660400" y="187132"/>
                </a:cubicBezTo>
                <a:cubicBezTo>
                  <a:pt x="664507" y="180287"/>
                  <a:pt x="671689" y="175843"/>
                  <a:pt x="677334" y="170198"/>
                </a:cubicBezTo>
                <a:cubicBezTo>
                  <a:pt x="682394" y="155016"/>
                  <a:pt x="692269" y="121397"/>
                  <a:pt x="702734" y="110932"/>
                </a:cubicBezTo>
                <a:cubicBezTo>
                  <a:pt x="739353" y="74314"/>
                  <a:pt x="752072" y="77357"/>
                  <a:pt x="795867" y="68598"/>
                </a:cubicBezTo>
                <a:cubicBezTo>
                  <a:pt x="838200" y="74243"/>
                  <a:pt x="880740" y="78511"/>
                  <a:pt x="922867" y="85532"/>
                </a:cubicBezTo>
                <a:cubicBezTo>
                  <a:pt x="931670" y="86999"/>
                  <a:pt x="943080" y="86736"/>
                  <a:pt x="948267" y="93998"/>
                </a:cubicBezTo>
                <a:cubicBezTo>
                  <a:pt x="958642" y="108523"/>
                  <a:pt x="961328" y="127374"/>
                  <a:pt x="965200" y="144798"/>
                </a:cubicBezTo>
                <a:cubicBezTo>
                  <a:pt x="970845" y="170198"/>
                  <a:pt x="975823" y="195755"/>
                  <a:pt x="982134" y="220998"/>
                </a:cubicBezTo>
                <a:cubicBezTo>
                  <a:pt x="984299" y="229656"/>
                  <a:pt x="988252" y="237788"/>
                  <a:pt x="990600" y="246398"/>
                </a:cubicBezTo>
                <a:cubicBezTo>
                  <a:pt x="996723" y="268851"/>
                  <a:pt x="994625" y="294768"/>
                  <a:pt x="1007534" y="314132"/>
                </a:cubicBezTo>
                <a:lnTo>
                  <a:pt x="1041400" y="364932"/>
                </a:lnTo>
                <a:cubicBezTo>
                  <a:pt x="1047045" y="421376"/>
                  <a:pt x="1045762" y="478950"/>
                  <a:pt x="1058334" y="534265"/>
                </a:cubicBezTo>
                <a:cubicBezTo>
                  <a:pt x="1060589" y="544188"/>
                  <a:pt x="1073671" y="549689"/>
                  <a:pt x="1083734" y="551198"/>
                </a:cubicBezTo>
                <a:cubicBezTo>
                  <a:pt x="1131263" y="558327"/>
                  <a:pt x="1179689" y="556843"/>
                  <a:pt x="1227667" y="559665"/>
                </a:cubicBezTo>
                <a:cubicBezTo>
                  <a:pt x="1286934" y="554021"/>
                  <a:pt x="1346356" y="549825"/>
                  <a:pt x="1405467" y="542732"/>
                </a:cubicBezTo>
                <a:cubicBezTo>
                  <a:pt x="1417021" y="541346"/>
                  <a:pt x="1428638" y="538849"/>
                  <a:pt x="1439334" y="534265"/>
                </a:cubicBezTo>
                <a:cubicBezTo>
                  <a:pt x="1448687" y="530257"/>
                  <a:pt x="1456267" y="522976"/>
                  <a:pt x="1464734" y="517332"/>
                </a:cubicBezTo>
                <a:cubicBezTo>
                  <a:pt x="1470378" y="508865"/>
                  <a:pt x="1479899" y="501953"/>
                  <a:pt x="1481667" y="491932"/>
                </a:cubicBezTo>
                <a:cubicBezTo>
                  <a:pt x="1488551" y="452923"/>
                  <a:pt x="1485760" y="412768"/>
                  <a:pt x="1490134" y="373398"/>
                </a:cubicBezTo>
                <a:cubicBezTo>
                  <a:pt x="1491419" y="361833"/>
                  <a:pt x="1493396" y="349940"/>
                  <a:pt x="1498600" y="339532"/>
                </a:cubicBezTo>
                <a:cubicBezTo>
                  <a:pt x="1502170" y="332392"/>
                  <a:pt x="1509889" y="328243"/>
                  <a:pt x="1515534" y="322598"/>
                </a:cubicBezTo>
                <a:cubicBezTo>
                  <a:pt x="1518356" y="311309"/>
                  <a:pt x="1520803" y="299920"/>
                  <a:pt x="1524000" y="288732"/>
                </a:cubicBezTo>
                <a:cubicBezTo>
                  <a:pt x="1526452" y="280151"/>
                  <a:pt x="1530302" y="271990"/>
                  <a:pt x="1532467" y="263332"/>
                </a:cubicBezTo>
                <a:cubicBezTo>
                  <a:pt x="1535957" y="249371"/>
                  <a:pt x="1536383" y="234650"/>
                  <a:pt x="1540934" y="220998"/>
                </a:cubicBezTo>
                <a:cubicBezTo>
                  <a:pt x="1544925" y="209025"/>
                  <a:pt x="1553435" y="198950"/>
                  <a:pt x="1557867" y="187132"/>
                </a:cubicBezTo>
                <a:cubicBezTo>
                  <a:pt x="1559682" y="182291"/>
                  <a:pt x="1569416" y="135403"/>
                  <a:pt x="1574800" y="127865"/>
                </a:cubicBezTo>
                <a:cubicBezTo>
                  <a:pt x="1584079" y="114874"/>
                  <a:pt x="1595383" y="102854"/>
                  <a:pt x="1608667" y="93998"/>
                </a:cubicBezTo>
                <a:cubicBezTo>
                  <a:pt x="1617134" y="88354"/>
                  <a:pt x="1624714" y="81073"/>
                  <a:pt x="1634067" y="77065"/>
                </a:cubicBezTo>
                <a:cubicBezTo>
                  <a:pt x="1644763" y="72481"/>
                  <a:pt x="1656745" y="71795"/>
                  <a:pt x="1667934" y="68598"/>
                </a:cubicBezTo>
                <a:cubicBezTo>
                  <a:pt x="1676515" y="66146"/>
                  <a:pt x="1684867" y="62954"/>
                  <a:pt x="1693334" y="60132"/>
                </a:cubicBezTo>
                <a:cubicBezTo>
                  <a:pt x="1701801" y="62954"/>
                  <a:pt x="1710378" y="65464"/>
                  <a:pt x="1718734" y="68598"/>
                </a:cubicBezTo>
                <a:cubicBezTo>
                  <a:pt x="1732964" y="73934"/>
                  <a:pt x="1746404" y="81533"/>
                  <a:pt x="1761067" y="85532"/>
                </a:cubicBezTo>
                <a:cubicBezTo>
                  <a:pt x="1777629" y="90049"/>
                  <a:pt x="1794934" y="91176"/>
                  <a:pt x="1811867" y="93998"/>
                </a:cubicBezTo>
                <a:cubicBezTo>
                  <a:pt x="1951709" y="140614"/>
                  <a:pt x="1802308" y="93998"/>
                  <a:pt x="2192867" y="93998"/>
                </a:cubicBezTo>
                <a:cubicBezTo>
                  <a:pt x="2232479" y="93998"/>
                  <a:pt x="2271889" y="99643"/>
                  <a:pt x="2311400" y="102465"/>
                </a:cubicBezTo>
                <a:cubicBezTo>
                  <a:pt x="2340956" y="132019"/>
                  <a:pt x="2325810" y="111825"/>
                  <a:pt x="2345267" y="170198"/>
                </a:cubicBezTo>
                <a:lnTo>
                  <a:pt x="2345267" y="170198"/>
                </a:lnTo>
                <a:cubicBezTo>
                  <a:pt x="2367504" y="203554"/>
                  <a:pt x="2367046" y="198040"/>
                  <a:pt x="2379134" y="246398"/>
                </a:cubicBezTo>
                <a:cubicBezTo>
                  <a:pt x="2389536" y="288009"/>
                  <a:pt x="2379372" y="272037"/>
                  <a:pt x="2404534" y="297198"/>
                </a:cubicBezTo>
                <a:cubicBezTo>
                  <a:pt x="2408832" y="314391"/>
                  <a:pt x="2414177" y="339455"/>
                  <a:pt x="2421467" y="356465"/>
                </a:cubicBezTo>
                <a:cubicBezTo>
                  <a:pt x="2426439" y="368066"/>
                  <a:pt x="2433713" y="378613"/>
                  <a:pt x="2438400" y="390332"/>
                </a:cubicBezTo>
                <a:cubicBezTo>
                  <a:pt x="2445029" y="406905"/>
                  <a:pt x="2449690" y="424199"/>
                  <a:pt x="2455334" y="441132"/>
                </a:cubicBezTo>
                <a:cubicBezTo>
                  <a:pt x="2458156" y="449599"/>
                  <a:pt x="2457489" y="460222"/>
                  <a:pt x="2463800" y="466532"/>
                </a:cubicBezTo>
                <a:lnTo>
                  <a:pt x="2480734" y="483465"/>
                </a:lnTo>
                <a:cubicBezTo>
                  <a:pt x="2495487" y="542479"/>
                  <a:pt x="2477255" y="550502"/>
                  <a:pt x="2523067" y="559665"/>
                </a:cubicBezTo>
                <a:cubicBezTo>
                  <a:pt x="2542636" y="563579"/>
                  <a:pt x="2562578" y="565310"/>
                  <a:pt x="2582334" y="568132"/>
                </a:cubicBezTo>
                <a:cubicBezTo>
                  <a:pt x="2587978" y="554021"/>
                  <a:pt x="2592470" y="539392"/>
                  <a:pt x="2599267" y="525798"/>
                </a:cubicBezTo>
                <a:cubicBezTo>
                  <a:pt x="2603818" y="516697"/>
                  <a:pt x="2606416" y="503193"/>
                  <a:pt x="2616200" y="500398"/>
                </a:cubicBezTo>
                <a:cubicBezTo>
                  <a:pt x="2630037" y="496445"/>
                  <a:pt x="2644650" y="505079"/>
                  <a:pt x="2658534" y="508865"/>
                </a:cubicBezTo>
                <a:cubicBezTo>
                  <a:pt x="2776700" y="541092"/>
                  <a:pt x="2648526" y="513636"/>
                  <a:pt x="2751667" y="534265"/>
                </a:cubicBezTo>
                <a:cubicBezTo>
                  <a:pt x="2760134" y="539909"/>
                  <a:pt x="2767089" y="553194"/>
                  <a:pt x="2777067" y="551198"/>
                </a:cubicBezTo>
                <a:cubicBezTo>
                  <a:pt x="2799607" y="546690"/>
                  <a:pt x="2790207" y="510615"/>
                  <a:pt x="2802467" y="500398"/>
                </a:cubicBezTo>
                <a:cubicBezTo>
                  <a:pt x="2814142" y="490669"/>
                  <a:pt x="2830689" y="489109"/>
                  <a:pt x="2844800" y="483465"/>
                </a:cubicBezTo>
                <a:cubicBezTo>
                  <a:pt x="2850047" y="467724"/>
                  <a:pt x="2860098" y="439736"/>
                  <a:pt x="2861734" y="424198"/>
                </a:cubicBezTo>
                <a:cubicBezTo>
                  <a:pt x="2877864" y="270956"/>
                  <a:pt x="2849195" y="339206"/>
                  <a:pt x="2887134" y="263332"/>
                </a:cubicBezTo>
                <a:cubicBezTo>
                  <a:pt x="2889956" y="240754"/>
                  <a:pt x="2890832" y="217847"/>
                  <a:pt x="2895600" y="195598"/>
                </a:cubicBezTo>
                <a:cubicBezTo>
                  <a:pt x="2898803" y="180650"/>
                  <a:pt x="2912295" y="133708"/>
                  <a:pt x="2929467" y="119398"/>
                </a:cubicBezTo>
                <a:cubicBezTo>
                  <a:pt x="2939163" y="111318"/>
                  <a:pt x="2951733" y="107437"/>
                  <a:pt x="2963334" y="102465"/>
                </a:cubicBezTo>
                <a:cubicBezTo>
                  <a:pt x="3026236" y="75507"/>
                  <a:pt x="3157320" y="79339"/>
                  <a:pt x="3183467" y="77065"/>
                </a:cubicBezTo>
                <a:cubicBezTo>
                  <a:pt x="3220156" y="82709"/>
                  <a:pt x="3259415" y="79375"/>
                  <a:pt x="3293534" y="93998"/>
                </a:cubicBezTo>
                <a:cubicBezTo>
                  <a:pt x="3304230" y="98582"/>
                  <a:pt x="3299476" y="116506"/>
                  <a:pt x="3302000" y="127865"/>
                </a:cubicBezTo>
                <a:cubicBezTo>
                  <a:pt x="3303855" y="136211"/>
                  <a:pt x="3314169" y="192947"/>
                  <a:pt x="3318934" y="204065"/>
                </a:cubicBezTo>
                <a:cubicBezTo>
                  <a:pt x="3322942" y="213418"/>
                  <a:pt x="3331316" y="220364"/>
                  <a:pt x="3335867" y="229465"/>
                </a:cubicBezTo>
                <a:cubicBezTo>
                  <a:pt x="3346106" y="249944"/>
                  <a:pt x="3344657" y="267017"/>
                  <a:pt x="3352800" y="288732"/>
                </a:cubicBezTo>
                <a:cubicBezTo>
                  <a:pt x="3357232" y="300550"/>
                  <a:pt x="3365047" y="310879"/>
                  <a:pt x="3369734" y="322598"/>
                </a:cubicBezTo>
                <a:cubicBezTo>
                  <a:pt x="3376363" y="339171"/>
                  <a:pt x="3381023" y="356465"/>
                  <a:pt x="3386667" y="373398"/>
                </a:cubicBezTo>
                <a:cubicBezTo>
                  <a:pt x="3389489" y="381865"/>
                  <a:pt x="3388823" y="392487"/>
                  <a:pt x="3395134" y="398798"/>
                </a:cubicBezTo>
                <a:lnTo>
                  <a:pt x="3412067" y="415732"/>
                </a:lnTo>
                <a:cubicBezTo>
                  <a:pt x="3416800" y="434662"/>
                  <a:pt x="3429224" y="488033"/>
                  <a:pt x="3437467" y="500398"/>
                </a:cubicBezTo>
                <a:cubicBezTo>
                  <a:pt x="3443111" y="508865"/>
                  <a:pt x="3449849" y="516697"/>
                  <a:pt x="3454400" y="525798"/>
                </a:cubicBezTo>
                <a:cubicBezTo>
                  <a:pt x="3458391" y="533780"/>
                  <a:pt x="3457512" y="544058"/>
                  <a:pt x="3462867" y="551198"/>
                </a:cubicBezTo>
                <a:cubicBezTo>
                  <a:pt x="3474841" y="567163"/>
                  <a:pt x="3485253" y="592928"/>
                  <a:pt x="3505200" y="593532"/>
                </a:cubicBezTo>
                <a:lnTo>
                  <a:pt x="3683000" y="576598"/>
                </a:lnTo>
                <a:cubicBezTo>
                  <a:pt x="3674845" y="572973"/>
                  <a:pt x="3708400" y="577057"/>
                  <a:pt x="3708400" y="568132"/>
                </a:cubicBezTo>
                <a:cubicBezTo>
                  <a:pt x="3708400" y="559207"/>
                  <a:pt x="3691467" y="562487"/>
                  <a:pt x="3683000" y="559665"/>
                </a:cubicBezTo>
                <a:cubicBezTo>
                  <a:pt x="3699933" y="552609"/>
                  <a:pt x="3756378" y="527209"/>
                  <a:pt x="3810000" y="525798"/>
                </a:cubicBezTo>
                <a:cubicBezTo>
                  <a:pt x="3856796" y="532483"/>
                  <a:pt x="3980631" y="550528"/>
                  <a:pt x="4004734" y="551198"/>
                </a:cubicBezTo>
                <a:cubicBezTo>
                  <a:pt x="4061227" y="552767"/>
                  <a:pt x="4117623" y="545554"/>
                  <a:pt x="4174067" y="542732"/>
                </a:cubicBezTo>
                <a:cubicBezTo>
                  <a:pt x="4179711" y="537087"/>
                  <a:pt x="4186893" y="532643"/>
                  <a:pt x="4191000" y="525798"/>
                </a:cubicBezTo>
                <a:cubicBezTo>
                  <a:pt x="4195592" y="518145"/>
                  <a:pt x="4195951" y="508601"/>
                  <a:pt x="4199467" y="500398"/>
                </a:cubicBezTo>
                <a:cubicBezTo>
                  <a:pt x="4204439" y="488797"/>
                  <a:pt x="4210756" y="477821"/>
                  <a:pt x="4216400" y="466532"/>
                </a:cubicBezTo>
                <a:cubicBezTo>
                  <a:pt x="4204895" y="328463"/>
                  <a:pt x="4277777" y="166239"/>
                  <a:pt x="4419600" y="110931"/>
                </a:cubicBezTo>
                <a:cubicBezTo>
                  <a:pt x="4561423" y="55623"/>
                  <a:pt x="4936103" y="79651"/>
                  <a:pt x="5067336" y="134684"/>
                </a:cubicBezTo>
                <a:cubicBezTo>
                  <a:pt x="5198569" y="189718"/>
                  <a:pt x="5172434" y="383002"/>
                  <a:pt x="5207000" y="441132"/>
                </a:cubicBezTo>
                <a:cubicBezTo>
                  <a:pt x="5241566" y="499262"/>
                  <a:pt x="5252156" y="469354"/>
                  <a:pt x="5274734" y="483465"/>
                </a:cubicBezTo>
                <a:cubicBezTo>
                  <a:pt x="5286850" y="507697"/>
                  <a:pt x="5285921" y="525798"/>
                  <a:pt x="5317067" y="525798"/>
                </a:cubicBezTo>
                <a:cubicBezTo>
                  <a:pt x="5321058" y="525798"/>
                  <a:pt x="5304367" y="521565"/>
                  <a:pt x="5308600" y="517332"/>
                </a:cubicBezTo>
                <a:cubicBezTo>
                  <a:pt x="5312833" y="513099"/>
                  <a:pt x="5326945" y="506043"/>
                  <a:pt x="5342467" y="500398"/>
                </a:cubicBezTo>
                <a:cubicBezTo>
                  <a:pt x="5357989" y="494754"/>
                  <a:pt x="5382800" y="491580"/>
                  <a:pt x="5401734" y="483465"/>
                </a:cubicBezTo>
                <a:cubicBezTo>
                  <a:pt x="5413335" y="478493"/>
                  <a:pt x="5423195" y="468858"/>
                  <a:pt x="5435600" y="466532"/>
                </a:cubicBezTo>
                <a:cubicBezTo>
                  <a:pt x="5469002" y="460269"/>
                  <a:pt x="5503333" y="460887"/>
                  <a:pt x="5537200" y="458065"/>
                </a:cubicBezTo>
                <a:cubicBezTo>
                  <a:pt x="5552723" y="411497"/>
                  <a:pt x="5536340" y="453220"/>
                  <a:pt x="5562600" y="407265"/>
                </a:cubicBezTo>
                <a:cubicBezTo>
                  <a:pt x="5568862" y="396306"/>
                  <a:pt x="5573272" y="384357"/>
                  <a:pt x="5579534" y="373398"/>
                </a:cubicBezTo>
                <a:cubicBezTo>
                  <a:pt x="5597397" y="342137"/>
                  <a:pt x="5599446" y="351344"/>
                  <a:pt x="5613400" y="314132"/>
                </a:cubicBezTo>
                <a:cubicBezTo>
                  <a:pt x="5617486" y="303236"/>
                  <a:pt x="5619045" y="291554"/>
                  <a:pt x="5621867" y="280265"/>
                </a:cubicBezTo>
                <a:cubicBezTo>
                  <a:pt x="5624689" y="243576"/>
                  <a:pt x="5626035" y="206743"/>
                  <a:pt x="5630334" y="170198"/>
                </a:cubicBezTo>
                <a:cubicBezTo>
                  <a:pt x="5631694" y="158642"/>
                  <a:pt x="5633596" y="146740"/>
                  <a:pt x="5638800" y="136332"/>
                </a:cubicBezTo>
                <a:cubicBezTo>
                  <a:pt x="5643938" y="126055"/>
                  <a:pt x="5687837" y="94782"/>
                  <a:pt x="5689600" y="93998"/>
                </a:cubicBezTo>
                <a:cubicBezTo>
                  <a:pt x="5702750" y="88153"/>
                  <a:pt x="5717823" y="88354"/>
                  <a:pt x="5731934" y="85532"/>
                </a:cubicBezTo>
                <a:cubicBezTo>
                  <a:pt x="5785556" y="88354"/>
                  <a:pt x="5839596" y="86743"/>
                  <a:pt x="5892800" y="93998"/>
                </a:cubicBezTo>
                <a:cubicBezTo>
                  <a:pt x="5902882" y="95373"/>
                  <a:pt x="5910542" y="104231"/>
                  <a:pt x="5918200" y="110932"/>
                </a:cubicBezTo>
                <a:cubicBezTo>
                  <a:pt x="5933219" y="124073"/>
                  <a:pt x="5943929" y="142195"/>
                  <a:pt x="5960534" y="153265"/>
                </a:cubicBezTo>
                <a:cubicBezTo>
                  <a:pt x="5996436" y="177199"/>
                  <a:pt x="5976833" y="165647"/>
                  <a:pt x="6019800" y="187132"/>
                </a:cubicBezTo>
                <a:cubicBezTo>
                  <a:pt x="6022622" y="198421"/>
                  <a:pt x="6023683" y="210303"/>
                  <a:pt x="6028267" y="220998"/>
                </a:cubicBezTo>
                <a:cubicBezTo>
                  <a:pt x="6040295" y="249064"/>
                  <a:pt x="6045326" y="242322"/>
                  <a:pt x="6062134" y="263332"/>
                </a:cubicBezTo>
                <a:cubicBezTo>
                  <a:pt x="6068491" y="271278"/>
                  <a:pt x="6072553" y="280915"/>
                  <a:pt x="6079067" y="288732"/>
                </a:cubicBezTo>
                <a:cubicBezTo>
                  <a:pt x="6086732" y="297930"/>
                  <a:pt x="6097116" y="304681"/>
                  <a:pt x="6104467" y="314132"/>
                </a:cubicBezTo>
                <a:cubicBezTo>
                  <a:pt x="6116962" y="330196"/>
                  <a:pt x="6138334" y="364932"/>
                  <a:pt x="6138334" y="364932"/>
                </a:cubicBezTo>
                <a:cubicBezTo>
                  <a:pt x="6138372" y="365161"/>
                  <a:pt x="6152481" y="453189"/>
                  <a:pt x="6155267" y="458065"/>
                </a:cubicBezTo>
                <a:cubicBezTo>
                  <a:pt x="6160316" y="466900"/>
                  <a:pt x="6172200" y="469354"/>
                  <a:pt x="6180667" y="474998"/>
                </a:cubicBezTo>
                <a:cubicBezTo>
                  <a:pt x="6186311" y="489109"/>
                  <a:pt x="6190060" y="504136"/>
                  <a:pt x="6197600" y="517332"/>
                </a:cubicBezTo>
                <a:cubicBezTo>
                  <a:pt x="6201560" y="524263"/>
                  <a:pt x="6208301" y="529278"/>
                  <a:pt x="6214534" y="534265"/>
                </a:cubicBezTo>
                <a:cubicBezTo>
                  <a:pt x="6272473" y="580615"/>
                  <a:pt x="6313731" y="562268"/>
                  <a:pt x="6409267" y="576598"/>
                </a:cubicBezTo>
                <a:cubicBezTo>
                  <a:pt x="6420556" y="568131"/>
                  <a:pt x="6338712" y="565309"/>
                  <a:pt x="6443134" y="551198"/>
                </a:cubicBezTo>
                <a:cubicBezTo>
                  <a:pt x="6547556" y="537087"/>
                  <a:pt x="6914445" y="496165"/>
                  <a:pt x="7035800" y="491932"/>
                </a:cubicBezTo>
                <a:cubicBezTo>
                  <a:pt x="7157155" y="487699"/>
                  <a:pt x="7002169" y="483522"/>
                  <a:pt x="7171267" y="525798"/>
                </a:cubicBezTo>
                <a:lnTo>
                  <a:pt x="7239000" y="542732"/>
                </a:lnTo>
                <a:cubicBezTo>
                  <a:pt x="7269231" y="541052"/>
                  <a:pt x="7386988" y="568488"/>
                  <a:pt x="7416800" y="508865"/>
                </a:cubicBezTo>
                <a:cubicBezTo>
                  <a:pt x="7423236" y="495994"/>
                  <a:pt x="7422445" y="480643"/>
                  <a:pt x="7425267" y="466532"/>
                </a:cubicBezTo>
                <a:cubicBezTo>
                  <a:pt x="7428089" y="435487"/>
                  <a:pt x="7427202" y="403879"/>
                  <a:pt x="7433734" y="373398"/>
                </a:cubicBezTo>
                <a:cubicBezTo>
                  <a:pt x="7435866" y="363448"/>
                  <a:pt x="7447094" y="357526"/>
                  <a:pt x="7450667" y="347998"/>
                </a:cubicBezTo>
                <a:cubicBezTo>
                  <a:pt x="7455720" y="334524"/>
                  <a:pt x="7455644" y="319626"/>
                  <a:pt x="7459134" y="305665"/>
                </a:cubicBezTo>
                <a:cubicBezTo>
                  <a:pt x="7461298" y="297007"/>
                  <a:pt x="7465148" y="288846"/>
                  <a:pt x="7467600" y="280265"/>
                </a:cubicBezTo>
                <a:cubicBezTo>
                  <a:pt x="7470797" y="269076"/>
                  <a:pt x="7467232" y="253971"/>
                  <a:pt x="7476067" y="246398"/>
                </a:cubicBezTo>
                <a:cubicBezTo>
                  <a:pt x="7489619" y="234782"/>
                  <a:pt x="7526867" y="229465"/>
                  <a:pt x="7526867" y="229465"/>
                </a:cubicBezTo>
                <a:cubicBezTo>
                  <a:pt x="7572019" y="161736"/>
                  <a:pt x="7512759" y="243572"/>
                  <a:pt x="7569200" y="187132"/>
                </a:cubicBezTo>
                <a:cubicBezTo>
                  <a:pt x="7607498" y="148835"/>
                  <a:pt x="7562085" y="169749"/>
                  <a:pt x="7611534" y="153265"/>
                </a:cubicBezTo>
                <a:cubicBezTo>
                  <a:pt x="7622823" y="144798"/>
                  <a:pt x="7636366" y="138705"/>
                  <a:pt x="7645400" y="127865"/>
                </a:cubicBezTo>
                <a:cubicBezTo>
                  <a:pt x="7651113" y="121009"/>
                  <a:pt x="7647556" y="108776"/>
                  <a:pt x="7653867" y="102465"/>
                </a:cubicBezTo>
                <a:cubicBezTo>
                  <a:pt x="7683600" y="72732"/>
                  <a:pt x="7696201" y="79887"/>
                  <a:pt x="7730067" y="68598"/>
                </a:cubicBezTo>
                <a:cubicBezTo>
                  <a:pt x="7811647" y="41405"/>
                  <a:pt x="7731081" y="58552"/>
                  <a:pt x="7823200" y="43198"/>
                </a:cubicBezTo>
                <a:cubicBezTo>
                  <a:pt x="7853926" y="30030"/>
                  <a:pt x="7877333" y="18056"/>
                  <a:pt x="7907867" y="9332"/>
                </a:cubicBezTo>
                <a:cubicBezTo>
                  <a:pt x="7919056" y="6135"/>
                  <a:pt x="7930132" y="1758"/>
                  <a:pt x="7941734" y="865"/>
                </a:cubicBezTo>
                <a:cubicBezTo>
                  <a:pt x="7967059" y="-1083"/>
                  <a:pt x="7992534" y="865"/>
                  <a:pt x="8017934" y="865"/>
                </a:cubicBezTo>
              </a:path>
            </a:pathLst>
          </a:custGeom>
          <a:noFill/>
          <a:ln w="28575">
            <a:solidFill>
              <a:schemeClr val="accent5">
                <a:lumMod val="75000"/>
              </a:schemeClr>
            </a:solidFill>
          </a:ln>
        </p:spPr>
        <p:txBody>
          <a:bodyPr rtlCol="0" anchor="ctr"/>
          <a:lstStyle/>
          <a:p>
            <a:pPr algn="ctr"/>
            <a:endParaRPr lang="en-GB"/>
          </a:p>
        </p:txBody>
      </p:sp>
      <p:grpSp>
        <p:nvGrpSpPr>
          <p:cNvPr id="118" name="Group 117"/>
          <p:cNvGrpSpPr/>
          <p:nvPr/>
        </p:nvGrpSpPr>
        <p:grpSpPr>
          <a:xfrm>
            <a:off x="7144293" y="2665506"/>
            <a:ext cx="1321430" cy="529278"/>
            <a:chOff x="4918757" y="3743106"/>
            <a:chExt cx="1321430" cy="529278"/>
          </a:xfrm>
        </p:grpSpPr>
        <p:grpSp>
          <p:nvGrpSpPr>
            <p:cNvPr id="81" name="Group 80"/>
            <p:cNvGrpSpPr/>
            <p:nvPr/>
          </p:nvGrpSpPr>
          <p:grpSpPr>
            <a:xfrm>
              <a:off x="4918757" y="3743466"/>
              <a:ext cx="1321430" cy="528918"/>
              <a:chOff x="1741311" y="3862046"/>
              <a:chExt cx="1321430" cy="528918"/>
            </a:xfrm>
          </p:grpSpPr>
          <p:cxnSp>
            <p:nvCxnSpPr>
              <p:cNvPr id="75" name="Straight Connector 74"/>
              <p:cNvCxnSpPr/>
              <p:nvPr/>
            </p:nvCxnSpPr>
            <p:spPr>
              <a:xfrm flipV="1">
                <a:off x="1741311" y="4386271"/>
                <a:ext cx="455390" cy="0"/>
              </a:xfrm>
              <a:prstGeom prst="line">
                <a:avLst/>
              </a:prstGeom>
              <a:ln w="28575">
                <a:solidFill>
                  <a:srgbClr val="00B050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76" name="Straight Connector 75"/>
              <p:cNvCxnSpPr/>
              <p:nvPr/>
            </p:nvCxnSpPr>
            <p:spPr>
              <a:xfrm flipV="1">
                <a:off x="2607351" y="4386271"/>
                <a:ext cx="455390" cy="0"/>
              </a:xfrm>
              <a:prstGeom prst="line">
                <a:avLst/>
              </a:prstGeom>
              <a:ln w="28575">
                <a:solidFill>
                  <a:srgbClr val="00B050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77" name="Straight Connector 76"/>
              <p:cNvCxnSpPr/>
              <p:nvPr/>
            </p:nvCxnSpPr>
            <p:spPr>
              <a:xfrm flipV="1">
                <a:off x="2196701" y="3862046"/>
                <a:ext cx="410650" cy="3973"/>
              </a:xfrm>
              <a:prstGeom prst="line">
                <a:avLst/>
              </a:prstGeom>
              <a:ln w="28575">
                <a:solidFill>
                  <a:srgbClr val="00B050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78" name="Straight Connector 77"/>
              <p:cNvCxnSpPr/>
              <p:nvPr/>
            </p:nvCxnSpPr>
            <p:spPr>
              <a:xfrm>
                <a:off x="2196701" y="3870712"/>
                <a:ext cx="0" cy="520252"/>
              </a:xfrm>
              <a:prstGeom prst="line">
                <a:avLst/>
              </a:prstGeom>
              <a:ln w="28575">
                <a:solidFill>
                  <a:srgbClr val="00B050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79" name="Straight Connector 78"/>
              <p:cNvCxnSpPr/>
              <p:nvPr/>
            </p:nvCxnSpPr>
            <p:spPr>
              <a:xfrm>
                <a:off x="2607351" y="3866019"/>
                <a:ext cx="0" cy="520252"/>
              </a:xfrm>
              <a:prstGeom prst="line">
                <a:avLst/>
              </a:prstGeom>
              <a:ln w="28575">
                <a:solidFill>
                  <a:srgbClr val="00B050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</p:grpSp>
        <p:grpSp>
          <p:nvGrpSpPr>
            <p:cNvPr id="88" name="Group 87"/>
            <p:cNvGrpSpPr/>
            <p:nvPr/>
          </p:nvGrpSpPr>
          <p:grpSpPr>
            <a:xfrm rot="10800000">
              <a:off x="4918757" y="3743106"/>
              <a:ext cx="1321430" cy="528918"/>
              <a:chOff x="1741311" y="3862046"/>
              <a:chExt cx="1321430" cy="528918"/>
            </a:xfrm>
          </p:grpSpPr>
          <p:cxnSp>
            <p:nvCxnSpPr>
              <p:cNvPr id="89" name="Straight Connector 88"/>
              <p:cNvCxnSpPr/>
              <p:nvPr/>
            </p:nvCxnSpPr>
            <p:spPr>
              <a:xfrm flipV="1">
                <a:off x="1741311" y="4386271"/>
                <a:ext cx="455390" cy="0"/>
              </a:xfrm>
              <a:prstGeom prst="line">
                <a:avLst/>
              </a:prstGeom>
              <a:ln w="28575">
                <a:solidFill>
                  <a:srgbClr val="00B050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90" name="Straight Connector 89"/>
              <p:cNvCxnSpPr/>
              <p:nvPr/>
            </p:nvCxnSpPr>
            <p:spPr>
              <a:xfrm flipV="1">
                <a:off x="2607351" y="4386271"/>
                <a:ext cx="455390" cy="0"/>
              </a:xfrm>
              <a:prstGeom prst="line">
                <a:avLst/>
              </a:prstGeom>
              <a:ln w="28575">
                <a:solidFill>
                  <a:srgbClr val="00B050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91" name="Straight Connector 90"/>
              <p:cNvCxnSpPr/>
              <p:nvPr/>
            </p:nvCxnSpPr>
            <p:spPr>
              <a:xfrm flipV="1">
                <a:off x="2196701" y="3862046"/>
                <a:ext cx="410650" cy="3973"/>
              </a:xfrm>
              <a:prstGeom prst="line">
                <a:avLst/>
              </a:prstGeom>
              <a:ln w="28575">
                <a:solidFill>
                  <a:srgbClr val="00B050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92" name="Straight Connector 91"/>
              <p:cNvCxnSpPr/>
              <p:nvPr/>
            </p:nvCxnSpPr>
            <p:spPr>
              <a:xfrm>
                <a:off x="2196701" y="3870712"/>
                <a:ext cx="0" cy="520252"/>
              </a:xfrm>
              <a:prstGeom prst="line">
                <a:avLst/>
              </a:prstGeom>
              <a:ln w="28575">
                <a:solidFill>
                  <a:srgbClr val="00B050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93" name="Straight Connector 92"/>
              <p:cNvCxnSpPr/>
              <p:nvPr/>
            </p:nvCxnSpPr>
            <p:spPr>
              <a:xfrm>
                <a:off x="2607351" y="3866019"/>
                <a:ext cx="0" cy="520252"/>
              </a:xfrm>
              <a:prstGeom prst="line">
                <a:avLst/>
              </a:prstGeom>
              <a:ln w="28575">
                <a:solidFill>
                  <a:srgbClr val="00B050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</p:grpSp>
      </p:grpSp>
      <p:grpSp>
        <p:nvGrpSpPr>
          <p:cNvPr id="117" name="Group 116"/>
          <p:cNvGrpSpPr/>
          <p:nvPr/>
        </p:nvGrpSpPr>
        <p:grpSpPr>
          <a:xfrm>
            <a:off x="6949844" y="5548310"/>
            <a:ext cx="1431274" cy="609295"/>
            <a:chOff x="5001372" y="5551528"/>
            <a:chExt cx="1431274" cy="609295"/>
          </a:xfrm>
        </p:grpSpPr>
        <p:sp>
          <p:nvSpPr>
            <p:cNvPr id="101" name="Freeform: Shape 100"/>
            <p:cNvSpPr/>
            <p:nvPr/>
          </p:nvSpPr>
          <p:spPr>
            <a:xfrm>
              <a:off x="5011464" y="5606391"/>
              <a:ext cx="1320800" cy="526115"/>
            </a:xfrm>
            <a:custGeom>
              <a:avLst/>
              <a:gdLst>
                <a:gd name="connsiteX0" fmla="*/ 0 w 1320800"/>
                <a:gd name="connsiteY0" fmla="*/ 51895 h 526115"/>
                <a:gd name="connsiteX1" fmla="*/ 279400 w 1320800"/>
                <a:gd name="connsiteY1" fmla="*/ 51895 h 526115"/>
                <a:gd name="connsiteX2" fmla="*/ 304800 w 1320800"/>
                <a:gd name="connsiteY2" fmla="*/ 60362 h 526115"/>
                <a:gd name="connsiteX3" fmla="*/ 321733 w 1320800"/>
                <a:gd name="connsiteY3" fmla="*/ 94228 h 526115"/>
                <a:gd name="connsiteX4" fmla="*/ 338666 w 1320800"/>
                <a:gd name="connsiteY4" fmla="*/ 111162 h 526115"/>
                <a:gd name="connsiteX5" fmla="*/ 347133 w 1320800"/>
                <a:gd name="connsiteY5" fmla="*/ 136562 h 526115"/>
                <a:gd name="connsiteX6" fmla="*/ 364066 w 1320800"/>
                <a:gd name="connsiteY6" fmla="*/ 170428 h 526115"/>
                <a:gd name="connsiteX7" fmla="*/ 381000 w 1320800"/>
                <a:gd name="connsiteY7" fmla="*/ 322828 h 526115"/>
                <a:gd name="connsiteX8" fmla="*/ 389466 w 1320800"/>
                <a:gd name="connsiteY8" fmla="*/ 356695 h 526115"/>
                <a:gd name="connsiteX9" fmla="*/ 406400 w 1320800"/>
                <a:gd name="connsiteY9" fmla="*/ 373628 h 526115"/>
                <a:gd name="connsiteX10" fmla="*/ 440266 w 1320800"/>
                <a:gd name="connsiteY10" fmla="*/ 415962 h 526115"/>
                <a:gd name="connsiteX11" fmla="*/ 465666 w 1320800"/>
                <a:gd name="connsiteY11" fmla="*/ 424428 h 526115"/>
                <a:gd name="connsiteX12" fmla="*/ 499533 w 1320800"/>
                <a:gd name="connsiteY12" fmla="*/ 458295 h 526115"/>
                <a:gd name="connsiteX13" fmla="*/ 533400 w 1320800"/>
                <a:gd name="connsiteY13" fmla="*/ 492162 h 526115"/>
                <a:gd name="connsiteX14" fmla="*/ 558800 w 1320800"/>
                <a:gd name="connsiteY14" fmla="*/ 517562 h 526115"/>
                <a:gd name="connsiteX15" fmla="*/ 592666 w 1320800"/>
                <a:gd name="connsiteY15" fmla="*/ 526028 h 526115"/>
                <a:gd name="connsiteX16" fmla="*/ 702733 w 1320800"/>
                <a:gd name="connsiteY16" fmla="*/ 509095 h 526115"/>
                <a:gd name="connsiteX17" fmla="*/ 736600 w 1320800"/>
                <a:gd name="connsiteY17" fmla="*/ 500628 h 526115"/>
                <a:gd name="connsiteX18" fmla="*/ 770466 w 1320800"/>
                <a:gd name="connsiteY18" fmla="*/ 483695 h 526115"/>
                <a:gd name="connsiteX19" fmla="*/ 787400 w 1320800"/>
                <a:gd name="connsiteY19" fmla="*/ 415962 h 526115"/>
                <a:gd name="connsiteX20" fmla="*/ 812800 w 1320800"/>
                <a:gd name="connsiteY20" fmla="*/ 348228 h 526115"/>
                <a:gd name="connsiteX21" fmla="*/ 821266 w 1320800"/>
                <a:gd name="connsiteY21" fmla="*/ 288962 h 526115"/>
                <a:gd name="connsiteX22" fmla="*/ 829733 w 1320800"/>
                <a:gd name="connsiteY22" fmla="*/ 178895 h 526115"/>
                <a:gd name="connsiteX23" fmla="*/ 846666 w 1320800"/>
                <a:gd name="connsiteY23" fmla="*/ 145028 h 526115"/>
                <a:gd name="connsiteX24" fmla="*/ 863600 w 1320800"/>
                <a:gd name="connsiteY24" fmla="*/ 85762 h 526115"/>
                <a:gd name="connsiteX25" fmla="*/ 889000 w 1320800"/>
                <a:gd name="connsiteY25" fmla="*/ 77295 h 526115"/>
                <a:gd name="connsiteX26" fmla="*/ 922866 w 1320800"/>
                <a:gd name="connsiteY26" fmla="*/ 60362 h 526115"/>
                <a:gd name="connsiteX27" fmla="*/ 948266 w 1320800"/>
                <a:gd name="connsiteY27" fmla="*/ 43428 h 526115"/>
                <a:gd name="connsiteX28" fmla="*/ 1016000 w 1320800"/>
                <a:gd name="connsiteY28" fmla="*/ 26495 h 526115"/>
                <a:gd name="connsiteX29" fmla="*/ 1202266 w 1320800"/>
                <a:gd name="connsiteY29" fmla="*/ 1095 h 526115"/>
                <a:gd name="connsiteX30" fmla="*/ 1320800 w 1320800"/>
                <a:gd name="connsiteY30" fmla="*/ 1095 h 52611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</a:cxnLst>
              <a:rect l="l" t="t" r="r" b="b"/>
              <a:pathLst>
                <a:path w="1320800" h="526115">
                  <a:moveTo>
                    <a:pt x="0" y="51895"/>
                  </a:moveTo>
                  <a:cubicBezTo>
                    <a:pt x="136182" y="47031"/>
                    <a:pt x="180507" y="27171"/>
                    <a:pt x="279400" y="51895"/>
                  </a:cubicBezTo>
                  <a:cubicBezTo>
                    <a:pt x="288058" y="54060"/>
                    <a:pt x="296333" y="57540"/>
                    <a:pt x="304800" y="60362"/>
                  </a:cubicBezTo>
                  <a:cubicBezTo>
                    <a:pt x="310444" y="71651"/>
                    <a:pt x="314732" y="83727"/>
                    <a:pt x="321733" y="94228"/>
                  </a:cubicBezTo>
                  <a:cubicBezTo>
                    <a:pt x="326161" y="100870"/>
                    <a:pt x="334559" y="104317"/>
                    <a:pt x="338666" y="111162"/>
                  </a:cubicBezTo>
                  <a:cubicBezTo>
                    <a:pt x="343258" y="118815"/>
                    <a:pt x="343617" y="128359"/>
                    <a:pt x="347133" y="136562"/>
                  </a:cubicBezTo>
                  <a:cubicBezTo>
                    <a:pt x="352105" y="148163"/>
                    <a:pt x="358422" y="159139"/>
                    <a:pt x="364066" y="170428"/>
                  </a:cubicBezTo>
                  <a:cubicBezTo>
                    <a:pt x="369711" y="221228"/>
                    <a:pt x="374094" y="272184"/>
                    <a:pt x="381000" y="322828"/>
                  </a:cubicBezTo>
                  <a:cubicBezTo>
                    <a:pt x="382572" y="334358"/>
                    <a:pt x="384262" y="346287"/>
                    <a:pt x="389466" y="356695"/>
                  </a:cubicBezTo>
                  <a:cubicBezTo>
                    <a:pt x="393036" y="363835"/>
                    <a:pt x="401413" y="367395"/>
                    <a:pt x="406400" y="373628"/>
                  </a:cubicBezTo>
                  <a:cubicBezTo>
                    <a:pt x="417048" y="386938"/>
                    <a:pt x="424542" y="406528"/>
                    <a:pt x="440266" y="415962"/>
                  </a:cubicBezTo>
                  <a:cubicBezTo>
                    <a:pt x="447919" y="420554"/>
                    <a:pt x="457199" y="421606"/>
                    <a:pt x="465666" y="424428"/>
                  </a:cubicBezTo>
                  <a:cubicBezTo>
                    <a:pt x="488245" y="492161"/>
                    <a:pt x="454377" y="413139"/>
                    <a:pt x="499533" y="458295"/>
                  </a:cubicBezTo>
                  <a:cubicBezTo>
                    <a:pt x="544689" y="503451"/>
                    <a:pt x="465667" y="469583"/>
                    <a:pt x="533400" y="492162"/>
                  </a:cubicBezTo>
                  <a:cubicBezTo>
                    <a:pt x="541867" y="500629"/>
                    <a:pt x="548404" y="511621"/>
                    <a:pt x="558800" y="517562"/>
                  </a:cubicBezTo>
                  <a:cubicBezTo>
                    <a:pt x="568903" y="523335"/>
                    <a:pt x="581050" y="526711"/>
                    <a:pt x="592666" y="526028"/>
                  </a:cubicBezTo>
                  <a:cubicBezTo>
                    <a:pt x="629723" y="523848"/>
                    <a:pt x="666177" y="515546"/>
                    <a:pt x="702733" y="509095"/>
                  </a:cubicBezTo>
                  <a:cubicBezTo>
                    <a:pt x="714192" y="507073"/>
                    <a:pt x="725704" y="504714"/>
                    <a:pt x="736600" y="500628"/>
                  </a:cubicBezTo>
                  <a:cubicBezTo>
                    <a:pt x="748418" y="496196"/>
                    <a:pt x="759177" y="489339"/>
                    <a:pt x="770466" y="483695"/>
                  </a:cubicBezTo>
                  <a:cubicBezTo>
                    <a:pt x="776111" y="461117"/>
                    <a:pt x="778757" y="437570"/>
                    <a:pt x="787400" y="415962"/>
                  </a:cubicBezTo>
                  <a:cubicBezTo>
                    <a:pt x="807647" y="365342"/>
                    <a:pt x="799527" y="388046"/>
                    <a:pt x="812800" y="348228"/>
                  </a:cubicBezTo>
                  <a:cubicBezTo>
                    <a:pt x="815622" y="328473"/>
                    <a:pt x="819280" y="308819"/>
                    <a:pt x="821266" y="288962"/>
                  </a:cubicBezTo>
                  <a:cubicBezTo>
                    <a:pt x="824927" y="252347"/>
                    <a:pt x="823338" y="215132"/>
                    <a:pt x="829733" y="178895"/>
                  </a:cubicBezTo>
                  <a:cubicBezTo>
                    <a:pt x="831926" y="166466"/>
                    <a:pt x="842234" y="156846"/>
                    <a:pt x="846666" y="145028"/>
                  </a:cubicBezTo>
                  <a:cubicBezTo>
                    <a:pt x="846798" y="144676"/>
                    <a:pt x="859506" y="89856"/>
                    <a:pt x="863600" y="85762"/>
                  </a:cubicBezTo>
                  <a:cubicBezTo>
                    <a:pt x="869911" y="79451"/>
                    <a:pt x="880797" y="80811"/>
                    <a:pt x="889000" y="77295"/>
                  </a:cubicBezTo>
                  <a:cubicBezTo>
                    <a:pt x="900601" y="72323"/>
                    <a:pt x="911908" y="66624"/>
                    <a:pt x="922866" y="60362"/>
                  </a:cubicBezTo>
                  <a:cubicBezTo>
                    <a:pt x="931701" y="55313"/>
                    <a:pt x="939164" y="47979"/>
                    <a:pt x="948266" y="43428"/>
                  </a:cubicBezTo>
                  <a:cubicBezTo>
                    <a:pt x="966418" y="34352"/>
                    <a:pt x="998617" y="30358"/>
                    <a:pt x="1016000" y="26495"/>
                  </a:cubicBezTo>
                  <a:cubicBezTo>
                    <a:pt x="1102608" y="7248"/>
                    <a:pt x="1024438" y="12209"/>
                    <a:pt x="1202266" y="1095"/>
                  </a:cubicBezTo>
                  <a:cubicBezTo>
                    <a:pt x="1241700" y="-1370"/>
                    <a:pt x="1281289" y="1095"/>
                    <a:pt x="1320800" y="1095"/>
                  </a:cubicBezTo>
                </a:path>
              </a:pathLst>
            </a:custGeom>
            <a:noFill/>
            <a:ln w="19050">
              <a:solidFill>
                <a:schemeClr val="accent5">
                  <a:lumMod val="75000"/>
                </a:schemeClr>
              </a:solidFill>
            </a:ln>
          </p:spPr>
          <p:txBody>
            <a:bodyPr rtlCol="0" anchor="ctr"/>
            <a:lstStyle/>
            <a:p>
              <a:pPr algn="ctr"/>
              <a:endParaRPr lang="en-GB"/>
            </a:p>
          </p:txBody>
        </p:sp>
        <p:sp>
          <p:nvSpPr>
            <p:cNvPr id="102" name="Freeform: Shape 101"/>
            <p:cNvSpPr/>
            <p:nvPr/>
          </p:nvSpPr>
          <p:spPr>
            <a:xfrm>
              <a:off x="5069106" y="5643288"/>
              <a:ext cx="1202266" cy="509068"/>
            </a:xfrm>
            <a:custGeom>
              <a:avLst/>
              <a:gdLst>
                <a:gd name="connsiteX0" fmla="*/ 0 w 1202266"/>
                <a:gd name="connsiteY0" fmla="*/ 68802 h 509068"/>
                <a:gd name="connsiteX1" fmla="*/ 177800 w 1202266"/>
                <a:gd name="connsiteY1" fmla="*/ 60335 h 509068"/>
                <a:gd name="connsiteX2" fmla="*/ 203200 w 1202266"/>
                <a:gd name="connsiteY2" fmla="*/ 111135 h 509068"/>
                <a:gd name="connsiteX3" fmla="*/ 228600 w 1202266"/>
                <a:gd name="connsiteY3" fmla="*/ 119602 h 509068"/>
                <a:gd name="connsiteX4" fmla="*/ 237066 w 1202266"/>
                <a:gd name="connsiteY4" fmla="*/ 145002 h 509068"/>
                <a:gd name="connsiteX5" fmla="*/ 296333 w 1202266"/>
                <a:gd name="connsiteY5" fmla="*/ 161935 h 509068"/>
                <a:gd name="connsiteX6" fmla="*/ 313266 w 1202266"/>
                <a:gd name="connsiteY6" fmla="*/ 221202 h 509068"/>
                <a:gd name="connsiteX7" fmla="*/ 321733 w 1202266"/>
                <a:gd name="connsiteY7" fmla="*/ 272002 h 509068"/>
                <a:gd name="connsiteX8" fmla="*/ 338666 w 1202266"/>
                <a:gd name="connsiteY8" fmla="*/ 297402 h 509068"/>
                <a:gd name="connsiteX9" fmla="*/ 355600 w 1202266"/>
                <a:gd name="connsiteY9" fmla="*/ 356668 h 509068"/>
                <a:gd name="connsiteX10" fmla="*/ 372533 w 1202266"/>
                <a:gd name="connsiteY10" fmla="*/ 390535 h 509068"/>
                <a:gd name="connsiteX11" fmla="*/ 397933 w 1202266"/>
                <a:gd name="connsiteY11" fmla="*/ 475202 h 509068"/>
                <a:gd name="connsiteX12" fmla="*/ 423333 w 1202266"/>
                <a:gd name="connsiteY12" fmla="*/ 500602 h 509068"/>
                <a:gd name="connsiteX13" fmla="*/ 448733 w 1202266"/>
                <a:gd name="connsiteY13" fmla="*/ 509068 h 509068"/>
                <a:gd name="connsiteX14" fmla="*/ 618066 w 1202266"/>
                <a:gd name="connsiteY14" fmla="*/ 500602 h 509068"/>
                <a:gd name="connsiteX15" fmla="*/ 643466 w 1202266"/>
                <a:gd name="connsiteY15" fmla="*/ 483668 h 509068"/>
                <a:gd name="connsiteX16" fmla="*/ 668866 w 1202266"/>
                <a:gd name="connsiteY16" fmla="*/ 475202 h 509068"/>
                <a:gd name="connsiteX17" fmla="*/ 719666 w 1202266"/>
                <a:gd name="connsiteY17" fmla="*/ 432868 h 509068"/>
                <a:gd name="connsiteX18" fmla="*/ 762000 w 1202266"/>
                <a:gd name="connsiteY18" fmla="*/ 356668 h 509068"/>
                <a:gd name="connsiteX19" fmla="*/ 821266 w 1202266"/>
                <a:gd name="connsiteY19" fmla="*/ 305868 h 509068"/>
                <a:gd name="connsiteX20" fmla="*/ 829733 w 1202266"/>
                <a:gd name="connsiteY20" fmla="*/ 280468 h 509068"/>
                <a:gd name="connsiteX21" fmla="*/ 855133 w 1202266"/>
                <a:gd name="connsiteY21" fmla="*/ 246602 h 509068"/>
                <a:gd name="connsiteX22" fmla="*/ 872066 w 1202266"/>
                <a:gd name="connsiteY22" fmla="*/ 187335 h 509068"/>
                <a:gd name="connsiteX23" fmla="*/ 889000 w 1202266"/>
                <a:gd name="connsiteY23" fmla="*/ 170402 h 509068"/>
                <a:gd name="connsiteX24" fmla="*/ 897466 w 1202266"/>
                <a:gd name="connsiteY24" fmla="*/ 136535 h 509068"/>
                <a:gd name="connsiteX25" fmla="*/ 948266 w 1202266"/>
                <a:gd name="connsiteY25" fmla="*/ 18002 h 509068"/>
                <a:gd name="connsiteX26" fmla="*/ 1007533 w 1202266"/>
                <a:gd name="connsiteY26" fmla="*/ 1068 h 509068"/>
                <a:gd name="connsiteX27" fmla="*/ 1202266 w 1202266"/>
                <a:gd name="connsiteY27" fmla="*/ 1068 h 50906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</a:cxnLst>
              <a:rect l="l" t="t" r="r" b="b"/>
              <a:pathLst>
                <a:path w="1202266" h="509068">
                  <a:moveTo>
                    <a:pt x="0" y="68802"/>
                  </a:moveTo>
                  <a:cubicBezTo>
                    <a:pt x="71352" y="40260"/>
                    <a:pt x="65831" y="35453"/>
                    <a:pt x="177800" y="60335"/>
                  </a:cubicBezTo>
                  <a:cubicBezTo>
                    <a:pt x="197988" y="64821"/>
                    <a:pt x="193002" y="100937"/>
                    <a:pt x="203200" y="111135"/>
                  </a:cubicBezTo>
                  <a:cubicBezTo>
                    <a:pt x="209511" y="117446"/>
                    <a:pt x="220133" y="116780"/>
                    <a:pt x="228600" y="119602"/>
                  </a:cubicBezTo>
                  <a:cubicBezTo>
                    <a:pt x="231422" y="128069"/>
                    <a:pt x="230755" y="138691"/>
                    <a:pt x="237066" y="145002"/>
                  </a:cubicBezTo>
                  <a:cubicBezTo>
                    <a:pt x="241113" y="149049"/>
                    <a:pt x="296043" y="161862"/>
                    <a:pt x="296333" y="161935"/>
                  </a:cubicBezTo>
                  <a:cubicBezTo>
                    <a:pt x="304405" y="186149"/>
                    <a:pt x="307949" y="194616"/>
                    <a:pt x="313266" y="221202"/>
                  </a:cubicBezTo>
                  <a:cubicBezTo>
                    <a:pt x="316633" y="238036"/>
                    <a:pt x="316304" y="255716"/>
                    <a:pt x="321733" y="272002"/>
                  </a:cubicBezTo>
                  <a:cubicBezTo>
                    <a:pt x="324951" y="281655"/>
                    <a:pt x="333022" y="288935"/>
                    <a:pt x="338666" y="297402"/>
                  </a:cubicBezTo>
                  <a:cubicBezTo>
                    <a:pt x="342963" y="314589"/>
                    <a:pt x="348312" y="339662"/>
                    <a:pt x="355600" y="356668"/>
                  </a:cubicBezTo>
                  <a:cubicBezTo>
                    <a:pt x="360572" y="368269"/>
                    <a:pt x="368101" y="378717"/>
                    <a:pt x="372533" y="390535"/>
                  </a:cubicBezTo>
                  <a:cubicBezTo>
                    <a:pt x="379439" y="408951"/>
                    <a:pt x="386355" y="463624"/>
                    <a:pt x="397933" y="475202"/>
                  </a:cubicBezTo>
                  <a:cubicBezTo>
                    <a:pt x="406400" y="483669"/>
                    <a:pt x="413370" y="493960"/>
                    <a:pt x="423333" y="500602"/>
                  </a:cubicBezTo>
                  <a:cubicBezTo>
                    <a:pt x="430759" y="505552"/>
                    <a:pt x="440266" y="506246"/>
                    <a:pt x="448733" y="509068"/>
                  </a:cubicBezTo>
                  <a:cubicBezTo>
                    <a:pt x="505177" y="506246"/>
                    <a:pt x="562026" y="507912"/>
                    <a:pt x="618066" y="500602"/>
                  </a:cubicBezTo>
                  <a:cubicBezTo>
                    <a:pt x="628156" y="499286"/>
                    <a:pt x="634364" y="488219"/>
                    <a:pt x="643466" y="483668"/>
                  </a:cubicBezTo>
                  <a:cubicBezTo>
                    <a:pt x="651448" y="479677"/>
                    <a:pt x="660399" y="478024"/>
                    <a:pt x="668866" y="475202"/>
                  </a:cubicBezTo>
                  <a:cubicBezTo>
                    <a:pt x="684675" y="464662"/>
                    <a:pt x="710079" y="450124"/>
                    <a:pt x="719666" y="432868"/>
                  </a:cubicBezTo>
                  <a:cubicBezTo>
                    <a:pt x="771466" y="339629"/>
                    <a:pt x="703130" y="415538"/>
                    <a:pt x="762000" y="356668"/>
                  </a:cubicBezTo>
                  <a:cubicBezTo>
                    <a:pt x="779468" y="286790"/>
                    <a:pt x="752258" y="355160"/>
                    <a:pt x="821266" y="305868"/>
                  </a:cubicBezTo>
                  <a:cubicBezTo>
                    <a:pt x="828528" y="300681"/>
                    <a:pt x="825305" y="288217"/>
                    <a:pt x="829733" y="280468"/>
                  </a:cubicBezTo>
                  <a:cubicBezTo>
                    <a:pt x="836734" y="268216"/>
                    <a:pt x="846666" y="257891"/>
                    <a:pt x="855133" y="246602"/>
                  </a:cubicBezTo>
                  <a:cubicBezTo>
                    <a:pt x="856713" y="240281"/>
                    <a:pt x="866862" y="196008"/>
                    <a:pt x="872066" y="187335"/>
                  </a:cubicBezTo>
                  <a:cubicBezTo>
                    <a:pt x="876173" y="180490"/>
                    <a:pt x="883355" y="176046"/>
                    <a:pt x="889000" y="170402"/>
                  </a:cubicBezTo>
                  <a:cubicBezTo>
                    <a:pt x="891822" y="159113"/>
                    <a:pt x="894122" y="147681"/>
                    <a:pt x="897466" y="136535"/>
                  </a:cubicBezTo>
                  <a:cubicBezTo>
                    <a:pt x="903173" y="117511"/>
                    <a:pt x="933584" y="22896"/>
                    <a:pt x="948266" y="18002"/>
                  </a:cubicBezTo>
                  <a:cubicBezTo>
                    <a:pt x="961263" y="13669"/>
                    <a:pt x="995572" y="1511"/>
                    <a:pt x="1007533" y="1068"/>
                  </a:cubicBezTo>
                  <a:cubicBezTo>
                    <a:pt x="1072400" y="-1335"/>
                    <a:pt x="1137355" y="1068"/>
                    <a:pt x="1202266" y="1068"/>
                  </a:cubicBezTo>
                </a:path>
              </a:pathLst>
            </a:custGeom>
            <a:noFill/>
            <a:ln w="19050">
              <a:solidFill>
                <a:schemeClr val="accent5">
                  <a:lumMod val="75000"/>
                </a:schemeClr>
              </a:solidFill>
            </a:ln>
          </p:spPr>
          <p:txBody>
            <a:bodyPr rtlCol="0" anchor="ctr"/>
            <a:lstStyle/>
            <a:p>
              <a:pPr algn="ctr"/>
              <a:endParaRPr lang="en-GB"/>
            </a:p>
          </p:txBody>
        </p:sp>
        <p:sp>
          <p:nvSpPr>
            <p:cNvPr id="103" name="Freeform: Shape 102"/>
            <p:cNvSpPr/>
            <p:nvPr/>
          </p:nvSpPr>
          <p:spPr>
            <a:xfrm>
              <a:off x="5018306" y="5610490"/>
              <a:ext cx="1295400" cy="482600"/>
            </a:xfrm>
            <a:custGeom>
              <a:avLst/>
              <a:gdLst>
                <a:gd name="connsiteX0" fmla="*/ 0 w 1295400"/>
                <a:gd name="connsiteY0" fmla="*/ 118533 h 482600"/>
                <a:gd name="connsiteX1" fmla="*/ 296333 w 1295400"/>
                <a:gd name="connsiteY1" fmla="*/ 110066 h 482600"/>
                <a:gd name="connsiteX2" fmla="*/ 321733 w 1295400"/>
                <a:gd name="connsiteY2" fmla="*/ 118533 h 482600"/>
                <a:gd name="connsiteX3" fmla="*/ 338666 w 1295400"/>
                <a:gd name="connsiteY3" fmla="*/ 152400 h 482600"/>
                <a:gd name="connsiteX4" fmla="*/ 364066 w 1295400"/>
                <a:gd name="connsiteY4" fmla="*/ 169333 h 482600"/>
                <a:gd name="connsiteX5" fmla="*/ 372533 w 1295400"/>
                <a:gd name="connsiteY5" fmla="*/ 194733 h 482600"/>
                <a:gd name="connsiteX6" fmla="*/ 389466 w 1295400"/>
                <a:gd name="connsiteY6" fmla="*/ 228600 h 482600"/>
                <a:gd name="connsiteX7" fmla="*/ 406400 w 1295400"/>
                <a:gd name="connsiteY7" fmla="*/ 287866 h 482600"/>
                <a:gd name="connsiteX8" fmla="*/ 431800 w 1295400"/>
                <a:gd name="connsiteY8" fmla="*/ 313266 h 482600"/>
                <a:gd name="connsiteX9" fmla="*/ 440266 w 1295400"/>
                <a:gd name="connsiteY9" fmla="*/ 338666 h 482600"/>
                <a:gd name="connsiteX10" fmla="*/ 457200 w 1295400"/>
                <a:gd name="connsiteY10" fmla="*/ 355600 h 482600"/>
                <a:gd name="connsiteX11" fmla="*/ 474133 w 1295400"/>
                <a:gd name="connsiteY11" fmla="*/ 381000 h 482600"/>
                <a:gd name="connsiteX12" fmla="*/ 508000 w 1295400"/>
                <a:gd name="connsiteY12" fmla="*/ 431800 h 482600"/>
                <a:gd name="connsiteX13" fmla="*/ 516466 w 1295400"/>
                <a:gd name="connsiteY13" fmla="*/ 457200 h 482600"/>
                <a:gd name="connsiteX14" fmla="*/ 558800 w 1295400"/>
                <a:gd name="connsiteY14" fmla="*/ 482600 h 482600"/>
                <a:gd name="connsiteX15" fmla="*/ 778933 w 1295400"/>
                <a:gd name="connsiteY15" fmla="*/ 474133 h 482600"/>
                <a:gd name="connsiteX16" fmla="*/ 812800 w 1295400"/>
                <a:gd name="connsiteY16" fmla="*/ 465666 h 482600"/>
                <a:gd name="connsiteX17" fmla="*/ 855133 w 1295400"/>
                <a:gd name="connsiteY17" fmla="*/ 431800 h 482600"/>
                <a:gd name="connsiteX18" fmla="*/ 880533 w 1295400"/>
                <a:gd name="connsiteY18" fmla="*/ 296333 h 482600"/>
                <a:gd name="connsiteX19" fmla="*/ 897466 w 1295400"/>
                <a:gd name="connsiteY19" fmla="*/ 186266 h 482600"/>
                <a:gd name="connsiteX20" fmla="*/ 905933 w 1295400"/>
                <a:gd name="connsiteY20" fmla="*/ 152400 h 482600"/>
                <a:gd name="connsiteX21" fmla="*/ 922866 w 1295400"/>
                <a:gd name="connsiteY21" fmla="*/ 135466 h 482600"/>
                <a:gd name="connsiteX22" fmla="*/ 956733 w 1295400"/>
                <a:gd name="connsiteY22" fmla="*/ 101600 h 482600"/>
                <a:gd name="connsiteX23" fmla="*/ 973666 w 1295400"/>
                <a:gd name="connsiteY23" fmla="*/ 76200 h 482600"/>
                <a:gd name="connsiteX24" fmla="*/ 1016000 w 1295400"/>
                <a:gd name="connsiteY24" fmla="*/ 67733 h 482600"/>
                <a:gd name="connsiteX25" fmla="*/ 1049866 w 1295400"/>
                <a:gd name="connsiteY25" fmla="*/ 59266 h 482600"/>
                <a:gd name="connsiteX26" fmla="*/ 1151466 w 1295400"/>
                <a:gd name="connsiteY26" fmla="*/ 42333 h 482600"/>
                <a:gd name="connsiteX27" fmla="*/ 1236133 w 1295400"/>
                <a:gd name="connsiteY27" fmla="*/ 16933 h 482600"/>
                <a:gd name="connsiteX28" fmla="*/ 1270000 w 1295400"/>
                <a:gd name="connsiteY28" fmla="*/ 8466 h 482600"/>
                <a:gd name="connsiteX29" fmla="*/ 1295400 w 1295400"/>
                <a:gd name="connsiteY29" fmla="*/ 0 h 4826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</a:cxnLst>
              <a:rect l="l" t="t" r="r" b="b"/>
              <a:pathLst>
                <a:path w="1295400" h="482600">
                  <a:moveTo>
                    <a:pt x="0" y="118533"/>
                  </a:moveTo>
                  <a:cubicBezTo>
                    <a:pt x="147517" y="107186"/>
                    <a:pt x="181054" y="90853"/>
                    <a:pt x="296333" y="110066"/>
                  </a:cubicBezTo>
                  <a:cubicBezTo>
                    <a:pt x="305136" y="111533"/>
                    <a:pt x="313266" y="115711"/>
                    <a:pt x="321733" y="118533"/>
                  </a:cubicBezTo>
                  <a:cubicBezTo>
                    <a:pt x="327377" y="129822"/>
                    <a:pt x="330586" y="142704"/>
                    <a:pt x="338666" y="152400"/>
                  </a:cubicBezTo>
                  <a:cubicBezTo>
                    <a:pt x="345180" y="160217"/>
                    <a:pt x="357709" y="161387"/>
                    <a:pt x="364066" y="169333"/>
                  </a:cubicBezTo>
                  <a:cubicBezTo>
                    <a:pt x="369641" y="176302"/>
                    <a:pt x="369017" y="186530"/>
                    <a:pt x="372533" y="194733"/>
                  </a:cubicBezTo>
                  <a:cubicBezTo>
                    <a:pt x="377505" y="206334"/>
                    <a:pt x="385034" y="216782"/>
                    <a:pt x="389466" y="228600"/>
                  </a:cubicBezTo>
                  <a:cubicBezTo>
                    <a:pt x="391885" y="235052"/>
                    <a:pt x="400552" y="279094"/>
                    <a:pt x="406400" y="287866"/>
                  </a:cubicBezTo>
                  <a:cubicBezTo>
                    <a:pt x="413042" y="297829"/>
                    <a:pt x="423333" y="304799"/>
                    <a:pt x="431800" y="313266"/>
                  </a:cubicBezTo>
                  <a:cubicBezTo>
                    <a:pt x="434622" y="321733"/>
                    <a:pt x="435674" y="331013"/>
                    <a:pt x="440266" y="338666"/>
                  </a:cubicBezTo>
                  <a:cubicBezTo>
                    <a:pt x="444373" y="345511"/>
                    <a:pt x="452213" y="349366"/>
                    <a:pt x="457200" y="355600"/>
                  </a:cubicBezTo>
                  <a:cubicBezTo>
                    <a:pt x="463557" y="363546"/>
                    <a:pt x="469582" y="371899"/>
                    <a:pt x="474133" y="381000"/>
                  </a:cubicBezTo>
                  <a:cubicBezTo>
                    <a:pt x="498639" y="430011"/>
                    <a:pt x="459851" y="383651"/>
                    <a:pt x="508000" y="431800"/>
                  </a:cubicBezTo>
                  <a:cubicBezTo>
                    <a:pt x="510822" y="440267"/>
                    <a:pt x="511874" y="449547"/>
                    <a:pt x="516466" y="457200"/>
                  </a:cubicBezTo>
                  <a:cubicBezTo>
                    <a:pt x="528087" y="476569"/>
                    <a:pt x="538823" y="475941"/>
                    <a:pt x="558800" y="482600"/>
                  </a:cubicBezTo>
                  <a:cubicBezTo>
                    <a:pt x="632178" y="479778"/>
                    <a:pt x="705664" y="479018"/>
                    <a:pt x="778933" y="474133"/>
                  </a:cubicBezTo>
                  <a:cubicBezTo>
                    <a:pt x="790544" y="473359"/>
                    <a:pt x="803714" y="472935"/>
                    <a:pt x="812800" y="465666"/>
                  </a:cubicBezTo>
                  <a:cubicBezTo>
                    <a:pt x="873529" y="417082"/>
                    <a:pt x="749262" y="458265"/>
                    <a:pt x="855133" y="431800"/>
                  </a:cubicBezTo>
                  <a:cubicBezTo>
                    <a:pt x="874240" y="374482"/>
                    <a:pt x="866815" y="401506"/>
                    <a:pt x="880533" y="296333"/>
                  </a:cubicBezTo>
                  <a:cubicBezTo>
                    <a:pt x="901772" y="133498"/>
                    <a:pt x="876292" y="260376"/>
                    <a:pt x="897466" y="186266"/>
                  </a:cubicBezTo>
                  <a:cubicBezTo>
                    <a:pt x="900663" y="175078"/>
                    <a:pt x="900729" y="162808"/>
                    <a:pt x="905933" y="152400"/>
                  </a:cubicBezTo>
                  <a:cubicBezTo>
                    <a:pt x="909503" y="145260"/>
                    <a:pt x="917222" y="141111"/>
                    <a:pt x="922866" y="135466"/>
                  </a:cubicBezTo>
                  <a:cubicBezTo>
                    <a:pt x="941340" y="80047"/>
                    <a:pt x="915682" y="134441"/>
                    <a:pt x="956733" y="101600"/>
                  </a:cubicBezTo>
                  <a:cubicBezTo>
                    <a:pt x="964679" y="95243"/>
                    <a:pt x="964831" y="81249"/>
                    <a:pt x="973666" y="76200"/>
                  </a:cubicBezTo>
                  <a:cubicBezTo>
                    <a:pt x="986161" y="69060"/>
                    <a:pt x="1001952" y="70855"/>
                    <a:pt x="1016000" y="67733"/>
                  </a:cubicBezTo>
                  <a:cubicBezTo>
                    <a:pt x="1027359" y="65209"/>
                    <a:pt x="1038429" y="61410"/>
                    <a:pt x="1049866" y="59266"/>
                  </a:cubicBezTo>
                  <a:cubicBezTo>
                    <a:pt x="1083612" y="52939"/>
                    <a:pt x="1117599" y="47977"/>
                    <a:pt x="1151466" y="42333"/>
                  </a:cubicBezTo>
                  <a:cubicBezTo>
                    <a:pt x="1190047" y="29472"/>
                    <a:pt x="1182814" y="31474"/>
                    <a:pt x="1236133" y="16933"/>
                  </a:cubicBezTo>
                  <a:cubicBezTo>
                    <a:pt x="1247359" y="13871"/>
                    <a:pt x="1258811" y="11663"/>
                    <a:pt x="1270000" y="8466"/>
                  </a:cubicBezTo>
                  <a:cubicBezTo>
                    <a:pt x="1278581" y="6014"/>
                    <a:pt x="1295400" y="0"/>
                    <a:pt x="1295400" y="0"/>
                  </a:cubicBezTo>
                </a:path>
              </a:pathLst>
            </a:custGeom>
            <a:noFill/>
            <a:ln w="19050">
              <a:solidFill>
                <a:schemeClr val="accent5">
                  <a:lumMod val="75000"/>
                </a:schemeClr>
              </a:solidFill>
            </a:ln>
          </p:spPr>
          <p:txBody>
            <a:bodyPr rtlCol="0" anchor="ctr"/>
            <a:lstStyle/>
            <a:p>
              <a:pPr algn="ctr"/>
              <a:endParaRPr lang="en-GB"/>
            </a:p>
          </p:txBody>
        </p:sp>
        <p:sp>
          <p:nvSpPr>
            <p:cNvPr id="104" name="Freeform: Shape 103"/>
            <p:cNvSpPr/>
            <p:nvPr/>
          </p:nvSpPr>
          <p:spPr>
            <a:xfrm>
              <a:off x="5077572" y="5609296"/>
              <a:ext cx="1227667" cy="492260"/>
            </a:xfrm>
            <a:custGeom>
              <a:avLst/>
              <a:gdLst>
                <a:gd name="connsiteX0" fmla="*/ 0 w 1227667"/>
                <a:gd name="connsiteY0" fmla="*/ 85860 h 492260"/>
                <a:gd name="connsiteX1" fmla="*/ 262467 w 1227667"/>
                <a:gd name="connsiteY1" fmla="*/ 94327 h 492260"/>
                <a:gd name="connsiteX2" fmla="*/ 287867 w 1227667"/>
                <a:gd name="connsiteY2" fmla="*/ 170527 h 492260"/>
                <a:gd name="connsiteX3" fmla="*/ 330200 w 1227667"/>
                <a:gd name="connsiteY3" fmla="*/ 221327 h 492260"/>
                <a:gd name="connsiteX4" fmla="*/ 338667 w 1227667"/>
                <a:gd name="connsiteY4" fmla="*/ 246727 h 492260"/>
                <a:gd name="connsiteX5" fmla="*/ 389467 w 1227667"/>
                <a:gd name="connsiteY5" fmla="*/ 305994 h 492260"/>
                <a:gd name="connsiteX6" fmla="*/ 414867 w 1227667"/>
                <a:gd name="connsiteY6" fmla="*/ 331394 h 492260"/>
                <a:gd name="connsiteX7" fmla="*/ 431800 w 1227667"/>
                <a:gd name="connsiteY7" fmla="*/ 390660 h 492260"/>
                <a:gd name="connsiteX8" fmla="*/ 448734 w 1227667"/>
                <a:gd name="connsiteY8" fmla="*/ 416060 h 492260"/>
                <a:gd name="connsiteX9" fmla="*/ 457200 w 1227667"/>
                <a:gd name="connsiteY9" fmla="*/ 441460 h 492260"/>
                <a:gd name="connsiteX10" fmla="*/ 508000 w 1227667"/>
                <a:gd name="connsiteY10" fmla="*/ 458394 h 492260"/>
                <a:gd name="connsiteX11" fmla="*/ 533400 w 1227667"/>
                <a:gd name="connsiteY11" fmla="*/ 466860 h 492260"/>
                <a:gd name="connsiteX12" fmla="*/ 643467 w 1227667"/>
                <a:gd name="connsiteY12" fmla="*/ 492260 h 492260"/>
                <a:gd name="connsiteX13" fmla="*/ 753534 w 1227667"/>
                <a:gd name="connsiteY13" fmla="*/ 475327 h 492260"/>
                <a:gd name="connsiteX14" fmla="*/ 770467 w 1227667"/>
                <a:gd name="connsiteY14" fmla="*/ 424527 h 492260"/>
                <a:gd name="connsiteX15" fmla="*/ 795867 w 1227667"/>
                <a:gd name="connsiteY15" fmla="*/ 356794 h 492260"/>
                <a:gd name="connsiteX16" fmla="*/ 812800 w 1227667"/>
                <a:gd name="connsiteY16" fmla="*/ 297527 h 492260"/>
                <a:gd name="connsiteX17" fmla="*/ 829734 w 1227667"/>
                <a:gd name="connsiteY17" fmla="*/ 280594 h 492260"/>
                <a:gd name="connsiteX18" fmla="*/ 838200 w 1227667"/>
                <a:gd name="connsiteY18" fmla="*/ 255194 h 492260"/>
                <a:gd name="connsiteX19" fmla="*/ 855134 w 1227667"/>
                <a:gd name="connsiteY19" fmla="*/ 195927 h 492260"/>
                <a:gd name="connsiteX20" fmla="*/ 872067 w 1227667"/>
                <a:gd name="connsiteY20" fmla="*/ 162060 h 492260"/>
                <a:gd name="connsiteX21" fmla="*/ 880534 w 1227667"/>
                <a:gd name="connsiteY21" fmla="*/ 128194 h 492260"/>
                <a:gd name="connsiteX22" fmla="*/ 914400 w 1227667"/>
                <a:gd name="connsiteY22" fmla="*/ 85860 h 492260"/>
                <a:gd name="connsiteX23" fmla="*/ 948267 w 1227667"/>
                <a:gd name="connsiteY23" fmla="*/ 77394 h 492260"/>
                <a:gd name="connsiteX24" fmla="*/ 973667 w 1227667"/>
                <a:gd name="connsiteY24" fmla="*/ 68927 h 492260"/>
                <a:gd name="connsiteX25" fmla="*/ 999067 w 1227667"/>
                <a:gd name="connsiteY25" fmla="*/ 51994 h 492260"/>
                <a:gd name="connsiteX26" fmla="*/ 1049867 w 1227667"/>
                <a:gd name="connsiteY26" fmla="*/ 35060 h 492260"/>
                <a:gd name="connsiteX27" fmla="*/ 1075267 w 1227667"/>
                <a:gd name="connsiteY27" fmla="*/ 26594 h 492260"/>
                <a:gd name="connsiteX28" fmla="*/ 1134534 w 1227667"/>
                <a:gd name="connsiteY28" fmla="*/ 1194 h 492260"/>
                <a:gd name="connsiteX29" fmla="*/ 1143000 w 1227667"/>
                <a:gd name="connsiteY29" fmla="*/ 26594 h 492260"/>
                <a:gd name="connsiteX30" fmla="*/ 1227667 w 1227667"/>
                <a:gd name="connsiteY30" fmla="*/ 35060 h 49226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</a:cxnLst>
              <a:rect l="l" t="t" r="r" b="b"/>
              <a:pathLst>
                <a:path w="1227667" h="492260">
                  <a:moveTo>
                    <a:pt x="0" y="85860"/>
                  </a:moveTo>
                  <a:cubicBezTo>
                    <a:pt x="87489" y="88682"/>
                    <a:pt x="178489" y="69628"/>
                    <a:pt x="262467" y="94327"/>
                  </a:cubicBezTo>
                  <a:cubicBezTo>
                    <a:pt x="288153" y="101882"/>
                    <a:pt x="273016" y="148250"/>
                    <a:pt x="287867" y="170527"/>
                  </a:cubicBezTo>
                  <a:cubicBezTo>
                    <a:pt x="311442" y="205890"/>
                    <a:pt x="297605" y="188732"/>
                    <a:pt x="330200" y="221327"/>
                  </a:cubicBezTo>
                  <a:cubicBezTo>
                    <a:pt x="333022" y="229794"/>
                    <a:pt x="334676" y="238745"/>
                    <a:pt x="338667" y="246727"/>
                  </a:cubicBezTo>
                  <a:cubicBezTo>
                    <a:pt x="351562" y="272517"/>
                    <a:pt x="368634" y="285161"/>
                    <a:pt x="389467" y="305994"/>
                  </a:cubicBezTo>
                  <a:lnTo>
                    <a:pt x="414867" y="331394"/>
                  </a:lnTo>
                  <a:cubicBezTo>
                    <a:pt x="417578" y="342238"/>
                    <a:pt x="425729" y="378519"/>
                    <a:pt x="431800" y="390660"/>
                  </a:cubicBezTo>
                  <a:cubicBezTo>
                    <a:pt x="436351" y="399762"/>
                    <a:pt x="443089" y="407593"/>
                    <a:pt x="448734" y="416060"/>
                  </a:cubicBezTo>
                  <a:cubicBezTo>
                    <a:pt x="451556" y="424527"/>
                    <a:pt x="449938" y="436273"/>
                    <a:pt x="457200" y="441460"/>
                  </a:cubicBezTo>
                  <a:cubicBezTo>
                    <a:pt x="471724" y="451835"/>
                    <a:pt x="491067" y="452750"/>
                    <a:pt x="508000" y="458394"/>
                  </a:cubicBezTo>
                  <a:cubicBezTo>
                    <a:pt x="516467" y="461216"/>
                    <a:pt x="524688" y="464924"/>
                    <a:pt x="533400" y="466860"/>
                  </a:cubicBezTo>
                  <a:cubicBezTo>
                    <a:pt x="620959" y="486318"/>
                    <a:pt x="584357" y="477484"/>
                    <a:pt x="643467" y="492260"/>
                  </a:cubicBezTo>
                  <a:cubicBezTo>
                    <a:pt x="680156" y="486616"/>
                    <a:pt x="720780" y="492795"/>
                    <a:pt x="753534" y="475327"/>
                  </a:cubicBezTo>
                  <a:cubicBezTo>
                    <a:pt x="769283" y="466927"/>
                    <a:pt x="766138" y="441843"/>
                    <a:pt x="770467" y="424527"/>
                  </a:cubicBezTo>
                  <a:cubicBezTo>
                    <a:pt x="792201" y="337595"/>
                    <a:pt x="762661" y="445343"/>
                    <a:pt x="795867" y="356794"/>
                  </a:cubicBezTo>
                  <a:cubicBezTo>
                    <a:pt x="799554" y="346962"/>
                    <a:pt x="805981" y="308893"/>
                    <a:pt x="812800" y="297527"/>
                  </a:cubicBezTo>
                  <a:cubicBezTo>
                    <a:pt x="816907" y="290682"/>
                    <a:pt x="824089" y="286238"/>
                    <a:pt x="829734" y="280594"/>
                  </a:cubicBezTo>
                  <a:cubicBezTo>
                    <a:pt x="832556" y="272127"/>
                    <a:pt x="835748" y="263775"/>
                    <a:pt x="838200" y="255194"/>
                  </a:cubicBezTo>
                  <a:cubicBezTo>
                    <a:pt x="844338" y="233710"/>
                    <a:pt x="846433" y="216228"/>
                    <a:pt x="855134" y="195927"/>
                  </a:cubicBezTo>
                  <a:cubicBezTo>
                    <a:pt x="860106" y="184326"/>
                    <a:pt x="867635" y="173878"/>
                    <a:pt x="872067" y="162060"/>
                  </a:cubicBezTo>
                  <a:cubicBezTo>
                    <a:pt x="876153" y="151165"/>
                    <a:pt x="875950" y="138889"/>
                    <a:pt x="880534" y="128194"/>
                  </a:cubicBezTo>
                  <a:cubicBezTo>
                    <a:pt x="883797" y="120581"/>
                    <a:pt x="904470" y="90825"/>
                    <a:pt x="914400" y="85860"/>
                  </a:cubicBezTo>
                  <a:cubicBezTo>
                    <a:pt x="924808" y="80656"/>
                    <a:pt x="937078" y="80591"/>
                    <a:pt x="948267" y="77394"/>
                  </a:cubicBezTo>
                  <a:cubicBezTo>
                    <a:pt x="956848" y="74942"/>
                    <a:pt x="965685" y="72918"/>
                    <a:pt x="973667" y="68927"/>
                  </a:cubicBezTo>
                  <a:cubicBezTo>
                    <a:pt x="982768" y="64376"/>
                    <a:pt x="989768" y="56127"/>
                    <a:pt x="999067" y="51994"/>
                  </a:cubicBezTo>
                  <a:cubicBezTo>
                    <a:pt x="1015378" y="44745"/>
                    <a:pt x="1032934" y="40704"/>
                    <a:pt x="1049867" y="35060"/>
                  </a:cubicBezTo>
                  <a:lnTo>
                    <a:pt x="1075267" y="26594"/>
                  </a:lnTo>
                  <a:cubicBezTo>
                    <a:pt x="1087042" y="18744"/>
                    <a:pt x="1117447" y="-5641"/>
                    <a:pt x="1134534" y="1194"/>
                  </a:cubicBezTo>
                  <a:cubicBezTo>
                    <a:pt x="1142820" y="4509"/>
                    <a:pt x="1136031" y="21019"/>
                    <a:pt x="1143000" y="26594"/>
                  </a:cubicBezTo>
                  <a:cubicBezTo>
                    <a:pt x="1158716" y="39167"/>
                    <a:pt x="1215550" y="35060"/>
                    <a:pt x="1227667" y="35060"/>
                  </a:cubicBezTo>
                </a:path>
              </a:pathLst>
            </a:custGeom>
            <a:noFill/>
            <a:ln w="19050">
              <a:solidFill>
                <a:schemeClr val="accent5">
                  <a:lumMod val="75000"/>
                </a:schemeClr>
              </a:solidFill>
            </a:ln>
          </p:spPr>
          <p:txBody>
            <a:bodyPr rtlCol="0" anchor="ctr"/>
            <a:lstStyle/>
            <a:p>
              <a:pPr algn="ctr"/>
              <a:endParaRPr lang="en-GB"/>
            </a:p>
          </p:txBody>
        </p:sp>
        <p:sp>
          <p:nvSpPr>
            <p:cNvPr id="105" name="Freeform: Shape 104"/>
            <p:cNvSpPr/>
            <p:nvPr/>
          </p:nvSpPr>
          <p:spPr>
            <a:xfrm>
              <a:off x="5001372" y="5644356"/>
              <a:ext cx="1431274" cy="508000"/>
            </a:xfrm>
            <a:custGeom>
              <a:avLst/>
              <a:gdLst>
                <a:gd name="connsiteX0" fmla="*/ 0 w 1431274"/>
                <a:gd name="connsiteY0" fmla="*/ 465667 h 508000"/>
                <a:gd name="connsiteX1" fmla="*/ 177800 w 1431274"/>
                <a:gd name="connsiteY1" fmla="*/ 457200 h 508000"/>
                <a:gd name="connsiteX2" fmla="*/ 237067 w 1431274"/>
                <a:gd name="connsiteY2" fmla="*/ 431800 h 508000"/>
                <a:gd name="connsiteX3" fmla="*/ 296334 w 1431274"/>
                <a:gd name="connsiteY3" fmla="*/ 414867 h 508000"/>
                <a:gd name="connsiteX4" fmla="*/ 321734 w 1431274"/>
                <a:gd name="connsiteY4" fmla="*/ 355600 h 508000"/>
                <a:gd name="connsiteX5" fmla="*/ 338667 w 1431274"/>
                <a:gd name="connsiteY5" fmla="*/ 321734 h 508000"/>
                <a:gd name="connsiteX6" fmla="*/ 347134 w 1431274"/>
                <a:gd name="connsiteY6" fmla="*/ 296334 h 508000"/>
                <a:gd name="connsiteX7" fmla="*/ 381000 w 1431274"/>
                <a:gd name="connsiteY7" fmla="*/ 245534 h 508000"/>
                <a:gd name="connsiteX8" fmla="*/ 414867 w 1431274"/>
                <a:gd name="connsiteY8" fmla="*/ 169334 h 508000"/>
                <a:gd name="connsiteX9" fmla="*/ 448734 w 1431274"/>
                <a:gd name="connsiteY9" fmla="*/ 143934 h 508000"/>
                <a:gd name="connsiteX10" fmla="*/ 482600 w 1431274"/>
                <a:gd name="connsiteY10" fmla="*/ 67734 h 508000"/>
                <a:gd name="connsiteX11" fmla="*/ 524934 w 1431274"/>
                <a:gd name="connsiteY11" fmla="*/ 16934 h 508000"/>
                <a:gd name="connsiteX12" fmla="*/ 567267 w 1431274"/>
                <a:gd name="connsiteY12" fmla="*/ 8467 h 508000"/>
                <a:gd name="connsiteX13" fmla="*/ 601134 w 1431274"/>
                <a:gd name="connsiteY13" fmla="*/ 0 h 508000"/>
                <a:gd name="connsiteX14" fmla="*/ 880534 w 1431274"/>
                <a:gd name="connsiteY14" fmla="*/ 8467 h 508000"/>
                <a:gd name="connsiteX15" fmla="*/ 889000 w 1431274"/>
                <a:gd name="connsiteY15" fmla="*/ 33867 h 508000"/>
                <a:gd name="connsiteX16" fmla="*/ 939800 w 1431274"/>
                <a:gd name="connsiteY16" fmla="*/ 76200 h 508000"/>
                <a:gd name="connsiteX17" fmla="*/ 948267 w 1431274"/>
                <a:gd name="connsiteY17" fmla="*/ 110067 h 508000"/>
                <a:gd name="connsiteX18" fmla="*/ 982134 w 1431274"/>
                <a:gd name="connsiteY18" fmla="*/ 152400 h 508000"/>
                <a:gd name="connsiteX19" fmla="*/ 1016000 w 1431274"/>
                <a:gd name="connsiteY19" fmla="*/ 211667 h 508000"/>
                <a:gd name="connsiteX20" fmla="*/ 1041400 w 1431274"/>
                <a:gd name="connsiteY20" fmla="*/ 296334 h 508000"/>
                <a:gd name="connsiteX21" fmla="*/ 1058334 w 1431274"/>
                <a:gd name="connsiteY21" fmla="*/ 321734 h 508000"/>
                <a:gd name="connsiteX22" fmla="*/ 1092200 w 1431274"/>
                <a:gd name="connsiteY22" fmla="*/ 389467 h 508000"/>
                <a:gd name="connsiteX23" fmla="*/ 1134534 w 1431274"/>
                <a:gd name="connsiteY23" fmla="*/ 431800 h 508000"/>
                <a:gd name="connsiteX24" fmla="*/ 1151467 w 1431274"/>
                <a:gd name="connsiteY24" fmla="*/ 465667 h 508000"/>
                <a:gd name="connsiteX25" fmla="*/ 1185334 w 1431274"/>
                <a:gd name="connsiteY25" fmla="*/ 474134 h 508000"/>
                <a:gd name="connsiteX26" fmla="*/ 1210734 w 1431274"/>
                <a:gd name="connsiteY26" fmla="*/ 491067 h 508000"/>
                <a:gd name="connsiteX27" fmla="*/ 1244600 w 1431274"/>
                <a:gd name="connsiteY27" fmla="*/ 508000 h 508000"/>
                <a:gd name="connsiteX28" fmla="*/ 1371600 w 1431274"/>
                <a:gd name="connsiteY28" fmla="*/ 499534 h 508000"/>
                <a:gd name="connsiteX29" fmla="*/ 1397000 w 1431274"/>
                <a:gd name="connsiteY29" fmla="*/ 491067 h 508000"/>
                <a:gd name="connsiteX30" fmla="*/ 1413934 w 1431274"/>
                <a:gd name="connsiteY30" fmla="*/ 482600 h 5080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</a:cxnLst>
              <a:rect l="l" t="t" r="r" b="b"/>
              <a:pathLst>
                <a:path w="1431274" h="508000">
                  <a:moveTo>
                    <a:pt x="0" y="465667"/>
                  </a:moveTo>
                  <a:cubicBezTo>
                    <a:pt x="59267" y="462845"/>
                    <a:pt x="118671" y="462127"/>
                    <a:pt x="177800" y="457200"/>
                  </a:cubicBezTo>
                  <a:cubicBezTo>
                    <a:pt x="194236" y="455830"/>
                    <a:pt x="224828" y="437045"/>
                    <a:pt x="237067" y="431800"/>
                  </a:cubicBezTo>
                  <a:cubicBezTo>
                    <a:pt x="254066" y="424515"/>
                    <a:pt x="279156" y="419162"/>
                    <a:pt x="296334" y="414867"/>
                  </a:cubicBezTo>
                  <a:cubicBezTo>
                    <a:pt x="330649" y="363393"/>
                    <a:pt x="298302" y="418084"/>
                    <a:pt x="321734" y="355600"/>
                  </a:cubicBezTo>
                  <a:cubicBezTo>
                    <a:pt x="326166" y="343782"/>
                    <a:pt x="333695" y="333335"/>
                    <a:pt x="338667" y="321734"/>
                  </a:cubicBezTo>
                  <a:cubicBezTo>
                    <a:pt x="342183" y="313531"/>
                    <a:pt x="342800" y="304136"/>
                    <a:pt x="347134" y="296334"/>
                  </a:cubicBezTo>
                  <a:cubicBezTo>
                    <a:pt x="357017" y="278544"/>
                    <a:pt x="374564" y="264841"/>
                    <a:pt x="381000" y="245534"/>
                  </a:cubicBezTo>
                  <a:cubicBezTo>
                    <a:pt x="389383" y="220386"/>
                    <a:pt x="394742" y="189459"/>
                    <a:pt x="414867" y="169334"/>
                  </a:cubicBezTo>
                  <a:cubicBezTo>
                    <a:pt x="424845" y="159356"/>
                    <a:pt x="437445" y="152401"/>
                    <a:pt x="448734" y="143934"/>
                  </a:cubicBezTo>
                  <a:cubicBezTo>
                    <a:pt x="492417" y="12883"/>
                    <a:pt x="442351" y="148232"/>
                    <a:pt x="482600" y="67734"/>
                  </a:cubicBezTo>
                  <a:cubicBezTo>
                    <a:pt x="498746" y="35442"/>
                    <a:pt x="478841" y="37420"/>
                    <a:pt x="524934" y="16934"/>
                  </a:cubicBezTo>
                  <a:cubicBezTo>
                    <a:pt x="538084" y="11089"/>
                    <a:pt x="553219" y="11589"/>
                    <a:pt x="567267" y="8467"/>
                  </a:cubicBezTo>
                  <a:cubicBezTo>
                    <a:pt x="578626" y="5943"/>
                    <a:pt x="589845" y="2822"/>
                    <a:pt x="601134" y="0"/>
                  </a:cubicBezTo>
                  <a:cubicBezTo>
                    <a:pt x="694267" y="2822"/>
                    <a:pt x="787996" y="-2420"/>
                    <a:pt x="880534" y="8467"/>
                  </a:cubicBezTo>
                  <a:cubicBezTo>
                    <a:pt x="889397" y="9510"/>
                    <a:pt x="884050" y="26441"/>
                    <a:pt x="889000" y="33867"/>
                  </a:cubicBezTo>
                  <a:cubicBezTo>
                    <a:pt x="902038" y="53424"/>
                    <a:pt x="921058" y="63705"/>
                    <a:pt x="939800" y="76200"/>
                  </a:cubicBezTo>
                  <a:cubicBezTo>
                    <a:pt x="942622" y="87489"/>
                    <a:pt x="943683" y="99371"/>
                    <a:pt x="948267" y="110067"/>
                  </a:cubicBezTo>
                  <a:cubicBezTo>
                    <a:pt x="960296" y="138135"/>
                    <a:pt x="965325" y="131389"/>
                    <a:pt x="982134" y="152400"/>
                  </a:cubicBezTo>
                  <a:cubicBezTo>
                    <a:pt x="993694" y="166849"/>
                    <a:pt x="1009865" y="195308"/>
                    <a:pt x="1016000" y="211667"/>
                  </a:cubicBezTo>
                  <a:cubicBezTo>
                    <a:pt x="1026140" y="238708"/>
                    <a:pt x="1024861" y="271527"/>
                    <a:pt x="1041400" y="296334"/>
                  </a:cubicBezTo>
                  <a:lnTo>
                    <a:pt x="1058334" y="321734"/>
                  </a:lnTo>
                  <a:cubicBezTo>
                    <a:pt x="1068287" y="361550"/>
                    <a:pt x="1062165" y="355678"/>
                    <a:pt x="1092200" y="389467"/>
                  </a:cubicBezTo>
                  <a:cubicBezTo>
                    <a:pt x="1105458" y="404382"/>
                    <a:pt x="1134534" y="431800"/>
                    <a:pt x="1134534" y="431800"/>
                  </a:cubicBezTo>
                  <a:cubicBezTo>
                    <a:pt x="1140178" y="443089"/>
                    <a:pt x="1141771" y="457587"/>
                    <a:pt x="1151467" y="465667"/>
                  </a:cubicBezTo>
                  <a:cubicBezTo>
                    <a:pt x="1160406" y="473117"/>
                    <a:pt x="1174638" y="469550"/>
                    <a:pt x="1185334" y="474134"/>
                  </a:cubicBezTo>
                  <a:cubicBezTo>
                    <a:pt x="1194687" y="478142"/>
                    <a:pt x="1201899" y="486019"/>
                    <a:pt x="1210734" y="491067"/>
                  </a:cubicBezTo>
                  <a:cubicBezTo>
                    <a:pt x="1221692" y="497329"/>
                    <a:pt x="1233311" y="502356"/>
                    <a:pt x="1244600" y="508000"/>
                  </a:cubicBezTo>
                  <a:cubicBezTo>
                    <a:pt x="1286933" y="505178"/>
                    <a:pt x="1329432" y="504219"/>
                    <a:pt x="1371600" y="499534"/>
                  </a:cubicBezTo>
                  <a:cubicBezTo>
                    <a:pt x="1380470" y="498548"/>
                    <a:pt x="1388419" y="493519"/>
                    <a:pt x="1397000" y="491067"/>
                  </a:cubicBezTo>
                  <a:cubicBezTo>
                    <a:pt x="1431425" y="481231"/>
                    <a:pt x="1444889" y="482600"/>
                    <a:pt x="1413934" y="482600"/>
                  </a:cubicBezTo>
                </a:path>
              </a:pathLst>
            </a:custGeom>
            <a:noFill/>
            <a:ln w="19050">
              <a:solidFill>
                <a:schemeClr val="accent5">
                  <a:lumMod val="75000"/>
                </a:schemeClr>
              </a:solidFill>
            </a:ln>
          </p:spPr>
          <p:txBody>
            <a:bodyPr rtlCol="0" anchor="ctr"/>
            <a:lstStyle/>
            <a:p>
              <a:pPr algn="ctr"/>
              <a:endParaRPr lang="en-GB"/>
            </a:p>
          </p:txBody>
        </p:sp>
        <p:sp>
          <p:nvSpPr>
            <p:cNvPr id="106" name="Freeform: Shape 105"/>
            <p:cNvSpPr/>
            <p:nvPr/>
          </p:nvSpPr>
          <p:spPr>
            <a:xfrm>
              <a:off x="5086039" y="5627423"/>
              <a:ext cx="1286939" cy="533400"/>
            </a:xfrm>
            <a:custGeom>
              <a:avLst/>
              <a:gdLst>
                <a:gd name="connsiteX0" fmla="*/ 0 w 1286939"/>
                <a:gd name="connsiteY0" fmla="*/ 533400 h 533400"/>
                <a:gd name="connsiteX1" fmla="*/ 59267 w 1286939"/>
                <a:gd name="connsiteY1" fmla="*/ 516467 h 533400"/>
                <a:gd name="connsiteX2" fmla="*/ 84667 w 1286939"/>
                <a:gd name="connsiteY2" fmla="*/ 508000 h 533400"/>
                <a:gd name="connsiteX3" fmla="*/ 152400 w 1286939"/>
                <a:gd name="connsiteY3" fmla="*/ 491067 h 533400"/>
                <a:gd name="connsiteX4" fmla="*/ 186267 w 1286939"/>
                <a:gd name="connsiteY4" fmla="*/ 474133 h 533400"/>
                <a:gd name="connsiteX5" fmla="*/ 194733 w 1286939"/>
                <a:gd name="connsiteY5" fmla="*/ 440267 h 533400"/>
                <a:gd name="connsiteX6" fmla="*/ 228600 w 1286939"/>
                <a:gd name="connsiteY6" fmla="*/ 364067 h 533400"/>
                <a:gd name="connsiteX7" fmla="*/ 245533 w 1286939"/>
                <a:gd name="connsiteY7" fmla="*/ 347133 h 533400"/>
                <a:gd name="connsiteX8" fmla="*/ 270933 w 1286939"/>
                <a:gd name="connsiteY8" fmla="*/ 270933 h 533400"/>
                <a:gd name="connsiteX9" fmla="*/ 279400 w 1286939"/>
                <a:gd name="connsiteY9" fmla="*/ 245533 h 533400"/>
                <a:gd name="connsiteX10" fmla="*/ 304800 w 1286939"/>
                <a:gd name="connsiteY10" fmla="*/ 228600 h 533400"/>
                <a:gd name="connsiteX11" fmla="*/ 330200 w 1286939"/>
                <a:gd name="connsiteY11" fmla="*/ 169333 h 533400"/>
                <a:gd name="connsiteX12" fmla="*/ 355600 w 1286939"/>
                <a:gd name="connsiteY12" fmla="*/ 152400 h 533400"/>
                <a:gd name="connsiteX13" fmla="*/ 381000 w 1286939"/>
                <a:gd name="connsiteY13" fmla="*/ 93133 h 533400"/>
                <a:gd name="connsiteX14" fmla="*/ 431800 w 1286939"/>
                <a:gd name="connsiteY14" fmla="*/ 42333 h 533400"/>
                <a:gd name="connsiteX15" fmla="*/ 440267 w 1286939"/>
                <a:gd name="connsiteY15" fmla="*/ 16933 h 533400"/>
                <a:gd name="connsiteX16" fmla="*/ 465667 w 1286939"/>
                <a:gd name="connsiteY16" fmla="*/ 0 h 533400"/>
                <a:gd name="connsiteX17" fmla="*/ 787400 w 1286939"/>
                <a:gd name="connsiteY17" fmla="*/ 8467 h 533400"/>
                <a:gd name="connsiteX18" fmla="*/ 812800 w 1286939"/>
                <a:gd name="connsiteY18" fmla="*/ 25400 h 533400"/>
                <a:gd name="connsiteX19" fmla="*/ 821267 w 1286939"/>
                <a:gd name="connsiteY19" fmla="*/ 59267 h 533400"/>
                <a:gd name="connsiteX20" fmla="*/ 846667 w 1286939"/>
                <a:gd name="connsiteY20" fmla="*/ 93133 h 533400"/>
                <a:gd name="connsiteX21" fmla="*/ 905933 w 1286939"/>
                <a:gd name="connsiteY21" fmla="*/ 143933 h 533400"/>
                <a:gd name="connsiteX22" fmla="*/ 922867 w 1286939"/>
                <a:gd name="connsiteY22" fmla="*/ 169333 h 533400"/>
                <a:gd name="connsiteX23" fmla="*/ 948267 w 1286939"/>
                <a:gd name="connsiteY23" fmla="*/ 203200 h 533400"/>
                <a:gd name="connsiteX24" fmla="*/ 982133 w 1286939"/>
                <a:gd name="connsiteY24" fmla="*/ 237067 h 533400"/>
                <a:gd name="connsiteX25" fmla="*/ 990600 w 1286939"/>
                <a:gd name="connsiteY25" fmla="*/ 279400 h 533400"/>
                <a:gd name="connsiteX26" fmla="*/ 999067 w 1286939"/>
                <a:gd name="connsiteY26" fmla="*/ 330200 h 533400"/>
                <a:gd name="connsiteX27" fmla="*/ 1007533 w 1286939"/>
                <a:gd name="connsiteY27" fmla="*/ 364067 h 533400"/>
                <a:gd name="connsiteX28" fmla="*/ 1058333 w 1286939"/>
                <a:gd name="connsiteY28" fmla="*/ 414867 h 533400"/>
                <a:gd name="connsiteX29" fmla="*/ 1100667 w 1286939"/>
                <a:gd name="connsiteY29" fmla="*/ 440267 h 533400"/>
                <a:gd name="connsiteX30" fmla="*/ 1117600 w 1286939"/>
                <a:gd name="connsiteY30" fmla="*/ 465667 h 533400"/>
                <a:gd name="connsiteX31" fmla="*/ 1151467 w 1286939"/>
                <a:gd name="connsiteY31" fmla="*/ 474133 h 533400"/>
                <a:gd name="connsiteX32" fmla="*/ 1176867 w 1286939"/>
                <a:gd name="connsiteY32" fmla="*/ 482600 h 533400"/>
                <a:gd name="connsiteX33" fmla="*/ 1286933 w 1286939"/>
                <a:gd name="connsiteY33" fmla="*/ 482600 h 5334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</a:cxnLst>
              <a:rect l="l" t="t" r="r" b="b"/>
              <a:pathLst>
                <a:path w="1286939" h="533400">
                  <a:moveTo>
                    <a:pt x="0" y="533400"/>
                  </a:moveTo>
                  <a:lnTo>
                    <a:pt x="59267" y="516467"/>
                  </a:lnTo>
                  <a:cubicBezTo>
                    <a:pt x="67815" y="513903"/>
                    <a:pt x="76057" y="510348"/>
                    <a:pt x="84667" y="508000"/>
                  </a:cubicBezTo>
                  <a:cubicBezTo>
                    <a:pt x="107119" y="501877"/>
                    <a:pt x="152400" y="491067"/>
                    <a:pt x="152400" y="491067"/>
                  </a:cubicBezTo>
                  <a:cubicBezTo>
                    <a:pt x="163689" y="485422"/>
                    <a:pt x="178187" y="483829"/>
                    <a:pt x="186267" y="474133"/>
                  </a:cubicBezTo>
                  <a:cubicBezTo>
                    <a:pt x="193716" y="465194"/>
                    <a:pt x="191389" y="451412"/>
                    <a:pt x="194733" y="440267"/>
                  </a:cubicBezTo>
                  <a:cubicBezTo>
                    <a:pt x="206011" y="402673"/>
                    <a:pt x="206825" y="391287"/>
                    <a:pt x="228600" y="364067"/>
                  </a:cubicBezTo>
                  <a:cubicBezTo>
                    <a:pt x="233587" y="357834"/>
                    <a:pt x="239889" y="352778"/>
                    <a:pt x="245533" y="347133"/>
                  </a:cubicBezTo>
                  <a:cubicBezTo>
                    <a:pt x="259720" y="290388"/>
                    <a:pt x="247022" y="334696"/>
                    <a:pt x="270933" y="270933"/>
                  </a:cubicBezTo>
                  <a:cubicBezTo>
                    <a:pt x="274067" y="262577"/>
                    <a:pt x="273825" y="252502"/>
                    <a:pt x="279400" y="245533"/>
                  </a:cubicBezTo>
                  <a:cubicBezTo>
                    <a:pt x="285757" y="237587"/>
                    <a:pt x="296333" y="234244"/>
                    <a:pt x="304800" y="228600"/>
                  </a:cubicBezTo>
                  <a:cubicBezTo>
                    <a:pt x="310682" y="210956"/>
                    <a:pt x="318577" y="183281"/>
                    <a:pt x="330200" y="169333"/>
                  </a:cubicBezTo>
                  <a:cubicBezTo>
                    <a:pt x="336714" y="161516"/>
                    <a:pt x="347133" y="158044"/>
                    <a:pt x="355600" y="152400"/>
                  </a:cubicBezTo>
                  <a:cubicBezTo>
                    <a:pt x="361717" y="134051"/>
                    <a:pt x="369045" y="108077"/>
                    <a:pt x="381000" y="93133"/>
                  </a:cubicBezTo>
                  <a:cubicBezTo>
                    <a:pt x="395960" y="74433"/>
                    <a:pt x="431800" y="42333"/>
                    <a:pt x="431800" y="42333"/>
                  </a:cubicBezTo>
                  <a:cubicBezTo>
                    <a:pt x="434622" y="33866"/>
                    <a:pt x="434692" y="23902"/>
                    <a:pt x="440267" y="16933"/>
                  </a:cubicBezTo>
                  <a:cubicBezTo>
                    <a:pt x="446624" y="8987"/>
                    <a:pt x="455494" y="248"/>
                    <a:pt x="465667" y="0"/>
                  </a:cubicBezTo>
                  <a:lnTo>
                    <a:pt x="787400" y="8467"/>
                  </a:lnTo>
                  <a:cubicBezTo>
                    <a:pt x="795867" y="14111"/>
                    <a:pt x="807156" y="16933"/>
                    <a:pt x="812800" y="25400"/>
                  </a:cubicBezTo>
                  <a:cubicBezTo>
                    <a:pt x="819255" y="35082"/>
                    <a:pt x="816063" y="48859"/>
                    <a:pt x="821267" y="59267"/>
                  </a:cubicBezTo>
                  <a:cubicBezTo>
                    <a:pt x="827578" y="71888"/>
                    <a:pt x="837633" y="82293"/>
                    <a:pt x="846667" y="93133"/>
                  </a:cubicBezTo>
                  <a:cubicBezTo>
                    <a:pt x="868128" y="118887"/>
                    <a:pt x="876042" y="114042"/>
                    <a:pt x="905933" y="143933"/>
                  </a:cubicBezTo>
                  <a:cubicBezTo>
                    <a:pt x="913128" y="151128"/>
                    <a:pt x="916952" y="161053"/>
                    <a:pt x="922867" y="169333"/>
                  </a:cubicBezTo>
                  <a:cubicBezTo>
                    <a:pt x="931069" y="180816"/>
                    <a:pt x="938975" y="192580"/>
                    <a:pt x="948267" y="203200"/>
                  </a:cubicBezTo>
                  <a:cubicBezTo>
                    <a:pt x="958780" y="215215"/>
                    <a:pt x="970844" y="225778"/>
                    <a:pt x="982133" y="237067"/>
                  </a:cubicBezTo>
                  <a:cubicBezTo>
                    <a:pt x="984955" y="251178"/>
                    <a:pt x="988026" y="265242"/>
                    <a:pt x="990600" y="279400"/>
                  </a:cubicBezTo>
                  <a:cubicBezTo>
                    <a:pt x="993671" y="296290"/>
                    <a:pt x="995700" y="313366"/>
                    <a:pt x="999067" y="330200"/>
                  </a:cubicBezTo>
                  <a:cubicBezTo>
                    <a:pt x="1001349" y="341610"/>
                    <a:pt x="1000860" y="354534"/>
                    <a:pt x="1007533" y="364067"/>
                  </a:cubicBezTo>
                  <a:cubicBezTo>
                    <a:pt x="1021266" y="383686"/>
                    <a:pt x="1041400" y="397934"/>
                    <a:pt x="1058333" y="414867"/>
                  </a:cubicBezTo>
                  <a:cubicBezTo>
                    <a:pt x="1081576" y="438110"/>
                    <a:pt x="1067696" y="429276"/>
                    <a:pt x="1100667" y="440267"/>
                  </a:cubicBezTo>
                  <a:cubicBezTo>
                    <a:pt x="1106311" y="448734"/>
                    <a:pt x="1109133" y="460023"/>
                    <a:pt x="1117600" y="465667"/>
                  </a:cubicBezTo>
                  <a:cubicBezTo>
                    <a:pt x="1127282" y="472122"/>
                    <a:pt x="1140278" y="470936"/>
                    <a:pt x="1151467" y="474133"/>
                  </a:cubicBezTo>
                  <a:cubicBezTo>
                    <a:pt x="1160048" y="476585"/>
                    <a:pt x="1168400" y="479778"/>
                    <a:pt x="1176867" y="482600"/>
                  </a:cubicBezTo>
                  <a:cubicBezTo>
                    <a:pt x="1289747" y="473917"/>
                    <a:pt x="1286933" y="437336"/>
                    <a:pt x="1286933" y="482600"/>
                  </a:cubicBezTo>
                </a:path>
              </a:pathLst>
            </a:custGeom>
            <a:noFill/>
            <a:ln w="19050">
              <a:solidFill>
                <a:schemeClr val="accent5">
                  <a:lumMod val="75000"/>
                </a:schemeClr>
              </a:solidFill>
            </a:ln>
          </p:spPr>
          <p:txBody>
            <a:bodyPr rtlCol="0" anchor="ctr"/>
            <a:lstStyle/>
            <a:p>
              <a:pPr algn="ctr"/>
              <a:endParaRPr lang="en-GB"/>
            </a:p>
          </p:txBody>
        </p:sp>
        <p:sp>
          <p:nvSpPr>
            <p:cNvPr id="107" name="Freeform: Shape 106"/>
            <p:cNvSpPr/>
            <p:nvPr/>
          </p:nvSpPr>
          <p:spPr>
            <a:xfrm>
              <a:off x="5069106" y="5661254"/>
              <a:ext cx="1303866" cy="465702"/>
            </a:xfrm>
            <a:custGeom>
              <a:avLst/>
              <a:gdLst>
                <a:gd name="connsiteX0" fmla="*/ 0 w 1303866"/>
                <a:gd name="connsiteY0" fmla="*/ 465702 h 465702"/>
                <a:gd name="connsiteX1" fmla="*/ 84666 w 1303866"/>
                <a:gd name="connsiteY1" fmla="*/ 457236 h 465702"/>
                <a:gd name="connsiteX2" fmla="*/ 143933 w 1303866"/>
                <a:gd name="connsiteY2" fmla="*/ 431836 h 465702"/>
                <a:gd name="connsiteX3" fmla="*/ 211666 w 1303866"/>
                <a:gd name="connsiteY3" fmla="*/ 414902 h 465702"/>
                <a:gd name="connsiteX4" fmla="*/ 228600 w 1303866"/>
                <a:gd name="connsiteY4" fmla="*/ 389502 h 465702"/>
                <a:gd name="connsiteX5" fmla="*/ 237066 w 1303866"/>
                <a:gd name="connsiteY5" fmla="*/ 355636 h 465702"/>
                <a:gd name="connsiteX6" fmla="*/ 262466 w 1303866"/>
                <a:gd name="connsiteY6" fmla="*/ 338702 h 465702"/>
                <a:gd name="connsiteX7" fmla="*/ 296333 w 1303866"/>
                <a:gd name="connsiteY7" fmla="*/ 296369 h 465702"/>
                <a:gd name="connsiteX8" fmla="*/ 330200 w 1303866"/>
                <a:gd name="connsiteY8" fmla="*/ 254036 h 465702"/>
                <a:gd name="connsiteX9" fmla="*/ 364066 w 1303866"/>
                <a:gd name="connsiteY9" fmla="*/ 194769 h 465702"/>
                <a:gd name="connsiteX10" fmla="*/ 406400 w 1303866"/>
                <a:gd name="connsiteY10" fmla="*/ 135502 h 465702"/>
                <a:gd name="connsiteX11" fmla="*/ 440266 w 1303866"/>
                <a:gd name="connsiteY11" fmla="*/ 84702 h 465702"/>
                <a:gd name="connsiteX12" fmla="*/ 465666 w 1303866"/>
                <a:gd name="connsiteY12" fmla="*/ 33902 h 465702"/>
                <a:gd name="connsiteX13" fmla="*/ 491066 w 1303866"/>
                <a:gd name="connsiteY13" fmla="*/ 25436 h 465702"/>
                <a:gd name="connsiteX14" fmla="*/ 508000 w 1303866"/>
                <a:gd name="connsiteY14" fmla="*/ 8502 h 465702"/>
                <a:gd name="connsiteX15" fmla="*/ 541866 w 1303866"/>
                <a:gd name="connsiteY15" fmla="*/ 36 h 465702"/>
                <a:gd name="connsiteX16" fmla="*/ 728133 w 1303866"/>
                <a:gd name="connsiteY16" fmla="*/ 16969 h 465702"/>
                <a:gd name="connsiteX17" fmla="*/ 787400 w 1303866"/>
                <a:gd name="connsiteY17" fmla="*/ 50836 h 465702"/>
                <a:gd name="connsiteX18" fmla="*/ 821266 w 1303866"/>
                <a:gd name="connsiteY18" fmla="*/ 59302 h 465702"/>
                <a:gd name="connsiteX19" fmla="*/ 855133 w 1303866"/>
                <a:gd name="connsiteY19" fmla="*/ 93169 h 465702"/>
                <a:gd name="connsiteX20" fmla="*/ 889000 w 1303866"/>
                <a:gd name="connsiteY20" fmla="*/ 110102 h 465702"/>
                <a:gd name="connsiteX21" fmla="*/ 897466 w 1303866"/>
                <a:gd name="connsiteY21" fmla="*/ 135502 h 465702"/>
                <a:gd name="connsiteX22" fmla="*/ 914400 w 1303866"/>
                <a:gd name="connsiteY22" fmla="*/ 152436 h 465702"/>
                <a:gd name="connsiteX23" fmla="*/ 931333 w 1303866"/>
                <a:gd name="connsiteY23" fmla="*/ 177836 h 465702"/>
                <a:gd name="connsiteX24" fmla="*/ 965200 w 1303866"/>
                <a:gd name="connsiteY24" fmla="*/ 228636 h 465702"/>
                <a:gd name="connsiteX25" fmla="*/ 973666 w 1303866"/>
                <a:gd name="connsiteY25" fmla="*/ 254036 h 465702"/>
                <a:gd name="connsiteX26" fmla="*/ 1016000 w 1303866"/>
                <a:gd name="connsiteY26" fmla="*/ 304836 h 465702"/>
                <a:gd name="connsiteX27" fmla="*/ 1024466 w 1303866"/>
                <a:gd name="connsiteY27" fmla="*/ 338702 h 465702"/>
                <a:gd name="connsiteX28" fmla="*/ 1041400 w 1303866"/>
                <a:gd name="connsiteY28" fmla="*/ 355636 h 465702"/>
                <a:gd name="connsiteX29" fmla="*/ 1058333 w 1303866"/>
                <a:gd name="connsiteY29" fmla="*/ 381036 h 465702"/>
                <a:gd name="connsiteX30" fmla="*/ 1109133 w 1303866"/>
                <a:gd name="connsiteY30" fmla="*/ 406436 h 465702"/>
                <a:gd name="connsiteX31" fmla="*/ 1100666 w 1303866"/>
                <a:gd name="connsiteY31" fmla="*/ 431836 h 465702"/>
                <a:gd name="connsiteX32" fmla="*/ 1143000 w 1303866"/>
                <a:gd name="connsiteY32" fmla="*/ 465702 h 465702"/>
                <a:gd name="connsiteX33" fmla="*/ 1193800 w 1303866"/>
                <a:gd name="connsiteY33" fmla="*/ 457236 h 465702"/>
                <a:gd name="connsiteX34" fmla="*/ 1227666 w 1303866"/>
                <a:gd name="connsiteY34" fmla="*/ 448769 h 465702"/>
                <a:gd name="connsiteX35" fmla="*/ 1303866 w 1303866"/>
                <a:gd name="connsiteY35" fmla="*/ 448769 h 46570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</a:cxnLst>
              <a:rect l="l" t="t" r="r" b="b"/>
              <a:pathLst>
                <a:path w="1303866" h="465702">
                  <a:moveTo>
                    <a:pt x="0" y="465702"/>
                  </a:moveTo>
                  <a:cubicBezTo>
                    <a:pt x="28222" y="462880"/>
                    <a:pt x="56633" y="461549"/>
                    <a:pt x="84666" y="457236"/>
                  </a:cubicBezTo>
                  <a:cubicBezTo>
                    <a:pt x="112139" y="453010"/>
                    <a:pt x="116086" y="441118"/>
                    <a:pt x="143933" y="431836"/>
                  </a:cubicBezTo>
                  <a:cubicBezTo>
                    <a:pt x="166011" y="424476"/>
                    <a:pt x="211666" y="414902"/>
                    <a:pt x="211666" y="414902"/>
                  </a:cubicBezTo>
                  <a:cubicBezTo>
                    <a:pt x="217311" y="406435"/>
                    <a:pt x="224592" y="398855"/>
                    <a:pt x="228600" y="389502"/>
                  </a:cubicBezTo>
                  <a:cubicBezTo>
                    <a:pt x="233184" y="378807"/>
                    <a:pt x="230612" y="365318"/>
                    <a:pt x="237066" y="355636"/>
                  </a:cubicBezTo>
                  <a:cubicBezTo>
                    <a:pt x="242710" y="347169"/>
                    <a:pt x="253999" y="344347"/>
                    <a:pt x="262466" y="338702"/>
                  </a:cubicBezTo>
                  <a:cubicBezTo>
                    <a:pt x="283748" y="274858"/>
                    <a:pt x="252565" y="351078"/>
                    <a:pt x="296333" y="296369"/>
                  </a:cubicBezTo>
                  <a:cubicBezTo>
                    <a:pt x="343071" y="237947"/>
                    <a:pt x="257408" y="302563"/>
                    <a:pt x="330200" y="254036"/>
                  </a:cubicBezTo>
                  <a:cubicBezTo>
                    <a:pt x="352462" y="164982"/>
                    <a:pt x="319230" y="273231"/>
                    <a:pt x="364066" y="194769"/>
                  </a:cubicBezTo>
                  <a:cubicBezTo>
                    <a:pt x="402706" y="127150"/>
                    <a:pt x="330785" y="192213"/>
                    <a:pt x="406400" y="135502"/>
                  </a:cubicBezTo>
                  <a:cubicBezTo>
                    <a:pt x="426529" y="75110"/>
                    <a:pt x="397987" y="148120"/>
                    <a:pt x="440266" y="84702"/>
                  </a:cubicBezTo>
                  <a:cubicBezTo>
                    <a:pt x="457794" y="58410"/>
                    <a:pt x="437120" y="56738"/>
                    <a:pt x="465666" y="33902"/>
                  </a:cubicBezTo>
                  <a:cubicBezTo>
                    <a:pt x="472635" y="28327"/>
                    <a:pt x="482599" y="28258"/>
                    <a:pt x="491066" y="25436"/>
                  </a:cubicBezTo>
                  <a:cubicBezTo>
                    <a:pt x="496711" y="19791"/>
                    <a:pt x="500860" y="12072"/>
                    <a:pt x="508000" y="8502"/>
                  </a:cubicBezTo>
                  <a:cubicBezTo>
                    <a:pt x="518408" y="3298"/>
                    <a:pt x="530239" y="-411"/>
                    <a:pt x="541866" y="36"/>
                  </a:cubicBezTo>
                  <a:cubicBezTo>
                    <a:pt x="604165" y="2432"/>
                    <a:pt x="666044" y="11325"/>
                    <a:pt x="728133" y="16969"/>
                  </a:cubicBezTo>
                  <a:cubicBezTo>
                    <a:pt x="805827" y="42868"/>
                    <a:pt x="684875" y="-425"/>
                    <a:pt x="787400" y="50836"/>
                  </a:cubicBezTo>
                  <a:cubicBezTo>
                    <a:pt x="797808" y="56040"/>
                    <a:pt x="809977" y="56480"/>
                    <a:pt x="821266" y="59302"/>
                  </a:cubicBezTo>
                  <a:cubicBezTo>
                    <a:pt x="832555" y="70591"/>
                    <a:pt x="842361" y="83590"/>
                    <a:pt x="855133" y="93169"/>
                  </a:cubicBezTo>
                  <a:cubicBezTo>
                    <a:pt x="865230" y="100742"/>
                    <a:pt x="880075" y="101177"/>
                    <a:pt x="889000" y="110102"/>
                  </a:cubicBezTo>
                  <a:cubicBezTo>
                    <a:pt x="895311" y="116413"/>
                    <a:pt x="892874" y="127849"/>
                    <a:pt x="897466" y="135502"/>
                  </a:cubicBezTo>
                  <a:cubicBezTo>
                    <a:pt x="901573" y="142347"/>
                    <a:pt x="909413" y="146202"/>
                    <a:pt x="914400" y="152436"/>
                  </a:cubicBezTo>
                  <a:cubicBezTo>
                    <a:pt x="920757" y="160382"/>
                    <a:pt x="926782" y="168735"/>
                    <a:pt x="931333" y="177836"/>
                  </a:cubicBezTo>
                  <a:cubicBezTo>
                    <a:pt x="955839" y="226847"/>
                    <a:pt x="917051" y="180487"/>
                    <a:pt x="965200" y="228636"/>
                  </a:cubicBezTo>
                  <a:cubicBezTo>
                    <a:pt x="968022" y="237103"/>
                    <a:pt x="969675" y="246054"/>
                    <a:pt x="973666" y="254036"/>
                  </a:cubicBezTo>
                  <a:cubicBezTo>
                    <a:pt x="985453" y="277609"/>
                    <a:pt x="997277" y="286113"/>
                    <a:pt x="1016000" y="304836"/>
                  </a:cubicBezTo>
                  <a:cubicBezTo>
                    <a:pt x="1018822" y="316125"/>
                    <a:pt x="1019262" y="328294"/>
                    <a:pt x="1024466" y="338702"/>
                  </a:cubicBezTo>
                  <a:cubicBezTo>
                    <a:pt x="1028036" y="345842"/>
                    <a:pt x="1036413" y="349402"/>
                    <a:pt x="1041400" y="355636"/>
                  </a:cubicBezTo>
                  <a:cubicBezTo>
                    <a:pt x="1047757" y="363582"/>
                    <a:pt x="1051138" y="373841"/>
                    <a:pt x="1058333" y="381036"/>
                  </a:cubicBezTo>
                  <a:cubicBezTo>
                    <a:pt x="1074745" y="397448"/>
                    <a:pt x="1088476" y="399550"/>
                    <a:pt x="1109133" y="406436"/>
                  </a:cubicBezTo>
                  <a:cubicBezTo>
                    <a:pt x="1106311" y="414903"/>
                    <a:pt x="1098916" y="423085"/>
                    <a:pt x="1100666" y="431836"/>
                  </a:cubicBezTo>
                  <a:cubicBezTo>
                    <a:pt x="1102522" y="441115"/>
                    <a:pt x="1139351" y="463269"/>
                    <a:pt x="1143000" y="465702"/>
                  </a:cubicBezTo>
                  <a:cubicBezTo>
                    <a:pt x="1159933" y="462880"/>
                    <a:pt x="1176966" y="460603"/>
                    <a:pt x="1193800" y="457236"/>
                  </a:cubicBezTo>
                  <a:cubicBezTo>
                    <a:pt x="1205210" y="454954"/>
                    <a:pt x="1216064" y="449661"/>
                    <a:pt x="1227666" y="448769"/>
                  </a:cubicBezTo>
                  <a:cubicBezTo>
                    <a:pt x="1252991" y="446821"/>
                    <a:pt x="1278466" y="448769"/>
                    <a:pt x="1303866" y="448769"/>
                  </a:cubicBezTo>
                </a:path>
              </a:pathLst>
            </a:custGeom>
            <a:noFill/>
            <a:ln w="19050">
              <a:solidFill>
                <a:schemeClr val="accent5">
                  <a:lumMod val="75000"/>
                </a:schemeClr>
              </a:solidFill>
            </a:ln>
          </p:spPr>
          <p:txBody>
            <a:bodyPr rtlCol="0" anchor="ctr"/>
            <a:lstStyle/>
            <a:p>
              <a:pPr algn="ctr"/>
              <a:endParaRPr lang="en-GB"/>
            </a:p>
          </p:txBody>
        </p:sp>
        <p:sp>
          <p:nvSpPr>
            <p:cNvPr id="108" name="Freeform: Shape 107"/>
            <p:cNvSpPr/>
            <p:nvPr/>
          </p:nvSpPr>
          <p:spPr>
            <a:xfrm>
              <a:off x="5011464" y="5551528"/>
              <a:ext cx="1320800" cy="526115"/>
            </a:xfrm>
            <a:custGeom>
              <a:avLst/>
              <a:gdLst>
                <a:gd name="connsiteX0" fmla="*/ 0 w 1320800"/>
                <a:gd name="connsiteY0" fmla="*/ 51895 h 526115"/>
                <a:gd name="connsiteX1" fmla="*/ 279400 w 1320800"/>
                <a:gd name="connsiteY1" fmla="*/ 51895 h 526115"/>
                <a:gd name="connsiteX2" fmla="*/ 304800 w 1320800"/>
                <a:gd name="connsiteY2" fmla="*/ 60362 h 526115"/>
                <a:gd name="connsiteX3" fmla="*/ 321733 w 1320800"/>
                <a:gd name="connsiteY3" fmla="*/ 94228 h 526115"/>
                <a:gd name="connsiteX4" fmla="*/ 338666 w 1320800"/>
                <a:gd name="connsiteY4" fmla="*/ 111162 h 526115"/>
                <a:gd name="connsiteX5" fmla="*/ 347133 w 1320800"/>
                <a:gd name="connsiteY5" fmla="*/ 136562 h 526115"/>
                <a:gd name="connsiteX6" fmla="*/ 364066 w 1320800"/>
                <a:gd name="connsiteY6" fmla="*/ 170428 h 526115"/>
                <a:gd name="connsiteX7" fmla="*/ 381000 w 1320800"/>
                <a:gd name="connsiteY7" fmla="*/ 322828 h 526115"/>
                <a:gd name="connsiteX8" fmla="*/ 389466 w 1320800"/>
                <a:gd name="connsiteY8" fmla="*/ 356695 h 526115"/>
                <a:gd name="connsiteX9" fmla="*/ 406400 w 1320800"/>
                <a:gd name="connsiteY9" fmla="*/ 373628 h 526115"/>
                <a:gd name="connsiteX10" fmla="*/ 440266 w 1320800"/>
                <a:gd name="connsiteY10" fmla="*/ 415962 h 526115"/>
                <a:gd name="connsiteX11" fmla="*/ 465666 w 1320800"/>
                <a:gd name="connsiteY11" fmla="*/ 424428 h 526115"/>
                <a:gd name="connsiteX12" fmla="*/ 499533 w 1320800"/>
                <a:gd name="connsiteY12" fmla="*/ 458295 h 526115"/>
                <a:gd name="connsiteX13" fmla="*/ 533400 w 1320800"/>
                <a:gd name="connsiteY13" fmla="*/ 492162 h 526115"/>
                <a:gd name="connsiteX14" fmla="*/ 558800 w 1320800"/>
                <a:gd name="connsiteY14" fmla="*/ 517562 h 526115"/>
                <a:gd name="connsiteX15" fmla="*/ 592666 w 1320800"/>
                <a:gd name="connsiteY15" fmla="*/ 526028 h 526115"/>
                <a:gd name="connsiteX16" fmla="*/ 702733 w 1320800"/>
                <a:gd name="connsiteY16" fmla="*/ 509095 h 526115"/>
                <a:gd name="connsiteX17" fmla="*/ 736600 w 1320800"/>
                <a:gd name="connsiteY17" fmla="*/ 500628 h 526115"/>
                <a:gd name="connsiteX18" fmla="*/ 770466 w 1320800"/>
                <a:gd name="connsiteY18" fmla="*/ 483695 h 526115"/>
                <a:gd name="connsiteX19" fmla="*/ 787400 w 1320800"/>
                <a:gd name="connsiteY19" fmla="*/ 415962 h 526115"/>
                <a:gd name="connsiteX20" fmla="*/ 812800 w 1320800"/>
                <a:gd name="connsiteY20" fmla="*/ 348228 h 526115"/>
                <a:gd name="connsiteX21" fmla="*/ 821266 w 1320800"/>
                <a:gd name="connsiteY21" fmla="*/ 288962 h 526115"/>
                <a:gd name="connsiteX22" fmla="*/ 829733 w 1320800"/>
                <a:gd name="connsiteY22" fmla="*/ 178895 h 526115"/>
                <a:gd name="connsiteX23" fmla="*/ 846666 w 1320800"/>
                <a:gd name="connsiteY23" fmla="*/ 145028 h 526115"/>
                <a:gd name="connsiteX24" fmla="*/ 863600 w 1320800"/>
                <a:gd name="connsiteY24" fmla="*/ 85762 h 526115"/>
                <a:gd name="connsiteX25" fmla="*/ 889000 w 1320800"/>
                <a:gd name="connsiteY25" fmla="*/ 77295 h 526115"/>
                <a:gd name="connsiteX26" fmla="*/ 922866 w 1320800"/>
                <a:gd name="connsiteY26" fmla="*/ 60362 h 526115"/>
                <a:gd name="connsiteX27" fmla="*/ 948266 w 1320800"/>
                <a:gd name="connsiteY27" fmla="*/ 43428 h 526115"/>
                <a:gd name="connsiteX28" fmla="*/ 1016000 w 1320800"/>
                <a:gd name="connsiteY28" fmla="*/ 26495 h 526115"/>
                <a:gd name="connsiteX29" fmla="*/ 1202266 w 1320800"/>
                <a:gd name="connsiteY29" fmla="*/ 1095 h 526115"/>
                <a:gd name="connsiteX30" fmla="*/ 1320800 w 1320800"/>
                <a:gd name="connsiteY30" fmla="*/ 1095 h 52611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</a:cxnLst>
              <a:rect l="l" t="t" r="r" b="b"/>
              <a:pathLst>
                <a:path w="1320800" h="526115">
                  <a:moveTo>
                    <a:pt x="0" y="51895"/>
                  </a:moveTo>
                  <a:cubicBezTo>
                    <a:pt x="136182" y="47031"/>
                    <a:pt x="180507" y="27171"/>
                    <a:pt x="279400" y="51895"/>
                  </a:cubicBezTo>
                  <a:cubicBezTo>
                    <a:pt x="288058" y="54060"/>
                    <a:pt x="296333" y="57540"/>
                    <a:pt x="304800" y="60362"/>
                  </a:cubicBezTo>
                  <a:cubicBezTo>
                    <a:pt x="310444" y="71651"/>
                    <a:pt x="314732" y="83727"/>
                    <a:pt x="321733" y="94228"/>
                  </a:cubicBezTo>
                  <a:cubicBezTo>
                    <a:pt x="326161" y="100870"/>
                    <a:pt x="334559" y="104317"/>
                    <a:pt x="338666" y="111162"/>
                  </a:cubicBezTo>
                  <a:cubicBezTo>
                    <a:pt x="343258" y="118815"/>
                    <a:pt x="343617" y="128359"/>
                    <a:pt x="347133" y="136562"/>
                  </a:cubicBezTo>
                  <a:cubicBezTo>
                    <a:pt x="352105" y="148163"/>
                    <a:pt x="358422" y="159139"/>
                    <a:pt x="364066" y="170428"/>
                  </a:cubicBezTo>
                  <a:cubicBezTo>
                    <a:pt x="369711" y="221228"/>
                    <a:pt x="374094" y="272184"/>
                    <a:pt x="381000" y="322828"/>
                  </a:cubicBezTo>
                  <a:cubicBezTo>
                    <a:pt x="382572" y="334358"/>
                    <a:pt x="384262" y="346287"/>
                    <a:pt x="389466" y="356695"/>
                  </a:cubicBezTo>
                  <a:cubicBezTo>
                    <a:pt x="393036" y="363835"/>
                    <a:pt x="401413" y="367395"/>
                    <a:pt x="406400" y="373628"/>
                  </a:cubicBezTo>
                  <a:cubicBezTo>
                    <a:pt x="417048" y="386938"/>
                    <a:pt x="424542" y="406528"/>
                    <a:pt x="440266" y="415962"/>
                  </a:cubicBezTo>
                  <a:cubicBezTo>
                    <a:pt x="447919" y="420554"/>
                    <a:pt x="457199" y="421606"/>
                    <a:pt x="465666" y="424428"/>
                  </a:cubicBezTo>
                  <a:cubicBezTo>
                    <a:pt x="488245" y="492161"/>
                    <a:pt x="454377" y="413139"/>
                    <a:pt x="499533" y="458295"/>
                  </a:cubicBezTo>
                  <a:cubicBezTo>
                    <a:pt x="544689" y="503451"/>
                    <a:pt x="465667" y="469583"/>
                    <a:pt x="533400" y="492162"/>
                  </a:cubicBezTo>
                  <a:cubicBezTo>
                    <a:pt x="541867" y="500629"/>
                    <a:pt x="548404" y="511621"/>
                    <a:pt x="558800" y="517562"/>
                  </a:cubicBezTo>
                  <a:cubicBezTo>
                    <a:pt x="568903" y="523335"/>
                    <a:pt x="581050" y="526711"/>
                    <a:pt x="592666" y="526028"/>
                  </a:cubicBezTo>
                  <a:cubicBezTo>
                    <a:pt x="629723" y="523848"/>
                    <a:pt x="666177" y="515546"/>
                    <a:pt x="702733" y="509095"/>
                  </a:cubicBezTo>
                  <a:cubicBezTo>
                    <a:pt x="714192" y="507073"/>
                    <a:pt x="725704" y="504714"/>
                    <a:pt x="736600" y="500628"/>
                  </a:cubicBezTo>
                  <a:cubicBezTo>
                    <a:pt x="748418" y="496196"/>
                    <a:pt x="759177" y="489339"/>
                    <a:pt x="770466" y="483695"/>
                  </a:cubicBezTo>
                  <a:cubicBezTo>
                    <a:pt x="776111" y="461117"/>
                    <a:pt x="778757" y="437570"/>
                    <a:pt x="787400" y="415962"/>
                  </a:cubicBezTo>
                  <a:cubicBezTo>
                    <a:pt x="807647" y="365342"/>
                    <a:pt x="799527" y="388046"/>
                    <a:pt x="812800" y="348228"/>
                  </a:cubicBezTo>
                  <a:cubicBezTo>
                    <a:pt x="815622" y="328473"/>
                    <a:pt x="819280" y="308819"/>
                    <a:pt x="821266" y="288962"/>
                  </a:cubicBezTo>
                  <a:cubicBezTo>
                    <a:pt x="824927" y="252347"/>
                    <a:pt x="823338" y="215132"/>
                    <a:pt x="829733" y="178895"/>
                  </a:cubicBezTo>
                  <a:cubicBezTo>
                    <a:pt x="831926" y="166466"/>
                    <a:pt x="842234" y="156846"/>
                    <a:pt x="846666" y="145028"/>
                  </a:cubicBezTo>
                  <a:cubicBezTo>
                    <a:pt x="846798" y="144676"/>
                    <a:pt x="859506" y="89856"/>
                    <a:pt x="863600" y="85762"/>
                  </a:cubicBezTo>
                  <a:cubicBezTo>
                    <a:pt x="869911" y="79451"/>
                    <a:pt x="880797" y="80811"/>
                    <a:pt x="889000" y="77295"/>
                  </a:cubicBezTo>
                  <a:cubicBezTo>
                    <a:pt x="900601" y="72323"/>
                    <a:pt x="911908" y="66624"/>
                    <a:pt x="922866" y="60362"/>
                  </a:cubicBezTo>
                  <a:cubicBezTo>
                    <a:pt x="931701" y="55313"/>
                    <a:pt x="939164" y="47979"/>
                    <a:pt x="948266" y="43428"/>
                  </a:cubicBezTo>
                  <a:cubicBezTo>
                    <a:pt x="966418" y="34352"/>
                    <a:pt x="998617" y="30358"/>
                    <a:pt x="1016000" y="26495"/>
                  </a:cubicBezTo>
                  <a:cubicBezTo>
                    <a:pt x="1102608" y="7248"/>
                    <a:pt x="1024438" y="12209"/>
                    <a:pt x="1202266" y="1095"/>
                  </a:cubicBezTo>
                  <a:cubicBezTo>
                    <a:pt x="1241700" y="-1370"/>
                    <a:pt x="1281289" y="1095"/>
                    <a:pt x="1320800" y="1095"/>
                  </a:cubicBezTo>
                </a:path>
              </a:pathLst>
            </a:custGeom>
            <a:noFill/>
            <a:ln w="19050">
              <a:solidFill>
                <a:schemeClr val="accent5">
                  <a:lumMod val="75000"/>
                </a:schemeClr>
              </a:solidFill>
            </a:ln>
          </p:spPr>
          <p:txBody>
            <a:bodyPr rtlCol="0" anchor="ctr"/>
            <a:lstStyle/>
            <a:p>
              <a:pPr algn="ctr"/>
              <a:endParaRPr lang="en-GB"/>
            </a:p>
          </p:txBody>
        </p:sp>
        <p:sp>
          <p:nvSpPr>
            <p:cNvPr id="109" name="Freeform: Shape 108"/>
            <p:cNvSpPr/>
            <p:nvPr/>
          </p:nvSpPr>
          <p:spPr>
            <a:xfrm>
              <a:off x="5069106" y="5588425"/>
              <a:ext cx="1202266" cy="509068"/>
            </a:xfrm>
            <a:custGeom>
              <a:avLst/>
              <a:gdLst>
                <a:gd name="connsiteX0" fmla="*/ 0 w 1202266"/>
                <a:gd name="connsiteY0" fmla="*/ 68802 h 509068"/>
                <a:gd name="connsiteX1" fmla="*/ 177800 w 1202266"/>
                <a:gd name="connsiteY1" fmla="*/ 60335 h 509068"/>
                <a:gd name="connsiteX2" fmla="*/ 203200 w 1202266"/>
                <a:gd name="connsiteY2" fmla="*/ 111135 h 509068"/>
                <a:gd name="connsiteX3" fmla="*/ 228600 w 1202266"/>
                <a:gd name="connsiteY3" fmla="*/ 119602 h 509068"/>
                <a:gd name="connsiteX4" fmla="*/ 237066 w 1202266"/>
                <a:gd name="connsiteY4" fmla="*/ 145002 h 509068"/>
                <a:gd name="connsiteX5" fmla="*/ 296333 w 1202266"/>
                <a:gd name="connsiteY5" fmla="*/ 161935 h 509068"/>
                <a:gd name="connsiteX6" fmla="*/ 313266 w 1202266"/>
                <a:gd name="connsiteY6" fmla="*/ 221202 h 509068"/>
                <a:gd name="connsiteX7" fmla="*/ 321733 w 1202266"/>
                <a:gd name="connsiteY7" fmla="*/ 272002 h 509068"/>
                <a:gd name="connsiteX8" fmla="*/ 338666 w 1202266"/>
                <a:gd name="connsiteY8" fmla="*/ 297402 h 509068"/>
                <a:gd name="connsiteX9" fmla="*/ 355600 w 1202266"/>
                <a:gd name="connsiteY9" fmla="*/ 356668 h 509068"/>
                <a:gd name="connsiteX10" fmla="*/ 372533 w 1202266"/>
                <a:gd name="connsiteY10" fmla="*/ 390535 h 509068"/>
                <a:gd name="connsiteX11" fmla="*/ 397933 w 1202266"/>
                <a:gd name="connsiteY11" fmla="*/ 475202 h 509068"/>
                <a:gd name="connsiteX12" fmla="*/ 423333 w 1202266"/>
                <a:gd name="connsiteY12" fmla="*/ 500602 h 509068"/>
                <a:gd name="connsiteX13" fmla="*/ 448733 w 1202266"/>
                <a:gd name="connsiteY13" fmla="*/ 509068 h 509068"/>
                <a:gd name="connsiteX14" fmla="*/ 618066 w 1202266"/>
                <a:gd name="connsiteY14" fmla="*/ 500602 h 509068"/>
                <a:gd name="connsiteX15" fmla="*/ 643466 w 1202266"/>
                <a:gd name="connsiteY15" fmla="*/ 483668 h 509068"/>
                <a:gd name="connsiteX16" fmla="*/ 668866 w 1202266"/>
                <a:gd name="connsiteY16" fmla="*/ 475202 h 509068"/>
                <a:gd name="connsiteX17" fmla="*/ 719666 w 1202266"/>
                <a:gd name="connsiteY17" fmla="*/ 432868 h 509068"/>
                <a:gd name="connsiteX18" fmla="*/ 762000 w 1202266"/>
                <a:gd name="connsiteY18" fmla="*/ 356668 h 509068"/>
                <a:gd name="connsiteX19" fmla="*/ 821266 w 1202266"/>
                <a:gd name="connsiteY19" fmla="*/ 305868 h 509068"/>
                <a:gd name="connsiteX20" fmla="*/ 829733 w 1202266"/>
                <a:gd name="connsiteY20" fmla="*/ 280468 h 509068"/>
                <a:gd name="connsiteX21" fmla="*/ 855133 w 1202266"/>
                <a:gd name="connsiteY21" fmla="*/ 246602 h 509068"/>
                <a:gd name="connsiteX22" fmla="*/ 872066 w 1202266"/>
                <a:gd name="connsiteY22" fmla="*/ 187335 h 509068"/>
                <a:gd name="connsiteX23" fmla="*/ 889000 w 1202266"/>
                <a:gd name="connsiteY23" fmla="*/ 170402 h 509068"/>
                <a:gd name="connsiteX24" fmla="*/ 897466 w 1202266"/>
                <a:gd name="connsiteY24" fmla="*/ 136535 h 509068"/>
                <a:gd name="connsiteX25" fmla="*/ 948266 w 1202266"/>
                <a:gd name="connsiteY25" fmla="*/ 18002 h 509068"/>
                <a:gd name="connsiteX26" fmla="*/ 1007533 w 1202266"/>
                <a:gd name="connsiteY26" fmla="*/ 1068 h 509068"/>
                <a:gd name="connsiteX27" fmla="*/ 1202266 w 1202266"/>
                <a:gd name="connsiteY27" fmla="*/ 1068 h 50906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</a:cxnLst>
              <a:rect l="l" t="t" r="r" b="b"/>
              <a:pathLst>
                <a:path w="1202266" h="509068">
                  <a:moveTo>
                    <a:pt x="0" y="68802"/>
                  </a:moveTo>
                  <a:cubicBezTo>
                    <a:pt x="71352" y="40260"/>
                    <a:pt x="65831" y="35453"/>
                    <a:pt x="177800" y="60335"/>
                  </a:cubicBezTo>
                  <a:cubicBezTo>
                    <a:pt x="197988" y="64821"/>
                    <a:pt x="193002" y="100937"/>
                    <a:pt x="203200" y="111135"/>
                  </a:cubicBezTo>
                  <a:cubicBezTo>
                    <a:pt x="209511" y="117446"/>
                    <a:pt x="220133" y="116780"/>
                    <a:pt x="228600" y="119602"/>
                  </a:cubicBezTo>
                  <a:cubicBezTo>
                    <a:pt x="231422" y="128069"/>
                    <a:pt x="230755" y="138691"/>
                    <a:pt x="237066" y="145002"/>
                  </a:cubicBezTo>
                  <a:cubicBezTo>
                    <a:pt x="241113" y="149049"/>
                    <a:pt x="296043" y="161862"/>
                    <a:pt x="296333" y="161935"/>
                  </a:cubicBezTo>
                  <a:cubicBezTo>
                    <a:pt x="304405" y="186149"/>
                    <a:pt x="307949" y="194616"/>
                    <a:pt x="313266" y="221202"/>
                  </a:cubicBezTo>
                  <a:cubicBezTo>
                    <a:pt x="316633" y="238036"/>
                    <a:pt x="316304" y="255716"/>
                    <a:pt x="321733" y="272002"/>
                  </a:cubicBezTo>
                  <a:cubicBezTo>
                    <a:pt x="324951" y="281655"/>
                    <a:pt x="333022" y="288935"/>
                    <a:pt x="338666" y="297402"/>
                  </a:cubicBezTo>
                  <a:cubicBezTo>
                    <a:pt x="342963" y="314589"/>
                    <a:pt x="348312" y="339662"/>
                    <a:pt x="355600" y="356668"/>
                  </a:cubicBezTo>
                  <a:cubicBezTo>
                    <a:pt x="360572" y="368269"/>
                    <a:pt x="368101" y="378717"/>
                    <a:pt x="372533" y="390535"/>
                  </a:cubicBezTo>
                  <a:cubicBezTo>
                    <a:pt x="379439" y="408951"/>
                    <a:pt x="386355" y="463624"/>
                    <a:pt x="397933" y="475202"/>
                  </a:cubicBezTo>
                  <a:cubicBezTo>
                    <a:pt x="406400" y="483669"/>
                    <a:pt x="413370" y="493960"/>
                    <a:pt x="423333" y="500602"/>
                  </a:cubicBezTo>
                  <a:cubicBezTo>
                    <a:pt x="430759" y="505552"/>
                    <a:pt x="440266" y="506246"/>
                    <a:pt x="448733" y="509068"/>
                  </a:cubicBezTo>
                  <a:cubicBezTo>
                    <a:pt x="505177" y="506246"/>
                    <a:pt x="562026" y="507912"/>
                    <a:pt x="618066" y="500602"/>
                  </a:cubicBezTo>
                  <a:cubicBezTo>
                    <a:pt x="628156" y="499286"/>
                    <a:pt x="634364" y="488219"/>
                    <a:pt x="643466" y="483668"/>
                  </a:cubicBezTo>
                  <a:cubicBezTo>
                    <a:pt x="651448" y="479677"/>
                    <a:pt x="660399" y="478024"/>
                    <a:pt x="668866" y="475202"/>
                  </a:cubicBezTo>
                  <a:cubicBezTo>
                    <a:pt x="684675" y="464662"/>
                    <a:pt x="710079" y="450124"/>
                    <a:pt x="719666" y="432868"/>
                  </a:cubicBezTo>
                  <a:cubicBezTo>
                    <a:pt x="771466" y="339629"/>
                    <a:pt x="703130" y="415538"/>
                    <a:pt x="762000" y="356668"/>
                  </a:cubicBezTo>
                  <a:cubicBezTo>
                    <a:pt x="779468" y="286790"/>
                    <a:pt x="752258" y="355160"/>
                    <a:pt x="821266" y="305868"/>
                  </a:cubicBezTo>
                  <a:cubicBezTo>
                    <a:pt x="828528" y="300681"/>
                    <a:pt x="825305" y="288217"/>
                    <a:pt x="829733" y="280468"/>
                  </a:cubicBezTo>
                  <a:cubicBezTo>
                    <a:pt x="836734" y="268216"/>
                    <a:pt x="846666" y="257891"/>
                    <a:pt x="855133" y="246602"/>
                  </a:cubicBezTo>
                  <a:cubicBezTo>
                    <a:pt x="856713" y="240281"/>
                    <a:pt x="866862" y="196008"/>
                    <a:pt x="872066" y="187335"/>
                  </a:cubicBezTo>
                  <a:cubicBezTo>
                    <a:pt x="876173" y="180490"/>
                    <a:pt x="883355" y="176046"/>
                    <a:pt x="889000" y="170402"/>
                  </a:cubicBezTo>
                  <a:cubicBezTo>
                    <a:pt x="891822" y="159113"/>
                    <a:pt x="894122" y="147681"/>
                    <a:pt x="897466" y="136535"/>
                  </a:cubicBezTo>
                  <a:cubicBezTo>
                    <a:pt x="903173" y="117511"/>
                    <a:pt x="933584" y="22896"/>
                    <a:pt x="948266" y="18002"/>
                  </a:cubicBezTo>
                  <a:cubicBezTo>
                    <a:pt x="961263" y="13669"/>
                    <a:pt x="995572" y="1511"/>
                    <a:pt x="1007533" y="1068"/>
                  </a:cubicBezTo>
                  <a:cubicBezTo>
                    <a:pt x="1072400" y="-1335"/>
                    <a:pt x="1137355" y="1068"/>
                    <a:pt x="1202266" y="1068"/>
                  </a:cubicBezTo>
                </a:path>
              </a:pathLst>
            </a:custGeom>
            <a:noFill/>
            <a:ln w="19050">
              <a:solidFill>
                <a:schemeClr val="accent5">
                  <a:lumMod val="75000"/>
                </a:schemeClr>
              </a:solidFill>
            </a:ln>
          </p:spPr>
          <p:txBody>
            <a:bodyPr rtlCol="0" anchor="ctr"/>
            <a:lstStyle/>
            <a:p>
              <a:pPr algn="ctr"/>
              <a:endParaRPr lang="en-GB"/>
            </a:p>
          </p:txBody>
        </p:sp>
        <p:sp>
          <p:nvSpPr>
            <p:cNvPr id="110" name="Freeform: Shape 109"/>
            <p:cNvSpPr/>
            <p:nvPr/>
          </p:nvSpPr>
          <p:spPr>
            <a:xfrm>
              <a:off x="5018306" y="5555627"/>
              <a:ext cx="1295400" cy="482600"/>
            </a:xfrm>
            <a:custGeom>
              <a:avLst/>
              <a:gdLst>
                <a:gd name="connsiteX0" fmla="*/ 0 w 1295400"/>
                <a:gd name="connsiteY0" fmla="*/ 118533 h 482600"/>
                <a:gd name="connsiteX1" fmla="*/ 296333 w 1295400"/>
                <a:gd name="connsiteY1" fmla="*/ 110066 h 482600"/>
                <a:gd name="connsiteX2" fmla="*/ 321733 w 1295400"/>
                <a:gd name="connsiteY2" fmla="*/ 118533 h 482600"/>
                <a:gd name="connsiteX3" fmla="*/ 338666 w 1295400"/>
                <a:gd name="connsiteY3" fmla="*/ 152400 h 482600"/>
                <a:gd name="connsiteX4" fmla="*/ 364066 w 1295400"/>
                <a:gd name="connsiteY4" fmla="*/ 169333 h 482600"/>
                <a:gd name="connsiteX5" fmla="*/ 372533 w 1295400"/>
                <a:gd name="connsiteY5" fmla="*/ 194733 h 482600"/>
                <a:gd name="connsiteX6" fmla="*/ 389466 w 1295400"/>
                <a:gd name="connsiteY6" fmla="*/ 228600 h 482600"/>
                <a:gd name="connsiteX7" fmla="*/ 406400 w 1295400"/>
                <a:gd name="connsiteY7" fmla="*/ 287866 h 482600"/>
                <a:gd name="connsiteX8" fmla="*/ 431800 w 1295400"/>
                <a:gd name="connsiteY8" fmla="*/ 313266 h 482600"/>
                <a:gd name="connsiteX9" fmla="*/ 440266 w 1295400"/>
                <a:gd name="connsiteY9" fmla="*/ 338666 h 482600"/>
                <a:gd name="connsiteX10" fmla="*/ 457200 w 1295400"/>
                <a:gd name="connsiteY10" fmla="*/ 355600 h 482600"/>
                <a:gd name="connsiteX11" fmla="*/ 474133 w 1295400"/>
                <a:gd name="connsiteY11" fmla="*/ 381000 h 482600"/>
                <a:gd name="connsiteX12" fmla="*/ 508000 w 1295400"/>
                <a:gd name="connsiteY12" fmla="*/ 431800 h 482600"/>
                <a:gd name="connsiteX13" fmla="*/ 516466 w 1295400"/>
                <a:gd name="connsiteY13" fmla="*/ 457200 h 482600"/>
                <a:gd name="connsiteX14" fmla="*/ 558800 w 1295400"/>
                <a:gd name="connsiteY14" fmla="*/ 482600 h 482600"/>
                <a:gd name="connsiteX15" fmla="*/ 778933 w 1295400"/>
                <a:gd name="connsiteY15" fmla="*/ 474133 h 482600"/>
                <a:gd name="connsiteX16" fmla="*/ 812800 w 1295400"/>
                <a:gd name="connsiteY16" fmla="*/ 465666 h 482600"/>
                <a:gd name="connsiteX17" fmla="*/ 855133 w 1295400"/>
                <a:gd name="connsiteY17" fmla="*/ 431800 h 482600"/>
                <a:gd name="connsiteX18" fmla="*/ 880533 w 1295400"/>
                <a:gd name="connsiteY18" fmla="*/ 296333 h 482600"/>
                <a:gd name="connsiteX19" fmla="*/ 897466 w 1295400"/>
                <a:gd name="connsiteY19" fmla="*/ 186266 h 482600"/>
                <a:gd name="connsiteX20" fmla="*/ 905933 w 1295400"/>
                <a:gd name="connsiteY20" fmla="*/ 152400 h 482600"/>
                <a:gd name="connsiteX21" fmla="*/ 922866 w 1295400"/>
                <a:gd name="connsiteY21" fmla="*/ 135466 h 482600"/>
                <a:gd name="connsiteX22" fmla="*/ 956733 w 1295400"/>
                <a:gd name="connsiteY22" fmla="*/ 101600 h 482600"/>
                <a:gd name="connsiteX23" fmla="*/ 973666 w 1295400"/>
                <a:gd name="connsiteY23" fmla="*/ 76200 h 482600"/>
                <a:gd name="connsiteX24" fmla="*/ 1016000 w 1295400"/>
                <a:gd name="connsiteY24" fmla="*/ 67733 h 482600"/>
                <a:gd name="connsiteX25" fmla="*/ 1049866 w 1295400"/>
                <a:gd name="connsiteY25" fmla="*/ 59266 h 482600"/>
                <a:gd name="connsiteX26" fmla="*/ 1151466 w 1295400"/>
                <a:gd name="connsiteY26" fmla="*/ 42333 h 482600"/>
                <a:gd name="connsiteX27" fmla="*/ 1236133 w 1295400"/>
                <a:gd name="connsiteY27" fmla="*/ 16933 h 482600"/>
                <a:gd name="connsiteX28" fmla="*/ 1270000 w 1295400"/>
                <a:gd name="connsiteY28" fmla="*/ 8466 h 482600"/>
                <a:gd name="connsiteX29" fmla="*/ 1295400 w 1295400"/>
                <a:gd name="connsiteY29" fmla="*/ 0 h 4826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</a:cxnLst>
              <a:rect l="l" t="t" r="r" b="b"/>
              <a:pathLst>
                <a:path w="1295400" h="482600">
                  <a:moveTo>
                    <a:pt x="0" y="118533"/>
                  </a:moveTo>
                  <a:cubicBezTo>
                    <a:pt x="147517" y="107186"/>
                    <a:pt x="181054" y="90853"/>
                    <a:pt x="296333" y="110066"/>
                  </a:cubicBezTo>
                  <a:cubicBezTo>
                    <a:pt x="305136" y="111533"/>
                    <a:pt x="313266" y="115711"/>
                    <a:pt x="321733" y="118533"/>
                  </a:cubicBezTo>
                  <a:cubicBezTo>
                    <a:pt x="327377" y="129822"/>
                    <a:pt x="330586" y="142704"/>
                    <a:pt x="338666" y="152400"/>
                  </a:cubicBezTo>
                  <a:cubicBezTo>
                    <a:pt x="345180" y="160217"/>
                    <a:pt x="357709" y="161387"/>
                    <a:pt x="364066" y="169333"/>
                  </a:cubicBezTo>
                  <a:cubicBezTo>
                    <a:pt x="369641" y="176302"/>
                    <a:pt x="369017" y="186530"/>
                    <a:pt x="372533" y="194733"/>
                  </a:cubicBezTo>
                  <a:cubicBezTo>
                    <a:pt x="377505" y="206334"/>
                    <a:pt x="385034" y="216782"/>
                    <a:pt x="389466" y="228600"/>
                  </a:cubicBezTo>
                  <a:cubicBezTo>
                    <a:pt x="391885" y="235052"/>
                    <a:pt x="400552" y="279094"/>
                    <a:pt x="406400" y="287866"/>
                  </a:cubicBezTo>
                  <a:cubicBezTo>
                    <a:pt x="413042" y="297829"/>
                    <a:pt x="423333" y="304799"/>
                    <a:pt x="431800" y="313266"/>
                  </a:cubicBezTo>
                  <a:cubicBezTo>
                    <a:pt x="434622" y="321733"/>
                    <a:pt x="435674" y="331013"/>
                    <a:pt x="440266" y="338666"/>
                  </a:cubicBezTo>
                  <a:cubicBezTo>
                    <a:pt x="444373" y="345511"/>
                    <a:pt x="452213" y="349366"/>
                    <a:pt x="457200" y="355600"/>
                  </a:cubicBezTo>
                  <a:cubicBezTo>
                    <a:pt x="463557" y="363546"/>
                    <a:pt x="469582" y="371899"/>
                    <a:pt x="474133" y="381000"/>
                  </a:cubicBezTo>
                  <a:cubicBezTo>
                    <a:pt x="498639" y="430011"/>
                    <a:pt x="459851" y="383651"/>
                    <a:pt x="508000" y="431800"/>
                  </a:cubicBezTo>
                  <a:cubicBezTo>
                    <a:pt x="510822" y="440267"/>
                    <a:pt x="511874" y="449547"/>
                    <a:pt x="516466" y="457200"/>
                  </a:cubicBezTo>
                  <a:cubicBezTo>
                    <a:pt x="528087" y="476569"/>
                    <a:pt x="538823" y="475941"/>
                    <a:pt x="558800" y="482600"/>
                  </a:cubicBezTo>
                  <a:cubicBezTo>
                    <a:pt x="632178" y="479778"/>
                    <a:pt x="705664" y="479018"/>
                    <a:pt x="778933" y="474133"/>
                  </a:cubicBezTo>
                  <a:cubicBezTo>
                    <a:pt x="790544" y="473359"/>
                    <a:pt x="803714" y="472935"/>
                    <a:pt x="812800" y="465666"/>
                  </a:cubicBezTo>
                  <a:cubicBezTo>
                    <a:pt x="873529" y="417082"/>
                    <a:pt x="749262" y="458265"/>
                    <a:pt x="855133" y="431800"/>
                  </a:cubicBezTo>
                  <a:cubicBezTo>
                    <a:pt x="874240" y="374482"/>
                    <a:pt x="866815" y="401506"/>
                    <a:pt x="880533" y="296333"/>
                  </a:cubicBezTo>
                  <a:cubicBezTo>
                    <a:pt x="901772" y="133498"/>
                    <a:pt x="876292" y="260376"/>
                    <a:pt x="897466" y="186266"/>
                  </a:cubicBezTo>
                  <a:cubicBezTo>
                    <a:pt x="900663" y="175078"/>
                    <a:pt x="900729" y="162808"/>
                    <a:pt x="905933" y="152400"/>
                  </a:cubicBezTo>
                  <a:cubicBezTo>
                    <a:pt x="909503" y="145260"/>
                    <a:pt x="917222" y="141111"/>
                    <a:pt x="922866" y="135466"/>
                  </a:cubicBezTo>
                  <a:cubicBezTo>
                    <a:pt x="941340" y="80047"/>
                    <a:pt x="915682" y="134441"/>
                    <a:pt x="956733" y="101600"/>
                  </a:cubicBezTo>
                  <a:cubicBezTo>
                    <a:pt x="964679" y="95243"/>
                    <a:pt x="964831" y="81249"/>
                    <a:pt x="973666" y="76200"/>
                  </a:cubicBezTo>
                  <a:cubicBezTo>
                    <a:pt x="986161" y="69060"/>
                    <a:pt x="1001952" y="70855"/>
                    <a:pt x="1016000" y="67733"/>
                  </a:cubicBezTo>
                  <a:cubicBezTo>
                    <a:pt x="1027359" y="65209"/>
                    <a:pt x="1038429" y="61410"/>
                    <a:pt x="1049866" y="59266"/>
                  </a:cubicBezTo>
                  <a:cubicBezTo>
                    <a:pt x="1083612" y="52939"/>
                    <a:pt x="1117599" y="47977"/>
                    <a:pt x="1151466" y="42333"/>
                  </a:cubicBezTo>
                  <a:cubicBezTo>
                    <a:pt x="1190047" y="29472"/>
                    <a:pt x="1182814" y="31474"/>
                    <a:pt x="1236133" y="16933"/>
                  </a:cubicBezTo>
                  <a:cubicBezTo>
                    <a:pt x="1247359" y="13871"/>
                    <a:pt x="1258811" y="11663"/>
                    <a:pt x="1270000" y="8466"/>
                  </a:cubicBezTo>
                  <a:cubicBezTo>
                    <a:pt x="1278581" y="6014"/>
                    <a:pt x="1295400" y="0"/>
                    <a:pt x="1295400" y="0"/>
                  </a:cubicBezTo>
                </a:path>
              </a:pathLst>
            </a:custGeom>
            <a:noFill/>
            <a:ln w="19050">
              <a:solidFill>
                <a:schemeClr val="accent5">
                  <a:lumMod val="75000"/>
                </a:schemeClr>
              </a:solidFill>
            </a:ln>
          </p:spPr>
          <p:txBody>
            <a:bodyPr rtlCol="0" anchor="ctr"/>
            <a:lstStyle/>
            <a:p>
              <a:pPr algn="ctr"/>
              <a:endParaRPr lang="en-GB"/>
            </a:p>
          </p:txBody>
        </p:sp>
        <p:sp>
          <p:nvSpPr>
            <p:cNvPr id="111" name="Freeform: Shape 110"/>
            <p:cNvSpPr/>
            <p:nvPr/>
          </p:nvSpPr>
          <p:spPr>
            <a:xfrm>
              <a:off x="5077572" y="5554433"/>
              <a:ext cx="1227667" cy="492260"/>
            </a:xfrm>
            <a:custGeom>
              <a:avLst/>
              <a:gdLst>
                <a:gd name="connsiteX0" fmla="*/ 0 w 1227667"/>
                <a:gd name="connsiteY0" fmla="*/ 85860 h 492260"/>
                <a:gd name="connsiteX1" fmla="*/ 262467 w 1227667"/>
                <a:gd name="connsiteY1" fmla="*/ 94327 h 492260"/>
                <a:gd name="connsiteX2" fmla="*/ 287867 w 1227667"/>
                <a:gd name="connsiteY2" fmla="*/ 170527 h 492260"/>
                <a:gd name="connsiteX3" fmla="*/ 330200 w 1227667"/>
                <a:gd name="connsiteY3" fmla="*/ 221327 h 492260"/>
                <a:gd name="connsiteX4" fmla="*/ 338667 w 1227667"/>
                <a:gd name="connsiteY4" fmla="*/ 246727 h 492260"/>
                <a:gd name="connsiteX5" fmla="*/ 389467 w 1227667"/>
                <a:gd name="connsiteY5" fmla="*/ 305994 h 492260"/>
                <a:gd name="connsiteX6" fmla="*/ 414867 w 1227667"/>
                <a:gd name="connsiteY6" fmla="*/ 331394 h 492260"/>
                <a:gd name="connsiteX7" fmla="*/ 431800 w 1227667"/>
                <a:gd name="connsiteY7" fmla="*/ 390660 h 492260"/>
                <a:gd name="connsiteX8" fmla="*/ 448734 w 1227667"/>
                <a:gd name="connsiteY8" fmla="*/ 416060 h 492260"/>
                <a:gd name="connsiteX9" fmla="*/ 457200 w 1227667"/>
                <a:gd name="connsiteY9" fmla="*/ 441460 h 492260"/>
                <a:gd name="connsiteX10" fmla="*/ 508000 w 1227667"/>
                <a:gd name="connsiteY10" fmla="*/ 458394 h 492260"/>
                <a:gd name="connsiteX11" fmla="*/ 533400 w 1227667"/>
                <a:gd name="connsiteY11" fmla="*/ 466860 h 492260"/>
                <a:gd name="connsiteX12" fmla="*/ 643467 w 1227667"/>
                <a:gd name="connsiteY12" fmla="*/ 492260 h 492260"/>
                <a:gd name="connsiteX13" fmla="*/ 753534 w 1227667"/>
                <a:gd name="connsiteY13" fmla="*/ 475327 h 492260"/>
                <a:gd name="connsiteX14" fmla="*/ 770467 w 1227667"/>
                <a:gd name="connsiteY14" fmla="*/ 424527 h 492260"/>
                <a:gd name="connsiteX15" fmla="*/ 795867 w 1227667"/>
                <a:gd name="connsiteY15" fmla="*/ 356794 h 492260"/>
                <a:gd name="connsiteX16" fmla="*/ 812800 w 1227667"/>
                <a:gd name="connsiteY16" fmla="*/ 297527 h 492260"/>
                <a:gd name="connsiteX17" fmla="*/ 829734 w 1227667"/>
                <a:gd name="connsiteY17" fmla="*/ 280594 h 492260"/>
                <a:gd name="connsiteX18" fmla="*/ 838200 w 1227667"/>
                <a:gd name="connsiteY18" fmla="*/ 255194 h 492260"/>
                <a:gd name="connsiteX19" fmla="*/ 855134 w 1227667"/>
                <a:gd name="connsiteY19" fmla="*/ 195927 h 492260"/>
                <a:gd name="connsiteX20" fmla="*/ 872067 w 1227667"/>
                <a:gd name="connsiteY20" fmla="*/ 162060 h 492260"/>
                <a:gd name="connsiteX21" fmla="*/ 880534 w 1227667"/>
                <a:gd name="connsiteY21" fmla="*/ 128194 h 492260"/>
                <a:gd name="connsiteX22" fmla="*/ 914400 w 1227667"/>
                <a:gd name="connsiteY22" fmla="*/ 85860 h 492260"/>
                <a:gd name="connsiteX23" fmla="*/ 948267 w 1227667"/>
                <a:gd name="connsiteY23" fmla="*/ 77394 h 492260"/>
                <a:gd name="connsiteX24" fmla="*/ 973667 w 1227667"/>
                <a:gd name="connsiteY24" fmla="*/ 68927 h 492260"/>
                <a:gd name="connsiteX25" fmla="*/ 999067 w 1227667"/>
                <a:gd name="connsiteY25" fmla="*/ 51994 h 492260"/>
                <a:gd name="connsiteX26" fmla="*/ 1049867 w 1227667"/>
                <a:gd name="connsiteY26" fmla="*/ 35060 h 492260"/>
                <a:gd name="connsiteX27" fmla="*/ 1075267 w 1227667"/>
                <a:gd name="connsiteY27" fmla="*/ 26594 h 492260"/>
                <a:gd name="connsiteX28" fmla="*/ 1134534 w 1227667"/>
                <a:gd name="connsiteY28" fmla="*/ 1194 h 492260"/>
                <a:gd name="connsiteX29" fmla="*/ 1143000 w 1227667"/>
                <a:gd name="connsiteY29" fmla="*/ 26594 h 492260"/>
                <a:gd name="connsiteX30" fmla="*/ 1227667 w 1227667"/>
                <a:gd name="connsiteY30" fmla="*/ 35060 h 49226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</a:cxnLst>
              <a:rect l="l" t="t" r="r" b="b"/>
              <a:pathLst>
                <a:path w="1227667" h="492260">
                  <a:moveTo>
                    <a:pt x="0" y="85860"/>
                  </a:moveTo>
                  <a:cubicBezTo>
                    <a:pt x="87489" y="88682"/>
                    <a:pt x="178489" y="69628"/>
                    <a:pt x="262467" y="94327"/>
                  </a:cubicBezTo>
                  <a:cubicBezTo>
                    <a:pt x="288153" y="101882"/>
                    <a:pt x="273016" y="148250"/>
                    <a:pt x="287867" y="170527"/>
                  </a:cubicBezTo>
                  <a:cubicBezTo>
                    <a:pt x="311442" y="205890"/>
                    <a:pt x="297605" y="188732"/>
                    <a:pt x="330200" y="221327"/>
                  </a:cubicBezTo>
                  <a:cubicBezTo>
                    <a:pt x="333022" y="229794"/>
                    <a:pt x="334676" y="238745"/>
                    <a:pt x="338667" y="246727"/>
                  </a:cubicBezTo>
                  <a:cubicBezTo>
                    <a:pt x="351562" y="272517"/>
                    <a:pt x="368634" y="285161"/>
                    <a:pt x="389467" y="305994"/>
                  </a:cubicBezTo>
                  <a:lnTo>
                    <a:pt x="414867" y="331394"/>
                  </a:lnTo>
                  <a:cubicBezTo>
                    <a:pt x="417578" y="342238"/>
                    <a:pt x="425729" y="378519"/>
                    <a:pt x="431800" y="390660"/>
                  </a:cubicBezTo>
                  <a:cubicBezTo>
                    <a:pt x="436351" y="399762"/>
                    <a:pt x="443089" y="407593"/>
                    <a:pt x="448734" y="416060"/>
                  </a:cubicBezTo>
                  <a:cubicBezTo>
                    <a:pt x="451556" y="424527"/>
                    <a:pt x="449938" y="436273"/>
                    <a:pt x="457200" y="441460"/>
                  </a:cubicBezTo>
                  <a:cubicBezTo>
                    <a:pt x="471724" y="451835"/>
                    <a:pt x="491067" y="452750"/>
                    <a:pt x="508000" y="458394"/>
                  </a:cubicBezTo>
                  <a:cubicBezTo>
                    <a:pt x="516467" y="461216"/>
                    <a:pt x="524688" y="464924"/>
                    <a:pt x="533400" y="466860"/>
                  </a:cubicBezTo>
                  <a:cubicBezTo>
                    <a:pt x="620959" y="486318"/>
                    <a:pt x="584357" y="477484"/>
                    <a:pt x="643467" y="492260"/>
                  </a:cubicBezTo>
                  <a:cubicBezTo>
                    <a:pt x="680156" y="486616"/>
                    <a:pt x="720780" y="492795"/>
                    <a:pt x="753534" y="475327"/>
                  </a:cubicBezTo>
                  <a:cubicBezTo>
                    <a:pt x="769283" y="466927"/>
                    <a:pt x="766138" y="441843"/>
                    <a:pt x="770467" y="424527"/>
                  </a:cubicBezTo>
                  <a:cubicBezTo>
                    <a:pt x="792201" y="337595"/>
                    <a:pt x="762661" y="445343"/>
                    <a:pt x="795867" y="356794"/>
                  </a:cubicBezTo>
                  <a:cubicBezTo>
                    <a:pt x="799554" y="346962"/>
                    <a:pt x="805981" y="308893"/>
                    <a:pt x="812800" y="297527"/>
                  </a:cubicBezTo>
                  <a:cubicBezTo>
                    <a:pt x="816907" y="290682"/>
                    <a:pt x="824089" y="286238"/>
                    <a:pt x="829734" y="280594"/>
                  </a:cubicBezTo>
                  <a:cubicBezTo>
                    <a:pt x="832556" y="272127"/>
                    <a:pt x="835748" y="263775"/>
                    <a:pt x="838200" y="255194"/>
                  </a:cubicBezTo>
                  <a:cubicBezTo>
                    <a:pt x="844338" y="233710"/>
                    <a:pt x="846433" y="216228"/>
                    <a:pt x="855134" y="195927"/>
                  </a:cubicBezTo>
                  <a:cubicBezTo>
                    <a:pt x="860106" y="184326"/>
                    <a:pt x="867635" y="173878"/>
                    <a:pt x="872067" y="162060"/>
                  </a:cubicBezTo>
                  <a:cubicBezTo>
                    <a:pt x="876153" y="151165"/>
                    <a:pt x="875950" y="138889"/>
                    <a:pt x="880534" y="128194"/>
                  </a:cubicBezTo>
                  <a:cubicBezTo>
                    <a:pt x="883797" y="120581"/>
                    <a:pt x="904470" y="90825"/>
                    <a:pt x="914400" y="85860"/>
                  </a:cubicBezTo>
                  <a:cubicBezTo>
                    <a:pt x="924808" y="80656"/>
                    <a:pt x="937078" y="80591"/>
                    <a:pt x="948267" y="77394"/>
                  </a:cubicBezTo>
                  <a:cubicBezTo>
                    <a:pt x="956848" y="74942"/>
                    <a:pt x="965685" y="72918"/>
                    <a:pt x="973667" y="68927"/>
                  </a:cubicBezTo>
                  <a:cubicBezTo>
                    <a:pt x="982768" y="64376"/>
                    <a:pt x="989768" y="56127"/>
                    <a:pt x="999067" y="51994"/>
                  </a:cubicBezTo>
                  <a:cubicBezTo>
                    <a:pt x="1015378" y="44745"/>
                    <a:pt x="1032934" y="40704"/>
                    <a:pt x="1049867" y="35060"/>
                  </a:cubicBezTo>
                  <a:lnTo>
                    <a:pt x="1075267" y="26594"/>
                  </a:lnTo>
                  <a:cubicBezTo>
                    <a:pt x="1087042" y="18744"/>
                    <a:pt x="1117447" y="-5641"/>
                    <a:pt x="1134534" y="1194"/>
                  </a:cubicBezTo>
                  <a:cubicBezTo>
                    <a:pt x="1142820" y="4509"/>
                    <a:pt x="1136031" y="21019"/>
                    <a:pt x="1143000" y="26594"/>
                  </a:cubicBezTo>
                  <a:cubicBezTo>
                    <a:pt x="1158716" y="39167"/>
                    <a:pt x="1215550" y="35060"/>
                    <a:pt x="1227667" y="35060"/>
                  </a:cubicBezTo>
                </a:path>
              </a:pathLst>
            </a:custGeom>
            <a:noFill/>
            <a:ln w="19050">
              <a:solidFill>
                <a:schemeClr val="accent5">
                  <a:lumMod val="75000"/>
                </a:schemeClr>
              </a:solidFill>
            </a:ln>
          </p:spPr>
          <p:txBody>
            <a:bodyPr rtlCol="0" anchor="ctr"/>
            <a:lstStyle/>
            <a:p>
              <a:pPr algn="ctr"/>
              <a:endParaRPr lang="en-GB"/>
            </a:p>
          </p:txBody>
        </p:sp>
        <p:sp>
          <p:nvSpPr>
            <p:cNvPr id="112" name="Freeform: Shape 111"/>
            <p:cNvSpPr/>
            <p:nvPr/>
          </p:nvSpPr>
          <p:spPr>
            <a:xfrm>
              <a:off x="5001372" y="5589493"/>
              <a:ext cx="1431274" cy="508000"/>
            </a:xfrm>
            <a:custGeom>
              <a:avLst/>
              <a:gdLst>
                <a:gd name="connsiteX0" fmla="*/ 0 w 1431274"/>
                <a:gd name="connsiteY0" fmla="*/ 465667 h 508000"/>
                <a:gd name="connsiteX1" fmla="*/ 177800 w 1431274"/>
                <a:gd name="connsiteY1" fmla="*/ 457200 h 508000"/>
                <a:gd name="connsiteX2" fmla="*/ 237067 w 1431274"/>
                <a:gd name="connsiteY2" fmla="*/ 431800 h 508000"/>
                <a:gd name="connsiteX3" fmla="*/ 296334 w 1431274"/>
                <a:gd name="connsiteY3" fmla="*/ 414867 h 508000"/>
                <a:gd name="connsiteX4" fmla="*/ 321734 w 1431274"/>
                <a:gd name="connsiteY4" fmla="*/ 355600 h 508000"/>
                <a:gd name="connsiteX5" fmla="*/ 338667 w 1431274"/>
                <a:gd name="connsiteY5" fmla="*/ 321734 h 508000"/>
                <a:gd name="connsiteX6" fmla="*/ 347134 w 1431274"/>
                <a:gd name="connsiteY6" fmla="*/ 296334 h 508000"/>
                <a:gd name="connsiteX7" fmla="*/ 381000 w 1431274"/>
                <a:gd name="connsiteY7" fmla="*/ 245534 h 508000"/>
                <a:gd name="connsiteX8" fmla="*/ 414867 w 1431274"/>
                <a:gd name="connsiteY8" fmla="*/ 169334 h 508000"/>
                <a:gd name="connsiteX9" fmla="*/ 448734 w 1431274"/>
                <a:gd name="connsiteY9" fmla="*/ 143934 h 508000"/>
                <a:gd name="connsiteX10" fmla="*/ 482600 w 1431274"/>
                <a:gd name="connsiteY10" fmla="*/ 67734 h 508000"/>
                <a:gd name="connsiteX11" fmla="*/ 524934 w 1431274"/>
                <a:gd name="connsiteY11" fmla="*/ 16934 h 508000"/>
                <a:gd name="connsiteX12" fmla="*/ 567267 w 1431274"/>
                <a:gd name="connsiteY12" fmla="*/ 8467 h 508000"/>
                <a:gd name="connsiteX13" fmla="*/ 601134 w 1431274"/>
                <a:gd name="connsiteY13" fmla="*/ 0 h 508000"/>
                <a:gd name="connsiteX14" fmla="*/ 880534 w 1431274"/>
                <a:gd name="connsiteY14" fmla="*/ 8467 h 508000"/>
                <a:gd name="connsiteX15" fmla="*/ 889000 w 1431274"/>
                <a:gd name="connsiteY15" fmla="*/ 33867 h 508000"/>
                <a:gd name="connsiteX16" fmla="*/ 939800 w 1431274"/>
                <a:gd name="connsiteY16" fmla="*/ 76200 h 508000"/>
                <a:gd name="connsiteX17" fmla="*/ 948267 w 1431274"/>
                <a:gd name="connsiteY17" fmla="*/ 110067 h 508000"/>
                <a:gd name="connsiteX18" fmla="*/ 982134 w 1431274"/>
                <a:gd name="connsiteY18" fmla="*/ 152400 h 508000"/>
                <a:gd name="connsiteX19" fmla="*/ 1016000 w 1431274"/>
                <a:gd name="connsiteY19" fmla="*/ 211667 h 508000"/>
                <a:gd name="connsiteX20" fmla="*/ 1041400 w 1431274"/>
                <a:gd name="connsiteY20" fmla="*/ 296334 h 508000"/>
                <a:gd name="connsiteX21" fmla="*/ 1058334 w 1431274"/>
                <a:gd name="connsiteY21" fmla="*/ 321734 h 508000"/>
                <a:gd name="connsiteX22" fmla="*/ 1092200 w 1431274"/>
                <a:gd name="connsiteY22" fmla="*/ 389467 h 508000"/>
                <a:gd name="connsiteX23" fmla="*/ 1134534 w 1431274"/>
                <a:gd name="connsiteY23" fmla="*/ 431800 h 508000"/>
                <a:gd name="connsiteX24" fmla="*/ 1151467 w 1431274"/>
                <a:gd name="connsiteY24" fmla="*/ 465667 h 508000"/>
                <a:gd name="connsiteX25" fmla="*/ 1185334 w 1431274"/>
                <a:gd name="connsiteY25" fmla="*/ 474134 h 508000"/>
                <a:gd name="connsiteX26" fmla="*/ 1210734 w 1431274"/>
                <a:gd name="connsiteY26" fmla="*/ 491067 h 508000"/>
                <a:gd name="connsiteX27" fmla="*/ 1244600 w 1431274"/>
                <a:gd name="connsiteY27" fmla="*/ 508000 h 508000"/>
                <a:gd name="connsiteX28" fmla="*/ 1371600 w 1431274"/>
                <a:gd name="connsiteY28" fmla="*/ 499534 h 508000"/>
                <a:gd name="connsiteX29" fmla="*/ 1397000 w 1431274"/>
                <a:gd name="connsiteY29" fmla="*/ 491067 h 508000"/>
                <a:gd name="connsiteX30" fmla="*/ 1413934 w 1431274"/>
                <a:gd name="connsiteY30" fmla="*/ 482600 h 5080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</a:cxnLst>
              <a:rect l="l" t="t" r="r" b="b"/>
              <a:pathLst>
                <a:path w="1431274" h="508000">
                  <a:moveTo>
                    <a:pt x="0" y="465667"/>
                  </a:moveTo>
                  <a:cubicBezTo>
                    <a:pt x="59267" y="462845"/>
                    <a:pt x="118671" y="462127"/>
                    <a:pt x="177800" y="457200"/>
                  </a:cubicBezTo>
                  <a:cubicBezTo>
                    <a:pt x="194236" y="455830"/>
                    <a:pt x="224828" y="437045"/>
                    <a:pt x="237067" y="431800"/>
                  </a:cubicBezTo>
                  <a:cubicBezTo>
                    <a:pt x="254066" y="424515"/>
                    <a:pt x="279156" y="419162"/>
                    <a:pt x="296334" y="414867"/>
                  </a:cubicBezTo>
                  <a:cubicBezTo>
                    <a:pt x="330649" y="363393"/>
                    <a:pt x="298302" y="418084"/>
                    <a:pt x="321734" y="355600"/>
                  </a:cubicBezTo>
                  <a:cubicBezTo>
                    <a:pt x="326166" y="343782"/>
                    <a:pt x="333695" y="333335"/>
                    <a:pt x="338667" y="321734"/>
                  </a:cubicBezTo>
                  <a:cubicBezTo>
                    <a:pt x="342183" y="313531"/>
                    <a:pt x="342800" y="304136"/>
                    <a:pt x="347134" y="296334"/>
                  </a:cubicBezTo>
                  <a:cubicBezTo>
                    <a:pt x="357017" y="278544"/>
                    <a:pt x="374564" y="264841"/>
                    <a:pt x="381000" y="245534"/>
                  </a:cubicBezTo>
                  <a:cubicBezTo>
                    <a:pt x="389383" y="220386"/>
                    <a:pt x="394742" y="189459"/>
                    <a:pt x="414867" y="169334"/>
                  </a:cubicBezTo>
                  <a:cubicBezTo>
                    <a:pt x="424845" y="159356"/>
                    <a:pt x="437445" y="152401"/>
                    <a:pt x="448734" y="143934"/>
                  </a:cubicBezTo>
                  <a:cubicBezTo>
                    <a:pt x="492417" y="12883"/>
                    <a:pt x="442351" y="148232"/>
                    <a:pt x="482600" y="67734"/>
                  </a:cubicBezTo>
                  <a:cubicBezTo>
                    <a:pt x="498746" y="35442"/>
                    <a:pt x="478841" y="37420"/>
                    <a:pt x="524934" y="16934"/>
                  </a:cubicBezTo>
                  <a:cubicBezTo>
                    <a:pt x="538084" y="11089"/>
                    <a:pt x="553219" y="11589"/>
                    <a:pt x="567267" y="8467"/>
                  </a:cubicBezTo>
                  <a:cubicBezTo>
                    <a:pt x="578626" y="5943"/>
                    <a:pt x="589845" y="2822"/>
                    <a:pt x="601134" y="0"/>
                  </a:cubicBezTo>
                  <a:cubicBezTo>
                    <a:pt x="694267" y="2822"/>
                    <a:pt x="787996" y="-2420"/>
                    <a:pt x="880534" y="8467"/>
                  </a:cubicBezTo>
                  <a:cubicBezTo>
                    <a:pt x="889397" y="9510"/>
                    <a:pt x="884050" y="26441"/>
                    <a:pt x="889000" y="33867"/>
                  </a:cubicBezTo>
                  <a:cubicBezTo>
                    <a:pt x="902038" y="53424"/>
                    <a:pt x="921058" y="63705"/>
                    <a:pt x="939800" y="76200"/>
                  </a:cubicBezTo>
                  <a:cubicBezTo>
                    <a:pt x="942622" y="87489"/>
                    <a:pt x="943683" y="99371"/>
                    <a:pt x="948267" y="110067"/>
                  </a:cubicBezTo>
                  <a:cubicBezTo>
                    <a:pt x="960296" y="138135"/>
                    <a:pt x="965325" y="131389"/>
                    <a:pt x="982134" y="152400"/>
                  </a:cubicBezTo>
                  <a:cubicBezTo>
                    <a:pt x="993694" y="166849"/>
                    <a:pt x="1009865" y="195308"/>
                    <a:pt x="1016000" y="211667"/>
                  </a:cubicBezTo>
                  <a:cubicBezTo>
                    <a:pt x="1026140" y="238708"/>
                    <a:pt x="1024861" y="271527"/>
                    <a:pt x="1041400" y="296334"/>
                  </a:cubicBezTo>
                  <a:lnTo>
                    <a:pt x="1058334" y="321734"/>
                  </a:lnTo>
                  <a:cubicBezTo>
                    <a:pt x="1068287" y="361550"/>
                    <a:pt x="1062165" y="355678"/>
                    <a:pt x="1092200" y="389467"/>
                  </a:cubicBezTo>
                  <a:cubicBezTo>
                    <a:pt x="1105458" y="404382"/>
                    <a:pt x="1134534" y="431800"/>
                    <a:pt x="1134534" y="431800"/>
                  </a:cubicBezTo>
                  <a:cubicBezTo>
                    <a:pt x="1140178" y="443089"/>
                    <a:pt x="1141771" y="457587"/>
                    <a:pt x="1151467" y="465667"/>
                  </a:cubicBezTo>
                  <a:cubicBezTo>
                    <a:pt x="1160406" y="473117"/>
                    <a:pt x="1174638" y="469550"/>
                    <a:pt x="1185334" y="474134"/>
                  </a:cubicBezTo>
                  <a:cubicBezTo>
                    <a:pt x="1194687" y="478142"/>
                    <a:pt x="1201899" y="486019"/>
                    <a:pt x="1210734" y="491067"/>
                  </a:cubicBezTo>
                  <a:cubicBezTo>
                    <a:pt x="1221692" y="497329"/>
                    <a:pt x="1233311" y="502356"/>
                    <a:pt x="1244600" y="508000"/>
                  </a:cubicBezTo>
                  <a:cubicBezTo>
                    <a:pt x="1286933" y="505178"/>
                    <a:pt x="1329432" y="504219"/>
                    <a:pt x="1371600" y="499534"/>
                  </a:cubicBezTo>
                  <a:cubicBezTo>
                    <a:pt x="1380470" y="498548"/>
                    <a:pt x="1388419" y="493519"/>
                    <a:pt x="1397000" y="491067"/>
                  </a:cubicBezTo>
                  <a:cubicBezTo>
                    <a:pt x="1431425" y="481231"/>
                    <a:pt x="1444889" y="482600"/>
                    <a:pt x="1413934" y="482600"/>
                  </a:cubicBezTo>
                </a:path>
              </a:pathLst>
            </a:custGeom>
            <a:noFill/>
            <a:ln w="19050">
              <a:solidFill>
                <a:schemeClr val="accent5">
                  <a:lumMod val="75000"/>
                </a:schemeClr>
              </a:solidFill>
            </a:ln>
          </p:spPr>
          <p:txBody>
            <a:bodyPr rtlCol="0" anchor="ctr"/>
            <a:lstStyle/>
            <a:p>
              <a:pPr algn="ctr"/>
              <a:endParaRPr lang="en-GB"/>
            </a:p>
          </p:txBody>
        </p:sp>
        <p:sp>
          <p:nvSpPr>
            <p:cNvPr id="113" name="Freeform: Shape 112"/>
            <p:cNvSpPr/>
            <p:nvPr/>
          </p:nvSpPr>
          <p:spPr>
            <a:xfrm>
              <a:off x="5086039" y="5572560"/>
              <a:ext cx="1286939" cy="533400"/>
            </a:xfrm>
            <a:custGeom>
              <a:avLst/>
              <a:gdLst>
                <a:gd name="connsiteX0" fmla="*/ 0 w 1286939"/>
                <a:gd name="connsiteY0" fmla="*/ 533400 h 533400"/>
                <a:gd name="connsiteX1" fmla="*/ 59267 w 1286939"/>
                <a:gd name="connsiteY1" fmla="*/ 516467 h 533400"/>
                <a:gd name="connsiteX2" fmla="*/ 84667 w 1286939"/>
                <a:gd name="connsiteY2" fmla="*/ 508000 h 533400"/>
                <a:gd name="connsiteX3" fmla="*/ 152400 w 1286939"/>
                <a:gd name="connsiteY3" fmla="*/ 491067 h 533400"/>
                <a:gd name="connsiteX4" fmla="*/ 186267 w 1286939"/>
                <a:gd name="connsiteY4" fmla="*/ 474133 h 533400"/>
                <a:gd name="connsiteX5" fmla="*/ 194733 w 1286939"/>
                <a:gd name="connsiteY5" fmla="*/ 440267 h 533400"/>
                <a:gd name="connsiteX6" fmla="*/ 228600 w 1286939"/>
                <a:gd name="connsiteY6" fmla="*/ 364067 h 533400"/>
                <a:gd name="connsiteX7" fmla="*/ 245533 w 1286939"/>
                <a:gd name="connsiteY7" fmla="*/ 347133 h 533400"/>
                <a:gd name="connsiteX8" fmla="*/ 270933 w 1286939"/>
                <a:gd name="connsiteY8" fmla="*/ 270933 h 533400"/>
                <a:gd name="connsiteX9" fmla="*/ 279400 w 1286939"/>
                <a:gd name="connsiteY9" fmla="*/ 245533 h 533400"/>
                <a:gd name="connsiteX10" fmla="*/ 304800 w 1286939"/>
                <a:gd name="connsiteY10" fmla="*/ 228600 h 533400"/>
                <a:gd name="connsiteX11" fmla="*/ 330200 w 1286939"/>
                <a:gd name="connsiteY11" fmla="*/ 169333 h 533400"/>
                <a:gd name="connsiteX12" fmla="*/ 355600 w 1286939"/>
                <a:gd name="connsiteY12" fmla="*/ 152400 h 533400"/>
                <a:gd name="connsiteX13" fmla="*/ 381000 w 1286939"/>
                <a:gd name="connsiteY13" fmla="*/ 93133 h 533400"/>
                <a:gd name="connsiteX14" fmla="*/ 431800 w 1286939"/>
                <a:gd name="connsiteY14" fmla="*/ 42333 h 533400"/>
                <a:gd name="connsiteX15" fmla="*/ 440267 w 1286939"/>
                <a:gd name="connsiteY15" fmla="*/ 16933 h 533400"/>
                <a:gd name="connsiteX16" fmla="*/ 465667 w 1286939"/>
                <a:gd name="connsiteY16" fmla="*/ 0 h 533400"/>
                <a:gd name="connsiteX17" fmla="*/ 787400 w 1286939"/>
                <a:gd name="connsiteY17" fmla="*/ 8467 h 533400"/>
                <a:gd name="connsiteX18" fmla="*/ 812800 w 1286939"/>
                <a:gd name="connsiteY18" fmla="*/ 25400 h 533400"/>
                <a:gd name="connsiteX19" fmla="*/ 821267 w 1286939"/>
                <a:gd name="connsiteY19" fmla="*/ 59267 h 533400"/>
                <a:gd name="connsiteX20" fmla="*/ 846667 w 1286939"/>
                <a:gd name="connsiteY20" fmla="*/ 93133 h 533400"/>
                <a:gd name="connsiteX21" fmla="*/ 905933 w 1286939"/>
                <a:gd name="connsiteY21" fmla="*/ 143933 h 533400"/>
                <a:gd name="connsiteX22" fmla="*/ 922867 w 1286939"/>
                <a:gd name="connsiteY22" fmla="*/ 169333 h 533400"/>
                <a:gd name="connsiteX23" fmla="*/ 948267 w 1286939"/>
                <a:gd name="connsiteY23" fmla="*/ 203200 h 533400"/>
                <a:gd name="connsiteX24" fmla="*/ 982133 w 1286939"/>
                <a:gd name="connsiteY24" fmla="*/ 237067 h 533400"/>
                <a:gd name="connsiteX25" fmla="*/ 990600 w 1286939"/>
                <a:gd name="connsiteY25" fmla="*/ 279400 h 533400"/>
                <a:gd name="connsiteX26" fmla="*/ 999067 w 1286939"/>
                <a:gd name="connsiteY26" fmla="*/ 330200 h 533400"/>
                <a:gd name="connsiteX27" fmla="*/ 1007533 w 1286939"/>
                <a:gd name="connsiteY27" fmla="*/ 364067 h 533400"/>
                <a:gd name="connsiteX28" fmla="*/ 1058333 w 1286939"/>
                <a:gd name="connsiteY28" fmla="*/ 414867 h 533400"/>
                <a:gd name="connsiteX29" fmla="*/ 1100667 w 1286939"/>
                <a:gd name="connsiteY29" fmla="*/ 440267 h 533400"/>
                <a:gd name="connsiteX30" fmla="*/ 1117600 w 1286939"/>
                <a:gd name="connsiteY30" fmla="*/ 465667 h 533400"/>
                <a:gd name="connsiteX31" fmla="*/ 1151467 w 1286939"/>
                <a:gd name="connsiteY31" fmla="*/ 474133 h 533400"/>
                <a:gd name="connsiteX32" fmla="*/ 1176867 w 1286939"/>
                <a:gd name="connsiteY32" fmla="*/ 482600 h 533400"/>
                <a:gd name="connsiteX33" fmla="*/ 1286933 w 1286939"/>
                <a:gd name="connsiteY33" fmla="*/ 482600 h 5334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</a:cxnLst>
              <a:rect l="l" t="t" r="r" b="b"/>
              <a:pathLst>
                <a:path w="1286939" h="533400">
                  <a:moveTo>
                    <a:pt x="0" y="533400"/>
                  </a:moveTo>
                  <a:lnTo>
                    <a:pt x="59267" y="516467"/>
                  </a:lnTo>
                  <a:cubicBezTo>
                    <a:pt x="67815" y="513903"/>
                    <a:pt x="76057" y="510348"/>
                    <a:pt x="84667" y="508000"/>
                  </a:cubicBezTo>
                  <a:cubicBezTo>
                    <a:pt x="107119" y="501877"/>
                    <a:pt x="152400" y="491067"/>
                    <a:pt x="152400" y="491067"/>
                  </a:cubicBezTo>
                  <a:cubicBezTo>
                    <a:pt x="163689" y="485422"/>
                    <a:pt x="178187" y="483829"/>
                    <a:pt x="186267" y="474133"/>
                  </a:cubicBezTo>
                  <a:cubicBezTo>
                    <a:pt x="193716" y="465194"/>
                    <a:pt x="191389" y="451412"/>
                    <a:pt x="194733" y="440267"/>
                  </a:cubicBezTo>
                  <a:cubicBezTo>
                    <a:pt x="206011" y="402673"/>
                    <a:pt x="206825" y="391287"/>
                    <a:pt x="228600" y="364067"/>
                  </a:cubicBezTo>
                  <a:cubicBezTo>
                    <a:pt x="233587" y="357834"/>
                    <a:pt x="239889" y="352778"/>
                    <a:pt x="245533" y="347133"/>
                  </a:cubicBezTo>
                  <a:cubicBezTo>
                    <a:pt x="259720" y="290388"/>
                    <a:pt x="247022" y="334696"/>
                    <a:pt x="270933" y="270933"/>
                  </a:cubicBezTo>
                  <a:cubicBezTo>
                    <a:pt x="274067" y="262577"/>
                    <a:pt x="273825" y="252502"/>
                    <a:pt x="279400" y="245533"/>
                  </a:cubicBezTo>
                  <a:cubicBezTo>
                    <a:pt x="285757" y="237587"/>
                    <a:pt x="296333" y="234244"/>
                    <a:pt x="304800" y="228600"/>
                  </a:cubicBezTo>
                  <a:cubicBezTo>
                    <a:pt x="310682" y="210956"/>
                    <a:pt x="318577" y="183281"/>
                    <a:pt x="330200" y="169333"/>
                  </a:cubicBezTo>
                  <a:cubicBezTo>
                    <a:pt x="336714" y="161516"/>
                    <a:pt x="347133" y="158044"/>
                    <a:pt x="355600" y="152400"/>
                  </a:cubicBezTo>
                  <a:cubicBezTo>
                    <a:pt x="361717" y="134051"/>
                    <a:pt x="369045" y="108077"/>
                    <a:pt x="381000" y="93133"/>
                  </a:cubicBezTo>
                  <a:cubicBezTo>
                    <a:pt x="395960" y="74433"/>
                    <a:pt x="431800" y="42333"/>
                    <a:pt x="431800" y="42333"/>
                  </a:cubicBezTo>
                  <a:cubicBezTo>
                    <a:pt x="434622" y="33866"/>
                    <a:pt x="434692" y="23902"/>
                    <a:pt x="440267" y="16933"/>
                  </a:cubicBezTo>
                  <a:cubicBezTo>
                    <a:pt x="446624" y="8987"/>
                    <a:pt x="455494" y="248"/>
                    <a:pt x="465667" y="0"/>
                  </a:cubicBezTo>
                  <a:lnTo>
                    <a:pt x="787400" y="8467"/>
                  </a:lnTo>
                  <a:cubicBezTo>
                    <a:pt x="795867" y="14111"/>
                    <a:pt x="807156" y="16933"/>
                    <a:pt x="812800" y="25400"/>
                  </a:cubicBezTo>
                  <a:cubicBezTo>
                    <a:pt x="819255" y="35082"/>
                    <a:pt x="816063" y="48859"/>
                    <a:pt x="821267" y="59267"/>
                  </a:cubicBezTo>
                  <a:cubicBezTo>
                    <a:pt x="827578" y="71888"/>
                    <a:pt x="837633" y="82293"/>
                    <a:pt x="846667" y="93133"/>
                  </a:cubicBezTo>
                  <a:cubicBezTo>
                    <a:pt x="868128" y="118887"/>
                    <a:pt x="876042" y="114042"/>
                    <a:pt x="905933" y="143933"/>
                  </a:cubicBezTo>
                  <a:cubicBezTo>
                    <a:pt x="913128" y="151128"/>
                    <a:pt x="916952" y="161053"/>
                    <a:pt x="922867" y="169333"/>
                  </a:cubicBezTo>
                  <a:cubicBezTo>
                    <a:pt x="931069" y="180816"/>
                    <a:pt x="938975" y="192580"/>
                    <a:pt x="948267" y="203200"/>
                  </a:cubicBezTo>
                  <a:cubicBezTo>
                    <a:pt x="958780" y="215215"/>
                    <a:pt x="970844" y="225778"/>
                    <a:pt x="982133" y="237067"/>
                  </a:cubicBezTo>
                  <a:cubicBezTo>
                    <a:pt x="984955" y="251178"/>
                    <a:pt x="988026" y="265242"/>
                    <a:pt x="990600" y="279400"/>
                  </a:cubicBezTo>
                  <a:cubicBezTo>
                    <a:pt x="993671" y="296290"/>
                    <a:pt x="995700" y="313366"/>
                    <a:pt x="999067" y="330200"/>
                  </a:cubicBezTo>
                  <a:cubicBezTo>
                    <a:pt x="1001349" y="341610"/>
                    <a:pt x="1000860" y="354534"/>
                    <a:pt x="1007533" y="364067"/>
                  </a:cubicBezTo>
                  <a:cubicBezTo>
                    <a:pt x="1021266" y="383686"/>
                    <a:pt x="1041400" y="397934"/>
                    <a:pt x="1058333" y="414867"/>
                  </a:cubicBezTo>
                  <a:cubicBezTo>
                    <a:pt x="1081576" y="438110"/>
                    <a:pt x="1067696" y="429276"/>
                    <a:pt x="1100667" y="440267"/>
                  </a:cubicBezTo>
                  <a:cubicBezTo>
                    <a:pt x="1106311" y="448734"/>
                    <a:pt x="1109133" y="460023"/>
                    <a:pt x="1117600" y="465667"/>
                  </a:cubicBezTo>
                  <a:cubicBezTo>
                    <a:pt x="1127282" y="472122"/>
                    <a:pt x="1140278" y="470936"/>
                    <a:pt x="1151467" y="474133"/>
                  </a:cubicBezTo>
                  <a:cubicBezTo>
                    <a:pt x="1160048" y="476585"/>
                    <a:pt x="1168400" y="479778"/>
                    <a:pt x="1176867" y="482600"/>
                  </a:cubicBezTo>
                  <a:cubicBezTo>
                    <a:pt x="1289747" y="473917"/>
                    <a:pt x="1286933" y="437336"/>
                    <a:pt x="1286933" y="482600"/>
                  </a:cubicBezTo>
                </a:path>
              </a:pathLst>
            </a:custGeom>
            <a:noFill/>
            <a:ln w="19050">
              <a:solidFill>
                <a:schemeClr val="accent5">
                  <a:lumMod val="75000"/>
                </a:schemeClr>
              </a:solidFill>
            </a:ln>
          </p:spPr>
          <p:txBody>
            <a:bodyPr rtlCol="0" anchor="ctr"/>
            <a:lstStyle/>
            <a:p>
              <a:pPr algn="ctr"/>
              <a:endParaRPr lang="en-GB"/>
            </a:p>
          </p:txBody>
        </p:sp>
        <p:sp>
          <p:nvSpPr>
            <p:cNvPr id="114" name="Freeform: Shape 113"/>
            <p:cNvSpPr/>
            <p:nvPr/>
          </p:nvSpPr>
          <p:spPr>
            <a:xfrm>
              <a:off x="5069106" y="5606391"/>
              <a:ext cx="1303866" cy="465702"/>
            </a:xfrm>
            <a:custGeom>
              <a:avLst/>
              <a:gdLst>
                <a:gd name="connsiteX0" fmla="*/ 0 w 1303866"/>
                <a:gd name="connsiteY0" fmla="*/ 465702 h 465702"/>
                <a:gd name="connsiteX1" fmla="*/ 84666 w 1303866"/>
                <a:gd name="connsiteY1" fmla="*/ 457236 h 465702"/>
                <a:gd name="connsiteX2" fmla="*/ 143933 w 1303866"/>
                <a:gd name="connsiteY2" fmla="*/ 431836 h 465702"/>
                <a:gd name="connsiteX3" fmla="*/ 211666 w 1303866"/>
                <a:gd name="connsiteY3" fmla="*/ 414902 h 465702"/>
                <a:gd name="connsiteX4" fmla="*/ 228600 w 1303866"/>
                <a:gd name="connsiteY4" fmla="*/ 389502 h 465702"/>
                <a:gd name="connsiteX5" fmla="*/ 237066 w 1303866"/>
                <a:gd name="connsiteY5" fmla="*/ 355636 h 465702"/>
                <a:gd name="connsiteX6" fmla="*/ 262466 w 1303866"/>
                <a:gd name="connsiteY6" fmla="*/ 338702 h 465702"/>
                <a:gd name="connsiteX7" fmla="*/ 296333 w 1303866"/>
                <a:gd name="connsiteY7" fmla="*/ 296369 h 465702"/>
                <a:gd name="connsiteX8" fmla="*/ 330200 w 1303866"/>
                <a:gd name="connsiteY8" fmla="*/ 254036 h 465702"/>
                <a:gd name="connsiteX9" fmla="*/ 364066 w 1303866"/>
                <a:gd name="connsiteY9" fmla="*/ 194769 h 465702"/>
                <a:gd name="connsiteX10" fmla="*/ 406400 w 1303866"/>
                <a:gd name="connsiteY10" fmla="*/ 135502 h 465702"/>
                <a:gd name="connsiteX11" fmla="*/ 440266 w 1303866"/>
                <a:gd name="connsiteY11" fmla="*/ 84702 h 465702"/>
                <a:gd name="connsiteX12" fmla="*/ 465666 w 1303866"/>
                <a:gd name="connsiteY12" fmla="*/ 33902 h 465702"/>
                <a:gd name="connsiteX13" fmla="*/ 491066 w 1303866"/>
                <a:gd name="connsiteY13" fmla="*/ 25436 h 465702"/>
                <a:gd name="connsiteX14" fmla="*/ 508000 w 1303866"/>
                <a:gd name="connsiteY14" fmla="*/ 8502 h 465702"/>
                <a:gd name="connsiteX15" fmla="*/ 541866 w 1303866"/>
                <a:gd name="connsiteY15" fmla="*/ 36 h 465702"/>
                <a:gd name="connsiteX16" fmla="*/ 728133 w 1303866"/>
                <a:gd name="connsiteY16" fmla="*/ 16969 h 465702"/>
                <a:gd name="connsiteX17" fmla="*/ 787400 w 1303866"/>
                <a:gd name="connsiteY17" fmla="*/ 50836 h 465702"/>
                <a:gd name="connsiteX18" fmla="*/ 821266 w 1303866"/>
                <a:gd name="connsiteY18" fmla="*/ 59302 h 465702"/>
                <a:gd name="connsiteX19" fmla="*/ 855133 w 1303866"/>
                <a:gd name="connsiteY19" fmla="*/ 93169 h 465702"/>
                <a:gd name="connsiteX20" fmla="*/ 889000 w 1303866"/>
                <a:gd name="connsiteY20" fmla="*/ 110102 h 465702"/>
                <a:gd name="connsiteX21" fmla="*/ 897466 w 1303866"/>
                <a:gd name="connsiteY21" fmla="*/ 135502 h 465702"/>
                <a:gd name="connsiteX22" fmla="*/ 914400 w 1303866"/>
                <a:gd name="connsiteY22" fmla="*/ 152436 h 465702"/>
                <a:gd name="connsiteX23" fmla="*/ 931333 w 1303866"/>
                <a:gd name="connsiteY23" fmla="*/ 177836 h 465702"/>
                <a:gd name="connsiteX24" fmla="*/ 965200 w 1303866"/>
                <a:gd name="connsiteY24" fmla="*/ 228636 h 465702"/>
                <a:gd name="connsiteX25" fmla="*/ 973666 w 1303866"/>
                <a:gd name="connsiteY25" fmla="*/ 254036 h 465702"/>
                <a:gd name="connsiteX26" fmla="*/ 1016000 w 1303866"/>
                <a:gd name="connsiteY26" fmla="*/ 304836 h 465702"/>
                <a:gd name="connsiteX27" fmla="*/ 1024466 w 1303866"/>
                <a:gd name="connsiteY27" fmla="*/ 338702 h 465702"/>
                <a:gd name="connsiteX28" fmla="*/ 1041400 w 1303866"/>
                <a:gd name="connsiteY28" fmla="*/ 355636 h 465702"/>
                <a:gd name="connsiteX29" fmla="*/ 1058333 w 1303866"/>
                <a:gd name="connsiteY29" fmla="*/ 381036 h 465702"/>
                <a:gd name="connsiteX30" fmla="*/ 1109133 w 1303866"/>
                <a:gd name="connsiteY30" fmla="*/ 406436 h 465702"/>
                <a:gd name="connsiteX31" fmla="*/ 1100666 w 1303866"/>
                <a:gd name="connsiteY31" fmla="*/ 431836 h 465702"/>
                <a:gd name="connsiteX32" fmla="*/ 1143000 w 1303866"/>
                <a:gd name="connsiteY32" fmla="*/ 465702 h 465702"/>
                <a:gd name="connsiteX33" fmla="*/ 1193800 w 1303866"/>
                <a:gd name="connsiteY33" fmla="*/ 457236 h 465702"/>
                <a:gd name="connsiteX34" fmla="*/ 1227666 w 1303866"/>
                <a:gd name="connsiteY34" fmla="*/ 448769 h 465702"/>
                <a:gd name="connsiteX35" fmla="*/ 1303866 w 1303866"/>
                <a:gd name="connsiteY35" fmla="*/ 448769 h 46570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</a:cxnLst>
              <a:rect l="l" t="t" r="r" b="b"/>
              <a:pathLst>
                <a:path w="1303866" h="465702">
                  <a:moveTo>
                    <a:pt x="0" y="465702"/>
                  </a:moveTo>
                  <a:cubicBezTo>
                    <a:pt x="28222" y="462880"/>
                    <a:pt x="56633" y="461549"/>
                    <a:pt x="84666" y="457236"/>
                  </a:cubicBezTo>
                  <a:cubicBezTo>
                    <a:pt x="112139" y="453010"/>
                    <a:pt x="116086" y="441118"/>
                    <a:pt x="143933" y="431836"/>
                  </a:cubicBezTo>
                  <a:cubicBezTo>
                    <a:pt x="166011" y="424476"/>
                    <a:pt x="211666" y="414902"/>
                    <a:pt x="211666" y="414902"/>
                  </a:cubicBezTo>
                  <a:cubicBezTo>
                    <a:pt x="217311" y="406435"/>
                    <a:pt x="224592" y="398855"/>
                    <a:pt x="228600" y="389502"/>
                  </a:cubicBezTo>
                  <a:cubicBezTo>
                    <a:pt x="233184" y="378807"/>
                    <a:pt x="230612" y="365318"/>
                    <a:pt x="237066" y="355636"/>
                  </a:cubicBezTo>
                  <a:cubicBezTo>
                    <a:pt x="242710" y="347169"/>
                    <a:pt x="253999" y="344347"/>
                    <a:pt x="262466" y="338702"/>
                  </a:cubicBezTo>
                  <a:cubicBezTo>
                    <a:pt x="283748" y="274858"/>
                    <a:pt x="252565" y="351078"/>
                    <a:pt x="296333" y="296369"/>
                  </a:cubicBezTo>
                  <a:cubicBezTo>
                    <a:pt x="343071" y="237947"/>
                    <a:pt x="257408" y="302563"/>
                    <a:pt x="330200" y="254036"/>
                  </a:cubicBezTo>
                  <a:cubicBezTo>
                    <a:pt x="352462" y="164982"/>
                    <a:pt x="319230" y="273231"/>
                    <a:pt x="364066" y="194769"/>
                  </a:cubicBezTo>
                  <a:cubicBezTo>
                    <a:pt x="402706" y="127150"/>
                    <a:pt x="330785" y="192213"/>
                    <a:pt x="406400" y="135502"/>
                  </a:cubicBezTo>
                  <a:cubicBezTo>
                    <a:pt x="426529" y="75110"/>
                    <a:pt x="397987" y="148120"/>
                    <a:pt x="440266" y="84702"/>
                  </a:cubicBezTo>
                  <a:cubicBezTo>
                    <a:pt x="457794" y="58410"/>
                    <a:pt x="437120" y="56738"/>
                    <a:pt x="465666" y="33902"/>
                  </a:cubicBezTo>
                  <a:cubicBezTo>
                    <a:pt x="472635" y="28327"/>
                    <a:pt x="482599" y="28258"/>
                    <a:pt x="491066" y="25436"/>
                  </a:cubicBezTo>
                  <a:cubicBezTo>
                    <a:pt x="496711" y="19791"/>
                    <a:pt x="500860" y="12072"/>
                    <a:pt x="508000" y="8502"/>
                  </a:cubicBezTo>
                  <a:cubicBezTo>
                    <a:pt x="518408" y="3298"/>
                    <a:pt x="530239" y="-411"/>
                    <a:pt x="541866" y="36"/>
                  </a:cubicBezTo>
                  <a:cubicBezTo>
                    <a:pt x="604165" y="2432"/>
                    <a:pt x="666044" y="11325"/>
                    <a:pt x="728133" y="16969"/>
                  </a:cubicBezTo>
                  <a:cubicBezTo>
                    <a:pt x="805827" y="42868"/>
                    <a:pt x="684875" y="-425"/>
                    <a:pt x="787400" y="50836"/>
                  </a:cubicBezTo>
                  <a:cubicBezTo>
                    <a:pt x="797808" y="56040"/>
                    <a:pt x="809977" y="56480"/>
                    <a:pt x="821266" y="59302"/>
                  </a:cubicBezTo>
                  <a:cubicBezTo>
                    <a:pt x="832555" y="70591"/>
                    <a:pt x="842361" y="83590"/>
                    <a:pt x="855133" y="93169"/>
                  </a:cubicBezTo>
                  <a:cubicBezTo>
                    <a:pt x="865230" y="100742"/>
                    <a:pt x="880075" y="101177"/>
                    <a:pt x="889000" y="110102"/>
                  </a:cubicBezTo>
                  <a:cubicBezTo>
                    <a:pt x="895311" y="116413"/>
                    <a:pt x="892874" y="127849"/>
                    <a:pt x="897466" y="135502"/>
                  </a:cubicBezTo>
                  <a:cubicBezTo>
                    <a:pt x="901573" y="142347"/>
                    <a:pt x="909413" y="146202"/>
                    <a:pt x="914400" y="152436"/>
                  </a:cubicBezTo>
                  <a:cubicBezTo>
                    <a:pt x="920757" y="160382"/>
                    <a:pt x="926782" y="168735"/>
                    <a:pt x="931333" y="177836"/>
                  </a:cubicBezTo>
                  <a:cubicBezTo>
                    <a:pt x="955839" y="226847"/>
                    <a:pt x="917051" y="180487"/>
                    <a:pt x="965200" y="228636"/>
                  </a:cubicBezTo>
                  <a:cubicBezTo>
                    <a:pt x="968022" y="237103"/>
                    <a:pt x="969675" y="246054"/>
                    <a:pt x="973666" y="254036"/>
                  </a:cubicBezTo>
                  <a:cubicBezTo>
                    <a:pt x="985453" y="277609"/>
                    <a:pt x="997277" y="286113"/>
                    <a:pt x="1016000" y="304836"/>
                  </a:cubicBezTo>
                  <a:cubicBezTo>
                    <a:pt x="1018822" y="316125"/>
                    <a:pt x="1019262" y="328294"/>
                    <a:pt x="1024466" y="338702"/>
                  </a:cubicBezTo>
                  <a:cubicBezTo>
                    <a:pt x="1028036" y="345842"/>
                    <a:pt x="1036413" y="349402"/>
                    <a:pt x="1041400" y="355636"/>
                  </a:cubicBezTo>
                  <a:cubicBezTo>
                    <a:pt x="1047757" y="363582"/>
                    <a:pt x="1051138" y="373841"/>
                    <a:pt x="1058333" y="381036"/>
                  </a:cubicBezTo>
                  <a:cubicBezTo>
                    <a:pt x="1074745" y="397448"/>
                    <a:pt x="1088476" y="399550"/>
                    <a:pt x="1109133" y="406436"/>
                  </a:cubicBezTo>
                  <a:cubicBezTo>
                    <a:pt x="1106311" y="414903"/>
                    <a:pt x="1098916" y="423085"/>
                    <a:pt x="1100666" y="431836"/>
                  </a:cubicBezTo>
                  <a:cubicBezTo>
                    <a:pt x="1102522" y="441115"/>
                    <a:pt x="1139351" y="463269"/>
                    <a:pt x="1143000" y="465702"/>
                  </a:cubicBezTo>
                  <a:cubicBezTo>
                    <a:pt x="1159933" y="462880"/>
                    <a:pt x="1176966" y="460603"/>
                    <a:pt x="1193800" y="457236"/>
                  </a:cubicBezTo>
                  <a:cubicBezTo>
                    <a:pt x="1205210" y="454954"/>
                    <a:pt x="1216064" y="449661"/>
                    <a:pt x="1227666" y="448769"/>
                  </a:cubicBezTo>
                  <a:cubicBezTo>
                    <a:pt x="1252991" y="446821"/>
                    <a:pt x="1278466" y="448769"/>
                    <a:pt x="1303866" y="448769"/>
                  </a:cubicBezTo>
                </a:path>
              </a:pathLst>
            </a:custGeom>
            <a:noFill/>
            <a:ln w="19050">
              <a:solidFill>
                <a:schemeClr val="accent5">
                  <a:lumMod val="75000"/>
                </a:schemeClr>
              </a:solidFill>
            </a:ln>
          </p:spPr>
          <p:txBody>
            <a:bodyPr rtlCol="0" anchor="ctr"/>
            <a:lstStyle/>
            <a:p>
              <a:pPr algn="ctr"/>
              <a:endParaRPr lang="en-GB"/>
            </a:p>
          </p:txBody>
        </p:sp>
        <p:sp>
          <p:nvSpPr>
            <p:cNvPr id="115" name="Freeform: Shape 114"/>
            <p:cNvSpPr/>
            <p:nvPr/>
          </p:nvSpPr>
          <p:spPr>
            <a:xfrm>
              <a:off x="5077572" y="5604892"/>
              <a:ext cx="1227667" cy="492260"/>
            </a:xfrm>
            <a:custGeom>
              <a:avLst/>
              <a:gdLst>
                <a:gd name="connsiteX0" fmla="*/ 0 w 1227667"/>
                <a:gd name="connsiteY0" fmla="*/ 85860 h 492260"/>
                <a:gd name="connsiteX1" fmla="*/ 262467 w 1227667"/>
                <a:gd name="connsiteY1" fmla="*/ 94327 h 492260"/>
                <a:gd name="connsiteX2" fmla="*/ 287867 w 1227667"/>
                <a:gd name="connsiteY2" fmla="*/ 170527 h 492260"/>
                <a:gd name="connsiteX3" fmla="*/ 330200 w 1227667"/>
                <a:gd name="connsiteY3" fmla="*/ 221327 h 492260"/>
                <a:gd name="connsiteX4" fmla="*/ 338667 w 1227667"/>
                <a:gd name="connsiteY4" fmla="*/ 246727 h 492260"/>
                <a:gd name="connsiteX5" fmla="*/ 389467 w 1227667"/>
                <a:gd name="connsiteY5" fmla="*/ 305994 h 492260"/>
                <a:gd name="connsiteX6" fmla="*/ 414867 w 1227667"/>
                <a:gd name="connsiteY6" fmla="*/ 331394 h 492260"/>
                <a:gd name="connsiteX7" fmla="*/ 431800 w 1227667"/>
                <a:gd name="connsiteY7" fmla="*/ 390660 h 492260"/>
                <a:gd name="connsiteX8" fmla="*/ 448734 w 1227667"/>
                <a:gd name="connsiteY8" fmla="*/ 416060 h 492260"/>
                <a:gd name="connsiteX9" fmla="*/ 457200 w 1227667"/>
                <a:gd name="connsiteY9" fmla="*/ 441460 h 492260"/>
                <a:gd name="connsiteX10" fmla="*/ 508000 w 1227667"/>
                <a:gd name="connsiteY10" fmla="*/ 458394 h 492260"/>
                <a:gd name="connsiteX11" fmla="*/ 533400 w 1227667"/>
                <a:gd name="connsiteY11" fmla="*/ 466860 h 492260"/>
                <a:gd name="connsiteX12" fmla="*/ 643467 w 1227667"/>
                <a:gd name="connsiteY12" fmla="*/ 492260 h 492260"/>
                <a:gd name="connsiteX13" fmla="*/ 753534 w 1227667"/>
                <a:gd name="connsiteY13" fmla="*/ 475327 h 492260"/>
                <a:gd name="connsiteX14" fmla="*/ 770467 w 1227667"/>
                <a:gd name="connsiteY14" fmla="*/ 424527 h 492260"/>
                <a:gd name="connsiteX15" fmla="*/ 795867 w 1227667"/>
                <a:gd name="connsiteY15" fmla="*/ 356794 h 492260"/>
                <a:gd name="connsiteX16" fmla="*/ 812800 w 1227667"/>
                <a:gd name="connsiteY16" fmla="*/ 297527 h 492260"/>
                <a:gd name="connsiteX17" fmla="*/ 829734 w 1227667"/>
                <a:gd name="connsiteY17" fmla="*/ 280594 h 492260"/>
                <a:gd name="connsiteX18" fmla="*/ 838200 w 1227667"/>
                <a:gd name="connsiteY18" fmla="*/ 255194 h 492260"/>
                <a:gd name="connsiteX19" fmla="*/ 855134 w 1227667"/>
                <a:gd name="connsiteY19" fmla="*/ 195927 h 492260"/>
                <a:gd name="connsiteX20" fmla="*/ 872067 w 1227667"/>
                <a:gd name="connsiteY20" fmla="*/ 162060 h 492260"/>
                <a:gd name="connsiteX21" fmla="*/ 880534 w 1227667"/>
                <a:gd name="connsiteY21" fmla="*/ 128194 h 492260"/>
                <a:gd name="connsiteX22" fmla="*/ 914400 w 1227667"/>
                <a:gd name="connsiteY22" fmla="*/ 85860 h 492260"/>
                <a:gd name="connsiteX23" fmla="*/ 948267 w 1227667"/>
                <a:gd name="connsiteY23" fmla="*/ 77394 h 492260"/>
                <a:gd name="connsiteX24" fmla="*/ 973667 w 1227667"/>
                <a:gd name="connsiteY24" fmla="*/ 68927 h 492260"/>
                <a:gd name="connsiteX25" fmla="*/ 999067 w 1227667"/>
                <a:gd name="connsiteY25" fmla="*/ 51994 h 492260"/>
                <a:gd name="connsiteX26" fmla="*/ 1049867 w 1227667"/>
                <a:gd name="connsiteY26" fmla="*/ 35060 h 492260"/>
                <a:gd name="connsiteX27" fmla="*/ 1075267 w 1227667"/>
                <a:gd name="connsiteY27" fmla="*/ 26594 h 492260"/>
                <a:gd name="connsiteX28" fmla="*/ 1134534 w 1227667"/>
                <a:gd name="connsiteY28" fmla="*/ 1194 h 492260"/>
                <a:gd name="connsiteX29" fmla="*/ 1143000 w 1227667"/>
                <a:gd name="connsiteY29" fmla="*/ 26594 h 492260"/>
                <a:gd name="connsiteX30" fmla="*/ 1227667 w 1227667"/>
                <a:gd name="connsiteY30" fmla="*/ 35060 h 49226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</a:cxnLst>
              <a:rect l="l" t="t" r="r" b="b"/>
              <a:pathLst>
                <a:path w="1227667" h="492260">
                  <a:moveTo>
                    <a:pt x="0" y="85860"/>
                  </a:moveTo>
                  <a:cubicBezTo>
                    <a:pt x="87489" y="88682"/>
                    <a:pt x="178489" y="69628"/>
                    <a:pt x="262467" y="94327"/>
                  </a:cubicBezTo>
                  <a:cubicBezTo>
                    <a:pt x="288153" y="101882"/>
                    <a:pt x="273016" y="148250"/>
                    <a:pt x="287867" y="170527"/>
                  </a:cubicBezTo>
                  <a:cubicBezTo>
                    <a:pt x="311442" y="205890"/>
                    <a:pt x="297605" y="188732"/>
                    <a:pt x="330200" y="221327"/>
                  </a:cubicBezTo>
                  <a:cubicBezTo>
                    <a:pt x="333022" y="229794"/>
                    <a:pt x="334676" y="238745"/>
                    <a:pt x="338667" y="246727"/>
                  </a:cubicBezTo>
                  <a:cubicBezTo>
                    <a:pt x="351562" y="272517"/>
                    <a:pt x="368634" y="285161"/>
                    <a:pt x="389467" y="305994"/>
                  </a:cubicBezTo>
                  <a:lnTo>
                    <a:pt x="414867" y="331394"/>
                  </a:lnTo>
                  <a:cubicBezTo>
                    <a:pt x="417578" y="342238"/>
                    <a:pt x="425729" y="378519"/>
                    <a:pt x="431800" y="390660"/>
                  </a:cubicBezTo>
                  <a:cubicBezTo>
                    <a:pt x="436351" y="399762"/>
                    <a:pt x="443089" y="407593"/>
                    <a:pt x="448734" y="416060"/>
                  </a:cubicBezTo>
                  <a:cubicBezTo>
                    <a:pt x="451556" y="424527"/>
                    <a:pt x="449938" y="436273"/>
                    <a:pt x="457200" y="441460"/>
                  </a:cubicBezTo>
                  <a:cubicBezTo>
                    <a:pt x="471724" y="451835"/>
                    <a:pt x="491067" y="452750"/>
                    <a:pt x="508000" y="458394"/>
                  </a:cubicBezTo>
                  <a:cubicBezTo>
                    <a:pt x="516467" y="461216"/>
                    <a:pt x="524688" y="464924"/>
                    <a:pt x="533400" y="466860"/>
                  </a:cubicBezTo>
                  <a:cubicBezTo>
                    <a:pt x="620959" y="486318"/>
                    <a:pt x="584357" y="477484"/>
                    <a:pt x="643467" y="492260"/>
                  </a:cubicBezTo>
                  <a:cubicBezTo>
                    <a:pt x="680156" y="486616"/>
                    <a:pt x="720780" y="492795"/>
                    <a:pt x="753534" y="475327"/>
                  </a:cubicBezTo>
                  <a:cubicBezTo>
                    <a:pt x="769283" y="466927"/>
                    <a:pt x="766138" y="441843"/>
                    <a:pt x="770467" y="424527"/>
                  </a:cubicBezTo>
                  <a:cubicBezTo>
                    <a:pt x="792201" y="337595"/>
                    <a:pt x="762661" y="445343"/>
                    <a:pt x="795867" y="356794"/>
                  </a:cubicBezTo>
                  <a:cubicBezTo>
                    <a:pt x="799554" y="346962"/>
                    <a:pt x="805981" y="308893"/>
                    <a:pt x="812800" y="297527"/>
                  </a:cubicBezTo>
                  <a:cubicBezTo>
                    <a:pt x="816907" y="290682"/>
                    <a:pt x="824089" y="286238"/>
                    <a:pt x="829734" y="280594"/>
                  </a:cubicBezTo>
                  <a:cubicBezTo>
                    <a:pt x="832556" y="272127"/>
                    <a:pt x="835748" y="263775"/>
                    <a:pt x="838200" y="255194"/>
                  </a:cubicBezTo>
                  <a:cubicBezTo>
                    <a:pt x="844338" y="233710"/>
                    <a:pt x="846433" y="216228"/>
                    <a:pt x="855134" y="195927"/>
                  </a:cubicBezTo>
                  <a:cubicBezTo>
                    <a:pt x="860106" y="184326"/>
                    <a:pt x="867635" y="173878"/>
                    <a:pt x="872067" y="162060"/>
                  </a:cubicBezTo>
                  <a:cubicBezTo>
                    <a:pt x="876153" y="151165"/>
                    <a:pt x="875950" y="138889"/>
                    <a:pt x="880534" y="128194"/>
                  </a:cubicBezTo>
                  <a:cubicBezTo>
                    <a:pt x="883797" y="120581"/>
                    <a:pt x="904470" y="90825"/>
                    <a:pt x="914400" y="85860"/>
                  </a:cubicBezTo>
                  <a:cubicBezTo>
                    <a:pt x="924808" y="80656"/>
                    <a:pt x="937078" y="80591"/>
                    <a:pt x="948267" y="77394"/>
                  </a:cubicBezTo>
                  <a:cubicBezTo>
                    <a:pt x="956848" y="74942"/>
                    <a:pt x="965685" y="72918"/>
                    <a:pt x="973667" y="68927"/>
                  </a:cubicBezTo>
                  <a:cubicBezTo>
                    <a:pt x="982768" y="64376"/>
                    <a:pt x="989768" y="56127"/>
                    <a:pt x="999067" y="51994"/>
                  </a:cubicBezTo>
                  <a:cubicBezTo>
                    <a:pt x="1015378" y="44745"/>
                    <a:pt x="1032934" y="40704"/>
                    <a:pt x="1049867" y="35060"/>
                  </a:cubicBezTo>
                  <a:lnTo>
                    <a:pt x="1075267" y="26594"/>
                  </a:lnTo>
                  <a:cubicBezTo>
                    <a:pt x="1087042" y="18744"/>
                    <a:pt x="1117447" y="-5641"/>
                    <a:pt x="1134534" y="1194"/>
                  </a:cubicBezTo>
                  <a:cubicBezTo>
                    <a:pt x="1142820" y="4509"/>
                    <a:pt x="1136031" y="21019"/>
                    <a:pt x="1143000" y="26594"/>
                  </a:cubicBezTo>
                  <a:cubicBezTo>
                    <a:pt x="1158716" y="39167"/>
                    <a:pt x="1215550" y="35060"/>
                    <a:pt x="1227667" y="35060"/>
                  </a:cubicBezTo>
                </a:path>
              </a:pathLst>
            </a:custGeom>
            <a:noFill/>
            <a:ln w="19050">
              <a:solidFill>
                <a:schemeClr val="accent5">
                  <a:lumMod val="75000"/>
                </a:schemeClr>
              </a:solidFill>
            </a:ln>
          </p:spPr>
          <p:txBody>
            <a:bodyPr rtlCol="0" anchor="ctr"/>
            <a:lstStyle/>
            <a:p>
              <a:pPr algn="ctr"/>
              <a:endParaRPr lang="en-GB"/>
            </a:p>
          </p:txBody>
        </p:sp>
      </p:grpSp>
      <p:sp>
        <p:nvSpPr>
          <p:cNvPr id="116" name="Rectangle 115"/>
          <p:cNvSpPr/>
          <p:nvPr/>
        </p:nvSpPr>
        <p:spPr>
          <a:xfrm>
            <a:off x="463903" y="1907423"/>
            <a:ext cx="4435077" cy="338554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GB" sz="1600" dirty="0"/>
              <a:t>Theoretically perfect random pulse train</a:t>
            </a:r>
          </a:p>
        </p:txBody>
      </p:sp>
      <p:sp>
        <p:nvSpPr>
          <p:cNvPr id="119" name="Rectangle 118"/>
          <p:cNvSpPr/>
          <p:nvPr/>
        </p:nvSpPr>
        <p:spPr>
          <a:xfrm>
            <a:off x="1834619" y="2640665"/>
            <a:ext cx="5290182" cy="58477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r"/>
            <a:r>
              <a:rPr lang="en-GB" sz="1600" dirty="0"/>
              <a:t>Pulse train: two or three pulse periods successively sampled, </a:t>
            </a:r>
            <a:r>
              <a:rPr lang="en-GB" sz="1600" dirty="0" err="1"/>
              <a:t>overlayed</a:t>
            </a:r>
            <a:r>
              <a:rPr lang="en-GB" sz="1600" dirty="0"/>
              <a:t> on each other</a:t>
            </a:r>
          </a:p>
        </p:txBody>
      </p:sp>
      <p:sp>
        <p:nvSpPr>
          <p:cNvPr id="120" name="Rectangle 119"/>
          <p:cNvSpPr/>
          <p:nvPr/>
        </p:nvSpPr>
        <p:spPr>
          <a:xfrm>
            <a:off x="451456" y="4633049"/>
            <a:ext cx="4435077" cy="58477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GB" sz="1600" dirty="0"/>
              <a:t>Random pulse train affected by imperfect transmission medias</a:t>
            </a:r>
          </a:p>
        </p:txBody>
      </p:sp>
      <p:sp>
        <p:nvSpPr>
          <p:cNvPr id="122" name="Rectangle 121"/>
          <p:cNvSpPr/>
          <p:nvPr/>
        </p:nvSpPr>
        <p:spPr>
          <a:xfrm>
            <a:off x="3466392" y="5572830"/>
            <a:ext cx="3483452" cy="58477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r"/>
            <a:r>
              <a:rPr lang="en-GB" sz="1600" dirty="0"/>
              <a:t>Practical pulse train: successively sampled, </a:t>
            </a:r>
            <a:r>
              <a:rPr lang="en-GB" sz="1600" dirty="0" err="1"/>
              <a:t>overlayed</a:t>
            </a:r>
            <a:endParaRPr lang="en-GB" sz="1600" dirty="0"/>
          </a:p>
        </p:txBody>
      </p:sp>
      <p:sp>
        <p:nvSpPr>
          <p:cNvPr id="123" name="Text Box 4"/>
          <p:cNvSpPr txBox="1">
            <a:spLocks noChangeArrowheads="1"/>
          </p:cNvSpPr>
          <p:nvPr/>
        </p:nvSpPr>
        <p:spPr bwMode="auto">
          <a:xfrm>
            <a:off x="466065" y="366713"/>
            <a:ext cx="4314001" cy="461665"/>
          </a:xfrm>
          <a:prstGeom prst="rect">
            <a:avLst/>
          </a:prstGeom>
          <a:noFill/>
          <a:ln w="9525" algn="ctr">
            <a:noFill/>
            <a:miter lim="800000"/>
            <a:headEnd/>
            <a:tailEnd/>
          </a:ln>
        </p:spPr>
        <p:txBody>
          <a:bodyPr wrap="none">
            <a:spAutoFit/>
          </a:bodyPr>
          <a:lstStyle/>
          <a:p>
            <a:r>
              <a:rPr lang="en-GB" sz="2400" b="1" dirty="0"/>
              <a:t>Quality of the Transmission</a:t>
            </a:r>
            <a:endParaRPr lang="en-US" sz="2400" b="1" dirty="0"/>
          </a:p>
        </p:txBody>
      </p:sp>
    </p:spTree>
    <p:extLst>
      <p:ext uri="{BB962C8B-B14F-4D97-AF65-F5344CB8AC3E}">
        <p14:creationId xmlns:p14="http://schemas.microsoft.com/office/powerpoint/2010/main" val="3124407669"/>
      </p:ext>
    </p:extLst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2" name="Rounded Rectangle 131"/>
          <p:cNvSpPr/>
          <p:nvPr/>
        </p:nvSpPr>
        <p:spPr>
          <a:xfrm>
            <a:off x="238539" y="4412974"/>
            <a:ext cx="2430298" cy="2051221"/>
          </a:xfrm>
          <a:prstGeom prst="roundRect">
            <a:avLst/>
          </a:prstGeom>
          <a:solidFill>
            <a:schemeClr val="accent6">
              <a:lumMod val="20000"/>
              <a:lumOff val="80000"/>
            </a:schemeClr>
          </a:solidFill>
          <a:ln>
            <a:noFill/>
          </a:ln>
        </p:spPr>
        <p:txBody>
          <a:bodyPr wrap="square" rtlCol="0" anchor="ctr">
            <a:noAutofit/>
          </a:bodyPr>
          <a:lstStyle/>
          <a:p>
            <a:pPr algn="ctr"/>
            <a:endParaRPr lang="en-GB" sz="1600" dirty="0">
              <a:latin typeface="Lucida Sans Unicode" pitchFamily="34" charset="0"/>
              <a:cs typeface="Lucida Sans Unicode" pitchFamily="34" charset="0"/>
            </a:endParaRPr>
          </a:p>
        </p:txBody>
      </p:sp>
      <p:sp>
        <p:nvSpPr>
          <p:cNvPr id="2" name="Text Box 4"/>
          <p:cNvSpPr txBox="1">
            <a:spLocks noChangeArrowheads="1"/>
          </p:cNvSpPr>
          <p:nvPr/>
        </p:nvSpPr>
        <p:spPr bwMode="auto">
          <a:xfrm>
            <a:off x="466065" y="366713"/>
            <a:ext cx="899605" cy="461665"/>
          </a:xfrm>
          <a:prstGeom prst="rect">
            <a:avLst/>
          </a:prstGeom>
          <a:noFill/>
          <a:ln w="9525" algn="ctr">
            <a:noFill/>
            <a:miter lim="800000"/>
            <a:headEnd/>
            <a:tailEnd/>
          </a:ln>
        </p:spPr>
        <p:txBody>
          <a:bodyPr wrap="none">
            <a:spAutoFit/>
          </a:bodyPr>
          <a:lstStyle/>
          <a:p>
            <a:r>
              <a:rPr lang="en-GB" sz="2400" b="1" dirty="0"/>
              <a:t>Jitter</a:t>
            </a:r>
            <a:endParaRPr lang="en-US" sz="2400" b="1" dirty="0"/>
          </a:p>
        </p:txBody>
      </p:sp>
      <p:grpSp>
        <p:nvGrpSpPr>
          <p:cNvPr id="4" name="Group 26"/>
          <p:cNvGrpSpPr>
            <a:grpSpLocks/>
          </p:cNvGrpSpPr>
          <p:nvPr/>
        </p:nvGrpSpPr>
        <p:grpSpPr bwMode="auto">
          <a:xfrm flipV="1">
            <a:off x="1499429" y="957696"/>
            <a:ext cx="6846491" cy="600075"/>
            <a:chOff x="939" y="2874"/>
            <a:chExt cx="3981" cy="779"/>
          </a:xfrm>
        </p:grpSpPr>
        <p:sp>
          <p:nvSpPr>
            <p:cNvPr id="5" name="Line 8"/>
            <p:cNvSpPr>
              <a:spLocks noChangeShapeType="1"/>
            </p:cNvSpPr>
            <p:nvPr/>
          </p:nvSpPr>
          <p:spPr bwMode="auto">
            <a:xfrm flipV="1">
              <a:off x="939" y="2874"/>
              <a:ext cx="0" cy="762"/>
            </a:xfrm>
            <a:prstGeom prst="line">
              <a:avLst/>
            </a:prstGeom>
            <a:noFill/>
            <a:ln w="28575">
              <a:solidFill>
                <a:srgbClr val="FF3300"/>
              </a:solidFill>
              <a:round/>
              <a:headEnd/>
              <a:tailEnd type="triangle" w="med" len="med"/>
            </a:ln>
          </p:spPr>
          <p:txBody>
            <a:bodyPr/>
            <a:lstStyle/>
            <a:p>
              <a:endParaRPr lang="en-GB"/>
            </a:p>
          </p:txBody>
        </p:sp>
        <p:sp>
          <p:nvSpPr>
            <p:cNvPr id="6" name="Line 9"/>
            <p:cNvSpPr>
              <a:spLocks noChangeShapeType="1"/>
            </p:cNvSpPr>
            <p:nvPr/>
          </p:nvSpPr>
          <p:spPr bwMode="auto">
            <a:xfrm flipV="1">
              <a:off x="1447" y="2891"/>
              <a:ext cx="0" cy="745"/>
            </a:xfrm>
            <a:prstGeom prst="line">
              <a:avLst/>
            </a:prstGeom>
            <a:noFill/>
            <a:ln w="28575">
              <a:solidFill>
                <a:srgbClr val="FF3300"/>
              </a:solidFill>
              <a:round/>
              <a:headEnd/>
              <a:tailEnd type="triangle" w="med" len="med"/>
            </a:ln>
          </p:spPr>
          <p:txBody>
            <a:bodyPr/>
            <a:lstStyle/>
            <a:p>
              <a:endParaRPr lang="en-GB"/>
            </a:p>
          </p:txBody>
        </p:sp>
        <p:sp>
          <p:nvSpPr>
            <p:cNvPr id="7" name="Line 11"/>
            <p:cNvSpPr>
              <a:spLocks noChangeShapeType="1"/>
            </p:cNvSpPr>
            <p:nvPr/>
          </p:nvSpPr>
          <p:spPr bwMode="auto">
            <a:xfrm flipV="1">
              <a:off x="1973" y="2891"/>
              <a:ext cx="0" cy="745"/>
            </a:xfrm>
            <a:prstGeom prst="line">
              <a:avLst/>
            </a:prstGeom>
            <a:noFill/>
            <a:ln w="28575">
              <a:solidFill>
                <a:srgbClr val="FF3300"/>
              </a:solidFill>
              <a:round/>
              <a:headEnd/>
              <a:tailEnd type="triangle" w="med" len="med"/>
            </a:ln>
          </p:spPr>
          <p:txBody>
            <a:bodyPr/>
            <a:lstStyle/>
            <a:p>
              <a:endParaRPr lang="en-GB"/>
            </a:p>
          </p:txBody>
        </p:sp>
        <p:sp>
          <p:nvSpPr>
            <p:cNvPr id="8" name="Line 12"/>
            <p:cNvSpPr>
              <a:spLocks noChangeShapeType="1"/>
            </p:cNvSpPr>
            <p:nvPr/>
          </p:nvSpPr>
          <p:spPr bwMode="auto">
            <a:xfrm flipV="1">
              <a:off x="2532" y="2908"/>
              <a:ext cx="0" cy="745"/>
            </a:xfrm>
            <a:prstGeom prst="line">
              <a:avLst/>
            </a:prstGeom>
            <a:noFill/>
            <a:ln w="28575">
              <a:solidFill>
                <a:srgbClr val="FF3300"/>
              </a:solidFill>
              <a:round/>
              <a:headEnd/>
              <a:tailEnd type="triangle" w="med" len="med"/>
            </a:ln>
          </p:spPr>
          <p:txBody>
            <a:bodyPr/>
            <a:lstStyle/>
            <a:p>
              <a:endParaRPr lang="en-GB"/>
            </a:p>
          </p:txBody>
        </p:sp>
        <p:sp>
          <p:nvSpPr>
            <p:cNvPr id="9" name="Line 13"/>
            <p:cNvSpPr>
              <a:spLocks noChangeShapeType="1"/>
            </p:cNvSpPr>
            <p:nvPr/>
          </p:nvSpPr>
          <p:spPr bwMode="auto">
            <a:xfrm flipV="1">
              <a:off x="3142" y="2908"/>
              <a:ext cx="0" cy="745"/>
            </a:xfrm>
            <a:prstGeom prst="line">
              <a:avLst/>
            </a:prstGeom>
            <a:noFill/>
            <a:ln w="28575">
              <a:solidFill>
                <a:srgbClr val="FF3300"/>
              </a:solidFill>
              <a:round/>
              <a:headEnd/>
              <a:tailEnd type="triangle" w="med" len="med"/>
            </a:ln>
          </p:spPr>
          <p:txBody>
            <a:bodyPr/>
            <a:lstStyle/>
            <a:p>
              <a:endParaRPr lang="en-GB"/>
            </a:p>
          </p:txBody>
        </p:sp>
        <p:sp>
          <p:nvSpPr>
            <p:cNvPr id="10" name="Line 14"/>
            <p:cNvSpPr>
              <a:spLocks noChangeShapeType="1"/>
            </p:cNvSpPr>
            <p:nvPr/>
          </p:nvSpPr>
          <p:spPr bwMode="auto">
            <a:xfrm flipV="1">
              <a:off x="3751" y="2908"/>
              <a:ext cx="0" cy="745"/>
            </a:xfrm>
            <a:prstGeom prst="line">
              <a:avLst/>
            </a:prstGeom>
            <a:noFill/>
            <a:ln w="28575">
              <a:solidFill>
                <a:srgbClr val="FF3300"/>
              </a:solidFill>
              <a:round/>
              <a:headEnd/>
              <a:tailEnd type="triangle" w="med" len="med"/>
            </a:ln>
          </p:spPr>
          <p:txBody>
            <a:bodyPr/>
            <a:lstStyle/>
            <a:p>
              <a:endParaRPr lang="en-GB"/>
            </a:p>
          </p:txBody>
        </p:sp>
        <p:sp>
          <p:nvSpPr>
            <p:cNvPr id="11" name="Line 15"/>
            <p:cNvSpPr>
              <a:spLocks noChangeShapeType="1"/>
            </p:cNvSpPr>
            <p:nvPr/>
          </p:nvSpPr>
          <p:spPr bwMode="auto">
            <a:xfrm flipV="1">
              <a:off x="4327" y="2874"/>
              <a:ext cx="0" cy="745"/>
            </a:xfrm>
            <a:prstGeom prst="line">
              <a:avLst/>
            </a:prstGeom>
            <a:noFill/>
            <a:ln w="28575">
              <a:solidFill>
                <a:srgbClr val="FF3300"/>
              </a:solidFill>
              <a:round/>
              <a:headEnd/>
              <a:tailEnd type="triangle" w="med" len="med"/>
            </a:ln>
          </p:spPr>
          <p:txBody>
            <a:bodyPr/>
            <a:lstStyle/>
            <a:p>
              <a:endParaRPr lang="en-GB"/>
            </a:p>
          </p:txBody>
        </p:sp>
        <p:sp>
          <p:nvSpPr>
            <p:cNvPr id="12" name="Line 16"/>
            <p:cNvSpPr>
              <a:spLocks noChangeShapeType="1"/>
            </p:cNvSpPr>
            <p:nvPr/>
          </p:nvSpPr>
          <p:spPr bwMode="auto">
            <a:xfrm flipV="1">
              <a:off x="4920" y="2874"/>
              <a:ext cx="0" cy="745"/>
            </a:xfrm>
            <a:prstGeom prst="line">
              <a:avLst/>
            </a:prstGeom>
            <a:noFill/>
            <a:ln w="28575">
              <a:solidFill>
                <a:srgbClr val="FF3300"/>
              </a:solidFill>
              <a:round/>
              <a:headEnd/>
              <a:tailEnd type="triangle" w="med" len="med"/>
            </a:ln>
          </p:spPr>
          <p:txBody>
            <a:bodyPr/>
            <a:lstStyle/>
            <a:p>
              <a:endParaRPr lang="en-GB"/>
            </a:p>
          </p:txBody>
        </p:sp>
      </p:grpSp>
      <p:sp>
        <p:nvSpPr>
          <p:cNvPr id="13" name="Text Box 7"/>
          <p:cNvSpPr txBox="1">
            <a:spLocks noChangeArrowheads="1"/>
          </p:cNvSpPr>
          <p:nvPr/>
        </p:nvSpPr>
        <p:spPr bwMode="auto">
          <a:xfrm>
            <a:off x="374792" y="1059184"/>
            <a:ext cx="2450597" cy="307777"/>
          </a:xfrm>
          <a:prstGeom prst="rect">
            <a:avLst/>
          </a:prstGeom>
          <a:solidFill>
            <a:srgbClr val="FFFFFF">
              <a:alpha val="72941"/>
            </a:srgbClr>
          </a:solidFill>
          <a:ln w="9525" algn="ctr">
            <a:noFill/>
            <a:miter lim="800000"/>
            <a:headEnd/>
            <a:tailEnd/>
          </a:ln>
        </p:spPr>
        <p:txBody>
          <a:bodyPr wrap="square">
            <a:spAutoFit/>
          </a:bodyPr>
          <a:lstStyle/>
          <a:p>
            <a:r>
              <a:rPr lang="en-GB" sz="1400" dirty="0" err="1"/>
              <a:t>theroretical</a:t>
            </a:r>
            <a:r>
              <a:rPr lang="en-GB" sz="1400" dirty="0"/>
              <a:t> clock pulses</a:t>
            </a:r>
          </a:p>
        </p:txBody>
      </p:sp>
      <p:sp>
        <p:nvSpPr>
          <p:cNvPr id="14" name="Line 39"/>
          <p:cNvSpPr>
            <a:spLocks noChangeShapeType="1"/>
          </p:cNvSpPr>
          <p:nvPr/>
        </p:nvSpPr>
        <p:spPr bwMode="auto">
          <a:xfrm flipV="1">
            <a:off x="1398539" y="1575330"/>
            <a:ext cx="0" cy="1203325"/>
          </a:xfrm>
          <a:prstGeom prst="line">
            <a:avLst/>
          </a:prstGeom>
          <a:noFill/>
          <a:ln w="57150">
            <a:solidFill>
              <a:srgbClr val="FFCC66"/>
            </a:solidFill>
            <a:round/>
            <a:headEnd/>
            <a:tailEnd type="triangle" w="med" len="med"/>
          </a:ln>
        </p:spPr>
        <p:txBody>
          <a:bodyPr/>
          <a:lstStyle/>
          <a:p>
            <a:endParaRPr lang="en-GB"/>
          </a:p>
        </p:txBody>
      </p:sp>
      <p:sp>
        <p:nvSpPr>
          <p:cNvPr id="15" name="Line 40"/>
          <p:cNvSpPr>
            <a:spLocks noChangeShapeType="1"/>
          </p:cNvSpPr>
          <p:nvPr/>
        </p:nvSpPr>
        <p:spPr bwMode="auto">
          <a:xfrm>
            <a:off x="1063463" y="1566550"/>
            <a:ext cx="7947158" cy="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</p:spPr>
        <p:txBody>
          <a:bodyPr/>
          <a:lstStyle/>
          <a:p>
            <a:endParaRPr lang="en-GB"/>
          </a:p>
        </p:txBody>
      </p:sp>
      <p:sp>
        <p:nvSpPr>
          <p:cNvPr id="16" name="Line 43"/>
          <p:cNvSpPr>
            <a:spLocks noChangeShapeType="1"/>
          </p:cNvSpPr>
          <p:nvPr/>
        </p:nvSpPr>
        <p:spPr bwMode="auto">
          <a:xfrm flipV="1">
            <a:off x="2356270" y="1564218"/>
            <a:ext cx="0" cy="1203325"/>
          </a:xfrm>
          <a:prstGeom prst="line">
            <a:avLst/>
          </a:prstGeom>
          <a:noFill/>
          <a:ln w="57150">
            <a:solidFill>
              <a:srgbClr val="FFCC66"/>
            </a:solidFill>
            <a:round/>
            <a:headEnd/>
            <a:tailEnd type="triangle" w="med" len="med"/>
          </a:ln>
        </p:spPr>
        <p:txBody>
          <a:bodyPr/>
          <a:lstStyle/>
          <a:p>
            <a:endParaRPr lang="en-GB"/>
          </a:p>
        </p:txBody>
      </p:sp>
      <p:sp>
        <p:nvSpPr>
          <p:cNvPr id="17" name="Line 44"/>
          <p:cNvSpPr>
            <a:spLocks noChangeShapeType="1"/>
          </p:cNvSpPr>
          <p:nvPr/>
        </p:nvSpPr>
        <p:spPr bwMode="auto">
          <a:xfrm flipV="1">
            <a:off x="3552106" y="1575330"/>
            <a:ext cx="0" cy="1203325"/>
          </a:xfrm>
          <a:prstGeom prst="line">
            <a:avLst/>
          </a:prstGeom>
          <a:noFill/>
          <a:ln w="57150">
            <a:solidFill>
              <a:srgbClr val="FFCC66"/>
            </a:solidFill>
            <a:round/>
            <a:headEnd/>
            <a:tailEnd type="triangle" w="med" len="med"/>
          </a:ln>
        </p:spPr>
        <p:txBody>
          <a:bodyPr/>
          <a:lstStyle/>
          <a:p>
            <a:endParaRPr lang="en-GB"/>
          </a:p>
        </p:txBody>
      </p:sp>
      <p:sp>
        <p:nvSpPr>
          <p:cNvPr id="18" name="Line 45"/>
          <p:cNvSpPr>
            <a:spLocks noChangeShapeType="1"/>
          </p:cNvSpPr>
          <p:nvPr/>
        </p:nvSpPr>
        <p:spPr bwMode="auto">
          <a:xfrm flipV="1">
            <a:off x="4629143" y="1575330"/>
            <a:ext cx="0" cy="1203325"/>
          </a:xfrm>
          <a:prstGeom prst="line">
            <a:avLst/>
          </a:prstGeom>
          <a:noFill/>
          <a:ln w="57150">
            <a:solidFill>
              <a:srgbClr val="FFCC66"/>
            </a:solidFill>
            <a:round/>
            <a:headEnd/>
            <a:tailEnd type="triangle" w="med" len="med"/>
          </a:ln>
        </p:spPr>
        <p:txBody>
          <a:bodyPr/>
          <a:lstStyle/>
          <a:p>
            <a:endParaRPr lang="en-GB"/>
          </a:p>
        </p:txBody>
      </p:sp>
      <p:sp>
        <p:nvSpPr>
          <p:cNvPr id="19" name="Line 46"/>
          <p:cNvSpPr>
            <a:spLocks noChangeShapeType="1"/>
          </p:cNvSpPr>
          <p:nvPr/>
        </p:nvSpPr>
        <p:spPr bwMode="auto">
          <a:xfrm flipV="1">
            <a:off x="5439856" y="1575330"/>
            <a:ext cx="0" cy="1203325"/>
          </a:xfrm>
          <a:prstGeom prst="line">
            <a:avLst/>
          </a:prstGeom>
          <a:noFill/>
          <a:ln w="57150">
            <a:solidFill>
              <a:srgbClr val="FFCC66"/>
            </a:solidFill>
            <a:round/>
            <a:headEnd/>
            <a:tailEnd type="triangle" w="med" len="med"/>
          </a:ln>
        </p:spPr>
        <p:txBody>
          <a:bodyPr/>
          <a:lstStyle/>
          <a:p>
            <a:endParaRPr lang="en-GB"/>
          </a:p>
        </p:txBody>
      </p:sp>
      <p:sp>
        <p:nvSpPr>
          <p:cNvPr id="20" name="Line 47"/>
          <p:cNvSpPr>
            <a:spLocks noChangeShapeType="1"/>
          </p:cNvSpPr>
          <p:nvPr/>
        </p:nvSpPr>
        <p:spPr bwMode="auto">
          <a:xfrm flipV="1">
            <a:off x="6353066" y="1575330"/>
            <a:ext cx="0" cy="1203325"/>
          </a:xfrm>
          <a:prstGeom prst="line">
            <a:avLst/>
          </a:prstGeom>
          <a:noFill/>
          <a:ln w="57150">
            <a:solidFill>
              <a:srgbClr val="FFCC66"/>
            </a:solidFill>
            <a:round/>
            <a:headEnd/>
            <a:tailEnd type="triangle" w="med" len="med"/>
          </a:ln>
        </p:spPr>
        <p:txBody>
          <a:bodyPr/>
          <a:lstStyle/>
          <a:p>
            <a:endParaRPr lang="en-GB"/>
          </a:p>
        </p:txBody>
      </p:sp>
      <p:sp>
        <p:nvSpPr>
          <p:cNvPr id="21" name="Line 48"/>
          <p:cNvSpPr>
            <a:spLocks noChangeShapeType="1"/>
          </p:cNvSpPr>
          <p:nvPr/>
        </p:nvSpPr>
        <p:spPr bwMode="auto">
          <a:xfrm flipV="1">
            <a:off x="7321308" y="1594380"/>
            <a:ext cx="0" cy="1203325"/>
          </a:xfrm>
          <a:prstGeom prst="line">
            <a:avLst/>
          </a:prstGeom>
          <a:noFill/>
          <a:ln w="57150">
            <a:solidFill>
              <a:srgbClr val="FFCC66"/>
            </a:solidFill>
            <a:round/>
            <a:headEnd/>
            <a:tailEnd type="triangle" w="med" len="med"/>
          </a:ln>
        </p:spPr>
        <p:txBody>
          <a:bodyPr/>
          <a:lstStyle/>
          <a:p>
            <a:endParaRPr lang="en-GB"/>
          </a:p>
        </p:txBody>
      </p:sp>
      <p:sp>
        <p:nvSpPr>
          <p:cNvPr id="22" name="Line 49"/>
          <p:cNvSpPr>
            <a:spLocks noChangeShapeType="1"/>
          </p:cNvSpPr>
          <p:nvPr/>
        </p:nvSpPr>
        <p:spPr bwMode="auto">
          <a:xfrm flipV="1">
            <a:off x="8077859" y="1575329"/>
            <a:ext cx="0" cy="1203325"/>
          </a:xfrm>
          <a:prstGeom prst="line">
            <a:avLst/>
          </a:prstGeom>
          <a:noFill/>
          <a:ln w="57150">
            <a:solidFill>
              <a:srgbClr val="FFCC66"/>
            </a:solidFill>
            <a:round/>
            <a:headEnd/>
            <a:tailEnd type="triangle" w="med" len="med"/>
          </a:ln>
        </p:spPr>
        <p:txBody>
          <a:bodyPr/>
          <a:lstStyle/>
          <a:p>
            <a:endParaRPr lang="en-GB"/>
          </a:p>
        </p:txBody>
      </p:sp>
      <p:sp>
        <p:nvSpPr>
          <p:cNvPr id="23" name="Text Box 50"/>
          <p:cNvSpPr txBox="1">
            <a:spLocks noChangeArrowheads="1"/>
          </p:cNvSpPr>
          <p:nvPr/>
        </p:nvSpPr>
        <p:spPr bwMode="auto">
          <a:xfrm>
            <a:off x="406562" y="1953890"/>
            <a:ext cx="1818756" cy="307777"/>
          </a:xfrm>
          <a:prstGeom prst="rect">
            <a:avLst/>
          </a:prstGeom>
          <a:solidFill>
            <a:srgbClr val="FFFFFF">
              <a:alpha val="81176"/>
            </a:srgbClr>
          </a:solidFill>
          <a:ln w="9525" algn="ctr">
            <a:noFill/>
            <a:miter lim="800000"/>
            <a:headEnd/>
            <a:tailEnd/>
          </a:ln>
        </p:spPr>
        <p:txBody>
          <a:bodyPr wrap="square">
            <a:spAutoFit/>
          </a:bodyPr>
          <a:lstStyle/>
          <a:p>
            <a:r>
              <a:rPr lang="en-GB" sz="1400" dirty="0"/>
              <a:t>actual clock pulses</a:t>
            </a:r>
          </a:p>
        </p:txBody>
      </p:sp>
      <p:sp>
        <p:nvSpPr>
          <p:cNvPr id="26" name="Line 55"/>
          <p:cNvSpPr>
            <a:spLocks noChangeShapeType="1"/>
          </p:cNvSpPr>
          <p:nvPr/>
        </p:nvSpPr>
        <p:spPr bwMode="auto">
          <a:xfrm>
            <a:off x="1255543" y="2636095"/>
            <a:ext cx="620966" cy="5720"/>
          </a:xfrm>
          <a:prstGeom prst="line">
            <a:avLst/>
          </a:prstGeom>
          <a:noFill/>
          <a:ln w="28575">
            <a:solidFill>
              <a:srgbClr val="FF0000"/>
            </a:solidFill>
            <a:round/>
            <a:headEnd type="triangle" w="med" len="med"/>
            <a:tailEnd type="triangle" w="med" len="med"/>
          </a:ln>
        </p:spPr>
        <p:txBody>
          <a:bodyPr/>
          <a:lstStyle/>
          <a:p>
            <a:endParaRPr lang="en-GB"/>
          </a:p>
        </p:txBody>
      </p:sp>
      <p:grpSp>
        <p:nvGrpSpPr>
          <p:cNvPr id="36" name="Group 35"/>
          <p:cNvGrpSpPr/>
          <p:nvPr/>
        </p:nvGrpSpPr>
        <p:grpSpPr>
          <a:xfrm>
            <a:off x="566387" y="4572340"/>
            <a:ext cx="1920837" cy="647234"/>
            <a:chOff x="1669774" y="4839565"/>
            <a:chExt cx="2048846" cy="511661"/>
          </a:xfrm>
        </p:grpSpPr>
        <p:sp>
          <p:nvSpPr>
            <p:cNvPr id="25" name="Freeform 24"/>
            <p:cNvSpPr/>
            <p:nvPr/>
          </p:nvSpPr>
          <p:spPr>
            <a:xfrm>
              <a:off x="1669774" y="4839565"/>
              <a:ext cx="1078264" cy="511661"/>
            </a:xfrm>
            <a:custGeom>
              <a:avLst/>
              <a:gdLst>
                <a:gd name="connsiteX0" fmla="*/ 0 w 1073426"/>
                <a:gd name="connsiteY0" fmla="*/ 501678 h 501678"/>
                <a:gd name="connsiteX1" fmla="*/ 405516 w 1073426"/>
                <a:gd name="connsiteY1" fmla="*/ 422165 h 501678"/>
                <a:gd name="connsiteX2" fmla="*/ 675861 w 1073426"/>
                <a:gd name="connsiteY2" fmla="*/ 159772 h 501678"/>
                <a:gd name="connsiteX3" fmla="*/ 898497 w 1073426"/>
                <a:gd name="connsiteY3" fmla="*/ 16649 h 501678"/>
                <a:gd name="connsiteX4" fmla="*/ 1073426 w 1073426"/>
                <a:gd name="connsiteY4" fmla="*/ 8697 h 501678"/>
                <a:gd name="connsiteX0" fmla="*/ 0 w 1078264"/>
                <a:gd name="connsiteY0" fmla="*/ 511661 h 511661"/>
                <a:gd name="connsiteX1" fmla="*/ 405516 w 1078264"/>
                <a:gd name="connsiteY1" fmla="*/ 432148 h 511661"/>
                <a:gd name="connsiteX2" fmla="*/ 675861 w 1078264"/>
                <a:gd name="connsiteY2" fmla="*/ 169755 h 511661"/>
                <a:gd name="connsiteX3" fmla="*/ 898497 w 1078264"/>
                <a:gd name="connsiteY3" fmla="*/ 26632 h 511661"/>
                <a:gd name="connsiteX4" fmla="*/ 1078264 w 1078264"/>
                <a:gd name="connsiteY4" fmla="*/ 4165 h 51166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078264" h="511661">
                  <a:moveTo>
                    <a:pt x="0" y="511661"/>
                  </a:moveTo>
                  <a:cubicBezTo>
                    <a:pt x="146436" y="500396"/>
                    <a:pt x="292873" y="489132"/>
                    <a:pt x="405516" y="432148"/>
                  </a:cubicBezTo>
                  <a:cubicBezTo>
                    <a:pt x="518160" y="375164"/>
                    <a:pt x="593698" y="237341"/>
                    <a:pt x="675861" y="169755"/>
                  </a:cubicBezTo>
                  <a:cubicBezTo>
                    <a:pt x="758025" y="102169"/>
                    <a:pt x="831430" y="54230"/>
                    <a:pt x="898497" y="26632"/>
                  </a:cubicBezTo>
                  <a:cubicBezTo>
                    <a:pt x="965564" y="-966"/>
                    <a:pt x="1023930" y="-4449"/>
                    <a:pt x="1078264" y="4165"/>
                  </a:cubicBezTo>
                </a:path>
              </a:pathLst>
            </a:custGeom>
            <a:noFill/>
            <a:ln w="19050">
              <a:solidFill>
                <a:schemeClr val="tx1"/>
              </a:solidFill>
            </a:ln>
          </p:spPr>
          <p:txBody>
            <a:bodyPr rtlCol="0" anchor="ctr"/>
            <a:lstStyle/>
            <a:p>
              <a:pPr algn="ctr"/>
              <a:endParaRPr lang="en-GB"/>
            </a:p>
          </p:txBody>
        </p:sp>
        <p:sp>
          <p:nvSpPr>
            <p:cNvPr id="35" name="Freeform 34"/>
            <p:cNvSpPr/>
            <p:nvPr/>
          </p:nvSpPr>
          <p:spPr>
            <a:xfrm flipH="1">
              <a:off x="2642775" y="4840779"/>
              <a:ext cx="1075845" cy="509751"/>
            </a:xfrm>
            <a:custGeom>
              <a:avLst/>
              <a:gdLst>
                <a:gd name="connsiteX0" fmla="*/ 0 w 1073426"/>
                <a:gd name="connsiteY0" fmla="*/ 501678 h 501678"/>
                <a:gd name="connsiteX1" fmla="*/ 405516 w 1073426"/>
                <a:gd name="connsiteY1" fmla="*/ 422165 h 501678"/>
                <a:gd name="connsiteX2" fmla="*/ 675861 w 1073426"/>
                <a:gd name="connsiteY2" fmla="*/ 159772 h 501678"/>
                <a:gd name="connsiteX3" fmla="*/ 898497 w 1073426"/>
                <a:gd name="connsiteY3" fmla="*/ 16649 h 501678"/>
                <a:gd name="connsiteX4" fmla="*/ 1073426 w 1073426"/>
                <a:gd name="connsiteY4" fmla="*/ 8697 h 501678"/>
                <a:gd name="connsiteX0" fmla="*/ 0 w 1075845"/>
                <a:gd name="connsiteY0" fmla="*/ 509751 h 509751"/>
                <a:gd name="connsiteX1" fmla="*/ 405516 w 1075845"/>
                <a:gd name="connsiteY1" fmla="*/ 430238 h 509751"/>
                <a:gd name="connsiteX2" fmla="*/ 675861 w 1075845"/>
                <a:gd name="connsiteY2" fmla="*/ 167845 h 509751"/>
                <a:gd name="connsiteX3" fmla="*/ 898497 w 1075845"/>
                <a:gd name="connsiteY3" fmla="*/ 24722 h 509751"/>
                <a:gd name="connsiteX4" fmla="*/ 1075845 w 1075845"/>
                <a:gd name="connsiteY4" fmla="*/ 4675 h 50975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075845" h="509751">
                  <a:moveTo>
                    <a:pt x="0" y="509751"/>
                  </a:moveTo>
                  <a:cubicBezTo>
                    <a:pt x="146436" y="498486"/>
                    <a:pt x="292873" y="487222"/>
                    <a:pt x="405516" y="430238"/>
                  </a:cubicBezTo>
                  <a:cubicBezTo>
                    <a:pt x="518160" y="373254"/>
                    <a:pt x="593698" y="235431"/>
                    <a:pt x="675861" y="167845"/>
                  </a:cubicBezTo>
                  <a:cubicBezTo>
                    <a:pt x="758025" y="100259"/>
                    <a:pt x="831833" y="51917"/>
                    <a:pt x="898497" y="24722"/>
                  </a:cubicBezTo>
                  <a:cubicBezTo>
                    <a:pt x="965161" y="-2473"/>
                    <a:pt x="1021511" y="-3939"/>
                    <a:pt x="1075845" y="4675"/>
                  </a:cubicBezTo>
                </a:path>
              </a:pathLst>
            </a:custGeom>
            <a:noFill/>
            <a:ln w="19050">
              <a:solidFill>
                <a:schemeClr val="tx1"/>
              </a:solidFill>
            </a:ln>
          </p:spPr>
          <p:txBody>
            <a:bodyPr rtlCol="0" anchor="ctr"/>
            <a:lstStyle/>
            <a:p>
              <a:pPr algn="ctr"/>
              <a:endParaRPr lang="en-GB"/>
            </a:p>
          </p:txBody>
        </p:sp>
      </p:grpSp>
      <p:sp>
        <p:nvSpPr>
          <p:cNvPr id="42" name="TextBox 41"/>
          <p:cNvSpPr txBox="1"/>
          <p:nvPr/>
        </p:nvSpPr>
        <p:spPr>
          <a:xfrm>
            <a:off x="330021" y="5294644"/>
            <a:ext cx="2338816" cy="116955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GB" sz="1400" dirty="0"/>
              <a:t>Distribution of clocking arising through various issues, e.g. arising through the nodes transmission</a:t>
            </a:r>
          </a:p>
        </p:txBody>
      </p:sp>
      <p:grpSp>
        <p:nvGrpSpPr>
          <p:cNvPr id="108" name="Group 107"/>
          <p:cNvGrpSpPr/>
          <p:nvPr/>
        </p:nvGrpSpPr>
        <p:grpSpPr>
          <a:xfrm>
            <a:off x="2838614" y="4784954"/>
            <a:ext cx="5676865" cy="534506"/>
            <a:chOff x="2798859" y="4371492"/>
            <a:chExt cx="5676865" cy="534506"/>
          </a:xfrm>
        </p:grpSpPr>
        <p:cxnSp>
          <p:nvCxnSpPr>
            <p:cNvPr id="49" name="Straight Connector 48"/>
            <p:cNvCxnSpPr/>
            <p:nvPr/>
          </p:nvCxnSpPr>
          <p:spPr>
            <a:xfrm>
              <a:off x="2798859" y="4891744"/>
              <a:ext cx="710684" cy="3687"/>
            </a:xfrm>
            <a:prstGeom prst="line">
              <a:avLst/>
            </a:prstGeom>
            <a:ln w="28575">
              <a:solidFill>
                <a:srgbClr val="00B050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1" name="Straight Connector 50"/>
            <p:cNvCxnSpPr/>
            <p:nvPr/>
          </p:nvCxnSpPr>
          <p:spPr>
            <a:xfrm>
              <a:off x="3519736" y="4393784"/>
              <a:ext cx="1060958" cy="0"/>
            </a:xfrm>
            <a:prstGeom prst="line">
              <a:avLst/>
            </a:prstGeom>
            <a:ln w="28575">
              <a:solidFill>
                <a:srgbClr val="00B050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4" name="Straight Connector 53"/>
            <p:cNvCxnSpPr/>
            <p:nvPr/>
          </p:nvCxnSpPr>
          <p:spPr>
            <a:xfrm>
              <a:off x="3509543" y="4381053"/>
              <a:ext cx="0" cy="520252"/>
            </a:xfrm>
            <a:prstGeom prst="line">
              <a:avLst/>
            </a:prstGeom>
            <a:ln w="28575">
              <a:solidFill>
                <a:srgbClr val="00B050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5" name="Straight Connector 54"/>
            <p:cNvCxnSpPr/>
            <p:nvPr/>
          </p:nvCxnSpPr>
          <p:spPr>
            <a:xfrm>
              <a:off x="5382331" y="4381053"/>
              <a:ext cx="0" cy="520252"/>
            </a:xfrm>
            <a:prstGeom prst="line">
              <a:avLst/>
            </a:prstGeom>
            <a:ln w="28575">
              <a:solidFill>
                <a:srgbClr val="00B050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6" name="Straight Connector 55"/>
            <p:cNvCxnSpPr/>
            <p:nvPr/>
          </p:nvCxnSpPr>
          <p:spPr>
            <a:xfrm flipV="1">
              <a:off x="5382331" y="4381053"/>
              <a:ext cx="945025" cy="12731"/>
            </a:xfrm>
            <a:prstGeom prst="line">
              <a:avLst/>
            </a:prstGeom>
            <a:ln w="28575">
              <a:solidFill>
                <a:srgbClr val="00B050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7" name="Straight Connector 56"/>
            <p:cNvCxnSpPr/>
            <p:nvPr/>
          </p:nvCxnSpPr>
          <p:spPr>
            <a:xfrm>
              <a:off x="4571618" y="4381053"/>
              <a:ext cx="0" cy="520252"/>
            </a:xfrm>
            <a:prstGeom prst="line">
              <a:avLst/>
            </a:prstGeom>
            <a:ln w="28575">
              <a:solidFill>
                <a:srgbClr val="00B050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8" name="Straight Connector 57"/>
            <p:cNvCxnSpPr/>
            <p:nvPr/>
          </p:nvCxnSpPr>
          <p:spPr>
            <a:xfrm>
              <a:off x="4580694" y="4895431"/>
              <a:ext cx="801637" cy="0"/>
            </a:xfrm>
            <a:prstGeom prst="line">
              <a:avLst/>
            </a:prstGeom>
            <a:ln w="28575">
              <a:solidFill>
                <a:srgbClr val="00B050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9" name="Straight Connector 58"/>
            <p:cNvCxnSpPr/>
            <p:nvPr/>
          </p:nvCxnSpPr>
          <p:spPr>
            <a:xfrm>
              <a:off x="6327356" y="4375179"/>
              <a:ext cx="0" cy="520252"/>
            </a:xfrm>
            <a:prstGeom prst="line">
              <a:avLst/>
            </a:prstGeom>
            <a:ln w="28575">
              <a:solidFill>
                <a:srgbClr val="00B050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60" name="Straight Connector 59"/>
            <p:cNvCxnSpPr/>
            <p:nvPr/>
          </p:nvCxnSpPr>
          <p:spPr>
            <a:xfrm>
              <a:off x="6327356" y="4895431"/>
              <a:ext cx="936427" cy="0"/>
            </a:xfrm>
            <a:prstGeom prst="line">
              <a:avLst/>
            </a:prstGeom>
            <a:ln w="28575">
              <a:solidFill>
                <a:srgbClr val="00B050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61" name="Straight Connector 60"/>
            <p:cNvCxnSpPr/>
            <p:nvPr/>
          </p:nvCxnSpPr>
          <p:spPr>
            <a:xfrm>
              <a:off x="7263783" y="4371492"/>
              <a:ext cx="756551" cy="3687"/>
            </a:xfrm>
            <a:prstGeom prst="line">
              <a:avLst/>
            </a:prstGeom>
            <a:ln w="28575">
              <a:solidFill>
                <a:srgbClr val="00B050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62" name="Straight Connector 61"/>
            <p:cNvCxnSpPr/>
            <p:nvPr/>
          </p:nvCxnSpPr>
          <p:spPr>
            <a:xfrm flipV="1">
              <a:off x="8020334" y="4905998"/>
              <a:ext cx="455390" cy="0"/>
            </a:xfrm>
            <a:prstGeom prst="line">
              <a:avLst/>
            </a:prstGeom>
            <a:ln w="28575">
              <a:solidFill>
                <a:srgbClr val="00B050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95" name="Straight Connector 94"/>
            <p:cNvCxnSpPr/>
            <p:nvPr/>
          </p:nvCxnSpPr>
          <p:spPr>
            <a:xfrm>
              <a:off x="7263783" y="4375179"/>
              <a:ext cx="0" cy="520252"/>
            </a:xfrm>
            <a:prstGeom prst="line">
              <a:avLst/>
            </a:prstGeom>
            <a:ln w="28575">
              <a:solidFill>
                <a:srgbClr val="00B050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98" name="Straight Connector 97"/>
            <p:cNvCxnSpPr/>
            <p:nvPr/>
          </p:nvCxnSpPr>
          <p:spPr>
            <a:xfrm>
              <a:off x="8020334" y="4371492"/>
              <a:ext cx="0" cy="520252"/>
            </a:xfrm>
            <a:prstGeom prst="line">
              <a:avLst/>
            </a:prstGeom>
            <a:ln w="28575">
              <a:solidFill>
                <a:srgbClr val="00B050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99" name="Text Box 7"/>
          <p:cNvSpPr txBox="1">
            <a:spLocks noChangeArrowheads="1"/>
          </p:cNvSpPr>
          <p:nvPr/>
        </p:nvSpPr>
        <p:spPr bwMode="auto">
          <a:xfrm>
            <a:off x="5884233" y="5396452"/>
            <a:ext cx="3126388" cy="307777"/>
          </a:xfrm>
          <a:prstGeom prst="rect">
            <a:avLst/>
          </a:prstGeom>
          <a:noFill/>
          <a:ln w="9525" algn="ctr">
            <a:noFill/>
            <a:miter lim="800000"/>
            <a:headEnd/>
            <a:tailEnd/>
          </a:ln>
        </p:spPr>
        <p:txBody>
          <a:bodyPr wrap="square">
            <a:spAutoFit/>
          </a:bodyPr>
          <a:lstStyle/>
          <a:p>
            <a:r>
              <a:rPr lang="en-GB" sz="1400" dirty="0"/>
              <a:t>pulse train cleaned up at receiver</a:t>
            </a:r>
          </a:p>
        </p:txBody>
      </p:sp>
      <p:sp>
        <p:nvSpPr>
          <p:cNvPr id="103" name="Freeform 102"/>
          <p:cNvSpPr/>
          <p:nvPr/>
        </p:nvSpPr>
        <p:spPr>
          <a:xfrm>
            <a:off x="919401" y="2829705"/>
            <a:ext cx="7426519" cy="707666"/>
          </a:xfrm>
          <a:custGeom>
            <a:avLst/>
            <a:gdLst>
              <a:gd name="connsiteX0" fmla="*/ 0 w 7426519"/>
              <a:gd name="connsiteY0" fmla="*/ 548640 h 707666"/>
              <a:gd name="connsiteX1" fmla="*/ 214686 w 7426519"/>
              <a:gd name="connsiteY1" fmla="*/ 540689 h 707666"/>
              <a:gd name="connsiteX2" fmla="*/ 310101 w 7426519"/>
              <a:gd name="connsiteY2" fmla="*/ 524786 h 707666"/>
              <a:gd name="connsiteX3" fmla="*/ 341907 w 7426519"/>
              <a:gd name="connsiteY3" fmla="*/ 492981 h 707666"/>
              <a:gd name="connsiteX4" fmla="*/ 357809 w 7426519"/>
              <a:gd name="connsiteY4" fmla="*/ 461176 h 707666"/>
              <a:gd name="connsiteX5" fmla="*/ 373712 w 7426519"/>
              <a:gd name="connsiteY5" fmla="*/ 413468 h 707666"/>
              <a:gd name="connsiteX6" fmla="*/ 397566 w 7426519"/>
              <a:gd name="connsiteY6" fmla="*/ 389614 h 707666"/>
              <a:gd name="connsiteX7" fmla="*/ 413468 w 7426519"/>
              <a:gd name="connsiteY7" fmla="*/ 294199 h 707666"/>
              <a:gd name="connsiteX8" fmla="*/ 421420 w 7426519"/>
              <a:gd name="connsiteY8" fmla="*/ 238540 h 707666"/>
              <a:gd name="connsiteX9" fmla="*/ 437322 w 7426519"/>
              <a:gd name="connsiteY9" fmla="*/ 206734 h 707666"/>
              <a:gd name="connsiteX10" fmla="*/ 445274 w 7426519"/>
              <a:gd name="connsiteY10" fmla="*/ 182880 h 707666"/>
              <a:gd name="connsiteX11" fmla="*/ 461176 w 7426519"/>
              <a:gd name="connsiteY11" fmla="*/ 151075 h 707666"/>
              <a:gd name="connsiteX12" fmla="*/ 469127 w 7426519"/>
              <a:gd name="connsiteY12" fmla="*/ 127221 h 707666"/>
              <a:gd name="connsiteX13" fmla="*/ 500933 w 7426519"/>
              <a:gd name="connsiteY13" fmla="*/ 71562 h 707666"/>
              <a:gd name="connsiteX14" fmla="*/ 508884 w 7426519"/>
              <a:gd name="connsiteY14" fmla="*/ 47708 h 707666"/>
              <a:gd name="connsiteX15" fmla="*/ 644056 w 7426519"/>
              <a:gd name="connsiteY15" fmla="*/ 31806 h 707666"/>
              <a:gd name="connsiteX16" fmla="*/ 667910 w 7426519"/>
              <a:gd name="connsiteY16" fmla="*/ 55660 h 707666"/>
              <a:gd name="connsiteX17" fmla="*/ 699715 w 7426519"/>
              <a:gd name="connsiteY17" fmla="*/ 63611 h 707666"/>
              <a:gd name="connsiteX18" fmla="*/ 747423 w 7426519"/>
              <a:gd name="connsiteY18" fmla="*/ 79513 h 707666"/>
              <a:gd name="connsiteX19" fmla="*/ 874644 w 7426519"/>
              <a:gd name="connsiteY19" fmla="*/ 95416 h 707666"/>
              <a:gd name="connsiteX20" fmla="*/ 1304014 w 7426519"/>
              <a:gd name="connsiteY20" fmla="*/ 103367 h 707666"/>
              <a:gd name="connsiteX21" fmla="*/ 1311966 w 7426519"/>
              <a:gd name="connsiteY21" fmla="*/ 127221 h 707666"/>
              <a:gd name="connsiteX22" fmla="*/ 1327868 w 7426519"/>
              <a:gd name="connsiteY22" fmla="*/ 151075 h 707666"/>
              <a:gd name="connsiteX23" fmla="*/ 1335820 w 7426519"/>
              <a:gd name="connsiteY23" fmla="*/ 182880 h 707666"/>
              <a:gd name="connsiteX24" fmla="*/ 1343771 w 7426519"/>
              <a:gd name="connsiteY24" fmla="*/ 206734 h 707666"/>
              <a:gd name="connsiteX25" fmla="*/ 1359674 w 7426519"/>
              <a:gd name="connsiteY25" fmla="*/ 238540 h 707666"/>
              <a:gd name="connsiteX26" fmla="*/ 1367625 w 7426519"/>
              <a:gd name="connsiteY26" fmla="*/ 262393 h 707666"/>
              <a:gd name="connsiteX27" fmla="*/ 1391479 w 7426519"/>
              <a:gd name="connsiteY27" fmla="*/ 278296 h 707666"/>
              <a:gd name="connsiteX28" fmla="*/ 1415333 w 7426519"/>
              <a:gd name="connsiteY28" fmla="*/ 349858 h 707666"/>
              <a:gd name="connsiteX29" fmla="*/ 1423284 w 7426519"/>
              <a:gd name="connsiteY29" fmla="*/ 373712 h 707666"/>
              <a:gd name="connsiteX30" fmla="*/ 1463040 w 7426519"/>
              <a:gd name="connsiteY30" fmla="*/ 429371 h 707666"/>
              <a:gd name="connsiteX31" fmla="*/ 1494846 w 7426519"/>
              <a:gd name="connsiteY31" fmla="*/ 492981 h 707666"/>
              <a:gd name="connsiteX32" fmla="*/ 1502797 w 7426519"/>
              <a:gd name="connsiteY32" fmla="*/ 524786 h 707666"/>
              <a:gd name="connsiteX33" fmla="*/ 1518700 w 7426519"/>
              <a:gd name="connsiteY33" fmla="*/ 556592 h 707666"/>
              <a:gd name="connsiteX34" fmla="*/ 1550505 w 7426519"/>
              <a:gd name="connsiteY34" fmla="*/ 612251 h 707666"/>
              <a:gd name="connsiteX35" fmla="*/ 1590261 w 7426519"/>
              <a:gd name="connsiteY35" fmla="*/ 659959 h 707666"/>
              <a:gd name="connsiteX36" fmla="*/ 1749287 w 7426519"/>
              <a:gd name="connsiteY36" fmla="*/ 652007 h 707666"/>
              <a:gd name="connsiteX37" fmla="*/ 1828800 w 7426519"/>
              <a:gd name="connsiteY37" fmla="*/ 628153 h 707666"/>
              <a:gd name="connsiteX38" fmla="*/ 1868557 w 7426519"/>
              <a:gd name="connsiteY38" fmla="*/ 612251 h 707666"/>
              <a:gd name="connsiteX39" fmla="*/ 1987827 w 7426519"/>
              <a:gd name="connsiteY39" fmla="*/ 588397 h 707666"/>
              <a:gd name="connsiteX40" fmla="*/ 2043486 w 7426519"/>
              <a:gd name="connsiteY40" fmla="*/ 556592 h 707666"/>
              <a:gd name="connsiteX41" fmla="*/ 2083242 w 7426519"/>
              <a:gd name="connsiteY41" fmla="*/ 548640 h 707666"/>
              <a:gd name="connsiteX42" fmla="*/ 2218414 w 7426519"/>
              <a:gd name="connsiteY42" fmla="*/ 532738 h 707666"/>
              <a:gd name="connsiteX43" fmla="*/ 2305879 w 7426519"/>
              <a:gd name="connsiteY43" fmla="*/ 508884 h 707666"/>
              <a:gd name="connsiteX44" fmla="*/ 2456954 w 7426519"/>
              <a:gd name="connsiteY44" fmla="*/ 524786 h 707666"/>
              <a:gd name="connsiteX45" fmla="*/ 2520564 w 7426519"/>
              <a:gd name="connsiteY45" fmla="*/ 516835 h 707666"/>
              <a:gd name="connsiteX46" fmla="*/ 2528515 w 7426519"/>
              <a:gd name="connsiteY46" fmla="*/ 492981 h 707666"/>
              <a:gd name="connsiteX47" fmla="*/ 2552369 w 7426519"/>
              <a:gd name="connsiteY47" fmla="*/ 429371 h 707666"/>
              <a:gd name="connsiteX48" fmla="*/ 2560320 w 7426519"/>
              <a:gd name="connsiteY48" fmla="*/ 397566 h 707666"/>
              <a:gd name="connsiteX49" fmla="*/ 2568272 w 7426519"/>
              <a:gd name="connsiteY49" fmla="*/ 373712 h 707666"/>
              <a:gd name="connsiteX50" fmla="*/ 2576223 w 7426519"/>
              <a:gd name="connsiteY50" fmla="*/ 262393 h 707666"/>
              <a:gd name="connsiteX51" fmla="*/ 2600077 w 7426519"/>
              <a:gd name="connsiteY51" fmla="*/ 166978 h 707666"/>
              <a:gd name="connsiteX52" fmla="*/ 2623931 w 7426519"/>
              <a:gd name="connsiteY52" fmla="*/ 87465 h 707666"/>
              <a:gd name="connsiteX53" fmla="*/ 2631882 w 7426519"/>
              <a:gd name="connsiteY53" fmla="*/ 31806 h 707666"/>
              <a:gd name="connsiteX54" fmla="*/ 2679590 w 7426519"/>
              <a:gd name="connsiteY54" fmla="*/ 0 h 707666"/>
              <a:gd name="connsiteX55" fmla="*/ 2727298 w 7426519"/>
              <a:gd name="connsiteY55" fmla="*/ 15903 h 707666"/>
              <a:gd name="connsiteX56" fmla="*/ 2751152 w 7426519"/>
              <a:gd name="connsiteY56" fmla="*/ 63611 h 707666"/>
              <a:gd name="connsiteX57" fmla="*/ 2798860 w 7426519"/>
              <a:gd name="connsiteY57" fmla="*/ 79513 h 707666"/>
              <a:gd name="connsiteX58" fmla="*/ 2957886 w 7426519"/>
              <a:gd name="connsiteY58" fmla="*/ 71562 h 707666"/>
              <a:gd name="connsiteX59" fmla="*/ 3252084 w 7426519"/>
              <a:gd name="connsiteY59" fmla="*/ 87465 h 707666"/>
              <a:gd name="connsiteX60" fmla="*/ 3625795 w 7426519"/>
              <a:gd name="connsiteY60" fmla="*/ 79513 h 707666"/>
              <a:gd name="connsiteX61" fmla="*/ 3665552 w 7426519"/>
              <a:gd name="connsiteY61" fmla="*/ 87465 h 707666"/>
              <a:gd name="connsiteX62" fmla="*/ 3673503 w 7426519"/>
              <a:gd name="connsiteY62" fmla="*/ 119270 h 707666"/>
              <a:gd name="connsiteX63" fmla="*/ 3681454 w 7426519"/>
              <a:gd name="connsiteY63" fmla="*/ 143124 h 707666"/>
              <a:gd name="connsiteX64" fmla="*/ 3697357 w 7426519"/>
              <a:gd name="connsiteY64" fmla="*/ 174929 h 707666"/>
              <a:gd name="connsiteX65" fmla="*/ 3705308 w 7426519"/>
              <a:gd name="connsiteY65" fmla="*/ 198783 h 707666"/>
              <a:gd name="connsiteX66" fmla="*/ 3729162 w 7426519"/>
              <a:gd name="connsiteY66" fmla="*/ 254442 h 707666"/>
              <a:gd name="connsiteX67" fmla="*/ 3745065 w 7426519"/>
              <a:gd name="connsiteY67" fmla="*/ 341906 h 707666"/>
              <a:gd name="connsiteX68" fmla="*/ 3760967 w 7426519"/>
              <a:gd name="connsiteY68" fmla="*/ 373712 h 707666"/>
              <a:gd name="connsiteX69" fmla="*/ 3768919 w 7426519"/>
              <a:gd name="connsiteY69" fmla="*/ 421420 h 707666"/>
              <a:gd name="connsiteX70" fmla="*/ 3776870 w 7426519"/>
              <a:gd name="connsiteY70" fmla="*/ 461176 h 707666"/>
              <a:gd name="connsiteX71" fmla="*/ 3800724 w 7426519"/>
              <a:gd name="connsiteY71" fmla="*/ 572494 h 707666"/>
              <a:gd name="connsiteX72" fmla="*/ 3824578 w 7426519"/>
              <a:gd name="connsiteY72" fmla="*/ 644056 h 707666"/>
              <a:gd name="connsiteX73" fmla="*/ 3832529 w 7426519"/>
              <a:gd name="connsiteY73" fmla="*/ 667910 h 707666"/>
              <a:gd name="connsiteX74" fmla="*/ 3880237 w 7426519"/>
              <a:gd name="connsiteY74" fmla="*/ 691764 h 707666"/>
              <a:gd name="connsiteX75" fmla="*/ 3919994 w 7426519"/>
              <a:gd name="connsiteY75" fmla="*/ 675861 h 707666"/>
              <a:gd name="connsiteX76" fmla="*/ 3959750 w 7426519"/>
              <a:gd name="connsiteY76" fmla="*/ 620202 h 707666"/>
              <a:gd name="connsiteX77" fmla="*/ 3967701 w 7426519"/>
              <a:gd name="connsiteY77" fmla="*/ 596348 h 707666"/>
              <a:gd name="connsiteX78" fmla="*/ 3983604 w 7426519"/>
              <a:gd name="connsiteY78" fmla="*/ 564543 h 707666"/>
              <a:gd name="connsiteX79" fmla="*/ 4063117 w 7426519"/>
              <a:gd name="connsiteY79" fmla="*/ 572494 h 707666"/>
              <a:gd name="connsiteX80" fmla="*/ 4110825 w 7426519"/>
              <a:gd name="connsiteY80" fmla="*/ 588397 h 707666"/>
              <a:gd name="connsiteX81" fmla="*/ 4134679 w 7426519"/>
              <a:gd name="connsiteY81" fmla="*/ 596348 h 707666"/>
              <a:gd name="connsiteX82" fmla="*/ 4206240 w 7426519"/>
              <a:gd name="connsiteY82" fmla="*/ 588397 h 707666"/>
              <a:gd name="connsiteX83" fmla="*/ 4230094 w 7426519"/>
              <a:gd name="connsiteY83" fmla="*/ 564543 h 707666"/>
              <a:gd name="connsiteX84" fmla="*/ 4309607 w 7426519"/>
              <a:gd name="connsiteY84" fmla="*/ 540689 h 707666"/>
              <a:gd name="connsiteX85" fmla="*/ 4381169 w 7426519"/>
              <a:gd name="connsiteY85" fmla="*/ 540689 h 707666"/>
              <a:gd name="connsiteX86" fmla="*/ 4389120 w 7426519"/>
              <a:gd name="connsiteY86" fmla="*/ 516835 h 707666"/>
              <a:gd name="connsiteX87" fmla="*/ 4405023 w 7426519"/>
              <a:gd name="connsiteY87" fmla="*/ 492981 h 707666"/>
              <a:gd name="connsiteX88" fmla="*/ 4420926 w 7426519"/>
              <a:gd name="connsiteY88" fmla="*/ 461176 h 707666"/>
              <a:gd name="connsiteX89" fmla="*/ 4436828 w 7426519"/>
              <a:gd name="connsiteY89" fmla="*/ 286247 h 707666"/>
              <a:gd name="connsiteX90" fmla="*/ 4444780 w 7426519"/>
              <a:gd name="connsiteY90" fmla="*/ 222637 h 707666"/>
              <a:gd name="connsiteX91" fmla="*/ 4492487 w 7426519"/>
              <a:gd name="connsiteY91" fmla="*/ 143124 h 707666"/>
              <a:gd name="connsiteX92" fmla="*/ 4532244 w 7426519"/>
              <a:gd name="connsiteY92" fmla="*/ 71562 h 707666"/>
              <a:gd name="connsiteX93" fmla="*/ 4540195 w 7426519"/>
              <a:gd name="connsiteY93" fmla="*/ 39757 h 707666"/>
              <a:gd name="connsiteX94" fmla="*/ 4564049 w 7426519"/>
              <a:gd name="connsiteY94" fmla="*/ 31806 h 707666"/>
              <a:gd name="connsiteX95" fmla="*/ 4603806 w 7426519"/>
              <a:gd name="connsiteY95" fmla="*/ 79513 h 707666"/>
              <a:gd name="connsiteX96" fmla="*/ 4611757 w 7426519"/>
              <a:gd name="connsiteY96" fmla="*/ 111319 h 707666"/>
              <a:gd name="connsiteX97" fmla="*/ 4675367 w 7426519"/>
              <a:gd name="connsiteY97" fmla="*/ 119270 h 707666"/>
              <a:gd name="connsiteX98" fmla="*/ 4699221 w 7426519"/>
              <a:gd name="connsiteY98" fmla="*/ 103367 h 707666"/>
              <a:gd name="connsiteX99" fmla="*/ 4723075 w 7426519"/>
              <a:gd name="connsiteY99" fmla="*/ 79513 h 707666"/>
              <a:gd name="connsiteX100" fmla="*/ 4746929 w 7426519"/>
              <a:gd name="connsiteY100" fmla="*/ 71562 h 707666"/>
              <a:gd name="connsiteX101" fmla="*/ 4762832 w 7426519"/>
              <a:gd name="connsiteY101" fmla="*/ 95416 h 707666"/>
              <a:gd name="connsiteX102" fmla="*/ 4890053 w 7426519"/>
              <a:gd name="connsiteY102" fmla="*/ 103367 h 707666"/>
              <a:gd name="connsiteX103" fmla="*/ 5041127 w 7426519"/>
              <a:gd name="connsiteY103" fmla="*/ 71562 h 707666"/>
              <a:gd name="connsiteX104" fmla="*/ 5208105 w 7426519"/>
              <a:gd name="connsiteY104" fmla="*/ 79513 h 707666"/>
              <a:gd name="connsiteX105" fmla="*/ 5367131 w 7426519"/>
              <a:gd name="connsiteY105" fmla="*/ 79513 h 707666"/>
              <a:gd name="connsiteX106" fmla="*/ 5375082 w 7426519"/>
              <a:gd name="connsiteY106" fmla="*/ 206734 h 707666"/>
              <a:gd name="connsiteX107" fmla="*/ 5383034 w 7426519"/>
              <a:gd name="connsiteY107" fmla="*/ 254442 h 707666"/>
              <a:gd name="connsiteX108" fmla="*/ 5390985 w 7426519"/>
              <a:gd name="connsiteY108" fmla="*/ 381663 h 707666"/>
              <a:gd name="connsiteX109" fmla="*/ 5398936 w 7426519"/>
              <a:gd name="connsiteY109" fmla="*/ 421420 h 707666"/>
              <a:gd name="connsiteX110" fmla="*/ 5414839 w 7426519"/>
              <a:gd name="connsiteY110" fmla="*/ 492981 h 707666"/>
              <a:gd name="connsiteX111" fmla="*/ 5422790 w 7426519"/>
              <a:gd name="connsiteY111" fmla="*/ 532738 h 707666"/>
              <a:gd name="connsiteX112" fmla="*/ 5438693 w 7426519"/>
              <a:gd name="connsiteY112" fmla="*/ 596348 h 707666"/>
              <a:gd name="connsiteX113" fmla="*/ 5454595 w 7426519"/>
              <a:gd name="connsiteY113" fmla="*/ 707666 h 707666"/>
              <a:gd name="connsiteX114" fmla="*/ 5510254 w 7426519"/>
              <a:gd name="connsiteY114" fmla="*/ 683813 h 707666"/>
              <a:gd name="connsiteX115" fmla="*/ 5526157 w 7426519"/>
              <a:gd name="connsiteY115" fmla="*/ 636105 h 707666"/>
              <a:gd name="connsiteX116" fmla="*/ 5557962 w 7426519"/>
              <a:gd name="connsiteY116" fmla="*/ 612251 h 707666"/>
              <a:gd name="connsiteX117" fmla="*/ 5581816 w 7426519"/>
              <a:gd name="connsiteY117" fmla="*/ 588397 h 707666"/>
              <a:gd name="connsiteX118" fmla="*/ 5613621 w 7426519"/>
              <a:gd name="connsiteY118" fmla="*/ 580446 h 707666"/>
              <a:gd name="connsiteX119" fmla="*/ 5756745 w 7426519"/>
              <a:gd name="connsiteY119" fmla="*/ 548640 h 707666"/>
              <a:gd name="connsiteX120" fmla="*/ 5860112 w 7426519"/>
              <a:gd name="connsiteY120" fmla="*/ 532738 h 707666"/>
              <a:gd name="connsiteX121" fmla="*/ 5891917 w 7426519"/>
              <a:gd name="connsiteY121" fmla="*/ 524786 h 707666"/>
              <a:gd name="connsiteX122" fmla="*/ 5955527 w 7426519"/>
              <a:gd name="connsiteY122" fmla="*/ 516835 h 707666"/>
              <a:gd name="connsiteX123" fmla="*/ 6042992 w 7426519"/>
              <a:gd name="connsiteY123" fmla="*/ 524786 h 707666"/>
              <a:gd name="connsiteX124" fmla="*/ 6138407 w 7426519"/>
              <a:gd name="connsiteY124" fmla="*/ 548640 h 707666"/>
              <a:gd name="connsiteX125" fmla="*/ 6194067 w 7426519"/>
              <a:gd name="connsiteY125" fmla="*/ 564543 h 707666"/>
              <a:gd name="connsiteX126" fmla="*/ 6273580 w 7426519"/>
              <a:gd name="connsiteY126" fmla="*/ 548640 h 707666"/>
              <a:gd name="connsiteX127" fmla="*/ 6281531 w 7426519"/>
              <a:gd name="connsiteY127" fmla="*/ 524786 h 707666"/>
              <a:gd name="connsiteX128" fmla="*/ 6289482 w 7426519"/>
              <a:gd name="connsiteY128" fmla="*/ 389614 h 707666"/>
              <a:gd name="connsiteX129" fmla="*/ 6305385 w 7426519"/>
              <a:gd name="connsiteY129" fmla="*/ 365760 h 707666"/>
              <a:gd name="connsiteX130" fmla="*/ 6329239 w 7426519"/>
              <a:gd name="connsiteY130" fmla="*/ 294199 h 707666"/>
              <a:gd name="connsiteX131" fmla="*/ 6353093 w 7426519"/>
              <a:gd name="connsiteY131" fmla="*/ 103367 h 707666"/>
              <a:gd name="connsiteX132" fmla="*/ 6376947 w 7426519"/>
              <a:gd name="connsiteY132" fmla="*/ 15903 h 707666"/>
              <a:gd name="connsiteX133" fmla="*/ 6424654 w 7426519"/>
              <a:gd name="connsiteY133" fmla="*/ 31806 h 707666"/>
              <a:gd name="connsiteX134" fmla="*/ 6456460 w 7426519"/>
              <a:gd name="connsiteY134" fmla="*/ 39757 h 707666"/>
              <a:gd name="connsiteX135" fmla="*/ 6480314 w 7426519"/>
              <a:gd name="connsiteY135" fmla="*/ 55660 h 707666"/>
              <a:gd name="connsiteX136" fmla="*/ 6774512 w 7426519"/>
              <a:gd name="connsiteY136" fmla="*/ 63611 h 707666"/>
              <a:gd name="connsiteX137" fmla="*/ 6925587 w 7426519"/>
              <a:gd name="connsiteY137" fmla="*/ 55660 h 707666"/>
              <a:gd name="connsiteX138" fmla="*/ 7021002 w 7426519"/>
              <a:gd name="connsiteY138" fmla="*/ 47708 h 707666"/>
              <a:gd name="connsiteX139" fmla="*/ 7044856 w 7426519"/>
              <a:gd name="connsiteY139" fmla="*/ 63611 h 707666"/>
              <a:gd name="connsiteX140" fmla="*/ 7068710 w 7426519"/>
              <a:gd name="connsiteY140" fmla="*/ 127221 h 707666"/>
              <a:gd name="connsiteX141" fmla="*/ 7076661 w 7426519"/>
              <a:gd name="connsiteY141" fmla="*/ 151075 h 707666"/>
              <a:gd name="connsiteX142" fmla="*/ 7100515 w 7426519"/>
              <a:gd name="connsiteY142" fmla="*/ 254442 h 707666"/>
              <a:gd name="connsiteX143" fmla="*/ 7108467 w 7426519"/>
              <a:gd name="connsiteY143" fmla="*/ 318053 h 707666"/>
              <a:gd name="connsiteX144" fmla="*/ 7116418 w 7426519"/>
              <a:gd name="connsiteY144" fmla="*/ 445273 h 707666"/>
              <a:gd name="connsiteX145" fmla="*/ 7124369 w 7426519"/>
              <a:gd name="connsiteY145" fmla="*/ 500933 h 707666"/>
              <a:gd name="connsiteX146" fmla="*/ 7132320 w 7426519"/>
              <a:gd name="connsiteY146" fmla="*/ 596348 h 707666"/>
              <a:gd name="connsiteX147" fmla="*/ 7180028 w 7426519"/>
              <a:gd name="connsiteY147" fmla="*/ 612251 h 707666"/>
              <a:gd name="connsiteX148" fmla="*/ 7227736 w 7426519"/>
              <a:gd name="connsiteY148" fmla="*/ 604300 h 707666"/>
              <a:gd name="connsiteX149" fmla="*/ 7307249 w 7426519"/>
              <a:gd name="connsiteY149" fmla="*/ 564543 h 707666"/>
              <a:gd name="connsiteX150" fmla="*/ 7426519 w 7426519"/>
              <a:gd name="connsiteY150" fmla="*/ 564543 h 70766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  <a:cxn ang="0">
                <a:pos x="connsiteX54" y="connsiteY54"/>
              </a:cxn>
              <a:cxn ang="0">
                <a:pos x="connsiteX55" y="connsiteY55"/>
              </a:cxn>
              <a:cxn ang="0">
                <a:pos x="connsiteX56" y="connsiteY56"/>
              </a:cxn>
              <a:cxn ang="0">
                <a:pos x="connsiteX57" y="connsiteY57"/>
              </a:cxn>
              <a:cxn ang="0">
                <a:pos x="connsiteX58" y="connsiteY58"/>
              </a:cxn>
              <a:cxn ang="0">
                <a:pos x="connsiteX59" y="connsiteY59"/>
              </a:cxn>
              <a:cxn ang="0">
                <a:pos x="connsiteX60" y="connsiteY60"/>
              </a:cxn>
              <a:cxn ang="0">
                <a:pos x="connsiteX61" y="connsiteY61"/>
              </a:cxn>
              <a:cxn ang="0">
                <a:pos x="connsiteX62" y="connsiteY62"/>
              </a:cxn>
              <a:cxn ang="0">
                <a:pos x="connsiteX63" y="connsiteY63"/>
              </a:cxn>
              <a:cxn ang="0">
                <a:pos x="connsiteX64" y="connsiteY64"/>
              </a:cxn>
              <a:cxn ang="0">
                <a:pos x="connsiteX65" y="connsiteY65"/>
              </a:cxn>
              <a:cxn ang="0">
                <a:pos x="connsiteX66" y="connsiteY66"/>
              </a:cxn>
              <a:cxn ang="0">
                <a:pos x="connsiteX67" y="connsiteY67"/>
              </a:cxn>
              <a:cxn ang="0">
                <a:pos x="connsiteX68" y="connsiteY68"/>
              </a:cxn>
              <a:cxn ang="0">
                <a:pos x="connsiteX69" y="connsiteY69"/>
              </a:cxn>
              <a:cxn ang="0">
                <a:pos x="connsiteX70" y="connsiteY70"/>
              </a:cxn>
              <a:cxn ang="0">
                <a:pos x="connsiteX71" y="connsiteY71"/>
              </a:cxn>
              <a:cxn ang="0">
                <a:pos x="connsiteX72" y="connsiteY72"/>
              </a:cxn>
              <a:cxn ang="0">
                <a:pos x="connsiteX73" y="connsiteY73"/>
              </a:cxn>
              <a:cxn ang="0">
                <a:pos x="connsiteX74" y="connsiteY74"/>
              </a:cxn>
              <a:cxn ang="0">
                <a:pos x="connsiteX75" y="connsiteY75"/>
              </a:cxn>
              <a:cxn ang="0">
                <a:pos x="connsiteX76" y="connsiteY76"/>
              </a:cxn>
              <a:cxn ang="0">
                <a:pos x="connsiteX77" y="connsiteY77"/>
              </a:cxn>
              <a:cxn ang="0">
                <a:pos x="connsiteX78" y="connsiteY78"/>
              </a:cxn>
              <a:cxn ang="0">
                <a:pos x="connsiteX79" y="connsiteY79"/>
              </a:cxn>
              <a:cxn ang="0">
                <a:pos x="connsiteX80" y="connsiteY80"/>
              </a:cxn>
              <a:cxn ang="0">
                <a:pos x="connsiteX81" y="connsiteY81"/>
              </a:cxn>
              <a:cxn ang="0">
                <a:pos x="connsiteX82" y="connsiteY82"/>
              </a:cxn>
              <a:cxn ang="0">
                <a:pos x="connsiteX83" y="connsiteY83"/>
              </a:cxn>
              <a:cxn ang="0">
                <a:pos x="connsiteX84" y="connsiteY84"/>
              </a:cxn>
              <a:cxn ang="0">
                <a:pos x="connsiteX85" y="connsiteY85"/>
              </a:cxn>
              <a:cxn ang="0">
                <a:pos x="connsiteX86" y="connsiteY86"/>
              </a:cxn>
              <a:cxn ang="0">
                <a:pos x="connsiteX87" y="connsiteY87"/>
              </a:cxn>
              <a:cxn ang="0">
                <a:pos x="connsiteX88" y="connsiteY88"/>
              </a:cxn>
              <a:cxn ang="0">
                <a:pos x="connsiteX89" y="connsiteY89"/>
              </a:cxn>
              <a:cxn ang="0">
                <a:pos x="connsiteX90" y="connsiteY90"/>
              </a:cxn>
              <a:cxn ang="0">
                <a:pos x="connsiteX91" y="connsiteY91"/>
              </a:cxn>
              <a:cxn ang="0">
                <a:pos x="connsiteX92" y="connsiteY92"/>
              </a:cxn>
              <a:cxn ang="0">
                <a:pos x="connsiteX93" y="connsiteY93"/>
              </a:cxn>
              <a:cxn ang="0">
                <a:pos x="connsiteX94" y="connsiteY94"/>
              </a:cxn>
              <a:cxn ang="0">
                <a:pos x="connsiteX95" y="connsiteY95"/>
              </a:cxn>
              <a:cxn ang="0">
                <a:pos x="connsiteX96" y="connsiteY96"/>
              </a:cxn>
              <a:cxn ang="0">
                <a:pos x="connsiteX97" y="connsiteY97"/>
              </a:cxn>
              <a:cxn ang="0">
                <a:pos x="connsiteX98" y="connsiteY98"/>
              </a:cxn>
              <a:cxn ang="0">
                <a:pos x="connsiteX99" y="connsiteY99"/>
              </a:cxn>
              <a:cxn ang="0">
                <a:pos x="connsiteX100" y="connsiteY100"/>
              </a:cxn>
              <a:cxn ang="0">
                <a:pos x="connsiteX101" y="connsiteY101"/>
              </a:cxn>
              <a:cxn ang="0">
                <a:pos x="connsiteX102" y="connsiteY102"/>
              </a:cxn>
              <a:cxn ang="0">
                <a:pos x="connsiteX103" y="connsiteY103"/>
              </a:cxn>
              <a:cxn ang="0">
                <a:pos x="connsiteX104" y="connsiteY104"/>
              </a:cxn>
              <a:cxn ang="0">
                <a:pos x="connsiteX105" y="connsiteY105"/>
              </a:cxn>
              <a:cxn ang="0">
                <a:pos x="connsiteX106" y="connsiteY106"/>
              </a:cxn>
              <a:cxn ang="0">
                <a:pos x="connsiteX107" y="connsiteY107"/>
              </a:cxn>
              <a:cxn ang="0">
                <a:pos x="connsiteX108" y="connsiteY108"/>
              </a:cxn>
              <a:cxn ang="0">
                <a:pos x="connsiteX109" y="connsiteY109"/>
              </a:cxn>
              <a:cxn ang="0">
                <a:pos x="connsiteX110" y="connsiteY110"/>
              </a:cxn>
              <a:cxn ang="0">
                <a:pos x="connsiteX111" y="connsiteY111"/>
              </a:cxn>
              <a:cxn ang="0">
                <a:pos x="connsiteX112" y="connsiteY112"/>
              </a:cxn>
              <a:cxn ang="0">
                <a:pos x="connsiteX113" y="connsiteY113"/>
              </a:cxn>
              <a:cxn ang="0">
                <a:pos x="connsiteX114" y="connsiteY114"/>
              </a:cxn>
              <a:cxn ang="0">
                <a:pos x="connsiteX115" y="connsiteY115"/>
              </a:cxn>
              <a:cxn ang="0">
                <a:pos x="connsiteX116" y="connsiteY116"/>
              </a:cxn>
              <a:cxn ang="0">
                <a:pos x="connsiteX117" y="connsiteY117"/>
              </a:cxn>
              <a:cxn ang="0">
                <a:pos x="connsiteX118" y="connsiteY118"/>
              </a:cxn>
              <a:cxn ang="0">
                <a:pos x="connsiteX119" y="connsiteY119"/>
              </a:cxn>
              <a:cxn ang="0">
                <a:pos x="connsiteX120" y="connsiteY120"/>
              </a:cxn>
              <a:cxn ang="0">
                <a:pos x="connsiteX121" y="connsiteY121"/>
              </a:cxn>
              <a:cxn ang="0">
                <a:pos x="connsiteX122" y="connsiteY122"/>
              </a:cxn>
              <a:cxn ang="0">
                <a:pos x="connsiteX123" y="connsiteY123"/>
              </a:cxn>
              <a:cxn ang="0">
                <a:pos x="connsiteX124" y="connsiteY124"/>
              </a:cxn>
              <a:cxn ang="0">
                <a:pos x="connsiteX125" y="connsiteY125"/>
              </a:cxn>
              <a:cxn ang="0">
                <a:pos x="connsiteX126" y="connsiteY126"/>
              </a:cxn>
              <a:cxn ang="0">
                <a:pos x="connsiteX127" y="connsiteY127"/>
              </a:cxn>
              <a:cxn ang="0">
                <a:pos x="connsiteX128" y="connsiteY128"/>
              </a:cxn>
              <a:cxn ang="0">
                <a:pos x="connsiteX129" y="connsiteY129"/>
              </a:cxn>
              <a:cxn ang="0">
                <a:pos x="connsiteX130" y="connsiteY130"/>
              </a:cxn>
              <a:cxn ang="0">
                <a:pos x="connsiteX131" y="connsiteY131"/>
              </a:cxn>
              <a:cxn ang="0">
                <a:pos x="connsiteX132" y="connsiteY132"/>
              </a:cxn>
              <a:cxn ang="0">
                <a:pos x="connsiteX133" y="connsiteY133"/>
              </a:cxn>
              <a:cxn ang="0">
                <a:pos x="connsiteX134" y="connsiteY134"/>
              </a:cxn>
              <a:cxn ang="0">
                <a:pos x="connsiteX135" y="connsiteY135"/>
              </a:cxn>
              <a:cxn ang="0">
                <a:pos x="connsiteX136" y="connsiteY136"/>
              </a:cxn>
              <a:cxn ang="0">
                <a:pos x="connsiteX137" y="connsiteY137"/>
              </a:cxn>
              <a:cxn ang="0">
                <a:pos x="connsiteX138" y="connsiteY138"/>
              </a:cxn>
              <a:cxn ang="0">
                <a:pos x="connsiteX139" y="connsiteY139"/>
              </a:cxn>
              <a:cxn ang="0">
                <a:pos x="connsiteX140" y="connsiteY140"/>
              </a:cxn>
              <a:cxn ang="0">
                <a:pos x="connsiteX141" y="connsiteY141"/>
              </a:cxn>
              <a:cxn ang="0">
                <a:pos x="connsiteX142" y="connsiteY142"/>
              </a:cxn>
              <a:cxn ang="0">
                <a:pos x="connsiteX143" y="connsiteY143"/>
              </a:cxn>
              <a:cxn ang="0">
                <a:pos x="connsiteX144" y="connsiteY144"/>
              </a:cxn>
              <a:cxn ang="0">
                <a:pos x="connsiteX145" y="connsiteY145"/>
              </a:cxn>
              <a:cxn ang="0">
                <a:pos x="connsiteX146" y="connsiteY146"/>
              </a:cxn>
              <a:cxn ang="0">
                <a:pos x="connsiteX147" y="connsiteY147"/>
              </a:cxn>
              <a:cxn ang="0">
                <a:pos x="connsiteX148" y="connsiteY148"/>
              </a:cxn>
              <a:cxn ang="0">
                <a:pos x="connsiteX149" y="connsiteY149"/>
              </a:cxn>
              <a:cxn ang="0">
                <a:pos x="connsiteX150" y="connsiteY150"/>
              </a:cxn>
            </a:cxnLst>
            <a:rect l="l" t="t" r="r" b="b"/>
            <a:pathLst>
              <a:path w="7426519" h="707666">
                <a:moveTo>
                  <a:pt x="0" y="548640"/>
                </a:moveTo>
                <a:lnTo>
                  <a:pt x="214686" y="540689"/>
                </a:lnTo>
                <a:cubicBezTo>
                  <a:pt x="278601" y="537138"/>
                  <a:pt x="269058" y="538468"/>
                  <a:pt x="310101" y="524786"/>
                </a:cubicBezTo>
                <a:cubicBezTo>
                  <a:pt x="331307" y="461176"/>
                  <a:pt x="299498" y="535391"/>
                  <a:pt x="341907" y="492981"/>
                </a:cubicBezTo>
                <a:cubicBezTo>
                  <a:pt x="350288" y="484600"/>
                  <a:pt x="353407" y="472181"/>
                  <a:pt x="357809" y="461176"/>
                </a:cubicBezTo>
                <a:cubicBezTo>
                  <a:pt x="364035" y="445612"/>
                  <a:pt x="361859" y="425321"/>
                  <a:pt x="373712" y="413468"/>
                </a:cubicBezTo>
                <a:lnTo>
                  <a:pt x="397566" y="389614"/>
                </a:lnTo>
                <a:cubicBezTo>
                  <a:pt x="411380" y="334356"/>
                  <a:pt x="402831" y="373976"/>
                  <a:pt x="413468" y="294199"/>
                </a:cubicBezTo>
                <a:cubicBezTo>
                  <a:pt x="415945" y="275622"/>
                  <a:pt x="416489" y="256621"/>
                  <a:pt x="421420" y="238540"/>
                </a:cubicBezTo>
                <a:cubicBezTo>
                  <a:pt x="424539" y="227104"/>
                  <a:pt x="432653" y="217629"/>
                  <a:pt x="437322" y="206734"/>
                </a:cubicBezTo>
                <a:cubicBezTo>
                  <a:pt x="440624" y="199030"/>
                  <a:pt x="441972" y="190584"/>
                  <a:pt x="445274" y="182880"/>
                </a:cubicBezTo>
                <a:cubicBezTo>
                  <a:pt x="449943" y="171985"/>
                  <a:pt x="456507" y="161970"/>
                  <a:pt x="461176" y="151075"/>
                </a:cubicBezTo>
                <a:cubicBezTo>
                  <a:pt x="464477" y="143371"/>
                  <a:pt x="465825" y="134925"/>
                  <a:pt x="469127" y="127221"/>
                </a:cubicBezTo>
                <a:cubicBezTo>
                  <a:pt x="481232" y="98976"/>
                  <a:pt x="484963" y="95517"/>
                  <a:pt x="500933" y="71562"/>
                </a:cubicBezTo>
                <a:cubicBezTo>
                  <a:pt x="503583" y="63611"/>
                  <a:pt x="504235" y="54682"/>
                  <a:pt x="508884" y="47708"/>
                </a:cubicBezTo>
                <a:cubicBezTo>
                  <a:pt x="543083" y="-3591"/>
                  <a:pt x="574321" y="26824"/>
                  <a:pt x="644056" y="31806"/>
                </a:cubicBezTo>
                <a:cubicBezTo>
                  <a:pt x="652007" y="39757"/>
                  <a:pt x="658147" y="50081"/>
                  <a:pt x="667910" y="55660"/>
                </a:cubicBezTo>
                <a:cubicBezTo>
                  <a:pt x="677398" y="61082"/>
                  <a:pt x="689248" y="60471"/>
                  <a:pt x="699715" y="63611"/>
                </a:cubicBezTo>
                <a:cubicBezTo>
                  <a:pt x="715771" y="68428"/>
                  <a:pt x="730888" y="76757"/>
                  <a:pt x="747423" y="79513"/>
                </a:cubicBezTo>
                <a:cubicBezTo>
                  <a:pt x="792047" y="86951"/>
                  <a:pt x="827594" y="93946"/>
                  <a:pt x="874644" y="95416"/>
                </a:cubicBezTo>
                <a:cubicBezTo>
                  <a:pt x="1017722" y="99887"/>
                  <a:pt x="1160891" y="100717"/>
                  <a:pt x="1304014" y="103367"/>
                </a:cubicBezTo>
                <a:cubicBezTo>
                  <a:pt x="1306665" y="111318"/>
                  <a:pt x="1308218" y="119724"/>
                  <a:pt x="1311966" y="127221"/>
                </a:cubicBezTo>
                <a:cubicBezTo>
                  <a:pt x="1316240" y="135768"/>
                  <a:pt x="1324104" y="142291"/>
                  <a:pt x="1327868" y="151075"/>
                </a:cubicBezTo>
                <a:cubicBezTo>
                  <a:pt x="1332173" y="161119"/>
                  <a:pt x="1332818" y="172372"/>
                  <a:pt x="1335820" y="182880"/>
                </a:cubicBezTo>
                <a:cubicBezTo>
                  <a:pt x="1338123" y="190939"/>
                  <a:pt x="1340469" y="199030"/>
                  <a:pt x="1343771" y="206734"/>
                </a:cubicBezTo>
                <a:cubicBezTo>
                  <a:pt x="1348440" y="217629"/>
                  <a:pt x="1355005" y="227645"/>
                  <a:pt x="1359674" y="238540"/>
                </a:cubicBezTo>
                <a:cubicBezTo>
                  <a:pt x="1362975" y="246243"/>
                  <a:pt x="1362389" y="255848"/>
                  <a:pt x="1367625" y="262393"/>
                </a:cubicBezTo>
                <a:cubicBezTo>
                  <a:pt x="1373595" y="269855"/>
                  <a:pt x="1383528" y="272995"/>
                  <a:pt x="1391479" y="278296"/>
                </a:cubicBezTo>
                <a:lnTo>
                  <a:pt x="1415333" y="349858"/>
                </a:lnTo>
                <a:cubicBezTo>
                  <a:pt x="1417983" y="357809"/>
                  <a:pt x="1418255" y="367007"/>
                  <a:pt x="1423284" y="373712"/>
                </a:cubicBezTo>
                <a:cubicBezTo>
                  <a:pt x="1452872" y="413162"/>
                  <a:pt x="1439787" y="394490"/>
                  <a:pt x="1463040" y="429371"/>
                </a:cubicBezTo>
                <a:cubicBezTo>
                  <a:pt x="1482465" y="526488"/>
                  <a:pt x="1453724" y="421018"/>
                  <a:pt x="1494846" y="492981"/>
                </a:cubicBezTo>
                <a:cubicBezTo>
                  <a:pt x="1500268" y="502469"/>
                  <a:pt x="1498960" y="514554"/>
                  <a:pt x="1502797" y="524786"/>
                </a:cubicBezTo>
                <a:cubicBezTo>
                  <a:pt x="1506959" y="535885"/>
                  <a:pt x="1513399" y="545990"/>
                  <a:pt x="1518700" y="556592"/>
                </a:cubicBezTo>
                <a:cubicBezTo>
                  <a:pt x="1535516" y="623859"/>
                  <a:pt x="1512608" y="555404"/>
                  <a:pt x="1550505" y="612251"/>
                </a:cubicBezTo>
                <a:cubicBezTo>
                  <a:pt x="1586931" y="666891"/>
                  <a:pt x="1513354" y="602278"/>
                  <a:pt x="1590261" y="659959"/>
                </a:cubicBezTo>
                <a:cubicBezTo>
                  <a:pt x="1643270" y="657308"/>
                  <a:pt x="1696537" y="657868"/>
                  <a:pt x="1749287" y="652007"/>
                </a:cubicBezTo>
                <a:cubicBezTo>
                  <a:pt x="1755539" y="651312"/>
                  <a:pt x="1811603" y="634602"/>
                  <a:pt x="1828800" y="628153"/>
                </a:cubicBezTo>
                <a:cubicBezTo>
                  <a:pt x="1842164" y="623141"/>
                  <a:pt x="1854710" y="615713"/>
                  <a:pt x="1868557" y="612251"/>
                </a:cubicBezTo>
                <a:cubicBezTo>
                  <a:pt x="1907891" y="602418"/>
                  <a:pt x="1987827" y="588397"/>
                  <a:pt x="1987827" y="588397"/>
                </a:cubicBezTo>
                <a:cubicBezTo>
                  <a:pt x="2005281" y="576760"/>
                  <a:pt x="2023303" y="563320"/>
                  <a:pt x="2043486" y="556592"/>
                </a:cubicBezTo>
                <a:cubicBezTo>
                  <a:pt x="2056307" y="552318"/>
                  <a:pt x="2069946" y="551058"/>
                  <a:pt x="2083242" y="548640"/>
                </a:cubicBezTo>
                <a:cubicBezTo>
                  <a:pt x="2147053" y="537038"/>
                  <a:pt x="2138088" y="540040"/>
                  <a:pt x="2218414" y="532738"/>
                </a:cubicBezTo>
                <a:cubicBezTo>
                  <a:pt x="2242371" y="524752"/>
                  <a:pt x="2287936" y="508884"/>
                  <a:pt x="2305879" y="508884"/>
                </a:cubicBezTo>
                <a:cubicBezTo>
                  <a:pt x="2356516" y="508884"/>
                  <a:pt x="2406596" y="519485"/>
                  <a:pt x="2456954" y="524786"/>
                </a:cubicBezTo>
                <a:cubicBezTo>
                  <a:pt x="2478157" y="522136"/>
                  <a:pt x="2501037" y="525514"/>
                  <a:pt x="2520564" y="516835"/>
                </a:cubicBezTo>
                <a:cubicBezTo>
                  <a:pt x="2528223" y="513431"/>
                  <a:pt x="2526482" y="501112"/>
                  <a:pt x="2528515" y="492981"/>
                </a:cubicBezTo>
                <a:cubicBezTo>
                  <a:pt x="2542271" y="437960"/>
                  <a:pt x="2526192" y="468638"/>
                  <a:pt x="2552369" y="429371"/>
                </a:cubicBezTo>
                <a:cubicBezTo>
                  <a:pt x="2555019" y="418769"/>
                  <a:pt x="2557318" y="408073"/>
                  <a:pt x="2560320" y="397566"/>
                </a:cubicBezTo>
                <a:cubicBezTo>
                  <a:pt x="2562623" y="389507"/>
                  <a:pt x="2567293" y="382036"/>
                  <a:pt x="2568272" y="373712"/>
                </a:cubicBezTo>
                <a:cubicBezTo>
                  <a:pt x="2572619" y="336766"/>
                  <a:pt x="2570566" y="299161"/>
                  <a:pt x="2576223" y="262393"/>
                </a:cubicBezTo>
                <a:cubicBezTo>
                  <a:pt x="2581208" y="229990"/>
                  <a:pt x="2593648" y="199125"/>
                  <a:pt x="2600077" y="166978"/>
                </a:cubicBezTo>
                <a:cubicBezTo>
                  <a:pt x="2610827" y="113225"/>
                  <a:pt x="2603009" y="139769"/>
                  <a:pt x="2623931" y="87465"/>
                </a:cubicBezTo>
                <a:cubicBezTo>
                  <a:pt x="2626581" y="68912"/>
                  <a:pt x="2621820" y="47617"/>
                  <a:pt x="2631882" y="31806"/>
                </a:cubicBezTo>
                <a:cubicBezTo>
                  <a:pt x="2642143" y="15681"/>
                  <a:pt x="2679590" y="0"/>
                  <a:pt x="2679590" y="0"/>
                </a:cubicBezTo>
                <a:cubicBezTo>
                  <a:pt x="2695493" y="5301"/>
                  <a:pt x="2721997" y="0"/>
                  <a:pt x="2727298" y="15903"/>
                </a:cubicBezTo>
                <a:cubicBezTo>
                  <a:pt x="2731630" y="28901"/>
                  <a:pt x="2738171" y="55498"/>
                  <a:pt x="2751152" y="63611"/>
                </a:cubicBezTo>
                <a:cubicBezTo>
                  <a:pt x="2765367" y="72495"/>
                  <a:pt x="2798860" y="79513"/>
                  <a:pt x="2798860" y="79513"/>
                </a:cubicBezTo>
                <a:cubicBezTo>
                  <a:pt x="2851869" y="76863"/>
                  <a:pt x="2904811" y="71562"/>
                  <a:pt x="2957886" y="71562"/>
                </a:cubicBezTo>
                <a:cubicBezTo>
                  <a:pt x="3125246" y="71562"/>
                  <a:pt x="3132335" y="74158"/>
                  <a:pt x="3252084" y="87465"/>
                </a:cubicBezTo>
                <a:cubicBezTo>
                  <a:pt x="3376654" y="84814"/>
                  <a:pt x="3501196" y="79513"/>
                  <a:pt x="3625795" y="79513"/>
                </a:cubicBezTo>
                <a:cubicBezTo>
                  <a:pt x="3639310" y="79513"/>
                  <a:pt x="3655170" y="78813"/>
                  <a:pt x="3665552" y="87465"/>
                </a:cubicBezTo>
                <a:cubicBezTo>
                  <a:pt x="3673947" y="94461"/>
                  <a:pt x="3670501" y="108763"/>
                  <a:pt x="3673503" y="119270"/>
                </a:cubicBezTo>
                <a:cubicBezTo>
                  <a:pt x="3675805" y="127329"/>
                  <a:pt x="3678152" y="135420"/>
                  <a:pt x="3681454" y="143124"/>
                </a:cubicBezTo>
                <a:cubicBezTo>
                  <a:pt x="3686123" y="154019"/>
                  <a:pt x="3692688" y="164034"/>
                  <a:pt x="3697357" y="174929"/>
                </a:cubicBezTo>
                <a:cubicBezTo>
                  <a:pt x="3700659" y="182633"/>
                  <a:pt x="3702006" y="191079"/>
                  <a:pt x="3705308" y="198783"/>
                </a:cubicBezTo>
                <a:cubicBezTo>
                  <a:pt x="3734784" y="267561"/>
                  <a:pt x="3710515" y="198500"/>
                  <a:pt x="3729162" y="254442"/>
                </a:cubicBezTo>
                <a:cubicBezTo>
                  <a:pt x="3732064" y="274756"/>
                  <a:pt x="3736414" y="318837"/>
                  <a:pt x="3745065" y="341906"/>
                </a:cubicBezTo>
                <a:cubicBezTo>
                  <a:pt x="3749227" y="353005"/>
                  <a:pt x="3755666" y="363110"/>
                  <a:pt x="3760967" y="373712"/>
                </a:cubicBezTo>
                <a:cubicBezTo>
                  <a:pt x="3763618" y="389615"/>
                  <a:pt x="3766035" y="405558"/>
                  <a:pt x="3768919" y="421420"/>
                </a:cubicBezTo>
                <a:cubicBezTo>
                  <a:pt x="3771337" y="434716"/>
                  <a:pt x="3774648" y="447845"/>
                  <a:pt x="3776870" y="461176"/>
                </a:cubicBezTo>
                <a:cubicBezTo>
                  <a:pt x="3789575" y="537406"/>
                  <a:pt x="3777588" y="497302"/>
                  <a:pt x="3800724" y="572494"/>
                </a:cubicBezTo>
                <a:cubicBezTo>
                  <a:pt x="3808119" y="596526"/>
                  <a:pt x="3816627" y="620202"/>
                  <a:pt x="3824578" y="644056"/>
                </a:cubicBezTo>
                <a:cubicBezTo>
                  <a:pt x="3827228" y="652007"/>
                  <a:pt x="3825555" y="663261"/>
                  <a:pt x="3832529" y="667910"/>
                </a:cubicBezTo>
                <a:cubicBezTo>
                  <a:pt x="3863357" y="688462"/>
                  <a:pt x="3847317" y="680791"/>
                  <a:pt x="3880237" y="691764"/>
                </a:cubicBezTo>
                <a:cubicBezTo>
                  <a:pt x="3893489" y="686463"/>
                  <a:pt x="3907890" y="683426"/>
                  <a:pt x="3919994" y="675861"/>
                </a:cubicBezTo>
                <a:cubicBezTo>
                  <a:pt x="3941277" y="662559"/>
                  <a:pt x="3950362" y="642106"/>
                  <a:pt x="3959750" y="620202"/>
                </a:cubicBezTo>
                <a:cubicBezTo>
                  <a:pt x="3963052" y="612498"/>
                  <a:pt x="3964399" y="604052"/>
                  <a:pt x="3967701" y="596348"/>
                </a:cubicBezTo>
                <a:cubicBezTo>
                  <a:pt x="3972370" y="585453"/>
                  <a:pt x="3978303" y="575145"/>
                  <a:pt x="3983604" y="564543"/>
                </a:cubicBezTo>
                <a:cubicBezTo>
                  <a:pt x="4010108" y="567193"/>
                  <a:pt x="4036937" y="567585"/>
                  <a:pt x="4063117" y="572494"/>
                </a:cubicBezTo>
                <a:cubicBezTo>
                  <a:pt x="4079593" y="575583"/>
                  <a:pt x="4094922" y="583096"/>
                  <a:pt x="4110825" y="588397"/>
                </a:cubicBezTo>
                <a:lnTo>
                  <a:pt x="4134679" y="596348"/>
                </a:lnTo>
                <a:cubicBezTo>
                  <a:pt x="4158533" y="593698"/>
                  <a:pt x="4183471" y="595987"/>
                  <a:pt x="4206240" y="588397"/>
                </a:cubicBezTo>
                <a:cubicBezTo>
                  <a:pt x="4216908" y="584841"/>
                  <a:pt x="4220264" y="570004"/>
                  <a:pt x="4230094" y="564543"/>
                </a:cubicBezTo>
                <a:cubicBezTo>
                  <a:pt x="4245935" y="555742"/>
                  <a:pt x="4289073" y="545822"/>
                  <a:pt x="4309607" y="540689"/>
                </a:cubicBezTo>
                <a:cubicBezTo>
                  <a:pt x="4335737" y="549399"/>
                  <a:pt x="4350236" y="558365"/>
                  <a:pt x="4381169" y="540689"/>
                </a:cubicBezTo>
                <a:cubicBezTo>
                  <a:pt x="4388446" y="536531"/>
                  <a:pt x="4385372" y="524332"/>
                  <a:pt x="4389120" y="516835"/>
                </a:cubicBezTo>
                <a:cubicBezTo>
                  <a:pt x="4393394" y="508288"/>
                  <a:pt x="4400282" y="501278"/>
                  <a:pt x="4405023" y="492981"/>
                </a:cubicBezTo>
                <a:cubicBezTo>
                  <a:pt x="4410904" y="482690"/>
                  <a:pt x="4415625" y="471778"/>
                  <a:pt x="4420926" y="461176"/>
                </a:cubicBezTo>
                <a:cubicBezTo>
                  <a:pt x="4437878" y="342509"/>
                  <a:pt x="4420474" y="474313"/>
                  <a:pt x="4436828" y="286247"/>
                </a:cubicBezTo>
                <a:cubicBezTo>
                  <a:pt x="4438679" y="264959"/>
                  <a:pt x="4438910" y="243183"/>
                  <a:pt x="4444780" y="222637"/>
                </a:cubicBezTo>
                <a:cubicBezTo>
                  <a:pt x="4453943" y="190567"/>
                  <a:pt x="4473333" y="168663"/>
                  <a:pt x="4492487" y="143124"/>
                </a:cubicBezTo>
                <a:cubicBezTo>
                  <a:pt x="4511946" y="84748"/>
                  <a:pt x="4496537" y="107269"/>
                  <a:pt x="4532244" y="71562"/>
                </a:cubicBezTo>
                <a:cubicBezTo>
                  <a:pt x="4534894" y="60960"/>
                  <a:pt x="4533368" y="48290"/>
                  <a:pt x="4540195" y="39757"/>
                </a:cubicBezTo>
                <a:cubicBezTo>
                  <a:pt x="4545431" y="33212"/>
                  <a:pt x="4556098" y="29156"/>
                  <a:pt x="4564049" y="31806"/>
                </a:cubicBezTo>
                <a:cubicBezTo>
                  <a:pt x="4577167" y="36179"/>
                  <a:pt x="4596531" y="68602"/>
                  <a:pt x="4603806" y="79513"/>
                </a:cubicBezTo>
                <a:cubicBezTo>
                  <a:pt x="4606456" y="90115"/>
                  <a:pt x="4604761" y="102924"/>
                  <a:pt x="4611757" y="111319"/>
                </a:cubicBezTo>
                <a:cubicBezTo>
                  <a:pt x="4633263" y="137126"/>
                  <a:pt x="4650570" y="125469"/>
                  <a:pt x="4675367" y="119270"/>
                </a:cubicBezTo>
                <a:cubicBezTo>
                  <a:pt x="4683318" y="113969"/>
                  <a:pt x="4691880" y="109485"/>
                  <a:pt x="4699221" y="103367"/>
                </a:cubicBezTo>
                <a:cubicBezTo>
                  <a:pt x="4707860" y="96168"/>
                  <a:pt x="4713719" y="85750"/>
                  <a:pt x="4723075" y="79513"/>
                </a:cubicBezTo>
                <a:cubicBezTo>
                  <a:pt x="4730049" y="74864"/>
                  <a:pt x="4738978" y="74212"/>
                  <a:pt x="4746929" y="71562"/>
                </a:cubicBezTo>
                <a:cubicBezTo>
                  <a:pt x="4752230" y="79513"/>
                  <a:pt x="4756075" y="88659"/>
                  <a:pt x="4762832" y="95416"/>
                </a:cubicBezTo>
                <a:cubicBezTo>
                  <a:pt x="4799157" y="131741"/>
                  <a:pt x="4836038" y="107522"/>
                  <a:pt x="4890053" y="103367"/>
                </a:cubicBezTo>
                <a:cubicBezTo>
                  <a:pt x="4986884" y="71090"/>
                  <a:pt x="4936595" y="82015"/>
                  <a:pt x="5041127" y="71562"/>
                </a:cubicBezTo>
                <a:cubicBezTo>
                  <a:pt x="5096786" y="74212"/>
                  <a:pt x="5152383" y="79513"/>
                  <a:pt x="5208105" y="79513"/>
                </a:cubicBezTo>
                <a:cubicBezTo>
                  <a:pt x="5390104" y="79513"/>
                  <a:pt x="5259066" y="61503"/>
                  <a:pt x="5367131" y="79513"/>
                </a:cubicBezTo>
                <a:cubicBezTo>
                  <a:pt x="5369781" y="121920"/>
                  <a:pt x="5371235" y="164419"/>
                  <a:pt x="5375082" y="206734"/>
                </a:cubicBezTo>
                <a:cubicBezTo>
                  <a:pt x="5376542" y="222790"/>
                  <a:pt x="5381574" y="238386"/>
                  <a:pt x="5383034" y="254442"/>
                </a:cubicBezTo>
                <a:cubicBezTo>
                  <a:pt x="5386881" y="296757"/>
                  <a:pt x="5386957" y="339365"/>
                  <a:pt x="5390985" y="381663"/>
                </a:cubicBezTo>
                <a:cubicBezTo>
                  <a:pt x="5392266" y="395117"/>
                  <a:pt x="5396104" y="408205"/>
                  <a:pt x="5398936" y="421420"/>
                </a:cubicBezTo>
                <a:cubicBezTo>
                  <a:pt x="5404056" y="445313"/>
                  <a:pt x="5409719" y="469088"/>
                  <a:pt x="5414839" y="492981"/>
                </a:cubicBezTo>
                <a:cubicBezTo>
                  <a:pt x="5417671" y="506196"/>
                  <a:pt x="5419512" y="519627"/>
                  <a:pt x="5422790" y="532738"/>
                </a:cubicBezTo>
                <a:cubicBezTo>
                  <a:pt x="5436852" y="588990"/>
                  <a:pt x="5426134" y="516807"/>
                  <a:pt x="5438693" y="596348"/>
                </a:cubicBezTo>
                <a:cubicBezTo>
                  <a:pt x="5444539" y="633372"/>
                  <a:pt x="5454595" y="707666"/>
                  <a:pt x="5454595" y="707666"/>
                </a:cubicBezTo>
                <a:cubicBezTo>
                  <a:pt x="5466535" y="703686"/>
                  <a:pt x="5503704" y="692547"/>
                  <a:pt x="5510254" y="683813"/>
                </a:cubicBezTo>
                <a:cubicBezTo>
                  <a:pt x="5520312" y="670403"/>
                  <a:pt x="5512747" y="646163"/>
                  <a:pt x="5526157" y="636105"/>
                </a:cubicBezTo>
                <a:cubicBezTo>
                  <a:pt x="5536759" y="628154"/>
                  <a:pt x="5547900" y="620875"/>
                  <a:pt x="5557962" y="612251"/>
                </a:cubicBezTo>
                <a:cubicBezTo>
                  <a:pt x="5566500" y="604933"/>
                  <a:pt x="5572053" y="593976"/>
                  <a:pt x="5581816" y="588397"/>
                </a:cubicBezTo>
                <a:cubicBezTo>
                  <a:pt x="5591304" y="582975"/>
                  <a:pt x="5603176" y="583660"/>
                  <a:pt x="5613621" y="580446"/>
                </a:cubicBezTo>
                <a:cubicBezTo>
                  <a:pt x="5736975" y="542491"/>
                  <a:pt x="5632489" y="565584"/>
                  <a:pt x="5756745" y="548640"/>
                </a:cubicBezTo>
                <a:cubicBezTo>
                  <a:pt x="5791286" y="543930"/>
                  <a:pt x="5825781" y="538796"/>
                  <a:pt x="5860112" y="532738"/>
                </a:cubicBezTo>
                <a:cubicBezTo>
                  <a:pt x="5870874" y="530839"/>
                  <a:pt x="5881138" y="526583"/>
                  <a:pt x="5891917" y="524786"/>
                </a:cubicBezTo>
                <a:cubicBezTo>
                  <a:pt x="5912995" y="521273"/>
                  <a:pt x="5934324" y="519485"/>
                  <a:pt x="5955527" y="516835"/>
                </a:cubicBezTo>
                <a:cubicBezTo>
                  <a:pt x="5984682" y="519485"/>
                  <a:pt x="6014041" y="520443"/>
                  <a:pt x="6042992" y="524786"/>
                </a:cubicBezTo>
                <a:cubicBezTo>
                  <a:pt x="6128405" y="537598"/>
                  <a:pt x="6089427" y="534645"/>
                  <a:pt x="6138407" y="548640"/>
                </a:cubicBezTo>
                <a:cubicBezTo>
                  <a:pt x="6208304" y="568611"/>
                  <a:pt x="6136868" y="545477"/>
                  <a:pt x="6194067" y="564543"/>
                </a:cubicBezTo>
                <a:cubicBezTo>
                  <a:pt x="6220571" y="559242"/>
                  <a:pt x="6248974" y="559825"/>
                  <a:pt x="6273580" y="548640"/>
                </a:cubicBezTo>
                <a:cubicBezTo>
                  <a:pt x="6281210" y="545172"/>
                  <a:pt x="6280697" y="533126"/>
                  <a:pt x="6281531" y="524786"/>
                </a:cubicBezTo>
                <a:cubicBezTo>
                  <a:pt x="6286022" y="479875"/>
                  <a:pt x="6282787" y="434250"/>
                  <a:pt x="6289482" y="389614"/>
                </a:cubicBezTo>
                <a:cubicBezTo>
                  <a:pt x="6290900" y="380163"/>
                  <a:pt x="6301111" y="374307"/>
                  <a:pt x="6305385" y="365760"/>
                </a:cubicBezTo>
                <a:cubicBezTo>
                  <a:pt x="6320354" y="335822"/>
                  <a:pt x="6321647" y="324564"/>
                  <a:pt x="6329239" y="294199"/>
                </a:cubicBezTo>
                <a:cubicBezTo>
                  <a:pt x="6344922" y="43262"/>
                  <a:pt x="6323609" y="260617"/>
                  <a:pt x="6353093" y="103367"/>
                </a:cubicBezTo>
                <a:cubicBezTo>
                  <a:pt x="6368586" y="20740"/>
                  <a:pt x="6346348" y="61800"/>
                  <a:pt x="6376947" y="15903"/>
                </a:cubicBezTo>
                <a:cubicBezTo>
                  <a:pt x="6392849" y="21204"/>
                  <a:pt x="6408598" y="26989"/>
                  <a:pt x="6424654" y="31806"/>
                </a:cubicBezTo>
                <a:cubicBezTo>
                  <a:pt x="6435121" y="34946"/>
                  <a:pt x="6446415" y="35452"/>
                  <a:pt x="6456460" y="39757"/>
                </a:cubicBezTo>
                <a:cubicBezTo>
                  <a:pt x="6465244" y="43521"/>
                  <a:pt x="6470784" y="54945"/>
                  <a:pt x="6480314" y="55660"/>
                </a:cubicBezTo>
                <a:cubicBezTo>
                  <a:pt x="6578141" y="62997"/>
                  <a:pt x="6676446" y="60961"/>
                  <a:pt x="6774512" y="63611"/>
                </a:cubicBezTo>
                <a:cubicBezTo>
                  <a:pt x="6824870" y="60961"/>
                  <a:pt x="6875583" y="62182"/>
                  <a:pt x="6925587" y="55660"/>
                </a:cubicBezTo>
                <a:cubicBezTo>
                  <a:pt x="7050176" y="39409"/>
                  <a:pt x="6812818" y="21686"/>
                  <a:pt x="7021002" y="47708"/>
                </a:cubicBezTo>
                <a:cubicBezTo>
                  <a:pt x="7028953" y="53009"/>
                  <a:pt x="7038738" y="56270"/>
                  <a:pt x="7044856" y="63611"/>
                </a:cubicBezTo>
                <a:cubicBezTo>
                  <a:pt x="7060968" y="82946"/>
                  <a:pt x="7062197" y="104425"/>
                  <a:pt x="7068710" y="127221"/>
                </a:cubicBezTo>
                <a:cubicBezTo>
                  <a:pt x="7071012" y="135280"/>
                  <a:pt x="7074456" y="142989"/>
                  <a:pt x="7076661" y="151075"/>
                </a:cubicBezTo>
                <a:cubicBezTo>
                  <a:pt x="7083109" y="174720"/>
                  <a:pt x="7096151" y="226074"/>
                  <a:pt x="7100515" y="254442"/>
                </a:cubicBezTo>
                <a:cubicBezTo>
                  <a:pt x="7103764" y="275562"/>
                  <a:pt x="7105816" y="296849"/>
                  <a:pt x="7108467" y="318053"/>
                </a:cubicBezTo>
                <a:cubicBezTo>
                  <a:pt x="7111117" y="360460"/>
                  <a:pt x="7112737" y="402943"/>
                  <a:pt x="7116418" y="445273"/>
                </a:cubicBezTo>
                <a:cubicBezTo>
                  <a:pt x="7118042" y="463944"/>
                  <a:pt x="7122407" y="482294"/>
                  <a:pt x="7124369" y="500933"/>
                </a:cubicBezTo>
                <a:cubicBezTo>
                  <a:pt x="7127710" y="532673"/>
                  <a:pt x="7118047" y="567802"/>
                  <a:pt x="7132320" y="596348"/>
                </a:cubicBezTo>
                <a:cubicBezTo>
                  <a:pt x="7139817" y="611341"/>
                  <a:pt x="7180028" y="612251"/>
                  <a:pt x="7180028" y="612251"/>
                </a:cubicBezTo>
                <a:cubicBezTo>
                  <a:pt x="7195931" y="609601"/>
                  <a:pt x="7212854" y="610501"/>
                  <a:pt x="7227736" y="604300"/>
                </a:cubicBezTo>
                <a:cubicBezTo>
                  <a:pt x="7275806" y="584271"/>
                  <a:pt x="7261894" y="566930"/>
                  <a:pt x="7307249" y="564543"/>
                </a:cubicBezTo>
                <a:cubicBezTo>
                  <a:pt x="7346951" y="562454"/>
                  <a:pt x="7386762" y="564543"/>
                  <a:pt x="7426519" y="564543"/>
                </a:cubicBezTo>
              </a:path>
            </a:pathLst>
          </a:custGeom>
          <a:noFill/>
          <a:ln w="28575">
            <a:solidFill>
              <a:srgbClr val="33CC33"/>
            </a:solidFill>
          </a:ln>
        </p:spPr>
        <p:txBody>
          <a:bodyPr rtlCol="0" anchor="ctr"/>
          <a:lstStyle/>
          <a:p>
            <a:pPr algn="ctr"/>
            <a:endParaRPr lang="en-GB"/>
          </a:p>
        </p:txBody>
      </p:sp>
      <p:grpSp>
        <p:nvGrpSpPr>
          <p:cNvPr id="126" name="Group 125"/>
          <p:cNvGrpSpPr/>
          <p:nvPr/>
        </p:nvGrpSpPr>
        <p:grpSpPr>
          <a:xfrm>
            <a:off x="3549109" y="2767543"/>
            <a:ext cx="4510982" cy="1923647"/>
            <a:chOff x="3549109" y="3133305"/>
            <a:chExt cx="4510982" cy="1245668"/>
          </a:xfrm>
        </p:grpSpPr>
        <p:cxnSp>
          <p:nvCxnSpPr>
            <p:cNvPr id="106" name="Straight Connector 105"/>
            <p:cNvCxnSpPr/>
            <p:nvPr/>
          </p:nvCxnSpPr>
          <p:spPr>
            <a:xfrm flipV="1">
              <a:off x="3549109" y="3133305"/>
              <a:ext cx="2" cy="1203324"/>
            </a:xfrm>
            <a:prstGeom prst="line">
              <a:avLst/>
            </a:prstGeom>
            <a:ln>
              <a:prstDash val="dash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09" name="Straight Connector 108"/>
            <p:cNvCxnSpPr/>
            <p:nvPr/>
          </p:nvCxnSpPr>
          <p:spPr>
            <a:xfrm flipV="1">
              <a:off x="4600515" y="3175649"/>
              <a:ext cx="2" cy="1203324"/>
            </a:xfrm>
            <a:prstGeom prst="line">
              <a:avLst/>
            </a:prstGeom>
            <a:ln>
              <a:prstDash val="dash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10" name="Straight Connector 109"/>
            <p:cNvCxnSpPr/>
            <p:nvPr/>
          </p:nvCxnSpPr>
          <p:spPr>
            <a:xfrm flipV="1">
              <a:off x="5407749" y="3157040"/>
              <a:ext cx="2" cy="1203324"/>
            </a:xfrm>
            <a:prstGeom prst="line">
              <a:avLst/>
            </a:prstGeom>
            <a:ln>
              <a:prstDash val="dash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11" name="Straight Connector 110"/>
            <p:cNvCxnSpPr/>
            <p:nvPr/>
          </p:nvCxnSpPr>
          <p:spPr>
            <a:xfrm flipV="1">
              <a:off x="6364526" y="3144415"/>
              <a:ext cx="2" cy="1203324"/>
            </a:xfrm>
            <a:prstGeom prst="line">
              <a:avLst/>
            </a:prstGeom>
            <a:ln>
              <a:prstDash val="dash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12" name="Straight Connector 111"/>
            <p:cNvCxnSpPr/>
            <p:nvPr/>
          </p:nvCxnSpPr>
          <p:spPr>
            <a:xfrm flipV="1">
              <a:off x="7289195" y="3152772"/>
              <a:ext cx="2" cy="1203324"/>
            </a:xfrm>
            <a:prstGeom prst="line">
              <a:avLst/>
            </a:prstGeom>
            <a:ln>
              <a:prstDash val="dash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13" name="Straight Connector 112"/>
            <p:cNvCxnSpPr/>
            <p:nvPr/>
          </p:nvCxnSpPr>
          <p:spPr>
            <a:xfrm flipV="1">
              <a:off x="8060089" y="3152772"/>
              <a:ext cx="2" cy="1203324"/>
            </a:xfrm>
            <a:prstGeom prst="line">
              <a:avLst/>
            </a:prstGeom>
            <a:ln>
              <a:prstDash val="dash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cxnSp>
        <p:nvCxnSpPr>
          <p:cNvPr id="114" name="Straight Connector 113"/>
          <p:cNvCxnSpPr/>
          <p:nvPr/>
        </p:nvCxnSpPr>
        <p:spPr>
          <a:xfrm flipH="1" flipV="1">
            <a:off x="1507118" y="1624686"/>
            <a:ext cx="5936" cy="2987878"/>
          </a:xfrm>
          <a:prstGeom prst="line">
            <a:avLst/>
          </a:prstGeom>
          <a:ln>
            <a:solidFill>
              <a:srgbClr val="FF0000"/>
            </a:solidFill>
            <a:prstDash val="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16" name="Straight Connector 115"/>
          <p:cNvCxnSpPr/>
          <p:nvPr/>
        </p:nvCxnSpPr>
        <p:spPr>
          <a:xfrm flipV="1">
            <a:off x="577866" y="2666566"/>
            <a:ext cx="666218" cy="2446123"/>
          </a:xfrm>
          <a:prstGeom prst="line">
            <a:avLst/>
          </a:prstGeom>
          <a:ln>
            <a:solidFill>
              <a:srgbClr val="FF0000"/>
            </a:solidFill>
            <a:prstDash val="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18" name="Straight Connector 117"/>
          <p:cNvCxnSpPr>
            <a:stCxn id="35" idx="0"/>
          </p:cNvCxnSpPr>
          <p:nvPr/>
        </p:nvCxnSpPr>
        <p:spPr>
          <a:xfrm flipH="1" flipV="1">
            <a:off x="1872212" y="2654262"/>
            <a:ext cx="615012" cy="2564432"/>
          </a:xfrm>
          <a:prstGeom prst="line">
            <a:avLst/>
          </a:prstGeom>
          <a:ln>
            <a:solidFill>
              <a:srgbClr val="FF0000"/>
            </a:solidFill>
            <a:prstDash val="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27" name="Text Box 7"/>
          <p:cNvSpPr txBox="1">
            <a:spLocks noChangeArrowheads="1"/>
          </p:cNvSpPr>
          <p:nvPr/>
        </p:nvSpPr>
        <p:spPr bwMode="auto">
          <a:xfrm>
            <a:off x="5726001" y="3695391"/>
            <a:ext cx="3126388" cy="738664"/>
          </a:xfrm>
          <a:prstGeom prst="rect">
            <a:avLst/>
          </a:prstGeom>
          <a:solidFill>
            <a:srgbClr val="FFFFFF"/>
          </a:solidFill>
          <a:ln w="9525" algn="ctr">
            <a:noFill/>
            <a:miter lim="800000"/>
            <a:headEnd/>
            <a:tailEnd/>
          </a:ln>
        </p:spPr>
        <p:txBody>
          <a:bodyPr wrap="square">
            <a:spAutoFit/>
          </a:bodyPr>
          <a:lstStyle/>
          <a:p>
            <a:r>
              <a:rPr lang="en-GB" sz="1400" dirty="0"/>
              <a:t>degraded pulse train received</a:t>
            </a:r>
          </a:p>
          <a:p>
            <a:pPr marL="285750" indent="-285750">
              <a:buFontTx/>
              <a:buChar char="-"/>
            </a:pPr>
            <a:r>
              <a:rPr lang="en-GB" sz="1400" dirty="0"/>
              <a:t>smearing and delay</a:t>
            </a:r>
          </a:p>
          <a:p>
            <a:pPr marL="285750" indent="-285750">
              <a:buFontTx/>
              <a:buChar char="-"/>
            </a:pPr>
            <a:r>
              <a:rPr lang="en-GB" sz="1400" dirty="0"/>
              <a:t>overshoot (“ringing” at filters)</a:t>
            </a:r>
          </a:p>
        </p:txBody>
      </p:sp>
      <p:sp>
        <p:nvSpPr>
          <p:cNvPr id="129" name="Oval 128"/>
          <p:cNvSpPr/>
          <p:nvPr/>
        </p:nvSpPr>
        <p:spPr>
          <a:xfrm>
            <a:off x="4576889" y="3212337"/>
            <a:ext cx="596103" cy="453821"/>
          </a:xfrm>
          <a:prstGeom prst="ellipse">
            <a:avLst/>
          </a:prstGeom>
          <a:noFill/>
          <a:ln>
            <a:solidFill>
              <a:srgbClr val="00B050"/>
            </a:solidFill>
          </a:ln>
        </p:spPr>
        <p:txBody>
          <a:bodyPr wrap="square" rtlCol="0" anchor="ctr">
            <a:noAutofit/>
          </a:bodyPr>
          <a:lstStyle/>
          <a:p>
            <a:pPr algn="ctr"/>
            <a:endParaRPr lang="en-GB" sz="1600" dirty="0">
              <a:latin typeface="Lucida Sans Unicode" pitchFamily="34" charset="0"/>
              <a:cs typeface="Lucida Sans Unicode" pitchFamily="34" charset="0"/>
            </a:endParaRPr>
          </a:p>
        </p:txBody>
      </p:sp>
      <p:cxnSp>
        <p:nvCxnSpPr>
          <p:cNvPr id="131" name="Straight Arrow Connector 130"/>
          <p:cNvCxnSpPr>
            <a:endCxn id="129" idx="5"/>
          </p:cNvCxnSpPr>
          <p:nvPr/>
        </p:nvCxnSpPr>
        <p:spPr>
          <a:xfrm flipH="1" flipV="1">
            <a:off x="5085695" y="3599697"/>
            <a:ext cx="640306" cy="636241"/>
          </a:xfrm>
          <a:prstGeom prst="straightConnector1">
            <a:avLst/>
          </a:prstGeom>
          <a:ln>
            <a:solidFill>
              <a:srgbClr val="00B05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37" name="Straight Arrow Connector 136"/>
          <p:cNvCxnSpPr>
            <a:endCxn id="103" idx="88"/>
          </p:cNvCxnSpPr>
          <p:nvPr/>
        </p:nvCxnSpPr>
        <p:spPr>
          <a:xfrm flipH="1" flipV="1">
            <a:off x="5340327" y="3290881"/>
            <a:ext cx="484430" cy="760869"/>
          </a:xfrm>
          <a:prstGeom prst="straightConnector1">
            <a:avLst/>
          </a:prstGeom>
          <a:ln>
            <a:solidFill>
              <a:srgbClr val="00B05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957156250"/>
      </p:ext>
    </p:extLst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16"/>
          <p:cNvGrpSpPr>
            <a:grpSpLocks/>
          </p:cNvGrpSpPr>
          <p:nvPr/>
        </p:nvGrpSpPr>
        <p:grpSpPr bwMode="auto">
          <a:xfrm>
            <a:off x="762000" y="1598614"/>
            <a:ext cx="7848600" cy="1252538"/>
            <a:chOff x="480" y="1535"/>
            <a:chExt cx="4944" cy="789"/>
          </a:xfrm>
        </p:grpSpPr>
        <p:sp>
          <p:nvSpPr>
            <p:cNvPr id="150531" name="Text Box 3"/>
            <p:cNvSpPr txBox="1">
              <a:spLocks noChangeArrowheads="1"/>
            </p:cNvSpPr>
            <p:nvPr/>
          </p:nvSpPr>
          <p:spPr bwMode="auto">
            <a:xfrm>
              <a:off x="1344" y="1544"/>
              <a:ext cx="1017" cy="368"/>
            </a:xfrm>
            <a:prstGeom prst="rect">
              <a:avLst/>
            </a:prstGeom>
            <a:solidFill>
              <a:srgbClr val="FFCC66"/>
            </a:solidFill>
            <a:ln w="28575">
              <a:solidFill>
                <a:schemeClr val="tx1"/>
              </a:solidFill>
              <a:miter lim="800000"/>
              <a:headEnd/>
              <a:tailEnd/>
            </a:ln>
            <a:effectLst/>
          </p:spPr>
          <p:txBody>
            <a:bodyPr anchor="ctr">
              <a:spAutoFit/>
            </a:bodyPr>
            <a:lstStyle/>
            <a:p>
              <a:r>
                <a:rPr lang="en-GB" sz="1600"/>
                <a:t>DATA GENERATOR</a:t>
              </a:r>
            </a:p>
          </p:txBody>
        </p:sp>
        <p:sp>
          <p:nvSpPr>
            <p:cNvPr id="150532" name="Text Box 4"/>
            <p:cNvSpPr txBox="1">
              <a:spLocks noChangeArrowheads="1"/>
            </p:cNvSpPr>
            <p:nvPr/>
          </p:nvSpPr>
          <p:spPr bwMode="auto">
            <a:xfrm>
              <a:off x="2688" y="1544"/>
              <a:ext cx="1017" cy="368"/>
            </a:xfrm>
            <a:prstGeom prst="rect">
              <a:avLst/>
            </a:prstGeom>
            <a:solidFill>
              <a:srgbClr val="FFCC66"/>
            </a:solidFill>
            <a:ln w="28575">
              <a:solidFill>
                <a:schemeClr val="tx1"/>
              </a:solidFill>
              <a:miter lim="800000"/>
              <a:headEnd/>
              <a:tailEnd/>
            </a:ln>
            <a:effectLst/>
          </p:spPr>
          <p:txBody>
            <a:bodyPr anchor="ctr">
              <a:spAutoFit/>
            </a:bodyPr>
            <a:lstStyle/>
            <a:p>
              <a:r>
                <a:rPr lang="en-GB" sz="1600"/>
                <a:t>CHANNEL</a:t>
              </a:r>
            </a:p>
            <a:p>
              <a:endParaRPr lang="en-GB" sz="1600"/>
            </a:p>
          </p:txBody>
        </p:sp>
        <p:sp>
          <p:nvSpPr>
            <p:cNvPr id="150533" name="Text Box 5"/>
            <p:cNvSpPr txBox="1">
              <a:spLocks noChangeArrowheads="1"/>
            </p:cNvSpPr>
            <p:nvPr/>
          </p:nvSpPr>
          <p:spPr bwMode="auto">
            <a:xfrm>
              <a:off x="4080" y="1568"/>
              <a:ext cx="1344" cy="320"/>
            </a:xfrm>
            <a:prstGeom prst="rect">
              <a:avLst/>
            </a:prstGeom>
            <a:solidFill>
              <a:srgbClr val="FFCC66"/>
            </a:solidFill>
            <a:ln w="28575">
              <a:solidFill>
                <a:schemeClr val="tx1"/>
              </a:solidFill>
              <a:miter lim="800000"/>
              <a:headEnd/>
              <a:tailEnd/>
            </a:ln>
            <a:effectLst/>
          </p:spPr>
          <p:txBody>
            <a:bodyPr anchor="ctr">
              <a:spAutoFit/>
            </a:bodyPr>
            <a:lstStyle/>
            <a:p>
              <a:r>
                <a:rPr lang="en-GB" sz="1600"/>
                <a:t>OSCILLOSCOPE</a:t>
              </a:r>
            </a:p>
            <a:p>
              <a:pPr algn="l"/>
              <a:r>
                <a:rPr lang="en-GB" sz="1100"/>
                <a:t>Y-INPUT	     Ext Trigger</a:t>
              </a:r>
              <a:endParaRPr lang="en-GB" sz="1600"/>
            </a:p>
          </p:txBody>
        </p:sp>
        <p:sp>
          <p:nvSpPr>
            <p:cNvPr id="150534" name="Line 6"/>
            <p:cNvSpPr>
              <a:spLocks noChangeShapeType="1"/>
            </p:cNvSpPr>
            <p:nvPr/>
          </p:nvSpPr>
          <p:spPr bwMode="auto">
            <a:xfrm>
              <a:off x="2352" y="1728"/>
              <a:ext cx="336" cy="0"/>
            </a:xfrm>
            <a:prstGeom prst="line">
              <a:avLst/>
            </a:prstGeom>
            <a:noFill/>
            <a:ln w="28575">
              <a:solidFill>
                <a:schemeClr val="tx1"/>
              </a:solidFill>
              <a:round/>
              <a:headEnd/>
              <a:tailEnd type="triangle" w="med" len="med"/>
            </a:ln>
            <a:effectLst/>
          </p:spPr>
          <p:txBody>
            <a:bodyPr wrap="none" anchor="ctr"/>
            <a:lstStyle/>
            <a:p>
              <a:endParaRPr lang="en-GB" sz="1600"/>
            </a:p>
          </p:txBody>
        </p:sp>
        <p:sp>
          <p:nvSpPr>
            <p:cNvPr id="150535" name="Line 7"/>
            <p:cNvSpPr>
              <a:spLocks noChangeShapeType="1"/>
            </p:cNvSpPr>
            <p:nvPr/>
          </p:nvSpPr>
          <p:spPr bwMode="auto">
            <a:xfrm>
              <a:off x="3696" y="1824"/>
              <a:ext cx="384" cy="0"/>
            </a:xfrm>
            <a:prstGeom prst="line">
              <a:avLst/>
            </a:prstGeom>
            <a:noFill/>
            <a:ln w="28575">
              <a:solidFill>
                <a:schemeClr val="tx1"/>
              </a:solidFill>
              <a:round/>
              <a:headEnd/>
              <a:tailEnd type="triangle" w="med" len="med"/>
            </a:ln>
            <a:effectLst/>
          </p:spPr>
          <p:txBody>
            <a:bodyPr wrap="none" anchor="ctr"/>
            <a:lstStyle/>
            <a:p>
              <a:endParaRPr lang="en-GB" sz="1600"/>
            </a:p>
          </p:txBody>
        </p:sp>
        <p:sp>
          <p:nvSpPr>
            <p:cNvPr id="150537" name="Line 9"/>
            <p:cNvSpPr>
              <a:spLocks noChangeShapeType="1"/>
            </p:cNvSpPr>
            <p:nvPr/>
          </p:nvSpPr>
          <p:spPr bwMode="auto">
            <a:xfrm rot="16200000" flipV="1">
              <a:off x="4872" y="2088"/>
              <a:ext cx="432" cy="0"/>
            </a:xfrm>
            <a:prstGeom prst="line">
              <a:avLst/>
            </a:prstGeom>
            <a:noFill/>
            <a:ln w="28575">
              <a:solidFill>
                <a:schemeClr val="tx1"/>
              </a:solidFill>
              <a:round/>
              <a:headEnd/>
              <a:tailEnd type="triangle" w="med" len="med"/>
            </a:ln>
            <a:effectLst/>
          </p:spPr>
          <p:txBody>
            <a:bodyPr wrap="none" anchor="ctr"/>
            <a:lstStyle/>
            <a:p>
              <a:endParaRPr lang="en-GB" sz="1600"/>
            </a:p>
          </p:txBody>
        </p:sp>
        <p:sp>
          <p:nvSpPr>
            <p:cNvPr id="150538" name="Line 10"/>
            <p:cNvSpPr>
              <a:spLocks noChangeShapeType="1"/>
            </p:cNvSpPr>
            <p:nvPr/>
          </p:nvSpPr>
          <p:spPr bwMode="auto">
            <a:xfrm>
              <a:off x="1920" y="2304"/>
              <a:ext cx="3168" cy="0"/>
            </a:xfrm>
            <a:prstGeom prst="line">
              <a:avLst/>
            </a:prstGeom>
            <a:noFill/>
            <a:ln w="28575">
              <a:solidFill>
                <a:schemeClr val="tx1"/>
              </a:solidFill>
              <a:round/>
              <a:headEnd/>
              <a:tailEnd/>
            </a:ln>
            <a:effectLst/>
          </p:spPr>
          <p:txBody>
            <a:bodyPr wrap="none" anchor="ctr"/>
            <a:lstStyle/>
            <a:p>
              <a:endParaRPr lang="en-GB" sz="1600"/>
            </a:p>
          </p:txBody>
        </p:sp>
        <p:sp>
          <p:nvSpPr>
            <p:cNvPr id="150539" name="Line 11"/>
            <p:cNvSpPr>
              <a:spLocks noChangeShapeType="1"/>
            </p:cNvSpPr>
            <p:nvPr/>
          </p:nvSpPr>
          <p:spPr bwMode="auto">
            <a:xfrm flipV="1">
              <a:off x="1920" y="1920"/>
              <a:ext cx="0" cy="384"/>
            </a:xfrm>
            <a:prstGeom prst="line">
              <a:avLst/>
            </a:prstGeom>
            <a:noFill/>
            <a:ln w="28575">
              <a:solidFill>
                <a:schemeClr val="tx1"/>
              </a:solidFill>
              <a:round/>
              <a:headEnd/>
              <a:tailEnd/>
            </a:ln>
            <a:effectLst/>
          </p:spPr>
          <p:txBody>
            <a:bodyPr wrap="none" anchor="ctr"/>
            <a:lstStyle/>
            <a:p>
              <a:endParaRPr lang="en-GB" sz="1600"/>
            </a:p>
          </p:txBody>
        </p:sp>
        <p:sp>
          <p:nvSpPr>
            <p:cNvPr id="150540" name="Text Box 12"/>
            <p:cNvSpPr txBox="1">
              <a:spLocks noChangeArrowheads="1"/>
            </p:cNvSpPr>
            <p:nvPr/>
          </p:nvSpPr>
          <p:spPr bwMode="auto">
            <a:xfrm>
              <a:off x="480" y="1535"/>
              <a:ext cx="1017" cy="213"/>
            </a:xfrm>
            <a:prstGeom prst="rect">
              <a:avLst/>
            </a:prstGeom>
            <a:noFill/>
            <a:ln w="28575">
              <a:noFill/>
              <a:miter lim="800000"/>
              <a:headEnd/>
              <a:tailEnd/>
            </a:ln>
            <a:effectLst/>
          </p:spPr>
          <p:txBody>
            <a:bodyPr anchor="ctr">
              <a:spAutoFit/>
            </a:bodyPr>
            <a:lstStyle/>
            <a:p>
              <a:r>
                <a:rPr lang="en-GB" sz="1600"/>
                <a:t>Clock In</a:t>
              </a:r>
            </a:p>
          </p:txBody>
        </p:sp>
        <p:sp>
          <p:nvSpPr>
            <p:cNvPr id="150541" name="Text Box 13"/>
            <p:cNvSpPr txBox="1">
              <a:spLocks noChangeArrowheads="1"/>
            </p:cNvSpPr>
            <p:nvPr/>
          </p:nvSpPr>
          <p:spPr bwMode="auto">
            <a:xfrm>
              <a:off x="1872" y="2111"/>
              <a:ext cx="1017" cy="213"/>
            </a:xfrm>
            <a:prstGeom prst="rect">
              <a:avLst/>
            </a:prstGeom>
            <a:noFill/>
            <a:ln w="28575">
              <a:noFill/>
              <a:miter lim="800000"/>
              <a:headEnd/>
              <a:tailEnd/>
            </a:ln>
            <a:effectLst/>
          </p:spPr>
          <p:txBody>
            <a:bodyPr anchor="ctr">
              <a:spAutoFit/>
            </a:bodyPr>
            <a:lstStyle/>
            <a:p>
              <a:r>
                <a:rPr lang="en-GB" sz="1600"/>
                <a:t>Clock Out</a:t>
              </a:r>
            </a:p>
          </p:txBody>
        </p:sp>
        <p:sp>
          <p:nvSpPr>
            <p:cNvPr id="150542" name="Line 14"/>
            <p:cNvSpPr>
              <a:spLocks noChangeShapeType="1"/>
            </p:cNvSpPr>
            <p:nvPr/>
          </p:nvSpPr>
          <p:spPr bwMode="auto">
            <a:xfrm>
              <a:off x="624" y="1728"/>
              <a:ext cx="720" cy="0"/>
            </a:xfrm>
            <a:prstGeom prst="line">
              <a:avLst/>
            </a:prstGeom>
            <a:noFill/>
            <a:ln w="28575">
              <a:solidFill>
                <a:schemeClr val="tx1"/>
              </a:solidFill>
              <a:round/>
              <a:headEnd/>
              <a:tailEnd type="triangle" w="med" len="med"/>
            </a:ln>
            <a:effectLst/>
          </p:spPr>
          <p:txBody>
            <a:bodyPr wrap="none" anchor="ctr"/>
            <a:lstStyle/>
            <a:p>
              <a:endParaRPr lang="en-GB" sz="1600"/>
            </a:p>
          </p:txBody>
        </p:sp>
      </p:grpSp>
      <p:sp>
        <p:nvSpPr>
          <p:cNvPr id="150543" name="Text Box 15"/>
          <p:cNvSpPr txBox="1">
            <a:spLocks noChangeArrowheads="1"/>
          </p:cNvSpPr>
          <p:nvPr/>
        </p:nvSpPr>
        <p:spPr bwMode="auto">
          <a:xfrm>
            <a:off x="385763" y="333375"/>
            <a:ext cx="4084773" cy="461665"/>
          </a:xfrm>
          <a:prstGeom prst="rect">
            <a:avLst/>
          </a:prstGeom>
          <a:noFill/>
          <a:ln w="28575">
            <a:noFill/>
            <a:miter lim="800000"/>
            <a:headEnd/>
            <a:tailEnd/>
          </a:ln>
          <a:effectLst/>
        </p:spPr>
        <p:txBody>
          <a:bodyPr wrap="none" anchor="ctr">
            <a:spAutoFit/>
          </a:bodyPr>
          <a:lstStyle/>
          <a:p>
            <a:r>
              <a:rPr lang="en-GB" sz="2400" b="1" dirty="0"/>
              <a:t>Eye Diagram - test set-up</a:t>
            </a:r>
          </a:p>
        </p:txBody>
      </p:sp>
      <p:grpSp>
        <p:nvGrpSpPr>
          <p:cNvPr id="3" name="Group 79"/>
          <p:cNvGrpSpPr>
            <a:grpSpLocks/>
          </p:cNvGrpSpPr>
          <p:nvPr/>
        </p:nvGrpSpPr>
        <p:grpSpPr bwMode="auto">
          <a:xfrm>
            <a:off x="1141413" y="3127375"/>
            <a:ext cx="2957513" cy="2897188"/>
            <a:chOff x="2016" y="1986"/>
            <a:chExt cx="1863" cy="1825"/>
          </a:xfrm>
        </p:grpSpPr>
        <p:sp>
          <p:nvSpPr>
            <p:cNvPr id="150546" name="Freeform 18"/>
            <p:cNvSpPr>
              <a:spLocks/>
            </p:cNvSpPr>
            <p:nvPr/>
          </p:nvSpPr>
          <p:spPr bwMode="auto">
            <a:xfrm>
              <a:off x="2095" y="2128"/>
              <a:ext cx="1626" cy="1172"/>
            </a:xfrm>
            <a:custGeom>
              <a:avLst/>
              <a:gdLst/>
              <a:ahLst/>
              <a:cxnLst>
                <a:cxn ang="0">
                  <a:pos x="1" y="1818"/>
                </a:cxn>
                <a:cxn ang="0">
                  <a:pos x="33" y="1799"/>
                </a:cxn>
                <a:cxn ang="0">
                  <a:pos x="197" y="1603"/>
                </a:cxn>
                <a:cxn ang="0">
                  <a:pos x="355" y="1167"/>
                </a:cxn>
                <a:cxn ang="0">
                  <a:pos x="538" y="649"/>
                </a:cxn>
                <a:cxn ang="0">
                  <a:pos x="784" y="220"/>
                </a:cxn>
                <a:cxn ang="0">
                  <a:pos x="1024" y="62"/>
                </a:cxn>
                <a:cxn ang="0">
                  <a:pos x="1277" y="24"/>
                </a:cxn>
                <a:cxn ang="0">
                  <a:pos x="1473" y="43"/>
                </a:cxn>
                <a:cxn ang="0">
                  <a:pos x="1845" y="283"/>
                </a:cxn>
                <a:cxn ang="0">
                  <a:pos x="1965" y="548"/>
                </a:cxn>
                <a:cxn ang="0">
                  <a:pos x="2079" y="921"/>
                </a:cxn>
                <a:cxn ang="0">
                  <a:pos x="2186" y="1243"/>
                </a:cxn>
                <a:cxn ang="0">
                  <a:pos x="2319" y="1534"/>
                </a:cxn>
                <a:cxn ang="0">
                  <a:pos x="2458" y="1786"/>
                </a:cxn>
                <a:cxn ang="0">
                  <a:pos x="2572" y="1862"/>
                </a:cxn>
              </a:cxnLst>
              <a:rect l="0" t="0" r="r" b="b"/>
              <a:pathLst>
                <a:path w="2572" h="1862">
                  <a:moveTo>
                    <a:pt x="1" y="1818"/>
                  </a:moveTo>
                  <a:cubicBezTo>
                    <a:pt x="0" y="1826"/>
                    <a:pt x="0" y="1835"/>
                    <a:pt x="33" y="1799"/>
                  </a:cubicBezTo>
                  <a:cubicBezTo>
                    <a:pt x="66" y="1763"/>
                    <a:pt x="143" y="1708"/>
                    <a:pt x="197" y="1603"/>
                  </a:cubicBezTo>
                  <a:cubicBezTo>
                    <a:pt x="251" y="1498"/>
                    <a:pt x="298" y="1326"/>
                    <a:pt x="355" y="1167"/>
                  </a:cubicBezTo>
                  <a:cubicBezTo>
                    <a:pt x="412" y="1008"/>
                    <a:pt x="467" y="807"/>
                    <a:pt x="538" y="649"/>
                  </a:cubicBezTo>
                  <a:cubicBezTo>
                    <a:pt x="609" y="491"/>
                    <a:pt x="703" y="318"/>
                    <a:pt x="784" y="220"/>
                  </a:cubicBezTo>
                  <a:cubicBezTo>
                    <a:pt x="865" y="122"/>
                    <a:pt x="942" y="95"/>
                    <a:pt x="1024" y="62"/>
                  </a:cubicBezTo>
                  <a:cubicBezTo>
                    <a:pt x="1106" y="29"/>
                    <a:pt x="1202" y="27"/>
                    <a:pt x="1277" y="24"/>
                  </a:cubicBezTo>
                  <a:cubicBezTo>
                    <a:pt x="1352" y="21"/>
                    <a:pt x="1378" y="0"/>
                    <a:pt x="1473" y="43"/>
                  </a:cubicBezTo>
                  <a:cubicBezTo>
                    <a:pt x="1568" y="86"/>
                    <a:pt x="1763" y="199"/>
                    <a:pt x="1845" y="283"/>
                  </a:cubicBezTo>
                  <a:cubicBezTo>
                    <a:pt x="1927" y="367"/>
                    <a:pt x="1926" y="442"/>
                    <a:pt x="1965" y="548"/>
                  </a:cubicBezTo>
                  <a:cubicBezTo>
                    <a:pt x="2004" y="654"/>
                    <a:pt x="2042" y="805"/>
                    <a:pt x="2079" y="921"/>
                  </a:cubicBezTo>
                  <a:cubicBezTo>
                    <a:pt x="2116" y="1037"/>
                    <a:pt x="2146" y="1141"/>
                    <a:pt x="2186" y="1243"/>
                  </a:cubicBezTo>
                  <a:cubicBezTo>
                    <a:pt x="2226" y="1345"/>
                    <a:pt x="2274" y="1444"/>
                    <a:pt x="2319" y="1534"/>
                  </a:cubicBezTo>
                  <a:cubicBezTo>
                    <a:pt x="2364" y="1624"/>
                    <a:pt x="2416" y="1731"/>
                    <a:pt x="2458" y="1786"/>
                  </a:cubicBezTo>
                  <a:cubicBezTo>
                    <a:pt x="2500" y="1841"/>
                    <a:pt x="2549" y="1849"/>
                    <a:pt x="2572" y="1862"/>
                  </a:cubicBezTo>
                </a:path>
              </a:pathLst>
            </a:custGeom>
            <a:noFill/>
            <a:ln w="28575" cap="flat" cmpd="sng">
              <a:solidFill>
                <a:srgbClr val="FF3300"/>
              </a:solidFill>
              <a:prstDash val="solid"/>
              <a:round/>
              <a:headEnd/>
              <a:tailEnd/>
            </a:ln>
            <a:effectLst/>
          </p:spPr>
          <p:txBody>
            <a:bodyPr wrap="none" anchor="ctr"/>
            <a:lstStyle/>
            <a:p>
              <a:endParaRPr lang="en-GB" sz="1600"/>
            </a:p>
          </p:txBody>
        </p:sp>
        <p:sp>
          <p:nvSpPr>
            <p:cNvPr id="150547" name="Freeform 19"/>
            <p:cNvSpPr>
              <a:spLocks/>
            </p:cNvSpPr>
            <p:nvPr/>
          </p:nvSpPr>
          <p:spPr bwMode="auto">
            <a:xfrm flipV="1">
              <a:off x="2200" y="2234"/>
              <a:ext cx="1626" cy="1173"/>
            </a:xfrm>
            <a:custGeom>
              <a:avLst/>
              <a:gdLst/>
              <a:ahLst/>
              <a:cxnLst>
                <a:cxn ang="0">
                  <a:pos x="1" y="1818"/>
                </a:cxn>
                <a:cxn ang="0">
                  <a:pos x="33" y="1799"/>
                </a:cxn>
                <a:cxn ang="0">
                  <a:pos x="197" y="1603"/>
                </a:cxn>
                <a:cxn ang="0">
                  <a:pos x="355" y="1167"/>
                </a:cxn>
                <a:cxn ang="0">
                  <a:pos x="538" y="649"/>
                </a:cxn>
                <a:cxn ang="0">
                  <a:pos x="784" y="220"/>
                </a:cxn>
                <a:cxn ang="0">
                  <a:pos x="1024" y="62"/>
                </a:cxn>
                <a:cxn ang="0">
                  <a:pos x="1277" y="24"/>
                </a:cxn>
                <a:cxn ang="0">
                  <a:pos x="1473" y="43"/>
                </a:cxn>
                <a:cxn ang="0">
                  <a:pos x="1845" y="283"/>
                </a:cxn>
                <a:cxn ang="0">
                  <a:pos x="1965" y="548"/>
                </a:cxn>
                <a:cxn ang="0">
                  <a:pos x="2079" y="921"/>
                </a:cxn>
                <a:cxn ang="0">
                  <a:pos x="2186" y="1243"/>
                </a:cxn>
                <a:cxn ang="0">
                  <a:pos x="2319" y="1534"/>
                </a:cxn>
                <a:cxn ang="0">
                  <a:pos x="2458" y="1786"/>
                </a:cxn>
                <a:cxn ang="0">
                  <a:pos x="2572" y="1862"/>
                </a:cxn>
              </a:cxnLst>
              <a:rect l="0" t="0" r="r" b="b"/>
              <a:pathLst>
                <a:path w="2572" h="1862">
                  <a:moveTo>
                    <a:pt x="1" y="1818"/>
                  </a:moveTo>
                  <a:cubicBezTo>
                    <a:pt x="0" y="1826"/>
                    <a:pt x="0" y="1835"/>
                    <a:pt x="33" y="1799"/>
                  </a:cubicBezTo>
                  <a:cubicBezTo>
                    <a:pt x="66" y="1763"/>
                    <a:pt x="143" y="1708"/>
                    <a:pt x="197" y="1603"/>
                  </a:cubicBezTo>
                  <a:cubicBezTo>
                    <a:pt x="251" y="1498"/>
                    <a:pt x="298" y="1326"/>
                    <a:pt x="355" y="1167"/>
                  </a:cubicBezTo>
                  <a:cubicBezTo>
                    <a:pt x="412" y="1008"/>
                    <a:pt x="467" y="807"/>
                    <a:pt x="538" y="649"/>
                  </a:cubicBezTo>
                  <a:cubicBezTo>
                    <a:pt x="609" y="491"/>
                    <a:pt x="703" y="318"/>
                    <a:pt x="784" y="220"/>
                  </a:cubicBezTo>
                  <a:cubicBezTo>
                    <a:pt x="865" y="122"/>
                    <a:pt x="942" y="95"/>
                    <a:pt x="1024" y="62"/>
                  </a:cubicBezTo>
                  <a:cubicBezTo>
                    <a:pt x="1106" y="29"/>
                    <a:pt x="1202" y="27"/>
                    <a:pt x="1277" y="24"/>
                  </a:cubicBezTo>
                  <a:cubicBezTo>
                    <a:pt x="1352" y="21"/>
                    <a:pt x="1378" y="0"/>
                    <a:pt x="1473" y="43"/>
                  </a:cubicBezTo>
                  <a:cubicBezTo>
                    <a:pt x="1568" y="86"/>
                    <a:pt x="1763" y="199"/>
                    <a:pt x="1845" y="283"/>
                  </a:cubicBezTo>
                  <a:cubicBezTo>
                    <a:pt x="1927" y="367"/>
                    <a:pt x="1926" y="442"/>
                    <a:pt x="1965" y="548"/>
                  </a:cubicBezTo>
                  <a:cubicBezTo>
                    <a:pt x="2004" y="654"/>
                    <a:pt x="2042" y="805"/>
                    <a:pt x="2079" y="921"/>
                  </a:cubicBezTo>
                  <a:cubicBezTo>
                    <a:pt x="2116" y="1037"/>
                    <a:pt x="2146" y="1141"/>
                    <a:pt x="2186" y="1243"/>
                  </a:cubicBezTo>
                  <a:cubicBezTo>
                    <a:pt x="2226" y="1345"/>
                    <a:pt x="2274" y="1444"/>
                    <a:pt x="2319" y="1534"/>
                  </a:cubicBezTo>
                  <a:cubicBezTo>
                    <a:pt x="2364" y="1624"/>
                    <a:pt x="2416" y="1731"/>
                    <a:pt x="2458" y="1786"/>
                  </a:cubicBezTo>
                  <a:cubicBezTo>
                    <a:pt x="2500" y="1841"/>
                    <a:pt x="2549" y="1849"/>
                    <a:pt x="2572" y="1862"/>
                  </a:cubicBezTo>
                </a:path>
              </a:pathLst>
            </a:custGeom>
            <a:noFill/>
            <a:ln w="28575" cap="flat" cmpd="sng">
              <a:solidFill>
                <a:srgbClr val="FF3300"/>
              </a:solidFill>
              <a:prstDash val="solid"/>
              <a:round/>
              <a:headEnd/>
              <a:tailEnd/>
            </a:ln>
            <a:effectLst/>
          </p:spPr>
          <p:txBody>
            <a:bodyPr wrap="none" anchor="ctr"/>
            <a:lstStyle/>
            <a:p>
              <a:endParaRPr lang="en-GB" sz="1600"/>
            </a:p>
          </p:txBody>
        </p:sp>
        <p:sp>
          <p:nvSpPr>
            <p:cNvPr id="150548" name="Freeform 20"/>
            <p:cNvSpPr>
              <a:spLocks/>
            </p:cNvSpPr>
            <p:nvPr/>
          </p:nvSpPr>
          <p:spPr bwMode="auto">
            <a:xfrm flipV="1">
              <a:off x="2159" y="2234"/>
              <a:ext cx="1626" cy="1173"/>
            </a:xfrm>
            <a:custGeom>
              <a:avLst/>
              <a:gdLst/>
              <a:ahLst/>
              <a:cxnLst>
                <a:cxn ang="0">
                  <a:pos x="1" y="1818"/>
                </a:cxn>
                <a:cxn ang="0">
                  <a:pos x="33" y="1799"/>
                </a:cxn>
                <a:cxn ang="0">
                  <a:pos x="197" y="1603"/>
                </a:cxn>
                <a:cxn ang="0">
                  <a:pos x="355" y="1167"/>
                </a:cxn>
                <a:cxn ang="0">
                  <a:pos x="538" y="649"/>
                </a:cxn>
                <a:cxn ang="0">
                  <a:pos x="784" y="220"/>
                </a:cxn>
                <a:cxn ang="0">
                  <a:pos x="1024" y="62"/>
                </a:cxn>
                <a:cxn ang="0">
                  <a:pos x="1277" y="24"/>
                </a:cxn>
                <a:cxn ang="0">
                  <a:pos x="1473" y="43"/>
                </a:cxn>
                <a:cxn ang="0">
                  <a:pos x="1845" y="283"/>
                </a:cxn>
                <a:cxn ang="0">
                  <a:pos x="1965" y="548"/>
                </a:cxn>
                <a:cxn ang="0">
                  <a:pos x="2079" y="921"/>
                </a:cxn>
                <a:cxn ang="0">
                  <a:pos x="2186" y="1243"/>
                </a:cxn>
                <a:cxn ang="0">
                  <a:pos x="2319" y="1534"/>
                </a:cxn>
                <a:cxn ang="0">
                  <a:pos x="2458" y="1786"/>
                </a:cxn>
                <a:cxn ang="0">
                  <a:pos x="2572" y="1862"/>
                </a:cxn>
              </a:cxnLst>
              <a:rect l="0" t="0" r="r" b="b"/>
              <a:pathLst>
                <a:path w="2572" h="1862">
                  <a:moveTo>
                    <a:pt x="1" y="1818"/>
                  </a:moveTo>
                  <a:cubicBezTo>
                    <a:pt x="0" y="1826"/>
                    <a:pt x="0" y="1835"/>
                    <a:pt x="33" y="1799"/>
                  </a:cubicBezTo>
                  <a:cubicBezTo>
                    <a:pt x="66" y="1763"/>
                    <a:pt x="143" y="1708"/>
                    <a:pt x="197" y="1603"/>
                  </a:cubicBezTo>
                  <a:cubicBezTo>
                    <a:pt x="251" y="1498"/>
                    <a:pt x="298" y="1326"/>
                    <a:pt x="355" y="1167"/>
                  </a:cubicBezTo>
                  <a:cubicBezTo>
                    <a:pt x="412" y="1008"/>
                    <a:pt x="467" y="807"/>
                    <a:pt x="538" y="649"/>
                  </a:cubicBezTo>
                  <a:cubicBezTo>
                    <a:pt x="609" y="491"/>
                    <a:pt x="703" y="318"/>
                    <a:pt x="784" y="220"/>
                  </a:cubicBezTo>
                  <a:cubicBezTo>
                    <a:pt x="865" y="122"/>
                    <a:pt x="942" y="95"/>
                    <a:pt x="1024" y="62"/>
                  </a:cubicBezTo>
                  <a:cubicBezTo>
                    <a:pt x="1106" y="29"/>
                    <a:pt x="1202" y="27"/>
                    <a:pt x="1277" y="24"/>
                  </a:cubicBezTo>
                  <a:cubicBezTo>
                    <a:pt x="1352" y="21"/>
                    <a:pt x="1378" y="0"/>
                    <a:pt x="1473" y="43"/>
                  </a:cubicBezTo>
                  <a:cubicBezTo>
                    <a:pt x="1568" y="86"/>
                    <a:pt x="1763" y="199"/>
                    <a:pt x="1845" y="283"/>
                  </a:cubicBezTo>
                  <a:cubicBezTo>
                    <a:pt x="1927" y="367"/>
                    <a:pt x="1926" y="442"/>
                    <a:pt x="1965" y="548"/>
                  </a:cubicBezTo>
                  <a:cubicBezTo>
                    <a:pt x="2004" y="654"/>
                    <a:pt x="2042" y="805"/>
                    <a:pt x="2079" y="921"/>
                  </a:cubicBezTo>
                  <a:cubicBezTo>
                    <a:pt x="2116" y="1037"/>
                    <a:pt x="2146" y="1141"/>
                    <a:pt x="2186" y="1243"/>
                  </a:cubicBezTo>
                  <a:cubicBezTo>
                    <a:pt x="2226" y="1345"/>
                    <a:pt x="2274" y="1444"/>
                    <a:pt x="2319" y="1534"/>
                  </a:cubicBezTo>
                  <a:cubicBezTo>
                    <a:pt x="2364" y="1624"/>
                    <a:pt x="2416" y="1731"/>
                    <a:pt x="2458" y="1786"/>
                  </a:cubicBezTo>
                  <a:cubicBezTo>
                    <a:pt x="2500" y="1841"/>
                    <a:pt x="2549" y="1849"/>
                    <a:pt x="2572" y="1862"/>
                  </a:cubicBezTo>
                </a:path>
              </a:pathLst>
            </a:custGeom>
            <a:noFill/>
            <a:ln w="28575" cap="flat" cmpd="sng">
              <a:solidFill>
                <a:srgbClr val="FF3300"/>
              </a:solidFill>
              <a:prstDash val="solid"/>
              <a:round/>
              <a:headEnd/>
              <a:tailEnd/>
            </a:ln>
            <a:effectLst/>
          </p:spPr>
          <p:txBody>
            <a:bodyPr wrap="none" anchor="ctr"/>
            <a:lstStyle/>
            <a:p>
              <a:endParaRPr lang="en-GB" sz="1600"/>
            </a:p>
          </p:txBody>
        </p:sp>
        <p:sp>
          <p:nvSpPr>
            <p:cNvPr id="150553" name="Freeform 25"/>
            <p:cNvSpPr>
              <a:spLocks/>
            </p:cNvSpPr>
            <p:nvPr/>
          </p:nvSpPr>
          <p:spPr bwMode="auto">
            <a:xfrm>
              <a:off x="2095" y="2128"/>
              <a:ext cx="1626" cy="1172"/>
            </a:xfrm>
            <a:custGeom>
              <a:avLst/>
              <a:gdLst/>
              <a:ahLst/>
              <a:cxnLst>
                <a:cxn ang="0">
                  <a:pos x="1" y="1818"/>
                </a:cxn>
                <a:cxn ang="0">
                  <a:pos x="33" y="1799"/>
                </a:cxn>
                <a:cxn ang="0">
                  <a:pos x="197" y="1603"/>
                </a:cxn>
                <a:cxn ang="0">
                  <a:pos x="405" y="1167"/>
                </a:cxn>
                <a:cxn ang="0">
                  <a:pos x="576" y="617"/>
                </a:cxn>
                <a:cxn ang="0">
                  <a:pos x="784" y="220"/>
                </a:cxn>
                <a:cxn ang="0">
                  <a:pos x="1024" y="62"/>
                </a:cxn>
                <a:cxn ang="0">
                  <a:pos x="1277" y="24"/>
                </a:cxn>
                <a:cxn ang="0">
                  <a:pos x="1473" y="43"/>
                </a:cxn>
                <a:cxn ang="0">
                  <a:pos x="1845" y="283"/>
                </a:cxn>
                <a:cxn ang="0">
                  <a:pos x="1965" y="548"/>
                </a:cxn>
                <a:cxn ang="0">
                  <a:pos x="2079" y="921"/>
                </a:cxn>
                <a:cxn ang="0">
                  <a:pos x="2186" y="1243"/>
                </a:cxn>
                <a:cxn ang="0">
                  <a:pos x="2319" y="1534"/>
                </a:cxn>
                <a:cxn ang="0">
                  <a:pos x="2458" y="1786"/>
                </a:cxn>
                <a:cxn ang="0">
                  <a:pos x="2572" y="1862"/>
                </a:cxn>
              </a:cxnLst>
              <a:rect l="0" t="0" r="r" b="b"/>
              <a:pathLst>
                <a:path w="2572" h="1862">
                  <a:moveTo>
                    <a:pt x="1" y="1818"/>
                  </a:moveTo>
                  <a:cubicBezTo>
                    <a:pt x="0" y="1826"/>
                    <a:pt x="0" y="1835"/>
                    <a:pt x="33" y="1799"/>
                  </a:cubicBezTo>
                  <a:cubicBezTo>
                    <a:pt x="66" y="1763"/>
                    <a:pt x="135" y="1708"/>
                    <a:pt x="197" y="1603"/>
                  </a:cubicBezTo>
                  <a:cubicBezTo>
                    <a:pt x="259" y="1498"/>
                    <a:pt x="342" y="1331"/>
                    <a:pt x="405" y="1167"/>
                  </a:cubicBezTo>
                  <a:cubicBezTo>
                    <a:pt x="468" y="1003"/>
                    <a:pt x="513" y="775"/>
                    <a:pt x="576" y="617"/>
                  </a:cubicBezTo>
                  <a:cubicBezTo>
                    <a:pt x="639" y="459"/>
                    <a:pt x="709" y="312"/>
                    <a:pt x="784" y="220"/>
                  </a:cubicBezTo>
                  <a:cubicBezTo>
                    <a:pt x="859" y="128"/>
                    <a:pt x="942" y="95"/>
                    <a:pt x="1024" y="62"/>
                  </a:cubicBezTo>
                  <a:cubicBezTo>
                    <a:pt x="1106" y="29"/>
                    <a:pt x="1202" y="27"/>
                    <a:pt x="1277" y="24"/>
                  </a:cubicBezTo>
                  <a:cubicBezTo>
                    <a:pt x="1352" y="21"/>
                    <a:pt x="1378" y="0"/>
                    <a:pt x="1473" y="43"/>
                  </a:cubicBezTo>
                  <a:cubicBezTo>
                    <a:pt x="1568" y="86"/>
                    <a:pt x="1763" y="199"/>
                    <a:pt x="1845" y="283"/>
                  </a:cubicBezTo>
                  <a:cubicBezTo>
                    <a:pt x="1927" y="367"/>
                    <a:pt x="1926" y="442"/>
                    <a:pt x="1965" y="548"/>
                  </a:cubicBezTo>
                  <a:cubicBezTo>
                    <a:pt x="2004" y="654"/>
                    <a:pt x="2042" y="805"/>
                    <a:pt x="2079" y="921"/>
                  </a:cubicBezTo>
                  <a:cubicBezTo>
                    <a:pt x="2116" y="1037"/>
                    <a:pt x="2146" y="1141"/>
                    <a:pt x="2186" y="1243"/>
                  </a:cubicBezTo>
                  <a:cubicBezTo>
                    <a:pt x="2226" y="1345"/>
                    <a:pt x="2274" y="1444"/>
                    <a:pt x="2319" y="1534"/>
                  </a:cubicBezTo>
                  <a:cubicBezTo>
                    <a:pt x="2364" y="1624"/>
                    <a:pt x="2416" y="1731"/>
                    <a:pt x="2458" y="1786"/>
                  </a:cubicBezTo>
                  <a:cubicBezTo>
                    <a:pt x="2500" y="1841"/>
                    <a:pt x="2549" y="1849"/>
                    <a:pt x="2572" y="1862"/>
                  </a:cubicBezTo>
                </a:path>
              </a:pathLst>
            </a:custGeom>
            <a:noFill/>
            <a:ln w="28575" cap="flat" cmpd="sng">
              <a:solidFill>
                <a:srgbClr val="FF3300"/>
              </a:solidFill>
              <a:prstDash val="solid"/>
              <a:round/>
              <a:headEnd/>
              <a:tailEnd/>
            </a:ln>
            <a:effectLst/>
          </p:spPr>
          <p:txBody>
            <a:bodyPr wrap="none" anchor="ctr"/>
            <a:lstStyle/>
            <a:p>
              <a:endParaRPr lang="en-GB" sz="1600"/>
            </a:p>
          </p:txBody>
        </p:sp>
        <p:sp>
          <p:nvSpPr>
            <p:cNvPr id="150560" name="Freeform 32"/>
            <p:cNvSpPr>
              <a:spLocks/>
            </p:cNvSpPr>
            <p:nvPr/>
          </p:nvSpPr>
          <p:spPr bwMode="auto">
            <a:xfrm>
              <a:off x="2148" y="2128"/>
              <a:ext cx="1626" cy="1172"/>
            </a:xfrm>
            <a:custGeom>
              <a:avLst/>
              <a:gdLst/>
              <a:ahLst/>
              <a:cxnLst>
                <a:cxn ang="0">
                  <a:pos x="1" y="1818"/>
                </a:cxn>
                <a:cxn ang="0">
                  <a:pos x="33" y="1799"/>
                </a:cxn>
                <a:cxn ang="0">
                  <a:pos x="197" y="1603"/>
                </a:cxn>
                <a:cxn ang="0">
                  <a:pos x="405" y="1167"/>
                </a:cxn>
                <a:cxn ang="0">
                  <a:pos x="576" y="617"/>
                </a:cxn>
                <a:cxn ang="0">
                  <a:pos x="784" y="220"/>
                </a:cxn>
                <a:cxn ang="0">
                  <a:pos x="1024" y="62"/>
                </a:cxn>
                <a:cxn ang="0">
                  <a:pos x="1277" y="24"/>
                </a:cxn>
                <a:cxn ang="0">
                  <a:pos x="1473" y="43"/>
                </a:cxn>
                <a:cxn ang="0">
                  <a:pos x="1845" y="283"/>
                </a:cxn>
                <a:cxn ang="0">
                  <a:pos x="1965" y="548"/>
                </a:cxn>
                <a:cxn ang="0">
                  <a:pos x="2079" y="921"/>
                </a:cxn>
                <a:cxn ang="0">
                  <a:pos x="2186" y="1243"/>
                </a:cxn>
                <a:cxn ang="0">
                  <a:pos x="2319" y="1534"/>
                </a:cxn>
                <a:cxn ang="0">
                  <a:pos x="2458" y="1786"/>
                </a:cxn>
                <a:cxn ang="0">
                  <a:pos x="2572" y="1862"/>
                </a:cxn>
              </a:cxnLst>
              <a:rect l="0" t="0" r="r" b="b"/>
              <a:pathLst>
                <a:path w="2572" h="1862">
                  <a:moveTo>
                    <a:pt x="1" y="1818"/>
                  </a:moveTo>
                  <a:cubicBezTo>
                    <a:pt x="0" y="1826"/>
                    <a:pt x="0" y="1835"/>
                    <a:pt x="33" y="1799"/>
                  </a:cubicBezTo>
                  <a:cubicBezTo>
                    <a:pt x="66" y="1763"/>
                    <a:pt x="135" y="1708"/>
                    <a:pt x="197" y="1603"/>
                  </a:cubicBezTo>
                  <a:cubicBezTo>
                    <a:pt x="259" y="1498"/>
                    <a:pt x="342" y="1331"/>
                    <a:pt x="405" y="1167"/>
                  </a:cubicBezTo>
                  <a:cubicBezTo>
                    <a:pt x="468" y="1003"/>
                    <a:pt x="513" y="775"/>
                    <a:pt x="576" y="617"/>
                  </a:cubicBezTo>
                  <a:cubicBezTo>
                    <a:pt x="639" y="459"/>
                    <a:pt x="709" y="312"/>
                    <a:pt x="784" y="220"/>
                  </a:cubicBezTo>
                  <a:cubicBezTo>
                    <a:pt x="859" y="128"/>
                    <a:pt x="942" y="95"/>
                    <a:pt x="1024" y="62"/>
                  </a:cubicBezTo>
                  <a:cubicBezTo>
                    <a:pt x="1106" y="29"/>
                    <a:pt x="1202" y="27"/>
                    <a:pt x="1277" y="24"/>
                  </a:cubicBezTo>
                  <a:cubicBezTo>
                    <a:pt x="1352" y="21"/>
                    <a:pt x="1378" y="0"/>
                    <a:pt x="1473" y="43"/>
                  </a:cubicBezTo>
                  <a:cubicBezTo>
                    <a:pt x="1568" y="86"/>
                    <a:pt x="1763" y="199"/>
                    <a:pt x="1845" y="283"/>
                  </a:cubicBezTo>
                  <a:cubicBezTo>
                    <a:pt x="1927" y="367"/>
                    <a:pt x="1926" y="442"/>
                    <a:pt x="1965" y="548"/>
                  </a:cubicBezTo>
                  <a:cubicBezTo>
                    <a:pt x="2004" y="654"/>
                    <a:pt x="2042" y="805"/>
                    <a:pt x="2079" y="921"/>
                  </a:cubicBezTo>
                  <a:cubicBezTo>
                    <a:pt x="2116" y="1037"/>
                    <a:pt x="2146" y="1141"/>
                    <a:pt x="2186" y="1243"/>
                  </a:cubicBezTo>
                  <a:cubicBezTo>
                    <a:pt x="2226" y="1345"/>
                    <a:pt x="2274" y="1444"/>
                    <a:pt x="2319" y="1534"/>
                  </a:cubicBezTo>
                  <a:cubicBezTo>
                    <a:pt x="2364" y="1624"/>
                    <a:pt x="2416" y="1731"/>
                    <a:pt x="2458" y="1786"/>
                  </a:cubicBezTo>
                  <a:cubicBezTo>
                    <a:pt x="2500" y="1841"/>
                    <a:pt x="2549" y="1849"/>
                    <a:pt x="2572" y="1862"/>
                  </a:cubicBezTo>
                </a:path>
              </a:pathLst>
            </a:custGeom>
            <a:noFill/>
            <a:ln w="28575" cap="flat" cmpd="sng">
              <a:solidFill>
                <a:srgbClr val="FF3300"/>
              </a:solidFill>
              <a:prstDash val="solid"/>
              <a:round/>
              <a:headEnd/>
              <a:tailEnd/>
            </a:ln>
            <a:effectLst/>
          </p:spPr>
          <p:txBody>
            <a:bodyPr wrap="none" anchor="ctr"/>
            <a:lstStyle/>
            <a:p>
              <a:endParaRPr lang="en-GB" sz="1600"/>
            </a:p>
          </p:txBody>
        </p:sp>
        <p:sp>
          <p:nvSpPr>
            <p:cNvPr id="150561" name="Freeform 33"/>
            <p:cNvSpPr>
              <a:spLocks/>
            </p:cNvSpPr>
            <p:nvPr/>
          </p:nvSpPr>
          <p:spPr bwMode="auto">
            <a:xfrm>
              <a:off x="2148" y="2128"/>
              <a:ext cx="1626" cy="1172"/>
            </a:xfrm>
            <a:custGeom>
              <a:avLst/>
              <a:gdLst/>
              <a:ahLst/>
              <a:cxnLst>
                <a:cxn ang="0">
                  <a:pos x="1" y="1818"/>
                </a:cxn>
                <a:cxn ang="0">
                  <a:pos x="33" y="1799"/>
                </a:cxn>
                <a:cxn ang="0">
                  <a:pos x="197" y="1603"/>
                </a:cxn>
                <a:cxn ang="0">
                  <a:pos x="405" y="1167"/>
                </a:cxn>
                <a:cxn ang="0">
                  <a:pos x="576" y="617"/>
                </a:cxn>
                <a:cxn ang="0">
                  <a:pos x="784" y="220"/>
                </a:cxn>
                <a:cxn ang="0">
                  <a:pos x="1024" y="62"/>
                </a:cxn>
                <a:cxn ang="0">
                  <a:pos x="1277" y="24"/>
                </a:cxn>
                <a:cxn ang="0">
                  <a:pos x="1473" y="43"/>
                </a:cxn>
                <a:cxn ang="0">
                  <a:pos x="1845" y="283"/>
                </a:cxn>
                <a:cxn ang="0">
                  <a:pos x="1965" y="548"/>
                </a:cxn>
                <a:cxn ang="0">
                  <a:pos x="2079" y="921"/>
                </a:cxn>
                <a:cxn ang="0">
                  <a:pos x="2186" y="1243"/>
                </a:cxn>
                <a:cxn ang="0">
                  <a:pos x="2319" y="1534"/>
                </a:cxn>
                <a:cxn ang="0">
                  <a:pos x="2458" y="1786"/>
                </a:cxn>
                <a:cxn ang="0">
                  <a:pos x="2572" y="1862"/>
                </a:cxn>
              </a:cxnLst>
              <a:rect l="0" t="0" r="r" b="b"/>
              <a:pathLst>
                <a:path w="2572" h="1862">
                  <a:moveTo>
                    <a:pt x="1" y="1818"/>
                  </a:moveTo>
                  <a:cubicBezTo>
                    <a:pt x="0" y="1826"/>
                    <a:pt x="0" y="1835"/>
                    <a:pt x="33" y="1799"/>
                  </a:cubicBezTo>
                  <a:cubicBezTo>
                    <a:pt x="66" y="1763"/>
                    <a:pt x="135" y="1708"/>
                    <a:pt x="197" y="1603"/>
                  </a:cubicBezTo>
                  <a:cubicBezTo>
                    <a:pt x="259" y="1498"/>
                    <a:pt x="342" y="1331"/>
                    <a:pt x="405" y="1167"/>
                  </a:cubicBezTo>
                  <a:cubicBezTo>
                    <a:pt x="468" y="1003"/>
                    <a:pt x="513" y="775"/>
                    <a:pt x="576" y="617"/>
                  </a:cubicBezTo>
                  <a:cubicBezTo>
                    <a:pt x="639" y="459"/>
                    <a:pt x="709" y="312"/>
                    <a:pt x="784" y="220"/>
                  </a:cubicBezTo>
                  <a:cubicBezTo>
                    <a:pt x="859" y="128"/>
                    <a:pt x="942" y="95"/>
                    <a:pt x="1024" y="62"/>
                  </a:cubicBezTo>
                  <a:cubicBezTo>
                    <a:pt x="1106" y="29"/>
                    <a:pt x="1202" y="27"/>
                    <a:pt x="1277" y="24"/>
                  </a:cubicBezTo>
                  <a:cubicBezTo>
                    <a:pt x="1352" y="21"/>
                    <a:pt x="1378" y="0"/>
                    <a:pt x="1473" y="43"/>
                  </a:cubicBezTo>
                  <a:cubicBezTo>
                    <a:pt x="1568" y="86"/>
                    <a:pt x="1763" y="199"/>
                    <a:pt x="1845" y="283"/>
                  </a:cubicBezTo>
                  <a:cubicBezTo>
                    <a:pt x="1927" y="367"/>
                    <a:pt x="1926" y="442"/>
                    <a:pt x="1965" y="548"/>
                  </a:cubicBezTo>
                  <a:cubicBezTo>
                    <a:pt x="2004" y="654"/>
                    <a:pt x="2042" y="805"/>
                    <a:pt x="2079" y="921"/>
                  </a:cubicBezTo>
                  <a:cubicBezTo>
                    <a:pt x="2116" y="1037"/>
                    <a:pt x="2146" y="1141"/>
                    <a:pt x="2186" y="1243"/>
                  </a:cubicBezTo>
                  <a:cubicBezTo>
                    <a:pt x="2226" y="1345"/>
                    <a:pt x="2274" y="1444"/>
                    <a:pt x="2319" y="1534"/>
                  </a:cubicBezTo>
                  <a:cubicBezTo>
                    <a:pt x="2364" y="1624"/>
                    <a:pt x="2416" y="1731"/>
                    <a:pt x="2458" y="1786"/>
                  </a:cubicBezTo>
                  <a:cubicBezTo>
                    <a:pt x="2500" y="1841"/>
                    <a:pt x="2549" y="1849"/>
                    <a:pt x="2572" y="1862"/>
                  </a:cubicBezTo>
                </a:path>
              </a:pathLst>
            </a:custGeom>
            <a:noFill/>
            <a:ln w="28575" cap="flat" cmpd="sng">
              <a:solidFill>
                <a:srgbClr val="FF3300"/>
              </a:solidFill>
              <a:prstDash val="solid"/>
              <a:round/>
              <a:headEnd/>
              <a:tailEnd/>
            </a:ln>
            <a:effectLst/>
          </p:spPr>
          <p:txBody>
            <a:bodyPr wrap="none" anchor="ctr"/>
            <a:lstStyle/>
            <a:p>
              <a:endParaRPr lang="en-GB" sz="1600"/>
            </a:p>
          </p:txBody>
        </p:sp>
        <p:sp>
          <p:nvSpPr>
            <p:cNvPr id="150562" name="Freeform 34"/>
            <p:cNvSpPr>
              <a:spLocks/>
            </p:cNvSpPr>
            <p:nvPr/>
          </p:nvSpPr>
          <p:spPr bwMode="auto">
            <a:xfrm>
              <a:off x="2095" y="2128"/>
              <a:ext cx="1626" cy="1172"/>
            </a:xfrm>
            <a:custGeom>
              <a:avLst/>
              <a:gdLst/>
              <a:ahLst/>
              <a:cxnLst>
                <a:cxn ang="0">
                  <a:pos x="1" y="1818"/>
                </a:cxn>
                <a:cxn ang="0">
                  <a:pos x="33" y="1799"/>
                </a:cxn>
                <a:cxn ang="0">
                  <a:pos x="197" y="1603"/>
                </a:cxn>
                <a:cxn ang="0">
                  <a:pos x="405" y="1167"/>
                </a:cxn>
                <a:cxn ang="0">
                  <a:pos x="576" y="617"/>
                </a:cxn>
                <a:cxn ang="0">
                  <a:pos x="784" y="220"/>
                </a:cxn>
                <a:cxn ang="0">
                  <a:pos x="1024" y="62"/>
                </a:cxn>
                <a:cxn ang="0">
                  <a:pos x="1277" y="24"/>
                </a:cxn>
                <a:cxn ang="0">
                  <a:pos x="1473" y="43"/>
                </a:cxn>
                <a:cxn ang="0">
                  <a:pos x="1845" y="283"/>
                </a:cxn>
                <a:cxn ang="0">
                  <a:pos x="1965" y="548"/>
                </a:cxn>
                <a:cxn ang="0">
                  <a:pos x="2079" y="921"/>
                </a:cxn>
                <a:cxn ang="0">
                  <a:pos x="2186" y="1243"/>
                </a:cxn>
                <a:cxn ang="0">
                  <a:pos x="2319" y="1534"/>
                </a:cxn>
                <a:cxn ang="0">
                  <a:pos x="2458" y="1786"/>
                </a:cxn>
                <a:cxn ang="0">
                  <a:pos x="2572" y="1862"/>
                </a:cxn>
              </a:cxnLst>
              <a:rect l="0" t="0" r="r" b="b"/>
              <a:pathLst>
                <a:path w="2572" h="1862">
                  <a:moveTo>
                    <a:pt x="1" y="1818"/>
                  </a:moveTo>
                  <a:cubicBezTo>
                    <a:pt x="0" y="1826"/>
                    <a:pt x="0" y="1835"/>
                    <a:pt x="33" y="1799"/>
                  </a:cubicBezTo>
                  <a:cubicBezTo>
                    <a:pt x="66" y="1763"/>
                    <a:pt x="135" y="1708"/>
                    <a:pt x="197" y="1603"/>
                  </a:cubicBezTo>
                  <a:cubicBezTo>
                    <a:pt x="259" y="1498"/>
                    <a:pt x="342" y="1331"/>
                    <a:pt x="405" y="1167"/>
                  </a:cubicBezTo>
                  <a:cubicBezTo>
                    <a:pt x="468" y="1003"/>
                    <a:pt x="513" y="775"/>
                    <a:pt x="576" y="617"/>
                  </a:cubicBezTo>
                  <a:cubicBezTo>
                    <a:pt x="639" y="459"/>
                    <a:pt x="709" y="312"/>
                    <a:pt x="784" y="220"/>
                  </a:cubicBezTo>
                  <a:cubicBezTo>
                    <a:pt x="859" y="128"/>
                    <a:pt x="942" y="95"/>
                    <a:pt x="1024" y="62"/>
                  </a:cubicBezTo>
                  <a:cubicBezTo>
                    <a:pt x="1106" y="29"/>
                    <a:pt x="1202" y="27"/>
                    <a:pt x="1277" y="24"/>
                  </a:cubicBezTo>
                  <a:cubicBezTo>
                    <a:pt x="1352" y="21"/>
                    <a:pt x="1378" y="0"/>
                    <a:pt x="1473" y="43"/>
                  </a:cubicBezTo>
                  <a:cubicBezTo>
                    <a:pt x="1568" y="86"/>
                    <a:pt x="1763" y="199"/>
                    <a:pt x="1845" y="283"/>
                  </a:cubicBezTo>
                  <a:cubicBezTo>
                    <a:pt x="1927" y="367"/>
                    <a:pt x="1926" y="442"/>
                    <a:pt x="1965" y="548"/>
                  </a:cubicBezTo>
                  <a:cubicBezTo>
                    <a:pt x="2004" y="654"/>
                    <a:pt x="2042" y="805"/>
                    <a:pt x="2079" y="921"/>
                  </a:cubicBezTo>
                  <a:cubicBezTo>
                    <a:pt x="2116" y="1037"/>
                    <a:pt x="2146" y="1141"/>
                    <a:pt x="2186" y="1243"/>
                  </a:cubicBezTo>
                  <a:cubicBezTo>
                    <a:pt x="2226" y="1345"/>
                    <a:pt x="2274" y="1444"/>
                    <a:pt x="2319" y="1534"/>
                  </a:cubicBezTo>
                  <a:cubicBezTo>
                    <a:pt x="2364" y="1624"/>
                    <a:pt x="2416" y="1731"/>
                    <a:pt x="2458" y="1786"/>
                  </a:cubicBezTo>
                  <a:cubicBezTo>
                    <a:pt x="2500" y="1841"/>
                    <a:pt x="2549" y="1849"/>
                    <a:pt x="2572" y="1862"/>
                  </a:cubicBezTo>
                </a:path>
              </a:pathLst>
            </a:custGeom>
            <a:noFill/>
            <a:ln w="28575" cap="flat" cmpd="sng">
              <a:solidFill>
                <a:srgbClr val="FF3300"/>
              </a:solidFill>
              <a:prstDash val="solid"/>
              <a:round/>
              <a:headEnd/>
              <a:tailEnd/>
            </a:ln>
            <a:effectLst/>
          </p:spPr>
          <p:txBody>
            <a:bodyPr wrap="none" anchor="ctr"/>
            <a:lstStyle/>
            <a:p>
              <a:endParaRPr lang="en-GB" sz="1600"/>
            </a:p>
          </p:txBody>
        </p:sp>
        <p:sp>
          <p:nvSpPr>
            <p:cNvPr id="150563" name="Freeform 35"/>
            <p:cNvSpPr>
              <a:spLocks/>
            </p:cNvSpPr>
            <p:nvPr/>
          </p:nvSpPr>
          <p:spPr bwMode="auto">
            <a:xfrm flipV="1">
              <a:off x="2253" y="2234"/>
              <a:ext cx="1626" cy="1173"/>
            </a:xfrm>
            <a:custGeom>
              <a:avLst/>
              <a:gdLst/>
              <a:ahLst/>
              <a:cxnLst>
                <a:cxn ang="0">
                  <a:pos x="1" y="1818"/>
                </a:cxn>
                <a:cxn ang="0">
                  <a:pos x="33" y="1799"/>
                </a:cxn>
                <a:cxn ang="0">
                  <a:pos x="197" y="1603"/>
                </a:cxn>
                <a:cxn ang="0">
                  <a:pos x="355" y="1167"/>
                </a:cxn>
                <a:cxn ang="0">
                  <a:pos x="538" y="649"/>
                </a:cxn>
                <a:cxn ang="0">
                  <a:pos x="784" y="220"/>
                </a:cxn>
                <a:cxn ang="0">
                  <a:pos x="1024" y="62"/>
                </a:cxn>
                <a:cxn ang="0">
                  <a:pos x="1277" y="24"/>
                </a:cxn>
                <a:cxn ang="0">
                  <a:pos x="1473" y="43"/>
                </a:cxn>
                <a:cxn ang="0">
                  <a:pos x="1845" y="283"/>
                </a:cxn>
                <a:cxn ang="0">
                  <a:pos x="1965" y="548"/>
                </a:cxn>
                <a:cxn ang="0">
                  <a:pos x="2079" y="921"/>
                </a:cxn>
                <a:cxn ang="0">
                  <a:pos x="2186" y="1243"/>
                </a:cxn>
                <a:cxn ang="0">
                  <a:pos x="2319" y="1534"/>
                </a:cxn>
                <a:cxn ang="0">
                  <a:pos x="2458" y="1786"/>
                </a:cxn>
                <a:cxn ang="0">
                  <a:pos x="2572" y="1862"/>
                </a:cxn>
              </a:cxnLst>
              <a:rect l="0" t="0" r="r" b="b"/>
              <a:pathLst>
                <a:path w="2572" h="1862">
                  <a:moveTo>
                    <a:pt x="1" y="1818"/>
                  </a:moveTo>
                  <a:cubicBezTo>
                    <a:pt x="0" y="1826"/>
                    <a:pt x="0" y="1835"/>
                    <a:pt x="33" y="1799"/>
                  </a:cubicBezTo>
                  <a:cubicBezTo>
                    <a:pt x="66" y="1763"/>
                    <a:pt x="143" y="1708"/>
                    <a:pt x="197" y="1603"/>
                  </a:cubicBezTo>
                  <a:cubicBezTo>
                    <a:pt x="251" y="1498"/>
                    <a:pt x="298" y="1326"/>
                    <a:pt x="355" y="1167"/>
                  </a:cubicBezTo>
                  <a:cubicBezTo>
                    <a:pt x="412" y="1008"/>
                    <a:pt x="467" y="807"/>
                    <a:pt x="538" y="649"/>
                  </a:cubicBezTo>
                  <a:cubicBezTo>
                    <a:pt x="609" y="491"/>
                    <a:pt x="703" y="318"/>
                    <a:pt x="784" y="220"/>
                  </a:cubicBezTo>
                  <a:cubicBezTo>
                    <a:pt x="865" y="122"/>
                    <a:pt x="942" y="95"/>
                    <a:pt x="1024" y="62"/>
                  </a:cubicBezTo>
                  <a:cubicBezTo>
                    <a:pt x="1106" y="29"/>
                    <a:pt x="1202" y="27"/>
                    <a:pt x="1277" y="24"/>
                  </a:cubicBezTo>
                  <a:cubicBezTo>
                    <a:pt x="1352" y="21"/>
                    <a:pt x="1378" y="0"/>
                    <a:pt x="1473" y="43"/>
                  </a:cubicBezTo>
                  <a:cubicBezTo>
                    <a:pt x="1568" y="86"/>
                    <a:pt x="1763" y="199"/>
                    <a:pt x="1845" y="283"/>
                  </a:cubicBezTo>
                  <a:cubicBezTo>
                    <a:pt x="1927" y="367"/>
                    <a:pt x="1926" y="442"/>
                    <a:pt x="1965" y="548"/>
                  </a:cubicBezTo>
                  <a:cubicBezTo>
                    <a:pt x="2004" y="654"/>
                    <a:pt x="2042" y="805"/>
                    <a:pt x="2079" y="921"/>
                  </a:cubicBezTo>
                  <a:cubicBezTo>
                    <a:pt x="2116" y="1037"/>
                    <a:pt x="2146" y="1141"/>
                    <a:pt x="2186" y="1243"/>
                  </a:cubicBezTo>
                  <a:cubicBezTo>
                    <a:pt x="2226" y="1345"/>
                    <a:pt x="2274" y="1444"/>
                    <a:pt x="2319" y="1534"/>
                  </a:cubicBezTo>
                  <a:cubicBezTo>
                    <a:pt x="2364" y="1624"/>
                    <a:pt x="2416" y="1731"/>
                    <a:pt x="2458" y="1786"/>
                  </a:cubicBezTo>
                  <a:cubicBezTo>
                    <a:pt x="2500" y="1841"/>
                    <a:pt x="2549" y="1849"/>
                    <a:pt x="2572" y="1862"/>
                  </a:cubicBezTo>
                </a:path>
              </a:pathLst>
            </a:custGeom>
            <a:noFill/>
            <a:ln w="28575" cap="flat" cmpd="sng">
              <a:solidFill>
                <a:srgbClr val="FF3300"/>
              </a:solidFill>
              <a:prstDash val="solid"/>
              <a:round/>
              <a:headEnd/>
              <a:tailEnd/>
            </a:ln>
            <a:effectLst/>
          </p:spPr>
          <p:txBody>
            <a:bodyPr wrap="none" anchor="ctr"/>
            <a:lstStyle/>
            <a:p>
              <a:endParaRPr lang="en-GB" sz="1600"/>
            </a:p>
          </p:txBody>
        </p:sp>
        <p:sp>
          <p:nvSpPr>
            <p:cNvPr id="150564" name="Freeform 36"/>
            <p:cNvSpPr>
              <a:spLocks/>
            </p:cNvSpPr>
            <p:nvPr/>
          </p:nvSpPr>
          <p:spPr bwMode="auto">
            <a:xfrm>
              <a:off x="2016" y="2112"/>
              <a:ext cx="1626" cy="1173"/>
            </a:xfrm>
            <a:custGeom>
              <a:avLst/>
              <a:gdLst/>
              <a:ahLst/>
              <a:cxnLst>
                <a:cxn ang="0">
                  <a:pos x="1" y="1818"/>
                </a:cxn>
                <a:cxn ang="0">
                  <a:pos x="33" y="1799"/>
                </a:cxn>
                <a:cxn ang="0">
                  <a:pos x="197" y="1603"/>
                </a:cxn>
                <a:cxn ang="0">
                  <a:pos x="355" y="1167"/>
                </a:cxn>
                <a:cxn ang="0">
                  <a:pos x="538" y="649"/>
                </a:cxn>
                <a:cxn ang="0">
                  <a:pos x="784" y="220"/>
                </a:cxn>
                <a:cxn ang="0">
                  <a:pos x="1024" y="62"/>
                </a:cxn>
                <a:cxn ang="0">
                  <a:pos x="1277" y="24"/>
                </a:cxn>
                <a:cxn ang="0">
                  <a:pos x="1473" y="43"/>
                </a:cxn>
                <a:cxn ang="0">
                  <a:pos x="1845" y="283"/>
                </a:cxn>
                <a:cxn ang="0">
                  <a:pos x="1965" y="548"/>
                </a:cxn>
                <a:cxn ang="0">
                  <a:pos x="2079" y="921"/>
                </a:cxn>
                <a:cxn ang="0">
                  <a:pos x="2186" y="1243"/>
                </a:cxn>
                <a:cxn ang="0">
                  <a:pos x="2319" y="1534"/>
                </a:cxn>
                <a:cxn ang="0">
                  <a:pos x="2458" y="1786"/>
                </a:cxn>
                <a:cxn ang="0">
                  <a:pos x="2572" y="1862"/>
                </a:cxn>
              </a:cxnLst>
              <a:rect l="0" t="0" r="r" b="b"/>
              <a:pathLst>
                <a:path w="2572" h="1862">
                  <a:moveTo>
                    <a:pt x="1" y="1818"/>
                  </a:moveTo>
                  <a:cubicBezTo>
                    <a:pt x="0" y="1826"/>
                    <a:pt x="0" y="1835"/>
                    <a:pt x="33" y="1799"/>
                  </a:cubicBezTo>
                  <a:cubicBezTo>
                    <a:pt x="66" y="1763"/>
                    <a:pt x="143" y="1708"/>
                    <a:pt x="197" y="1603"/>
                  </a:cubicBezTo>
                  <a:cubicBezTo>
                    <a:pt x="251" y="1498"/>
                    <a:pt x="298" y="1326"/>
                    <a:pt x="355" y="1167"/>
                  </a:cubicBezTo>
                  <a:cubicBezTo>
                    <a:pt x="412" y="1008"/>
                    <a:pt x="467" y="807"/>
                    <a:pt x="538" y="649"/>
                  </a:cubicBezTo>
                  <a:cubicBezTo>
                    <a:pt x="609" y="491"/>
                    <a:pt x="703" y="318"/>
                    <a:pt x="784" y="220"/>
                  </a:cubicBezTo>
                  <a:cubicBezTo>
                    <a:pt x="865" y="122"/>
                    <a:pt x="942" y="95"/>
                    <a:pt x="1024" y="62"/>
                  </a:cubicBezTo>
                  <a:cubicBezTo>
                    <a:pt x="1106" y="29"/>
                    <a:pt x="1202" y="27"/>
                    <a:pt x="1277" y="24"/>
                  </a:cubicBezTo>
                  <a:cubicBezTo>
                    <a:pt x="1352" y="21"/>
                    <a:pt x="1378" y="0"/>
                    <a:pt x="1473" y="43"/>
                  </a:cubicBezTo>
                  <a:cubicBezTo>
                    <a:pt x="1568" y="86"/>
                    <a:pt x="1763" y="199"/>
                    <a:pt x="1845" y="283"/>
                  </a:cubicBezTo>
                  <a:cubicBezTo>
                    <a:pt x="1927" y="367"/>
                    <a:pt x="1926" y="442"/>
                    <a:pt x="1965" y="548"/>
                  </a:cubicBezTo>
                  <a:cubicBezTo>
                    <a:pt x="2004" y="654"/>
                    <a:pt x="2042" y="805"/>
                    <a:pt x="2079" y="921"/>
                  </a:cubicBezTo>
                  <a:cubicBezTo>
                    <a:pt x="2116" y="1037"/>
                    <a:pt x="2146" y="1141"/>
                    <a:pt x="2186" y="1243"/>
                  </a:cubicBezTo>
                  <a:cubicBezTo>
                    <a:pt x="2226" y="1345"/>
                    <a:pt x="2274" y="1444"/>
                    <a:pt x="2319" y="1534"/>
                  </a:cubicBezTo>
                  <a:cubicBezTo>
                    <a:pt x="2364" y="1624"/>
                    <a:pt x="2416" y="1731"/>
                    <a:pt x="2458" y="1786"/>
                  </a:cubicBezTo>
                  <a:cubicBezTo>
                    <a:pt x="2500" y="1841"/>
                    <a:pt x="2549" y="1849"/>
                    <a:pt x="2572" y="1862"/>
                  </a:cubicBezTo>
                </a:path>
              </a:pathLst>
            </a:custGeom>
            <a:noFill/>
            <a:ln w="28575" cap="flat" cmpd="sng">
              <a:solidFill>
                <a:srgbClr val="FF3300"/>
              </a:solidFill>
              <a:prstDash val="solid"/>
              <a:round/>
              <a:headEnd/>
              <a:tailEnd/>
            </a:ln>
            <a:effectLst/>
          </p:spPr>
          <p:txBody>
            <a:bodyPr wrap="none" anchor="ctr"/>
            <a:lstStyle/>
            <a:p>
              <a:endParaRPr lang="en-GB" sz="1600"/>
            </a:p>
          </p:txBody>
        </p:sp>
        <p:sp>
          <p:nvSpPr>
            <p:cNvPr id="150565" name="Freeform 37"/>
            <p:cNvSpPr>
              <a:spLocks/>
            </p:cNvSpPr>
            <p:nvPr/>
          </p:nvSpPr>
          <p:spPr bwMode="auto">
            <a:xfrm>
              <a:off x="2121" y="2219"/>
              <a:ext cx="1627" cy="1126"/>
            </a:xfrm>
            <a:custGeom>
              <a:avLst/>
              <a:gdLst/>
              <a:ahLst/>
              <a:cxnLst>
                <a:cxn ang="0">
                  <a:pos x="1" y="28"/>
                </a:cxn>
                <a:cxn ang="0">
                  <a:pos x="21" y="40"/>
                </a:cxn>
                <a:cxn ang="0">
                  <a:pos x="125" y="163"/>
                </a:cxn>
                <a:cxn ang="0">
                  <a:pos x="225" y="437"/>
                </a:cxn>
                <a:cxn ang="0">
                  <a:pos x="340" y="763"/>
                </a:cxn>
                <a:cxn ang="0">
                  <a:pos x="496" y="1034"/>
                </a:cxn>
                <a:cxn ang="0">
                  <a:pos x="595" y="1113"/>
                </a:cxn>
                <a:cxn ang="0">
                  <a:pos x="806" y="1113"/>
                </a:cxn>
                <a:cxn ang="0">
                  <a:pos x="960" y="1089"/>
                </a:cxn>
                <a:cxn ang="0">
                  <a:pos x="1167" y="994"/>
                </a:cxn>
                <a:cxn ang="0">
                  <a:pos x="1243" y="827"/>
                </a:cxn>
                <a:cxn ang="0">
                  <a:pos x="1315" y="592"/>
                </a:cxn>
                <a:cxn ang="0">
                  <a:pos x="1383" y="390"/>
                </a:cxn>
                <a:cxn ang="0">
                  <a:pos x="1467" y="206"/>
                </a:cxn>
                <a:cxn ang="0">
                  <a:pos x="1555" y="48"/>
                </a:cxn>
                <a:cxn ang="0">
                  <a:pos x="1627" y="0"/>
                </a:cxn>
              </a:cxnLst>
              <a:rect l="0" t="0" r="r" b="b"/>
              <a:pathLst>
                <a:path w="1627" h="1126">
                  <a:moveTo>
                    <a:pt x="1" y="28"/>
                  </a:moveTo>
                  <a:cubicBezTo>
                    <a:pt x="0" y="23"/>
                    <a:pt x="0" y="17"/>
                    <a:pt x="21" y="40"/>
                  </a:cubicBezTo>
                  <a:cubicBezTo>
                    <a:pt x="42" y="62"/>
                    <a:pt x="90" y="97"/>
                    <a:pt x="125" y="163"/>
                  </a:cubicBezTo>
                  <a:cubicBezTo>
                    <a:pt x="159" y="229"/>
                    <a:pt x="189" y="337"/>
                    <a:pt x="225" y="437"/>
                  </a:cubicBezTo>
                  <a:cubicBezTo>
                    <a:pt x="261" y="538"/>
                    <a:pt x="295" y="664"/>
                    <a:pt x="340" y="763"/>
                  </a:cubicBezTo>
                  <a:cubicBezTo>
                    <a:pt x="385" y="863"/>
                    <a:pt x="454" y="976"/>
                    <a:pt x="496" y="1034"/>
                  </a:cubicBezTo>
                  <a:cubicBezTo>
                    <a:pt x="538" y="1092"/>
                    <a:pt x="543" y="1100"/>
                    <a:pt x="595" y="1113"/>
                  </a:cubicBezTo>
                  <a:cubicBezTo>
                    <a:pt x="647" y="1126"/>
                    <a:pt x="745" y="1117"/>
                    <a:pt x="806" y="1113"/>
                  </a:cubicBezTo>
                  <a:cubicBezTo>
                    <a:pt x="867" y="1109"/>
                    <a:pt x="900" y="1109"/>
                    <a:pt x="960" y="1089"/>
                  </a:cubicBezTo>
                  <a:cubicBezTo>
                    <a:pt x="1020" y="1069"/>
                    <a:pt x="1120" y="1038"/>
                    <a:pt x="1167" y="994"/>
                  </a:cubicBezTo>
                  <a:cubicBezTo>
                    <a:pt x="1214" y="950"/>
                    <a:pt x="1218" y="894"/>
                    <a:pt x="1243" y="827"/>
                  </a:cubicBezTo>
                  <a:cubicBezTo>
                    <a:pt x="1268" y="760"/>
                    <a:pt x="1292" y="665"/>
                    <a:pt x="1315" y="592"/>
                  </a:cubicBezTo>
                  <a:cubicBezTo>
                    <a:pt x="1339" y="519"/>
                    <a:pt x="1358" y="454"/>
                    <a:pt x="1383" y="390"/>
                  </a:cubicBezTo>
                  <a:cubicBezTo>
                    <a:pt x="1408" y="325"/>
                    <a:pt x="1438" y="263"/>
                    <a:pt x="1467" y="206"/>
                  </a:cubicBezTo>
                  <a:cubicBezTo>
                    <a:pt x="1495" y="150"/>
                    <a:pt x="1528" y="82"/>
                    <a:pt x="1555" y="48"/>
                  </a:cubicBezTo>
                  <a:cubicBezTo>
                    <a:pt x="1581" y="13"/>
                    <a:pt x="1612" y="8"/>
                    <a:pt x="1627" y="0"/>
                  </a:cubicBezTo>
                </a:path>
              </a:pathLst>
            </a:custGeom>
            <a:noFill/>
            <a:ln w="28575" cap="flat" cmpd="sng">
              <a:solidFill>
                <a:srgbClr val="FF3300"/>
              </a:solidFill>
              <a:prstDash val="solid"/>
              <a:round/>
              <a:headEnd/>
              <a:tailEnd/>
            </a:ln>
            <a:effectLst/>
          </p:spPr>
          <p:txBody>
            <a:bodyPr wrap="none" anchor="ctr"/>
            <a:lstStyle/>
            <a:p>
              <a:endParaRPr lang="en-GB" sz="1600"/>
            </a:p>
          </p:txBody>
        </p:sp>
        <p:sp>
          <p:nvSpPr>
            <p:cNvPr id="150566" name="Freeform 38"/>
            <p:cNvSpPr>
              <a:spLocks/>
            </p:cNvSpPr>
            <p:nvPr/>
          </p:nvSpPr>
          <p:spPr bwMode="auto">
            <a:xfrm flipV="1">
              <a:off x="2080" y="2219"/>
              <a:ext cx="1626" cy="1172"/>
            </a:xfrm>
            <a:custGeom>
              <a:avLst/>
              <a:gdLst/>
              <a:ahLst/>
              <a:cxnLst>
                <a:cxn ang="0">
                  <a:pos x="1" y="1818"/>
                </a:cxn>
                <a:cxn ang="0">
                  <a:pos x="33" y="1799"/>
                </a:cxn>
                <a:cxn ang="0">
                  <a:pos x="197" y="1603"/>
                </a:cxn>
                <a:cxn ang="0">
                  <a:pos x="355" y="1167"/>
                </a:cxn>
                <a:cxn ang="0">
                  <a:pos x="538" y="649"/>
                </a:cxn>
                <a:cxn ang="0">
                  <a:pos x="784" y="220"/>
                </a:cxn>
                <a:cxn ang="0">
                  <a:pos x="1024" y="62"/>
                </a:cxn>
                <a:cxn ang="0">
                  <a:pos x="1277" y="24"/>
                </a:cxn>
                <a:cxn ang="0">
                  <a:pos x="1473" y="43"/>
                </a:cxn>
                <a:cxn ang="0">
                  <a:pos x="1845" y="283"/>
                </a:cxn>
                <a:cxn ang="0">
                  <a:pos x="1965" y="548"/>
                </a:cxn>
                <a:cxn ang="0">
                  <a:pos x="2079" y="921"/>
                </a:cxn>
                <a:cxn ang="0">
                  <a:pos x="2186" y="1243"/>
                </a:cxn>
                <a:cxn ang="0">
                  <a:pos x="2319" y="1534"/>
                </a:cxn>
                <a:cxn ang="0">
                  <a:pos x="2458" y="1786"/>
                </a:cxn>
                <a:cxn ang="0">
                  <a:pos x="2572" y="1862"/>
                </a:cxn>
              </a:cxnLst>
              <a:rect l="0" t="0" r="r" b="b"/>
              <a:pathLst>
                <a:path w="2572" h="1862">
                  <a:moveTo>
                    <a:pt x="1" y="1818"/>
                  </a:moveTo>
                  <a:cubicBezTo>
                    <a:pt x="0" y="1826"/>
                    <a:pt x="0" y="1835"/>
                    <a:pt x="33" y="1799"/>
                  </a:cubicBezTo>
                  <a:cubicBezTo>
                    <a:pt x="66" y="1763"/>
                    <a:pt x="143" y="1708"/>
                    <a:pt x="197" y="1603"/>
                  </a:cubicBezTo>
                  <a:cubicBezTo>
                    <a:pt x="251" y="1498"/>
                    <a:pt x="298" y="1326"/>
                    <a:pt x="355" y="1167"/>
                  </a:cubicBezTo>
                  <a:cubicBezTo>
                    <a:pt x="412" y="1008"/>
                    <a:pt x="467" y="807"/>
                    <a:pt x="538" y="649"/>
                  </a:cubicBezTo>
                  <a:cubicBezTo>
                    <a:pt x="609" y="491"/>
                    <a:pt x="703" y="318"/>
                    <a:pt x="784" y="220"/>
                  </a:cubicBezTo>
                  <a:cubicBezTo>
                    <a:pt x="865" y="122"/>
                    <a:pt x="942" y="95"/>
                    <a:pt x="1024" y="62"/>
                  </a:cubicBezTo>
                  <a:cubicBezTo>
                    <a:pt x="1106" y="29"/>
                    <a:pt x="1202" y="27"/>
                    <a:pt x="1277" y="24"/>
                  </a:cubicBezTo>
                  <a:cubicBezTo>
                    <a:pt x="1352" y="21"/>
                    <a:pt x="1378" y="0"/>
                    <a:pt x="1473" y="43"/>
                  </a:cubicBezTo>
                  <a:cubicBezTo>
                    <a:pt x="1568" y="86"/>
                    <a:pt x="1763" y="199"/>
                    <a:pt x="1845" y="283"/>
                  </a:cubicBezTo>
                  <a:cubicBezTo>
                    <a:pt x="1927" y="367"/>
                    <a:pt x="1926" y="442"/>
                    <a:pt x="1965" y="548"/>
                  </a:cubicBezTo>
                  <a:cubicBezTo>
                    <a:pt x="2004" y="654"/>
                    <a:pt x="2042" y="805"/>
                    <a:pt x="2079" y="921"/>
                  </a:cubicBezTo>
                  <a:cubicBezTo>
                    <a:pt x="2116" y="1037"/>
                    <a:pt x="2146" y="1141"/>
                    <a:pt x="2186" y="1243"/>
                  </a:cubicBezTo>
                  <a:cubicBezTo>
                    <a:pt x="2226" y="1345"/>
                    <a:pt x="2274" y="1444"/>
                    <a:pt x="2319" y="1534"/>
                  </a:cubicBezTo>
                  <a:cubicBezTo>
                    <a:pt x="2364" y="1624"/>
                    <a:pt x="2416" y="1731"/>
                    <a:pt x="2458" y="1786"/>
                  </a:cubicBezTo>
                  <a:cubicBezTo>
                    <a:pt x="2500" y="1841"/>
                    <a:pt x="2549" y="1849"/>
                    <a:pt x="2572" y="1862"/>
                  </a:cubicBezTo>
                </a:path>
              </a:pathLst>
            </a:custGeom>
            <a:noFill/>
            <a:ln w="28575" cap="flat" cmpd="sng">
              <a:solidFill>
                <a:srgbClr val="FF3300"/>
              </a:solidFill>
              <a:prstDash val="solid"/>
              <a:round/>
              <a:headEnd/>
              <a:tailEnd/>
            </a:ln>
            <a:effectLst/>
          </p:spPr>
          <p:txBody>
            <a:bodyPr wrap="none" anchor="ctr"/>
            <a:lstStyle/>
            <a:p>
              <a:endParaRPr lang="en-GB" sz="1600"/>
            </a:p>
          </p:txBody>
        </p:sp>
        <p:sp>
          <p:nvSpPr>
            <p:cNvPr id="150571" name="Freeform 43"/>
            <p:cNvSpPr>
              <a:spLocks/>
            </p:cNvSpPr>
            <p:nvPr/>
          </p:nvSpPr>
          <p:spPr bwMode="auto">
            <a:xfrm>
              <a:off x="2016" y="2112"/>
              <a:ext cx="1626" cy="1173"/>
            </a:xfrm>
            <a:custGeom>
              <a:avLst/>
              <a:gdLst/>
              <a:ahLst/>
              <a:cxnLst>
                <a:cxn ang="0">
                  <a:pos x="1" y="1818"/>
                </a:cxn>
                <a:cxn ang="0">
                  <a:pos x="33" y="1799"/>
                </a:cxn>
                <a:cxn ang="0">
                  <a:pos x="197" y="1603"/>
                </a:cxn>
                <a:cxn ang="0">
                  <a:pos x="405" y="1167"/>
                </a:cxn>
                <a:cxn ang="0">
                  <a:pos x="576" y="617"/>
                </a:cxn>
                <a:cxn ang="0">
                  <a:pos x="784" y="220"/>
                </a:cxn>
                <a:cxn ang="0">
                  <a:pos x="1024" y="62"/>
                </a:cxn>
                <a:cxn ang="0">
                  <a:pos x="1277" y="24"/>
                </a:cxn>
                <a:cxn ang="0">
                  <a:pos x="1473" y="43"/>
                </a:cxn>
                <a:cxn ang="0">
                  <a:pos x="1845" y="283"/>
                </a:cxn>
                <a:cxn ang="0">
                  <a:pos x="1965" y="548"/>
                </a:cxn>
                <a:cxn ang="0">
                  <a:pos x="2079" y="921"/>
                </a:cxn>
                <a:cxn ang="0">
                  <a:pos x="2186" y="1243"/>
                </a:cxn>
                <a:cxn ang="0">
                  <a:pos x="2319" y="1534"/>
                </a:cxn>
                <a:cxn ang="0">
                  <a:pos x="2458" y="1786"/>
                </a:cxn>
                <a:cxn ang="0">
                  <a:pos x="2572" y="1862"/>
                </a:cxn>
              </a:cxnLst>
              <a:rect l="0" t="0" r="r" b="b"/>
              <a:pathLst>
                <a:path w="2572" h="1862">
                  <a:moveTo>
                    <a:pt x="1" y="1818"/>
                  </a:moveTo>
                  <a:cubicBezTo>
                    <a:pt x="0" y="1826"/>
                    <a:pt x="0" y="1835"/>
                    <a:pt x="33" y="1799"/>
                  </a:cubicBezTo>
                  <a:cubicBezTo>
                    <a:pt x="66" y="1763"/>
                    <a:pt x="135" y="1708"/>
                    <a:pt x="197" y="1603"/>
                  </a:cubicBezTo>
                  <a:cubicBezTo>
                    <a:pt x="259" y="1498"/>
                    <a:pt x="342" y="1331"/>
                    <a:pt x="405" y="1167"/>
                  </a:cubicBezTo>
                  <a:cubicBezTo>
                    <a:pt x="468" y="1003"/>
                    <a:pt x="513" y="775"/>
                    <a:pt x="576" y="617"/>
                  </a:cubicBezTo>
                  <a:cubicBezTo>
                    <a:pt x="639" y="459"/>
                    <a:pt x="709" y="312"/>
                    <a:pt x="784" y="220"/>
                  </a:cubicBezTo>
                  <a:cubicBezTo>
                    <a:pt x="859" y="128"/>
                    <a:pt x="942" y="95"/>
                    <a:pt x="1024" y="62"/>
                  </a:cubicBezTo>
                  <a:cubicBezTo>
                    <a:pt x="1106" y="29"/>
                    <a:pt x="1202" y="27"/>
                    <a:pt x="1277" y="24"/>
                  </a:cubicBezTo>
                  <a:cubicBezTo>
                    <a:pt x="1352" y="21"/>
                    <a:pt x="1378" y="0"/>
                    <a:pt x="1473" y="43"/>
                  </a:cubicBezTo>
                  <a:cubicBezTo>
                    <a:pt x="1568" y="86"/>
                    <a:pt x="1763" y="199"/>
                    <a:pt x="1845" y="283"/>
                  </a:cubicBezTo>
                  <a:cubicBezTo>
                    <a:pt x="1927" y="367"/>
                    <a:pt x="1926" y="442"/>
                    <a:pt x="1965" y="548"/>
                  </a:cubicBezTo>
                  <a:cubicBezTo>
                    <a:pt x="2004" y="654"/>
                    <a:pt x="2042" y="805"/>
                    <a:pt x="2079" y="921"/>
                  </a:cubicBezTo>
                  <a:cubicBezTo>
                    <a:pt x="2116" y="1037"/>
                    <a:pt x="2146" y="1141"/>
                    <a:pt x="2186" y="1243"/>
                  </a:cubicBezTo>
                  <a:cubicBezTo>
                    <a:pt x="2226" y="1345"/>
                    <a:pt x="2274" y="1444"/>
                    <a:pt x="2319" y="1534"/>
                  </a:cubicBezTo>
                  <a:cubicBezTo>
                    <a:pt x="2364" y="1624"/>
                    <a:pt x="2416" y="1731"/>
                    <a:pt x="2458" y="1786"/>
                  </a:cubicBezTo>
                  <a:cubicBezTo>
                    <a:pt x="2500" y="1841"/>
                    <a:pt x="2549" y="1849"/>
                    <a:pt x="2572" y="1862"/>
                  </a:cubicBezTo>
                </a:path>
              </a:pathLst>
            </a:custGeom>
            <a:noFill/>
            <a:ln w="28575" cap="flat" cmpd="sng">
              <a:solidFill>
                <a:srgbClr val="FF3300"/>
              </a:solidFill>
              <a:prstDash val="solid"/>
              <a:round/>
              <a:headEnd/>
              <a:tailEnd/>
            </a:ln>
            <a:effectLst/>
          </p:spPr>
          <p:txBody>
            <a:bodyPr wrap="none" anchor="ctr"/>
            <a:lstStyle/>
            <a:p>
              <a:endParaRPr lang="en-GB" sz="1600"/>
            </a:p>
          </p:txBody>
        </p:sp>
        <p:sp>
          <p:nvSpPr>
            <p:cNvPr id="150578" name="Freeform 50"/>
            <p:cNvSpPr>
              <a:spLocks/>
            </p:cNvSpPr>
            <p:nvPr/>
          </p:nvSpPr>
          <p:spPr bwMode="auto">
            <a:xfrm>
              <a:off x="2069" y="2112"/>
              <a:ext cx="1626" cy="1173"/>
            </a:xfrm>
            <a:custGeom>
              <a:avLst/>
              <a:gdLst/>
              <a:ahLst/>
              <a:cxnLst>
                <a:cxn ang="0">
                  <a:pos x="1" y="1818"/>
                </a:cxn>
                <a:cxn ang="0">
                  <a:pos x="33" y="1799"/>
                </a:cxn>
                <a:cxn ang="0">
                  <a:pos x="197" y="1603"/>
                </a:cxn>
                <a:cxn ang="0">
                  <a:pos x="405" y="1167"/>
                </a:cxn>
                <a:cxn ang="0">
                  <a:pos x="576" y="617"/>
                </a:cxn>
                <a:cxn ang="0">
                  <a:pos x="784" y="220"/>
                </a:cxn>
                <a:cxn ang="0">
                  <a:pos x="1024" y="62"/>
                </a:cxn>
                <a:cxn ang="0">
                  <a:pos x="1277" y="24"/>
                </a:cxn>
                <a:cxn ang="0">
                  <a:pos x="1473" y="43"/>
                </a:cxn>
                <a:cxn ang="0">
                  <a:pos x="1845" y="283"/>
                </a:cxn>
                <a:cxn ang="0">
                  <a:pos x="1965" y="548"/>
                </a:cxn>
                <a:cxn ang="0">
                  <a:pos x="2079" y="921"/>
                </a:cxn>
                <a:cxn ang="0">
                  <a:pos x="2186" y="1243"/>
                </a:cxn>
                <a:cxn ang="0">
                  <a:pos x="2319" y="1534"/>
                </a:cxn>
                <a:cxn ang="0">
                  <a:pos x="2458" y="1786"/>
                </a:cxn>
                <a:cxn ang="0">
                  <a:pos x="2572" y="1862"/>
                </a:cxn>
              </a:cxnLst>
              <a:rect l="0" t="0" r="r" b="b"/>
              <a:pathLst>
                <a:path w="2572" h="1862">
                  <a:moveTo>
                    <a:pt x="1" y="1818"/>
                  </a:moveTo>
                  <a:cubicBezTo>
                    <a:pt x="0" y="1826"/>
                    <a:pt x="0" y="1835"/>
                    <a:pt x="33" y="1799"/>
                  </a:cubicBezTo>
                  <a:cubicBezTo>
                    <a:pt x="66" y="1763"/>
                    <a:pt x="135" y="1708"/>
                    <a:pt x="197" y="1603"/>
                  </a:cubicBezTo>
                  <a:cubicBezTo>
                    <a:pt x="259" y="1498"/>
                    <a:pt x="342" y="1331"/>
                    <a:pt x="405" y="1167"/>
                  </a:cubicBezTo>
                  <a:cubicBezTo>
                    <a:pt x="468" y="1003"/>
                    <a:pt x="513" y="775"/>
                    <a:pt x="576" y="617"/>
                  </a:cubicBezTo>
                  <a:cubicBezTo>
                    <a:pt x="639" y="459"/>
                    <a:pt x="709" y="312"/>
                    <a:pt x="784" y="220"/>
                  </a:cubicBezTo>
                  <a:cubicBezTo>
                    <a:pt x="859" y="128"/>
                    <a:pt x="942" y="95"/>
                    <a:pt x="1024" y="62"/>
                  </a:cubicBezTo>
                  <a:cubicBezTo>
                    <a:pt x="1106" y="29"/>
                    <a:pt x="1202" y="27"/>
                    <a:pt x="1277" y="24"/>
                  </a:cubicBezTo>
                  <a:cubicBezTo>
                    <a:pt x="1352" y="21"/>
                    <a:pt x="1378" y="0"/>
                    <a:pt x="1473" y="43"/>
                  </a:cubicBezTo>
                  <a:cubicBezTo>
                    <a:pt x="1568" y="86"/>
                    <a:pt x="1763" y="199"/>
                    <a:pt x="1845" y="283"/>
                  </a:cubicBezTo>
                  <a:cubicBezTo>
                    <a:pt x="1927" y="367"/>
                    <a:pt x="1926" y="442"/>
                    <a:pt x="1965" y="548"/>
                  </a:cubicBezTo>
                  <a:cubicBezTo>
                    <a:pt x="2004" y="654"/>
                    <a:pt x="2042" y="805"/>
                    <a:pt x="2079" y="921"/>
                  </a:cubicBezTo>
                  <a:cubicBezTo>
                    <a:pt x="2116" y="1037"/>
                    <a:pt x="2146" y="1141"/>
                    <a:pt x="2186" y="1243"/>
                  </a:cubicBezTo>
                  <a:cubicBezTo>
                    <a:pt x="2226" y="1345"/>
                    <a:pt x="2274" y="1444"/>
                    <a:pt x="2319" y="1534"/>
                  </a:cubicBezTo>
                  <a:cubicBezTo>
                    <a:pt x="2364" y="1624"/>
                    <a:pt x="2416" y="1731"/>
                    <a:pt x="2458" y="1786"/>
                  </a:cubicBezTo>
                  <a:cubicBezTo>
                    <a:pt x="2500" y="1841"/>
                    <a:pt x="2549" y="1849"/>
                    <a:pt x="2572" y="1862"/>
                  </a:cubicBezTo>
                </a:path>
              </a:pathLst>
            </a:custGeom>
            <a:noFill/>
            <a:ln w="28575" cap="flat" cmpd="sng">
              <a:solidFill>
                <a:srgbClr val="FF3300"/>
              </a:solidFill>
              <a:prstDash val="solid"/>
              <a:round/>
              <a:headEnd/>
              <a:tailEnd/>
            </a:ln>
            <a:effectLst/>
          </p:spPr>
          <p:txBody>
            <a:bodyPr wrap="none" anchor="ctr"/>
            <a:lstStyle/>
            <a:p>
              <a:endParaRPr lang="en-GB" sz="1600"/>
            </a:p>
          </p:txBody>
        </p:sp>
        <p:sp>
          <p:nvSpPr>
            <p:cNvPr id="150579" name="Freeform 51"/>
            <p:cNvSpPr>
              <a:spLocks/>
            </p:cNvSpPr>
            <p:nvPr/>
          </p:nvSpPr>
          <p:spPr bwMode="auto">
            <a:xfrm>
              <a:off x="2069" y="2152"/>
              <a:ext cx="1626" cy="1133"/>
            </a:xfrm>
            <a:custGeom>
              <a:avLst/>
              <a:gdLst/>
              <a:ahLst/>
              <a:cxnLst>
                <a:cxn ang="0">
                  <a:pos x="1" y="1105"/>
                </a:cxn>
                <a:cxn ang="0">
                  <a:pos x="21" y="1093"/>
                </a:cxn>
                <a:cxn ang="0">
                  <a:pos x="125" y="970"/>
                </a:cxn>
                <a:cxn ang="0">
                  <a:pos x="256" y="695"/>
                </a:cxn>
                <a:cxn ang="0">
                  <a:pos x="364" y="349"/>
                </a:cxn>
                <a:cxn ang="0">
                  <a:pos x="496" y="99"/>
                </a:cxn>
                <a:cxn ang="0">
                  <a:pos x="639" y="13"/>
                </a:cxn>
                <a:cxn ang="0">
                  <a:pos x="826" y="21"/>
                </a:cxn>
                <a:cxn ang="0">
                  <a:pos x="915" y="21"/>
                </a:cxn>
                <a:cxn ang="0">
                  <a:pos x="1166" y="138"/>
                </a:cxn>
                <a:cxn ang="0">
                  <a:pos x="1242" y="305"/>
                </a:cxn>
                <a:cxn ang="0">
                  <a:pos x="1314" y="540"/>
                </a:cxn>
                <a:cxn ang="0">
                  <a:pos x="1382" y="743"/>
                </a:cxn>
                <a:cxn ang="0">
                  <a:pos x="1466" y="926"/>
                </a:cxn>
                <a:cxn ang="0">
                  <a:pos x="1554" y="1085"/>
                </a:cxn>
                <a:cxn ang="0">
                  <a:pos x="1626" y="1133"/>
                </a:cxn>
              </a:cxnLst>
              <a:rect l="0" t="0" r="r" b="b"/>
              <a:pathLst>
                <a:path w="1626" h="1133">
                  <a:moveTo>
                    <a:pt x="1" y="1105"/>
                  </a:moveTo>
                  <a:cubicBezTo>
                    <a:pt x="0" y="1110"/>
                    <a:pt x="0" y="1116"/>
                    <a:pt x="21" y="1093"/>
                  </a:cubicBezTo>
                  <a:cubicBezTo>
                    <a:pt x="42" y="1071"/>
                    <a:pt x="85" y="1036"/>
                    <a:pt x="125" y="970"/>
                  </a:cubicBezTo>
                  <a:cubicBezTo>
                    <a:pt x="164" y="904"/>
                    <a:pt x="216" y="798"/>
                    <a:pt x="256" y="695"/>
                  </a:cubicBezTo>
                  <a:cubicBezTo>
                    <a:pt x="296" y="592"/>
                    <a:pt x="324" y="448"/>
                    <a:pt x="364" y="349"/>
                  </a:cubicBezTo>
                  <a:cubicBezTo>
                    <a:pt x="404" y="249"/>
                    <a:pt x="450" y="155"/>
                    <a:pt x="496" y="99"/>
                  </a:cubicBezTo>
                  <a:cubicBezTo>
                    <a:pt x="542" y="43"/>
                    <a:pt x="584" y="26"/>
                    <a:pt x="639" y="13"/>
                  </a:cubicBezTo>
                  <a:cubicBezTo>
                    <a:pt x="694" y="0"/>
                    <a:pt x="780" y="20"/>
                    <a:pt x="826" y="21"/>
                  </a:cubicBezTo>
                  <a:cubicBezTo>
                    <a:pt x="872" y="22"/>
                    <a:pt x="858" y="2"/>
                    <a:pt x="915" y="21"/>
                  </a:cubicBezTo>
                  <a:cubicBezTo>
                    <a:pt x="972" y="40"/>
                    <a:pt x="1111" y="91"/>
                    <a:pt x="1166" y="138"/>
                  </a:cubicBezTo>
                  <a:cubicBezTo>
                    <a:pt x="1221" y="185"/>
                    <a:pt x="1218" y="238"/>
                    <a:pt x="1242" y="305"/>
                  </a:cubicBezTo>
                  <a:cubicBezTo>
                    <a:pt x="1267" y="372"/>
                    <a:pt x="1291" y="467"/>
                    <a:pt x="1314" y="540"/>
                  </a:cubicBezTo>
                  <a:cubicBezTo>
                    <a:pt x="1338" y="613"/>
                    <a:pt x="1357" y="679"/>
                    <a:pt x="1382" y="743"/>
                  </a:cubicBezTo>
                  <a:cubicBezTo>
                    <a:pt x="1407" y="807"/>
                    <a:pt x="1438" y="870"/>
                    <a:pt x="1466" y="926"/>
                  </a:cubicBezTo>
                  <a:cubicBezTo>
                    <a:pt x="1495" y="983"/>
                    <a:pt x="1527" y="1050"/>
                    <a:pt x="1554" y="1085"/>
                  </a:cubicBezTo>
                  <a:cubicBezTo>
                    <a:pt x="1580" y="1120"/>
                    <a:pt x="1611" y="1125"/>
                    <a:pt x="1626" y="1133"/>
                  </a:cubicBezTo>
                </a:path>
              </a:pathLst>
            </a:custGeom>
            <a:noFill/>
            <a:ln w="28575" cap="flat" cmpd="sng">
              <a:solidFill>
                <a:srgbClr val="FF3300"/>
              </a:solidFill>
              <a:prstDash val="solid"/>
              <a:round/>
              <a:headEnd/>
              <a:tailEnd/>
            </a:ln>
            <a:effectLst/>
          </p:spPr>
          <p:txBody>
            <a:bodyPr wrap="none" anchor="ctr"/>
            <a:lstStyle/>
            <a:p>
              <a:endParaRPr lang="en-GB" sz="1600"/>
            </a:p>
          </p:txBody>
        </p:sp>
        <p:sp>
          <p:nvSpPr>
            <p:cNvPr id="150580" name="Freeform 52"/>
            <p:cNvSpPr>
              <a:spLocks/>
            </p:cNvSpPr>
            <p:nvPr/>
          </p:nvSpPr>
          <p:spPr bwMode="auto">
            <a:xfrm>
              <a:off x="2016" y="2186"/>
              <a:ext cx="1626" cy="1099"/>
            </a:xfrm>
            <a:custGeom>
              <a:avLst/>
              <a:gdLst/>
              <a:ahLst/>
              <a:cxnLst>
                <a:cxn ang="0">
                  <a:pos x="1" y="1071"/>
                </a:cxn>
                <a:cxn ang="0">
                  <a:pos x="21" y="1059"/>
                </a:cxn>
                <a:cxn ang="0">
                  <a:pos x="125" y="936"/>
                </a:cxn>
                <a:cxn ang="0">
                  <a:pos x="256" y="661"/>
                </a:cxn>
                <a:cxn ang="0">
                  <a:pos x="417" y="335"/>
                </a:cxn>
                <a:cxn ang="0">
                  <a:pos x="498" y="190"/>
                </a:cxn>
                <a:cxn ang="0">
                  <a:pos x="636" y="35"/>
                </a:cxn>
                <a:cxn ang="0">
                  <a:pos x="806" y="3"/>
                </a:cxn>
                <a:cxn ang="0">
                  <a:pos x="919" y="19"/>
                </a:cxn>
                <a:cxn ang="0">
                  <a:pos x="1166" y="104"/>
                </a:cxn>
                <a:cxn ang="0">
                  <a:pos x="1242" y="271"/>
                </a:cxn>
                <a:cxn ang="0">
                  <a:pos x="1314" y="506"/>
                </a:cxn>
                <a:cxn ang="0">
                  <a:pos x="1382" y="709"/>
                </a:cxn>
                <a:cxn ang="0">
                  <a:pos x="1466" y="892"/>
                </a:cxn>
                <a:cxn ang="0">
                  <a:pos x="1554" y="1051"/>
                </a:cxn>
                <a:cxn ang="0">
                  <a:pos x="1626" y="1099"/>
                </a:cxn>
              </a:cxnLst>
              <a:rect l="0" t="0" r="r" b="b"/>
              <a:pathLst>
                <a:path w="1626" h="1099">
                  <a:moveTo>
                    <a:pt x="1" y="1071"/>
                  </a:moveTo>
                  <a:cubicBezTo>
                    <a:pt x="0" y="1076"/>
                    <a:pt x="0" y="1082"/>
                    <a:pt x="21" y="1059"/>
                  </a:cubicBezTo>
                  <a:cubicBezTo>
                    <a:pt x="42" y="1037"/>
                    <a:pt x="85" y="1002"/>
                    <a:pt x="125" y="936"/>
                  </a:cubicBezTo>
                  <a:cubicBezTo>
                    <a:pt x="164" y="870"/>
                    <a:pt x="207" y="761"/>
                    <a:pt x="256" y="661"/>
                  </a:cubicBezTo>
                  <a:cubicBezTo>
                    <a:pt x="305" y="561"/>
                    <a:pt x="377" y="413"/>
                    <a:pt x="417" y="335"/>
                  </a:cubicBezTo>
                  <a:cubicBezTo>
                    <a:pt x="457" y="257"/>
                    <a:pt x="462" y="240"/>
                    <a:pt x="498" y="190"/>
                  </a:cubicBezTo>
                  <a:cubicBezTo>
                    <a:pt x="534" y="140"/>
                    <a:pt x="585" y="66"/>
                    <a:pt x="636" y="35"/>
                  </a:cubicBezTo>
                  <a:cubicBezTo>
                    <a:pt x="687" y="4"/>
                    <a:pt x="759" y="6"/>
                    <a:pt x="806" y="3"/>
                  </a:cubicBezTo>
                  <a:cubicBezTo>
                    <a:pt x="853" y="0"/>
                    <a:pt x="859" y="2"/>
                    <a:pt x="919" y="19"/>
                  </a:cubicBezTo>
                  <a:cubicBezTo>
                    <a:pt x="979" y="36"/>
                    <a:pt x="1112" y="62"/>
                    <a:pt x="1166" y="104"/>
                  </a:cubicBezTo>
                  <a:cubicBezTo>
                    <a:pt x="1220" y="146"/>
                    <a:pt x="1218" y="204"/>
                    <a:pt x="1242" y="271"/>
                  </a:cubicBezTo>
                  <a:cubicBezTo>
                    <a:pt x="1267" y="338"/>
                    <a:pt x="1291" y="433"/>
                    <a:pt x="1314" y="506"/>
                  </a:cubicBezTo>
                  <a:cubicBezTo>
                    <a:pt x="1338" y="579"/>
                    <a:pt x="1357" y="645"/>
                    <a:pt x="1382" y="709"/>
                  </a:cubicBezTo>
                  <a:cubicBezTo>
                    <a:pt x="1407" y="773"/>
                    <a:pt x="1438" y="836"/>
                    <a:pt x="1466" y="892"/>
                  </a:cubicBezTo>
                  <a:cubicBezTo>
                    <a:pt x="1495" y="949"/>
                    <a:pt x="1527" y="1016"/>
                    <a:pt x="1554" y="1051"/>
                  </a:cubicBezTo>
                  <a:cubicBezTo>
                    <a:pt x="1580" y="1086"/>
                    <a:pt x="1611" y="1091"/>
                    <a:pt x="1626" y="1099"/>
                  </a:cubicBezTo>
                </a:path>
              </a:pathLst>
            </a:custGeom>
            <a:noFill/>
            <a:ln w="28575" cap="flat" cmpd="sng">
              <a:solidFill>
                <a:srgbClr val="FF3300"/>
              </a:solidFill>
              <a:prstDash val="solid"/>
              <a:round/>
              <a:headEnd/>
              <a:tailEnd/>
            </a:ln>
            <a:effectLst/>
          </p:spPr>
          <p:txBody>
            <a:bodyPr wrap="none" anchor="ctr"/>
            <a:lstStyle/>
            <a:p>
              <a:endParaRPr lang="en-GB" sz="1600"/>
            </a:p>
          </p:txBody>
        </p:sp>
        <p:sp>
          <p:nvSpPr>
            <p:cNvPr id="150581" name="Freeform 53"/>
            <p:cNvSpPr>
              <a:spLocks/>
            </p:cNvSpPr>
            <p:nvPr/>
          </p:nvSpPr>
          <p:spPr bwMode="auto">
            <a:xfrm>
              <a:off x="2174" y="2219"/>
              <a:ext cx="1626" cy="1074"/>
            </a:xfrm>
            <a:custGeom>
              <a:avLst/>
              <a:gdLst/>
              <a:ahLst/>
              <a:cxnLst>
                <a:cxn ang="0">
                  <a:pos x="1" y="28"/>
                </a:cxn>
                <a:cxn ang="0">
                  <a:pos x="21" y="40"/>
                </a:cxn>
                <a:cxn ang="0">
                  <a:pos x="125" y="163"/>
                </a:cxn>
                <a:cxn ang="0">
                  <a:pos x="224" y="437"/>
                </a:cxn>
                <a:cxn ang="0">
                  <a:pos x="340" y="763"/>
                </a:cxn>
                <a:cxn ang="0">
                  <a:pos x="551" y="1008"/>
                </a:cxn>
                <a:cxn ang="0">
                  <a:pos x="713" y="1065"/>
                </a:cxn>
                <a:cxn ang="0">
                  <a:pos x="826" y="1065"/>
                </a:cxn>
                <a:cxn ang="0">
                  <a:pos x="1005" y="1032"/>
                </a:cxn>
                <a:cxn ang="0">
                  <a:pos x="1167" y="919"/>
                </a:cxn>
                <a:cxn ang="0">
                  <a:pos x="1242" y="827"/>
                </a:cxn>
                <a:cxn ang="0">
                  <a:pos x="1314" y="592"/>
                </a:cxn>
                <a:cxn ang="0">
                  <a:pos x="1382" y="390"/>
                </a:cxn>
                <a:cxn ang="0">
                  <a:pos x="1466" y="206"/>
                </a:cxn>
                <a:cxn ang="0">
                  <a:pos x="1554" y="48"/>
                </a:cxn>
                <a:cxn ang="0">
                  <a:pos x="1626" y="0"/>
                </a:cxn>
              </a:cxnLst>
              <a:rect l="0" t="0" r="r" b="b"/>
              <a:pathLst>
                <a:path w="1626" h="1074">
                  <a:moveTo>
                    <a:pt x="1" y="28"/>
                  </a:moveTo>
                  <a:cubicBezTo>
                    <a:pt x="0" y="23"/>
                    <a:pt x="0" y="17"/>
                    <a:pt x="21" y="40"/>
                  </a:cubicBezTo>
                  <a:cubicBezTo>
                    <a:pt x="42" y="62"/>
                    <a:pt x="90" y="97"/>
                    <a:pt x="125" y="163"/>
                  </a:cubicBezTo>
                  <a:cubicBezTo>
                    <a:pt x="159" y="229"/>
                    <a:pt x="188" y="337"/>
                    <a:pt x="224" y="437"/>
                  </a:cubicBezTo>
                  <a:cubicBezTo>
                    <a:pt x="260" y="538"/>
                    <a:pt x="286" y="668"/>
                    <a:pt x="340" y="763"/>
                  </a:cubicBezTo>
                  <a:cubicBezTo>
                    <a:pt x="394" y="858"/>
                    <a:pt x="489" y="958"/>
                    <a:pt x="551" y="1008"/>
                  </a:cubicBezTo>
                  <a:cubicBezTo>
                    <a:pt x="613" y="1058"/>
                    <a:pt x="667" y="1056"/>
                    <a:pt x="713" y="1065"/>
                  </a:cubicBezTo>
                  <a:cubicBezTo>
                    <a:pt x="759" y="1074"/>
                    <a:pt x="777" y="1071"/>
                    <a:pt x="826" y="1065"/>
                  </a:cubicBezTo>
                  <a:cubicBezTo>
                    <a:pt x="875" y="1059"/>
                    <a:pt x="948" y="1056"/>
                    <a:pt x="1005" y="1032"/>
                  </a:cubicBezTo>
                  <a:cubicBezTo>
                    <a:pt x="1062" y="1008"/>
                    <a:pt x="1128" y="953"/>
                    <a:pt x="1167" y="919"/>
                  </a:cubicBezTo>
                  <a:cubicBezTo>
                    <a:pt x="1206" y="885"/>
                    <a:pt x="1218" y="881"/>
                    <a:pt x="1242" y="827"/>
                  </a:cubicBezTo>
                  <a:cubicBezTo>
                    <a:pt x="1266" y="773"/>
                    <a:pt x="1291" y="665"/>
                    <a:pt x="1314" y="592"/>
                  </a:cubicBezTo>
                  <a:cubicBezTo>
                    <a:pt x="1338" y="519"/>
                    <a:pt x="1357" y="454"/>
                    <a:pt x="1382" y="390"/>
                  </a:cubicBezTo>
                  <a:cubicBezTo>
                    <a:pt x="1407" y="325"/>
                    <a:pt x="1438" y="263"/>
                    <a:pt x="1466" y="206"/>
                  </a:cubicBezTo>
                  <a:cubicBezTo>
                    <a:pt x="1495" y="150"/>
                    <a:pt x="1527" y="82"/>
                    <a:pt x="1554" y="48"/>
                  </a:cubicBezTo>
                  <a:cubicBezTo>
                    <a:pt x="1580" y="13"/>
                    <a:pt x="1611" y="8"/>
                    <a:pt x="1626" y="0"/>
                  </a:cubicBezTo>
                </a:path>
              </a:pathLst>
            </a:custGeom>
            <a:noFill/>
            <a:ln w="28575" cap="flat" cmpd="sng">
              <a:solidFill>
                <a:srgbClr val="FF3300"/>
              </a:solidFill>
              <a:prstDash val="solid"/>
              <a:round/>
              <a:headEnd/>
              <a:tailEnd/>
            </a:ln>
            <a:effectLst/>
          </p:spPr>
          <p:txBody>
            <a:bodyPr wrap="none" anchor="ctr"/>
            <a:lstStyle/>
            <a:p>
              <a:endParaRPr lang="en-GB" sz="1600"/>
            </a:p>
          </p:txBody>
        </p:sp>
        <p:sp>
          <p:nvSpPr>
            <p:cNvPr id="150588" name="Line 60"/>
            <p:cNvSpPr>
              <a:spLocks noChangeShapeType="1"/>
            </p:cNvSpPr>
            <p:nvPr/>
          </p:nvSpPr>
          <p:spPr bwMode="auto">
            <a:xfrm>
              <a:off x="2903" y="1986"/>
              <a:ext cx="0" cy="1687"/>
            </a:xfrm>
            <a:prstGeom prst="line">
              <a:avLst/>
            </a:prstGeom>
            <a:noFill/>
            <a:ln w="28575">
              <a:solidFill>
                <a:schemeClr val="tx1"/>
              </a:solidFill>
              <a:prstDash val="dash"/>
              <a:round/>
              <a:headEnd/>
              <a:tailEnd/>
            </a:ln>
            <a:effectLst/>
          </p:spPr>
          <p:txBody>
            <a:bodyPr wrap="none" anchor="ctr"/>
            <a:lstStyle/>
            <a:p>
              <a:endParaRPr lang="en-GB" sz="1600"/>
            </a:p>
          </p:txBody>
        </p:sp>
        <p:sp>
          <p:nvSpPr>
            <p:cNvPr id="150601" name="Text Box 73"/>
            <p:cNvSpPr txBox="1">
              <a:spLocks noChangeArrowheads="1"/>
            </p:cNvSpPr>
            <p:nvPr/>
          </p:nvSpPr>
          <p:spPr bwMode="auto">
            <a:xfrm>
              <a:off x="2356" y="3598"/>
              <a:ext cx="1169" cy="213"/>
            </a:xfrm>
            <a:prstGeom prst="rect">
              <a:avLst/>
            </a:prstGeom>
            <a:noFill/>
            <a:ln w="28575">
              <a:noFill/>
              <a:miter lim="800000"/>
              <a:headEnd/>
              <a:tailEnd/>
            </a:ln>
            <a:effectLst/>
          </p:spPr>
          <p:txBody>
            <a:bodyPr wrap="none" anchor="ctr">
              <a:spAutoFit/>
            </a:bodyPr>
            <a:lstStyle/>
            <a:p>
              <a:r>
                <a:rPr lang="en-GB" sz="1600"/>
                <a:t>Sampling Instant</a:t>
              </a:r>
            </a:p>
          </p:txBody>
        </p:sp>
      </p:grpSp>
      <p:sp>
        <p:nvSpPr>
          <p:cNvPr id="150637" name="Line 109"/>
          <p:cNvSpPr>
            <a:spLocks noChangeShapeType="1"/>
          </p:cNvSpPr>
          <p:nvPr/>
        </p:nvSpPr>
        <p:spPr bwMode="auto">
          <a:xfrm>
            <a:off x="1735138" y="3981450"/>
            <a:ext cx="1704975" cy="0"/>
          </a:xfrm>
          <a:prstGeom prst="line">
            <a:avLst/>
          </a:prstGeom>
          <a:noFill/>
          <a:ln w="28575">
            <a:solidFill>
              <a:schemeClr val="tx1"/>
            </a:solidFill>
            <a:round/>
            <a:headEnd type="triangle" w="med" len="med"/>
            <a:tailEnd type="triangle" w="med" len="med"/>
          </a:ln>
          <a:effectLst/>
        </p:spPr>
        <p:txBody>
          <a:bodyPr wrap="none" anchor="ctr"/>
          <a:lstStyle/>
          <a:p>
            <a:endParaRPr lang="en-GB" sz="1600"/>
          </a:p>
        </p:txBody>
      </p:sp>
      <p:sp>
        <p:nvSpPr>
          <p:cNvPr id="150638" name="Line 110"/>
          <p:cNvSpPr>
            <a:spLocks noChangeShapeType="1"/>
          </p:cNvSpPr>
          <p:nvPr/>
        </p:nvSpPr>
        <p:spPr bwMode="auto">
          <a:xfrm>
            <a:off x="3425825" y="3654425"/>
            <a:ext cx="14288" cy="1179513"/>
          </a:xfrm>
          <a:prstGeom prst="line">
            <a:avLst/>
          </a:prstGeom>
          <a:noFill/>
          <a:ln w="28575">
            <a:solidFill>
              <a:schemeClr val="tx1"/>
            </a:solidFill>
            <a:prstDash val="dash"/>
            <a:round/>
            <a:headEnd/>
            <a:tailEnd/>
          </a:ln>
          <a:effectLst/>
        </p:spPr>
        <p:txBody>
          <a:bodyPr wrap="none" anchor="ctr"/>
          <a:lstStyle/>
          <a:p>
            <a:endParaRPr lang="en-GB" sz="1600"/>
          </a:p>
        </p:txBody>
      </p:sp>
      <p:sp>
        <p:nvSpPr>
          <p:cNvPr id="150639" name="Line 111"/>
          <p:cNvSpPr>
            <a:spLocks noChangeShapeType="1"/>
          </p:cNvSpPr>
          <p:nvPr/>
        </p:nvSpPr>
        <p:spPr bwMode="auto">
          <a:xfrm>
            <a:off x="1763713" y="3525838"/>
            <a:ext cx="0" cy="1279525"/>
          </a:xfrm>
          <a:prstGeom prst="line">
            <a:avLst/>
          </a:prstGeom>
          <a:noFill/>
          <a:ln w="28575">
            <a:solidFill>
              <a:schemeClr val="tx1"/>
            </a:solidFill>
            <a:prstDash val="dash"/>
            <a:round/>
            <a:headEnd/>
            <a:tailEnd/>
          </a:ln>
          <a:effectLst/>
        </p:spPr>
        <p:txBody>
          <a:bodyPr wrap="none" anchor="ctr"/>
          <a:lstStyle/>
          <a:p>
            <a:endParaRPr lang="en-GB" sz="1600"/>
          </a:p>
        </p:txBody>
      </p:sp>
      <p:sp>
        <p:nvSpPr>
          <p:cNvPr id="150652" name="Text Box 124"/>
          <p:cNvSpPr txBox="1">
            <a:spLocks noChangeArrowheads="1"/>
          </p:cNvSpPr>
          <p:nvPr/>
        </p:nvSpPr>
        <p:spPr bwMode="auto">
          <a:xfrm>
            <a:off x="2039938" y="4079230"/>
            <a:ext cx="1079500" cy="461665"/>
          </a:xfrm>
          <a:prstGeom prst="rect">
            <a:avLst/>
          </a:prstGeom>
          <a:solidFill>
            <a:schemeClr val="bg1"/>
          </a:solidFill>
          <a:ln w="28575">
            <a:noFill/>
            <a:miter lim="800000"/>
            <a:headEnd/>
            <a:tailEnd/>
          </a:ln>
          <a:effectLst/>
        </p:spPr>
        <p:txBody>
          <a:bodyPr anchor="ctr">
            <a:spAutoFit/>
          </a:bodyPr>
          <a:lstStyle/>
          <a:p>
            <a:r>
              <a:rPr lang="en-GB" sz="1200"/>
              <a:t>one pulse interval</a:t>
            </a:r>
          </a:p>
        </p:txBody>
      </p:sp>
      <p:grpSp>
        <p:nvGrpSpPr>
          <p:cNvPr id="38" name="Group 37"/>
          <p:cNvGrpSpPr/>
          <p:nvPr/>
        </p:nvGrpSpPr>
        <p:grpSpPr>
          <a:xfrm>
            <a:off x="934824" y="1399683"/>
            <a:ext cx="1105114" cy="145749"/>
            <a:chOff x="617493" y="4432063"/>
            <a:chExt cx="2232211" cy="528918"/>
          </a:xfrm>
        </p:grpSpPr>
        <p:cxnSp>
          <p:nvCxnSpPr>
            <p:cNvPr id="39" name="Straight Connector 38"/>
            <p:cNvCxnSpPr/>
            <p:nvPr/>
          </p:nvCxnSpPr>
          <p:spPr>
            <a:xfrm flipV="1">
              <a:off x="617493" y="4956288"/>
              <a:ext cx="455390" cy="0"/>
            </a:xfrm>
            <a:prstGeom prst="line">
              <a:avLst/>
            </a:prstGeom>
            <a:ln w="19050">
              <a:solidFill>
                <a:srgbClr val="00B050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0" name="Straight Connector 39"/>
            <p:cNvCxnSpPr/>
            <p:nvPr/>
          </p:nvCxnSpPr>
          <p:spPr>
            <a:xfrm flipV="1">
              <a:off x="1483533" y="4956288"/>
              <a:ext cx="455390" cy="0"/>
            </a:xfrm>
            <a:prstGeom prst="line">
              <a:avLst/>
            </a:prstGeom>
            <a:ln w="19050">
              <a:solidFill>
                <a:srgbClr val="00B050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1" name="Straight Connector 40"/>
            <p:cNvCxnSpPr/>
            <p:nvPr/>
          </p:nvCxnSpPr>
          <p:spPr>
            <a:xfrm flipV="1">
              <a:off x="1072883" y="4432063"/>
              <a:ext cx="410650" cy="3973"/>
            </a:xfrm>
            <a:prstGeom prst="line">
              <a:avLst/>
            </a:prstGeom>
            <a:ln w="19050">
              <a:solidFill>
                <a:srgbClr val="00B050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2" name="Straight Connector 41"/>
            <p:cNvCxnSpPr/>
            <p:nvPr/>
          </p:nvCxnSpPr>
          <p:spPr>
            <a:xfrm flipV="1">
              <a:off x="1938924" y="4436035"/>
              <a:ext cx="455390" cy="1"/>
            </a:xfrm>
            <a:prstGeom prst="line">
              <a:avLst/>
            </a:prstGeom>
            <a:ln w="19050">
              <a:solidFill>
                <a:srgbClr val="00B050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3" name="Straight Connector 42"/>
            <p:cNvCxnSpPr/>
            <p:nvPr/>
          </p:nvCxnSpPr>
          <p:spPr>
            <a:xfrm>
              <a:off x="1072883" y="4440729"/>
              <a:ext cx="0" cy="520252"/>
            </a:xfrm>
            <a:prstGeom prst="line">
              <a:avLst/>
            </a:prstGeom>
            <a:ln w="19050">
              <a:solidFill>
                <a:srgbClr val="00B050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4" name="Straight Connector 43"/>
            <p:cNvCxnSpPr/>
            <p:nvPr/>
          </p:nvCxnSpPr>
          <p:spPr>
            <a:xfrm>
              <a:off x="1483533" y="4436036"/>
              <a:ext cx="0" cy="520252"/>
            </a:xfrm>
            <a:prstGeom prst="line">
              <a:avLst/>
            </a:prstGeom>
            <a:ln w="19050">
              <a:solidFill>
                <a:srgbClr val="00B050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5" name="Straight Connector 44"/>
            <p:cNvCxnSpPr/>
            <p:nvPr/>
          </p:nvCxnSpPr>
          <p:spPr>
            <a:xfrm>
              <a:off x="1938924" y="4440729"/>
              <a:ext cx="0" cy="520252"/>
            </a:xfrm>
            <a:prstGeom prst="line">
              <a:avLst/>
            </a:prstGeom>
            <a:ln w="19050">
              <a:solidFill>
                <a:srgbClr val="00B050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6" name="Straight Connector 45"/>
            <p:cNvCxnSpPr/>
            <p:nvPr/>
          </p:nvCxnSpPr>
          <p:spPr>
            <a:xfrm>
              <a:off x="2394314" y="4440729"/>
              <a:ext cx="0" cy="520252"/>
            </a:xfrm>
            <a:prstGeom prst="line">
              <a:avLst/>
            </a:prstGeom>
            <a:ln w="19050">
              <a:solidFill>
                <a:srgbClr val="00B050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7" name="Straight Connector 46"/>
            <p:cNvCxnSpPr/>
            <p:nvPr/>
          </p:nvCxnSpPr>
          <p:spPr>
            <a:xfrm flipV="1">
              <a:off x="2394314" y="4956287"/>
              <a:ext cx="455390" cy="0"/>
            </a:xfrm>
            <a:prstGeom prst="line">
              <a:avLst/>
            </a:prstGeom>
            <a:ln w="19050">
              <a:solidFill>
                <a:srgbClr val="00B050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48" name="Group 47"/>
          <p:cNvGrpSpPr/>
          <p:nvPr/>
        </p:nvGrpSpPr>
        <p:grpSpPr>
          <a:xfrm>
            <a:off x="6970098" y="2958178"/>
            <a:ext cx="1105114" cy="145749"/>
            <a:chOff x="617493" y="4432063"/>
            <a:chExt cx="2232211" cy="528918"/>
          </a:xfrm>
        </p:grpSpPr>
        <p:cxnSp>
          <p:nvCxnSpPr>
            <p:cNvPr id="49" name="Straight Connector 48"/>
            <p:cNvCxnSpPr/>
            <p:nvPr/>
          </p:nvCxnSpPr>
          <p:spPr>
            <a:xfrm flipV="1">
              <a:off x="617493" y="4956288"/>
              <a:ext cx="455390" cy="0"/>
            </a:xfrm>
            <a:prstGeom prst="line">
              <a:avLst/>
            </a:prstGeom>
            <a:ln w="19050">
              <a:solidFill>
                <a:srgbClr val="00B050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0" name="Straight Connector 49"/>
            <p:cNvCxnSpPr/>
            <p:nvPr/>
          </p:nvCxnSpPr>
          <p:spPr>
            <a:xfrm flipV="1">
              <a:off x="1483533" y="4956288"/>
              <a:ext cx="455390" cy="0"/>
            </a:xfrm>
            <a:prstGeom prst="line">
              <a:avLst/>
            </a:prstGeom>
            <a:ln w="19050">
              <a:solidFill>
                <a:srgbClr val="00B050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1" name="Straight Connector 50"/>
            <p:cNvCxnSpPr/>
            <p:nvPr/>
          </p:nvCxnSpPr>
          <p:spPr>
            <a:xfrm flipV="1">
              <a:off x="1072883" y="4432063"/>
              <a:ext cx="410650" cy="3973"/>
            </a:xfrm>
            <a:prstGeom prst="line">
              <a:avLst/>
            </a:prstGeom>
            <a:ln w="19050">
              <a:solidFill>
                <a:srgbClr val="00B050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2" name="Straight Connector 51"/>
            <p:cNvCxnSpPr/>
            <p:nvPr/>
          </p:nvCxnSpPr>
          <p:spPr>
            <a:xfrm flipV="1">
              <a:off x="1938924" y="4436035"/>
              <a:ext cx="455390" cy="1"/>
            </a:xfrm>
            <a:prstGeom prst="line">
              <a:avLst/>
            </a:prstGeom>
            <a:ln w="19050">
              <a:solidFill>
                <a:srgbClr val="00B050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3" name="Straight Connector 52"/>
            <p:cNvCxnSpPr/>
            <p:nvPr/>
          </p:nvCxnSpPr>
          <p:spPr>
            <a:xfrm>
              <a:off x="1072883" y="4440729"/>
              <a:ext cx="0" cy="520252"/>
            </a:xfrm>
            <a:prstGeom prst="line">
              <a:avLst/>
            </a:prstGeom>
            <a:ln w="19050">
              <a:solidFill>
                <a:srgbClr val="00B050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4" name="Straight Connector 53"/>
            <p:cNvCxnSpPr/>
            <p:nvPr/>
          </p:nvCxnSpPr>
          <p:spPr>
            <a:xfrm>
              <a:off x="1483533" y="4436036"/>
              <a:ext cx="0" cy="520252"/>
            </a:xfrm>
            <a:prstGeom prst="line">
              <a:avLst/>
            </a:prstGeom>
            <a:ln w="19050">
              <a:solidFill>
                <a:srgbClr val="00B050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5" name="Straight Connector 54"/>
            <p:cNvCxnSpPr/>
            <p:nvPr/>
          </p:nvCxnSpPr>
          <p:spPr>
            <a:xfrm>
              <a:off x="1938924" y="4440729"/>
              <a:ext cx="0" cy="520252"/>
            </a:xfrm>
            <a:prstGeom prst="line">
              <a:avLst/>
            </a:prstGeom>
            <a:ln w="19050">
              <a:solidFill>
                <a:srgbClr val="00B050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6" name="Straight Connector 55"/>
            <p:cNvCxnSpPr/>
            <p:nvPr/>
          </p:nvCxnSpPr>
          <p:spPr>
            <a:xfrm>
              <a:off x="2394314" y="4440729"/>
              <a:ext cx="0" cy="520252"/>
            </a:xfrm>
            <a:prstGeom prst="line">
              <a:avLst/>
            </a:prstGeom>
            <a:ln w="19050">
              <a:solidFill>
                <a:srgbClr val="00B050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7" name="Straight Connector 56"/>
            <p:cNvCxnSpPr/>
            <p:nvPr/>
          </p:nvCxnSpPr>
          <p:spPr>
            <a:xfrm flipV="1">
              <a:off x="2394314" y="4956287"/>
              <a:ext cx="455390" cy="0"/>
            </a:xfrm>
            <a:prstGeom prst="line">
              <a:avLst/>
            </a:prstGeom>
            <a:ln w="19050">
              <a:solidFill>
                <a:srgbClr val="00B050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58" name="Group 57"/>
          <p:cNvGrpSpPr/>
          <p:nvPr/>
        </p:nvGrpSpPr>
        <p:grpSpPr>
          <a:xfrm>
            <a:off x="3664456" y="1375937"/>
            <a:ext cx="868939" cy="145375"/>
            <a:chOff x="617493" y="4432063"/>
            <a:chExt cx="2232211" cy="528918"/>
          </a:xfrm>
        </p:grpSpPr>
        <p:cxnSp>
          <p:nvCxnSpPr>
            <p:cNvPr id="59" name="Straight Connector 58"/>
            <p:cNvCxnSpPr/>
            <p:nvPr/>
          </p:nvCxnSpPr>
          <p:spPr>
            <a:xfrm flipV="1">
              <a:off x="617493" y="4956288"/>
              <a:ext cx="455390" cy="0"/>
            </a:xfrm>
            <a:prstGeom prst="line">
              <a:avLst/>
            </a:prstGeom>
            <a:ln w="19050">
              <a:solidFill>
                <a:srgbClr val="00B050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60" name="Straight Connector 59"/>
            <p:cNvCxnSpPr/>
            <p:nvPr/>
          </p:nvCxnSpPr>
          <p:spPr>
            <a:xfrm flipV="1">
              <a:off x="1483533" y="4956288"/>
              <a:ext cx="455390" cy="0"/>
            </a:xfrm>
            <a:prstGeom prst="line">
              <a:avLst/>
            </a:prstGeom>
            <a:ln w="19050">
              <a:solidFill>
                <a:srgbClr val="00B050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61" name="Straight Connector 60"/>
            <p:cNvCxnSpPr/>
            <p:nvPr/>
          </p:nvCxnSpPr>
          <p:spPr>
            <a:xfrm flipV="1">
              <a:off x="1072883" y="4432063"/>
              <a:ext cx="410650" cy="3973"/>
            </a:xfrm>
            <a:prstGeom prst="line">
              <a:avLst/>
            </a:prstGeom>
            <a:ln w="19050">
              <a:solidFill>
                <a:srgbClr val="00B050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62" name="Straight Connector 61"/>
            <p:cNvCxnSpPr/>
            <p:nvPr/>
          </p:nvCxnSpPr>
          <p:spPr>
            <a:xfrm flipV="1">
              <a:off x="1938924" y="4436035"/>
              <a:ext cx="455390" cy="1"/>
            </a:xfrm>
            <a:prstGeom prst="line">
              <a:avLst/>
            </a:prstGeom>
            <a:ln w="19050">
              <a:solidFill>
                <a:srgbClr val="00B050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63" name="Straight Connector 62"/>
            <p:cNvCxnSpPr/>
            <p:nvPr/>
          </p:nvCxnSpPr>
          <p:spPr>
            <a:xfrm>
              <a:off x="1072883" y="4440729"/>
              <a:ext cx="0" cy="520252"/>
            </a:xfrm>
            <a:prstGeom prst="line">
              <a:avLst/>
            </a:prstGeom>
            <a:ln w="19050">
              <a:solidFill>
                <a:srgbClr val="00B050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64" name="Straight Connector 63"/>
            <p:cNvCxnSpPr/>
            <p:nvPr/>
          </p:nvCxnSpPr>
          <p:spPr>
            <a:xfrm>
              <a:off x="1483533" y="4436036"/>
              <a:ext cx="0" cy="520252"/>
            </a:xfrm>
            <a:prstGeom prst="line">
              <a:avLst/>
            </a:prstGeom>
            <a:ln w="19050">
              <a:solidFill>
                <a:srgbClr val="00B050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65" name="Straight Connector 64"/>
            <p:cNvCxnSpPr/>
            <p:nvPr/>
          </p:nvCxnSpPr>
          <p:spPr>
            <a:xfrm>
              <a:off x="1938924" y="4440729"/>
              <a:ext cx="0" cy="520252"/>
            </a:xfrm>
            <a:prstGeom prst="line">
              <a:avLst/>
            </a:prstGeom>
            <a:ln w="19050">
              <a:solidFill>
                <a:srgbClr val="00B050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66" name="Straight Connector 65"/>
            <p:cNvCxnSpPr/>
            <p:nvPr/>
          </p:nvCxnSpPr>
          <p:spPr>
            <a:xfrm>
              <a:off x="2394314" y="4440729"/>
              <a:ext cx="0" cy="520252"/>
            </a:xfrm>
            <a:prstGeom prst="line">
              <a:avLst/>
            </a:prstGeom>
            <a:ln w="19050">
              <a:solidFill>
                <a:srgbClr val="00B050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67" name="Straight Connector 66"/>
            <p:cNvCxnSpPr/>
            <p:nvPr/>
          </p:nvCxnSpPr>
          <p:spPr>
            <a:xfrm flipV="1">
              <a:off x="2394314" y="4956287"/>
              <a:ext cx="455390" cy="0"/>
            </a:xfrm>
            <a:prstGeom prst="line">
              <a:avLst/>
            </a:prstGeom>
            <a:ln w="19050">
              <a:solidFill>
                <a:srgbClr val="00B050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5" name="Freeform 4"/>
          <p:cNvSpPr/>
          <p:nvPr/>
        </p:nvSpPr>
        <p:spPr>
          <a:xfrm>
            <a:off x="5716587" y="1338195"/>
            <a:ext cx="911226" cy="219215"/>
          </a:xfrm>
          <a:custGeom>
            <a:avLst/>
            <a:gdLst>
              <a:gd name="connsiteX0" fmla="*/ 0 w 2790908"/>
              <a:gd name="connsiteY0" fmla="*/ 662739 h 784120"/>
              <a:gd name="connsiteX1" fmla="*/ 47708 w 2790908"/>
              <a:gd name="connsiteY1" fmla="*/ 654788 h 784120"/>
              <a:gd name="connsiteX2" fmla="*/ 55660 w 2790908"/>
              <a:gd name="connsiteY2" fmla="*/ 678642 h 784120"/>
              <a:gd name="connsiteX3" fmla="*/ 87465 w 2790908"/>
              <a:gd name="connsiteY3" fmla="*/ 670691 h 784120"/>
              <a:gd name="connsiteX4" fmla="*/ 111319 w 2790908"/>
              <a:gd name="connsiteY4" fmla="*/ 654788 h 784120"/>
              <a:gd name="connsiteX5" fmla="*/ 174929 w 2790908"/>
              <a:gd name="connsiteY5" fmla="*/ 670691 h 784120"/>
              <a:gd name="connsiteX6" fmla="*/ 206734 w 2790908"/>
              <a:gd name="connsiteY6" fmla="*/ 678642 h 784120"/>
              <a:gd name="connsiteX7" fmla="*/ 238540 w 2790908"/>
              <a:gd name="connsiteY7" fmla="*/ 686593 h 784120"/>
              <a:gd name="connsiteX8" fmla="*/ 262394 w 2790908"/>
              <a:gd name="connsiteY8" fmla="*/ 686593 h 784120"/>
              <a:gd name="connsiteX9" fmla="*/ 286247 w 2790908"/>
              <a:gd name="connsiteY9" fmla="*/ 694544 h 784120"/>
              <a:gd name="connsiteX10" fmla="*/ 310101 w 2790908"/>
              <a:gd name="connsiteY10" fmla="*/ 686593 h 784120"/>
              <a:gd name="connsiteX11" fmla="*/ 349858 w 2790908"/>
              <a:gd name="connsiteY11" fmla="*/ 662739 h 784120"/>
              <a:gd name="connsiteX12" fmla="*/ 405517 w 2790908"/>
              <a:gd name="connsiteY12" fmla="*/ 694544 h 784120"/>
              <a:gd name="connsiteX13" fmla="*/ 413468 w 2790908"/>
              <a:gd name="connsiteY13" fmla="*/ 670691 h 784120"/>
              <a:gd name="connsiteX14" fmla="*/ 461176 w 2790908"/>
              <a:gd name="connsiteY14" fmla="*/ 678642 h 784120"/>
              <a:gd name="connsiteX15" fmla="*/ 492981 w 2790908"/>
              <a:gd name="connsiteY15" fmla="*/ 718398 h 784120"/>
              <a:gd name="connsiteX16" fmla="*/ 508884 w 2790908"/>
              <a:gd name="connsiteY16" fmla="*/ 694544 h 784120"/>
              <a:gd name="connsiteX17" fmla="*/ 516835 w 2790908"/>
              <a:gd name="connsiteY17" fmla="*/ 670691 h 784120"/>
              <a:gd name="connsiteX18" fmla="*/ 540689 w 2790908"/>
              <a:gd name="connsiteY18" fmla="*/ 662739 h 784120"/>
              <a:gd name="connsiteX19" fmla="*/ 564543 w 2790908"/>
              <a:gd name="connsiteY19" fmla="*/ 646837 h 784120"/>
              <a:gd name="connsiteX20" fmla="*/ 572494 w 2790908"/>
              <a:gd name="connsiteY20" fmla="*/ 511664 h 784120"/>
              <a:gd name="connsiteX21" fmla="*/ 588397 w 2790908"/>
              <a:gd name="connsiteY21" fmla="*/ 487811 h 784120"/>
              <a:gd name="connsiteX22" fmla="*/ 596348 w 2790908"/>
              <a:gd name="connsiteY22" fmla="*/ 456005 h 784120"/>
              <a:gd name="connsiteX23" fmla="*/ 588397 w 2790908"/>
              <a:gd name="connsiteY23" fmla="*/ 233369 h 784120"/>
              <a:gd name="connsiteX24" fmla="*/ 604300 w 2790908"/>
              <a:gd name="connsiteY24" fmla="*/ 209515 h 784120"/>
              <a:gd name="connsiteX25" fmla="*/ 620202 w 2790908"/>
              <a:gd name="connsiteY25" fmla="*/ 137953 h 784120"/>
              <a:gd name="connsiteX26" fmla="*/ 644056 w 2790908"/>
              <a:gd name="connsiteY26" fmla="*/ 74343 h 784120"/>
              <a:gd name="connsiteX27" fmla="*/ 667910 w 2790908"/>
              <a:gd name="connsiteY27" fmla="*/ 58440 h 784120"/>
              <a:gd name="connsiteX28" fmla="*/ 707667 w 2790908"/>
              <a:gd name="connsiteY28" fmla="*/ 98197 h 784120"/>
              <a:gd name="connsiteX29" fmla="*/ 723569 w 2790908"/>
              <a:gd name="connsiteY29" fmla="*/ 122051 h 784120"/>
              <a:gd name="connsiteX30" fmla="*/ 755374 w 2790908"/>
              <a:gd name="connsiteY30" fmla="*/ 169758 h 784120"/>
              <a:gd name="connsiteX31" fmla="*/ 779228 w 2790908"/>
              <a:gd name="connsiteY31" fmla="*/ 153856 h 784120"/>
              <a:gd name="connsiteX32" fmla="*/ 818985 w 2790908"/>
              <a:gd name="connsiteY32" fmla="*/ 122051 h 784120"/>
              <a:gd name="connsiteX33" fmla="*/ 842839 w 2790908"/>
              <a:gd name="connsiteY33" fmla="*/ 137953 h 784120"/>
              <a:gd name="connsiteX34" fmla="*/ 874644 w 2790908"/>
              <a:gd name="connsiteY34" fmla="*/ 130002 h 784120"/>
              <a:gd name="connsiteX35" fmla="*/ 906449 w 2790908"/>
              <a:gd name="connsiteY35" fmla="*/ 153856 h 784120"/>
              <a:gd name="connsiteX36" fmla="*/ 938254 w 2790908"/>
              <a:gd name="connsiteY36" fmla="*/ 106148 h 784120"/>
              <a:gd name="connsiteX37" fmla="*/ 946206 w 2790908"/>
              <a:gd name="connsiteY37" fmla="*/ 130002 h 784120"/>
              <a:gd name="connsiteX38" fmla="*/ 970060 w 2790908"/>
              <a:gd name="connsiteY38" fmla="*/ 66391 h 784120"/>
              <a:gd name="connsiteX39" fmla="*/ 985962 w 2790908"/>
              <a:gd name="connsiteY39" fmla="*/ 130002 h 784120"/>
              <a:gd name="connsiteX40" fmla="*/ 993914 w 2790908"/>
              <a:gd name="connsiteY40" fmla="*/ 185661 h 784120"/>
              <a:gd name="connsiteX41" fmla="*/ 1009816 w 2790908"/>
              <a:gd name="connsiteY41" fmla="*/ 233369 h 784120"/>
              <a:gd name="connsiteX42" fmla="*/ 1017767 w 2790908"/>
              <a:gd name="connsiteY42" fmla="*/ 201564 h 784120"/>
              <a:gd name="connsiteX43" fmla="*/ 1033670 w 2790908"/>
              <a:gd name="connsiteY43" fmla="*/ 177710 h 784120"/>
              <a:gd name="connsiteX44" fmla="*/ 1041621 w 2790908"/>
              <a:gd name="connsiteY44" fmla="*/ 153856 h 784120"/>
              <a:gd name="connsiteX45" fmla="*/ 1073427 w 2790908"/>
              <a:gd name="connsiteY45" fmla="*/ 201564 h 784120"/>
              <a:gd name="connsiteX46" fmla="*/ 1081378 w 2790908"/>
              <a:gd name="connsiteY46" fmla="*/ 241320 h 784120"/>
              <a:gd name="connsiteX47" fmla="*/ 1097280 w 2790908"/>
              <a:gd name="connsiteY47" fmla="*/ 384444 h 784120"/>
              <a:gd name="connsiteX48" fmla="*/ 1105232 w 2790908"/>
              <a:gd name="connsiteY48" fmla="*/ 408298 h 784120"/>
              <a:gd name="connsiteX49" fmla="*/ 1113183 w 2790908"/>
              <a:gd name="connsiteY49" fmla="*/ 440103 h 784120"/>
              <a:gd name="connsiteX50" fmla="*/ 1129086 w 2790908"/>
              <a:gd name="connsiteY50" fmla="*/ 463957 h 784120"/>
              <a:gd name="connsiteX51" fmla="*/ 1137037 w 2790908"/>
              <a:gd name="connsiteY51" fmla="*/ 583226 h 784120"/>
              <a:gd name="connsiteX52" fmla="*/ 1144988 w 2790908"/>
              <a:gd name="connsiteY52" fmla="*/ 622983 h 784120"/>
              <a:gd name="connsiteX53" fmla="*/ 1152940 w 2790908"/>
              <a:gd name="connsiteY53" fmla="*/ 766106 h 784120"/>
              <a:gd name="connsiteX54" fmla="*/ 1160891 w 2790908"/>
              <a:gd name="connsiteY54" fmla="*/ 726350 h 784120"/>
              <a:gd name="connsiteX55" fmla="*/ 1192696 w 2790908"/>
              <a:gd name="connsiteY55" fmla="*/ 670691 h 784120"/>
              <a:gd name="connsiteX56" fmla="*/ 1200647 w 2790908"/>
              <a:gd name="connsiteY56" fmla="*/ 638885 h 784120"/>
              <a:gd name="connsiteX57" fmla="*/ 1208599 w 2790908"/>
              <a:gd name="connsiteY57" fmla="*/ 662739 h 784120"/>
              <a:gd name="connsiteX58" fmla="*/ 1224501 w 2790908"/>
              <a:gd name="connsiteY58" fmla="*/ 702496 h 784120"/>
              <a:gd name="connsiteX59" fmla="*/ 1240404 w 2790908"/>
              <a:gd name="connsiteY59" fmla="*/ 678642 h 784120"/>
              <a:gd name="connsiteX60" fmla="*/ 1248355 w 2790908"/>
              <a:gd name="connsiteY60" fmla="*/ 646837 h 784120"/>
              <a:gd name="connsiteX61" fmla="*/ 1272209 w 2790908"/>
              <a:gd name="connsiteY61" fmla="*/ 662739 h 784120"/>
              <a:gd name="connsiteX62" fmla="*/ 1280160 w 2790908"/>
              <a:gd name="connsiteY62" fmla="*/ 694544 h 784120"/>
              <a:gd name="connsiteX63" fmla="*/ 1288112 w 2790908"/>
              <a:gd name="connsiteY63" fmla="*/ 670691 h 784120"/>
              <a:gd name="connsiteX64" fmla="*/ 1296063 w 2790908"/>
              <a:gd name="connsiteY64" fmla="*/ 694544 h 784120"/>
              <a:gd name="connsiteX65" fmla="*/ 1311966 w 2790908"/>
              <a:gd name="connsiteY65" fmla="*/ 726350 h 784120"/>
              <a:gd name="connsiteX66" fmla="*/ 1327868 w 2790908"/>
              <a:gd name="connsiteY66" fmla="*/ 702496 h 784120"/>
              <a:gd name="connsiteX67" fmla="*/ 1335820 w 2790908"/>
              <a:gd name="connsiteY67" fmla="*/ 662739 h 784120"/>
              <a:gd name="connsiteX68" fmla="*/ 1359674 w 2790908"/>
              <a:gd name="connsiteY68" fmla="*/ 710447 h 784120"/>
              <a:gd name="connsiteX69" fmla="*/ 1391479 w 2790908"/>
              <a:gd name="connsiteY69" fmla="*/ 662739 h 784120"/>
              <a:gd name="connsiteX70" fmla="*/ 1415333 w 2790908"/>
              <a:gd name="connsiteY70" fmla="*/ 694544 h 784120"/>
              <a:gd name="connsiteX71" fmla="*/ 1423284 w 2790908"/>
              <a:gd name="connsiteY71" fmla="*/ 654788 h 784120"/>
              <a:gd name="connsiteX72" fmla="*/ 1447138 w 2790908"/>
              <a:gd name="connsiteY72" fmla="*/ 646837 h 784120"/>
              <a:gd name="connsiteX73" fmla="*/ 1455089 w 2790908"/>
              <a:gd name="connsiteY73" fmla="*/ 694544 h 784120"/>
              <a:gd name="connsiteX74" fmla="*/ 1463040 w 2790908"/>
              <a:gd name="connsiteY74" fmla="*/ 670691 h 784120"/>
              <a:gd name="connsiteX75" fmla="*/ 1494846 w 2790908"/>
              <a:gd name="connsiteY75" fmla="*/ 686593 h 784120"/>
              <a:gd name="connsiteX76" fmla="*/ 1502797 w 2790908"/>
              <a:gd name="connsiteY76" fmla="*/ 591178 h 784120"/>
              <a:gd name="connsiteX77" fmla="*/ 1534602 w 2790908"/>
              <a:gd name="connsiteY77" fmla="*/ 678642 h 784120"/>
              <a:gd name="connsiteX78" fmla="*/ 1550505 w 2790908"/>
              <a:gd name="connsiteY78" fmla="*/ 702496 h 784120"/>
              <a:gd name="connsiteX79" fmla="*/ 1606164 w 2790908"/>
              <a:gd name="connsiteY79" fmla="*/ 678642 h 784120"/>
              <a:gd name="connsiteX80" fmla="*/ 1653872 w 2790908"/>
              <a:gd name="connsiteY80" fmla="*/ 670691 h 784120"/>
              <a:gd name="connsiteX81" fmla="*/ 1669774 w 2790908"/>
              <a:gd name="connsiteY81" fmla="*/ 615031 h 784120"/>
              <a:gd name="connsiteX82" fmla="*/ 1685677 w 2790908"/>
              <a:gd name="connsiteY82" fmla="*/ 471908 h 784120"/>
              <a:gd name="connsiteX83" fmla="*/ 1701580 w 2790908"/>
              <a:gd name="connsiteY83" fmla="*/ 424200 h 784120"/>
              <a:gd name="connsiteX84" fmla="*/ 1709531 w 2790908"/>
              <a:gd name="connsiteY84" fmla="*/ 281077 h 784120"/>
              <a:gd name="connsiteX85" fmla="*/ 1725434 w 2790908"/>
              <a:gd name="connsiteY85" fmla="*/ 257223 h 784120"/>
              <a:gd name="connsiteX86" fmla="*/ 1749287 w 2790908"/>
              <a:gd name="connsiteY86" fmla="*/ 193612 h 784120"/>
              <a:gd name="connsiteX87" fmla="*/ 1757239 w 2790908"/>
              <a:gd name="connsiteY87" fmla="*/ 106148 h 784120"/>
              <a:gd name="connsiteX88" fmla="*/ 1765190 w 2790908"/>
              <a:gd name="connsiteY88" fmla="*/ 58440 h 784120"/>
              <a:gd name="connsiteX89" fmla="*/ 1804947 w 2790908"/>
              <a:gd name="connsiteY89" fmla="*/ 82294 h 784120"/>
              <a:gd name="connsiteX90" fmla="*/ 1812898 w 2790908"/>
              <a:gd name="connsiteY90" fmla="*/ 130002 h 784120"/>
              <a:gd name="connsiteX91" fmla="*/ 1828800 w 2790908"/>
              <a:gd name="connsiteY91" fmla="*/ 257223 h 784120"/>
              <a:gd name="connsiteX92" fmla="*/ 1852654 w 2790908"/>
              <a:gd name="connsiteY92" fmla="*/ 249271 h 784120"/>
              <a:gd name="connsiteX93" fmla="*/ 1860606 w 2790908"/>
              <a:gd name="connsiteY93" fmla="*/ 225418 h 784120"/>
              <a:gd name="connsiteX94" fmla="*/ 1876508 w 2790908"/>
              <a:gd name="connsiteY94" fmla="*/ 201564 h 784120"/>
              <a:gd name="connsiteX95" fmla="*/ 1884460 w 2790908"/>
              <a:gd name="connsiteY95" fmla="*/ 169758 h 784120"/>
              <a:gd name="connsiteX96" fmla="*/ 1900362 w 2790908"/>
              <a:gd name="connsiteY96" fmla="*/ 122051 h 784120"/>
              <a:gd name="connsiteX97" fmla="*/ 1924216 w 2790908"/>
              <a:gd name="connsiteY97" fmla="*/ 145904 h 784120"/>
              <a:gd name="connsiteX98" fmla="*/ 1932167 w 2790908"/>
              <a:gd name="connsiteY98" fmla="*/ 169758 h 784120"/>
              <a:gd name="connsiteX99" fmla="*/ 1979875 w 2790908"/>
              <a:gd name="connsiteY99" fmla="*/ 153856 h 784120"/>
              <a:gd name="connsiteX100" fmla="*/ 1963973 w 2790908"/>
              <a:gd name="connsiteY100" fmla="*/ 2781 h 784120"/>
              <a:gd name="connsiteX101" fmla="*/ 1979875 w 2790908"/>
              <a:gd name="connsiteY101" fmla="*/ 50489 h 784120"/>
              <a:gd name="connsiteX102" fmla="*/ 1995778 w 2790908"/>
              <a:gd name="connsiteY102" fmla="*/ 185661 h 784120"/>
              <a:gd name="connsiteX103" fmla="*/ 2003729 w 2790908"/>
              <a:gd name="connsiteY103" fmla="*/ 249271 h 784120"/>
              <a:gd name="connsiteX104" fmla="*/ 2019632 w 2790908"/>
              <a:gd name="connsiteY104" fmla="*/ 296979 h 784120"/>
              <a:gd name="connsiteX105" fmla="*/ 2035534 w 2790908"/>
              <a:gd name="connsiteY105" fmla="*/ 193612 h 784120"/>
              <a:gd name="connsiteX106" fmla="*/ 2043486 w 2790908"/>
              <a:gd name="connsiteY106" fmla="*/ 137953 h 784120"/>
              <a:gd name="connsiteX107" fmla="*/ 2059388 w 2790908"/>
              <a:gd name="connsiteY107" fmla="*/ 169758 h 784120"/>
              <a:gd name="connsiteX108" fmla="*/ 2122999 w 2790908"/>
              <a:gd name="connsiteY108" fmla="*/ 169758 h 784120"/>
              <a:gd name="connsiteX109" fmla="*/ 2146853 w 2790908"/>
              <a:gd name="connsiteY109" fmla="*/ 177710 h 784120"/>
              <a:gd name="connsiteX110" fmla="*/ 2178658 w 2790908"/>
              <a:gd name="connsiteY110" fmla="*/ 161807 h 784120"/>
              <a:gd name="connsiteX111" fmla="*/ 2194560 w 2790908"/>
              <a:gd name="connsiteY111" fmla="*/ 193612 h 784120"/>
              <a:gd name="connsiteX112" fmla="*/ 2210463 w 2790908"/>
              <a:gd name="connsiteY112" fmla="*/ 217466 h 784120"/>
              <a:gd name="connsiteX113" fmla="*/ 2218414 w 2790908"/>
              <a:gd name="connsiteY113" fmla="*/ 249271 h 784120"/>
              <a:gd name="connsiteX114" fmla="*/ 2234317 w 2790908"/>
              <a:gd name="connsiteY114" fmla="*/ 281077 h 784120"/>
              <a:gd name="connsiteX115" fmla="*/ 2242268 w 2790908"/>
              <a:gd name="connsiteY115" fmla="*/ 344687 h 784120"/>
              <a:gd name="connsiteX116" fmla="*/ 2250220 w 2790908"/>
              <a:gd name="connsiteY116" fmla="*/ 384444 h 784120"/>
              <a:gd name="connsiteX117" fmla="*/ 2258171 w 2790908"/>
              <a:gd name="connsiteY117" fmla="*/ 471908 h 784120"/>
              <a:gd name="connsiteX118" fmla="*/ 2266122 w 2790908"/>
              <a:gd name="connsiteY118" fmla="*/ 511664 h 784120"/>
              <a:gd name="connsiteX119" fmla="*/ 2274074 w 2790908"/>
              <a:gd name="connsiteY119" fmla="*/ 583226 h 784120"/>
              <a:gd name="connsiteX120" fmla="*/ 2289976 w 2790908"/>
              <a:gd name="connsiteY120" fmla="*/ 615031 h 784120"/>
              <a:gd name="connsiteX121" fmla="*/ 2297927 w 2790908"/>
              <a:gd name="connsiteY121" fmla="*/ 638885 h 784120"/>
              <a:gd name="connsiteX122" fmla="*/ 2313830 w 2790908"/>
              <a:gd name="connsiteY122" fmla="*/ 742252 h 784120"/>
              <a:gd name="connsiteX123" fmla="*/ 2321781 w 2790908"/>
              <a:gd name="connsiteY123" fmla="*/ 782009 h 784120"/>
              <a:gd name="connsiteX124" fmla="*/ 2353587 w 2790908"/>
              <a:gd name="connsiteY124" fmla="*/ 774058 h 784120"/>
              <a:gd name="connsiteX125" fmla="*/ 2401294 w 2790908"/>
              <a:gd name="connsiteY125" fmla="*/ 758155 h 784120"/>
              <a:gd name="connsiteX126" fmla="*/ 2409246 w 2790908"/>
              <a:gd name="connsiteY126" fmla="*/ 734301 h 784120"/>
              <a:gd name="connsiteX127" fmla="*/ 2417197 w 2790908"/>
              <a:gd name="connsiteY127" fmla="*/ 702496 h 784120"/>
              <a:gd name="connsiteX128" fmla="*/ 2472856 w 2790908"/>
              <a:gd name="connsiteY128" fmla="*/ 630934 h 784120"/>
              <a:gd name="connsiteX129" fmla="*/ 2496710 w 2790908"/>
              <a:gd name="connsiteY129" fmla="*/ 583226 h 784120"/>
              <a:gd name="connsiteX130" fmla="*/ 2512613 w 2790908"/>
              <a:gd name="connsiteY130" fmla="*/ 615031 h 784120"/>
              <a:gd name="connsiteX131" fmla="*/ 2520564 w 2790908"/>
              <a:gd name="connsiteY131" fmla="*/ 686593 h 784120"/>
              <a:gd name="connsiteX132" fmla="*/ 2528515 w 2790908"/>
              <a:gd name="connsiteY132" fmla="*/ 662739 h 784120"/>
              <a:gd name="connsiteX133" fmla="*/ 2544418 w 2790908"/>
              <a:gd name="connsiteY133" fmla="*/ 638885 h 784120"/>
              <a:gd name="connsiteX134" fmla="*/ 2568272 w 2790908"/>
              <a:gd name="connsiteY134" fmla="*/ 654788 h 784120"/>
              <a:gd name="connsiteX135" fmla="*/ 2600077 w 2790908"/>
              <a:gd name="connsiteY135" fmla="*/ 662739 h 784120"/>
              <a:gd name="connsiteX136" fmla="*/ 2623931 w 2790908"/>
              <a:gd name="connsiteY136" fmla="*/ 670691 h 784120"/>
              <a:gd name="connsiteX137" fmla="*/ 2655736 w 2790908"/>
              <a:gd name="connsiteY137" fmla="*/ 662739 h 784120"/>
              <a:gd name="connsiteX138" fmla="*/ 2671639 w 2790908"/>
              <a:gd name="connsiteY138" fmla="*/ 630934 h 784120"/>
              <a:gd name="connsiteX139" fmla="*/ 2695493 w 2790908"/>
              <a:gd name="connsiteY139" fmla="*/ 654788 h 784120"/>
              <a:gd name="connsiteX140" fmla="*/ 2743200 w 2790908"/>
              <a:gd name="connsiteY140" fmla="*/ 662739 h 784120"/>
              <a:gd name="connsiteX141" fmla="*/ 2790908 w 2790908"/>
              <a:gd name="connsiteY141" fmla="*/ 678642 h 784120"/>
              <a:gd name="connsiteX0" fmla="*/ 0 w 2790908"/>
              <a:gd name="connsiteY0" fmla="*/ 662739 h 784120"/>
              <a:gd name="connsiteX1" fmla="*/ 47708 w 2790908"/>
              <a:gd name="connsiteY1" fmla="*/ 654788 h 784120"/>
              <a:gd name="connsiteX2" fmla="*/ 55660 w 2790908"/>
              <a:gd name="connsiteY2" fmla="*/ 678642 h 784120"/>
              <a:gd name="connsiteX3" fmla="*/ 87465 w 2790908"/>
              <a:gd name="connsiteY3" fmla="*/ 670691 h 784120"/>
              <a:gd name="connsiteX4" fmla="*/ 111319 w 2790908"/>
              <a:gd name="connsiteY4" fmla="*/ 654788 h 784120"/>
              <a:gd name="connsiteX5" fmla="*/ 174929 w 2790908"/>
              <a:gd name="connsiteY5" fmla="*/ 670691 h 784120"/>
              <a:gd name="connsiteX6" fmla="*/ 206734 w 2790908"/>
              <a:gd name="connsiteY6" fmla="*/ 678642 h 784120"/>
              <a:gd name="connsiteX7" fmla="*/ 238540 w 2790908"/>
              <a:gd name="connsiteY7" fmla="*/ 686593 h 784120"/>
              <a:gd name="connsiteX8" fmla="*/ 262394 w 2790908"/>
              <a:gd name="connsiteY8" fmla="*/ 686593 h 784120"/>
              <a:gd name="connsiteX9" fmla="*/ 286247 w 2790908"/>
              <a:gd name="connsiteY9" fmla="*/ 694544 h 784120"/>
              <a:gd name="connsiteX10" fmla="*/ 310101 w 2790908"/>
              <a:gd name="connsiteY10" fmla="*/ 686593 h 784120"/>
              <a:gd name="connsiteX11" fmla="*/ 349858 w 2790908"/>
              <a:gd name="connsiteY11" fmla="*/ 662739 h 784120"/>
              <a:gd name="connsiteX12" fmla="*/ 405517 w 2790908"/>
              <a:gd name="connsiteY12" fmla="*/ 694544 h 784120"/>
              <a:gd name="connsiteX13" fmla="*/ 413468 w 2790908"/>
              <a:gd name="connsiteY13" fmla="*/ 670691 h 784120"/>
              <a:gd name="connsiteX14" fmla="*/ 461176 w 2790908"/>
              <a:gd name="connsiteY14" fmla="*/ 678642 h 784120"/>
              <a:gd name="connsiteX15" fmla="*/ 492981 w 2790908"/>
              <a:gd name="connsiteY15" fmla="*/ 718398 h 784120"/>
              <a:gd name="connsiteX16" fmla="*/ 508884 w 2790908"/>
              <a:gd name="connsiteY16" fmla="*/ 694544 h 784120"/>
              <a:gd name="connsiteX17" fmla="*/ 516835 w 2790908"/>
              <a:gd name="connsiteY17" fmla="*/ 670691 h 784120"/>
              <a:gd name="connsiteX18" fmla="*/ 540689 w 2790908"/>
              <a:gd name="connsiteY18" fmla="*/ 662739 h 784120"/>
              <a:gd name="connsiteX19" fmla="*/ 564543 w 2790908"/>
              <a:gd name="connsiteY19" fmla="*/ 646837 h 784120"/>
              <a:gd name="connsiteX20" fmla="*/ 572494 w 2790908"/>
              <a:gd name="connsiteY20" fmla="*/ 511664 h 784120"/>
              <a:gd name="connsiteX21" fmla="*/ 588397 w 2790908"/>
              <a:gd name="connsiteY21" fmla="*/ 487811 h 784120"/>
              <a:gd name="connsiteX22" fmla="*/ 596348 w 2790908"/>
              <a:gd name="connsiteY22" fmla="*/ 456005 h 784120"/>
              <a:gd name="connsiteX23" fmla="*/ 588397 w 2790908"/>
              <a:gd name="connsiteY23" fmla="*/ 233369 h 784120"/>
              <a:gd name="connsiteX24" fmla="*/ 604300 w 2790908"/>
              <a:gd name="connsiteY24" fmla="*/ 209515 h 784120"/>
              <a:gd name="connsiteX25" fmla="*/ 620202 w 2790908"/>
              <a:gd name="connsiteY25" fmla="*/ 137953 h 784120"/>
              <a:gd name="connsiteX26" fmla="*/ 644056 w 2790908"/>
              <a:gd name="connsiteY26" fmla="*/ 74343 h 784120"/>
              <a:gd name="connsiteX27" fmla="*/ 667910 w 2790908"/>
              <a:gd name="connsiteY27" fmla="*/ 58440 h 784120"/>
              <a:gd name="connsiteX28" fmla="*/ 707667 w 2790908"/>
              <a:gd name="connsiteY28" fmla="*/ 98197 h 784120"/>
              <a:gd name="connsiteX29" fmla="*/ 723569 w 2790908"/>
              <a:gd name="connsiteY29" fmla="*/ 122051 h 784120"/>
              <a:gd name="connsiteX30" fmla="*/ 755374 w 2790908"/>
              <a:gd name="connsiteY30" fmla="*/ 169758 h 784120"/>
              <a:gd name="connsiteX31" fmla="*/ 779228 w 2790908"/>
              <a:gd name="connsiteY31" fmla="*/ 153856 h 784120"/>
              <a:gd name="connsiteX32" fmla="*/ 818985 w 2790908"/>
              <a:gd name="connsiteY32" fmla="*/ 122051 h 784120"/>
              <a:gd name="connsiteX33" fmla="*/ 842839 w 2790908"/>
              <a:gd name="connsiteY33" fmla="*/ 137953 h 784120"/>
              <a:gd name="connsiteX34" fmla="*/ 874644 w 2790908"/>
              <a:gd name="connsiteY34" fmla="*/ 130002 h 784120"/>
              <a:gd name="connsiteX35" fmla="*/ 906449 w 2790908"/>
              <a:gd name="connsiteY35" fmla="*/ 153856 h 784120"/>
              <a:gd name="connsiteX36" fmla="*/ 938254 w 2790908"/>
              <a:gd name="connsiteY36" fmla="*/ 106148 h 784120"/>
              <a:gd name="connsiteX37" fmla="*/ 946206 w 2790908"/>
              <a:gd name="connsiteY37" fmla="*/ 130002 h 784120"/>
              <a:gd name="connsiteX38" fmla="*/ 970060 w 2790908"/>
              <a:gd name="connsiteY38" fmla="*/ 66391 h 784120"/>
              <a:gd name="connsiteX39" fmla="*/ 985962 w 2790908"/>
              <a:gd name="connsiteY39" fmla="*/ 130002 h 784120"/>
              <a:gd name="connsiteX40" fmla="*/ 993914 w 2790908"/>
              <a:gd name="connsiteY40" fmla="*/ 185661 h 784120"/>
              <a:gd name="connsiteX41" fmla="*/ 1009816 w 2790908"/>
              <a:gd name="connsiteY41" fmla="*/ 233369 h 784120"/>
              <a:gd name="connsiteX42" fmla="*/ 1017767 w 2790908"/>
              <a:gd name="connsiteY42" fmla="*/ 201564 h 784120"/>
              <a:gd name="connsiteX43" fmla="*/ 1033670 w 2790908"/>
              <a:gd name="connsiteY43" fmla="*/ 177710 h 784120"/>
              <a:gd name="connsiteX44" fmla="*/ 1041621 w 2790908"/>
              <a:gd name="connsiteY44" fmla="*/ 153856 h 784120"/>
              <a:gd name="connsiteX45" fmla="*/ 1073427 w 2790908"/>
              <a:gd name="connsiteY45" fmla="*/ 201564 h 784120"/>
              <a:gd name="connsiteX46" fmla="*/ 1081378 w 2790908"/>
              <a:gd name="connsiteY46" fmla="*/ 241320 h 784120"/>
              <a:gd name="connsiteX47" fmla="*/ 1097280 w 2790908"/>
              <a:gd name="connsiteY47" fmla="*/ 384444 h 784120"/>
              <a:gd name="connsiteX48" fmla="*/ 1105232 w 2790908"/>
              <a:gd name="connsiteY48" fmla="*/ 408298 h 784120"/>
              <a:gd name="connsiteX49" fmla="*/ 1113183 w 2790908"/>
              <a:gd name="connsiteY49" fmla="*/ 440103 h 784120"/>
              <a:gd name="connsiteX50" fmla="*/ 1129086 w 2790908"/>
              <a:gd name="connsiteY50" fmla="*/ 463957 h 784120"/>
              <a:gd name="connsiteX51" fmla="*/ 1137037 w 2790908"/>
              <a:gd name="connsiteY51" fmla="*/ 583226 h 784120"/>
              <a:gd name="connsiteX52" fmla="*/ 1144988 w 2790908"/>
              <a:gd name="connsiteY52" fmla="*/ 622983 h 784120"/>
              <a:gd name="connsiteX53" fmla="*/ 1152940 w 2790908"/>
              <a:gd name="connsiteY53" fmla="*/ 766106 h 784120"/>
              <a:gd name="connsiteX54" fmla="*/ 1160891 w 2790908"/>
              <a:gd name="connsiteY54" fmla="*/ 726350 h 784120"/>
              <a:gd name="connsiteX55" fmla="*/ 1192696 w 2790908"/>
              <a:gd name="connsiteY55" fmla="*/ 670691 h 784120"/>
              <a:gd name="connsiteX56" fmla="*/ 1200647 w 2790908"/>
              <a:gd name="connsiteY56" fmla="*/ 638885 h 784120"/>
              <a:gd name="connsiteX57" fmla="*/ 1208599 w 2790908"/>
              <a:gd name="connsiteY57" fmla="*/ 662739 h 784120"/>
              <a:gd name="connsiteX58" fmla="*/ 1224501 w 2790908"/>
              <a:gd name="connsiteY58" fmla="*/ 702496 h 784120"/>
              <a:gd name="connsiteX59" fmla="*/ 1240404 w 2790908"/>
              <a:gd name="connsiteY59" fmla="*/ 678642 h 784120"/>
              <a:gd name="connsiteX60" fmla="*/ 1248355 w 2790908"/>
              <a:gd name="connsiteY60" fmla="*/ 646837 h 784120"/>
              <a:gd name="connsiteX61" fmla="*/ 1272209 w 2790908"/>
              <a:gd name="connsiteY61" fmla="*/ 662739 h 784120"/>
              <a:gd name="connsiteX62" fmla="*/ 1280160 w 2790908"/>
              <a:gd name="connsiteY62" fmla="*/ 694544 h 784120"/>
              <a:gd name="connsiteX63" fmla="*/ 1288112 w 2790908"/>
              <a:gd name="connsiteY63" fmla="*/ 670691 h 784120"/>
              <a:gd name="connsiteX64" fmla="*/ 1296063 w 2790908"/>
              <a:gd name="connsiteY64" fmla="*/ 694544 h 784120"/>
              <a:gd name="connsiteX65" fmla="*/ 1311966 w 2790908"/>
              <a:gd name="connsiteY65" fmla="*/ 726350 h 784120"/>
              <a:gd name="connsiteX66" fmla="*/ 1327868 w 2790908"/>
              <a:gd name="connsiteY66" fmla="*/ 702496 h 784120"/>
              <a:gd name="connsiteX67" fmla="*/ 1335820 w 2790908"/>
              <a:gd name="connsiteY67" fmla="*/ 662739 h 784120"/>
              <a:gd name="connsiteX68" fmla="*/ 1359674 w 2790908"/>
              <a:gd name="connsiteY68" fmla="*/ 710447 h 784120"/>
              <a:gd name="connsiteX69" fmla="*/ 1391479 w 2790908"/>
              <a:gd name="connsiteY69" fmla="*/ 662739 h 784120"/>
              <a:gd name="connsiteX70" fmla="*/ 1415333 w 2790908"/>
              <a:gd name="connsiteY70" fmla="*/ 694544 h 784120"/>
              <a:gd name="connsiteX71" fmla="*/ 1423284 w 2790908"/>
              <a:gd name="connsiteY71" fmla="*/ 654788 h 784120"/>
              <a:gd name="connsiteX72" fmla="*/ 1447138 w 2790908"/>
              <a:gd name="connsiteY72" fmla="*/ 646837 h 784120"/>
              <a:gd name="connsiteX73" fmla="*/ 1455089 w 2790908"/>
              <a:gd name="connsiteY73" fmla="*/ 694544 h 784120"/>
              <a:gd name="connsiteX74" fmla="*/ 1463040 w 2790908"/>
              <a:gd name="connsiteY74" fmla="*/ 670691 h 784120"/>
              <a:gd name="connsiteX75" fmla="*/ 1494846 w 2790908"/>
              <a:gd name="connsiteY75" fmla="*/ 686593 h 784120"/>
              <a:gd name="connsiteX76" fmla="*/ 1502797 w 2790908"/>
              <a:gd name="connsiteY76" fmla="*/ 591178 h 784120"/>
              <a:gd name="connsiteX77" fmla="*/ 1534602 w 2790908"/>
              <a:gd name="connsiteY77" fmla="*/ 678642 h 784120"/>
              <a:gd name="connsiteX78" fmla="*/ 1550505 w 2790908"/>
              <a:gd name="connsiteY78" fmla="*/ 702496 h 784120"/>
              <a:gd name="connsiteX79" fmla="*/ 1606164 w 2790908"/>
              <a:gd name="connsiteY79" fmla="*/ 678642 h 784120"/>
              <a:gd name="connsiteX80" fmla="*/ 1653872 w 2790908"/>
              <a:gd name="connsiteY80" fmla="*/ 670691 h 784120"/>
              <a:gd name="connsiteX81" fmla="*/ 1669774 w 2790908"/>
              <a:gd name="connsiteY81" fmla="*/ 615031 h 784120"/>
              <a:gd name="connsiteX82" fmla="*/ 1685677 w 2790908"/>
              <a:gd name="connsiteY82" fmla="*/ 471908 h 784120"/>
              <a:gd name="connsiteX83" fmla="*/ 1701580 w 2790908"/>
              <a:gd name="connsiteY83" fmla="*/ 424200 h 784120"/>
              <a:gd name="connsiteX84" fmla="*/ 1709531 w 2790908"/>
              <a:gd name="connsiteY84" fmla="*/ 281077 h 784120"/>
              <a:gd name="connsiteX85" fmla="*/ 1741336 w 2790908"/>
              <a:gd name="connsiteY85" fmla="*/ 328784 h 784120"/>
              <a:gd name="connsiteX86" fmla="*/ 1749287 w 2790908"/>
              <a:gd name="connsiteY86" fmla="*/ 193612 h 784120"/>
              <a:gd name="connsiteX87" fmla="*/ 1757239 w 2790908"/>
              <a:gd name="connsiteY87" fmla="*/ 106148 h 784120"/>
              <a:gd name="connsiteX88" fmla="*/ 1765190 w 2790908"/>
              <a:gd name="connsiteY88" fmla="*/ 58440 h 784120"/>
              <a:gd name="connsiteX89" fmla="*/ 1804947 w 2790908"/>
              <a:gd name="connsiteY89" fmla="*/ 82294 h 784120"/>
              <a:gd name="connsiteX90" fmla="*/ 1812898 w 2790908"/>
              <a:gd name="connsiteY90" fmla="*/ 130002 h 784120"/>
              <a:gd name="connsiteX91" fmla="*/ 1828800 w 2790908"/>
              <a:gd name="connsiteY91" fmla="*/ 257223 h 784120"/>
              <a:gd name="connsiteX92" fmla="*/ 1852654 w 2790908"/>
              <a:gd name="connsiteY92" fmla="*/ 249271 h 784120"/>
              <a:gd name="connsiteX93" fmla="*/ 1860606 w 2790908"/>
              <a:gd name="connsiteY93" fmla="*/ 225418 h 784120"/>
              <a:gd name="connsiteX94" fmla="*/ 1876508 w 2790908"/>
              <a:gd name="connsiteY94" fmla="*/ 201564 h 784120"/>
              <a:gd name="connsiteX95" fmla="*/ 1884460 w 2790908"/>
              <a:gd name="connsiteY95" fmla="*/ 169758 h 784120"/>
              <a:gd name="connsiteX96" fmla="*/ 1900362 w 2790908"/>
              <a:gd name="connsiteY96" fmla="*/ 122051 h 784120"/>
              <a:gd name="connsiteX97" fmla="*/ 1924216 w 2790908"/>
              <a:gd name="connsiteY97" fmla="*/ 145904 h 784120"/>
              <a:gd name="connsiteX98" fmla="*/ 1932167 w 2790908"/>
              <a:gd name="connsiteY98" fmla="*/ 169758 h 784120"/>
              <a:gd name="connsiteX99" fmla="*/ 1979875 w 2790908"/>
              <a:gd name="connsiteY99" fmla="*/ 153856 h 784120"/>
              <a:gd name="connsiteX100" fmla="*/ 1963973 w 2790908"/>
              <a:gd name="connsiteY100" fmla="*/ 2781 h 784120"/>
              <a:gd name="connsiteX101" fmla="*/ 1979875 w 2790908"/>
              <a:gd name="connsiteY101" fmla="*/ 50489 h 784120"/>
              <a:gd name="connsiteX102" fmla="*/ 1995778 w 2790908"/>
              <a:gd name="connsiteY102" fmla="*/ 185661 h 784120"/>
              <a:gd name="connsiteX103" fmla="*/ 2003729 w 2790908"/>
              <a:gd name="connsiteY103" fmla="*/ 249271 h 784120"/>
              <a:gd name="connsiteX104" fmla="*/ 2019632 w 2790908"/>
              <a:gd name="connsiteY104" fmla="*/ 296979 h 784120"/>
              <a:gd name="connsiteX105" fmla="*/ 2035534 w 2790908"/>
              <a:gd name="connsiteY105" fmla="*/ 193612 h 784120"/>
              <a:gd name="connsiteX106" fmla="*/ 2043486 w 2790908"/>
              <a:gd name="connsiteY106" fmla="*/ 137953 h 784120"/>
              <a:gd name="connsiteX107" fmla="*/ 2059388 w 2790908"/>
              <a:gd name="connsiteY107" fmla="*/ 169758 h 784120"/>
              <a:gd name="connsiteX108" fmla="*/ 2122999 w 2790908"/>
              <a:gd name="connsiteY108" fmla="*/ 169758 h 784120"/>
              <a:gd name="connsiteX109" fmla="*/ 2146853 w 2790908"/>
              <a:gd name="connsiteY109" fmla="*/ 177710 h 784120"/>
              <a:gd name="connsiteX110" fmla="*/ 2178658 w 2790908"/>
              <a:gd name="connsiteY110" fmla="*/ 161807 h 784120"/>
              <a:gd name="connsiteX111" fmla="*/ 2194560 w 2790908"/>
              <a:gd name="connsiteY111" fmla="*/ 193612 h 784120"/>
              <a:gd name="connsiteX112" fmla="*/ 2210463 w 2790908"/>
              <a:gd name="connsiteY112" fmla="*/ 217466 h 784120"/>
              <a:gd name="connsiteX113" fmla="*/ 2218414 w 2790908"/>
              <a:gd name="connsiteY113" fmla="*/ 249271 h 784120"/>
              <a:gd name="connsiteX114" fmla="*/ 2234317 w 2790908"/>
              <a:gd name="connsiteY114" fmla="*/ 281077 h 784120"/>
              <a:gd name="connsiteX115" fmla="*/ 2242268 w 2790908"/>
              <a:gd name="connsiteY115" fmla="*/ 344687 h 784120"/>
              <a:gd name="connsiteX116" fmla="*/ 2250220 w 2790908"/>
              <a:gd name="connsiteY116" fmla="*/ 384444 h 784120"/>
              <a:gd name="connsiteX117" fmla="*/ 2258171 w 2790908"/>
              <a:gd name="connsiteY117" fmla="*/ 471908 h 784120"/>
              <a:gd name="connsiteX118" fmla="*/ 2266122 w 2790908"/>
              <a:gd name="connsiteY118" fmla="*/ 511664 h 784120"/>
              <a:gd name="connsiteX119" fmla="*/ 2274074 w 2790908"/>
              <a:gd name="connsiteY119" fmla="*/ 583226 h 784120"/>
              <a:gd name="connsiteX120" fmla="*/ 2289976 w 2790908"/>
              <a:gd name="connsiteY120" fmla="*/ 615031 h 784120"/>
              <a:gd name="connsiteX121" fmla="*/ 2297927 w 2790908"/>
              <a:gd name="connsiteY121" fmla="*/ 638885 h 784120"/>
              <a:gd name="connsiteX122" fmla="*/ 2313830 w 2790908"/>
              <a:gd name="connsiteY122" fmla="*/ 742252 h 784120"/>
              <a:gd name="connsiteX123" fmla="*/ 2321781 w 2790908"/>
              <a:gd name="connsiteY123" fmla="*/ 782009 h 784120"/>
              <a:gd name="connsiteX124" fmla="*/ 2353587 w 2790908"/>
              <a:gd name="connsiteY124" fmla="*/ 774058 h 784120"/>
              <a:gd name="connsiteX125" fmla="*/ 2401294 w 2790908"/>
              <a:gd name="connsiteY125" fmla="*/ 758155 h 784120"/>
              <a:gd name="connsiteX126" fmla="*/ 2409246 w 2790908"/>
              <a:gd name="connsiteY126" fmla="*/ 734301 h 784120"/>
              <a:gd name="connsiteX127" fmla="*/ 2417197 w 2790908"/>
              <a:gd name="connsiteY127" fmla="*/ 702496 h 784120"/>
              <a:gd name="connsiteX128" fmla="*/ 2472856 w 2790908"/>
              <a:gd name="connsiteY128" fmla="*/ 630934 h 784120"/>
              <a:gd name="connsiteX129" fmla="*/ 2496710 w 2790908"/>
              <a:gd name="connsiteY129" fmla="*/ 583226 h 784120"/>
              <a:gd name="connsiteX130" fmla="*/ 2512613 w 2790908"/>
              <a:gd name="connsiteY130" fmla="*/ 615031 h 784120"/>
              <a:gd name="connsiteX131" fmla="*/ 2520564 w 2790908"/>
              <a:gd name="connsiteY131" fmla="*/ 686593 h 784120"/>
              <a:gd name="connsiteX132" fmla="*/ 2528515 w 2790908"/>
              <a:gd name="connsiteY132" fmla="*/ 662739 h 784120"/>
              <a:gd name="connsiteX133" fmla="*/ 2544418 w 2790908"/>
              <a:gd name="connsiteY133" fmla="*/ 638885 h 784120"/>
              <a:gd name="connsiteX134" fmla="*/ 2568272 w 2790908"/>
              <a:gd name="connsiteY134" fmla="*/ 654788 h 784120"/>
              <a:gd name="connsiteX135" fmla="*/ 2600077 w 2790908"/>
              <a:gd name="connsiteY135" fmla="*/ 662739 h 784120"/>
              <a:gd name="connsiteX136" fmla="*/ 2623931 w 2790908"/>
              <a:gd name="connsiteY136" fmla="*/ 670691 h 784120"/>
              <a:gd name="connsiteX137" fmla="*/ 2655736 w 2790908"/>
              <a:gd name="connsiteY137" fmla="*/ 662739 h 784120"/>
              <a:gd name="connsiteX138" fmla="*/ 2671639 w 2790908"/>
              <a:gd name="connsiteY138" fmla="*/ 630934 h 784120"/>
              <a:gd name="connsiteX139" fmla="*/ 2695493 w 2790908"/>
              <a:gd name="connsiteY139" fmla="*/ 654788 h 784120"/>
              <a:gd name="connsiteX140" fmla="*/ 2743200 w 2790908"/>
              <a:gd name="connsiteY140" fmla="*/ 662739 h 784120"/>
              <a:gd name="connsiteX141" fmla="*/ 2790908 w 2790908"/>
              <a:gd name="connsiteY141" fmla="*/ 678642 h 784120"/>
              <a:gd name="connsiteX0" fmla="*/ 0 w 2790908"/>
              <a:gd name="connsiteY0" fmla="*/ 662739 h 784120"/>
              <a:gd name="connsiteX1" fmla="*/ 47708 w 2790908"/>
              <a:gd name="connsiteY1" fmla="*/ 654788 h 784120"/>
              <a:gd name="connsiteX2" fmla="*/ 55660 w 2790908"/>
              <a:gd name="connsiteY2" fmla="*/ 678642 h 784120"/>
              <a:gd name="connsiteX3" fmla="*/ 87465 w 2790908"/>
              <a:gd name="connsiteY3" fmla="*/ 670691 h 784120"/>
              <a:gd name="connsiteX4" fmla="*/ 111319 w 2790908"/>
              <a:gd name="connsiteY4" fmla="*/ 654788 h 784120"/>
              <a:gd name="connsiteX5" fmla="*/ 174929 w 2790908"/>
              <a:gd name="connsiteY5" fmla="*/ 670691 h 784120"/>
              <a:gd name="connsiteX6" fmla="*/ 206734 w 2790908"/>
              <a:gd name="connsiteY6" fmla="*/ 678642 h 784120"/>
              <a:gd name="connsiteX7" fmla="*/ 238540 w 2790908"/>
              <a:gd name="connsiteY7" fmla="*/ 686593 h 784120"/>
              <a:gd name="connsiteX8" fmla="*/ 262394 w 2790908"/>
              <a:gd name="connsiteY8" fmla="*/ 686593 h 784120"/>
              <a:gd name="connsiteX9" fmla="*/ 286247 w 2790908"/>
              <a:gd name="connsiteY9" fmla="*/ 694544 h 784120"/>
              <a:gd name="connsiteX10" fmla="*/ 310101 w 2790908"/>
              <a:gd name="connsiteY10" fmla="*/ 686593 h 784120"/>
              <a:gd name="connsiteX11" fmla="*/ 349858 w 2790908"/>
              <a:gd name="connsiteY11" fmla="*/ 662739 h 784120"/>
              <a:gd name="connsiteX12" fmla="*/ 405517 w 2790908"/>
              <a:gd name="connsiteY12" fmla="*/ 694544 h 784120"/>
              <a:gd name="connsiteX13" fmla="*/ 413468 w 2790908"/>
              <a:gd name="connsiteY13" fmla="*/ 670691 h 784120"/>
              <a:gd name="connsiteX14" fmla="*/ 461176 w 2790908"/>
              <a:gd name="connsiteY14" fmla="*/ 678642 h 784120"/>
              <a:gd name="connsiteX15" fmla="*/ 492981 w 2790908"/>
              <a:gd name="connsiteY15" fmla="*/ 718398 h 784120"/>
              <a:gd name="connsiteX16" fmla="*/ 508884 w 2790908"/>
              <a:gd name="connsiteY16" fmla="*/ 694544 h 784120"/>
              <a:gd name="connsiteX17" fmla="*/ 516835 w 2790908"/>
              <a:gd name="connsiteY17" fmla="*/ 670691 h 784120"/>
              <a:gd name="connsiteX18" fmla="*/ 540689 w 2790908"/>
              <a:gd name="connsiteY18" fmla="*/ 662739 h 784120"/>
              <a:gd name="connsiteX19" fmla="*/ 564543 w 2790908"/>
              <a:gd name="connsiteY19" fmla="*/ 646837 h 784120"/>
              <a:gd name="connsiteX20" fmla="*/ 572494 w 2790908"/>
              <a:gd name="connsiteY20" fmla="*/ 511664 h 784120"/>
              <a:gd name="connsiteX21" fmla="*/ 588397 w 2790908"/>
              <a:gd name="connsiteY21" fmla="*/ 487811 h 784120"/>
              <a:gd name="connsiteX22" fmla="*/ 596348 w 2790908"/>
              <a:gd name="connsiteY22" fmla="*/ 456005 h 784120"/>
              <a:gd name="connsiteX23" fmla="*/ 588397 w 2790908"/>
              <a:gd name="connsiteY23" fmla="*/ 233369 h 784120"/>
              <a:gd name="connsiteX24" fmla="*/ 604300 w 2790908"/>
              <a:gd name="connsiteY24" fmla="*/ 209515 h 784120"/>
              <a:gd name="connsiteX25" fmla="*/ 620202 w 2790908"/>
              <a:gd name="connsiteY25" fmla="*/ 137953 h 784120"/>
              <a:gd name="connsiteX26" fmla="*/ 644056 w 2790908"/>
              <a:gd name="connsiteY26" fmla="*/ 74343 h 784120"/>
              <a:gd name="connsiteX27" fmla="*/ 667910 w 2790908"/>
              <a:gd name="connsiteY27" fmla="*/ 58440 h 784120"/>
              <a:gd name="connsiteX28" fmla="*/ 707667 w 2790908"/>
              <a:gd name="connsiteY28" fmla="*/ 98197 h 784120"/>
              <a:gd name="connsiteX29" fmla="*/ 723569 w 2790908"/>
              <a:gd name="connsiteY29" fmla="*/ 122051 h 784120"/>
              <a:gd name="connsiteX30" fmla="*/ 755374 w 2790908"/>
              <a:gd name="connsiteY30" fmla="*/ 169758 h 784120"/>
              <a:gd name="connsiteX31" fmla="*/ 779228 w 2790908"/>
              <a:gd name="connsiteY31" fmla="*/ 153856 h 784120"/>
              <a:gd name="connsiteX32" fmla="*/ 818985 w 2790908"/>
              <a:gd name="connsiteY32" fmla="*/ 122051 h 784120"/>
              <a:gd name="connsiteX33" fmla="*/ 842839 w 2790908"/>
              <a:gd name="connsiteY33" fmla="*/ 137953 h 784120"/>
              <a:gd name="connsiteX34" fmla="*/ 874644 w 2790908"/>
              <a:gd name="connsiteY34" fmla="*/ 130002 h 784120"/>
              <a:gd name="connsiteX35" fmla="*/ 906449 w 2790908"/>
              <a:gd name="connsiteY35" fmla="*/ 153856 h 784120"/>
              <a:gd name="connsiteX36" fmla="*/ 938254 w 2790908"/>
              <a:gd name="connsiteY36" fmla="*/ 106148 h 784120"/>
              <a:gd name="connsiteX37" fmla="*/ 946206 w 2790908"/>
              <a:gd name="connsiteY37" fmla="*/ 130002 h 784120"/>
              <a:gd name="connsiteX38" fmla="*/ 970060 w 2790908"/>
              <a:gd name="connsiteY38" fmla="*/ 66391 h 784120"/>
              <a:gd name="connsiteX39" fmla="*/ 985962 w 2790908"/>
              <a:gd name="connsiteY39" fmla="*/ 130002 h 784120"/>
              <a:gd name="connsiteX40" fmla="*/ 993914 w 2790908"/>
              <a:gd name="connsiteY40" fmla="*/ 185661 h 784120"/>
              <a:gd name="connsiteX41" fmla="*/ 1009816 w 2790908"/>
              <a:gd name="connsiteY41" fmla="*/ 233369 h 784120"/>
              <a:gd name="connsiteX42" fmla="*/ 1017767 w 2790908"/>
              <a:gd name="connsiteY42" fmla="*/ 201564 h 784120"/>
              <a:gd name="connsiteX43" fmla="*/ 1033670 w 2790908"/>
              <a:gd name="connsiteY43" fmla="*/ 177710 h 784120"/>
              <a:gd name="connsiteX44" fmla="*/ 1041621 w 2790908"/>
              <a:gd name="connsiteY44" fmla="*/ 153856 h 784120"/>
              <a:gd name="connsiteX45" fmla="*/ 1073427 w 2790908"/>
              <a:gd name="connsiteY45" fmla="*/ 201564 h 784120"/>
              <a:gd name="connsiteX46" fmla="*/ 1081378 w 2790908"/>
              <a:gd name="connsiteY46" fmla="*/ 241320 h 784120"/>
              <a:gd name="connsiteX47" fmla="*/ 1097280 w 2790908"/>
              <a:gd name="connsiteY47" fmla="*/ 384444 h 784120"/>
              <a:gd name="connsiteX48" fmla="*/ 1105232 w 2790908"/>
              <a:gd name="connsiteY48" fmla="*/ 408298 h 784120"/>
              <a:gd name="connsiteX49" fmla="*/ 1113183 w 2790908"/>
              <a:gd name="connsiteY49" fmla="*/ 440103 h 784120"/>
              <a:gd name="connsiteX50" fmla="*/ 1129086 w 2790908"/>
              <a:gd name="connsiteY50" fmla="*/ 463957 h 784120"/>
              <a:gd name="connsiteX51" fmla="*/ 1137037 w 2790908"/>
              <a:gd name="connsiteY51" fmla="*/ 583226 h 784120"/>
              <a:gd name="connsiteX52" fmla="*/ 1144988 w 2790908"/>
              <a:gd name="connsiteY52" fmla="*/ 622983 h 784120"/>
              <a:gd name="connsiteX53" fmla="*/ 1152940 w 2790908"/>
              <a:gd name="connsiteY53" fmla="*/ 766106 h 784120"/>
              <a:gd name="connsiteX54" fmla="*/ 1160891 w 2790908"/>
              <a:gd name="connsiteY54" fmla="*/ 726350 h 784120"/>
              <a:gd name="connsiteX55" fmla="*/ 1192696 w 2790908"/>
              <a:gd name="connsiteY55" fmla="*/ 670691 h 784120"/>
              <a:gd name="connsiteX56" fmla="*/ 1200647 w 2790908"/>
              <a:gd name="connsiteY56" fmla="*/ 638885 h 784120"/>
              <a:gd name="connsiteX57" fmla="*/ 1208599 w 2790908"/>
              <a:gd name="connsiteY57" fmla="*/ 662739 h 784120"/>
              <a:gd name="connsiteX58" fmla="*/ 1224501 w 2790908"/>
              <a:gd name="connsiteY58" fmla="*/ 702496 h 784120"/>
              <a:gd name="connsiteX59" fmla="*/ 1240404 w 2790908"/>
              <a:gd name="connsiteY59" fmla="*/ 678642 h 784120"/>
              <a:gd name="connsiteX60" fmla="*/ 1248355 w 2790908"/>
              <a:gd name="connsiteY60" fmla="*/ 646837 h 784120"/>
              <a:gd name="connsiteX61" fmla="*/ 1272209 w 2790908"/>
              <a:gd name="connsiteY61" fmla="*/ 662739 h 784120"/>
              <a:gd name="connsiteX62" fmla="*/ 1280160 w 2790908"/>
              <a:gd name="connsiteY62" fmla="*/ 694544 h 784120"/>
              <a:gd name="connsiteX63" fmla="*/ 1288112 w 2790908"/>
              <a:gd name="connsiteY63" fmla="*/ 670691 h 784120"/>
              <a:gd name="connsiteX64" fmla="*/ 1296063 w 2790908"/>
              <a:gd name="connsiteY64" fmla="*/ 694544 h 784120"/>
              <a:gd name="connsiteX65" fmla="*/ 1311966 w 2790908"/>
              <a:gd name="connsiteY65" fmla="*/ 726350 h 784120"/>
              <a:gd name="connsiteX66" fmla="*/ 1327868 w 2790908"/>
              <a:gd name="connsiteY66" fmla="*/ 702496 h 784120"/>
              <a:gd name="connsiteX67" fmla="*/ 1335820 w 2790908"/>
              <a:gd name="connsiteY67" fmla="*/ 662739 h 784120"/>
              <a:gd name="connsiteX68" fmla="*/ 1359674 w 2790908"/>
              <a:gd name="connsiteY68" fmla="*/ 710447 h 784120"/>
              <a:gd name="connsiteX69" fmla="*/ 1391479 w 2790908"/>
              <a:gd name="connsiteY69" fmla="*/ 662739 h 784120"/>
              <a:gd name="connsiteX70" fmla="*/ 1415333 w 2790908"/>
              <a:gd name="connsiteY70" fmla="*/ 694544 h 784120"/>
              <a:gd name="connsiteX71" fmla="*/ 1423284 w 2790908"/>
              <a:gd name="connsiteY71" fmla="*/ 654788 h 784120"/>
              <a:gd name="connsiteX72" fmla="*/ 1447138 w 2790908"/>
              <a:gd name="connsiteY72" fmla="*/ 646837 h 784120"/>
              <a:gd name="connsiteX73" fmla="*/ 1455089 w 2790908"/>
              <a:gd name="connsiteY73" fmla="*/ 694544 h 784120"/>
              <a:gd name="connsiteX74" fmla="*/ 1463040 w 2790908"/>
              <a:gd name="connsiteY74" fmla="*/ 670691 h 784120"/>
              <a:gd name="connsiteX75" fmla="*/ 1494846 w 2790908"/>
              <a:gd name="connsiteY75" fmla="*/ 686593 h 784120"/>
              <a:gd name="connsiteX76" fmla="*/ 1502797 w 2790908"/>
              <a:gd name="connsiteY76" fmla="*/ 591178 h 784120"/>
              <a:gd name="connsiteX77" fmla="*/ 1534602 w 2790908"/>
              <a:gd name="connsiteY77" fmla="*/ 678642 h 784120"/>
              <a:gd name="connsiteX78" fmla="*/ 1550505 w 2790908"/>
              <a:gd name="connsiteY78" fmla="*/ 702496 h 784120"/>
              <a:gd name="connsiteX79" fmla="*/ 1606164 w 2790908"/>
              <a:gd name="connsiteY79" fmla="*/ 678642 h 784120"/>
              <a:gd name="connsiteX80" fmla="*/ 1653872 w 2790908"/>
              <a:gd name="connsiteY80" fmla="*/ 670691 h 784120"/>
              <a:gd name="connsiteX81" fmla="*/ 1669774 w 2790908"/>
              <a:gd name="connsiteY81" fmla="*/ 615031 h 784120"/>
              <a:gd name="connsiteX82" fmla="*/ 1685677 w 2790908"/>
              <a:gd name="connsiteY82" fmla="*/ 471908 h 784120"/>
              <a:gd name="connsiteX83" fmla="*/ 1701580 w 2790908"/>
              <a:gd name="connsiteY83" fmla="*/ 424200 h 784120"/>
              <a:gd name="connsiteX84" fmla="*/ 1709531 w 2790908"/>
              <a:gd name="connsiteY84" fmla="*/ 281077 h 784120"/>
              <a:gd name="connsiteX85" fmla="*/ 1765190 w 2790908"/>
              <a:gd name="connsiteY85" fmla="*/ 328784 h 784120"/>
              <a:gd name="connsiteX86" fmla="*/ 1749287 w 2790908"/>
              <a:gd name="connsiteY86" fmla="*/ 193612 h 784120"/>
              <a:gd name="connsiteX87" fmla="*/ 1757239 w 2790908"/>
              <a:gd name="connsiteY87" fmla="*/ 106148 h 784120"/>
              <a:gd name="connsiteX88" fmla="*/ 1765190 w 2790908"/>
              <a:gd name="connsiteY88" fmla="*/ 58440 h 784120"/>
              <a:gd name="connsiteX89" fmla="*/ 1804947 w 2790908"/>
              <a:gd name="connsiteY89" fmla="*/ 82294 h 784120"/>
              <a:gd name="connsiteX90" fmla="*/ 1812898 w 2790908"/>
              <a:gd name="connsiteY90" fmla="*/ 130002 h 784120"/>
              <a:gd name="connsiteX91" fmla="*/ 1828800 w 2790908"/>
              <a:gd name="connsiteY91" fmla="*/ 257223 h 784120"/>
              <a:gd name="connsiteX92" fmla="*/ 1852654 w 2790908"/>
              <a:gd name="connsiteY92" fmla="*/ 249271 h 784120"/>
              <a:gd name="connsiteX93" fmla="*/ 1860606 w 2790908"/>
              <a:gd name="connsiteY93" fmla="*/ 225418 h 784120"/>
              <a:gd name="connsiteX94" fmla="*/ 1876508 w 2790908"/>
              <a:gd name="connsiteY94" fmla="*/ 201564 h 784120"/>
              <a:gd name="connsiteX95" fmla="*/ 1884460 w 2790908"/>
              <a:gd name="connsiteY95" fmla="*/ 169758 h 784120"/>
              <a:gd name="connsiteX96" fmla="*/ 1900362 w 2790908"/>
              <a:gd name="connsiteY96" fmla="*/ 122051 h 784120"/>
              <a:gd name="connsiteX97" fmla="*/ 1924216 w 2790908"/>
              <a:gd name="connsiteY97" fmla="*/ 145904 h 784120"/>
              <a:gd name="connsiteX98" fmla="*/ 1932167 w 2790908"/>
              <a:gd name="connsiteY98" fmla="*/ 169758 h 784120"/>
              <a:gd name="connsiteX99" fmla="*/ 1979875 w 2790908"/>
              <a:gd name="connsiteY99" fmla="*/ 153856 h 784120"/>
              <a:gd name="connsiteX100" fmla="*/ 1963973 w 2790908"/>
              <a:gd name="connsiteY100" fmla="*/ 2781 h 784120"/>
              <a:gd name="connsiteX101" fmla="*/ 1979875 w 2790908"/>
              <a:gd name="connsiteY101" fmla="*/ 50489 h 784120"/>
              <a:gd name="connsiteX102" fmla="*/ 1995778 w 2790908"/>
              <a:gd name="connsiteY102" fmla="*/ 185661 h 784120"/>
              <a:gd name="connsiteX103" fmla="*/ 2003729 w 2790908"/>
              <a:gd name="connsiteY103" fmla="*/ 249271 h 784120"/>
              <a:gd name="connsiteX104" fmla="*/ 2019632 w 2790908"/>
              <a:gd name="connsiteY104" fmla="*/ 296979 h 784120"/>
              <a:gd name="connsiteX105" fmla="*/ 2035534 w 2790908"/>
              <a:gd name="connsiteY105" fmla="*/ 193612 h 784120"/>
              <a:gd name="connsiteX106" fmla="*/ 2043486 w 2790908"/>
              <a:gd name="connsiteY106" fmla="*/ 137953 h 784120"/>
              <a:gd name="connsiteX107" fmla="*/ 2059388 w 2790908"/>
              <a:gd name="connsiteY107" fmla="*/ 169758 h 784120"/>
              <a:gd name="connsiteX108" fmla="*/ 2122999 w 2790908"/>
              <a:gd name="connsiteY108" fmla="*/ 169758 h 784120"/>
              <a:gd name="connsiteX109" fmla="*/ 2146853 w 2790908"/>
              <a:gd name="connsiteY109" fmla="*/ 177710 h 784120"/>
              <a:gd name="connsiteX110" fmla="*/ 2178658 w 2790908"/>
              <a:gd name="connsiteY110" fmla="*/ 161807 h 784120"/>
              <a:gd name="connsiteX111" fmla="*/ 2194560 w 2790908"/>
              <a:gd name="connsiteY111" fmla="*/ 193612 h 784120"/>
              <a:gd name="connsiteX112" fmla="*/ 2210463 w 2790908"/>
              <a:gd name="connsiteY112" fmla="*/ 217466 h 784120"/>
              <a:gd name="connsiteX113" fmla="*/ 2218414 w 2790908"/>
              <a:gd name="connsiteY113" fmla="*/ 249271 h 784120"/>
              <a:gd name="connsiteX114" fmla="*/ 2234317 w 2790908"/>
              <a:gd name="connsiteY114" fmla="*/ 281077 h 784120"/>
              <a:gd name="connsiteX115" fmla="*/ 2242268 w 2790908"/>
              <a:gd name="connsiteY115" fmla="*/ 344687 h 784120"/>
              <a:gd name="connsiteX116" fmla="*/ 2250220 w 2790908"/>
              <a:gd name="connsiteY116" fmla="*/ 384444 h 784120"/>
              <a:gd name="connsiteX117" fmla="*/ 2258171 w 2790908"/>
              <a:gd name="connsiteY117" fmla="*/ 471908 h 784120"/>
              <a:gd name="connsiteX118" fmla="*/ 2266122 w 2790908"/>
              <a:gd name="connsiteY118" fmla="*/ 511664 h 784120"/>
              <a:gd name="connsiteX119" fmla="*/ 2274074 w 2790908"/>
              <a:gd name="connsiteY119" fmla="*/ 583226 h 784120"/>
              <a:gd name="connsiteX120" fmla="*/ 2289976 w 2790908"/>
              <a:gd name="connsiteY120" fmla="*/ 615031 h 784120"/>
              <a:gd name="connsiteX121" fmla="*/ 2297927 w 2790908"/>
              <a:gd name="connsiteY121" fmla="*/ 638885 h 784120"/>
              <a:gd name="connsiteX122" fmla="*/ 2313830 w 2790908"/>
              <a:gd name="connsiteY122" fmla="*/ 742252 h 784120"/>
              <a:gd name="connsiteX123" fmla="*/ 2321781 w 2790908"/>
              <a:gd name="connsiteY123" fmla="*/ 782009 h 784120"/>
              <a:gd name="connsiteX124" fmla="*/ 2353587 w 2790908"/>
              <a:gd name="connsiteY124" fmla="*/ 774058 h 784120"/>
              <a:gd name="connsiteX125" fmla="*/ 2401294 w 2790908"/>
              <a:gd name="connsiteY125" fmla="*/ 758155 h 784120"/>
              <a:gd name="connsiteX126" fmla="*/ 2409246 w 2790908"/>
              <a:gd name="connsiteY126" fmla="*/ 734301 h 784120"/>
              <a:gd name="connsiteX127" fmla="*/ 2417197 w 2790908"/>
              <a:gd name="connsiteY127" fmla="*/ 702496 h 784120"/>
              <a:gd name="connsiteX128" fmla="*/ 2472856 w 2790908"/>
              <a:gd name="connsiteY128" fmla="*/ 630934 h 784120"/>
              <a:gd name="connsiteX129" fmla="*/ 2496710 w 2790908"/>
              <a:gd name="connsiteY129" fmla="*/ 583226 h 784120"/>
              <a:gd name="connsiteX130" fmla="*/ 2512613 w 2790908"/>
              <a:gd name="connsiteY130" fmla="*/ 615031 h 784120"/>
              <a:gd name="connsiteX131" fmla="*/ 2520564 w 2790908"/>
              <a:gd name="connsiteY131" fmla="*/ 686593 h 784120"/>
              <a:gd name="connsiteX132" fmla="*/ 2528515 w 2790908"/>
              <a:gd name="connsiteY132" fmla="*/ 662739 h 784120"/>
              <a:gd name="connsiteX133" fmla="*/ 2544418 w 2790908"/>
              <a:gd name="connsiteY133" fmla="*/ 638885 h 784120"/>
              <a:gd name="connsiteX134" fmla="*/ 2568272 w 2790908"/>
              <a:gd name="connsiteY134" fmla="*/ 654788 h 784120"/>
              <a:gd name="connsiteX135" fmla="*/ 2600077 w 2790908"/>
              <a:gd name="connsiteY135" fmla="*/ 662739 h 784120"/>
              <a:gd name="connsiteX136" fmla="*/ 2623931 w 2790908"/>
              <a:gd name="connsiteY136" fmla="*/ 670691 h 784120"/>
              <a:gd name="connsiteX137" fmla="*/ 2655736 w 2790908"/>
              <a:gd name="connsiteY137" fmla="*/ 662739 h 784120"/>
              <a:gd name="connsiteX138" fmla="*/ 2671639 w 2790908"/>
              <a:gd name="connsiteY138" fmla="*/ 630934 h 784120"/>
              <a:gd name="connsiteX139" fmla="*/ 2695493 w 2790908"/>
              <a:gd name="connsiteY139" fmla="*/ 654788 h 784120"/>
              <a:gd name="connsiteX140" fmla="*/ 2743200 w 2790908"/>
              <a:gd name="connsiteY140" fmla="*/ 662739 h 784120"/>
              <a:gd name="connsiteX141" fmla="*/ 2790908 w 2790908"/>
              <a:gd name="connsiteY141" fmla="*/ 678642 h 784120"/>
              <a:gd name="connsiteX0" fmla="*/ 0 w 2790908"/>
              <a:gd name="connsiteY0" fmla="*/ 662739 h 784120"/>
              <a:gd name="connsiteX1" fmla="*/ 47708 w 2790908"/>
              <a:gd name="connsiteY1" fmla="*/ 654788 h 784120"/>
              <a:gd name="connsiteX2" fmla="*/ 55660 w 2790908"/>
              <a:gd name="connsiteY2" fmla="*/ 678642 h 784120"/>
              <a:gd name="connsiteX3" fmla="*/ 87465 w 2790908"/>
              <a:gd name="connsiteY3" fmla="*/ 670691 h 784120"/>
              <a:gd name="connsiteX4" fmla="*/ 111319 w 2790908"/>
              <a:gd name="connsiteY4" fmla="*/ 654788 h 784120"/>
              <a:gd name="connsiteX5" fmla="*/ 174929 w 2790908"/>
              <a:gd name="connsiteY5" fmla="*/ 670691 h 784120"/>
              <a:gd name="connsiteX6" fmla="*/ 206734 w 2790908"/>
              <a:gd name="connsiteY6" fmla="*/ 678642 h 784120"/>
              <a:gd name="connsiteX7" fmla="*/ 238540 w 2790908"/>
              <a:gd name="connsiteY7" fmla="*/ 686593 h 784120"/>
              <a:gd name="connsiteX8" fmla="*/ 262394 w 2790908"/>
              <a:gd name="connsiteY8" fmla="*/ 686593 h 784120"/>
              <a:gd name="connsiteX9" fmla="*/ 286247 w 2790908"/>
              <a:gd name="connsiteY9" fmla="*/ 694544 h 784120"/>
              <a:gd name="connsiteX10" fmla="*/ 310101 w 2790908"/>
              <a:gd name="connsiteY10" fmla="*/ 686593 h 784120"/>
              <a:gd name="connsiteX11" fmla="*/ 349858 w 2790908"/>
              <a:gd name="connsiteY11" fmla="*/ 662739 h 784120"/>
              <a:gd name="connsiteX12" fmla="*/ 405517 w 2790908"/>
              <a:gd name="connsiteY12" fmla="*/ 694544 h 784120"/>
              <a:gd name="connsiteX13" fmla="*/ 413468 w 2790908"/>
              <a:gd name="connsiteY13" fmla="*/ 670691 h 784120"/>
              <a:gd name="connsiteX14" fmla="*/ 461176 w 2790908"/>
              <a:gd name="connsiteY14" fmla="*/ 678642 h 784120"/>
              <a:gd name="connsiteX15" fmla="*/ 492981 w 2790908"/>
              <a:gd name="connsiteY15" fmla="*/ 718398 h 784120"/>
              <a:gd name="connsiteX16" fmla="*/ 508884 w 2790908"/>
              <a:gd name="connsiteY16" fmla="*/ 694544 h 784120"/>
              <a:gd name="connsiteX17" fmla="*/ 516835 w 2790908"/>
              <a:gd name="connsiteY17" fmla="*/ 670691 h 784120"/>
              <a:gd name="connsiteX18" fmla="*/ 540689 w 2790908"/>
              <a:gd name="connsiteY18" fmla="*/ 662739 h 784120"/>
              <a:gd name="connsiteX19" fmla="*/ 564543 w 2790908"/>
              <a:gd name="connsiteY19" fmla="*/ 646837 h 784120"/>
              <a:gd name="connsiteX20" fmla="*/ 572494 w 2790908"/>
              <a:gd name="connsiteY20" fmla="*/ 511664 h 784120"/>
              <a:gd name="connsiteX21" fmla="*/ 588397 w 2790908"/>
              <a:gd name="connsiteY21" fmla="*/ 487811 h 784120"/>
              <a:gd name="connsiteX22" fmla="*/ 596348 w 2790908"/>
              <a:gd name="connsiteY22" fmla="*/ 456005 h 784120"/>
              <a:gd name="connsiteX23" fmla="*/ 588397 w 2790908"/>
              <a:gd name="connsiteY23" fmla="*/ 233369 h 784120"/>
              <a:gd name="connsiteX24" fmla="*/ 604300 w 2790908"/>
              <a:gd name="connsiteY24" fmla="*/ 209515 h 784120"/>
              <a:gd name="connsiteX25" fmla="*/ 620202 w 2790908"/>
              <a:gd name="connsiteY25" fmla="*/ 137953 h 784120"/>
              <a:gd name="connsiteX26" fmla="*/ 644056 w 2790908"/>
              <a:gd name="connsiteY26" fmla="*/ 74343 h 784120"/>
              <a:gd name="connsiteX27" fmla="*/ 667910 w 2790908"/>
              <a:gd name="connsiteY27" fmla="*/ 58440 h 784120"/>
              <a:gd name="connsiteX28" fmla="*/ 707667 w 2790908"/>
              <a:gd name="connsiteY28" fmla="*/ 98197 h 784120"/>
              <a:gd name="connsiteX29" fmla="*/ 723569 w 2790908"/>
              <a:gd name="connsiteY29" fmla="*/ 122051 h 784120"/>
              <a:gd name="connsiteX30" fmla="*/ 755374 w 2790908"/>
              <a:gd name="connsiteY30" fmla="*/ 169758 h 784120"/>
              <a:gd name="connsiteX31" fmla="*/ 779228 w 2790908"/>
              <a:gd name="connsiteY31" fmla="*/ 153856 h 784120"/>
              <a:gd name="connsiteX32" fmla="*/ 818985 w 2790908"/>
              <a:gd name="connsiteY32" fmla="*/ 122051 h 784120"/>
              <a:gd name="connsiteX33" fmla="*/ 842839 w 2790908"/>
              <a:gd name="connsiteY33" fmla="*/ 137953 h 784120"/>
              <a:gd name="connsiteX34" fmla="*/ 874644 w 2790908"/>
              <a:gd name="connsiteY34" fmla="*/ 130002 h 784120"/>
              <a:gd name="connsiteX35" fmla="*/ 906449 w 2790908"/>
              <a:gd name="connsiteY35" fmla="*/ 153856 h 784120"/>
              <a:gd name="connsiteX36" fmla="*/ 938254 w 2790908"/>
              <a:gd name="connsiteY36" fmla="*/ 106148 h 784120"/>
              <a:gd name="connsiteX37" fmla="*/ 946206 w 2790908"/>
              <a:gd name="connsiteY37" fmla="*/ 130002 h 784120"/>
              <a:gd name="connsiteX38" fmla="*/ 970060 w 2790908"/>
              <a:gd name="connsiteY38" fmla="*/ 66391 h 784120"/>
              <a:gd name="connsiteX39" fmla="*/ 985962 w 2790908"/>
              <a:gd name="connsiteY39" fmla="*/ 130002 h 784120"/>
              <a:gd name="connsiteX40" fmla="*/ 993914 w 2790908"/>
              <a:gd name="connsiteY40" fmla="*/ 185661 h 784120"/>
              <a:gd name="connsiteX41" fmla="*/ 1009816 w 2790908"/>
              <a:gd name="connsiteY41" fmla="*/ 233369 h 784120"/>
              <a:gd name="connsiteX42" fmla="*/ 1017767 w 2790908"/>
              <a:gd name="connsiteY42" fmla="*/ 201564 h 784120"/>
              <a:gd name="connsiteX43" fmla="*/ 1033670 w 2790908"/>
              <a:gd name="connsiteY43" fmla="*/ 177710 h 784120"/>
              <a:gd name="connsiteX44" fmla="*/ 1041621 w 2790908"/>
              <a:gd name="connsiteY44" fmla="*/ 153856 h 784120"/>
              <a:gd name="connsiteX45" fmla="*/ 1073427 w 2790908"/>
              <a:gd name="connsiteY45" fmla="*/ 201564 h 784120"/>
              <a:gd name="connsiteX46" fmla="*/ 1081378 w 2790908"/>
              <a:gd name="connsiteY46" fmla="*/ 241320 h 784120"/>
              <a:gd name="connsiteX47" fmla="*/ 1097280 w 2790908"/>
              <a:gd name="connsiteY47" fmla="*/ 384444 h 784120"/>
              <a:gd name="connsiteX48" fmla="*/ 1105232 w 2790908"/>
              <a:gd name="connsiteY48" fmla="*/ 408298 h 784120"/>
              <a:gd name="connsiteX49" fmla="*/ 1113183 w 2790908"/>
              <a:gd name="connsiteY49" fmla="*/ 440103 h 784120"/>
              <a:gd name="connsiteX50" fmla="*/ 1129086 w 2790908"/>
              <a:gd name="connsiteY50" fmla="*/ 463957 h 784120"/>
              <a:gd name="connsiteX51" fmla="*/ 1137037 w 2790908"/>
              <a:gd name="connsiteY51" fmla="*/ 583226 h 784120"/>
              <a:gd name="connsiteX52" fmla="*/ 1144988 w 2790908"/>
              <a:gd name="connsiteY52" fmla="*/ 622983 h 784120"/>
              <a:gd name="connsiteX53" fmla="*/ 1152940 w 2790908"/>
              <a:gd name="connsiteY53" fmla="*/ 766106 h 784120"/>
              <a:gd name="connsiteX54" fmla="*/ 1176794 w 2790908"/>
              <a:gd name="connsiteY54" fmla="*/ 758155 h 784120"/>
              <a:gd name="connsiteX55" fmla="*/ 1192696 w 2790908"/>
              <a:gd name="connsiteY55" fmla="*/ 670691 h 784120"/>
              <a:gd name="connsiteX56" fmla="*/ 1200647 w 2790908"/>
              <a:gd name="connsiteY56" fmla="*/ 638885 h 784120"/>
              <a:gd name="connsiteX57" fmla="*/ 1208599 w 2790908"/>
              <a:gd name="connsiteY57" fmla="*/ 662739 h 784120"/>
              <a:gd name="connsiteX58" fmla="*/ 1224501 w 2790908"/>
              <a:gd name="connsiteY58" fmla="*/ 702496 h 784120"/>
              <a:gd name="connsiteX59" fmla="*/ 1240404 w 2790908"/>
              <a:gd name="connsiteY59" fmla="*/ 678642 h 784120"/>
              <a:gd name="connsiteX60" fmla="*/ 1248355 w 2790908"/>
              <a:gd name="connsiteY60" fmla="*/ 646837 h 784120"/>
              <a:gd name="connsiteX61" fmla="*/ 1272209 w 2790908"/>
              <a:gd name="connsiteY61" fmla="*/ 662739 h 784120"/>
              <a:gd name="connsiteX62" fmla="*/ 1280160 w 2790908"/>
              <a:gd name="connsiteY62" fmla="*/ 694544 h 784120"/>
              <a:gd name="connsiteX63" fmla="*/ 1288112 w 2790908"/>
              <a:gd name="connsiteY63" fmla="*/ 670691 h 784120"/>
              <a:gd name="connsiteX64" fmla="*/ 1296063 w 2790908"/>
              <a:gd name="connsiteY64" fmla="*/ 694544 h 784120"/>
              <a:gd name="connsiteX65" fmla="*/ 1311966 w 2790908"/>
              <a:gd name="connsiteY65" fmla="*/ 726350 h 784120"/>
              <a:gd name="connsiteX66" fmla="*/ 1327868 w 2790908"/>
              <a:gd name="connsiteY66" fmla="*/ 702496 h 784120"/>
              <a:gd name="connsiteX67" fmla="*/ 1335820 w 2790908"/>
              <a:gd name="connsiteY67" fmla="*/ 662739 h 784120"/>
              <a:gd name="connsiteX68" fmla="*/ 1359674 w 2790908"/>
              <a:gd name="connsiteY68" fmla="*/ 710447 h 784120"/>
              <a:gd name="connsiteX69" fmla="*/ 1391479 w 2790908"/>
              <a:gd name="connsiteY69" fmla="*/ 662739 h 784120"/>
              <a:gd name="connsiteX70" fmla="*/ 1415333 w 2790908"/>
              <a:gd name="connsiteY70" fmla="*/ 694544 h 784120"/>
              <a:gd name="connsiteX71" fmla="*/ 1423284 w 2790908"/>
              <a:gd name="connsiteY71" fmla="*/ 654788 h 784120"/>
              <a:gd name="connsiteX72" fmla="*/ 1447138 w 2790908"/>
              <a:gd name="connsiteY72" fmla="*/ 646837 h 784120"/>
              <a:gd name="connsiteX73" fmla="*/ 1455089 w 2790908"/>
              <a:gd name="connsiteY73" fmla="*/ 694544 h 784120"/>
              <a:gd name="connsiteX74" fmla="*/ 1463040 w 2790908"/>
              <a:gd name="connsiteY74" fmla="*/ 670691 h 784120"/>
              <a:gd name="connsiteX75" fmla="*/ 1494846 w 2790908"/>
              <a:gd name="connsiteY75" fmla="*/ 686593 h 784120"/>
              <a:gd name="connsiteX76" fmla="*/ 1502797 w 2790908"/>
              <a:gd name="connsiteY76" fmla="*/ 591178 h 784120"/>
              <a:gd name="connsiteX77" fmla="*/ 1534602 w 2790908"/>
              <a:gd name="connsiteY77" fmla="*/ 678642 h 784120"/>
              <a:gd name="connsiteX78" fmla="*/ 1550505 w 2790908"/>
              <a:gd name="connsiteY78" fmla="*/ 702496 h 784120"/>
              <a:gd name="connsiteX79" fmla="*/ 1606164 w 2790908"/>
              <a:gd name="connsiteY79" fmla="*/ 678642 h 784120"/>
              <a:gd name="connsiteX80" fmla="*/ 1653872 w 2790908"/>
              <a:gd name="connsiteY80" fmla="*/ 670691 h 784120"/>
              <a:gd name="connsiteX81" fmla="*/ 1669774 w 2790908"/>
              <a:gd name="connsiteY81" fmla="*/ 615031 h 784120"/>
              <a:gd name="connsiteX82" fmla="*/ 1685677 w 2790908"/>
              <a:gd name="connsiteY82" fmla="*/ 471908 h 784120"/>
              <a:gd name="connsiteX83" fmla="*/ 1701580 w 2790908"/>
              <a:gd name="connsiteY83" fmla="*/ 424200 h 784120"/>
              <a:gd name="connsiteX84" fmla="*/ 1709531 w 2790908"/>
              <a:gd name="connsiteY84" fmla="*/ 281077 h 784120"/>
              <a:gd name="connsiteX85" fmla="*/ 1765190 w 2790908"/>
              <a:gd name="connsiteY85" fmla="*/ 328784 h 784120"/>
              <a:gd name="connsiteX86" fmla="*/ 1749287 w 2790908"/>
              <a:gd name="connsiteY86" fmla="*/ 193612 h 784120"/>
              <a:gd name="connsiteX87" fmla="*/ 1757239 w 2790908"/>
              <a:gd name="connsiteY87" fmla="*/ 106148 h 784120"/>
              <a:gd name="connsiteX88" fmla="*/ 1765190 w 2790908"/>
              <a:gd name="connsiteY88" fmla="*/ 58440 h 784120"/>
              <a:gd name="connsiteX89" fmla="*/ 1804947 w 2790908"/>
              <a:gd name="connsiteY89" fmla="*/ 82294 h 784120"/>
              <a:gd name="connsiteX90" fmla="*/ 1812898 w 2790908"/>
              <a:gd name="connsiteY90" fmla="*/ 130002 h 784120"/>
              <a:gd name="connsiteX91" fmla="*/ 1828800 w 2790908"/>
              <a:gd name="connsiteY91" fmla="*/ 257223 h 784120"/>
              <a:gd name="connsiteX92" fmla="*/ 1852654 w 2790908"/>
              <a:gd name="connsiteY92" fmla="*/ 249271 h 784120"/>
              <a:gd name="connsiteX93" fmla="*/ 1860606 w 2790908"/>
              <a:gd name="connsiteY93" fmla="*/ 225418 h 784120"/>
              <a:gd name="connsiteX94" fmla="*/ 1876508 w 2790908"/>
              <a:gd name="connsiteY94" fmla="*/ 201564 h 784120"/>
              <a:gd name="connsiteX95" fmla="*/ 1884460 w 2790908"/>
              <a:gd name="connsiteY95" fmla="*/ 169758 h 784120"/>
              <a:gd name="connsiteX96" fmla="*/ 1900362 w 2790908"/>
              <a:gd name="connsiteY96" fmla="*/ 122051 h 784120"/>
              <a:gd name="connsiteX97" fmla="*/ 1924216 w 2790908"/>
              <a:gd name="connsiteY97" fmla="*/ 145904 h 784120"/>
              <a:gd name="connsiteX98" fmla="*/ 1932167 w 2790908"/>
              <a:gd name="connsiteY98" fmla="*/ 169758 h 784120"/>
              <a:gd name="connsiteX99" fmla="*/ 1979875 w 2790908"/>
              <a:gd name="connsiteY99" fmla="*/ 153856 h 784120"/>
              <a:gd name="connsiteX100" fmla="*/ 1963973 w 2790908"/>
              <a:gd name="connsiteY100" fmla="*/ 2781 h 784120"/>
              <a:gd name="connsiteX101" fmla="*/ 1979875 w 2790908"/>
              <a:gd name="connsiteY101" fmla="*/ 50489 h 784120"/>
              <a:gd name="connsiteX102" fmla="*/ 1995778 w 2790908"/>
              <a:gd name="connsiteY102" fmla="*/ 185661 h 784120"/>
              <a:gd name="connsiteX103" fmla="*/ 2003729 w 2790908"/>
              <a:gd name="connsiteY103" fmla="*/ 249271 h 784120"/>
              <a:gd name="connsiteX104" fmla="*/ 2019632 w 2790908"/>
              <a:gd name="connsiteY104" fmla="*/ 296979 h 784120"/>
              <a:gd name="connsiteX105" fmla="*/ 2035534 w 2790908"/>
              <a:gd name="connsiteY105" fmla="*/ 193612 h 784120"/>
              <a:gd name="connsiteX106" fmla="*/ 2043486 w 2790908"/>
              <a:gd name="connsiteY106" fmla="*/ 137953 h 784120"/>
              <a:gd name="connsiteX107" fmla="*/ 2059388 w 2790908"/>
              <a:gd name="connsiteY107" fmla="*/ 169758 h 784120"/>
              <a:gd name="connsiteX108" fmla="*/ 2122999 w 2790908"/>
              <a:gd name="connsiteY108" fmla="*/ 169758 h 784120"/>
              <a:gd name="connsiteX109" fmla="*/ 2146853 w 2790908"/>
              <a:gd name="connsiteY109" fmla="*/ 177710 h 784120"/>
              <a:gd name="connsiteX110" fmla="*/ 2178658 w 2790908"/>
              <a:gd name="connsiteY110" fmla="*/ 161807 h 784120"/>
              <a:gd name="connsiteX111" fmla="*/ 2194560 w 2790908"/>
              <a:gd name="connsiteY111" fmla="*/ 193612 h 784120"/>
              <a:gd name="connsiteX112" fmla="*/ 2210463 w 2790908"/>
              <a:gd name="connsiteY112" fmla="*/ 217466 h 784120"/>
              <a:gd name="connsiteX113" fmla="*/ 2218414 w 2790908"/>
              <a:gd name="connsiteY113" fmla="*/ 249271 h 784120"/>
              <a:gd name="connsiteX114" fmla="*/ 2234317 w 2790908"/>
              <a:gd name="connsiteY114" fmla="*/ 281077 h 784120"/>
              <a:gd name="connsiteX115" fmla="*/ 2242268 w 2790908"/>
              <a:gd name="connsiteY115" fmla="*/ 344687 h 784120"/>
              <a:gd name="connsiteX116" fmla="*/ 2250220 w 2790908"/>
              <a:gd name="connsiteY116" fmla="*/ 384444 h 784120"/>
              <a:gd name="connsiteX117" fmla="*/ 2258171 w 2790908"/>
              <a:gd name="connsiteY117" fmla="*/ 471908 h 784120"/>
              <a:gd name="connsiteX118" fmla="*/ 2266122 w 2790908"/>
              <a:gd name="connsiteY118" fmla="*/ 511664 h 784120"/>
              <a:gd name="connsiteX119" fmla="*/ 2274074 w 2790908"/>
              <a:gd name="connsiteY119" fmla="*/ 583226 h 784120"/>
              <a:gd name="connsiteX120" fmla="*/ 2289976 w 2790908"/>
              <a:gd name="connsiteY120" fmla="*/ 615031 h 784120"/>
              <a:gd name="connsiteX121" fmla="*/ 2297927 w 2790908"/>
              <a:gd name="connsiteY121" fmla="*/ 638885 h 784120"/>
              <a:gd name="connsiteX122" fmla="*/ 2313830 w 2790908"/>
              <a:gd name="connsiteY122" fmla="*/ 742252 h 784120"/>
              <a:gd name="connsiteX123" fmla="*/ 2321781 w 2790908"/>
              <a:gd name="connsiteY123" fmla="*/ 782009 h 784120"/>
              <a:gd name="connsiteX124" fmla="*/ 2353587 w 2790908"/>
              <a:gd name="connsiteY124" fmla="*/ 774058 h 784120"/>
              <a:gd name="connsiteX125" fmla="*/ 2401294 w 2790908"/>
              <a:gd name="connsiteY125" fmla="*/ 758155 h 784120"/>
              <a:gd name="connsiteX126" fmla="*/ 2409246 w 2790908"/>
              <a:gd name="connsiteY126" fmla="*/ 734301 h 784120"/>
              <a:gd name="connsiteX127" fmla="*/ 2417197 w 2790908"/>
              <a:gd name="connsiteY127" fmla="*/ 702496 h 784120"/>
              <a:gd name="connsiteX128" fmla="*/ 2472856 w 2790908"/>
              <a:gd name="connsiteY128" fmla="*/ 630934 h 784120"/>
              <a:gd name="connsiteX129" fmla="*/ 2496710 w 2790908"/>
              <a:gd name="connsiteY129" fmla="*/ 583226 h 784120"/>
              <a:gd name="connsiteX130" fmla="*/ 2512613 w 2790908"/>
              <a:gd name="connsiteY130" fmla="*/ 615031 h 784120"/>
              <a:gd name="connsiteX131" fmla="*/ 2520564 w 2790908"/>
              <a:gd name="connsiteY131" fmla="*/ 686593 h 784120"/>
              <a:gd name="connsiteX132" fmla="*/ 2528515 w 2790908"/>
              <a:gd name="connsiteY132" fmla="*/ 662739 h 784120"/>
              <a:gd name="connsiteX133" fmla="*/ 2544418 w 2790908"/>
              <a:gd name="connsiteY133" fmla="*/ 638885 h 784120"/>
              <a:gd name="connsiteX134" fmla="*/ 2568272 w 2790908"/>
              <a:gd name="connsiteY134" fmla="*/ 654788 h 784120"/>
              <a:gd name="connsiteX135" fmla="*/ 2600077 w 2790908"/>
              <a:gd name="connsiteY135" fmla="*/ 662739 h 784120"/>
              <a:gd name="connsiteX136" fmla="*/ 2623931 w 2790908"/>
              <a:gd name="connsiteY136" fmla="*/ 670691 h 784120"/>
              <a:gd name="connsiteX137" fmla="*/ 2655736 w 2790908"/>
              <a:gd name="connsiteY137" fmla="*/ 662739 h 784120"/>
              <a:gd name="connsiteX138" fmla="*/ 2671639 w 2790908"/>
              <a:gd name="connsiteY138" fmla="*/ 630934 h 784120"/>
              <a:gd name="connsiteX139" fmla="*/ 2695493 w 2790908"/>
              <a:gd name="connsiteY139" fmla="*/ 654788 h 784120"/>
              <a:gd name="connsiteX140" fmla="*/ 2743200 w 2790908"/>
              <a:gd name="connsiteY140" fmla="*/ 662739 h 784120"/>
              <a:gd name="connsiteX141" fmla="*/ 2790908 w 2790908"/>
              <a:gd name="connsiteY141" fmla="*/ 678642 h 784120"/>
              <a:gd name="connsiteX0" fmla="*/ 0 w 2790908"/>
              <a:gd name="connsiteY0" fmla="*/ 662866 h 784247"/>
              <a:gd name="connsiteX1" fmla="*/ 47708 w 2790908"/>
              <a:gd name="connsiteY1" fmla="*/ 654915 h 784247"/>
              <a:gd name="connsiteX2" fmla="*/ 55660 w 2790908"/>
              <a:gd name="connsiteY2" fmla="*/ 678769 h 784247"/>
              <a:gd name="connsiteX3" fmla="*/ 87465 w 2790908"/>
              <a:gd name="connsiteY3" fmla="*/ 670818 h 784247"/>
              <a:gd name="connsiteX4" fmla="*/ 111319 w 2790908"/>
              <a:gd name="connsiteY4" fmla="*/ 654915 h 784247"/>
              <a:gd name="connsiteX5" fmla="*/ 174929 w 2790908"/>
              <a:gd name="connsiteY5" fmla="*/ 670818 h 784247"/>
              <a:gd name="connsiteX6" fmla="*/ 206734 w 2790908"/>
              <a:gd name="connsiteY6" fmla="*/ 678769 h 784247"/>
              <a:gd name="connsiteX7" fmla="*/ 238540 w 2790908"/>
              <a:gd name="connsiteY7" fmla="*/ 686720 h 784247"/>
              <a:gd name="connsiteX8" fmla="*/ 262394 w 2790908"/>
              <a:gd name="connsiteY8" fmla="*/ 686720 h 784247"/>
              <a:gd name="connsiteX9" fmla="*/ 286247 w 2790908"/>
              <a:gd name="connsiteY9" fmla="*/ 694671 h 784247"/>
              <a:gd name="connsiteX10" fmla="*/ 310101 w 2790908"/>
              <a:gd name="connsiteY10" fmla="*/ 686720 h 784247"/>
              <a:gd name="connsiteX11" fmla="*/ 349858 w 2790908"/>
              <a:gd name="connsiteY11" fmla="*/ 662866 h 784247"/>
              <a:gd name="connsiteX12" fmla="*/ 405517 w 2790908"/>
              <a:gd name="connsiteY12" fmla="*/ 694671 h 784247"/>
              <a:gd name="connsiteX13" fmla="*/ 413468 w 2790908"/>
              <a:gd name="connsiteY13" fmla="*/ 670818 h 784247"/>
              <a:gd name="connsiteX14" fmla="*/ 461176 w 2790908"/>
              <a:gd name="connsiteY14" fmla="*/ 678769 h 784247"/>
              <a:gd name="connsiteX15" fmla="*/ 492981 w 2790908"/>
              <a:gd name="connsiteY15" fmla="*/ 718525 h 784247"/>
              <a:gd name="connsiteX16" fmla="*/ 508884 w 2790908"/>
              <a:gd name="connsiteY16" fmla="*/ 694671 h 784247"/>
              <a:gd name="connsiteX17" fmla="*/ 516835 w 2790908"/>
              <a:gd name="connsiteY17" fmla="*/ 670818 h 784247"/>
              <a:gd name="connsiteX18" fmla="*/ 540689 w 2790908"/>
              <a:gd name="connsiteY18" fmla="*/ 662866 h 784247"/>
              <a:gd name="connsiteX19" fmla="*/ 564543 w 2790908"/>
              <a:gd name="connsiteY19" fmla="*/ 646964 h 784247"/>
              <a:gd name="connsiteX20" fmla="*/ 572494 w 2790908"/>
              <a:gd name="connsiteY20" fmla="*/ 511791 h 784247"/>
              <a:gd name="connsiteX21" fmla="*/ 588397 w 2790908"/>
              <a:gd name="connsiteY21" fmla="*/ 487938 h 784247"/>
              <a:gd name="connsiteX22" fmla="*/ 596348 w 2790908"/>
              <a:gd name="connsiteY22" fmla="*/ 456132 h 784247"/>
              <a:gd name="connsiteX23" fmla="*/ 588397 w 2790908"/>
              <a:gd name="connsiteY23" fmla="*/ 233496 h 784247"/>
              <a:gd name="connsiteX24" fmla="*/ 604300 w 2790908"/>
              <a:gd name="connsiteY24" fmla="*/ 209642 h 784247"/>
              <a:gd name="connsiteX25" fmla="*/ 620202 w 2790908"/>
              <a:gd name="connsiteY25" fmla="*/ 138080 h 784247"/>
              <a:gd name="connsiteX26" fmla="*/ 644056 w 2790908"/>
              <a:gd name="connsiteY26" fmla="*/ 74470 h 784247"/>
              <a:gd name="connsiteX27" fmla="*/ 667910 w 2790908"/>
              <a:gd name="connsiteY27" fmla="*/ 58567 h 784247"/>
              <a:gd name="connsiteX28" fmla="*/ 707667 w 2790908"/>
              <a:gd name="connsiteY28" fmla="*/ 98324 h 784247"/>
              <a:gd name="connsiteX29" fmla="*/ 723569 w 2790908"/>
              <a:gd name="connsiteY29" fmla="*/ 122178 h 784247"/>
              <a:gd name="connsiteX30" fmla="*/ 755374 w 2790908"/>
              <a:gd name="connsiteY30" fmla="*/ 169885 h 784247"/>
              <a:gd name="connsiteX31" fmla="*/ 779228 w 2790908"/>
              <a:gd name="connsiteY31" fmla="*/ 153983 h 784247"/>
              <a:gd name="connsiteX32" fmla="*/ 818985 w 2790908"/>
              <a:gd name="connsiteY32" fmla="*/ 122178 h 784247"/>
              <a:gd name="connsiteX33" fmla="*/ 842839 w 2790908"/>
              <a:gd name="connsiteY33" fmla="*/ 138080 h 784247"/>
              <a:gd name="connsiteX34" fmla="*/ 874644 w 2790908"/>
              <a:gd name="connsiteY34" fmla="*/ 130129 h 784247"/>
              <a:gd name="connsiteX35" fmla="*/ 906449 w 2790908"/>
              <a:gd name="connsiteY35" fmla="*/ 153983 h 784247"/>
              <a:gd name="connsiteX36" fmla="*/ 938254 w 2790908"/>
              <a:gd name="connsiteY36" fmla="*/ 106275 h 784247"/>
              <a:gd name="connsiteX37" fmla="*/ 946206 w 2790908"/>
              <a:gd name="connsiteY37" fmla="*/ 130129 h 784247"/>
              <a:gd name="connsiteX38" fmla="*/ 970060 w 2790908"/>
              <a:gd name="connsiteY38" fmla="*/ 66518 h 784247"/>
              <a:gd name="connsiteX39" fmla="*/ 985962 w 2790908"/>
              <a:gd name="connsiteY39" fmla="*/ 130129 h 784247"/>
              <a:gd name="connsiteX40" fmla="*/ 993914 w 2790908"/>
              <a:gd name="connsiteY40" fmla="*/ 185788 h 784247"/>
              <a:gd name="connsiteX41" fmla="*/ 1009816 w 2790908"/>
              <a:gd name="connsiteY41" fmla="*/ 233496 h 784247"/>
              <a:gd name="connsiteX42" fmla="*/ 1017767 w 2790908"/>
              <a:gd name="connsiteY42" fmla="*/ 201691 h 784247"/>
              <a:gd name="connsiteX43" fmla="*/ 1033670 w 2790908"/>
              <a:gd name="connsiteY43" fmla="*/ 177837 h 784247"/>
              <a:gd name="connsiteX44" fmla="*/ 1041621 w 2790908"/>
              <a:gd name="connsiteY44" fmla="*/ 153983 h 784247"/>
              <a:gd name="connsiteX45" fmla="*/ 1073427 w 2790908"/>
              <a:gd name="connsiteY45" fmla="*/ 201691 h 784247"/>
              <a:gd name="connsiteX46" fmla="*/ 1081378 w 2790908"/>
              <a:gd name="connsiteY46" fmla="*/ 241447 h 784247"/>
              <a:gd name="connsiteX47" fmla="*/ 1097280 w 2790908"/>
              <a:gd name="connsiteY47" fmla="*/ 384571 h 784247"/>
              <a:gd name="connsiteX48" fmla="*/ 1105232 w 2790908"/>
              <a:gd name="connsiteY48" fmla="*/ 408425 h 784247"/>
              <a:gd name="connsiteX49" fmla="*/ 1113183 w 2790908"/>
              <a:gd name="connsiteY49" fmla="*/ 440230 h 784247"/>
              <a:gd name="connsiteX50" fmla="*/ 1129086 w 2790908"/>
              <a:gd name="connsiteY50" fmla="*/ 464084 h 784247"/>
              <a:gd name="connsiteX51" fmla="*/ 1137037 w 2790908"/>
              <a:gd name="connsiteY51" fmla="*/ 583353 h 784247"/>
              <a:gd name="connsiteX52" fmla="*/ 1144988 w 2790908"/>
              <a:gd name="connsiteY52" fmla="*/ 623110 h 784247"/>
              <a:gd name="connsiteX53" fmla="*/ 1152940 w 2790908"/>
              <a:gd name="connsiteY53" fmla="*/ 766233 h 784247"/>
              <a:gd name="connsiteX54" fmla="*/ 1176794 w 2790908"/>
              <a:gd name="connsiteY54" fmla="*/ 758282 h 784247"/>
              <a:gd name="connsiteX55" fmla="*/ 1192696 w 2790908"/>
              <a:gd name="connsiteY55" fmla="*/ 670818 h 784247"/>
              <a:gd name="connsiteX56" fmla="*/ 1200647 w 2790908"/>
              <a:gd name="connsiteY56" fmla="*/ 639012 h 784247"/>
              <a:gd name="connsiteX57" fmla="*/ 1208599 w 2790908"/>
              <a:gd name="connsiteY57" fmla="*/ 662866 h 784247"/>
              <a:gd name="connsiteX58" fmla="*/ 1224501 w 2790908"/>
              <a:gd name="connsiteY58" fmla="*/ 702623 h 784247"/>
              <a:gd name="connsiteX59" fmla="*/ 1240404 w 2790908"/>
              <a:gd name="connsiteY59" fmla="*/ 678769 h 784247"/>
              <a:gd name="connsiteX60" fmla="*/ 1248355 w 2790908"/>
              <a:gd name="connsiteY60" fmla="*/ 646964 h 784247"/>
              <a:gd name="connsiteX61" fmla="*/ 1272209 w 2790908"/>
              <a:gd name="connsiteY61" fmla="*/ 662866 h 784247"/>
              <a:gd name="connsiteX62" fmla="*/ 1280160 w 2790908"/>
              <a:gd name="connsiteY62" fmla="*/ 694671 h 784247"/>
              <a:gd name="connsiteX63" fmla="*/ 1288112 w 2790908"/>
              <a:gd name="connsiteY63" fmla="*/ 670818 h 784247"/>
              <a:gd name="connsiteX64" fmla="*/ 1296063 w 2790908"/>
              <a:gd name="connsiteY64" fmla="*/ 694671 h 784247"/>
              <a:gd name="connsiteX65" fmla="*/ 1311966 w 2790908"/>
              <a:gd name="connsiteY65" fmla="*/ 726477 h 784247"/>
              <a:gd name="connsiteX66" fmla="*/ 1327868 w 2790908"/>
              <a:gd name="connsiteY66" fmla="*/ 702623 h 784247"/>
              <a:gd name="connsiteX67" fmla="*/ 1335820 w 2790908"/>
              <a:gd name="connsiteY67" fmla="*/ 662866 h 784247"/>
              <a:gd name="connsiteX68" fmla="*/ 1359674 w 2790908"/>
              <a:gd name="connsiteY68" fmla="*/ 710574 h 784247"/>
              <a:gd name="connsiteX69" fmla="*/ 1391479 w 2790908"/>
              <a:gd name="connsiteY69" fmla="*/ 662866 h 784247"/>
              <a:gd name="connsiteX70" fmla="*/ 1415333 w 2790908"/>
              <a:gd name="connsiteY70" fmla="*/ 694671 h 784247"/>
              <a:gd name="connsiteX71" fmla="*/ 1423284 w 2790908"/>
              <a:gd name="connsiteY71" fmla="*/ 654915 h 784247"/>
              <a:gd name="connsiteX72" fmla="*/ 1447138 w 2790908"/>
              <a:gd name="connsiteY72" fmla="*/ 646964 h 784247"/>
              <a:gd name="connsiteX73" fmla="*/ 1455089 w 2790908"/>
              <a:gd name="connsiteY73" fmla="*/ 694671 h 784247"/>
              <a:gd name="connsiteX74" fmla="*/ 1463040 w 2790908"/>
              <a:gd name="connsiteY74" fmla="*/ 670818 h 784247"/>
              <a:gd name="connsiteX75" fmla="*/ 1494846 w 2790908"/>
              <a:gd name="connsiteY75" fmla="*/ 686720 h 784247"/>
              <a:gd name="connsiteX76" fmla="*/ 1502797 w 2790908"/>
              <a:gd name="connsiteY76" fmla="*/ 591305 h 784247"/>
              <a:gd name="connsiteX77" fmla="*/ 1534602 w 2790908"/>
              <a:gd name="connsiteY77" fmla="*/ 678769 h 784247"/>
              <a:gd name="connsiteX78" fmla="*/ 1550505 w 2790908"/>
              <a:gd name="connsiteY78" fmla="*/ 702623 h 784247"/>
              <a:gd name="connsiteX79" fmla="*/ 1606164 w 2790908"/>
              <a:gd name="connsiteY79" fmla="*/ 678769 h 784247"/>
              <a:gd name="connsiteX80" fmla="*/ 1653872 w 2790908"/>
              <a:gd name="connsiteY80" fmla="*/ 670818 h 784247"/>
              <a:gd name="connsiteX81" fmla="*/ 1669774 w 2790908"/>
              <a:gd name="connsiteY81" fmla="*/ 615158 h 784247"/>
              <a:gd name="connsiteX82" fmla="*/ 1685677 w 2790908"/>
              <a:gd name="connsiteY82" fmla="*/ 472035 h 784247"/>
              <a:gd name="connsiteX83" fmla="*/ 1701580 w 2790908"/>
              <a:gd name="connsiteY83" fmla="*/ 424327 h 784247"/>
              <a:gd name="connsiteX84" fmla="*/ 1709531 w 2790908"/>
              <a:gd name="connsiteY84" fmla="*/ 281204 h 784247"/>
              <a:gd name="connsiteX85" fmla="*/ 1765190 w 2790908"/>
              <a:gd name="connsiteY85" fmla="*/ 328911 h 784247"/>
              <a:gd name="connsiteX86" fmla="*/ 1749287 w 2790908"/>
              <a:gd name="connsiteY86" fmla="*/ 193739 h 784247"/>
              <a:gd name="connsiteX87" fmla="*/ 1757239 w 2790908"/>
              <a:gd name="connsiteY87" fmla="*/ 106275 h 784247"/>
              <a:gd name="connsiteX88" fmla="*/ 1765190 w 2790908"/>
              <a:gd name="connsiteY88" fmla="*/ 58567 h 784247"/>
              <a:gd name="connsiteX89" fmla="*/ 1804947 w 2790908"/>
              <a:gd name="connsiteY89" fmla="*/ 82421 h 784247"/>
              <a:gd name="connsiteX90" fmla="*/ 1812898 w 2790908"/>
              <a:gd name="connsiteY90" fmla="*/ 130129 h 784247"/>
              <a:gd name="connsiteX91" fmla="*/ 1828800 w 2790908"/>
              <a:gd name="connsiteY91" fmla="*/ 257350 h 784247"/>
              <a:gd name="connsiteX92" fmla="*/ 1852654 w 2790908"/>
              <a:gd name="connsiteY92" fmla="*/ 249398 h 784247"/>
              <a:gd name="connsiteX93" fmla="*/ 1860606 w 2790908"/>
              <a:gd name="connsiteY93" fmla="*/ 225545 h 784247"/>
              <a:gd name="connsiteX94" fmla="*/ 1876508 w 2790908"/>
              <a:gd name="connsiteY94" fmla="*/ 201691 h 784247"/>
              <a:gd name="connsiteX95" fmla="*/ 1884460 w 2790908"/>
              <a:gd name="connsiteY95" fmla="*/ 169885 h 784247"/>
              <a:gd name="connsiteX96" fmla="*/ 1900362 w 2790908"/>
              <a:gd name="connsiteY96" fmla="*/ 122178 h 784247"/>
              <a:gd name="connsiteX97" fmla="*/ 1924216 w 2790908"/>
              <a:gd name="connsiteY97" fmla="*/ 146031 h 784247"/>
              <a:gd name="connsiteX98" fmla="*/ 1932167 w 2790908"/>
              <a:gd name="connsiteY98" fmla="*/ 169885 h 784247"/>
              <a:gd name="connsiteX99" fmla="*/ 1979875 w 2790908"/>
              <a:gd name="connsiteY99" fmla="*/ 153983 h 784247"/>
              <a:gd name="connsiteX100" fmla="*/ 1963973 w 2790908"/>
              <a:gd name="connsiteY100" fmla="*/ 2908 h 784247"/>
              <a:gd name="connsiteX101" fmla="*/ 1989578 w 2790908"/>
              <a:gd name="connsiteY101" fmla="*/ 50616 h 784247"/>
              <a:gd name="connsiteX102" fmla="*/ 1995778 w 2790908"/>
              <a:gd name="connsiteY102" fmla="*/ 185788 h 784247"/>
              <a:gd name="connsiteX103" fmla="*/ 2003729 w 2790908"/>
              <a:gd name="connsiteY103" fmla="*/ 249398 h 784247"/>
              <a:gd name="connsiteX104" fmla="*/ 2019632 w 2790908"/>
              <a:gd name="connsiteY104" fmla="*/ 297106 h 784247"/>
              <a:gd name="connsiteX105" fmla="*/ 2035534 w 2790908"/>
              <a:gd name="connsiteY105" fmla="*/ 193739 h 784247"/>
              <a:gd name="connsiteX106" fmla="*/ 2043486 w 2790908"/>
              <a:gd name="connsiteY106" fmla="*/ 138080 h 784247"/>
              <a:gd name="connsiteX107" fmla="*/ 2059388 w 2790908"/>
              <a:gd name="connsiteY107" fmla="*/ 169885 h 784247"/>
              <a:gd name="connsiteX108" fmla="*/ 2122999 w 2790908"/>
              <a:gd name="connsiteY108" fmla="*/ 169885 h 784247"/>
              <a:gd name="connsiteX109" fmla="*/ 2146853 w 2790908"/>
              <a:gd name="connsiteY109" fmla="*/ 177837 h 784247"/>
              <a:gd name="connsiteX110" fmla="*/ 2178658 w 2790908"/>
              <a:gd name="connsiteY110" fmla="*/ 161934 h 784247"/>
              <a:gd name="connsiteX111" fmla="*/ 2194560 w 2790908"/>
              <a:gd name="connsiteY111" fmla="*/ 193739 h 784247"/>
              <a:gd name="connsiteX112" fmla="*/ 2210463 w 2790908"/>
              <a:gd name="connsiteY112" fmla="*/ 217593 h 784247"/>
              <a:gd name="connsiteX113" fmla="*/ 2218414 w 2790908"/>
              <a:gd name="connsiteY113" fmla="*/ 249398 h 784247"/>
              <a:gd name="connsiteX114" fmla="*/ 2234317 w 2790908"/>
              <a:gd name="connsiteY114" fmla="*/ 281204 h 784247"/>
              <a:gd name="connsiteX115" fmla="*/ 2242268 w 2790908"/>
              <a:gd name="connsiteY115" fmla="*/ 344814 h 784247"/>
              <a:gd name="connsiteX116" fmla="*/ 2250220 w 2790908"/>
              <a:gd name="connsiteY116" fmla="*/ 384571 h 784247"/>
              <a:gd name="connsiteX117" fmla="*/ 2258171 w 2790908"/>
              <a:gd name="connsiteY117" fmla="*/ 472035 h 784247"/>
              <a:gd name="connsiteX118" fmla="*/ 2266122 w 2790908"/>
              <a:gd name="connsiteY118" fmla="*/ 511791 h 784247"/>
              <a:gd name="connsiteX119" fmla="*/ 2274074 w 2790908"/>
              <a:gd name="connsiteY119" fmla="*/ 583353 h 784247"/>
              <a:gd name="connsiteX120" fmla="*/ 2289976 w 2790908"/>
              <a:gd name="connsiteY120" fmla="*/ 615158 h 784247"/>
              <a:gd name="connsiteX121" fmla="*/ 2297927 w 2790908"/>
              <a:gd name="connsiteY121" fmla="*/ 639012 h 784247"/>
              <a:gd name="connsiteX122" fmla="*/ 2313830 w 2790908"/>
              <a:gd name="connsiteY122" fmla="*/ 742379 h 784247"/>
              <a:gd name="connsiteX123" fmla="*/ 2321781 w 2790908"/>
              <a:gd name="connsiteY123" fmla="*/ 782136 h 784247"/>
              <a:gd name="connsiteX124" fmla="*/ 2353587 w 2790908"/>
              <a:gd name="connsiteY124" fmla="*/ 774185 h 784247"/>
              <a:gd name="connsiteX125" fmla="*/ 2401294 w 2790908"/>
              <a:gd name="connsiteY125" fmla="*/ 758282 h 784247"/>
              <a:gd name="connsiteX126" fmla="*/ 2409246 w 2790908"/>
              <a:gd name="connsiteY126" fmla="*/ 734428 h 784247"/>
              <a:gd name="connsiteX127" fmla="*/ 2417197 w 2790908"/>
              <a:gd name="connsiteY127" fmla="*/ 702623 h 784247"/>
              <a:gd name="connsiteX128" fmla="*/ 2472856 w 2790908"/>
              <a:gd name="connsiteY128" fmla="*/ 631061 h 784247"/>
              <a:gd name="connsiteX129" fmla="*/ 2496710 w 2790908"/>
              <a:gd name="connsiteY129" fmla="*/ 583353 h 784247"/>
              <a:gd name="connsiteX130" fmla="*/ 2512613 w 2790908"/>
              <a:gd name="connsiteY130" fmla="*/ 615158 h 784247"/>
              <a:gd name="connsiteX131" fmla="*/ 2520564 w 2790908"/>
              <a:gd name="connsiteY131" fmla="*/ 686720 h 784247"/>
              <a:gd name="connsiteX132" fmla="*/ 2528515 w 2790908"/>
              <a:gd name="connsiteY132" fmla="*/ 662866 h 784247"/>
              <a:gd name="connsiteX133" fmla="*/ 2544418 w 2790908"/>
              <a:gd name="connsiteY133" fmla="*/ 639012 h 784247"/>
              <a:gd name="connsiteX134" fmla="*/ 2568272 w 2790908"/>
              <a:gd name="connsiteY134" fmla="*/ 654915 h 784247"/>
              <a:gd name="connsiteX135" fmla="*/ 2600077 w 2790908"/>
              <a:gd name="connsiteY135" fmla="*/ 662866 h 784247"/>
              <a:gd name="connsiteX136" fmla="*/ 2623931 w 2790908"/>
              <a:gd name="connsiteY136" fmla="*/ 670818 h 784247"/>
              <a:gd name="connsiteX137" fmla="*/ 2655736 w 2790908"/>
              <a:gd name="connsiteY137" fmla="*/ 662866 h 784247"/>
              <a:gd name="connsiteX138" fmla="*/ 2671639 w 2790908"/>
              <a:gd name="connsiteY138" fmla="*/ 631061 h 784247"/>
              <a:gd name="connsiteX139" fmla="*/ 2695493 w 2790908"/>
              <a:gd name="connsiteY139" fmla="*/ 654915 h 784247"/>
              <a:gd name="connsiteX140" fmla="*/ 2743200 w 2790908"/>
              <a:gd name="connsiteY140" fmla="*/ 662866 h 784247"/>
              <a:gd name="connsiteX141" fmla="*/ 2790908 w 2790908"/>
              <a:gd name="connsiteY141" fmla="*/ 678769 h 784247"/>
              <a:gd name="connsiteX0" fmla="*/ 0 w 2790908"/>
              <a:gd name="connsiteY0" fmla="*/ 670413 h 791794"/>
              <a:gd name="connsiteX1" fmla="*/ 47708 w 2790908"/>
              <a:gd name="connsiteY1" fmla="*/ 662462 h 791794"/>
              <a:gd name="connsiteX2" fmla="*/ 55660 w 2790908"/>
              <a:gd name="connsiteY2" fmla="*/ 686316 h 791794"/>
              <a:gd name="connsiteX3" fmla="*/ 87465 w 2790908"/>
              <a:gd name="connsiteY3" fmla="*/ 678365 h 791794"/>
              <a:gd name="connsiteX4" fmla="*/ 111319 w 2790908"/>
              <a:gd name="connsiteY4" fmla="*/ 662462 h 791794"/>
              <a:gd name="connsiteX5" fmla="*/ 174929 w 2790908"/>
              <a:gd name="connsiteY5" fmla="*/ 678365 h 791794"/>
              <a:gd name="connsiteX6" fmla="*/ 206734 w 2790908"/>
              <a:gd name="connsiteY6" fmla="*/ 686316 h 791794"/>
              <a:gd name="connsiteX7" fmla="*/ 238540 w 2790908"/>
              <a:gd name="connsiteY7" fmla="*/ 694267 h 791794"/>
              <a:gd name="connsiteX8" fmla="*/ 262394 w 2790908"/>
              <a:gd name="connsiteY8" fmla="*/ 694267 h 791794"/>
              <a:gd name="connsiteX9" fmla="*/ 286247 w 2790908"/>
              <a:gd name="connsiteY9" fmla="*/ 702218 h 791794"/>
              <a:gd name="connsiteX10" fmla="*/ 310101 w 2790908"/>
              <a:gd name="connsiteY10" fmla="*/ 694267 h 791794"/>
              <a:gd name="connsiteX11" fmla="*/ 349858 w 2790908"/>
              <a:gd name="connsiteY11" fmla="*/ 670413 h 791794"/>
              <a:gd name="connsiteX12" fmla="*/ 405517 w 2790908"/>
              <a:gd name="connsiteY12" fmla="*/ 702218 h 791794"/>
              <a:gd name="connsiteX13" fmla="*/ 413468 w 2790908"/>
              <a:gd name="connsiteY13" fmla="*/ 678365 h 791794"/>
              <a:gd name="connsiteX14" fmla="*/ 461176 w 2790908"/>
              <a:gd name="connsiteY14" fmla="*/ 686316 h 791794"/>
              <a:gd name="connsiteX15" fmla="*/ 492981 w 2790908"/>
              <a:gd name="connsiteY15" fmla="*/ 726072 h 791794"/>
              <a:gd name="connsiteX16" fmla="*/ 508884 w 2790908"/>
              <a:gd name="connsiteY16" fmla="*/ 702218 h 791794"/>
              <a:gd name="connsiteX17" fmla="*/ 516835 w 2790908"/>
              <a:gd name="connsiteY17" fmla="*/ 678365 h 791794"/>
              <a:gd name="connsiteX18" fmla="*/ 540689 w 2790908"/>
              <a:gd name="connsiteY18" fmla="*/ 670413 h 791794"/>
              <a:gd name="connsiteX19" fmla="*/ 564543 w 2790908"/>
              <a:gd name="connsiteY19" fmla="*/ 654511 h 791794"/>
              <a:gd name="connsiteX20" fmla="*/ 572494 w 2790908"/>
              <a:gd name="connsiteY20" fmla="*/ 519338 h 791794"/>
              <a:gd name="connsiteX21" fmla="*/ 588397 w 2790908"/>
              <a:gd name="connsiteY21" fmla="*/ 495485 h 791794"/>
              <a:gd name="connsiteX22" fmla="*/ 596348 w 2790908"/>
              <a:gd name="connsiteY22" fmla="*/ 463679 h 791794"/>
              <a:gd name="connsiteX23" fmla="*/ 588397 w 2790908"/>
              <a:gd name="connsiteY23" fmla="*/ 241043 h 791794"/>
              <a:gd name="connsiteX24" fmla="*/ 604300 w 2790908"/>
              <a:gd name="connsiteY24" fmla="*/ 217189 h 791794"/>
              <a:gd name="connsiteX25" fmla="*/ 620202 w 2790908"/>
              <a:gd name="connsiteY25" fmla="*/ 145627 h 791794"/>
              <a:gd name="connsiteX26" fmla="*/ 644056 w 2790908"/>
              <a:gd name="connsiteY26" fmla="*/ 82017 h 791794"/>
              <a:gd name="connsiteX27" fmla="*/ 667910 w 2790908"/>
              <a:gd name="connsiteY27" fmla="*/ 66114 h 791794"/>
              <a:gd name="connsiteX28" fmla="*/ 707667 w 2790908"/>
              <a:gd name="connsiteY28" fmla="*/ 105871 h 791794"/>
              <a:gd name="connsiteX29" fmla="*/ 723569 w 2790908"/>
              <a:gd name="connsiteY29" fmla="*/ 129725 h 791794"/>
              <a:gd name="connsiteX30" fmla="*/ 755374 w 2790908"/>
              <a:gd name="connsiteY30" fmla="*/ 177432 h 791794"/>
              <a:gd name="connsiteX31" fmla="*/ 779228 w 2790908"/>
              <a:gd name="connsiteY31" fmla="*/ 161530 h 791794"/>
              <a:gd name="connsiteX32" fmla="*/ 818985 w 2790908"/>
              <a:gd name="connsiteY32" fmla="*/ 129725 h 791794"/>
              <a:gd name="connsiteX33" fmla="*/ 842839 w 2790908"/>
              <a:gd name="connsiteY33" fmla="*/ 145627 h 791794"/>
              <a:gd name="connsiteX34" fmla="*/ 874644 w 2790908"/>
              <a:gd name="connsiteY34" fmla="*/ 137676 h 791794"/>
              <a:gd name="connsiteX35" fmla="*/ 906449 w 2790908"/>
              <a:gd name="connsiteY35" fmla="*/ 161530 h 791794"/>
              <a:gd name="connsiteX36" fmla="*/ 938254 w 2790908"/>
              <a:gd name="connsiteY36" fmla="*/ 113822 h 791794"/>
              <a:gd name="connsiteX37" fmla="*/ 946206 w 2790908"/>
              <a:gd name="connsiteY37" fmla="*/ 137676 h 791794"/>
              <a:gd name="connsiteX38" fmla="*/ 970060 w 2790908"/>
              <a:gd name="connsiteY38" fmla="*/ 74065 h 791794"/>
              <a:gd name="connsiteX39" fmla="*/ 985962 w 2790908"/>
              <a:gd name="connsiteY39" fmla="*/ 137676 h 791794"/>
              <a:gd name="connsiteX40" fmla="*/ 993914 w 2790908"/>
              <a:gd name="connsiteY40" fmla="*/ 193335 h 791794"/>
              <a:gd name="connsiteX41" fmla="*/ 1009816 w 2790908"/>
              <a:gd name="connsiteY41" fmla="*/ 241043 h 791794"/>
              <a:gd name="connsiteX42" fmla="*/ 1017767 w 2790908"/>
              <a:gd name="connsiteY42" fmla="*/ 209238 h 791794"/>
              <a:gd name="connsiteX43" fmla="*/ 1033670 w 2790908"/>
              <a:gd name="connsiteY43" fmla="*/ 185384 h 791794"/>
              <a:gd name="connsiteX44" fmla="*/ 1041621 w 2790908"/>
              <a:gd name="connsiteY44" fmla="*/ 161530 h 791794"/>
              <a:gd name="connsiteX45" fmla="*/ 1073427 w 2790908"/>
              <a:gd name="connsiteY45" fmla="*/ 209238 h 791794"/>
              <a:gd name="connsiteX46" fmla="*/ 1081378 w 2790908"/>
              <a:gd name="connsiteY46" fmla="*/ 248994 h 791794"/>
              <a:gd name="connsiteX47" fmla="*/ 1097280 w 2790908"/>
              <a:gd name="connsiteY47" fmla="*/ 392118 h 791794"/>
              <a:gd name="connsiteX48" fmla="*/ 1105232 w 2790908"/>
              <a:gd name="connsiteY48" fmla="*/ 415972 h 791794"/>
              <a:gd name="connsiteX49" fmla="*/ 1113183 w 2790908"/>
              <a:gd name="connsiteY49" fmla="*/ 447777 h 791794"/>
              <a:gd name="connsiteX50" fmla="*/ 1129086 w 2790908"/>
              <a:gd name="connsiteY50" fmla="*/ 471631 h 791794"/>
              <a:gd name="connsiteX51" fmla="*/ 1137037 w 2790908"/>
              <a:gd name="connsiteY51" fmla="*/ 590900 h 791794"/>
              <a:gd name="connsiteX52" fmla="*/ 1144988 w 2790908"/>
              <a:gd name="connsiteY52" fmla="*/ 630657 h 791794"/>
              <a:gd name="connsiteX53" fmla="*/ 1152940 w 2790908"/>
              <a:gd name="connsiteY53" fmla="*/ 773780 h 791794"/>
              <a:gd name="connsiteX54" fmla="*/ 1176794 w 2790908"/>
              <a:gd name="connsiteY54" fmla="*/ 765829 h 791794"/>
              <a:gd name="connsiteX55" fmla="*/ 1192696 w 2790908"/>
              <a:gd name="connsiteY55" fmla="*/ 678365 h 791794"/>
              <a:gd name="connsiteX56" fmla="*/ 1200647 w 2790908"/>
              <a:gd name="connsiteY56" fmla="*/ 646559 h 791794"/>
              <a:gd name="connsiteX57" fmla="*/ 1208599 w 2790908"/>
              <a:gd name="connsiteY57" fmla="*/ 670413 h 791794"/>
              <a:gd name="connsiteX58" fmla="*/ 1224501 w 2790908"/>
              <a:gd name="connsiteY58" fmla="*/ 710170 h 791794"/>
              <a:gd name="connsiteX59" fmla="*/ 1240404 w 2790908"/>
              <a:gd name="connsiteY59" fmla="*/ 686316 h 791794"/>
              <a:gd name="connsiteX60" fmla="*/ 1248355 w 2790908"/>
              <a:gd name="connsiteY60" fmla="*/ 654511 h 791794"/>
              <a:gd name="connsiteX61" fmla="*/ 1272209 w 2790908"/>
              <a:gd name="connsiteY61" fmla="*/ 670413 h 791794"/>
              <a:gd name="connsiteX62" fmla="*/ 1280160 w 2790908"/>
              <a:gd name="connsiteY62" fmla="*/ 702218 h 791794"/>
              <a:gd name="connsiteX63" fmla="*/ 1288112 w 2790908"/>
              <a:gd name="connsiteY63" fmla="*/ 678365 h 791794"/>
              <a:gd name="connsiteX64" fmla="*/ 1296063 w 2790908"/>
              <a:gd name="connsiteY64" fmla="*/ 702218 h 791794"/>
              <a:gd name="connsiteX65" fmla="*/ 1311966 w 2790908"/>
              <a:gd name="connsiteY65" fmla="*/ 734024 h 791794"/>
              <a:gd name="connsiteX66" fmla="*/ 1327868 w 2790908"/>
              <a:gd name="connsiteY66" fmla="*/ 710170 h 791794"/>
              <a:gd name="connsiteX67" fmla="*/ 1335820 w 2790908"/>
              <a:gd name="connsiteY67" fmla="*/ 670413 h 791794"/>
              <a:gd name="connsiteX68" fmla="*/ 1359674 w 2790908"/>
              <a:gd name="connsiteY68" fmla="*/ 718121 h 791794"/>
              <a:gd name="connsiteX69" fmla="*/ 1391479 w 2790908"/>
              <a:gd name="connsiteY69" fmla="*/ 670413 h 791794"/>
              <a:gd name="connsiteX70" fmla="*/ 1415333 w 2790908"/>
              <a:gd name="connsiteY70" fmla="*/ 702218 h 791794"/>
              <a:gd name="connsiteX71" fmla="*/ 1423284 w 2790908"/>
              <a:gd name="connsiteY71" fmla="*/ 662462 h 791794"/>
              <a:gd name="connsiteX72" fmla="*/ 1447138 w 2790908"/>
              <a:gd name="connsiteY72" fmla="*/ 654511 h 791794"/>
              <a:gd name="connsiteX73" fmla="*/ 1455089 w 2790908"/>
              <a:gd name="connsiteY73" fmla="*/ 702218 h 791794"/>
              <a:gd name="connsiteX74" fmla="*/ 1463040 w 2790908"/>
              <a:gd name="connsiteY74" fmla="*/ 678365 h 791794"/>
              <a:gd name="connsiteX75" fmla="*/ 1494846 w 2790908"/>
              <a:gd name="connsiteY75" fmla="*/ 694267 h 791794"/>
              <a:gd name="connsiteX76" fmla="*/ 1502797 w 2790908"/>
              <a:gd name="connsiteY76" fmla="*/ 598852 h 791794"/>
              <a:gd name="connsiteX77" fmla="*/ 1534602 w 2790908"/>
              <a:gd name="connsiteY77" fmla="*/ 686316 h 791794"/>
              <a:gd name="connsiteX78" fmla="*/ 1550505 w 2790908"/>
              <a:gd name="connsiteY78" fmla="*/ 710170 h 791794"/>
              <a:gd name="connsiteX79" fmla="*/ 1606164 w 2790908"/>
              <a:gd name="connsiteY79" fmla="*/ 686316 h 791794"/>
              <a:gd name="connsiteX80" fmla="*/ 1653872 w 2790908"/>
              <a:gd name="connsiteY80" fmla="*/ 678365 h 791794"/>
              <a:gd name="connsiteX81" fmla="*/ 1669774 w 2790908"/>
              <a:gd name="connsiteY81" fmla="*/ 622705 h 791794"/>
              <a:gd name="connsiteX82" fmla="*/ 1685677 w 2790908"/>
              <a:gd name="connsiteY82" fmla="*/ 479582 h 791794"/>
              <a:gd name="connsiteX83" fmla="*/ 1701580 w 2790908"/>
              <a:gd name="connsiteY83" fmla="*/ 431874 h 791794"/>
              <a:gd name="connsiteX84" fmla="*/ 1709531 w 2790908"/>
              <a:gd name="connsiteY84" fmla="*/ 288751 h 791794"/>
              <a:gd name="connsiteX85" fmla="*/ 1765190 w 2790908"/>
              <a:gd name="connsiteY85" fmla="*/ 336458 h 791794"/>
              <a:gd name="connsiteX86" fmla="*/ 1749287 w 2790908"/>
              <a:gd name="connsiteY86" fmla="*/ 201286 h 791794"/>
              <a:gd name="connsiteX87" fmla="*/ 1757239 w 2790908"/>
              <a:gd name="connsiteY87" fmla="*/ 113822 h 791794"/>
              <a:gd name="connsiteX88" fmla="*/ 1765190 w 2790908"/>
              <a:gd name="connsiteY88" fmla="*/ 66114 h 791794"/>
              <a:gd name="connsiteX89" fmla="*/ 1804947 w 2790908"/>
              <a:gd name="connsiteY89" fmla="*/ 89968 h 791794"/>
              <a:gd name="connsiteX90" fmla="*/ 1812898 w 2790908"/>
              <a:gd name="connsiteY90" fmla="*/ 137676 h 791794"/>
              <a:gd name="connsiteX91" fmla="*/ 1828800 w 2790908"/>
              <a:gd name="connsiteY91" fmla="*/ 264897 h 791794"/>
              <a:gd name="connsiteX92" fmla="*/ 1852654 w 2790908"/>
              <a:gd name="connsiteY92" fmla="*/ 256945 h 791794"/>
              <a:gd name="connsiteX93" fmla="*/ 1860606 w 2790908"/>
              <a:gd name="connsiteY93" fmla="*/ 233092 h 791794"/>
              <a:gd name="connsiteX94" fmla="*/ 1876508 w 2790908"/>
              <a:gd name="connsiteY94" fmla="*/ 209238 h 791794"/>
              <a:gd name="connsiteX95" fmla="*/ 1884460 w 2790908"/>
              <a:gd name="connsiteY95" fmla="*/ 177432 h 791794"/>
              <a:gd name="connsiteX96" fmla="*/ 1900362 w 2790908"/>
              <a:gd name="connsiteY96" fmla="*/ 129725 h 791794"/>
              <a:gd name="connsiteX97" fmla="*/ 1924216 w 2790908"/>
              <a:gd name="connsiteY97" fmla="*/ 153578 h 791794"/>
              <a:gd name="connsiteX98" fmla="*/ 1932167 w 2790908"/>
              <a:gd name="connsiteY98" fmla="*/ 177432 h 791794"/>
              <a:gd name="connsiteX99" fmla="*/ 1979875 w 2790908"/>
              <a:gd name="connsiteY99" fmla="*/ 161530 h 791794"/>
              <a:gd name="connsiteX100" fmla="*/ 1988228 w 2790908"/>
              <a:gd name="connsiteY100" fmla="*/ 4171 h 791794"/>
              <a:gd name="connsiteX101" fmla="*/ 1989578 w 2790908"/>
              <a:gd name="connsiteY101" fmla="*/ 58163 h 791794"/>
              <a:gd name="connsiteX102" fmla="*/ 1995778 w 2790908"/>
              <a:gd name="connsiteY102" fmla="*/ 193335 h 791794"/>
              <a:gd name="connsiteX103" fmla="*/ 2003729 w 2790908"/>
              <a:gd name="connsiteY103" fmla="*/ 256945 h 791794"/>
              <a:gd name="connsiteX104" fmla="*/ 2019632 w 2790908"/>
              <a:gd name="connsiteY104" fmla="*/ 304653 h 791794"/>
              <a:gd name="connsiteX105" fmla="*/ 2035534 w 2790908"/>
              <a:gd name="connsiteY105" fmla="*/ 201286 h 791794"/>
              <a:gd name="connsiteX106" fmla="*/ 2043486 w 2790908"/>
              <a:gd name="connsiteY106" fmla="*/ 145627 h 791794"/>
              <a:gd name="connsiteX107" fmla="*/ 2059388 w 2790908"/>
              <a:gd name="connsiteY107" fmla="*/ 177432 h 791794"/>
              <a:gd name="connsiteX108" fmla="*/ 2122999 w 2790908"/>
              <a:gd name="connsiteY108" fmla="*/ 177432 h 791794"/>
              <a:gd name="connsiteX109" fmla="*/ 2146853 w 2790908"/>
              <a:gd name="connsiteY109" fmla="*/ 185384 h 791794"/>
              <a:gd name="connsiteX110" fmla="*/ 2178658 w 2790908"/>
              <a:gd name="connsiteY110" fmla="*/ 169481 h 791794"/>
              <a:gd name="connsiteX111" fmla="*/ 2194560 w 2790908"/>
              <a:gd name="connsiteY111" fmla="*/ 201286 h 791794"/>
              <a:gd name="connsiteX112" fmla="*/ 2210463 w 2790908"/>
              <a:gd name="connsiteY112" fmla="*/ 225140 h 791794"/>
              <a:gd name="connsiteX113" fmla="*/ 2218414 w 2790908"/>
              <a:gd name="connsiteY113" fmla="*/ 256945 h 791794"/>
              <a:gd name="connsiteX114" fmla="*/ 2234317 w 2790908"/>
              <a:gd name="connsiteY114" fmla="*/ 288751 h 791794"/>
              <a:gd name="connsiteX115" fmla="*/ 2242268 w 2790908"/>
              <a:gd name="connsiteY115" fmla="*/ 352361 h 791794"/>
              <a:gd name="connsiteX116" fmla="*/ 2250220 w 2790908"/>
              <a:gd name="connsiteY116" fmla="*/ 392118 h 791794"/>
              <a:gd name="connsiteX117" fmla="*/ 2258171 w 2790908"/>
              <a:gd name="connsiteY117" fmla="*/ 479582 h 791794"/>
              <a:gd name="connsiteX118" fmla="*/ 2266122 w 2790908"/>
              <a:gd name="connsiteY118" fmla="*/ 519338 h 791794"/>
              <a:gd name="connsiteX119" fmla="*/ 2274074 w 2790908"/>
              <a:gd name="connsiteY119" fmla="*/ 590900 h 791794"/>
              <a:gd name="connsiteX120" fmla="*/ 2289976 w 2790908"/>
              <a:gd name="connsiteY120" fmla="*/ 622705 h 791794"/>
              <a:gd name="connsiteX121" fmla="*/ 2297927 w 2790908"/>
              <a:gd name="connsiteY121" fmla="*/ 646559 h 791794"/>
              <a:gd name="connsiteX122" fmla="*/ 2313830 w 2790908"/>
              <a:gd name="connsiteY122" fmla="*/ 749926 h 791794"/>
              <a:gd name="connsiteX123" fmla="*/ 2321781 w 2790908"/>
              <a:gd name="connsiteY123" fmla="*/ 789683 h 791794"/>
              <a:gd name="connsiteX124" fmla="*/ 2353587 w 2790908"/>
              <a:gd name="connsiteY124" fmla="*/ 781732 h 791794"/>
              <a:gd name="connsiteX125" fmla="*/ 2401294 w 2790908"/>
              <a:gd name="connsiteY125" fmla="*/ 765829 h 791794"/>
              <a:gd name="connsiteX126" fmla="*/ 2409246 w 2790908"/>
              <a:gd name="connsiteY126" fmla="*/ 741975 h 791794"/>
              <a:gd name="connsiteX127" fmla="*/ 2417197 w 2790908"/>
              <a:gd name="connsiteY127" fmla="*/ 710170 h 791794"/>
              <a:gd name="connsiteX128" fmla="*/ 2472856 w 2790908"/>
              <a:gd name="connsiteY128" fmla="*/ 638608 h 791794"/>
              <a:gd name="connsiteX129" fmla="*/ 2496710 w 2790908"/>
              <a:gd name="connsiteY129" fmla="*/ 590900 h 791794"/>
              <a:gd name="connsiteX130" fmla="*/ 2512613 w 2790908"/>
              <a:gd name="connsiteY130" fmla="*/ 622705 h 791794"/>
              <a:gd name="connsiteX131" fmla="*/ 2520564 w 2790908"/>
              <a:gd name="connsiteY131" fmla="*/ 694267 h 791794"/>
              <a:gd name="connsiteX132" fmla="*/ 2528515 w 2790908"/>
              <a:gd name="connsiteY132" fmla="*/ 670413 h 791794"/>
              <a:gd name="connsiteX133" fmla="*/ 2544418 w 2790908"/>
              <a:gd name="connsiteY133" fmla="*/ 646559 h 791794"/>
              <a:gd name="connsiteX134" fmla="*/ 2568272 w 2790908"/>
              <a:gd name="connsiteY134" fmla="*/ 662462 h 791794"/>
              <a:gd name="connsiteX135" fmla="*/ 2600077 w 2790908"/>
              <a:gd name="connsiteY135" fmla="*/ 670413 h 791794"/>
              <a:gd name="connsiteX136" fmla="*/ 2623931 w 2790908"/>
              <a:gd name="connsiteY136" fmla="*/ 678365 h 791794"/>
              <a:gd name="connsiteX137" fmla="*/ 2655736 w 2790908"/>
              <a:gd name="connsiteY137" fmla="*/ 670413 h 791794"/>
              <a:gd name="connsiteX138" fmla="*/ 2671639 w 2790908"/>
              <a:gd name="connsiteY138" fmla="*/ 638608 h 791794"/>
              <a:gd name="connsiteX139" fmla="*/ 2695493 w 2790908"/>
              <a:gd name="connsiteY139" fmla="*/ 662462 h 791794"/>
              <a:gd name="connsiteX140" fmla="*/ 2743200 w 2790908"/>
              <a:gd name="connsiteY140" fmla="*/ 670413 h 791794"/>
              <a:gd name="connsiteX141" fmla="*/ 2790908 w 2790908"/>
              <a:gd name="connsiteY141" fmla="*/ 686316 h 791794"/>
              <a:gd name="connsiteX0" fmla="*/ 0 w 2790908"/>
              <a:gd name="connsiteY0" fmla="*/ 670413 h 791794"/>
              <a:gd name="connsiteX1" fmla="*/ 47708 w 2790908"/>
              <a:gd name="connsiteY1" fmla="*/ 662462 h 791794"/>
              <a:gd name="connsiteX2" fmla="*/ 55660 w 2790908"/>
              <a:gd name="connsiteY2" fmla="*/ 686316 h 791794"/>
              <a:gd name="connsiteX3" fmla="*/ 87465 w 2790908"/>
              <a:gd name="connsiteY3" fmla="*/ 678365 h 791794"/>
              <a:gd name="connsiteX4" fmla="*/ 111319 w 2790908"/>
              <a:gd name="connsiteY4" fmla="*/ 662462 h 791794"/>
              <a:gd name="connsiteX5" fmla="*/ 174929 w 2790908"/>
              <a:gd name="connsiteY5" fmla="*/ 678365 h 791794"/>
              <a:gd name="connsiteX6" fmla="*/ 206734 w 2790908"/>
              <a:gd name="connsiteY6" fmla="*/ 686316 h 791794"/>
              <a:gd name="connsiteX7" fmla="*/ 238540 w 2790908"/>
              <a:gd name="connsiteY7" fmla="*/ 694267 h 791794"/>
              <a:gd name="connsiteX8" fmla="*/ 262394 w 2790908"/>
              <a:gd name="connsiteY8" fmla="*/ 694267 h 791794"/>
              <a:gd name="connsiteX9" fmla="*/ 286247 w 2790908"/>
              <a:gd name="connsiteY9" fmla="*/ 702218 h 791794"/>
              <a:gd name="connsiteX10" fmla="*/ 310101 w 2790908"/>
              <a:gd name="connsiteY10" fmla="*/ 694267 h 791794"/>
              <a:gd name="connsiteX11" fmla="*/ 349858 w 2790908"/>
              <a:gd name="connsiteY11" fmla="*/ 670413 h 791794"/>
              <a:gd name="connsiteX12" fmla="*/ 405517 w 2790908"/>
              <a:gd name="connsiteY12" fmla="*/ 702218 h 791794"/>
              <a:gd name="connsiteX13" fmla="*/ 413468 w 2790908"/>
              <a:gd name="connsiteY13" fmla="*/ 678365 h 791794"/>
              <a:gd name="connsiteX14" fmla="*/ 461176 w 2790908"/>
              <a:gd name="connsiteY14" fmla="*/ 686316 h 791794"/>
              <a:gd name="connsiteX15" fmla="*/ 492981 w 2790908"/>
              <a:gd name="connsiteY15" fmla="*/ 726072 h 791794"/>
              <a:gd name="connsiteX16" fmla="*/ 508884 w 2790908"/>
              <a:gd name="connsiteY16" fmla="*/ 702218 h 791794"/>
              <a:gd name="connsiteX17" fmla="*/ 516835 w 2790908"/>
              <a:gd name="connsiteY17" fmla="*/ 678365 h 791794"/>
              <a:gd name="connsiteX18" fmla="*/ 540689 w 2790908"/>
              <a:gd name="connsiteY18" fmla="*/ 670413 h 791794"/>
              <a:gd name="connsiteX19" fmla="*/ 564543 w 2790908"/>
              <a:gd name="connsiteY19" fmla="*/ 654511 h 791794"/>
              <a:gd name="connsiteX20" fmla="*/ 572494 w 2790908"/>
              <a:gd name="connsiteY20" fmla="*/ 519338 h 791794"/>
              <a:gd name="connsiteX21" fmla="*/ 588397 w 2790908"/>
              <a:gd name="connsiteY21" fmla="*/ 495485 h 791794"/>
              <a:gd name="connsiteX22" fmla="*/ 596348 w 2790908"/>
              <a:gd name="connsiteY22" fmla="*/ 463679 h 791794"/>
              <a:gd name="connsiteX23" fmla="*/ 588397 w 2790908"/>
              <a:gd name="connsiteY23" fmla="*/ 241043 h 791794"/>
              <a:gd name="connsiteX24" fmla="*/ 604300 w 2790908"/>
              <a:gd name="connsiteY24" fmla="*/ 217189 h 791794"/>
              <a:gd name="connsiteX25" fmla="*/ 620202 w 2790908"/>
              <a:gd name="connsiteY25" fmla="*/ 145627 h 791794"/>
              <a:gd name="connsiteX26" fmla="*/ 644056 w 2790908"/>
              <a:gd name="connsiteY26" fmla="*/ 82017 h 791794"/>
              <a:gd name="connsiteX27" fmla="*/ 667910 w 2790908"/>
              <a:gd name="connsiteY27" fmla="*/ 66114 h 791794"/>
              <a:gd name="connsiteX28" fmla="*/ 707667 w 2790908"/>
              <a:gd name="connsiteY28" fmla="*/ 105871 h 791794"/>
              <a:gd name="connsiteX29" fmla="*/ 723569 w 2790908"/>
              <a:gd name="connsiteY29" fmla="*/ 129725 h 791794"/>
              <a:gd name="connsiteX30" fmla="*/ 755374 w 2790908"/>
              <a:gd name="connsiteY30" fmla="*/ 177432 h 791794"/>
              <a:gd name="connsiteX31" fmla="*/ 779228 w 2790908"/>
              <a:gd name="connsiteY31" fmla="*/ 161530 h 791794"/>
              <a:gd name="connsiteX32" fmla="*/ 818985 w 2790908"/>
              <a:gd name="connsiteY32" fmla="*/ 129725 h 791794"/>
              <a:gd name="connsiteX33" fmla="*/ 842839 w 2790908"/>
              <a:gd name="connsiteY33" fmla="*/ 145627 h 791794"/>
              <a:gd name="connsiteX34" fmla="*/ 874644 w 2790908"/>
              <a:gd name="connsiteY34" fmla="*/ 137676 h 791794"/>
              <a:gd name="connsiteX35" fmla="*/ 906449 w 2790908"/>
              <a:gd name="connsiteY35" fmla="*/ 161530 h 791794"/>
              <a:gd name="connsiteX36" fmla="*/ 938254 w 2790908"/>
              <a:gd name="connsiteY36" fmla="*/ 113822 h 791794"/>
              <a:gd name="connsiteX37" fmla="*/ 946206 w 2790908"/>
              <a:gd name="connsiteY37" fmla="*/ 137676 h 791794"/>
              <a:gd name="connsiteX38" fmla="*/ 970060 w 2790908"/>
              <a:gd name="connsiteY38" fmla="*/ 74065 h 791794"/>
              <a:gd name="connsiteX39" fmla="*/ 985962 w 2790908"/>
              <a:gd name="connsiteY39" fmla="*/ 137676 h 791794"/>
              <a:gd name="connsiteX40" fmla="*/ 993914 w 2790908"/>
              <a:gd name="connsiteY40" fmla="*/ 193335 h 791794"/>
              <a:gd name="connsiteX41" fmla="*/ 1009816 w 2790908"/>
              <a:gd name="connsiteY41" fmla="*/ 241043 h 791794"/>
              <a:gd name="connsiteX42" fmla="*/ 1017767 w 2790908"/>
              <a:gd name="connsiteY42" fmla="*/ 209238 h 791794"/>
              <a:gd name="connsiteX43" fmla="*/ 1033670 w 2790908"/>
              <a:gd name="connsiteY43" fmla="*/ 185384 h 791794"/>
              <a:gd name="connsiteX44" fmla="*/ 1041621 w 2790908"/>
              <a:gd name="connsiteY44" fmla="*/ 161530 h 791794"/>
              <a:gd name="connsiteX45" fmla="*/ 1073427 w 2790908"/>
              <a:gd name="connsiteY45" fmla="*/ 209238 h 791794"/>
              <a:gd name="connsiteX46" fmla="*/ 1081378 w 2790908"/>
              <a:gd name="connsiteY46" fmla="*/ 248994 h 791794"/>
              <a:gd name="connsiteX47" fmla="*/ 1097280 w 2790908"/>
              <a:gd name="connsiteY47" fmla="*/ 392118 h 791794"/>
              <a:gd name="connsiteX48" fmla="*/ 1105232 w 2790908"/>
              <a:gd name="connsiteY48" fmla="*/ 415972 h 791794"/>
              <a:gd name="connsiteX49" fmla="*/ 1113183 w 2790908"/>
              <a:gd name="connsiteY49" fmla="*/ 447777 h 791794"/>
              <a:gd name="connsiteX50" fmla="*/ 1129086 w 2790908"/>
              <a:gd name="connsiteY50" fmla="*/ 471631 h 791794"/>
              <a:gd name="connsiteX51" fmla="*/ 1137037 w 2790908"/>
              <a:gd name="connsiteY51" fmla="*/ 590900 h 791794"/>
              <a:gd name="connsiteX52" fmla="*/ 1144988 w 2790908"/>
              <a:gd name="connsiteY52" fmla="*/ 630657 h 791794"/>
              <a:gd name="connsiteX53" fmla="*/ 1152940 w 2790908"/>
              <a:gd name="connsiteY53" fmla="*/ 773780 h 791794"/>
              <a:gd name="connsiteX54" fmla="*/ 1176794 w 2790908"/>
              <a:gd name="connsiteY54" fmla="*/ 765829 h 791794"/>
              <a:gd name="connsiteX55" fmla="*/ 1192696 w 2790908"/>
              <a:gd name="connsiteY55" fmla="*/ 678365 h 791794"/>
              <a:gd name="connsiteX56" fmla="*/ 1200647 w 2790908"/>
              <a:gd name="connsiteY56" fmla="*/ 646559 h 791794"/>
              <a:gd name="connsiteX57" fmla="*/ 1208599 w 2790908"/>
              <a:gd name="connsiteY57" fmla="*/ 670413 h 791794"/>
              <a:gd name="connsiteX58" fmla="*/ 1224501 w 2790908"/>
              <a:gd name="connsiteY58" fmla="*/ 710170 h 791794"/>
              <a:gd name="connsiteX59" fmla="*/ 1240404 w 2790908"/>
              <a:gd name="connsiteY59" fmla="*/ 686316 h 791794"/>
              <a:gd name="connsiteX60" fmla="*/ 1248355 w 2790908"/>
              <a:gd name="connsiteY60" fmla="*/ 654511 h 791794"/>
              <a:gd name="connsiteX61" fmla="*/ 1272209 w 2790908"/>
              <a:gd name="connsiteY61" fmla="*/ 670413 h 791794"/>
              <a:gd name="connsiteX62" fmla="*/ 1280160 w 2790908"/>
              <a:gd name="connsiteY62" fmla="*/ 702218 h 791794"/>
              <a:gd name="connsiteX63" fmla="*/ 1288112 w 2790908"/>
              <a:gd name="connsiteY63" fmla="*/ 678365 h 791794"/>
              <a:gd name="connsiteX64" fmla="*/ 1296063 w 2790908"/>
              <a:gd name="connsiteY64" fmla="*/ 702218 h 791794"/>
              <a:gd name="connsiteX65" fmla="*/ 1311966 w 2790908"/>
              <a:gd name="connsiteY65" fmla="*/ 734024 h 791794"/>
              <a:gd name="connsiteX66" fmla="*/ 1327868 w 2790908"/>
              <a:gd name="connsiteY66" fmla="*/ 710170 h 791794"/>
              <a:gd name="connsiteX67" fmla="*/ 1335820 w 2790908"/>
              <a:gd name="connsiteY67" fmla="*/ 670413 h 791794"/>
              <a:gd name="connsiteX68" fmla="*/ 1359674 w 2790908"/>
              <a:gd name="connsiteY68" fmla="*/ 718121 h 791794"/>
              <a:gd name="connsiteX69" fmla="*/ 1391479 w 2790908"/>
              <a:gd name="connsiteY69" fmla="*/ 670413 h 791794"/>
              <a:gd name="connsiteX70" fmla="*/ 1415333 w 2790908"/>
              <a:gd name="connsiteY70" fmla="*/ 702218 h 791794"/>
              <a:gd name="connsiteX71" fmla="*/ 1423284 w 2790908"/>
              <a:gd name="connsiteY71" fmla="*/ 662462 h 791794"/>
              <a:gd name="connsiteX72" fmla="*/ 1447138 w 2790908"/>
              <a:gd name="connsiteY72" fmla="*/ 654511 h 791794"/>
              <a:gd name="connsiteX73" fmla="*/ 1455089 w 2790908"/>
              <a:gd name="connsiteY73" fmla="*/ 702218 h 791794"/>
              <a:gd name="connsiteX74" fmla="*/ 1463040 w 2790908"/>
              <a:gd name="connsiteY74" fmla="*/ 678365 h 791794"/>
              <a:gd name="connsiteX75" fmla="*/ 1494846 w 2790908"/>
              <a:gd name="connsiteY75" fmla="*/ 694267 h 791794"/>
              <a:gd name="connsiteX76" fmla="*/ 1502797 w 2790908"/>
              <a:gd name="connsiteY76" fmla="*/ 598852 h 791794"/>
              <a:gd name="connsiteX77" fmla="*/ 1534602 w 2790908"/>
              <a:gd name="connsiteY77" fmla="*/ 686316 h 791794"/>
              <a:gd name="connsiteX78" fmla="*/ 1550505 w 2790908"/>
              <a:gd name="connsiteY78" fmla="*/ 710170 h 791794"/>
              <a:gd name="connsiteX79" fmla="*/ 1606164 w 2790908"/>
              <a:gd name="connsiteY79" fmla="*/ 686316 h 791794"/>
              <a:gd name="connsiteX80" fmla="*/ 1653872 w 2790908"/>
              <a:gd name="connsiteY80" fmla="*/ 678365 h 791794"/>
              <a:gd name="connsiteX81" fmla="*/ 1669774 w 2790908"/>
              <a:gd name="connsiteY81" fmla="*/ 622705 h 791794"/>
              <a:gd name="connsiteX82" fmla="*/ 1685677 w 2790908"/>
              <a:gd name="connsiteY82" fmla="*/ 479582 h 791794"/>
              <a:gd name="connsiteX83" fmla="*/ 1701580 w 2790908"/>
              <a:gd name="connsiteY83" fmla="*/ 431874 h 791794"/>
              <a:gd name="connsiteX84" fmla="*/ 1709531 w 2790908"/>
              <a:gd name="connsiteY84" fmla="*/ 288751 h 791794"/>
              <a:gd name="connsiteX85" fmla="*/ 1765190 w 2790908"/>
              <a:gd name="connsiteY85" fmla="*/ 336458 h 791794"/>
              <a:gd name="connsiteX86" fmla="*/ 1758990 w 2790908"/>
              <a:gd name="connsiteY86" fmla="*/ 216996 h 791794"/>
              <a:gd name="connsiteX87" fmla="*/ 1757239 w 2790908"/>
              <a:gd name="connsiteY87" fmla="*/ 113822 h 791794"/>
              <a:gd name="connsiteX88" fmla="*/ 1765190 w 2790908"/>
              <a:gd name="connsiteY88" fmla="*/ 66114 h 791794"/>
              <a:gd name="connsiteX89" fmla="*/ 1804947 w 2790908"/>
              <a:gd name="connsiteY89" fmla="*/ 89968 h 791794"/>
              <a:gd name="connsiteX90" fmla="*/ 1812898 w 2790908"/>
              <a:gd name="connsiteY90" fmla="*/ 137676 h 791794"/>
              <a:gd name="connsiteX91" fmla="*/ 1828800 w 2790908"/>
              <a:gd name="connsiteY91" fmla="*/ 264897 h 791794"/>
              <a:gd name="connsiteX92" fmla="*/ 1852654 w 2790908"/>
              <a:gd name="connsiteY92" fmla="*/ 256945 h 791794"/>
              <a:gd name="connsiteX93" fmla="*/ 1860606 w 2790908"/>
              <a:gd name="connsiteY93" fmla="*/ 233092 h 791794"/>
              <a:gd name="connsiteX94" fmla="*/ 1876508 w 2790908"/>
              <a:gd name="connsiteY94" fmla="*/ 209238 h 791794"/>
              <a:gd name="connsiteX95" fmla="*/ 1884460 w 2790908"/>
              <a:gd name="connsiteY95" fmla="*/ 177432 h 791794"/>
              <a:gd name="connsiteX96" fmla="*/ 1900362 w 2790908"/>
              <a:gd name="connsiteY96" fmla="*/ 129725 h 791794"/>
              <a:gd name="connsiteX97" fmla="*/ 1924216 w 2790908"/>
              <a:gd name="connsiteY97" fmla="*/ 153578 h 791794"/>
              <a:gd name="connsiteX98" fmla="*/ 1932167 w 2790908"/>
              <a:gd name="connsiteY98" fmla="*/ 177432 h 791794"/>
              <a:gd name="connsiteX99" fmla="*/ 1979875 w 2790908"/>
              <a:gd name="connsiteY99" fmla="*/ 161530 h 791794"/>
              <a:gd name="connsiteX100" fmla="*/ 1988228 w 2790908"/>
              <a:gd name="connsiteY100" fmla="*/ 4171 h 791794"/>
              <a:gd name="connsiteX101" fmla="*/ 1989578 w 2790908"/>
              <a:gd name="connsiteY101" fmla="*/ 58163 h 791794"/>
              <a:gd name="connsiteX102" fmla="*/ 1995778 w 2790908"/>
              <a:gd name="connsiteY102" fmla="*/ 193335 h 791794"/>
              <a:gd name="connsiteX103" fmla="*/ 2003729 w 2790908"/>
              <a:gd name="connsiteY103" fmla="*/ 256945 h 791794"/>
              <a:gd name="connsiteX104" fmla="*/ 2019632 w 2790908"/>
              <a:gd name="connsiteY104" fmla="*/ 304653 h 791794"/>
              <a:gd name="connsiteX105" fmla="*/ 2035534 w 2790908"/>
              <a:gd name="connsiteY105" fmla="*/ 201286 h 791794"/>
              <a:gd name="connsiteX106" fmla="*/ 2043486 w 2790908"/>
              <a:gd name="connsiteY106" fmla="*/ 145627 h 791794"/>
              <a:gd name="connsiteX107" fmla="*/ 2059388 w 2790908"/>
              <a:gd name="connsiteY107" fmla="*/ 177432 h 791794"/>
              <a:gd name="connsiteX108" fmla="*/ 2122999 w 2790908"/>
              <a:gd name="connsiteY108" fmla="*/ 177432 h 791794"/>
              <a:gd name="connsiteX109" fmla="*/ 2146853 w 2790908"/>
              <a:gd name="connsiteY109" fmla="*/ 185384 h 791794"/>
              <a:gd name="connsiteX110" fmla="*/ 2178658 w 2790908"/>
              <a:gd name="connsiteY110" fmla="*/ 169481 h 791794"/>
              <a:gd name="connsiteX111" fmla="*/ 2194560 w 2790908"/>
              <a:gd name="connsiteY111" fmla="*/ 201286 h 791794"/>
              <a:gd name="connsiteX112" fmla="*/ 2210463 w 2790908"/>
              <a:gd name="connsiteY112" fmla="*/ 225140 h 791794"/>
              <a:gd name="connsiteX113" fmla="*/ 2218414 w 2790908"/>
              <a:gd name="connsiteY113" fmla="*/ 256945 h 791794"/>
              <a:gd name="connsiteX114" fmla="*/ 2234317 w 2790908"/>
              <a:gd name="connsiteY114" fmla="*/ 288751 h 791794"/>
              <a:gd name="connsiteX115" fmla="*/ 2242268 w 2790908"/>
              <a:gd name="connsiteY115" fmla="*/ 352361 h 791794"/>
              <a:gd name="connsiteX116" fmla="*/ 2250220 w 2790908"/>
              <a:gd name="connsiteY116" fmla="*/ 392118 h 791794"/>
              <a:gd name="connsiteX117" fmla="*/ 2258171 w 2790908"/>
              <a:gd name="connsiteY117" fmla="*/ 479582 h 791794"/>
              <a:gd name="connsiteX118" fmla="*/ 2266122 w 2790908"/>
              <a:gd name="connsiteY118" fmla="*/ 519338 h 791794"/>
              <a:gd name="connsiteX119" fmla="*/ 2274074 w 2790908"/>
              <a:gd name="connsiteY119" fmla="*/ 590900 h 791794"/>
              <a:gd name="connsiteX120" fmla="*/ 2289976 w 2790908"/>
              <a:gd name="connsiteY120" fmla="*/ 622705 h 791794"/>
              <a:gd name="connsiteX121" fmla="*/ 2297927 w 2790908"/>
              <a:gd name="connsiteY121" fmla="*/ 646559 h 791794"/>
              <a:gd name="connsiteX122" fmla="*/ 2313830 w 2790908"/>
              <a:gd name="connsiteY122" fmla="*/ 749926 h 791794"/>
              <a:gd name="connsiteX123" fmla="*/ 2321781 w 2790908"/>
              <a:gd name="connsiteY123" fmla="*/ 789683 h 791794"/>
              <a:gd name="connsiteX124" fmla="*/ 2353587 w 2790908"/>
              <a:gd name="connsiteY124" fmla="*/ 781732 h 791794"/>
              <a:gd name="connsiteX125" fmla="*/ 2401294 w 2790908"/>
              <a:gd name="connsiteY125" fmla="*/ 765829 h 791794"/>
              <a:gd name="connsiteX126" fmla="*/ 2409246 w 2790908"/>
              <a:gd name="connsiteY126" fmla="*/ 741975 h 791794"/>
              <a:gd name="connsiteX127" fmla="*/ 2417197 w 2790908"/>
              <a:gd name="connsiteY127" fmla="*/ 710170 h 791794"/>
              <a:gd name="connsiteX128" fmla="*/ 2472856 w 2790908"/>
              <a:gd name="connsiteY128" fmla="*/ 638608 h 791794"/>
              <a:gd name="connsiteX129" fmla="*/ 2496710 w 2790908"/>
              <a:gd name="connsiteY129" fmla="*/ 590900 h 791794"/>
              <a:gd name="connsiteX130" fmla="*/ 2512613 w 2790908"/>
              <a:gd name="connsiteY130" fmla="*/ 622705 h 791794"/>
              <a:gd name="connsiteX131" fmla="*/ 2520564 w 2790908"/>
              <a:gd name="connsiteY131" fmla="*/ 694267 h 791794"/>
              <a:gd name="connsiteX132" fmla="*/ 2528515 w 2790908"/>
              <a:gd name="connsiteY132" fmla="*/ 670413 h 791794"/>
              <a:gd name="connsiteX133" fmla="*/ 2544418 w 2790908"/>
              <a:gd name="connsiteY133" fmla="*/ 646559 h 791794"/>
              <a:gd name="connsiteX134" fmla="*/ 2568272 w 2790908"/>
              <a:gd name="connsiteY134" fmla="*/ 662462 h 791794"/>
              <a:gd name="connsiteX135" fmla="*/ 2600077 w 2790908"/>
              <a:gd name="connsiteY135" fmla="*/ 670413 h 791794"/>
              <a:gd name="connsiteX136" fmla="*/ 2623931 w 2790908"/>
              <a:gd name="connsiteY136" fmla="*/ 678365 h 791794"/>
              <a:gd name="connsiteX137" fmla="*/ 2655736 w 2790908"/>
              <a:gd name="connsiteY137" fmla="*/ 670413 h 791794"/>
              <a:gd name="connsiteX138" fmla="*/ 2671639 w 2790908"/>
              <a:gd name="connsiteY138" fmla="*/ 638608 h 791794"/>
              <a:gd name="connsiteX139" fmla="*/ 2695493 w 2790908"/>
              <a:gd name="connsiteY139" fmla="*/ 662462 h 791794"/>
              <a:gd name="connsiteX140" fmla="*/ 2743200 w 2790908"/>
              <a:gd name="connsiteY140" fmla="*/ 670413 h 791794"/>
              <a:gd name="connsiteX141" fmla="*/ 2790908 w 2790908"/>
              <a:gd name="connsiteY141" fmla="*/ 686316 h 791794"/>
              <a:gd name="connsiteX0" fmla="*/ 0 w 2790908"/>
              <a:gd name="connsiteY0" fmla="*/ 670413 h 791794"/>
              <a:gd name="connsiteX1" fmla="*/ 47708 w 2790908"/>
              <a:gd name="connsiteY1" fmla="*/ 662462 h 791794"/>
              <a:gd name="connsiteX2" fmla="*/ 55660 w 2790908"/>
              <a:gd name="connsiteY2" fmla="*/ 686316 h 791794"/>
              <a:gd name="connsiteX3" fmla="*/ 87465 w 2790908"/>
              <a:gd name="connsiteY3" fmla="*/ 678365 h 791794"/>
              <a:gd name="connsiteX4" fmla="*/ 111319 w 2790908"/>
              <a:gd name="connsiteY4" fmla="*/ 662462 h 791794"/>
              <a:gd name="connsiteX5" fmla="*/ 174929 w 2790908"/>
              <a:gd name="connsiteY5" fmla="*/ 678365 h 791794"/>
              <a:gd name="connsiteX6" fmla="*/ 206734 w 2790908"/>
              <a:gd name="connsiteY6" fmla="*/ 686316 h 791794"/>
              <a:gd name="connsiteX7" fmla="*/ 238540 w 2790908"/>
              <a:gd name="connsiteY7" fmla="*/ 694267 h 791794"/>
              <a:gd name="connsiteX8" fmla="*/ 262394 w 2790908"/>
              <a:gd name="connsiteY8" fmla="*/ 694267 h 791794"/>
              <a:gd name="connsiteX9" fmla="*/ 286247 w 2790908"/>
              <a:gd name="connsiteY9" fmla="*/ 702218 h 791794"/>
              <a:gd name="connsiteX10" fmla="*/ 310101 w 2790908"/>
              <a:gd name="connsiteY10" fmla="*/ 694267 h 791794"/>
              <a:gd name="connsiteX11" fmla="*/ 349858 w 2790908"/>
              <a:gd name="connsiteY11" fmla="*/ 670413 h 791794"/>
              <a:gd name="connsiteX12" fmla="*/ 405517 w 2790908"/>
              <a:gd name="connsiteY12" fmla="*/ 702218 h 791794"/>
              <a:gd name="connsiteX13" fmla="*/ 413468 w 2790908"/>
              <a:gd name="connsiteY13" fmla="*/ 678365 h 791794"/>
              <a:gd name="connsiteX14" fmla="*/ 461176 w 2790908"/>
              <a:gd name="connsiteY14" fmla="*/ 686316 h 791794"/>
              <a:gd name="connsiteX15" fmla="*/ 492981 w 2790908"/>
              <a:gd name="connsiteY15" fmla="*/ 726072 h 791794"/>
              <a:gd name="connsiteX16" fmla="*/ 508884 w 2790908"/>
              <a:gd name="connsiteY16" fmla="*/ 702218 h 791794"/>
              <a:gd name="connsiteX17" fmla="*/ 516835 w 2790908"/>
              <a:gd name="connsiteY17" fmla="*/ 678365 h 791794"/>
              <a:gd name="connsiteX18" fmla="*/ 540689 w 2790908"/>
              <a:gd name="connsiteY18" fmla="*/ 670413 h 791794"/>
              <a:gd name="connsiteX19" fmla="*/ 564543 w 2790908"/>
              <a:gd name="connsiteY19" fmla="*/ 654511 h 791794"/>
              <a:gd name="connsiteX20" fmla="*/ 572494 w 2790908"/>
              <a:gd name="connsiteY20" fmla="*/ 519338 h 791794"/>
              <a:gd name="connsiteX21" fmla="*/ 588397 w 2790908"/>
              <a:gd name="connsiteY21" fmla="*/ 495485 h 791794"/>
              <a:gd name="connsiteX22" fmla="*/ 596348 w 2790908"/>
              <a:gd name="connsiteY22" fmla="*/ 463679 h 791794"/>
              <a:gd name="connsiteX23" fmla="*/ 588397 w 2790908"/>
              <a:gd name="connsiteY23" fmla="*/ 241043 h 791794"/>
              <a:gd name="connsiteX24" fmla="*/ 604300 w 2790908"/>
              <a:gd name="connsiteY24" fmla="*/ 217189 h 791794"/>
              <a:gd name="connsiteX25" fmla="*/ 620202 w 2790908"/>
              <a:gd name="connsiteY25" fmla="*/ 145627 h 791794"/>
              <a:gd name="connsiteX26" fmla="*/ 644056 w 2790908"/>
              <a:gd name="connsiteY26" fmla="*/ 82017 h 791794"/>
              <a:gd name="connsiteX27" fmla="*/ 667910 w 2790908"/>
              <a:gd name="connsiteY27" fmla="*/ 66114 h 791794"/>
              <a:gd name="connsiteX28" fmla="*/ 707667 w 2790908"/>
              <a:gd name="connsiteY28" fmla="*/ 105871 h 791794"/>
              <a:gd name="connsiteX29" fmla="*/ 723569 w 2790908"/>
              <a:gd name="connsiteY29" fmla="*/ 129725 h 791794"/>
              <a:gd name="connsiteX30" fmla="*/ 755374 w 2790908"/>
              <a:gd name="connsiteY30" fmla="*/ 177432 h 791794"/>
              <a:gd name="connsiteX31" fmla="*/ 779228 w 2790908"/>
              <a:gd name="connsiteY31" fmla="*/ 161530 h 791794"/>
              <a:gd name="connsiteX32" fmla="*/ 818985 w 2790908"/>
              <a:gd name="connsiteY32" fmla="*/ 129725 h 791794"/>
              <a:gd name="connsiteX33" fmla="*/ 842839 w 2790908"/>
              <a:gd name="connsiteY33" fmla="*/ 145627 h 791794"/>
              <a:gd name="connsiteX34" fmla="*/ 874644 w 2790908"/>
              <a:gd name="connsiteY34" fmla="*/ 137676 h 791794"/>
              <a:gd name="connsiteX35" fmla="*/ 906449 w 2790908"/>
              <a:gd name="connsiteY35" fmla="*/ 161530 h 791794"/>
              <a:gd name="connsiteX36" fmla="*/ 938254 w 2790908"/>
              <a:gd name="connsiteY36" fmla="*/ 113822 h 791794"/>
              <a:gd name="connsiteX37" fmla="*/ 946206 w 2790908"/>
              <a:gd name="connsiteY37" fmla="*/ 137676 h 791794"/>
              <a:gd name="connsiteX38" fmla="*/ 970060 w 2790908"/>
              <a:gd name="connsiteY38" fmla="*/ 74065 h 791794"/>
              <a:gd name="connsiteX39" fmla="*/ 985962 w 2790908"/>
              <a:gd name="connsiteY39" fmla="*/ 137676 h 791794"/>
              <a:gd name="connsiteX40" fmla="*/ 993914 w 2790908"/>
              <a:gd name="connsiteY40" fmla="*/ 193335 h 791794"/>
              <a:gd name="connsiteX41" fmla="*/ 1009816 w 2790908"/>
              <a:gd name="connsiteY41" fmla="*/ 241043 h 791794"/>
              <a:gd name="connsiteX42" fmla="*/ 1017767 w 2790908"/>
              <a:gd name="connsiteY42" fmla="*/ 209238 h 791794"/>
              <a:gd name="connsiteX43" fmla="*/ 1033670 w 2790908"/>
              <a:gd name="connsiteY43" fmla="*/ 185384 h 791794"/>
              <a:gd name="connsiteX44" fmla="*/ 1041621 w 2790908"/>
              <a:gd name="connsiteY44" fmla="*/ 161530 h 791794"/>
              <a:gd name="connsiteX45" fmla="*/ 1073427 w 2790908"/>
              <a:gd name="connsiteY45" fmla="*/ 209238 h 791794"/>
              <a:gd name="connsiteX46" fmla="*/ 1081378 w 2790908"/>
              <a:gd name="connsiteY46" fmla="*/ 248994 h 791794"/>
              <a:gd name="connsiteX47" fmla="*/ 1097280 w 2790908"/>
              <a:gd name="connsiteY47" fmla="*/ 392118 h 791794"/>
              <a:gd name="connsiteX48" fmla="*/ 1105232 w 2790908"/>
              <a:gd name="connsiteY48" fmla="*/ 415972 h 791794"/>
              <a:gd name="connsiteX49" fmla="*/ 1113183 w 2790908"/>
              <a:gd name="connsiteY49" fmla="*/ 447777 h 791794"/>
              <a:gd name="connsiteX50" fmla="*/ 1129086 w 2790908"/>
              <a:gd name="connsiteY50" fmla="*/ 471631 h 791794"/>
              <a:gd name="connsiteX51" fmla="*/ 1137037 w 2790908"/>
              <a:gd name="connsiteY51" fmla="*/ 590900 h 791794"/>
              <a:gd name="connsiteX52" fmla="*/ 1144988 w 2790908"/>
              <a:gd name="connsiteY52" fmla="*/ 630657 h 791794"/>
              <a:gd name="connsiteX53" fmla="*/ 1152940 w 2790908"/>
              <a:gd name="connsiteY53" fmla="*/ 773780 h 791794"/>
              <a:gd name="connsiteX54" fmla="*/ 1176794 w 2790908"/>
              <a:gd name="connsiteY54" fmla="*/ 765829 h 791794"/>
              <a:gd name="connsiteX55" fmla="*/ 1192696 w 2790908"/>
              <a:gd name="connsiteY55" fmla="*/ 678365 h 791794"/>
              <a:gd name="connsiteX56" fmla="*/ 1200647 w 2790908"/>
              <a:gd name="connsiteY56" fmla="*/ 646559 h 791794"/>
              <a:gd name="connsiteX57" fmla="*/ 1208599 w 2790908"/>
              <a:gd name="connsiteY57" fmla="*/ 670413 h 791794"/>
              <a:gd name="connsiteX58" fmla="*/ 1224501 w 2790908"/>
              <a:gd name="connsiteY58" fmla="*/ 710170 h 791794"/>
              <a:gd name="connsiteX59" fmla="*/ 1240404 w 2790908"/>
              <a:gd name="connsiteY59" fmla="*/ 686316 h 791794"/>
              <a:gd name="connsiteX60" fmla="*/ 1248355 w 2790908"/>
              <a:gd name="connsiteY60" fmla="*/ 654511 h 791794"/>
              <a:gd name="connsiteX61" fmla="*/ 1272209 w 2790908"/>
              <a:gd name="connsiteY61" fmla="*/ 670413 h 791794"/>
              <a:gd name="connsiteX62" fmla="*/ 1280160 w 2790908"/>
              <a:gd name="connsiteY62" fmla="*/ 702218 h 791794"/>
              <a:gd name="connsiteX63" fmla="*/ 1288112 w 2790908"/>
              <a:gd name="connsiteY63" fmla="*/ 678365 h 791794"/>
              <a:gd name="connsiteX64" fmla="*/ 1296063 w 2790908"/>
              <a:gd name="connsiteY64" fmla="*/ 702218 h 791794"/>
              <a:gd name="connsiteX65" fmla="*/ 1311966 w 2790908"/>
              <a:gd name="connsiteY65" fmla="*/ 734024 h 791794"/>
              <a:gd name="connsiteX66" fmla="*/ 1327868 w 2790908"/>
              <a:gd name="connsiteY66" fmla="*/ 710170 h 791794"/>
              <a:gd name="connsiteX67" fmla="*/ 1335820 w 2790908"/>
              <a:gd name="connsiteY67" fmla="*/ 670413 h 791794"/>
              <a:gd name="connsiteX68" fmla="*/ 1359674 w 2790908"/>
              <a:gd name="connsiteY68" fmla="*/ 718121 h 791794"/>
              <a:gd name="connsiteX69" fmla="*/ 1391479 w 2790908"/>
              <a:gd name="connsiteY69" fmla="*/ 670413 h 791794"/>
              <a:gd name="connsiteX70" fmla="*/ 1415333 w 2790908"/>
              <a:gd name="connsiteY70" fmla="*/ 702218 h 791794"/>
              <a:gd name="connsiteX71" fmla="*/ 1423284 w 2790908"/>
              <a:gd name="connsiteY71" fmla="*/ 662462 h 791794"/>
              <a:gd name="connsiteX72" fmla="*/ 1447138 w 2790908"/>
              <a:gd name="connsiteY72" fmla="*/ 654511 h 791794"/>
              <a:gd name="connsiteX73" fmla="*/ 1455089 w 2790908"/>
              <a:gd name="connsiteY73" fmla="*/ 702218 h 791794"/>
              <a:gd name="connsiteX74" fmla="*/ 1463040 w 2790908"/>
              <a:gd name="connsiteY74" fmla="*/ 678365 h 791794"/>
              <a:gd name="connsiteX75" fmla="*/ 1494846 w 2790908"/>
              <a:gd name="connsiteY75" fmla="*/ 694267 h 791794"/>
              <a:gd name="connsiteX76" fmla="*/ 1502797 w 2790908"/>
              <a:gd name="connsiteY76" fmla="*/ 598852 h 791794"/>
              <a:gd name="connsiteX77" fmla="*/ 1534602 w 2790908"/>
              <a:gd name="connsiteY77" fmla="*/ 686316 h 791794"/>
              <a:gd name="connsiteX78" fmla="*/ 1550505 w 2790908"/>
              <a:gd name="connsiteY78" fmla="*/ 710170 h 791794"/>
              <a:gd name="connsiteX79" fmla="*/ 1606164 w 2790908"/>
              <a:gd name="connsiteY79" fmla="*/ 686316 h 791794"/>
              <a:gd name="connsiteX80" fmla="*/ 1653872 w 2790908"/>
              <a:gd name="connsiteY80" fmla="*/ 678365 h 791794"/>
              <a:gd name="connsiteX81" fmla="*/ 1669774 w 2790908"/>
              <a:gd name="connsiteY81" fmla="*/ 622705 h 791794"/>
              <a:gd name="connsiteX82" fmla="*/ 1685677 w 2790908"/>
              <a:gd name="connsiteY82" fmla="*/ 479582 h 791794"/>
              <a:gd name="connsiteX83" fmla="*/ 1701580 w 2790908"/>
              <a:gd name="connsiteY83" fmla="*/ 431874 h 791794"/>
              <a:gd name="connsiteX84" fmla="*/ 1709531 w 2790908"/>
              <a:gd name="connsiteY84" fmla="*/ 288751 h 791794"/>
              <a:gd name="connsiteX85" fmla="*/ 1745785 w 2790908"/>
              <a:gd name="connsiteY85" fmla="*/ 345884 h 791794"/>
              <a:gd name="connsiteX86" fmla="*/ 1758990 w 2790908"/>
              <a:gd name="connsiteY86" fmla="*/ 216996 h 791794"/>
              <a:gd name="connsiteX87" fmla="*/ 1757239 w 2790908"/>
              <a:gd name="connsiteY87" fmla="*/ 113822 h 791794"/>
              <a:gd name="connsiteX88" fmla="*/ 1765190 w 2790908"/>
              <a:gd name="connsiteY88" fmla="*/ 66114 h 791794"/>
              <a:gd name="connsiteX89" fmla="*/ 1804947 w 2790908"/>
              <a:gd name="connsiteY89" fmla="*/ 89968 h 791794"/>
              <a:gd name="connsiteX90" fmla="*/ 1812898 w 2790908"/>
              <a:gd name="connsiteY90" fmla="*/ 137676 h 791794"/>
              <a:gd name="connsiteX91" fmla="*/ 1828800 w 2790908"/>
              <a:gd name="connsiteY91" fmla="*/ 264897 h 791794"/>
              <a:gd name="connsiteX92" fmla="*/ 1852654 w 2790908"/>
              <a:gd name="connsiteY92" fmla="*/ 256945 h 791794"/>
              <a:gd name="connsiteX93" fmla="*/ 1860606 w 2790908"/>
              <a:gd name="connsiteY93" fmla="*/ 233092 h 791794"/>
              <a:gd name="connsiteX94" fmla="*/ 1876508 w 2790908"/>
              <a:gd name="connsiteY94" fmla="*/ 209238 h 791794"/>
              <a:gd name="connsiteX95" fmla="*/ 1884460 w 2790908"/>
              <a:gd name="connsiteY95" fmla="*/ 177432 h 791794"/>
              <a:gd name="connsiteX96" fmla="*/ 1900362 w 2790908"/>
              <a:gd name="connsiteY96" fmla="*/ 129725 h 791794"/>
              <a:gd name="connsiteX97" fmla="*/ 1924216 w 2790908"/>
              <a:gd name="connsiteY97" fmla="*/ 153578 h 791794"/>
              <a:gd name="connsiteX98" fmla="*/ 1932167 w 2790908"/>
              <a:gd name="connsiteY98" fmla="*/ 177432 h 791794"/>
              <a:gd name="connsiteX99" fmla="*/ 1979875 w 2790908"/>
              <a:gd name="connsiteY99" fmla="*/ 161530 h 791794"/>
              <a:gd name="connsiteX100" fmla="*/ 1988228 w 2790908"/>
              <a:gd name="connsiteY100" fmla="*/ 4171 h 791794"/>
              <a:gd name="connsiteX101" fmla="*/ 1989578 w 2790908"/>
              <a:gd name="connsiteY101" fmla="*/ 58163 h 791794"/>
              <a:gd name="connsiteX102" fmla="*/ 1995778 w 2790908"/>
              <a:gd name="connsiteY102" fmla="*/ 193335 h 791794"/>
              <a:gd name="connsiteX103" fmla="*/ 2003729 w 2790908"/>
              <a:gd name="connsiteY103" fmla="*/ 256945 h 791794"/>
              <a:gd name="connsiteX104" fmla="*/ 2019632 w 2790908"/>
              <a:gd name="connsiteY104" fmla="*/ 304653 h 791794"/>
              <a:gd name="connsiteX105" fmla="*/ 2035534 w 2790908"/>
              <a:gd name="connsiteY105" fmla="*/ 201286 h 791794"/>
              <a:gd name="connsiteX106" fmla="*/ 2043486 w 2790908"/>
              <a:gd name="connsiteY106" fmla="*/ 145627 h 791794"/>
              <a:gd name="connsiteX107" fmla="*/ 2059388 w 2790908"/>
              <a:gd name="connsiteY107" fmla="*/ 177432 h 791794"/>
              <a:gd name="connsiteX108" fmla="*/ 2122999 w 2790908"/>
              <a:gd name="connsiteY108" fmla="*/ 177432 h 791794"/>
              <a:gd name="connsiteX109" fmla="*/ 2146853 w 2790908"/>
              <a:gd name="connsiteY109" fmla="*/ 185384 h 791794"/>
              <a:gd name="connsiteX110" fmla="*/ 2178658 w 2790908"/>
              <a:gd name="connsiteY110" fmla="*/ 169481 h 791794"/>
              <a:gd name="connsiteX111" fmla="*/ 2194560 w 2790908"/>
              <a:gd name="connsiteY111" fmla="*/ 201286 h 791794"/>
              <a:gd name="connsiteX112" fmla="*/ 2210463 w 2790908"/>
              <a:gd name="connsiteY112" fmla="*/ 225140 h 791794"/>
              <a:gd name="connsiteX113" fmla="*/ 2218414 w 2790908"/>
              <a:gd name="connsiteY113" fmla="*/ 256945 h 791794"/>
              <a:gd name="connsiteX114" fmla="*/ 2234317 w 2790908"/>
              <a:gd name="connsiteY114" fmla="*/ 288751 h 791794"/>
              <a:gd name="connsiteX115" fmla="*/ 2242268 w 2790908"/>
              <a:gd name="connsiteY115" fmla="*/ 352361 h 791794"/>
              <a:gd name="connsiteX116" fmla="*/ 2250220 w 2790908"/>
              <a:gd name="connsiteY116" fmla="*/ 392118 h 791794"/>
              <a:gd name="connsiteX117" fmla="*/ 2258171 w 2790908"/>
              <a:gd name="connsiteY117" fmla="*/ 479582 h 791794"/>
              <a:gd name="connsiteX118" fmla="*/ 2266122 w 2790908"/>
              <a:gd name="connsiteY118" fmla="*/ 519338 h 791794"/>
              <a:gd name="connsiteX119" fmla="*/ 2274074 w 2790908"/>
              <a:gd name="connsiteY119" fmla="*/ 590900 h 791794"/>
              <a:gd name="connsiteX120" fmla="*/ 2289976 w 2790908"/>
              <a:gd name="connsiteY120" fmla="*/ 622705 h 791794"/>
              <a:gd name="connsiteX121" fmla="*/ 2297927 w 2790908"/>
              <a:gd name="connsiteY121" fmla="*/ 646559 h 791794"/>
              <a:gd name="connsiteX122" fmla="*/ 2313830 w 2790908"/>
              <a:gd name="connsiteY122" fmla="*/ 749926 h 791794"/>
              <a:gd name="connsiteX123" fmla="*/ 2321781 w 2790908"/>
              <a:gd name="connsiteY123" fmla="*/ 789683 h 791794"/>
              <a:gd name="connsiteX124" fmla="*/ 2353587 w 2790908"/>
              <a:gd name="connsiteY124" fmla="*/ 781732 h 791794"/>
              <a:gd name="connsiteX125" fmla="*/ 2401294 w 2790908"/>
              <a:gd name="connsiteY125" fmla="*/ 765829 h 791794"/>
              <a:gd name="connsiteX126" fmla="*/ 2409246 w 2790908"/>
              <a:gd name="connsiteY126" fmla="*/ 741975 h 791794"/>
              <a:gd name="connsiteX127" fmla="*/ 2417197 w 2790908"/>
              <a:gd name="connsiteY127" fmla="*/ 710170 h 791794"/>
              <a:gd name="connsiteX128" fmla="*/ 2472856 w 2790908"/>
              <a:gd name="connsiteY128" fmla="*/ 638608 h 791794"/>
              <a:gd name="connsiteX129" fmla="*/ 2496710 w 2790908"/>
              <a:gd name="connsiteY129" fmla="*/ 590900 h 791794"/>
              <a:gd name="connsiteX130" fmla="*/ 2512613 w 2790908"/>
              <a:gd name="connsiteY130" fmla="*/ 622705 h 791794"/>
              <a:gd name="connsiteX131" fmla="*/ 2520564 w 2790908"/>
              <a:gd name="connsiteY131" fmla="*/ 694267 h 791794"/>
              <a:gd name="connsiteX132" fmla="*/ 2528515 w 2790908"/>
              <a:gd name="connsiteY132" fmla="*/ 670413 h 791794"/>
              <a:gd name="connsiteX133" fmla="*/ 2544418 w 2790908"/>
              <a:gd name="connsiteY133" fmla="*/ 646559 h 791794"/>
              <a:gd name="connsiteX134" fmla="*/ 2568272 w 2790908"/>
              <a:gd name="connsiteY134" fmla="*/ 662462 h 791794"/>
              <a:gd name="connsiteX135" fmla="*/ 2600077 w 2790908"/>
              <a:gd name="connsiteY135" fmla="*/ 670413 h 791794"/>
              <a:gd name="connsiteX136" fmla="*/ 2623931 w 2790908"/>
              <a:gd name="connsiteY136" fmla="*/ 678365 h 791794"/>
              <a:gd name="connsiteX137" fmla="*/ 2655736 w 2790908"/>
              <a:gd name="connsiteY137" fmla="*/ 670413 h 791794"/>
              <a:gd name="connsiteX138" fmla="*/ 2671639 w 2790908"/>
              <a:gd name="connsiteY138" fmla="*/ 638608 h 791794"/>
              <a:gd name="connsiteX139" fmla="*/ 2695493 w 2790908"/>
              <a:gd name="connsiteY139" fmla="*/ 662462 h 791794"/>
              <a:gd name="connsiteX140" fmla="*/ 2743200 w 2790908"/>
              <a:gd name="connsiteY140" fmla="*/ 670413 h 791794"/>
              <a:gd name="connsiteX141" fmla="*/ 2790908 w 2790908"/>
              <a:gd name="connsiteY141" fmla="*/ 686316 h 791794"/>
              <a:gd name="connsiteX0" fmla="*/ 0 w 2790908"/>
              <a:gd name="connsiteY0" fmla="*/ 670413 h 791794"/>
              <a:gd name="connsiteX1" fmla="*/ 47708 w 2790908"/>
              <a:gd name="connsiteY1" fmla="*/ 662462 h 791794"/>
              <a:gd name="connsiteX2" fmla="*/ 55660 w 2790908"/>
              <a:gd name="connsiteY2" fmla="*/ 686316 h 791794"/>
              <a:gd name="connsiteX3" fmla="*/ 87465 w 2790908"/>
              <a:gd name="connsiteY3" fmla="*/ 678365 h 791794"/>
              <a:gd name="connsiteX4" fmla="*/ 111319 w 2790908"/>
              <a:gd name="connsiteY4" fmla="*/ 662462 h 791794"/>
              <a:gd name="connsiteX5" fmla="*/ 174929 w 2790908"/>
              <a:gd name="connsiteY5" fmla="*/ 678365 h 791794"/>
              <a:gd name="connsiteX6" fmla="*/ 206734 w 2790908"/>
              <a:gd name="connsiteY6" fmla="*/ 686316 h 791794"/>
              <a:gd name="connsiteX7" fmla="*/ 238540 w 2790908"/>
              <a:gd name="connsiteY7" fmla="*/ 694267 h 791794"/>
              <a:gd name="connsiteX8" fmla="*/ 262394 w 2790908"/>
              <a:gd name="connsiteY8" fmla="*/ 694267 h 791794"/>
              <a:gd name="connsiteX9" fmla="*/ 286247 w 2790908"/>
              <a:gd name="connsiteY9" fmla="*/ 702218 h 791794"/>
              <a:gd name="connsiteX10" fmla="*/ 310101 w 2790908"/>
              <a:gd name="connsiteY10" fmla="*/ 694267 h 791794"/>
              <a:gd name="connsiteX11" fmla="*/ 349858 w 2790908"/>
              <a:gd name="connsiteY11" fmla="*/ 670413 h 791794"/>
              <a:gd name="connsiteX12" fmla="*/ 405517 w 2790908"/>
              <a:gd name="connsiteY12" fmla="*/ 702218 h 791794"/>
              <a:gd name="connsiteX13" fmla="*/ 413468 w 2790908"/>
              <a:gd name="connsiteY13" fmla="*/ 678365 h 791794"/>
              <a:gd name="connsiteX14" fmla="*/ 461176 w 2790908"/>
              <a:gd name="connsiteY14" fmla="*/ 686316 h 791794"/>
              <a:gd name="connsiteX15" fmla="*/ 492981 w 2790908"/>
              <a:gd name="connsiteY15" fmla="*/ 726072 h 791794"/>
              <a:gd name="connsiteX16" fmla="*/ 508884 w 2790908"/>
              <a:gd name="connsiteY16" fmla="*/ 702218 h 791794"/>
              <a:gd name="connsiteX17" fmla="*/ 516835 w 2790908"/>
              <a:gd name="connsiteY17" fmla="*/ 678365 h 791794"/>
              <a:gd name="connsiteX18" fmla="*/ 540689 w 2790908"/>
              <a:gd name="connsiteY18" fmla="*/ 670413 h 791794"/>
              <a:gd name="connsiteX19" fmla="*/ 564543 w 2790908"/>
              <a:gd name="connsiteY19" fmla="*/ 654511 h 791794"/>
              <a:gd name="connsiteX20" fmla="*/ 572494 w 2790908"/>
              <a:gd name="connsiteY20" fmla="*/ 519338 h 791794"/>
              <a:gd name="connsiteX21" fmla="*/ 588397 w 2790908"/>
              <a:gd name="connsiteY21" fmla="*/ 495485 h 791794"/>
              <a:gd name="connsiteX22" fmla="*/ 596348 w 2790908"/>
              <a:gd name="connsiteY22" fmla="*/ 463679 h 791794"/>
              <a:gd name="connsiteX23" fmla="*/ 588397 w 2790908"/>
              <a:gd name="connsiteY23" fmla="*/ 241043 h 791794"/>
              <a:gd name="connsiteX24" fmla="*/ 604300 w 2790908"/>
              <a:gd name="connsiteY24" fmla="*/ 217189 h 791794"/>
              <a:gd name="connsiteX25" fmla="*/ 620202 w 2790908"/>
              <a:gd name="connsiteY25" fmla="*/ 145627 h 791794"/>
              <a:gd name="connsiteX26" fmla="*/ 644056 w 2790908"/>
              <a:gd name="connsiteY26" fmla="*/ 82017 h 791794"/>
              <a:gd name="connsiteX27" fmla="*/ 667910 w 2790908"/>
              <a:gd name="connsiteY27" fmla="*/ 66114 h 791794"/>
              <a:gd name="connsiteX28" fmla="*/ 707667 w 2790908"/>
              <a:gd name="connsiteY28" fmla="*/ 105871 h 791794"/>
              <a:gd name="connsiteX29" fmla="*/ 723569 w 2790908"/>
              <a:gd name="connsiteY29" fmla="*/ 129725 h 791794"/>
              <a:gd name="connsiteX30" fmla="*/ 755374 w 2790908"/>
              <a:gd name="connsiteY30" fmla="*/ 177432 h 791794"/>
              <a:gd name="connsiteX31" fmla="*/ 779228 w 2790908"/>
              <a:gd name="connsiteY31" fmla="*/ 161530 h 791794"/>
              <a:gd name="connsiteX32" fmla="*/ 818985 w 2790908"/>
              <a:gd name="connsiteY32" fmla="*/ 129725 h 791794"/>
              <a:gd name="connsiteX33" fmla="*/ 842839 w 2790908"/>
              <a:gd name="connsiteY33" fmla="*/ 145627 h 791794"/>
              <a:gd name="connsiteX34" fmla="*/ 874644 w 2790908"/>
              <a:gd name="connsiteY34" fmla="*/ 137676 h 791794"/>
              <a:gd name="connsiteX35" fmla="*/ 906449 w 2790908"/>
              <a:gd name="connsiteY35" fmla="*/ 161530 h 791794"/>
              <a:gd name="connsiteX36" fmla="*/ 938254 w 2790908"/>
              <a:gd name="connsiteY36" fmla="*/ 113822 h 791794"/>
              <a:gd name="connsiteX37" fmla="*/ 946206 w 2790908"/>
              <a:gd name="connsiteY37" fmla="*/ 137676 h 791794"/>
              <a:gd name="connsiteX38" fmla="*/ 970060 w 2790908"/>
              <a:gd name="connsiteY38" fmla="*/ 74065 h 791794"/>
              <a:gd name="connsiteX39" fmla="*/ 985962 w 2790908"/>
              <a:gd name="connsiteY39" fmla="*/ 137676 h 791794"/>
              <a:gd name="connsiteX40" fmla="*/ 993914 w 2790908"/>
              <a:gd name="connsiteY40" fmla="*/ 193335 h 791794"/>
              <a:gd name="connsiteX41" fmla="*/ 1009816 w 2790908"/>
              <a:gd name="connsiteY41" fmla="*/ 241043 h 791794"/>
              <a:gd name="connsiteX42" fmla="*/ 1017767 w 2790908"/>
              <a:gd name="connsiteY42" fmla="*/ 209238 h 791794"/>
              <a:gd name="connsiteX43" fmla="*/ 1033670 w 2790908"/>
              <a:gd name="connsiteY43" fmla="*/ 185384 h 791794"/>
              <a:gd name="connsiteX44" fmla="*/ 1041621 w 2790908"/>
              <a:gd name="connsiteY44" fmla="*/ 161530 h 791794"/>
              <a:gd name="connsiteX45" fmla="*/ 1073427 w 2790908"/>
              <a:gd name="connsiteY45" fmla="*/ 209238 h 791794"/>
              <a:gd name="connsiteX46" fmla="*/ 1081378 w 2790908"/>
              <a:gd name="connsiteY46" fmla="*/ 248994 h 791794"/>
              <a:gd name="connsiteX47" fmla="*/ 1097280 w 2790908"/>
              <a:gd name="connsiteY47" fmla="*/ 392118 h 791794"/>
              <a:gd name="connsiteX48" fmla="*/ 1105232 w 2790908"/>
              <a:gd name="connsiteY48" fmla="*/ 415972 h 791794"/>
              <a:gd name="connsiteX49" fmla="*/ 1113183 w 2790908"/>
              <a:gd name="connsiteY49" fmla="*/ 447777 h 791794"/>
              <a:gd name="connsiteX50" fmla="*/ 1129086 w 2790908"/>
              <a:gd name="connsiteY50" fmla="*/ 471631 h 791794"/>
              <a:gd name="connsiteX51" fmla="*/ 1137037 w 2790908"/>
              <a:gd name="connsiteY51" fmla="*/ 590900 h 791794"/>
              <a:gd name="connsiteX52" fmla="*/ 1144988 w 2790908"/>
              <a:gd name="connsiteY52" fmla="*/ 630657 h 791794"/>
              <a:gd name="connsiteX53" fmla="*/ 1152940 w 2790908"/>
              <a:gd name="connsiteY53" fmla="*/ 773780 h 791794"/>
              <a:gd name="connsiteX54" fmla="*/ 1176794 w 2790908"/>
              <a:gd name="connsiteY54" fmla="*/ 765829 h 791794"/>
              <a:gd name="connsiteX55" fmla="*/ 1192696 w 2790908"/>
              <a:gd name="connsiteY55" fmla="*/ 678365 h 791794"/>
              <a:gd name="connsiteX56" fmla="*/ 1200647 w 2790908"/>
              <a:gd name="connsiteY56" fmla="*/ 646559 h 791794"/>
              <a:gd name="connsiteX57" fmla="*/ 1208599 w 2790908"/>
              <a:gd name="connsiteY57" fmla="*/ 670413 h 791794"/>
              <a:gd name="connsiteX58" fmla="*/ 1224501 w 2790908"/>
              <a:gd name="connsiteY58" fmla="*/ 710170 h 791794"/>
              <a:gd name="connsiteX59" fmla="*/ 1240404 w 2790908"/>
              <a:gd name="connsiteY59" fmla="*/ 686316 h 791794"/>
              <a:gd name="connsiteX60" fmla="*/ 1248355 w 2790908"/>
              <a:gd name="connsiteY60" fmla="*/ 654511 h 791794"/>
              <a:gd name="connsiteX61" fmla="*/ 1272209 w 2790908"/>
              <a:gd name="connsiteY61" fmla="*/ 670413 h 791794"/>
              <a:gd name="connsiteX62" fmla="*/ 1280160 w 2790908"/>
              <a:gd name="connsiteY62" fmla="*/ 702218 h 791794"/>
              <a:gd name="connsiteX63" fmla="*/ 1288112 w 2790908"/>
              <a:gd name="connsiteY63" fmla="*/ 678365 h 791794"/>
              <a:gd name="connsiteX64" fmla="*/ 1296063 w 2790908"/>
              <a:gd name="connsiteY64" fmla="*/ 702218 h 791794"/>
              <a:gd name="connsiteX65" fmla="*/ 1311966 w 2790908"/>
              <a:gd name="connsiteY65" fmla="*/ 734024 h 791794"/>
              <a:gd name="connsiteX66" fmla="*/ 1327868 w 2790908"/>
              <a:gd name="connsiteY66" fmla="*/ 710170 h 791794"/>
              <a:gd name="connsiteX67" fmla="*/ 1335820 w 2790908"/>
              <a:gd name="connsiteY67" fmla="*/ 670413 h 791794"/>
              <a:gd name="connsiteX68" fmla="*/ 1359674 w 2790908"/>
              <a:gd name="connsiteY68" fmla="*/ 718121 h 791794"/>
              <a:gd name="connsiteX69" fmla="*/ 1391479 w 2790908"/>
              <a:gd name="connsiteY69" fmla="*/ 670413 h 791794"/>
              <a:gd name="connsiteX70" fmla="*/ 1415333 w 2790908"/>
              <a:gd name="connsiteY70" fmla="*/ 702218 h 791794"/>
              <a:gd name="connsiteX71" fmla="*/ 1423284 w 2790908"/>
              <a:gd name="connsiteY71" fmla="*/ 662462 h 791794"/>
              <a:gd name="connsiteX72" fmla="*/ 1447138 w 2790908"/>
              <a:gd name="connsiteY72" fmla="*/ 654511 h 791794"/>
              <a:gd name="connsiteX73" fmla="*/ 1455089 w 2790908"/>
              <a:gd name="connsiteY73" fmla="*/ 702218 h 791794"/>
              <a:gd name="connsiteX74" fmla="*/ 1463040 w 2790908"/>
              <a:gd name="connsiteY74" fmla="*/ 678365 h 791794"/>
              <a:gd name="connsiteX75" fmla="*/ 1494846 w 2790908"/>
              <a:gd name="connsiteY75" fmla="*/ 694267 h 791794"/>
              <a:gd name="connsiteX76" fmla="*/ 1502797 w 2790908"/>
              <a:gd name="connsiteY76" fmla="*/ 598852 h 791794"/>
              <a:gd name="connsiteX77" fmla="*/ 1534602 w 2790908"/>
              <a:gd name="connsiteY77" fmla="*/ 686316 h 791794"/>
              <a:gd name="connsiteX78" fmla="*/ 1550505 w 2790908"/>
              <a:gd name="connsiteY78" fmla="*/ 710170 h 791794"/>
              <a:gd name="connsiteX79" fmla="*/ 1606164 w 2790908"/>
              <a:gd name="connsiteY79" fmla="*/ 686316 h 791794"/>
              <a:gd name="connsiteX80" fmla="*/ 1653872 w 2790908"/>
              <a:gd name="connsiteY80" fmla="*/ 678365 h 791794"/>
              <a:gd name="connsiteX81" fmla="*/ 1669774 w 2790908"/>
              <a:gd name="connsiteY81" fmla="*/ 622705 h 791794"/>
              <a:gd name="connsiteX82" fmla="*/ 1685677 w 2790908"/>
              <a:gd name="connsiteY82" fmla="*/ 479582 h 791794"/>
              <a:gd name="connsiteX83" fmla="*/ 1701580 w 2790908"/>
              <a:gd name="connsiteY83" fmla="*/ 431874 h 791794"/>
              <a:gd name="connsiteX84" fmla="*/ 1709531 w 2790908"/>
              <a:gd name="connsiteY84" fmla="*/ 288751 h 791794"/>
              <a:gd name="connsiteX85" fmla="*/ 1745785 w 2790908"/>
              <a:gd name="connsiteY85" fmla="*/ 345884 h 791794"/>
              <a:gd name="connsiteX86" fmla="*/ 1758990 w 2790908"/>
              <a:gd name="connsiteY86" fmla="*/ 216996 h 791794"/>
              <a:gd name="connsiteX87" fmla="*/ 1757239 w 2790908"/>
              <a:gd name="connsiteY87" fmla="*/ 113822 h 791794"/>
              <a:gd name="connsiteX88" fmla="*/ 1765190 w 2790908"/>
              <a:gd name="connsiteY88" fmla="*/ 66114 h 791794"/>
              <a:gd name="connsiteX89" fmla="*/ 1804947 w 2790908"/>
              <a:gd name="connsiteY89" fmla="*/ 89968 h 791794"/>
              <a:gd name="connsiteX90" fmla="*/ 1812898 w 2790908"/>
              <a:gd name="connsiteY90" fmla="*/ 137676 h 791794"/>
              <a:gd name="connsiteX91" fmla="*/ 1828800 w 2790908"/>
              <a:gd name="connsiteY91" fmla="*/ 264897 h 791794"/>
              <a:gd name="connsiteX92" fmla="*/ 1852654 w 2790908"/>
              <a:gd name="connsiteY92" fmla="*/ 256945 h 791794"/>
              <a:gd name="connsiteX93" fmla="*/ 1860606 w 2790908"/>
              <a:gd name="connsiteY93" fmla="*/ 233092 h 791794"/>
              <a:gd name="connsiteX94" fmla="*/ 1876508 w 2790908"/>
              <a:gd name="connsiteY94" fmla="*/ 209238 h 791794"/>
              <a:gd name="connsiteX95" fmla="*/ 1884460 w 2790908"/>
              <a:gd name="connsiteY95" fmla="*/ 177432 h 791794"/>
              <a:gd name="connsiteX96" fmla="*/ 1900362 w 2790908"/>
              <a:gd name="connsiteY96" fmla="*/ 129725 h 791794"/>
              <a:gd name="connsiteX97" fmla="*/ 1924216 w 2790908"/>
              <a:gd name="connsiteY97" fmla="*/ 153578 h 791794"/>
              <a:gd name="connsiteX98" fmla="*/ 1932167 w 2790908"/>
              <a:gd name="connsiteY98" fmla="*/ 177432 h 791794"/>
              <a:gd name="connsiteX99" fmla="*/ 1979875 w 2790908"/>
              <a:gd name="connsiteY99" fmla="*/ 161530 h 791794"/>
              <a:gd name="connsiteX100" fmla="*/ 1988228 w 2790908"/>
              <a:gd name="connsiteY100" fmla="*/ 4171 h 791794"/>
              <a:gd name="connsiteX101" fmla="*/ 1989578 w 2790908"/>
              <a:gd name="connsiteY101" fmla="*/ 58163 h 791794"/>
              <a:gd name="connsiteX102" fmla="*/ 1995778 w 2790908"/>
              <a:gd name="connsiteY102" fmla="*/ 193335 h 791794"/>
              <a:gd name="connsiteX103" fmla="*/ 2003729 w 2790908"/>
              <a:gd name="connsiteY103" fmla="*/ 256945 h 791794"/>
              <a:gd name="connsiteX104" fmla="*/ 2014781 w 2790908"/>
              <a:gd name="connsiteY104" fmla="*/ 354924 h 791794"/>
              <a:gd name="connsiteX105" fmla="*/ 2035534 w 2790908"/>
              <a:gd name="connsiteY105" fmla="*/ 201286 h 791794"/>
              <a:gd name="connsiteX106" fmla="*/ 2043486 w 2790908"/>
              <a:gd name="connsiteY106" fmla="*/ 145627 h 791794"/>
              <a:gd name="connsiteX107" fmla="*/ 2059388 w 2790908"/>
              <a:gd name="connsiteY107" fmla="*/ 177432 h 791794"/>
              <a:gd name="connsiteX108" fmla="*/ 2122999 w 2790908"/>
              <a:gd name="connsiteY108" fmla="*/ 177432 h 791794"/>
              <a:gd name="connsiteX109" fmla="*/ 2146853 w 2790908"/>
              <a:gd name="connsiteY109" fmla="*/ 185384 h 791794"/>
              <a:gd name="connsiteX110" fmla="*/ 2178658 w 2790908"/>
              <a:gd name="connsiteY110" fmla="*/ 169481 h 791794"/>
              <a:gd name="connsiteX111" fmla="*/ 2194560 w 2790908"/>
              <a:gd name="connsiteY111" fmla="*/ 201286 h 791794"/>
              <a:gd name="connsiteX112" fmla="*/ 2210463 w 2790908"/>
              <a:gd name="connsiteY112" fmla="*/ 225140 h 791794"/>
              <a:gd name="connsiteX113" fmla="*/ 2218414 w 2790908"/>
              <a:gd name="connsiteY113" fmla="*/ 256945 h 791794"/>
              <a:gd name="connsiteX114" fmla="*/ 2234317 w 2790908"/>
              <a:gd name="connsiteY114" fmla="*/ 288751 h 791794"/>
              <a:gd name="connsiteX115" fmla="*/ 2242268 w 2790908"/>
              <a:gd name="connsiteY115" fmla="*/ 352361 h 791794"/>
              <a:gd name="connsiteX116" fmla="*/ 2250220 w 2790908"/>
              <a:gd name="connsiteY116" fmla="*/ 392118 h 791794"/>
              <a:gd name="connsiteX117" fmla="*/ 2258171 w 2790908"/>
              <a:gd name="connsiteY117" fmla="*/ 479582 h 791794"/>
              <a:gd name="connsiteX118" fmla="*/ 2266122 w 2790908"/>
              <a:gd name="connsiteY118" fmla="*/ 519338 h 791794"/>
              <a:gd name="connsiteX119" fmla="*/ 2274074 w 2790908"/>
              <a:gd name="connsiteY119" fmla="*/ 590900 h 791794"/>
              <a:gd name="connsiteX120" fmla="*/ 2289976 w 2790908"/>
              <a:gd name="connsiteY120" fmla="*/ 622705 h 791794"/>
              <a:gd name="connsiteX121" fmla="*/ 2297927 w 2790908"/>
              <a:gd name="connsiteY121" fmla="*/ 646559 h 791794"/>
              <a:gd name="connsiteX122" fmla="*/ 2313830 w 2790908"/>
              <a:gd name="connsiteY122" fmla="*/ 749926 h 791794"/>
              <a:gd name="connsiteX123" fmla="*/ 2321781 w 2790908"/>
              <a:gd name="connsiteY123" fmla="*/ 789683 h 791794"/>
              <a:gd name="connsiteX124" fmla="*/ 2353587 w 2790908"/>
              <a:gd name="connsiteY124" fmla="*/ 781732 h 791794"/>
              <a:gd name="connsiteX125" fmla="*/ 2401294 w 2790908"/>
              <a:gd name="connsiteY125" fmla="*/ 765829 h 791794"/>
              <a:gd name="connsiteX126" fmla="*/ 2409246 w 2790908"/>
              <a:gd name="connsiteY126" fmla="*/ 741975 h 791794"/>
              <a:gd name="connsiteX127" fmla="*/ 2417197 w 2790908"/>
              <a:gd name="connsiteY127" fmla="*/ 710170 h 791794"/>
              <a:gd name="connsiteX128" fmla="*/ 2472856 w 2790908"/>
              <a:gd name="connsiteY128" fmla="*/ 638608 h 791794"/>
              <a:gd name="connsiteX129" fmla="*/ 2496710 w 2790908"/>
              <a:gd name="connsiteY129" fmla="*/ 590900 h 791794"/>
              <a:gd name="connsiteX130" fmla="*/ 2512613 w 2790908"/>
              <a:gd name="connsiteY130" fmla="*/ 622705 h 791794"/>
              <a:gd name="connsiteX131" fmla="*/ 2520564 w 2790908"/>
              <a:gd name="connsiteY131" fmla="*/ 694267 h 791794"/>
              <a:gd name="connsiteX132" fmla="*/ 2528515 w 2790908"/>
              <a:gd name="connsiteY132" fmla="*/ 670413 h 791794"/>
              <a:gd name="connsiteX133" fmla="*/ 2544418 w 2790908"/>
              <a:gd name="connsiteY133" fmla="*/ 646559 h 791794"/>
              <a:gd name="connsiteX134" fmla="*/ 2568272 w 2790908"/>
              <a:gd name="connsiteY134" fmla="*/ 662462 h 791794"/>
              <a:gd name="connsiteX135" fmla="*/ 2600077 w 2790908"/>
              <a:gd name="connsiteY135" fmla="*/ 670413 h 791794"/>
              <a:gd name="connsiteX136" fmla="*/ 2623931 w 2790908"/>
              <a:gd name="connsiteY136" fmla="*/ 678365 h 791794"/>
              <a:gd name="connsiteX137" fmla="*/ 2655736 w 2790908"/>
              <a:gd name="connsiteY137" fmla="*/ 670413 h 791794"/>
              <a:gd name="connsiteX138" fmla="*/ 2671639 w 2790908"/>
              <a:gd name="connsiteY138" fmla="*/ 638608 h 791794"/>
              <a:gd name="connsiteX139" fmla="*/ 2695493 w 2790908"/>
              <a:gd name="connsiteY139" fmla="*/ 662462 h 791794"/>
              <a:gd name="connsiteX140" fmla="*/ 2743200 w 2790908"/>
              <a:gd name="connsiteY140" fmla="*/ 670413 h 791794"/>
              <a:gd name="connsiteX141" fmla="*/ 2790908 w 2790908"/>
              <a:gd name="connsiteY141" fmla="*/ 686316 h 791794"/>
              <a:gd name="connsiteX0" fmla="*/ 0 w 2790908"/>
              <a:gd name="connsiteY0" fmla="*/ 670413 h 833476"/>
              <a:gd name="connsiteX1" fmla="*/ 47708 w 2790908"/>
              <a:gd name="connsiteY1" fmla="*/ 662462 h 833476"/>
              <a:gd name="connsiteX2" fmla="*/ 55660 w 2790908"/>
              <a:gd name="connsiteY2" fmla="*/ 686316 h 833476"/>
              <a:gd name="connsiteX3" fmla="*/ 87465 w 2790908"/>
              <a:gd name="connsiteY3" fmla="*/ 678365 h 833476"/>
              <a:gd name="connsiteX4" fmla="*/ 111319 w 2790908"/>
              <a:gd name="connsiteY4" fmla="*/ 662462 h 833476"/>
              <a:gd name="connsiteX5" fmla="*/ 174929 w 2790908"/>
              <a:gd name="connsiteY5" fmla="*/ 678365 h 833476"/>
              <a:gd name="connsiteX6" fmla="*/ 206734 w 2790908"/>
              <a:gd name="connsiteY6" fmla="*/ 686316 h 833476"/>
              <a:gd name="connsiteX7" fmla="*/ 238540 w 2790908"/>
              <a:gd name="connsiteY7" fmla="*/ 694267 h 833476"/>
              <a:gd name="connsiteX8" fmla="*/ 262394 w 2790908"/>
              <a:gd name="connsiteY8" fmla="*/ 694267 h 833476"/>
              <a:gd name="connsiteX9" fmla="*/ 286247 w 2790908"/>
              <a:gd name="connsiteY9" fmla="*/ 702218 h 833476"/>
              <a:gd name="connsiteX10" fmla="*/ 310101 w 2790908"/>
              <a:gd name="connsiteY10" fmla="*/ 694267 h 833476"/>
              <a:gd name="connsiteX11" fmla="*/ 349858 w 2790908"/>
              <a:gd name="connsiteY11" fmla="*/ 670413 h 833476"/>
              <a:gd name="connsiteX12" fmla="*/ 405517 w 2790908"/>
              <a:gd name="connsiteY12" fmla="*/ 702218 h 833476"/>
              <a:gd name="connsiteX13" fmla="*/ 413468 w 2790908"/>
              <a:gd name="connsiteY13" fmla="*/ 678365 h 833476"/>
              <a:gd name="connsiteX14" fmla="*/ 461176 w 2790908"/>
              <a:gd name="connsiteY14" fmla="*/ 686316 h 833476"/>
              <a:gd name="connsiteX15" fmla="*/ 492981 w 2790908"/>
              <a:gd name="connsiteY15" fmla="*/ 726072 h 833476"/>
              <a:gd name="connsiteX16" fmla="*/ 508884 w 2790908"/>
              <a:gd name="connsiteY16" fmla="*/ 702218 h 833476"/>
              <a:gd name="connsiteX17" fmla="*/ 516835 w 2790908"/>
              <a:gd name="connsiteY17" fmla="*/ 678365 h 833476"/>
              <a:gd name="connsiteX18" fmla="*/ 540689 w 2790908"/>
              <a:gd name="connsiteY18" fmla="*/ 670413 h 833476"/>
              <a:gd name="connsiteX19" fmla="*/ 564543 w 2790908"/>
              <a:gd name="connsiteY19" fmla="*/ 654511 h 833476"/>
              <a:gd name="connsiteX20" fmla="*/ 572494 w 2790908"/>
              <a:gd name="connsiteY20" fmla="*/ 519338 h 833476"/>
              <a:gd name="connsiteX21" fmla="*/ 588397 w 2790908"/>
              <a:gd name="connsiteY21" fmla="*/ 495485 h 833476"/>
              <a:gd name="connsiteX22" fmla="*/ 596348 w 2790908"/>
              <a:gd name="connsiteY22" fmla="*/ 463679 h 833476"/>
              <a:gd name="connsiteX23" fmla="*/ 588397 w 2790908"/>
              <a:gd name="connsiteY23" fmla="*/ 241043 h 833476"/>
              <a:gd name="connsiteX24" fmla="*/ 604300 w 2790908"/>
              <a:gd name="connsiteY24" fmla="*/ 217189 h 833476"/>
              <a:gd name="connsiteX25" fmla="*/ 620202 w 2790908"/>
              <a:gd name="connsiteY25" fmla="*/ 145627 h 833476"/>
              <a:gd name="connsiteX26" fmla="*/ 644056 w 2790908"/>
              <a:gd name="connsiteY26" fmla="*/ 82017 h 833476"/>
              <a:gd name="connsiteX27" fmla="*/ 667910 w 2790908"/>
              <a:gd name="connsiteY27" fmla="*/ 66114 h 833476"/>
              <a:gd name="connsiteX28" fmla="*/ 707667 w 2790908"/>
              <a:gd name="connsiteY28" fmla="*/ 105871 h 833476"/>
              <a:gd name="connsiteX29" fmla="*/ 723569 w 2790908"/>
              <a:gd name="connsiteY29" fmla="*/ 129725 h 833476"/>
              <a:gd name="connsiteX30" fmla="*/ 755374 w 2790908"/>
              <a:gd name="connsiteY30" fmla="*/ 177432 h 833476"/>
              <a:gd name="connsiteX31" fmla="*/ 779228 w 2790908"/>
              <a:gd name="connsiteY31" fmla="*/ 161530 h 833476"/>
              <a:gd name="connsiteX32" fmla="*/ 818985 w 2790908"/>
              <a:gd name="connsiteY32" fmla="*/ 129725 h 833476"/>
              <a:gd name="connsiteX33" fmla="*/ 842839 w 2790908"/>
              <a:gd name="connsiteY33" fmla="*/ 145627 h 833476"/>
              <a:gd name="connsiteX34" fmla="*/ 874644 w 2790908"/>
              <a:gd name="connsiteY34" fmla="*/ 137676 h 833476"/>
              <a:gd name="connsiteX35" fmla="*/ 906449 w 2790908"/>
              <a:gd name="connsiteY35" fmla="*/ 161530 h 833476"/>
              <a:gd name="connsiteX36" fmla="*/ 938254 w 2790908"/>
              <a:gd name="connsiteY36" fmla="*/ 113822 h 833476"/>
              <a:gd name="connsiteX37" fmla="*/ 946206 w 2790908"/>
              <a:gd name="connsiteY37" fmla="*/ 137676 h 833476"/>
              <a:gd name="connsiteX38" fmla="*/ 970060 w 2790908"/>
              <a:gd name="connsiteY38" fmla="*/ 74065 h 833476"/>
              <a:gd name="connsiteX39" fmla="*/ 985962 w 2790908"/>
              <a:gd name="connsiteY39" fmla="*/ 137676 h 833476"/>
              <a:gd name="connsiteX40" fmla="*/ 993914 w 2790908"/>
              <a:gd name="connsiteY40" fmla="*/ 193335 h 833476"/>
              <a:gd name="connsiteX41" fmla="*/ 1009816 w 2790908"/>
              <a:gd name="connsiteY41" fmla="*/ 241043 h 833476"/>
              <a:gd name="connsiteX42" fmla="*/ 1017767 w 2790908"/>
              <a:gd name="connsiteY42" fmla="*/ 209238 h 833476"/>
              <a:gd name="connsiteX43" fmla="*/ 1033670 w 2790908"/>
              <a:gd name="connsiteY43" fmla="*/ 185384 h 833476"/>
              <a:gd name="connsiteX44" fmla="*/ 1041621 w 2790908"/>
              <a:gd name="connsiteY44" fmla="*/ 161530 h 833476"/>
              <a:gd name="connsiteX45" fmla="*/ 1073427 w 2790908"/>
              <a:gd name="connsiteY45" fmla="*/ 209238 h 833476"/>
              <a:gd name="connsiteX46" fmla="*/ 1081378 w 2790908"/>
              <a:gd name="connsiteY46" fmla="*/ 248994 h 833476"/>
              <a:gd name="connsiteX47" fmla="*/ 1097280 w 2790908"/>
              <a:gd name="connsiteY47" fmla="*/ 392118 h 833476"/>
              <a:gd name="connsiteX48" fmla="*/ 1105232 w 2790908"/>
              <a:gd name="connsiteY48" fmla="*/ 415972 h 833476"/>
              <a:gd name="connsiteX49" fmla="*/ 1113183 w 2790908"/>
              <a:gd name="connsiteY49" fmla="*/ 447777 h 833476"/>
              <a:gd name="connsiteX50" fmla="*/ 1129086 w 2790908"/>
              <a:gd name="connsiteY50" fmla="*/ 471631 h 833476"/>
              <a:gd name="connsiteX51" fmla="*/ 1137037 w 2790908"/>
              <a:gd name="connsiteY51" fmla="*/ 590900 h 833476"/>
              <a:gd name="connsiteX52" fmla="*/ 1144988 w 2790908"/>
              <a:gd name="connsiteY52" fmla="*/ 630657 h 833476"/>
              <a:gd name="connsiteX53" fmla="*/ 1157791 w 2790908"/>
              <a:gd name="connsiteY53" fmla="*/ 833476 h 833476"/>
              <a:gd name="connsiteX54" fmla="*/ 1176794 w 2790908"/>
              <a:gd name="connsiteY54" fmla="*/ 765829 h 833476"/>
              <a:gd name="connsiteX55" fmla="*/ 1192696 w 2790908"/>
              <a:gd name="connsiteY55" fmla="*/ 678365 h 833476"/>
              <a:gd name="connsiteX56" fmla="*/ 1200647 w 2790908"/>
              <a:gd name="connsiteY56" fmla="*/ 646559 h 833476"/>
              <a:gd name="connsiteX57" fmla="*/ 1208599 w 2790908"/>
              <a:gd name="connsiteY57" fmla="*/ 670413 h 833476"/>
              <a:gd name="connsiteX58" fmla="*/ 1224501 w 2790908"/>
              <a:gd name="connsiteY58" fmla="*/ 710170 h 833476"/>
              <a:gd name="connsiteX59" fmla="*/ 1240404 w 2790908"/>
              <a:gd name="connsiteY59" fmla="*/ 686316 h 833476"/>
              <a:gd name="connsiteX60" fmla="*/ 1248355 w 2790908"/>
              <a:gd name="connsiteY60" fmla="*/ 654511 h 833476"/>
              <a:gd name="connsiteX61" fmla="*/ 1272209 w 2790908"/>
              <a:gd name="connsiteY61" fmla="*/ 670413 h 833476"/>
              <a:gd name="connsiteX62" fmla="*/ 1280160 w 2790908"/>
              <a:gd name="connsiteY62" fmla="*/ 702218 h 833476"/>
              <a:gd name="connsiteX63" fmla="*/ 1288112 w 2790908"/>
              <a:gd name="connsiteY63" fmla="*/ 678365 h 833476"/>
              <a:gd name="connsiteX64" fmla="*/ 1296063 w 2790908"/>
              <a:gd name="connsiteY64" fmla="*/ 702218 h 833476"/>
              <a:gd name="connsiteX65" fmla="*/ 1311966 w 2790908"/>
              <a:gd name="connsiteY65" fmla="*/ 734024 h 833476"/>
              <a:gd name="connsiteX66" fmla="*/ 1327868 w 2790908"/>
              <a:gd name="connsiteY66" fmla="*/ 710170 h 833476"/>
              <a:gd name="connsiteX67" fmla="*/ 1335820 w 2790908"/>
              <a:gd name="connsiteY67" fmla="*/ 670413 h 833476"/>
              <a:gd name="connsiteX68" fmla="*/ 1359674 w 2790908"/>
              <a:gd name="connsiteY68" fmla="*/ 718121 h 833476"/>
              <a:gd name="connsiteX69" fmla="*/ 1391479 w 2790908"/>
              <a:gd name="connsiteY69" fmla="*/ 670413 h 833476"/>
              <a:gd name="connsiteX70" fmla="*/ 1415333 w 2790908"/>
              <a:gd name="connsiteY70" fmla="*/ 702218 h 833476"/>
              <a:gd name="connsiteX71" fmla="*/ 1423284 w 2790908"/>
              <a:gd name="connsiteY71" fmla="*/ 662462 h 833476"/>
              <a:gd name="connsiteX72" fmla="*/ 1447138 w 2790908"/>
              <a:gd name="connsiteY72" fmla="*/ 654511 h 833476"/>
              <a:gd name="connsiteX73" fmla="*/ 1455089 w 2790908"/>
              <a:gd name="connsiteY73" fmla="*/ 702218 h 833476"/>
              <a:gd name="connsiteX74" fmla="*/ 1463040 w 2790908"/>
              <a:gd name="connsiteY74" fmla="*/ 678365 h 833476"/>
              <a:gd name="connsiteX75" fmla="*/ 1494846 w 2790908"/>
              <a:gd name="connsiteY75" fmla="*/ 694267 h 833476"/>
              <a:gd name="connsiteX76" fmla="*/ 1502797 w 2790908"/>
              <a:gd name="connsiteY76" fmla="*/ 598852 h 833476"/>
              <a:gd name="connsiteX77" fmla="*/ 1534602 w 2790908"/>
              <a:gd name="connsiteY77" fmla="*/ 686316 h 833476"/>
              <a:gd name="connsiteX78" fmla="*/ 1550505 w 2790908"/>
              <a:gd name="connsiteY78" fmla="*/ 710170 h 833476"/>
              <a:gd name="connsiteX79" fmla="*/ 1606164 w 2790908"/>
              <a:gd name="connsiteY79" fmla="*/ 686316 h 833476"/>
              <a:gd name="connsiteX80" fmla="*/ 1653872 w 2790908"/>
              <a:gd name="connsiteY80" fmla="*/ 678365 h 833476"/>
              <a:gd name="connsiteX81" fmla="*/ 1669774 w 2790908"/>
              <a:gd name="connsiteY81" fmla="*/ 622705 h 833476"/>
              <a:gd name="connsiteX82" fmla="*/ 1685677 w 2790908"/>
              <a:gd name="connsiteY82" fmla="*/ 479582 h 833476"/>
              <a:gd name="connsiteX83" fmla="*/ 1701580 w 2790908"/>
              <a:gd name="connsiteY83" fmla="*/ 431874 h 833476"/>
              <a:gd name="connsiteX84" fmla="*/ 1709531 w 2790908"/>
              <a:gd name="connsiteY84" fmla="*/ 288751 h 833476"/>
              <a:gd name="connsiteX85" fmla="*/ 1745785 w 2790908"/>
              <a:gd name="connsiteY85" fmla="*/ 345884 h 833476"/>
              <a:gd name="connsiteX86" fmla="*/ 1758990 w 2790908"/>
              <a:gd name="connsiteY86" fmla="*/ 216996 h 833476"/>
              <a:gd name="connsiteX87" fmla="*/ 1757239 w 2790908"/>
              <a:gd name="connsiteY87" fmla="*/ 113822 h 833476"/>
              <a:gd name="connsiteX88" fmla="*/ 1765190 w 2790908"/>
              <a:gd name="connsiteY88" fmla="*/ 66114 h 833476"/>
              <a:gd name="connsiteX89" fmla="*/ 1804947 w 2790908"/>
              <a:gd name="connsiteY89" fmla="*/ 89968 h 833476"/>
              <a:gd name="connsiteX90" fmla="*/ 1812898 w 2790908"/>
              <a:gd name="connsiteY90" fmla="*/ 137676 h 833476"/>
              <a:gd name="connsiteX91" fmla="*/ 1828800 w 2790908"/>
              <a:gd name="connsiteY91" fmla="*/ 264897 h 833476"/>
              <a:gd name="connsiteX92" fmla="*/ 1852654 w 2790908"/>
              <a:gd name="connsiteY92" fmla="*/ 256945 h 833476"/>
              <a:gd name="connsiteX93" fmla="*/ 1860606 w 2790908"/>
              <a:gd name="connsiteY93" fmla="*/ 233092 h 833476"/>
              <a:gd name="connsiteX94" fmla="*/ 1876508 w 2790908"/>
              <a:gd name="connsiteY94" fmla="*/ 209238 h 833476"/>
              <a:gd name="connsiteX95" fmla="*/ 1884460 w 2790908"/>
              <a:gd name="connsiteY95" fmla="*/ 177432 h 833476"/>
              <a:gd name="connsiteX96" fmla="*/ 1900362 w 2790908"/>
              <a:gd name="connsiteY96" fmla="*/ 129725 h 833476"/>
              <a:gd name="connsiteX97" fmla="*/ 1924216 w 2790908"/>
              <a:gd name="connsiteY97" fmla="*/ 153578 h 833476"/>
              <a:gd name="connsiteX98" fmla="*/ 1932167 w 2790908"/>
              <a:gd name="connsiteY98" fmla="*/ 177432 h 833476"/>
              <a:gd name="connsiteX99" fmla="*/ 1979875 w 2790908"/>
              <a:gd name="connsiteY99" fmla="*/ 161530 h 833476"/>
              <a:gd name="connsiteX100" fmla="*/ 1988228 w 2790908"/>
              <a:gd name="connsiteY100" fmla="*/ 4171 h 833476"/>
              <a:gd name="connsiteX101" fmla="*/ 1989578 w 2790908"/>
              <a:gd name="connsiteY101" fmla="*/ 58163 h 833476"/>
              <a:gd name="connsiteX102" fmla="*/ 1995778 w 2790908"/>
              <a:gd name="connsiteY102" fmla="*/ 193335 h 833476"/>
              <a:gd name="connsiteX103" fmla="*/ 2003729 w 2790908"/>
              <a:gd name="connsiteY103" fmla="*/ 256945 h 833476"/>
              <a:gd name="connsiteX104" fmla="*/ 2014781 w 2790908"/>
              <a:gd name="connsiteY104" fmla="*/ 354924 h 833476"/>
              <a:gd name="connsiteX105" fmla="*/ 2035534 w 2790908"/>
              <a:gd name="connsiteY105" fmla="*/ 201286 h 833476"/>
              <a:gd name="connsiteX106" fmla="*/ 2043486 w 2790908"/>
              <a:gd name="connsiteY106" fmla="*/ 145627 h 833476"/>
              <a:gd name="connsiteX107" fmla="*/ 2059388 w 2790908"/>
              <a:gd name="connsiteY107" fmla="*/ 177432 h 833476"/>
              <a:gd name="connsiteX108" fmla="*/ 2122999 w 2790908"/>
              <a:gd name="connsiteY108" fmla="*/ 177432 h 833476"/>
              <a:gd name="connsiteX109" fmla="*/ 2146853 w 2790908"/>
              <a:gd name="connsiteY109" fmla="*/ 185384 h 833476"/>
              <a:gd name="connsiteX110" fmla="*/ 2178658 w 2790908"/>
              <a:gd name="connsiteY110" fmla="*/ 169481 h 833476"/>
              <a:gd name="connsiteX111" fmla="*/ 2194560 w 2790908"/>
              <a:gd name="connsiteY111" fmla="*/ 201286 h 833476"/>
              <a:gd name="connsiteX112" fmla="*/ 2210463 w 2790908"/>
              <a:gd name="connsiteY112" fmla="*/ 225140 h 833476"/>
              <a:gd name="connsiteX113" fmla="*/ 2218414 w 2790908"/>
              <a:gd name="connsiteY113" fmla="*/ 256945 h 833476"/>
              <a:gd name="connsiteX114" fmla="*/ 2234317 w 2790908"/>
              <a:gd name="connsiteY114" fmla="*/ 288751 h 833476"/>
              <a:gd name="connsiteX115" fmla="*/ 2242268 w 2790908"/>
              <a:gd name="connsiteY115" fmla="*/ 352361 h 833476"/>
              <a:gd name="connsiteX116" fmla="*/ 2250220 w 2790908"/>
              <a:gd name="connsiteY116" fmla="*/ 392118 h 833476"/>
              <a:gd name="connsiteX117" fmla="*/ 2258171 w 2790908"/>
              <a:gd name="connsiteY117" fmla="*/ 479582 h 833476"/>
              <a:gd name="connsiteX118" fmla="*/ 2266122 w 2790908"/>
              <a:gd name="connsiteY118" fmla="*/ 519338 h 833476"/>
              <a:gd name="connsiteX119" fmla="*/ 2274074 w 2790908"/>
              <a:gd name="connsiteY119" fmla="*/ 590900 h 833476"/>
              <a:gd name="connsiteX120" fmla="*/ 2289976 w 2790908"/>
              <a:gd name="connsiteY120" fmla="*/ 622705 h 833476"/>
              <a:gd name="connsiteX121" fmla="*/ 2297927 w 2790908"/>
              <a:gd name="connsiteY121" fmla="*/ 646559 h 833476"/>
              <a:gd name="connsiteX122" fmla="*/ 2313830 w 2790908"/>
              <a:gd name="connsiteY122" fmla="*/ 749926 h 833476"/>
              <a:gd name="connsiteX123" fmla="*/ 2321781 w 2790908"/>
              <a:gd name="connsiteY123" fmla="*/ 789683 h 833476"/>
              <a:gd name="connsiteX124" fmla="*/ 2353587 w 2790908"/>
              <a:gd name="connsiteY124" fmla="*/ 781732 h 833476"/>
              <a:gd name="connsiteX125" fmla="*/ 2401294 w 2790908"/>
              <a:gd name="connsiteY125" fmla="*/ 765829 h 833476"/>
              <a:gd name="connsiteX126" fmla="*/ 2409246 w 2790908"/>
              <a:gd name="connsiteY126" fmla="*/ 741975 h 833476"/>
              <a:gd name="connsiteX127" fmla="*/ 2417197 w 2790908"/>
              <a:gd name="connsiteY127" fmla="*/ 710170 h 833476"/>
              <a:gd name="connsiteX128" fmla="*/ 2472856 w 2790908"/>
              <a:gd name="connsiteY128" fmla="*/ 638608 h 833476"/>
              <a:gd name="connsiteX129" fmla="*/ 2496710 w 2790908"/>
              <a:gd name="connsiteY129" fmla="*/ 590900 h 833476"/>
              <a:gd name="connsiteX130" fmla="*/ 2512613 w 2790908"/>
              <a:gd name="connsiteY130" fmla="*/ 622705 h 833476"/>
              <a:gd name="connsiteX131" fmla="*/ 2520564 w 2790908"/>
              <a:gd name="connsiteY131" fmla="*/ 694267 h 833476"/>
              <a:gd name="connsiteX132" fmla="*/ 2528515 w 2790908"/>
              <a:gd name="connsiteY132" fmla="*/ 670413 h 833476"/>
              <a:gd name="connsiteX133" fmla="*/ 2544418 w 2790908"/>
              <a:gd name="connsiteY133" fmla="*/ 646559 h 833476"/>
              <a:gd name="connsiteX134" fmla="*/ 2568272 w 2790908"/>
              <a:gd name="connsiteY134" fmla="*/ 662462 h 833476"/>
              <a:gd name="connsiteX135" fmla="*/ 2600077 w 2790908"/>
              <a:gd name="connsiteY135" fmla="*/ 670413 h 833476"/>
              <a:gd name="connsiteX136" fmla="*/ 2623931 w 2790908"/>
              <a:gd name="connsiteY136" fmla="*/ 678365 h 833476"/>
              <a:gd name="connsiteX137" fmla="*/ 2655736 w 2790908"/>
              <a:gd name="connsiteY137" fmla="*/ 670413 h 833476"/>
              <a:gd name="connsiteX138" fmla="*/ 2671639 w 2790908"/>
              <a:gd name="connsiteY138" fmla="*/ 638608 h 833476"/>
              <a:gd name="connsiteX139" fmla="*/ 2695493 w 2790908"/>
              <a:gd name="connsiteY139" fmla="*/ 662462 h 833476"/>
              <a:gd name="connsiteX140" fmla="*/ 2743200 w 2790908"/>
              <a:gd name="connsiteY140" fmla="*/ 670413 h 833476"/>
              <a:gd name="connsiteX141" fmla="*/ 2790908 w 2790908"/>
              <a:gd name="connsiteY141" fmla="*/ 686316 h 833476"/>
              <a:gd name="connsiteX0" fmla="*/ 0 w 2790908"/>
              <a:gd name="connsiteY0" fmla="*/ 670413 h 833476"/>
              <a:gd name="connsiteX1" fmla="*/ 47708 w 2790908"/>
              <a:gd name="connsiteY1" fmla="*/ 662462 h 833476"/>
              <a:gd name="connsiteX2" fmla="*/ 55660 w 2790908"/>
              <a:gd name="connsiteY2" fmla="*/ 686316 h 833476"/>
              <a:gd name="connsiteX3" fmla="*/ 87465 w 2790908"/>
              <a:gd name="connsiteY3" fmla="*/ 678365 h 833476"/>
              <a:gd name="connsiteX4" fmla="*/ 111319 w 2790908"/>
              <a:gd name="connsiteY4" fmla="*/ 662462 h 833476"/>
              <a:gd name="connsiteX5" fmla="*/ 174929 w 2790908"/>
              <a:gd name="connsiteY5" fmla="*/ 678365 h 833476"/>
              <a:gd name="connsiteX6" fmla="*/ 206734 w 2790908"/>
              <a:gd name="connsiteY6" fmla="*/ 686316 h 833476"/>
              <a:gd name="connsiteX7" fmla="*/ 238540 w 2790908"/>
              <a:gd name="connsiteY7" fmla="*/ 694267 h 833476"/>
              <a:gd name="connsiteX8" fmla="*/ 262394 w 2790908"/>
              <a:gd name="connsiteY8" fmla="*/ 694267 h 833476"/>
              <a:gd name="connsiteX9" fmla="*/ 286247 w 2790908"/>
              <a:gd name="connsiteY9" fmla="*/ 702218 h 833476"/>
              <a:gd name="connsiteX10" fmla="*/ 310101 w 2790908"/>
              <a:gd name="connsiteY10" fmla="*/ 694267 h 833476"/>
              <a:gd name="connsiteX11" fmla="*/ 349858 w 2790908"/>
              <a:gd name="connsiteY11" fmla="*/ 670413 h 833476"/>
              <a:gd name="connsiteX12" fmla="*/ 405517 w 2790908"/>
              <a:gd name="connsiteY12" fmla="*/ 702218 h 833476"/>
              <a:gd name="connsiteX13" fmla="*/ 413468 w 2790908"/>
              <a:gd name="connsiteY13" fmla="*/ 678365 h 833476"/>
              <a:gd name="connsiteX14" fmla="*/ 461176 w 2790908"/>
              <a:gd name="connsiteY14" fmla="*/ 686316 h 833476"/>
              <a:gd name="connsiteX15" fmla="*/ 492981 w 2790908"/>
              <a:gd name="connsiteY15" fmla="*/ 726072 h 833476"/>
              <a:gd name="connsiteX16" fmla="*/ 508884 w 2790908"/>
              <a:gd name="connsiteY16" fmla="*/ 702218 h 833476"/>
              <a:gd name="connsiteX17" fmla="*/ 516835 w 2790908"/>
              <a:gd name="connsiteY17" fmla="*/ 678365 h 833476"/>
              <a:gd name="connsiteX18" fmla="*/ 540689 w 2790908"/>
              <a:gd name="connsiteY18" fmla="*/ 670413 h 833476"/>
              <a:gd name="connsiteX19" fmla="*/ 564543 w 2790908"/>
              <a:gd name="connsiteY19" fmla="*/ 654511 h 833476"/>
              <a:gd name="connsiteX20" fmla="*/ 572494 w 2790908"/>
              <a:gd name="connsiteY20" fmla="*/ 519338 h 833476"/>
              <a:gd name="connsiteX21" fmla="*/ 588397 w 2790908"/>
              <a:gd name="connsiteY21" fmla="*/ 495485 h 833476"/>
              <a:gd name="connsiteX22" fmla="*/ 596348 w 2790908"/>
              <a:gd name="connsiteY22" fmla="*/ 463679 h 833476"/>
              <a:gd name="connsiteX23" fmla="*/ 598100 w 2790908"/>
              <a:gd name="connsiteY23" fmla="*/ 253611 h 833476"/>
              <a:gd name="connsiteX24" fmla="*/ 604300 w 2790908"/>
              <a:gd name="connsiteY24" fmla="*/ 217189 h 833476"/>
              <a:gd name="connsiteX25" fmla="*/ 620202 w 2790908"/>
              <a:gd name="connsiteY25" fmla="*/ 145627 h 833476"/>
              <a:gd name="connsiteX26" fmla="*/ 644056 w 2790908"/>
              <a:gd name="connsiteY26" fmla="*/ 82017 h 833476"/>
              <a:gd name="connsiteX27" fmla="*/ 667910 w 2790908"/>
              <a:gd name="connsiteY27" fmla="*/ 66114 h 833476"/>
              <a:gd name="connsiteX28" fmla="*/ 707667 w 2790908"/>
              <a:gd name="connsiteY28" fmla="*/ 105871 h 833476"/>
              <a:gd name="connsiteX29" fmla="*/ 723569 w 2790908"/>
              <a:gd name="connsiteY29" fmla="*/ 129725 h 833476"/>
              <a:gd name="connsiteX30" fmla="*/ 755374 w 2790908"/>
              <a:gd name="connsiteY30" fmla="*/ 177432 h 833476"/>
              <a:gd name="connsiteX31" fmla="*/ 779228 w 2790908"/>
              <a:gd name="connsiteY31" fmla="*/ 161530 h 833476"/>
              <a:gd name="connsiteX32" fmla="*/ 818985 w 2790908"/>
              <a:gd name="connsiteY32" fmla="*/ 129725 h 833476"/>
              <a:gd name="connsiteX33" fmla="*/ 842839 w 2790908"/>
              <a:gd name="connsiteY33" fmla="*/ 145627 h 833476"/>
              <a:gd name="connsiteX34" fmla="*/ 874644 w 2790908"/>
              <a:gd name="connsiteY34" fmla="*/ 137676 h 833476"/>
              <a:gd name="connsiteX35" fmla="*/ 906449 w 2790908"/>
              <a:gd name="connsiteY35" fmla="*/ 161530 h 833476"/>
              <a:gd name="connsiteX36" fmla="*/ 938254 w 2790908"/>
              <a:gd name="connsiteY36" fmla="*/ 113822 h 833476"/>
              <a:gd name="connsiteX37" fmla="*/ 946206 w 2790908"/>
              <a:gd name="connsiteY37" fmla="*/ 137676 h 833476"/>
              <a:gd name="connsiteX38" fmla="*/ 970060 w 2790908"/>
              <a:gd name="connsiteY38" fmla="*/ 74065 h 833476"/>
              <a:gd name="connsiteX39" fmla="*/ 985962 w 2790908"/>
              <a:gd name="connsiteY39" fmla="*/ 137676 h 833476"/>
              <a:gd name="connsiteX40" fmla="*/ 993914 w 2790908"/>
              <a:gd name="connsiteY40" fmla="*/ 193335 h 833476"/>
              <a:gd name="connsiteX41" fmla="*/ 1009816 w 2790908"/>
              <a:gd name="connsiteY41" fmla="*/ 241043 h 833476"/>
              <a:gd name="connsiteX42" fmla="*/ 1017767 w 2790908"/>
              <a:gd name="connsiteY42" fmla="*/ 209238 h 833476"/>
              <a:gd name="connsiteX43" fmla="*/ 1033670 w 2790908"/>
              <a:gd name="connsiteY43" fmla="*/ 185384 h 833476"/>
              <a:gd name="connsiteX44" fmla="*/ 1041621 w 2790908"/>
              <a:gd name="connsiteY44" fmla="*/ 161530 h 833476"/>
              <a:gd name="connsiteX45" fmla="*/ 1073427 w 2790908"/>
              <a:gd name="connsiteY45" fmla="*/ 209238 h 833476"/>
              <a:gd name="connsiteX46" fmla="*/ 1081378 w 2790908"/>
              <a:gd name="connsiteY46" fmla="*/ 248994 h 833476"/>
              <a:gd name="connsiteX47" fmla="*/ 1097280 w 2790908"/>
              <a:gd name="connsiteY47" fmla="*/ 392118 h 833476"/>
              <a:gd name="connsiteX48" fmla="*/ 1105232 w 2790908"/>
              <a:gd name="connsiteY48" fmla="*/ 415972 h 833476"/>
              <a:gd name="connsiteX49" fmla="*/ 1113183 w 2790908"/>
              <a:gd name="connsiteY49" fmla="*/ 447777 h 833476"/>
              <a:gd name="connsiteX50" fmla="*/ 1129086 w 2790908"/>
              <a:gd name="connsiteY50" fmla="*/ 471631 h 833476"/>
              <a:gd name="connsiteX51" fmla="*/ 1137037 w 2790908"/>
              <a:gd name="connsiteY51" fmla="*/ 590900 h 833476"/>
              <a:gd name="connsiteX52" fmla="*/ 1144988 w 2790908"/>
              <a:gd name="connsiteY52" fmla="*/ 630657 h 833476"/>
              <a:gd name="connsiteX53" fmla="*/ 1157791 w 2790908"/>
              <a:gd name="connsiteY53" fmla="*/ 833476 h 833476"/>
              <a:gd name="connsiteX54" fmla="*/ 1176794 w 2790908"/>
              <a:gd name="connsiteY54" fmla="*/ 765829 h 833476"/>
              <a:gd name="connsiteX55" fmla="*/ 1192696 w 2790908"/>
              <a:gd name="connsiteY55" fmla="*/ 678365 h 833476"/>
              <a:gd name="connsiteX56" fmla="*/ 1200647 w 2790908"/>
              <a:gd name="connsiteY56" fmla="*/ 646559 h 833476"/>
              <a:gd name="connsiteX57" fmla="*/ 1208599 w 2790908"/>
              <a:gd name="connsiteY57" fmla="*/ 670413 h 833476"/>
              <a:gd name="connsiteX58" fmla="*/ 1224501 w 2790908"/>
              <a:gd name="connsiteY58" fmla="*/ 710170 h 833476"/>
              <a:gd name="connsiteX59" fmla="*/ 1240404 w 2790908"/>
              <a:gd name="connsiteY59" fmla="*/ 686316 h 833476"/>
              <a:gd name="connsiteX60" fmla="*/ 1248355 w 2790908"/>
              <a:gd name="connsiteY60" fmla="*/ 654511 h 833476"/>
              <a:gd name="connsiteX61" fmla="*/ 1272209 w 2790908"/>
              <a:gd name="connsiteY61" fmla="*/ 670413 h 833476"/>
              <a:gd name="connsiteX62" fmla="*/ 1280160 w 2790908"/>
              <a:gd name="connsiteY62" fmla="*/ 702218 h 833476"/>
              <a:gd name="connsiteX63" fmla="*/ 1288112 w 2790908"/>
              <a:gd name="connsiteY63" fmla="*/ 678365 h 833476"/>
              <a:gd name="connsiteX64" fmla="*/ 1296063 w 2790908"/>
              <a:gd name="connsiteY64" fmla="*/ 702218 h 833476"/>
              <a:gd name="connsiteX65" fmla="*/ 1311966 w 2790908"/>
              <a:gd name="connsiteY65" fmla="*/ 734024 h 833476"/>
              <a:gd name="connsiteX66" fmla="*/ 1327868 w 2790908"/>
              <a:gd name="connsiteY66" fmla="*/ 710170 h 833476"/>
              <a:gd name="connsiteX67" fmla="*/ 1335820 w 2790908"/>
              <a:gd name="connsiteY67" fmla="*/ 670413 h 833476"/>
              <a:gd name="connsiteX68" fmla="*/ 1359674 w 2790908"/>
              <a:gd name="connsiteY68" fmla="*/ 718121 h 833476"/>
              <a:gd name="connsiteX69" fmla="*/ 1391479 w 2790908"/>
              <a:gd name="connsiteY69" fmla="*/ 670413 h 833476"/>
              <a:gd name="connsiteX70" fmla="*/ 1415333 w 2790908"/>
              <a:gd name="connsiteY70" fmla="*/ 702218 h 833476"/>
              <a:gd name="connsiteX71" fmla="*/ 1423284 w 2790908"/>
              <a:gd name="connsiteY71" fmla="*/ 662462 h 833476"/>
              <a:gd name="connsiteX72" fmla="*/ 1447138 w 2790908"/>
              <a:gd name="connsiteY72" fmla="*/ 654511 h 833476"/>
              <a:gd name="connsiteX73" fmla="*/ 1455089 w 2790908"/>
              <a:gd name="connsiteY73" fmla="*/ 702218 h 833476"/>
              <a:gd name="connsiteX74" fmla="*/ 1463040 w 2790908"/>
              <a:gd name="connsiteY74" fmla="*/ 678365 h 833476"/>
              <a:gd name="connsiteX75" fmla="*/ 1494846 w 2790908"/>
              <a:gd name="connsiteY75" fmla="*/ 694267 h 833476"/>
              <a:gd name="connsiteX76" fmla="*/ 1502797 w 2790908"/>
              <a:gd name="connsiteY76" fmla="*/ 598852 h 833476"/>
              <a:gd name="connsiteX77" fmla="*/ 1534602 w 2790908"/>
              <a:gd name="connsiteY77" fmla="*/ 686316 h 833476"/>
              <a:gd name="connsiteX78" fmla="*/ 1550505 w 2790908"/>
              <a:gd name="connsiteY78" fmla="*/ 710170 h 833476"/>
              <a:gd name="connsiteX79" fmla="*/ 1606164 w 2790908"/>
              <a:gd name="connsiteY79" fmla="*/ 686316 h 833476"/>
              <a:gd name="connsiteX80" fmla="*/ 1653872 w 2790908"/>
              <a:gd name="connsiteY80" fmla="*/ 678365 h 833476"/>
              <a:gd name="connsiteX81" fmla="*/ 1669774 w 2790908"/>
              <a:gd name="connsiteY81" fmla="*/ 622705 h 833476"/>
              <a:gd name="connsiteX82" fmla="*/ 1685677 w 2790908"/>
              <a:gd name="connsiteY82" fmla="*/ 479582 h 833476"/>
              <a:gd name="connsiteX83" fmla="*/ 1701580 w 2790908"/>
              <a:gd name="connsiteY83" fmla="*/ 431874 h 833476"/>
              <a:gd name="connsiteX84" fmla="*/ 1709531 w 2790908"/>
              <a:gd name="connsiteY84" fmla="*/ 288751 h 833476"/>
              <a:gd name="connsiteX85" fmla="*/ 1745785 w 2790908"/>
              <a:gd name="connsiteY85" fmla="*/ 345884 h 833476"/>
              <a:gd name="connsiteX86" fmla="*/ 1758990 w 2790908"/>
              <a:gd name="connsiteY86" fmla="*/ 216996 h 833476"/>
              <a:gd name="connsiteX87" fmla="*/ 1757239 w 2790908"/>
              <a:gd name="connsiteY87" fmla="*/ 113822 h 833476"/>
              <a:gd name="connsiteX88" fmla="*/ 1765190 w 2790908"/>
              <a:gd name="connsiteY88" fmla="*/ 66114 h 833476"/>
              <a:gd name="connsiteX89" fmla="*/ 1804947 w 2790908"/>
              <a:gd name="connsiteY89" fmla="*/ 89968 h 833476"/>
              <a:gd name="connsiteX90" fmla="*/ 1812898 w 2790908"/>
              <a:gd name="connsiteY90" fmla="*/ 137676 h 833476"/>
              <a:gd name="connsiteX91" fmla="*/ 1828800 w 2790908"/>
              <a:gd name="connsiteY91" fmla="*/ 264897 h 833476"/>
              <a:gd name="connsiteX92" fmla="*/ 1852654 w 2790908"/>
              <a:gd name="connsiteY92" fmla="*/ 256945 h 833476"/>
              <a:gd name="connsiteX93" fmla="*/ 1860606 w 2790908"/>
              <a:gd name="connsiteY93" fmla="*/ 233092 h 833476"/>
              <a:gd name="connsiteX94" fmla="*/ 1876508 w 2790908"/>
              <a:gd name="connsiteY94" fmla="*/ 209238 h 833476"/>
              <a:gd name="connsiteX95" fmla="*/ 1884460 w 2790908"/>
              <a:gd name="connsiteY95" fmla="*/ 177432 h 833476"/>
              <a:gd name="connsiteX96" fmla="*/ 1900362 w 2790908"/>
              <a:gd name="connsiteY96" fmla="*/ 129725 h 833476"/>
              <a:gd name="connsiteX97" fmla="*/ 1924216 w 2790908"/>
              <a:gd name="connsiteY97" fmla="*/ 153578 h 833476"/>
              <a:gd name="connsiteX98" fmla="*/ 1932167 w 2790908"/>
              <a:gd name="connsiteY98" fmla="*/ 177432 h 833476"/>
              <a:gd name="connsiteX99" fmla="*/ 1979875 w 2790908"/>
              <a:gd name="connsiteY99" fmla="*/ 161530 h 833476"/>
              <a:gd name="connsiteX100" fmla="*/ 1988228 w 2790908"/>
              <a:gd name="connsiteY100" fmla="*/ 4171 h 833476"/>
              <a:gd name="connsiteX101" fmla="*/ 1989578 w 2790908"/>
              <a:gd name="connsiteY101" fmla="*/ 58163 h 833476"/>
              <a:gd name="connsiteX102" fmla="*/ 1995778 w 2790908"/>
              <a:gd name="connsiteY102" fmla="*/ 193335 h 833476"/>
              <a:gd name="connsiteX103" fmla="*/ 2003729 w 2790908"/>
              <a:gd name="connsiteY103" fmla="*/ 256945 h 833476"/>
              <a:gd name="connsiteX104" fmla="*/ 2014781 w 2790908"/>
              <a:gd name="connsiteY104" fmla="*/ 354924 h 833476"/>
              <a:gd name="connsiteX105" fmla="*/ 2035534 w 2790908"/>
              <a:gd name="connsiteY105" fmla="*/ 201286 h 833476"/>
              <a:gd name="connsiteX106" fmla="*/ 2043486 w 2790908"/>
              <a:gd name="connsiteY106" fmla="*/ 145627 h 833476"/>
              <a:gd name="connsiteX107" fmla="*/ 2059388 w 2790908"/>
              <a:gd name="connsiteY107" fmla="*/ 177432 h 833476"/>
              <a:gd name="connsiteX108" fmla="*/ 2122999 w 2790908"/>
              <a:gd name="connsiteY108" fmla="*/ 177432 h 833476"/>
              <a:gd name="connsiteX109" fmla="*/ 2146853 w 2790908"/>
              <a:gd name="connsiteY109" fmla="*/ 185384 h 833476"/>
              <a:gd name="connsiteX110" fmla="*/ 2178658 w 2790908"/>
              <a:gd name="connsiteY110" fmla="*/ 169481 h 833476"/>
              <a:gd name="connsiteX111" fmla="*/ 2194560 w 2790908"/>
              <a:gd name="connsiteY111" fmla="*/ 201286 h 833476"/>
              <a:gd name="connsiteX112" fmla="*/ 2210463 w 2790908"/>
              <a:gd name="connsiteY112" fmla="*/ 225140 h 833476"/>
              <a:gd name="connsiteX113" fmla="*/ 2218414 w 2790908"/>
              <a:gd name="connsiteY113" fmla="*/ 256945 h 833476"/>
              <a:gd name="connsiteX114" fmla="*/ 2234317 w 2790908"/>
              <a:gd name="connsiteY114" fmla="*/ 288751 h 833476"/>
              <a:gd name="connsiteX115" fmla="*/ 2242268 w 2790908"/>
              <a:gd name="connsiteY115" fmla="*/ 352361 h 833476"/>
              <a:gd name="connsiteX116" fmla="*/ 2250220 w 2790908"/>
              <a:gd name="connsiteY116" fmla="*/ 392118 h 833476"/>
              <a:gd name="connsiteX117" fmla="*/ 2258171 w 2790908"/>
              <a:gd name="connsiteY117" fmla="*/ 479582 h 833476"/>
              <a:gd name="connsiteX118" fmla="*/ 2266122 w 2790908"/>
              <a:gd name="connsiteY118" fmla="*/ 519338 h 833476"/>
              <a:gd name="connsiteX119" fmla="*/ 2274074 w 2790908"/>
              <a:gd name="connsiteY119" fmla="*/ 590900 h 833476"/>
              <a:gd name="connsiteX120" fmla="*/ 2289976 w 2790908"/>
              <a:gd name="connsiteY120" fmla="*/ 622705 h 833476"/>
              <a:gd name="connsiteX121" fmla="*/ 2297927 w 2790908"/>
              <a:gd name="connsiteY121" fmla="*/ 646559 h 833476"/>
              <a:gd name="connsiteX122" fmla="*/ 2313830 w 2790908"/>
              <a:gd name="connsiteY122" fmla="*/ 749926 h 833476"/>
              <a:gd name="connsiteX123" fmla="*/ 2321781 w 2790908"/>
              <a:gd name="connsiteY123" fmla="*/ 789683 h 833476"/>
              <a:gd name="connsiteX124" fmla="*/ 2353587 w 2790908"/>
              <a:gd name="connsiteY124" fmla="*/ 781732 h 833476"/>
              <a:gd name="connsiteX125" fmla="*/ 2401294 w 2790908"/>
              <a:gd name="connsiteY125" fmla="*/ 765829 h 833476"/>
              <a:gd name="connsiteX126" fmla="*/ 2409246 w 2790908"/>
              <a:gd name="connsiteY126" fmla="*/ 741975 h 833476"/>
              <a:gd name="connsiteX127" fmla="*/ 2417197 w 2790908"/>
              <a:gd name="connsiteY127" fmla="*/ 710170 h 833476"/>
              <a:gd name="connsiteX128" fmla="*/ 2472856 w 2790908"/>
              <a:gd name="connsiteY128" fmla="*/ 638608 h 833476"/>
              <a:gd name="connsiteX129" fmla="*/ 2496710 w 2790908"/>
              <a:gd name="connsiteY129" fmla="*/ 590900 h 833476"/>
              <a:gd name="connsiteX130" fmla="*/ 2512613 w 2790908"/>
              <a:gd name="connsiteY130" fmla="*/ 622705 h 833476"/>
              <a:gd name="connsiteX131" fmla="*/ 2520564 w 2790908"/>
              <a:gd name="connsiteY131" fmla="*/ 694267 h 833476"/>
              <a:gd name="connsiteX132" fmla="*/ 2528515 w 2790908"/>
              <a:gd name="connsiteY132" fmla="*/ 670413 h 833476"/>
              <a:gd name="connsiteX133" fmla="*/ 2544418 w 2790908"/>
              <a:gd name="connsiteY133" fmla="*/ 646559 h 833476"/>
              <a:gd name="connsiteX134" fmla="*/ 2568272 w 2790908"/>
              <a:gd name="connsiteY134" fmla="*/ 662462 h 833476"/>
              <a:gd name="connsiteX135" fmla="*/ 2600077 w 2790908"/>
              <a:gd name="connsiteY135" fmla="*/ 670413 h 833476"/>
              <a:gd name="connsiteX136" fmla="*/ 2623931 w 2790908"/>
              <a:gd name="connsiteY136" fmla="*/ 678365 h 833476"/>
              <a:gd name="connsiteX137" fmla="*/ 2655736 w 2790908"/>
              <a:gd name="connsiteY137" fmla="*/ 670413 h 833476"/>
              <a:gd name="connsiteX138" fmla="*/ 2671639 w 2790908"/>
              <a:gd name="connsiteY138" fmla="*/ 638608 h 833476"/>
              <a:gd name="connsiteX139" fmla="*/ 2695493 w 2790908"/>
              <a:gd name="connsiteY139" fmla="*/ 662462 h 833476"/>
              <a:gd name="connsiteX140" fmla="*/ 2743200 w 2790908"/>
              <a:gd name="connsiteY140" fmla="*/ 670413 h 833476"/>
              <a:gd name="connsiteX141" fmla="*/ 2790908 w 2790908"/>
              <a:gd name="connsiteY141" fmla="*/ 686316 h 833476"/>
              <a:gd name="connsiteX0" fmla="*/ 0 w 2790908"/>
              <a:gd name="connsiteY0" fmla="*/ 670413 h 833476"/>
              <a:gd name="connsiteX1" fmla="*/ 47708 w 2790908"/>
              <a:gd name="connsiteY1" fmla="*/ 662462 h 833476"/>
              <a:gd name="connsiteX2" fmla="*/ 55660 w 2790908"/>
              <a:gd name="connsiteY2" fmla="*/ 686316 h 833476"/>
              <a:gd name="connsiteX3" fmla="*/ 87465 w 2790908"/>
              <a:gd name="connsiteY3" fmla="*/ 678365 h 833476"/>
              <a:gd name="connsiteX4" fmla="*/ 111319 w 2790908"/>
              <a:gd name="connsiteY4" fmla="*/ 662462 h 833476"/>
              <a:gd name="connsiteX5" fmla="*/ 174929 w 2790908"/>
              <a:gd name="connsiteY5" fmla="*/ 678365 h 833476"/>
              <a:gd name="connsiteX6" fmla="*/ 206734 w 2790908"/>
              <a:gd name="connsiteY6" fmla="*/ 686316 h 833476"/>
              <a:gd name="connsiteX7" fmla="*/ 238540 w 2790908"/>
              <a:gd name="connsiteY7" fmla="*/ 694267 h 833476"/>
              <a:gd name="connsiteX8" fmla="*/ 262394 w 2790908"/>
              <a:gd name="connsiteY8" fmla="*/ 694267 h 833476"/>
              <a:gd name="connsiteX9" fmla="*/ 286247 w 2790908"/>
              <a:gd name="connsiteY9" fmla="*/ 702218 h 833476"/>
              <a:gd name="connsiteX10" fmla="*/ 310101 w 2790908"/>
              <a:gd name="connsiteY10" fmla="*/ 694267 h 833476"/>
              <a:gd name="connsiteX11" fmla="*/ 349858 w 2790908"/>
              <a:gd name="connsiteY11" fmla="*/ 670413 h 833476"/>
              <a:gd name="connsiteX12" fmla="*/ 405517 w 2790908"/>
              <a:gd name="connsiteY12" fmla="*/ 702218 h 833476"/>
              <a:gd name="connsiteX13" fmla="*/ 413468 w 2790908"/>
              <a:gd name="connsiteY13" fmla="*/ 678365 h 833476"/>
              <a:gd name="connsiteX14" fmla="*/ 461176 w 2790908"/>
              <a:gd name="connsiteY14" fmla="*/ 686316 h 833476"/>
              <a:gd name="connsiteX15" fmla="*/ 492981 w 2790908"/>
              <a:gd name="connsiteY15" fmla="*/ 726072 h 833476"/>
              <a:gd name="connsiteX16" fmla="*/ 508884 w 2790908"/>
              <a:gd name="connsiteY16" fmla="*/ 702218 h 833476"/>
              <a:gd name="connsiteX17" fmla="*/ 516835 w 2790908"/>
              <a:gd name="connsiteY17" fmla="*/ 678365 h 833476"/>
              <a:gd name="connsiteX18" fmla="*/ 540689 w 2790908"/>
              <a:gd name="connsiteY18" fmla="*/ 670413 h 833476"/>
              <a:gd name="connsiteX19" fmla="*/ 564543 w 2790908"/>
              <a:gd name="connsiteY19" fmla="*/ 654511 h 833476"/>
              <a:gd name="connsiteX20" fmla="*/ 572494 w 2790908"/>
              <a:gd name="connsiteY20" fmla="*/ 519338 h 833476"/>
              <a:gd name="connsiteX21" fmla="*/ 588397 w 2790908"/>
              <a:gd name="connsiteY21" fmla="*/ 495485 h 833476"/>
              <a:gd name="connsiteX22" fmla="*/ 596348 w 2790908"/>
              <a:gd name="connsiteY22" fmla="*/ 463679 h 833476"/>
              <a:gd name="connsiteX23" fmla="*/ 598100 w 2790908"/>
              <a:gd name="connsiteY23" fmla="*/ 253611 h 833476"/>
              <a:gd name="connsiteX24" fmla="*/ 604300 w 2790908"/>
              <a:gd name="connsiteY24" fmla="*/ 217189 h 833476"/>
              <a:gd name="connsiteX25" fmla="*/ 620202 w 2790908"/>
              <a:gd name="connsiteY25" fmla="*/ 145627 h 833476"/>
              <a:gd name="connsiteX26" fmla="*/ 644056 w 2790908"/>
              <a:gd name="connsiteY26" fmla="*/ 82017 h 833476"/>
              <a:gd name="connsiteX27" fmla="*/ 667910 w 2790908"/>
              <a:gd name="connsiteY27" fmla="*/ 66114 h 833476"/>
              <a:gd name="connsiteX28" fmla="*/ 707667 w 2790908"/>
              <a:gd name="connsiteY28" fmla="*/ 105871 h 833476"/>
              <a:gd name="connsiteX29" fmla="*/ 723569 w 2790908"/>
              <a:gd name="connsiteY29" fmla="*/ 129725 h 833476"/>
              <a:gd name="connsiteX30" fmla="*/ 755374 w 2790908"/>
              <a:gd name="connsiteY30" fmla="*/ 177432 h 833476"/>
              <a:gd name="connsiteX31" fmla="*/ 779228 w 2790908"/>
              <a:gd name="connsiteY31" fmla="*/ 161530 h 833476"/>
              <a:gd name="connsiteX32" fmla="*/ 818985 w 2790908"/>
              <a:gd name="connsiteY32" fmla="*/ 129725 h 833476"/>
              <a:gd name="connsiteX33" fmla="*/ 842839 w 2790908"/>
              <a:gd name="connsiteY33" fmla="*/ 145627 h 833476"/>
              <a:gd name="connsiteX34" fmla="*/ 874644 w 2790908"/>
              <a:gd name="connsiteY34" fmla="*/ 137676 h 833476"/>
              <a:gd name="connsiteX35" fmla="*/ 906449 w 2790908"/>
              <a:gd name="connsiteY35" fmla="*/ 161530 h 833476"/>
              <a:gd name="connsiteX36" fmla="*/ 938254 w 2790908"/>
              <a:gd name="connsiteY36" fmla="*/ 113822 h 833476"/>
              <a:gd name="connsiteX37" fmla="*/ 946206 w 2790908"/>
              <a:gd name="connsiteY37" fmla="*/ 137676 h 833476"/>
              <a:gd name="connsiteX38" fmla="*/ 970060 w 2790908"/>
              <a:gd name="connsiteY38" fmla="*/ 74065 h 833476"/>
              <a:gd name="connsiteX39" fmla="*/ 985962 w 2790908"/>
              <a:gd name="connsiteY39" fmla="*/ 137676 h 833476"/>
              <a:gd name="connsiteX40" fmla="*/ 993914 w 2790908"/>
              <a:gd name="connsiteY40" fmla="*/ 193335 h 833476"/>
              <a:gd name="connsiteX41" fmla="*/ 1009816 w 2790908"/>
              <a:gd name="connsiteY41" fmla="*/ 241043 h 833476"/>
              <a:gd name="connsiteX42" fmla="*/ 1017767 w 2790908"/>
              <a:gd name="connsiteY42" fmla="*/ 209238 h 833476"/>
              <a:gd name="connsiteX43" fmla="*/ 1033670 w 2790908"/>
              <a:gd name="connsiteY43" fmla="*/ 185384 h 833476"/>
              <a:gd name="connsiteX44" fmla="*/ 1041621 w 2790908"/>
              <a:gd name="connsiteY44" fmla="*/ 161530 h 833476"/>
              <a:gd name="connsiteX45" fmla="*/ 1073427 w 2790908"/>
              <a:gd name="connsiteY45" fmla="*/ 209238 h 833476"/>
              <a:gd name="connsiteX46" fmla="*/ 1081378 w 2790908"/>
              <a:gd name="connsiteY46" fmla="*/ 248994 h 833476"/>
              <a:gd name="connsiteX47" fmla="*/ 1097280 w 2790908"/>
              <a:gd name="connsiteY47" fmla="*/ 392118 h 833476"/>
              <a:gd name="connsiteX48" fmla="*/ 1105232 w 2790908"/>
              <a:gd name="connsiteY48" fmla="*/ 415972 h 833476"/>
              <a:gd name="connsiteX49" fmla="*/ 1113183 w 2790908"/>
              <a:gd name="connsiteY49" fmla="*/ 447777 h 833476"/>
              <a:gd name="connsiteX50" fmla="*/ 1129086 w 2790908"/>
              <a:gd name="connsiteY50" fmla="*/ 471631 h 833476"/>
              <a:gd name="connsiteX51" fmla="*/ 1137037 w 2790908"/>
              <a:gd name="connsiteY51" fmla="*/ 590900 h 833476"/>
              <a:gd name="connsiteX52" fmla="*/ 1144988 w 2790908"/>
              <a:gd name="connsiteY52" fmla="*/ 630657 h 833476"/>
              <a:gd name="connsiteX53" fmla="*/ 1157791 w 2790908"/>
              <a:gd name="connsiteY53" fmla="*/ 833476 h 833476"/>
              <a:gd name="connsiteX54" fmla="*/ 1176794 w 2790908"/>
              <a:gd name="connsiteY54" fmla="*/ 765829 h 833476"/>
              <a:gd name="connsiteX55" fmla="*/ 1192696 w 2790908"/>
              <a:gd name="connsiteY55" fmla="*/ 678365 h 833476"/>
              <a:gd name="connsiteX56" fmla="*/ 1200647 w 2790908"/>
              <a:gd name="connsiteY56" fmla="*/ 646559 h 833476"/>
              <a:gd name="connsiteX57" fmla="*/ 1208599 w 2790908"/>
              <a:gd name="connsiteY57" fmla="*/ 670413 h 833476"/>
              <a:gd name="connsiteX58" fmla="*/ 1224501 w 2790908"/>
              <a:gd name="connsiteY58" fmla="*/ 710170 h 833476"/>
              <a:gd name="connsiteX59" fmla="*/ 1240404 w 2790908"/>
              <a:gd name="connsiteY59" fmla="*/ 686316 h 833476"/>
              <a:gd name="connsiteX60" fmla="*/ 1248355 w 2790908"/>
              <a:gd name="connsiteY60" fmla="*/ 654511 h 833476"/>
              <a:gd name="connsiteX61" fmla="*/ 1272209 w 2790908"/>
              <a:gd name="connsiteY61" fmla="*/ 670413 h 833476"/>
              <a:gd name="connsiteX62" fmla="*/ 1280160 w 2790908"/>
              <a:gd name="connsiteY62" fmla="*/ 702218 h 833476"/>
              <a:gd name="connsiteX63" fmla="*/ 1288112 w 2790908"/>
              <a:gd name="connsiteY63" fmla="*/ 678365 h 833476"/>
              <a:gd name="connsiteX64" fmla="*/ 1296063 w 2790908"/>
              <a:gd name="connsiteY64" fmla="*/ 702218 h 833476"/>
              <a:gd name="connsiteX65" fmla="*/ 1311966 w 2790908"/>
              <a:gd name="connsiteY65" fmla="*/ 734024 h 833476"/>
              <a:gd name="connsiteX66" fmla="*/ 1327868 w 2790908"/>
              <a:gd name="connsiteY66" fmla="*/ 710170 h 833476"/>
              <a:gd name="connsiteX67" fmla="*/ 1335820 w 2790908"/>
              <a:gd name="connsiteY67" fmla="*/ 670413 h 833476"/>
              <a:gd name="connsiteX68" fmla="*/ 1359674 w 2790908"/>
              <a:gd name="connsiteY68" fmla="*/ 718121 h 833476"/>
              <a:gd name="connsiteX69" fmla="*/ 1391479 w 2790908"/>
              <a:gd name="connsiteY69" fmla="*/ 670413 h 833476"/>
              <a:gd name="connsiteX70" fmla="*/ 1415333 w 2790908"/>
              <a:gd name="connsiteY70" fmla="*/ 702218 h 833476"/>
              <a:gd name="connsiteX71" fmla="*/ 1423284 w 2790908"/>
              <a:gd name="connsiteY71" fmla="*/ 662462 h 833476"/>
              <a:gd name="connsiteX72" fmla="*/ 1447138 w 2790908"/>
              <a:gd name="connsiteY72" fmla="*/ 654511 h 833476"/>
              <a:gd name="connsiteX73" fmla="*/ 1455089 w 2790908"/>
              <a:gd name="connsiteY73" fmla="*/ 702218 h 833476"/>
              <a:gd name="connsiteX74" fmla="*/ 1463040 w 2790908"/>
              <a:gd name="connsiteY74" fmla="*/ 678365 h 833476"/>
              <a:gd name="connsiteX75" fmla="*/ 1494846 w 2790908"/>
              <a:gd name="connsiteY75" fmla="*/ 694267 h 833476"/>
              <a:gd name="connsiteX76" fmla="*/ 1502797 w 2790908"/>
              <a:gd name="connsiteY76" fmla="*/ 598852 h 833476"/>
              <a:gd name="connsiteX77" fmla="*/ 1534602 w 2790908"/>
              <a:gd name="connsiteY77" fmla="*/ 686316 h 833476"/>
              <a:gd name="connsiteX78" fmla="*/ 1550505 w 2790908"/>
              <a:gd name="connsiteY78" fmla="*/ 710170 h 833476"/>
              <a:gd name="connsiteX79" fmla="*/ 1606164 w 2790908"/>
              <a:gd name="connsiteY79" fmla="*/ 686316 h 833476"/>
              <a:gd name="connsiteX80" fmla="*/ 1653872 w 2790908"/>
              <a:gd name="connsiteY80" fmla="*/ 678365 h 833476"/>
              <a:gd name="connsiteX81" fmla="*/ 1669774 w 2790908"/>
              <a:gd name="connsiteY81" fmla="*/ 622705 h 833476"/>
              <a:gd name="connsiteX82" fmla="*/ 1685677 w 2790908"/>
              <a:gd name="connsiteY82" fmla="*/ 479582 h 833476"/>
              <a:gd name="connsiteX83" fmla="*/ 1701580 w 2790908"/>
              <a:gd name="connsiteY83" fmla="*/ 431874 h 833476"/>
              <a:gd name="connsiteX84" fmla="*/ 1709531 w 2790908"/>
              <a:gd name="connsiteY84" fmla="*/ 288751 h 833476"/>
              <a:gd name="connsiteX85" fmla="*/ 1745785 w 2790908"/>
              <a:gd name="connsiteY85" fmla="*/ 345884 h 833476"/>
              <a:gd name="connsiteX86" fmla="*/ 1758990 w 2790908"/>
              <a:gd name="connsiteY86" fmla="*/ 216996 h 833476"/>
              <a:gd name="connsiteX87" fmla="*/ 1757239 w 2790908"/>
              <a:gd name="connsiteY87" fmla="*/ 113822 h 833476"/>
              <a:gd name="connsiteX88" fmla="*/ 1765190 w 2790908"/>
              <a:gd name="connsiteY88" fmla="*/ 66114 h 833476"/>
              <a:gd name="connsiteX89" fmla="*/ 1804947 w 2790908"/>
              <a:gd name="connsiteY89" fmla="*/ 89968 h 833476"/>
              <a:gd name="connsiteX90" fmla="*/ 1812898 w 2790908"/>
              <a:gd name="connsiteY90" fmla="*/ 137676 h 833476"/>
              <a:gd name="connsiteX91" fmla="*/ 1828800 w 2790908"/>
              <a:gd name="connsiteY91" fmla="*/ 264897 h 833476"/>
              <a:gd name="connsiteX92" fmla="*/ 1852654 w 2790908"/>
              <a:gd name="connsiteY92" fmla="*/ 256945 h 833476"/>
              <a:gd name="connsiteX93" fmla="*/ 1860606 w 2790908"/>
              <a:gd name="connsiteY93" fmla="*/ 233092 h 833476"/>
              <a:gd name="connsiteX94" fmla="*/ 1876508 w 2790908"/>
              <a:gd name="connsiteY94" fmla="*/ 209238 h 833476"/>
              <a:gd name="connsiteX95" fmla="*/ 1884460 w 2790908"/>
              <a:gd name="connsiteY95" fmla="*/ 177432 h 833476"/>
              <a:gd name="connsiteX96" fmla="*/ 1900362 w 2790908"/>
              <a:gd name="connsiteY96" fmla="*/ 129725 h 833476"/>
              <a:gd name="connsiteX97" fmla="*/ 1924216 w 2790908"/>
              <a:gd name="connsiteY97" fmla="*/ 153578 h 833476"/>
              <a:gd name="connsiteX98" fmla="*/ 1932167 w 2790908"/>
              <a:gd name="connsiteY98" fmla="*/ 177432 h 833476"/>
              <a:gd name="connsiteX99" fmla="*/ 1979875 w 2790908"/>
              <a:gd name="connsiteY99" fmla="*/ 161530 h 833476"/>
              <a:gd name="connsiteX100" fmla="*/ 1988228 w 2790908"/>
              <a:gd name="connsiteY100" fmla="*/ 4171 h 833476"/>
              <a:gd name="connsiteX101" fmla="*/ 1989578 w 2790908"/>
              <a:gd name="connsiteY101" fmla="*/ 58163 h 833476"/>
              <a:gd name="connsiteX102" fmla="*/ 1995778 w 2790908"/>
              <a:gd name="connsiteY102" fmla="*/ 193335 h 833476"/>
              <a:gd name="connsiteX103" fmla="*/ 2003729 w 2790908"/>
              <a:gd name="connsiteY103" fmla="*/ 256945 h 833476"/>
              <a:gd name="connsiteX104" fmla="*/ 2014781 w 2790908"/>
              <a:gd name="connsiteY104" fmla="*/ 354924 h 833476"/>
              <a:gd name="connsiteX105" fmla="*/ 2035534 w 2790908"/>
              <a:gd name="connsiteY105" fmla="*/ 201286 h 833476"/>
              <a:gd name="connsiteX106" fmla="*/ 2043486 w 2790908"/>
              <a:gd name="connsiteY106" fmla="*/ 145627 h 833476"/>
              <a:gd name="connsiteX107" fmla="*/ 2059388 w 2790908"/>
              <a:gd name="connsiteY107" fmla="*/ 177432 h 833476"/>
              <a:gd name="connsiteX108" fmla="*/ 2122999 w 2790908"/>
              <a:gd name="connsiteY108" fmla="*/ 177432 h 833476"/>
              <a:gd name="connsiteX109" fmla="*/ 2146853 w 2790908"/>
              <a:gd name="connsiteY109" fmla="*/ 185384 h 833476"/>
              <a:gd name="connsiteX110" fmla="*/ 2178658 w 2790908"/>
              <a:gd name="connsiteY110" fmla="*/ 169481 h 833476"/>
              <a:gd name="connsiteX111" fmla="*/ 2194560 w 2790908"/>
              <a:gd name="connsiteY111" fmla="*/ 201286 h 833476"/>
              <a:gd name="connsiteX112" fmla="*/ 2210463 w 2790908"/>
              <a:gd name="connsiteY112" fmla="*/ 225140 h 833476"/>
              <a:gd name="connsiteX113" fmla="*/ 2218414 w 2790908"/>
              <a:gd name="connsiteY113" fmla="*/ 256945 h 833476"/>
              <a:gd name="connsiteX114" fmla="*/ 2234317 w 2790908"/>
              <a:gd name="connsiteY114" fmla="*/ 288751 h 833476"/>
              <a:gd name="connsiteX115" fmla="*/ 2242268 w 2790908"/>
              <a:gd name="connsiteY115" fmla="*/ 352361 h 833476"/>
              <a:gd name="connsiteX116" fmla="*/ 2250220 w 2790908"/>
              <a:gd name="connsiteY116" fmla="*/ 392118 h 833476"/>
              <a:gd name="connsiteX117" fmla="*/ 2258171 w 2790908"/>
              <a:gd name="connsiteY117" fmla="*/ 479582 h 833476"/>
              <a:gd name="connsiteX118" fmla="*/ 2266122 w 2790908"/>
              <a:gd name="connsiteY118" fmla="*/ 519338 h 833476"/>
              <a:gd name="connsiteX119" fmla="*/ 2274074 w 2790908"/>
              <a:gd name="connsiteY119" fmla="*/ 590900 h 833476"/>
              <a:gd name="connsiteX120" fmla="*/ 2289976 w 2790908"/>
              <a:gd name="connsiteY120" fmla="*/ 622705 h 833476"/>
              <a:gd name="connsiteX121" fmla="*/ 2297927 w 2790908"/>
              <a:gd name="connsiteY121" fmla="*/ 646559 h 833476"/>
              <a:gd name="connsiteX122" fmla="*/ 2313830 w 2790908"/>
              <a:gd name="connsiteY122" fmla="*/ 749926 h 833476"/>
              <a:gd name="connsiteX123" fmla="*/ 2321781 w 2790908"/>
              <a:gd name="connsiteY123" fmla="*/ 789683 h 833476"/>
              <a:gd name="connsiteX124" fmla="*/ 2353587 w 2790908"/>
              <a:gd name="connsiteY124" fmla="*/ 781732 h 833476"/>
              <a:gd name="connsiteX125" fmla="*/ 2401294 w 2790908"/>
              <a:gd name="connsiteY125" fmla="*/ 765829 h 833476"/>
              <a:gd name="connsiteX126" fmla="*/ 2409246 w 2790908"/>
              <a:gd name="connsiteY126" fmla="*/ 741975 h 833476"/>
              <a:gd name="connsiteX127" fmla="*/ 2417197 w 2790908"/>
              <a:gd name="connsiteY127" fmla="*/ 710170 h 833476"/>
              <a:gd name="connsiteX128" fmla="*/ 2472856 w 2790908"/>
              <a:gd name="connsiteY128" fmla="*/ 638608 h 833476"/>
              <a:gd name="connsiteX129" fmla="*/ 2496710 w 2790908"/>
              <a:gd name="connsiteY129" fmla="*/ 590900 h 833476"/>
              <a:gd name="connsiteX130" fmla="*/ 2512613 w 2790908"/>
              <a:gd name="connsiteY130" fmla="*/ 622705 h 833476"/>
              <a:gd name="connsiteX131" fmla="*/ 2520564 w 2790908"/>
              <a:gd name="connsiteY131" fmla="*/ 694267 h 833476"/>
              <a:gd name="connsiteX132" fmla="*/ 2528515 w 2790908"/>
              <a:gd name="connsiteY132" fmla="*/ 670413 h 833476"/>
              <a:gd name="connsiteX133" fmla="*/ 2544418 w 2790908"/>
              <a:gd name="connsiteY133" fmla="*/ 646559 h 833476"/>
              <a:gd name="connsiteX134" fmla="*/ 2568272 w 2790908"/>
              <a:gd name="connsiteY134" fmla="*/ 662462 h 833476"/>
              <a:gd name="connsiteX135" fmla="*/ 2600077 w 2790908"/>
              <a:gd name="connsiteY135" fmla="*/ 670413 h 833476"/>
              <a:gd name="connsiteX136" fmla="*/ 2623931 w 2790908"/>
              <a:gd name="connsiteY136" fmla="*/ 678365 h 833476"/>
              <a:gd name="connsiteX137" fmla="*/ 2655736 w 2790908"/>
              <a:gd name="connsiteY137" fmla="*/ 670413 h 833476"/>
              <a:gd name="connsiteX138" fmla="*/ 2671639 w 2790908"/>
              <a:gd name="connsiteY138" fmla="*/ 638608 h 833476"/>
              <a:gd name="connsiteX139" fmla="*/ 2695493 w 2790908"/>
              <a:gd name="connsiteY139" fmla="*/ 662462 h 833476"/>
              <a:gd name="connsiteX140" fmla="*/ 2743200 w 2790908"/>
              <a:gd name="connsiteY140" fmla="*/ 670413 h 833476"/>
              <a:gd name="connsiteX141" fmla="*/ 2790908 w 2790908"/>
              <a:gd name="connsiteY141" fmla="*/ 686316 h 833476"/>
              <a:gd name="connsiteX0" fmla="*/ 0 w 2790908"/>
              <a:gd name="connsiteY0" fmla="*/ 670413 h 833476"/>
              <a:gd name="connsiteX1" fmla="*/ 47708 w 2790908"/>
              <a:gd name="connsiteY1" fmla="*/ 662462 h 833476"/>
              <a:gd name="connsiteX2" fmla="*/ 55660 w 2790908"/>
              <a:gd name="connsiteY2" fmla="*/ 686316 h 833476"/>
              <a:gd name="connsiteX3" fmla="*/ 87465 w 2790908"/>
              <a:gd name="connsiteY3" fmla="*/ 678365 h 833476"/>
              <a:gd name="connsiteX4" fmla="*/ 111319 w 2790908"/>
              <a:gd name="connsiteY4" fmla="*/ 662462 h 833476"/>
              <a:gd name="connsiteX5" fmla="*/ 174929 w 2790908"/>
              <a:gd name="connsiteY5" fmla="*/ 678365 h 833476"/>
              <a:gd name="connsiteX6" fmla="*/ 206734 w 2790908"/>
              <a:gd name="connsiteY6" fmla="*/ 686316 h 833476"/>
              <a:gd name="connsiteX7" fmla="*/ 238540 w 2790908"/>
              <a:gd name="connsiteY7" fmla="*/ 694267 h 833476"/>
              <a:gd name="connsiteX8" fmla="*/ 262394 w 2790908"/>
              <a:gd name="connsiteY8" fmla="*/ 694267 h 833476"/>
              <a:gd name="connsiteX9" fmla="*/ 286247 w 2790908"/>
              <a:gd name="connsiteY9" fmla="*/ 702218 h 833476"/>
              <a:gd name="connsiteX10" fmla="*/ 310101 w 2790908"/>
              <a:gd name="connsiteY10" fmla="*/ 694267 h 833476"/>
              <a:gd name="connsiteX11" fmla="*/ 349858 w 2790908"/>
              <a:gd name="connsiteY11" fmla="*/ 670413 h 833476"/>
              <a:gd name="connsiteX12" fmla="*/ 405517 w 2790908"/>
              <a:gd name="connsiteY12" fmla="*/ 702218 h 833476"/>
              <a:gd name="connsiteX13" fmla="*/ 413468 w 2790908"/>
              <a:gd name="connsiteY13" fmla="*/ 678365 h 833476"/>
              <a:gd name="connsiteX14" fmla="*/ 461176 w 2790908"/>
              <a:gd name="connsiteY14" fmla="*/ 686316 h 833476"/>
              <a:gd name="connsiteX15" fmla="*/ 492981 w 2790908"/>
              <a:gd name="connsiteY15" fmla="*/ 726072 h 833476"/>
              <a:gd name="connsiteX16" fmla="*/ 508884 w 2790908"/>
              <a:gd name="connsiteY16" fmla="*/ 702218 h 833476"/>
              <a:gd name="connsiteX17" fmla="*/ 516835 w 2790908"/>
              <a:gd name="connsiteY17" fmla="*/ 678365 h 833476"/>
              <a:gd name="connsiteX18" fmla="*/ 540689 w 2790908"/>
              <a:gd name="connsiteY18" fmla="*/ 670413 h 833476"/>
              <a:gd name="connsiteX19" fmla="*/ 564543 w 2790908"/>
              <a:gd name="connsiteY19" fmla="*/ 654511 h 833476"/>
              <a:gd name="connsiteX20" fmla="*/ 572494 w 2790908"/>
              <a:gd name="connsiteY20" fmla="*/ 519338 h 833476"/>
              <a:gd name="connsiteX21" fmla="*/ 588397 w 2790908"/>
              <a:gd name="connsiteY21" fmla="*/ 495485 h 833476"/>
              <a:gd name="connsiteX22" fmla="*/ 596348 w 2790908"/>
              <a:gd name="connsiteY22" fmla="*/ 463679 h 833476"/>
              <a:gd name="connsiteX23" fmla="*/ 598100 w 2790908"/>
              <a:gd name="connsiteY23" fmla="*/ 253611 h 833476"/>
              <a:gd name="connsiteX24" fmla="*/ 604300 w 2790908"/>
              <a:gd name="connsiteY24" fmla="*/ 217189 h 833476"/>
              <a:gd name="connsiteX25" fmla="*/ 620202 w 2790908"/>
              <a:gd name="connsiteY25" fmla="*/ 145627 h 833476"/>
              <a:gd name="connsiteX26" fmla="*/ 644056 w 2790908"/>
              <a:gd name="connsiteY26" fmla="*/ 82017 h 833476"/>
              <a:gd name="connsiteX27" fmla="*/ 667910 w 2790908"/>
              <a:gd name="connsiteY27" fmla="*/ 97533 h 833476"/>
              <a:gd name="connsiteX28" fmla="*/ 707667 w 2790908"/>
              <a:gd name="connsiteY28" fmla="*/ 105871 h 833476"/>
              <a:gd name="connsiteX29" fmla="*/ 723569 w 2790908"/>
              <a:gd name="connsiteY29" fmla="*/ 129725 h 833476"/>
              <a:gd name="connsiteX30" fmla="*/ 755374 w 2790908"/>
              <a:gd name="connsiteY30" fmla="*/ 177432 h 833476"/>
              <a:gd name="connsiteX31" fmla="*/ 779228 w 2790908"/>
              <a:gd name="connsiteY31" fmla="*/ 161530 h 833476"/>
              <a:gd name="connsiteX32" fmla="*/ 818985 w 2790908"/>
              <a:gd name="connsiteY32" fmla="*/ 129725 h 833476"/>
              <a:gd name="connsiteX33" fmla="*/ 842839 w 2790908"/>
              <a:gd name="connsiteY33" fmla="*/ 145627 h 833476"/>
              <a:gd name="connsiteX34" fmla="*/ 874644 w 2790908"/>
              <a:gd name="connsiteY34" fmla="*/ 137676 h 833476"/>
              <a:gd name="connsiteX35" fmla="*/ 906449 w 2790908"/>
              <a:gd name="connsiteY35" fmla="*/ 161530 h 833476"/>
              <a:gd name="connsiteX36" fmla="*/ 938254 w 2790908"/>
              <a:gd name="connsiteY36" fmla="*/ 113822 h 833476"/>
              <a:gd name="connsiteX37" fmla="*/ 946206 w 2790908"/>
              <a:gd name="connsiteY37" fmla="*/ 137676 h 833476"/>
              <a:gd name="connsiteX38" fmla="*/ 970060 w 2790908"/>
              <a:gd name="connsiteY38" fmla="*/ 74065 h 833476"/>
              <a:gd name="connsiteX39" fmla="*/ 985962 w 2790908"/>
              <a:gd name="connsiteY39" fmla="*/ 137676 h 833476"/>
              <a:gd name="connsiteX40" fmla="*/ 993914 w 2790908"/>
              <a:gd name="connsiteY40" fmla="*/ 193335 h 833476"/>
              <a:gd name="connsiteX41" fmla="*/ 1009816 w 2790908"/>
              <a:gd name="connsiteY41" fmla="*/ 241043 h 833476"/>
              <a:gd name="connsiteX42" fmla="*/ 1017767 w 2790908"/>
              <a:gd name="connsiteY42" fmla="*/ 209238 h 833476"/>
              <a:gd name="connsiteX43" fmla="*/ 1033670 w 2790908"/>
              <a:gd name="connsiteY43" fmla="*/ 185384 h 833476"/>
              <a:gd name="connsiteX44" fmla="*/ 1041621 w 2790908"/>
              <a:gd name="connsiteY44" fmla="*/ 161530 h 833476"/>
              <a:gd name="connsiteX45" fmla="*/ 1073427 w 2790908"/>
              <a:gd name="connsiteY45" fmla="*/ 209238 h 833476"/>
              <a:gd name="connsiteX46" fmla="*/ 1081378 w 2790908"/>
              <a:gd name="connsiteY46" fmla="*/ 248994 h 833476"/>
              <a:gd name="connsiteX47" fmla="*/ 1097280 w 2790908"/>
              <a:gd name="connsiteY47" fmla="*/ 392118 h 833476"/>
              <a:gd name="connsiteX48" fmla="*/ 1105232 w 2790908"/>
              <a:gd name="connsiteY48" fmla="*/ 415972 h 833476"/>
              <a:gd name="connsiteX49" fmla="*/ 1113183 w 2790908"/>
              <a:gd name="connsiteY49" fmla="*/ 447777 h 833476"/>
              <a:gd name="connsiteX50" fmla="*/ 1129086 w 2790908"/>
              <a:gd name="connsiteY50" fmla="*/ 471631 h 833476"/>
              <a:gd name="connsiteX51" fmla="*/ 1137037 w 2790908"/>
              <a:gd name="connsiteY51" fmla="*/ 590900 h 833476"/>
              <a:gd name="connsiteX52" fmla="*/ 1144988 w 2790908"/>
              <a:gd name="connsiteY52" fmla="*/ 630657 h 833476"/>
              <a:gd name="connsiteX53" fmla="*/ 1157791 w 2790908"/>
              <a:gd name="connsiteY53" fmla="*/ 833476 h 833476"/>
              <a:gd name="connsiteX54" fmla="*/ 1176794 w 2790908"/>
              <a:gd name="connsiteY54" fmla="*/ 765829 h 833476"/>
              <a:gd name="connsiteX55" fmla="*/ 1192696 w 2790908"/>
              <a:gd name="connsiteY55" fmla="*/ 678365 h 833476"/>
              <a:gd name="connsiteX56" fmla="*/ 1200647 w 2790908"/>
              <a:gd name="connsiteY56" fmla="*/ 646559 h 833476"/>
              <a:gd name="connsiteX57" fmla="*/ 1208599 w 2790908"/>
              <a:gd name="connsiteY57" fmla="*/ 670413 h 833476"/>
              <a:gd name="connsiteX58" fmla="*/ 1224501 w 2790908"/>
              <a:gd name="connsiteY58" fmla="*/ 710170 h 833476"/>
              <a:gd name="connsiteX59" fmla="*/ 1240404 w 2790908"/>
              <a:gd name="connsiteY59" fmla="*/ 686316 h 833476"/>
              <a:gd name="connsiteX60" fmla="*/ 1248355 w 2790908"/>
              <a:gd name="connsiteY60" fmla="*/ 654511 h 833476"/>
              <a:gd name="connsiteX61" fmla="*/ 1272209 w 2790908"/>
              <a:gd name="connsiteY61" fmla="*/ 670413 h 833476"/>
              <a:gd name="connsiteX62" fmla="*/ 1280160 w 2790908"/>
              <a:gd name="connsiteY62" fmla="*/ 702218 h 833476"/>
              <a:gd name="connsiteX63" fmla="*/ 1288112 w 2790908"/>
              <a:gd name="connsiteY63" fmla="*/ 678365 h 833476"/>
              <a:gd name="connsiteX64" fmla="*/ 1296063 w 2790908"/>
              <a:gd name="connsiteY64" fmla="*/ 702218 h 833476"/>
              <a:gd name="connsiteX65" fmla="*/ 1311966 w 2790908"/>
              <a:gd name="connsiteY65" fmla="*/ 734024 h 833476"/>
              <a:gd name="connsiteX66" fmla="*/ 1327868 w 2790908"/>
              <a:gd name="connsiteY66" fmla="*/ 710170 h 833476"/>
              <a:gd name="connsiteX67" fmla="*/ 1335820 w 2790908"/>
              <a:gd name="connsiteY67" fmla="*/ 670413 h 833476"/>
              <a:gd name="connsiteX68" fmla="*/ 1359674 w 2790908"/>
              <a:gd name="connsiteY68" fmla="*/ 718121 h 833476"/>
              <a:gd name="connsiteX69" fmla="*/ 1391479 w 2790908"/>
              <a:gd name="connsiteY69" fmla="*/ 670413 h 833476"/>
              <a:gd name="connsiteX70" fmla="*/ 1415333 w 2790908"/>
              <a:gd name="connsiteY70" fmla="*/ 702218 h 833476"/>
              <a:gd name="connsiteX71" fmla="*/ 1423284 w 2790908"/>
              <a:gd name="connsiteY71" fmla="*/ 662462 h 833476"/>
              <a:gd name="connsiteX72" fmla="*/ 1447138 w 2790908"/>
              <a:gd name="connsiteY72" fmla="*/ 654511 h 833476"/>
              <a:gd name="connsiteX73" fmla="*/ 1455089 w 2790908"/>
              <a:gd name="connsiteY73" fmla="*/ 702218 h 833476"/>
              <a:gd name="connsiteX74" fmla="*/ 1463040 w 2790908"/>
              <a:gd name="connsiteY74" fmla="*/ 678365 h 833476"/>
              <a:gd name="connsiteX75" fmla="*/ 1494846 w 2790908"/>
              <a:gd name="connsiteY75" fmla="*/ 694267 h 833476"/>
              <a:gd name="connsiteX76" fmla="*/ 1502797 w 2790908"/>
              <a:gd name="connsiteY76" fmla="*/ 598852 h 833476"/>
              <a:gd name="connsiteX77" fmla="*/ 1534602 w 2790908"/>
              <a:gd name="connsiteY77" fmla="*/ 686316 h 833476"/>
              <a:gd name="connsiteX78" fmla="*/ 1550505 w 2790908"/>
              <a:gd name="connsiteY78" fmla="*/ 710170 h 833476"/>
              <a:gd name="connsiteX79" fmla="*/ 1606164 w 2790908"/>
              <a:gd name="connsiteY79" fmla="*/ 686316 h 833476"/>
              <a:gd name="connsiteX80" fmla="*/ 1653872 w 2790908"/>
              <a:gd name="connsiteY80" fmla="*/ 678365 h 833476"/>
              <a:gd name="connsiteX81" fmla="*/ 1669774 w 2790908"/>
              <a:gd name="connsiteY81" fmla="*/ 622705 h 833476"/>
              <a:gd name="connsiteX82" fmla="*/ 1685677 w 2790908"/>
              <a:gd name="connsiteY82" fmla="*/ 479582 h 833476"/>
              <a:gd name="connsiteX83" fmla="*/ 1701580 w 2790908"/>
              <a:gd name="connsiteY83" fmla="*/ 431874 h 833476"/>
              <a:gd name="connsiteX84" fmla="*/ 1709531 w 2790908"/>
              <a:gd name="connsiteY84" fmla="*/ 288751 h 833476"/>
              <a:gd name="connsiteX85" fmla="*/ 1745785 w 2790908"/>
              <a:gd name="connsiteY85" fmla="*/ 345884 h 833476"/>
              <a:gd name="connsiteX86" fmla="*/ 1758990 w 2790908"/>
              <a:gd name="connsiteY86" fmla="*/ 216996 h 833476"/>
              <a:gd name="connsiteX87" fmla="*/ 1757239 w 2790908"/>
              <a:gd name="connsiteY87" fmla="*/ 113822 h 833476"/>
              <a:gd name="connsiteX88" fmla="*/ 1765190 w 2790908"/>
              <a:gd name="connsiteY88" fmla="*/ 66114 h 833476"/>
              <a:gd name="connsiteX89" fmla="*/ 1804947 w 2790908"/>
              <a:gd name="connsiteY89" fmla="*/ 89968 h 833476"/>
              <a:gd name="connsiteX90" fmla="*/ 1812898 w 2790908"/>
              <a:gd name="connsiteY90" fmla="*/ 137676 h 833476"/>
              <a:gd name="connsiteX91" fmla="*/ 1828800 w 2790908"/>
              <a:gd name="connsiteY91" fmla="*/ 264897 h 833476"/>
              <a:gd name="connsiteX92" fmla="*/ 1852654 w 2790908"/>
              <a:gd name="connsiteY92" fmla="*/ 256945 h 833476"/>
              <a:gd name="connsiteX93" fmla="*/ 1860606 w 2790908"/>
              <a:gd name="connsiteY93" fmla="*/ 233092 h 833476"/>
              <a:gd name="connsiteX94" fmla="*/ 1876508 w 2790908"/>
              <a:gd name="connsiteY94" fmla="*/ 209238 h 833476"/>
              <a:gd name="connsiteX95" fmla="*/ 1884460 w 2790908"/>
              <a:gd name="connsiteY95" fmla="*/ 177432 h 833476"/>
              <a:gd name="connsiteX96" fmla="*/ 1900362 w 2790908"/>
              <a:gd name="connsiteY96" fmla="*/ 129725 h 833476"/>
              <a:gd name="connsiteX97" fmla="*/ 1924216 w 2790908"/>
              <a:gd name="connsiteY97" fmla="*/ 153578 h 833476"/>
              <a:gd name="connsiteX98" fmla="*/ 1932167 w 2790908"/>
              <a:gd name="connsiteY98" fmla="*/ 177432 h 833476"/>
              <a:gd name="connsiteX99" fmla="*/ 1979875 w 2790908"/>
              <a:gd name="connsiteY99" fmla="*/ 161530 h 833476"/>
              <a:gd name="connsiteX100" fmla="*/ 1988228 w 2790908"/>
              <a:gd name="connsiteY100" fmla="*/ 4171 h 833476"/>
              <a:gd name="connsiteX101" fmla="*/ 1989578 w 2790908"/>
              <a:gd name="connsiteY101" fmla="*/ 58163 h 833476"/>
              <a:gd name="connsiteX102" fmla="*/ 1995778 w 2790908"/>
              <a:gd name="connsiteY102" fmla="*/ 193335 h 833476"/>
              <a:gd name="connsiteX103" fmla="*/ 2003729 w 2790908"/>
              <a:gd name="connsiteY103" fmla="*/ 256945 h 833476"/>
              <a:gd name="connsiteX104" fmla="*/ 2014781 w 2790908"/>
              <a:gd name="connsiteY104" fmla="*/ 354924 h 833476"/>
              <a:gd name="connsiteX105" fmla="*/ 2035534 w 2790908"/>
              <a:gd name="connsiteY105" fmla="*/ 201286 h 833476"/>
              <a:gd name="connsiteX106" fmla="*/ 2043486 w 2790908"/>
              <a:gd name="connsiteY106" fmla="*/ 145627 h 833476"/>
              <a:gd name="connsiteX107" fmla="*/ 2059388 w 2790908"/>
              <a:gd name="connsiteY107" fmla="*/ 177432 h 833476"/>
              <a:gd name="connsiteX108" fmla="*/ 2122999 w 2790908"/>
              <a:gd name="connsiteY108" fmla="*/ 177432 h 833476"/>
              <a:gd name="connsiteX109" fmla="*/ 2146853 w 2790908"/>
              <a:gd name="connsiteY109" fmla="*/ 185384 h 833476"/>
              <a:gd name="connsiteX110" fmla="*/ 2178658 w 2790908"/>
              <a:gd name="connsiteY110" fmla="*/ 169481 h 833476"/>
              <a:gd name="connsiteX111" fmla="*/ 2194560 w 2790908"/>
              <a:gd name="connsiteY111" fmla="*/ 201286 h 833476"/>
              <a:gd name="connsiteX112" fmla="*/ 2210463 w 2790908"/>
              <a:gd name="connsiteY112" fmla="*/ 225140 h 833476"/>
              <a:gd name="connsiteX113" fmla="*/ 2218414 w 2790908"/>
              <a:gd name="connsiteY113" fmla="*/ 256945 h 833476"/>
              <a:gd name="connsiteX114" fmla="*/ 2234317 w 2790908"/>
              <a:gd name="connsiteY114" fmla="*/ 288751 h 833476"/>
              <a:gd name="connsiteX115" fmla="*/ 2242268 w 2790908"/>
              <a:gd name="connsiteY115" fmla="*/ 352361 h 833476"/>
              <a:gd name="connsiteX116" fmla="*/ 2250220 w 2790908"/>
              <a:gd name="connsiteY116" fmla="*/ 392118 h 833476"/>
              <a:gd name="connsiteX117" fmla="*/ 2258171 w 2790908"/>
              <a:gd name="connsiteY117" fmla="*/ 479582 h 833476"/>
              <a:gd name="connsiteX118" fmla="*/ 2266122 w 2790908"/>
              <a:gd name="connsiteY118" fmla="*/ 519338 h 833476"/>
              <a:gd name="connsiteX119" fmla="*/ 2274074 w 2790908"/>
              <a:gd name="connsiteY119" fmla="*/ 590900 h 833476"/>
              <a:gd name="connsiteX120" fmla="*/ 2289976 w 2790908"/>
              <a:gd name="connsiteY120" fmla="*/ 622705 h 833476"/>
              <a:gd name="connsiteX121" fmla="*/ 2297927 w 2790908"/>
              <a:gd name="connsiteY121" fmla="*/ 646559 h 833476"/>
              <a:gd name="connsiteX122" fmla="*/ 2313830 w 2790908"/>
              <a:gd name="connsiteY122" fmla="*/ 749926 h 833476"/>
              <a:gd name="connsiteX123" fmla="*/ 2321781 w 2790908"/>
              <a:gd name="connsiteY123" fmla="*/ 789683 h 833476"/>
              <a:gd name="connsiteX124" fmla="*/ 2353587 w 2790908"/>
              <a:gd name="connsiteY124" fmla="*/ 781732 h 833476"/>
              <a:gd name="connsiteX125" fmla="*/ 2401294 w 2790908"/>
              <a:gd name="connsiteY125" fmla="*/ 765829 h 833476"/>
              <a:gd name="connsiteX126" fmla="*/ 2409246 w 2790908"/>
              <a:gd name="connsiteY126" fmla="*/ 741975 h 833476"/>
              <a:gd name="connsiteX127" fmla="*/ 2417197 w 2790908"/>
              <a:gd name="connsiteY127" fmla="*/ 710170 h 833476"/>
              <a:gd name="connsiteX128" fmla="*/ 2472856 w 2790908"/>
              <a:gd name="connsiteY128" fmla="*/ 638608 h 833476"/>
              <a:gd name="connsiteX129" fmla="*/ 2496710 w 2790908"/>
              <a:gd name="connsiteY129" fmla="*/ 590900 h 833476"/>
              <a:gd name="connsiteX130" fmla="*/ 2512613 w 2790908"/>
              <a:gd name="connsiteY130" fmla="*/ 622705 h 833476"/>
              <a:gd name="connsiteX131" fmla="*/ 2520564 w 2790908"/>
              <a:gd name="connsiteY131" fmla="*/ 694267 h 833476"/>
              <a:gd name="connsiteX132" fmla="*/ 2528515 w 2790908"/>
              <a:gd name="connsiteY132" fmla="*/ 670413 h 833476"/>
              <a:gd name="connsiteX133" fmla="*/ 2544418 w 2790908"/>
              <a:gd name="connsiteY133" fmla="*/ 646559 h 833476"/>
              <a:gd name="connsiteX134" fmla="*/ 2568272 w 2790908"/>
              <a:gd name="connsiteY134" fmla="*/ 662462 h 833476"/>
              <a:gd name="connsiteX135" fmla="*/ 2600077 w 2790908"/>
              <a:gd name="connsiteY135" fmla="*/ 670413 h 833476"/>
              <a:gd name="connsiteX136" fmla="*/ 2623931 w 2790908"/>
              <a:gd name="connsiteY136" fmla="*/ 678365 h 833476"/>
              <a:gd name="connsiteX137" fmla="*/ 2655736 w 2790908"/>
              <a:gd name="connsiteY137" fmla="*/ 670413 h 833476"/>
              <a:gd name="connsiteX138" fmla="*/ 2671639 w 2790908"/>
              <a:gd name="connsiteY138" fmla="*/ 638608 h 833476"/>
              <a:gd name="connsiteX139" fmla="*/ 2695493 w 2790908"/>
              <a:gd name="connsiteY139" fmla="*/ 662462 h 833476"/>
              <a:gd name="connsiteX140" fmla="*/ 2743200 w 2790908"/>
              <a:gd name="connsiteY140" fmla="*/ 670413 h 833476"/>
              <a:gd name="connsiteX141" fmla="*/ 2790908 w 2790908"/>
              <a:gd name="connsiteY141" fmla="*/ 686316 h 833476"/>
              <a:gd name="connsiteX0" fmla="*/ 0 w 2790908"/>
              <a:gd name="connsiteY0" fmla="*/ 670413 h 833476"/>
              <a:gd name="connsiteX1" fmla="*/ 47708 w 2790908"/>
              <a:gd name="connsiteY1" fmla="*/ 662462 h 833476"/>
              <a:gd name="connsiteX2" fmla="*/ 55660 w 2790908"/>
              <a:gd name="connsiteY2" fmla="*/ 686316 h 833476"/>
              <a:gd name="connsiteX3" fmla="*/ 87465 w 2790908"/>
              <a:gd name="connsiteY3" fmla="*/ 678365 h 833476"/>
              <a:gd name="connsiteX4" fmla="*/ 111319 w 2790908"/>
              <a:gd name="connsiteY4" fmla="*/ 662462 h 833476"/>
              <a:gd name="connsiteX5" fmla="*/ 174929 w 2790908"/>
              <a:gd name="connsiteY5" fmla="*/ 678365 h 833476"/>
              <a:gd name="connsiteX6" fmla="*/ 206734 w 2790908"/>
              <a:gd name="connsiteY6" fmla="*/ 686316 h 833476"/>
              <a:gd name="connsiteX7" fmla="*/ 238540 w 2790908"/>
              <a:gd name="connsiteY7" fmla="*/ 694267 h 833476"/>
              <a:gd name="connsiteX8" fmla="*/ 262394 w 2790908"/>
              <a:gd name="connsiteY8" fmla="*/ 694267 h 833476"/>
              <a:gd name="connsiteX9" fmla="*/ 286247 w 2790908"/>
              <a:gd name="connsiteY9" fmla="*/ 702218 h 833476"/>
              <a:gd name="connsiteX10" fmla="*/ 310101 w 2790908"/>
              <a:gd name="connsiteY10" fmla="*/ 694267 h 833476"/>
              <a:gd name="connsiteX11" fmla="*/ 349858 w 2790908"/>
              <a:gd name="connsiteY11" fmla="*/ 670413 h 833476"/>
              <a:gd name="connsiteX12" fmla="*/ 405517 w 2790908"/>
              <a:gd name="connsiteY12" fmla="*/ 702218 h 833476"/>
              <a:gd name="connsiteX13" fmla="*/ 413468 w 2790908"/>
              <a:gd name="connsiteY13" fmla="*/ 678365 h 833476"/>
              <a:gd name="connsiteX14" fmla="*/ 461176 w 2790908"/>
              <a:gd name="connsiteY14" fmla="*/ 686316 h 833476"/>
              <a:gd name="connsiteX15" fmla="*/ 492981 w 2790908"/>
              <a:gd name="connsiteY15" fmla="*/ 726072 h 833476"/>
              <a:gd name="connsiteX16" fmla="*/ 508884 w 2790908"/>
              <a:gd name="connsiteY16" fmla="*/ 702218 h 833476"/>
              <a:gd name="connsiteX17" fmla="*/ 516835 w 2790908"/>
              <a:gd name="connsiteY17" fmla="*/ 678365 h 833476"/>
              <a:gd name="connsiteX18" fmla="*/ 540689 w 2790908"/>
              <a:gd name="connsiteY18" fmla="*/ 670413 h 833476"/>
              <a:gd name="connsiteX19" fmla="*/ 564543 w 2790908"/>
              <a:gd name="connsiteY19" fmla="*/ 654511 h 833476"/>
              <a:gd name="connsiteX20" fmla="*/ 572494 w 2790908"/>
              <a:gd name="connsiteY20" fmla="*/ 519338 h 833476"/>
              <a:gd name="connsiteX21" fmla="*/ 588397 w 2790908"/>
              <a:gd name="connsiteY21" fmla="*/ 495485 h 833476"/>
              <a:gd name="connsiteX22" fmla="*/ 596348 w 2790908"/>
              <a:gd name="connsiteY22" fmla="*/ 463679 h 833476"/>
              <a:gd name="connsiteX23" fmla="*/ 598100 w 2790908"/>
              <a:gd name="connsiteY23" fmla="*/ 253611 h 833476"/>
              <a:gd name="connsiteX24" fmla="*/ 604300 w 2790908"/>
              <a:gd name="connsiteY24" fmla="*/ 217189 h 833476"/>
              <a:gd name="connsiteX25" fmla="*/ 620202 w 2790908"/>
              <a:gd name="connsiteY25" fmla="*/ 145627 h 833476"/>
              <a:gd name="connsiteX26" fmla="*/ 644056 w 2790908"/>
              <a:gd name="connsiteY26" fmla="*/ 82017 h 833476"/>
              <a:gd name="connsiteX27" fmla="*/ 672761 w 2790908"/>
              <a:gd name="connsiteY27" fmla="*/ 59830 h 833476"/>
              <a:gd name="connsiteX28" fmla="*/ 707667 w 2790908"/>
              <a:gd name="connsiteY28" fmla="*/ 105871 h 833476"/>
              <a:gd name="connsiteX29" fmla="*/ 723569 w 2790908"/>
              <a:gd name="connsiteY29" fmla="*/ 129725 h 833476"/>
              <a:gd name="connsiteX30" fmla="*/ 755374 w 2790908"/>
              <a:gd name="connsiteY30" fmla="*/ 177432 h 833476"/>
              <a:gd name="connsiteX31" fmla="*/ 779228 w 2790908"/>
              <a:gd name="connsiteY31" fmla="*/ 161530 h 833476"/>
              <a:gd name="connsiteX32" fmla="*/ 818985 w 2790908"/>
              <a:gd name="connsiteY32" fmla="*/ 129725 h 833476"/>
              <a:gd name="connsiteX33" fmla="*/ 842839 w 2790908"/>
              <a:gd name="connsiteY33" fmla="*/ 145627 h 833476"/>
              <a:gd name="connsiteX34" fmla="*/ 874644 w 2790908"/>
              <a:gd name="connsiteY34" fmla="*/ 137676 h 833476"/>
              <a:gd name="connsiteX35" fmla="*/ 906449 w 2790908"/>
              <a:gd name="connsiteY35" fmla="*/ 161530 h 833476"/>
              <a:gd name="connsiteX36" fmla="*/ 938254 w 2790908"/>
              <a:gd name="connsiteY36" fmla="*/ 113822 h 833476"/>
              <a:gd name="connsiteX37" fmla="*/ 946206 w 2790908"/>
              <a:gd name="connsiteY37" fmla="*/ 137676 h 833476"/>
              <a:gd name="connsiteX38" fmla="*/ 970060 w 2790908"/>
              <a:gd name="connsiteY38" fmla="*/ 74065 h 833476"/>
              <a:gd name="connsiteX39" fmla="*/ 985962 w 2790908"/>
              <a:gd name="connsiteY39" fmla="*/ 137676 h 833476"/>
              <a:gd name="connsiteX40" fmla="*/ 993914 w 2790908"/>
              <a:gd name="connsiteY40" fmla="*/ 193335 h 833476"/>
              <a:gd name="connsiteX41" fmla="*/ 1009816 w 2790908"/>
              <a:gd name="connsiteY41" fmla="*/ 241043 h 833476"/>
              <a:gd name="connsiteX42" fmla="*/ 1017767 w 2790908"/>
              <a:gd name="connsiteY42" fmla="*/ 209238 h 833476"/>
              <a:gd name="connsiteX43" fmla="*/ 1033670 w 2790908"/>
              <a:gd name="connsiteY43" fmla="*/ 185384 h 833476"/>
              <a:gd name="connsiteX44" fmla="*/ 1041621 w 2790908"/>
              <a:gd name="connsiteY44" fmla="*/ 161530 h 833476"/>
              <a:gd name="connsiteX45" fmla="*/ 1073427 w 2790908"/>
              <a:gd name="connsiteY45" fmla="*/ 209238 h 833476"/>
              <a:gd name="connsiteX46" fmla="*/ 1081378 w 2790908"/>
              <a:gd name="connsiteY46" fmla="*/ 248994 h 833476"/>
              <a:gd name="connsiteX47" fmla="*/ 1097280 w 2790908"/>
              <a:gd name="connsiteY47" fmla="*/ 392118 h 833476"/>
              <a:gd name="connsiteX48" fmla="*/ 1105232 w 2790908"/>
              <a:gd name="connsiteY48" fmla="*/ 415972 h 833476"/>
              <a:gd name="connsiteX49" fmla="*/ 1113183 w 2790908"/>
              <a:gd name="connsiteY49" fmla="*/ 447777 h 833476"/>
              <a:gd name="connsiteX50" fmla="*/ 1129086 w 2790908"/>
              <a:gd name="connsiteY50" fmla="*/ 471631 h 833476"/>
              <a:gd name="connsiteX51" fmla="*/ 1137037 w 2790908"/>
              <a:gd name="connsiteY51" fmla="*/ 590900 h 833476"/>
              <a:gd name="connsiteX52" fmla="*/ 1144988 w 2790908"/>
              <a:gd name="connsiteY52" fmla="*/ 630657 h 833476"/>
              <a:gd name="connsiteX53" fmla="*/ 1157791 w 2790908"/>
              <a:gd name="connsiteY53" fmla="*/ 833476 h 833476"/>
              <a:gd name="connsiteX54" fmla="*/ 1176794 w 2790908"/>
              <a:gd name="connsiteY54" fmla="*/ 765829 h 833476"/>
              <a:gd name="connsiteX55" fmla="*/ 1192696 w 2790908"/>
              <a:gd name="connsiteY55" fmla="*/ 678365 h 833476"/>
              <a:gd name="connsiteX56" fmla="*/ 1200647 w 2790908"/>
              <a:gd name="connsiteY56" fmla="*/ 646559 h 833476"/>
              <a:gd name="connsiteX57" fmla="*/ 1208599 w 2790908"/>
              <a:gd name="connsiteY57" fmla="*/ 670413 h 833476"/>
              <a:gd name="connsiteX58" fmla="*/ 1224501 w 2790908"/>
              <a:gd name="connsiteY58" fmla="*/ 710170 h 833476"/>
              <a:gd name="connsiteX59" fmla="*/ 1240404 w 2790908"/>
              <a:gd name="connsiteY59" fmla="*/ 686316 h 833476"/>
              <a:gd name="connsiteX60" fmla="*/ 1248355 w 2790908"/>
              <a:gd name="connsiteY60" fmla="*/ 654511 h 833476"/>
              <a:gd name="connsiteX61" fmla="*/ 1272209 w 2790908"/>
              <a:gd name="connsiteY61" fmla="*/ 670413 h 833476"/>
              <a:gd name="connsiteX62" fmla="*/ 1280160 w 2790908"/>
              <a:gd name="connsiteY62" fmla="*/ 702218 h 833476"/>
              <a:gd name="connsiteX63" fmla="*/ 1288112 w 2790908"/>
              <a:gd name="connsiteY63" fmla="*/ 678365 h 833476"/>
              <a:gd name="connsiteX64" fmla="*/ 1296063 w 2790908"/>
              <a:gd name="connsiteY64" fmla="*/ 702218 h 833476"/>
              <a:gd name="connsiteX65" fmla="*/ 1311966 w 2790908"/>
              <a:gd name="connsiteY65" fmla="*/ 734024 h 833476"/>
              <a:gd name="connsiteX66" fmla="*/ 1327868 w 2790908"/>
              <a:gd name="connsiteY66" fmla="*/ 710170 h 833476"/>
              <a:gd name="connsiteX67" fmla="*/ 1335820 w 2790908"/>
              <a:gd name="connsiteY67" fmla="*/ 670413 h 833476"/>
              <a:gd name="connsiteX68" fmla="*/ 1359674 w 2790908"/>
              <a:gd name="connsiteY68" fmla="*/ 718121 h 833476"/>
              <a:gd name="connsiteX69" fmla="*/ 1391479 w 2790908"/>
              <a:gd name="connsiteY69" fmla="*/ 670413 h 833476"/>
              <a:gd name="connsiteX70" fmla="*/ 1415333 w 2790908"/>
              <a:gd name="connsiteY70" fmla="*/ 702218 h 833476"/>
              <a:gd name="connsiteX71" fmla="*/ 1423284 w 2790908"/>
              <a:gd name="connsiteY71" fmla="*/ 662462 h 833476"/>
              <a:gd name="connsiteX72" fmla="*/ 1447138 w 2790908"/>
              <a:gd name="connsiteY72" fmla="*/ 654511 h 833476"/>
              <a:gd name="connsiteX73" fmla="*/ 1455089 w 2790908"/>
              <a:gd name="connsiteY73" fmla="*/ 702218 h 833476"/>
              <a:gd name="connsiteX74" fmla="*/ 1463040 w 2790908"/>
              <a:gd name="connsiteY74" fmla="*/ 678365 h 833476"/>
              <a:gd name="connsiteX75" fmla="*/ 1494846 w 2790908"/>
              <a:gd name="connsiteY75" fmla="*/ 694267 h 833476"/>
              <a:gd name="connsiteX76" fmla="*/ 1502797 w 2790908"/>
              <a:gd name="connsiteY76" fmla="*/ 598852 h 833476"/>
              <a:gd name="connsiteX77" fmla="*/ 1534602 w 2790908"/>
              <a:gd name="connsiteY77" fmla="*/ 686316 h 833476"/>
              <a:gd name="connsiteX78" fmla="*/ 1550505 w 2790908"/>
              <a:gd name="connsiteY78" fmla="*/ 710170 h 833476"/>
              <a:gd name="connsiteX79" fmla="*/ 1606164 w 2790908"/>
              <a:gd name="connsiteY79" fmla="*/ 686316 h 833476"/>
              <a:gd name="connsiteX80" fmla="*/ 1653872 w 2790908"/>
              <a:gd name="connsiteY80" fmla="*/ 678365 h 833476"/>
              <a:gd name="connsiteX81" fmla="*/ 1669774 w 2790908"/>
              <a:gd name="connsiteY81" fmla="*/ 622705 h 833476"/>
              <a:gd name="connsiteX82" fmla="*/ 1685677 w 2790908"/>
              <a:gd name="connsiteY82" fmla="*/ 479582 h 833476"/>
              <a:gd name="connsiteX83" fmla="*/ 1701580 w 2790908"/>
              <a:gd name="connsiteY83" fmla="*/ 431874 h 833476"/>
              <a:gd name="connsiteX84" fmla="*/ 1709531 w 2790908"/>
              <a:gd name="connsiteY84" fmla="*/ 288751 h 833476"/>
              <a:gd name="connsiteX85" fmla="*/ 1745785 w 2790908"/>
              <a:gd name="connsiteY85" fmla="*/ 345884 h 833476"/>
              <a:gd name="connsiteX86" fmla="*/ 1758990 w 2790908"/>
              <a:gd name="connsiteY86" fmla="*/ 216996 h 833476"/>
              <a:gd name="connsiteX87" fmla="*/ 1757239 w 2790908"/>
              <a:gd name="connsiteY87" fmla="*/ 113822 h 833476"/>
              <a:gd name="connsiteX88" fmla="*/ 1765190 w 2790908"/>
              <a:gd name="connsiteY88" fmla="*/ 66114 h 833476"/>
              <a:gd name="connsiteX89" fmla="*/ 1804947 w 2790908"/>
              <a:gd name="connsiteY89" fmla="*/ 89968 h 833476"/>
              <a:gd name="connsiteX90" fmla="*/ 1812898 w 2790908"/>
              <a:gd name="connsiteY90" fmla="*/ 137676 h 833476"/>
              <a:gd name="connsiteX91" fmla="*/ 1828800 w 2790908"/>
              <a:gd name="connsiteY91" fmla="*/ 264897 h 833476"/>
              <a:gd name="connsiteX92" fmla="*/ 1852654 w 2790908"/>
              <a:gd name="connsiteY92" fmla="*/ 256945 h 833476"/>
              <a:gd name="connsiteX93" fmla="*/ 1860606 w 2790908"/>
              <a:gd name="connsiteY93" fmla="*/ 233092 h 833476"/>
              <a:gd name="connsiteX94" fmla="*/ 1876508 w 2790908"/>
              <a:gd name="connsiteY94" fmla="*/ 209238 h 833476"/>
              <a:gd name="connsiteX95" fmla="*/ 1884460 w 2790908"/>
              <a:gd name="connsiteY95" fmla="*/ 177432 h 833476"/>
              <a:gd name="connsiteX96" fmla="*/ 1900362 w 2790908"/>
              <a:gd name="connsiteY96" fmla="*/ 129725 h 833476"/>
              <a:gd name="connsiteX97" fmla="*/ 1924216 w 2790908"/>
              <a:gd name="connsiteY97" fmla="*/ 153578 h 833476"/>
              <a:gd name="connsiteX98" fmla="*/ 1932167 w 2790908"/>
              <a:gd name="connsiteY98" fmla="*/ 177432 h 833476"/>
              <a:gd name="connsiteX99" fmla="*/ 1979875 w 2790908"/>
              <a:gd name="connsiteY99" fmla="*/ 161530 h 833476"/>
              <a:gd name="connsiteX100" fmla="*/ 1988228 w 2790908"/>
              <a:gd name="connsiteY100" fmla="*/ 4171 h 833476"/>
              <a:gd name="connsiteX101" fmla="*/ 1989578 w 2790908"/>
              <a:gd name="connsiteY101" fmla="*/ 58163 h 833476"/>
              <a:gd name="connsiteX102" fmla="*/ 1995778 w 2790908"/>
              <a:gd name="connsiteY102" fmla="*/ 193335 h 833476"/>
              <a:gd name="connsiteX103" fmla="*/ 2003729 w 2790908"/>
              <a:gd name="connsiteY103" fmla="*/ 256945 h 833476"/>
              <a:gd name="connsiteX104" fmla="*/ 2014781 w 2790908"/>
              <a:gd name="connsiteY104" fmla="*/ 354924 h 833476"/>
              <a:gd name="connsiteX105" fmla="*/ 2035534 w 2790908"/>
              <a:gd name="connsiteY105" fmla="*/ 201286 h 833476"/>
              <a:gd name="connsiteX106" fmla="*/ 2043486 w 2790908"/>
              <a:gd name="connsiteY106" fmla="*/ 145627 h 833476"/>
              <a:gd name="connsiteX107" fmla="*/ 2059388 w 2790908"/>
              <a:gd name="connsiteY107" fmla="*/ 177432 h 833476"/>
              <a:gd name="connsiteX108" fmla="*/ 2122999 w 2790908"/>
              <a:gd name="connsiteY108" fmla="*/ 177432 h 833476"/>
              <a:gd name="connsiteX109" fmla="*/ 2146853 w 2790908"/>
              <a:gd name="connsiteY109" fmla="*/ 185384 h 833476"/>
              <a:gd name="connsiteX110" fmla="*/ 2178658 w 2790908"/>
              <a:gd name="connsiteY110" fmla="*/ 169481 h 833476"/>
              <a:gd name="connsiteX111" fmla="*/ 2194560 w 2790908"/>
              <a:gd name="connsiteY111" fmla="*/ 201286 h 833476"/>
              <a:gd name="connsiteX112" fmla="*/ 2210463 w 2790908"/>
              <a:gd name="connsiteY112" fmla="*/ 225140 h 833476"/>
              <a:gd name="connsiteX113" fmla="*/ 2218414 w 2790908"/>
              <a:gd name="connsiteY113" fmla="*/ 256945 h 833476"/>
              <a:gd name="connsiteX114" fmla="*/ 2234317 w 2790908"/>
              <a:gd name="connsiteY114" fmla="*/ 288751 h 833476"/>
              <a:gd name="connsiteX115" fmla="*/ 2242268 w 2790908"/>
              <a:gd name="connsiteY115" fmla="*/ 352361 h 833476"/>
              <a:gd name="connsiteX116" fmla="*/ 2250220 w 2790908"/>
              <a:gd name="connsiteY116" fmla="*/ 392118 h 833476"/>
              <a:gd name="connsiteX117" fmla="*/ 2258171 w 2790908"/>
              <a:gd name="connsiteY117" fmla="*/ 479582 h 833476"/>
              <a:gd name="connsiteX118" fmla="*/ 2266122 w 2790908"/>
              <a:gd name="connsiteY118" fmla="*/ 519338 h 833476"/>
              <a:gd name="connsiteX119" fmla="*/ 2274074 w 2790908"/>
              <a:gd name="connsiteY119" fmla="*/ 590900 h 833476"/>
              <a:gd name="connsiteX120" fmla="*/ 2289976 w 2790908"/>
              <a:gd name="connsiteY120" fmla="*/ 622705 h 833476"/>
              <a:gd name="connsiteX121" fmla="*/ 2297927 w 2790908"/>
              <a:gd name="connsiteY121" fmla="*/ 646559 h 833476"/>
              <a:gd name="connsiteX122" fmla="*/ 2313830 w 2790908"/>
              <a:gd name="connsiteY122" fmla="*/ 749926 h 833476"/>
              <a:gd name="connsiteX123" fmla="*/ 2321781 w 2790908"/>
              <a:gd name="connsiteY123" fmla="*/ 789683 h 833476"/>
              <a:gd name="connsiteX124" fmla="*/ 2353587 w 2790908"/>
              <a:gd name="connsiteY124" fmla="*/ 781732 h 833476"/>
              <a:gd name="connsiteX125" fmla="*/ 2401294 w 2790908"/>
              <a:gd name="connsiteY125" fmla="*/ 765829 h 833476"/>
              <a:gd name="connsiteX126" fmla="*/ 2409246 w 2790908"/>
              <a:gd name="connsiteY126" fmla="*/ 741975 h 833476"/>
              <a:gd name="connsiteX127" fmla="*/ 2417197 w 2790908"/>
              <a:gd name="connsiteY127" fmla="*/ 710170 h 833476"/>
              <a:gd name="connsiteX128" fmla="*/ 2472856 w 2790908"/>
              <a:gd name="connsiteY128" fmla="*/ 638608 h 833476"/>
              <a:gd name="connsiteX129" fmla="*/ 2496710 w 2790908"/>
              <a:gd name="connsiteY129" fmla="*/ 590900 h 833476"/>
              <a:gd name="connsiteX130" fmla="*/ 2512613 w 2790908"/>
              <a:gd name="connsiteY130" fmla="*/ 622705 h 833476"/>
              <a:gd name="connsiteX131" fmla="*/ 2520564 w 2790908"/>
              <a:gd name="connsiteY131" fmla="*/ 694267 h 833476"/>
              <a:gd name="connsiteX132" fmla="*/ 2528515 w 2790908"/>
              <a:gd name="connsiteY132" fmla="*/ 670413 h 833476"/>
              <a:gd name="connsiteX133" fmla="*/ 2544418 w 2790908"/>
              <a:gd name="connsiteY133" fmla="*/ 646559 h 833476"/>
              <a:gd name="connsiteX134" fmla="*/ 2568272 w 2790908"/>
              <a:gd name="connsiteY134" fmla="*/ 662462 h 833476"/>
              <a:gd name="connsiteX135" fmla="*/ 2600077 w 2790908"/>
              <a:gd name="connsiteY135" fmla="*/ 670413 h 833476"/>
              <a:gd name="connsiteX136" fmla="*/ 2623931 w 2790908"/>
              <a:gd name="connsiteY136" fmla="*/ 678365 h 833476"/>
              <a:gd name="connsiteX137" fmla="*/ 2655736 w 2790908"/>
              <a:gd name="connsiteY137" fmla="*/ 670413 h 833476"/>
              <a:gd name="connsiteX138" fmla="*/ 2671639 w 2790908"/>
              <a:gd name="connsiteY138" fmla="*/ 638608 h 833476"/>
              <a:gd name="connsiteX139" fmla="*/ 2695493 w 2790908"/>
              <a:gd name="connsiteY139" fmla="*/ 662462 h 833476"/>
              <a:gd name="connsiteX140" fmla="*/ 2743200 w 2790908"/>
              <a:gd name="connsiteY140" fmla="*/ 670413 h 833476"/>
              <a:gd name="connsiteX141" fmla="*/ 2790908 w 2790908"/>
              <a:gd name="connsiteY141" fmla="*/ 686316 h 833476"/>
              <a:gd name="connsiteX0" fmla="*/ 0 w 2790908"/>
              <a:gd name="connsiteY0" fmla="*/ 670413 h 833476"/>
              <a:gd name="connsiteX1" fmla="*/ 47708 w 2790908"/>
              <a:gd name="connsiteY1" fmla="*/ 662462 h 833476"/>
              <a:gd name="connsiteX2" fmla="*/ 55660 w 2790908"/>
              <a:gd name="connsiteY2" fmla="*/ 686316 h 833476"/>
              <a:gd name="connsiteX3" fmla="*/ 87465 w 2790908"/>
              <a:gd name="connsiteY3" fmla="*/ 678365 h 833476"/>
              <a:gd name="connsiteX4" fmla="*/ 111319 w 2790908"/>
              <a:gd name="connsiteY4" fmla="*/ 662462 h 833476"/>
              <a:gd name="connsiteX5" fmla="*/ 174929 w 2790908"/>
              <a:gd name="connsiteY5" fmla="*/ 678365 h 833476"/>
              <a:gd name="connsiteX6" fmla="*/ 206734 w 2790908"/>
              <a:gd name="connsiteY6" fmla="*/ 686316 h 833476"/>
              <a:gd name="connsiteX7" fmla="*/ 238540 w 2790908"/>
              <a:gd name="connsiteY7" fmla="*/ 694267 h 833476"/>
              <a:gd name="connsiteX8" fmla="*/ 262394 w 2790908"/>
              <a:gd name="connsiteY8" fmla="*/ 694267 h 833476"/>
              <a:gd name="connsiteX9" fmla="*/ 286247 w 2790908"/>
              <a:gd name="connsiteY9" fmla="*/ 702218 h 833476"/>
              <a:gd name="connsiteX10" fmla="*/ 310101 w 2790908"/>
              <a:gd name="connsiteY10" fmla="*/ 694267 h 833476"/>
              <a:gd name="connsiteX11" fmla="*/ 349858 w 2790908"/>
              <a:gd name="connsiteY11" fmla="*/ 670413 h 833476"/>
              <a:gd name="connsiteX12" fmla="*/ 405517 w 2790908"/>
              <a:gd name="connsiteY12" fmla="*/ 702218 h 833476"/>
              <a:gd name="connsiteX13" fmla="*/ 413468 w 2790908"/>
              <a:gd name="connsiteY13" fmla="*/ 678365 h 833476"/>
              <a:gd name="connsiteX14" fmla="*/ 461176 w 2790908"/>
              <a:gd name="connsiteY14" fmla="*/ 686316 h 833476"/>
              <a:gd name="connsiteX15" fmla="*/ 492981 w 2790908"/>
              <a:gd name="connsiteY15" fmla="*/ 726072 h 833476"/>
              <a:gd name="connsiteX16" fmla="*/ 508884 w 2790908"/>
              <a:gd name="connsiteY16" fmla="*/ 702218 h 833476"/>
              <a:gd name="connsiteX17" fmla="*/ 516835 w 2790908"/>
              <a:gd name="connsiteY17" fmla="*/ 678365 h 833476"/>
              <a:gd name="connsiteX18" fmla="*/ 540689 w 2790908"/>
              <a:gd name="connsiteY18" fmla="*/ 670413 h 833476"/>
              <a:gd name="connsiteX19" fmla="*/ 564543 w 2790908"/>
              <a:gd name="connsiteY19" fmla="*/ 654511 h 833476"/>
              <a:gd name="connsiteX20" fmla="*/ 572494 w 2790908"/>
              <a:gd name="connsiteY20" fmla="*/ 519338 h 833476"/>
              <a:gd name="connsiteX21" fmla="*/ 588397 w 2790908"/>
              <a:gd name="connsiteY21" fmla="*/ 495485 h 833476"/>
              <a:gd name="connsiteX22" fmla="*/ 596348 w 2790908"/>
              <a:gd name="connsiteY22" fmla="*/ 463679 h 833476"/>
              <a:gd name="connsiteX23" fmla="*/ 598100 w 2790908"/>
              <a:gd name="connsiteY23" fmla="*/ 253611 h 833476"/>
              <a:gd name="connsiteX24" fmla="*/ 604300 w 2790908"/>
              <a:gd name="connsiteY24" fmla="*/ 217189 h 833476"/>
              <a:gd name="connsiteX25" fmla="*/ 620202 w 2790908"/>
              <a:gd name="connsiteY25" fmla="*/ 145627 h 833476"/>
              <a:gd name="connsiteX26" fmla="*/ 644056 w 2790908"/>
              <a:gd name="connsiteY26" fmla="*/ 110294 h 833476"/>
              <a:gd name="connsiteX27" fmla="*/ 672761 w 2790908"/>
              <a:gd name="connsiteY27" fmla="*/ 59830 h 833476"/>
              <a:gd name="connsiteX28" fmla="*/ 707667 w 2790908"/>
              <a:gd name="connsiteY28" fmla="*/ 105871 h 833476"/>
              <a:gd name="connsiteX29" fmla="*/ 723569 w 2790908"/>
              <a:gd name="connsiteY29" fmla="*/ 129725 h 833476"/>
              <a:gd name="connsiteX30" fmla="*/ 755374 w 2790908"/>
              <a:gd name="connsiteY30" fmla="*/ 177432 h 833476"/>
              <a:gd name="connsiteX31" fmla="*/ 779228 w 2790908"/>
              <a:gd name="connsiteY31" fmla="*/ 161530 h 833476"/>
              <a:gd name="connsiteX32" fmla="*/ 818985 w 2790908"/>
              <a:gd name="connsiteY32" fmla="*/ 129725 h 833476"/>
              <a:gd name="connsiteX33" fmla="*/ 842839 w 2790908"/>
              <a:gd name="connsiteY33" fmla="*/ 145627 h 833476"/>
              <a:gd name="connsiteX34" fmla="*/ 874644 w 2790908"/>
              <a:gd name="connsiteY34" fmla="*/ 137676 h 833476"/>
              <a:gd name="connsiteX35" fmla="*/ 906449 w 2790908"/>
              <a:gd name="connsiteY35" fmla="*/ 161530 h 833476"/>
              <a:gd name="connsiteX36" fmla="*/ 938254 w 2790908"/>
              <a:gd name="connsiteY36" fmla="*/ 113822 h 833476"/>
              <a:gd name="connsiteX37" fmla="*/ 946206 w 2790908"/>
              <a:gd name="connsiteY37" fmla="*/ 137676 h 833476"/>
              <a:gd name="connsiteX38" fmla="*/ 970060 w 2790908"/>
              <a:gd name="connsiteY38" fmla="*/ 74065 h 833476"/>
              <a:gd name="connsiteX39" fmla="*/ 985962 w 2790908"/>
              <a:gd name="connsiteY39" fmla="*/ 137676 h 833476"/>
              <a:gd name="connsiteX40" fmla="*/ 993914 w 2790908"/>
              <a:gd name="connsiteY40" fmla="*/ 193335 h 833476"/>
              <a:gd name="connsiteX41" fmla="*/ 1009816 w 2790908"/>
              <a:gd name="connsiteY41" fmla="*/ 241043 h 833476"/>
              <a:gd name="connsiteX42" fmla="*/ 1017767 w 2790908"/>
              <a:gd name="connsiteY42" fmla="*/ 209238 h 833476"/>
              <a:gd name="connsiteX43" fmla="*/ 1033670 w 2790908"/>
              <a:gd name="connsiteY43" fmla="*/ 185384 h 833476"/>
              <a:gd name="connsiteX44" fmla="*/ 1041621 w 2790908"/>
              <a:gd name="connsiteY44" fmla="*/ 161530 h 833476"/>
              <a:gd name="connsiteX45" fmla="*/ 1073427 w 2790908"/>
              <a:gd name="connsiteY45" fmla="*/ 209238 h 833476"/>
              <a:gd name="connsiteX46" fmla="*/ 1081378 w 2790908"/>
              <a:gd name="connsiteY46" fmla="*/ 248994 h 833476"/>
              <a:gd name="connsiteX47" fmla="*/ 1097280 w 2790908"/>
              <a:gd name="connsiteY47" fmla="*/ 392118 h 833476"/>
              <a:gd name="connsiteX48" fmla="*/ 1105232 w 2790908"/>
              <a:gd name="connsiteY48" fmla="*/ 415972 h 833476"/>
              <a:gd name="connsiteX49" fmla="*/ 1113183 w 2790908"/>
              <a:gd name="connsiteY49" fmla="*/ 447777 h 833476"/>
              <a:gd name="connsiteX50" fmla="*/ 1129086 w 2790908"/>
              <a:gd name="connsiteY50" fmla="*/ 471631 h 833476"/>
              <a:gd name="connsiteX51" fmla="*/ 1137037 w 2790908"/>
              <a:gd name="connsiteY51" fmla="*/ 590900 h 833476"/>
              <a:gd name="connsiteX52" fmla="*/ 1144988 w 2790908"/>
              <a:gd name="connsiteY52" fmla="*/ 630657 h 833476"/>
              <a:gd name="connsiteX53" fmla="*/ 1157791 w 2790908"/>
              <a:gd name="connsiteY53" fmla="*/ 833476 h 833476"/>
              <a:gd name="connsiteX54" fmla="*/ 1176794 w 2790908"/>
              <a:gd name="connsiteY54" fmla="*/ 765829 h 833476"/>
              <a:gd name="connsiteX55" fmla="*/ 1192696 w 2790908"/>
              <a:gd name="connsiteY55" fmla="*/ 678365 h 833476"/>
              <a:gd name="connsiteX56" fmla="*/ 1200647 w 2790908"/>
              <a:gd name="connsiteY56" fmla="*/ 646559 h 833476"/>
              <a:gd name="connsiteX57" fmla="*/ 1208599 w 2790908"/>
              <a:gd name="connsiteY57" fmla="*/ 670413 h 833476"/>
              <a:gd name="connsiteX58" fmla="*/ 1224501 w 2790908"/>
              <a:gd name="connsiteY58" fmla="*/ 710170 h 833476"/>
              <a:gd name="connsiteX59" fmla="*/ 1240404 w 2790908"/>
              <a:gd name="connsiteY59" fmla="*/ 686316 h 833476"/>
              <a:gd name="connsiteX60" fmla="*/ 1248355 w 2790908"/>
              <a:gd name="connsiteY60" fmla="*/ 654511 h 833476"/>
              <a:gd name="connsiteX61" fmla="*/ 1272209 w 2790908"/>
              <a:gd name="connsiteY61" fmla="*/ 670413 h 833476"/>
              <a:gd name="connsiteX62" fmla="*/ 1280160 w 2790908"/>
              <a:gd name="connsiteY62" fmla="*/ 702218 h 833476"/>
              <a:gd name="connsiteX63" fmla="*/ 1288112 w 2790908"/>
              <a:gd name="connsiteY63" fmla="*/ 678365 h 833476"/>
              <a:gd name="connsiteX64" fmla="*/ 1296063 w 2790908"/>
              <a:gd name="connsiteY64" fmla="*/ 702218 h 833476"/>
              <a:gd name="connsiteX65" fmla="*/ 1311966 w 2790908"/>
              <a:gd name="connsiteY65" fmla="*/ 734024 h 833476"/>
              <a:gd name="connsiteX66" fmla="*/ 1327868 w 2790908"/>
              <a:gd name="connsiteY66" fmla="*/ 710170 h 833476"/>
              <a:gd name="connsiteX67" fmla="*/ 1335820 w 2790908"/>
              <a:gd name="connsiteY67" fmla="*/ 670413 h 833476"/>
              <a:gd name="connsiteX68" fmla="*/ 1359674 w 2790908"/>
              <a:gd name="connsiteY68" fmla="*/ 718121 h 833476"/>
              <a:gd name="connsiteX69" fmla="*/ 1391479 w 2790908"/>
              <a:gd name="connsiteY69" fmla="*/ 670413 h 833476"/>
              <a:gd name="connsiteX70" fmla="*/ 1415333 w 2790908"/>
              <a:gd name="connsiteY70" fmla="*/ 702218 h 833476"/>
              <a:gd name="connsiteX71" fmla="*/ 1423284 w 2790908"/>
              <a:gd name="connsiteY71" fmla="*/ 662462 h 833476"/>
              <a:gd name="connsiteX72" fmla="*/ 1447138 w 2790908"/>
              <a:gd name="connsiteY72" fmla="*/ 654511 h 833476"/>
              <a:gd name="connsiteX73" fmla="*/ 1455089 w 2790908"/>
              <a:gd name="connsiteY73" fmla="*/ 702218 h 833476"/>
              <a:gd name="connsiteX74" fmla="*/ 1463040 w 2790908"/>
              <a:gd name="connsiteY74" fmla="*/ 678365 h 833476"/>
              <a:gd name="connsiteX75" fmla="*/ 1494846 w 2790908"/>
              <a:gd name="connsiteY75" fmla="*/ 694267 h 833476"/>
              <a:gd name="connsiteX76" fmla="*/ 1502797 w 2790908"/>
              <a:gd name="connsiteY76" fmla="*/ 598852 h 833476"/>
              <a:gd name="connsiteX77" fmla="*/ 1534602 w 2790908"/>
              <a:gd name="connsiteY77" fmla="*/ 686316 h 833476"/>
              <a:gd name="connsiteX78" fmla="*/ 1550505 w 2790908"/>
              <a:gd name="connsiteY78" fmla="*/ 710170 h 833476"/>
              <a:gd name="connsiteX79" fmla="*/ 1606164 w 2790908"/>
              <a:gd name="connsiteY79" fmla="*/ 686316 h 833476"/>
              <a:gd name="connsiteX80" fmla="*/ 1653872 w 2790908"/>
              <a:gd name="connsiteY80" fmla="*/ 678365 h 833476"/>
              <a:gd name="connsiteX81" fmla="*/ 1669774 w 2790908"/>
              <a:gd name="connsiteY81" fmla="*/ 622705 h 833476"/>
              <a:gd name="connsiteX82" fmla="*/ 1685677 w 2790908"/>
              <a:gd name="connsiteY82" fmla="*/ 479582 h 833476"/>
              <a:gd name="connsiteX83" fmla="*/ 1701580 w 2790908"/>
              <a:gd name="connsiteY83" fmla="*/ 431874 h 833476"/>
              <a:gd name="connsiteX84" fmla="*/ 1709531 w 2790908"/>
              <a:gd name="connsiteY84" fmla="*/ 288751 h 833476"/>
              <a:gd name="connsiteX85" fmla="*/ 1745785 w 2790908"/>
              <a:gd name="connsiteY85" fmla="*/ 345884 h 833476"/>
              <a:gd name="connsiteX86" fmla="*/ 1758990 w 2790908"/>
              <a:gd name="connsiteY86" fmla="*/ 216996 h 833476"/>
              <a:gd name="connsiteX87" fmla="*/ 1757239 w 2790908"/>
              <a:gd name="connsiteY87" fmla="*/ 113822 h 833476"/>
              <a:gd name="connsiteX88" fmla="*/ 1765190 w 2790908"/>
              <a:gd name="connsiteY88" fmla="*/ 66114 h 833476"/>
              <a:gd name="connsiteX89" fmla="*/ 1804947 w 2790908"/>
              <a:gd name="connsiteY89" fmla="*/ 89968 h 833476"/>
              <a:gd name="connsiteX90" fmla="*/ 1812898 w 2790908"/>
              <a:gd name="connsiteY90" fmla="*/ 137676 h 833476"/>
              <a:gd name="connsiteX91" fmla="*/ 1828800 w 2790908"/>
              <a:gd name="connsiteY91" fmla="*/ 264897 h 833476"/>
              <a:gd name="connsiteX92" fmla="*/ 1852654 w 2790908"/>
              <a:gd name="connsiteY92" fmla="*/ 256945 h 833476"/>
              <a:gd name="connsiteX93" fmla="*/ 1860606 w 2790908"/>
              <a:gd name="connsiteY93" fmla="*/ 233092 h 833476"/>
              <a:gd name="connsiteX94" fmla="*/ 1876508 w 2790908"/>
              <a:gd name="connsiteY94" fmla="*/ 209238 h 833476"/>
              <a:gd name="connsiteX95" fmla="*/ 1884460 w 2790908"/>
              <a:gd name="connsiteY95" fmla="*/ 177432 h 833476"/>
              <a:gd name="connsiteX96" fmla="*/ 1900362 w 2790908"/>
              <a:gd name="connsiteY96" fmla="*/ 129725 h 833476"/>
              <a:gd name="connsiteX97" fmla="*/ 1924216 w 2790908"/>
              <a:gd name="connsiteY97" fmla="*/ 153578 h 833476"/>
              <a:gd name="connsiteX98" fmla="*/ 1932167 w 2790908"/>
              <a:gd name="connsiteY98" fmla="*/ 177432 h 833476"/>
              <a:gd name="connsiteX99" fmla="*/ 1979875 w 2790908"/>
              <a:gd name="connsiteY99" fmla="*/ 161530 h 833476"/>
              <a:gd name="connsiteX100" fmla="*/ 1988228 w 2790908"/>
              <a:gd name="connsiteY100" fmla="*/ 4171 h 833476"/>
              <a:gd name="connsiteX101" fmla="*/ 1989578 w 2790908"/>
              <a:gd name="connsiteY101" fmla="*/ 58163 h 833476"/>
              <a:gd name="connsiteX102" fmla="*/ 1995778 w 2790908"/>
              <a:gd name="connsiteY102" fmla="*/ 193335 h 833476"/>
              <a:gd name="connsiteX103" fmla="*/ 2003729 w 2790908"/>
              <a:gd name="connsiteY103" fmla="*/ 256945 h 833476"/>
              <a:gd name="connsiteX104" fmla="*/ 2014781 w 2790908"/>
              <a:gd name="connsiteY104" fmla="*/ 354924 h 833476"/>
              <a:gd name="connsiteX105" fmla="*/ 2035534 w 2790908"/>
              <a:gd name="connsiteY105" fmla="*/ 201286 h 833476"/>
              <a:gd name="connsiteX106" fmla="*/ 2043486 w 2790908"/>
              <a:gd name="connsiteY106" fmla="*/ 145627 h 833476"/>
              <a:gd name="connsiteX107" fmla="*/ 2059388 w 2790908"/>
              <a:gd name="connsiteY107" fmla="*/ 177432 h 833476"/>
              <a:gd name="connsiteX108" fmla="*/ 2122999 w 2790908"/>
              <a:gd name="connsiteY108" fmla="*/ 177432 h 833476"/>
              <a:gd name="connsiteX109" fmla="*/ 2146853 w 2790908"/>
              <a:gd name="connsiteY109" fmla="*/ 185384 h 833476"/>
              <a:gd name="connsiteX110" fmla="*/ 2178658 w 2790908"/>
              <a:gd name="connsiteY110" fmla="*/ 169481 h 833476"/>
              <a:gd name="connsiteX111" fmla="*/ 2194560 w 2790908"/>
              <a:gd name="connsiteY111" fmla="*/ 201286 h 833476"/>
              <a:gd name="connsiteX112" fmla="*/ 2210463 w 2790908"/>
              <a:gd name="connsiteY112" fmla="*/ 225140 h 833476"/>
              <a:gd name="connsiteX113" fmla="*/ 2218414 w 2790908"/>
              <a:gd name="connsiteY113" fmla="*/ 256945 h 833476"/>
              <a:gd name="connsiteX114" fmla="*/ 2234317 w 2790908"/>
              <a:gd name="connsiteY114" fmla="*/ 288751 h 833476"/>
              <a:gd name="connsiteX115" fmla="*/ 2242268 w 2790908"/>
              <a:gd name="connsiteY115" fmla="*/ 352361 h 833476"/>
              <a:gd name="connsiteX116" fmla="*/ 2250220 w 2790908"/>
              <a:gd name="connsiteY116" fmla="*/ 392118 h 833476"/>
              <a:gd name="connsiteX117" fmla="*/ 2258171 w 2790908"/>
              <a:gd name="connsiteY117" fmla="*/ 479582 h 833476"/>
              <a:gd name="connsiteX118" fmla="*/ 2266122 w 2790908"/>
              <a:gd name="connsiteY118" fmla="*/ 519338 h 833476"/>
              <a:gd name="connsiteX119" fmla="*/ 2274074 w 2790908"/>
              <a:gd name="connsiteY119" fmla="*/ 590900 h 833476"/>
              <a:gd name="connsiteX120" fmla="*/ 2289976 w 2790908"/>
              <a:gd name="connsiteY120" fmla="*/ 622705 h 833476"/>
              <a:gd name="connsiteX121" fmla="*/ 2297927 w 2790908"/>
              <a:gd name="connsiteY121" fmla="*/ 646559 h 833476"/>
              <a:gd name="connsiteX122" fmla="*/ 2313830 w 2790908"/>
              <a:gd name="connsiteY122" fmla="*/ 749926 h 833476"/>
              <a:gd name="connsiteX123" fmla="*/ 2321781 w 2790908"/>
              <a:gd name="connsiteY123" fmla="*/ 789683 h 833476"/>
              <a:gd name="connsiteX124" fmla="*/ 2353587 w 2790908"/>
              <a:gd name="connsiteY124" fmla="*/ 781732 h 833476"/>
              <a:gd name="connsiteX125" fmla="*/ 2401294 w 2790908"/>
              <a:gd name="connsiteY125" fmla="*/ 765829 h 833476"/>
              <a:gd name="connsiteX126" fmla="*/ 2409246 w 2790908"/>
              <a:gd name="connsiteY126" fmla="*/ 741975 h 833476"/>
              <a:gd name="connsiteX127" fmla="*/ 2417197 w 2790908"/>
              <a:gd name="connsiteY127" fmla="*/ 710170 h 833476"/>
              <a:gd name="connsiteX128" fmla="*/ 2472856 w 2790908"/>
              <a:gd name="connsiteY128" fmla="*/ 638608 h 833476"/>
              <a:gd name="connsiteX129" fmla="*/ 2496710 w 2790908"/>
              <a:gd name="connsiteY129" fmla="*/ 590900 h 833476"/>
              <a:gd name="connsiteX130" fmla="*/ 2512613 w 2790908"/>
              <a:gd name="connsiteY130" fmla="*/ 622705 h 833476"/>
              <a:gd name="connsiteX131" fmla="*/ 2520564 w 2790908"/>
              <a:gd name="connsiteY131" fmla="*/ 694267 h 833476"/>
              <a:gd name="connsiteX132" fmla="*/ 2528515 w 2790908"/>
              <a:gd name="connsiteY132" fmla="*/ 670413 h 833476"/>
              <a:gd name="connsiteX133" fmla="*/ 2544418 w 2790908"/>
              <a:gd name="connsiteY133" fmla="*/ 646559 h 833476"/>
              <a:gd name="connsiteX134" fmla="*/ 2568272 w 2790908"/>
              <a:gd name="connsiteY134" fmla="*/ 662462 h 833476"/>
              <a:gd name="connsiteX135" fmla="*/ 2600077 w 2790908"/>
              <a:gd name="connsiteY135" fmla="*/ 670413 h 833476"/>
              <a:gd name="connsiteX136" fmla="*/ 2623931 w 2790908"/>
              <a:gd name="connsiteY136" fmla="*/ 678365 h 833476"/>
              <a:gd name="connsiteX137" fmla="*/ 2655736 w 2790908"/>
              <a:gd name="connsiteY137" fmla="*/ 670413 h 833476"/>
              <a:gd name="connsiteX138" fmla="*/ 2671639 w 2790908"/>
              <a:gd name="connsiteY138" fmla="*/ 638608 h 833476"/>
              <a:gd name="connsiteX139" fmla="*/ 2695493 w 2790908"/>
              <a:gd name="connsiteY139" fmla="*/ 662462 h 833476"/>
              <a:gd name="connsiteX140" fmla="*/ 2743200 w 2790908"/>
              <a:gd name="connsiteY140" fmla="*/ 670413 h 833476"/>
              <a:gd name="connsiteX141" fmla="*/ 2790908 w 2790908"/>
              <a:gd name="connsiteY141" fmla="*/ 686316 h 833476"/>
              <a:gd name="connsiteX0" fmla="*/ 0 w 2790908"/>
              <a:gd name="connsiteY0" fmla="*/ 670413 h 833476"/>
              <a:gd name="connsiteX1" fmla="*/ 47708 w 2790908"/>
              <a:gd name="connsiteY1" fmla="*/ 662462 h 833476"/>
              <a:gd name="connsiteX2" fmla="*/ 55660 w 2790908"/>
              <a:gd name="connsiteY2" fmla="*/ 686316 h 833476"/>
              <a:gd name="connsiteX3" fmla="*/ 87465 w 2790908"/>
              <a:gd name="connsiteY3" fmla="*/ 678365 h 833476"/>
              <a:gd name="connsiteX4" fmla="*/ 111319 w 2790908"/>
              <a:gd name="connsiteY4" fmla="*/ 662462 h 833476"/>
              <a:gd name="connsiteX5" fmla="*/ 174929 w 2790908"/>
              <a:gd name="connsiteY5" fmla="*/ 678365 h 833476"/>
              <a:gd name="connsiteX6" fmla="*/ 206734 w 2790908"/>
              <a:gd name="connsiteY6" fmla="*/ 686316 h 833476"/>
              <a:gd name="connsiteX7" fmla="*/ 238540 w 2790908"/>
              <a:gd name="connsiteY7" fmla="*/ 694267 h 833476"/>
              <a:gd name="connsiteX8" fmla="*/ 262394 w 2790908"/>
              <a:gd name="connsiteY8" fmla="*/ 694267 h 833476"/>
              <a:gd name="connsiteX9" fmla="*/ 286247 w 2790908"/>
              <a:gd name="connsiteY9" fmla="*/ 702218 h 833476"/>
              <a:gd name="connsiteX10" fmla="*/ 310101 w 2790908"/>
              <a:gd name="connsiteY10" fmla="*/ 694267 h 833476"/>
              <a:gd name="connsiteX11" fmla="*/ 349858 w 2790908"/>
              <a:gd name="connsiteY11" fmla="*/ 670413 h 833476"/>
              <a:gd name="connsiteX12" fmla="*/ 405517 w 2790908"/>
              <a:gd name="connsiteY12" fmla="*/ 702218 h 833476"/>
              <a:gd name="connsiteX13" fmla="*/ 413468 w 2790908"/>
              <a:gd name="connsiteY13" fmla="*/ 678365 h 833476"/>
              <a:gd name="connsiteX14" fmla="*/ 461176 w 2790908"/>
              <a:gd name="connsiteY14" fmla="*/ 686316 h 833476"/>
              <a:gd name="connsiteX15" fmla="*/ 492981 w 2790908"/>
              <a:gd name="connsiteY15" fmla="*/ 726072 h 833476"/>
              <a:gd name="connsiteX16" fmla="*/ 508884 w 2790908"/>
              <a:gd name="connsiteY16" fmla="*/ 702218 h 833476"/>
              <a:gd name="connsiteX17" fmla="*/ 516835 w 2790908"/>
              <a:gd name="connsiteY17" fmla="*/ 678365 h 833476"/>
              <a:gd name="connsiteX18" fmla="*/ 540689 w 2790908"/>
              <a:gd name="connsiteY18" fmla="*/ 670413 h 833476"/>
              <a:gd name="connsiteX19" fmla="*/ 564543 w 2790908"/>
              <a:gd name="connsiteY19" fmla="*/ 654511 h 833476"/>
              <a:gd name="connsiteX20" fmla="*/ 572494 w 2790908"/>
              <a:gd name="connsiteY20" fmla="*/ 519338 h 833476"/>
              <a:gd name="connsiteX21" fmla="*/ 588397 w 2790908"/>
              <a:gd name="connsiteY21" fmla="*/ 495485 h 833476"/>
              <a:gd name="connsiteX22" fmla="*/ 596348 w 2790908"/>
              <a:gd name="connsiteY22" fmla="*/ 463679 h 833476"/>
              <a:gd name="connsiteX23" fmla="*/ 598100 w 2790908"/>
              <a:gd name="connsiteY23" fmla="*/ 253611 h 833476"/>
              <a:gd name="connsiteX24" fmla="*/ 604300 w 2790908"/>
              <a:gd name="connsiteY24" fmla="*/ 217189 h 833476"/>
              <a:gd name="connsiteX25" fmla="*/ 620202 w 2790908"/>
              <a:gd name="connsiteY25" fmla="*/ 145627 h 833476"/>
              <a:gd name="connsiteX26" fmla="*/ 644056 w 2790908"/>
              <a:gd name="connsiteY26" fmla="*/ 110294 h 833476"/>
              <a:gd name="connsiteX27" fmla="*/ 687314 w 2790908"/>
              <a:gd name="connsiteY27" fmla="*/ 40978 h 833476"/>
              <a:gd name="connsiteX28" fmla="*/ 707667 w 2790908"/>
              <a:gd name="connsiteY28" fmla="*/ 105871 h 833476"/>
              <a:gd name="connsiteX29" fmla="*/ 723569 w 2790908"/>
              <a:gd name="connsiteY29" fmla="*/ 129725 h 833476"/>
              <a:gd name="connsiteX30" fmla="*/ 755374 w 2790908"/>
              <a:gd name="connsiteY30" fmla="*/ 177432 h 833476"/>
              <a:gd name="connsiteX31" fmla="*/ 779228 w 2790908"/>
              <a:gd name="connsiteY31" fmla="*/ 161530 h 833476"/>
              <a:gd name="connsiteX32" fmla="*/ 818985 w 2790908"/>
              <a:gd name="connsiteY32" fmla="*/ 129725 h 833476"/>
              <a:gd name="connsiteX33" fmla="*/ 842839 w 2790908"/>
              <a:gd name="connsiteY33" fmla="*/ 145627 h 833476"/>
              <a:gd name="connsiteX34" fmla="*/ 874644 w 2790908"/>
              <a:gd name="connsiteY34" fmla="*/ 137676 h 833476"/>
              <a:gd name="connsiteX35" fmla="*/ 906449 w 2790908"/>
              <a:gd name="connsiteY35" fmla="*/ 161530 h 833476"/>
              <a:gd name="connsiteX36" fmla="*/ 938254 w 2790908"/>
              <a:gd name="connsiteY36" fmla="*/ 113822 h 833476"/>
              <a:gd name="connsiteX37" fmla="*/ 946206 w 2790908"/>
              <a:gd name="connsiteY37" fmla="*/ 137676 h 833476"/>
              <a:gd name="connsiteX38" fmla="*/ 970060 w 2790908"/>
              <a:gd name="connsiteY38" fmla="*/ 74065 h 833476"/>
              <a:gd name="connsiteX39" fmla="*/ 985962 w 2790908"/>
              <a:gd name="connsiteY39" fmla="*/ 137676 h 833476"/>
              <a:gd name="connsiteX40" fmla="*/ 993914 w 2790908"/>
              <a:gd name="connsiteY40" fmla="*/ 193335 h 833476"/>
              <a:gd name="connsiteX41" fmla="*/ 1009816 w 2790908"/>
              <a:gd name="connsiteY41" fmla="*/ 241043 h 833476"/>
              <a:gd name="connsiteX42" fmla="*/ 1017767 w 2790908"/>
              <a:gd name="connsiteY42" fmla="*/ 209238 h 833476"/>
              <a:gd name="connsiteX43" fmla="*/ 1033670 w 2790908"/>
              <a:gd name="connsiteY43" fmla="*/ 185384 h 833476"/>
              <a:gd name="connsiteX44" fmla="*/ 1041621 w 2790908"/>
              <a:gd name="connsiteY44" fmla="*/ 161530 h 833476"/>
              <a:gd name="connsiteX45" fmla="*/ 1073427 w 2790908"/>
              <a:gd name="connsiteY45" fmla="*/ 209238 h 833476"/>
              <a:gd name="connsiteX46" fmla="*/ 1081378 w 2790908"/>
              <a:gd name="connsiteY46" fmla="*/ 248994 h 833476"/>
              <a:gd name="connsiteX47" fmla="*/ 1097280 w 2790908"/>
              <a:gd name="connsiteY47" fmla="*/ 392118 h 833476"/>
              <a:gd name="connsiteX48" fmla="*/ 1105232 w 2790908"/>
              <a:gd name="connsiteY48" fmla="*/ 415972 h 833476"/>
              <a:gd name="connsiteX49" fmla="*/ 1113183 w 2790908"/>
              <a:gd name="connsiteY49" fmla="*/ 447777 h 833476"/>
              <a:gd name="connsiteX50" fmla="*/ 1129086 w 2790908"/>
              <a:gd name="connsiteY50" fmla="*/ 471631 h 833476"/>
              <a:gd name="connsiteX51" fmla="*/ 1137037 w 2790908"/>
              <a:gd name="connsiteY51" fmla="*/ 590900 h 833476"/>
              <a:gd name="connsiteX52" fmla="*/ 1144988 w 2790908"/>
              <a:gd name="connsiteY52" fmla="*/ 630657 h 833476"/>
              <a:gd name="connsiteX53" fmla="*/ 1157791 w 2790908"/>
              <a:gd name="connsiteY53" fmla="*/ 833476 h 833476"/>
              <a:gd name="connsiteX54" fmla="*/ 1176794 w 2790908"/>
              <a:gd name="connsiteY54" fmla="*/ 765829 h 833476"/>
              <a:gd name="connsiteX55" fmla="*/ 1192696 w 2790908"/>
              <a:gd name="connsiteY55" fmla="*/ 678365 h 833476"/>
              <a:gd name="connsiteX56" fmla="*/ 1200647 w 2790908"/>
              <a:gd name="connsiteY56" fmla="*/ 646559 h 833476"/>
              <a:gd name="connsiteX57" fmla="*/ 1208599 w 2790908"/>
              <a:gd name="connsiteY57" fmla="*/ 670413 h 833476"/>
              <a:gd name="connsiteX58" fmla="*/ 1224501 w 2790908"/>
              <a:gd name="connsiteY58" fmla="*/ 710170 h 833476"/>
              <a:gd name="connsiteX59" fmla="*/ 1240404 w 2790908"/>
              <a:gd name="connsiteY59" fmla="*/ 686316 h 833476"/>
              <a:gd name="connsiteX60" fmla="*/ 1248355 w 2790908"/>
              <a:gd name="connsiteY60" fmla="*/ 654511 h 833476"/>
              <a:gd name="connsiteX61" fmla="*/ 1272209 w 2790908"/>
              <a:gd name="connsiteY61" fmla="*/ 670413 h 833476"/>
              <a:gd name="connsiteX62" fmla="*/ 1280160 w 2790908"/>
              <a:gd name="connsiteY62" fmla="*/ 702218 h 833476"/>
              <a:gd name="connsiteX63" fmla="*/ 1288112 w 2790908"/>
              <a:gd name="connsiteY63" fmla="*/ 678365 h 833476"/>
              <a:gd name="connsiteX64" fmla="*/ 1296063 w 2790908"/>
              <a:gd name="connsiteY64" fmla="*/ 702218 h 833476"/>
              <a:gd name="connsiteX65" fmla="*/ 1311966 w 2790908"/>
              <a:gd name="connsiteY65" fmla="*/ 734024 h 833476"/>
              <a:gd name="connsiteX66" fmla="*/ 1327868 w 2790908"/>
              <a:gd name="connsiteY66" fmla="*/ 710170 h 833476"/>
              <a:gd name="connsiteX67" fmla="*/ 1335820 w 2790908"/>
              <a:gd name="connsiteY67" fmla="*/ 670413 h 833476"/>
              <a:gd name="connsiteX68" fmla="*/ 1359674 w 2790908"/>
              <a:gd name="connsiteY68" fmla="*/ 718121 h 833476"/>
              <a:gd name="connsiteX69" fmla="*/ 1391479 w 2790908"/>
              <a:gd name="connsiteY69" fmla="*/ 670413 h 833476"/>
              <a:gd name="connsiteX70" fmla="*/ 1415333 w 2790908"/>
              <a:gd name="connsiteY70" fmla="*/ 702218 h 833476"/>
              <a:gd name="connsiteX71" fmla="*/ 1423284 w 2790908"/>
              <a:gd name="connsiteY71" fmla="*/ 662462 h 833476"/>
              <a:gd name="connsiteX72" fmla="*/ 1447138 w 2790908"/>
              <a:gd name="connsiteY72" fmla="*/ 654511 h 833476"/>
              <a:gd name="connsiteX73" fmla="*/ 1455089 w 2790908"/>
              <a:gd name="connsiteY73" fmla="*/ 702218 h 833476"/>
              <a:gd name="connsiteX74" fmla="*/ 1463040 w 2790908"/>
              <a:gd name="connsiteY74" fmla="*/ 678365 h 833476"/>
              <a:gd name="connsiteX75" fmla="*/ 1494846 w 2790908"/>
              <a:gd name="connsiteY75" fmla="*/ 694267 h 833476"/>
              <a:gd name="connsiteX76" fmla="*/ 1502797 w 2790908"/>
              <a:gd name="connsiteY76" fmla="*/ 598852 h 833476"/>
              <a:gd name="connsiteX77" fmla="*/ 1534602 w 2790908"/>
              <a:gd name="connsiteY77" fmla="*/ 686316 h 833476"/>
              <a:gd name="connsiteX78" fmla="*/ 1550505 w 2790908"/>
              <a:gd name="connsiteY78" fmla="*/ 710170 h 833476"/>
              <a:gd name="connsiteX79" fmla="*/ 1606164 w 2790908"/>
              <a:gd name="connsiteY79" fmla="*/ 686316 h 833476"/>
              <a:gd name="connsiteX80" fmla="*/ 1653872 w 2790908"/>
              <a:gd name="connsiteY80" fmla="*/ 678365 h 833476"/>
              <a:gd name="connsiteX81" fmla="*/ 1669774 w 2790908"/>
              <a:gd name="connsiteY81" fmla="*/ 622705 h 833476"/>
              <a:gd name="connsiteX82" fmla="*/ 1685677 w 2790908"/>
              <a:gd name="connsiteY82" fmla="*/ 479582 h 833476"/>
              <a:gd name="connsiteX83" fmla="*/ 1701580 w 2790908"/>
              <a:gd name="connsiteY83" fmla="*/ 431874 h 833476"/>
              <a:gd name="connsiteX84" fmla="*/ 1709531 w 2790908"/>
              <a:gd name="connsiteY84" fmla="*/ 288751 h 833476"/>
              <a:gd name="connsiteX85" fmla="*/ 1745785 w 2790908"/>
              <a:gd name="connsiteY85" fmla="*/ 345884 h 833476"/>
              <a:gd name="connsiteX86" fmla="*/ 1758990 w 2790908"/>
              <a:gd name="connsiteY86" fmla="*/ 216996 h 833476"/>
              <a:gd name="connsiteX87" fmla="*/ 1757239 w 2790908"/>
              <a:gd name="connsiteY87" fmla="*/ 113822 h 833476"/>
              <a:gd name="connsiteX88" fmla="*/ 1765190 w 2790908"/>
              <a:gd name="connsiteY88" fmla="*/ 66114 h 833476"/>
              <a:gd name="connsiteX89" fmla="*/ 1804947 w 2790908"/>
              <a:gd name="connsiteY89" fmla="*/ 89968 h 833476"/>
              <a:gd name="connsiteX90" fmla="*/ 1812898 w 2790908"/>
              <a:gd name="connsiteY90" fmla="*/ 137676 h 833476"/>
              <a:gd name="connsiteX91" fmla="*/ 1828800 w 2790908"/>
              <a:gd name="connsiteY91" fmla="*/ 264897 h 833476"/>
              <a:gd name="connsiteX92" fmla="*/ 1852654 w 2790908"/>
              <a:gd name="connsiteY92" fmla="*/ 256945 h 833476"/>
              <a:gd name="connsiteX93" fmla="*/ 1860606 w 2790908"/>
              <a:gd name="connsiteY93" fmla="*/ 233092 h 833476"/>
              <a:gd name="connsiteX94" fmla="*/ 1876508 w 2790908"/>
              <a:gd name="connsiteY94" fmla="*/ 209238 h 833476"/>
              <a:gd name="connsiteX95" fmla="*/ 1884460 w 2790908"/>
              <a:gd name="connsiteY95" fmla="*/ 177432 h 833476"/>
              <a:gd name="connsiteX96" fmla="*/ 1900362 w 2790908"/>
              <a:gd name="connsiteY96" fmla="*/ 129725 h 833476"/>
              <a:gd name="connsiteX97" fmla="*/ 1924216 w 2790908"/>
              <a:gd name="connsiteY97" fmla="*/ 153578 h 833476"/>
              <a:gd name="connsiteX98" fmla="*/ 1932167 w 2790908"/>
              <a:gd name="connsiteY98" fmla="*/ 177432 h 833476"/>
              <a:gd name="connsiteX99" fmla="*/ 1979875 w 2790908"/>
              <a:gd name="connsiteY99" fmla="*/ 161530 h 833476"/>
              <a:gd name="connsiteX100" fmla="*/ 1988228 w 2790908"/>
              <a:gd name="connsiteY100" fmla="*/ 4171 h 833476"/>
              <a:gd name="connsiteX101" fmla="*/ 1989578 w 2790908"/>
              <a:gd name="connsiteY101" fmla="*/ 58163 h 833476"/>
              <a:gd name="connsiteX102" fmla="*/ 1995778 w 2790908"/>
              <a:gd name="connsiteY102" fmla="*/ 193335 h 833476"/>
              <a:gd name="connsiteX103" fmla="*/ 2003729 w 2790908"/>
              <a:gd name="connsiteY103" fmla="*/ 256945 h 833476"/>
              <a:gd name="connsiteX104" fmla="*/ 2014781 w 2790908"/>
              <a:gd name="connsiteY104" fmla="*/ 354924 h 833476"/>
              <a:gd name="connsiteX105" fmla="*/ 2035534 w 2790908"/>
              <a:gd name="connsiteY105" fmla="*/ 201286 h 833476"/>
              <a:gd name="connsiteX106" fmla="*/ 2043486 w 2790908"/>
              <a:gd name="connsiteY106" fmla="*/ 145627 h 833476"/>
              <a:gd name="connsiteX107" fmla="*/ 2059388 w 2790908"/>
              <a:gd name="connsiteY107" fmla="*/ 177432 h 833476"/>
              <a:gd name="connsiteX108" fmla="*/ 2122999 w 2790908"/>
              <a:gd name="connsiteY108" fmla="*/ 177432 h 833476"/>
              <a:gd name="connsiteX109" fmla="*/ 2146853 w 2790908"/>
              <a:gd name="connsiteY109" fmla="*/ 185384 h 833476"/>
              <a:gd name="connsiteX110" fmla="*/ 2178658 w 2790908"/>
              <a:gd name="connsiteY110" fmla="*/ 169481 h 833476"/>
              <a:gd name="connsiteX111" fmla="*/ 2194560 w 2790908"/>
              <a:gd name="connsiteY111" fmla="*/ 201286 h 833476"/>
              <a:gd name="connsiteX112" fmla="*/ 2210463 w 2790908"/>
              <a:gd name="connsiteY112" fmla="*/ 225140 h 833476"/>
              <a:gd name="connsiteX113" fmla="*/ 2218414 w 2790908"/>
              <a:gd name="connsiteY113" fmla="*/ 256945 h 833476"/>
              <a:gd name="connsiteX114" fmla="*/ 2234317 w 2790908"/>
              <a:gd name="connsiteY114" fmla="*/ 288751 h 833476"/>
              <a:gd name="connsiteX115" fmla="*/ 2242268 w 2790908"/>
              <a:gd name="connsiteY115" fmla="*/ 352361 h 833476"/>
              <a:gd name="connsiteX116" fmla="*/ 2250220 w 2790908"/>
              <a:gd name="connsiteY116" fmla="*/ 392118 h 833476"/>
              <a:gd name="connsiteX117" fmla="*/ 2258171 w 2790908"/>
              <a:gd name="connsiteY117" fmla="*/ 479582 h 833476"/>
              <a:gd name="connsiteX118" fmla="*/ 2266122 w 2790908"/>
              <a:gd name="connsiteY118" fmla="*/ 519338 h 833476"/>
              <a:gd name="connsiteX119" fmla="*/ 2274074 w 2790908"/>
              <a:gd name="connsiteY119" fmla="*/ 590900 h 833476"/>
              <a:gd name="connsiteX120" fmla="*/ 2289976 w 2790908"/>
              <a:gd name="connsiteY120" fmla="*/ 622705 h 833476"/>
              <a:gd name="connsiteX121" fmla="*/ 2297927 w 2790908"/>
              <a:gd name="connsiteY121" fmla="*/ 646559 h 833476"/>
              <a:gd name="connsiteX122" fmla="*/ 2313830 w 2790908"/>
              <a:gd name="connsiteY122" fmla="*/ 749926 h 833476"/>
              <a:gd name="connsiteX123" fmla="*/ 2321781 w 2790908"/>
              <a:gd name="connsiteY123" fmla="*/ 789683 h 833476"/>
              <a:gd name="connsiteX124" fmla="*/ 2353587 w 2790908"/>
              <a:gd name="connsiteY124" fmla="*/ 781732 h 833476"/>
              <a:gd name="connsiteX125" fmla="*/ 2401294 w 2790908"/>
              <a:gd name="connsiteY125" fmla="*/ 765829 h 833476"/>
              <a:gd name="connsiteX126" fmla="*/ 2409246 w 2790908"/>
              <a:gd name="connsiteY126" fmla="*/ 741975 h 833476"/>
              <a:gd name="connsiteX127" fmla="*/ 2417197 w 2790908"/>
              <a:gd name="connsiteY127" fmla="*/ 710170 h 833476"/>
              <a:gd name="connsiteX128" fmla="*/ 2472856 w 2790908"/>
              <a:gd name="connsiteY128" fmla="*/ 638608 h 833476"/>
              <a:gd name="connsiteX129" fmla="*/ 2496710 w 2790908"/>
              <a:gd name="connsiteY129" fmla="*/ 590900 h 833476"/>
              <a:gd name="connsiteX130" fmla="*/ 2512613 w 2790908"/>
              <a:gd name="connsiteY130" fmla="*/ 622705 h 833476"/>
              <a:gd name="connsiteX131" fmla="*/ 2520564 w 2790908"/>
              <a:gd name="connsiteY131" fmla="*/ 694267 h 833476"/>
              <a:gd name="connsiteX132" fmla="*/ 2528515 w 2790908"/>
              <a:gd name="connsiteY132" fmla="*/ 670413 h 833476"/>
              <a:gd name="connsiteX133" fmla="*/ 2544418 w 2790908"/>
              <a:gd name="connsiteY133" fmla="*/ 646559 h 833476"/>
              <a:gd name="connsiteX134" fmla="*/ 2568272 w 2790908"/>
              <a:gd name="connsiteY134" fmla="*/ 662462 h 833476"/>
              <a:gd name="connsiteX135" fmla="*/ 2600077 w 2790908"/>
              <a:gd name="connsiteY135" fmla="*/ 670413 h 833476"/>
              <a:gd name="connsiteX136" fmla="*/ 2623931 w 2790908"/>
              <a:gd name="connsiteY136" fmla="*/ 678365 h 833476"/>
              <a:gd name="connsiteX137" fmla="*/ 2655736 w 2790908"/>
              <a:gd name="connsiteY137" fmla="*/ 670413 h 833476"/>
              <a:gd name="connsiteX138" fmla="*/ 2671639 w 2790908"/>
              <a:gd name="connsiteY138" fmla="*/ 638608 h 833476"/>
              <a:gd name="connsiteX139" fmla="*/ 2695493 w 2790908"/>
              <a:gd name="connsiteY139" fmla="*/ 662462 h 833476"/>
              <a:gd name="connsiteX140" fmla="*/ 2743200 w 2790908"/>
              <a:gd name="connsiteY140" fmla="*/ 670413 h 833476"/>
              <a:gd name="connsiteX141" fmla="*/ 2790908 w 2790908"/>
              <a:gd name="connsiteY141" fmla="*/ 686316 h 833476"/>
              <a:gd name="connsiteX0" fmla="*/ 0 w 2790908"/>
              <a:gd name="connsiteY0" fmla="*/ 670413 h 833476"/>
              <a:gd name="connsiteX1" fmla="*/ 47708 w 2790908"/>
              <a:gd name="connsiteY1" fmla="*/ 662462 h 833476"/>
              <a:gd name="connsiteX2" fmla="*/ 55660 w 2790908"/>
              <a:gd name="connsiteY2" fmla="*/ 686316 h 833476"/>
              <a:gd name="connsiteX3" fmla="*/ 87465 w 2790908"/>
              <a:gd name="connsiteY3" fmla="*/ 678365 h 833476"/>
              <a:gd name="connsiteX4" fmla="*/ 111319 w 2790908"/>
              <a:gd name="connsiteY4" fmla="*/ 662462 h 833476"/>
              <a:gd name="connsiteX5" fmla="*/ 174929 w 2790908"/>
              <a:gd name="connsiteY5" fmla="*/ 678365 h 833476"/>
              <a:gd name="connsiteX6" fmla="*/ 206734 w 2790908"/>
              <a:gd name="connsiteY6" fmla="*/ 686316 h 833476"/>
              <a:gd name="connsiteX7" fmla="*/ 238540 w 2790908"/>
              <a:gd name="connsiteY7" fmla="*/ 694267 h 833476"/>
              <a:gd name="connsiteX8" fmla="*/ 262394 w 2790908"/>
              <a:gd name="connsiteY8" fmla="*/ 694267 h 833476"/>
              <a:gd name="connsiteX9" fmla="*/ 286247 w 2790908"/>
              <a:gd name="connsiteY9" fmla="*/ 702218 h 833476"/>
              <a:gd name="connsiteX10" fmla="*/ 310101 w 2790908"/>
              <a:gd name="connsiteY10" fmla="*/ 694267 h 833476"/>
              <a:gd name="connsiteX11" fmla="*/ 349858 w 2790908"/>
              <a:gd name="connsiteY11" fmla="*/ 670413 h 833476"/>
              <a:gd name="connsiteX12" fmla="*/ 405517 w 2790908"/>
              <a:gd name="connsiteY12" fmla="*/ 702218 h 833476"/>
              <a:gd name="connsiteX13" fmla="*/ 413468 w 2790908"/>
              <a:gd name="connsiteY13" fmla="*/ 678365 h 833476"/>
              <a:gd name="connsiteX14" fmla="*/ 461176 w 2790908"/>
              <a:gd name="connsiteY14" fmla="*/ 686316 h 833476"/>
              <a:gd name="connsiteX15" fmla="*/ 492981 w 2790908"/>
              <a:gd name="connsiteY15" fmla="*/ 726072 h 833476"/>
              <a:gd name="connsiteX16" fmla="*/ 508884 w 2790908"/>
              <a:gd name="connsiteY16" fmla="*/ 702218 h 833476"/>
              <a:gd name="connsiteX17" fmla="*/ 516835 w 2790908"/>
              <a:gd name="connsiteY17" fmla="*/ 678365 h 833476"/>
              <a:gd name="connsiteX18" fmla="*/ 540689 w 2790908"/>
              <a:gd name="connsiteY18" fmla="*/ 670413 h 833476"/>
              <a:gd name="connsiteX19" fmla="*/ 564543 w 2790908"/>
              <a:gd name="connsiteY19" fmla="*/ 654511 h 833476"/>
              <a:gd name="connsiteX20" fmla="*/ 572494 w 2790908"/>
              <a:gd name="connsiteY20" fmla="*/ 519338 h 833476"/>
              <a:gd name="connsiteX21" fmla="*/ 588397 w 2790908"/>
              <a:gd name="connsiteY21" fmla="*/ 495485 h 833476"/>
              <a:gd name="connsiteX22" fmla="*/ 596348 w 2790908"/>
              <a:gd name="connsiteY22" fmla="*/ 463679 h 833476"/>
              <a:gd name="connsiteX23" fmla="*/ 598100 w 2790908"/>
              <a:gd name="connsiteY23" fmla="*/ 253611 h 833476"/>
              <a:gd name="connsiteX24" fmla="*/ 604300 w 2790908"/>
              <a:gd name="connsiteY24" fmla="*/ 217189 h 833476"/>
              <a:gd name="connsiteX25" fmla="*/ 625053 w 2790908"/>
              <a:gd name="connsiteY25" fmla="*/ 76505 h 833476"/>
              <a:gd name="connsiteX26" fmla="*/ 644056 w 2790908"/>
              <a:gd name="connsiteY26" fmla="*/ 110294 h 833476"/>
              <a:gd name="connsiteX27" fmla="*/ 687314 w 2790908"/>
              <a:gd name="connsiteY27" fmla="*/ 40978 h 833476"/>
              <a:gd name="connsiteX28" fmla="*/ 707667 w 2790908"/>
              <a:gd name="connsiteY28" fmla="*/ 105871 h 833476"/>
              <a:gd name="connsiteX29" fmla="*/ 723569 w 2790908"/>
              <a:gd name="connsiteY29" fmla="*/ 129725 h 833476"/>
              <a:gd name="connsiteX30" fmla="*/ 755374 w 2790908"/>
              <a:gd name="connsiteY30" fmla="*/ 177432 h 833476"/>
              <a:gd name="connsiteX31" fmla="*/ 779228 w 2790908"/>
              <a:gd name="connsiteY31" fmla="*/ 161530 h 833476"/>
              <a:gd name="connsiteX32" fmla="*/ 818985 w 2790908"/>
              <a:gd name="connsiteY32" fmla="*/ 129725 h 833476"/>
              <a:gd name="connsiteX33" fmla="*/ 842839 w 2790908"/>
              <a:gd name="connsiteY33" fmla="*/ 145627 h 833476"/>
              <a:gd name="connsiteX34" fmla="*/ 874644 w 2790908"/>
              <a:gd name="connsiteY34" fmla="*/ 137676 h 833476"/>
              <a:gd name="connsiteX35" fmla="*/ 906449 w 2790908"/>
              <a:gd name="connsiteY35" fmla="*/ 161530 h 833476"/>
              <a:gd name="connsiteX36" fmla="*/ 938254 w 2790908"/>
              <a:gd name="connsiteY36" fmla="*/ 113822 h 833476"/>
              <a:gd name="connsiteX37" fmla="*/ 946206 w 2790908"/>
              <a:gd name="connsiteY37" fmla="*/ 137676 h 833476"/>
              <a:gd name="connsiteX38" fmla="*/ 970060 w 2790908"/>
              <a:gd name="connsiteY38" fmla="*/ 74065 h 833476"/>
              <a:gd name="connsiteX39" fmla="*/ 985962 w 2790908"/>
              <a:gd name="connsiteY39" fmla="*/ 137676 h 833476"/>
              <a:gd name="connsiteX40" fmla="*/ 993914 w 2790908"/>
              <a:gd name="connsiteY40" fmla="*/ 193335 h 833476"/>
              <a:gd name="connsiteX41" fmla="*/ 1009816 w 2790908"/>
              <a:gd name="connsiteY41" fmla="*/ 241043 h 833476"/>
              <a:gd name="connsiteX42" fmla="*/ 1017767 w 2790908"/>
              <a:gd name="connsiteY42" fmla="*/ 209238 h 833476"/>
              <a:gd name="connsiteX43" fmla="*/ 1033670 w 2790908"/>
              <a:gd name="connsiteY43" fmla="*/ 185384 h 833476"/>
              <a:gd name="connsiteX44" fmla="*/ 1041621 w 2790908"/>
              <a:gd name="connsiteY44" fmla="*/ 161530 h 833476"/>
              <a:gd name="connsiteX45" fmla="*/ 1073427 w 2790908"/>
              <a:gd name="connsiteY45" fmla="*/ 209238 h 833476"/>
              <a:gd name="connsiteX46" fmla="*/ 1081378 w 2790908"/>
              <a:gd name="connsiteY46" fmla="*/ 248994 h 833476"/>
              <a:gd name="connsiteX47" fmla="*/ 1097280 w 2790908"/>
              <a:gd name="connsiteY47" fmla="*/ 392118 h 833476"/>
              <a:gd name="connsiteX48" fmla="*/ 1105232 w 2790908"/>
              <a:gd name="connsiteY48" fmla="*/ 415972 h 833476"/>
              <a:gd name="connsiteX49" fmla="*/ 1113183 w 2790908"/>
              <a:gd name="connsiteY49" fmla="*/ 447777 h 833476"/>
              <a:gd name="connsiteX50" fmla="*/ 1129086 w 2790908"/>
              <a:gd name="connsiteY50" fmla="*/ 471631 h 833476"/>
              <a:gd name="connsiteX51" fmla="*/ 1137037 w 2790908"/>
              <a:gd name="connsiteY51" fmla="*/ 590900 h 833476"/>
              <a:gd name="connsiteX52" fmla="*/ 1144988 w 2790908"/>
              <a:gd name="connsiteY52" fmla="*/ 630657 h 833476"/>
              <a:gd name="connsiteX53" fmla="*/ 1157791 w 2790908"/>
              <a:gd name="connsiteY53" fmla="*/ 833476 h 833476"/>
              <a:gd name="connsiteX54" fmla="*/ 1176794 w 2790908"/>
              <a:gd name="connsiteY54" fmla="*/ 765829 h 833476"/>
              <a:gd name="connsiteX55" fmla="*/ 1192696 w 2790908"/>
              <a:gd name="connsiteY55" fmla="*/ 678365 h 833476"/>
              <a:gd name="connsiteX56" fmla="*/ 1200647 w 2790908"/>
              <a:gd name="connsiteY56" fmla="*/ 646559 h 833476"/>
              <a:gd name="connsiteX57" fmla="*/ 1208599 w 2790908"/>
              <a:gd name="connsiteY57" fmla="*/ 670413 h 833476"/>
              <a:gd name="connsiteX58" fmla="*/ 1224501 w 2790908"/>
              <a:gd name="connsiteY58" fmla="*/ 710170 h 833476"/>
              <a:gd name="connsiteX59" fmla="*/ 1240404 w 2790908"/>
              <a:gd name="connsiteY59" fmla="*/ 686316 h 833476"/>
              <a:gd name="connsiteX60" fmla="*/ 1248355 w 2790908"/>
              <a:gd name="connsiteY60" fmla="*/ 654511 h 833476"/>
              <a:gd name="connsiteX61" fmla="*/ 1272209 w 2790908"/>
              <a:gd name="connsiteY61" fmla="*/ 670413 h 833476"/>
              <a:gd name="connsiteX62" fmla="*/ 1280160 w 2790908"/>
              <a:gd name="connsiteY62" fmla="*/ 702218 h 833476"/>
              <a:gd name="connsiteX63" fmla="*/ 1288112 w 2790908"/>
              <a:gd name="connsiteY63" fmla="*/ 678365 h 833476"/>
              <a:gd name="connsiteX64" fmla="*/ 1296063 w 2790908"/>
              <a:gd name="connsiteY64" fmla="*/ 702218 h 833476"/>
              <a:gd name="connsiteX65" fmla="*/ 1311966 w 2790908"/>
              <a:gd name="connsiteY65" fmla="*/ 734024 h 833476"/>
              <a:gd name="connsiteX66" fmla="*/ 1327868 w 2790908"/>
              <a:gd name="connsiteY66" fmla="*/ 710170 h 833476"/>
              <a:gd name="connsiteX67" fmla="*/ 1335820 w 2790908"/>
              <a:gd name="connsiteY67" fmla="*/ 670413 h 833476"/>
              <a:gd name="connsiteX68" fmla="*/ 1359674 w 2790908"/>
              <a:gd name="connsiteY68" fmla="*/ 718121 h 833476"/>
              <a:gd name="connsiteX69" fmla="*/ 1391479 w 2790908"/>
              <a:gd name="connsiteY69" fmla="*/ 670413 h 833476"/>
              <a:gd name="connsiteX70" fmla="*/ 1415333 w 2790908"/>
              <a:gd name="connsiteY70" fmla="*/ 702218 h 833476"/>
              <a:gd name="connsiteX71" fmla="*/ 1423284 w 2790908"/>
              <a:gd name="connsiteY71" fmla="*/ 662462 h 833476"/>
              <a:gd name="connsiteX72" fmla="*/ 1447138 w 2790908"/>
              <a:gd name="connsiteY72" fmla="*/ 654511 h 833476"/>
              <a:gd name="connsiteX73" fmla="*/ 1455089 w 2790908"/>
              <a:gd name="connsiteY73" fmla="*/ 702218 h 833476"/>
              <a:gd name="connsiteX74" fmla="*/ 1463040 w 2790908"/>
              <a:gd name="connsiteY74" fmla="*/ 678365 h 833476"/>
              <a:gd name="connsiteX75" fmla="*/ 1494846 w 2790908"/>
              <a:gd name="connsiteY75" fmla="*/ 694267 h 833476"/>
              <a:gd name="connsiteX76" fmla="*/ 1502797 w 2790908"/>
              <a:gd name="connsiteY76" fmla="*/ 598852 h 833476"/>
              <a:gd name="connsiteX77" fmla="*/ 1534602 w 2790908"/>
              <a:gd name="connsiteY77" fmla="*/ 686316 h 833476"/>
              <a:gd name="connsiteX78" fmla="*/ 1550505 w 2790908"/>
              <a:gd name="connsiteY78" fmla="*/ 710170 h 833476"/>
              <a:gd name="connsiteX79" fmla="*/ 1606164 w 2790908"/>
              <a:gd name="connsiteY79" fmla="*/ 686316 h 833476"/>
              <a:gd name="connsiteX80" fmla="*/ 1653872 w 2790908"/>
              <a:gd name="connsiteY80" fmla="*/ 678365 h 833476"/>
              <a:gd name="connsiteX81" fmla="*/ 1669774 w 2790908"/>
              <a:gd name="connsiteY81" fmla="*/ 622705 h 833476"/>
              <a:gd name="connsiteX82" fmla="*/ 1685677 w 2790908"/>
              <a:gd name="connsiteY82" fmla="*/ 479582 h 833476"/>
              <a:gd name="connsiteX83" fmla="*/ 1701580 w 2790908"/>
              <a:gd name="connsiteY83" fmla="*/ 431874 h 833476"/>
              <a:gd name="connsiteX84" fmla="*/ 1709531 w 2790908"/>
              <a:gd name="connsiteY84" fmla="*/ 288751 h 833476"/>
              <a:gd name="connsiteX85" fmla="*/ 1745785 w 2790908"/>
              <a:gd name="connsiteY85" fmla="*/ 345884 h 833476"/>
              <a:gd name="connsiteX86" fmla="*/ 1758990 w 2790908"/>
              <a:gd name="connsiteY86" fmla="*/ 216996 h 833476"/>
              <a:gd name="connsiteX87" fmla="*/ 1757239 w 2790908"/>
              <a:gd name="connsiteY87" fmla="*/ 113822 h 833476"/>
              <a:gd name="connsiteX88" fmla="*/ 1765190 w 2790908"/>
              <a:gd name="connsiteY88" fmla="*/ 66114 h 833476"/>
              <a:gd name="connsiteX89" fmla="*/ 1804947 w 2790908"/>
              <a:gd name="connsiteY89" fmla="*/ 89968 h 833476"/>
              <a:gd name="connsiteX90" fmla="*/ 1812898 w 2790908"/>
              <a:gd name="connsiteY90" fmla="*/ 137676 h 833476"/>
              <a:gd name="connsiteX91" fmla="*/ 1828800 w 2790908"/>
              <a:gd name="connsiteY91" fmla="*/ 264897 h 833476"/>
              <a:gd name="connsiteX92" fmla="*/ 1852654 w 2790908"/>
              <a:gd name="connsiteY92" fmla="*/ 256945 h 833476"/>
              <a:gd name="connsiteX93" fmla="*/ 1860606 w 2790908"/>
              <a:gd name="connsiteY93" fmla="*/ 233092 h 833476"/>
              <a:gd name="connsiteX94" fmla="*/ 1876508 w 2790908"/>
              <a:gd name="connsiteY94" fmla="*/ 209238 h 833476"/>
              <a:gd name="connsiteX95" fmla="*/ 1884460 w 2790908"/>
              <a:gd name="connsiteY95" fmla="*/ 177432 h 833476"/>
              <a:gd name="connsiteX96" fmla="*/ 1900362 w 2790908"/>
              <a:gd name="connsiteY96" fmla="*/ 129725 h 833476"/>
              <a:gd name="connsiteX97" fmla="*/ 1924216 w 2790908"/>
              <a:gd name="connsiteY97" fmla="*/ 153578 h 833476"/>
              <a:gd name="connsiteX98" fmla="*/ 1932167 w 2790908"/>
              <a:gd name="connsiteY98" fmla="*/ 177432 h 833476"/>
              <a:gd name="connsiteX99" fmla="*/ 1979875 w 2790908"/>
              <a:gd name="connsiteY99" fmla="*/ 161530 h 833476"/>
              <a:gd name="connsiteX100" fmla="*/ 1988228 w 2790908"/>
              <a:gd name="connsiteY100" fmla="*/ 4171 h 833476"/>
              <a:gd name="connsiteX101" fmla="*/ 1989578 w 2790908"/>
              <a:gd name="connsiteY101" fmla="*/ 58163 h 833476"/>
              <a:gd name="connsiteX102" fmla="*/ 1995778 w 2790908"/>
              <a:gd name="connsiteY102" fmla="*/ 193335 h 833476"/>
              <a:gd name="connsiteX103" fmla="*/ 2003729 w 2790908"/>
              <a:gd name="connsiteY103" fmla="*/ 256945 h 833476"/>
              <a:gd name="connsiteX104" fmla="*/ 2014781 w 2790908"/>
              <a:gd name="connsiteY104" fmla="*/ 354924 h 833476"/>
              <a:gd name="connsiteX105" fmla="*/ 2035534 w 2790908"/>
              <a:gd name="connsiteY105" fmla="*/ 201286 h 833476"/>
              <a:gd name="connsiteX106" fmla="*/ 2043486 w 2790908"/>
              <a:gd name="connsiteY106" fmla="*/ 145627 h 833476"/>
              <a:gd name="connsiteX107" fmla="*/ 2059388 w 2790908"/>
              <a:gd name="connsiteY107" fmla="*/ 177432 h 833476"/>
              <a:gd name="connsiteX108" fmla="*/ 2122999 w 2790908"/>
              <a:gd name="connsiteY108" fmla="*/ 177432 h 833476"/>
              <a:gd name="connsiteX109" fmla="*/ 2146853 w 2790908"/>
              <a:gd name="connsiteY109" fmla="*/ 185384 h 833476"/>
              <a:gd name="connsiteX110" fmla="*/ 2178658 w 2790908"/>
              <a:gd name="connsiteY110" fmla="*/ 169481 h 833476"/>
              <a:gd name="connsiteX111" fmla="*/ 2194560 w 2790908"/>
              <a:gd name="connsiteY111" fmla="*/ 201286 h 833476"/>
              <a:gd name="connsiteX112" fmla="*/ 2210463 w 2790908"/>
              <a:gd name="connsiteY112" fmla="*/ 225140 h 833476"/>
              <a:gd name="connsiteX113" fmla="*/ 2218414 w 2790908"/>
              <a:gd name="connsiteY113" fmla="*/ 256945 h 833476"/>
              <a:gd name="connsiteX114" fmla="*/ 2234317 w 2790908"/>
              <a:gd name="connsiteY114" fmla="*/ 288751 h 833476"/>
              <a:gd name="connsiteX115" fmla="*/ 2242268 w 2790908"/>
              <a:gd name="connsiteY115" fmla="*/ 352361 h 833476"/>
              <a:gd name="connsiteX116" fmla="*/ 2250220 w 2790908"/>
              <a:gd name="connsiteY116" fmla="*/ 392118 h 833476"/>
              <a:gd name="connsiteX117" fmla="*/ 2258171 w 2790908"/>
              <a:gd name="connsiteY117" fmla="*/ 479582 h 833476"/>
              <a:gd name="connsiteX118" fmla="*/ 2266122 w 2790908"/>
              <a:gd name="connsiteY118" fmla="*/ 519338 h 833476"/>
              <a:gd name="connsiteX119" fmla="*/ 2274074 w 2790908"/>
              <a:gd name="connsiteY119" fmla="*/ 590900 h 833476"/>
              <a:gd name="connsiteX120" fmla="*/ 2289976 w 2790908"/>
              <a:gd name="connsiteY120" fmla="*/ 622705 h 833476"/>
              <a:gd name="connsiteX121" fmla="*/ 2297927 w 2790908"/>
              <a:gd name="connsiteY121" fmla="*/ 646559 h 833476"/>
              <a:gd name="connsiteX122" fmla="*/ 2313830 w 2790908"/>
              <a:gd name="connsiteY122" fmla="*/ 749926 h 833476"/>
              <a:gd name="connsiteX123" fmla="*/ 2321781 w 2790908"/>
              <a:gd name="connsiteY123" fmla="*/ 789683 h 833476"/>
              <a:gd name="connsiteX124" fmla="*/ 2353587 w 2790908"/>
              <a:gd name="connsiteY124" fmla="*/ 781732 h 833476"/>
              <a:gd name="connsiteX125" fmla="*/ 2401294 w 2790908"/>
              <a:gd name="connsiteY125" fmla="*/ 765829 h 833476"/>
              <a:gd name="connsiteX126" fmla="*/ 2409246 w 2790908"/>
              <a:gd name="connsiteY126" fmla="*/ 741975 h 833476"/>
              <a:gd name="connsiteX127" fmla="*/ 2417197 w 2790908"/>
              <a:gd name="connsiteY127" fmla="*/ 710170 h 833476"/>
              <a:gd name="connsiteX128" fmla="*/ 2472856 w 2790908"/>
              <a:gd name="connsiteY128" fmla="*/ 638608 h 833476"/>
              <a:gd name="connsiteX129" fmla="*/ 2496710 w 2790908"/>
              <a:gd name="connsiteY129" fmla="*/ 590900 h 833476"/>
              <a:gd name="connsiteX130" fmla="*/ 2512613 w 2790908"/>
              <a:gd name="connsiteY130" fmla="*/ 622705 h 833476"/>
              <a:gd name="connsiteX131" fmla="*/ 2520564 w 2790908"/>
              <a:gd name="connsiteY131" fmla="*/ 694267 h 833476"/>
              <a:gd name="connsiteX132" fmla="*/ 2528515 w 2790908"/>
              <a:gd name="connsiteY132" fmla="*/ 670413 h 833476"/>
              <a:gd name="connsiteX133" fmla="*/ 2544418 w 2790908"/>
              <a:gd name="connsiteY133" fmla="*/ 646559 h 833476"/>
              <a:gd name="connsiteX134" fmla="*/ 2568272 w 2790908"/>
              <a:gd name="connsiteY134" fmla="*/ 662462 h 833476"/>
              <a:gd name="connsiteX135" fmla="*/ 2600077 w 2790908"/>
              <a:gd name="connsiteY135" fmla="*/ 670413 h 833476"/>
              <a:gd name="connsiteX136" fmla="*/ 2623931 w 2790908"/>
              <a:gd name="connsiteY136" fmla="*/ 678365 h 833476"/>
              <a:gd name="connsiteX137" fmla="*/ 2655736 w 2790908"/>
              <a:gd name="connsiteY137" fmla="*/ 670413 h 833476"/>
              <a:gd name="connsiteX138" fmla="*/ 2671639 w 2790908"/>
              <a:gd name="connsiteY138" fmla="*/ 638608 h 833476"/>
              <a:gd name="connsiteX139" fmla="*/ 2695493 w 2790908"/>
              <a:gd name="connsiteY139" fmla="*/ 662462 h 833476"/>
              <a:gd name="connsiteX140" fmla="*/ 2743200 w 2790908"/>
              <a:gd name="connsiteY140" fmla="*/ 670413 h 833476"/>
              <a:gd name="connsiteX141" fmla="*/ 2790908 w 2790908"/>
              <a:gd name="connsiteY141" fmla="*/ 686316 h 833476"/>
              <a:gd name="connsiteX0" fmla="*/ 0 w 2790908"/>
              <a:gd name="connsiteY0" fmla="*/ 670413 h 833476"/>
              <a:gd name="connsiteX1" fmla="*/ 47708 w 2790908"/>
              <a:gd name="connsiteY1" fmla="*/ 662462 h 833476"/>
              <a:gd name="connsiteX2" fmla="*/ 55660 w 2790908"/>
              <a:gd name="connsiteY2" fmla="*/ 686316 h 833476"/>
              <a:gd name="connsiteX3" fmla="*/ 87465 w 2790908"/>
              <a:gd name="connsiteY3" fmla="*/ 678365 h 833476"/>
              <a:gd name="connsiteX4" fmla="*/ 111319 w 2790908"/>
              <a:gd name="connsiteY4" fmla="*/ 662462 h 833476"/>
              <a:gd name="connsiteX5" fmla="*/ 174929 w 2790908"/>
              <a:gd name="connsiteY5" fmla="*/ 678365 h 833476"/>
              <a:gd name="connsiteX6" fmla="*/ 206734 w 2790908"/>
              <a:gd name="connsiteY6" fmla="*/ 686316 h 833476"/>
              <a:gd name="connsiteX7" fmla="*/ 238540 w 2790908"/>
              <a:gd name="connsiteY7" fmla="*/ 694267 h 833476"/>
              <a:gd name="connsiteX8" fmla="*/ 262394 w 2790908"/>
              <a:gd name="connsiteY8" fmla="*/ 694267 h 833476"/>
              <a:gd name="connsiteX9" fmla="*/ 286247 w 2790908"/>
              <a:gd name="connsiteY9" fmla="*/ 702218 h 833476"/>
              <a:gd name="connsiteX10" fmla="*/ 310101 w 2790908"/>
              <a:gd name="connsiteY10" fmla="*/ 694267 h 833476"/>
              <a:gd name="connsiteX11" fmla="*/ 349858 w 2790908"/>
              <a:gd name="connsiteY11" fmla="*/ 670413 h 833476"/>
              <a:gd name="connsiteX12" fmla="*/ 405517 w 2790908"/>
              <a:gd name="connsiteY12" fmla="*/ 702218 h 833476"/>
              <a:gd name="connsiteX13" fmla="*/ 413468 w 2790908"/>
              <a:gd name="connsiteY13" fmla="*/ 678365 h 833476"/>
              <a:gd name="connsiteX14" fmla="*/ 461176 w 2790908"/>
              <a:gd name="connsiteY14" fmla="*/ 686316 h 833476"/>
              <a:gd name="connsiteX15" fmla="*/ 492981 w 2790908"/>
              <a:gd name="connsiteY15" fmla="*/ 726072 h 833476"/>
              <a:gd name="connsiteX16" fmla="*/ 508884 w 2790908"/>
              <a:gd name="connsiteY16" fmla="*/ 702218 h 833476"/>
              <a:gd name="connsiteX17" fmla="*/ 516835 w 2790908"/>
              <a:gd name="connsiteY17" fmla="*/ 678365 h 833476"/>
              <a:gd name="connsiteX18" fmla="*/ 540689 w 2790908"/>
              <a:gd name="connsiteY18" fmla="*/ 670413 h 833476"/>
              <a:gd name="connsiteX19" fmla="*/ 564543 w 2790908"/>
              <a:gd name="connsiteY19" fmla="*/ 654511 h 833476"/>
              <a:gd name="connsiteX20" fmla="*/ 572494 w 2790908"/>
              <a:gd name="connsiteY20" fmla="*/ 519338 h 833476"/>
              <a:gd name="connsiteX21" fmla="*/ 588397 w 2790908"/>
              <a:gd name="connsiteY21" fmla="*/ 495485 h 833476"/>
              <a:gd name="connsiteX22" fmla="*/ 596348 w 2790908"/>
              <a:gd name="connsiteY22" fmla="*/ 463679 h 833476"/>
              <a:gd name="connsiteX23" fmla="*/ 598100 w 2790908"/>
              <a:gd name="connsiteY23" fmla="*/ 253611 h 833476"/>
              <a:gd name="connsiteX24" fmla="*/ 604300 w 2790908"/>
              <a:gd name="connsiteY24" fmla="*/ 217189 h 833476"/>
              <a:gd name="connsiteX25" fmla="*/ 625053 w 2790908"/>
              <a:gd name="connsiteY25" fmla="*/ 76505 h 833476"/>
              <a:gd name="connsiteX26" fmla="*/ 644056 w 2790908"/>
              <a:gd name="connsiteY26" fmla="*/ 110294 h 833476"/>
              <a:gd name="connsiteX27" fmla="*/ 687314 w 2790908"/>
              <a:gd name="connsiteY27" fmla="*/ 40978 h 833476"/>
              <a:gd name="connsiteX28" fmla="*/ 707667 w 2790908"/>
              <a:gd name="connsiteY28" fmla="*/ 105871 h 833476"/>
              <a:gd name="connsiteX29" fmla="*/ 723569 w 2790908"/>
              <a:gd name="connsiteY29" fmla="*/ 129725 h 833476"/>
              <a:gd name="connsiteX30" fmla="*/ 755374 w 2790908"/>
              <a:gd name="connsiteY30" fmla="*/ 177432 h 833476"/>
              <a:gd name="connsiteX31" fmla="*/ 779228 w 2790908"/>
              <a:gd name="connsiteY31" fmla="*/ 161530 h 833476"/>
              <a:gd name="connsiteX32" fmla="*/ 818985 w 2790908"/>
              <a:gd name="connsiteY32" fmla="*/ 129725 h 833476"/>
              <a:gd name="connsiteX33" fmla="*/ 842839 w 2790908"/>
              <a:gd name="connsiteY33" fmla="*/ 145627 h 833476"/>
              <a:gd name="connsiteX34" fmla="*/ 874644 w 2790908"/>
              <a:gd name="connsiteY34" fmla="*/ 137676 h 833476"/>
              <a:gd name="connsiteX35" fmla="*/ 906449 w 2790908"/>
              <a:gd name="connsiteY35" fmla="*/ 161530 h 833476"/>
              <a:gd name="connsiteX36" fmla="*/ 938254 w 2790908"/>
              <a:gd name="connsiteY36" fmla="*/ 113822 h 833476"/>
              <a:gd name="connsiteX37" fmla="*/ 946206 w 2790908"/>
              <a:gd name="connsiteY37" fmla="*/ 137676 h 833476"/>
              <a:gd name="connsiteX38" fmla="*/ 970060 w 2790908"/>
              <a:gd name="connsiteY38" fmla="*/ 74065 h 833476"/>
              <a:gd name="connsiteX39" fmla="*/ 985962 w 2790908"/>
              <a:gd name="connsiteY39" fmla="*/ 137676 h 833476"/>
              <a:gd name="connsiteX40" fmla="*/ 993914 w 2790908"/>
              <a:gd name="connsiteY40" fmla="*/ 193335 h 833476"/>
              <a:gd name="connsiteX41" fmla="*/ 1009816 w 2790908"/>
              <a:gd name="connsiteY41" fmla="*/ 241043 h 833476"/>
              <a:gd name="connsiteX42" fmla="*/ 1017767 w 2790908"/>
              <a:gd name="connsiteY42" fmla="*/ 209238 h 833476"/>
              <a:gd name="connsiteX43" fmla="*/ 1033670 w 2790908"/>
              <a:gd name="connsiteY43" fmla="*/ 185384 h 833476"/>
              <a:gd name="connsiteX44" fmla="*/ 1041621 w 2790908"/>
              <a:gd name="connsiteY44" fmla="*/ 161530 h 833476"/>
              <a:gd name="connsiteX45" fmla="*/ 1073427 w 2790908"/>
              <a:gd name="connsiteY45" fmla="*/ 209238 h 833476"/>
              <a:gd name="connsiteX46" fmla="*/ 1081378 w 2790908"/>
              <a:gd name="connsiteY46" fmla="*/ 248994 h 833476"/>
              <a:gd name="connsiteX47" fmla="*/ 1097280 w 2790908"/>
              <a:gd name="connsiteY47" fmla="*/ 392118 h 833476"/>
              <a:gd name="connsiteX48" fmla="*/ 1105232 w 2790908"/>
              <a:gd name="connsiteY48" fmla="*/ 415972 h 833476"/>
              <a:gd name="connsiteX49" fmla="*/ 1113183 w 2790908"/>
              <a:gd name="connsiteY49" fmla="*/ 447777 h 833476"/>
              <a:gd name="connsiteX50" fmla="*/ 1129086 w 2790908"/>
              <a:gd name="connsiteY50" fmla="*/ 471631 h 833476"/>
              <a:gd name="connsiteX51" fmla="*/ 1137037 w 2790908"/>
              <a:gd name="connsiteY51" fmla="*/ 590900 h 833476"/>
              <a:gd name="connsiteX52" fmla="*/ 1144988 w 2790908"/>
              <a:gd name="connsiteY52" fmla="*/ 630657 h 833476"/>
              <a:gd name="connsiteX53" fmla="*/ 1157791 w 2790908"/>
              <a:gd name="connsiteY53" fmla="*/ 833476 h 833476"/>
              <a:gd name="connsiteX54" fmla="*/ 1176794 w 2790908"/>
              <a:gd name="connsiteY54" fmla="*/ 765829 h 833476"/>
              <a:gd name="connsiteX55" fmla="*/ 1192696 w 2790908"/>
              <a:gd name="connsiteY55" fmla="*/ 678365 h 833476"/>
              <a:gd name="connsiteX56" fmla="*/ 1200647 w 2790908"/>
              <a:gd name="connsiteY56" fmla="*/ 646559 h 833476"/>
              <a:gd name="connsiteX57" fmla="*/ 1208599 w 2790908"/>
              <a:gd name="connsiteY57" fmla="*/ 670413 h 833476"/>
              <a:gd name="connsiteX58" fmla="*/ 1224501 w 2790908"/>
              <a:gd name="connsiteY58" fmla="*/ 710170 h 833476"/>
              <a:gd name="connsiteX59" fmla="*/ 1240404 w 2790908"/>
              <a:gd name="connsiteY59" fmla="*/ 686316 h 833476"/>
              <a:gd name="connsiteX60" fmla="*/ 1248355 w 2790908"/>
              <a:gd name="connsiteY60" fmla="*/ 654511 h 833476"/>
              <a:gd name="connsiteX61" fmla="*/ 1272209 w 2790908"/>
              <a:gd name="connsiteY61" fmla="*/ 670413 h 833476"/>
              <a:gd name="connsiteX62" fmla="*/ 1280160 w 2790908"/>
              <a:gd name="connsiteY62" fmla="*/ 702218 h 833476"/>
              <a:gd name="connsiteX63" fmla="*/ 1288112 w 2790908"/>
              <a:gd name="connsiteY63" fmla="*/ 678365 h 833476"/>
              <a:gd name="connsiteX64" fmla="*/ 1296063 w 2790908"/>
              <a:gd name="connsiteY64" fmla="*/ 702218 h 833476"/>
              <a:gd name="connsiteX65" fmla="*/ 1311966 w 2790908"/>
              <a:gd name="connsiteY65" fmla="*/ 734024 h 833476"/>
              <a:gd name="connsiteX66" fmla="*/ 1327868 w 2790908"/>
              <a:gd name="connsiteY66" fmla="*/ 710170 h 833476"/>
              <a:gd name="connsiteX67" fmla="*/ 1335820 w 2790908"/>
              <a:gd name="connsiteY67" fmla="*/ 670413 h 833476"/>
              <a:gd name="connsiteX68" fmla="*/ 1359674 w 2790908"/>
              <a:gd name="connsiteY68" fmla="*/ 718121 h 833476"/>
              <a:gd name="connsiteX69" fmla="*/ 1391479 w 2790908"/>
              <a:gd name="connsiteY69" fmla="*/ 670413 h 833476"/>
              <a:gd name="connsiteX70" fmla="*/ 1415333 w 2790908"/>
              <a:gd name="connsiteY70" fmla="*/ 702218 h 833476"/>
              <a:gd name="connsiteX71" fmla="*/ 1423284 w 2790908"/>
              <a:gd name="connsiteY71" fmla="*/ 662462 h 833476"/>
              <a:gd name="connsiteX72" fmla="*/ 1447138 w 2790908"/>
              <a:gd name="connsiteY72" fmla="*/ 654511 h 833476"/>
              <a:gd name="connsiteX73" fmla="*/ 1455089 w 2790908"/>
              <a:gd name="connsiteY73" fmla="*/ 702218 h 833476"/>
              <a:gd name="connsiteX74" fmla="*/ 1463040 w 2790908"/>
              <a:gd name="connsiteY74" fmla="*/ 678365 h 833476"/>
              <a:gd name="connsiteX75" fmla="*/ 1494846 w 2790908"/>
              <a:gd name="connsiteY75" fmla="*/ 694267 h 833476"/>
              <a:gd name="connsiteX76" fmla="*/ 1502797 w 2790908"/>
              <a:gd name="connsiteY76" fmla="*/ 598852 h 833476"/>
              <a:gd name="connsiteX77" fmla="*/ 1534602 w 2790908"/>
              <a:gd name="connsiteY77" fmla="*/ 686316 h 833476"/>
              <a:gd name="connsiteX78" fmla="*/ 1550505 w 2790908"/>
              <a:gd name="connsiteY78" fmla="*/ 710170 h 833476"/>
              <a:gd name="connsiteX79" fmla="*/ 1606164 w 2790908"/>
              <a:gd name="connsiteY79" fmla="*/ 686316 h 833476"/>
              <a:gd name="connsiteX80" fmla="*/ 1653872 w 2790908"/>
              <a:gd name="connsiteY80" fmla="*/ 678365 h 833476"/>
              <a:gd name="connsiteX81" fmla="*/ 1669774 w 2790908"/>
              <a:gd name="connsiteY81" fmla="*/ 622705 h 833476"/>
              <a:gd name="connsiteX82" fmla="*/ 1685677 w 2790908"/>
              <a:gd name="connsiteY82" fmla="*/ 479582 h 833476"/>
              <a:gd name="connsiteX83" fmla="*/ 1701580 w 2790908"/>
              <a:gd name="connsiteY83" fmla="*/ 431874 h 833476"/>
              <a:gd name="connsiteX84" fmla="*/ 1709531 w 2790908"/>
              <a:gd name="connsiteY84" fmla="*/ 288751 h 833476"/>
              <a:gd name="connsiteX85" fmla="*/ 1745785 w 2790908"/>
              <a:gd name="connsiteY85" fmla="*/ 345884 h 833476"/>
              <a:gd name="connsiteX86" fmla="*/ 1758990 w 2790908"/>
              <a:gd name="connsiteY86" fmla="*/ 216996 h 833476"/>
              <a:gd name="connsiteX87" fmla="*/ 1757239 w 2790908"/>
              <a:gd name="connsiteY87" fmla="*/ 113822 h 833476"/>
              <a:gd name="connsiteX88" fmla="*/ 1779743 w 2790908"/>
              <a:gd name="connsiteY88" fmla="*/ 28411 h 833476"/>
              <a:gd name="connsiteX89" fmla="*/ 1804947 w 2790908"/>
              <a:gd name="connsiteY89" fmla="*/ 89968 h 833476"/>
              <a:gd name="connsiteX90" fmla="*/ 1812898 w 2790908"/>
              <a:gd name="connsiteY90" fmla="*/ 137676 h 833476"/>
              <a:gd name="connsiteX91" fmla="*/ 1828800 w 2790908"/>
              <a:gd name="connsiteY91" fmla="*/ 264897 h 833476"/>
              <a:gd name="connsiteX92" fmla="*/ 1852654 w 2790908"/>
              <a:gd name="connsiteY92" fmla="*/ 256945 h 833476"/>
              <a:gd name="connsiteX93" fmla="*/ 1860606 w 2790908"/>
              <a:gd name="connsiteY93" fmla="*/ 233092 h 833476"/>
              <a:gd name="connsiteX94" fmla="*/ 1876508 w 2790908"/>
              <a:gd name="connsiteY94" fmla="*/ 209238 h 833476"/>
              <a:gd name="connsiteX95" fmla="*/ 1884460 w 2790908"/>
              <a:gd name="connsiteY95" fmla="*/ 177432 h 833476"/>
              <a:gd name="connsiteX96" fmla="*/ 1900362 w 2790908"/>
              <a:gd name="connsiteY96" fmla="*/ 129725 h 833476"/>
              <a:gd name="connsiteX97" fmla="*/ 1924216 w 2790908"/>
              <a:gd name="connsiteY97" fmla="*/ 153578 h 833476"/>
              <a:gd name="connsiteX98" fmla="*/ 1932167 w 2790908"/>
              <a:gd name="connsiteY98" fmla="*/ 177432 h 833476"/>
              <a:gd name="connsiteX99" fmla="*/ 1979875 w 2790908"/>
              <a:gd name="connsiteY99" fmla="*/ 161530 h 833476"/>
              <a:gd name="connsiteX100" fmla="*/ 1988228 w 2790908"/>
              <a:gd name="connsiteY100" fmla="*/ 4171 h 833476"/>
              <a:gd name="connsiteX101" fmla="*/ 1989578 w 2790908"/>
              <a:gd name="connsiteY101" fmla="*/ 58163 h 833476"/>
              <a:gd name="connsiteX102" fmla="*/ 1995778 w 2790908"/>
              <a:gd name="connsiteY102" fmla="*/ 193335 h 833476"/>
              <a:gd name="connsiteX103" fmla="*/ 2003729 w 2790908"/>
              <a:gd name="connsiteY103" fmla="*/ 256945 h 833476"/>
              <a:gd name="connsiteX104" fmla="*/ 2014781 w 2790908"/>
              <a:gd name="connsiteY104" fmla="*/ 354924 h 833476"/>
              <a:gd name="connsiteX105" fmla="*/ 2035534 w 2790908"/>
              <a:gd name="connsiteY105" fmla="*/ 201286 h 833476"/>
              <a:gd name="connsiteX106" fmla="*/ 2043486 w 2790908"/>
              <a:gd name="connsiteY106" fmla="*/ 145627 h 833476"/>
              <a:gd name="connsiteX107" fmla="*/ 2059388 w 2790908"/>
              <a:gd name="connsiteY107" fmla="*/ 177432 h 833476"/>
              <a:gd name="connsiteX108" fmla="*/ 2122999 w 2790908"/>
              <a:gd name="connsiteY108" fmla="*/ 177432 h 833476"/>
              <a:gd name="connsiteX109" fmla="*/ 2146853 w 2790908"/>
              <a:gd name="connsiteY109" fmla="*/ 185384 h 833476"/>
              <a:gd name="connsiteX110" fmla="*/ 2178658 w 2790908"/>
              <a:gd name="connsiteY110" fmla="*/ 169481 h 833476"/>
              <a:gd name="connsiteX111" fmla="*/ 2194560 w 2790908"/>
              <a:gd name="connsiteY111" fmla="*/ 201286 h 833476"/>
              <a:gd name="connsiteX112" fmla="*/ 2210463 w 2790908"/>
              <a:gd name="connsiteY112" fmla="*/ 225140 h 833476"/>
              <a:gd name="connsiteX113" fmla="*/ 2218414 w 2790908"/>
              <a:gd name="connsiteY113" fmla="*/ 256945 h 833476"/>
              <a:gd name="connsiteX114" fmla="*/ 2234317 w 2790908"/>
              <a:gd name="connsiteY114" fmla="*/ 288751 h 833476"/>
              <a:gd name="connsiteX115" fmla="*/ 2242268 w 2790908"/>
              <a:gd name="connsiteY115" fmla="*/ 352361 h 833476"/>
              <a:gd name="connsiteX116" fmla="*/ 2250220 w 2790908"/>
              <a:gd name="connsiteY116" fmla="*/ 392118 h 833476"/>
              <a:gd name="connsiteX117" fmla="*/ 2258171 w 2790908"/>
              <a:gd name="connsiteY117" fmla="*/ 479582 h 833476"/>
              <a:gd name="connsiteX118" fmla="*/ 2266122 w 2790908"/>
              <a:gd name="connsiteY118" fmla="*/ 519338 h 833476"/>
              <a:gd name="connsiteX119" fmla="*/ 2274074 w 2790908"/>
              <a:gd name="connsiteY119" fmla="*/ 590900 h 833476"/>
              <a:gd name="connsiteX120" fmla="*/ 2289976 w 2790908"/>
              <a:gd name="connsiteY120" fmla="*/ 622705 h 833476"/>
              <a:gd name="connsiteX121" fmla="*/ 2297927 w 2790908"/>
              <a:gd name="connsiteY121" fmla="*/ 646559 h 833476"/>
              <a:gd name="connsiteX122" fmla="*/ 2313830 w 2790908"/>
              <a:gd name="connsiteY122" fmla="*/ 749926 h 833476"/>
              <a:gd name="connsiteX123" fmla="*/ 2321781 w 2790908"/>
              <a:gd name="connsiteY123" fmla="*/ 789683 h 833476"/>
              <a:gd name="connsiteX124" fmla="*/ 2353587 w 2790908"/>
              <a:gd name="connsiteY124" fmla="*/ 781732 h 833476"/>
              <a:gd name="connsiteX125" fmla="*/ 2401294 w 2790908"/>
              <a:gd name="connsiteY125" fmla="*/ 765829 h 833476"/>
              <a:gd name="connsiteX126" fmla="*/ 2409246 w 2790908"/>
              <a:gd name="connsiteY126" fmla="*/ 741975 h 833476"/>
              <a:gd name="connsiteX127" fmla="*/ 2417197 w 2790908"/>
              <a:gd name="connsiteY127" fmla="*/ 710170 h 833476"/>
              <a:gd name="connsiteX128" fmla="*/ 2472856 w 2790908"/>
              <a:gd name="connsiteY128" fmla="*/ 638608 h 833476"/>
              <a:gd name="connsiteX129" fmla="*/ 2496710 w 2790908"/>
              <a:gd name="connsiteY129" fmla="*/ 590900 h 833476"/>
              <a:gd name="connsiteX130" fmla="*/ 2512613 w 2790908"/>
              <a:gd name="connsiteY130" fmla="*/ 622705 h 833476"/>
              <a:gd name="connsiteX131" fmla="*/ 2520564 w 2790908"/>
              <a:gd name="connsiteY131" fmla="*/ 694267 h 833476"/>
              <a:gd name="connsiteX132" fmla="*/ 2528515 w 2790908"/>
              <a:gd name="connsiteY132" fmla="*/ 670413 h 833476"/>
              <a:gd name="connsiteX133" fmla="*/ 2544418 w 2790908"/>
              <a:gd name="connsiteY133" fmla="*/ 646559 h 833476"/>
              <a:gd name="connsiteX134" fmla="*/ 2568272 w 2790908"/>
              <a:gd name="connsiteY134" fmla="*/ 662462 h 833476"/>
              <a:gd name="connsiteX135" fmla="*/ 2600077 w 2790908"/>
              <a:gd name="connsiteY135" fmla="*/ 670413 h 833476"/>
              <a:gd name="connsiteX136" fmla="*/ 2623931 w 2790908"/>
              <a:gd name="connsiteY136" fmla="*/ 678365 h 833476"/>
              <a:gd name="connsiteX137" fmla="*/ 2655736 w 2790908"/>
              <a:gd name="connsiteY137" fmla="*/ 670413 h 833476"/>
              <a:gd name="connsiteX138" fmla="*/ 2671639 w 2790908"/>
              <a:gd name="connsiteY138" fmla="*/ 638608 h 833476"/>
              <a:gd name="connsiteX139" fmla="*/ 2695493 w 2790908"/>
              <a:gd name="connsiteY139" fmla="*/ 662462 h 833476"/>
              <a:gd name="connsiteX140" fmla="*/ 2743200 w 2790908"/>
              <a:gd name="connsiteY140" fmla="*/ 670413 h 833476"/>
              <a:gd name="connsiteX141" fmla="*/ 2790908 w 2790908"/>
              <a:gd name="connsiteY141" fmla="*/ 686316 h 833476"/>
              <a:gd name="connsiteX0" fmla="*/ 0 w 2790908"/>
              <a:gd name="connsiteY0" fmla="*/ 670413 h 833476"/>
              <a:gd name="connsiteX1" fmla="*/ 47708 w 2790908"/>
              <a:gd name="connsiteY1" fmla="*/ 662462 h 833476"/>
              <a:gd name="connsiteX2" fmla="*/ 55660 w 2790908"/>
              <a:gd name="connsiteY2" fmla="*/ 686316 h 833476"/>
              <a:gd name="connsiteX3" fmla="*/ 87465 w 2790908"/>
              <a:gd name="connsiteY3" fmla="*/ 678365 h 833476"/>
              <a:gd name="connsiteX4" fmla="*/ 111319 w 2790908"/>
              <a:gd name="connsiteY4" fmla="*/ 662462 h 833476"/>
              <a:gd name="connsiteX5" fmla="*/ 174929 w 2790908"/>
              <a:gd name="connsiteY5" fmla="*/ 678365 h 833476"/>
              <a:gd name="connsiteX6" fmla="*/ 206734 w 2790908"/>
              <a:gd name="connsiteY6" fmla="*/ 686316 h 833476"/>
              <a:gd name="connsiteX7" fmla="*/ 238540 w 2790908"/>
              <a:gd name="connsiteY7" fmla="*/ 694267 h 833476"/>
              <a:gd name="connsiteX8" fmla="*/ 262394 w 2790908"/>
              <a:gd name="connsiteY8" fmla="*/ 694267 h 833476"/>
              <a:gd name="connsiteX9" fmla="*/ 286247 w 2790908"/>
              <a:gd name="connsiteY9" fmla="*/ 702218 h 833476"/>
              <a:gd name="connsiteX10" fmla="*/ 310101 w 2790908"/>
              <a:gd name="connsiteY10" fmla="*/ 694267 h 833476"/>
              <a:gd name="connsiteX11" fmla="*/ 349858 w 2790908"/>
              <a:gd name="connsiteY11" fmla="*/ 670413 h 833476"/>
              <a:gd name="connsiteX12" fmla="*/ 405517 w 2790908"/>
              <a:gd name="connsiteY12" fmla="*/ 702218 h 833476"/>
              <a:gd name="connsiteX13" fmla="*/ 413468 w 2790908"/>
              <a:gd name="connsiteY13" fmla="*/ 678365 h 833476"/>
              <a:gd name="connsiteX14" fmla="*/ 461176 w 2790908"/>
              <a:gd name="connsiteY14" fmla="*/ 686316 h 833476"/>
              <a:gd name="connsiteX15" fmla="*/ 492981 w 2790908"/>
              <a:gd name="connsiteY15" fmla="*/ 726072 h 833476"/>
              <a:gd name="connsiteX16" fmla="*/ 508884 w 2790908"/>
              <a:gd name="connsiteY16" fmla="*/ 702218 h 833476"/>
              <a:gd name="connsiteX17" fmla="*/ 516835 w 2790908"/>
              <a:gd name="connsiteY17" fmla="*/ 678365 h 833476"/>
              <a:gd name="connsiteX18" fmla="*/ 540689 w 2790908"/>
              <a:gd name="connsiteY18" fmla="*/ 670413 h 833476"/>
              <a:gd name="connsiteX19" fmla="*/ 564543 w 2790908"/>
              <a:gd name="connsiteY19" fmla="*/ 654511 h 833476"/>
              <a:gd name="connsiteX20" fmla="*/ 572494 w 2790908"/>
              <a:gd name="connsiteY20" fmla="*/ 519338 h 833476"/>
              <a:gd name="connsiteX21" fmla="*/ 588397 w 2790908"/>
              <a:gd name="connsiteY21" fmla="*/ 495485 h 833476"/>
              <a:gd name="connsiteX22" fmla="*/ 596348 w 2790908"/>
              <a:gd name="connsiteY22" fmla="*/ 463679 h 833476"/>
              <a:gd name="connsiteX23" fmla="*/ 598100 w 2790908"/>
              <a:gd name="connsiteY23" fmla="*/ 253611 h 833476"/>
              <a:gd name="connsiteX24" fmla="*/ 604300 w 2790908"/>
              <a:gd name="connsiteY24" fmla="*/ 217189 h 833476"/>
              <a:gd name="connsiteX25" fmla="*/ 625053 w 2790908"/>
              <a:gd name="connsiteY25" fmla="*/ 76505 h 833476"/>
              <a:gd name="connsiteX26" fmla="*/ 644056 w 2790908"/>
              <a:gd name="connsiteY26" fmla="*/ 110294 h 833476"/>
              <a:gd name="connsiteX27" fmla="*/ 687314 w 2790908"/>
              <a:gd name="connsiteY27" fmla="*/ 40978 h 833476"/>
              <a:gd name="connsiteX28" fmla="*/ 707667 w 2790908"/>
              <a:gd name="connsiteY28" fmla="*/ 105871 h 833476"/>
              <a:gd name="connsiteX29" fmla="*/ 723569 w 2790908"/>
              <a:gd name="connsiteY29" fmla="*/ 129725 h 833476"/>
              <a:gd name="connsiteX30" fmla="*/ 755374 w 2790908"/>
              <a:gd name="connsiteY30" fmla="*/ 177432 h 833476"/>
              <a:gd name="connsiteX31" fmla="*/ 779228 w 2790908"/>
              <a:gd name="connsiteY31" fmla="*/ 161530 h 833476"/>
              <a:gd name="connsiteX32" fmla="*/ 818985 w 2790908"/>
              <a:gd name="connsiteY32" fmla="*/ 129725 h 833476"/>
              <a:gd name="connsiteX33" fmla="*/ 842839 w 2790908"/>
              <a:gd name="connsiteY33" fmla="*/ 145627 h 833476"/>
              <a:gd name="connsiteX34" fmla="*/ 874644 w 2790908"/>
              <a:gd name="connsiteY34" fmla="*/ 137676 h 833476"/>
              <a:gd name="connsiteX35" fmla="*/ 906449 w 2790908"/>
              <a:gd name="connsiteY35" fmla="*/ 161530 h 833476"/>
              <a:gd name="connsiteX36" fmla="*/ 938254 w 2790908"/>
              <a:gd name="connsiteY36" fmla="*/ 113822 h 833476"/>
              <a:gd name="connsiteX37" fmla="*/ 946206 w 2790908"/>
              <a:gd name="connsiteY37" fmla="*/ 137676 h 833476"/>
              <a:gd name="connsiteX38" fmla="*/ 970060 w 2790908"/>
              <a:gd name="connsiteY38" fmla="*/ 74065 h 833476"/>
              <a:gd name="connsiteX39" fmla="*/ 985962 w 2790908"/>
              <a:gd name="connsiteY39" fmla="*/ 137676 h 833476"/>
              <a:gd name="connsiteX40" fmla="*/ 993914 w 2790908"/>
              <a:gd name="connsiteY40" fmla="*/ 193335 h 833476"/>
              <a:gd name="connsiteX41" fmla="*/ 1009816 w 2790908"/>
              <a:gd name="connsiteY41" fmla="*/ 241043 h 833476"/>
              <a:gd name="connsiteX42" fmla="*/ 1017767 w 2790908"/>
              <a:gd name="connsiteY42" fmla="*/ 209238 h 833476"/>
              <a:gd name="connsiteX43" fmla="*/ 1033670 w 2790908"/>
              <a:gd name="connsiteY43" fmla="*/ 185384 h 833476"/>
              <a:gd name="connsiteX44" fmla="*/ 1041621 w 2790908"/>
              <a:gd name="connsiteY44" fmla="*/ 161530 h 833476"/>
              <a:gd name="connsiteX45" fmla="*/ 1073427 w 2790908"/>
              <a:gd name="connsiteY45" fmla="*/ 209238 h 833476"/>
              <a:gd name="connsiteX46" fmla="*/ 1081378 w 2790908"/>
              <a:gd name="connsiteY46" fmla="*/ 248994 h 833476"/>
              <a:gd name="connsiteX47" fmla="*/ 1097280 w 2790908"/>
              <a:gd name="connsiteY47" fmla="*/ 392118 h 833476"/>
              <a:gd name="connsiteX48" fmla="*/ 1105232 w 2790908"/>
              <a:gd name="connsiteY48" fmla="*/ 415972 h 833476"/>
              <a:gd name="connsiteX49" fmla="*/ 1113183 w 2790908"/>
              <a:gd name="connsiteY49" fmla="*/ 447777 h 833476"/>
              <a:gd name="connsiteX50" fmla="*/ 1129086 w 2790908"/>
              <a:gd name="connsiteY50" fmla="*/ 471631 h 833476"/>
              <a:gd name="connsiteX51" fmla="*/ 1137037 w 2790908"/>
              <a:gd name="connsiteY51" fmla="*/ 590900 h 833476"/>
              <a:gd name="connsiteX52" fmla="*/ 1144988 w 2790908"/>
              <a:gd name="connsiteY52" fmla="*/ 630657 h 833476"/>
              <a:gd name="connsiteX53" fmla="*/ 1157791 w 2790908"/>
              <a:gd name="connsiteY53" fmla="*/ 833476 h 833476"/>
              <a:gd name="connsiteX54" fmla="*/ 1176794 w 2790908"/>
              <a:gd name="connsiteY54" fmla="*/ 765829 h 833476"/>
              <a:gd name="connsiteX55" fmla="*/ 1192696 w 2790908"/>
              <a:gd name="connsiteY55" fmla="*/ 678365 h 833476"/>
              <a:gd name="connsiteX56" fmla="*/ 1200647 w 2790908"/>
              <a:gd name="connsiteY56" fmla="*/ 646559 h 833476"/>
              <a:gd name="connsiteX57" fmla="*/ 1208599 w 2790908"/>
              <a:gd name="connsiteY57" fmla="*/ 670413 h 833476"/>
              <a:gd name="connsiteX58" fmla="*/ 1224501 w 2790908"/>
              <a:gd name="connsiteY58" fmla="*/ 710170 h 833476"/>
              <a:gd name="connsiteX59" fmla="*/ 1240404 w 2790908"/>
              <a:gd name="connsiteY59" fmla="*/ 686316 h 833476"/>
              <a:gd name="connsiteX60" fmla="*/ 1248355 w 2790908"/>
              <a:gd name="connsiteY60" fmla="*/ 654511 h 833476"/>
              <a:gd name="connsiteX61" fmla="*/ 1272209 w 2790908"/>
              <a:gd name="connsiteY61" fmla="*/ 670413 h 833476"/>
              <a:gd name="connsiteX62" fmla="*/ 1280160 w 2790908"/>
              <a:gd name="connsiteY62" fmla="*/ 702218 h 833476"/>
              <a:gd name="connsiteX63" fmla="*/ 1288112 w 2790908"/>
              <a:gd name="connsiteY63" fmla="*/ 678365 h 833476"/>
              <a:gd name="connsiteX64" fmla="*/ 1296063 w 2790908"/>
              <a:gd name="connsiteY64" fmla="*/ 702218 h 833476"/>
              <a:gd name="connsiteX65" fmla="*/ 1311966 w 2790908"/>
              <a:gd name="connsiteY65" fmla="*/ 734024 h 833476"/>
              <a:gd name="connsiteX66" fmla="*/ 1327868 w 2790908"/>
              <a:gd name="connsiteY66" fmla="*/ 710170 h 833476"/>
              <a:gd name="connsiteX67" fmla="*/ 1335820 w 2790908"/>
              <a:gd name="connsiteY67" fmla="*/ 670413 h 833476"/>
              <a:gd name="connsiteX68" fmla="*/ 1359674 w 2790908"/>
              <a:gd name="connsiteY68" fmla="*/ 718121 h 833476"/>
              <a:gd name="connsiteX69" fmla="*/ 1391479 w 2790908"/>
              <a:gd name="connsiteY69" fmla="*/ 670413 h 833476"/>
              <a:gd name="connsiteX70" fmla="*/ 1415333 w 2790908"/>
              <a:gd name="connsiteY70" fmla="*/ 702218 h 833476"/>
              <a:gd name="connsiteX71" fmla="*/ 1423284 w 2790908"/>
              <a:gd name="connsiteY71" fmla="*/ 662462 h 833476"/>
              <a:gd name="connsiteX72" fmla="*/ 1447138 w 2790908"/>
              <a:gd name="connsiteY72" fmla="*/ 654511 h 833476"/>
              <a:gd name="connsiteX73" fmla="*/ 1455089 w 2790908"/>
              <a:gd name="connsiteY73" fmla="*/ 702218 h 833476"/>
              <a:gd name="connsiteX74" fmla="*/ 1463040 w 2790908"/>
              <a:gd name="connsiteY74" fmla="*/ 678365 h 833476"/>
              <a:gd name="connsiteX75" fmla="*/ 1494846 w 2790908"/>
              <a:gd name="connsiteY75" fmla="*/ 694267 h 833476"/>
              <a:gd name="connsiteX76" fmla="*/ 1502797 w 2790908"/>
              <a:gd name="connsiteY76" fmla="*/ 598852 h 833476"/>
              <a:gd name="connsiteX77" fmla="*/ 1534602 w 2790908"/>
              <a:gd name="connsiteY77" fmla="*/ 686316 h 833476"/>
              <a:gd name="connsiteX78" fmla="*/ 1550505 w 2790908"/>
              <a:gd name="connsiteY78" fmla="*/ 710170 h 833476"/>
              <a:gd name="connsiteX79" fmla="*/ 1606164 w 2790908"/>
              <a:gd name="connsiteY79" fmla="*/ 686316 h 833476"/>
              <a:gd name="connsiteX80" fmla="*/ 1653872 w 2790908"/>
              <a:gd name="connsiteY80" fmla="*/ 678365 h 833476"/>
              <a:gd name="connsiteX81" fmla="*/ 1669774 w 2790908"/>
              <a:gd name="connsiteY81" fmla="*/ 622705 h 833476"/>
              <a:gd name="connsiteX82" fmla="*/ 1685677 w 2790908"/>
              <a:gd name="connsiteY82" fmla="*/ 479582 h 833476"/>
              <a:gd name="connsiteX83" fmla="*/ 1701580 w 2790908"/>
              <a:gd name="connsiteY83" fmla="*/ 431874 h 833476"/>
              <a:gd name="connsiteX84" fmla="*/ 1709531 w 2790908"/>
              <a:gd name="connsiteY84" fmla="*/ 288751 h 833476"/>
              <a:gd name="connsiteX85" fmla="*/ 1745785 w 2790908"/>
              <a:gd name="connsiteY85" fmla="*/ 345884 h 833476"/>
              <a:gd name="connsiteX86" fmla="*/ 1758990 w 2790908"/>
              <a:gd name="connsiteY86" fmla="*/ 216996 h 833476"/>
              <a:gd name="connsiteX87" fmla="*/ 1757239 w 2790908"/>
              <a:gd name="connsiteY87" fmla="*/ 113822 h 833476"/>
              <a:gd name="connsiteX88" fmla="*/ 1779743 w 2790908"/>
              <a:gd name="connsiteY88" fmla="*/ 28411 h 833476"/>
              <a:gd name="connsiteX89" fmla="*/ 1804947 w 2790908"/>
              <a:gd name="connsiteY89" fmla="*/ 89968 h 833476"/>
              <a:gd name="connsiteX90" fmla="*/ 1812898 w 2790908"/>
              <a:gd name="connsiteY90" fmla="*/ 137676 h 833476"/>
              <a:gd name="connsiteX91" fmla="*/ 1828800 w 2790908"/>
              <a:gd name="connsiteY91" fmla="*/ 264897 h 833476"/>
              <a:gd name="connsiteX92" fmla="*/ 1847803 w 2790908"/>
              <a:gd name="connsiteY92" fmla="*/ 313500 h 833476"/>
              <a:gd name="connsiteX93" fmla="*/ 1860606 w 2790908"/>
              <a:gd name="connsiteY93" fmla="*/ 233092 h 833476"/>
              <a:gd name="connsiteX94" fmla="*/ 1876508 w 2790908"/>
              <a:gd name="connsiteY94" fmla="*/ 209238 h 833476"/>
              <a:gd name="connsiteX95" fmla="*/ 1884460 w 2790908"/>
              <a:gd name="connsiteY95" fmla="*/ 177432 h 833476"/>
              <a:gd name="connsiteX96" fmla="*/ 1900362 w 2790908"/>
              <a:gd name="connsiteY96" fmla="*/ 129725 h 833476"/>
              <a:gd name="connsiteX97" fmla="*/ 1924216 w 2790908"/>
              <a:gd name="connsiteY97" fmla="*/ 153578 h 833476"/>
              <a:gd name="connsiteX98" fmla="*/ 1932167 w 2790908"/>
              <a:gd name="connsiteY98" fmla="*/ 177432 h 833476"/>
              <a:gd name="connsiteX99" fmla="*/ 1979875 w 2790908"/>
              <a:gd name="connsiteY99" fmla="*/ 161530 h 833476"/>
              <a:gd name="connsiteX100" fmla="*/ 1988228 w 2790908"/>
              <a:gd name="connsiteY100" fmla="*/ 4171 h 833476"/>
              <a:gd name="connsiteX101" fmla="*/ 1989578 w 2790908"/>
              <a:gd name="connsiteY101" fmla="*/ 58163 h 833476"/>
              <a:gd name="connsiteX102" fmla="*/ 1995778 w 2790908"/>
              <a:gd name="connsiteY102" fmla="*/ 193335 h 833476"/>
              <a:gd name="connsiteX103" fmla="*/ 2003729 w 2790908"/>
              <a:gd name="connsiteY103" fmla="*/ 256945 h 833476"/>
              <a:gd name="connsiteX104" fmla="*/ 2014781 w 2790908"/>
              <a:gd name="connsiteY104" fmla="*/ 354924 h 833476"/>
              <a:gd name="connsiteX105" fmla="*/ 2035534 w 2790908"/>
              <a:gd name="connsiteY105" fmla="*/ 201286 h 833476"/>
              <a:gd name="connsiteX106" fmla="*/ 2043486 w 2790908"/>
              <a:gd name="connsiteY106" fmla="*/ 145627 h 833476"/>
              <a:gd name="connsiteX107" fmla="*/ 2059388 w 2790908"/>
              <a:gd name="connsiteY107" fmla="*/ 177432 h 833476"/>
              <a:gd name="connsiteX108" fmla="*/ 2122999 w 2790908"/>
              <a:gd name="connsiteY108" fmla="*/ 177432 h 833476"/>
              <a:gd name="connsiteX109" fmla="*/ 2146853 w 2790908"/>
              <a:gd name="connsiteY109" fmla="*/ 185384 h 833476"/>
              <a:gd name="connsiteX110" fmla="*/ 2178658 w 2790908"/>
              <a:gd name="connsiteY110" fmla="*/ 169481 h 833476"/>
              <a:gd name="connsiteX111" fmla="*/ 2194560 w 2790908"/>
              <a:gd name="connsiteY111" fmla="*/ 201286 h 833476"/>
              <a:gd name="connsiteX112" fmla="*/ 2210463 w 2790908"/>
              <a:gd name="connsiteY112" fmla="*/ 225140 h 833476"/>
              <a:gd name="connsiteX113" fmla="*/ 2218414 w 2790908"/>
              <a:gd name="connsiteY113" fmla="*/ 256945 h 833476"/>
              <a:gd name="connsiteX114" fmla="*/ 2234317 w 2790908"/>
              <a:gd name="connsiteY114" fmla="*/ 288751 h 833476"/>
              <a:gd name="connsiteX115" fmla="*/ 2242268 w 2790908"/>
              <a:gd name="connsiteY115" fmla="*/ 352361 h 833476"/>
              <a:gd name="connsiteX116" fmla="*/ 2250220 w 2790908"/>
              <a:gd name="connsiteY116" fmla="*/ 392118 h 833476"/>
              <a:gd name="connsiteX117" fmla="*/ 2258171 w 2790908"/>
              <a:gd name="connsiteY117" fmla="*/ 479582 h 833476"/>
              <a:gd name="connsiteX118" fmla="*/ 2266122 w 2790908"/>
              <a:gd name="connsiteY118" fmla="*/ 519338 h 833476"/>
              <a:gd name="connsiteX119" fmla="*/ 2274074 w 2790908"/>
              <a:gd name="connsiteY119" fmla="*/ 590900 h 833476"/>
              <a:gd name="connsiteX120" fmla="*/ 2289976 w 2790908"/>
              <a:gd name="connsiteY120" fmla="*/ 622705 h 833476"/>
              <a:gd name="connsiteX121" fmla="*/ 2297927 w 2790908"/>
              <a:gd name="connsiteY121" fmla="*/ 646559 h 833476"/>
              <a:gd name="connsiteX122" fmla="*/ 2313830 w 2790908"/>
              <a:gd name="connsiteY122" fmla="*/ 749926 h 833476"/>
              <a:gd name="connsiteX123" fmla="*/ 2321781 w 2790908"/>
              <a:gd name="connsiteY123" fmla="*/ 789683 h 833476"/>
              <a:gd name="connsiteX124" fmla="*/ 2353587 w 2790908"/>
              <a:gd name="connsiteY124" fmla="*/ 781732 h 833476"/>
              <a:gd name="connsiteX125" fmla="*/ 2401294 w 2790908"/>
              <a:gd name="connsiteY125" fmla="*/ 765829 h 833476"/>
              <a:gd name="connsiteX126" fmla="*/ 2409246 w 2790908"/>
              <a:gd name="connsiteY126" fmla="*/ 741975 h 833476"/>
              <a:gd name="connsiteX127" fmla="*/ 2417197 w 2790908"/>
              <a:gd name="connsiteY127" fmla="*/ 710170 h 833476"/>
              <a:gd name="connsiteX128" fmla="*/ 2472856 w 2790908"/>
              <a:gd name="connsiteY128" fmla="*/ 638608 h 833476"/>
              <a:gd name="connsiteX129" fmla="*/ 2496710 w 2790908"/>
              <a:gd name="connsiteY129" fmla="*/ 590900 h 833476"/>
              <a:gd name="connsiteX130" fmla="*/ 2512613 w 2790908"/>
              <a:gd name="connsiteY130" fmla="*/ 622705 h 833476"/>
              <a:gd name="connsiteX131" fmla="*/ 2520564 w 2790908"/>
              <a:gd name="connsiteY131" fmla="*/ 694267 h 833476"/>
              <a:gd name="connsiteX132" fmla="*/ 2528515 w 2790908"/>
              <a:gd name="connsiteY132" fmla="*/ 670413 h 833476"/>
              <a:gd name="connsiteX133" fmla="*/ 2544418 w 2790908"/>
              <a:gd name="connsiteY133" fmla="*/ 646559 h 833476"/>
              <a:gd name="connsiteX134" fmla="*/ 2568272 w 2790908"/>
              <a:gd name="connsiteY134" fmla="*/ 662462 h 833476"/>
              <a:gd name="connsiteX135" fmla="*/ 2600077 w 2790908"/>
              <a:gd name="connsiteY135" fmla="*/ 670413 h 833476"/>
              <a:gd name="connsiteX136" fmla="*/ 2623931 w 2790908"/>
              <a:gd name="connsiteY136" fmla="*/ 678365 h 833476"/>
              <a:gd name="connsiteX137" fmla="*/ 2655736 w 2790908"/>
              <a:gd name="connsiteY137" fmla="*/ 670413 h 833476"/>
              <a:gd name="connsiteX138" fmla="*/ 2671639 w 2790908"/>
              <a:gd name="connsiteY138" fmla="*/ 638608 h 833476"/>
              <a:gd name="connsiteX139" fmla="*/ 2695493 w 2790908"/>
              <a:gd name="connsiteY139" fmla="*/ 662462 h 833476"/>
              <a:gd name="connsiteX140" fmla="*/ 2743200 w 2790908"/>
              <a:gd name="connsiteY140" fmla="*/ 670413 h 833476"/>
              <a:gd name="connsiteX141" fmla="*/ 2790908 w 2790908"/>
              <a:gd name="connsiteY141" fmla="*/ 686316 h 83347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  <a:cxn ang="0">
                <a:pos x="connsiteX54" y="connsiteY54"/>
              </a:cxn>
              <a:cxn ang="0">
                <a:pos x="connsiteX55" y="connsiteY55"/>
              </a:cxn>
              <a:cxn ang="0">
                <a:pos x="connsiteX56" y="connsiteY56"/>
              </a:cxn>
              <a:cxn ang="0">
                <a:pos x="connsiteX57" y="connsiteY57"/>
              </a:cxn>
              <a:cxn ang="0">
                <a:pos x="connsiteX58" y="connsiteY58"/>
              </a:cxn>
              <a:cxn ang="0">
                <a:pos x="connsiteX59" y="connsiteY59"/>
              </a:cxn>
              <a:cxn ang="0">
                <a:pos x="connsiteX60" y="connsiteY60"/>
              </a:cxn>
              <a:cxn ang="0">
                <a:pos x="connsiteX61" y="connsiteY61"/>
              </a:cxn>
              <a:cxn ang="0">
                <a:pos x="connsiteX62" y="connsiteY62"/>
              </a:cxn>
              <a:cxn ang="0">
                <a:pos x="connsiteX63" y="connsiteY63"/>
              </a:cxn>
              <a:cxn ang="0">
                <a:pos x="connsiteX64" y="connsiteY64"/>
              </a:cxn>
              <a:cxn ang="0">
                <a:pos x="connsiteX65" y="connsiteY65"/>
              </a:cxn>
              <a:cxn ang="0">
                <a:pos x="connsiteX66" y="connsiteY66"/>
              </a:cxn>
              <a:cxn ang="0">
                <a:pos x="connsiteX67" y="connsiteY67"/>
              </a:cxn>
              <a:cxn ang="0">
                <a:pos x="connsiteX68" y="connsiteY68"/>
              </a:cxn>
              <a:cxn ang="0">
                <a:pos x="connsiteX69" y="connsiteY69"/>
              </a:cxn>
              <a:cxn ang="0">
                <a:pos x="connsiteX70" y="connsiteY70"/>
              </a:cxn>
              <a:cxn ang="0">
                <a:pos x="connsiteX71" y="connsiteY71"/>
              </a:cxn>
              <a:cxn ang="0">
                <a:pos x="connsiteX72" y="connsiteY72"/>
              </a:cxn>
              <a:cxn ang="0">
                <a:pos x="connsiteX73" y="connsiteY73"/>
              </a:cxn>
              <a:cxn ang="0">
                <a:pos x="connsiteX74" y="connsiteY74"/>
              </a:cxn>
              <a:cxn ang="0">
                <a:pos x="connsiteX75" y="connsiteY75"/>
              </a:cxn>
              <a:cxn ang="0">
                <a:pos x="connsiteX76" y="connsiteY76"/>
              </a:cxn>
              <a:cxn ang="0">
                <a:pos x="connsiteX77" y="connsiteY77"/>
              </a:cxn>
              <a:cxn ang="0">
                <a:pos x="connsiteX78" y="connsiteY78"/>
              </a:cxn>
              <a:cxn ang="0">
                <a:pos x="connsiteX79" y="connsiteY79"/>
              </a:cxn>
              <a:cxn ang="0">
                <a:pos x="connsiteX80" y="connsiteY80"/>
              </a:cxn>
              <a:cxn ang="0">
                <a:pos x="connsiteX81" y="connsiteY81"/>
              </a:cxn>
              <a:cxn ang="0">
                <a:pos x="connsiteX82" y="connsiteY82"/>
              </a:cxn>
              <a:cxn ang="0">
                <a:pos x="connsiteX83" y="connsiteY83"/>
              </a:cxn>
              <a:cxn ang="0">
                <a:pos x="connsiteX84" y="connsiteY84"/>
              </a:cxn>
              <a:cxn ang="0">
                <a:pos x="connsiteX85" y="connsiteY85"/>
              </a:cxn>
              <a:cxn ang="0">
                <a:pos x="connsiteX86" y="connsiteY86"/>
              </a:cxn>
              <a:cxn ang="0">
                <a:pos x="connsiteX87" y="connsiteY87"/>
              </a:cxn>
              <a:cxn ang="0">
                <a:pos x="connsiteX88" y="connsiteY88"/>
              </a:cxn>
              <a:cxn ang="0">
                <a:pos x="connsiteX89" y="connsiteY89"/>
              </a:cxn>
              <a:cxn ang="0">
                <a:pos x="connsiteX90" y="connsiteY90"/>
              </a:cxn>
              <a:cxn ang="0">
                <a:pos x="connsiteX91" y="connsiteY91"/>
              </a:cxn>
              <a:cxn ang="0">
                <a:pos x="connsiteX92" y="connsiteY92"/>
              </a:cxn>
              <a:cxn ang="0">
                <a:pos x="connsiteX93" y="connsiteY93"/>
              </a:cxn>
              <a:cxn ang="0">
                <a:pos x="connsiteX94" y="connsiteY94"/>
              </a:cxn>
              <a:cxn ang="0">
                <a:pos x="connsiteX95" y="connsiteY95"/>
              </a:cxn>
              <a:cxn ang="0">
                <a:pos x="connsiteX96" y="connsiteY96"/>
              </a:cxn>
              <a:cxn ang="0">
                <a:pos x="connsiteX97" y="connsiteY97"/>
              </a:cxn>
              <a:cxn ang="0">
                <a:pos x="connsiteX98" y="connsiteY98"/>
              </a:cxn>
              <a:cxn ang="0">
                <a:pos x="connsiteX99" y="connsiteY99"/>
              </a:cxn>
              <a:cxn ang="0">
                <a:pos x="connsiteX100" y="connsiteY100"/>
              </a:cxn>
              <a:cxn ang="0">
                <a:pos x="connsiteX101" y="connsiteY101"/>
              </a:cxn>
              <a:cxn ang="0">
                <a:pos x="connsiteX102" y="connsiteY102"/>
              </a:cxn>
              <a:cxn ang="0">
                <a:pos x="connsiteX103" y="connsiteY103"/>
              </a:cxn>
              <a:cxn ang="0">
                <a:pos x="connsiteX104" y="connsiteY104"/>
              </a:cxn>
              <a:cxn ang="0">
                <a:pos x="connsiteX105" y="connsiteY105"/>
              </a:cxn>
              <a:cxn ang="0">
                <a:pos x="connsiteX106" y="connsiteY106"/>
              </a:cxn>
              <a:cxn ang="0">
                <a:pos x="connsiteX107" y="connsiteY107"/>
              </a:cxn>
              <a:cxn ang="0">
                <a:pos x="connsiteX108" y="connsiteY108"/>
              </a:cxn>
              <a:cxn ang="0">
                <a:pos x="connsiteX109" y="connsiteY109"/>
              </a:cxn>
              <a:cxn ang="0">
                <a:pos x="connsiteX110" y="connsiteY110"/>
              </a:cxn>
              <a:cxn ang="0">
                <a:pos x="connsiteX111" y="connsiteY111"/>
              </a:cxn>
              <a:cxn ang="0">
                <a:pos x="connsiteX112" y="connsiteY112"/>
              </a:cxn>
              <a:cxn ang="0">
                <a:pos x="connsiteX113" y="connsiteY113"/>
              </a:cxn>
              <a:cxn ang="0">
                <a:pos x="connsiteX114" y="connsiteY114"/>
              </a:cxn>
              <a:cxn ang="0">
                <a:pos x="connsiteX115" y="connsiteY115"/>
              </a:cxn>
              <a:cxn ang="0">
                <a:pos x="connsiteX116" y="connsiteY116"/>
              </a:cxn>
              <a:cxn ang="0">
                <a:pos x="connsiteX117" y="connsiteY117"/>
              </a:cxn>
              <a:cxn ang="0">
                <a:pos x="connsiteX118" y="connsiteY118"/>
              </a:cxn>
              <a:cxn ang="0">
                <a:pos x="connsiteX119" y="connsiteY119"/>
              </a:cxn>
              <a:cxn ang="0">
                <a:pos x="connsiteX120" y="connsiteY120"/>
              </a:cxn>
              <a:cxn ang="0">
                <a:pos x="connsiteX121" y="connsiteY121"/>
              </a:cxn>
              <a:cxn ang="0">
                <a:pos x="connsiteX122" y="connsiteY122"/>
              </a:cxn>
              <a:cxn ang="0">
                <a:pos x="connsiteX123" y="connsiteY123"/>
              </a:cxn>
              <a:cxn ang="0">
                <a:pos x="connsiteX124" y="connsiteY124"/>
              </a:cxn>
              <a:cxn ang="0">
                <a:pos x="connsiteX125" y="connsiteY125"/>
              </a:cxn>
              <a:cxn ang="0">
                <a:pos x="connsiteX126" y="connsiteY126"/>
              </a:cxn>
              <a:cxn ang="0">
                <a:pos x="connsiteX127" y="connsiteY127"/>
              </a:cxn>
              <a:cxn ang="0">
                <a:pos x="connsiteX128" y="connsiteY128"/>
              </a:cxn>
              <a:cxn ang="0">
                <a:pos x="connsiteX129" y="connsiteY129"/>
              </a:cxn>
              <a:cxn ang="0">
                <a:pos x="connsiteX130" y="connsiteY130"/>
              </a:cxn>
              <a:cxn ang="0">
                <a:pos x="connsiteX131" y="connsiteY131"/>
              </a:cxn>
              <a:cxn ang="0">
                <a:pos x="connsiteX132" y="connsiteY132"/>
              </a:cxn>
              <a:cxn ang="0">
                <a:pos x="connsiteX133" y="connsiteY133"/>
              </a:cxn>
              <a:cxn ang="0">
                <a:pos x="connsiteX134" y="connsiteY134"/>
              </a:cxn>
              <a:cxn ang="0">
                <a:pos x="connsiteX135" y="connsiteY135"/>
              </a:cxn>
              <a:cxn ang="0">
                <a:pos x="connsiteX136" y="connsiteY136"/>
              </a:cxn>
              <a:cxn ang="0">
                <a:pos x="connsiteX137" y="connsiteY137"/>
              </a:cxn>
              <a:cxn ang="0">
                <a:pos x="connsiteX138" y="connsiteY138"/>
              </a:cxn>
              <a:cxn ang="0">
                <a:pos x="connsiteX139" y="connsiteY139"/>
              </a:cxn>
              <a:cxn ang="0">
                <a:pos x="connsiteX140" y="connsiteY140"/>
              </a:cxn>
              <a:cxn ang="0">
                <a:pos x="connsiteX141" y="connsiteY141"/>
              </a:cxn>
            </a:cxnLst>
            <a:rect l="l" t="t" r="r" b="b"/>
            <a:pathLst>
              <a:path w="2790908" h="833476">
                <a:moveTo>
                  <a:pt x="0" y="670413"/>
                </a:moveTo>
                <a:cubicBezTo>
                  <a:pt x="15903" y="667763"/>
                  <a:pt x="32206" y="658033"/>
                  <a:pt x="47708" y="662462"/>
                </a:cubicBezTo>
                <a:cubicBezTo>
                  <a:pt x="55767" y="664765"/>
                  <a:pt x="47878" y="683203"/>
                  <a:pt x="55660" y="686316"/>
                </a:cubicBezTo>
                <a:cubicBezTo>
                  <a:pt x="65806" y="690375"/>
                  <a:pt x="76863" y="681015"/>
                  <a:pt x="87465" y="678365"/>
                </a:cubicBezTo>
                <a:cubicBezTo>
                  <a:pt x="95416" y="673064"/>
                  <a:pt x="101763" y="662462"/>
                  <a:pt x="111319" y="662462"/>
                </a:cubicBezTo>
                <a:cubicBezTo>
                  <a:pt x="133175" y="662462"/>
                  <a:pt x="174929" y="678365"/>
                  <a:pt x="174929" y="678365"/>
                </a:cubicBezTo>
                <a:cubicBezTo>
                  <a:pt x="224525" y="645301"/>
                  <a:pt x="179301" y="664370"/>
                  <a:pt x="206734" y="686316"/>
                </a:cubicBezTo>
                <a:cubicBezTo>
                  <a:pt x="215268" y="693143"/>
                  <a:pt x="227938" y="691617"/>
                  <a:pt x="238540" y="694267"/>
                </a:cubicBezTo>
                <a:cubicBezTo>
                  <a:pt x="274729" y="748553"/>
                  <a:pt x="237704" y="706612"/>
                  <a:pt x="262394" y="694267"/>
                </a:cubicBezTo>
                <a:cubicBezTo>
                  <a:pt x="269890" y="690519"/>
                  <a:pt x="278296" y="699568"/>
                  <a:pt x="286247" y="702218"/>
                </a:cubicBezTo>
                <a:cubicBezTo>
                  <a:pt x="294198" y="699568"/>
                  <a:pt x="302604" y="698015"/>
                  <a:pt x="310101" y="694267"/>
                </a:cubicBezTo>
                <a:cubicBezTo>
                  <a:pt x="323924" y="687356"/>
                  <a:pt x="334498" y="672120"/>
                  <a:pt x="349858" y="670413"/>
                </a:cubicBezTo>
                <a:cubicBezTo>
                  <a:pt x="358503" y="669452"/>
                  <a:pt x="397363" y="696783"/>
                  <a:pt x="405517" y="702218"/>
                </a:cubicBezTo>
                <a:cubicBezTo>
                  <a:pt x="408167" y="694267"/>
                  <a:pt x="407542" y="684291"/>
                  <a:pt x="413468" y="678365"/>
                </a:cubicBezTo>
                <a:cubicBezTo>
                  <a:pt x="433221" y="658612"/>
                  <a:pt x="445361" y="675773"/>
                  <a:pt x="461176" y="686316"/>
                </a:cubicBezTo>
                <a:cubicBezTo>
                  <a:pt x="464826" y="697268"/>
                  <a:pt x="470502" y="730568"/>
                  <a:pt x="492981" y="726072"/>
                </a:cubicBezTo>
                <a:cubicBezTo>
                  <a:pt x="502352" y="724198"/>
                  <a:pt x="503583" y="710169"/>
                  <a:pt x="508884" y="702218"/>
                </a:cubicBezTo>
                <a:cubicBezTo>
                  <a:pt x="511534" y="694267"/>
                  <a:pt x="510909" y="684291"/>
                  <a:pt x="516835" y="678365"/>
                </a:cubicBezTo>
                <a:cubicBezTo>
                  <a:pt x="522762" y="672438"/>
                  <a:pt x="533192" y="674161"/>
                  <a:pt x="540689" y="670413"/>
                </a:cubicBezTo>
                <a:cubicBezTo>
                  <a:pt x="549236" y="666139"/>
                  <a:pt x="556592" y="659812"/>
                  <a:pt x="564543" y="654511"/>
                </a:cubicBezTo>
                <a:cubicBezTo>
                  <a:pt x="567193" y="609453"/>
                  <a:pt x="565799" y="563974"/>
                  <a:pt x="572494" y="519338"/>
                </a:cubicBezTo>
                <a:cubicBezTo>
                  <a:pt x="573912" y="509888"/>
                  <a:pt x="584633" y="504268"/>
                  <a:pt x="588397" y="495485"/>
                </a:cubicBezTo>
                <a:cubicBezTo>
                  <a:pt x="592702" y="485440"/>
                  <a:pt x="593698" y="474281"/>
                  <a:pt x="596348" y="463679"/>
                </a:cubicBezTo>
                <a:cubicBezTo>
                  <a:pt x="592665" y="423167"/>
                  <a:pt x="596161" y="327065"/>
                  <a:pt x="598100" y="253611"/>
                </a:cubicBezTo>
                <a:cubicBezTo>
                  <a:pt x="598352" y="244058"/>
                  <a:pt x="598999" y="225140"/>
                  <a:pt x="604300" y="217189"/>
                </a:cubicBezTo>
                <a:cubicBezTo>
                  <a:pt x="623700" y="139587"/>
                  <a:pt x="618427" y="94321"/>
                  <a:pt x="625053" y="76505"/>
                </a:cubicBezTo>
                <a:cubicBezTo>
                  <a:pt x="631679" y="58689"/>
                  <a:pt x="633679" y="116215"/>
                  <a:pt x="644056" y="110294"/>
                </a:cubicBezTo>
                <a:cubicBezTo>
                  <a:pt x="654433" y="104373"/>
                  <a:pt x="679363" y="46279"/>
                  <a:pt x="687314" y="40978"/>
                </a:cubicBezTo>
                <a:cubicBezTo>
                  <a:pt x="729725" y="104593"/>
                  <a:pt x="701625" y="91080"/>
                  <a:pt x="707667" y="105871"/>
                </a:cubicBezTo>
                <a:cubicBezTo>
                  <a:pt x="713709" y="120662"/>
                  <a:pt x="718268" y="121774"/>
                  <a:pt x="723569" y="129725"/>
                </a:cubicBezTo>
                <a:cubicBezTo>
                  <a:pt x="727441" y="149087"/>
                  <a:pt x="722248" y="182953"/>
                  <a:pt x="755374" y="177432"/>
                </a:cubicBezTo>
                <a:cubicBezTo>
                  <a:pt x="764800" y="175861"/>
                  <a:pt x="771277" y="166831"/>
                  <a:pt x="779228" y="161530"/>
                </a:cubicBezTo>
                <a:cubicBezTo>
                  <a:pt x="788520" y="147592"/>
                  <a:pt x="795941" y="125884"/>
                  <a:pt x="818985" y="129725"/>
                </a:cubicBezTo>
                <a:cubicBezTo>
                  <a:pt x="828411" y="131296"/>
                  <a:pt x="834888" y="140326"/>
                  <a:pt x="842839" y="145627"/>
                </a:cubicBezTo>
                <a:cubicBezTo>
                  <a:pt x="853441" y="142977"/>
                  <a:pt x="864042" y="135026"/>
                  <a:pt x="874644" y="137676"/>
                </a:cubicBezTo>
                <a:cubicBezTo>
                  <a:pt x="887500" y="140890"/>
                  <a:pt x="894041" y="166183"/>
                  <a:pt x="906449" y="161530"/>
                </a:cubicBezTo>
                <a:cubicBezTo>
                  <a:pt x="924345" y="154819"/>
                  <a:pt x="938254" y="113822"/>
                  <a:pt x="938254" y="113822"/>
                </a:cubicBezTo>
                <a:cubicBezTo>
                  <a:pt x="940905" y="121773"/>
                  <a:pt x="938255" y="140326"/>
                  <a:pt x="946206" y="137676"/>
                </a:cubicBezTo>
                <a:cubicBezTo>
                  <a:pt x="957545" y="133897"/>
                  <a:pt x="967947" y="82518"/>
                  <a:pt x="970060" y="74065"/>
                </a:cubicBezTo>
                <a:cubicBezTo>
                  <a:pt x="975361" y="95269"/>
                  <a:pt x="981676" y="116244"/>
                  <a:pt x="985962" y="137676"/>
                </a:cubicBezTo>
                <a:cubicBezTo>
                  <a:pt x="989637" y="156053"/>
                  <a:pt x="989700" y="175074"/>
                  <a:pt x="993914" y="193335"/>
                </a:cubicBezTo>
                <a:cubicBezTo>
                  <a:pt x="997683" y="209669"/>
                  <a:pt x="1009816" y="241043"/>
                  <a:pt x="1009816" y="241043"/>
                </a:cubicBezTo>
                <a:cubicBezTo>
                  <a:pt x="1012466" y="230441"/>
                  <a:pt x="1013462" y="219282"/>
                  <a:pt x="1017767" y="209238"/>
                </a:cubicBezTo>
                <a:cubicBezTo>
                  <a:pt x="1021531" y="200454"/>
                  <a:pt x="1029396" y="193931"/>
                  <a:pt x="1033670" y="185384"/>
                </a:cubicBezTo>
                <a:cubicBezTo>
                  <a:pt x="1037418" y="177887"/>
                  <a:pt x="1038971" y="169481"/>
                  <a:pt x="1041621" y="161530"/>
                </a:cubicBezTo>
                <a:cubicBezTo>
                  <a:pt x="1052223" y="177433"/>
                  <a:pt x="1069679" y="190496"/>
                  <a:pt x="1073427" y="209238"/>
                </a:cubicBezTo>
                <a:cubicBezTo>
                  <a:pt x="1076077" y="222490"/>
                  <a:pt x="1079630" y="235593"/>
                  <a:pt x="1081378" y="248994"/>
                </a:cubicBezTo>
                <a:cubicBezTo>
                  <a:pt x="1087586" y="296592"/>
                  <a:pt x="1082099" y="346580"/>
                  <a:pt x="1097280" y="392118"/>
                </a:cubicBezTo>
                <a:cubicBezTo>
                  <a:pt x="1099931" y="400069"/>
                  <a:pt x="1102929" y="407913"/>
                  <a:pt x="1105232" y="415972"/>
                </a:cubicBezTo>
                <a:cubicBezTo>
                  <a:pt x="1108234" y="426479"/>
                  <a:pt x="1108878" y="437733"/>
                  <a:pt x="1113183" y="447777"/>
                </a:cubicBezTo>
                <a:cubicBezTo>
                  <a:pt x="1116947" y="456561"/>
                  <a:pt x="1123785" y="463680"/>
                  <a:pt x="1129086" y="471631"/>
                </a:cubicBezTo>
                <a:cubicBezTo>
                  <a:pt x="1131736" y="511387"/>
                  <a:pt x="1133072" y="551253"/>
                  <a:pt x="1137037" y="590900"/>
                </a:cubicBezTo>
                <a:cubicBezTo>
                  <a:pt x="1138382" y="604348"/>
                  <a:pt x="1141529" y="590228"/>
                  <a:pt x="1144988" y="630657"/>
                </a:cubicBezTo>
                <a:cubicBezTo>
                  <a:pt x="1148447" y="671086"/>
                  <a:pt x="1155140" y="785768"/>
                  <a:pt x="1157791" y="833476"/>
                </a:cubicBezTo>
                <a:cubicBezTo>
                  <a:pt x="1160441" y="820224"/>
                  <a:pt x="1170977" y="791681"/>
                  <a:pt x="1176794" y="765829"/>
                </a:cubicBezTo>
                <a:cubicBezTo>
                  <a:pt x="1182611" y="739977"/>
                  <a:pt x="1181063" y="695815"/>
                  <a:pt x="1192696" y="678365"/>
                </a:cubicBezTo>
                <a:cubicBezTo>
                  <a:pt x="1195346" y="667763"/>
                  <a:pt x="1190873" y="651447"/>
                  <a:pt x="1200647" y="646559"/>
                </a:cubicBezTo>
                <a:cubicBezTo>
                  <a:pt x="1208144" y="642810"/>
                  <a:pt x="1205656" y="662565"/>
                  <a:pt x="1208599" y="670413"/>
                </a:cubicBezTo>
                <a:cubicBezTo>
                  <a:pt x="1213611" y="683777"/>
                  <a:pt x="1219200" y="696918"/>
                  <a:pt x="1224501" y="710170"/>
                </a:cubicBezTo>
                <a:cubicBezTo>
                  <a:pt x="1229802" y="702219"/>
                  <a:pt x="1236640" y="695100"/>
                  <a:pt x="1240404" y="686316"/>
                </a:cubicBezTo>
                <a:cubicBezTo>
                  <a:pt x="1244709" y="676272"/>
                  <a:pt x="1238581" y="659398"/>
                  <a:pt x="1248355" y="654511"/>
                </a:cubicBezTo>
                <a:cubicBezTo>
                  <a:pt x="1256902" y="650237"/>
                  <a:pt x="1264258" y="665112"/>
                  <a:pt x="1272209" y="670413"/>
                </a:cubicBezTo>
                <a:cubicBezTo>
                  <a:pt x="1274859" y="681015"/>
                  <a:pt x="1270386" y="697331"/>
                  <a:pt x="1280160" y="702218"/>
                </a:cubicBezTo>
                <a:cubicBezTo>
                  <a:pt x="1287656" y="705966"/>
                  <a:pt x="1279731" y="678365"/>
                  <a:pt x="1288112" y="678365"/>
                </a:cubicBezTo>
                <a:cubicBezTo>
                  <a:pt x="1296493" y="678365"/>
                  <a:pt x="1292762" y="694515"/>
                  <a:pt x="1296063" y="702218"/>
                </a:cubicBezTo>
                <a:cubicBezTo>
                  <a:pt x="1300732" y="713113"/>
                  <a:pt x="1306665" y="723422"/>
                  <a:pt x="1311966" y="734024"/>
                </a:cubicBezTo>
                <a:cubicBezTo>
                  <a:pt x="1317267" y="726073"/>
                  <a:pt x="1324513" y="719118"/>
                  <a:pt x="1327868" y="710170"/>
                </a:cubicBezTo>
                <a:cubicBezTo>
                  <a:pt x="1332613" y="697516"/>
                  <a:pt x="1324575" y="677910"/>
                  <a:pt x="1335820" y="670413"/>
                </a:cubicBezTo>
                <a:cubicBezTo>
                  <a:pt x="1344226" y="664809"/>
                  <a:pt x="1359352" y="717155"/>
                  <a:pt x="1359674" y="718121"/>
                </a:cubicBezTo>
                <a:cubicBezTo>
                  <a:pt x="1363003" y="708133"/>
                  <a:pt x="1372670" y="667278"/>
                  <a:pt x="1391479" y="670413"/>
                </a:cubicBezTo>
                <a:cubicBezTo>
                  <a:pt x="1404551" y="672592"/>
                  <a:pt x="1407382" y="691616"/>
                  <a:pt x="1415333" y="702218"/>
                </a:cubicBezTo>
                <a:cubicBezTo>
                  <a:pt x="1417983" y="688966"/>
                  <a:pt x="1415787" y="673707"/>
                  <a:pt x="1423284" y="662462"/>
                </a:cubicBezTo>
                <a:cubicBezTo>
                  <a:pt x="1427933" y="655488"/>
                  <a:pt x="1441902" y="647966"/>
                  <a:pt x="1447138" y="654511"/>
                </a:cubicBezTo>
                <a:cubicBezTo>
                  <a:pt x="1457209" y="667100"/>
                  <a:pt x="1452439" y="686316"/>
                  <a:pt x="1455089" y="702218"/>
                </a:cubicBezTo>
                <a:cubicBezTo>
                  <a:pt x="1457739" y="694267"/>
                  <a:pt x="1454822" y="680009"/>
                  <a:pt x="1463040" y="678365"/>
                </a:cubicBezTo>
                <a:cubicBezTo>
                  <a:pt x="1474663" y="676040"/>
                  <a:pt x="1489545" y="704869"/>
                  <a:pt x="1494846" y="694267"/>
                </a:cubicBezTo>
                <a:cubicBezTo>
                  <a:pt x="1509119" y="665721"/>
                  <a:pt x="1500147" y="630657"/>
                  <a:pt x="1502797" y="598852"/>
                </a:cubicBezTo>
                <a:cubicBezTo>
                  <a:pt x="1520470" y="740235"/>
                  <a:pt x="1502828" y="765752"/>
                  <a:pt x="1534602" y="686316"/>
                </a:cubicBezTo>
                <a:cubicBezTo>
                  <a:pt x="1539903" y="694267"/>
                  <a:pt x="1541439" y="707148"/>
                  <a:pt x="1550505" y="710170"/>
                </a:cubicBezTo>
                <a:cubicBezTo>
                  <a:pt x="1574476" y="718160"/>
                  <a:pt x="1588175" y="692312"/>
                  <a:pt x="1606164" y="686316"/>
                </a:cubicBezTo>
                <a:cubicBezTo>
                  <a:pt x="1621459" y="681218"/>
                  <a:pt x="1637969" y="681015"/>
                  <a:pt x="1653872" y="678365"/>
                </a:cubicBezTo>
                <a:cubicBezTo>
                  <a:pt x="1659389" y="661813"/>
                  <a:pt x="1667470" y="639603"/>
                  <a:pt x="1669774" y="622705"/>
                </a:cubicBezTo>
                <a:cubicBezTo>
                  <a:pt x="1676260" y="575144"/>
                  <a:pt x="1677785" y="526930"/>
                  <a:pt x="1685677" y="479582"/>
                </a:cubicBezTo>
                <a:cubicBezTo>
                  <a:pt x="1688433" y="463047"/>
                  <a:pt x="1701580" y="431874"/>
                  <a:pt x="1701580" y="431874"/>
                </a:cubicBezTo>
                <a:cubicBezTo>
                  <a:pt x="1704230" y="384166"/>
                  <a:pt x="1702164" y="303083"/>
                  <a:pt x="1709531" y="288751"/>
                </a:cubicBezTo>
                <a:cubicBezTo>
                  <a:pt x="1716899" y="274419"/>
                  <a:pt x="1737542" y="357843"/>
                  <a:pt x="1745785" y="345884"/>
                </a:cubicBezTo>
                <a:cubicBezTo>
                  <a:pt x="1754028" y="333925"/>
                  <a:pt x="1752109" y="237640"/>
                  <a:pt x="1758990" y="216996"/>
                </a:cubicBezTo>
                <a:cubicBezTo>
                  <a:pt x="1761641" y="187841"/>
                  <a:pt x="1753780" y="145253"/>
                  <a:pt x="1757239" y="113822"/>
                </a:cubicBezTo>
                <a:cubicBezTo>
                  <a:pt x="1760698" y="82391"/>
                  <a:pt x="1765323" y="35621"/>
                  <a:pt x="1779743" y="28411"/>
                </a:cubicBezTo>
                <a:cubicBezTo>
                  <a:pt x="1793566" y="21499"/>
                  <a:pt x="1791695" y="82017"/>
                  <a:pt x="1804947" y="89968"/>
                </a:cubicBezTo>
                <a:cubicBezTo>
                  <a:pt x="1807597" y="105871"/>
                  <a:pt x="1811118" y="121653"/>
                  <a:pt x="1812898" y="137676"/>
                </a:cubicBezTo>
                <a:cubicBezTo>
                  <a:pt x="1827072" y="265243"/>
                  <a:pt x="1811289" y="194850"/>
                  <a:pt x="1828800" y="264897"/>
                </a:cubicBezTo>
                <a:cubicBezTo>
                  <a:pt x="1836751" y="262246"/>
                  <a:pt x="1841876" y="319427"/>
                  <a:pt x="1847803" y="313500"/>
                </a:cubicBezTo>
                <a:cubicBezTo>
                  <a:pt x="1853729" y="307574"/>
                  <a:pt x="1855822" y="250469"/>
                  <a:pt x="1860606" y="233092"/>
                </a:cubicBezTo>
                <a:cubicBezTo>
                  <a:pt x="1865390" y="215715"/>
                  <a:pt x="1871207" y="217189"/>
                  <a:pt x="1876508" y="209238"/>
                </a:cubicBezTo>
                <a:cubicBezTo>
                  <a:pt x="1879159" y="198636"/>
                  <a:pt x="1881320" y="187899"/>
                  <a:pt x="1884460" y="177432"/>
                </a:cubicBezTo>
                <a:cubicBezTo>
                  <a:pt x="1889277" y="161376"/>
                  <a:pt x="1900362" y="129725"/>
                  <a:pt x="1900362" y="129725"/>
                </a:cubicBezTo>
                <a:cubicBezTo>
                  <a:pt x="1908313" y="137676"/>
                  <a:pt x="1917979" y="144222"/>
                  <a:pt x="1924216" y="153578"/>
                </a:cubicBezTo>
                <a:cubicBezTo>
                  <a:pt x="1928865" y="160552"/>
                  <a:pt x="1923870" y="176247"/>
                  <a:pt x="1932167" y="177432"/>
                </a:cubicBezTo>
                <a:cubicBezTo>
                  <a:pt x="1948761" y="179803"/>
                  <a:pt x="1970532" y="190407"/>
                  <a:pt x="1979875" y="161530"/>
                </a:cubicBezTo>
                <a:cubicBezTo>
                  <a:pt x="1989218" y="132653"/>
                  <a:pt x="1986611" y="21399"/>
                  <a:pt x="1988228" y="4171"/>
                </a:cubicBezTo>
                <a:cubicBezTo>
                  <a:pt x="1989845" y="-13057"/>
                  <a:pt x="1988320" y="26636"/>
                  <a:pt x="1989578" y="58163"/>
                </a:cubicBezTo>
                <a:cubicBezTo>
                  <a:pt x="1990836" y="89690"/>
                  <a:pt x="1993420" y="160205"/>
                  <a:pt x="1995778" y="193335"/>
                </a:cubicBezTo>
                <a:cubicBezTo>
                  <a:pt x="1998136" y="226465"/>
                  <a:pt x="2000562" y="230014"/>
                  <a:pt x="2003729" y="256945"/>
                </a:cubicBezTo>
                <a:cubicBezTo>
                  <a:pt x="2006896" y="283876"/>
                  <a:pt x="2009480" y="339021"/>
                  <a:pt x="2014781" y="354924"/>
                </a:cubicBezTo>
                <a:cubicBezTo>
                  <a:pt x="2031909" y="303537"/>
                  <a:pt x="2030750" y="236169"/>
                  <a:pt x="2035534" y="201286"/>
                </a:cubicBezTo>
                <a:cubicBezTo>
                  <a:pt x="2040318" y="166403"/>
                  <a:pt x="2040835" y="164180"/>
                  <a:pt x="2043486" y="145627"/>
                </a:cubicBezTo>
                <a:cubicBezTo>
                  <a:pt x="2048787" y="156229"/>
                  <a:pt x="2050282" y="169844"/>
                  <a:pt x="2059388" y="177432"/>
                </a:cubicBezTo>
                <a:cubicBezTo>
                  <a:pt x="2078962" y="193744"/>
                  <a:pt x="2103425" y="182326"/>
                  <a:pt x="2122999" y="177432"/>
                </a:cubicBezTo>
                <a:cubicBezTo>
                  <a:pt x="2130950" y="180083"/>
                  <a:pt x="2138556" y="186569"/>
                  <a:pt x="2146853" y="185384"/>
                </a:cubicBezTo>
                <a:cubicBezTo>
                  <a:pt x="2158587" y="183708"/>
                  <a:pt x="2167413" y="165733"/>
                  <a:pt x="2178658" y="169481"/>
                </a:cubicBezTo>
                <a:cubicBezTo>
                  <a:pt x="2189903" y="173229"/>
                  <a:pt x="2188679" y="190995"/>
                  <a:pt x="2194560" y="201286"/>
                </a:cubicBezTo>
                <a:cubicBezTo>
                  <a:pt x="2199301" y="209583"/>
                  <a:pt x="2205162" y="217189"/>
                  <a:pt x="2210463" y="225140"/>
                </a:cubicBezTo>
                <a:cubicBezTo>
                  <a:pt x="2213113" y="235742"/>
                  <a:pt x="2214577" y="246713"/>
                  <a:pt x="2218414" y="256945"/>
                </a:cubicBezTo>
                <a:cubicBezTo>
                  <a:pt x="2222576" y="268044"/>
                  <a:pt x="2231442" y="277252"/>
                  <a:pt x="2234317" y="288751"/>
                </a:cubicBezTo>
                <a:cubicBezTo>
                  <a:pt x="2239500" y="309481"/>
                  <a:pt x="2239019" y="331241"/>
                  <a:pt x="2242268" y="352361"/>
                </a:cubicBezTo>
                <a:cubicBezTo>
                  <a:pt x="2244323" y="365719"/>
                  <a:pt x="2247569" y="378866"/>
                  <a:pt x="2250220" y="392118"/>
                </a:cubicBezTo>
                <a:cubicBezTo>
                  <a:pt x="2252870" y="421273"/>
                  <a:pt x="2254540" y="450533"/>
                  <a:pt x="2258171" y="479582"/>
                </a:cubicBezTo>
                <a:cubicBezTo>
                  <a:pt x="2259847" y="492992"/>
                  <a:pt x="2264211" y="505959"/>
                  <a:pt x="2266122" y="519338"/>
                </a:cubicBezTo>
                <a:cubicBezTo>
                  <a:pt x="2269516" y="543098"/>
                  <a:pt x="2268677" y="567514"/>
                  <a:pt x="2274074" y="590900"/>
                </a:cubicBezTo>
                <a:cubicBezTo>
                  <a:pt x="2276739" y="602449"/>
                  <a:pt x="2285307" y="611810"/>
                  <a:pt x="2289976" y="622705"/>
                </a:cubicBezTo>
                <a:cubicBezTo>
                  <a:pt x="2293277" y="630409"/>
                  <a:pt x="2295277" y="638608"/>
                  <a:pt x="2297927" y="646559"/>
                </a:cubicBezTo>
                <a:cubicBezTo>
                  <a:pt x="2303228" y="681015"/>
                  <a:pt x="2308099" y="715539"/>
                  <a:pt x="2313830" y="749926"/>
                </a:cubicBezTo>
                <a:cubicBezTo>
                  <a:pt x="2316052" y="763257"/>
                  <a:pt x="2311228" y="781240"/>
                  <a:pt x="2321781" y="789683"/>
                </a:cubicBezTo>
                <a:cubicBezTo>
                  <a:pt x="2330314" y="796510"/>
                  <a:pt x="2343120" y="784872"/>
                  <a:pt x="2353587" y="781732"/>
                </a:cubicBezTo>
                <a:cubicBezTo>
                  <a:pt x="2369643" y="776915"/>
                  <a:pt x="2401294" y="765829"/>
                  <a:pt x="2401294" y="765829"/>
                </a:cubicBezTo>
                <a:cubicBezTo>
                  <a:pt x="2403945" y="757878"/>
                  <a:pt x="2406943" y="750034"/>
                  <a:pt x="2409246" y="741975"/>
                </a:cubicBezTo>
                <a:cubicBezTo>
                  <a:pt x="2412248" y="731468"/>
                  <a:pt x="2412310" y="719944"/>
                  <a:pt x="2417197" y="710170"/>
                </a:cubicBezTo>
                <a:cubicBezTo>
                  <a:pt x="2480709" y="583144"/>
                  <a:pt x="2420502" y="717139"/>
                  <a:pt x="2472856" y="638608"/>
                </a:cubicBezTo>
                <a:cubicBezTo>
                  <a:pt x="2482718" y="623814"/>
                  <a:pt x="2488759" y="606803"/>
                  <a:pt x="2496710" y="590900"/>
                </a:cubicBezTo>
                <a:cubicBezTo>
                  <a:pt x="2502011" y="601502"/>
                  <a:pt x="2509948" y="611155"/>
                  <a:pt x="2512613" y="622705"/>
                </a:cubicBezTo>
                <a:cubicBezTo>
                  <a:pt x="2518010" y="646091"/>
                  <a:pt x="2512975" y="671498"/>
                  <a:pt x="2520564" y="694267"/>
                </a:cubicBezTo>
                <a:cubicBezTo>
                  <a:pt x="2523214" y="702218"/>
                  <a:pt x="2524767" y="677910"/>
                  <a:pt x="2528515" y="670413"/>
                </a:cubicBezTo>
                <a:cubicBezTo>
                  <a:pt x="2532789" y="661866"/>
                  <a:pt x="2539117" y="654510"/>
                  <a:pt x="2544418" y="646559"/>
                </a:cubicBezTo>
                <a:cubicBezTo>
                  <a:pt x="2552369" y="651860"/>
                  <a:pt x="2559488" y="658698"/>
                  <a:pt x="2568272" y="662462"/>
                </a:cubicBezTo>
                <a:cubicBezTo>
                  <a:pt x="2578316" y="666767"/>
                  <a:pt x="2589570" y="667411"/>
                  <a:pt x="2600077" y="670413"/>
                </a:cubicBezTo>
                <a:cubicBezTo>
                  <a:pt x="2608136" y="672716"/>
                  <a:pt x="2615980" y="675714"/>
                  <a:pt x="2623931" y="678365"/>
                </a:cubicBezTo>
                <a:cubicBezTo>
                  <a:pt x="2634533" y="675714"/>
                  <a:pt x="2647341" y="677409"/>
                  <a:pt x="2655736" y="670413"/>
                </a:cubicBezTo>
                <a:cubicBezTo>
                  <a:pt x="2664842" y="662825"/>
                  <a:pt x="2660016" y="640932"/>
                  <a:pt x="2671639" y="638608"/>
                </a:cubicBezTo>
                <a:cubicBezTo>
                  <a:pt x="2682666" y="636403"/>
                  <a:pt x="2685217" y="657895"/>
                  <a:pt x="2695493" y="662462"/>
                </a:cubicBezTo>
                <a:cubicBezTo>
                  <a:pt x="2710225" y="669010"/>
                  <a:pt x="2727298" y="667763"/>
                  <a:pt x="2743200" y="670413"/>
                </a:cubicBezTo>
                <a:cubicBezTo>
                  <a:pt x="2773670" y="690727"/>
                  <a:pt x="2757498" y="686316"/>
                  <a:pt x="2790908" y="686316"/>
                </a:cubicBezTo>
              </a:path>
            </a:pathLst>
          </a:custGeom>
          <a:noFill/>
          <a:ln w="19050">
            <a:solidFill>
              <a:srgbClr val="00B050"/>
            </a:solidFill>
          </a:ln>
        </p:spPr>
        <p:txBody>
          <a:bodyPr rtlCol="0" anchor="ctr"/>
          <a:lstStyle/>
          <a:p>
            <a:pPr algn="ctr"/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889743531"/>
      </p:ext>
    </p:extLst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429697" y="3441429"/>
            <a:ext cx="3948517" cy="1077218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GB" sz="1600" dirty="0"/>
              <a:t>a run of pulses are fed into a scope – </a:t>
            </a:r>
          </a:p>
          <a:p>
            <a:r>
              <a:rPr lang="en-GB" sz="1600" dirty="0"/>
              <a:t>locked on to one or two pulse widths</a:t>
            </a:r>
          </a:p>
          <a:p>
            <a:r>
              <a:rPr lang="en-GB" sz="1600" dirty="0"/>
              <a:t>superimposed 1’s and 0’s </a:t>
            </a:r>
          </a:p>
          <a:p>
            <a:endParaRPr lang="en-GB" sz="1600" dirty="0"/>
          </a:p>
        </p:txBody>
      </p:sp>
      <p:sp>
        <p:nvSpPr>
          <p:cNvPr id="3" name="Right Arrow 2"/>
          <p:cNvSpPr/>
          <p:nvPr/>
        </p:nvSpPr>
        <p:spPr>
          <a:xfrm>
            <a:off x="4203857" y="2158269"/>
            <a:ext cx="595222" cy="439947"/>
          </a:xfrm>
          <a:prstGeom prst="rightArrow">
            <a:avLst>
              <a:gd name="adj1" fmla="val 50000"/>
              <a:gd name="adj2" fmla="val 69608"/>
            </a:avLst>
          </a:prstGeom>
          <a:solidFill>
            <a:srgbClr val="92D050"/>
          </a:solidFill>
          <a:ln>
            <a:solidFill>
              <a:schemeClr val="accent1"/>
            </a:solidFill>
          </a:ln>
        </p:spPr>
        <p:txBody>
          <a:bodyPr wrap="square" rtlCol="0" anchor="ctr">
            <a:noAutofit/>
          </a:bodyPr>
          <a:lstStyle/>
          <a:p>
            <a:pPr algn="ctr"/>
            <a:endParaRPr lang="en-GB" sz="1600" dirty="0">
              <a:latin typeface="Lucida Sans Unicode" pitchFamily="34" charset="0"/>
              <a:cs typeface="Lucida Sans Unicode" pitchFamily="34" charset="0"/>
            </a:endParaRPr>
          </a:p>
        </p:txBody>
      </p:sp>
      <p:pic>
        <p:nvPicPr>
          <p:cNvPr id="4" name="Picture 2" descr="http://202.67.224.135/pdimage/25/4320525_attenat7340analogoscilloscope.jpg"/>
          <p:cNvPicPr>
            <a:picLocks noChangeAspect="1" noChangeArrowheads="1"/>
          </p:cNvPicPr>
          <p:nvPr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3928533" y="3234139"/>
            <a:ext cx="4977935" cy="3111210"/>
          </a:xfrm>
          <a:prstGeom prst="rect">
            <a:avLst/>
          </a:prstGeom>
          <a:noFill/>
        </p:spPr>
      </p:pic>
      <p:sp>
        <p:nvSpPr>
          <p:cNvPr id="5" name="Right Arrow 4"/>
          <p:cNvSpPr/>
          <p:nvPr/>
        </p:nvSpPr>
        <p:spPr>
          <a:xfrm rot="5400000">
            <a:off x="6410067" y="3244538"/>
            <a:ext cx="595222" cy="439947"/>
          </a:xfrm>
          <a:prstGeom prst="rightArrow">
            <a:avLst>
              <a:gd name="adj1" fmla="val 50000"/>
              <a:gd name="adj2" fmla="val 69608"/>
            </a:avLst>
          </a:prstGeom>
          <a:solidFill>
            <a:srgbClr val="92D050"/>
          </a:solidFill>
          <a:ln>
            <a:solidFill>
              <a:schemeClr val="accent1"/>
            </a:solidFill>
          </a:ln>
        </p:spPr>
        <p:txBody>
          <a:bodyPr wrap="square" rtlCol="0" anchor="ctr">
            <a:noAutofit/>
          </a:bodyPr>
          <a:lstStyle/>
          <a:p>
            <a:pPr algn="ctr"/>
            <a:endParaRPr lang="en-GB" sz="1600" dirty="0">
              <a:latin typeface="Lucida Sans Unicode" pitchFamily="34" charset="0"/>
              <a:cs typeface="Lucida Sans Unicode" pitchFamily="34" charset="0"/>
            </a:endParaRPr>
          </a:p>
        </p:txBody>
      </p:sp>
      <p:cxnSp>
        <p:nvCxnSpPr>
          <p:cNvPr id="6" name="Straight Arrow Connector 5"/>
          <p:cNvCxnSpPr>
            <a:cxnSpLocks/>
          </p:cNvCxnSpPr>
          <p:nvPr/>
        </p:nvCxnSpPr>
        <p:spPr>
          <a:xfrm flipV="1">
            <a:off x="3125616" y="4602625"/>
            <a:ext cx="1939694" cy="779383"/>
          </a:xfrm>
          <a:prstGeom prst="straightConnector1">
            <a:avLst/>
          </a:prstGeom>
          <a:ln w="28575">
            <a:solidFill>
              <a:srgbClr val="FF0000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9" name="TextBox 18"/>
          <p:cNvSpPr txBox="1"/>
          <p:nvPr/>
        </p:nvSpPr>
        <p:spPr>
          <a:xfrm>
            <a:off x="385763" y="333375"/>
            <a:ext cx="2739853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GB" sz="2400" b="1" dirty="0"/>
              <a:t>ISI – Eye Diagram</a:t>
            </a:r>
          </a:p>
        </p:txBody>
      </p:sp>
      <p:sp>
        <p:nvSpPr>
          <p:cNvPr id="20" name="Rectangle 19"/>
          <p:cNvSpPr/>
          <p:nvPr/>
        </p:nvSpPr>
        <p:spPr>
          <a:xfrm>
            <a:off x="385762" y="880220"/>
            <a:ext cx="7550539" cy="58477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180975" indent="-180975"/>
            <a:r>
              <a:rPr lang="en-GB" sz="1600" dirty="0"/>
              <a:t>Demonstrated by “eye pattern” analysis of impulse response</a:t>
            </a:r>
          </a:p>
          <a:p>
            <a:pPr marL="180975" indent="-180975"/>
            <a:r>
              <a:rPr lang="en-GB" sz="1600" dirty="0"/>
              <a:t>It indicates the performance of a transmission system</a:t>
            </a:r>
          </a:p>
        </p:txBody>
      </p:sp>
      <p:sp>
        <p:nvSpPr>
          <p:cNvPr id="21" name="Rectangle 20"/>
          <p:cNvSpPr/>
          <p:nvPr/>
        </p:nvSpPr>
        <p:spPr>
          <a:xfrm>
            <a:off x="453472" y="2776664"/>
            <a:ext cx="8240652" cy="338554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GB" sz="1600" dirty="0"/>
              <a:t>original generated signal   →   transmission system   →   received signal</a:t>
            </a:r>
          </a:p>
        </p:txBody>
      </p:sp>
      <p:grpSp>
        <p:nvGrpSpPr>
          <p:cNvPr id="10" name="Group 64"/>
          <p:cNvGrpSpPr/>
          <p:nvPr/>
        </p:nvGrpSpPr>
        <p:grpSpPr>
          <a:xfrm>
            <a:off x="654170" y="5124089"/>
            <a:ext cx="2347822" cy="681487"/>
            <a:chOff x="654170" y="5124089"/>
            <a:chExt cx="2347822" cy="681487"/>
          </a:xfrm>
        </p:grpSpPr>
        <p:grpSp>
          <p:nvGrpSpPr>
            <p:cNvPr id="11" name="Group 43"/>
            <p:cNvGrpSpPr/>
            <p:nvPr/>
          </p:nvGrpSpPr>
          <p:grpSpPr>
            <a:xfrm>
              <a:off x="654170" y="5183037"/>
              <a:ext cx="2321943" cy="622539"/>
              <a:chOff x="654170" y="5183037"/>
              <a:chExt cx="2321943" cy="622539"/>
            </a:xfrm>
          </p:grpSpPr>
          <p:sp>
            <p:nvSpPr>
              <p:cNvPr id="35" name="Freeform 34"/>
              <p:cNvSpPr/>
              <p:nvPr/>
            </p:nvSpPr>
            <p:spPr>
              <a:xfrm>
                <a:off x="750499" y="5191665"/>
                <a:ext cx="2181044" cy="537713"/>
              </a:xfrm>
              <a:custGeom>
                <a:avLst/>
                <a:gdLst>
                  <a:gd name="connsiteX0" fmla="*/ 0 w 2181044"/>
                  <a:gd name="connsiteY0" fmla="*/ 467264 h 537713"/>
                  <a:gd name="connsiteX1" fmla="*/ 319177 w 2181044"/>
                  <a:gd name="connsiteY1" fmla="*/ 467264 h 537713"/>
                  <a:gd name="connsiteX2" fmla="*/ 388188 w 2181044"/>
                  <a:gd name="connsiteY2" fmla="*/ 277483 h 537713"/>
                  <a:gd name="connsiteX3" fmla="*/ 431320 w 2181044"/>
                  <a:gd name="connsiteY3" fmla="*/ 104955 h 537713"/>
                  <a:gd name="connsiteX4" fmla="*/ 500332 w 2181044"/>
                  <a:gd name="connsiteY4" fmla="*/ 18691 h 537713"/>
                  <a:gd name="connsiteX5" fmla="*/ 707366 w 2181044"/>
                  <a:gd name="connsiteY5" fmla="*/ 18691 h 537713"/>
                  <a:gd name="connsiteX6" fmla="*/ 785003 w 2181044"/>
                  <a:gd name="connsiteY6" fmla="*/ 53196 h 537713"/>
                  <a:gd name="connsiteX7" fmla="*/ 845388 w 2181044"/>
                  <a:gd name="connsiteY7" fmla="*/ 199845 h 537713"/>
                  <a:gd name="connsiteX8" fmla="*/ 862641 w 2181044"/>
                  <a:gd name="connsiteY8" fmla="*/ 467264 h 537713"/>
                  <a:gd name="connsiteX9" fmla="*/ 940279 w 2181044"/>
                  <a:gd name="connsiteY9" fmla="*/ 501770 h 537713"/>
                  <a:gd name="connsiteX10" fmla="*/ 1121433 w 2181044"/>
                  <a:gd name="connsiteY10" fmla="*/ 510396 h 537713"/>
                  <a:gd name="connsiteX11" fmla="*/ 1207698 w 2181044"/>
                  <a:gd name="connsiteY11" fmla="*/ 510396 h 537713"/>
                  <a:gd name="connsiteX12" fmla="*/ 1250830 w 2181044"/>
                  <a:gd name="connsiteY12" fmla="*/ 346494 h 537713"/>
                  <a:gd name="connsiteX13" fmla="*/ 1285335 w 2181044"/>
                  <a:gd name="connsiteY13" fmla="*/ 242977 h 537713"/>
                  <a:gd name="connsiteX14" fmla="*/ 1337094 w 2181044"/>
                  <a:gd name="connsiteY14" fmla="*/ 87702 h 537713"/>
                  <a:gd name="connsiteX15" fmla="*/ 1397479 w 2181044"/>
                  <a:gd name="connsiteY15" fmla="*/ 10064 h 537713"/>
                  <a:gd name="connsiteX16" fmla="*/ 1587260 w 2181044"/>
                  <a:gd name="connsiteY16" fmla="*/ 27317 h 537713"/>
                  <a:gd name="connsiteX17" fmla="*/ 1664898 w 2181044"/>
                  <a:gd name="connsiteY17" fmla="*/ 53196 h 537713"/>
                  <a:gd name="connsiteX18" fmla="*/ 1733909 w 2181044"/>
                  <a:gd name="connsiteY18" fmla="*/ 225725 h 537713"/>
                  <a:gd name="connsiteX19" fmla="*/ 1751162 w 2181044"/>
                  <a:gd name="connsiteY19" fmla="*/ 363747 h 537713"/>
                  <a:gd name="connsiteX20" fmla="*/ 1785667 w 2181044"/>
                  <a:gd name="connsiteY20" fmla="*/ 510396 h 537713"/>
                  <a:gd name="connsiteX21" fmla="*/ 1846052 w 2181044"/>
                  <a:gd name="connsiteY21" fmla="*/ 519023 h 537713"/>
                  <a:gd name="connsiteX22" fmla="*/ 2009954 w 2181044"/>
                  <a:gd name="connsiteY22" fmla="*/ 519023 h 537713"/>
                  <a:gd name="connsiteX23" fmla="*/ 2156603 w 2181044"/>
                  <a:gd name="connsiteY23" fmla="*/ 475891 h 537713"/>
                  <a:gd name="connsiteX24" fmla="*/ 2156603 w 2181044"/>
                  <a:gd name="connsiteY24" fmla="*/ 467264 h 537713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  <a:cxn ang="0">
                    <a:pos x="connsiteX16" y="connsiteY16"/>
                  </a:cxn>
                  <a:cxn ang="0">
                    <a:pos x="connsiteX17" y="connsiteY17"/>
                  </a:cxn>
                  <a:cxn ang="0">
                    <a:pos x="connsiteX18" y="connsiteY18"/>
                  </a:cxn>
                  <a:cxn ang="0">
                    <a:pos x="connsiteX19" y="connsiteY19"/>
                  </a:cxn>
                  <a:cxn ang="0">
                    <a:pos x="connsiteX20" y="connsiteY20"/>
                  </a:cxn>
                  <a:cxn ang="0">
                    <a:pos x="connsiteX21" y="connsiteY21"/>
                  </a:cxn>
                  <a:cxn ang="0">
                    <a:pos x="connsiteX22" y="connsiteY22"/>
                  </a:cxn>
                  <a:cxn ang="0">
                    <a:pos x="connsiteX23" y="connsiteY23"/>
                  </a:cxn>
                  <a:cxn ang="0">
                    <a:pos x="connsiteX24" y="connsiteY24"/>
                  </a:cxn>
                </a:cxnLst>
                <a:rect l="l" t="t" r="r" b="b"/>
                <a:pathLst>
                  <a:path w="2181044" h="537713">
                    <a:moveTo>
                      <a:pt x="0" y="467264"/>
                    </a:moveTo>
                    <a:cubicBezTo>
                      <a:pt x="127239" y="483079"/>
                      <a:pt x="254479" y="498894"/>
                      <a:pt x="319177" y="467264"/>
                    </a:cubicBezTo>
                    <a:cubicBezTo>
                      <a:pt x="383875" y="435634"/>
                      <a:pt x="369498" y="337868"/>
                      <a:pt x="388188" y="277483"/>
                    </a:cubicBezTo>
                    <a:cubicBezTo>
                      <a:pt x="406878" y="217098"/>
                      <a:pt x="412629" y="148087"/>
                      <a:pt x="431320" y="104955"/>
                    </a:cubicBezTo>
                    <a:cubicBezTo>
                      <a:pt x="450011" y="61823"/>
                      <a:pt x="454324" y="33068"/>
                      <a:pt x="500332" y="18691"/>
                    </a:cubicBezTo>
                    <a:cubicBezTo>
                      <a:pt x="546340" y="4314"/>
                      <a:pt x="659921" y="12940"/>
                      <a:pt x="707366" y="18691"/>
                    </a:cubicBezTo>
                    <a:cubicBezTo>
                      <a:pt x="754811" y="24442"/>
                      <a:pt x="761999" y="23004"/>
                      <a:pt x="785003" y="53196"/>
                    </a:cubicBezTo>
                    <a:cubicBezTo>
                      <a:pt x="808007" y="83388"/>
                      <a:pt x="832448" y="130834"/>
                      <a:pt x="845388" y="199845"/>
                    </a:cubicBezTo>
                    <a:cubicBezTo>
                      <a:pt x="858328" y="268856"/>
                      <a:pt x="846826" y="416943"/>
                      <a:pt x="862641" y="467264"/>
                    </a:cubicBezTo>
                    <a:cubicBezTo>
                      <a:pt x="878456" y="517585"/>
                      <a:pt x="897147" y="494581"/>
                      <a:pt x="940279" y="501770"/>
                    </a:cubicBezTo>
                    <a:cubicBezTo>
                      <a:pt x="983411" y="508959"/>
                      <a:pt x="1076863" y="508958"/>
                      <a:pt x="1121433" y="510396"/>
                    </a:cubicBezTo>
                    <a:cubicBezTo>
                      <a:pt x="1166003" y="511834"/>
                      <a:pt x="1186132" y="537713"/>
                      <a:pt x="1207698" y="510396"/>
                    </a:cubicBezTo>
                    <a:cubicBezTo>
                      <a:pt x="1229264" y="483079"/>
                      <a:pt x="1237890" y="391064"/>
                      <a:pt x="1250830" y="346494"/>
                    </a:cubicBezTo>
                    <a:cubicBezTo>
                      <a:pt x="1263770" y="301924"/>
                      <a:pt x="1285335" y="242977"/>
                      <a:pt x="1285335" y="242977"/>
                    </a:cubicBezTo>
                    <a:cubicBezTo>
                      <a:pt x="1299712" y="199845"/>
                      <a:pt x="1318403" y="126521"/>
                      <a:pt x="1337094" y="87702"/>
                    </a:cubicBezTo>
                    <a:cubicBezTo>
                      <a:pt x="1355785" y="48883"/>
                      <a:pt x="1355785" y="20128"/>
                      <a:pt x="1397479" y="10064"/>
                    </a:cubicBezTo>
                    <a:cubicBezTo>
                      <a:pt x="1439173" y="0"/>
                      <a:pt x="1542690" y="20128"/>
                      <a:pt x="1587260" y="27317"/>
                    </a:cubicBezTo>
                    <a:cubicBezTo>
                      <a:pt x="1631830" y="34506"/>
                      <a:pt x="1640457" y="20128"/>
                      <a:pt x="1664898" y="53196"/>
                    </a:cubicBezTo>
                    <a:cubicBezTo>
                      <a:pt x="1689340" y="86264"/>
                      <a:pt x="1719532" y="173967"/>
                      <a:pt x="1733909" y="225725"/>
                    </a:cubicBezTo>
                    <a:cubicBezTo>
                      <a:pt x="1748286" y="277483"/>
                      <a:pt x="1742536" y="316302"/>
                      <a:pt x="1751162" y="363747"/>
                    </a:cubicBezTo>
                    <a:cubicBezTo>
                      <a:pt x="1759788" y="411192"/>
                      <a:pt x="1769852" y="484517"/>
                      <a:pt x="1785667" y="510396"/>
                    </a:cubicBezTo>
                    <a:cubicBezTo>
                      <a:pt x="1801482" y="536275"/>
                      <a:pt x="1808671" y="517585"/>
                      <a:pt x="1846052" y="519023"/>
                    </a:cubicBezTo>
                    <a:cubicBezTo>
                      <a:pt x="1883433" y="520461"/>
                      <a:pt x="1958196" y="526212"/>
                      <a:pt x="2009954" y="519023"/>
                    </a:cubicBezTo>
                    <a:cubicBezTo>
                      <a:pt x="2061712" y="511834"/>
                      <a:pt x="2132162" y="484517"/>
                      <a:pt x="2156603" y="475891"/>
                    </a:cubicBezTo>
                    <a:cubicBezTo>
                      <a:pt x="2181044" y="467265"/>
                      <a:pt x="2168823" y="467264"/>
                      <a:pt x="2156603" y="467264"/>
                    </a:cubicBezTo>
                  </a:path>
                </a:pathLst>
              </a:custGeom>
              <a:noFill/>
              <a:ln w="28575">
                <a:solidFill>
                  <a:srgbClr val="33CC33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  <p:txBody>
              <a:bodyPr rtlCol="0" anchor="ctr"/>
              <a:lstStyle/>
              <a:p>
                <a:pPr algn="ctr"/>
                <a:endParaRPr lang="en-GB"/>
              </a:p>
            </p:txBody>
          </p:sp>
          <p:sp>
            <p:nvSpPr>
              <p:cNvPr id="36" name="Freeform 35"/>
              <p:cNvSpPr/>
              <p:nvPr/>
            </p:nvSpPr>
            <p:spPr>
              <a:xfrm flipH="1" flipV="1">
                <a:off x="654170" y="5194540"/>
                <a:ext cx="2261558" cy="576532"/>
              </a:xfrm>
              <a:custGeom>
                <a:avLst/>
                <a:gdLst>
                  <a:gd name="connsiteX0" fmla="*/ 0 w 2181044"/>
                  <a:gd name="connsiteY0" fmla="*/ 467264 h 537713"/>
                  <a:gd name="connsiteX1" fmla="*/ 319177 w 2181044"/>
                  <a:gd name="connsiteY1" fmla="*/ 467264 h 537713"/>
                  <a:gd name="connsiteX2" fmla="*/ 388188 w 2181044"/>
                  <a:gd name="connsiteY2" fmla="*/ 277483 h 537713"/>
                  <a:gd name="connsiteX3" fmla="*/ 431320 w 2181044"/>
                  <a:gd name="connsiteY3" fmla="*/ 104955 h 537713"/>
                  <a:gd name="connsiteX4" fmla="*/ 500332 w 2181044"/>
                  <a:gd name="connsiteY4" fmla="*/ 18691 h 537713"/>
                  <a:gd name="connsiteX5" fmla="*/ 707366 w 2181044"/>
                  <a:gd name="connsiteY5" fmla="*/ 18691 h 537713"/>
                  <a:gd name="connsiteX6" fmla="*/ 785003 w 2181044"/>
                  <a:gd name="connsiteY6" fmla="*/ 53196 h 537713"/>
                  <a:gd name="connsiteX7" fmla="*/ 845388 w 2181044"/>
                  <a:gd name="connsiteY7" fmla="*/ 199845 h 537713"/>
                  <a:gd name="connsiteX8" fmla="*/ 862641 w 2181044"/>
                  <a:gd name="connsiteY8" fmla="*/ 467264 h 537713"/>
                  <a:gd name="connsiteX9" fmla="*/ 940279 w 2181044"/>
                  <a:gd name="connsiteY9" fmla="*/ 501770 h 537713"/>
                  <a:gd name="connsiteX10" fmla="*/ 1121433 w 2181044"/>
                  <a:gd name="connsiteY10" fmla="*/ 510396 h 537713"/>
                  <a:gd name="connsiteX11" fmla="*/ 1207698 w 2181044"/>
                  <a:gd name="connsiteY11" fmla="*/ 510396 h 537713"/>
                  <a:gd name="connsiteX12" fmla="*/ 1250830 w 2181044"/>
                  <a:gd name="connsiteY12" fmla="*/ 346494 h 537713"/>
                  <a:gd name="connsiteX13" fmla="*/ 1285335 w 2181044"/>
                  <a:gd name="connsiteY13" fmla="*/ 242977 h 537713"/>
                  <a:gd name="connsiteX14" fmla="*/ 1337094 w 2181044"/>
                  <a:gd name="connsiteY14" fmla="*/ 87702 h 537713"/>
                  <a:gd name="connsiteX15" fmla="*/ 1397479 w 2181044"/>
                  <a:gd name="connsiteY15" fmla="*/ 10064 h 537713"/>
                  <a:gd name="connsiteX16" fmla="*/ 1587260 w 2181044"/>
                  <a:gd name="connsiteY16" fmla="*/ 27317 h 537713"/>
                  <a:gd name="connsiteX17" fmla="*/ 1664898 w 2181044"/>
                  <a:gd name="connsiteY17" fmla="*/ 53196 h 537713"/>
                  <a:gd name="connsiteX18" fmla="*/ 1733909 w 2181044"/>
                  <a:gd name="connsiteY18" fmla="*/ 225725 h 537713"/>
                  <a:gd name="connsiteX19" fmla="*/ 1751162 w 2181044"/>
                  <a:gd name="connsiteY19" fmla="*/ 363747 h 537713"/>
                  <a:gd name="connsiteX20" fmla="*/ 1785667 w 2181044"/>
                  <a:gd name="connsiteY20" fmla="*/ 510396 h 537713"/>
                  <a:gd name="connsiteX21" fmla="*/ 1846052 w 2181044"/>
                  <a:gd name="connsiteY21" fmla="*/ 519023 h 537713"/>
                  <a:gd name="connsiteX22" fmla="*/ 2009954 w 2181044"/>
                  <a:gd name="connsiteY22" fmla="*/ 519023 h 537713"/>
                  <a:gd name="connsiteX23" fmla="*/ 2156603 w 2181044"/>
                  <a:gd name="connsiteY23" fmla="*/ 475891 h 537713"/>
                  <a:gd name="connsiteX24" fmla="*/ 2156603 w 2181044"/>
                  <a:gd name="connsiteY24" fmla="*/ 467264 h 537713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  <a:cxn ang="0">
                    <a:pos x="connsiteX16" y="connsiteY16"/>
                  </a:cxn>
                  <a:cxn ang="0">
                    <a:pos x="connsiteX17" y="connsiteY17"/>
                  </a:cxn>
                  <a:cxn ang="0">
                    <a:pos x="connsiteX18" y="connsiteY18"/>
                  </a:cxn>
                  <a:cxn ang="0">
                    <a:pos x="connsiteX19" y="connsiteY19"/>
                  </a:cxn>
                  <a:cxn ang="0">
                    <a:pos x="connsiteX20" y="connsiteY20"/>
                  </a:cxn>
                  <a:cxn ang="0">
                    <a:pos x="connsiteX21" y="connsiteY21"/>
                  </a:cxn>
                  <a:cxn ang="0">
                    <a:pos x="connsiteX22" y="connsiteY22"/>
                  </a:cxn>
                  <a:cxn ang="0">
                    <a:pos x="connsiteX23" y="connsiteY23"/>
                  </a:cxn>
                  <a:cxn ang="0">
                    <a:pos x="connsiteX24" y="connsiteY24"/>
                  </a:cxn>
                </a:cxnLst>
                <a:rect l="l" t="t" r="r" b="b"/>
                <a:pathLst>
                  <a:path w="2181044" h="537713">
                    <a:moveTo>
                      <a:pt x="0" y="467264"/>
                    </a:moveTo>
                    <a:cubicBezTo>
                      <a:pt x="127239" y="483079"/>
                      <a:pt x="254479" y="498894"/>
                      <a:pt x="319177" y="467264"/>
                    </a:cubicBezTo>
                    <a:cubicBezTo>
                      <a:pt x="383875" y="435634"/>
                      <a:pt x="369498" y="337868"/>
                      <a:pt x="388188" y="277483"/>
                    </a:cubicBezTo>
                    <a:cubicBezTo>
                      <a:pt x="406878" y="217098"/>
                      <a:pt x="412629" y="148087"/>
                      <a:pt x="431320" y="104955"/>
                    </a:cubicBezTo>
                    <a:cubicBezTo>
                      <a:pt x="450011" y="61823"/>
                      <a:pt x="454324" y="33068"/>
                      <a:pt x="500332" y="18691"/>
                    </a:cubicBezTo>
                    <a:cubicBezTo>
                      <a:pt x="546340" y="4314"/>
                      <a:pt x="659921" y="12940"/>
                      <a:pt x="707366" y="18691"/>
                    </a:cubicBezTo>
                    <a:cubicBezTo>
                      <a:pt x="754811" y="24442"/>
                      <a:pt x="761999" y="23004"/>
                      <a:pt x="785003" y="53196"/>
                    </a:cubicBezTo>
                    <a:cubicBezTo>
                      <a:pt x="808007" y="83388"/>
                      <a:pt x="832448" y="130834"/>
                      <a:pt x="845388" y="199845"/>
                    </a:cubicBezTo>
                    <a:cubicBezTo>
                      <a:pt x="858328" y="268856"/>
                      <a:pt x="846826" y="416943"/>
                      <a:pt x="862641" y="467264"/>
                    </a:cubicBezTo>
                    <a:cubicBezTo>
                      <a:pt x="878456" y="517585"/>
                      <a:pt x="897147" y="494581"/>
                      <a:pt x="940279" y="501770"/>
                    </a:cubicBezTo>
                    <a:cubicBezTo>
                      <a:pt x="983411" y="508959"/>
                      <a:pt x="1076863" y="508958"/>
                      <a:pt x="1121433" y="510396"/>
                    </a:cubicBezTo>
                    <a:cubicBezTo>
                      <a:pt x="1166003" y="511834"/>
                      <a:pt x="1186132" y="537713"/>
                      <a:pt x="1207698" y="510396"/>
                    </a:cubicBezTo>
                    <a:cubicBezTo>
                      <a:pt x="1229264" y="483079"/>
                      <a:pt x="1237890" y="391064"/>
                      <a:pt x="1250830" y="346494"/>
                    </a:cubicBezTo>
                    <a:cubicBezTo>
                      <a:pt x="1263770" y="301924"/>
                      <a:pt x="1285335" y="242977"/>
                      <a:pt x="1285335" y="242977"/>
                    </a:cubicBezTo>
                    <a:cubicBezTo>
                      <a:pt x="1299712" y="199845"/>
                      <a:pt x="1318403" y="126521"/>
                      <a:pt x="1337094" y="87702"/>
                    </a:cubicBezTo>
                    <a:cubicBezTo>
                      <a:pt x="1355785" y="48883"/>
                      <a:pt x="1355785" y="20128"/>
                      <a:pt x="1397479" y="10064"/>
                    </a:cubicBezTo>
                    <a:cubicBezTo>
                      <a:pt x="1439173" y="0"/>
                      <a:pt x="1542690" y="20128"/>
                      <a:pt x="1587260" y="27317"/>
                    </a:cubicBezTo>
                    <a:cubicBezTo>
                      <a:pt x="1631830" y="34506"/>
                      <a:pt x="1640457" y="20128"/>
                      <a:pt x="1664898" y="53196"/>
                    </a:cubicBezTo>
                    <a:cubicBezTo>
                      <a:pt x="1689340" y="86264"/>
                      <a:pt x="1719532" y="173967"/>
                      <a:pt x="1733909" y="225725"/>
                    </a:cubicBezTo>
                    <a:cubicBezTo>
                      <a:pt x="1748286" y="277483"/>
                      <a:pt x="1742536" y="316302"/>
                      <a:pt x="1751162" y="363747"/>
                    </a:cubicBezTo>
                    <a:cubicBezTo>
                      <a:pt x="1759788" y="411192"/>
                      <a:pt x="1769852" y="484517"/>
                      <a:pt x="1785667" y="510396"/>
                    </a:cubicBezTo>
                    <a:cubicBezTo>
                      <a:pt x="1801482" y="536275"/>
                      <a:pt x="1808671" y="517585"/>
                      <a:pt x="1846052" y="519023"/>
                    </a:cubicBezTo>
                    <a:cubicBezTo>
                      <a:pt x="1883433" y="520461"/>
                      <a:pt x="1958196" y="526212"/>
                      <a:pt x="2009954" y="519023"/>
                    </a:cubicBezTo>
                    <a:cubicBezTo>
                      <a:pt x="2061712" y="511834"/>
                      <a:pt x="2132162" y="484517"/>
                      <a:pt x="2156603" y="475891"/>
                    </a:cubicBezTo>
                    <a:cubicBezTo>
                      <a:pt x="2181044" y="467265"/>
                      <a:pt x="2168823" y="467264"/>
                      <a:pt x="2156603" y="467264"/>
                    </a:cubicBezTo>
                  </a:path>
                </a:pathLst>
              </a:custGeom>
              <a:noFill/>
              <a:ln w="28575">
                <a:solidFill>
                  <a:srgbClr val="33CC33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  <p:txBody>
              <a:bodyPr rtlCol="0" anchor="ctr"/>
              <a:lstStyle/>
              <a:p>
                <a:pPr algn="ctr"/>
                <a:endParaRPr lang="en-GB"/>
              </a:p>
            </p:txBody>
          </p:sp>
          <p:sp>
            <p:nvSpPr>
              <p:cNvPr id="37" name="Freeform 36"/>
              <p:cNvSpPr/>
              <p:nvPr/>
            </p:nvSpPr>
            <p:spPr>
              <a:xfrm>
                <a:off x="776377" y="5183037"/>
                <a:ext cx="2173857" cy="576532"/>
              </a:xfrm>
              <a:custGeom>
                <a:avLst/>
                <a:gdLst>
                  <a:gd name="connsiteX0" fmla="*/ 0 w 2173857"/>
                  <a:gd name="connsiteY0" fmla="*/ 501771 h 576532"/>
                  <a:gd name="connsiteX1" fmla="*/ 69012 w 2173857"/>
                  <a:gd name="connsiteY1" fmla="*/ 501771 h 576532"/>
                  <a:gd name="connsiteX2" fmla="*/ 345057 w 2173857"/>
                  <a:gd name="connsiteY2" fmla="*/ 458638 h 576532"/>
                  <a:gd name="connsiteX3" fmla="*/ 379563 w 2173857"/>
                  <a:gd name="connsiteY3" fmla="*/ 251605 h 576532"/>
                  <a:gd name="connsiteX4" fmla="*/ 457200 w 2173857"/>
                  <a:gd name="connsiteY4" fmla="*/ 79076 h 576532"/>
                  <a:gd name="connsiteX5" fmla="*/ 577970 w 2173857"/>
                  <a:gd name="connsiteY5" fmla="*/ 10065 h 576532"/>
                  <a:gd name="connsiteX6" fmla="*/ 733246 w 2173857"/>
                  <a:gd name="connsiteY6" fmla="*/ 61823 h 576532"/>
                  <a:gd name="connsiteX7" fmla="*/ 836763 w 2173857"/>
                  <a:gd name="connsiteY7" fmla="*/ 381001 h 576532"/>
                  <a:gd name="connsiteX8" fmla="*/ 940280 w 2173857"/>
                  <a:gd name="connsiteY8" fmla="*/ 544903 h 576532"/>
                  <a:gd name="connsiteX9" fmla="*/ 1112808 w 2173857"/>
                  <a:gd name="connsiteY9" fmla="*/ 553529 h 576532"/>
                  <a:gd name="connsiteX10" fmla="*/ 1181819 w 2173857"/>
                  <a:gd name="connsiteY10" fmla="*/ 475891 h 576532"/>
                  <a:gd name="connsiteX11" fmla="*/ 1285336 w 2173857"/>
                  <a:gd name="connsiteY11" fmla="*/ 234352 h 576532"/>
                  <a:gd name="connsiteX12" fmla="*/ 1371600 w 2173857"/>
                  <a:gd name="connsiteY12" fmla="*/ 96329 h 576532"/>
                  <a:gd name="connsiteX13" fmla="*/ 1544129 w 2173857"/>
                  <a:gd name="connsiteY13" fmla="*/ 44571 h 576532"/>
                  <a:gd name="connsiteX14" fmla="*/ 1656272 w 2173857"/>
                  <a:gd name="connsiteY14" fmla="*/ 96329 h 576532"/>
                  <a:gd name="connsiteX15" fmla="*/ 1708031 w 2173857"/>
                  <a:gd name="connsiteY15" fmla="*/ 286110 h 576532"/>
                  <a:gd name="connsiteX16" fmla="*/ 1777042 w 2173857"/>
                  <a:gd name="connsiteY16" fmla="*/ 484518 h 576532"/>
                  <a:gd name="connsiteX17" fmla="*/ 1846053 w 2173857"/>
                  <a:gd name="connsiteY17" fmla="*/ 562155 h 576532"/>
                  <a:gd name="connsiteX18" fmla="*/ 2053087 w 2173857"/>
                  <a:gd name="connsiteY18" fmla="*/ 570782 h 576532"/>
                  <a:gd name="connsiteX19" fmla="*/ 2173857 w 2173857"/>
                  <a:gd name="connsiteY19" fmla="*/ 536276 h 576532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  <a:cxn ang="0">
                    <a:pos x="connsiteX16" y="connsiteY16"/>
                  </a:cxn>
                  <a:cxn ang="0">
                    <a:pos x="connsiteX17" y="connsiteY17"/>
                  </a:cxn>
                  <a:cxn ang="0">
                    <a:pos x="connsiteX18" y="connsiteY18"/>
                  </a:cxn>
                  <a:cxn ang="0">
                    <a:pos x="connsiteX19" y="connsiteY19"/>
                  </a:cxn>
                </a:cxnLst>
                <a:rect l="l" t="t" r="r" b="b"/>
                <a:pathLst>
                  <a:path w="2173857" h="576532">
                    <a:moveTo>
                      <a:pt x="0" y="501771"/>
                    </a:moveTo>
                    <a:cubicBezTo>
                      <a:pt x="5751" y="505365"/>
                      <a:pt x="11503" y="508960"/>
                      <a:pt x="69012" y="501771"/>
                    </a:cubicBezTo>
                    <a:cubicBezTo>
                      <a:pt x="126522" y="494582"/>
                      <a:pt x="293299" y="500332"/>
                      <a:pt x="345057" y="458638"/>
                    </a:cubicBezTo>
                    <a:cubicBezTo>
                      <a:pt x="396815" y="416944"/>
                      <a:pt x="360873" y="314865"/>
                      <a:pt x="379563" y="251605"/>
                    </a:cubicBezTo>
                    <a:cubicBezTo>
                      <a:pt x="398253" y="188345"/>
                      <a:pt x="424132" y="119333"/>
                      <a:pt x="457200" y="79076"/>
                    </a:cubicBezTo>
                    <a:cubicBezTo>
                      <a:pt x="490268" y="38819"/>
                      <a:pt x="531962" y="12940"/>
                      <a:pt x="577970" y="10065"/>
                    </a:cubicBezTo>
                    <a:cubicBezTo>
                      <a:pt x="623978" y="7190"/>
                      <a:pt x="690114" y="0"/>
                      <a:pt x="733246" y="61823"/>
                    </a:cubicBezTo>
                    <a:cubicBezTo>
                      <a:pt x="776378" y="123646"/>
                      <a:pt x="802257" y="300488"/>
                      <a:pt x="836763" y="381001"/>
                    </a:cubicBezTo>
                    <a:cubicBezTo>
                      <a:pt x="871269" y="461514"/>
                      <a:pt x="894273" y="516148"/>
                      <a:pt x="940280" y="544903"/>
                    </a:cubicBezTo>
                    <a:cubicBezTo>
                      <a:pt x="986287" y="573658"/>
                      <a:pt x="1072552" y="565031"/>
                      <a:pt x="1112808" y="553529"/>
                    </a:cubicBezTo>
                    <a:cubicBezTo>
                      <a:pt x="1153065" y="542027"/>
                      <a:pt x="1153064" y="529087"/>
                      <a:pt x="1181819" y="475891"/>
                    </a:cubicBezTo>
                    <a:cubicBezTo>
                      <a:pt x="1210574" y="422695"/>
                      <a:pt x="1253706" y="297612"/>
                      <a:pt x="1285336" y="234352"/>
                    </a:cubicBezTo>
                    <a:cubicBezTo>
                      <a:pt x="1316966" y="171092"/>
                      <a:pt x="1328468" y="127959"/>
                      <a:pt x="1371600" y="96329"/>
                    </a:cubicBezTo>
                    <a:cubicBezTo>
                      <a:pt x="1414732" y="64699"/>
                      <a:pt x="1496684" y="44571"/>
                      <a:pt x="1544129" y="44571"/>
                    </a:cubicBezTo>
                    <a:cubicBezTo>
                      <a:pt x="1591574" y="44571"/>
                      <a:pt x="1628955" y="56072"/>
                      <a:pt x="1656272" y="96329"/>
                    </a:cubicBezTo>
                    <a:cubicBezTo>
                      <a:pt x="1683589" y="136586"/>
                      <a:pt x="1687903" y="221412"/>
                      <a:pt x="1708031" y="286110"/>
                    </a:cubicBezTo>
                    <a:cubicBezTo>
                      <a:pt x="1728159" y="350808"/>
                      <a:pt x="1754038" y="438511"/>
                      <a:pt x="1777042" y="484518"/>
                    </a:cubicBezTo>
                    <a:cubicBezTo>
                      <a:pt x="1800046" y="530525"/>
                      <a:pt x="1800046" y="547778"/>
                      <a:pt x="1846053" y="562155"/>
                    </a:cubicBezTo>
                    <a:cubicBezTo>
                      <a:pt x="1892060" y="576532"/>
                      <a:pt x="1998453" y="575095"/>
                      <a:pt x="2053087" y="570782"/>
                    </a:cubicBezTo>
                    <a:cubicBezTo>
                      <a:pt x="2107721" y="566469"/>
                      <a:pt x="2140789" y="551372"/>
                      <a:pt x="2173857" y="536276"/>
                    </a:cubicBezTo>
                  </a:path>
                </a:pathLst>
              </a:custGeom>
              <a:ln w="28575">
                <a:solidFill>
                  <a:srgbClr val="33CC33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  <p:txBody>
              <a:bodyPr rtlCol="0" anchor="ctr"/>
              <a:lstStyle/>
              <a:p>
                <a:pPr algn="ctr"/>
                <a:endParaRPr lang="en-GB"/>
              </a:p>
            </p:txBody>
          </p:sp>
          <p:sp>
            <p:nvSpPr>
              <p:cNvPr id="38" name="Freeform 37"/>
              <p:cNvSpPr/>
              <p:nvPr/>
            </p:nvSpPr>
            <p:spPr>
              <a:xfrm>
                <a:off x="733245" y="5211792"/>
                <a:ext cx="2147978" cy="550653"/>
              </a:xfrm>
              <a:custGeom>
                <a:avLst/>
                <a:gdLst>
                  <a:gd name="connsiteX0" fmla="*/ 0 w 2147978"/>
                  <a:gd name="connsiteY0" fmla="*/ 58948 h 550653"/>
                  <a:gd name="connsiteX1" fmla="*/ 86264 w 2147978"/>
                  <a:gd name="connsiteY1" fmla="*/ 15816 h 550653"/>
                  <a:gd name="connsiteX2" fmla="*/ 207034 w 2147978"/>
                  <a:gd name="connsiteY2" fmla="*/ 7189 h 550653"/>
                  <a:gd name="connsiteX3" fmla="*/ 336430 w 2147978"/>
                  <a:gd name="connsiteY3" fmla="*/ 58948 h 550653"/>
                  <a:gd name="connsiteX4" fmla="*/ 370936 w 2147978"/>
                  <a:gd name="connsiteY4" fmla="*/ 231476 h 550653"/>
                  <a:gd name="connsiteX5" fmla="*/ 448574 w 2147978"/>
                  <a:gd name="connsiteY5" fmla="*/ 447136 h 550653"/>
                  <a:gd name="connsiteX6" fmla="*/ 560717 w 2147978"/>
                  <a:gd name="connsiteY6" fmla="*/ 507521 h 550653"/>
                  <a:gd name="connsiteX7" fmla="*/ 715993 w 2147978"/>
                  <a:gd name="connsiteY7" fmla="*/ 516148 h 550653"/>
                  <a:gd name="connsiteX8" fmla="*/ 785004 w 2147978"/>
                  <a:gd name="connsiteY8" fmla="*/ 447136 h 550653"/>
                  <a:gd name="connsiteX9" fmla="*/ 854015 w 2147978"/>
                  <a:gd name="connsiteY9" fmla="*/ 300487 h 550653"/>
                  <a:gd name="connsiteX10" fmla="*/ 897147 w 2147978"/>
                  <a:gd name="connsiteY10" fmla="*/ 162465 h 550653"/>
                  <a:gd name="connsiteX11" fmla="*/ 957532 w 2147978"/>
                  <a:gd name="connsiteY11" fmla="*/ 41695 h 550653"/>
                  <a:gd name="connsiteX12" fmla="*/ 1035170 w 2147978"/>
                  <a:gd name="connsiteY12" fmla="*/ 15816 h 550653"/>
                  <a:gd name="connsiteX13" fmla="*/ 1173193 w 2147978"/>
                  <a:gd name="connsiteY13" fmla="*/ 24442 h 550653"/>
                  <a:gd name="connsiteX14" fmla="*/ 1259457 w 2147978"/>
                  <a:gd name="connsiteY14" fmla="*/ 93453 h 550653"/>
                  <a:gd name="connsiteX15" fmla="*/ 1319842 w 2147978"/>
                  <a:gd name="connsiteY15" fmla="*/ 283234 h 550653"/>
                  <a:gd name="connsiteX16" fmla="*/ 1319842 w 2147978"/>
                  <a:gd name="connsiteY16" fmla="*/ 395378 h 550653"/>
                  <a:gd name="connsiteX17" fmla="*/ 1414732 w 2147978"/>
                  <a:gd name="connsiteY17" fmla="*/ 498895 h 550653"/>
                  <a:gd name="connsiteX18" fmla="*/ 1570008 w 2147978"/>
                  <a:gd name="connsiteY18" fmla="*/ 550653 h 550653"/>
                  <a:gd name="connsiteX19" fmla="*/ 1716657 w 2147978"/>
                  <a:gd name="connsiteY19" fmla="*/ 498895 h 550653"/>
                  <a:gd name="connsiteX20" fmla="*/ 1777042 w 2147978"/>
                  <a:gd name="connsiteY20" fmla="*/ 369499 h 550653"/>
                  <a:gd name="connsiteX21" fmla="*/ 1828800 w 2147978"/>
                  <a:gd name="connsiteY21" fmla="*/ 188344 h 550653"/>
                  <a:gd name="connsiteX22" fmla="*/ 1828800 w 2147978"/>
                  <a:gd name="connsiteY22" fmla="*/ 119333 h 550653"/>
                  <a:gd name="connsiteX23" fmla="*/ 1897812 w 2147978"/>
                  <a:gd name="connsiteY23" fmla="*/ 67574 h 550653"/>
                  <a:gd name="connsiteX24" fmla="*/ 2044461 w 2147978"/>
                  <a:gd name="connsiteY24" fmla="*/ 41695 h 550653"/>
                  <a:gd name="connsiteX25" fmla="*/ 2147978 w 2147978"/>
                  <a:gd name="connsiteY25" fmla="*/ 58948 h 550653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  <a:cxn ang="0">
                    <a:pos x="connsiteX16" y="connsiteY16"/>
                  </a:cxn>
                  <a:cxn ang="0">
                    <a:pos x="connsiteX17" y="connsiteY17"/>
                  </a:cxn>
                  <a:cxn ang="0">
                    <a:pos x="connsiteX18" y="connsiteY18"/>
                  </a:cxn>
                  <a:cxn ang="0">
                    <a:pos x="connsiteX19" y="connsiteY19"/>
                  </a:cxn>
                  <a:cxn ang="0">
                    <a:pos x="connsiteX20" y="connsiteY20"/>
                  </a:cxn>
                  <a:cxn ang="0">
                    <a:pos x="connsiteX21" y="connsiteY21"/>
                  </a:cxn>
                  <a:cxn ang="0">
                    <a:pos x="connsiteX22" y="connsiteY22"/>
                  </a:cxn>
                  <a:cxn ang="0">
                    <a:pos x="connsiteX23" y="connsiteY23"/>
                  </a:cxn>
                  <a:cxn ang="0">
                    <a:pos x="connsiteX24" y="connsiteY24"/>
                  </a:cxn>
                  <a:cxn ang="0">
                    <a:pos x="connsiteX25" y="connsiteY25"/>
                  </a:cxn>
                </a:cxnLst>
                <a:rect l="l" t="t" r="r" b="b"/>
                <a:pathLst>
                  <a:path w="2147978" h="550653">
                    <a:moveTo>
                      <a:pt x="0" y="58948"/>
                    </a:moveTo>
                    <a:cubicBezTo>
                      <a:pt x="25879" y="41695"/>
                      <a:pt x="51758" y="24443"/>
                      <a:pt x="86264" y="15816"/>
                    </a:cubicBezTo>
                    <a:cubicBezTo>
                      <a:pt x="120770" y="7189"/>
                      <a:pt x="165340" y="0"/>
                      <a:pt x="207034" y="7189"/>
                    </a:cubicBezTo>
                    <a:cubicBezTo>
                      <a:pt x="248728" y="14378"/>
                      <a:pt x="309113" y="21567"/>
                      <a:pt x="336430" y="58948"/>
                    </a:cubicBezTo>
                    <a:cubicBezTo>
                      <a:pt x="363747" y="96329"/>
                      <a:pt x="352245" y="166778"/>
                      <a:pt x="370936" y="231476"/>
                    </a:cubicBezTo>
                    <a:cubicBezTo>
                      <a:pt x="389627" y="296174"/>
                      <a:pt x="416944" y="401129"/>
                      <a:pt x="448574" y="447136"/>
                    </a:cubicBezTo>
                    <a:cubicBezTo>
                      <a:pt x="480204" y="493143"/>
                      <a:pt x="516147" y="496019"/>
                      <a:pt x="560717" y="507521"/>
                    </a:cubicBezTo>
                    <a:cubicBezTo>
                      <a:pt x="605287" y="519023"/>
                      <a:pt x="678612" y="526212"/>
                      <a:pt x="715993" y="516148"/>
                    </a:cubicBezTo>
                    <a:cubicBezTo>
                      <a:pt x="753374" y="506084"/>
                      <a:pt x="762000" y="483079"/>
                      <a:pt x="785004" y="447136"/>
                    </a:cubicBezTo>
                    <a:cubicBezTo>
                      <a:pt x="808008" y="411193"/>
                      <a:pt x="835325" y="347932"/>
                      <a:pt x="854015" y="300487"/>
                    </a:cubicBezTo>
                    <a:cubicBezTo>
                      <a:pt x="872706" y="253042"/>
                      <a:pt x="879894" y="205597"/>
                      <a:pt x="897147" y="162465"/>
                    </a:cubicBezTo>
                    <a:cubicBezTo>
                      <a:pt x="914400" y="119333"/>
                      <a:pt x="934528" y="66137"/>
                      <a:pt x="957532" y="41695"/>
                    </a:cubicBezTo>
                    <a:cubicBezTo>
                      <a:pt x="980536" y="17254"/>
                      <a:pt x="999227" y="18692"/>
                      <a:pt x="1035170" y="15816"/>
                    </a:cubicBezTo>
                    <a:cubicBezTo>
                      <a:pt x="1071114" y="12941"/>
                      <a:pt x="1135812" y="11503"/>
                      <a:pt x="1173193" y="24442"/>
                    </a:cubicBezTo>
                    <a:cubicBezTo>
                      <a:pt x="1210574" y="37381"/>
                      <a:pt x="1235016" y="50321"/>
                      <a:pt x="1259457" y="93453"/>
                    </a:cubicBezTo>
                    <a:cubicBezTo>
                      <a:pt x="1283899" y="136585"/>
                      <a:pt x="1309778" y="232913"/>
                      <a:pt x="1319842" y="283234"/>
                    </a:cubicBezTo>
                    <a:cubicBezTo>
                      <a:pt x="1329906" y="333555"/>
                      <a:pt x="1304027" y="359435"/>
                      <a:pt x="1319842" y="395378"/>
                    </a:cubicBezTo>
                    <a:cubicBezTo>
                      <a:pt x="1335657" y="431321"/>
                      <a:pt x="1373038" y="473016"/>
                      <a:pt x="1414732" y="498895"/>
                    </a:cubicBezTo>
                    <a:cubicBezTo>
                      <a:pt x="1456426" y="524774"/>
                      <a:pt x="1519687" y="550653"/>
                      <a:pt x="1570008" y="550653"/>
                    </a:cubicBezTo>
                    <a:cubicBezTo>
                      <a:pt x="1620329" y="550653"/>
                      <a:pt x="1682151" y="529087"/>
                      <a:pt x="1716657" y="498895"/>
                    </a:cubicBezTo>
                    <a:cubicBezTo>
                      <a:pt x="1751163" y="468703"/>
                      <a:pt x="1758352" y="421257"/>
                      <a:pt x="1777042" y="369499"/>
                    </a:cubicBezTo>
                    <a:cubicBezTo>
                      <a:pt x="1795732" y="317741"/>
                      <a:pt x="1820174" y="230038"/>
                      <a:pt x="1828800" y="188344"/>
                    </a:cubicBezTo>
                    <a:cubicBezTo>
                      <a:pt x="1837426" y="146650"/>
                      <a:pt x="1817298" y="139461"/>
                      <a:pt x="1828800" y="119333"/>
                    </a:cubicBezTo>
                    <a:cubicBezTo>
                      <a:pt x="1840302" y="99205"/>
                      <a:pt x="1861869" y="80514"/>
                      <a:pt x="1897812" y="67574"/>
                    </a:cubicBezTo>
                    <a:cubicBezTo>
                      <a:pt x="1933755" y="54634"/>
                      <a:pt x="2002767" y="43133"/>
                      <a:pt x="2044461" y="41695"/>
                    </a:cubicBezTo>
                    <a:cubicBezTo>
                      <a:pt x="2086155" y="40257"/>
                      <a:pt x="2117066" y="49602"/>
                      <a:pt x="2147978" y="58948"/>
                    </a:cubicBezTo>
                  </a:path>
                </a:pathLst>
              </a:custGeom>
              <a:ln w="28575">
                <a:solidFill>
                  <a:srgbClr val="33CC33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  <p:txBody>
              <a:bodyPr rtlCol="0" anchor="ctr"/>
              <a:lstStyle/>
              <a:p>
                <a:pPr algn="ctr"/>
                <a:endParaRPr lang="en-GB"/>
              </a:p>
            </p:txBody>
          </p:sp>
          <p:sp>
            <p:nvSpPr>
              <p:cNvPr id="39" name="Freeform 38"/>
              <p:cNvSpPr/>
              <p:nvPr/>
            </p:nvSpPr>
            <p:spPr>
              <a:xfrm>
                <a:off x="767751" y="5194540"/>
                <a:ext cx="2208362" cy="560716"/>
              </a:xfrm>
              <a:custGeom>
                <a:avLst/>
                <a:gdLst>
                  <a:gd name="connsiteX0" fmla="*/ 0 w 2208362"/>
                  <a:gd name="connsiteY0" fmla="*/ 447135 h 560716"/>
                  <a:gd name="connsiteX1" fmla="*/ 241540 w 2208362"/>
                  <a:gd name="connsiteY1" fmla="*/ 455762 h 560716"/>
                  <a:gd name="connsiteX2" fmla="*/ 370936 w 2208362"/>
                  <a:gd name="connsiteY2" fmla="*/ 343618 h 560716"/>
                  <a:gd name="connsiteX3" fmla="*/ 439947 w 2208362"/>
                  <a:gd name="connsiteY3" fmla="*/ 162464 h 560716"/>
                  <a:gd name="connsiteX4" fmla="*/ 560717 w 2208362"/>
                  <a:gd name="connsiteY4" fmla="*/ 41694 h 560716"/>
                  <a:gd name="connsiteX5" fmla="*/ 707366 w 2208362"/>
                  <a:gd name="connsiteY5" fmla="*/ 50320 h 560716"/>
                  <a:gd name="connsiteX6" fmla="*/ 802257 w 2208362"/>
                  <a:gd name="connsiteY6" fmla="*/ 248728 h 560716"/>
                  <a:gd name="connsiteX7" fmla="*/ 836762 w 2208362"/>
                  <a:gd name="connsiteY7" fmla="*/ 412630 h 560716"/>
                  <a:gd name="connsiteX8" fmla="*/ 931653 w 2208362"/>
                  <a:gd name="connsiteY8" fmla="*/ 542026 h 560716"/>
                  <a:gd name="connsiteX9" fmla="*/ 1130060 w 2208362"/>
                  <a:gd name="connsiteY9" fmla="*/ 524773 h 560716"/>
                  <a:gd name="connsiteX10" fmla="*/ 1224951 w 2208362"/>
                  <a:gd name="connsiteY10" fmla="*/ 369498 h 560716"/>
                  <a:gd name="connsiteX11" fmla="*/ 1302589 w 2208362"/>
                  <a:gd name="connsiteY11" fmla="*/ 205596 h 560716"/>
                  <a:gd name="connsiteX12" fmla="*/ 1423358 w 2208362"/>
                  <a:gd name="connsiteY12" fmla="*/ 24441 h 560716"/>
                  <a:gd name="connsiteX13" fmla="*/ 1587260 w 2208362"/>
                  <a:gd name="connsiteY13" fmla="*/ 58947 h 560716"/>
                  <a:gd name="connsiteX14" fmla="*/ 1682151 w 2208362"/>
                  <a:gd name="connsiteY14" fmla="*/ 136585 h 560716"/>
                  <a:gd name="connsiteX15" fmla="*/ 1716657 w 2208362"/>
                  <a:gd name="connsiteY15" fmla="*/ 309113 h 560716"/>
                  <a:gd name="connsiteX16" fmla="*/ 1777041 w 2208362"/>
                  <a:gd name="connsiteY16" fmla="*/ 507520 h 560716"/>
                  <a:gd name="connsiteX17" fmla="*/ 1949570 w 2208362"/>
                  <a:gd name="connsiteY17" fmla="*/ 542026 h 560716"/>
                  <a:gd name="connsiteX18" fmla="*/ 2122098 w 2208362"/>
                  <a:gd name="connsiteY18" fmla="*/ 524773 h 560716"/>
                  <a:gd name="connsiteX19" fmla="*/ 2139351 w 2208362"/>
                  <a:gd name="connsiteY19" fmla="*/ 524773 h 560716"/>
                  <a:gd name="connsiteX20" fmla="*/ 2208362 w 2208362"/>
                  <a:gd name="connsiteY20" fmla="*/ 507520 h 560716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  <a:cxn ang="0">
                    <a:pos x="connsiteX16" y="connsiteY16"/>
                  </a:cxn>
                  <a:cxn ang="0">
                    <a:pos x="connsiteX17" y="connsiteY17"/>
                  </a:cxn>
                  <a:cxn ang="0">
                    <a:pos x="connsiteX18" y="connsiteY18"/>
                  </a:cxn>
                  <a:cxn ang="0">
                    <a:pos x="connsiteX19" y="connsiteY19"/>
                  </a:cxn>
                  <a:cxn ang="0">
                    <a:pos x="connsiteX20" y="connsiteY20"/>
                  </a:cxn>
                </a:cxnLst>
                <a:rect l="l" t="t" r="r" b="b"/>
                <a:pathLst>
                  <a:path w="2208362" h="560716">
                    <a:moveTo>
                      <a:pt x="0" y="447135"/>
                    </a:moveTo>
                    <a:cubicBezTo>
                      <a:pt x="89858" y="460075"/>
                      <a:pt x="179717" y="473015"/>
                      <a:pt x="241540" y="455762"/>
                    </a:cubicBezTo>
                    <a:cubicBezTo>
                      <a:pt x="303363" y="438509"/>
                      <a:pt x="337868" y="392501"/>
                      <a:pt x="370936" y="343618"/>
                    </a:cubicBezTo>
                    <a:cubicBezTo>
                      <a:pt x="404004" y="294735"/>
                      <a:pt x="408317" y="212785"/>
                      <a:pt x="439947" y="162464"/>
                    </a:cubicBezTo>
                    <a:cubicBezTo>
                      <a:pt x="471577" y="112143"/>
                      <a:pt x="516147" y="60385"/>
                      <a:pt x="560717" y="41694"/>
                    </a:cubicBezTo>
                    <a:cubicBezTo>
                      <a:pt x="605287" y="23003"/>
                      <a:pt x="667109" y="15814"/>
                      <a:pt x="707366" y="50320"/>
                    </a:cubicBezTo>
                    <a:cubicBezTo>
                      <a:pt x="747623" y="84826"/>
                      <a:pt x="780691" y="188343"/>
                      <a:pt x="802257" y="248728"/>
                    </a:cubicBezTo>
                    <a:cubicBezTo>
                      <a:pt x="823823" y="309113"/>
                      <a:pt x="815196" y="363747"/>
                      <a:pt x="836762" y="412630"/>
                    </a:cubicBezTo>
                    <a:cubicBezTo>
                      <a:pt x="858328" y="461513"/>
                      <a:pt x="882770" y="523336"/>
                      <a:pt x="931653" y="542026"/>
                    </a:cubicBezTo>
                    <a:cubicBezTo>
                      <a:pt x="980536" y="560716"/>
                      <a:pt x="1081177" y="553528"/>
                      <a:pt x="1130060" y="524773"/>
                    </a:cubicBezTo>
                    <a:cubicBezTo>
                      <a:pt x="1178943" y="496018"/>
                      <a:pt x="1196196" y="422694"/>
                      <a:pt x="1224951" y="369498"/>
                    </a:cubicBezTo>
                    <a:cubicBezTo>
                      <a:pt x="1253706" y="316302"/>
                      <a:pt x="1269521" y="263106"/>
                      <a:pt x="1302589" y="205596"/>
                    </a:cubicBezTo>
                    <a:cubicBezTo>
                      <a:pt x="1335657" y="148086"/>
                      <a:pt x="1375913" y="48882"/>
                      <a:pt x="1423358" y="24441"/>
                    </a:cubicBezTo>
                    <a:cubicBezTo>
                      <a:pt x="1470803" y="0"/>
                      <a:pt x="1544128" y="40256"/>
                      <a:pt x="1587260" y="58947"/>
                    </a:cubicBezTo>
                    <a:cubicBezTo>
                      <a:pt x="1630392" y="77638"/>
                      <a:pt x="1660585" y="94891"/>
                      <a:pt x="1682151" y="136585"/>
                    </a:cubicBezTo>
                    <a:cubicBezTo>
                      <a:pt x="1703717" y="178279"/>
                      <a:pt x="1700842" y="247291"/>
                      <a:pt x="1716657" y="309113"/>
                    </a:cubicBezTo>
                    <a:cubicBezTo>
                      <a:pt x="1732472" y="370935"/>
                      <a:pt x="1738222" y="468701"/>
                      <a:pt x="1777041" y="507520"/>
                    </a:cubicBezTo>
                    <a:cubicBezTo>
                      <a:pt x="1815860" y="546339"/>
                      <a:pt x="1892060" y="539150"/>
                      <a:pt x="1949570" y="542026"/>
                    </a:cubicBezTo>
                    <a:cubicBezTo>
                      <a:pt x="2007080" y="544902"/>
                      <a:pt x="2090468" y="527648"/>
                      <a:pt x="2122098" y="524773"/>
                    </a:cubicBezTo>
                    <a:cubicBezTo>
                      <a:pt x="2153728" y="521898"/>
                      <a:pt x="2124974" y="527648"/>
                      <a:pt x="2139351" y="524773"/>
                    </a:cubicBezTo>
                    <a:cubicBezTo>
                      <a:pt x="2153728" y="521898"/>
                      <a:pt x="2181045" y="514709"/>
                      <a:pt x="2208362" y="507520"/>
                    </a:cubicBezTo>
                  </a:path>
                </a:pathLst>
              </a:custGeom>
              <a:ln w="28575">
                <a:solidFill>
                  <a:srgbClr val="33CC33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  <p:txBody>
              <a:bodyPr rtlCol="0" anchor="ctr"/>
              <a:lstStyle/>
              <a:p>
                <a:pPr algn="ctr"/>
                <a:endParaRPr lang="en-GB"/>
              </a:p>
            </p:txBody>
          </p:sp>
          <p:sp>
            <p:nvSpPr>
              <p:cNvPr id="40" name="Freeform 39"/>
              <p:cNvSpPr/>
              <p:nvPr/>
            </p:nvSpPr>
            <p:spPr>
              <a:xfrm>
                <a:off x="776377" y="5198853"/>
                <a:ext cx="2061714" cy="592347"/>
              </a:xfrm>
              <a:custGeom>
                <a:avLst/>
                <a:gdLst>
                  <a:gd name="connsiteX0" fmla="*/ 0 w 2061714"/>
                  <a:gd name="connsiteY0" fmla="*/ 71887 h 592347"/>
                  <a:gd name="connsiteX1" fmla="*/ 138023 w 2061714"/>
                  <a:gd name="connsiteY1" fmla="*/ 20128 h 592347"/>
                  <a:gd name="connsiteX2" fmla="*/ 284672 w 2061714"/>
                  <a:gd name="connsiteY2" fmla="*/ 80513 h 592347"/>
                  <a:gd name="connsiteX3" fmla="*/ 345057 w 2061714"/>
                  <a:gd name="connsiteY3" fmla="*/ 235789 h 592347"/>
                  <a:gd name="connsiteX4" fmla="*/ 362310 w 2061714"/>
                  <a:gd name="connsiteY4" fmla="*/ 391064 h 592347"/>
                  <a:gd name="connsiteX5" fmla="*/ 439948 w 2061714"/>
                  <a:gd name="connsiteY5" fmla="*/ 520460 h 592347"/>
                  <a:gd name="connsiteX6" fmla="*/ 698740 w 2061714"/>
                  <a:gd name="connsiteY6" fmla="*/ 529087 h 592347"/>
                  <a:gd name="connsiteX7" fmla="*/ 759125 w 2061714"/>
                  <a:gd name="connsiteY7" fmla="*/ 425570 h 592347"/>
                  <a:gd name="connsiteX8" fmla="*/ 845389 w 2061714"/>
                  <a:gd name="connsiteY8" fmla="*/ 278921 h 592347"/>
                  <a:gd name="connsiteX9" fmla="*/ 948906 w 2061714"/>
                  <a:gd name="connsiteY9" fmla="*/ 63260 h 592347"/>
                  <a:gd name="connsiteX10" fmla="*/ 1035170 w 2061714"/>
                  <a:gd name="connsiteY10" fmla="*/ 28755 h 592347"/>
                  <a:gd name="connsiteX11" fmla="*/ 1224951 w 2061714"/>
                  <a:gd name="connsiteY11" fmla="*/ 63260 h 592347"/>
                  <a:gd name="connsiteX12" fmla="*/ 1293963 w 2061714"/>
                  <a:gd name="connsiteY12" fmla="*/ 408317 h 592347"/>
                  <a:gd name="connsiteX13" fmla="*/ 1388853 w 2061714"/>
                  <a:gd name="connsiteY13" fmla="*/ 563592 h 592347"/>
                  <a:gd name="connsiteX14" fmla="*/ 1518249 w 2061714"/>
                  <a:gd name="connsiteY14" fmla="*/ 580845 h 592347"/>
                  <a:gd name="connsiteX15" fmla="*/ 1682151 w 2061714"/>
                  <a:gd name="connsiteY15" fmla="*/ 503207 h 592347"/>
                  <a:gd name="connsiteX16" fmla="*/ 1742536 w 2061714"/>
                  <a:gd name="connsiteY16" fmla="*/ 347932 h 592347"/>
                  <a:gd name="connsiteX17" fmla="*/ 1802921 w 2061714"/>
                  <a:gd name="connsiteY17" fmla="*/ 192656 h 592347"/>
                  <a:gd name="connsiteX18" fmla="*/ 1906438 w 2061714"/>
                  <a:gd name="connsiteY18" fmla="*/ 97766 h 592347"/>
                  <a:gd name="connsiteX19" fmla="*/ 2035834 w 2061714"/>
                  <a:gd name="connsiteY19" fmla="*/ 63260 h 592347"/>
                  <a:gd name="connsiteX20" fmla="*/ 2061714 w 2061714"/>
                  <a:gd name="connsiteY20" fmla="*/ 63260 h 592347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  <a:cxn ang="0">
                    <a:pos x="connsiteX16" y="connsiteY16"/>
                  </a:cxn>
                  <a:cxn ang="0">
                    <a:pos x="connsiteX17" y="connsiteY17"/>
                  </a:cxn>
                  <a:cxn ang="0">
                    <a:pos x="connsiteX18" y="connsiteY18"/>
                  </a:cxn>
                  <a:cxn ang="0">
                    <a:pos x="connsiteX19" y="connsiteY19"/>
                  </a:cxn>
                  <a:cxn ang="0">
                    <a:pos x="connsiteX20" y="connsiteY20"/>
                  </a:cxn>
                </a:cxnLst>
                <a:rect l="l" t="t" r="r" b="b"/>
                <a:pathLst>
                  <a:path w="2061714" h="592347">
                    <a:moveTo>
                      <a:pt x="0" y="71887"/>
                    </a:moveTo>
                    <a:cubicBezTo>
                      <a:pt x="45289" y="45288"/>
                      <a:pt x="90578" y="18690"/>
                      <a:pt x="138023" y="20128"/>
                    </a:cubicBezTo>
                    <a:cubicBezTo>
                      <a:pt x="185468" y="21566"/>
                      <a:pt x="250166" y="44570"/>
                      <a:pt x="284672" y="80513"/>
                    </a:cubicBezTo>
                    <a:cubicBezTo>
                      <a:pt x="319178" y="116457"/>
                      <a:pt x="332117" y="184031"/>
                      <a:pt x="345057" y="235789"/>
                    </a:cubicBezTo>
                    <a:cubicBezTo>
                      <a:pt x="357997" y="287547"/>
                      <a:pt x="346495" y="343619"/>
                      <a:pt x="362310" y="391064"/>
                    </a:cubicBezTo>
                    <a:cubicBezTo>
                      <a:pt x="378125" y="438509"/>
                      <a:pt x="383876" y="497456"/>
                      <a:pt x="439948" y="520460"/>
                    </a:cubicBezTo>
                    <a:cubicBezTo>
                      <a:pt x="496020" y="543464"/>
                      <a:pt x="645544" y="544902"/>
                      <a:pt x="698740" y="529087"/>
                    </a:cubicBezTo>
                    <a:cubicBezTo>
                      <a:pt x="751936" y="513272"/>
                      <a:pt x="759125" y="425570"/>
                      <a:pt x="759125" y="425570"/>
                    </a:cubicBezTo>
                    <a:cubicBezTo>
                      <a:pt x="783566" y="383876"/>
                      <a:pt x="813759" y="339306"/>
                      <a:pt x="845389" y="278921"/>
                    </a:cubicBezTo>
                    <a:cubicBezTo>
                      <a:pt x="877019" y="218536"/>
                      <a:pt x="917276" y="104954"/>
                      <a:pt x="948906" y="63260"/>
                    </a:cubicBezTo>
                    <a:cubicBezTo>
                      <a:pt x="980536" y="21566"/>
                      <a:pt x="989163" y="28755"/>
                      <a:pt x="1035170" y="28755"/>
                    </a:cubicBezTo>
                    <a:cubicBezTo>
                      <a:pt x="1081177" y="28755"/>
                      <a:pt x="1181819" y="0"/>
                      <a:pt x="1224951" y="63260"/>
                    </a:cubicBezTo>
                    <a:cubicBezTo>
                      <a:pt x="1268083" y="126520"/>
                      <a:pt x="1266646" y="324928"/>
                      <a:pt x="1293963" y="408317"/>
                    </a:cubicBezTo>
                    <a:cubicBezTo>
                      <a:pt x="1321280" y="491706"/>
                      <a:pt x="1351472" y="534837"/>
                      <a:pt x="1388853" y="563592"/>
                    </a:cubicBezTo>
                    <a:cubicBezTo>
                      <a:pt x="1426234" y="592347"/>
                      <a:pt x="1469366" y="590909"/>
                      <a:pt x="1518249" y="580845"/>
                    </a:cubicBezTo>
                    <a:cubicBezTo>
                      <a:pt x="1567132" y="570781"/>
                      <a:pt x="1644770" y="542026"/>
                      <a:pt x="1682151" y="503207"/>
                    </a:cubicBezTo>
                    <a:cubicBezTo>
                      <a:pt x="1719532" y="464388"/>
                      <a:pt x="1742536" y="347932"/>
                      <a:pt x="1742536" y="347932"/>
                    </a:cubicBezTo>
                    <a:cubicBezTo>
                      <a:pt x="1762664" y="296174"/>
                      <a:pt x="1775604" y="234350"/>
                      <a:pt x="1802921" y="192656"/>
                    </a:cubicBezTo>
                    <a:cubicBezTo>
                      <a:pt x="1830238" y="150962"/>
                      <a:pt x="1867619" y="119332"/>
                      <a:pt x="1906438" y="97766"/>
                    </a:cubicBezTo>
                    <a:cubicBezTo>
                      <a:pt x="1945257" y="76200"/>
                      <a:pt x="2009955" y="69011"/>
                      <a:pt x="2035834" y="63260"/>
                    </a:cubicBezTo>
                    <a:cubicBezTo>
                      <a:pt x="2061713" y="57509"/>
                      <a:pt x="2061713" y="60384"/>
                      <a:pt x="2061714" y="63260"/>
                    </a:cubicBezTo>
                  </a:path>
                </a:pathLst>
              </a:custGeom>
              <a:ln w="28575">
                <a:solidFill>
                  <a:srgbClr val="33CC33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  <p:txBody>
              <a:bodyPr rtlCol="0" anchor="ctr"/>
              <a:lstStyle/>
              <a:p>
                <a:pPr algn="ctr"/>
                <a:endParaRPr lang="en-GB"/>
              </a:p>
            </p:txBody>
          </p:sp>
          <p:sp>
            <p:nvSpPr>
              <p:cNvPr id="41" name="Freeform 40"/>
              <p:cNvSpPr/>
              <p:nvPr/>
            </p:nvSpPr>
            <p:spPr>
              <a:xfrm>
                <a:off x="819509" y="5233359"/>
                <a:ext cx="2139351" cy="569343"/>
              </a:xfrm>
              <a:custGeom>
                <a:avLst/>
                <a:gdLst>
                  <a:gd name="connsiteX0" fmla="*/ 0 w 2139351"/>
                  <a:gd name="connsiteY0" fmla="*/ 460075 h 569343"/>
                  <a:gd name="connsiteX1" fmla="*/ 138023 w 2139351"/>
                  <a:gd name="connsiteY1" fmla="*/ 503207 h 569343"/>
                  <a:gd name="connsiteX2" fmla="*/ 258793 w 2139351"/>
                  <a:gd name="connsiteY2" fmla="*/ 425569 h 569343"/>
                  <a:gd name="connsiteX3" fmla="*/ 327804 w 2139351"/>
                  <a:gd name="connsiteY3" fmla="*/ 261667 h 569343"/>
                  <a:gd name="connsiteX4" fmla="*/ 439948 w 2139351"/>
                  <a:gd name="connsiteY4" fmla="*/ 89139 h 569343"/>
                  <a:gd name="connsiteX5" fmla="*/ 603849 w 2139351"/>
                  <a:gd name="connsiteY5" fmla="*/ 2875 h 569343"/>
                  <a:gd name="connsiteX6" fmla="*/ 715993 w 2139351"/>
                  <a:gd name="connsiteY6" fmla="*/ 71886 h 569343"/>
                  <a:gd name="connsiteX7" fmla="*/ 793631 w 2139351"/>
                  <a:gd name="connsiteY7" fmla="*/ 278920 h 569343"/>
                  <a:gd name="connsiteX8" fmla="*/ 828136 w 2139351"/>
                  <a:gd name="connsiteY8" fmla="*/ 460075 h 569343"/>
                  <a:gd name="connsiteX9" fmla="*/ 1035170 w 2139351"/>
                  <a:gd name="connsiteY9" fmla="*/ 520460 h 569343"/>
                  <a:gd name="connsiteX10" fmla="*/ 1147314 w 2139351"/>
                  <a:gd name="connsiteY10" fmla="*/ 416943 h 569343"/>
                  <a:gd name="connsiteX11" fmla="*/ 1276710 w 2139351"/>
                  <a:gd name="connsiteY11" fmla="*/ 166777 h 569343"/>
                  <a:gd name="connsiteX12" fmla="*/ 1371600 w 2139351"/>
                  <a:gd name="connsiteY12" fmla="*/ 37381 h 569343"/>
                  <a:gd name="connsiteX13" fmla="*/ 1570008 w 2139351"/>
                  <a:gd name="connsiteY13" fmla="*/ 28754 h 569343"/>
                  <a:gd name="connsiteX14" fmla="*/ 1647646 w 2139351"/>
                  <a:gd name="connsiteY14" fmla="*/ 192656 h 569343"/>
                  <a:gd name="connsiteX15" fmla="*/ 1751163 w 2139351"/>
                  <a:gd name="connsiteY15" fmla="*/ 460075 h 569343"/>
                  <a:gd name="connsiteX16" fmla="*/ 1846053 w 2139351"/>
                  <a:gd name="connsiteY16" fmla="*/ 554966 h 569343"/>
                  <a:gd name="connsiteX17" fmla="*/ 2044461 w 2139351"/>
                  <a:gd name="connsiteY17" fmla="*/ 546339 h 569343"/>
                  <a:gd name="connsiteX18" fmla="*/ 2139351 w 2139351"/>
                  <a:gd name="connsiteY18" fmla="*/ 494581 h 569343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  <a:cxn ang="0">
                    <a:pos x="connsiteX16" y="connsiteY16"/>
                  </a:cxn>
                  <a:cxn ang="0">
                    <a:pos x="connsiteX17" y="connsiteY17"/>
                  </a:cxn>
                  <a:cxn ang="0">
                    <a:pos x="connsiteX18" y="connsiteY18"/>
                  </a:cxn>
                </a:cxnLst>
                <a:rect l="l" t="t" r="r" b="b"/>
                <a:pathLst>
                  <a:path w="2139351" h="569343">
                    <a:moveTo>
                      <a:pt x="0" y="460075"/>
                    </a:moveTo>
                    <a:cubicBezTo>
                      <a:pt x="47445" y="484516"/>
                      <a:pt x="94891" y="508958"/>
                      <a:pt x="138023" y="503207"/>
                    </a:cubicBezTo>
                    <a:cubicBezTo>
                      <a:pt x="181155" y="497456"/>
                      <a:pt x="227163" y="465826"/>
                      <a:pt x="258793" y="425569"/>
                    </a:cubicBezTo>
                    <a:cubicBezTo>
                      <a:pt x="290423" y="385312"/>
                      <a:pt x="297612" y="317739"/>
                      <a:pt x="327804" y="261667"/>
                    </a:cubicBezTo>
                    <a:cubicBezTo>
                      <a:pt x="357996" y="205595"/>
                      <a:pt x="393941" y="132271"/>
                      <a:pt x="439948" y="89139"/>
                    </a:cubicBezTo>
                    <a:cubicBezTo>
                      <a:pt x="485956" y="46007"/>
                      <a:pt x="557842" y="5750"/>
                      <a:pt x="603849" y="2875"/>
                    </a:cubicBezTo>
                    <a:cubicBezTo>
                      <a:pt x="649856" y="0"/>
                      <a:pt x="684363" y="25879"/>
                      <a:pt x="715993" y="71886"/>
                    </a:cubicBezTo>
                    <a:cubicBezTo>
                      <a:pt x="747623" y="117894"/>
                      <a:pt x="774941" y="214222"/>
                      <a:pt x="793631" y="278920"/>
                    </a:cubicBezTo>
                    <a:cubicBezTo>
                      <a:pt x="812321" y="343618"/>
                      <a:pt x="787880" y="419818"/>
                      <a:pt x="828136" y="460075"/>
                    </a:cubicBezTo>
                    <a:cubicBezTo>
                      <a:pt x="868392" y="500332"/>
                      <a:pt x="981974" y="527649"/>
                      <a:pt x="1035170" y="520460"/>
                    </a:cubicBezTo>
                    <a:cubicBezTo>
                      <a:pt x="1088366" y="513271"/>
                      <a:pt x="1107057" y="475890"/>
                      <a:pt x="1147314" y="416943"/>
                    </a:cubicBezTo>
                    <a:cubicBezTo>
                      <a:pt x="1187571" y="357996"/>
                      <a:pt x="1239329" y="230037"/>
                      <a:pt x="1276710" y="166777"/>
                    </a:cubicBezTo>
                    <a:cubicBezTo>
                      <a:pt x="1314091" y="103517"/>
                      <a:pt x="1322717" y="60385"/>
                      <a:pt x="1371600" y="37381"/>
                    </a:cubicBezTo>
                    <a:cubicBezTo>
                      <a:pt x="1420483" y="14377"/>
                      <a:pt x="1524000" y="2875"/>
                      <a:pt x="1570008" y="28754"/>
                    </a:cubicBezTo>
                    <a:cubicBezTo>
                      <a:pt x="1616016" y="54633"/>
                      <a:pt x="1617454" y="120769"/>
                      <a:pt x="1647646" y="192656"/>
                    </a:cubicBezTo>
                    <a:cubicBezTo>
                      <a:pt x="1677838" y="264543"/>
                      <a:pt x="1718095" y="399690"/>
                      <a:pt x="1751163" y="460075"/>
                    </a:cubicBezTo>
                    <a:cubicBezTo>
                      <a:pt x="1784231" y="520460"/>
                      <a:pt x="1797170" y="540589"/>
                      <a:pt x="1846053" y="554966"/>
                    </a:cubicBezTo>
                    <a:cubicBezTo>
                      <a:pt x="1894936" y="569343"/>
                      <a:pt x="1995578" y="556403"/>
                      <a:pt x="2044461" y="546339"/>
                    </a:cubicBezTo>
                    <a:cubicBezTo>
                      <a:pt x="2093344" y="536275"/>
                      <a:pt x="2139351" y="494581"/>
                      <a:pt x="2139351" y="494581"/>
                    </a:cubicBezTo>
                  </a:path>
                </a:pathLst>
              </a:custGeom>
              <a:ln w="28575">
                <a:solidFill>
                  <a:srgbClr val="33CC33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  <p:txBody>
              <a:bodyPr rtlCol="0" anchor="ctr"/>
              <a:lstStyle/>
              <a:p>
                <a:pPr algn="ctr"/>
                <a:endParaRPr lang="en-GB"/>
              </a:p>
            </p:txBody>
          </p:sp>
          <p:sp>
            <p:nvSpPr>
              <p:cNvPr id="42" name="Freeform 41"/>
              <p:cNvSpPr/>
              <p:nvPr/>
            </p:nvSpPr>
            <p:spPr>
              <a:xfrm>
                <a:off x="767751" y="5246298"/>
                <a:ext cx="2104845" cy="534838"/>
              </a:xfrm>
              <a:custGeom>
                <a:avLst/>
                <a:gdLst>
                  <a:gd name="connsiteX0" fmla="*/ 0 w 2104845"/>
                  <a:gd name="connsiteY0" fmla="*/ 76200 h 534838"/>
                  <a:gd name="connsiteX1" fmla="*/ 112143 w 2104845"/>
                  <a:gd name="connsiteY1" fmla="*/ 7189 h 534838"/>
                  <a:gd name="connsiteX2" fmla="*/ 258792 w 2104845"/>
                  <a:gd name="connsiteY2" fmla="*/ 33068 h 534838"/>
                  <a:gd name="connsiteX3" fmla="*/ 327804 w 2104845"/>
                  <a:gd name="connsiteY3" fmla="*/ 188344 h 534838"/>
                  <a:gd name="connsiteX4" fmla="*/ 457200 w 2104845"/>
                  <a:gd name="connsiteY4" fmla="*/ 395377 h 534838"/>
                  <a:gd name="connsiteX5" fmla="*/ 595223 w 2104845"/>
                  <a:gd name="connsiteY5" fmla="*/ 507521 h 534838"/>
                  <a:gd name="connsiteX6" fmla="*/ 741872 w 2104845"/>
                  <a:gd name="connsiteY6" fmla="*/ 438510 h 534838"/>
                  <a:gd name="connsiteX7" fmla="*/ 854015 w 2104845"/>
                  <a:gd name="connsiteY7" fmla="*/ 222849 h 534838"/>
                  <a:gd name="connsiteX8" fmla="*/ 983411 w 2104845"/>
                  <a:gd name="connsiteY8" fmla="*/ 41694 h 534838"/>
                  <a:gd name="connsiteX9" fmla="*/ 1130060 w 2104845"/>
                  <a:gd name="connsiteY9" fmla="*/ 33068 h 534838"/>
                  <a:gd name="connsiteX10" fmla="*/ 1259457 w 2104845"/>
                  <a:gd name="connsiteY10" fmla="*/ 145211 h 534838"/>
                  <a:gd name="connsiteX11" fmla="*/ 1268083 w 2104845"/>
                  <a:gd name="connsiteY11" fmla="*/ 291860 h 534838"/>
                  <a:gd name="connsiteX12" fmla="*/ 1380226 w 2104845"/>
                  <a:gd name="connsiteY12" fmla="*/ 490268 h 534838"/>
                  <a:gd name="connsiteX13" fmla="*/ 1621766 w 2104845"/>
                  <a:gd name="connsiteY13" fmla="*/ 507521 h 534838"/>
                  <a:gd name="connsiteX14" fmla="*/ 1733909 w 2104845"/>
                  <a:gd name="connsiteY14" fmla="*/ 326366 h 534838"/>
                  <a:gd name="connsiteX15" fmla="*/ 1863306 w 2104845"/>
                  <a:gd name="connsiteY15" fmla="*/ 119332 h 534838"/>
                  <a:gd name="connsiteX16" fmla="*/ 2027207 w 2104845"/>
                  <a:gd name="connsiteY16" fmla="*/ 24442 h 534838"/>
                  <a:gd name="connsiteX17" fmla="*/ 2104845 w 2104845"/>
                  <a:gd name="connsiteY17" fmla="*/ 24442 h 534838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  <a:cxn ang="0">
                    <a:pos x="connsiteX16" y="connsiteY16"/>
                  </a:cxn>
                  <a:cxn ang="0">
                    <a:pos x="connsiteX17" y="connsiteY17"/>
                  </a:cxn>
                </a:cxnLst>
                <a:rect l="l" t="t" r="r" b="b"/>
                <a:pathLst>
                  <a:path w="2104845" h="534838">
                    <a:moveTo>
                      <a:pt x="0" y="76200"/>
                    </a:moveTo>
                    <a:cubicBezTo>
                      <a:pt x="34505" y="45289"/>
                      <a:pt x="69011" y="14378"/>
                      <a:pt x="112143" y="7189"/>
                    </a:cubicBezTo>
                    <a:cubicBezTo>
                      <a:pt x="155275" y="0"/>
                      <a:pt x="222849" y="2876"/>
                      <a:pt x="258792" y="33068"/>
                    </a:cubicBezTo>
                    <a:cubicBezTo>
                      <a:pt x="294735" y="63260"/>
                      <a:pt x="294736" y="127959"/>
                      <a:pt x="327804" y="188344"/>
                    </a:cubicBezTo>
                    <a:cubicBezTo>
                      <a:pt x="360872" y="248729"/>
                      <a:pt x="412630" y="342181"/>
                      <a:pt x="457200" y="395377"/>
                    </a:cubicBezTo>
                    <a:cubicBezTo>
                      <a:pt x="501770" y="448573"/>
                      <a:pt x="547778" y="500332"/>
                      <a:pt x="595223" y="507521"/>
                    </a:cubicBezTo>
                    <a:cubicBezTo>
                      <a:pt x="642668" y="514710"/>
                      <a:pt x="698740" y="485955"/>
                      <a:pt x="741872" y="438510"/>
                    </a:cubicBezTo>
                    <a:cubicBezTo>
                      <a:pt x="785004" y="391065"/>
                      <a:pt x="813759" y="288985"/>
                      <a:pt x="854015" y="222849"/>
                    </a:cubicBezTo>
                    <a:cubicBezTo>
                      <a:pt x="894272" y="156713"/>
                      <a:pt x="937404" y="73324"/>
                      <a:pt x="983411" y="41694"/>
                    </a:cubicBezTo>
                    <a:cubicBezTo>
                      <a:pt x="1029418" y="10064"/>
                      <a:pt x="1084052" y="15815"/>
                      <a:pt x="1130060" y="33068"/>
                    </a:cubicBezTo>
                    <a:cubicBezTo>
                      <a:pt x="1176068" y="50321"/>
                      <a:pt x="1236453" y="102079"/>
                      <a:pt x="1259457" y="145211"/>
                    </a:cubicBezTo>
                    <a:cubicBezTo>
                      <a:pt x="1282461" y="188343"/>
                      <a:pt x="1247955" y="234351"/>
                      <a:pt x="1268083" y="291860"/>
                    </a:cubicBezTo>
                    <a:cubicBezTo>
                      <a:pt x="1288211" y="349370"/>
                      <a:pt x="1321279" y="454325"/>
                      <a:pt x="1380226" y="490268"/>
                    </a:cubicBezTo>
                    <a:cubicBezTo>
                      <a:pt x="1439173" y="526211"/>
                      <a:pt x="1562819" y="534838"/>
                      <a:pt x="1621766" y="507521"/>
                    </a:cubicBezTo>
                    <a:cubicBezTo>
                      <a:pt x="1680713" y="480204"/>
                      <a:pt x="1733909" y="326366"/>
                      <a:pt x="1733909" y="326366"/>
                    </a:cubicBezTo>
                    <a:cubicBezTo>
                      <a:pt x="1774166" y="261668"/>
                      <a:pt x="1814423" y="169653"/>
                      <a:pt x="1863306" y="119332"/>
                    </a:cubicBezTo>
                    <a:cubicBezTo>
                      <a:pt x="1912189" y="69011"/>
                      <a:pt x="1986951" y="40257"/>
                      <a:pt x="2027207" y="24442"/>
                    </a:cubicBezTo>
                    <a:cubicBezTo>
                      <a:pt x="2067464" y="8627"/>
                      <a:pt x="2104845" y="24442"/>
                      <a:pt x="2104845" y="24442"/>
                    </a:cubicBezTo>
                  </a:path>
                </a:pathLst>
              </a:custGeom>
              <a:ln w="28575">
                <a:solidFill>
                  <a:srgbClr val="33CC33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  <p:txBody>
              <a:bodyPr rtlCol="0" anchor="ctr"/>
              <a:lstStyle/>
              <a:p>
                <a:pPr algn="ctr"/>
                <a:endParaRPr lang="en-GB"/>
              </a:p>
            </p:txBody>
          </p:sp>
          <p:sp>
            <p:nvSpPr>
              <p:cNvPr id="43" name="Freeform 42"/>
              <p:cNvSpPr/>
              <p:nvPr/>
            </p:nvSpPr>
            <p:spPr>
              <a:xfrm>
                <a:off x="802257" y="5183037"/>
                <a:ext cx="2060275" cy="622539"/>
              </a:xfrm>
              <a:custGeom>
                <a:avLst/>
                <a:gdLst>
                  <a:gd name="connsiteX0" fmla="*/ 0 w 2060275"/>
                  <a:gd name="connsiteY0" fmla="*/ 113581 h 685800"/>
                  <a:gd name="connsiteX1" fmla="*/ 181154 w 2060275"/>
                  <a:gd name="connsiteY1" fmla="*/ 87702 h 685800"/>
                  <a:gd name="connsiteX2" fmla="*/ 276045 w 2060275"/>
                  <a:gd name="connsiteY2" fmla="*/ 130834 h 685800"/>
                  <a:gd name="connsiteX3" fmla="*/ 379562 w 2060275"/>
                  <a:gd name="connsiteY3" fmla="*/ 389626 h 685800"/>
                  <a:gd name="connsiteX4" fmla="*/ 448573 w 2060275"/>
                  <a:gd name="connsiteY4" fmla="*/ 562154 h 685800"/>
                  <a:gd name="connsiteX5" fmla="*/ 638354 w 2060275"/>
                  <a:gd name="connsiteY5" fmla="*/ 579407 h 685800"/>
                  <a:gd name="connsiteX6" fmla="*/ 819509 w 2060275"/>
                  <a:gd name="connsiteY6" fmla="*/ 303362 h 685800"/>
                  <a:gd name="connsiteX7" fmla="*/ 914400 w 2060275"/>
                  <a:gd name="connsiteY7" fmla="*/ 87702 h 685800"/>
                  <a:gd name="connsiteX8" fmla="*/ 1017917 w 2060275"/>
                  <a:gd name="connsiteY8" fmla="*/ 10064 h 685800"/>
                  <a:gd name="connsiteX9" fmla="*/ 1138686 w 2060275"/>
                  <a:gd name="connsiteY9" fmla="*/ 27317 h 685800"/>
                  <a:gd name="connsiteX10" fmla="*/ 1216324 w 2060275"/>
                  <a:gd name="connsiteY10" fmla="*/ 173966 h 685800"/>
                  <a:gd name="connsiteX11" fmla="*/ 1285335 w 2060275"/>
                  <a:gd name="connsiteY11" fmla="*/ 363747 h 685800"/>
                  <a:gd name="connsiteX12" fmla="*/ 1337094 w 2060275"/>
                  <a:gd name="connsiteY12" fmla="*/ 579407 h 685800"/>
                  <a:gd name="connsiteX13" fmla="*/ 1552754 w 2060275"/>
                  <a:gd name="connsiteY13" fmla="*/ 657045 h 685800"/>
                  <a:gd name="connsiteX14" fmla="*/ 1742535 w 2060275"/>
                  <a:gd name="connsiteY14" fmla="*/ 406879 h 685800"/>
                  <a:gd name="connsiteX15" fmla="*/ 1794294 w 2060275"/>
                  <a:gd name="connsiteY15" fmla="*/ 208471 h 685800"/>
                  <a:gd name="connsiteX16" fmla="*/ 1906437 w 2060275"/>
                  <a:gd name="connsiteY16" fmla="*/ 96328 h 685800"/>
                  <a:gd name="connsiteX17" fmla="*/ 2035834 w 2060275"/>
                  <a:gd name="connsiteY17" fmla="*/ 79075 h 685800"/>
                  <a:gd name="connsiteX18" fmla="*/ 2053086 w 2060275"/>
                  <a:gd name="connsiteY18" fmla="*/ 61822 h 685800"/>
                  <a:gd name="connsiteX0" fmla="*/ 0 w 2060275"/>
                  <a:gd name="connsiteY0" fmla="*/ 113581 h 622539"/>
                  <a:gd name="connsiteX1" fmla="*/ 181154 w 2060275"/>
                  <a:gd name="connsiteY1" fmla="*/ 87702 h 622539"/>
                  <a:gd name="connsiteX2" fmla="*/ 276045 w 2060275"/>
                  <a:gd name="connsiteY2" fmla="*/ 130834 h 622539"/>
                  <a:gd name="connsiteX3" fmla="*/ 379562 w 2060275"/>
                  <a:gd name="connsiteY3" fmla="*/ 389626 h 622539"/>
                  <a:gd name="connsiteX4" fmla="*/ 448573 w 2060275"/>
                  <a:gd name="connsiteY4" fmla="*/ 562154 h 622539"/>
                  <a:gd name="connsiteX5" fmla="*/ 638354 w 2060275"/>
                  <a:gd name="connsiteY5" fmla="*/ 579407 h 622539"/>
                  <a:gd name="connsiteX6" fmla="*/ 819509 w 2060275"/>
                  <a:gd name="connsiteY6" fmla="*/ 303362 h 622539"/>
                  <a:gd name="connsiteX7" fmla="*/ 914400 w 2060275"/>
                  <a:gd name="connsiteY7" fmla="*/ 87702 h 622539"/>
                  <a:gd name="connsiteX8" fmla="*/ 1017917 w 2060275"/>
                  <a:gd name="connsiteY8" fmla="*/ 10064 h 622539"/>
                  <a:gd name="connsiteX9" fmla="*/ 1138686 w 2060275"/>
                  <a:gd name="connsiteY9" fmla="*/ 27317 h 622539"/>
                  <a:gd name="connsiteX10" fmla="*/ 1216324 w 2060275"/>
                  <a:gd name="connsiteY10" fmla="*/ 173966 h 622539"/>
                  <a:gd name="connsiteX11" fmla="*/ 1285335 w 2060275"/>
                  <a:gd name="connsiteY11" fmla="*/ 363747 h 622539"/>
                  <a:gd name="connsiteX12" fmla="*/ 1337094 w 2060275"/>
                  <a:gd name="connsiteY12" fmla="*/ 579407 h 622539"/>
                  <a:gd name="connsiteX13" fmla="*/ 1578633 w 2060275"/>
                  <a:gd name="connsiteY13" fmla="*/ 579407 h 622539"/>
                  <a:gd name="connsiteX14" fmla="*/ 1742535 w 2060275"/>
                  <a:gd name="connsiteY14" fmla="*/ 406879 h 622539"/>
                  <a:gd name="connsiteX15" fmla="*/ 1794294 w 2060275"/>
                  <a:gd name="connsiteY15" fmla="*/ 208471 h 622539"/>
                  <a:gd name="connsiteX16" fmla="*/ 1906437 w 2060275"/>
                  <a:gd name="connsiteY16" fmla="*/ 96328 h 622539"/>
                  <a:gd name="connsiteX17" fmla="*/ 2035834 w 2060275"/>
                  <a:gd name="connsiteY17" fmla="*/ 79075 h 622539"/>
                  <a:gd name="connsiteX18" fmla="*/ 2053086 w 2060275"/>
                  <a:gd name="connsiteY18" fmla="*/ 61822 h 622539"/>
                  <a:gd name="connsiteX0" fmla="*/ 0 w 2060275"/>
                  <a:gd name="connsiteY0" fmla="*/ 113581 h 622539"/>
                  <a:gd name="connsiteX1" fmla="*/ 181154 w 2060275"/>
                  <a:gd name="connsiteY1" fmla="*/ 87702 h 622539"/>
                  <a:gd name="connsiteX2" fmla="*/ 276045 w 2060275"/>
                  <a:gd name="connsiteY2" fmla="*/ 130834 h 622539"/>
                  <a:gd name="connsiteX3" fmla="*/ 379562 w 2060275"/>
                  <a:gd name="connsiteY3" fmla="*/ 389626 h 622539"/>
                  <a:gd name="connsiteX4" fmla="*/ 448573 w 2060275"/>
                  <a:gd name="connsiteY4" fmla="*/ 562154 h 622539"/>
                  <a:gd name="connsiteX5" fmla="*/ 638354 w 2060275"/>
                  <a:gd name="connsiteY5" fmla="*/ 579407 h 622539"/>
                  <a:gd name="connsiteX6" fmla="*/ 819509 w 2060275"/>
                  <a:gd name="connsiteY6" fmla="*/ 303362 h 622539"/>
                  <a:gd name="connsiteX7" fmla="*/ 914400 w 2060275"/>
                  <a:gd name="connsiteY7" fmla="*/ 87702 h 622539"/>
                  <a:gd name="connsiteX8" fmla="*/ 1017917 w 2060275"/>
                  <a:gd name="connsiteY8" fmla="*/ 10064 h 622539"/>
                  <a:gd name="connsiteX9" fmla="*/ 1138686 w 2060275"/>
                  <a:gd name="connsiteY9" fmla="*/ 27317 h 622539"/>
                  <a:gd name="connsiteX10" fmla="*/ 1216324 w 2060275"/>
                  <a:gd name="connsiteY10" fmla="*/ 173966 h 622539"/>
                  <a:gd name="connsiteX11" fmla="*/ 1285335 w 2060275"/>
                  <a:gd name="connsiteY11" fmla="*/ 363747 h 622539"/>
                  <a:gd name="connsiteX12" fmla="*/ 1362973 w 2060275"/>
                  <a:gd name="connsiteY12" fmla="*/ 544901 h 622539"/>
                  <a:gd name="connsiteX13" fmla="*/ 1578633 w 2060275"/>
                  <a:gd name="connsiteY13" fmla="*/ 579407 h 622539"/>
                  <a:gd name="connsiteX14" fmla="*/ 1742535 w 2060275"/>
                  <a:gd name="connsiteY14" fmla="*/ 406879 h 622539"/>
                  <a:gd name="connsiteX15" fmla="*/ 1794294 w 2060275"/>
                  <a:gd name="connsiteY15" fmla="*/ 208471 h 622539"/>
                  <a:gd name="connsiteX16" fmla="*/ 1906437 w 2060275"/>
                  <a:gd name="connsiteY16" fmla="*/ 96328 h 622539"/>
                  <a:gd name="connsiteX17" fmla="*/ 2035834 w 2060275"/>
                  <a:gd name="connsiteY17" fmla="*/ 79075 h 622539"/>
                  <a:gd name="connsiteX18" fmla="*/ 2053086 w 2060275"/>
                  <a:gd name="connsiteY18" fmla="*/ 61822 h 622539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  <a:cxn ang="0">
                    <a:pos x="connsiteX16" y="connsiteY16"/>
                  </a:cxn>
                  <a:cxn ang="0">
                    <a:pos x="connsiteX17" y="connsiteY17"/>
                  </a:cxn>
                  <a:cxn ang="0">
                    <a:pos x="connsiteX18" y="connsiteY18"/>
                  </a:cxn>
                </a:cxnLst>
                <a:rect l="l" t="t" r="r" b="b"/>
                <a:pathLst>
                  <a:path w="2060275" h="622539">
                    <a:moveTo>
                      <a:pt x="0" y="113581"/>
                    </a:moveTo>
                    <a:cubicBezTo>
                      <a:pt x="67573" y="99204"/>
                      <a:pt x="135147" y="84827"/>
                      <a:pt x="181154" y="87702"/>
                    </a:cubicBezTo>
                    <a:cubicBezTo>
                      <a:pt x="227161" y="90577"/>
                      <a:pt x="242977" y="80513"/>
                      <a:pt x="276045" y="130834"/>
                    </a:cubicBezTo>
                    <a:cubicBezTo>
                      <a:pt x="309113" y="181155"/>
                      <a:pt x="379562" y="389626"/>
                      <a:pt x="379562" y="389626"/>
                    </a:cubicBezTo>
                    <a:cubicBezTo>
                      <a:pt x="408317" y="461513"/>
                      <a:pt x="405441" y="530524"/>
                      <a:pt x="448573" y="562154"/>
                    </a:cubicBezTo>
                    <a:cubicBezTo>
                      <a:pt x="491705" y="593784"/>
                      <a:pt x="576531" y="622539"/>
                      <a:pt x="638354" y="579407"/>
                    </a:cubicBezTo>
                    <a:cubicBezTo>
                      <a:pt x="700177" y="536275"/>
                      <a:pt x="773501" y="385313"/>
                      <a:pt x="819509" y="303362"/>
                    </a:cubicBezTo>
                    <a:cubicBezTo>
                      <a:pt x="865517" y="221411"/>
                      <a:pt x="881332" y="136585"/>
                      <a:pt x="914400" y="87702"/>
                    </a:cubicBezTo>
                    <a:cubicBezTo>
                      <a:pt x="947468" y="38819"/>
                      <a:pt x="980536" y="20128"/>
                      <a:pt x="1017917" y="10064"/>
                    </a:cubicBezTo>
                    <a:cubicBezTo>
                      <a:pt x="1055298" y="0"/>
                      <a:pt x="1105618" y="0"/>
                      <a:pt x="1138686" y="27317"/>
                    </a:cubicBezTo>
                    <a:cubicBezTo>
                      <a:pt x="1171754" y="54634"/>
                      <a:pt x="1191883" y="117894"/>
                      <a:pt x="1216324" y="173966"/>
                    </a:cubicBezTo>
                    <a:cubicBezTo>
                      <a:pt x="1240765" y="230038"/>
                      <a:pt x="1260894" y="301925"/>
                      <a:pt x="1285335" y="363747"/>
                    </a:cubicBezTo>
                    <a:cubicBezTo>
                      <a:pt x="1309776" y="425569"/>
                      <a:pt x="1314090" y="508958"/>
                      <a:pt x="1362973" y="544901"/>
                    </a:cubicBezTo>
                    <a:cubicBezTo>
                      <a:pt x="1411856" y="580844"/>
                      <a:pt x="1515373" y="602411"/>
                      <a:pt x="1578633" y="579407"/>
                    </a:cubicBezTo>
                    <a:cubicBezTo>
                      <a:pt x="1641893" y="556403"/>
                      <a:pt x="1706592" y="468702"/>
                      <a:pt x="1742535" y="406879"/>
                    </a:cubicBezTo>
                    <a:cubicBezTo>
                      <a:pt x="1778479" y="345056"/>
                      <a:pt x="1766977" y="260229"/>
                      <a:pt x="1794294" y="208471"/>
                    </a:cubicBezTo>
                    <a:cubicBezTo>
                      <a:pt x="1821611" y="156713"/>
                      <a:pt x="1866180" y="117894"/>
                      <a:pt x="1906437" y="96328"/>
                    </a:cubicBezTo>
                    <a:cubicBezTo>
                      <a:pt x="1946694" y="74762"/>
                      <a:pt x="2011393" y="84826"/>
                      <a:pt x="2035834" y="79075"/>
                    </a:cubicBezTo>
                    <a:cubicBezTo>
                      <a:pt x="2060275" y="73324"/>
                      <a:pt x="2053086" y="61822"/>
                      <a:pt x="2053086" y="61822"/>
                    </a:cubicBezTo>
                  </a:path>
                </a:pathLst>
              </a:custGeom>
              <a:ln w="28575">
                <a:solidFill>
                  <a:srgbClr val="33CC33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  <p:txBody>
              <a:bodyPr rtlCol="0" anchor="ctr"/>
              <a:lstStyle/>
              <a:p>
                <a:pPr algn="ctr"/>
                <a:endParaRPr lang="en-GB"/>
              </a:p>
            </p:txBody>
          </p:sp>
        </p:grpSp>
        <p:grpSp>
          <p:nvGrpSpPr>
            <p:cNvPr id="12" name="Group 44"/>
            <p:cNvGrpSpPr/>
            <p:nvPr/>
          </p:nvGrpSpPr>
          <p:grpSpPr>
            <a:xfrm>
              <a:off x="680049" y="5157158"/>
              <a:ext cx="2321943" cy="622539"/>
              <a:chOff x="654170" y="5183037"/>
              <a:chExt cx="2321943" cy="622539"/>
            </a:xfrm>
          </p:grpSpPr>
          <p:sp>
            <p:nvSpPr>
              <p:cNvPr id="46" name="Freeform 45"/>
              <p:cNvSpPr/>
              <p:nvPr/>
            </p:nvSpPr>
            <p:spPr>
              <a:xfrm>
                <a:off x="750499" y="5191665"/>
                <a:ext cx="2181044" cy="537713"/>
              </a:xfrm>
              <a:custGeom>
                <a:avLst/>
                <a:gdLst>
                  <a:gd name="connsiteX0" fmla="*/ 0 w 2181044"/>
                  <a:gd name="connsiteY0" fmla="*/ 467264 h 537713"/>
                  <a:gd name="connsiteX1" fmla="*/ 319177 w 2181044"/>
                  <a:gd name="connsiteY1" fmla="*/ 467264 h 537713"/>
                  <a:gd name="connsiteX2" fmla="*/ 388188 w 2181044"/>
                  <a:gd name="connsiteY2" fmla="*/ 277483 h 537713"/>
                  <a:gd name="connsiteX3" fmla="*/ 431320 w 2181044"/>
                  <a:gd name="connsiteY3" fmla="*/ 104955 h 537713"/>
                  <a:gd name="connsiteX4" fmla="*/ 500332 w 2181044"/>
                  <a:gd name="connsiteY4" fmla="*/ 18691 h 537713"/>
                  <a:gd name="connsiteX5" fmla="*/ 707366 w 2181044"/>
                  <a:gd name="connsiteY5" fmla="*/ 18691 h 537713"/>
                  <a:gd name="connsiteX6" fmla="*/ 785003 w 2181044"/>
                  <a:gd name="connsiteY6" fmla="*/ 53196 h 537713"/>
                  <a:gd name="connsiteX7" fmla="*/ 845388 w 2181044"/>
                  <a:gd name="connsiteY7" fmla="*/ 199845 h 537713"/>
                  <a:gd name="connsiteX8" fmla="*/ 862641 w 2181044"/>
                  <a:gd name="connsiteY8" fmla="*/ 467264 h 537713"/>
                  <a:gd name="connsiteX9" fmla="*/ 940279 w 2181044"/>
                  <a:gd name="connsiteY9" fmla="*/ 501770 h 537713"/>
                  <a:gd name="connsiteX10" fmla="*/ 1121433 w 2181044"/>
                  <a:gd name="connsiteY10" fmla="*/ 510396 h 537713"/>
                  <a:gd name="connsiteX11" fmla="*/ 1207698 w 2181044"/>
                  <a:gd name="connsiteY11" fmla="*/ 510396 h 537713"/>
                  <a:gd name="connsiteX12" fmla="*/ 1250830 w 2181044"/>
                  <a:gd name="connsiteY12" fmla="*/ 346494 h 537713"/>
                  <a:gd name="connsiteX13" fmla="*/ 1285335 w 2181044"/>
                  <a:gd name="connsiteY13" fmla="*/ 242977 h 537713"/>
                  <a:gd name="connsiteX14" fmla="*/ 1337094 w 2181044"/>
                  <a:gd name="connsiteY14" fmla="*/ 87702 h 537713"/>
                  <a:gd name="connsiteX15" fmla="*/ 1397479 w 2181044"/>
                  <a:gd name="connsiteY15" fmla="*/ 10064 h 537713"/>
                  <a:gd name="connsiteX16" fmla="*/ 1587260 w 2181044"/>
                  <a:gd name="connsiteY16" fmla="*/ 27317 h 537713"/>
                  <a:gd name="connsiteX17" fmla="*/ 1664898 w 2181044"/>
                  <a:gd name="connsiteY17" fmla="*/ 53196 h 537713"/>
                  <a:gd name="connsiteX18" fmla="*/ 1733909 w 2181044"/>
                  <a:gd name="connsiteY18" fmla="*/ 225725 h 537713"/>
                  <a:gd name="connsiteX19" fmla="*/ 1751162 w 2181044"/>
                  <a:gd name="connsiteY19" fmla="*/ 363747 h 537713"/>
                  <a:gd name="connsiteX20" fmla="*/ 1785667 w 2181044"/>
                  <a:gd name="connsiteY20" fmla="*/ 510396 h 537713"/>
                  <a:gd name="connsiteX21" fmla="*/ 1846052 w 2181044"/>
                  <a:gd name="connsiteY21" fmla="*/ 519023 h 537713"/>
                  <a:gd name="connsiteX22" fmla="*/ 2009954 w 2181044"/>
                  <a:gd name="connsiteY22" fmla="*/ 519023 h 537713"/>
                  <a:gd name="connsiteX23" fmla="*/ 2156603 w 2181044"/>
                  <a:gd name="connsiteY23" fmla="*/ 475891 h 537713"/>
                  <a:gd name="connsiteX24" fmla="*/ 2156603 w 2181044"/>
                  <a:gd name="connsiteY24" fmla="*/ 467264 h 537713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  <a:cxn ang="0">
                    <a:pos x="connsiteX16" y="connsiteY16"/>
                  </a:cxn>
                  <a:cxn ang="0">
                    <a:pos x="connsiteX17" y="connsiteY17"/>
                  </a:cxn>
                  <a:cxn ang="0">
                    <a:pos x="connsiteX18" y="connsiteY18"/>
                  </a:cxn>
                  <a:cxn ang="0">
                    <a:pos x="connsiteX19" y="connsiteY19"/>
                  </a:cxn>
                  <a:cxn ang="0">
                    <a:pos x="connsiteX20" y="connsiteY20"/>
                  </a:cxn>
                  <a:cxn ang="0">
                    <a:pos x="connsiteX21" y="connsiteY21"/>
                  </a:cxn>
                  <a:cxn ang="0">
                    <a:pos x="connsiteX22" y="connsiteY22"/>
                  </a:cxn>
                  <a:cxn ang="0">
                    <a:pos x="connsiteX23" y="connsiteY23"/>
                  </a:cxn>
                  <a:cxn ang="0">
                    <a:pos x="connsiteX24" y="connsiteY24"/>
                  </a:cxn>
                </a:cxnLst>
                <a:rect l="l" t="t" r="r" b="b"/>
                <a:pathLst>
                  <a:path w="2181044" h="537713">
                    <a:moveTo>
                      <a:pt x="0" y="467264"/>
                    </a:moveTo>
                    <a:cubicBezTo>
                      <a:pt x="127239" y="483079"/>
                      <a:pt x="254479" y="498894"/>
                      <a:pt x="319177" y="467264"/>
                    </a:cubicBezTo>
                    <a:cubicBezTo>
                      <a:pt x="383875" y="435634"/>
                      <a:pt x="369498" y="337868"/>
                      <a:pt x="388188" y="277483"/>
                    </a:cubicBezTo>
                    <a:cubicBezTo>
                      <a:pt x="406878" y="217098"/>
                      <a:pt x="412629" y="148087"/>
                      <a:pt x="431320" y="104955"/>
                    </a:cubicBezTo>
                    <a:cubicBezTo>
                      <a:pt x="450011" y="61823"/>
                      <a:pt x="454324" y="33068"/>
                      <a:pt x="500332" y="18691"/>
                    </a:cubicBezTo>
                    <a:cubicBezTo>
                      <a:pt x="546340" y="4314"/>
                      <a:pt x="659921" y="12940"/>
                      <a:pt x="707366" y="18691"/>
                    </a:cubicBezTo>
                    <a:cubicBezTo>
                      <a:pt x="754811" y="24442"/>
                      <a:pt x="761999" y="23004"/>
                      <a:pt x="785003" y="53196"/>
                    </a:cubicBezTo>
                    <a:cubicBezTo>
                      <a:pt x="808007" y="83388"/>
                      <a:pt x="832448" y="130834"/>
                      <a:pt x="845388" y="199845"/>
                    </a:cubicBezTo>
                    <a:cubicBezTo>
                      <a:pt x="858328" y="268856"/>
                      <a:pt x="846826" y="416943"/>
                      <a:pt x="862641" y="467264"/>
                    </a:cubicBezTo>
                    <a:cubicBezTo>
                      <a:pt x="878456" y="517585"/>
                      <a:pt x="897147" y="494581"/>
                      <a:pt x="940279" y="501770"/>
                    </a:cubicBezTo>
                    <a:cubicBezTo>
                      <a:pt x="983411" y="508959"/>
                      <a:pt x="1076863" y="508958"/>
                      <a:pt x="1121433" y="510396"/>
                    </a:cubicBezTo>
                    <a:cubicBezTo>
                      <a:pt x="1166003" y="511834"/>
                      <a:pt x="1186132" y="537713"/>
                      <a:pt x="1207698" y="510396"/>
                    </a:cubicBezTo>
                    <a:cubicBezTo>
                      <a:pt x="1229264" y="483079"/>
                      <a:pt x="1237890" y="391064"/>
                      <a:pt x="1250830" y="346494"/>
                    </a:cubicBezTo>
                    <a:cubicBezTo>
                      <a:pt x="1263770" y="301924"/>
                      <a:pt x="1285335" y="242977"/>
                      <a:pt x="1285335" y="242977"/>
                    </a:cubicBezTo>
                    <a:cubicBezTo>
                      <a:pt x="1299712" y="199845"/>
                      <a:pt x="1318403" y="126521"/>
                      <a:pt x="1337094" y="87702"/>
                    </a:cubicBezTo>
                    <a:cubicBezTo>
                      <a:pt x="1355785" y="48883"/>
                      <a:pt x="1355785" y="20128"/>
                      <a:pt x="1397479" y="10064"/>
                    </a:cubicBezTo>
                    <a:cubicBezTo>
                      <a:pt x="1439173" y="0"/>
                      <a:pt x="1542690" y="20128"/>
                      <a:pt x="1587260" y="27317"/>
                    </a:cubicBezTo>
                    <a:cubicBezTo>
                      <a:pt x="1631830" y="34506"/>
                      <a:pt x="1640457" y="20128"/>
                      <a:pt x="1664898" y="53196"/>
                    </a:cubicBezTo>
                    <a:cubicBezTo>
                      <a:pt x="1689340" y="86264"/>
                      <a:pt x="1719532" y="173967"/>
                      <a:pt x="1733909" y="225725"/>
                    </a:cubicBezTo>
                    <a:cubicBezTo>
                      <a:pt x="1748286" y="277483"/>
                      <a:pt x="1742536" y="316302"/>
                      <a:pt x="1751162" y="363747"/>
                    </a:cubicBezTo>
                    <a:cubicBezTo>
                      <a:pt x="1759788" y="411192"/>
                      <a:pt x="1769852" y="484517"/>
                      <a:pt x="1785667" y="510396"/>
                    </a:cubicBezTo>
                    <a:cubicBezTo>
                      <a:pt x="1801482" y="536275"/>
                      <a:pt x="1808671" y="517585"/>
                      <a:pt x="1846052" y="519023"/>
                    </a:cubicBezTo>
                    <a:cubicBezTo>
                      <a:pt x="1883433" y="520461"/>
                      <a:pt x="1958196" y="526212"/>
                      <a:pt x="2009954" y="519023"/>
                    </a:cubicBezTo>
                    <a:cubicBezTo>
                      <a:pt x="2061712" y="511834"/>
                      <a:pt x="2132162" y="484517"/>
                      <a:pt x="2156603" y="475891"/>
                    </a:cubicBezTo>
                    <a:cubicBezTo>
                      <a:pt x="2181044" y="467265"/>
                      <a:pt x="2168823" y="467264"/>
                      <a:pt x="2156603" y="467264"/>
                    </a:cubicBezTo>
                  </a:path>
                </a:pathLst>
              </a:custGeom>
              <a:noFill/>
              <a:ln w="28575">
                <a:solidFill>
                  <a:srgbClr val="33CC33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  <p:txBody>
              <a:bodyPr rtlCol="0" anchor="ctr"/>
              <a:lstStyle/>
              <a:p>
                <a:pPr algn="ctr"/>
                <a:endParaRPr lang="en-GB"/>
              </a:p>
            </p:txBody>
          </p:sp>
          <p:sp>
            <p:nvSpPr>
              <p:cNvPr id="47" name="Freeform 46"/>
              <p:cNvSpPr/>
              <p:nvPr/>
            </p:nvSpPr>
            <p:spPr>
              <a:xfrm flipH="1" flipV="1">
                <a:off x="654170" y="5194540"/>
                <a:ext cx="2261558" cy="576532"/>
              </a:xfrm>
              <a:custGeom>
                <a:avLst/>
                <a:gdLst>
                  <a:gd name="connsiteX0" fmla="*/ 0 w 2181044"/>
                  <a:gd name="connsiteY0" fmla="*/ 467264 h 537713"/>
                  <a:gd name="connsiteX1" fmla="*/ 319177 w 2181044"/>
                  <a:gd name="connsiteY1" fmla="*/ 467264 h 537713"/>
                  <a:gd name="connsiteX2" fmla="*/ 388188 w 2181044"/>
                  <a:gd name="connsiteY2" fmla="*/ 277483 h 537713"/>
                  <a:gd name="connsiteX3" fmla="*/ 431320 w 2181044"/>
                  <a:gd name="connsiteY3" fmla="*/ 104955 h 537713"/>
                  <a:gd name="connsiteX4" fmla="*/ 500332 w 2181044"/>
                  <a:gd name="connsiteY4" fmla="*/ 18691 h 537713"/>
                  <a:gd name="connsiteX5" fmla="*/ 707366 w 2181044"/>
                  <a:gd name="connsiteY5" fmla="*/ 18691 h 537713"/>
                  <a:gd name="connsiteX6" fmla="*/ 785003 w 2181044"/>
                  <a:gd name="connsiteY6" fmla="*/ 53196 h 537713"/>
                  <a:gd name="connsiteX7" fmla="*/ 845388 w 2181044"/>
                  <a:gd name="connsiteY7" fmla="*/ 199845 h 537713"/>
                  <a:gd name="connsiteX8" fmla="*/ 862641 w 2181044"/>
                  <a:gd name="connsiteY8" fmla="*/ 467264 h 537713"/>
                  <a:gd name="connsiteX9" fmla="*/ 940279 w 2181044"/>
                  <a:gd name="connsiteY9" fmla="*/ 501770 h 537713"/>
                  <a:gd name="connsiteX10" fmla="*/ 1121433 w 2181044"/>
                  <a:gd name="connsiteY10" fmla="*/ 510396 h 537713"/>
                  <a:gd name="connsiteX11" fmla="*/ 1207698 w 2181044"/>
                  <a:gd name="connsiteY11" fmla="*/ 510396 h 537713"/>
                  <a:gd name="connsiteX12" fmla="*/ 1250830 w 2181044"/>
                  <a:gd name="connsiteY12" fmla="*/ 346494 h 537713"/>
                  <a:gd name="connsiteX13" fmla="*/ 1285335 w 2181044"/>
                  <a:gd name="connsiteY13" fmla="*/ 242977 h 537713"/>
                  <a:gd name="connsiteX14" fmla="*/ 1337094 w 2181044"/>
                  <a:gd name="connsiteY14" fmla="*/ 87702 h 537713"/>
                  <a:gd name="connsiteX15" fmla="*/ 1397479 w 2181044"/>
                  <a:gd name="connsiteY15" fmla="*/ 10064 h 537713"/>
                  <a:gd name="connsiteX16" fmla="*/ 1587260 w 2181044"/>
                  <a:gd name="connsiteY16" fmla="*/ 27317 h 537713"/>
                  <a:gd name="connsiteX17" fmla="*/ 1664898 w 2181044"/>
                  <a:gd name="connsiteY17" fmla="*/ 53196 h 537713"/>
                  <a:gd name="connsiteX18" fmla="*/ 1733909 w 2181044"/>
                  <a:gd name="connsiteY18" fmla="*/ 225725 h 537713"/>
                  <a:gd name="connsiteX19" fmla="*/ 1751162 w 2181044"/>
                  <a:gd name="connsiteY19" fmla="*/ 363747 h 537713"/>
                  <a:gd name="connsiteX20" fmla="*/ 1785667 w 2181044"/>
                  <a:gd name="connsiteY20" fmla="*/ 510396 h 537713"/>
                  <a:gd name="connsiteX21" fmla="*/ 1846052 w 2181044"/>
                  <a:gd name="connsiteY21" fmla="*/ 519023 h 537713"/>
                  <a:gd name="connsiteX22" fmla="*/ 2009954 w 2181044"/>
                  <a:gd name="connsiteY22" fmla="*/ 519023 h 537713"/>
                  <a:gd name="connsiteX23" fmla="*/ 2156603 w 2181044"/>
                  <a:gd name="connsiteY23" fmla="*/ 475891 h 537713"/>
                  <a:gd name="connsiteX24" fmla="*/ 2156603 w 2181044"/>
                  <a:gd name="connsiteY24" fmla="*/ 467264 h 537713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  <a:cxn ang="0">
                    <a:pos x="connsiteX16" y="connsiteY16"/>
                  </a:cxn>
                  <a:cxn ang="0">
                    <a:pos x="connsiteX17" y="connsiteY17"/>
                  </a:cxn>
                  <a:cxn ang="0">
                    <a:pos x="connsiteX18" y="connsiteY18"/>
                  </a:cxn>
                  <a:cxn ang="0">
                    <a:pos x="connsiteX19" y="connsiteY19"/>
                  </a:cxn>
                  <a:cxn ang="0">
                    <a:pos x="connsiteX20" y="connsiteY20"/>
                  </a:cxn>
                  <a:cxn ang="0">
                    <a:pos x="connsiteX21" y="connsiteY21"/>
                  </a:cxn>
                  <a:cxn ang="0">
                    <a:pos x="connsiteX22" y="connsiteY22"/>
                  </a:cxn>
                  <a:cxn ang="0">
                    <a:pos x="connsiteX23" y="connsiteY23"/>
                  </a:cxn>
                  <a:cxn ang="0">
                    <a:pos x="connsiteX24" y="connsiteY24"/>
                  </a:cxn>
                </a:cxnLst>
                <a:rect l="l" t="t" r="r" b="b"/>
                <a:pathLst>
                  <a:path w="2181044" h="537713">
                    <a:moveTo>
                      <a:pt x="0" y="467264"/>
                    </a:moveTo>
                    <a:cubicBezTo>
                      <a:pt x="127239" y="483079"/>
                      <a:pt x="254479" y="498894"/>
                      <a:pt x="319177" y="467264"/>
                    </a:cubicBezTo>
                    <a:cubicBezTo>
                      <a:pt x="383875" y="435634"/>
                      <a:pt x="369498" y="337868"/>
                      <a:pt x="388188" y="277483"/>
                    </a:cubicBezTo>
                    <a:cubicBezTo>
                      <a:pt x="406878" y="217098"/>
                      <a:pt x="412629" y="148087"/>
                      <a:pt x="431320" y="104955"/>
                    </a:cubicBezTo>
                    <a:cubicBezTo>
                      <a:pt x="450011" y="61823"/>
                      <a:pt x="454324" y="33068"/>
                      <a:pt x="500332" y="18691"/>
                    </a:cubicBezTo>
                    <a:cubicBezTo>
                      <a:pt x="546340" y="4314"/>
                      <a:pt x="659921" y="12940"/>
                      <a:pt x="707366" y="18691"/>
                    </a:cubicBezTo>
                    <a:cubicBezTo>
                      <a:pt x="754811" y="24442"/>
                      <a:pt x="761999" y="23004"/>
                      <a:pt x="785003" y="53196"/>
                    </a:cubicBezTo>
                    <a:cubicBezTo>
                      <a:pt x="808007" y="83388"/>
                      <a:pt x="832448" y="130834"/>
                      <a:pt x="845388" y="199845"/>
                    </a:cubicBezTo>
                    <a:cubicBezTo>
                      <a:pt x="858328" y="268856"/>
                      <a:pt x="846826" y="416943"/>
                      <a:pt x="862641" y="467264"/>
                    </a:cubicBezTo>
                    <a:cubicBezTo>
                      <a:pt x="878456" y="517585"/>
                      <a:pt x="897147" y="494581"/>
                      <a:pt x="940279" y="501770"/>
                    </a:cubicBezTo>
                    <a:cubicBezTo>
                      <a:pt x="983411" y="508959"/>
                      <a:pt x="1076863" y="508958"/>
                      <a:pt x="1121433" y="510396"/>
                    </a:cubicBezTo>
                    <a:cubicBezTo>
                      <a:pt x="1166003" y="511834"/>
                      <a:pt x="1186132" y="537713"/>
                      <a:pt x="1207698" y="510396"/>
                    </a:cubicBezTo>
                    <a:cubicBezTo>
                      <a:pt x="1229264" y="483079"/>
                      <a:pt x="1237890" y="391064"/>
                      <a:pt x="1250830" y="346494"/>
                    </a:cubicBezTo>
                    <a:cubicBezTo>
                      <a:pt x="1263770" y="301924"/>
                      <a:pt x="1285335" y="242977"/>
                      <a:pt x="1285335" y="242977"/>
                    </a:cubicBezTo>
                    <a:cubicBezTo>
                      <a:pt x="1299712" y="199845"/>
                      <a:pt x="1318403" y="126521"/>
                      <a:pt x="1337094" y="87702"/>
                    </a:cubicBezTo>
                    <a:cubicBezTo>
                      <a:pt x="1355785" y="48883"/>
                      <a:pt x="1355785" y="20128"/>
                      <a:pt x="1397479" y="10064"/>
                    </a:cubicBezTo>
                    <a:cubicBezTo>
                      <a:pt x="1439173" y="0"/>
                      <a:pt x="1542690" y="20128"/>
                      <a:pt x="1587260" y="27317"/>
                    </a:cubicBezTo>
                    <a:cubicBezTo>
                      <a:pt x="1631830" y="34506"/>
                      <a:pt x="1640457" y="20128"/>
                      <a:pt x="1664898" y="53196"/>
                    </a:cubicBezTo>
                    <a:cubicBezTo>
                      <a:pt x="1689340" y="86264"/>
                      <a:pt x="1719532" y="173967"/>
                      <a:pt x="1733909" y="225725"/>
                    </a:cubicBezTo>
                    <a:cubicBezTo>
                      <a:pt x="1748286" y="277483"/>
                      <a:pt x="1742536" y="316302"/>
                      <a:pt x="1751162" y="363747"/>
                    </a:cubicBezTo>
                    <a:cubicBezTo>
                      <a:pt x="1759788" y="411192"/>
                      <a:pt x="1769852" y="484517"/>
                      <a:pt x="1785667" y="510396"/>
                    </a:cubicBezTo>
                    <a:cubicBezTo>
                      <a:pt x="1801482" y="536275"/>
                      <a:pt x="1808671" y="517585"/>
                      <a:pt x="1846052" y="519023"/>
                    </a:cubicBezTo>
                    <a:cubicBezTo>
                      <a:pt x="1883433" y="520461"/>
                      <a:pt x="1958196" y="526212"/>
                      <a:pt x="2009954" y="519023"/>
                    </a:cubicBezTo>
                    <a:cubicBezTo>
                      <a:pt x="2061712" y="511834"/>
                      <a:pt x="2132162" y="484517"/>
                      <a:pt x="2156603" y="475891"/>
                    </a:cubicBezTo>
                    <a:cubicBezTo>
                      <a:pt x="2181044" y="467265"/>
                      <a:pt x="2168823" y="467264"/>
                      <a:pt x="2156603" y="467264"/>
                    </a:cubicBezTo>
                  </a:path>
                </a:pathLst>
              </a:custGeom>
              <a:noFill/>
              <a:ln w="28575">
                <a:solidFill>
                  <a:srgbClr val="33CC33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  <p:txBody>
              <a:bodyPr rtlCol="0" anchor="ctr"/>
              <a:lstStyle/>
              <a:p>
                <a:pPr algn="ctr"/>
                <a:endParaRPr lang="en-GB"/>
              </a:p>
            </p:txBody>
          </p:sp>
          <p:sp>
            <p:nvSpPr>
              <p:cNvPr id="48" name="Freeform 47"/>
              <p:cNvSpPr/>
              <p:nvPr/>
            </p:nvSpPr>
            <p:spPr>
              <a:xfrm>
                <a:off x="776377" y="5183037"/>
                <a:ext cx="2173857" cy="576532"/>
              </a:xfrm>
              <a:custGeom>
                <a:avLst/>
                <a:gdLst>
                  <a:gd name="connsiteX0" fmla="*/ 0 w 2173857"/>
                  <a:gd name="connsiteY0" fmla="*/ 501771 h 576532"/>
                  <a:gd name="connsiteX1" fmla="*/ 69012 w 2173857"/>
                  <a:gd name="connsiteY1" fmla="*/ 501771 h 576532"/>
                  <a:gd name="connsiteX2" fmla="*/ 345057 w 2173857"/>
                  <a:gd name="connsiteY2" fmla="*/ 458638 h 576532"/>
                  <a:gd name="connsiteX3" fmla="*/ 379563 w 2173857"/>
                  <a:gd name="connsiteY3" fmla="*/ 251605 h 576532"/>
                  <a:gd name="connsiteX4" fmla="*/ 457200 w 2173857"/>
                  <a:gd name="connsiteY4" fmla="*/ 79076 h 576532"/>
                  <a:gd name="connsiteX5" fmla="*/ 577970 w 2173857"/>
                  <a:gd name="connsiteY5" fmla="*/ 10065 h 576532"/>
                  <a:gd name="connsiteX6" fmla="*/ 733246 w 2173857"/>
                  <a:gd name="connsiteY6" fmla="*/ 61823 h 576532"/>
                  <a:gd name="connsiteX7" fmla="*/ 836763 w 2173857"/>
                  <a:gd name="connsiteY7" fmla="*/ 381001 h 576532"/>
                  <a:gd name="connsiteX8" fmla="*/ 940280 w 2173857"/>
                  <a:gd name="connsiteY8" fmla="*/ 544903 h 576532"/>
                  <a:gd name="connsiteX9" fmla="*/ 1112808 w 2173857"/>
                  <a:gd name="connsiteY9" fmla="*/ 553529 h 576532"/>
                  <a:gd name="connsiteX10" fmla="*/ 1181819 w 2173857"/>
                  <a:gd name="connsiteY10" fmla="*/ 475891 h 576532"/>
                  <a:gd name="connsiteX11" fmla="*/ 1285336 w 2173857"/>
                  <a:gd name="connsiteY11" fmla="*/ 234352 h 576532"/>
                  <a:gd name="connsiteX12" fmla="*/ 1371600 w 2173857"/>
                  <a:gd name="connsiteY12" fmla="*/ 96329 h 576532"/>
                  <a:gd name="connsiteX13" fmla="*/ 1544129 w 2173857"/>
                  <a:gd name="connsiteY13" fmla="*/ 44571 h 576532"/>
                  <a:gd name="connsiteX14" fmla="*/ 1656272 w 2173857"/>
                  <a:gd name="connsiteY14" fmla="*/ 96329 h 576532"/>
                  <a:gd name="connsiteX15" fmla="*/ 1708031 w 2173857"/>
                  <a:gd name="connsiteY15" fmla="*/ 286110 h 576532"/>
                  <a:gd name="connsiteX16" fmla="*/ 1777042 w 2173857"/>
                  <a:gd name="connsiteY16" fmla="*/ 484518 h 576532"/>
                  <a:gd name="connsiteX17" fmla="*/ 1846053 w 2173857"/>
                  <a:gd name="connsiteY17" fmla="*/ 562155 h 576532"/>
                  <a:gd name="connsiteX18" fmla="*/ 2053087 w 2173857"/>
                  <a:gd name="connsiteY18" fmla="*/ 570782 h 576532"/>
                  <a:gd name="connsiteX19" fmla="*/ 2173857 w 2173857"/>
                  <a:gd name="connsiteY19" fmla="*/ 536276 h 576532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  <a:cxn ang="0">
                    <a:pos x="connsiteX16" y="connsiteY16"/>
                  </a:cxn>
                  <a:cxn ang="0">
                    <a:pos x="connsiteX17" y="connsiteY17"/>
                  </a:cxn>
                  <a:cxn ang="0">
                    <a:pos x="connsiteX18" y="connsiteY18"/>
                  </a:cxn>
                  <a:cxn ang="0">
                    <a:pos x="connsiteX19" y="connsiteY19"/>
                  </a:cxn>
                </a:cxnLst>
                <a:rect l="l" t="t" r="r" b="b"/>
                <a:pathLst>
                  <a:path w="2173857" h="576532">
                    <a:moveTo>
                      <a:pt x="0" y="501771"/>
                    </a:moveTo>
                    <a:cubicBezTo>
                      <a:pt x="5751" y="505365"/>
                      <a:pt x="11503" y="508960"/>
                      <a:pt x="69012" y="501771"/>
                    </a:cubicBezTo>
                    <a:cubicBezTo>
                      <a:pt x="126522" y="494582"/>
                      <a:pt x="293299" y="500332"/>
                      <a:pt x="345057" y="458638"/>
                    </a:cubicBezTo>
                    <a:cubicBezTo>
                      <a:pt x="396815" y="416944"/>
                      <a:pt x="360873" y="314865"/>
                      <a:pt x="379563" y="251605"/>
                    </a:cubicBezTo>
                    <a:cubicBezTo>
                      <a:pt x="398253" y="188345"/>
                      <a:pt x="424132" y="119333"/>
                      <a:pt x="457200" y="79076"/>
                    </a:cubicBezTo>
                    <a:cubicBezTo>
                      <a:pt x="490268" y="38819"/>
                      <a:pt x="531962" y="12940"/>
                      <a:pt x="577970" y="10065"/>
                    </a:cubicBezTo>
                    <a:cubicBezTo>
                      <a:pt x="623978" y="7190"/>
                      <a:pt x="690114" y="0"/>
                      <a:pt x="733246" y="61823"/>
                    </a:cubicBezTo>
                    <a:cubicBezTo>
                      <a:pt x="776378" y="123646"/>
                      <a:pt x="802257" y="300488"/>
                      <a:pt x="836763" y="381001"/>
                    </a:cubicBezTo>
                    <a:cubicBezTo>
                      <a:pt x="871269" y="461514"/>
                      <a:pt x="894273" y="516148"/>
                      <a:pt x="940280" y="544903"/>
                    </a:cubicBezTo>
                    <a:cubicBezTo>
                      <a:pt x="986287" y="573658"/>
                      <a:pt x="1072552" y="565031"/>
                      <a:pt x="1112808" y="553529"/>
                    </a:cubicBezTo>
                    <a:cubicBezTo>
                      <a:pt x="1153065" y="542027"/>
                      <a:pt x="1153064" y="529087"/>
                      <a:pt x="1181819" y="475891"/>
                    </a:cubicBezTo>
                    <a:cubicBezTo>
                      <a:pt x="1210574" y="422695"/>
                      <a:pt x="1253706" y="297612"/>
                      <a:pt x="1285336" y="234352"/>
                    </a:cubicBezTo>
                    <a:cubicBezTo>
                      <a:pt x="1316966" y="171092"/>
                      <a:pt x="1328468" y="127959"/>
                      <a:pt x="1371600" y="96329"/>
                    </a:cubicBezTo>
                    <a:cubicBezTo>
                      <a:pt x="1414732" y="64699"/>
                      <a:pt x="1496684" y="44571"/>
                      <a:pt x="1544129" y="44571"/>
                    </a:cubicBezTo>
                    <a:cubicBezTo>
                      <a:pt x="1591574" y="44571"/>
                      <a:pt x="1628955" y="56072"/>
                      <a:pt x="1656272" y="96329"/>
                    </a:cubicBezTo>
                    <a:cubicBezTo>
                      <a:pt x="1683589" y="136586"/>
                      <a:pt x="1687903" y="221412"/>
                      <a:pt x="1708031" y="286110"/>
                    </a:cubicBezTo>
                    <a:cubicBezTo>
                      <a:pt x="1728159" y="350808"/>
                      <a:pt x="1754038" y="438511"/>
                      <a:pt x="1777042" y="484518"/>
                    </a:cubicBezTo>
                    <a:cubicBezTo>
                      <a:pt x="1800046" y="530525"/>
                      <a:pt x="1800046" y="547778"/>
                      <a:pt x="1846053" y="562155"/>
                    </a:cubicBezTo>
                    <a:cubicBezTo>
                      <a:pt x="1892060" y="576532"/>
                      <a:pt x="1998453" y="575095"/>
                      <a:pt x="2053087" y="570782"/>
                    </a:cubicBezTo>
                    <a:cubicBezTo>
                      <a:pt x="2107721" y="566469"/>
                      <a:pt x="2140789" y="551372"/>
                      <a:pt x="2173857" y="536276"/>
                    </a:cubicBezTo>
                  </a:path>
                </a:pathLst>
              </a:custGeom>
              <a:ln w="28575">
                <a:solidFill>
                  <a:srgbClr val="33CC33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  <p:txBody>
              <a:bodyPr rtlCol="0" anchor="ctr"/>
              <a:lstStyle/>
              <a:p>
                <a:pPr algn="ctr"/>
                <a:endParaRPr lang="en-GB"/>
              </a:p>
            </p:txBody>
          </p:sp>
          <p:sp>
            <p:nvSpPr>
              <p:cNvPr id="49" name="Freeform 48"/>
              <p:cNvSpPr/>
              <p:nvPr/>
            </p:nvSpPr>
            <p:spPr>
              <a:xfrm>
                <a:off x="733245" y="5211792"/>
                <a:ext cx="2147978" cy="550653"/>
              </a:xfrm>
              <a:custGeom>
                <a:avLst/>
                <a:gdLst>
                  <a:gd name="connsiteX0" fmla="*/ 0 w 2147978"/>
                  <a:gd name="connsiteY0" fmla="*/ 58948 h 550653"/>
                  <a:gd name="connsiteX1" fmla="*/ 86264 w 2147978"/>
                  <a:gd name="connsiteY1" fmla="*/ 15816 h 550653"/>
                  <a:gd name="connsiteX2" fmla="*/ 207034 w 2147978"/>
                  <a:gd name="connsiteY2" fmla="*/ 7189 h 550653"/>
                  <a:gd name="connsiteX3" fmla="*/ 336430 w 2147978"/>
                  <a:gd name="connsiteY3" fmla="*/ 58948 h 550653"/>
                  <a:gd name="connsiteX4" fmla="*/ 370936 w 2147978"/>
                  <a:gd name="connsiteY4" fmla="*/ 231476 h 550653"/>
                  <a:gd name="connsiteX5" fmla="*/ 448574 w 2147978"/>
                  <a:gd name="connsiteY5" fmla="*/ 447136 h 550653"/>
                  <a:gd name="connsiteX6" fmla="*/ 560717 w 2147978"/>
                  <a:gd name="connsiteY6" fmla="*/ 507521 h 550653"/>
                  <a:gd name="connsiteX7" fmla="*/ 715993 w 2147978"/>
                  <a:gd name="connsiteY7" fmla="*/ 516148 h 550653"/>
                  <a:gd name="connsiteX8" fmla="*/ 785004 w 2147978"/>
                  <a:gd name="connsiteY8" fmla="*/ 447136 h 550653"/>
                  <a:gd name="connsiteX9" fmla="*/ 854015 w 2147978"/>
                  <a:gd name="connsiteY9" fmla="*/ 300487 h 550653"/>
                  <a:gd name="connsiteX10" fmla="*/ 897147 w 2147978"/>
                  <a:gd name="connsiteY10" fmla="*/ 162465 h 550653"/>
                  <a:gd name="connsiteX11" fmla="*/ 957532 w 2147978"/>
                  <a:gd name="connsiteY11" fmla="*/ 41695 h 550653"/>
                  <a:gd name="connsiteX12" fmla="*/ 1035170 w 2147978"/>
                  <a:gd name="connsiteY12" fmla="*/ 15816 h 550653"/>
                  <a:gd name="connsiteX13" fmla="*/ 1173193 w 2147978"/>
                  <a:gd name="connsiteY13" fmla="*/ 24442 h 550653"/>
                  <a:gd name="connsiteX14" fmla="*/ 1259457 w 2147978"/>
                  <a:gd name="connsiteY14" fmla="*/ 93453 h 550653"/>
                  <a:gd name="connsiteX15" fmla="*/ 1319842 w 2147978"/>
                  <a:gd name="connsiteY15" fmla="*/ 283234 h 550653"/>
                  <a:gd name="connsiteX16" fmla="*/ 1319842 w 2147978"/>
                  <a:gd name="connsiteY16" fmla="*/ 395378 h 550653"/>
                  <a:gd name="connsiteX17" fmla="*/ 1414732 w 2147978"/>
                  <a:gd name="connsiteY17" fmla="*/ 498895 h 550653"/>
                  <a:gd name="connsiteX18" fmla="*/ 1570008 w 2147978"/>
                  <a:gd name="connsiteY18" fmla="*/ 550653 h 550653"/>
                  <a:gd name="connsiteX19" fmla="*/ 1716657 w 2147978"/>
                  <a:gd name="connsiteY19" fmla="*/ 498895 h 550653"/>
                  <a:gd name="connsiteX20" fmla="*/ 1777042 w 2147978"/>
                  <a:gd name="connsiteY20" fmla="*/ 369499 h 550653"/>
                  <a:gd name="connsiteX21" fmla="*/ 1828800 w 2147978"/>
                  <a:gd name="connsiteY21" fmla="*/ 188344 h 550653"/>
                  <a:gd name="connsiteX22" fmla="*/ 1828800 w 2147978"/>
                  <a:gd name="connsiteY22" fmla="*/ 119333 h 550653"/>
                  <a:gd name="connsiteX23" fmla="*/ 1897812 w 2147978"/>
                  <a:gd name="connsiteY23" fmla="*/ 67574 h 550653"/>
                  <a:gd name="connsiteX24" fmla="*/ 2044461 w 2147978"/>
                  <a:gd name="connsiteY24" fmla="*/ 41695 h 550653"/>
                  <a:gd name="connsiteX25" fmla="*/ 2147978 w 2147978"/>
                  <a:gd name="connsiteY25" fmla="*/ 58948 h 550653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  <a:cxn ang="0">
                    <a:pos x="connsiteX16" y="connsiteY16"/>
                  </a:cxn>
                  <a:cxn ang="0">
                    <a:pos x="connsiteX17" y="connsiteY17"/>
                  </a:cxn>
                  <a:cxn ang="0">
                    <a:pos x="connsiteX18" y="connsiteY18"/>
                  </a:cxn>
                  <a:cxn ang="0">
                    <a:pos x="connsiteX19" y="connsiteY19"/>
                  </a:cxn>
                  <a:cxn ang="0">
                    <a:pos x="connsiteX20" y="connsiteY20"/>
                  </a:cxn>
                  <a:cxn ang="0">
                    <a:pos x="connsiteX21" y="connsiteY21"/>
                  </a:cxn>
                  <a:cxn ang="0">
                    <a:pos x="connsiteX22" y="connsiteY22"/>
                  </a:cxn>
                  <a:cxn ang="0">
                    <a:pos x="connsiteX23" y="connsiteY23"/>
                  </a:cxn>
                  <a:cxn ang="0">
                    <a:pos x="connsiteX24" y="connsiteY24"/>
                  </a:cxn>
                  <a:cxn ang="0">
                    <a:pos x="connsiteX25" y="connsiteY25"/>
                  </a:cxn>
                </a:cxnLst>
                <a:rect l="l" t="t" r="r" b="b"/>
                <a:pathLst>
                  <a:path w="2147978" h="550653">
                    <a:moveTo>
                      <a:pt x="0" y="58948"/>
                    </a:moveTo>
                    <a:cubicBezTo>
                      <a:pt x="25879" y="41695"/>
                      <a:pt x="51758" y="24443"/>
                      <a:pt x="86264" y="15816"/>
                    </a:cubicBezTo>
                    <a:cubicBezTo>
                      <a:pt x="120770" y="7189"/>
                      <a:pt x="165340" y="0"/>
                      <a:pt x="207034" y="7189"/>
                    </a:cubicBezTo>
                    <a:cubicBezTo>
                      <a:pt x="248728" y="14378"/>
                      <a:pt x="309113" y="21567"/>
                      <a:pt x="336430" y="58948"/>
                    </a:cubicBezTo>
                    <a:cubicBezTo>
                      <a:pt x="363747" y="96329"/>
                      <a:pt x="352245" y="166778"/>
                      <a:pt x="370936" y="231476"/>
                    </a:cubicBezTo>
                    <a:cubicBezTo>
                      <a:pt x="389627" y="296174"/>
                      <a:pt x="416944" y="401129"/>
                      <a:pt x="448574" y="447136"/>
                    </a:cubicBezTo>
                    <a:cubicBezTo>
                      <a:pt x="480204" y="493143"/>
                      <a:pt x="516147" y="496019"/>
                      <a:pt x="560717" y="507521"/>
                    </a:cubicBezTo>
                    <a:cubicBezTo>
                      <a:pt x="605287" y="519023"/>
                      <a:pt x="678612" y="526212"/>
                      <a:pt x="715993" y="516148"/>
                    </a:cubicBezTo>
                    <a:cubicBezTo>
                      <a:pt x="753374" y="506084"/>
                      <a:pt x="762000" y="483079"/>
                      <a:pt x="785004" y="447136"/>
                    </a:cubicBezTo>
                    <a:cubicBezTo>
                      <a:pt x="808008" y="411193"/>
                      <a:pt x="835325" y="347932"/>
                      <a:pt x="854015" y="300487"/>
                    </a:cubicBezTo>
                    <a:cubicBezTo>
                      <a:pt x="872706" y="253042"/>
                      <a:pt x="879894" y="205597"/>
                      <a:pt x="897147" y="162465"/>
                    </a:cubicBezTo>
                    <a:cubicBezTo>
                      <a:pt x="914400" y="119333"/>
                      <a:pt x="934528" y="66137"/>
                      <a:pt x="957532" y="41695"/>
                    </a:cubicBezTo>
                    <a:cubicBezTo>
                      <a:pt x="980536" y="17254"/>
                      <a:pt x="999227" y="18692"/>
                      <a:pt x="1035170" y="15816"/>
                    </a:cubicBezTo>
                    <a:cubicBezTo>
                      <a:pt x="1071114" y="12941"/>
                      <a:pt x="1135812" y="11503"/>
                      <a:pt x="1173193" y="24442"/>
                    </a:cubicBezTo>
                    <a:cubicBezTo>
                      <a:pt x="1210574" y="37381"/>
                      <a:pt x="1235016" y="50321"/>
                      <a:pt x="1259457" y="93453"/>
                    </a:cubicBezTo>
                    <a:cubicBezTo>
                      <a:pt x="1283899" y="136585"/>
                      <a:pt x="1309778" y="232913"/>
                      <a:pt x="1319842" y="283234"/>
                    </a:cubicBezTo>
                    <a:cubicBezTo>
                      <a:pt x="1329906" y="333555"/>
                      <a:pt x="1304027" y="359435"/>
                      <a:pt x="1319842" y="395378"/>
                    </a:cubicBezTo>
                    <a:cubicBezTo>
                      <a:pt x="1335657" y="431321"/>
                      <a:pt x="1373038" y="473016"/>
                      <a:pt x="1414732" y="498895"/>
                    </a:cubicBezTo>
                    <a:cubicBezTo>
                      <a:pt x="1456426" y="524774"/>
                      <a:pt x="1519687" y="550653"/>
                      <a:pt x="1570008" y="550653"/>
                    </a:cubicBezTo>
                    <a:cubicBezTo>
                      <a:pt x="1620329" y="550653"/>
                      <a:pt x="1682151" y="529087"/>
                      <a:pt x="1716657" y="498895"/>
                    </a:cubicBezTo>
                    <a:cubicBezTo>
                      <a:pt x="1751163" y="468703"/>
                      <a:pt x="1758352" y="421257"/>
                      <a:pt x="1777042" y="369499"/>
                    </a:cubicBezTo>
                    <a:cubicBezTo>
                      <a:pt x="1795732" y="317741"/>
                      <a:pt x="1820174" y="230038"/>
                      <a:pt x="1828800" y="188344"/>
                    </a:cubicBezTo>
                    <a:cubicBezTo>
                      <a:pt x="1837426" y="146650"/>
                      <a:pt x="1817298" y="139461"/>
                      <a:pt x="1828800" y="119333"/>
                    </a:cubicBezTo>
                    <a:cubicBezTo>
                      <a:pt x="1840302" y="99205"/>
                      <a:pt x="1861869" y="80514"/>
                      <a:pt x="1897812" y="67574"/>
                    </a:cubicBezTo>
                    <a:cubicBezTo>
                      <a:pt x="1933755" y="54634"/>
                      <a:pt x="2002767" y="43133"/>
                      <a:pt x="2044461" y="41695"/>
                    </a:cubicBezTo>
                    <a:cubicBezTo>
                      <a:pt x="2086155" y="40257"/>
                      <a:pt x="2117066" y="49602"/>
                      <a:pt x="2147978" y="58948"/>
                    </a:cubicBezTo>
                  </a:path>
                </a:pathLst>
              </a:custGeom>
              <a:ln w="28575">
                <a:solidFill>
                  <a:srgbClr val="33CC33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  <p:txBody>
              <a:bodyPr rtlCol="0" anchor="ctr"/>
              <a:lstStyle/>
              <a:p>
                <a:pPr algn="ctr"/>
                <a:endParaRPr lang="en-GB"/>
              </a:p>
            </p:txBody>
          </p:sp>
          <p:sp>
            <p:nvSpPr>
              <p:cNvPr id="50" name="Freeform 49"/>
              <p:cNvSpPr/>
              <p:nvPr/>
            </p:nvSpPr>
            <p:spPr>
              <a:xfrm>
                <a:off x="767751" y="5194540"/>
                <a:ext cx="2208362" cy="560716"/>
              </a:xfrm>
              <a:custGeom>
                <a:avLst/>
                <a:gdLst>
                  <a:gd name="connsiteX0" fmla="*/ 0 w 2208362"/>
                  <a:gd name="connsiteY0" fmla="*/ 447135 h 560716"/>
                  <a:gd name="connsiteX1" fmla="*/ 241540 w 2208362"/>
                  <a:gd name="connsiteY1" fmla="*/ 455762 h 560716"/>
                  <a:gd name="connsiteX2" fmla="*/ 370936 w 2208362"/>
                  <a:gd name="connsiteY2" fmla="*/ 343618 h 560716"/>
                  <a:gd name="connsiteX3" fmla="*/ 439947 w 2208362"/>
                  <a:gd name="connsiteY3" fmla="*/ 162464 h 560716"/>
                  <a:gd name="connsiteX4" fmla="*/ 560717 w 2208362"/>
                  <a:gd name="connsiteY4" fmla="*/ 41694 h 560716"/>
                  <a:gd name="connsiteX5" fmla="*/ 707366 w 2208362"/>
                  <a:gd name="connsiteY5" fmla="*/ 50320 h 560716"/>
                  <a:gd name="connsiteX6" fmla="*/ 802257 w 2208362"/>
                  <a:gd name="connsiteY6" fmla="*/ 248728 h 560716"/>
                  <a:gd name="connsiteX7" fmla="*/ 836762 w 2208362"/>
                  <a:gd name="connsiteY7" fmla="*/ 412630 h 560716"/>
                  <a:gd name="connsiteX8" fmla="*/ 931653 w 2208362"/>
                  <a:gd name="connsiteY8" fmla="*/ 542026 h 560716"/>
                  <a:gd name="connsiteX9" fmla="*/ 1130060 w 2208362"/>
                  <a:gd name="connsiteY9" fmla="*/ 524773 h 560716"/>
                  <a:gd name="connsiteX10" fmla="*/ 1224951 w 2208362"/>
                  <a:gd name="connsiteY10" fmla="*/ 369498 h 560716"/>
                  <a:gd name="connsiteX11" fmla="*/ 1302589 w 2208362"/>
                  <a:gd name="connsiteY11" fmla="*/ 205596 h 560716"/>
                  <a:gd name="connsiteX12" fmla="*/ 1423358 w 2208362"/>
                  <a:gd name="connsiteY12" fmla="*/ 24441 h 560716"/>
                  <a:gd name="connsiteX13" fmla="*/ 1587260 w 2208362"/>
                  <a:gd name="connsiteY13" fmla="*/ 58947 h 560716"/>
                  <a:gd name="connsiteX14" fmla="*/ 1682151 w 2208362"/>
                  <a:gd name="connsiteY14" fmla="*/ 136585 h 560716"/>
                  <a:gd name="connsiteX15" fmla="*/ 1716657 w 2208362"/>
                  <a:gd name="connsiteY15" fmla="*/ 309113 h 560716"/>
                  <a:gd name="connsiteX16" fmla="*/ 1777041 w 2208362"/>
                  <a:gd name="connsiteY16" fmla="*/ 507520 h 560716"/>
                  <a:gd name="connsiteX17" fmla="*/ 1949570 w 2208362"/>
                  <a:gd name="connsiteY17" fmla="*/ 542026 h 560716"/>
                  <a:gd name="connsiteX18" fmla="*/ 2122098 w 2208362"/>
                  <a:gd name="connsiteY18" fmla="*/ 524773 h 560716"/>
                  <a:gd name="connsiteX19" fmla="*/ 2139351 w 2208362"/>
                  <a:gd name="connsiteY19" fmla="*/ 524773 h 560716"/>
                  <a:gd name="connsiteX20" fmla="*/ 2208362 w 2208362"/>
                  <a:gd name="connsiteY20" fmla="*/ 507520 h 560716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  <a:cxn ang="0">
                    <a:pos x="connsiteX16" y="connsiteY16"/>
                  </a:cxn>
                  <a:cxn ang="0">
                    <a:pos x="connsiteX17" y="connsiteY17"/>
                  </a:cxn>
                  <a:cxn ang="0">
                    <a:pos x="connsiteX18" y="connsiteY18"/>
                  </a:cxn>
                  <a:cxn ang="0">
                    <a:pos x="connsiteX19" y="connsiteY19"/>
                  </a:cxn>
                  <a:cxn ang="0">
                    <a:pos x="connsiteX20" y="connsiteY20"/>
                  </a:cxn>
                </a:cxnLst>
                <a:rect l="l" t="t" r="r" b="b"/>
                <a:pathLst>
                  <a:path w="2208362" h="560716">
                    <a:moveTo>
                      <a:pt x="0" y="447135"/>
                    </a:moveTo>
                    <a:cubicBezTo>
                      <a:pt x="89858" y="460075"/>
                      <a:pt x="179717" y="473015"/>
                      <a:pt x="241540" y="455762"/>
                    </a:cubicBezTo>
                    <a:cubicBezTo>
                      <a:pt x="303363" y="438509"/>
                      <a:pt x="337868" y="392501"/>
                      <a:pt x="370936" y="343618"/>
                    </a:cubicBezTo>
                    <a:cubicBezTo>
                      <a:pt x="404004" y="294735"/>
                      <a:pt x="408317" y="212785"/>
                      <a:pt x="439947" y="162464"/>
                    </a:cubicBezTo>
                    <a:cubicBezTo>
                      <a:pt x="471577" y="112143"/>
                      <a:pt x="516147" y="60385"/>
                      <a:pt x="560717" y="41694"/>
                    </a:cubicBezTo>
                    <a:cubicBezTo>
                      <a:pt x="605287" y="23003"/>
                      <a:pt x="667109" y="15814"/>
                      <a:pt x="707366" y="50320"/>
                    </a:cubicBezTo>
                    <a:cubicBezTo>
                      <a:pt x="747623" y="84826"/>
                      <a:pt x="780691" y="188343"/>
                      <a:pt x="802257" y="248728"/>
                    </a:cubicBezTo>
                    <a:cubicBezTo>
                      <a:pt x="823823" y="309113"/>
                      <a:pt x="815196" y="363747"/>
                      <a:pt x="836762" y="412630"/>
                    </a:cubicBezTo>
                    <a:cubicBezTo>
                      <a:pt x="858328" y="461513"/>
                      <a:pt x="882770" y="523336"/>
                      <a:pt x="931653" y="542026"/>
                    </a:cubicBezTo>
                    <a:cubicBezTo>
                      <a:pt x="980536" y="560716"/>
                      <a:pt x="1081177" y="553528"/>
                      <a:pt x="1130060" y="524773"/>
                    </a:cubicBezTo>
                    <a:cubicBezTo>
                      <a:pt x="1178943" y="496018"/>
                      <a:pt x="1196196" y="422694"/>
                      <a:pt x="1224951" y="369498"/>
                    </a:cubicBezTo>
                    <a:cubicBezTo>
                      <a:pt x="1253706" y="316302"/>
                      <a:pt x="1269521" y="263106"/>
                      <a:pt x="1302589" y="205596"/>
                    </a:cubicBezTo>
                    <a:cubicBezTo>
                      <a:pt x="1335657" y="148086"/>
                      <a:pt x="1375913" y="48882"/>
                      <a:pt x="1423358" y="24441"/>
                    </a:cubicBezTo>
                    <a:cubicBezTo>
                      <a:pt x="1470803" y="0"/>
                      <a:pt x="1544128" y="40256"/>
                      <a:pt x="1587260" y="58947"/>
                    </a:cubicBezTo>
                    <a:cubicBezTo>
                      <a:pt x="1630392" y="77638"/>
                      <a:pt x="1660585" y="94891"/>
                      <a:pt x="1682151" y="136585"/>
                    </a:cubicBezTo>
                    <a:cubicBezTo>
                      <a:pt x="1703717" y="178279"/>
                      <a:pt x="1700842" y="247291"/>
                      <a:pt x="1716657" y="309113"/>
                    </a:cubicBezTo>
                    <a:cubicBezTo>
                      <a:pt x="1732472" y="370935"/>
                      <a:pt x="1738222" y="468701"/>
                      <a:pt x="1777041" y="507520"/>
                    </a:cubicBezTo>
                    <a:cubicBezTo>
                      <a:pt x="1815860" y="546339"/>
                      <a:pt x="1892060" y="539150"/>
                      <a:pt x="1949570" y="542026"/>
                    </a:cubicBezTo>
                    <a:cubicBezTo>
                      <a:pt x="2007080" y="544902"/>
                      <a:pt x="2090468" y="527648"/>
                      <a:pt x="2122098" y="524773"/>
                    </a:cubicBezTo>
                    <a:cubicBezTo>
                      <a:pt x="2153728" y="521898"/>
                      <a:pt x="2124974" y="527648"/>
                      <a:pt x="2139351" y="524773"/>
                    </a:cubicBezTo>
                    <a:cubicBezTo>
                      <a:pt x="2153728" y="521898"/>
                      <a:pt x="2181045" y="514709"/>
                      <a:pt x="2208362" y="507520"/>
                    </a:cubicBezTo>
                  </a:path>
                </a:pathLst>
              </a:custGeom>
              <a:ln w="28575">
                <a:solidFill>
                  <a:srgbClr val="33CC33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  <p:txBody>
              <a:bodyPr rtlCol="0" anchor="ctr"/>
              <a:lstStyle/>
              <a:p>
                <a:pPr algn="ctr"/>
                <a:endParaRPr lang="en-GB"/>
              </a:p>
            </p:txBody>
          </p:sp>
          <p:sp>
            <p:nvSpPr>
              <p:cNvPr id="51" name="Freeform 50"/>
              <p:cNvSpPr/>
              <p:nvPr/>
            </p:nvSpPr>
            <p:spPr>
              <a:xfrm>
                <a:off x="776377" y="5198853"/>
                <a:ext cx="2061714" cy="592347"/>
              </a:xfrm>
              <a:custGeom>
                <a:avLst/>
                <a:gdLst>
                  <a:gd name="connsiteX0" fmla="*/ 0 w 2061714"/>
                  <a:gd name="connsiteY0" fmla="*/ 71887 h 592347"/>
                  <a:gd name="connsiteX1" fmla="*/ 138023 w 2061714"/>
                  <a:gd name="connsiteY1" fmla="*/ 20128 h 592347"/>
                  <a:gd name="connsiteX2" fmla="*/ 284672 w 2061714"/>
                  <a:gd name="connsiteY2" fmla="*/ 80513 h 592347"/>
                  <a:gd name="connsiteX3" fmla="*/ 345057 w 2061714"/>
                  <a:gd name="connsiteY3" fmla="*/ 235789 h 592347"/>
                  <a:gd name="connsiteX4" fmla="*/ 362310 w 2061714"/>
                  <a:gd name="connsiteY4" fmla="*/ 391064 h 592347"/>
                  <a:gd name="connsiteX5" fmla="*/ 439948 w 2061714"/>
                  <a:gd name="connsiteY5" fmla="*/ 520460 h 592347"/>
                  <a:gd name="connsiteX6" fmla="*/ 698740 w 2061714"/>
                  <a:gd name="connsiteY6" fmla="*/ 529087 h 592347"/>
                  <a:gd name="connsiteX7" fmla="*/ 759125 w 2061714"/>
                  <a:gd name="connsiteY7" fmla="*/ 425570 h 592347"/>
                  <a:gd name="connsiteX8" fmla="*/ 845389 w 2061714"/>
                  <a:gd name="connsiteY8" fmla="*/ 278921 h 592347"/>
                  <a:gd name="connsiteX9" fmla="*/ 948906 w 2061714"/>
                  <a:gd name="connsiteY9" fmla="*/ 63260 h 592347"/>
                  <a:gd name="connsiteX10" fmla="*/ 1035170 w 2061714"/>
                  <a:gd name="connsiteY10" fmla="*/ 28755 h 592347"/>
                  <a:gd name="connsiteX11" fmla="*/ 1224951 w 2061714"/>
                  <a:gd name="connsiteY11" fmla="*/ 63260 h 592347"/>
                  <a:gd name="connsiteX12" fmla="*/ 1293963 w 2061714"/>
                  <a:gd name="connsiteY12" fmla="*/ 408317 h 592347"/>
                  <a:gd name="connsiteX13" fmla="*/ 1388853 w 2061714"/>
                  <a:gd name="connsiteY13" fmla="*/ 563592 h 592347"/>
                  <a:gd name="connsiteX14" fmla="*/ 1518249 w 2061714"/>
                  <a:gd name="connsiteY14" fmla="*/ 580845 h 592347"/>
                  <a:gd name="connsiteX15" fmla="*/ 1682151 w 2061714"/>
                  <a:gd name="connsiteY15" fmla="*/ 503207 h 592347"/>
                  <a:gd name="connsiteX16" fmla="*/ 1742536 w 2061714"/>
                  <a:gd name="connsiteY16" fmla="*/ 347932 h 592347"/>
                  <a:gd name="connsiteX17" fmla="*/ 1802921 w 2061714"/>
                  <a:gd name="connsiteY17" fmla="*/ 192656 h 592347"/>
                  <a:gd name="connsiteX18" fmla="*/ 1906438 w 2061714"/>
                  <a:gd name="connsiteY18" fmla="*/ 97766 h 592347"/>
                  <a:gd name="connsiteX19" fmla="*/ 2035834 w 2061714"/>
                  <a:gd name="connsiteY19" fmla="*/ 63260 h 592347"/>
                  <a:gd name="connsiteX20" fmla="*/ 2061714 w 2061714"/>
                  <a:gd name="connsiteY20" fmla="*/ 63260 h 592347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  <a:cxn ang="0">
                    <a:pos x="connsiteX16" y="connsiteY16"/>
                  </a:cxn>
                  <a:cxn ang="0">
                    <a:pos x="connsiteX17" y="connsiteY17"/>
                  </a:cxn>
                  <a:cxn ang="0">
                    <a:pos x="connsiteX18" y="connsiteY18"/>
                  </a:cxn>
                  <a:cxn ang="0">
                    <a:pos x="connsiteX19" y="connsiteY19"/>
                  </a:cxn>
                  <a:cxn ang="0">
                    <a:pos x="connsiteX20" y="connsiteY20"/>
                  </a:cxn>
                </a:cxnLst>
                <a:rect l="l" t="t" r="r" b="b"/>
                <a:pathLst>
                  <a:path w="2061714" h="592347">
                    <a:moveTo>
                      <a:pt x="0" y="71887"/>
                    </a:moveTo>
                    <a:cubicBezTo>
                      <a:pt x="45289" y="45288"/>
                      <a:pt x="90578" y="18690"/>
                      <a:pt x="138023" y="20128"/>
                    </a:cubicBezTo>
                    <a:cubicBezTo>
                      <a:pt x="185468" y="21566"/>
                      <a:pt x="250166" y="44570"/>
                      <a:pt x="284672" y="80513"/>
                    </a:cubicBezTo>
                    <a:cubicBezTo>
                      <a:pt x="319178" y="116457"/>
                      <a:pt x="332117" y="184031"/>
                      <a:pt x="345057" y="235789"/>
                    </a:cubicBezTo>
                    <a:cubicBezTo>
                      <a:pt x="357997" y="287547"/>
                      <a:pt x="346495" y="343619"/>
                      <a:pt x="362310" y="391064"/>
                    </a:cubicBezTo>
                    <a:cubicBezTo>
                      <a:pt x="378125" y="438509"/>
                      <a:pt x="383876" y="497456"/>
                      <a:pt x="439948" y="520460"/>
                    </a:cubicBezTo>
                    <a:cubicBezTo>
                      <a:pt x="496020" y="543464"/>
                      <a:pt x="645544" y="544902"/>
                      <a:pt x="698740" y="529087"/>
                    </a:cubicBezTo>
                    <a:cubicBezTo>
                      <a:pt x="751936" y="513272"/>
                      <a:pt x="759125" y="425570"/>
                      <a:pt x="759125" y="425570"/>
                    </a:cubicBezTo>
                    <a:cubicBezTo>
                      <a:pt x="783566" y="383876"/>
                      <a:pt x="813759" y="339306"/>
                      <a:pt x="845389" y="278921"/>
                    </a:cubicBezTo>
                    <a:cubicBezTo>
                      <a:pt x="877019" y="218536"/>
                      <a:pt x="917276" y="104954"/>
                      <a:pt x="948906" y="63260"/>
                    </a:cubicBezTo>
                    <a:cubicBezTo>
                      <a:pt x="980536" y="21566"/>
                      <a:pt x="989163" y="28755"/>
                      <a:pt x="1035170" y="28755"/>
                    </a:cubicBezTo>
                    <a:cubicBezTo>
                      <a:pt x="1081177" y="28755"/>
                      <a:pt x="1181819" y="0"/>
                      <a:pt x="1224951" y="63260"/>
                    </a:cubicBezTo>
                    <a:cubicBezTo>
                      <a:pt x="1268083" y="126520"/>
                      <a:pt x="1266646" y="324928"/>
                      <a:pt x="1293963" y="408317"/>
                    </a:cubicBezTo>
                    <a:cubicBezTo>
                      <a:pt x="1321280" y="491706"/>
                      <a:pt x="1351472" y="534837"/>
                      <a:pt x="1388853" y="563592"/>
                    </a:cubicBezTo>
                    <a:cubicBezTo>
                      <a:pt x="1426234" y="592347"/>
                      <a:pt x="1469366" y="590909"/>
                      <a:pt x="1518249" y="580845"/>
                    </a:cubicBezTo>
                    <a:cubicBezTo>
                      <a:pt x="1567132" y="570781"/>
                      <a:pt x="1644770" y="542026"/>
                      <a:pt x="1682151" y="503207"/>
                    </a:cubicBezTo>
                    <a:cubicBezTo>
                      <a:pt x="1719532" y="464388"/>
                      <a:pt x="1742536" y="347932"/>
                      <a:pt x="1742536" y="347932"/>
                    </a:cubicBezTo>
                    <a:cubicBezTo>
                      <a:pt x="1762664" y="296174"/>
                      <a:pt x="1775604" y="234350"/>
                      <a:pt x="1802921" y="192656"/>
                    </a:cubicBezTo>
                    <a:cubicBezTo>
                      <a:pt x="1830238" y="150962"/>
                      <a:pt x="1867619" y="119332"/>
                      <a:pt x="1906438" y="97766"/>
                    </a:cubicBezTo>
                    <a:cubicBezTo>
                      <a:pt x="1945257" y="76200"/>
                      <a:pt x="2009955" y="69011"/>
                      <a:pt x="2035834" y="63260"/>
                    </a:cubicBezTo>
                    <a:cubicBezTo>
                      <a:pt x="2061713" y="57509"/>
                      <a:pt x="2061713" y="60384"/>
                      <a:pt x="2061714" y="63260"/>
                    </a:cubicBezTo>
                  </a:path>
                </a:pathLst>
              </a:custGeom>
              <a:ln w="28575">
                <a:solidFill>
                  <a:srgbClr val="33CC33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  <p:txBody>
              <a:bodyPr rtlCol="0" anchor="ctr"/>
              <a:lstStyle/>
              <a:p>
                <a:pPr algn="ctr"/>
                <a:endParaRPr lang="en-GB"/>
              </a:p>
            </p:txBody>
          </p:sp>
          <p:sp>
            <p:nvSpPr>
              <p:cNvPr id="52" name="Freeform 51"/>
              <p:cNvSpPr/>
              <p:nvPr/>
            </p:nvSpPr>
            <p:spPr>
              <a:xfrm>
                <a:off x="819509" y="5233359"/>
                <a:ext cx="2139351" cy="569343"/>
              </a:xfrm>
              <a:custGeom>
                <a:avLst/>
                <a:gdLst>
                  <a:gd name="connsiteX0" fmla="*/ 0 w 2139351"/>
                  <a:gd name="connsiteY0" fmla="*/ 460075 h 569343"/>
                  <a:gd name="connsiteX1" fmla="*/ 138023 w 2139351"/>
                  <a:gd name="connsiteY1" fmla="*/ 503207 h 569343"/>
                  <a:gd name="connsiteX2" fmla="*/ 258793 w 2139351"/>
                  <a:gd name="connsiteY2" fmla="*/ 425569 h 569343"/>
                  <a:gd name="connsiteX3" fmla="*/ 327804 w 2139351"/>
                  <a:gd name="connsiteY3" fmla="*/ 261667 h 569343"/>
                  <a:gd name="connsiteX4" fmla="*/ 439948 w 2139351"/>
                  <a:gd name="connsiteY4" fmla="*/ 89139 h 569343"/>
                  <a:gd name="connsiteX5" fmla="*/ 603849 w 2139351"/>
                  <a:gd name="connsiteY5" fmla="*/ 2875 h 569343"/>
                  <a:gd name="connsiteX6" fmla="*/ 715993 w 2139351"/>
                  <a:gd name="connsiteY6" fmla="*/ 71886 h 569343"/>
                  <a:gd name="connsiteX7" fmla="*/ 793631 w 2139351"/>
                  <a:gd name="connsiteY7" fmla="*/ 278920 h 569343"/>
                  <a:gd name="connsiteX8" fmla="*/ 828136 w 2139351"/>
                  <a:gd name="connsiteY8" fmla="*/ 460075 h 569343"/>
                  <a:gd name="connsiteX9" fmla="*/ 1035170 w 2139351"/>
                  <a:gd name="connsiteY9" fmla="*/ 520460 h 569343"/>
                  <a:gd name="connsiteX10" fmla="*/ 1147314 w 2139351"/>
                  <a:gd name="connsiteY10" fmla="*/ 416943 h 569343"/>
                  <a:gd name="connsiteX11" fmla="*/ 1276710 w 2139351"/>
                  <a:gd name="connsiteY11" fmla="*/ 166777 h 569343"/>
                  <a:gd name="connsiteX12" fmla="*/ 1371600 w 2139351"/>
                  <a:gd name="connsiteY12" fmla="*/ 37381 h 569343"/>
                  <a:gd name="connsiteX13" fmla="*/ 1570008 w 2139351"/>
                  <a:gd name="connsiteY13" fmla="*/ 28754 h 569343"/>
                  <a:gd name="connsiteX14" fmla="*/ 1647646 w 2139351"/>
                  <a:gd name="connsiteY14" fmla="*/ 192656 h 569343"/>
                  <a:gd name="connsiteX15" fmla="*/ 1751163 w 2139351"/>
                  <a:gd name="connsiteY15" fmla="*/ 460075 h 569343"/>
                  <a:gd name="connsiteX16" fmla="*/ 1846053 w 2139351"/>
                  <a:gd name="connsiteY16" fmla="*/ 554966 h 569343"/>
                  <a:gd name="connsiteX17" fmla="*/ 2044461 w 2139351"/>
                  <a:gd name="connsiteY17" fmla="*/ 546339 h 569343"/>
                  <a:gd name="connsiteX18" fmla="*/ 2139351 w 2139351"/>
                  <a:gd name="connsiteY18" fmla="*/ 494581 h 569343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  <a:cxn ang="0">
                    <a:pos x="connsiteX16" y="connsiteY16"/>
                  </a:cxn>
                  <a:cxn ang="0">
                    <a:pos x="connsiteX17" y="connsiteY17"/>
                  </a:cxn>
                  <a:cxn ang="0">
                    <a:pos x="connsiteX18" y="connsiteY18"/>
                  </a:cxn>
                </a:cxnLst>
                <a:rect l="l" t="t" r="r" b="b"/>
                <a:pathLst>
                  <a:path w="2139351" h="569343">
                    <a:moveTo>
                      <a:pt x="0" y="460075"/>
                    </a:moveTo>
                    <a:cubicBezTo>
                      <a:pt x="47445" y="484516"/>
                      <a:pt x="94891" y="508958"/>
                      <a:pt x="138023" y="503207"/>
                    </a:cubicBezTo>
                    <a:cubicBezTo>
                      <a:pt x="181155" y="497456"/>
                      <a:pt x="227163" y="465826"/>
                      <a:pt x="258793" y="425569"/>
                    </a:cubicBezTo>
                    <a:cubicBezTo>
                      <a:pt x="290423" y="385312"/>
                      <a:pt x="297612" y="317739"/>
                      <a:pt x="327804" y="261667"/>
                    </a:cubicBezTo>
                    <a:cubicBezTo>
                      <a:pt x="357996" y="205595"/>
                      <a:pt x="393941" y="132271"/>
                      <a:pt x="439948" y="89139"/>
                    </a:cubicBezTo>
                    <a:cubicBezTo>
                      <a:pt x="485956" y="46007"/>
                      <a:pt x="557842" y="5750"/>
                      <a:pt x="603849" y="2875"/>
                    </a:cubicBezTo>
                    <a:cubicBezTo>
                      <a:pt x="649856" y="0"/>
                      <a:pt x="684363" y="25879"/>
                      <a:pt x="715993" y="71886"/>
                    </a:cubicBezTo>
                    <a:cubicBezTo>
                      <a:pt x="747623" y="117894"/>
                      <a:pt x="774941" y="214222"/>
                      <a:pt x="793631" y="278920"/>
                    </a:cubicBezTo>
                    <a:cubicBezTo>
                      <a:pt x="812321" y="343618"/>
                      <a:pt x="787880" y="419818"/>
                      <a:pt x="828136" y="460075"/>
                    </a:cubicBezTo>
                    <a:cubicBezTo>
                      <a:pt x="868392" y="500332"/>
                      <a:pt x="981974" y="527649"/>
                      <a:pt x="1035170" y="520460"/>
                    </a:cubicBezTo>
                    <a:cubicBezTo>
                      <a:pt x="1088366" y="513271"/>
                      <a:pt x="1107057" y="475890"/>
                      <a:pt x="1147314" y="416943"/>
                    </a:cubicBezTo>
                    <a:cubicBezTo>
                      <a:pt x="1187571" y="357996"/>
                      <a:pt x="1239329" y="230037"/>
                      <a:pt x="1276710" y="166777"/>
                    </a:cubicBezTo>
                    <a:cubicBezTo>
                      <a:pt x="1314091" y="103517"/>
                      <a:pt x="1322717" y="60385"/>
                      <a:pt x="1371600" y="37381"/>
                    </a:cubicBezTo>
                    <a:cubicBezTo>
                      <a:pt x="1420483" y="14377"/>
                      <a:pt x="1524000" y="2875"/>
                      <a:pt x="1570008" y="28754"/>
                    </a:cubicBezTo>
                    <a:cubicBezTo>
                      <a:pt x="1616016" y="54633"/>
                      <a:pt x="1617454" y="120769"/>
                      <a:pt x="1647646" y="192656"/>
                    </a:cubicBezTo>
                    <a:cubicBezTo>
                      <a:pt x="1677838" y="264543"/>
                      <a:pt x="1718095" y="399690"/>
                      <a:pt x="1751163" y="460075"/>
                    </a:cubicBezTo>
                    <a:cubicBezTo>
                      <a:pt x="1784231" y="520460"/>
                      <a:pt x="1797170" y="540589"/>
                      <a:pt x="1846053" y="554966"/>
                    </a:cubicBezTo>
                    <a:cubicBezTo>
                      <a:pt x="1894936" y="569343"/>
                      <a:pt x="1995578" y="556403"/>
                      <a:pt x="2044461" y="546339"/>
                    </a:cubicBezTo>
                    <a:cubicBezTo>
                      <a:pt x="2093344" y="536275"/>
                      <a:pt x="2139351" y="494581"/>
                      <a:pt x="2139351" y="494581"/>
                    </a:cubicBezTo>
                  </a:path>
                </a:pathLst>
              </a:custGeom>
              <a:ln w="28575">
                <a:solidFill>
                  <a:srgbClr val="33CC33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  <p:txBody>
              <a:bodyPr rtlCol="0" anchor="ctr"/>
              <a:lstStyle/>
              <a:p>
                <a:pPr algn="ctr"/>
                <a:endParaRPr lang="en-GB"/>
              </a:p>
            </p:txBody>
          </p:sp>
          <p:sp>
            <p:nvSpPr>
              <p:cNvPr id="53" name="Freeform 52"/>
              <p:cNvSpPr/>
              <p:nvPr/>
            </p:nvSpPr>
            <p:spPr>
              <a:xfrm>
                <a:off x="767751" y="5246298"/>
                <a:ext cx="2104845" cy="534838"/>
              </a:xfrm>
              <a:custGeom>
                <a:avLst/>
                <a:gdLst>
                  <a:gd name="connsiteX0" fmla="*/ 0 w 2104845"/>
                  <a:gd name="connsiteY0" fmla="*/ 76200 h 534838"/>
                  <a:gd name="connsiteX1" fmla="*/ 112143 w 2104845"/>
                  <a:gd name="connsiteY1" fmla="*/ 7189 h 534838"/>
                  <a:gd name="connsiteX2" fmla="*/ 258792 w 2104845"/>
                  <a:gd name="connsiteY2" fmla="*/ 33068 h 534838"/>
                  <a:gd name="connsiteX3" fmla="*/ 327804 w 2104845"/>
                  <a:gd name="connsiteY3" fmla="*/ 188344 h 534838"/>
                  <a:gd name="connsiteX4" fmla="*/ 457200 w 2104845"/>
                  <a:gd name="connsiteY4" fmla="*/ 395377 h 534838"/>
                  <a:gd name="connsiteX5" fmla="*/ 595223 w 2104845"/>
                  <a:gd name="connsiteY5" fmla="*/ 507521 h 534838"/>
                  <a:gd name="connsiteX6" fmla="*/ 741872 w 2104845"/>
                  <a:gd name="connsiteY6" fmla="*/ 438510 h 534838"/>
                  <a:gd name="connsiteX7" fmla="*/ 854015 w 2104845"/>
                  <a:gd name="connsiteY7" fmla="*/ 222849 h 534838"/>
                  <a:gd name="connsiteX8" fmla="*/ 983411 w 2104845"/>
                  <a:gd name="connsiteY8" fmla="*/ 41694 h 534838"/>
                  <a:gd name="connsiteX9" fmla="*/ 1130060 w 2104845"/>
                  <a:gd name="connsiteY9" fmla="*/ 33068 h 534838"/>
                  <a:gd name="connsiteX10" fmla="*/ 1259457 w 2104845"/>
                  <a:gd name="connsiteY10" fmla="*/ 145211 h 534838"/>
                  <a:gd name="connsiteX11" fmla="*/ 1268083 w 2104845"/>
                  <a:gd name="connsiteY11" fmla="*/ 291860 h 534838"/>
                  <a:gd name="connsiteX12" fmla="*/ 1380226 w 2104845"/>
                  <a:gd name="connsiteY12" fmla="*/ 490268 h 534838"/>
                  <a:gd name="connsiteX13" fmla="*/ 1621766 w 2104845"/>
                  <a:gd name="connsiteY13" fmla="*/ 507521 h 534838"/>
                  <a:gd name="connsiteX14" fmla="*/ 1733909 w 2104845"/>
                  <a:gd name="connsiteY14" fmla="*/ 326366 h 534838"/>
                  <a:gd name="connsiteX15" fmla="*/ 1863306 w 2104845"/>
                  <a:gd name="connsiteY15" fmla="*/ 119332 h 534838"/>
                  <a:gd name="connsiteX16" fmla="*/ 2027207 w 2104845"/>
                  <a:gd name="connsiteY16" fmla="*/ 24442 h 534838"/>
                  <a:gd name="connsiteX17" fmla="*/ 2104845 w 2104845"/>
                  <a:gd name="connsiteY17" fmla="*/ 24442 h 534838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  <a:cxn ang="0">
                    <a:pos x="connsiteX16" y="connsiteY16"/>
                  </a:cxn>
                  <a:cxn ang="0">
                    <a:pos x="connsiteX17" y="connsiteY17"/>
                  </a:cxn>
                </a:cxnLst>
                <a:rect l="l" t="t" r="r" b="b"/>
                <a:pathLst>
                  <a:path w="2104845" h="534838">
                    <a:moveTo>
                      <a:pt x="0" y="76200"/>
                    </a:moveTo>
                    <a:cubicBezTo>
                      <a:pt x="34505" y="45289"/>
                      <a:pt x="69011" y="14378"/>
                      <a:pt x="112143" y="7189"/>
                    </a:cubicBezTo>
                    <a:cubicBezTo>
                      <a:pt x="155275" y="0"/>
                      <a:pt x="222849" y="2876"/>
                      <a:pt x="258792" y="33068"/>
                    </a:cubicBezTo>
                    <a:cubicBezTo>
                      <a:pt x="294735" y="63260"/>
                      <a:pt x="294736" y="127959"/>
                      <a:pt x="327804" y="188344"/>
                    </a:cubicBezTo>
                    <a:cubicBezTo>
                      <a:pt x="360872" y="248729"/>
                      <a:pt x="412630" y="342181"/>
                      <a:pt x="457200" y="395377"/>
                    </a:cubicBezTo>
                    <a:cubicBezTo>
                      <a:pt x="501770" y="448573"/>
                      <a:pt x="547778" y="500332"/>
                      <a:pt x="595223" y="507521"/>
                    </a:cubicBezTo>
                    <a:cubicBezTo>
                      <a:pt x="642668" y="514710"/>
                      <a:pt x="698740" y="485955"/>
                      <a:pt x="741872" y="438510"/>
                    </a:cubicBezTo>
                    <a:cubicBezTo>
                      <a:pt x="785004" y="391065"/>
                      <a:pt x="813759" y="288985"/>
                      <a:pt x="854015" y="222849"/>
                    </a:cubicBezTo>
                    <a:cubicBezTo>
                      <a:pt x="894272" y="156713"/>
                      <a:pt x="937404" y="73324"/>
                      <a:pt x="983411" y="41694"/>
                    </a:cubicBezTo>
                    <a:cubicBezTo>
                      <a:pt x="1029418" y="10064"/>
                      <a:pt x="1084052" y="15815"/>
                      <a:pt x="1130060" y="33068"/>
                    </a:cubicBezTo>
                    <a:cubicBezTo>
                      <a:pt x="1176068" y="50321"/>
                      <a:pt x="1236453" y="102079"/>
                      <a:pt x="1259457" y="145211"/>
                    </a:cubicBezTo>
                    <a:cubicBezTo>
                      <a:pt x="1282461" y="188343"/>
                      <a:pt x="1247955" y="234351"/>
                      <a:pt x="1268083" y="291860"/>
                    </a:cubicBezTo>
                    <a:cubicBezTo>
                      <a:pt x="1288211" y="349370"/>
                      <a:pt x="1321279" y="454325"/>
                      <a:pt x="1380226" y="490268"/>
                    </a:cubicBezTo>
                    <a:cubicBezTo>
                      <a:pt x="1439173" y="526211"/>
                      <a:pt x="1562819" y="534838"/>
                      <a:pt x="1621766" y="507521"/>
                    </a:cubicBezTo>
                    <a:cubicBezTo>
                      <a:pt x="1680713" y="480204"/>
                      <a:pt x="1733909" y="326366"/>
                      <a:pt x="1733909" y="326366"/>
                    </a:cubicBezTo>
                    <a:cubicBezTo>
                      <a:pt x="1774166" y="261668"/>
                      <a:pt x="1814423" y="169653"/>
                      <a:pt x="1863306" y="119332"/>
                    </a:cubicBezTo>
                    <a:cubicBezTo>
                      <a:pt x="1912189" y="69011"/>
                      <a:pt x="1986951" y="40257"/>
                      <a:pt x="2027207" y="24442"/>
                    </a:cubicBezTo>
                    <a:cubicBezTo>
                      <a:pt x="2067464" y="8627"/>
                      <a:pt x="2104845" y="24442"/>
                      <a:pt x="2104845" y="24442"/>
                    </a:cubicBezTo>
                  </a:path>
                </a:pathLst>
              </a:custGeom>
              <a:ln w="28575">
                <a:solidFill>
                  <a:srgbClr val="33CC33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  <p:txBody>
              <a:bodyPr rtlCol="0" anchor="ctr"/>
              <a:lstStyle/>
              <a:p>
                <a:pPr algn="ctr"/>
                <a:endParaRPr lang="en-GB"/>
              </a:p>
            </p:txBody>
          </p:sp>
          <p:sp>
            <p:nvSpPr>
              <p:cNvPr id="54" name="Freeform 53"/>
              <p:cNvSpPr/>
              <p:nvPr/>
            </p:nvSpPr>
            <p:spPr>
              <a:xfrm>
                <a:off x="802257" y="5183037"/>
                <a:ext cx="2060275" cy="622539"/>
              </a:xfrm>
              <a:custGeom>
                <a:avLst/>
                <a:gdLst>
                  <a:gd name="connsiteX0" fmla="*/ 0 w 2060275"/>
                  <a:gd name="connsiteY0" fmla="*/ 113581 h 685800"/>
                  <a:gd name="connsiteX1" fmla="*/ 181154 w 2060275"/>
                  <a:gd name="connsiteY1" fmla="*/ 87702 h 685800"/>
                  <a:gd name="connsiteX2" fmla="*/ 276045 w 2060275"/>
                  <a:gd name="connsiteY2" fmla="*/ 130834 h 685800"/>
                  <a:gd name="connsiteX3" fmla="*/ 379562 w 2060275"/>
                  <a:gd name="connsiteY3" fmla="*/ 389626 h 685800"/>
                  <a:gd name="connsiteX4" fmla="*/ 448573 w 2060275"/>
                  <a:gd name="connsiteY4" fmla="*/ 562154 h 685800"/>
                  <a:gd name="connsiteX5" fmla="*/ 638354 w 2060275"/>
                  <a:gd name="connsiteY5" fmla="*/ 579407 h 685800"/>
                  <a:gd name="connsiteX6" fmla="*/ 819509 w 2060275"/>
                  <a:gd name="connsiteY6" fmla="*/ 303362 h 685800"/>
                  <a:gd name="connsiteX7" fmla="*/ 914400 w 2060275"/>
                  <a:gd name="connsiteY7" fmla="*/ 87702 h 685800"/>
                  <a:gd name="connsiteX8" fmla="*/ 1017917 w 2060275"/>
                  <a:gd name="connsiteY8" fmla="*/ 10064 h 685800"/>
                  <a:gd name="connsiteX9" fmla="*/ 1138686 w 2060275"/>
                  <a:gd name="connsiteY9" fmla="*/ 27317 h 685800"/>
                  <a:gd name="connsiteX10" fmla="*/ 1216324 w 2060275"/>
                  <a:gd name="connsiteY10" fmla="*/ 173966 h 685800"/>
                  <a:gd name="connsiteX11" fmla="*/ 1285335 w 2060275"/>
                  <a:gd name="connsiteY11" fmla="*/ 363747 h 685800"/>
                  <a:gd name="connsiteX12" fmla="*/ 1337094 w 2060275"/>
                  <a:gd name="connsiteY12" fmla="*/ 579407 h 685800"/>
                  <a:gd name="connsiteX13" fmla="*/ 1552754 w 2060275"/>
                  <a:gd name="connsiteY13" fmla="*/ 657045 h 685800"/>
                  <a:gd name="connsiteX14" fmla="*/ 1742535 w 2060275"/>
                  <a:gd name="connsiteY14" fmla="*/ 406879 h 685800"/>
                  <a:gd name="connsiteX15" fmla="*/ 1794294 w 2060275"/>
                  <a:gd name="connsiteY15" fmla="*/ 208471 h 685800"/>
                  <a:gd name="connsiteX16" fmla="*/ 1906437 w 2060275"/>
                  <a:gd name="connsiteY16" fmla="*/ 96328 h 685800"/>
                  <a:gd name="connsiteX17" fmla="*/ 2035834 w 2060275"/>
                  <a:gd name="connsiteY17" fmla="*/ 79075 h 685800"/>
                  <a:gd name="connsiteX18" fmla="*/ 2053086 w 2060275"/>
                  <a:gd name="connsiteY18" fmla="*/ 61822 h 685800"/>
                  <a:gd name="connsiteX0" fmla="*/ 0 w 2060275"/>
                  <a:gd name="connsiteY0" fmla="*/ 113581 h 622539"/>
                  <a:gd name="connsiteX1" fmla="*/ 181154 w 2060275"/>
                  <a:gd name="connsiteY1" fmla="*/ 87702 h 622539"/>
                  <a:gd name="connsiteX2" fmla="*/ 276045 w 2060275"/>
                  <a:gd name="connsiteY2" fmla="*/ 130834 h 622539"/>
                  <a:gd name="connsiteX3" fmla="*/ 379562 w 2060275"/>
                  <a:gd name="connsiteY3" fmla="*/ 389626 h 622539"/>
                  <a:gd name="connsiteX4" fmla="*/ 448573 w 2060275"/>
                  <a:gd name="connsiteY4" fmla="*/ 562154 h 622539"/>
                  <a:gd name="connsiteX5" fmla="*/ 638354 w 2060275"/>
                  <a:gd name="connsiteY5" fmla="*/ 579407 h 622539"/>
                  <a:gd name="connsiteX6" fmla="*/ 819509 w 2060275"/>
                  <a:gd name="connsiteY6" fmla="*/ 303362 h 622539"/>
                  <a:gd name="connsiteX7" fmla="*/ 914400 w 2060275"/>
                  <a:gd name="connsiteY7" fmla="*/ 87702 h 622539"/>
                  <a:gd name="connsiteX8" fmla="*/ 1017917 w 2060275"/>
                  <a:gd name="connsiteY8" fmla="*/ 10064 h 622539"/>
                  <a:gd name="connsiteX9" fmla="*/ 1138686 w 2060275"/>
                  <a:gd name="connsiteY9" fmla="*/ 27317 h 622539"/>
                  <a:gd name="connsiteX10" fmla="*/ 1216324 w 2060275"/>
                  <a:gd name="connsiteY10" fmla="*/ 173966 h 622539"/>
                  <a:gd name="connsiteX11" fmla="*/ 1285335 w 2060275"/>
                  <a:gd name="connsiteY11" fmla="*/ 363747 h 622539"/>
                  <a:gd name="connsiteX12" fmla="*/ 1337094 w 2060275"/>
                  <a:gd name="connsiteY12" fmla="*/ 579407 h 622539"/>
                  <a:gd name="connsiteX13" fmla="*/ 1578633 w 2060275"/>
                  <a:gd name="connsiteY13" fmla="*/ 579407 h 622539"/>
                  <a:gd name="connsiteX14" fmla="*/ 1742535 w 2060275"/>
                  <a:gd name="connsiteY14" fmla="*/ 406879 h 622539"/>
                  <a:gd name="connsiteX15" fmla="*/ 1794294 w 2060275"/>
                  <a:gd name="connsiteY15" fmla="*/ 208471 h 622539"/>
                  <a:gd name="connsiteX16" fmla="*/ 1906437 w 2060275"/>
                  <a:gd name="connsiteY16" fmla="*/ 96328 h 622539"/>
                  <a:gd name="connsiteX17" fmla="*/ 2035834 w 2060275"/>
                  <a:gd name="connsiteY17" fmla="*/ 79075 h 622539"/>
                  <a:gd name="connsiteX18" fmla="*/ 2053086 w 2060275"/>
                  <a:gd name="connsiteY18" fmla="*/ 61822 h 622539"/>
                  <a:gd name="connsiteX0" fmla="*/ 0 w 2060275"/>
                  <a:gd name="connsiteY0" fmla="*/ 113581 h 622539"/>
                  <a:gd name="connsiteX1" fmla="*/ 181154 w 2060275"/>
                  <a:gd name="connsiteY1" fmla="*/ 87702 h 622539"/>
                  <a:gd name="connsiteX2" fmla="*/ 276045 w 2060275"/>
                  <a:gd name="connsiteY2" fmla="*/ 130834 h 622539"/>
                  <a:gd name="connsiteX3" fmla="*/ 379562 w 2060275"/>
                  <a:gd name="connsiteY3" fmla="*/ 389626 h 622539"/>
                  <a:gd name="connsiteX4" fmla="*/ 448573 w 2060275"/>
                  <a:gd name="connsiteY4" fmla="*/ 562154 h 622539"/>
                  <a:gd name="connsiteX5" fmla="*/ 638354 w 2060275"/>
                  <a:gd name="connsiteY5" fmla="*/ 579407 h 622539"/>
                  <a:gd name="connsiteX6" fmla="*/ 819509 w 2060275"/>
                  <a:gd name="connsiteY6" fmla="*/ 303362 h 622539"/>
                  <a:gd name="connsiteX7" fmla="*/ 914400 w 2060275"/>
                  <a:gd name="connsiteY7" fmla="*/ 87702 h 622539"/>
                  <a:gd name="connsiteX8" fmla="*/ 1017917 w 2060275"/>
                  <a:gd name="connsiteY8" fmla="*/ 10064 h 622539"/>
                  <a:gd name="connsiteX9" fmla="*/ 1138686 w 2060275"/>
                  <a:gd name="connsiteY9" fmla="*/ 27317 h 622539"/>
                  <a:gd name="connsiteX10" fmla="*/ 1216324 w 2060275"/>
                  <a:gd name="connsiteY10" fmla="*/ 173966 h 622539"/>
                  <a:gd name="connsiteX11" fmla="*/ 1285335 w 2060275"/>
                  <a:gd name="connsiteY11" fmla="*/ 363747 h 622539"/>
                  <a:gd name="connsiteX12" fmla="*/ 1362973 w 2060275"/>
                  <a:gd name="connsiteY12" fmla="*/ 544901 h 622539"/>
                  <a:gd name="connsiteX13" fmla="*/ 1578633 w 2060275"/>
                  <a:gd name="connsiteY13" fmla="*/ 579407 h 622539"/>
                  <a:gd name="connsiteX14" fmla="*/ 1742535 w 2060275"/>
                  <a:gd name="connsiteY14" fmla="*/ 406879 h 622539"/>
                  <a:gd name="connsiteX15" fmla="*/ 1794294 w 2060275"/>
                  <a:gd name="connsiteY15" fmla="*/ 208471 h 622539"/>
                  <a:gd name="connsiteX16" fmla="*/ 1906437 w 2060275"/>
                  <a:gd name="connsiteY16" fmla="*/ 96328 h 622539"/>
                  <a:gd name="connsiteX17" fmla="*/ 2035834 w 2060275"/>
                  <a:gd name="connsiteY17" fmla="*/ 79075 h 622539"/>
                  <a:gd name="connsiteX18" fmla="*/ 2053086 w 2060275"/>
                  <a:gd name="connsiteY18" fmla="*/ 61822 h 622539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  <a:cxn ang="0">
                    <a:pos x="connsiteX16" y="connsiteY16"/>
                  </a:cxn>
                  <a:cxn ang="0">
                    <a:pos x="connsiteX17" y="connsiteY17"/>
                  </a:cxn>
                  <a:cxn ang="0">
                    <a:pos x="connsiteX18" y="connsiteY18"/>
                  </a:cxn>
                </a:cxnLst>
                <a:rect l="l" t="t" r="r" b="b"/>
                <a:pathLst>
                  <a:path w="2060275" h="622539">
                    <a:moveTo>
                      <a:pt x="0" y="113581"/>
                    </a:moveTo>
                    <a:cubicBezTo>
                      <a:pt x="67573" y="99204"/>
                      <a:pt x="135147" y="84827"/>
                      <a:pt x="181154" y="87702"/>
                    </a:cubicBezTo>
                    <a:cubicBezTo>
                      <a:pt x="227161" y="90577"/>
                      <a:pt x="242977" y="80513"/>
                      <a:pt x="276045" y="130834"/>
                    </a:cubicBezTo>
                    <a:cubicBezTo>
                      <a:pt x="309113" y="181155"/>
                      <a:pt x="379562" y="389626"/>
                      <a:pt x="379562" y="389626"/>
                    </a:cubicBezTo>
                    <a:cubicBezTo>
                      <a:pt x="408317" y="461513"/>
                      <a:pt x="405441" y="530524"/>
                      <a:pt x="448573" y="562154"/>
                    </a:cubicBezTo>
                    <a:cubicBezTo>
                      <a:pt x="491705" y="593784"/>
                      <a:pt x="576531" y="622539"/>
                      <a:pt x="638354" y="579407"/>
                    </a:cubicBezTo>
                    <a:cubicBezTo>
                      <a:pt x="700177" y="536275"/>
                      <a:pt x="773501" y="385313"/>
                      <a:pt x="819509" y="303362"/>
                    </a:cubicBezTo>
                    <a:cubicBezTo>
                      <a:pt x="865517" y="221411"/>
                      <a:pt x="881332" y="136585"/>
                      <a:pt x="914400" y="87702"/>
                    </a:cubicBezTo>
                    <a:cubicBezTo>
                      <a:pt x="947468" y="38819"/>
                      <a:pt x="980536" y="20128"/>
                      <a:pt x="1017917" y="10064"/>
                    </a:cubicBezTo>
                    <a:cubicBezTo>
                      <a:pt x="1055298" y="0"/>
                      <a:pt x="1105618" y="0"/>
                      <a:pt x="1138686" y="27317"/>
                    </a:cubicBezTo>
                    <a:cubicBezTo>
                      <a:pt x="1171754" y="54634"/>
                      <a:pt x="1191883" y="117894"/>
                      <a:pt x="1216324" y="173966"/>
                    </a:cubicBezTo>
                    <a:cubicBezTo>
                      <a:pt x="1240765" y="230038"/>
                      <a:pt x="1260894" y="301925"/>
                      <a:pt x="1285335" y="363747"/>
                    </a:cubicBezTo>
                    <a:cubicBezTo>
                      <a:pt x="1309776" y="425569"/>
                      <a:pt x="1314090" y="508958"/>
                      <a:pt x="1362973" y="544901"/>
                    </a:cubicBezTo>
                    <a:cubicBezTo>
                      <a:pt x="1411856" y="580844"/>
                      <a:pt x="1515373" y="602411"/>
                      <a:pt x="1578633" y="579407"/>
                    </a:cubicBezTo>
                    <a:cubicBezTo>
                      <a:pt x="1641893" y="556403"/>
                      <a:pt x="1706592" y="468702"/>
                      <a:pt x="1742535" y="406879"/>
                    </a:cubicBezTo>
                    <a:cubicBezTo>
                      <a:pt x="1778479" y="345056"/>
                      <a:pt x="1766977" y="260229"/>
                      <a:pt x="1794294" y="208471"/>
                    </a:cubicBezTo>
                    <a:cubicBezTo>
                      <a:pt x="1821611" y="156713"/>
                      <a:pt x="1866180" y="117894"/>
                      <a:pt x="1906437" y="96328"/>
                    </a:cubicBezTo>
                    <a:cubicBezTo>
                      <a:pt x="1946694" y="74762"/>
                      <a:pt x="2011393" y="84826"/>
                      <a:pt x="2035834" y="79075"/>
                    </a:cubicBezTo>
                    <a:cubicBezTo>
                      <a:pt x="2060275" y="73324"/>
                      <a:pt x="2053086" y="61822"/>
                      <a:pt x="2053086" y="61822"/>
                    </a:cubicBezTo>
                  </a:path>
                </a:pathLst>
              </a:custGeom>
              <a:ln w="28575">
                <a:solidFill>
                  <a:srgbClr val="33CC33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  <p:txBody>
              <a:bodyPr rtlCol="0" anchor="ctr"/>
              <a:lstStyle/>
              <a:p>
                <a:pPr algn="ctr"/>
                <a:endParaRPr lang="en-GB"/>
              </a:p>
            </p:txBody>
          </p:sp>
        </p:grpSp>
        <p:grpSp>
          <p:nvGrpSpPr>
            <p:cNvPr id="13" name="Group 54"/>
            <p:cNvGrpSpPr/>
            <p:nvPr/>
          </p:nvGrpSpPr>
          <p:grpSpPr>
            <a:xfrm flipV="1">
              <a:off x="680049" y="5124089"/>
              <a:ext cx="2321943" cy="603850"/>
              <a:chOff x="654170" y="5183037"/>
              <a:chExt cx="2321943" cy="622539"/>
            </a:xfrm>
          </p:grpSpPr>
          <p:sp>
            <p:nvSpPr>
              <p:cNvPr id="56" name="Freeform 55"/>
              <p:cNvSpPr/>
              <p:nvPr/>
            </p:nvSpPr>
            <p:spPr>
              <a:xfrm>
                <a:off x="750499" y="5191665"/>
                <a:ext cx="2181044" cy="537713"/>
              </a:xfrm>
              <a:custGeom>
                <a:avLst/>
                <a:gdLst>
                  <a:gd name="connsiteX0" fmla="*/ 0 w 2181044"/>
                  <a:gd name="connsiteY0" fmla="*/ 467264 h 537713"/>
                  <a:gd name="connsiteX1" fmla="*/ 319177 w 2181044"/>
                  <a:gd name="connsiteY1" fmla="*/ 467264 h 537713"/>
                  <a:gd name="connsiteX2" fmla="*/ 388188 w 2181044"/>
                  <a:gd name="connsiteY2" fmla="*/ 277483 h 537713"/>
                  <a:gd name="connsiteX3" fmla="*/ 431320 w 2181044"/>
                  <a:gd name="connsiteY3" fmla="*/ 104955 h 537713"/>
                  <a:gd name="connsiteX4" fmla="*/ 500332 w 2181044"/>
                  <a:gd name="connsiteY4" fmla="*/ 18691 h 537713"/>
                  <a:gd name="connsiteX5" fmla="*/ 707366 w 2181044"/>
                  <a:gd name="connsiteY5" fmla="*/ 18691 h 537713"/>
                  <a:gd name="connsiteX6" fmla="*/ 785003 w 2181044"/>
                  <a:gd name="connsiteY6" fmla="*/ 53196 h 537713"/>
                  <a:gd name="connsiteX7" fmla="*/ 845388 w 2181044"/>
                  <a:gd name="connsiteY7" fmla="*/ 199845 h 537713"/>
                  <a:gd name="connsiteX8" fmla="*/ 862641 w 2181044"/>
                  <a:gd name="connsiteY8" fmla="*/ 467264 h 537713"/>
                  <a:gd name="connsiteX9" fmla="*/ 940279 w 2181044"/>
                  <a:gd name="connsiteY9" fmla="*/ 501770 h 537713"/>
                  <a:gd name="connsiteX10" fmla="*/ 1121433 w 2181044"/>
                  <a:gd name="connsiteY10" fmla="*/ 510396 h 537713"/>
                  <a:gd name="connsiteX11" fmla="*/ 1207698 w 2181044"/>
                  <a:gd name="connsiteY11" fmla="*/ 510396 h 537713"/>
                  <a:gd name="connsiteX12" fmla="*/ 1250830 w 2181044"/>
                  <a:gd name="connsiteY12" fmla="*/ 346494 h 537713"/>
                  <a:gd name="connsiteX13" fmla="*/ 1285335 w 2181044"/>
                  <a:gd name="connsiteY13" fmla="*/ 242977 h 537713"/>
                  <a:gd name="connsiteX14" fmla="*/ 1337094 w 2181044"/>
                  <a:gd name="connsiteY14" fmla="*/ 87702 h 537713"/>
                  <a:gd name="connsiteX15" fmla="*/ 1397479 w 2181044"/>
                  <a:gd name="connsiteY15" fmla="*/ 10064 h 537713"/>
                  <a:gd name="connsiteX16" fmla="*/ 1587260 w 2181044"/>
                  <a:gd name="connsiteY16" fmla="*/ 27317 h 537713"/>
                  <a:gd name="connsiteX17" fmla="*/ 1664898 w 2181044"/>
                  <a:gd name="connsiteY17" fmla="*/ 53196 h 537713"/>
                  <a:gd name="connsiteX18" fmla="*/ 1733909 w 2181044"/>
                  <a:gd name="connsiteY18" fmla="*/ 225725 h 537713"/>
                  <a:gd name="connsiteX19" fmla="*/ 1751162 w 2181044"/>
                  <a:gd name="connsiteY19" fmla="*/ 363747 h 537713"/>
                  <a:gd name="connsiteX20" fmla="*/ 1785667 w 2181044"/>
                  <a:gd name="connsiteY20" fmla="*/ 510396 h 537713"/>
                  <a:gd name="connsiteX21" fmla="*/ 1846052 w 2181044"/>
                  <a:gd name="connsiteY21" fmla="*/ 519023 h 537713"/>
                  <a:gd name="connsiteX22" fmla="*/ 2009954 w 2181044"/>
                  <a:gd name="connsiteY22" fmla="*/ 519023 h 537713"/>
                  <a:gd name="connsiteX23" fmla="*/ 2156603 w 2181044"/>
                  <a:gd name="connsiteY23" fmla="*/ 475891 h 537713"/>
                  <a:gd name="connsiteX24" fmla="*/ 2156603 w 2181044"/>
                  <a:gd name="connsiteY24" fmla="*/ 467264 h 537713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  <a:cxn ang="0">
                    <a:pos x="connsiteX16" y="connsiteY16"/>
                  </a:cxn>
                  <a:cxn ang="0">
                    <a:pos x="connsiteX17" y="connsiteY17"/>
                  </a:cxn>
                  <a:cxn ang="0">
                    <a:pos x="connsiteX18" y="connsiteY18"/>
                  </a:cxn>
                  <a:cxn ang="0">
                    <a:pos x="connsiteX19" y="connsiteY19"/>
                  </a:cxn>
                  <a:cxn ang="0">
                    <a:pos x="connsiteX20" y="connsiteY20"/>
                  </a:cxn>
                  <a:cxn ang="0">
                    <a:pos x="connsiteX21" y="connsiteY21"/>
                  </a:cxn>
                  <a:cxn ang="0">
                    <a:pos x="connsiteX22" y="connsiteY22"/>
                  </a:cxn>
                  <a:cxn ang="0">
                    <a:pos x="connsiteX23" y="connsiteY23"/>
                  </a:cxn>
                  <a:cxn ang="0">
                    <a:pos x="connsiteX24" y="connsiteY24"/>
                  </a:cxn>
                </a:cxnLst>
                <a:rect l="l" t="t" r="r" b="b"/>
                <a:pathLst>
                  <a:path w="2181044" h="537713">
                    <a:moveTo>
                      <a:pt x="0" y="467264"/>
                    </a:moveTo>
                    <a:cubicBezTo>
                      <a:pt x="127239" y="483079"/>
                      <a:pt x="254479" y="498894"/>
                      <a:pt x="319177" y="467264"/>
                    </a:cubicBezTo>
                    <a:cubicBezTo>
                      <a:pt x="383875" y="435634"/>
                      <a:pt x="369498" y="337868"/>
                      <a:pt x="388188" y="277483"/>
                    </a:cubicBezTo>
                    <a:cubicBezTo>
                      <a:pt x="406878" y="217098"/>
                      <a:pt x="412629" y="148087"/>
                      <a:pt x="431320" y="104955"/>
                    </a:cubicBezTo>
                    <a:cubicBezTo>
                      <a:pt x="450011" y="61823"/>
                      <a:pt x="454324" y="33068"/>
                      <a:pt x="500332" y="18691"/>
                    </a:cubicBezTo>
                    <a:cubicBezTo>
                      <a:pt x="546340" y="4314"/>
                      <a:pt x="659921" y="12940"/>
                      <a:pt x="707366" y="18691"/>
                    </a:cubicBezTo>
                    <a:cubicBezTo>
                      <a:pt x="754811" y="24442"/>
                      <a:pt x="761999" y="23004"/>
                      <a:pt x="785003" y="53196"/>
                    </a:cubicBezTo>
                    <a:cubicBezTo>
                      <a:pt x="808007" y="83388"/>
                      <a:pt x="832448" y="130834"/>
                      <a:pt x="845388" y="199845"/>
                    </a:cubicBezTo>
                    <a:cubicBezTo>
                      <a:pt x="858328" y="268856"/>
                      <a:pt x="846826" y="416943"/>
                      <a:pt x="862641" y="467264"/>
                    </a:cubicBezTo>
                    <a:cubicBezTo>
                      <a:pt x="878456" y="517585"/>
                      <a:pt x="897147" y="494581"/>
                      <a:pt x="940279" y="501770"/>
                    </a:cubicBezTo>
                    <a:cubicBezTo>
                      <a:pt x="983411" y="508959"/>
                      <a:pt x="1076863" y="508958"/>
                      <a:pt x="1121433" y="510396"/>
                    </a:cubicBezTo>
                    <a:cubicBezTo>
                      <a:pt x="1166003" y="511834"/>
                      <a:pt x="1186132" y="537713"/>
                      <a:pt x="1207698" y="510396"/>
                    </a:cubicBezTo>
                    <a:cubicBezTo>
                      <a:pt x="1229264" y="483079"/>
                      <a:pt x="1237890" y="391064"/>
                      <a:pt x="1250830" y="346494"/>
                    </a:cubicBezTo>
                    <a:cubicBezTo>
                      <a:pt x="1263770" y="301924"/>
                      <a:pt x="1285335" y="242977"/>
                      <a:pt x="1285335" y="242977"/>
                    </a:cubicBezTo>
                    <a:cubicBezTo>
                      <a:pt x="1299712" y="199845"/>
                      <a:pt x="1318403" y="126521"/>
                      <a:pt x="1337094" y="87702"/>
                    </a:cubicBezTo>
                    <a:cubicBezTo>
                      <a:pt x="1355785" y="48883"/>
                      <a:pt x="1355785" y="20128"/>
                      <a:pt x="1397479" y="10064"/>
                    </a:cubicBezTo>
                    <a:cubicBezTo>
                      <a:pt x="1439173" y="0"/>
                      <a:pt x="1542690" y="20128"/>
                      <a:pt x="1587260" y="27317"/>
                    </a:cubicBezTo>
                    <a:cubicBezTo>
                      <a:pt x="1631830" y="34506"/>
                      <a:pt x="1640457" y="20128"/>
                      <a:pt x="1664898" y="53196"/>
                    </a:cubicBezTo>
                    <a:cubicBezTo>
                      <a:pt x="1689340" y="86264"/>
                      <a:pt x="1719532" y="173967"/>
                      <a:pt x="1733909" y="225725"/>
                    </a:cubicBezTo>
                    <a:cubicBezTo>
                      <a:pt x="1748286" y="277483"/>
                      <a:pt x="1742536" y="316302"/>
                      <a:pt x="1751162" y="363747"/>
                    </a:cubicBezTo>
                    <a:cubicBezTo>
                      <a:pt x="1759788" y="411192"/>
                      <a:pt x="1769852" y="484517"/>
                      <a:pt x="1785667" y="510396"/>
                    </a:cubicBezTo>
                    <a:cubicBezTo>
                      <a:pt x="1801482" y="536275"/>
                      <a:pt x="1808671" y="517585"/>
                      <a:pt x="1846052" y="519023"/>
                    </a:cubicBezTo>
                    <a:cubicBezTo>
                      <a:pt x="1883433" y="520461"/>
                      <a:pt x="1958196" y="526212"/>
                      <a:pt x="2009954" y="519023"/>
                    </a:cubicBezTo>
                    <a:cubicBezTo>
                      <a:pt x="2061712" y="511834"/>
                      <a:pt x="2132162" y="484517"/>
                      <a:pt x="2156603" y="475891"/>
                    </a:cubicBezTo>
                    <a:cubicBezTo>
                      <a:pt x="2181044" y="467265"/>
                      <a:pt x="2168823" y="467264"/>
                      <a:pt x="2156603" y="467264"/>
                    </a:cubicBezTo>
                  </a:path>
                </a:pathLst>
              </a:custGeom>
              <a:noFill/>
              <a:ln w="28575">
                <a:solidFill>
                  <a:srgbClr val="33CC33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  <p:txBody>
              <a:bodyPr rtlCol="0" anchor="ctr"/>
              <a:lstStyle/>
              <a:p>
                <a:pPr algn="ctr"/>
                <a:endParaRPr lang="en-GB"/>
              </a:p>
            </p:txBody>
          </p:sp>
          <p:sp>
            <p:nvSpPr>
              <p:cNvPr id="57" name="Freeform 56"/>
              <p:cNvSpPr/>
              <p:nvPr/>
            </p:nvSpPr>
            <p:spPr>
              <a:xfrm flipH="1" flipV="1">
                <a:off x="654170" y="5194540"/>
                <a:ext cx="2261558" cy="576532"/>
              </a:xfrm>
              <a:custGeom>
                <a:avLst/>
                <a:gdLst>
                  <a:gd name="connsiteX0" fmla="*/ 0 w 2181044"/>
                  <a:gd name="connsiteY0" fmla="*/ 467264 h 537713"/>
                  <a:gd name="connsiteX1" fmla="*/ 319177 w 2181044"/>
                  <a:gd name="connsiteY1" fmla="*/ 467264 h 537713"/>
                  <a:gd name="connsiteX2" fmla="*/ 388188 w 2181044"/>
                  <a:gd name="connsiteY2" fmla="*/ 277483 h 537713"/>
                  <a:gd name="connsiteX3" fmla="*/ 431320 w 2181044"/>
                  <a:gd name="connsiteY3" fmla="*/ 104955 h 537713"/>
                  <a:gd name="connsiteX4" fmla="*/ 500332 w 2181044"/>
                  <a:gd name="connsiteY4" fmla="*/ 18691 h 537713"/>
                  <a:gd name="connsiteX5" fmla="*/ 707366 w 2181044"/>
                  <a:gd name="connsiteY5" fmla="*/ 18691 h 537713"/>
                  <a:gd name="connsiteX6" fmla="*/ 785003 w 2181044"/>
                  <a:gd name="connsiteY6" fmla="*/ 53196 h 537713"/>
                  <a:gd name="connsiteX7" fmla="*/ 845388 w 2181044"/>
                  <a:gd name="connsiteY7" fmla="*/ 199845 h 537713"/>
                  <a:gd name="connsiteX8" fmla="*/ 862641 w 2181044"/>
                  <a:gd name="connsiteY8" fmla="*/ 467264 h 537713"/>
                  <a:gd name="connsiteX9" fmla="*/ 940279 w 2181044"/>
                  <a:gd name="connsiteY9" fmla="*/ 501770 h 537713"/>
                  <a:gd name="connsiteX10" fmla="*/ 1121433 w 2181044"/>
                  <a:gd name="connsiteY10" fmla="*/ 510396 h 537713"/>
                  <a:gd name="connsiteX11" fmla="*/ 1207698 w 2181044"/>
                  <a:gd name="connsiteY11" fmla="*/ 510396 h 537713"/>
                  <a:gd name="connsiteX12" fmla="*/ 1250830 w 2181044"/>
                  <a:gd name="connsiteY12" fmla="*/ 346494 h 537713"/>
                  <a:gd name="connsiteX13" fmla="*/ 1285335 w 2181044"/>
                  <a:gd name="connsiteY13" fmla="*/ 242977 h 537713"/>
                  <a:gd name="connsiteX14" fmla="*/ 1337094 w 2181044"/>
                  <a:gd name="connsiteY14" fmla="*/ 87702 h 537713"/>
                  <a:gd name="connsiteX15" fmla="*/ 1397479 w 2181044"/>
                  <a:gd name="connsiteY15" fmla="*/ 10064 h 537713"/>
                  <a:gd name="connsiteX16" fmla="*/ 1587260 w 2181044"/>
                  <a:gd name="connsiteY16" fmla="*/ 27317 h 537713"/>
                  <a:gd name="connsiteX17" fmla="*/ 1664898 w 2181044"/>
                  <a:gd name="connsiteY17" fmla="*/ 53196 h 537713"/>
                  <a:gd name="connsiteX18" fmla="*/ 1733909 w 2181044"/>
                  <a:gd name="connsiteY18" fmla="*/ 225725 h 537713"/>
                  <a:gd name="connsiteX19" fmla="*/ 1751162 w 2181044"/>
                  <a:gd name="connsiteY19" fmla="*/ 363747 h 537713"/>
                  <a:gd name="connsiteX20" fmla="*/ 1785667 w 2181044"/>
                  <a:gd name="connsiteY20" fmla="*/ 510396 h 537713"/>
                  <a:gd name="connsiteX21" fmla="*/ 1846052 w 2181044"/>
                  <a:gd name="connsiteY21" fmla="*/ 519023 h 537713"/>
                  <a:gd name="connsiteX22" fmla="*/ 2009954 w 2181044"/>
                  <a:gd name="connsiteY22" fmla="*/ 519023 h 537713"/>
                  <a:gd name="connsiteX23" fmla="*/ 2156603 w 2181044"/>
                  <a:gd name="connsiteY23" fmla="*/ 475891 h 537713"/>
                  <a:gd name="connsiteX24" fmla="*/ 2156603 w 2181044"/>
                  <a:gd name="connsiteY24" fmla="*/ 467264 h 537713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  <a:cxn ang="0">
                    <a:pos x="connsiteX16" y="connsiteY16"/>
                  </a:cxn>
                  <a:cxn ang="0">
                    <a:pos x="connsiteX17" y="connsiteY17"/>
                  </a:cxn>
                  <a:cxn ang="0">
                    <a:pos x="connsiteX18" y="connsiteY18"/>
                  </a:cxn>
                  <a:cxn ang="0">
                    <a:pos x="connsiteX19" y="connsiteY19"/>
                  </a:cxn>
                  <a:cxn ang="0">
                    <a:pos x="connsiteX20" y="connsiteY20"/>
                  </a:cxn>
                  <a:cxn ang="0">
                    <a:pos x="connsiteX21" y="connsiteY21"/>
                  </a:cxn>
                  <a:cxn ang="0">
                    <a:pos x="connsiteX22" y="connsiteY22"/>
                  </a:cxn>
                  <a:cxn ang="0">
                    <a:pos x="connsiteX23" y="connsiteY23"/>
                  </a:cxn>
                  <a:cxn ang="0">
                    <a:pos x="connsiteX24" y="connsiteY24"/>
                  </a:cxn>
                </a:cxnLst>
                <a:rect l="l" t="t" r="r" b="b"/>
                <a:pathLst>
                  <a:path w="2181044" h="537713">
                    <a:moveTo>
                      <a:pt x="0" y="467264"/>
                    </a:moveTo>
                    <a:cubicBezTo>
                      <a:pt x="127239" y="483079"/>
                      <a:pt x="254479" y="498894"/>
                      <a:pt x="319177" y="467264"/>
                    </a:cubicBezTo>
                    <a:cubicBezTo>
                      <a:pt x="383875" y="435634"/>
                      <a:pt x="369498" y="337868"/>
                      <a:pt x="388188" y="277483"/>
                    </a:cubicBezTo>
                    <a:cubicBezTo>
                      <a:pt x="406878" y="217098"/>
                      <a:pt x="412629" y="148087"/>
                      <a:pt x="431320" y="104955"/>
                    </a:cubicBezTo>
                    <a:cubicBezTo>
                      <a:pt x="450011" y="61823"/>
                      <a:pt x="454324" y="33068"/>
                      <a:pt x="500332" y="18691"/>
                    </a:cubicBezTo>
                    <a:cubicBezTo>
                      <a:pt x="546340" y="4314"/>
                      <a:pt x="659921" y="12940"/>
                      <a:pt x="707366" y="18691"/>
                    </a:cubicBezTo>
                    <a:cubicBezTo>
                      <a:pt x="754811" y="24442"/>
                      <a:pt x="761999" y="23004"/>
                      <a:pt x="785003" y="53196"/>
                    </a:cubicBezTo>
                    <a:cubicBezTo>
                      <a:pt x="808007" y="83388"/>
                      <a:pt x="832448" y="130834"/>
                      <a:pt x="845388" y="199845"/>
                    </a:cubicBezTo>
                    <a:cubicBezTo>
                      <a:pt x="858328" y="268856"/>
                      <a:pt x="846826" y="416943"/>
                      <a:pt x="862641" y="467264"/>
                    </a:cubicBezTo>
                    <a:cubicBezTo>
                      <a:pt x="878456" y="517585"/>
                      <a:pt x="897147" y="494581"/>
                      <a:pt x="940279" y="501770"/>
                    </a:cubicBezTo>
                    <a:cubicBezTo>
                      <a:pt x="983411" y="508959"/>
                      <a:pt x="1076863" y="508958"/>
                      <a:pt x="1121433" y="510396"/>
                    </a:cubicBezTo>
                    <a:cubicBezTo>
                      <a:pt x="1166003" y="511834"/>
                      <a:pt x="1186132" y="537713"/>
                      <a:pt x="1207698" y="510396"/>
                    </a:cubicBezTo>
                    <a:cubicBezTo>
                      <a:pt x="1229264" y="483079"/>
                      <a:pt x="1237890" y="391064"/>
                      <a:pt x="1250830" y="346494"/>
                    </a:cubicBezTo>
                    <a:cubicBezTo>
                      <a:pt x="1263770" y="301924"/>
                      <a:pt x="1285335" y="242977"/>
                      <a:pt x="1285335" y="242977"/>
                    </a:cubicBezTo>
                    <a:cubicBezTo>
                      <a:pt x="1299712" y="199845"/>
                      <a:pt x="1318403" y="126521"/>
                      <a:pt x="1337094" y="87702"/>
                    </a:cubicBezTo>
                    <a:cubicBezTo>
                      <a:pt x="1355785" y="48883"/>
                      <a:pt x="1355785" y="20128"/>
                      <a:pt x="1397479" y="10064"/>
                    </a:cubicBezTo>
                    <a:cubicBezTo>
                      <a:pt x="1439173" y="0"/>
                      <a:pt x="1542690" y="20128"/>
                      <a:pt x="1587260" y="27317"/>
                    </a:cubicBezTo>
                    <a:cubicBezTo>
                      <a:pt x="1631830" y="34506"/>
                      <a:pt x="1640457" y="20128"/>
                      <a:pt x="1664898" y="53196"/>
                    </a:cubicBezTo>
                    <a:cubicBezTo>
                      <a:pt x="1689340" y="86264"/>
                      <a:pt x="1719532" y="173967"/>
                      <a:pt x="1733909" y="225725"/>
                    </a:cubicBezTo>
                    <a:cubicBezTo>
                      <a:pt x="1748286" y="277483"/>
                      <a:pt x="1742536" y="316302"/>
                      <a:pt x="1751162" y="363747"/>
                    </a:cubicBezTo>
                    <a:cubicBezTo>
                      <a:pt x="1759788" y="411192"/>
                      <a:pt x="1769852" y="484517"/>
                      <a:pt x="1785667" y="510396"/>
                    </a:cubicBezTo>
                    <a:cubicBezTo>
                      <a:pt x="1801482" y="536275"/>
                      <a:pt x="1808671" y="517585"/>
                      <a:pt x="1846052" y="519023"/>
                    </a:cubicBezTo>
                    <a:cubicBezTo>
                      <a:pt x="1883433" y="520461"/>
                      <a:pt x="1958196" y="526212"/>
                      <a:pt x="2009954" y="519023"/>
                    </a:cubicBezTo>
                    <a:cubicBezTo>
                      <a:pt x="2061712" y="511834"/>
                      <a:pt x="2132162" y="484517"/>
                      <a:pt x="2156603" y="475891"/>
                    </a:cubicBezTo>
                    <a:cubicBezTo>
                      <a:pt x="2181044" y="467265"/>
                      <a:pt x="2168823" y="467264"/>
                      <a:pt x="2156603" y="467264"/>
                    </a:cubicBezTo>
                  </a:path>
                </a:pathLst>
              </a:custGeom>
              <a:noFill/>
              <a:ln w="28575">
                <a:solidFill>
                  <a:srgbClr val="33CC33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  <p:txBody>
              <a:bodyPr rtlCol="0" anchor="ctr"/>
              <a:lstStyle/>
              <a:p>
                <a:pPr algn="ctr"/>
                <a:endParaRPr lang="en-GB"/>
              </a:p>
            </p:txBody>
          </p:sp>
          <p:sp>
            <p:nvSpPr>
              <p:cNvPr id="58" name="Freeform 57"/>
              <p:cNvSpPr/>
              <p:nvPr/>
            </p:nvSpPr>
            <p:spPr>
              <a:xfrm>
                <a:off x="776377" y="5183037"/>
                <a:ext cx="2173857" cy="576532"/>
              </a:xfrm>
              <a:custGeom>
                <a:avLst/>
                <a:gdLst>
                  <a:gd name="connsiteX0" fmla="*/ 0 w 2173857"/>
                  <a:gd name="connsiteY0" fmla="*/ 501771 h 576532"/>
                  <a:gd name="connsiteX1" fmla="*/ 69012 w 2173857"/>
                  <a:gd name="connsiteY1" fmla="*/ 501771 h 576532"/>
                  <a:gd name="connsiteX2" fmla="*/ 345057 w 2173857"/>
                  <a:gd name="connsiteY2" fmla="*/ 458638 h 576532"/>
                  <a:gd name="connsiteX3" fmla="*/ 379563 w 2173857"/>
                  <a:gd name="connsiteY3" fmla="*/ 251605 h 576532"/>
                  <a:gd name="connsiteX4" fmla="*/ 457200 w 2173857"/>
                  <a:gd name="connsiteY4" fmla="*/ 79076 h 576532"/>
                  <a:gd name="connsiteX5" fmla="*/ 577970 w 2173857"/>
                  <a:gd name="connsiteY5" fmla="*/ 10065 h 576532"/>
                  <a:gd name="connsiteX6" fmla="*/ 733246 w 2173857"/>
                  <a:gd name="connsiteY6" fmla="*/ 61823 h 576532"/>
                  <a:gd name="connsiteX7" fmla="*/ 836763 w 2173857"/>
                  <a:gd name="connsiteY7" fmla="*/ 381001 h 576532"/>
                  <a:gd name="connsiteX8" fmla="*/ 940280 w 2173857"/>
                  <a:gd name="connsiteY8" fmla="*/ 544903 h 576532"/>
                  <a:gd name="connsiteX9" fmla="*/ 1112808 w 2173857"/>
                  <a:gd name="connsiteY9" fmla="*/ 553529 h 576532"/>
                  <a:gd name="connsiteX10" fmla="*/ 1181819 w 2173857"/>
                  <a:gd name="connsiteY10" fmla="*/ 475891 h 576532"/>
                  <a:gd name="connsiteX11" fmla="*/ 1285336 w 2173857"/>
                  <a:gd name="connsiteY11" fmla="*/ 234352 h 576532"/>
                  <a:gd name="connsiteX12" fmla="*/ 1371600 w 2173857"/>
                  <a:gd name="connsiteY12" fmla="*/ 96329 h 576532"/>
                  <a:gd name="connsiteX13" fmla="*/ 1544129 w 2173857"/>
                  <a:gd name="connsiteY13" fmla="*/ 44571 h 576532"/>
                  <a:gd name="connsiteX14" fmla="*/ 1656272 w 2173857"/>
                  <a:gd name="connsiteY14" fmla="*/ 96329 h 576532"/>
                  <a:gd name="connsiteX15" fmla="*/ 1708031 w 2173857"/>
                  <a:gd name="connsiteY15" fmla="*/ 286110 h 576532"/>
                  <a:gd name="connsiteX16" fmla="*/ 1777042 w 2173857"/>
                  <a:gd name="connsiteY16" fmla="*/ 484518 h 576532"/>
                  <a:gd name="connsiteX17" fmla="*/ 1846053 w 2173857"/>
                  <a:gd name="connsiteY17" fmla="*/ 562155 h 576532"/>
                  <a:gd name="connsiteX18" fmla="*/ 2053087 w 2173857"/>
                  <a:gd name="connsiteY18" fmla="*/ 570782 h 576532"/>
                  <a:gd name="connsiteX19" fmla="*/ 2173857 w 2173857"/>
                  <a:gd name="connsiteY19" fmla="*/ 536276 h 576532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  <a:cxn ang="0">
                    <a:pos x="connsiteX16" y="connsiteY16"/>
                  </a:cxn>
                  <a:cxn ang="0">
                    <a:pos x="connsiteX17" y="connsiteY17"/>
                  </a:cxn>
                  <a:cxn ang="0">
                    <a:pos x="connsiteX18" y="connsiteY18"/>
                  </a:cxn>
                  <a:cxn ang="0">
                    <a:pos x="connsiteX19" y="connsiteY19"/>
                  </a:cxn>
                </a:cxnLst>
                <a:rect l="l" t="t" r="r" b="b"/>
                <a:pathLst>
                  <a:path w="2173857" h="576532">
                    <a:moveTo>
                      <a:pt x="0" y="501771"/>
                    </a:moveTo>
                    <a:cubicBezTo>
                      <a:pt x="5751" y="505365"/>
                      <a:pt x="11503" y="508960"/>
                      <a:pt x="69012" y="501771"/>
                    </a:cubicBezTo>
                    <a:cubicBezTo>
                      <a:pt x="126522" y="494582"/>
                      <a:pt x="293299" y="500332"/>
                      <a:pt x="345057" y="458638"/>
                    </a:cubicBezTo>
                    <a:cubicBezTo>
                      <a:pt x="396815" y="416944"/>
                      <a:pt x="360873" y="314865"/>
                      <a:pt x="379563" y="251605"/>
                    </a:cubicBezTo>
                    <a:cubicBezTo>
                      <a:pt x="398253" y="188345"/>
                      <a:pt x="424132" y="119333"/>
                      <a:pt x="457200" y="79076"/>
                    </a:cubicBezTo>
                    <a:cubicBezTo>
                      <a:pt x="490268" y="38819"/>
                      <a:pt x="531962" y="12940"/>
                      <a:pt x="577970" y="10065"/>
                    </a:cubicBezTo>
                    <a:cubicBezTo>
                      <a:pt x="623978" y="7190"/>
                      <a:pt x="690114" y="0"/>
                      <a:pt x="733246" y="61823"/>
                    </a:cubicBezTo>
                    <a:cubicBezTo>
                      <a:pt x="776378" y="123646"/>
                      <a:pt x="802257" y="300488"/>
                      <a:pt x="836763" y="381001"/>
                    </a:cubicBezTo>
                    <a:cubicBezTo>
                      <a:pt x="871269" y="461514"/>
                      <a:pt x="894273" y="516148"/>
                      <a:pt x="940280" y="544903"/>
                    </a:cubicBezTo>
                    <a:cubicBezTo>
                      <a:pt x="986287" y="573658"/>
                      <a:pt x="1072552" y="565031"/>
                      <a:pt x="1112808" y="553529"/>
                    </a:cubicBezTo>
                    <a:cubicBezTo>
                      <a:pt x="1153065" y="542027"/>
                      <a:pt x="1153064" y="529087"/>
                      <a:pt x="1181819" y="475891"/>
                    </a:cubicBezTo>
                    <a:cubicBezTo>
                      <a:pt x="1210574" y="422695"/>
                      <a:pt x="1253706" y="297612"/>
                      <a:pt x="1285336" y="234352"/>
                    </a:cubicBezTo>
                    <a:cubicBezTo>
                      <a:pt x="1316966" y="171092"/>
                      <a:pt x="1328468" y="127959"/>
                      <a:pt x="1371600" y="96329"/>
                    </a:cubicBezTo>
                    <a:cubicBezTo>
                      <a:pt x="1414732" y="64699"/>
                      <a:pt x="1496684" y="44571"/>
                      <a:pt x="1544129" y="44571"/>
                    </a:cubicBezTo>
                    <a:cubicBezTo>
                      <a:pt x="1591574" y="44571"/>
                      <a:pt x="1628955" y="56072"/>
                      <a:pt x="1656272" y="96329"/>
                    </a:cubicBezTo>
                    <a:cubicBezTo>
                      <a:pt x="1683589" y="136586"/>
                      <a:pt x="1687903" y="221412"/>
                      <a:pt x="1708031" y="286110"/>
                    </a:cubicBezTo>
                    <a:cubicBezTo>
                      <a:pt x="1728159" y="350808"/>
                      <a:pt x="1754038" y="438511"/>
                      <a:pt x="1777042" y="484518"/>
                    </a:cubicBezTo>
                    <a:cubicBezTo>
                      <a:pt x="1800046" y="530525"/>
                      <a:pt x="1800046" y="547778"/>
                      <a:pt x="1846053" y="562155"/>
                    </a:cubicBezTo>
                    <a:cubicBezTo>
                      <a:pt x="1892060" y="576532"/>
                      <a:pt x="1998453" y="575095"/>
                      <a:pt x="2053087" y="570782"/>
                    </a:cubicBezTo>
                    <a:cubicBezTo>
                      <a:pt x="2107721" y="566469"/>
                      <a:pt x="2140789" y="551372"/>
                      <a:pt x="2173857" y="536276"/>
                    </a:cubicBezTo>
                  </a:path>
                </a:pathLst>
              </a:custGeom>
              <a:ln w="28575">
                <a:solidFill>
                  <a:srgbClr val="33CC33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  <p:txBody>
              <a:bodyPr rtlCol="0" anchor="ctr"/>
              <a:lstStyle/>
              <a:p>
                <a:pPr algn="ctr"/>
                <a:endParaRPr lang="en-GB"/>
              </a:p>
            </p:txBody>
          </p:sp>
          <p:sp>
            <p:nvSpPr>
              <p:cNvPr id="59" name="Freeform 58"/>
              <p:cNvSpPr/>
              <p:nvPr/>
            </p:nvSpPr>
            <p:spPr>
              <a:xfrm>
                <a:off x="733245" y="5211792"/>
                <a:ext cx="2147978" cy="550653"/>
              </a:xfrm>
              <a:custGeom>
                <a:avLst/>
                <a:gdLst>
                  <a:gd name="connsiteX0" fmla="*/ 0 w 2147978"/>
                  <a:gd name="connsiteY0" fmla="*/ 58948 h 550653"/>
                  <a:gd name="connsiteX1" fmla="*/ 86264 w 2147978"/>
                  <a:gd name="connsiteY1" fmla="*/ 15816 h 550653"/>
                  <a:gd name="connsiteX2" fmla="*/ 207034 w 2147978"/>
                  <a:gd name="connsiteY2" fmla="*/ 7189 h 550653"/>
                  <a:gd name="connsiteX3" fmla="*/ 336430 w 2147978"/>
                  <a:gd name="connsiteY3" fmla="*/ 58948 h 550653"/>
                  <a:gd name="connsiteX4" fmla="*/ 370936 w 2147978"/>
                  <a:gd name="connsiteY4" fmla="*/ 231476 h 550653"/>
                  <a:gd name="connsiteX5" fmla="*/ 448574 w 2147978"/>
                  <a:gd name="connsiteY5" fmla="*/ 447136 h 550653"/>
                  <a:gd name="connsiteX6" fmla="*/ 560717 w 2147978"/>
                  <a:gd name="connsiteY6" fmla="*/ 507521 h 550653"/>
                  <a:gd name="connsiteX7" fmla="*/ 715993 w 2147978"/>
                  <a:gd name="connsiteY7" fmla="*/ 516148 h 550653"/>
                  <a:gd name="connsiteX8" fmla="*/ 785004 w 2147978"/>
                  <a:gd name="connsiteY8" fmla="*/ 447136 h 550653"/>
                  <a:gd name="connsiteX9" fmla="*/ 854015 w 2147978"/>
                  <a:gd name="connsiteY9" fmla="*/ 300487 h 550653"/>
                  <a:gd name="connsiteX10" fmla="*/ 897147 w 2147978"/>
                  <a:gd name="connsiteY10" fmla="*/ 162465 h 550653"/>
                  <a:gd name="connsiteX11" fmla="*/ 957532 w 2147978"/>
                  <a:gd name="connsiteY11" fmla="*/ 41695 h 550653"/>
                  <a:gd name="connsiteX12" fmla="*/ 1035170 w 2147978"/>
                  <a:gd name="connsiteY12" fmla="*/ 15816 h 550653"/>
                  <a:gd name="connsiteX13" fmla="*/ 1173193 w 2147978"/>
                  <a:gd name="connsiteY13" fmla="*/ 24442 h 550653"/>
                  <a:gd name="connsiteX14" fmla="*/ 1259457 w 2147978"/>
                  <a:gd name="connsiteY14" fmla="*/ 93453 h 550653"/>
                  <a:gd name="connsiteX15" fmla="*/ 1319842 w 2147978"/>
                  <a:gd name="connsiteY15" fmla="*/ 283234 h 550653"/>
                  <a:gd name="connsiteX16" fmla="*/ 1319842 w 2147978"/>
                  <a:gd name="connsiteY16" fmla="*/ 395378 h 550653"/>
                  <a:gd name="connsiteX17" fmla="*/ 1414732 w 2147978"/>
                  <a:gd name="connsiteY17" fmla="*/ 498895 h 550653"/>
                  <a:gd name="connsiteX18" fmla="*/ 1570008 w 2147978"/>
                  <a:gd name="connsiteY18" fmla="*/ 550653 h 550653"/>
                  <a:gd name="connsiteX19" fmla="*/ 1716657 w 2147978"/>
                  <a:gd name="connsiteY19" fmla="*/ 498895 h 550653"/>
                  <a:gd name="connsiteX20" fmla="*/ 1777042 w 2147978"/>
                  <a:gd name="connsiteY20" fmla="*/ 369499 h 550653"/>
                  <a:gd name="connsiteX21" fmla="*/ 1828800 w 2147978"/>
                  <a:gd name="connsiteY21" fmla="*/ 188344 h 550653"/>
                  <a:gd name="connsiteX22" fmla="*/ 1828800 w 2147978"/>
                  <a:gd name="connsiteY22" fmla="*/ 119333 h 550653"/>
                  <a:gd name="connsiteX23" fmla="*/ 1897812 w 2147978"/>
                  <a:gd name="connsiteY23" fmla="*/ 67574 h 550653"/>
                  <a:gd name="connsiteX24" fmla="*/ 2044461 w 2147978"/>
                  <a:gd name="connsiteY24" fmla="*/ 41695 h 550653"/>
                  <a:gd name="connsiteX25" fmla="*/ 2147978 w 2147978"/>
                  <a:gd name="connsiteY25" fmla="*/ 58948 h 550653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  <a:cxn ang="0">
                    <a:pos x="connsiteX16" y="connsiteY16"/>
                  </a:cxn>
                  <a:cxn ang="0">
                    <a:pos x="connsiteX17" y="connsiteY17"/>
                  </a:cxn>
                  <a:cxn ang="0">
                    <a:pos x="connsiteX18" y="connsiteY18"/>
                  </a:cxn>
                  <a:cxn ang="0">
                    <a:pos x="connsiteX19" y="connsiteY19"/>
                  </a:cxn>
                  <a:cxn ang="0">
                    <a:pos x="connsiteX20" y="connsiteY20"/>
                  </a:cxn>
                  <a:cxn ang="0">
                    <a:pos x="connsiteX21" y="connsiteY21"/>
                  </a:cxn>
                  <a:cxn ang="0">
                    <a:pos x="connsiteX22" y="connsiteY22"/>
                  </a:cxn>
                  <a:cxn ang="0">
                    <a:pos x="connsiteX23" y="connsiteY23"/>
                  </a:cxn>
                  <a:cxn ang="0">
                    <a:pos x="connsiteX24" y="connsiteY24"/>
                  </a:cxn>
                  <a:cxn ang="0">
                    <a:pos x="connsiteX25" y="connsiteY25"/>
                  </a:cxn>
                </a:cxnLst>
                <a:rect l="l" t="t" r="r" b="b"/>
                <a:pathLst>
                  <a:path w="2147978" h="550653">
                    <a:moveTo>
                      <a:pt x="0" y="58948"/>
                    </a:moveTo>
                    <a:cubicBezTo>
                      <a:pt x="25879" y="41695"/>
                      <a:pt x="51758" y="24443"/>
                      <a:pt x="86264" y="15816"/>
                    </a:cubicBezTo>
                    <a:cubicBezTo>
                      <a:pt x="120770" y="7189"/>
                      <a:pt x="165340" y="0"/>
                      <a:pt x="207034" y="7189"/>
                    </a:cubicBezTo>
                    <a:cubicBezTo>
                      <a:pt x="248728" y="14378"/>
                      <a:pt x="309113" y="21567"/>
                      <a:pt x="336430" y="58948"/>
                    </a:cubicBezTo>
                    <a:cubicBezTo>
                      <a:pt x="363747" y="96329"/>
                      <a:pt x="352245" y="166778"/>
                      <a:pt x="370936" y="231476"/>
                    </a:cubicBezTo>
                    <a:cubicBezTo>
                      <a:pt x="389627" y="296174"/>
                      <a:pt x="416944" y="401129"/>
                      <a:pt x="448574" y="447136"/>
                    </a:cubicBezTo>
                    <a:cubicBezTo>
                      <a:pt x="480204" y="493143"/>
                      <a:pt x="516147" y="496019"/>
                      <a:pt x="560717" y="507521"/>
                    </a:cubicBezTo>
                    <a:cubicBezTo>
                      <a:pt x="605287" y="519023"/>
                      <a:pt x="678612" y="526212"/>
                      <a:pt x="715993" y="516148"/>
                    </a:cubicBezTo>
                    <a:cubicBezTo>
                      <a:pt x="753374" y="506084"/>
                      <a:pt x="762000" y="483079"/>
                      <a:pt x="785004" y="447136"/>
                    </a:cubicBezTo>
                    <a:cubicBezTo>
                      <a:pt x="808008" y="411193"/>
                      <a:pt x="835325" y="347932"/>
                      <a:pt x="854015" y="300487"/>
                    </a:cubicBezTo>
                    <a:cubicBezTo>
                      <a:pt x="872706" y="253042"/>
                      <a:pt x="879894" y="205597"/>
                      <a:pt x="897147" y="162465"/>
                    </a:cubicBezTo>
                    <a:cubicBezTo>
                      <a:pt x="914400" y="119333"/>
                      <a:pt x="934528" y="66137"/>
                      <a:pt x="957532" y="41695"/>
                    </a:cubicBezTo>
                    <a:cubicBezTo>
                      <a:pt x="980536" y="17254"/>
                      <a:pt x="999227" y="18692"/>
                      <a:pt x="1035170" y="15816"/>
                    </a:cubicBezTo>
                    <a:cubicBezTo>
                      <a:pt x="1071114" y="12941"/>
                      <a:pt x="1135812" y="11503"/>
                      <a:pt x="1173193" y="24442"/>
                    </a:cubicBezTo>
                    <a:cubicBezTo>
                      <a:pt x="1210574" y="37381"/>
                      <a:pt x="1235016" y="50321"/>
                      <a:pt x="1259457" y="93453"/>
                    </a:cubicBezTo>
                    <a:cubicBezTo>
                      <a:pt x="1283899" y="136585"/>
                      <a:pt x="1309778" y="232913"/>
                      <a:pt x="1319842" y="283234"/>
                    </a:cubicBezTo>
                    <a:cubicBezTo>
                      <a:pt x="1329906" y="333555"/>
                      <a:pt x="1304027" y="359435"/>
                      <a:pt x="1319842" y="395378"/>
                    </a:cubicBezTo>
                    <a:cubicBezTo>
                      <a:pt x="1335657" y="431321"/>
                      <a:pt x="1373038" y="473016"/>
                      <a:pt x="1414732" y="498895"/>
                    </a:cubicBezTo>
                    <a:cubicBezTo>
                      <a:pt x="1456426" y="524774"/>
                      <a:pt x="1519687" y="550653"/>
                      <a:pt x="1570008" y="550653"/>
                    </a:cubicBezTo>
                    <a:cubicBezTo>
                      <a:pt x="1620329" y="550653"/>
                      <a:pt x="1682151" y="529087"/>
                      <a:pt x="1716657" y="498895"/>
                    </a:cubicBezTo>
                    <a:cubicBezTo>
                      <a:pt x="1751163" y="468703"/>
                      <a:pt x="1758352" y="421257"/>
                      <a:pt x="1777042" y="369499"/>
                    </a:cubicBezTo>
                    <a:cubicBezTo>
                      <a:pt x="1795732" y="317741"/>
                      <a:pt x="1820174" y="230038"/>
                      <a:pt x="1828800" y="188344"/>
                    </a:cubicBezTo>
                    <a:cubicBezTo>
                      <a:pt x="1837426" y="146650"/>
                      <a:pt x="1817298" y="139461"/>
                      <a:pt x="1828800" y="119333"/>
                    </a:cubicBezTo>
                    <a:cubicBezTo>
                      <a:pt x="1840302" y="99205"/>
                      <a:pt x="1861869" y="80514"/>
                      <a:pt x="1897812" y="67574"/>
                    </a:cubicBezTo>
                    <a:cubicBezTo>
                      <a:pt x="1933755" y="54634"/>
                      <a:pt x="2002767" y="43133"/>
                      <a:pt x="2044461" y="41695"/>
                    </a:cubicBezTo>
                    <a:cubicBezTo>
                      <a:pt x="2086155" y="40257"/>
                      <a:pt x="2117066" y="49602"/>
                      <a:pt x="2147978" y="58948"/>
                    </a:cubicBezTo>
                  </a:path>
                </a:pathLst>
              </a:custGeom>
              <a:ln w="28575">
                <a:solidFill>
                  <a:srgbClr val="33CC33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  <p:txBody>
              <a:bodyPr rtlCol="0" anchor="ctr"/>
              <a:lstStyle/>
              <a:p>
                <a:pPr algn="ctr"/>
                <a:endParaRPr lang="en-GB"/>
              </a:p>
            </p:txBody>
          </p:sp>
          <p:sp>
            <p:nvSpPr>
              <p:cNvPr id="60" name="Freeform 59"/>
              <p:cNvSpPr/>
              <p:nvPr/>
            </p:nvSpPr>
            <p:spPr>
              <a:xfrm>
                <a:off x="767751" y="5194540"/>
                <a:ext cx="2208362" cy="560716"/>
              </a:xfrm>
              <a:custGeom>
                <a:avLst/>
                <a:gdLst>
                  <a:gd name="connsiteX0" fmla="*/ 0 w 2208362"/>
                  <a:gd name="connsiteY0" fmla="*/ 447135 h 560716"/>
                  <a:gd name="connsiteX1" fmla="*/ 241540 w 2208362"/>
                  <a:gd name="connsiteY1" fmla="*/ 455762 h 560716"/>
                  <a:gd name="connsiteX2" fmla="*/ 370936 w 2208362"/>
                  <a:gd name="connsiteY2" fmla="*/ 343618 h 560716"/>
                  <a:gd name="connsiteX3" fmla="*/ 439947 w 2208362"/>
                  <a:gd name="connsiteY3" fmla="*/ 162464 h 560716"/>
                  <a:gd name="connsiteX4" fmla="*/ 560717 w 2208362"/>
                  <a:gd name="connsiteY4" fmla="*/ 41694 h 560716"/>
                  <a:gd name="connsiteX5" fmla="*/ 707366 w 2208362"/>
                  <a:gd name="connsiteY5" fmla="*/ 50320 h 560716"/>
                  <a:gd name="connsiteX6" fmla="*/ 802257 w 2208362"/>
                  <a:gd name="connsiteY6" fmla="*/ 248728 h 560716"/>
                  <a:gd name="connsiteX7" fmla="*/ 836762 w 2208362"/>
                  <a:gd name="connsiteY7" fmla="*/ 412630 h 560716"/>
                  <a:gd name="connsiteX8" fmla="*/ 931653 w 2208362"/>
                  <a:gd name="connsiteY8" fmla="*/ 542026 h 560716"/>
                  <a:gd name="connsiteX9" fmla="*/ 1130060 w 2208362"/>
                  <a:gd name="connsiteY9" fmla="*/ 524773 h 560716"/>
                  <a:gd name="connsiteX10" fmla="*/ 1224951 w 2208362"/>
                  <a:gd name="connsiteY10" fmla="*/ 369498 h 560716"/>
                  <a:gd name="connsiteX11" fmla="*/ 1302589 w 2208362"/>
                  <a:gd name="connsiteY11" fmla="*/ 205596 h 560716"/>
                  <a:gd name="connsiteX12" fmla="*/ 1423358 w 2208362"/>
                  <a:gd name="connsiteY12" fmla="*/ 24441 h 560716"/>
                  <a:gd name="connsiteX13" fmla="*/ 1587260 w 2208362"/>
                  <a:gd name="connsiteY13" fmla="*/ 58947 h 560716"/>
                  <a:gd name="connsiteX14" fmla="*/ 1682151 w 2208362"/>
                  <a:gd name="connsiteY14" fmla="*/ 136585 h 560716"/>
                  <a:gd name="connsiteX15" fmla="*/ 1716657 w 2208362"/>
                  <a:gd name="connsiteY15" fmla="*/ 309113 h 560716"/>
                  <a:gd name="connsiteX16" fmla="*/ 1777041 w 2208362"/>
                  <a:gd name="connsiteY16" fmla="*/ 507520 h 560716"/>
                  <a:gd name="connsiteX17" fmla="*/ 1949570 w 2208362"/>
                  <a:gd name="connsiteY17" fmla="*/ 542026 h 560716"/>
                  <a:gd name="connsiteX18" fmla="*/ 2122098 w 2208362"/>
                  <a:gd name="connsiteY18" fmla="*/ 524773 h 560716"/>
                  <a:gd name="connsiteX19" fmla="*/ 2139351 w 2208362"/>
                  <a:gd name="connsiteY19" fmla="*/ 524773 h 560716"/>
                  <a:gd name="connsiteX20" fmla="*/ 2208362 w 2208362"/>
                  <a:gd name="connsiteY20" fmla="*/ 507520 h 560716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  <a:cxn ang="0">
                    <a:pos x="connsiteX16" y="connsiteY16"/>
                  </a:cxn>
                  <a:cxn ang="0">
                    <a:pos x="connsiteX17" y="connsiteY17"/>
                  </a:cxn>
                  <a:cxn ang="0">
                    <a:pos x="connsiteX18" y="connsiteY18"/>
                  </a:cxn>
                  <a:cxn ang="0">
                    <a:pos x="connsiteX19" y="connsiteY19"/>
                  </a:cxn>
                  <a:cxn ang="0">
                    <a:pos x="connsiteX20" y="connsiteY20"/>
                  </a:cxn>
                </a:cxnLst>
                <a:rect l="l" t="t" r="r" b="b"/>
                <a:pathLst>
                  <a:path w="2208362" h="560716">
                    <a:moveTo>
                      <a:pt x="0" y="447135"/>
                    </a:moveTo>
                    <a:cubicBezTo>
                      <a:pt x="89858" y="460075"/>
                      <a:pt x="179717" y="473015"/>
                      <a:pt x="241540" y="455762"/>
                    </a:cubicBezTo>
                    <a:cubicBezTo>
                      <a:pt x="303363" y="438509"/>
                      <a:pt x="337868" y="392501"/>
                      <a:pt x="370936" y="343618"/>
                    </a:cubicBezTo>
                    <a:cubicBezTo>
                      <a:pt x="404004" y="294735"/>
                      <a:pt x="408317" y="212785"/>
                      <a:pt x="439947" y="162464"/>
                    </a:cubicBezTo>
                    <a:cubicBezTo>
                      <a:pt x="471577" y="112143"/>
                      <a:pt x="516147" y="60385"/>
                      <a:pt x="560717" y="41694"/>
                    </a:cubicBezTo>
                    <a:cubicBezTo>
                      <a:pt x="605287" y="23003"/>
                      <a:pt x="667109" y="15814"/>
                      <a:pt x="707366" y="50320"/>
                    </a:cubicBezTo>
                    <a:cubicBezTo>
                      <a:pt x="747623" y="84826"/>
                      <a:pt x="780691" y="188343"/>
                      <a:pt x="802257" y="248728"/>
                    </a:cubicBezTo>
                    <a:cubicBezTo>
                      <a:pt x="823823" y="309113"/>
                      <a:pt x="815196" y="363747"/>
                      <a:pt x="836762" y="412630"/>
                    </a:cubicBezTo>
                    <a:cubicBezTo>
                      <a:pt x="858328" y="461513"/>
                      <a:pt x="882770" y="523336"/>
                      <a:pt x="931653" y="542026"/>
                    </a:cubicBezTo>
                    <a:cubicBezTo>
                      <a:pt x="980536" y="560716"/>
                      <a:pt x="1081177" y="553528"/>
                      <a:pt x="1130060" y="524773"/>
                    </a:cubicBezTo>
                    <a:cubicBezTo>
                      <a:pt x="1178943" y="496018"/>
                      <a:pt x="1196196" y="422694"/>
                      <a:pt x="1224951" y="369498"/>
                    </a:cubicBezTo>
                    <a:cubicBezTo>
                      <a:pt x="1253706" y="316302"/>
                      <a:pt x="1269521" y="263106"/>
                      <a:pt x="1302589" y="205596"/>
                    </a:cubicBezTo>
                    <a:cubicBezTo>
                      <a:pt x="1335657" y="148086"/>
                      <a:pt x="1375913" y="48882"/>
                      <a:pt x="1423358" y="24441"/>
                    </a:cubicBezTo>
                    <a:cubicBezTo>
                      <a:pt x="1470803" y="0"/>
                      <a:pt x="1544128" y="40256"/>
                      <a:pt x="1587260" y="58947"/>
                    </a:cubicBezTo>
                    <a:cubicBezTo>
                      <a:pt x="1630392" y="77638"/>
                      <a:pt x="1660585" y="94891"/>
                      <a:pt x="1682151" y="136585"/>
                    </a:cubicBezTo>
                    <a:cubicBezTo>
                      <a:pt x="1703717" y="178279"/>
                      <a:pt x="1700842" y="247291"/>
                      <a:pt x="1716657" y="309113"/>
                    </a:cubicBezTo>
                    <a:cubicBezTo>
                      <a:pt x="1732472" y="370935"/>
                      <a:pt x="1738222" y="468701"/>
                      <a:pt x="1777041" y="507520"/>
                    </a:cubicBezTo>
                    <a:cubicBezTo>
                      <a:pt x="1815860" y="546339"/>
                      <a:pt x="1892060" y="539150"/>
                      <a:pt x="1949570" y="542026"/>
                    </a:cubicBezTo>
                    <a:cubicBezTo>
                      <a:pt x="2007080" y="544902"/>
                      <a:pt x="2090468" y="527648"/>
                      <a:pt x="2122098" y="524773"/>
                    </a:cubicBezTo>
                    <a:cubicBezTo>
                      <a:pt x="2153728" y="521898"/>
                      <a:pt x="2124974" y="527648"/>
                      <a:pt x="2139351" y="524773"/>
                    </a:cubicBezTo>
                    <a:cubicBezTo>
                      <a:pt x="2153728" y="521898"/>
                      <a:pt x="2181045" y="514709"/>
                      <a:pt x="2208362" y="507520"/>
                    </a:cubicBezTo>
                  </a:path>
                </a:pathLst>
              </a:custGeom>
              <a:ln w="28575">
                <a:solidFill>
                  <a:srgbClr val="33CC33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  <p:txBody>
              <a:bodyPr rtlCol="0" anchor="ctr"/>
              <a:lstStyle/>
              <a:p>
                <a:pPr algn="ctr"/>
                <a:endParaRPr lang="en-GB"/>
              </a:p>
            </p:txBody>
          </p:sp>
          <p:sp>
            <p:nvSpPr>
              <p:cNvPr id="61" name="Freeform 60"/>
              <p:cNvSpPr/>
              <p:nvPr/>
            </p:nvSpPr>
            <p:spPr>
              <a:xfrm>
                <a:off x="776377" y="5198853"/>
                <a:ext cx="2061714" cy="592347"/>
              </a:xfrm>
              <a:custGeom>
                <a:avLst/>
                <a:gdLst>
                  <a:gd name="connsiteX0" fmla="*/ 0 w 2061714"/>
                  <a:gd name="connsiteY0" fmla="*/ 71887 h 592347"/>
                  <a:gd name="connsiteX1" fmla="*/ 138023 w 2061714"/>
                  <a:gd name="connsiteY1" fmla="*/ 20128 h 592347"/>
                  <a:gd name="connsiteX2" fmla="*/ 284672 w 2061714"/>
                  <a:gd name="connsiteY2" fmla="*/ 80513 h 592347"/>
                  <a:gd name="connsiteX3" fmla="*/ 345057 w 2061714"/>
                  <a:gd name="connsiteY3" fmla="*/ 235789 h 592347"/>
                  <a:gd name="connsiteX4" fmla="*/ 362310 w 2061714"/>
                  <a:gd name="connsiteY4" fmla="*/ 391064 h 592347"/>
                  <a:gd name="connsiteX5" fmla="*/ 439948 w 2061714"/>
                  <a:gd name="connsiteY5" fmla="*/ 520460 h 592347"/>
                  <a:gd name="connsiteX6" fmla="*/ 698740 w 2061714"/>
                  <a:gd name="connsiteY6" fmla="*/ 529087 h 592347"/>
                  <a:gd name="connsiteX7" fmla="*/ 759125 w 2061714"/>
                  <a:gd name="connsiteY7" fmla="*/ 425570 h 592347"/>
                  <a:gd name="connsiteX8" fmla="*/ 845389 w 2061714"/>
                  <a:gd name="connsiteY8" fmla="*/ 278921 h 592347"/>
                  <a:gd name="connsiteX9" fmla="*/ 948906 w 2061714"/>
                  <a:gd name="connsiteY9" fmla="*/ 63260 h 592347"/>
                  <a:gd name="connsiteX10" fmla="*/ 1035170 w 2061714"/>
                  <a:gd name="connsiteY10" fmla="*/ 28755 h 592347"/>
                  <a:gd name="connsiteX11" fmla="*/ 1224951 w 2061714"/>
                  <a:gd name="connsiteY11" fmla="*/ 63260 h 592347"/>
                  <a:gd name="connsiteX12" fmla="*/ 1293963 w 2061714"/>
                  <a:gd name="connsiteY12" fmla="*/ 408317 h 592347"/>
                  <a:gd name="connsiteX13" fmla="*/ 1388853 w 2061714"/>
                  <a:gd name="connsiteY13" fmla="*/ 563592 h 592347"/>
                  <a:gd name="connsiteX14" fmla="*/ 1518249 w 2061714"/>
                  <a:gd name="connsiteY14" fmla="*/ 580845 h 592347"/>
                  <a:gd name="connsiteX15" fmla="*/ 1682151 w 2061714"/>
                  <a:gd name="connsiteY15" fmla="*/ 503207 h 592347"/>
                  <a:gd name="connsiteX16" fmla="*/ 1742536 w 2061714"/>
                  <a:gd name="connsiteY16" fmla="*/ 347932 h 592347"/>
                  <a:gd name="connsiteX17" fmla="*/ 1802921 w 2061714"/>
                  <a:gd name="connsiteY17" fmla="*/ 192656 h 592347"/>
                  <a:gd name="connsiteX18" fmla="*/ 1906438 w 2061714"/>
                  <a:gd name="connsiteY18" fmla="*/ 97766 h 592347"/>
                  <a:gd name="connsiteX19" fmla="*/ 2035834 w 2061714"/>
                  <a:gd name="connsiteY19" fmla="*/ 63260 h 592347"/>
                  <a:gd name="connsiteX20" fmla="*/ 2061714 w 2061714"/>
                  <a:gd name="connsiteY20" fmla="*/ 63260 h 592347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  <a:cxn ang="0">
                    <a:pos x="connsiteX16" y="connsiteY16"/>
                  </a:cxn>
                  <a:cxn ang="0">
                    <a:pos x="connsiteX17" y="connsiteY17"/>
                  </a:cxn>
                  <a:cxn ang="0">
                    <a:pos x="connsiteX18" y="connsiteY18"/>
                  </a:cxn>
                  <a:cxn ang="0">
                    <a:pos x="connsiteX19" y="connsiteY19"/>
                  </a:cxn>
                  <a:cxn ang="0">
                    <a:pos x="connsiteX20" y="connsiteY20"/>
                  </a:cxn>
                </a:cxnLst>
                <a:rect l="l" t="t" r="r" b="b"/>
                <a:pathLst>
                  <a:path w="2061714" h="592347">
                    <a:moveTo>
                      <a:pt x="0" y="71887"/>
                    </a:moveTo>
                    <a:cubicBezTo>
                      <a:pt x="45289" y="45288"/>
                      <a:pt x="90578" y="18690"/>
                      <a:pt x="138023" y="20128"/>
                    </a:cubicBezTo>
                    <a:cubicBezTo>
                      <a:pt x="185468" y="21566"/>
                      <a:pt x="250166" y="44570"/>
                      <a:pt x="284672" y="80513"/>
                    </a:cubicBezTo>
                    <a:cubicBezTo>
                      <a:pt x="319178" y="116457"/>
                      <a:pt x="332117" y="184031"/>
                      <a:pt x="345057" y="235789"/>
                    </a:cubicBezTo>
                    <a:cubicBezTo>
                      <a:pt x="357997" y="287547"/>
                      <a:pt x="346495" y="343619"/>
                      <a:pt x="362310" y="391064"/>
                    </a:cubicBezTo>
                    <a:cubicBezTo>
                      <a:pt x="378125" y="438509"/>
                      <a:pt x="383876" y="497456"/>
                      <a:pt x="439948" y="520460"/>
                    </a:cubicBezTo>
                    <a:cubicBezTo>
                      <a:pt x="496020" y="543464"/>
                      <a:pt x="645544" y="544902"/>
                      <a:pt x="698740" y="529087"/>
                    </a:cubicBezTo>
                    <a:cubicBezTo>
                      <a:pt x="751936" y="513272"/>
                      <a:pt x="759125" y="425570"/>
                      <a:pt x="759125" y="425570"/>
                    </a:cubicBezTo>
                    <a:cubicBezTo>
                      <a:pt x="783566" y="383876"/>
                      <a:pt x="813759" y="339306"/>
                      <a:pt x="845389" y="278921"/>
                    </a:cubicBezTo>
                    <a:cubicBezTo>
                      <a:pt x="877019" y="218536"/>
                      <a:pt x="917276" y="104954"/>
                      <a:pt x="948906" y="63260"/>
                    </a:cubicBezTo>
                    <a:cubicBezTo>
                      <a:pt x="980536" y="21566"/>
                      <a:pt x="989163" y="28755"/>
                      <a:pt x="1035170" y="28755"/>
                    </a:cubicBezTo>
                    <a:cubicBezTo>
                      <a:pt x="1081177" y="28755"/>
                      <a:pt x="1181819" y="0"/>
                      <a:pt x="1224951" y="63260"/>
                    </a:cubicBezTo>
                    <a:cubicBezTo>
                      <a:pt x="1268083" y="126520"/>
                      <a:pt x="1266646" y="324928"/>
                      <a:pt x="1293963" y="408317"/>
                    </a:cubicBezTo>
                    <a:cubicBezTo>
                      <a:pt x="1321280" y="491706"/>
                      <a:pt x="1351472" y="534837"/>
                      <a:pt x="1388853" y="563592"/>
                    </a:cubicBezTo>
                    <a:cubicBezTo>
                      <a:pt x="1426234" y="592347"/>
                      <a:pt x="1469366" y="590909"/>
                      <a:pt x="1518249" y="580845"/>
                    </a:cubicBezTo>
                    <a:cubicBezTo>
                      <a:pt x="1567132" y="570781"/>
                      <a:pt x="1644770" y="542026"/>
                      <a:pt x="1682151" y="503207"/>
                    </a:cubicBezTo>
                    <a:cubicBezTo>
                      <a:pt x="1719532" y="464388"/>
                      <a:pt x="1742536" y="347932"/>
                      <a:pt x="1742536" y="347932"/>
                    </a:cubicBezTo>
                    <a:cubicBezTo>
                      <a:pt x="1762664" y="296174"/>
                      <a:pt x="1775604" y="234350"/>
                      <a:pt x="1802921" y="192656"/>
                    </a:cubicBezTo>
                    <a:cubicBezTo>
                      <a:pt x="1830238" y="150962"/>
                      <a:pt x="1867619" y="119332"/>
                      <a:pt x="1906438" y="97766"/>
                    </a:cubicBezTo>
                    <a:cubicBezTo>
                      <a:pt x="1945257" y="76200"/>
                      <a:pt x="2009955" y="69011"/>
                      <a:pt x="2035834" y="63260"/>
                    </a:cubicBezTo>
                    <a:cubicBezTo>
                      <a:pt x="2061713" y="57509"/>
                      <a:pt x="2061713" y="60384"/>
                      <a:pt x="2061714" y="63260"/>
                    </a:cubicBezTo>
                  </a:path>
                </a:pathLst>
              </a:custGeom>
              <a:ln w="28575">
                <a:solidFill>
                  <a:srgbClr val="33CC33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  <p:txBody>
              <a:bodyPr rtlCol="0" anchor="ctr"/>
              <a:lstStyle/>
              <a:p>
                <a:pPr algn="ctr"/>
                <a:endParaRPr lang="en-GB"/>
              </a:p>
            </p:txBody>
          </p:sp>
          <p:sp>
            <p:nvSpPr>
              <p:cNvPr id="62" name="Freeform 61"/>
              <p:cNvSpPr/>
              <p:nvPr/>
            </p:nvSpPr>
            <p:spPr>
              <a:xfrm>
                <a:off x="819509" y="5233359"/>
                <a:ext cx="2139351" cy="569343"/>
              </a:xfrm>
              <a:custGeom>
                <a:avLst/>
                <a:gdLst>
                  <a:gd name="connsiteX0" fmla="*/ 0 w 2139351"/>
                  <a:gd name="connsiteY0" fmla="*/ 460075 h 569343"/>
                  <a:gd name="connsiteX1" fmla="*/ 138023 w 2139351"/>
                  <a:gd name="connsiteY1" fmla="*/ 503207 h 569343"/>
                  <a:gd name="connsiteX2" fmla="*/ 258793 w 2139351"/>
                  <a:gd name="connsiteY2" fmla="*/ 425569 h 569343"/>
                  <a:gd name="connsiteX3" fmla="*/ 327804 w 2139351"/>
                  <a:gd name="connsiteY3" fmla="*/ 261667 h 569343"/>
                  <a:gd name="connsiteX4" fmla="*/ 439948 w 2139351"/>
                  <a:gd name="connsiteY4" fmla="*/ 89139 h 569343"/>
                  <a:gd name="connsiteX5" fmla="*/ 603849 w 2139351"/>
                  <a:gd name="connsiteY5" fmla="*/ 2875 h 569343"/>
                  <a:gd name="connsiteX6" fmla="*/ 715993 w 2139351"/>
                  <a:gd name="connsiteY6" fmla="*/ 71886 h 569343"/>
                  <a:gd name="connsiteX7" fmla="*/ 793631 w 2139351"/>
                  <a:gd name="connsiteY7" fmla="*/ 278920 h 569343"/>
                  <a:gd name="connsiteX8" fmla="*/ 828136 w 2139351"/>
                  <a:gd name="connsiteY8" fmla="*/ 460075 h 569343"/>
                  <a:gd name="connsiteX9" fmla="*/ 1035170 w 2139351"/>
                  <a:gd name="connsiteY9" fmla="*/ 520460 h 569343"/>
                  <a:gd name="connsiteX10" fmla="*/ 1147314 w 2139351"/>
                  <a:gd name="connsiteY10" fmla="*/ 416943 h 569343"/>
                  <a:gd name="connsiteX11" fmla="*/ 1276710 w 2139351"/>
                  <a:gd name="connsiteY11" fmla="*/ 166777 h 569343"/>
                  <a:gd name="connsiteX12" fmla="*/ 1371600 w 2139351"/>
                  <a:gd name="connsiteY12" fmla="*/ 37381 h 569343"/>
                  <a:gd name="connsiteX13" fmla="*/ 1570008 w 2139351"/>
                  <a:gd name="connsiteY13" fmla="*/ 28754 h 569343"/>
                  <a:gd name="connsiteX14" fmla="*/ 1647646 w 2139351"/>
                  <a:gd name="connsiteY14" fmla="*/ 192656 h 569343"/>
                  <a:gd name="connsiteX15" fmla="*/ 1751163 w 2139351"/>
                  <a:gd name="connsiteY15" fmla="*/ 460075 h 569343"/>
                  <a:gd name="connsiteX16" fmla="*/ 1846053 w 2139351"/>
                  <a:gd name="connsiteY16" fmla="*/ 554966 h 569343"/>
                  <a:gd name="connsiteX17" fmla="*/ 2044461 w 2139351"/>
                  <a:gd name="connsiteY17" fmla="*/ 546339 h 569343"/>
                  <a:gd name="connsiteX18" fmla="*/ 2139351 w 2139351"/>
                  <a:gd name="connsiteY18" fmla="*/ 494581 h 569343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  <a:cxn ang="0">
                    <a:pos x="connsiteX16" y="connsiteY16"/>
                  </a:cxn>
                  <a:cxn ang="0">
                    <a:pos x="connsiteX17" y="connsiteY17"/>
                  </a:cxn>
                  <a:cxn ang="0">
                    <a:pos x="connsiteX18" y="connsiteY18"/>
                  </a:cxn>
                </a:cxnLst>
                <a:rect l="l" t="t" r="r" b="b"/>
                <a:pathLst>
                  <a:path w="2139351" h="569343">
                    <a:moveTo>
                      <a:pt x="0" y="460075"/>
                    </a:moveTo>
                    <a:cubicBezTo>
                      <a:pt x="47445" y="484516"/>
                      <a:pt x="94891" y="508958"/>
                      <a:pt x="138023" y="503207"/>
                    </a:cubicBezTo>
                    <a:cubicBezTo>
                      <a:pt x="181155" y="497456"/>
                      <a:pt x="227163" y="465826"/>
                      <a:pt x="258793" y="425569"/>
                    </a:cubicBezTo>
                    <a:cubicBezTo>
                      <a:pt x="290423" y="385312"/>
                      <a:pt x="297612" y="317739"/>
                      <a:pt x="327804" y="261667"/>
                    </a:cubicBezTo>
                    <a:cubicBezTo>
                      <a:pt x="357996" y="205595"/>
                      <a:pt x="393941" y="132271"/>
                      <a:pt x="439948" y="89139"/>
                    </a:cubicBezTo>
                    <a:cubicBezTo>
                      <a:pt x="485956" y="46007"/>
                      <a:pt x="557842" y="5750"/>
                      <a:pt x="603849" y="2875"/>
                    </a:cubicBezTo>
                    <a:cubicBezTo>
                      <a:pt x="649856" y="0"/>
                      <a:pt x="684363" y="25879"/>
                      <a:pt x="715993" y="71886"/>
                    </a:cubicBezTo>
                    <a:cubicBezTo>
                      <a:pt x="747623" y="117894"/>
                      <a:pt x="774941" y="214222"/>
                      <a:pt x="793631" y="278920"/>
                    </a:cubicBezTo>
                    <a:cubicBezTo>
                      <a:pt x="812321" y="343618"/>
                      <a:pt x="787880" y="419818"/>
                      <a:pt x="828136" y="460075"/>
                    </a:cubicBezTo>
                    <a:cubicBezTo>
                      <a:pt x="868392" y="500332"/>
                      <a:pt x="981974" y="527649"/>
                      <a:pt x="1035170" y="520460"/>
                    </a:cubicBezTo>
                    <a:cubicBezTo>
                      <a:pt x="1088366" y="513271"/>
                      <a:pt x="1107057" y="475890"/>
                      <a:pt x="1147314" y="416943"/>
                    </a:cubicBezTo>
                    <a:cubicBezTo>
                      <a:pt x="1187571" y="357996"/>
                      <a:pt x="1239329" y="230037"/>
                      <a:pt x="1276710" y="166777"/>
                    </a:cubicBezTo>
                    <a:cubicBezTo>
                      <a:pt x="1314091" y="103517"/>
                      <a:pt x="1322717" y="60385"/>
                      <a:pt x="1371600" y="37381"/>
                    </a:cubicBezTo>
                    <a:cubicBezTo>
                      <a:pt x="1420483" y="14377"/>
                      <a:pt x="1524000" y="2875"/>
                      <a:pt x="1570008" y="28754"/>
                    </a:cubicBezTo>
                    <a:cubicBezTo>
                      <a:pt x="1616016" y="54633"/>
                      <a:pt x="1617454" y="120769"/>
                      <a:pt x="1647646" y="192656"/>
                    </a:cubicBezTo>
                    <a:cubicBezTo>
                      <a:pt x="1677838" y="264543"/>
                      <a:pt x="1718095" y="399690"/>
                      <a:pt x="1751163" y="460075"/>
                    </a:cubicBezTo>
                    <a:cubicBezTo>
                      <a:pt x="1784231" y="520460"/>
                      <a:pt x="1797170" y="540589"/>
                      <a:pt x="1846053" y="554966"/>
                    </a:cubicBezTo>
                    <a:cubicBezTo>
                      <a:pt x="1894936" y="569343"/>
                      <a:pt x="1995578" y="556403"/>
                      <a:pt x="2044461" y="546339"/>
                    </a:cubicBezTo>
                    <a:cubicBezTo>
                      <a:pt x="2093344" y="536275"/>
                      <a:pt x="2139351" y="494581"/>
                      <a:pt x="2139351" y="494581"/>
                    </a:cubicBezTo>
                  </a:path>
                </a:pathLst>
              </a:custGeom>
              <a:ln w="28575">
                <a:solidFill>
                  <a:srgbClr val="33CC33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  <p:txBody>
              <a:bodyPr rtlCol="0" anchor="ctr"/>
              <a:lstStyle/>
              <a:p>
                <a:pPr algn="ctr"/>
                <a:endParaRPr lang="en-GB"/>
              </a:p>
            </p:txBody>
          </p:sp>
          <p:sp>
            <p:nvSpPr>
              <p:cNvPr id="63" name="Freeform 62"/>
              <p:cNvSpPr/>
              <p:nvPr/>
            </p:nvSpPr>
            <p:spPr>
              <a:xfrm>
                <a:off x="767751" y="5246298"/>
                <a:ext cx="2104845" cy="534838"/>
              </a:xfrm>
              <a:custGeom>
                <a:avLst/>
                <a:gdLst>
                  <a:gd name="connsiteX0" fmla="*/ 0 w 2104845"/>
                  <a:gd name="connsiteY0" fmla="*/ 76200 h 534838"/>
                  <a:gd name="connsiteX1" fmla="*/ 112143 w 2104845"/>
                  <a:gd name="connsiteY1" fmla="*/ 7189 h 534838"/>
                  <a:gd name="connsiteX2" fmla="*/ 258792 w 2104845"/>
                  <a:gd name="connsiteY2" fmla="*/ 33068 h 534838"/>
                  <a:gd name="connsiteX3" fmla="*/ 327804 w 2104845"/>
                  <a:gd name="connsiteY3" fmla="*/ 188344 h 534838"/>
                  <a:gd name="connsiteX4" fmla="*/ 457200 w 2104845"/>
                  <a:gd name="connsiteY4" fmla="*/ 395377 h 534838"/>
                  <a:gd name="connsiteX5" fmla="*/ 595223 w 2104845"/>
                  <a:gd name="connsiteY5" fmla="*/ 507521 h 534838"/>
                  <a:gd name="connsiteX6" fmla="*/ 741872 w 2104845"/>
                  <a:gd name="connsiteY6" fmla="*/ 438510 h 534838"/>
                  <a:gd name="connsiteX7" fmla="*/ 854015 w 2104845"/>
                  <a:gd name="connsiteY7" fmla="*/ 222849 h 534838"/>
                  <a:gd name="connsiteX8" fmla="*/ 983411 w 2104845"/>
                  <a:gd name="connsiteY8" fmla="*/ 41694 h 534838"/>
                  <a:gd name="connsiteX9" fmla="*/ 1130060 w 2104845"/>
                  <a:gd name="connsiteY9" fmla="*/ 33068 h 534838"/>
                  <a:gd name="connsiteX10" fmla="*/ 1259457 w 2104845"/>
                  <a:gd name="connsiteY10" fmla="*/ 145211 h 534838"/>
                  <a:gd name="connsiteX11" fmla="*/ 1268083 w 2104845"/>
                  <a:gd name="connsiteY11" fmla="*/ 291860 h 534838"/>
                  <a:gd name="connsiteX12" fmla="*/ 1380226 w 2104845"/>
                  <a:gd name="connsiteY12" fmla="*/ 490268 h 534838"/>
                  <a:gd name="connsiteX13" fmla="*/ 1621766 w 2104845"/>
                  <a:gd name="connsiteY13" fmla="*/ 507521 h 534838"/>
                  <a:gd name="connsiteX14" fmla="*/ 1733909 w 2104845"/>
                  <a:gd name="connsiteY14" fmla="*/ 326366 h 534838"/>
                  <a:gd name="connsiteX15" fmla="*/ 1863306 w 2104845"/>
                  <a:gd name="connsiteY15" fmla="*/ 119332 h 534838"/>
                  <a:gd name="connsiteX16" fmla="*/ 2027207 w 2104845"/>
                  <a:gd name="connsiteY16" fmla="*/ 24442 h 534838"/>
                  <a:gd name="connsiteX17" fmla="*/ 2104845 w 2104845"/>
                  <a:gd name="connsiteY17" fmla="*/ 24442 h 534838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  <a:cxn ang="0">
                    <a:pos x="connsiteX16" y="connsiteY16"/>
                  </a:cxn>
                  <a:cxn ang="0">
                    <a:pos x="connsiteX17" y="connsiteY17"/>
                  </a:cxn>
                </a:cxnLst>
                <a:rect l="l" t="t" r="r" b="b"/>
                <a:pathLst>
                  <a:path w="2104845" h="534838">
                    <a:moveTo>
                      <a:pt x="0" y="76200"/>
                    </a:moveTo>
                    <a:cubicBezTo>
                      <a:pt x="34505" y="45289"/>
                      <a:pt x="69011" y="14378"/>
                      <a:pt x="112143" y="7189"/>
                    </a:cubicBezTo>
                    <a:cubicBezTo>
                      <a:pt x="155275" y="0"/>
                      <a:pt x="222849" y="2876"/>
                      <a:pt x="258792" y="33068"/>
                    </a:cubicBezTo>
                    <a:cubicBezTo>
                      <a:pt x="294735" y="63260"/>
                      <a:pt x="294736" y="127959"/>
                      <a:pt x="327804" y="188344"/>
                    </a:cubicBezTo>
                    <a:cubicBezTo>
                      <a:pt x="360872" y="248729"/>
                      <a:pt x="412630" y="342181"/>
                      <a:pt x="457200" y="395377"/>
                    </a:cubicBezTo>
                    <a:cubicBezTo>
                      <a:pt x="501770" y="448573"/>
                      <a:pt x="547778" y="500332"/>
                      <a:pt x="595223" y="507521"/>
                    </a:cubicBezTo>
                    <a:cubicBezTo>
                      <a:pt x="642668" y="514710"/>
                      <a:pt x="698740" y="485955"/>
                      <a:pt x="741872" y="438510"/>
                    </a:cubicBezTo>
                    <a:cubicBezTo>
                      <a:pt x="785004" y="391065"/>
                      <a:pt x="813759" y="288985"/>
                      <a:pt x="854015" y="222849"/>
                    </a:cubicBezTo>
                    <a:cubicBezTo>
                      <a:pt x="894272" y="156713"/>
                      <a:pt x="937404" y="73324"/>
                      <a:pt x="983411" y="41694"/>
                    </a:cubicBezTo>
                    <a:cubicBezTo>
                      <a:pt x="1029418" y="10064"/>
                      <a:pt x="1084052" y="15815"/>
                      <a:pt x="1130060" y="33068"/>
                    </a:cubicBezTo>
                    <a:cubicBezTo>
                      <a:pt x="1176068" y="50321"/>
                      <a:pt x="1236453" y="102079"/>
                      <a:pt x="1259457" y="145211"/>
                    </a:cubicBezTo>
                    <a:cubicBezTo>
                      <a:pt x="1282461" y="188343"/>
                      <a:pt x="1247955" y="234351"/>
                      <a:pt x="1268083" y="291860"/>
                    </a:cubicBezTo>
                    <a:cubicBezTo>
                      <a:pt x="1288211" y="349370"/>
                      <a:pt x="1321279" y="454325"/>
                      <a:pt x="1380226" y="490268"/>
                    </a:cubicBezTo>
                    <a:cubicBezTo>
                      <a:pt x="1439173" y="526211"/>
                      <a:pt x="1562819" y="534838"/>
                      <a:pt x="1621766" y="507521"/>
                    </a:cubicBezTo>
                    <a:cubicBezTo>
                      <a:pt x="1680713" y="480204"/>
                      <a:pt x="1733909" y="326366"/>
                      <a:pt x="1733909" y="326366"/>
                    </a:cubicBezTo>
                    <a:cubicBezTo>
                      <a:pt x="1774166" y="261668"/>
                      <a:pt x="1814423" y="169653"/>
                      <a:pt x="1863306" y="119332"/>
                    </a:cubicBezTo>
                    <a:cubicBezTo>
                      <a:pt x="1912189" y="69011"/>
                      <a:pt x="1986951" y="40257"/>
                      <a:pt x="2027207" y="24442"/>
                    </a:cubicBezTo>
                    <a:cubicBezTo>
                      <a:pt x="2067464" y="8627"/>
                      <a:pt x="2104845" y="24442"/>
                      <a:pt x="2104845" y="24442"/>
                    </a:cubicBezTo>
                  </a:path>
                </a:pathLst>
              </a:custGeom>
              <a:ln w="28575">
                <a:solidFill>
                  <a:srgbClr val="33CC33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  <p:txBody>
              <a:bodyPr rtlCol="0" anchor="ctr"/>
              <a:lstStyle/>
              <a:p>
                <a:pPr algn="ctr"/>
                <a:endParaRPr lang="en-GB"/>
              </a:p>
            </p:txBody>
          </p:sp>
          <p:sp>
            <p:nvSpPr>
              <p:cNvPr id="64" name="Freeform 63"/>
              <p:cNvSpPr/>
              <p:nvPr/>
            </p:nvSpPr>
            <p:spPr>
              <a:xfrm>
                <a:off x="802257" y="5183037"/>
                <a:ext cx="2060275" cy="622539"/>
              </a:xfrm>
              <a:custGeom>
                <a:avLst/>
                <a:gdLst>
                  <a:gd name="connsiteX0" fmla="*/ 0 w 2060275"/>
                  <a:gd name="connsiteY0" fmla="*/ 113581 h 685800"/>
                  <a:gd name="connsiteX1" fmla="*/ 181154 w 2060275"/>
                  <a:gd name="connsiteY1" fmla="*/ 87702 h 685800"/>
                  <a:gd name="connsiteX2" fmla="*/ 276045 w 2060275"/>
                  <a:gd name="connsiteY2" fmla="*/ 130834 h 685800"/>
                  <a:gd name="connsiteX3" fmla="*/ 379562 w 2060275"/>
                  <a:gd name="connsiteY3" fmla="*/ 389626 h 685800"/>
                  <a:gd name="connsiteX4" fmla="*/ 448573 w 2060275"/>
                  <a:gd name="connsiteY4" fmla="*/ 562154 h 685800"/>
                  <a:gd name="connsiteX5" fmla="*/ 638354 w 2060275"/>
                  <a:gd name="connsiteY5" fmla="*/ 579407 h 685800"/>
                  <a:gd name="connsiteX6" fmla="*/ 819509 w 2060275"/>
                  <a:gd name="connsiteY6" fmla="*/ 303362 h 685800"/>
                  <a:gd name="connsiteX7" fmla="*/ 914400 w 2060275"/>
                  <a:gd name="connsiteY7" fmla="*/ 87702 h 685800"/>
                  <a:gd name="connsiteX8" fmla="*/ 1017917 w 2060275"/>
                  <a:gd name="connsiteY8" fmla="*/ 10064 h 685800"/>
                  <a:gd name="connsiteX9" fmla="*/ 1138686 w 2060275"/>
                  <a:gd name="connsiteY9" fmla="*/ 27317 h 685800"/>
                  <a:gd name="connsiteX10" fmla="*/ 1216324 w 2060275"/>
                  <a:gd name="connsiteY10" fmla="*/ 173966 h 685800"/>
                  <a:gd name="connsiteX11" fmla="*/ 1285335 w 2060275"/>
                  <a:gd name="connsiteY11" fmla="*/ 363747 h 685800"/>
                  <a:gd name="connsiteX12" fmla="*/ 1337094 w 2060275"/>
                  <a:gd name="connsiteY12" fmla="*/ 579407 h 685800"/>
                  <a:gd name="connsiteX13" fmla="*/ 1552754 w 2060275"/>
                  <a:gd name="connsiteY13" fmla="*/ 657045 h 685800"/>
                  <a:gd name="connsiteX14" fmla="*/ 1742535 w 2060275"/>
                  <a:gd name="connsiteY14" fmla="*/ 406879 h 685800"/>
                  <a:gd name="connsiteX15" fmla="*/ 1794294 w 2060275"/>
                  <a:gd name="connsiteY15" fmla="*/ 208471 h 685800"/>
                  <a:gd name="connsiteX16" fmla="*/ 1906437 w 2060275"/>
                  <a:gd name="connsiteY16" fmla="*/ 96328 h 685800"/>
                  <a:gd name="connsiteX17" fmla="*/ 2035834 w 2060275"/>
                  <a:gd name="connsiteY17" fmla="*/ 79075 h 685800"/>
                  <a:gd name="connsiteX18" fmla="*/ 2053086 w 2060275"/>
                  <a:gd name="connsiteY18" fmla="*/ 61822 h 685800"/>
                  <a:gd name="connsiteX0" fmla="*/ 0 w 2060275"/>
                  <a:gd name="connsiteY0" fmla="*/ 113581 h 622539"/>
                  <a:gd name="connsiteX1" fmla="*/ 181154 w 2060275"/>
                  <a:gd name="connsiteY1" fmla="*/ 87702 h 622539"/>
                  <a:gd name="connsiteX2" fmla="*/ 276045 w 2060275"/>
                  <a:gd name="connsiteY2" fmla="*/ 130834 h 622539"/>
                  <a:gd name="connsiteX3" fmla="*/ 379562 w 2060275"/>
                  <a:gd name="connsiteY3" fmla="*/ 389626 h 622539"/>
                  <a:gd name="connsiteX4" fmla="*/ 448573 w 2060275"/>
                  <a:gd name="connsiteY4" fmla="*/ 562154 h 622539"/>
                  <a:gd name="connsiteX5" fmla="*/ 638354 w 2060275"/>
                  <a:gd name="connsiteY5" fmla="*/ 579407 h 622539"/>
                  <a:gd name="connsiteX6" fmla="*/ 819509 w 2060275"/>
                  <a:gd name="connsiteY6" fmla="*/ 303362 h 622539"/>
                  <a:gd name="connsiteX7" fmla="*/ 914400 w 2060275"/>
                  <a:gd name="connsiteY7" fmla="*/ 87702 h 622539"/>
                  <a:gd name="connsiteX8" fmla="*/ 1017917 w 2060275"/>
                  <a:gd name="connsiteY8" fmla="*/ 10064 h 622539"/>
                  <a:gd name="connsiteX9" fmla="*/ 1138686 w 2060275"/>
                  <a:gd name="connsiteY9" fmla="*/ 27317 h 622539"/>
                  <a:gd name="connsiteX10" fmla="*/ 1216324 w 2060275"/>
                  <a:gd name="connsiteY10" fmla="*/ 173966 h 622539"/>
                  <a:gd name="connsiteX11" fmla="*/ 1285335 w 2060275"/>
                  <a:gd name="connsiteY11" fmla="*/ 363747 h 622539"/>
                  <a:gd name="connsiteX12" fmla="*/ 1337094 w 2060275"/>
                  <a:gd name="connsiteY12" fmla="*/ 579407 h 622539"/>
                  <a:gd name="connsiteX13" fmla="*/ 1578633 w 2060275"/>
                  <a:gd name="connsiteY13" fmla="*/ 579407 h 622539"/>
                  <a:gd name="connsiteX14" fmla="*/ 1742535 w 2060275"/>
                  <a:gd name="connsiteY14" fmla="*/ 406879 h 622539"/>
                  <a:gd name="connsiteX15" fmla="*/ 1794294 w 2060275"/>
                  <a:gd name="connsiteY15" fmla="*/ 208471 h 622539"/>
                  <a:gd name="connsiteX16" fmla="*/ 1906437 w 2060275"/>
                  <a:gd name="connsiteY16" fmla="*/ 96328 h 622539"/>
                  <a:gd name="connsiteX17" fmla="*/ 2035834 w 2060275"/>
                  <a:gd name="connsiteY17" fmla="*/ 79075 h 622539"/>
                  <a:gd name="connsiteX18" fmla="*/ 2053086 w 2060275"/>
                  <a:gd name="connsiteY18" fmla="*/ 61822 h 622539"/>
                  <a:gd name="connsiteX0" fmla="*/ 0 w 2060275"/>
                  <a:gd name="connsiteY0" fmla="*/ 113581 h 622539"/>
                  <a:gd name="connsiteX1" fmla="*/ 181154 w 2060275"/>
                  <a:gd name="connsiteY1" fmla="*/ 87702 h 622539"/>
                  <a:gd name="connsiteX2" fmla="*/ 276045 w 2060275"/>
                  <a:gd name="connsiteY2" fmla="*/ 130834 h 622539"/>
                  <a:gd name="connsiteX3" fmla="*/ 379562 w 2060275"/>
                  <a:gd name="connsiteY3" fmla="*/ 389626 h 622539"/>
                  <a:gd name="connsiteX4" fmla="*/ 448573 w 2060275"/>
                  <a:gd name="connsiteY4" fmla="*/ 562154 h 622539"/>
                  <a:gd name="connsiteX5" fmla="*/ 638354 w 2060275"/>
                  <a:gd name="connsiteY5" fmla="*/ 579407 h 622539"/>
                  <a:gd name="connsiteX6" fmla="*/ 819509 w 2060275"/>
                  <a:gd name="connsiteY6" fmla="*/ 303362 h 622539"/>
                  <a:gd name="connsiteX7" fmla="*/ 914400 w 2060275"/>
                  <a:gd name="connsiteY7" fmla="*/ 87702 h 622539"/>
                  <a:gd name="connsiteX8" fmla="*/ 1017917 w 2060275"/>
                  <a:gd name="connsiteY8" fmla="*/ 10064 h 622539"/>
                  <a:gd name="connsiteX9" fmla="*/ 1138686 w 2060275"/>
                  <a:gd name="connsiteY9" fmla="*/ 27317 h 622539"/>
                  <a:gd name="connsiteX10" fmla="*/ 1216324 w 2060275"/>
                  <a:gd name="connsiteY10" fmla="*/ 173966 h 622539"/>
                  <a:gd name="connsiteX11" fmla="*/ 1285335 w 2060275"/>
                  <a:gd name="connsiteY11" fmla="*/ 363747 h 622539"/>
                  <a:gd name="connsiteX12" fmla="*/ 1362973 w 2060275"/>
                  <a:gd name="connsiteY12" fmla="*/ 544901 h 622539"/>
                  <a:gd name="connsiteX13" fmla="*/ 1578633 w 2060275"/>
                  <a:gd name="connsiteY13" fmla="*/ 579407 h 622539"/>
                  <a:gd name="connsiteX14" fmla="*/ 1742535 w 2060275"/>
                  <a:gd name="connsiteY14" fmla="*/ 406879 h 622539"/>
                  <a:gd name="connsiteX15" fmla="*/ 1794294 w 2060275"/>
                  <a:gd name="connsiteY15" fmla="*/ 208471 h 622539"/>
                  <a:gd name="connsiteX16" fmla="*/ 1906437 w 2060275"/>
                  <a:gd name="connsiteY16" fmla="*/ 96328 h 622539"/>
                  <a:gd name="connsiteX17" fmla="*/ 2035834 w 2060275"/>
                  <a:gd name="connsiteY17" fmla="*/ 79075 h 622539"/>
                  <a:gd name="connsiteX18" fmla="*/ 2053086 w 2060275"/>
                  <a:gd name="connsiteY18" fmla="*/ 61822 h 622539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  <a:cxn ang="0">
                    <a:pos x="connsiteX16" y="connsiteY16"/>
                  </a:cxn>
                  <a:cxn ang="0">
                    <a:pos x="connsiteX17" y="connsiteY17"/>
                  </a:cxn>
                  <a:cxn ang="0">
                    <a:pos x="connsiteX18" y="connsiteY18"/>
                  </a:cxn>
                </a:cxnLst>
                <a:rect l="l" t="t" r="r" b="b"/>
                <a:pathLst>
                  <a:path w="2060275" h="622539">
                    <a:moveTo>
                      <a:pt x="0" y="113581"/>
                    </a:moveTo>
                    <a:cubicBezTo>
                      <a:pt x="67573" y="99204"/>
                      <a:pt x="135147" y="84827"/>
                      <a:pt x="181154" y="87702"/>
                    </a:cubicBezTo>
                    <a:cubicBezTo>
                      <a:pt x="227161" y="90577"/>
                      <a:pt x="242977" y="80513"/>
                      <a:pt x="276045" y="130834"/>
                    </a:cubicBezTo>
                    <a:cubicBezTo>
                      <a:pt x="309113" y="181155"/>
                      <a:pt x="379562" y="389626"/>
                      <a:pt x="379562" y="389626"/>
                    </a:cubicBezTo>
                    <a:cubicBezTo>
                      <a:pt x="408317" y="461513"/>
                      <a:pt x="405441" y="530524"/>
                      <a:pt x="448573" y="562154"/>
                    </a:cubicBezTo>
                    <a:cubicBezTo>
                      <a:pt x="491705" y="593784"/>
                      <a:pt x="576531" y="622539"/>
                      <a:pt x="638354" y="579407"/>
                    </a:cubicBezTo>
                    <a:cubicBezTo>
                      <a:pt x="700177" y="536275"/>
                      <a:pt x="773501" y="385313"/>
                      <a:pt x="819509" y="303362"/>
                    </a:cubicBezTo>
                    <a:cubicBezTo>
                      <a:pt x="865517" y="221411"/>
                      <a:pt x="881332" y="136585"/>
                      <a:pt x="914400" y="87702"/>
                    </a:cubicBezTo>
                    <a:cubicBezTo>
                      <a:pt x="947468" y="38819"/>
                      <a:pt x="980536" y="20128"/>
                      <a:pt x="1017917" y="10064"/>
                    </a:cubicBezTo>
                    <a:cubicBezTo>
                      <a:pt x="1055298" y="0"/>
                      <a:pt x="1105618" y="0"/>
                      <a:pt x="1138686" y="27317"/>
                    </a:cubicBezTo>
                    <a:cubicBezTo>
                      <a:pt x="1171754" y="54634"/>
                      <a:pt x="1191883" y="117894"/>
                      <a:pt x="1216324" y="173966"/>
                    </a:cubicBezTo>
                    <a:cubicBezTo>
                      <a:pt x="1240765" y="230038"/>
                      <a:pt x="1260894" y="301925"/>
                      <a:pt x="1285335" y="363747"/>
                    </a:cubicBezTo>
                    <a:cubicBezTo>
                      <a:pt x="1309776" y="425569"/>
                      <a:pt x="1314090" y="508958"/>
                      <a:pt x="1362973" y="544901"/>
                    </a:cubicBezTo>
                    <a:cubicBezTo>
                      <a:pt x="1411856" y="580844"/>
                      <a:pt x="1515373" y="602411"/>
                      <a:pt x="1578633" y="579407"/>
                    </a:cubicBezTo>
                    <a:cubicBezTo>
                      <a:pt x="1641893" y="556403"/>
                      <a:pt x="1706592" y="468702"/>
                      <a:pt x="1742535" y="406879"/>
                    </a:cubicBezTo>
                    <a:cubicBezTo>
                      <a:pt x="1778479" y="345056"/>
                      <a:pt x="1766977" y="260229"/>
                      <a:pt x="1794294" y="208471"/>
                    </a:cubicBezTo>
                    <a:cubicBezTo>
                      <a:pt x="1821611" y="156713"/>
                      <a:pt x="1866180" y="117894"/>
                      <a:pt x="1906437" y="96328"/>
                    </a:cubicBezTo>
                    <a:cubicBezTo>
                      <a:pt x="1946694" y="74762"/>
                      <a:pt x="2011393" y="84826"/>
                      <a:pt x="2035834" y="79075"/>
                    </a:cubicBezTo>
                    <a:cubicBezTo>
                      <a:pt x="2060275" y="73324"/>
                      <a:pt x="2053086" y="61822"/>
                      <a:pt x="2053086" y="61822"/>
                    </a:cubicBezTo>
                  </a:path>
                </a:pathLst>
              </a:custGeom>
              <a:ln w="28575">
                <a:solidFill>
                  <a:srgbClr val="33CC33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  <p:txBody>
              <a:bodyPr rtlCol="0" anchor="ctr"/>
              <a:lstStyle/>
              <a:p>
                <a:pPr algn="ctr"/>
                <a:endParaRPr lang="en-GB"/>
              </a:p>
            </p:txBody>
          </p:sp>
        </p:grpSp>
      </p:grpSp>
      <p:sp>
        <p:nvSpPr>
          <p:cNvPr id="55" name="Freeform: Shape 54"/>
          <p:cNvSpPr/>
          <p:nvPr/>
        </p:nvSpPr>
        <p:spPr>
          <a:xfrm>
            <a:off x="5164181" y="1997167"/>
            <a:ext cx="3347049" cy="593532"/>
          </a:xfrm>
          <a:custGeom>
            <a:avLst/>
            <a:gdLst>
              <a:gd name="connsiteX0" fmla="*/ 0 w 8017934"/>
              <a:gd name="connsiteY0" fmla="*/ 559665 h 601998"/>
              <a:gd name="connsiteX1" fmla="*/ 491067 w 8017934"/>
              <a:gd name="connsiteY1" fmla="*/ 551198 h 601998"/>
              <a:gd name="connsiteX2" fmla="*/ 508000 w 8017934"/>
              <a:gd name="connsiteY2" fmla="*/ 525798 h 601998"/>
              <a:gd name="connsiteX3" fmla="*/ 533400 w 8017934"/>
              <a:gd name="connsiteY3" fmla="*/ 508865 h 601998"/>
              <a:gd name="connsiteX4" fmla="*/ 567267 w 8017934"/>
              <a:gd name="connsiteY4" fmla="*/ 474998 h 601998"/>
              <a:gd name="connsiteX5" fmla="*/ 575734 w 8017934"/>
              <a:gd name="connsiteY5" fmla="*/ 449598 h 601998"/>
              <a:gd name="connsiteX6" fmla="*/ 584200 w 8017934"/>
              <a:gd name="connsiteY6" fmla="*/ 407265 h 601998"/>
              <a:gd name="connsiteX7" fmla="*/ 601134 w 8017934"/>
              <a:gd name="connsiteY7" fmla="*/ 381865 h 601998"/>
              <a:gd name="connsiteX8" fmla="*/ 618067 w 8017934"/>
              <a:gd name="connsiteY8" fmla="*/ 305665 h 601998"/>
              <a:gd name="connsiteX9" fmla="*/ 626534 w 8017934"/>
              <a:gd name="connsiteY9" fmla="*/ 280265 h 601998"/>
              <a:gd name="connsiteX10" fmla="*/ 643467 w 8017934"/>
              <a:gd name="connsiteY10" fmla="*/ 246398 h 601998"/>
              <a:gd name="connsiteX11" fmla="*/ 660400 w 8017934"/>
              <a:gd name="connsiteY11" fmla="*/ 187132 h 601998"/>
              <a:gd name="connsiteX12" fmla="*/ 677334 w 8017934"/>
              <a:gd name="connsiteY12" fmla="*/ 170198 h 601998"/>
              <a:gd name="connsiteX13" fmla="*/ 702734 w 8017934"/>
              <a:gd name="connsiteY13" fmla="*/ 110932 h 601998"/>
              <a:gd name="connsiteX14" fmla="*/ 795867 w 8017934"/>
              <a:gd name="connsiteY14" fmla="*/ 68598 h 601998"/>
              <a:gd name="connsiteX15" fmla="*/ 922867 w 8017934"/>
              <a:gd name="connsiteY15" fmla="*/ 85532 h 601998"/>
              <a:gd name="connsiteX16" fmla="*/ 948267 w 8017934"/>
              <a:gd name="connsiteY16" fmla="*/ 93998 h 601998"/>
              <a:gd name="connsiteX17" fmla="*/ 965200 w 8017934"/>
              <a:gd name="connsiteY17" fmla="*/ 144798 h 601998"/>
              <a:gd name="connsiteX18" fmla="*/ 982134 w 8017934"/>
              <a:gd name="connsiteY18" fmla="*/ 220998 h 601998"/>
              <a:gd name="connsiteX19" fmla="*/ 990600 w 8017934"/>
              <a:gd name="connsiteY19" fmla="*/ 246398 h 601998"/>
              <a:gd name="connsiteX20" fmla="*/ 1007534 w 8017934"/>
              <a:gd name="connsiteY20" fmla="*/ 314132 h 601998"/>
              <a:gd name="connsiteX21" fmla="*/ 1041400 w 8017934"/>
              <a:gd name="connsiteY21" fmla="*/ 364932 h 601998"/>
              <a:gd name="connsiteX22" fmla="*/ 1058334 w 8017934"/>
              <a:gd name="connsiteY22" fmla="*/ 534265 h 601998"/>
              <a:gd name="connsiteX23" fmla="*/ 1083734 w 8017934"/>
              <a:gd name="connsiteY23" fmla="*/ 551198 h 601998"/>
              <a:gd name="connsiteX24" fmla="*/ 1227667 w 8017934"/>
              <a:gd name="connsiteY24" fmla="*/ 559665 h 601998"/>
              <a:gd name="connsiteX25" fmla="*/ 1405467 w 8017934"/>
              <a:gd name="connsiteY25" fmla="*/ 542732 h 601998"/>
              <a:gd name="connsiteX26" fmla="*/ 1439334 w 8017934"/>
              <a:gd name="connsiteY26" fmla="*/ 534265 h 601998"/>
              <a:gd name="connsiteX27" fmla="*/ 1464734 w 8017934"/>
              <a:gd name="connsiteY27" fmla="*/ 517332 h 601998"/>
              <a:gd name="connsiteX28" fmla="*/ 1481667 w 8017934"/>
              <a:gd name="connsiteY28" fmla="*/ 491932 h 601998"/>
              <a:gd name="connsiteX29" fmla="*/ 1490134 w 8017934"/>
              <a:gd name="connsiteY29" fmla="*/ 373398 h 601998"/>
              <a:gd name="connsiteX30" fmla="*/ 1498600 w 8017934"/>
              <a:gd name="connsiteY30" fmla="*/ 339532 h 601998"/>
              <a:gd name="connsiteX31" fmla="*/ 1515534 w 8017934"/>
              <a:gd name="connsiteY31" fmla="*/ 322598 h 601998"/>
              <a:gd name="connsiteX32" fmla="*/ 1524000 w 8017934"/>
              <a:gd name="connsiteY32" fmla="*/ 288732 h 601998"/>
              <a:gd name="connsiteX33" fmla="*/ 1532467 w 8017934"/>
              <a:gd name="connsiteY33" fmla="*/ 263332 h 601998"/>
              <a:gd name="connsiteX34" fmla="*/ 1540934 w 8017934"/>
              <a:gd name="connsiteY34" fmla="*/ 220998 h 601998"/>
              <a:gd name="connsiteX35" fmla="*/ 1557867 w 8017934"/>
              <a:gd name="connsiteY35" fmla="*/ 187132 h 601998"/>
              <a:gd name="connsiteX36" fmla="*/ 1574800 w 8017934"/>
              <a:gd name="connsiteY36" fmla="*/ 127865 h 601998"/>
              <a:gd name="connsiteX37" fmla="*/ 1608667 w 8017934"/>
              <a:gd name="connsiteY37" fmla="*/ 93998 h 601998"/>
              <a:gd name="connsiteX38" fmla="*/ 1634067 w 8017934"/>
              <a:gd name="connsiteY38" fmla="*/ 77065 h 601998"/>
              <a:gd name="connsiteX39" fmla="*/ 1667934 w 8017934"/>
              <a:gd name="connsiteY39" fmla="*/ 68598 h 601998"/>
              <a:gd name="connsiteX40" fmla="*/ 1693334 w 8017934"/>
              <a:gd name="connsiteY40" fmla="*/ 60132 h 601998"/>
              <a:gd name="connsiteX41" fmla="*/ 1718734 w 8017934"/>
              <a:gd name="connsiteY41" fmla="*/ 68598 h 601998"/>
              <a:gd name="connsiteX42" fmla="*/ 1761067 w 8017934"/>
              <a:gd name="connsiteY42" fmla="*/ 85532 h 601998"/>
              <a:gd name="connsiteX43" fmla="*/ 1811867 w 8017934"/>
              <a:gd name="connsiteY43" fmla="*/ 93998 h 601998"/>
              <a:gd name="connsiteX44" fmla="*/ 2192867 w 8017934"/>
              <a:gd name="connsiteY44" fmla="*/ 93998 h 601998"/>
              <a:gd name="connsiteX45" fmla="*/ 2311400 w 8017934"/>
              <a:gd name="connsiteY45" fmla="*/ 102465 h 601998"/>
              <a:gd name="connsiteX46" fmla="*/ 2345267 w 8017934"/>
              <a:gd name="connsiteY46" fmla="*/ 170198 h 601998"/>
              <a:gd name="connsiteX47" fmla="*/ 2345267 w 8017934"/>
              <a:gd name="connsiteY47" fmla="*/ 170198 h 601998"/>
              <a:gd name="connsiteX48" fmla="*/ 2379134 w 8017934"/>
              <a:gd name="connsiteY48" fmla="*/ 246398 h 601998"/>
              <a:gd name="connsiteX49" fmla="*/ 2404534 w 8017934"/>
              <a:gd name="connsiteY49" fmla="*/ 297198 h 601998"/>
              <a:gd name="connsiteX50" fmla="*/ 2421467 w 8017934"/>
              <a:gd name="connsiteY50" fmla="*/ 356465 h 601998"/>
              <a:gd name="connsiteX51" fmla="*/ 2438400 w 8017934"/>
              <a:gd name="connsiteY51" fmla="*/ 390332 h 601998"/>
              <a:gd name="connsiteX52" fmla="*/ 2455334 w 8017934"/>
              <a:gd name="connsiteY52" fmla="*/ 441132 h 601998"/>
              <a:gd name="connsiteX53" fmla="*/ 2463800 w 8017934"/>
              <a:gd name="connsiteY53" fmla="*/ 466532 h 601998"/>
              <a:gd name="connsiteX54" fmla="*/ 2480734 w 8017934"/>
              <a:gd name="connsiteY54" fmla="*/ 483465 h 601998"/>
              <a:gd name="connsiteX55" fmla="*/ 2523067 w 8017934"/>
              <a:gd name="connsiteY55" fmla="*/ 559665 h 601998"/>
              <a:gd name="connsiteX56" fmla="*/ 2582334 w 8017934"/>
              <a:gd name="connsiteY56" fmla="*/ 568132 h 601998"/>
              <a:gd name="connsiteX57" fmla="*/ 2599267 w 8017934"/>
              <a:gd name="connsiteY57" fmla="*/ 525798 h 601998"/>
              <a:gd name="connsiteX58" fmla="*/ 2616200 w 8017934"/>
              <a:gd name="connsiteY58" fmla="*/ 500398 h 601998"/>
              <a:gd name="connsiteX59" fmla="*/ 2658534 w 8017934"/>
              <a:gd name="connsiteY59" fmla="*/ 508865 h 601998"/>
              <a:gd name="connsiteX60" fmla="*/ 2751667 w 8017934"/>
              <a:gd name="connsiteY60" fmla="*/ 534265 h 601998"/>
              <a:gd name="connsiteX61" fmla="*/ 2777067 w 8017934"/>
              <a:gd name="connsiteY61" fmla="*/ 551198 h 601998"/>
              <a:gd name="connsiteX62" fmla="*/ 2802467 w 8017934"/>
              <a:gd name="connsiteY62" fmla="*/ 500398 h 601998"/>
              <a:gd name="connsiteX63" fmla="*/ 2844800 w 8017934"/>
              <a:gd name="connsiteY63" fmla="*/ 483465 h 601998"/>
              <a:gd name="connsiteX64" fmla="*/ 2861734 w 8017934"/>
              <a:gd name="connsiteY64" fmla="*/ 424198 h 601998"/>
              <a:gd name="connsiteX65" fmla="*/ 2887134 w 8017934"/>
              <a:gd name="connsiteY65" fmla="*/ 263332 h 601998"/>
              <a:gd name="connsiteX66" fmla="*/ 2895600 w 8017934"/>
              <a:gd name="connsiteY66" fmla="*/ 195598 h 601998"/>
              <a:gd name="connsiteX67" fmla="*/ 2929467 w 8017934"/>
              <a:gd name="connsiteY67" fmla="*/ 119398 h 601998"/>
              <a:gd name="connsiteX68" fmla="*/ 2963334 w 8017934"/>
              <a:gd name="connsiteY68" fmla="*/ 102465 h 601998"/>
              <a:gd name="connsiteX69" fmla="*/ 3183467 w 8017934"/>
              <a:gd name="connsiteY69" fmla="*/ 77065 h 601998"/>
              <a:gd name="connsiteX70" fmla="*/ 3293534 w 8017934"/>
              <a:gd name="connsiteY70" fmla="*/ 93998 h 601998"/>
              <a:gd name="connsiteX71" fmla="*/ 3302000 w 8017934"/>
              <a:gd name="connsiteY71" fmla="*/ 127865 h 601998"/>
              <a:gd name="connsiteX72" fmla="*/ 3318934 w 8017934"/>
              <a:gd name="connsiteY72" fmla="*/ 204065 h 601998"/>
              <a:gd name="connsiteX73" fmla="*/ 3335867 w 8017934"/>
              <a:gd name="connsiteY73" fmla="*/ 229465 h 601998"/>
              <a:gd name="connsiteX74" fmla="*/ 3352800 w 8017934"/>
              <a:gd name="connsiteY74" fmla="*/ 288732 h 601998"/>
              <a:gd name="connsiteX75" fmla="*/ 3369734 w 8017934"/>
              <a:gd name="connsiteY75" fmla="*/ 322598 h 601998"/>
              <a:gd name="connsiteX76" fmla="*/ 3386667 w 8017934"/>
              <a:gd name="connsiteY76" fmla="*/ 373398 h 601998"/>
              <a:gd name="connsiteX77" fmla="*/ 3395134 w 8017934"/>
              <a:gd name="connsiteY77" fmla="*/ 398798 h 601998"/>
              <a:gd name="connsiteX78" fmla="*/ 3412067 w 8017934"/>
              <a:gd name="connsiteY78" fmla="*/ 415732 h 601998"/>
              <a:gd name="connsiteX79" fmla="*/ 3437467 w 8017934"/>
              <a:gd name="connsiteY79" fmla="*/ 500398 h 601998"/>
              <a:gd name="connsiteX80" fmla="*/ 3454400 w 8017934"/>
              <a:gd name="connsiteY80" fmla="*/ 525798 h 601998"/>
              <a:gd name="connsiteX81" fmla="*/ 3462867 w 8017934"/>
              <a:gd name="connsiteY81" fmla="*/ 551198 h 601998"/>
              <a:gd name="connsiteX82" fmla="*/ 3505200 w 8017934"/>
              <a:gd name="connsiteY82" fmla="*/ 593532 h 601998"/>
              <a:gd name="connsiteX83" fmla="*/ 3784600 w 8017934"/>
              <a:gd name="connsiteY83" fmla="*/ 601998 h 601998"/>
              <a:gd name="connsiteX84" fmla="*/ 3683000 w 8017934"/>
              <a:gd name="connsiteY84" fmla="*/ 576598 h 601998"/>
              <a:gd name="connsiteX85" fmla="*/ 3708400 w 8017934"/>
              <a:gd name="connsiteY85" fmla="*/ 568132 h 601998"/>
              <a:gd name="connsiteX86" fmla="*/ 3683000 w 8017934"/>
              <a:gd name="connsiteY86" fmla="*/ 559665 h 601998"/>
              <a:gd name="connsiteX87" fmla="*/ 3666067 w 8017934"/>
              <a:gd name="connsiteY87" fmla="*/ 534265 h 601998"/>
              <a:gd name="connsiteX88" fmla="*/ 3691467 w 8017934"/>
              <a:gd name="connsiteY88" fmla="*/ 517332 h 601998"/>
              <a:gd name="connsiteX89" fmla="*/ 3810000 w 8017934"/>
              <a:gd name="connsiteY89" fmla="*/ 525798 h 601998"/>
              <a:gd name="connsiteX90" fmla="*/ 4004734 w 8017934"/>
              <a:gd name="connsiteY90" fmla="*/ 551198 h 601998"/>
              <a:gd name="connsiteX91" fmla="*/ 4174067 w 8017934"/>
              <a:gd name="connsiteY91" fmla="*/ 542732 h 601998"/>
              <a:gd name="connsiteX92" fmla="*/ 4191000 w 8017934"/>
              <a:gd name="connsiteY92" fmla="*/ 525798 h 601998"/>
              <a:gd name="connsiteX93" fmla="*/ 4199467 w 8017934"/>
              <a:gd name="connsiteY93" fmla="*/ 500398 h 601998"/>
              <a:gd name="connsiteX94" fmla="*/ 4216400 w 8017934"/>
              <a:gd name="connsiteY94" fmla="*/ 466532 h 601998"/>
              <a:gd name="connsiteX95" fmla="*/ 4216400 w 8017934"/>
              <a:gd name="connsiteY95" fmla="*/ 178665 h 601998"/>
              <a:gd name="connsiteX96" fmla="*/ 4224867 w 8017934"/>
              <a:gd name="connsiteY96" fmla="*/ 153265 h 601998"/>
              <a:gd name="connsiteX97" fmla="*/ 4258734 w 8017934"/>
              <a:gd name="connsiteY97" fmla="*/ 127865 h 601998"/>
              <a:gd name="connsiteX98" fmla="*/ 5164667 w 8017934"/>
              <a:gd name="connsiteY98" fmla="*/ 339532 h 601998"/>
              <a:gd name="connsiteX99" fmla="*/ 5190067 w 8017934"/>
              <a:gd name="connsiteY99" fmla="*/ 390332 h 601998"/>
              <a:gd name="connsiteX100" fmla="*/ 5207000 w 8017934"/>
              <a:gd name="connsiteY100" fmla="*/ 441132 h 601998"/>
              <a:gd name="connsiteX101" fmla="*/ 5274734 w 8017934"/>
              <a:gd name="connsiteY101" fmla="*/ 483465 h 601998"/>
              <a:gd name="connsiteX102" fmla="*/ 5317067 w 8017934"/>
              <a:gd name="connsiteY102" fmla="*/ 525798 h 601998"/>
              <a:gd name="connsiteX103" fmla="*/ 5308600 w 8017934"/>
              <a:gd name="connsiteY103" fmla="*/ 517332 h 601998"/>
              <a:gd name="connsiteX104" fmla="*/ 5266267 w 8017934"/>
              <a:gd name="connsiteY104" fmla="*/ 542732 h 601998"/>
              <a:gd name="connsiteX105" fmla="*/ 5283200 w 8017934"/>
              <a:gd name="connsiteY105" fmla="*/ 517332 h 601998"/>
              <a:gd name="connsiteX106" fmla="*/ 5342467 w 8017934"/>
              <a:gd name="connsiteY106" fmla="*/ 500398 h 601998"/>
              <a:gd name="connsiteX107" fmla="*/ 5401734 w 8017934"/>
              <a:gd name="connsiteY107" fmla="*/ 483465 h 601998"/>
              <a:gd name="connsiteX108" fmla="*/ 5435600 w 8017934"/>
              <a:gd name="connsiteY108" fmla="*/ 466532 h 601998"/>
              <a:gd name="connsiteX109" fmla="*/ 5537200 w 8017934"/>
              <a:gd name="connsiteY109" fmla="*/ 458065 h 601998"/>
              <a:gd name="connsiteX110" fmla="*/ 5562600 w 8017934"/>
              <a:gd name="connsiteY110" fmla="*/ 407265 h 601998"/>
              <a:gd name="connsiteX111" fmla="*/ 5579534 w 8017934"/>
              <a:gd name="connsiteY111" fmla="*/ 373398 h 601998"/>
              <a:gd name="connsiteX112" fmla="*/ 5613400 w 8017934"/>
              <a:gd name="connsiteY112" fmla="*/ 314132 h 601998"/>
              <a:gd name="connsiteX113" fmla="*/ 5621867 w 8017934"/>
              <a:gd name="connsiteY113" fmla="*/ 280265 h 601998"/>
              <a:gd name="connsiteX114" fmla="*/ 5630334 w 8017934"/>
              <a:gd name="connsiteY114" fmla="*/ 170198 h 601998"/>
              <a:gd name="connsiteX115" fmla="*/ 5638800 w 8017934"/>
              <a:gd name="connsiteY115" fmla="*/ 136332 h 601998"/>
              <a:gd name="connsiteX116" fmla="*/ 5689600 w 8017934"/>
              <a:gd name="connsiteY116" fmla="*/ 93998 h 601998"/>
              <a:gd name="connsiteX117" fmla="*/ 5731934 w 8017934"/>
              <a:gd name="connsiteY117" fmla="*/ 85532 h 601998"/>
              <a:gd name="connsiteX118" fmla="*/ 5892800 w 8017934"/>
              <a:gd name="connsiteY118" fmla="*/ 93998 h 601998"/>
              <a:gd name="connsiteX119" fmla="*/ 5918200 w 8017934"/>
              <a:gd name="connsiteY119" fmla="*/ 110932 h 601998"/>
              <a:gd name="connsiteX120" fmla="*/ 5960534 w 8017934"/>
              <a:gd name="connsiteY120" fmla="*/ 153265 h 601998"/>
              <a:gd name="connsiteX121" fmla="*/ 6019800 w 8017934"/>
              <a:gd name="connsiteY121" fmla="*/ 187132 h 601998"/>
              <a:gd name="connsiteX122" fmla="*/ 6028267 w 8017934"/>
              <a:gd name="connsiteY122" fmla="*/ 220998 h 601998"/>
              <a:gd name="connsiteX123" fmla="*/ 6062134 w 8017934"/>
              <a:gd name="connsiteY123" fmla="*/ 263332 h 601998"/>
              <a:gd name="connsiteX124" fmla="*/ 6079067 w 8017934"/>
              <a:gd name="connsiteY124" fmla="*/ 288732 h 601998"/>
              <a:gd name="connsiteX125" fmla="*/ 6104467 w 8017934"/>
              <a:gd name="connsiteY125" fmla="*/ 314132 h 601998"/>
              <a:gd name="connsiteX126" fmla="*/ 6138334 w 8017934"/>
              <a:gd name="connsiteY126" fmla="*/ 364932 h 601998"/>
              <a:gd name="connsiteX127" fmla="*/ 6155267 w 8017934"/>
              <a:gd name="connsiteY127" fmla="*/ 458065 h 601998"/>
              <a:gd name="connsiteX128" fmla="*/ 6180667 w 8017934"/>
              <a:gd name="connsiteY128" fmla="*/ 474998 h 601998"/>
              <a:gd name="connsiteX129" fmla="*/ 6197600 w 8017934"/>
              <a:gd name="connsiteY129" fmla="*/ 517332 h 601998"/>
              <a:gd name="connsiteX130" fmla="*/ 6214534 w 8017934"/>
              <a:gd name="connsiteY130" fmla="*/ 534265 h 601998"/>
              <a:gd name="connsiteX131" fmla="*/ 6409267 w 8017934"/>
              <a:gd name="connsiteY131" fmla="*/ 576598 h 601998"/>
              <a:gd name="connsiteX132" fmla="*/ 6443134 w 8017934"/>
              <a:gd name="connsiteY132" fmla="*/ 551198 h 601998"/>
              <a:gd name="connsiteX133" fmla="*/ 6468534 w 8017934"/>
              <a:gd name="connsiteY133" fmla="*/ 441132 h 601998"/>
              <a:gd name="connsiteX134" fmla="*/ 6519334 w 8017934"/>
              <a:gd name="connsiteY134" fmla="*/ 466532 h 601998"/>
              <a:gd name="connsiteX135" fmla="*/ 7035800 w 8017934"/>
              <a:gd name="connsiteY135" fmla="*/ 491932 h 601998"/>
              <a:gd name="connsiteX136" fmla="*/ 7171267 w 8017934"/>
              <a:gd name="connsiteY136" fmla="*/ 525798 h 601998"/>
              <a:gd name="connsiteX137" fmla="*/ 7239000 w 8017934"/>
              <a:gd name="connsiteY137" fmla="*/ 542732 h 601998"/>
              <a:gd name="connsiteX138" fmla="*/ 7416800 w 8017934"/>
              <a:gd name="connsiteY138" fmla="*/ 508865 h 601998"/>
              <a:gd name="connsiteX139" fmla="*/ 7425267 w 8017934"/>
              <a:gd name="connsiteY139" fmla="*/ 466532 h 601998"/>
              <a:gd name="connsiteX140" fmla="*/ 7433734 w 8017934"/>
              <a:gd name="connsiteY140" fmla="*/ 373398 h 601998"/>
              <a:gd name="connsiteX141" fmla="*/ 7450667 w 8017934"/>
              <a:gd name="connsiteY141" fmla="*/ 347998 h 601998"/>
              <a:gd name="connsiteX142" fmla="*/ 7459134 w 8017934"/>
              <a:gd name="connsiteY142" fmla="*/ 305665 h 601998"/>
              <a:gd name="connsiteX143" fmla="*/ 7467600 w 8017934"/>
              <a:gd name="connsiteY143" fmla="*/ 280265 h 601998"/>
              <a:gd name="connsiteX144" fmla="*/ 7476067 w 8017934"/>
              <a:gd name="connsiteY144" fmla="*/ 246398 h 601998"/>
              <a:gd name="connsiteX145" fmla="*/ 7526867 w 8017934"/>
              <a:gd name="connsiteY145" fmla="*/ 229465 h 601998"/>
              <a:gd name="connsiteX146" fmla="*/ 7569200 w 8017934"/>
              <a:gd name="connsiteY146" fmla="*/ 187132 h 601998"/>
              <a:gd name="connsiteX147" fmla="*/ 7611534 w 8017934"/>
              <a:gd name="connsiteY147" fmla="*/ 153265 h 601998"/>
              <a:gd name="connsiteX148" fmla="*/ 7645400 w 8017934"/>
              <a:gd name="connsiteY148" fmla="*/ 127865 h 601998"/>
              <a:gd name="connsiteX149" fmla="*/ 7653867 w 8017934"/>
              <a:gd name="connsiteY149" fmla="*/ 102465 h 601998"/>
              <a:gd name="connsiteX150" fmla="*/ 7730067 w 8017934"/>
              <a:gd name="connsiteY150" fmla="*/ 68598 h 601998"/>
              <a:gd name="connsiteX151" fmla="*/ 7823200 w 8017934"/>
              <a:gd name="connsiteY151" fmla="*/ 43198 h 601998"/>
              <a:gd name="connsiteX152" fmla="*/ 7907867 w 8017934"/>
              <a:gd name="connsiteY152" fmla="*/ 9332 h 601998"/>
              <a:gd name="connsiteX153" fmla="*/ 7941734 w 8017934"/>
              <a:gd name="connsiteY153" fmla="*/ 865 h 601998"/>
              <a:gd name="connsiteX154" fmla="*/ 8017934 w 8017934"/>
              <a:gd name="connsiteY154" fmla="*/ 865 h 601998"/>
              <a:gd name="connsiteX0" fmla="*/ 0 w 8017934"/>
              <a:gd name="connsiteY0" fmla="*/ 559665 h 601998"/>
              <a:gd name="connsiteX1" fmla="*/ 491067 w 8017934"/>
              <a:gd name="connsiteY1" fmla="*/ 551198 h 601998"/>
              <a:gd name="connsiteX2" fmla="*/ 508000 w 8017934"/>
              <a:gd name="connsiteY2" fmla="*/ 525798 h 601998"/>
              <a:gd name="connsiteX3" fmla="*/ 533400 w 8017934"/>
              <a:gd name="connsiteY3" fmla="*/ 508865 h 601998"/>
              <a:gd name="connsiteX4" fmla="*/ 567267 w 8017934"/>
              <a:gd name="connsiteY4" fmla="*/ 474998 h 601998"/>
              <a:gd name="connsiteX5" fmla="*/ 575734 w 8017934"/>
              <a:gd name="connsiteY5" fmla="*/ 449598 h 601998"/>
              <a:gd name="connsiteX6" fmla="*/ 584200 w 8017934"/>
              <a:gd name="connsiteY6" fmla="*/ 407265 h 601998"/>
              <a:gd name="connsiteX7" fmla="*/ 601134 w 8017934"/>
              <a:gd name="connsiteY7" fmla="*/ 381865 h 601998"/>
              <a:gd name="connsiteX8" fmla="*/ 618067 w 8017934"/>
              <a:gd name="connsiteY8" fmla="*/ 305665 h 601998"/>
              <a:gd name="connsiteX9" fmla="*/ 626534 w 8017934"/>
              <a:gd name="connsiteY9" fmla="*/ 280265 h 601998"/>
              <a:gd name="connsiteX10" fmla="*/ 643467 w 8017934"/>
              <a:gd name="connsiteY10" fmla="*/ 246398 h 601998"/>
              <a:gd name="connsiteX11" fmla="*/ 660400 w 8017934"/>
              <a:gd name="connsiteY11" fmla="*/ 187132 h 601998"/>
              <a:gd name="connsiteX12" fmla="*/ 677334 w 8017934"/>
              <a:gd name="connsiteY12" fmla="*/ 170198 h 601998"/>
              <a:gd name="connsiteX13" fmla="*/ 702734 w 8017934"/>
              <a:gd name="connsiteY13" fmla="*/ 110932 h 601998"/>
              <a:gd name="connsiteX14" fmla="*/ 795867 w 8017934"/>
              <a:gd name="connsiteY14" fmla="*/ 68598 h 601998"/>
              <a:gd name="connsiteX15" fmla="*/ 922867 w 8017934"/>
              <a:gd name="connsiteY15" fmla="*/ 85532 h 601998"/>
              <a:gd name="connsiteX16" fmla="*/ 948267 w 8017934"/>
              <a:gd name="connsiteY16" fmla="*/ 93998 h 601998"/>
              <a:gd name="connsiteX17" fmla="*/ 965200 w 8017934"/>
              <a:gd name="connsiteY17" fmla="*/ 144798 h 601998"/>
              <a:gd name="connsiteX18" fmla="*/ 982134 w 8017934"/>
              <a:gd name="connsiteY18" fmla="*/ 220998 h 601998"/>
              <a:gd name="connsiteX19" fmla="*/ 990600 w 8017934"/>
              <a:gd name="connsiteY19" fmla="*/ 246398 h 601998"/>
              <a:gd name="connsiteX20" fmla="*/ 1007534 w 8017934"/>
              <a:gd name="connsiteY20" fmla="*/ 314132 h 601998"/>
              <a:gd name="connsiteX21" fmla="*/ 1041400 w 8017934"/>
              <a:gd name="connsiteY21" fmla="*/ 364932 h 601998"/>
              <a:gd name="connsiteX22" fmla="*/ 1058334 w 8017934"/>
              <a:gd name="connsiteY22" fmla="*/ 534265 h 601998"/>
              <a:gd name="connsiteX23" fmla="*/ 1083734 w 8017934"/>
              <a:gd name="connsiteY23" fmla="*/ 551198 h 601998"/>
              <a:gd name="connsiteX24" fmla="*/ 1227667 w 8017934"/>
              <a:gd name="connsiteY24" fmla="*/ 559665 h 601998"/>
              <a:gd name="connsiteX25" fmla="*/ 1405467 w 8017934"/>
              <a:gd name="connsiteY25" fmla="*/ 542732 h 601998"/>
              <a:gd name="connsiteX26" fmla="*/ 1439334 w 8017934"/>
              <a:gd name="connsiteY26" fmla="*/ 534265 h 601998"/>
              <a:gd name="connsiteX27" fmla="*/ 1464734 w 8017934"/>
              <a:gd name="connsiteY27" fmla="*/ 517332 h 601998"/>
              <a:gd name="connsiteX28" fmla="*/ 1481667 w 8017934"/>
              <a:gd name="connsiteY28" fmla="*/ 491932 h 601998"/>
              <a:gd name="connsiteX29" fmla="*/ 1490134 w 8017934"/>
              <a:gd name="connsiteY29" fmla="*/ 373398 h 601998"/>
              <a:gd name="connsiteX30" fmla="*/ 1498600 w 8017934"/>
              <a:gd name="connsiteY30" fmla="*/ 339532 h 601998"/>
              <a:gd name="connsiteX31" fmla="*/ 1515534 w 8017934"/>
              <a:gd name="connsiteY31" fmla="*/ 322598 h 601998"/>
              <a:gd name="connsiteX32" fmla="*/ 1524000 w 8017934"/>
              <a:gd name="connsiteY32" fmla="*/ 288732 h 601998"/>
              <a:gd name="connsiteX33" fmla="*/ 1532467 w 8017934"/>
              <a:gd name="connsiteY33" fmla="*/ 263332 h 601998"/>
              <a:gd name="connsiteX34" fmla="*/ 1540934 w 8017934"/>
              <a:gd name="connsiteY34" fmla="*/ 220998 h 601998"/>
              <a:gd name="connsiteX35" fmla="*/ 1557867 w 8017934"/>
              <a:gd name="connsiteY35" fmla="*/ 187132 h 601998"/>
              <a:gd name="connsiteX36" fmla="*/ 1574800 w 8017934"/>
              <a:gd name="connsiteY36" fmla="*/ 127865 h 601998"/>
              <a:gd name="connsiteX37" fmla="*/ 1608667 w 8017934"/>
              <a:gd name="connsiteY37" fmla="*/ 93998 h 601998"/>
              <a:gd name="connsiteX38" fmla="*/ 1634067 w 8017934"/>
              <a:gd name="connsiteY38" fmla="*/ 77065 h 601998"/>
              <a:gd name="connsiteX39" fmla="*/ 1667934 w 8017934"/>
              <a:gd name="connsiteY39" fmla="*/ 68598 h 601998"/>
              <a:gd name="connsiteX40" fmla="*/ 1693334 w 8017934"/>
              <a:gd name="connsiteY40" fmla="*/ 60132 h 601998"/>
              <a:gd name="connsiteX41" fmla="*/ 1718734 w 8017934"/>
              <a:gd name="connsiteY41" fmla="*/ 68598 h 601998"/>
              <a:gd name="connsiteX42" fmla="*/ 1761067 w 8017934"/>
              <a:gd name="connsiteY42" fmla="*/ 85532 h 601998"/>
              <a:gd name="connsiteX43" fmla="*/ 1811867 w 8017934"/>
              <a:gd name="connsiteY43" fmla="*/ 93998 h 601998"/>
              <a:gd name="connsiteX44" fmla="*/ 2192867 w 8017934"/>
              <a:gd name="connsiteY44" fmla="*/ 93998 h 601998"/>
              <a:gd name="connsiteX45" fmla="*/ 2311400 w 8017934"/>
              <a:gd name="connsiteY45" fmla="*/ 102465 h 601998"/>
              <a:gd name="connsiteX46" fmla="*/ 2345267 w 8017934"/>
              <a:gd name="connsiteY46" fmla="*/ 170198 h 601998"/>
              <a:gd name="connsiteX47" fmla="*/ 2345267 w 8017934"/>
              <a:gd name="connsiteY47" fmla="*/ 170198 h 601998"/>
              <a:gd name="connsiteX48" fmla="*/ 2379134 w 8017934"/>
              <a:gd name="connsiteY48" fmla="*/ 246398 h 601998"/>
              <a:gd name="connsiteX49" fmla="*/ 2404534 w 8017934"/>
              <a:gd name="connsiteY49" fmla="*/ 297198 h 601998"/>
              <a:gd name="connsiteX50" fmla="*/ 2421467 w 8017934"/>
              <a:gd name="connsiteY50" fmla="*/ 356465 h 601998"/>
              <a:gd name="connsiteX51" fmla="*/ 2438400 w 8017934"/>
              <a:gd name="connsiteY51" fmla="*/ 390332 h 601998"/>
              <a:gd name="connsiteX52" fmla="*/ 2455334 w 8017934"/>
              <a:gd name="connsiteY52" fmla="*/ 441132 h 601998"/>
              <a:gd name="connsiteX53" fmla="*/ 2463800 w 8017934"/>
              <a:gd name="connsiteY53" fmla="*/ 466532 h 601998"/>
              <a:gd name="connsiteX54" fmla="*/ 2480734 w 8017934"/>
              <a:gd name="connsiteY54" fmla="*/ 483465 h 601998"/>
              <a:gd name="connsiteX55" fmla="*/ 2523067 w 8017934"/>
              <a:gd name="connsiteY55" fmla="*/ 559665 h 601998"/>
              <a:gd name="connsiteX56" fmla="*/ 2582334 w 8017934"/>
              <a:gd name="connsiteY56" fmla="*/ 568132 h 601998"/>
              <a:gd name="connsiteX57" fmla="*/ 2599267 w 8017934"/>
              <a:gd name="connsiteY57" fmla="*/ 525798 h 601998"/>
              <a:gd name="connsiteX58" fmla="*/ 2616200 w 8017934"/>
              <a:gd name="connsiteY58" fmla="*/ 500398 h 601998"/>
              <a:gd name="connsiteX59" fmla="*/ 2658534 w 8017934"/>
              <a:gd name="connsiteY59" fmla="*/ 508865 h 601998"/>
              <a:gd name="connsiteX60" fmla="*/ 2751667 w 8017934"/>
              <a:gd name="connsiteY60" fmla="*/ 534265 h 601998"/>
              <a:gd name="connsiteX61" fmla="*/ 2777067 w 8017934"/>
              <a:gd name="connsiteY61" fmla="*/ 551198 h 601998"/>
              <a:gd name="connsiteX62" fmla="*/ 2802467 w 8017934"/>
              <a:gd name="connsiteY62" fmla="*/ 500398 h 601998"/>
              <a:gd name="connsiteX63" fmla="*/ 2844800 w 8017934"/>
              <a:gd name="connsiteY63" fmla="*/ 483465 h 601998"/>
              <a:gd name="connsiteX64" fmla="*/ 2861734 w 8017934"/>
              <a:gd name="connsiteY64" fmla="*/ 424198 h 601998"/>
              <a:gd name="connsiteX65" fmla="*/ 2887134 w 8017934"/>
              <a:gd name="connsiteY65" fmla="*/ 263332 h 601998"/>
              <a:gd name="connsiteX66" fmla="*/ 2895600 w 8017934"/>
              <a:gd name="connsiteY66" fmla="*/ 195598 h 601998"/>
              <a:gd name="connsiteX67" fmla="*/ 2929467 w 8017934"/>
              <a:gd name="connsiteY67" fmla="*/ 119398 h 601998"/>
              <a:gd name="connsiteX68" fmla="*/ 2963334 w 8017934"/>
              <a:gd name="connsiteY68" fmla="*/ 102465 h 601998"/>
              <a:gd name="connsiteX69" fmla="*/ 3183467 w 8017934"/>
              <a:gd name="connsiteY69" fmla="*/ 77065 h 601998"/>
              <a:gd name="connsiteX70" fmla="*/ 3293534 w 8017934"/>
              <a:gd name="connsiteY70" fmla="*/ 93998 h 601998"/>
              <a:gd name="connsiteX71" fmla="*/ 3302000 w 8017934"/>
              <a:gd name="connsiteY71" fmla="*/ 127865 h 601998"/>
              <a:gd name="connsiteX72" fmla="*/ 3318934 w 8017934"/>
              <a:gd name="connsiteY72" fmla="*/ 204065 h 601998"/>
              <a:gd name="connsiteX73" fmla="*/ 3335867 w 8017934"/>
              <a:gd name="connsiteY73" fmla="*/ 229465 h 601998"/>
              <a:gd name="connsiteX74" fmla="*/ 3352800 w 8017934"/>
              <a:gd name="connsiteY74" fmla="*/ 288732 h 601998"/>
              <a:gd name="connsiteX75" fmla="*/ 3369734 w 8017934"/>
              <a:gd name="connsiteY75" fmla="*/ 322598 h 601998"/>
              <a:gd name="connsiteX76" fmla="*/ 3386667 w 8017934"/>
              <a:gd name="connsiteY76" fmla="*/ 373398 h 601998"/>
              <a:gd name="connsiteX77" fmla="*/ 3395134 w 8017934"/>
              <a:gd name="connsiteY77" fmla="*/ 398798 h 601998"/>
              <a:gd name="connsiteX78" fmla="*/ 3412067 w 8017934"/>
              <a:gd name="connsiteY78" fmla="*/ 415732 h 601998"/>
              <a:gd name="connsiteX79" fmla="*/ 3437467 w 8017934"/>
              <a:gd name="connsiteY79" fmla="*/ 500398 h 601998"/>
              <a:gd name="connsiteX80" fmla="*/ 3454400 w 8017934"/>
              <a:gd name="connsiteY80" fmla="*/ 525798 h 601998"/>
              <a:gd name="connsiteX81" fmla="*/ 3462867 w 8017934"/>
              <a:gd name="connsiteY81" fmla="*/ 551198 h 601998"/>
              <a:gd name="connsiteX82" fmla="*/ 3505200 w 8017934"/>
              <a:gd name="connsiteY82" fmla="*/ 593532 h 601998"/>
              <a:gd name="connsiteX83" fmla="*/ 3784600 w 8017934"/>
              <a:gd name="connsiteY83" fmla="*/ 601998 h 601998"/>
              <a:gd name="connsiteX84" fmla="*/ 3683000 w 8017934"/>
              <a:gd name="connsiteY84" fmla="*/ 576598 h 601998"/>
              <a:gd name="connsiteX85" fmla="*/ 3708400 w 8017934"/>
              <a:gd name="connsiteY85" fmla="*/ 568132 h 601998"/>
              <a:gd name="connsiteX86" fmla="*/ 3683000 w 8017934"/>
              <a:gd name="connsiteY86" fmla="*/ 559665 h 601998"/>
              <a:gd name="connsiteX87" fmla="*/ 3666067 w 8017934"/>
              <a:gd name="connsiteY87" fmla="*/ 534265 h 601998"/>
              <a:gd name="connsiteX88" fmla="*/ 3691467 w 8017934"/>
              <a:gd name="connsiteY88" fmla="*/ 517332 h 601998"/>
              <a:gd name="connsiteX89" fmla="*/ 3810000 w 8017934"/>
              <a:gd name="connsiteY89" fmla="*/ 525798 h 601998"/>
              <a:gd name="connsiteX90" fmla="*/ 4004734 w 8017934"/>
              <a:gd name="connsiteY90" fmla="*/ 551198 h 601998"/>
              <a:gd name="connsiteX91" fmla="*/ 4174067 w 8017934"/>
              <a:gd name="connsiteY91" fmla="*/ 542732 h 601998"/>
              <a:gd name="connsiteX92" fmla="*/ 4191000 w 8017934"/>
              <a:gd name="connsiteY92" fmla="*/ 525798 h 601998"/>
              <a:gd name="connsiteX93" fmla="*/ 4199467 w 8017934"/>
              <a:gd name="connsiteY93" fmla="*/ 500398 h 601998"/>
              <a:gd name="connsiteX94" fmla="*/ 4216400 w 8017934"/>
              <a:gd name="connsiteY94" fmla="*/ 466532 h 601998"/>
              <a:gd name="connsiteX95" fmla="*/ 4216400 w 8017934"/>
              <a:gd name="connsiteY95" fmla="*/ 178665 h 601998"/>
              <a:gd name="connsiteX96" fmla="*/ 4224867 w 8017934"/>
              <a:gd name="connsiteY96" fmla="*/ 153265 h 601998"/>
              <a:gd name="connsiteX97" fmla="*/ 4258734 w 8017934"/>
              <a:gd name="connsiteY97" fmla="*/ 127865 h 601998"/>
              <a:gd name="connsiteX98" fmla="*/ 5164667 w 8017934"/>
              <a:gd name="connsiteY98" fmla="*/ 339532 h 601998"/>
              <a:gd name="connsiteX99" fmla="*/ 5190067 w 8017934"/>
              <a:gd name="connsiteY99" fmla="*/ 390332 h 601998"/>
              <a:gd name="connsiteX100" fmla="*/ 5207000 w 8017934"/>
              <a:gd name="connsiteY100" fmla="*/ 441132 h 601998"/>
              <a:gd name="connsiteX101" fmla="*/ 5274734 w 8017934"/>
              <a:gd name="connsiteY101" fmla="*/ 483465 h 601998"/>
              <a:gd name="connsiteX102" fmla="*/ 5317067 w 8017934"/>
              <a:gd name="connsiteY102" fmla="*/ 525798 h 601998"/>
              <a:gd name="connsiteX103" fmla="*/ 5308600 w 8017934"/>
              <a:gd name="connsiteY103" fmla="*/ 517332 h 601998"/>
              <a:gd name="connsiteX104" fmla="*/ 5266267 w 8017934"/>
              <a:gd name="connsiteY104" fmla="*/ 542732 h 601998"/>
              <a:gd name="connsiteX105" fmla="*/ 5283200 w 8017934"/>
              <a:gd name="connsiteY105" fmla="*/ 517332 h 601998"/>
              <a:gd name="connsiteX106" fmla="*/ 5342467 w 8017934"/>
              <a:gd name="connsiteY106" fmla="*/ 500398 h 601998"/>
              <a:gd name="connsiteX107" fmla="*/ 5401734 w 8017934"/>
              <a:gd name="connsiteY107" fmla="*/ 483465 h 601998"/>
              <a:gd name="connsiteX108" fmla="*/ 5435600 w 8017934"/>
              <a:gd name="connsiteY108" fmla="*/ 466532 h 601998"/>
              <a:gd name="connsiteX109" fmla="*/ 5537200 w 8017934"/>
              <a:gd name="connsiteY109" fmla="*/ 458065 h 601998"/>
              <a:gd name="connsiteX110" fmla="*/ 5562600 w 8017934"/>
              <a:gd name="connsiteY110" fmla="*/ 407265 h 601998"/>
              <a:gd name="connsiteX111" fmla="*/ 5579534 w 8017934"/>
              <a:gd name="connsiteY111" fmla="*/ 373398 h 601998"/>
              <a:gd name="connsiteX112" fmla="*/ 5613400 w 8017934"/>
              <a:gd name="connsiteY112" fmla="*/ 314132 h 601998"/>
              <a:gd name="connsiteX113" fmla="*/ 5621867 w 8017934"/>
              <a:gd name="connsiteY113" fmla="*/ 280265 h 601998"/>
              <a:gd name="connsiteX114" fmla="*/ 5630334 w 8017934"/>
              <a:gd name="connsiteY114" fmla="*/ 170198 h 601998"/>
              <a:gd name="connsiteX115" fmla="*/ 5638800 w 8017934"/>
              <a:gd name="connsiteY115" fmla="*/ 136332 h 601998"/>
              <a:gd name="connsiteX116" fmla="*/ 5689600 w 8017934"/>
              <a:gd name="connsiteY116" fmla="*/ 93998 h 601998"/>
              <a:gd name="connsiteX117" fmla="*/ 5731934 w 8017934"/>
              <a:gd name="connsiteY117" fmla="*/ 85532 h 601998"/>
              <a:gd name="connsiteX118" fmla="*/ 5892800 w 8017934"/>
              <a:gd name="connsiteY118" fmla="*/ 93998 h 601998"/>
              <a:gd name="connsiteX119" fmla="*/ 5918200 w 8017934"/>
              <a:gd name="connsiteY119" fmla="*/ 110932 h 601998"/>
              <a:gd name="connsiteX120" fmla="*/ 5960534 w 8017934"/>
              <a:gd name="connsiteY120" fmla="*/ 153265 h 601998"/>
              <a:gd name="connsiteX121" fmla="*/ 6019800 w 8017934"/>
              <a:gd name="connsiteY121" fmla="*/ 187132 h 601998"/>
              <a:gd name="connsiteX122" fmla="*/ 6028267 w 8017934"/>
              <a:gd name="connsiteY122" fmla="*/ 220998 h 601998"/>
              <a:gd name="connsiteX123" fmla="*/ 6062134 w 8017934"/>
              <a:gd name="connsiteY123" fmla="*/ 263332 h 601998"/>
              <a:gd name="connsiteX124" fmla="*/ 6079067 w 8017934"/>
              <a:gd name="connsiteY124" fmla="*/ 288732 h 601998"/>
              <a:gd name="connsiteX125" fmla="*/ 6104467 w 8017934"/>
              <a:gd name="connsiteY125" fmla="*/ 314132 h 601998"/>
              <a:gd name="connsiteX126" fmla="*/ 6138334 w 8017934"/>
              <a:gd name="connsiteY126" fmla="*/ 364932 h 601998"/>
              <a:gd name="connsiteX127" fmla="*/ 6155267 w 8017934"/>
              <a:gd name="connsiteY127" fmla="*/ 458065 h 601998"/>
              <a:gd name="connsiteX128" fmla="*/ 6180667 w 8017934"/>
              <a:gd name="connsiteY128" fmla="*/ 474998 h 601998"/>
              <a:gd name="connsiteX129" fmla="*/ 6197600 w 8017934"/>
              <a:gd name="connsiteY129" fmla="*/ 517332 h 601998"/>
              <a:gd name="connsiteX130" fmla="*/ 6214534 w 8017934"/>
              <a:gd name="connsiteY130" fmla="*/ 534265 h 601998"/>
              <a:gd name="connsiteX131" fmla="*/ 6409267 w 8017934"/>
              <a:gd name="connsiteY131" fmla="*/ 576598 h 601998"/>
              <a:gd name="connsiteX132" fmla="*/ 6443134 w 8017934"/>
              <a:gd name="connsiteY132" fmla="*/ 551198 h 601998"/>
              <a:gd name="connsiteX133" fmla="*/ 6468534 w 8017934"/>
              <a:gd name="connsiteY133" fmla="*/ 441132 h 601998"/>
              <a:gd name="connsiteX134" fmla="*/ 6519334 w 8017934"/>
              <a:gd name="connsiteY134" fmla="*/ 466532 h 601998"/>
              <a:gd name="connsiteX135" fmla="*/ 7035800 w 8017934"/>
              <a:gd name="connsiteY135" fmla="*/ 491932 h 601998"/>
              <a:gd name="connsiteX136" fmla="*/ 7171267 w 8017934"/>
              <a:gd name="connsiteY136" fmla="*/ 525798 h 601998"/>
              <a:gd name="connsiteX137" fmla="*/ 7239000 w 8017934"/>
              <a:gd name="connsiteY137" fmla="*/ 542732 h 601998"/>
              <a:gd name="connsiteX138" fmla="*/ 7416800 w 8017934"/>
              <a:gd name="connsiteY138" fmla="*/ 508865 h 601998"/>
              <a:gd name="connsiteX139" fmla="*/ 7425267 w 8017934"/>
              <a:gd name="connsiteY139" fmla="*/ 466532 h 601998"/>
              <a:gd name="connsiteX140" fmla="*/ 7433734 w 8017934"/>
              <a:gd name="connsiteY140" fmla="*/ 373398 h 601998"/>
              <a:gd name="connsiteX141" fmla="*/ 7450667 w 8017934"/>
              <a:gd name="connsiteY141" fmla="*/ 347998 h 601998"/>
              <a:gd name="connsiteX142" fmla="*/ 7459134 w 8017934"/>
              <a:gd name="connsiteY142" fmla="*/ 305665 h 601998"/>
              <a:gd name="connsiteX143" fmla="*/ 7467600 w 8017934"/>
              <a:gd name="connsiteY143" fmla="*/ 280265 h 601998"/>
              <a:gd name="connsiteX144" fmla="*/ 7476067 w 8017934"/>
              <a:gd name="connsiteY144" fmla="*/ 246398 h 601998"/>
              <a:gd name="connsiteX145" fmla="*/ 7526867 w 8017934"/>
              <a:gd name="connsiteY145" fmla="*/ 229465 h 601998"/>
              <a:gd name="connsiteX146" fmla="*/ 7569200 w 8017934"/>
              <a:gd name="connsiteY146" fmla="*/ 187132 h 601998"/>
              <a:gd name="connsiteX147" fmla="*/ 7611534 w 8017934"/>
              <a:gd name="connsiteY147" fmla="*/ 153265 h 601998"/>
              <a:gd name="connsiteX148" fmla="*/ 7645400 w 8017934"/>
              <a:gd name="connsiteY148" fmla="*/ 127865 h 601998"/>
              <a:gd name="connsiteX149" fmla="*/ 7653867 w 8017934"/>
              <a:gd name="connsiteY149" fmla="*/ 102465 h 601998"/>
              <a:gd name="connsiteX150" fmla="*/ 7730067 w 8017934"/>
              <a:gd name="connsiteY150" fmla="*/ 68598 h 601998"/>
              <a:gd name="connsiteX151" fmla="*/ 7823200 w 8017934"/>
              <a:gd name="connsiteY151" fmla="*/ 43198 h 601998"/>
              <a:gd name="connsiteX152" fmla="*/ 7907867 w 8017934"/>
              <a:gd name="connsiteY152" fmla="*/ 9332 h 601998"/>
              <a:gd name="connsiteX153" fmla="*/ 7941734 w 8017934"/>
              <a:gd name="connsiteY153" fmla="*/ 865 h 601998"/>
              <a:gd name="connsiteX154" fmla="*/ 8017934 w 8017934"/>
              <a:gd name="connsiteY154" fmla="*/ 865 h 601998"/>
              <a:gd name="connsiteX0" fmla="*/ 0 w 8017934"/>
              <a:gd name="connsiteY0" fmla="*/ 559665 h 601998"/>
              <a:gd name="connsiteX1" fmla="*/ 491067 w 8017934"/>
              <a:gd name="connsiteY1" fmla="*/ 551198 h 601998"/>
              <a:gd name="connsiteX2" fmla="*/ 508000 w 8017934"/>
              <a:gd name="connsiteY2" fmla="*/ 525798 h 601998"/>
              <a:gd name="connsiteX3" fmla="*/ 533400 w 8017934"/>
              <a:gd name="connsiteY3" fmla="*/ 508865 h 601998"/>
              <a:gd name="connsiteX4" fmla="*/ 567267 w 8017934"/>
              <a:gd name="connsiteY4" fmla="*/ 474998 h 601998"/>
              <a:gd name="connsiteX5" fmla="*/ 575734 w 8017934"/>
              <a:gd name="connsiteY5" fmla="*/ 449598 h 601998"/>
              <a:gd name="connsiteX6" fmla="*/ 584200 w 8017934"/>
              <a:gd name="connsiteY6" fmla="*/ 407265 h 601998"/>
              <a:gd name="connsiteX7" fmla="*/ 601134 w 8017934"/>
              <a:gd name="connsiteY7" fmla="*/ 381865 h 601998"/>
              <a:gd name="connsiteX8" fmla="*/ 618067 w 8017934"/>
              <a:gd name="connsiteY8" fmla="*/ 305665 h 601998"/>
              <a:gd name="connsiteX9" fmla="*/ 626534 w 8017934"/>
              <a:gd name="connsiteY9" fmla="*/ 280265 h 601998"/>
              <a:gd name="connsiteX10" fmla="*/ 643467 w 8017934"/>
              <a:gd name="connsiteY10" fmla="*/ 246398 h 601998"/>
              <a:gd name="connsiteX11" fmla="*/ 660400 w 8017934"/>
              <a:gd name="connsiteY11" fmla="*/ 187132 h 601998"/>
              <a:gd name="connsiteX12" fmla="*/ 677334 w 8017934"/>
              <a:gd name="connsiteY12" fmla="*/ 170198 h 601998"/>
              <a:gd name="connsiteX13" fmla="*/ 702734 w 8017934"/>
              <a:gd name="connsiteY13" fmla="*/ 110932 h 601998"/>
              <a:gd name="connsiteX14" fmla="*/ 795867 w 8017934"/>
              <a:gd name="connsiteY14" fmla="*/ 68598 h 601998"/>
              <a:gd name="connsiteX15" fmla="*/ 922867 w 8017934"/>
              <a:gd name="connsiteY15" fmla="*/ 85532 h 601998"/>
              <a:gd name="connsiteX16" fmla="*/ 948267 w 8017934"/>
              <a:gd name="connsiteY16" fmla="*/ 93998 h 601998"/>
              <a:gd name="connsiteX17" fmla="*/ 965200 w 8017934"/>
              <a:gd name="connsiteY17" fmla="*/ 144798 h 601998"/>
              <a:gd name="connsiteX18" fmla="*/ 982134 w 8017934"/>
              <a:gd name="connsiteY18" fmla="*/ 220998 h 601998"/>
              <a:gd name="connsiteX19" fmla="*/ 990600 w 8017934"/>
              <a:gd name="connsiteY19" fmla="*/ 246398 h 601998"/>
              <a:gd name="connsiteX20" fmla="*/ 1007534 w 8017934"/>
              <a:gd name="connsiteY20" fmla="*/ 314132 h 601998"/>
              <a:gd name="connsiteX21" fmla="*/ 1041400 w 8017934"/>
              <a:gd name="connsiteY21" fmla="*/ 364932 h 601998"/>
              <a:gd name="connsiteX22" fmla="*/ 1058334 w 8017934"/>
              <a:gd name="connsiteY22" fmla="*/ 534265 h 601998"/>
              <a:gd name="connsiteX23" fmla="*/ 1083734 w 8017934"/>
              <a:gd name="connsiteY23" fmla="*/ 551198 h 601998"/>
              <a:gd name="connsiteX24" fmla="*/ 1227667 w 8017934"/>
              <a:gd name="connsiteY24" fmla="*/ 559665 h 601998"/>
              <a:gd name="connsiteX25" fmla="*/ 1405467 w 8017934"/>
              <a:gd name="connsiteY25" fmla="*/ 542732 h 601998"/>
              <a:gd name="connsiteX26" fmla="*/ 1439334 w 8017934"/>
              <a:gd name="connsiteY26" fmla="*/ 534265 h 601998"/>
              <a:gd name="connsiteX27" fmla="*/ 1464734 w 8017934"/>
              <a:gd name="connsiteY27" fmla="*/ 517332 h 601998"/>
              <a:gd name="connsiteX28" fmla="*/ 1481667 w 8017934"/>
              <a:gd name="connsiteY28" fmla="*/ 491932 h 601998"/>
              <a:gd name="connsiteX29" fmla="*/ 1490134 w 8017934"/>
              <a:gd name="connsiteY29" fmla="*/ 373398 h 601998"/>
              <a:gd name="connsiteX30" fmla="*/ 1498600 w 8017934"/>
              <a:gd name="connsiteY30" fmla="*/ 339532 h 601998"/>
              <a:gd name="connsiteX31" fmla="*/ 1515534 w 8017934"/>
              <a:gd name="connsiteY31" fmla="*/ 322598 h 601998"/>
              <a:gd name="connsiteX32" fmla="*/ 1524000 w 8017934"/>
              <a:gd name="connsiteY32" fmla="*/ 288732 h 601998"/>
              <a:gd name="connsiteX33" fmla="*/ 1532467 w 8017934"/>
              <a:gd name="connsiteY33" fmla="*/ 263332 h 601998"/>
              <a:gd name="connsiteX34" fmla="*/ 1540934 w 8017934"/>
              <a:gd name="connsiteY34" fmla="*/ 220998 h 601998"/>
              <a:gd name="connsiteX35" fmla="*/ 1557867 w 8017934"/>
              <a:gd name="connsiteY35" fmla="*/ 187132 h 601998"/>
              <a:gd name="connsiteX36" fmla="*/ 1574800 w 8017934"/>
              <a:gd name="connsiteY36" fmla="*/ 127865 h 601998"/>
              <a:gd name="connsiteX37" fmla="*/ 1608667 w 8017934"/>
              <a:gd name="connsiteY37" fmla="*/ 93998 h 601998"/>
              <a:gd name="connsiteX38" fmla="*/ 1634067 w 8017934"/>
              <a:gd name="connsiteY38" fmla="*/ 77065 h 601998"/>
              <a:gd name="connsiteX39" fmla="*/ 1667934 w 8017934"/>
              <a:gd name="connsiteY39" fmla="*/ 68598 h 601998"/>
              <a:gd name="connsiteX40" fmla="*/ 1693334 w 8017934"/>
              <a:gd name="connsiteY40" fmla="*/ 60132 h 601998"/>
              <a:gd name="connsiteX41" fmla="*/ 1718734 w 8017934"/>
              <a:gd name="connsiteY41" fmla="*/ 68598 h 601998"/>
              <a:gd name="connsiteX42" fmla="*/ 1761067 w 8017934"/>
              <a:gd name="connsiteY42" fmla="*/ 85532 h 601998"/>
              <a:gd name="connsiteX43" fmla="*/ 1811867 w 8017934"/>
              <a:gd name="connsiteY43" fmla="*/ 93998 h 601998"/>
              <a:gd name="connsiteX44" fmla="*/ 2192867 w 8017934"/>
              <a:gd name="connsiteY44" fmla="*/ 93998 h 601998"/>
              <a:gd name="connsiteX45" fmla="*/ 2311400 w 8017934"/>
              <a:gd name="connsiteY45" fmla="*/ 102465 h 601998"/>
              <a:gd name="connsiteX46" fmla="*/ 2345267 w 8017934"/>
              <a:gd name="connsiteY46" fmla="*/ 170198 h 601998"/>
              <a:gd name="connsiteX47" fmla="*/ 2345267 w 8017934"/>
              <a:gd name="connsiteY47" fmla="*/ 170198 h 601998"/>
              <a:gd name="connsiteX48" fmla="*/ 2379134 w 8017934"/>
              <a:gd name="connsiteY48" fmla="*/ 246398 h 601998"/>
              <a:gd name="connsiteX49" fmla="*/ 2404534 w 8017934"/>
              <a:gd name="connsiteY49" fmla="*/ 297198 h 601998"/>
              <a:gd name="connsiteX50" fmla="*/ 2421467 w 8017934"/>
              <a:gd name="connsiteY50" fmla="*/ 356465 h 601998"/>
              <a:gd name="connsiteX51" fmla="*/ 2438400 w 8017934"/>
              <a:gd name="connsiteY51" fmla="*/ 390332 h 601998"/>
              <a:gd name="connsiteX52" fmla="*/ 2455334 w 8017934"/>
              <a:gd name="connsiteY52" fmla="*/ 441132 h 601998"/>
              <a:gd name="connsiteX53" fmla="*/ 2463800 w 8017934"/>
              <a:gd name="connsiteY53" fmla="*/ 466532 h 601998"/>
              <a:gd name="connsiteX54" fmla="*/ 2480734 w 8017934"/>
              <a:gd name="connsiteY54" fmla="*/ 483465 h 601998"/>
              <a:gd name="connsiteX55" fmla="*/ 2523067 w 8017934"/>
              <a:gd name="connsiteY55" fmla="*/ 559665 h 601998"/>
              <a:gd name="connsiteX56" fmla="*/ 2582334 w 8017934"/>
              <a:gd name="connsiteY56" fmla="*/ 568132 h 601998"/>
              <a:gd name="connsiteX57" fmla="*/ 2599267 w 8017934"/>
              <a:gd name="connsiteY57" fmla="*/ 525798 h 601998"/>
              <a:gd name="connsiteX58" fmla="*/ 2616200 w 8017934"/>
              <a:gd name="connsiteY58" fmla="*/ 500398 h 601998"/>
              <a:gd name="connsiteX59" fmla="*/ 2658534 w 8017934"/>
              <a:gd name="connsiteY59" fmla="*/ 508865 h 601998"/>
              <a:gd name="connsiteX60" fmla="*/ 2751667 w 8017934"/>
              <a:gd name="connsiteY60" fmla="*/ 534265 h 601998"/>
              <a:gd name="connsiteX61" fmla="*/ 2777067 w 8017934"/>
              <a:gd name="connsiteY61" fmla="*/ 551198 h 601998"/>
              <a:gd name="connsiteX62" fmla="*/ 2802467 w 8017934"/>
              <a:gd name="connsiteY62" fmla="*/ 500398 h 601998"/>
              <a:gd name="connsiteX63" fmla="*/ 2844800 w 8017934"/>
              <a:gd name="connsiteY63" fmla="*/ 483465 h 601998"/>
              <a:gd name="connsiteX64" fmla="*/ 2861734 w 8017934"/>
              <a:gd name="connsiteY64" fmla="*/ 424198 h 601998"/>
              <a:gd name="connsiteX65" fmla="*/ 2887134 w 8017934"/>
              <a:gd name="connsiteY65" fmla="*/ 263332 h 601998"/>
              <a:gd name="connsiteX66" fmla="*/ 2895600 w 8017934"/>
              <a:gd name="connsiteY66" fmla="*/ 195598 h 601998"/>
              <a:gd name="connsiteX67" fmla="*/ 2929467 w 8017934"/>
              <a:gd name="connsiteY67" fmla="*/ 119398 h 601998"/>
              <a:gd name="connsiteX68" fmla="*/ 2963334 w 8017934"/>
              <a:gd name="connsiteY68" fmla="*/ 102465 h 601998"/>
              <a:gd name="connsiteX69" fmla="*/ 3183467 w 8017934"/>
              <a:gd name="connsiteY69" fmla="*/ 77065 h 601998"/>
              <a:gd name="connsiteX70" fmla="*/ 3293534 w 8017934"/>
              <a:gd name="connsiteY70" fmla="*/ 93998 h 601998"/>
              <a:gd name="connsiteX71" fmla="*/ 3302000 w 8017934"/>
              <a:gd name="connsiteY71" fmla="*/ 127865 h 601998"/>
              <a:gd name="connsiteX72" fmla="*/ 3318934 w 8017934"/>
              <a:gd name="connsiteY72" fmla="*/ 204065 h 601998"/>
              <a:gd name="connsiteX73" fmla="*/ 3335867 w 8017934"/>
              <a:gd name="connsiteY73" fmla="*/ 229465 h 601998"/>
              <a:gd name="connsiteX74" fmla="*/ 3352800 w 8017934"/>
              <a:gd name="connsiteY74" fmla="*/ 288732 h 601998"/>
              <a:gd name="connsiteX75" fmla="*/ 3369734 w 8017934"/>
              <a:gd name="connsiteY75" fmla="*/ 322598 h 601998"/>
              <a:gd name="connsiteX76" fmla="*/ 3386667 w 8017934"/>
              <a:gd name="connsiteY76" fmla="*/ 373398 h 601998"/>
              <a:gd name="connsiteX77" fmla="*/ 3395134 w 8017934"/>
              <a:gd name="connsiteY77" fmla="*/ 398798 h 601998"/>
              <a:gd name="connsiteX78" fmla="*/ 3412067 w 8017934"/>
              <a:gd name="connsiteY78" fmla="*/ 415732 h 601998"/>
              <a:gd name="connsiteX79" fmla="*/ 3437467 w 8017934"/>
              <a:gd name="connsiteY79" fmla="*/ 500398 h 601998"/>
              <a:gd name="connsiteX80" fmla="*/ 3454400 w 8017934"/>
              <a:gd name="connsiteY80" fmla="*/ 525798 h 601998"/>
              <a:gd name="connsiteX81" fmla="*/ 3462867 w 8017934"/>
              <a:gd name="connsiteY81" fmla="*/ 551198 h 601998"/>
              <a:gd name="connsiteX82" fmla="*/ 3505200 w 8017934"/>
              <a:gd name="connsiteY82" fmla="*/ 593532 h 601998"/>
              <a:gd name="connsiteX83" fmla="*/ 3784600 w 8017934"/>
              <a:gd name="connsiteY83" fmla="*/ 601998 h 601998"/>
              <a:gd name="connsiteX84" fmla="*/ 3683000 w 8017934"/>
              <a:gd name="connsiteY84" fmla="*/ 576598 h 601998"/>
              <a:gd name="connsiteX85" fmla="*/ 3708400 w 8017934"/>
              <a:gd name="connsiteY85" fmla="*/ 568132 h 601998"/>
              <a:gd name="connsiteX86" fmla="*/ 3683000 w 8017934"/>
              <a:gd name="connsiteY86" fmla="*/ 559665 h 601998"/>
              <a:gd name="connsiteX87" fmla="*/ 3666067 w 8017934"/>
              <a:gd name="connsiteY87" fmla="*/ 534265 h 601998"/>
              <a:gd name="connsiteX88" fmla="*/ 3810000 w 8017934"/>
              <a:gd name="connsiteY88" fmla="*/ 525798 h 601998"/>
              <a:gd name="connsiteX89" fmla="*/ 4004734 w 8017934"/>
              <a:gd name="connsiteY89" fmla="*/ 551198 h 601998"/>
              <a:gd name="connsiteX90" fmla="*/ 4174067 w 8017934"/>
              <a:gd name="connsiteY90" fmla="*/ 542732 h 601998"/>
              <a:gd name="connsiteX91" fmla="*/ 4191000 w 8017934"/>
              <a:gd name="connsiteY91" fmla="*/ 525798 h 601998"/>
              <a:gd name="connsiteX92" fmla="*/ 4199467 w 8017934"/>
              <a:gd name="connsiteY92" fmla="*/ 500398 h 601998"/>
              <a:gd name="connsiteX93" fmla="*/ 4216400 w 8017934"/>
              <a:gd name="connsiteY93" fmla="*/ 466532 h 601998"/>
              <a:gd name="connsiteX94" fmla="*/ 4216400 w 8017934"/>
              <a:gd name="connsiteY94" fmla="*/ 178665 h 601998"/>
              <a:gd name="connsiteX95" fmla="*/ 4224867 w 8017934"/>
              <a:gd name="connsiteY95" fmla="*/ 153265 h 601998"/>
              <a:gd name="connsiteX96" fmla="*/ 4258734 w 8017934"/>
              <a:gd name="connsiteY96" fmla="*/ 127865 h 601998"/>
              <a:gd name="connsiteX97" fmla="*/ 5164667 w 8017934"/>
              <a:gd name="connsiteY97" fmla="*/ 339532 h 601998"/>
              <a:gd name="connsiteX98" fmla="*/ 5190067 w 8017934"/>
              <a:gd name="connsiteY98" fmla="*/ 390332 h 601998"/>
              <a:gd name="connsiteX99" fmla="*/ 5207000 w 8017934"/>
              <a:gd name="connsiteY99" fmla="*/ 441132 h 601998"/>
              <a:gd name="connsiteX100" fmla="*/ 5274734 w 8017934"/>
              <a:gd name="connsiteY100" fmla="*/ 483465 h 601998"/>
              <a:gd name="connsiteX101" fmla="*/ 5317067 w 8017934"/>
              <a:gd name="connsiteY101" fmla="*/ 525798 h 601998"/>
              <a:gd name="connsiteX102" fmla="*/ 5308600 w 8017934"/>
              <a:gd name="connsiteY102" fmla="*/ 517332 h 601998"/>
              <a:gd name="connsiteX103" fmla="*/ 5266267 w 8017934"/>
              <a:gd name="connsiteY103" fmla="*/ 542732 h 601998"/>
              <a:gd name="connsiteX104" fmla="*/ 5283200 w 8017934"/>
              <a:gd name="connsiteY104" fmla="*/ 517332 h 601998"/>
              <a:gd name="connsiteX105" fmla="*/ 5342467 w 8017934"/>
              <a:gd name="connsiteY105" fmla="*/ 500398 h 601998"/>
              <a:gd name="connsiteX106" fmla="*/ 5401734 w 8017934"/>
              <a:gd name="connsiteY106" fmla="*/ 483465 h 601998"/>
              <a:gd name="connsiteX107" fmla="*/ 5435600 w 8017934"/>
              <a:gd name="connsiteY107" fmla="*/ 466532 h 601998"/>
              <a:gd name="connsiteX108" fmla="*/ 5537200 w 8017934"/>
              <a:gd name="connsiteY108" fmla="*/ 458065 h 601998"/>
              <a:gd name="connsiteX109" fmla="*/ 5562600 w 8017934"/>
              <a:gd name="connsiteY109" fmla="*/ 407265 h 601998"/>
              <a:gd name="connsiteX110" fmla="*/ 5579534 w 8017934"/>
              <a:gd name="connsiteY110" fmla="*/ 373398 h 601998"/>
              <a:gd name="connsiteX111" fmla="*/ 5613400 w 8017934"/>
              <a:gd name="connsiteY111" fmla="*/ 314132 h 601998"/>
              <a:gd name="connsiteX112" fmla="*/ 5621867 w 8017934"/>
              <a:gd name="connsiteY112" fmla="*/ 280265 h 601998"/>
              <a:gd name="connsiteX113" fmla="*/ 5630334 w 8017934"/>
              <a:gd name="connsiteY113" fmla="*/ 170198 h 601998"/>
              <a:gd name="connsiteX114" fmla="*/ 5638800 w 8017934"/>
              <a:gd name="connsiteY114" fmla="*/ 136332 h 601998"/>
              <a:gd name="connsiteX115" fmla="*/ 5689600 w 8017934"/>
              <a:gd name="connsiteY115" fmla="*/ 93998 h 601998"/>
              <a:gd name="connsiteX116" fmla="*/ 5731934 w 8017934"/>
              <a:gd name="connsiteY116" fmla="*/ 85532 h 601998"/>
              <a:gd name="connsiteX117" fmla="*/ 5892800 w 8017934"/>
              <a:gd name="connsiteY117" fmla="*/ 93998 h 601998"/>
              <a:gd name="connsiteX118" fmla="*/ 5918200 w 8017934"/>
              <a:gd name="connsiteY118" fmla="*/ 110932 h 601998"/>
              <a:gd name="connsiteX119" fmla="*/ 5960534 w 8017934"/>
              <a:gd name="connsiteY119" fmla="*/ 153265 h 601998"/>
              <a:gd name="connsiteX120" fmla="*/ 6019800 w 8017934"/>
              <a:gd name="connsiteY120" fmla="*/ 187132 h 601998"/>
              <a:gd name="connsiteX121" fmla="*/ 6028267 w 8017934"/>
              <a:gd name="connsiteY121" fmla="*/ 220998 h 601998"/>
              <a:gd name="connsiteX122" fmla="*/ 6062134 w 8017934"/>
              <a:gd name="connsiteY122" fmla="*/ 263332 h 601998"/>
              <a:gd name="connsiteX123" fmla="*/ 6079067 w 8017934"/>
              <a:gd name="connsiteY123" fmla="*/ 288732 h 601998"/>
              <a:gd name="connsiteX124" fmla="*/ 6104467 w 8017934"/>
              <a:gd name="connsiteY124" fmla="*/ 314132 h 601998"/>
              <a:gd name="connsiteX125" fmla="*/ 6138334 w 8017934"/>
              <a:gd name="connsiteY125" fmla="*/ 364932 h 601998"/>
              <a:gd name="connsiteX126" fmla="*/ 6155267 w 8017934"/>
              <a:gd name="connsiteY126" fmla="*/ 458065 h 601998"/>
              <a:gd name="connsiteX127" fmla="*/ 6180667 w 8017934"/>
              <a:gd name="connsiteY127" fmla="*/ 474998 h 601998"/>
              <a:gd name="connsiteX128" fmla="*/ 6197600 w 8017934"/>
              <a:gd name="connsiteY128" fmla="*/ 517332 h 601998"/>
              <a:gd name="connsiteX129" fmla="*/ 6214534 w 8017934"/>
              <a:gd name="connsiteY129" fmla="*/ 534265 h 601998"/>
              <a:gd name="connsiteX130" fmla="*/ 6409267 w 8017934"/>
              <a:gd name="connsiteY130" fmla="*/ 576598 h 601998"/>
              <a:gd name="connsiteX131" fmla="*/ 6443134 w 8017934"/>
              <a:gd name="connsiteY131" fmla="*/ 551198 h 601998"/>
              <a:gd name="connsiteX132" fmla="*/ 6468534 w 8017934"/>
              <a:gd name="connsiteY132" fmla="*/ 441132 h 601998"/>
              <a:gd name="connsiteX133" fmla="*/ 6519334 w 8017934"/>
              <a:gd name="connsiteY133" fmla="*/ 466532 h 601998"/>
              <a:gd name="connsiteX134" fmla="*/ 7035800 w 8017934"/>
              <a:gd name="connsiteY134" fmla="*/ 491932 h 601998"/>
              <a:gd name="connsiteX135" fmla="*/ 7171267 w 8017934"/>
              <a:gd name="connsiteY135" fmla="*/ 525798 h 601998"/>
              <a:gd name="connsiteX136" fmla="*/ 7239000 w 8017934"/>
              <a:gd name="connsiteY136" fmla="*/ 542732 h 601998"/>
              <a:gd name="connsiteX137" fmla="*/ 7416800 w 8017934"/>
              <a:gd name="connsiteY137" fmla="*/ 508865 h 601998"/>
              <a:gd name="connsiteX138" fmla="*/ 7425267 w 8017934"/>
              <a:gd name="connsiteY138" fmla="*/ 466532 h 601998"/>
              <a:gd name="connsiteX139" fmla="*/ 7433734 w 8017934"/>
              <a:gd name="connsiteY139" fmla="*/ 373398 h 601998"/>
              <a:gd name="connsiteX140" fmla="*/ 7450667 w 8017934"/>
              <a:gd name="connsiteY140" fmla="*/ 347998 h 601998"/>
              <a:gd name="connsiteX141" fmla="*/ 7459134 w 8017934"/>
              <a:gd name="connsiteY141" fmla="*/ 305665 h 601998"/>
              <a:gd name="connsiteX142" fmla="*/ 7467600 w 8017934"/>
              <a:gd name="connsiteY142" fmla="*/ 280265 h 601998"/>
              <a:gd name="connsiteX143" fmla="*/ 7476067 w 8017934"/>
              <a:gd name="connsiteY143" fmla="*/ 246398 h 601998"/>
              <a:gd name="connsiteX144" fmla="*/ 7526867 w 8017934"/>
              <a:gd name="connsiteY144" fmla="*/ 229465 h 601998"/>
              <a:gd name="connsiteX145" fmla="*/ 7569200 w 8017934"/>
              <a:gd name="connsiteY145" fmla="*/ 187132 h 601998"/>
              <a:gd name="connsiteX146" fmla="*/ 7611534 w 8017934"/>
              <a:gd name="connsiteY146" fmla="*/ 153265 h 601998"/>
              <a:gd name="connsiteX147" fmla="*/ 7645400 w 8017934"/>
              <a:gd name="connsiteY147" fmla="*/ 127865 h 601998"/>
              <a:gd name="connsiteX148" fmla="*/ 7653867 w 8017934"/>
              <a:gd name="connsiteY148" fmla="*/ 102465 h 601998"/>
              <a:gd name="connsiteX149" fmla="*/ 7730067 w 8017934"/>
              <a:gd name="connsiteY149" fmla="*/ 68598 h 601998"/>
              <a:gd name="connsiteX150" fmla="*/ 7823200 w 8017934"/>
              <a:gd name="connsiteY150" fmla="*/ 43198 h 601998"/>
              <a:gd name="connsiteX151" fmla="*/ 7907867 w 8017934"/>
              <a:gd name="connsiteY151" fmla="*/ 9332 h 601998"/>
              <a:gd name="connsiteX152" fmla="*/ 7941734 w 8017934"/>
              <a:gd name="connsiteY152" fmla="*/ 865 h 601998"/>
              <a:gd name="connsiteX153" fmla="*/ 8017934 w 8017934"/>
              <a:gd name="connsiteY153" fmla="*/ 865 h 601998"/>
              <a:gd name="connsiteX0" fmla="*/ 0 w 8017934"/>
              <a:gd name="connsiteY0" fmla="*/ 559665 h 593532"/>
              <a:gd name="connsiteX1" fmla="*/ 491067 w 8017934"/>
              <a:gd name="connsiteY1" fmla="*/ 551198 h 593532"/>
              <a:gd name="connsiteX2" fmla="*/ 508000 w 8017934"/>
              <a:gd name="connsiteY2" fmla="*/ 525798 h 593532"/>
              <a:gd name="connsiteX3" fmla="*/ 533400 w 8017934"/>
              <a:gd name="connsiteY3" fmla="*/ 508865 h 593532"/>
              <a:gd name="connsiteX4" fmla="*/ 567267 w 8017934"/>
              <a:gd name="connsiteY4" fmla="*/ 474998 h 593532"/>
              <a:gd name="connsiteX5" fmla="*/ 575734 w 8017934"/>
              <a:gd name="connsiteY5" fmla="*/ 449598 h 593532"/>
              <a:gd name="connsiteX6" fmla="*/ 584200 w 8017934"/>
              <a:gd name="connsiteY6" fmla="*/ 407265 h 593532"/>
              <a:gd name="connsiteX7" fmla="*/ 601134 w 8017934"/>
              <a:gd name="connsiteY7" fmla="*/ 381865 h 593532"/>
              <a:gd name="connsiteX8" fmla="*/ 618067 w 8017934"/>
              <a:gd name="connsiteY8" fmla="*/ 305665 h 593532"/>
              <a:gd name="connsiteX9" fmla="*/ 626534 w 8017934"/>
              <a:gd name="connsiteY9" fmla="*/ 280265 h 593532"/>
              <a:gd name="connsiteX10" fmla="*/ 643467 w 8017934"/>
              <a:gd name="connsiteY10" fmla="*/ 246398 h 593532"/>
              <a:gd name="connsiteX11" fmla="*/ 660400 w 8017934"/>
              <a:gd name="connsiteY11" fmla="*/ 187132 h 593532"/>
              <a:gd name="connsiteX12" fmla="*/ 677334 w 8017934"/>
              <a:gd name="connsiteY12" fmla="*/ 170198 h 593532"/>
              <a:gd name="connsiteX13" fmla="*/ 702734 w 8017934"/>
              <a:gd name="connsiteY13" fmla="*/ 110932 h 593532"/>
              <a:gd name="connsiteX14" fmla="*/ 795867 w 8017934"/>
              <a:gd name="connsiteY14" fmla="*/ 68598 h 593532"/>
              <a:gd name="connsiteX15" fmla="*/ 922867 w 8017934"/>
              <a:gd name="connsiteY15" fmla="*/ 85532 h 593532"/>
              <a:gd name="connsiteX16" fmla="*/ 948267 w 8017934"/>
              <a:gd name="connsiteY16" fmla="*/ 93998 h 593532"/>
              <a:gd name="connsiteX17" fmla="*/ 965200 w 8017934"/>
              <a:gd name="connsiteY17" fmla="*/ 144798 h 593532"/>
              <a:gd name="connsiteX18" fmla="*/ 982134 w 8017934"/>
              <a:gd name="connsiteY18" fmla="*/ 220998 h 593532"/>
              <a:gd name="connsiteX19" fmla="*/ 990600 w 8017934"/>
              <a:gd name="connsiteY19" fmla="*/ 246398 h 593532"/>
              <a:gd name="connsiteX20" fmla="*/ 1007534 w 8017934"/>
              <a:gd name="connsiteY20" fmla="*/ 314132 h 593532"/>
              <a:gd name="connsiteX21" fmla="*/ 1041400 w 8017934"/>
              <a:gd name="connsiteY21" fmla="*/ 364932 h 593532"/>
              <a:gd name="connsiteX22" fmla="*/ 1058334 w 8017934"/>
              <a:gd name="connsiteY22" fmla="*/ 534265 h 593532"/>
              <a:gd name="connsiteX23" fmla="*/ 1083734 w 8017934"/>
              <a:gd name="connsiteY23" fmla="*/ 551198 h 593532"/>
              <a:gd name="connsiteX24" fmla="*/ 1227667 w 8017934"/>
              <a:gd name="connsiteY24" fmla="*/ 559665 h 593532"/>
              <a:gd name="connsiteX25" fmla="*/ 1405467 w 8017934"/>
              <a:gd name="connsiteY25" fmla="*/ 542732 h 593532"/>
              <a:gd name="connsiteX26" fmla="*/ 1439334 w 8017934"/>
              <a:gd name="connsiteY26" fmla="*/ 534265 h 593532"/>
              <a:gd name="connsiteX27" fmla="*/ 1464734 w 8017934"/>
              <a:gd name="connsiteY27" fmla="*/ 517332 h 593532"/>
              <a:gd name="connsiteX28" fmla="*/ 1481667 w 8017934"/>
              <a:gd name="connsiteY28" fmla="*/ 491932 h 593532"/>
              <a:gd name="connsiteX29" fmla="*/ 1490134 w 8017934"/>
              <a:gd name="connsiteY29" fmla="*/ 373398 h 593532"/>
              <a:gd name="connsiteX30" fmla="*/ 1498600 w 8017934"/>
              <a:gd name="connsiteY30" fmla="*/ 339532 h 593532"/>
              <a:gd name="connsiteX31" fmla="*/ 1515534 w 8017934"/>
              <a:gd name="connsiteY31" fmla="*/ 322598 h 593532"/>
              <a:gd name="connsiteX32" fmla="*/ 1524000 w 8017934"/>
              <a:gd name="connsiteY32" fmla="*/ 288732 h 593532"/>
              <a:gd name="connsiteX33" fmla="*/ 1532467 w 8017934"/>
              <a:gd name="connsiteY33" fmla="*/ 263332 h 593532"/>
              <a:gd name="connsiteX34" fmla="*/ 1540934 w 8017934"/>
              <a:gd name="connsiteY34" fmla="*/ 220998 h 593532"/>
              <a:gd name="connsiteX35" fmla="*/ 1557867 w 8017934"/>
              <a:gd name="connsiteY35" fmla="*/ 187132 h 593532"/>
              <a:gd name="connsiteX36" fmla="*/ 1574800 w 8017934"/>
              <a:gd name="connsiteY36" fmla="*/ 127865 h 593532"/>
              <a:gd name="connsiteX37" fmla="*/ 1608667 w 8017934"/>
              <a:gd name="connsiteY37" fmla="*/ 93998 h 593532"/>
              <a:gd name="connsiteX38" fmla="*/ 1634067 w 8017934"/>
              <a:gd name="connsiteY38" fmla="*/ 77065 h 593532"/>
              <a:gd name="connsiteX39" fmla="*/ 1667934 w 8017934"/>
              <a:gd name="connsiteY39" fmla="*/ 68598 h 593532"/>
              <a:gd name="connsiteX40" fmla="*/ 1693334 w 8017934"/>
              <a:gd name="connsiteY40" fmla="*/ 60132 h 593532"/>
              <a:gd name="connsiteX41" fmla="*/ 1718734 w 8017934"/>
              <a:gd name="connsiteY41" fmla="*/ 68598 h 593532"/>
              <a:gd name="connsiteX42" fmla="*/ 1761067 w 8017934"/>
              <a:gd name="connsiteY42" fmla="*/ 85532 h 593532"/>
              <a:gd name="connsiteX43" fmla="*/ 1811867 w 8017934"/>
              <a:gd name="connsiteY43" fmla="*/ 93998 h 593532"/>
              <a:gd name="connsiteX44" fmla="*/ 2192867 w 8017934"/>
              <a:gd name="connsiteY44" fmla="*/ 93998 h 593532"/>
              <a:gd name="connsiteX45" fmla="*/ 2311400 w 8017934"/>
              <a:gd name="connsiteY45" fmla="*/ 102465 h 593532"/>
              <a:gd name="connsiteX46" fmla="*/ 2345267 w 8017934"/>
              <a:gd name="connsiteY46" fmla="*/ 170198 h 593532"/>
              <a:gd name="connsiteX47" fmla="*/ 2345267 w 8017934"/>
              <a:gd name="connsiteY47" fmla="*/ 170198 h 593532"/>
              <a:gd name="connsiteX48" fmla="*/ 2379134 w 8017934"/>
              <a:gd name="connsiteY48" fmla="*/ 246398 h 593532"/>
              <a:gd name="connsiteX49" fmla="*/ 2404534 w 8017934"/>
              <a:gd name="connsiteY49" fmla="*/ 297198 h 593532"/>
              <a:gd name="connsiteX50" fmla="*/ 2421467 w 8017934"/>
              <a:gd name="connsiteY50" fmla="*/ 356465 h 593532"/>
              <a:gd name="connsiteX51" fmla="*/ 2438400 w 8017934"/>
              <a:gd name="connsiteY51" fmla="*/ 390332 h 593532"/>
              <a:gd name="connsiteX52" fmla="*/ 2455334 w 8017934"/>
              <a:gd name="connsiteY52" fmla="*/ 441132 h 593532"/>
              <a:gd name="connsiteX53" fmla="*/ 2463800 w 8017934"/>
              <a:gd name="connsiteY53" fmla="*/ 466532 h 593532"/>
              <a:gd name="connsiteX54" fmla="*/ 2480734 w 8017934"/>
              <a:gd name="connsiteY54" fmla="*/ 483465 h 593532"/>
              <a:gd name="connsiteX55" fmla="*/ 2523067 w 8017934"/>
              <a:gd name="connsiteY55" fmla="*/ 559665 h 593532"/>
              <a:gd name="connsiteX56" fmla="*/ 2582334 w 8017934"/>
              <a:gd name="connsiteY56" fmla="*/ 568132 h 593532"/>
              <a:gd name="connsiteX57" fmla="*/ 2599267 w 8017934"/>
              <a:gd name="connsiteY57" fmla="*/ 525798 h 593532"/>
              <a:gd name="connsiteX58" fmla="*/ 2616200 w 8017934"/>
              <a:gd name="connsiteY58" fmla="*/ 500398 h 593532"/>
              <a:gd name="connsiteX59" fmla="*/ 2658534 w 8017934"/>
              <a:gd name="connsiteY59" fmla="*/ 508865 h 593532"/>
              <a:gd name="connsiteX60" fmla="*/ 2751667 w 8017934"/>
              <a:gd name="connsiteY60" fmla="*/ 534265 h 593532"/>
              <a:gd name="connsiteX61" fmla="*/ 2777067 w 8017934"/>
              <a:gd name="connsiteY61" fmla="*/ 551198 h 593532"/>
              <a:gd name="connsiteX62" fmla="*/ 2802467 w 8017934"/>
              <a:gd name="connsiteY62" fmla="*/ 500398 h 593532"/>
              <a:gd name="connsiteX63" fmla="*/ 2844800 w 8017934"/>
              <a:gd name="connsiteY63" fmla="*/ 483465 h 593532"/>
              <a:gd name="connsiteX64" fmla="*/ 2861734 w 8017934"/>
              <a:gd name="connsiteY64" fmla="*/ 424198 h 593532"/>
              <a:gd name="connsiteX65" fmla="*/ 2887134 w 8017934"/>
              <a:gd name="connsiteY65" fmla="*/ 263332 h 593532"/>
              <a:gd name="connsiteX66" fmla="*/ 2895600 w 8017934"/>
              <a:gd name="connsiteY66" fmla="*/ 195598 h 593532"/>
              <a:gd name="connsiteX67" fmla="*/ 2929467 w 8017934"/>
              <a:gd name="connsiteY67" fmla="*/ 119398 h 593532"/>
              <a:gd name="connsiteX68" fmla="*/ 2963334 w 8017934"/>
              <a:gd name="connsiteY68" fmla="*/ 102465 h 593532"/>
              <a:gd name="connsiteX69" fmla="*/ 3183467 w 8017934"/>
              <a:gd name="connsiteY69" fmla="*/ 77065 h 593532"/>
              <a:gd name="connsiteX70" fmla="*/ 3293534 w 8017934"/>
              <a:gd name="connsiteY70" fmla="*/ 93998 h 593532"/>
              <a:gd name="connsiteX71" fmla="*/ 3302000 w 8017934"/>
              <a:gd name="connsiteY71" fmla="*/ 127865 h 593532"/>
              <a:gd name="connsiteX72" fmla="*/ 3318934 w 8017934"/>
              <a:gd name="connsiteY72" fmla="*/ 204065 h 593532"/>
              <a:gd name="connsiteX73" fmla="*/ 3335867 w 8017934"/>
              <a:gd name="connsiteY73" fmla="*/ 229465 h 593532"/>
              <a:gd name="connsiteX74" fmla="*/ 3352800 w 8017934"/>
              <a:gd name="connsiteY74" fmla="*/ 288732 h 593532"/>
              <a:gd name="connsiteX75" fmla="*/ 3369734 w 8017934"/>
              <a:gd name="connsiteY75" fmla="*/ 322598 h 593532"/>
              <a:gd name="connsiteX76" fmla="*/ 3386667 w 8017934"/>
              <a:gd name="connsiteY76" fmla="*/ 373398 h 593532"/>
              <a:gd name="connsiteX77" fmla="*/ 3395134 w 8017934"/>
              <a:gd name="connsiteY77" fmla="*/ 398798 h 593532"/>
              <a:gd name="connsiteX78" fmla="*/ 3412067 w 8017934"/>
              <a:gd name="connsiteY78" fmla="*/ 415732 h 593532"/>
              <a:gd name="connsiteX79" fmla="*/ 3437467 w 8017934"/>
              <a:gd name="connsiteY79" fmla="*/ 500398 h 593532"/>
              <a:gd name="connsiteX80" fmla="*/ 3454400 w 8017934"/>
              <a:gd name="connsiteY80" fmla="*/ 525798 h 593532"/>
              <a:gd name="connsiteX81" fmla="*/ 3462867 w 8017934"/>
              <a:gd name="connsiteY81" fmla="*/ 551198 h 593532"/>
              <a:gd name="connsiteX82" fmla="*/ 3505200 w 8017934"/>
              <a:gd name="connsiteY82" fmla="*/ 593532 h 593532"/>
              <a:gd name="connsiteX83" fmla="*/ 3683000 w 8017934"/>
              <a:gd name="connsiteY83" fmla="*/ 576598 h 593532"/>
              <a:gd name="connsiteX84" fmla="*/ 3708400 w 8017934"/>
              <a:gd name="connsiteY84" fmla="*/ 568132 h 593532"/>
              <a:gd name="connsiteX85" fmla="*/ 3683000 w 8017934"/>
              <a:gd name="connsiteY85" fmla="*/ 559665 h 593532"/>
              <a:gd name="connsiteX86" fmla="*/ 3666067 w 8017934"/>
              <a:gd name="connsiteY86" fmla="*/ 534265 h 593532"/>
              <a:gd name="connsiteX87" fmla="*/ 3810000 w 8017934"/>
              <a:gd name="connsiteY87" fmla="*/ 525798 h 593532"/>
              <a:gd name="connsiteX88" fmla="*/ 4004734 w 8017934"/>
              <a:gd name="connsiteY88" fmla="*/ 551198 h 593532"/>
              <a:gd name="connsiteX89" fmla="*/ 4174067 w 8017934"/>
              <a:gd name="connsiteY89" fmla="*/ 542732 h 593532"/>
              <a:gd name="connsiteX90" fmla="*/ 4191000 w 8017934"/>
              <a:gd name="connsiteY90" fmla="*/ 525798 h 593532"/>
              <a:gd name="connsiteX91" fmla="*/ 4199467 w 8017934"/>
              <a:gd name="connsiteY91" fmla="*/ 500398 h 593532"/>
              <a:gd name="connsiteX92" fmla="*/ 4216400 w 8017934"/>
              <a:gd name="connsiteY92" fmla="*/ 466532 h 593532"/>
              <a:gd name="connsiteX93" fmla="*/ 4216400 w 8017934"/>
              <a:gd name="connsiteY93" fmla="*/ 178665 h 593532"/>
              <a:gd name="connsiteX94" fmla="*/ 4224867 w 8017934"/>
              <a:gd name="connsiteY94" fmla="*/ 153265 h 593532"/>
              <a:gd name="connsiteX95" fmla="*/ 4258734 w 8017934"/>
              <a:gd name="connsiteY95" fmla="*/ 127865 h 593532"/>
              <a:gd name="connsiteX96" fmla="*/ 5164667 w 8017934"/>
              <a:gd name="connsiteY96" fmla="*/ 339532 h 593532"/>
              <a:gd name="connsiteX97" fmla="*/ 5190067 w 8017934"/>
              <a:gd name="connsiteY97" fmla="*/ 390332 h 593532"/>
              <a:gd name="connsiteX98" fmla="*/ 5207000 w 8017934"/>
              <a:gd name="connsiteY98" fmla="*/ 441132 h 593532"/>
              <a:gd name="connsiteX99" fmla="*/ 5274734 w 8017934"/>
              <a:gd name="connsiteY99" fmla="*/ 483465 h 593532"/>
              <a:gd name="connsiteX100" fmla="*/ 5317067 w 8017934"/>
              <a:gd name="connsiteY100" fmla="*/ 525798 h 593532"/>
              <a:gd name="connsiteX101" fmla="*/ 5308600 w 8017934"/>
              <a:gd name="connsiteY101" fmla="*/ 517332 h 593532"/>
              <a:gd name="connsiteX102" fmla="*/ 5266267 w 8017934"/>
              <a:gd name="connsiteY102" fmla="*/ 542732 h 593532"/>
              <a:gd name="connsiteX103" fmla="*/ 5283200 w 8017934"/>
              <a:gd name="connsiteY103" fmla="*/ 517332 h 593532"/>
              <a:gd name="connsiteX104" fmla="*/ 5342467 w 8017934"/>
              <a:gd name="connsiteY104" fmla="*/ 500398 h 593532"/>
              <a:gd name="connsiteX105" fmla="*/ 5401734 w 8017934"/>
              <a:gd name="connsiteY105" fmla="*/ 483465 h 593532"/>
              <a:gd name="connsiteX106" fmla="*/ 5435600 w 8017934"/>
              <a:gd name="connsiteY106" fmla="*/ 466532 h 593532"/>
              <a:gd name="connsiteX107" fmla="*/ 5537200 w 8017934"/>
              <a:gd name="connsiteY107" fmla="*/ 458065 h 593532"/>
              <a:gd name="connsiteX108" fmla="*/ 5562600 w 8017934"/>
              <a:gd name="connsiteY108" fmla="*/ 407265 h 593532"/>
              <a:gd name="connsiteX109" fmla="*/ 5579534 w 8017934"/>
              <a:gd name="connsiteY109" fmla="*/ 373398 h 593532"/>
              <a:gd name="connsiteX110" fmla="*/ 5613400 w 8017934"/>
              <a:gd name="connsiteY110" fmla="*/ 314132 h 593532"/>
              <a:gd name="connsiteX111" fmla="*/ 5621867 w 8017934"/>
              <a:gd name="connsiteY111" fmla="*/ 280265 h 593532"/>
              <a:gd name="connsiteX112" fmla="*/ 5630334 w 8017934"/>
              <a:gd name="connsiteY112" fmla="*/ 170198 h 593532"/>
              <a:gd name="connsiteX113" fmla="*/ 5638800 w 8017934"/>
              <a:gd name="connsiteY113" fmla="*/ 136332 h 593532"/>
              <a:gd name="connsiteX114" fmla="*/ 5689600 w 8017934"/>
              <a:gd name="connsiteY114" fmla="*/ 93998 h 593532"/>
              <a:gd name="connsiteX115" fmla="*/ 5731934 w 8017934"/>
              <a:gd name="connsiteY115" fmla="*/ 85532 h 593532"/>
              <a:gd name="connsiteX116" fmla="*/ 5892800 w 8017934"/>
              <a:gd name="connsiteY116" fmla="*/ 93998 h 593532"/>
              <a:gd name="connsiteX117" fmla="*/ 5918200 w 8017934"/>
              <a:gd name="connsiteY117" fmla="*/ 110932 h 593532"/>
              <a:gd name="connsiteX118" fmla="*/ 5960534 w 8017934"/>
              <a:gd name="connsiteY118" fmla="*/ 153265 h 593532"/>
              <a:gd name="connsiteX119" fmla="*/ 6019800 w 8017934"/>
              <a:gd name="connsiteY119" fmla="*/ 187132 h 593532"/>
              <a:gd name="connsiteX120" fmla="*/ 6028267 w 8017934"/>
              <a:gd name="connsiteY120" fmla="*/ 220998 h 593532"/>
              <a:gd name="connsiteX121" fmla="*/ 6062134 w 8017934"/>
              <a:gd name="connsiteY121" fmla="*/ 263332 h 593532"/>
              <a:gd name="connsiteX122" fmla="*/ 6079067 w 8017934"/>
              <a:gd name="connsiteY122" fmla="*/ 288732 h 593532"/>
              <a:gd name="connsiteX123" fmla="*/ 6104467 w 8017934"/>
              <a:gd name="connsiteY123" fmla="*/ 314132 h 593532"/>
              <a:gd name="connsiteX124" fmla="*/ 6138334 w 8017934"/>
              <a:gd name="connsiteY124" fmla="*/ 364932 h 593532"/>
              <a:gd name="connsiteX125" fmla="*/ 6155267 w 8017934"/>
              <a:gd name="connsiteY125" fmla="*/ 458065 h 593532"/>
              <a:gd name="connsiteX126" fmla="*/ 6180667 w 8017934"/>
              <a:gd name="connsiteY126" fmla="*/ 474998 h 593532"/>
              <a:gd name="connsiteX127" fmla="*/ 6197600 w 8017934"/>
              <a:gd name="connsiteY127" fmla="*/ 517332 h 593532"/>
              <a:gd name="connsiteX128" fmla="*/ 6214534 w 8017934"/>
              <a:gd name="connsiteY128" fmla="*/ 534265 h 593532"/>
              <a:gd name="connsiteX129" fmla="*/ 6409267 w 8017934"/>
              <a:gd name="connsiteY129" fmla="*/ 576598 h 593532"/>
              <a:gd name="connsiteX130" fmla="*/ 6443134 w 8017934"/>
              <a:gd name="connsiteY130" fmla="*/ 551198 h 593532"/>
              <a:gd name="connsiteX131" fmla="*/ 6468534 w 8017934"/>
              <a:gd name="connsiteY131" fmla="*/ 441132 h 593532"/>
              <a:gd name="connsiteX132" fmla="*/ 6519334 w 8017934"/>
              <a:gd name="connsiteY132" fmla="*/ 466532 h 593532"/>
              <a:gd name="connsiteX133" fmla="*/ 7035800 w 8017934"/>
              <a:gd name="connsiteY133" fmla="*/ 491932 h 593532"/>
              <a:gd name="connsiteX134" fmla="*/ 7171267 w 8017934"/>
              <a:gd name="connsiteY134" fmla="*/ 525798 h 593532"/>
              <a:gd name="connsiteX135" fmla="*/ 7239000 w 8017934"/>
              <a:gd name="connsiteY135" fmla="*/ 542732 h 593532"/>
              <a:gd name="connsiteX136" fmla="*/ 7416800 w 8017934"/>
              <a:gd name="connsiteY136" fmla="*/ 508865 h 593532"/>
              <a:gd name="connsiteX137" fmla="*/ 7425267 w 8017934"/>
              <a:gd name="connsiteY137" fmla="*/ 466532 h 593532"/>
              <a:gd name="connsiteX138" fmla="*/ 7433734 w 8017934"/>
              <a:gd name="connsiteY138" fmla="*/ 373398 h 593532"/>
              <a:gd name="connsiteX139" fmla="*/ 7450667 w 8017934"/>
              <a:gd name="connsiteY139" fmla="*/ 347998 h 593532"/>
              <a:gd name="connsiteX140" fmla="*/ 7459134 w 8017934"/>
              <a:gd name="connsiteY140" fmla="*/ 305665 h 593532"/>
              <a:gd name="connsiteX141" fmla="*/ 7467600 w 8017934"/>
              <a:gd name="connsiteY141" fmla="*/ 280265 h 593532"/>
              <a:gd name="connsiteX142" fmla="*/ 7476067 w 8017934"/>
              <a:gd name="connsiteY142" fmla="*/ 246398 h 593532"/>
              <a:gd name="connsiteX143" fmla="*/ 7526867 w 8017934"/>
              <a:gd name="connsiteY143" fmla="*/ 229465 h 593532"/>
              <a:gd name="connsiteX144" fmla="*/ 7569200 w 8017934"/>
              <a:gd name="connsiteY144" fmla="*/ 187132 h 593532"/>
              <a:gd name="connsiteX145" fmla="*/ 7611534 w 8017934"/>
              <a:gd name="connsiteY145" fmla="*/ 153265 h 593532"/>
              <a:gd name="connsiteX146" fmla="*/ 7645400 w 8017934"/>
              <a:gd name="connsiteY146" fmla="*/ 127865 h 593532"/>
              <a:gd name="connsiteX147" fmla="*/ 7653867 w 8017934"/>
              <a:gd name="connsiteY147" fmla="*/ 102465 h 593532"/>
              <a:gd name="connsiteX148" fmla="*/ 7730067 w 8017934"/>
              <a:gd name="connsiteY148" fmla="*/ 68598 h 593532"/>
              <a:gd name="connsiteX149" fmla="*/ 7823200 w 8017934"/>
              <a:gd name="connsiteY149" fmla="*/ 43198 h 593532"/>
              <a:gd name="connsiteX150" fmla="*/ 7907867 w 8017934"/>
              <a:gd name="connsiteY150" fmla="*/ 9332 h 593532"/>
              <a:gd name="connsiteX151" fmla="*/ 7941734 w 8017934"/>
              <a:gd name="connsiteY151" fmla="*/ 865 h 593532"/>
              <a:gd name="connsiteX152" fmla="*/ 8017934 w 8017934"/>
              <a:gd name="connsiteY152" fmla="*/ 865 h 593532"/>
              <a:gd name="connsiteX0" fmla="*/ 0 w 8017934"/>
              <a:gd name="connsiteY0" fmla="*/ 559665 h 593532"/>
              <a:gd name="connsiteX1" fmla="*/ 491067 w 8017934"/>
              <a:gd name="connsiteY1" fmla="*/ 551198 h 593532"/>
              <a:gd name="connsiteX2" fmla="*/ 508000 w 8017934"/>
              <a:gd name="connsiteY2" fmla="*/ 525798 h 593532"/>
              <a:gd name="connsiteX3" fmla="*/ 533400 w 8017934"/>
              <a:gd name="connsiteY3" fmla="*/ 508865 h 593532"/>
              <a:gd name="connsiteX4" fmla="*/ 567267 w 8017934"/>
              <a:gd name="connsiteY4" fmla="*/ 474998 h 593532"/>
              <a:gd name="connsiteX5" fmla="*/ 575734 w 8017934"/>
              <a:gd name="connsiteY5" fmla="*/ 449598 h 593532"/>
              <a:gd name="connsiteX6" fmla="*/ 584200 w 8017934"/>
              <a:gd name="connsiteY6" fmla="*/ 407265 h 593532"/>
              <a:gd name="connsiteX7" fmla="*/ 601134 w 8017934"/>
              <a:gd name="connsiteY7" fmla="*/ 381865 h 593532"/>
              <a:gd name="connsiteX8" fmla="*/ 618067 w 8017934"/>
              <a:gd name="connsiteY8" fmla="*/ 305665 h 593532"/>
              <a:gd name="connsiteX9" fmla="*/ 626534 w 8017934"/>
              <a:gd name="connsiteY9" fmla="*/ 280265 h 593532"/>
              <a:gd name="connsiteX10" fmla="*/ 643467 w 8017934"/>
              <a:gd name="connsiteY10" fmla="*/ 246398 h 593532"/>
              <a:gd name="connsiteX11" fmla="*/ 660400 w 8017934"/>
              <a:gd name="connsiteY11" fmla="*/ 187132 h 593532"/>
              <a:gd name="connsiteX12" fmla="*/ 677334 w 8017934"/>
              <a:gd name="connsiteY12" fmla="*/ 170198 h 593532"/>
              <a:gd name="connsiteX13" fmla="*/ 702734 w 8017934"/>
              <a:gd name="connsiteY13" fmla="*/ 110932 h 593532"/>
              <a:gd name="connsiteX14" fmla="*/ 795867 w 8017934"/>
              <a:gd name="connsiteY14" fmla="*/ 68598 h 593532"/>
              <a:gd name="connsiteX15" fmla="*/ 922867 w 8017934"/>
              <a:gd name="connsiteY15" fmla="*/ 85532 h 593532"/>
              <a:gd name="connsiteX16" fmla="*/ 948267 w 8017934"/>
              <a:gd name="connsiteY16" fmla="*/ 93998 h 593532"/>
              <a:gd name="connsiteX17" fmla="*/ 965200 w 8017934"/>
              <a:gd name="connsiteY17" fmla="*/ 144798 h 593532"/>
              <a:gd name="connsiteX18" fmla="*/ 982134 w 8017934"/>
              <a:gd name="connsiteY18" fmla="*/ 220998 h 593532"/>
              <a:gd name="connsiteX19" fmla="*/ 990600 w 8017934"/>
              <a:gd name="connsiteY19" fmla="*/ 246398 h 593532"/>
              <a:gd name="connsiteX20" fmla="*/ 1007534 w 8017934"/>
              <a:gd name="connsiteY20" fmla="*/ 314132 h 593532"/>
              <a:gd name="connsiteX21" fmla="*/ 1041400 w 8017934"/>
              <a:gd name="connsiteY21" fmla="*/ 364932 h 593532"/>
              <a:gd name="connsiteX22" fmla="*/ 1058334 w 8017934"/>
              <a:gd name="connsiteY22" fmla="*/ 534265 h 593532"/>
              <a:gd name="connsiteX23" fmla="*/ 1083734 w 8017934"/>
              <a:gd name="connsiteY23" fmla="*/ 551198 h 593532"/>
              <a:gd name="connsiteX24" fmla="*/ 1227667 w 8017934"/>
              <a:gd name="connsiteY24" fmla="*/ 559665 h 593532"/>
              <a:gd name="connsiteX25" fmla="*/ 1405467 w 8017934"/>
              <a:gd name="connsiteY25" fmla="*/ 542732 h 593532"/>
              <a:gd name="connsiteX26" fmla="*/ 1439334 w 8017934"/>
              <a:gd name="connsiteY26" fmla="*/ 534265 h 593532"/>
              <a:gd name="connsiteX27" fmla="*/ 1464734 w 8017934"/>
              <a:gd name="connsiteY27" fmla="*/ 517332 h 593532"/>
              <a:gd name="connsiteX28" fmla="*/ 1481667 w 8017934"/>
              <a:gd name="connsiteY28" fmla="*/ 491932 h 593532"/>
              <a:gd name="connsiteX29" fmla="*/ 1490134 w 8017934"/>
              <a:gd name="connsiteY29" fmla="*/ 373398 h 593532"/>
              <a:gd name="connsiteX30" fmla="*/ 1498600 w 8017934"/>
              <a:gd name="connsiteY30" fmla="*/ 339532 h 593532"/>
              <a:gd name="connsiteX31" fmla="*/ 1515534 w 8017934"/>
              <a:gd name="connsiteY31" fmla="*/ 322598 h 593532"/>
              <a:gd name="connsiteX32" fmla="*/ 1524000 w 8017934"/>
              <a:gd name="connsiteY32" fmla="*/ 288732 h 593532"/>
              <a:gd name="connsiteX33" fmla="*/ 1532467 w 8017934"/>
              <a:gd name="connsiteY33" fmla="*/ 263332 h 593532"/>
              <a:gd name="connsiteX34" fmla="*/ 1540934 w 8017934"/>
              <a:gd name="connsiteY34" fmla="*/ 220998 h 593532"/>
              <a:gd name="connsiteX35" fmla="*/ 1557867 w 8017934"/>
              <a:gd name="connsiteY35" fmla="*/ 187132 h 593532"/>
              <a:gd name="connsiteX36" fmla="*/ 1574800 w 8017934"/>
              <a:gd name="connsiteY36" fmla="*/ 127865 h 593532"/>
              <a:gd name="connsiteX37" fmla="*/ 1608667 w 8017934"/>
              <a:gd name="connsiteY37" fmla="*/ 93998 h 593532"/>
              <a:gd name="connsiteX38" fmla="*/ 1634067 w 8017934"/>
              <a:gd name="connsiteY38" fmla="*/ 77065 h 593532"/>
              <a:gd name="connsiteX39" fmla="*/ 1667934 w 8017934"/>
              <a:gd name="connsiteY39" fmla="*/ 68598 h 593532"/>
              <a:gd name="connsiteX40" fmla="*/ 1693334 w 8017934"/>
              <a:gd name="connsiteY40" fmla="*/ 60132 h 593532"/>
              <a:gd name="connsiteX41" fmla="*/ 1718734 w 8017934"/>
              <a:gd name="connsiteY41" fmla="*/ 68598 h 593532"/>
              <a:gd name="connsiteX42" fmla="*/ 1761067 w 8017934"/>
              <a:gd name="connsiteY42" fmla="*/ 85532 h 593532"/>
              <a:gd name="connsiteX43" fmla="*/ 1811867 w 8017934"/>
              <a:gd name="connsiteY43" fmla="*/ 93998 h 593532"/>
              <a:gd name="connsiteX44" fmla="*/ 2192867 w 8017934"/>
              <a:gd name="connsiteY44" fmla="*/ 93998 h 593532"/>
              <a:gd name="connsiteX45" fmla="*/ 2311400 w 8017934"/>
              <a:gd name="connsiteY45" fmla="*/ 102465 h 593532"/>
              <a:gd name="connsiteX46" fmla="*/ 2345267 w 8017934"/>
              <a:gd name="connsiteY46" fmla="*/ 170198 h 593532"/>
              <a:gd name="connsiteX47" fmla="*/ 2345267 w 8017934"/>
              <a:gd name="connsiteY47" fmla="*/ 170198 h 593532"/>
              <a:gd name="connsiteX48" fmla="*/ 2379134 w 8017934"/>
              <a:gd name="connsiteY48" fmla="*/ 246398 h 593532"/>
              <a:gd name="connsiteX49" fmla="*/ 2404534 w 8017934"/>
              <a:gd name="connsiteY49" fmla="*/ 297198 h 593532"/>
              <a:gd name="connsiteX50" fmla="*/ 2421467 w 8017934"/>
              <a:gd name="connsiteY50" fmla="*/ 356465 h 593532"/>
              <a:gd name="connsiteX51" fmla="*/ 2438400 w 8017934"/>
              <a:gd name="connsiteY51" fmla="*/ 390332 h 593532"/>
              <a:gd name="connsiteX52" fmla="*/ 2455334 w 8017934"/>
              <a:gd name="connsiteY52" fmla="*/ 441132 h 593532"/>
              <a:gd name="connsiteX53" fmla="*/ 2463800 w 8017934"/>
              <a:gd name="connsiteY53" fmla="*/ 466532 h 593532"/>
              <a:gd name="connsiteX54" fmla="*/ 2480734 w 8017934"/>
              <a:gd name="connsiteY54" fmla="*/ 483465 h 593532"/>
              <a:gd name="connsiteX55" fmla="*/ 2523067 w 8017934"/>
              <a:gd name="connsiteY55" fmla="*/ 559665 h 593532"/>
              <a:gd name="connsiteX56" fmla="*/ 2582334 w 8017934"/>
              <a:gd name="connsiteY56" fmla="*/ 568132 h 593532"/>
              <a:gd name="connsiteX57" fmla="*/ 2599267 w 8017934"/>
              <a:gd name="connsiteY57" fmla="*/ 525798 h 593532"/>
              <a:gd name="connsiteX58" fmla="*/ 2616200 w 8017934"/>
              <a:gd name="connsiteY58" fmla="*/ 500398 h 593532"/>
              <a:gd name="connsiteX59" fmla="*/ 2658534 w 8017934"/>
              <a:gd name="connsiteY59" fmla="*/ 508865 h 593532"/>
              <a:gd name="connsiteX60" fmla="*/ 2751667 w 8017934"/>
              <a:gd name="connsiteY60" fmla="*/ 534265 h 593532"/>
              <a:gd name="connsiteX61" fmla="*/ 2777067 w 8017934"/>
              <a:gd name="connsiteY61" fmla="*/ 551198 h 593532"/>
              <a:gd name="connsiteX62" fmla="*/ 2802467 w 8017934"/>
              <a:gd name="connsiteY62" fmla="*/ 500398 h 593532"/>
              <a:gd name="connsiteX63" fmla="*/ 2844800 w 8017934"/>
              <a:gd name="connsiteY63" fmla="*/ 483465 h 593532"/>
              <a:gd name="connsiteX64" fmla="*/ 2861734 w 8017934"/>
              <a:gd name="connsiteY64" fmla="*/ 424198 h 593532"/>
              <a:gd name="connsiteX65" fmla="*/ 2887134 w 8017934"/>
              <a:gd name="connsiteY65" fmla="*/ 263332 h 593532"/>
              <a:gd name="connsiteX66" fmla="*/ 2895600 w 8017934"/>
              <a:gd name="connsiteY66" fmla="*/ 195598 h 593532"/>
              <a:gd name="connsiteX67" fmla="*/ 2929467 w 8017934"/>
              <a:gd name="connsiteY67" fmla="*/ 119398 h 593532"/>
              <a:gd name="connsiteX68" fmla="*/ 2963334 w 8017934"/>
              <a:gd name="connsiteY68" fmla="*/ 102465 h 593532"/>
              <a:gd name="connsiteX69" fmla="*/ 3183467 w 8017934"/>
              <a:gd name="connsiteY69" fmla="*/ 77065 h 593532"/>
              <a:gd name="connsiteX70" fmla="*/ 3293534 w 8017934"/>
              <a:gd name="connsiteY70" fmla="*/ 93998 h 593532"/>
              <a:gd name="connsiteX71" fmla="*/ 3302000 w 8017934"/>
              <a:gd name="connsiteY71" fmla="*/ 127865 h 593532"/>
              <a:gd name="connsiteX72" fmla="*/ 3318934 w 8017934"/>
              <a:gd name="connsiteY72" fmla="*/ 204065 h 593532"/>
              <a:gd name="connsiteX73" fmla="*/ 3335867 w 8017934"/>
              <a:gd name="connsiteY73" fmla="*/ 229465 h 593532"/>
              <a:gd name="connsiteX74" fmla="*/ 3352800 w 8017934"/>
              <a:gd name="connsiteY74" fmla="*/ 288732 h 593532"/>
              <a:gd name="connsiteX75" fmla="*/ 3369734 w 8017934"/>
              <a:gd name="connsiteY75" fmla="*/ 322598 h 593532"/>
              <a:gd name="connsiteX76" fmla="*/ 3386667 w 8017934"/>
              <a:gd name="connsiteY76" fmla="*/ 373398 h 593532"/>
              <a:gd name="connsiteX77" fmla="*/ 3395134 w 8017934"/>
              <a:gd name="connsiteY77" fmla="*/ 398798 h 593532"/>
              <a:gd name="connsiteX78" fmla="*/ 3412067 w 8017934"/>
              <a:gd name="connsiteY78" fmla="*/ 415732 h 593532"/>
              <a:gd name="connsiteX79" fmla="*/ 3437467 w 8017934"/>
              <a:gd name="connsiteY79" fmla="*/ 500398 h 593532"/>
              <a:gd name="connsiteX80" fmla="*/ 3454400 w 8017934"/>
              <a:gd name="connsiteY80" fmla="*/ 525798 h 593532"/>
              <a:gd name="connsiteX81" fmla="*/ 3462867 w 8017934"/>
              <a:gd name="connsiteY81" fmla="*/ 551198 h 593532"/>
              <a:gd name="connsiteX82" fmla="*/ 3505200 w 8017934"/>
              <a:gd name="connsiteY82" fmla="*/ 593532 h 593532"/>
              <a:gd name="connsiteX83" fmla="*/ 3683000 w 8017934"/>
              <a:gd name="connsiteY83" fmla="*/ 576598 h 593532"/>
              <a:gd name="connsiteX84" fmla="*/ 3708400 w 8017934"/>
              <a:gd name="connsiteY84" fmla="*/ 568132 h 593532"/>
              <a:gd name="connsiteX85" fmla="*/ 3683000 w 8017934"/>
              <a:gd name="connsiteY85" fmla="*/ 559665 h 593532"/>
              <a:gd name="connsiteX86" fmla="*/ 3810000 w 8017934"/>
              <a:gd name="connsiteY86" fmla="*/ 525798 h 593532"/>
              <a:gd name="connsiteX87" fmla="*/ 4004734 w 8017934"/>
              <a:gd name="connsiteY87" fmla="*/ 551198 h 593532"/>
              <a:gd name="connsiteX88" fmla="*/ 4174067 w 8017934"/>
              <a:gd name="connsiteY88" fmla="*/ 542732 h 593532"/>
              <a:gd name="connsiteX89" fmla="*/ 4191000 w 8017934"/>
              <a:gd name="connsiteY89" fmla="*/ 525798 h 593532"/>
              <a:gd name="connsiteX90" fmla="*/ 4199467 w 8017934"/>
              <a:gd name="connsiteY90" fmla="*/ 500398 h 593532"/>
              <a:gd name="connsiteX91" fmla="*/ 4216400 w 8017934"/>
              <a:gd name="connsiteY91" fmla="*/ 466532 h 593532"/>
              <a:gd name="connsiteX92" fmla="*/ 4216400 w 8017934"/>
              <a:gd name="connsiteY92" fmla="*/ 178665 h 593532"/>
              <a:gd name="connsiteX93" fmla="*/ 4224867 w 8017934"/>
              <a:gd name="connsiteY93" fmla="*/ 153265 h 593532"/>
              <a:gd name="connsiteX94" fmla="*/ 4258734 w 8017934"/>
              <a:gd name="connsiteY94" fmla="*/ 127865 h 593532"/>
              <a:gd name="connsiteX95" fmla="*/ 5164667 w 8017934"/>
              <a:gd name="connsiteY95" fmla="*/ 339532 h 593532"/>
              <a:gd name="connsiteX96" fmla="*/ 5190067 w 8017934"/>
              <a:gd name="connsiteY96" fmla="*/ 390332 h 593532"/>
              <a:gd name="connsiteX97" fmla="*/ 5207000 w 8017934"/>
              <a:gd name="connsiteY97" fmla="*/ 441132 h 593532"/>
              <a:gd name="connsiteX98" fmla="*/ 5274734 w 8017934"/>
              <a:gd name="connsiteY98" fmla="*/ 483465 h 593532"/>
              <a:gd name="connsiteX99" fmla="*/ 5317067 w 8017934"/>
              <a:gd name="connsiteY99" fmla="*/ 525798 h 593532"/>
              <a:gd name="connsiteX100" fmla="*/ 5308600 w 8017934"/>
              <a:gd name="connsiteY100" fmla="*/ 517332 h 593532"/>
              <a:gd name="connsiteX101" fmla="*/ 5266267 w 8017934"/>
              <a:gd name="connsiteY101" fmla="*/ 542732 h 593532"/>
              <a:gd name="connsiteX102" fmla="*/ 5283200 w 8017934"/>
              <a:gd name="connsiteY102" fmla="*/ 517332 h 593532"/>
              <a:gd name="connsiteX103" fmla="*/ 5342467 w 8017934"/>
              <a:gd name="connsiteY103" fmla="*/ 500398 h 593532"/>
              <a:gd name="connsiteX104" fmla="*/ 5401734 w 8017934"/>
              <a:gd name="connsiteY104" fmla="*/ 483465 h 593532"/>
              <a:gd name="connsiteX105" fmla="*/ 5435600 w 8017934"/>
              <a:gd name="connsiteY105" fmla="*/ 466532 h 593532"/>
              <a:gd name="connsiteX106" fmla="*/ 5537200 w 8017934"/>
              <a:gd name="connsiteY106" fmla="*/ 458065 h 593532"/>
              <a:gd name="connsiteX107" fmla="*/ 5562600 w 8017934"/>
              <a:gd name="connsiteY107" fmla="*/ 407265 h 593532"/>
              <a:gd name="connsiteX108" fmla="*/ 5579534 w 8017934"/>
              <a:gd name="connsiteY108" fmla="*/ 373398 h 593532"/>
              <a:gd name="connsiteX109" fmla="*/ 5613400 w 8017934"/>
              <a:gd name="connsiteY109" fmla="*/ 314132 h 593532"/>
              <a:gd name="connsiteX110" fmla="*/ 5621867 w 8017934"/>
              <a:gd name="connsiteY110" fmla="*/ 280265 h 593532"/>
              <a:gd name="connsiteX111" fmla="*/ 5630334 w 8017934"/>
              <a:gd name="connsiteY111" fmla="*/ 170198 h 593532"/>
              <a:gd name="connsiteX112" fmla="*/ 5638800 w 8017934"/>
              <a:gd name="connsiteY112" fmla="*/ 136332 h 593532"/>
              <a:gd name="connsiteX113" fmla="*/ 5689600 w 8017934"/>
              <a:gd name="connsiteY113" fmla="*/ 93998 h 593532"/>
              <a:gd name="connsiteX114" fmla="*/ 5731934 w 8017934"/>
              <a:gd name="connsiteY114" fmla="*/ 85532 h 593532"/>
              <a:gd name="connsiteX115" fmla="*/ 5892800 w 8017934"/>
              <a:gd name="connsiteY115" fmla="*/ 93998 h 593532"/>
              <a:gd name="connsiteX116" fmla="*/ 5918200 w 8017934"/>
              <a:gd name="connsiteY116" fmla="*/ 110932 h 593532"/>
              <a:gd name="connsiteX117" fmla="*/ 5960534 w 8017934"/>
              <a:gd name="connsiteY117" fmla="*/ 153265 h 593532"/>
              <a:gd name="connsiteX118" fmla="*/ 6019800 w 8017934"/>
              <a:gd name="connsiteY118" fmla="*/ 187132 h 593532"/>
              <a:gd name="connsiteX119" fmla="*/ 6028267 w 8017934"/>
              <a:gd name="connsiteY119" fmla="*/ 220998 h 593532"/>
              <a:gd name="connsiteX120" fmla="*/ 6062134 w 8017934"/>
              <a:gd name="connsiteY120" fmla="*/ 263332 h 593532"/>
              <a:gd name="connsiteX121" fmla="*/ 6079067 w 8017934"/>
              <a:gd name="connsiteY121" fmla="*/ 288732 h 593532"/>
              <a:gd name="connsiteX122" fmla="*/ 6104467 w 8017934"/>
              <a:gd name="connsiteY122" fmla="*/ 314132 h 593532"/>
              <a:gd name="connsiteX123" fmla="*/ 6138334 w 8017934"/>
              <a:gd name="connsiteY123" fmla="*/ 364932 h 593532"/>
              <a:gd name="connsiteX124" fmla="*/ 6155267 w 8017934"/>
              <a:gd name="connsiteY124" fmla="*/ 458065 h 593532"/>
              <a:gd name="connsiteX125" fmla="*/ 6180667 w 8017934"/>
              <a:gd name="connsiteY125" fmla="*/ 474998 h 593532"/>
              <a:gd name="connsiteX126" fmla="*/ 6197600 w 8017934"/>
              <a:gd name="connsiteY126" fmla="*/ 517332 h 593532"/>
              <a:gd name="connsiteX127" fmla="*/ 6214534 w 8017934"/>
              <a:gd name="connsiteY127" fmla="*/ 534265 h 593532"/>
              <a:gd name="connsiteX128" fmla="*/ 6409267 w 8017934"/>
              <a:gd name="connsiteY128" fmla="*/ 576598 h 593532"/>
              <a:gd name="connsiteX129" fmla="*/ 6443134 w 8017934"/>
              <a:gd name="connsiteY129" fmla="*/ 551198 h 593532"/>
              <a:gd name="connsiteX130" fmla="*/ 6468534 w 8017934"/>
              <a:gd name="connsiteY130" fmla="*/ 441132 h 593532"/>
              <a:gd name="connsiteX131" fmla="*/ 6519334 w 8017934"/>
              <a:gd name="connsiteY131" fmla="*/ 466532 h 593532"/>
              <a:gd name="connsiteX132" fmla="*/ 7035800 w 8017934"/>
              <a:gd name="connsiteY132" fmla="*/ 491932 h 593532"/>
              <a:gd name="connsiteX133" fmla="*/ 7171267 w 8017934"/>
              <a:gd name="connsiteY133" fmla="*/ 525798 h 593532"/>
              <a:gd name="connsiteX134" fmla="*/ 7239000 w 8017934"/>
              <a:gd name="connsiteY134" fmla="*/ 542732 h 593532"/>
              <a:gd name="connsiteX135" fmla="*/ 7416800 w 8017934"/>
              <a:gd name="connsiteY135" fmla="*/ 508865 h 593532"/>
              <a:gd name="connsiteX136" fmla="*/ 7425267 w 8017934"/>
              <a:gd name="connsiteY136" fmla="*/ 466532 h 593532"/>
              <a:gd name="connsiteX137" fmla="*/ 7433734 w 8017934"/>
              <a:gd name="connsiteY137" fmla="*/ 373398 h 593532"/>
              <a:gd name="connsiteX138" fmla="*/ 7450667 w 8017934"/>
              <a:gd name="connsiteY138" fmla="*/ 347998 h 593532"/>
              <a:gd name="connsiteX139" fmla="*/ 7459134 w 8017934"/>
              <a:gd name="connsiteY139" fmla="*/ 305665 h 593532"/>
              <a:gd name="connsiteX140" fmla="*/ 7467600 w 8017934"/>
              <a:gd name="connsiteY140" fmla="*/ 280265 h 593532"/>
              <a:gd name="connsiteX141" fmla="*/ 7476067 w 8017934"/>
              <a:gd name="connsiteY141" fmla="*/ 246398 h 593532"/>
              <a:gd name="connsiteX142" fmla="*/ 7526867 w 8017934"/>
              <a:gd name="connsiteY142" fmla="*/ 229465 h 593532"/>
              <a:gd name="connsiteX143" fmla="*/ 7569200 w 8017934"/>
              <a:gd name="connsiteY143" fmla="*/ 187132 h 593532"/>
              <a:gd name="connsiteX144" fmla="*/ 7611534 w 8017934"/>
              <a:gd name="connsiteY144" fmla="*/ 153265 h 593532"/>
              <a:gd name="connsiteX145" fmla="*/ 7645400 w 8017934"/>
              <a:gd name="connsiteY145" fmla="*/ 127865 h 593532"/>
              <a:gd name="connsiteX146" fmla="*/ 7653867 w 8017934"/>
              <a:gd name="connsiteY146" fmla="*/ 102465 h 593532"/>
              <a:gd name="connsiteX147" fmla="*/ 7730067 w 8017934"/>
              <a:gd name="connsiteY147" fmla="*/ 68598 h 593532"/>
              <a:gd name="connsiteX148" fmla="*/ 7823200 w 8017934"/>
              <a:gd name="connsiteY148" fmla="*/ 43198 h 593532"/>
              <a:gd name="connsiteX149" fmla="*/ 7907867 w 8017934"/>
              <a:gd name="connsiteY149" fmla="*/ 9332 h 593532"/>
              <a:gd name="connsiteX150" fmla="*/ 7941734 w 8017934"/>
              <a:gd name="connsiteY150" fmla="*/ 865 h 593532"/>
              <a:gd name="connsiteX151" fmla="*/ 8017934 w 8017934"/>
              <a:gd name="connsiteY151" fmla="*/ 865 h 593532"/>
              <a:gd name="connsiteX0" fmla="*/ 0 w 8017934"/>
              <a:gd name="connsiteY0" fmla="*/ 559665 h 593532"/>
              <a:gd name="connsiteX1" fmla="*/ 491067 w 8017934"/>
              <a:gd name="connsiteY1" fmla="*/ 551198 h 593532"/>
              <a:gd name="connsiteX2" fmla="*/ 508000 w 8017934"/>
              <a:gd name="connsiteY2" fmla="*/ 525798 h 593532"/>
              <a:gd name="connsiteX3" fmla="*/ 533400 w 8017934"/>
              <a:gd name="connsiteY3" fmla="*/ 508865 h 593532"/>
              <a:gd name="connsiteX4" fmla="*/ 567267 w 8017934"/>
              <a:gd name="connsiteY4" fmla="*/ 474998 h 593532"/>
              <a:gd name="connsiteX5" fmla="*/ 575734 w 8017934"/>
              <a:gd name="connsiteY5" fmla="*/ 449598 h 593532"/>
              <a:gd name="connsiteX6" fmla="*/ 584200 w 8017934"/>
              <a:gd name="connsiteY6" fmla="*/ 407265 h 593532"/>
              <a:gd name="connsiteX7" fmla="*/ 601134 w 8017934"/>
              <a:gd name="connsiteY7" fmla="*/ 381865 h 593532"/>
              <a:gd name="connsiteX8" fmla="*/ 618067 w 8017934"/>
              <a:gd name="connsiteY8" fmla="*/ 305665 h 593532"/>
              <a:gd name="connsiteX9" fmla="*/ 626534 w 8017934"/>
              <a:gd name="connsiteY9" fmla="*/ 280265 h 593532"/>
              <a:gd name="connsiteX10" fmla="*/ 643467 w 8017934"/>
              <a:gd name="connsiteY10" fmla="*/ 246398 h 593532"/>
              <a:gd name="connsiteX11" fmla="*/ 660400 w 8017934"/>
              <a:gd name="connsiteY11" fmla="*/ 187132 h 593532"/>
              <a:gd name="connsiteX12" fmla="*/ 677334 w 8017934"/>
              <a:gd name="connsiteY12" fmla="*/ 170198 h 593532"/>
              <a:gd name="connsiteX13" fmla="*/ 702734 w 8017934"/>
              <a:gd name="connsiteY13" fmla="*/ 110932 h 593532"/>
              <a:gd name="connsiteX14" fmla="*/ 795867 w 8017934"/>
              <a:gd name="connsiteY14" fmla="*/ 68598 h 593532"/>
              <a:gd name="connsiteX15" fmla="*/ 922867 w 8017934"/>
              <a:gd name="connsiteY15" fmla="*/ 85532 h 593532"/>
              <a:gd name="connsiteX16" fmla="*/ 948267 w 8017934"/>
              <a:gd name="connsiteY16" fmla="*/ 93998 h 593532"/>
              <a:gd name="connsiteX17" fmla="*/ 965200 w 8017934"/>
              <a:gd name="connsiteY17" fmla="*/ 144798 h 593532"/>
              <a:gd name="connsiteX18" fmla="*/ 982134 w 8017934"/>
              <a:gd name="connsiteY18" fmla="*/ 220998 h 593532"/>
              <a:gd name="connsiteX19" fmla="*/ 990600 w 8017934"/>
              <a:gd name="connsiteY19" fmla="*/ 246398 h 593532"/>
              <a:gd name="connsiteX20" fmla="*/ 1007534 w 8017934"/>
              <a:gd name="connsiteY20" fmla="*/ 314132 h 593532"/>
              <a:gd name="connsiteX21" fmla="*/ 1041400 w 8017934"/>
              <a:gd name="connsiteY21" fmla="*/ 364932 h 593532"/>
              <a:gd name="connsiteX22" fmla="*/ 1058334 w 8017934"/>
              <a:gd name="connsiteY22" fmla="*/ 534265 h 593532"/>
              <a:gd name="connsiteX23" fmla="*/ 1083734 w 8017934"/>
              <a:gd name="connsiteY23" fmla="*/ 551198 h 593532"/>
              <a:gd name="connsiteX24" fmla="*/ 1227667 w 8017934"/>
              <a:gd name="connsiteY24" fmla="*/ 559665 h 593532"/>
              <a:gd name="connsiteX25" fmla="*/ 1405467 w 8017934"/>
              <a:gd name="connsiteY25" fmla="*/ 542732 h 593532"/>
              <a:gd name="connsiteX26" fmla="*/ 1439334 w 8017934"/>
              <a:gd name="connsiteY26" fmla="*/ 534265 h 593532"/>
              <a:gd name="connsiteX27" fmla="*/ 1464734 w 8017934"/>
              <a:gd name="connsiteY27" fmla="*/ 517332 h 593532"/>
              <a:gd name="connsiteX28" fmla="*/ 1481667 w 8017934"/>
              <a:gd name="connsiteY28" fmla="*/ 491932 h 593532"/>
              <a:gd name="connsiteX29" fmla="*/ 1490134 w 8017934"/>
              <a:gd name="connsiteY29" fmla="*/ 373398 h 593532"/>
              <a:gd name="connsiteX30" fmla="*/ 1498600 w 8017934"/>
              <a:gd name="connsiteY30" fmla="*/ 339532 h 593532"/>
              <a:gd name="connsiteX31" fmla="*/ 1515534 w 8017934"/>
              <a:gd name="connsiteY31" fmla="*/ 322598 h 593532"/>
              <a:gd name="connsiteX32" fmla="*/ 1524000 w 8017934"/>
              <a:gd name="connsiteY32" fmla="*/ 288732 h 593532"/>
              <a:gd name="connsiteX33" fmla="*/ 1532467 w 8017934"/>
              <a:gd name="connsiteY33" fmla="*/ 263332 h 593532"/>
              <a:gd name="connsiteX34" fmla="*/ 1540934 w 8017934"/>
              <a:gd name="connsiteY34" fmla="*/ 220998 h 593532"/>
              <a:gd name="connsiteX35" fmla="*/ 1557867 w 8017934"/>
              <a:gd name="connsiteY35" fmla="*/ 187132 h 593532"/>
              <a:gd name="connsiteX36" fmla="*/ 1574800 w 8017934"/>
              <a:gd name="connsiteY36" fmla="*/ 127865 h 593532"/>
              <a:gd name="connsiteX37" fmla="*/ 1608667 w 8017934"/>
              <a:gd name="connsiteY37" fmla="*/ 93998 h 593532"/>
              <a:gd name="connsiteX38" fmla="*/ 1634067 w 8017934"/>
              <a:gd name="connsiteY38" fmla="*/ 77065 h 593532"/>
              <a:gd name="connsiteX39" fmla="*/ 1667934 w 8017934"/>
              <a:gd name="connsiteY39" fmla="*/ 68598 h 593532"/>
              <a:gd name="connsiteX40" fmla="*/ 1693334 w 8017934"/>
              <a:gd name="connsiteY40" fmla="*/ 60132 h 593532"/>
              <a:gd name="connsiteX41" fmla="*/ 1718734 w 8017934"/>
              <a:gd name="connsiteY41" fmla="*/ 68598 h 593532"/>
              <a:gd name="connsiteX42" fmla="*/ 1761067 w 8017934"/>
              <a:gd name="connsiteY42" fmla="*/ 85532 h 593532"/>
              <a:gd name="connsiteX43" fmla="*/ 1811867 w 8017934"/>
              <a:gd name="connsiteY43" fmla="*/ 93998 h 593532"/>
              <a:gd name="connsiteX44" fmla="*/ 2192867 w 8017934"/>
              <a:gd name="connsiteY44" fmla="*/ 93998 h 593532"/>
              <a:gd name="connsiteX45" fmla="*/ 2311400 w 8017934"/>
              <a:gd name="connsiteY45" fmla="*/ 102465 h 593532"/>
              <a:gd name="connsiteX46" fmla="*/ 2345267 w 8017934"/>
              <a:gd name="connsiteY46" fmla="*/ 170198 h 593532"/>
              <a:gd name="connsiteX47" fmla="*/ 2345267 w 8017934"/>
              <a:gd name="connsiteY47" fmla="*/ 170198 h 593532"/>
              <a:gd name="connsiteX48" fmla="*/ 2379134 w 8017934"/>
              <a:gd name="connsiteY48" fmla="*/ 246398 h 593532"/>
              <a:gd name="connsiteX49" fmla="*/ 2404534 w 8017934"/>
              <a:gd name="connsiteY49" fmla="*/ 297198 h 593532"/>
              <a:gd name="connsiteX50" fmla="*/ 2421467 w 8017934"/>
              <a:gd name="connsiteY50" fmla="*/ 356465 h 593532"/>
              <a:gd name="connsiteX51" fmla="*/ 2438400 w 8017934"/>
              <a:gd name="connsiteY51" fmla="*/ 390332 h 593532"/>
              <a:gd name="connsiteX52" fmla="*/ 2455334 w 8017934"/>
              <a:gd name="connsiteY52" fmla="*/ 441132 h 593532"/>
              <a:gd name="connsiteX53" fmla="*/ 2463800 w 8017934"/>
              <a:gd name="connsiteY53" fmla="*/ 466532 h 593532"/>
              <a:gd name="connsiteX54" fmla="*/ 2480734 w 8017934"/>
              <a:gd name="connsiteY54" fmla="*/ 483465 h 593532"/>
              <a:gd name="connsiteX55" fmla="*/ 2523067 w 8017934"/>
              <a:gd name="connsiteY55" fmla="*/ 559665 h 593532"/>
              <a:gd name="connsiteX56" fmla="*/ 2582334 w 8017934"/>
              <a:gd name="connsiteY56" fmla="*/ 568132 h 593532"/>
              <a:gd name="connsiteX57" fmla="*/ 2599267 w 8017934"/>
              <a:gd name="connsiteY57" fmla="*/ 525798 h 593532"/>
              <a:gd name="connsiteX58" fmla="*/ 2616200 w 8017934"/>
              <a:gd name="connsiteY58" fmla="*/ 500398 h 593532"/>
              <a:gd name="connsiteX59" fmla="*/ 2658534 w 8017934"/>
              <a:gd name="connsiteY59" fmla="*/ 508865 h 593532"/>
              <a:gd name="connsiteX60" fmla="*/ 2751667 w 8017934"/>
              <a:gd name="connsiteY60" fmla="*/ 534265 h 593532"/>
              <a:gd name="connsiteX61" fmla="*/ 2777067 w 8017934"/>
              <a:gd name="connsiteY61" fmla="*/ 551198 h 593532"/>
              <a:gd name="connsiteX62" fmla="*/ 2802467 w 8017934"/>
              <a:gd name="connsiteY62" fmla="*/ 500398 h 593532"/>
              <a:gd name="connsiteX63" fmla="*/ 2844800 w 8017934"/>
              <a:gd name="connsiteY63" fmla="*/ 483465 h 593532"/>
              <a:gd name="connsiteX64" fmla="*/ 2861734 w 8017934"/>
              <a:gd name="connsiteY64" fmla="*/ 424198 h 593532"/>
              <a:gd name="connsiteX65" fmla="*/ 2887134 w 8017934"/>
              <a:gd name="connsiteY65" fmla="*/ 263332 h 593532"/>
              <a:gd name="connsiteX66" fmla="*/ 2895600 w 8017934"/>
              <a:gd name="connsiteY66" fmla="*/ 195598 h 593532"/>
              <a:gd name="connsiteX67" fmla="*/ 2929467 w 8017934"/>
              <a:gd name="connsiteY67" fmla="*/ 119398 h 593532"/>
              <a:gd name="connsiteX68" fmla="*/ 2963334 w 8017934"/>
              <a:gd name="connsiteY68" fmla="*/ 102465 h 593532"/>
              <a:gd name="connsiteX69" fmla="*/ 3183467 w 8017934"/>
              <a:gd name="connsiteY69" fmla="*/ 77065 h 593532"/>
              <a:gd name="connsiteX70" fmla="*/ 3293534 w 8017934"/>
              <a:gd name="connsiteY70" fmla="*/ 93998 h 593532"/>
              <a:gd name="connsiteX71" fmla="*/ 3302000 w 8017934"/>
              <a:gd name="connsiteY71" fmla="*/ 127865 h 593532"/>
              <a:gd name="connsiteX72" fmla="*/ 3318934 w 8017934"/>
              <a:gd name="connsiteY72" fmla="*/ 204065 h 593532"/>
              <a:gd name="connsiteX73" fmla="*/ 3335867 w 8017934"/>
              <a:gd name="connsiteY73" fmla="*/ 229465 h 593532"/>
              <a:gd name="connsiteX74" fmla="*/ 3352800 w 8017934"/>
              <a:gd name="connsiteY74" fmla="*/ 288732 h 593532"/>
              <a:gd name="connsiteX75" fmla="*/ 3369734 w 8017934"/>
              <a:gd name="connsiteY75" fmla="*/ 322598 h 593532"/>
              <a:gd name="connsiteX76" fmla="*/ 3386667 w 8017934"/>
              <a:gd name="connsiteY76" fmla="*/ 373398 h 593532"/>
              <a:gd name="connsiteX77" fmla="*/ 3395134 w 8017934"/>
              <a:gd name="connsiteY77" fmla="*/ 398798 h 593532"/>
              <a:gd name="connsiteX78" fmla="*/ 3412067 w 8017934"/>
              <a:gd name="connsiteY78" fmla="*/ 415732 h 593532"/>
              <a:gd name="connsiteX79" fmla="*/ 3437467 w 8017934"/>
              <a:gd name="connsiteY79" fmla="*/ 500398 h 593532"/>
              <a:gd name="connsiteX80" fmla="*/ 3454400 w 8017934"/>
              <a:gd name="connsiteY80" fmla="*/ 525798 h 593532"/>
              <a:gd name="connsiteX81" fmla="*/ 3462867 w 8017934"/>
              <a:gd name="connsiteY81" fmla="*/ 551198 h 593532"/>
              <a:gd name="connsiteX82" fmla="*/ 3505200 w 8017934"/>
              <a:gd name="connsiteY82" fmla="*/ 593532 h 593532"/>
              <a:gd name="connsiteX83" fmla="*/ 3683000 w 8017934"/>
              <a:gd name="connsiteY83" fmla="*/ 576598 h 593532"/>
              <a:gd name="connsiteX84" fmla="*/ 3708400 w 8017934"/>
              <a:gd name="connsiteY84" fmla="*/ 568132 h 593532"/>
              <a:gd name="connsiteX85" fmla="*/ 3683000 w 8017934"/>
              <a:gd name="connsiteY85" fmla="*/ 559665 h 593532"/>
              <a:gd name="connsiteX86" fmla="*/ 3810000 w 8017934"/>
              <a:gd name="connsiteY86" fmla="*/ 525798 h 593532"/>
              <a:gd name="connsiteX87" fmla="*/ 4004734 w 8017934"/>
              <a:gd name="connsiteY87" fmla="*/ 551198 h 593532"/>
              <a:gd name="connsiteX88" fmla="*/ 4174067 w 8017934"/>
              <a:gd name="connsiteY88" fmla="*/ 542732 h 593532"/>
              <a:gd name="connsiteX89" fmla="*/ 4191000 w 8017934"/>
              <a:gd name="connsiteY89" fmla="*/ 525798 h 593532"/>
              <a:gd name="connsiteX90" fmla="*/ 4199467 w 8017934"/>
              <a:gd name="connsiteY90" fmla="*/ 500398 h 593532"/>
              <a:gd name="connsiteX91" fmla="*/ 4216400 w 8017934"/>
              <a:gd name="connsiteY91" fmla="*/ 466532 h 593532"/>
              <a:gd name="connsiteX92" fmla="*/ 4216400 w 8017934"/>
              <a:gd name="connsiteY92" fmla="*/ 178665 h 593532"/>
              <a:gd name="connsiteX93" fmla="*/ 4224867 w 8017934"/>
              <a:gd name="connsiteY93" fmla="*/ 153265 h 593532"/>
              <a:gd name="connsiteX94" fmla="*/ 4258734 w 8017934"/>
              <a:gd name="connsiteY94" fmla="*/ 127865 h 593532"/>
              <a:gd name="connsiteX95" fmla="*/ 5164667 w 8017934"/>
              <a:gd name="connsiteY95" fmla="*/ 339532 h 593532"/>
              <a:gd name="connsiteX96" fmla="*/ 5190067 w 8017934"/>
              <a:gd name="connsiteY96" fmla="*/ 390332 h 593532"/>
              <a:gd name="connsiteX97" fmla="*/ 5207000 w 8017934"/>
              <a:gd name="connsiteY97" fmla="*/ 441132 h 593532"/>
              <a:gd name="connsiteX98" fmla="*/ 5274734 w 8017934"/>
              <a:gd name="connsiteY98" fmla="*/ 483465 h 593532"/>
              <a:gd name="connsiteX99" fmla="*/ 5317067 w 8017934"/>
              <a:gd name="connsiteY99" fmla="*/ 525798 h 593532"/>
              <a:gd name="connsiteX100" fmla="*/ 5308600 w 8017934"/>
              <a:gd name="connsiteY100" fmla="*/ 517332 h 593532"/>
              <a:gd name="connsiteX101" fmla="*/ 5266267 w 8017934"/>
              <a:gd name="connsiteY101" fmla="*/ 542732 h 593532"/>
              <a:gd name="connsiteX102" fmla="*/ 5342467 w 8017934"/>
              <a:gd name="connsiteY102" fmla="*/ 500398 h 593532"/>
              <a:gd name="connsiteX103" fmla="*/ 5401734 w 8017934"/>
              <a:gd name="connsiteY103" fmla="*/ 483465 h 593532"/>
              <a:gd name="connsiteX104" fmla="*/ 5435600 w 8017934"/>
              <a:gd name="connsiteY104" fmla="*/ 466532 h 593532"/>
              <a:gd name="connsiteX105" fmla="*/ 5537200 w 8017934"/>
              <a:gd name="connsiteY105" fmla="*/ 458065 h 593532"/>
              <a:gd name="connsiteX106" fmla="*/ 5562600 w 8017934"/>
              <a:gd name="connsiteY106" fmla="*/ 407265 h 593532"/>
              <a:gd name="connsiteX107" fmla="*/ 5579534 w 8017934"/>
              <a:gd name="connsiteY107" fmla="*/ 373398 h 593532"/>
              <a:gd name="connsiteX108" fmla="*/ 5613400 w 8017934"/>
              <a:gd name="connsiteY108" fmla="*/ 314132 h 593532"/>
              <a:gd name="connsiteX109" fmla="*/ 5621867 w 8017934"/>
              <a:gd name="connsiteY109" fmla="*/ 280265 h 593532"/>
              <a:gd name="connsiteX110" fmla="*/ 5630334 w 8017934"/>
              <a:gd name="connsiteY110" fmla="*/ 170198 h 593532"/>
              <a:gd name="connsiteX111" fmla="*/ 5638800 w 8017934"/>
              <a:gd name="connsiteY111" fmla="*/ 136332 h 593532"/>
              <a:gd name="connsiteX112" fmla="*/ 5689600 w 8017934"/>
              <a:gd name="connsiteY112" fmla="*/ 93998 h 593532"/>
              <a:gd name="connsiteX113" fmla="*/ 5731934 w 8017934"/>
              <a:gd name="connsiteY113" fmla="*/ 85532 h 593532"/>
              <a:gd name="connsiteX114" fmla="*/ 5892800 w 8017934"/>
              <a:gd name="connsiteY114" fmla="*/ 93998 h 593532"/>
              <a:gd name="connsiteX115" fmla="*/ 5918200 w 8017934"/>
              <a:gd name="connsiteY115" fmla="*/ 110932 h 593532"/>
              <a:gd name="connsiteX116" fmla="*/ 5960534 w 8017934"/>
              <a:gd name="connsiteY116" fmla="*/ 153265 h 593532"/>
              <a:gd name="connsiteX117" fmla="*/ 6019800 w 8017934"/>
              <a:gd name="connsiteY117" fmla="*/ 187132 h 593532"/>
              <a:gd name="connsiteX118" fmla="*/ 6028267 w 8017934"/>
              <a:gd name="connsiteY118" fmla="*/ 220998 h 593532"/>
              <a:gd name="connsiteX119" fmla="*/ 6062134 w 8017934"/>
              <a:gd name="connsiteY119" fmla="*/ 263332 h 593532"/>
              <a:gd name="connsiteX120" fmla="*/ 6079067 w 8017934"/>
              <a:gd name="connsiteY120" fmla="*/ 288732 h 593532"/>
              <a:gd name="connsiteX121" fmla="*/ 6104467 w 8017934"/>
              <a:gd name="connsiteY121" fmla="*/ 314132 h 593532"/>
              <a:gd name="connsiteX122" fmla="*/ 6138334 w 8017934"/>
              <a:gd name="connsiteY122" fmla="*/ 364932 h 593532"/>
              <a:gd name="connsiteX123" fmla="*/ 6155267 w 8017934"/>
              <a:gd name="connsiteY123" fmla="*/ 458065 h 593532"/>
              <a:gd name="connsiteX124" fmla="*/ 6180667 w 8017934"/>
              <a:gd name="connsiteY124" fmla="*/ 474998 h 593532"/>
              <a:gd name="connsiteX125" fmla="*/ 6197600 w 8017934"/>
              <a:gd name="connsiteY125" fmla="*/ 517332 h 593532"/>
              <a:gd name="connsiteX126" fmla="*/ 6214534 w 8017934"/>
              <a:gd name="connsiteY126" fmla="*/ 534265 h 593532"/>
              <a:gd name="connsiteX127" fmla="*/ 6409267 w 8017934"/>
              <a:gd name="connsiteY127" fmla="*/ 576598 h 593532"/>
              <a:gd name="connsiteX128" fmla="*/ 6443134 w 8017934"/>
              <a:gd name="connsiteY128" fmla="*/ 551198 h 593532"/>
              <a:gd name="connsiteX129" fmla="*/ 6468534 w 8017934"/>
              <a:gd name="connsiteY129" fmla="*/ 441132 h 593532"/>
              <a:gd name="connsiteX130" fmla="*/ 6519334 w 8017934"/>
              <a:gd name="connsiteY130" fmla="*/ 466532 h 593532"/>
              <a:gd name="connsiteX131" fmla="*/ 7035800 w 8017934"/>
              <a:gd name="connsiteY131" fmla="*/ 491932 h 593532"/>
              <a:gd name="connsiteX132" fmla="*/ 7171267 w 8017934"/>
              <a:gd name="connsiteY132" fmla="*/ 525798 h 593532"/>
              <a:gd name="connsiteX133" fmla="*/ 7239000 w 8017934"/>
              <a:gd name="connsiteY133" fmla="*/ 542732 h 593532"/>
              <a:gd name="connsiteX134" fmla="*/ 7416800 w 8017934"/>
              <a:gd name="connsiteY134" fmla="*/ 508865 h 593532"/>
              <a:gd name="connsiteX135" fmla="*/ 7425267 w 8017934"/>
              <a:gd name="connsiteY135" fmla="*/ 466532 h 593532"/>
              <a:gd name="connsiteX136" fmla="*/ 7433734 w 8017934"/>
              <a:gd name="connsiteY136" fmla="*/ 373398 h 593532"/>
              <a:gd name="connsiteX137" fmla="*/ 7450667 w 8017934"/>
              <a:gd name="connsiteY137" fmla="*/ 347998 h 593532"/>
              <a:gd name="connsiteX138" fmla="*/ 7459134 w 8017934"/>
              <a:gd name="connsiteY138" fmla="*/ 305665 h 593532"/>
              <a:gd name="connsiteX139" fmla="*/ 7467600 w 8017934"/>
              <a:gd name="connsiteY139" fmla="*/ 280265 h 593532"/>
              <a:gd name="connsiteX140" fmla="*/ 7476067 w 8017934"/>
              <a:gd name="connsiteY140" fmla="*/ 246398 h 593532"/>
              <a:gd name="connsiteX141" fmla="*/ 7526867 w 8017934"/>
              <a:gd name="connsiteY141" fmla="*/ 229465 h 593532"/>
              <a:gd name="connsiteX142" fmla="*/ 7569200 w 8017934"/>
              <a:gd name="connsiteY142" fmla="*/ 187132 h 593532"/>
              <a:gd name="connsiteX143" fmla="*/ 7611534 w 8017934"/>
              <a:gd name="connsiteY143" fmla="*/ 153265 h 593532"/>
              <a:gd name="connsiteX144" fmla="*/ 7645400 w 8017934"/>
              <a:gd name="connsiteY144" fmla="*/ 127865 h 593532"/>
              <a:gd name="connsiteX145" fmla="*/ 7653867 w 8017934"/>
              <a:gd name="connsiteY145" fmla="*/ 102465 h 593532"/>
              <a:gd name="connsiteX146" fmla="*/ 7730067 w 8017934"/>
              <a:gd name="connsiteY146" fmla="*/ 68598 h 593532"/>
              <a:gd name="connsiteX147" fmla="*/ 7823200 w 8017934"/>
              <a:gd name="connsiteY147" fmla="*/ 43198 h 593532"/>
              <a:gd name="connsiteX148" fmla="*/ 7907867 w 8017934"/>
              <a:gd name="connsiteY148" fmla="*/ 9332 h 593532"/>
              <a:gd name="connsiteX149" fmla="*/ 7941734 w 8017934"/>
              <a:gd name="connsiteY149" fmla="*/ 865 h 593532"/>
              <a:gd name="connsiteX150" fmla="*/ 8017934 w 8017934"/>
              <a:gd name="connsiteY150" fmla="*/ 865 h 593532"/>
              <a:gd name="connsiteX0" fmla="*/ 0 w 8017934"/>
              <a:gd name="connsiteY0" fmla="*/ 559665 h 593532"/>
              <a:gd name="connsiteX1" fmla="*/ 491067 w 8017934"/>
              <a:gd name="connsiteY1" fmla="*/ 551198 h 593532"/>
              <a:gd name="connsiteX2" fmla="*/ 508000 w 8017934"/>
              <a:gd name="connsiteY2" fmla="*/ 525798 h 593532"/>
              <a:gd name="connsiteX3" fmla="*/ 533400 w 8017934"/>
              <a:gd name="connsiteY3" fmla="*/ 508865 h 593532"/>
              <a:gd name="connsiteX4" fmla="*/ 567267 w 8017934"/>
              <a:gd name="connsiteY4" fmla="*/ 474998 h 593532"/>
              <a:gd name="connsiteX5" fmla="*/ 575734 w 8017934"/>
              <a:gd name="connsiteY5" fmla="*/ 449598 h 593532"/>
              <a:gd name="connsiteX6" fmla="*/ 584200 w 8017934"/>
              <a:gd name="connsiteY6" fmla="*/ 407265 h 593532"/>
              <a:gd name="connsiteX7" fmla="*/ 601134 w 8017934"/>
              <a:gd name="connsiteY7" fmla="*/ 381865 h 593532"/>
              <a:gd name="connsiteX8" fmla="*/ 618067 w 8017934"/>
              <a:gd name="connsiteY8" fmla="*/ 305665 h 593532"/>
              <a:gd name="connsiteX9" fmla="*/ 626534 w 8017934"/>
              <a:gd name="connsiteY9" fmla="*/ 280265 h 593532"/>
              <a:gd name="connsiteX10" fmla="*/ 643467 w 8017934"/>
              <a:gd name="connsiteY10" fmla="*/ 246398 h 593532"/>
              <a:gd name="connsiteX11" fmla="*/ 660400 w 8017934"/>
              <a:gd name="connsiteY11" fmla="*/ 187132 h 593532"/>
              <a:gd name="connsiteX12" fmla="*/ 677334 w 8017934"/>
              <a:gd name="connsiteY12" fmla="*/ 170198 h 593532"/>
              <a:gd name="connsiteX13" fmla="*/ 702734 w 8017934"/>
              <a:gd name="connsiteY13" fmla="*/ 110932 h 593532"/>
              <a:gd name="connsiteX14" fmla="*/ 795867 w 8017934"/>
              <a:gd name="connsiteY14" fmla="*/ 68598 h 593532"/>
              <a:gd name="connsiteX15" fmla="*/ 922867 w 8017934"/>
              <a:gd name="connsiteY15" fmla="*/ 85532 h 593532"/>
              <a:gd name="connsiteX16" fmla="*/ 948267 w 8017934"/>
              <a:gd name="connsiteY16" fmla="*/ 93998 h 593532"/>
              <a:gd name="connsiteX17" fmla="*/ 965200 w 8017934"/>
              <a:gd name="connsiteY17" fmla="*/ 144798 h 593532"/>
              <a:gd name="connsiteX18" fmla="*/ 982134 w 8017934"/>
              <a:gd name="connsiteY18" fmla="*/ 220998 h 593532"/>
              <a:gd name="connsiteX19" fmla="*/ 990600 w 8017934"/>
              <a:gd name="connsiteY19" fmla="*/ 246398 h 593532"/>
              <a:gd name="connsiteX20" fmla="*/ 1007534 w 8017934"/>
              <a:gd name="connsiteY20" fmla="*/ 314132 h 593532"/>
              <a:gd name="connsiteX21" fmla="*/ 1041400 w 8017934"/>
              <a:gd name="connsiteY21" fmla="*/ 364932 h 593532"/>
              <a:gd name="connsiteX22" fmla="*/ 1058334 w 8017934"/>
              <a:gd name="connsiteY22" fmla="*/ 534265 h 593532"/>
              <a:gd name="connsiteX23" fmla="*/ 1083734 w 8017934"/>
              <a:gd name="connsiteY23" fmla="*/ 551198 h 593532"/>
              <a:gd name="connsiteX24" fmla="*/ 1227667 w 8017934"/>
              <a:gd name="connsiteY24" fmla="*/ 559665 h 593532"/>
              <a:gd name="connsiteX25" fmla="*/ 1405467 w 8017934"/>
              <a:gd name="connsiteY25" fmla="*/ 542732 h 593532"/>
              <a:gd name="connsiteX26" fmla="*/ 1439334 w 8017934"/>
              <a:gd name="connsiteY26" fmla="*/ 534265 h 593532"/>
              <a:gd name="connsiteX27" fmla="*/ 1464734 w 8017934"/>
              <a:gd name="connsiteY27" fmla="*/ 517332 h 593532"/>
              <a:gd name="connsiteX28" fmla="*/ 1481667 w 8017934"/>
              <a:gd name="connsiteY28" fmla="*/ 491932 h 593532"/>
              <a:gd name="connsiteX29" fmla="*/ 1490134 w 8017934"/>
              <a:gd name="connsiteY29" fmla="*/ 373398 h 593532"/>
              <a:gd name="connsiteX30" fmla="*/ 1498600 w 8017934"/>
              <a:gd name="connsiteY30" fmla="*/ 339532 h 593532"/>
              <a:gd name="connsiteX31" fmla="*/ 1515534 w 8017934"/>
              <a:gd name="connsiteY31" fmla="*/ 322598 h 593532"/>
              <a:gd name="connsiteX32" fmla="*/ 1524000 w 8017934"/>
              <a:gd name="connsiteY32" fmla="*/ 288732 h 593532"/>
              <a:gd name="connsiteX33" fmla="*/ 1532467 w 8017934"/>
              <a:gd name="connsiteY33" fmla="*/ 263332 h 593532"/>
              <a:gd name="connsiteX34" fmla="*/ 1540934 w 8017934"/>
              <a:gd name="connsiteY34" fmla="*/ 220998 h 593532"/>
              <a:gd name="connsiteX35" fmla="*/ 1557867 w 8017934"/>
              <a:gd name="connsiteY35" fmla="*/ 187132 h 593532"/>
              <a:gd name="connsiteX36" fmla="*/ 1574800 w 8017934"/>
              <a:gd name="connsiteY36" fmla="*/ 127865 h 593532"/>
              <a:gd name="connsiteX37" fmla="*/ 1608667 w 8017934"/>
              <a:gd name="connsiteY37" fmla="*/ 93998 h 593532"/>
              <a:gd name="connsiteX38" fmla="*/ 1634067 w 8017934"/>
              <a:gd name="connsiteY38" fmla="*/ 77065 h 593532"/>
              <a:gd name="connsiteX39" fmla="*/ 1667934 w 8017934"/>
              <a:gd name="connsiteY39" fmla="*/ 68598 h 593532"/>
              <a:gd name="connsiteX40" fmla="*/ 1693334 w 8017934"/>
              <a:gd name="connsiteY40" fmla="*/ 60132 h 593532"/>
              <a:gd name="connsiteX41" fmla="*/ 1718734 w 8017934"/>
              <a:gd name="connsiteY41" fmla="*/ 68598 h 593532"/>
              <a:gd name="connsiteX42" fmla="*/ 1761067 w 8017934"/>
              <a:gd name="connsiteY42" fmla="*/ 85532 h 593532"/>
              <a:gd name="connsiteX43" fmla="*/ 1811867 w 8017934"/>
              <a:gd name="connsiteY43" fmla="*/ 93998 h 593532"/>
              <a:gd name="connsiteX44" fmla="*/ 2192867 w 8017934"/>
              <a:gd name="connsiteY44" fmla="*/ 93998 h 593532"/>
              <a:gd name="connsiteX45" fmla="*/ 2311400 w 8017934"/>
              <a:gd name="connsiteY45" fmla="*/ 102465 h 593532"/>
              <a:gd name="connsiteX46" fmla="*/ 2345267 w 8017934"/>
              <a:gd name="connsiteY46" fmla="*/ 170198 h 593532"/>
              <a:gd name="connsiteX47" fmla="*/ 2345267 w 8017934"/>
              <a:gd name="connsiteY47" fmla="*/ 170198 h 593532"/>
              <a:gd name="connsiteX48" fmla="*/ 2379134 w 8017934"/>
              <a:gd name="connsiteY48" fmla="*/ 246398 h 593532"/>
              <a:gd name="connsiteX49" fmla="*/ 2404534 w 8017934"/>
              <a:gd name="connsiteY49" fmla="*/ 297198 h 593532"/>
              <a:gd name="connsiteX50" fmla="*/ 2421467 w 8017934"/>
              <a:gd name="connsiteY50" fmla="*/ 356465 h 593532"/>
              <a:gd name="connsiteX51" fmla="*/ 2438400 w 8017934"/>
              <a:gd name="connsiteY51" fmla="*/ 390332 h 593532"/>
              <a:gd name="connsiteX52" fmla="*/ 2455334 w 8017934"/>
              <a:gd name="connsiteY52" fmla="*/ 441132 h 593532"/>
              <a:gd name="connsiteX53" fmla="*/ 2463800 w 8017934"/>
              <a:gd name="connsiteY53" fmla="*/ 466532 h 593532"/>
              <a:gd name="connsiteX54" fmla="*/ 2480734 w 8017934"/>
              <a:gd name="connsiteY54" fmla="*/ 483465 h 593532"/>
              <a:gd name="connsiteX55" fmla="*/ 2523067 w 8017934"/>
              <a:gd name="connsiteY55" fmla="*/ 559665 h 593532"/>
              <a:gd name="connsiteX56" fmla="*/ 2582334 w 8017934"/>
              <a:gd name="connsiteY56" fmla="*/ 568132 h 593532"/>
              <a:gd name="connsiteX57" fmla="*/ 2599267 w 8017934"/>
              <a:gd name="connsiteY57" fmla="*/ 525798 h 593532"/>
              <a:gd name="connsiteX58" fmla="*/ 2616200 w 8017934"/>
              <a:gd name="connsiteY58" fmla="*/ 500398 h 593532"/>
              <a:gd name="connsiteX59" fmla="*/ 2658534 w 8017934"/>
              <a:gd name="connsiteY59" fmla="*/ 508865 h 593532"/>
              <a:gd name="connsiteX60" fmla="*/ 2751667 w 8017934"/>
              <a:gd name="connsiteY60" fmla="*/ 534265 h 593532"/>
              <a:gd name="connsiteX61" fmla="*/ 2777067 w 8017934"/>
              <a:gd name="connsiteY61" fmla="*/ 551198 h 593532"/>
              <a:gd name="connsiteX62" fmla="*/ 2802467 w 8017934"/>
              <a:gd name="connsiteY62" fmla="*/ 500398 h 593532"/>
              <a:gd name="connsiteX63" fmla="*/ 2844800 w 8017934"/>
              <a:gd name="connsiteY63" fmla="*/ 483465 h 593532"/>
              <a:gd name="connsiteX64" fmla="*/ 2861734 w 8017934"/>
              <a:gd name="connsiteY64" fmla="*/ 424198 h 593532"/>
              <a:gd name="connsiteX65" fmla="*/ 2887134 w 8017934"/>
              <a:gd name="connsiteY65" fmla="*/ 263332 h 593532"/>
              <a:gd name="connsiteX66" fmla="*/ 2895600 w 8017934"/>
              <a:gd name="connsiteY66" fmla="*/ 195598 h 593532"/>
              <a:gd name="connsiteX67" fmla="*/ 2929467 w 8017934"/>
              <a:gd name="connsiteY67" fmla="*/ 119398 h 593532"/>
              <a:gd name="connsiteX68" fmla="*/ 2963334 w 8017934"/>
              <a:gd name="connsiteY68" fmla="*/ 102465 h 593532"/>
              <a:gd name="connsiteX69" fmla="*/ 3183467 w 8017934"/>
              <a:gd name="connsiteY69" fmla="*/ 77065 h 593532"/>
              <a:gd name="connsiteX70" fmla="*/ 3293534 w 8017934"/>
              <a:gd name="connsiteY70" fmla="*/ 93998 h 593532"/>
              <a:gd name="connsiteX71" fmla="*/ 3302000 w 8017934"/>
              <a:gd name="connsiteY71" fmla="*/ 127865 h 593532"/>
              <a:gd name="connsiteX72" fmla="*/ 3318934 w 8017934"/>
              <a:gd name="connsiteY72" fmla="*/ 204065 h 593532"/>
              <a:gd name="connsiteX73" fmla="*/ 3335867 w 8017934"/>
              <a:gd name="connsiteY73" fmla="*/ 229465 h 593532"/>
              <a:gd name="connsiteX74" fmla="*/ 3352800 w 8017934"/>
              <a:gd name="connsiteY74" fmla="*/ 288732 h 593532"/>
              <a:gd name="connsiteX75" fmla="*/ 3369734 w 8017934"/>
              <a:gd name="connsiteY75" fmla="*/ 322598 h 593532"/>
              <a:gd name="connsiteX76" fmla="*/ 3386667 w 8017934"/>
              <a:gd name="connsiteY76" fmla="*/ 373398 h 593532"/>
              <a:gd name="connsiteX77" fmla="*/ 3395134 w 8017934"/>
              <a:gd name="connsiteY77" fmla="*/ 398798 h 593532"/>
              <a:gd name="connsiteX78" fmla="*/ 3412067 w 8017934"/>
              <a:gd name="connsiteY78" fmla="*/ 415732 h 593532"/>
              <a:gd name="connsiteX79" fmla="*/ 3437467 w 8017934"/>
              <a:gd name="connsiteY79" fmla="*/ 500398 h 593532"/>
              <a:gd name="connsiteX80" fmla="*/ 3454400 w 8017934"/>
              <a:gd name="connsiteY80" fmla="*/ 525798 h 593532"/>
              <a:gd name="connsiteX81" fmla="*/ 3462867 w 8017934"/>
              <a:gd name="connsiteY81" fmla="*/ 551198 h 593532"/>
              <a:gd name="connsiteX82" fmla="*/ 3505200 w 8017934"/>
              <a:gd name="connsiteY82" fmla="*/ 593532 h 593532"/>
              <a:gd name="connsiteX83" fmla="*/ 3683000 w 8017934"/>
              <a:gd name="connsiteY83" fmla="*/ 576598 h 593532"/>
              <a:gd name="connsiteX84" fmla="*/ 3708400 w 8017934"/>
              <a:gd name="connsiteY84" fmla="*/ 568132 h 593532"/>
              <a:gd name="connsiteX85" fmla="*/ 3683000 w 8017934"/>
              <a:gd name="connsiteY85" fmla="*/ 559665 h 593532"/>
              <a:gd name="connsiteX86" fmla="*/ 3810000 w 8017934"/>
              <a:gd name="connsiteY86" fmla="*/ 525798 h 593532"/>
              <a:gd name="connsiteX87" fmla="*/ 4004734 w 8017934"/>
              <a:gd name="connsiteY87" fmla="*/ 551198 h 593532"/>
              <a:gd name="connsiteX88" fmla="*/ 4174067 w 8017934"/>
              <a:gd name="connsiteY88" fmla="*/ 542732 h 593532"/>
              <a:gd name="connsiteX89" fmla="*/ 4191000 w 8017934"/>
              <a:gd name="connsiteY89" fmla="*/ 525798 h 593532"/>
              <a:gd name="connsiteX90" fmla="*/ 4199467 w 8017934"/>
              <a:gd name="connsiteY90" fmla="*/ 500398 h 593532"/>
              <a:gd name="connsiteX91" fmla="*/ 4216400 w 8017934"/>
              <a:gd name="connsiteY91" fmla="*/ 466532 h 593532"/>
              <a:gd name="connsiteX92" fmla="*/ 4216400 w 8017934"/>
              <a:gd name="connsiteY92" fmla="*/ 178665 h 593532"/>
              <a:gd name="connsiteX93" fmla="*/ 4224867 w 8017934"/>
              <a:gd name="connsiteY93" fmla="*/ 153265 h 593532"/>
              <a:gd name="connsiteX94" fmla="*/ 4258734 w 8017934"/>
              <a:gd name="connsiteY94" fmla="*/ 127865 h 593532"/>
              <a:gd name="connsiteX95" fmla="*/ 5164667 w 8017934"/>
              <a:gd name="connsiteY95" fmla="*/ 339532 h 593532"/>
              <a:gd name="connsiteX96" fmla="*/ 5190067 w 8017934"/>
              <a:gd name="connsiteY96" fmla="*/ 390332 h 593532"/>
              <a:gd name="connsiteX97" fmla="*/ 5207000 w 8017934"/>
              <a:gd name="connsiteY97" fmla="*/ 441132 h 593532"/>
              <a:gd name="connsiteX98" fmla="*/ 5274734 w 8017934"/>
              <a:gd name="connsiteY98" fmla="*/ 483465 h 593532"/>
              <a:gd name="connsiteX99" fmla="*/ 5317067 w 8017934"/>
              <a:gd name="connsiteY99" fmla="*/ 525798 h 593532"/>
              <a:gd name="connsiteX100" fmla="*/ 5308600 w 8017934"/>
              <a:gd name="connsiteY100" fmla="*/ 517332 h 593532"/>
              <a:gd name="connsiteX101" fmla="*/ 5342467 w 8017934"/>
              <a:gd name="connsiteY101" fmla="*/ 500398 h 593532"/>
              <a:gd name="connsiteX102" fmla="*/ 5401734 w 8017934"/>
              <a:gd name="connsiteY102" fmla="*/ 483465 h 593532"/>
              <a:gd name="connsiteX103" fmla="*/ 5435600 w 8017934"/>
              <a:gd name="connsiteY103" fmla="*/ 466532 h 593532"/>
              <a:gd name="connsiteX104" fmla="*/ 5537200 w 8017934"/>
              <a:gd name="connsiteY104" fmla="*/ 458065 h 593532"/>
              <a:gd name="connsiteX105" fmla="*/ 5562600 w 8017934"/>
              <a:gd name="connsiteY105" fmla="*/ 407265 h 593532"/>
              <a:gd name="connsiteX106" fmla="*/ 5579534 w 8017934"/>
              <a:gd name="connsiteY106" fmla="*/ 373398 h 593532"/>
              <a:gd name="connsiteX107" fmla="*/ 5613400 w 8017934"/>
              <a:gd name="connsiteY107" fmla="*/ 314132 h 593532"/>
              <a:gd name="connsiteX108" fmla="*/ 5621867 w 8017934"/>
              <a:gd name="connsiteY108" fmla="*/ 280265 h 593532"/>
              <a:gd name="connsiteX109" fmla="*/ 5630334 w 8017934"/>
              <a:gd name="connsiteY109" fmla="*/ 170198 h 593532"/>
              <a:gd name="connsiteX110" fmla="*/ 5638800 w 8017934"/>
              <a:gd name="connsiteY110" fmla="*/ 136332 h 593532"/>
              <a:gd name="connsiteX111" fmla="*/ 5689600 w 8017934"/>
              <a:gd name="connsiteY111" fmla="*/ 93998 h 593532"/>
              <a:gd name="connsiteX112" fmla="*/ 5731934 w 8017934"/>
              <a:gd name="connsiteY112" fmla="*/ 85532 h 593532"/>
              <a:gd name="connsiteX113" fmla="*/ 5892800 w 8017934"/>
              <a:gd name="connsiteY113" fmla="*/ 93998 h 593532"/>
              <a:gd name="connsiteX114" fmla="*/ 5918200 w 8017934"/>
              <a:gd name="connsiteY114" fmla="*/ 110932 h 593532"/>
              <a:gd name="connsiteX115" fmla="*/ 5960534 w 8017934"/>
              <a:gd name="connsiteY115" fmla="*/ 153265 h 593532"/>
              <a:gd name="connsiteX116" fmla="*/ 6019800 w 8017934"/>
              <a:gd name="connsiteY116" fmla="*/ 187132 h 593532"/>
              <a:gd name="connsiteX117" fmla="*/ 6028267 w 8017934"/>
              <a:gd name="connsiteY117" fmla="*/ 220998 h 593532"/>
              <a:gd name="connsiteX118" fmla="*/ 6062134 w 8017934"/>
              <a:gd name="connsiteY118" fmla="*/ 263332 h 593532"/>
              <a:gd name="connsiteX119" fmla="*/ 6079067 w 8017934"/>
              <a:gd name="connsiteY119" fmla="*/ 288732 h 593532"/>
              <a:gd name="connsiteX120" fmla="*/ 6104467 w 8017934"/>
              <a:gd name="connsiteY120" fmla="*/ 314132 h 593532"/>
              <a:gd name="connsiteX121" fmla="*/ 6138334 w 8017934"/>
              <a:gd name="connsiteY121" fmla="*/ 364932 h 593532"/>
              <a:gd name="connsiteX122" fmla="*/ 6155267 w 8017934"/>
              <a:gd name="connsiteY122" fmla="*/ 458065 h 593532"/>
              <a:gd name="connsiteX123" fmla="*/ 6180667 w 8017934"/>
              <a:gd name="connsiteY123" fmla="*/ 474998 h 593532"/>
              <a:gd name="connsiteX124" fmla="*/ 6197600 w 8017934"/>
              <a:gd name="connsiteY124" fmla="*/ 517332 h 593532"/>
              <a:gd name="connsiteX125" fmla="*/ 6214534 w 8017934"/>
              <a:gd name="connsiteY125" fmla="*/ 534265 h 593532"/>
              <a:gd name="connsiteX126" fmla="*/ 6409267 w 8017934"/>
              <a:gd name="connsiteY126" fmla="*/ 576598 h 593532"/>
              <a:gd name="connsiteX127" fmla="*/ 6443134 w 8017934"/>
              <a:gd name="connsiteY127" fmla="*/ 551198 h 593532"/>
              <a:gd name="connsiteX128" fmla="*/ 6468534 w 8017934"/>
              <a:gd name="connsiteY128" fmla="*/ 441132 h 593532"/>
              <a:gd name="connsiteX129" fmla="*/ 6519334 w 8017934"/>
              <a:gd name="connsiteY129" fmla="*/ 466532 h 593532"/>
              <a:gd name="connsiteX130" fmla="*/ 7035800 w 8017934"/>
              <a:gd name="connsiteY130" fmla="*/ 491932 h 593532"/>
              <a:gd name="connsiteX131" fmla="*/ 7171267 w 8017934"/>
              <a:gd name="connsiteY131" fmla="*/ 525798 h 593532"/>
              <a:gd name="connsiteX132" fmla="*/ 7239000 w 8017934"/>
              <a:gd name="connsiteY132" fmla="*/ 542732 h 593532"/>
              <a:gd name="connsiteX133" fmla="*/ 7416800 w 8017934"/>
              <a:gd name="connsiteY133" fmla="*/ 508865 h 593532"/>
              <a:gd name="connsiteX134" fmla="*/ 7425267 w 8017934"/>
              <a:gd name="connsiteY134" fmla="*/ 466532 h 593532"/>
              <a:gd name="connsiteX135" fmla="*/ 7433734 w 8017934"/>
              <a:gd name="connsiteY135" fmla="*/ 373398 h 593532"/>
              <a:gd name="connsiteX136" fmla="*/ 7450667 w 8017934"/>
              <a:gd name="connsiteY136" fmla="*/ 347998 h 593532"/>
              <a:gd name="connsiteX137" fmla="*/ 7459134 w 8017934"/>
              <a:gd name="connsiteY137" fmla="*/ 305665 h 593532"/>
              <a:gd name="connsiteX138" fmla="*/ 7467600 w 8017934"/>
              <a:gd name="connsiteY138" fmla="*/ 280265 h 593532"/>
              <a:gd name="connsiteX139" fmla="*/ 7476067 w 8017934"/>
              <a:gd name="connsiteY139" fmla="*/ 246398 h 593532"/>
              <a:gd name="connsiteX140" fmla="*/ 7526867 w 8017934"/>
              <a:gd name="connsiteY140" fmla="*/ 229465 h 593532"/>
              <a:gd name="connsiteX141" fmla="*/ 7569200 w 8017934"/>
              <a:gd name="connsiteY141" fmla="*/ 187132 h 593532"/>
              <a:gd name="connsiteX142" fmla="*/ 7611534 w 8017934"/>
              <a:gd name="connsiteY142" fmla="*/ 153265 h 593532"/>
              <a:gd name="connsiteX143" fmla="*/ 7645400 w 8017934"/>
              <a:gd name="connsiteY143" fmla="*/ 127865 h 593532"/>
              <a:gd name="connsiteX144" fmla="*/ 7653867 w 8017934"/>
              <a:gd name="connsiteY144" fmla="*/ 102465 h 593532"/>
              <a:gd name="connsiteX145" fmla="*/ 7730067 w 8017934"/>
              <a:gd name="connsiteY145" fmla="*/ 68598 h 593532"/>
              <a:gd name="connsiteX146" fmla="*/ 7823200 w 8017934"/>
              <a:gd name="connsiteY146" fmla="*/ 43198 h 593532"/>
              <a:gd name="connsiteX147" fmla="*/ 7907867 w 8017934"/>
              <a:gd name="connsiteY147" fmla="*/ 9332 h 593532"/>
              <a:gd name="connsiteX148" fmla="*/ 7941734 w 8017934"/>
              <a:gd name="connsiteY148" fmla="*/ 865 h 593532"/>
              <a:gd name="connsiteX149" fmla="*/ 8017934 w 8017934"/>
              <a:gd name="connsiteY149" fmla="*/ 865 h 593532"/>
              <a:gd name="connsiteX0" fmla="*/ 0 w 8017934"/>
              <a:gd name="connsiteY0" fmla="*/ 559665 h 593532"/>
              <a:gd name="connsiteX1" fmla="*/ 491067 w 8017934"/>
              <a:gd name="connsiteY1" fmla="*/ 551198 h 593532"/>
              <a:gd name="connsiteX2" fmla="*/ 508000 w 8017934"/>
              <a:gd name="connsiteY2" fmla="*/ 525798 h 593532"/>
              <a:gd name="connsiteX3" fmla="*/ 533400 w 8017934"/>
              <a:gd name="connsiteY3" fmla="*/ 508865 h 593532"/>
              <a:gd name="connsiteX4" fmla="*/ 567267 w 8017934"/>
              <a:gd name="connsiteY4" fmla="*/ 474998 h 593532"/>
              <a:gd name="connsiteX5" fmla="*/ 575734 w 8017934"/>
              <a:gd name="connsiteY5" fmla="*/ 449598 h 593532"/>
              <a:gd name="connsiteX6" fmla="*/ 584200 w 8017934"/>
              <a:gd name="connsiteY6" fmla="*/ 407265 h 593532"/>
              <a:gd name="connsiteX7" fmla="*/ 601134 w 8017934"/>
              <a:gd name="connsiteY7" fmla="*/ 381865 h 593532"/>
              <a:gd name="connsiteX8" fmla="*/ 618067 w 8017934"/>
              <a:gd name="connsiteY8" fmla="*/ 305665 h 593532"/>
              <a:gd name="connsiteX9" fmla="*/ 626534 w 8017934"/>
              <a:gd name="connsiteY9" fmla="*/ 280265 h 593532"/>
              <a:gd name="connsiteX10" fmla="*/ 643467 w 8017934"/>
              <a:gd name="connsiteY10" fmla="*/ 246398 h 593532"/>
              <a:gd name="connsiteX11" fmla="*/ 660400 w 8017934"/>
              <a:gd name="connsiteY11" fmla="*/ 187132 h 593532"/>
              <a:gd name="connsiteX12" fmla="*/ 677334 w 8017934"/>
              <a:gd name="connsiteY12" fmla="*/ 170198 h 593532"/>
              <a:gd name="connsiteX13" fmla="*/ 702734 w 8017934"/>
              <a:gd name="connsiteY13" fmla="*/ 110932 h 593532"/>
              <a:gd name="connsiteX14" fmla="*/ 795867 w 8017934"/>
              <a:gd name="connsiteY14" fmla="*/ 68598 h 593532"/>
              <a:gd name="connsiteX15" fmla="*/ 922867 w 8017934"/>
              <a:gd name="connsiteY15" fmla="*/ 85532 h 593532"/>
              <a:gd name="connsiteX16" fmla="*/ 948267 w 8017934"/>
              <a:gd name="connsiteY16" fmla="*/ 93998 h 593532"/>
              <a:gd name="connsiteX17" fmla="*/ 965200 w 8017934"/>
              <a:gd name="connsiteY17" fmla="*/ 144798 h 593532"/>
              <a:gd name="connsiteX18" fmla="*/ 982134 w 8017934"/>
              <a:gd name="connsiteY18" fmla="*/ 220998 h 593532"/>
              <a:gd name="connsiteX19" fmla="*/ 990600 w 8017934"/>
              <a:gd name="connsiteY19" fmla="*/ 246398 h 593532"/>
              <a:gd name="connsiteX20" fmla="*/ 1007534 w 8017934"/>
              <a:gd name="connsiteY20" fmla="*/ 314132 h 593532"/>
              <a:gd name="connsiteX21" fmla="*/ 1041400 w 8017934"/>
              <a:gd name="connsiteY21" fmla="*/ 364932 h 593532"/>
              <a:gd name="connsiteX22" fmla="*/ 1058334 w 8017934"/>
              <a:gd name="connsiteY22" fmla="*/ 534265 h 593532"/>
              <a:gd name="connsiteX23" fmla="*/ 1083734 w 8017934"/>
              <a:gd name="connsiteY23" fmla="*/ 551198 h 593532"/>
              <a:gd name="connsiteX24" fmla="*/ 1227667 w 8017934"/>
              <a:gd name="connsiteY24" fmla="*/ 559665 h 593532"/>
              <a:gd name="connsiteX25" fmla="*/ 1405467 w 8017934"/>
              <a:gd name="connsiteY25" fmla="*/ 542732 h 593532"/>
              <a:gd name="connsiteX26" fmla="*/ 1439334 w 8017934"/>
              <a:gd name="connsiteY26" fmla="*/ 534265 h 593532"/>
              <a:gd name="connsiteX27" fmla="*/ 1464734 w 8017934"/>
              <a:gd name="connsiteY27" fmla="*/ 517332 h 593532"/>
              <a:gd name="connsiteX28" fmla="*/ 1481667 w 8017934"/>
              <a:gd name="connsiteY28" fmla="*/ 491932 h 593532"/>
              <a:gd name="connsiteX29" fmla="*/ 1490134 w 8017934"/>
              <a:gd name="connsiteY29" fmla="*/ 373398 h 593532"/>
              <a:gd name="connsiteX30" fmla="*/ 1498600 w 8017934"/>
              <a:gd name="connsiteY30" fmla="*/ 339532 h 593532"/>
              <a:gd name="connsiteX31" fmla="*/ 1515534 w 8017934"/>
              <a:gd name="connsiteY31" fmla="*/ 322598 h 593532"/>
              <a:gd name="connsiteX32" fmla="*/ 1524000 w 8017934"/>
              <a:gd name="connsiteY32" fmla="*/ 288732 h 593532"/>
              <a:gd name="connsiteX33" fmla="*/ 1532467 w 8017934"/>
              <a:gd name="connsiteY33" fmla="*/ 263332 h 593532"/>
              <a:gd name="connsiteX34" fmla="*/ 1540934 w 8017934"/>
              <a:gd name="connsiteY34" fmla="*/ 220998 h 593532"/>
              <a:gd name="connsiteX35" fmla="*/ 1557867 w 8017934"/>
              <a:gd name="connsiteY35" fmla="*/ 187132 h 593532"/>
              <a:gd name="connsiteX36" fmla="*/ 1574800 w 8017934"/>
              <a:gd name="connsiteY36" fmla="*/ 127865 h 593532"/>
              <a:gd name="connsiteX37" fmla="*/ 1608667 w 8017934"/>
              <a:gd name="connsiteY37" fmla="*/ 93998 h 593532"/>
              <a:gd name="connsiteX38" fmla="*/ 1634067 w 8017934"/>
              <a:gd name="connsiteY38" fmla="*/ 77065 h 593532"/>
              <a:gd name="connsiteX39" fmla="*/ 1667934 w 8017934"/>
              <a:gd name="connsiteY39" fmla="*/ 68598 h 593532"/>
              <a:gd name="connsiteX40" fmla="*/ 1693334 w 8017934"/>
              <a:gd name="connsiteY40" fmla="*/ 60132 h 593532"/>
              <a:gd name="connsiteX41" fmla="*/ 1718734 w 8017934"/>
              <a:gd name="connsiteY41" fmla="*/ 68598 h 593532"/>
              <a:gd name="connsiteX42" fmla="*/ 1761067 w 8017934"/>
              <a:gd name="connsiteY42" fmla="*/ 85532 h 593532"/>
              <a:gd name="connsiteX43" fmla="*/ 1811867 w 8017934"/>
              <a:gd name="connsiteY43" fmla="*/ 93998 h 593532"/>
              <a:gd name="connsiteX44" fmla="*/ 2192867 w 8017934"/>
              <a:gd name="connsiteY44" fmla="*/ 93998 h 593532"/>
              <a:gd name="connsiteX45" fmla="*/ 2311400 w 8017934"/>
              <a:gd name="connsiteY45" fmla="*/ 102465 h 593532"/>
              <a:gd name="connsiteX46" fmla="*/ 2345267 w 8017934"/>
              <a:gd name="connsiteY46" fmla="*/ 170198 h 593532"/>
              <a:gd name="connsiteX47" fmla="*/ 2345267 w 8017934"/>
              <a:gd name="connsiteY47" fmla="*/ 170198 h 593532"/>
              <a:gd name="connsiteX48" fmla="*/ 2379134 w 8017934"/>
              <a:gd name="connsiteY48" fmla="*/ 246398 h 593532"/>
              <a:gd name="connsiteX49" fmla="*/ 2404534 w 8017934"/>
              <a:gd name="connsiteY49" fmla="*/ 297198 h 593532"/>
              <a:gd name="connsiteX50" fmla="*/ 2421467 w 8017934"/>
              <a:gd name="connsiteY50" fmla="*/ 356465 h 593532"/>
              <a:gd name="connsiteX51" fmla="*/ 2438400 w 8017934"/>
              <a:gd name="connsiteY51" fmla="*/ 390332 h 593532"/>
              <a:gd name="connsiteX52" fmla="*/ 2455334 w 8017934"/>
              <a:gd name="connsiteY52" fmla="*/ 441132 h 593532"/>
              <a:gd name="connsiteX53" fmla="*/ 2463800 w 8017934"/>
              <a:gd name="connsiteY53" fmla="*/ 466532 h 593532"/>
              <a:gd name="connsiteX54" fmla="*/ 2480734 w 8017934"/>
              <a:gd name="connsiteY54" fmla="*/ 483465 h 593532"/>
              <a:gd name="connsiteX55" fmla="*/ 2523067 w 8017934"/>
              <a:gd name="connsiteY55" fmla="*/ 559665 h 593532"/>
              <a:gd name="connsiteX56" fmla="*/ 2582334 w 8017934"/>
              <a:gd name="connsiteY56" fmla="*/ 568132 h 593532"/>
              <a:gd name="connsiteX57" fmla="*/ 2599267 w 8017934"/>
              <a:gd name="connsiteY57" fmla="*/ 525798 h 593532"/>
              <a:gd name="connsiteX58" fmla="*/ 2616200 w 8017934"/>
              <a:gd name="connsiteY58" fmla="*/ 500398 h 593532"/>
              <a:gd name="connsiteX59" fmla="*/ 2658534 w 8017934"/>
              <a:gd name="connsiteY59" fmla="*/ 508865 h 593532"/>
              <a:gd name="connsiteX60" fmla="*/ 2751667 w 8017934"/>
              <a:gd name="connsiteY60" fmla="*/ 534265 h 593532"/>
              <a:gd name="connsiteX61" fmla="*/ 2777067 w 8017934"/>
              <a:gd name="connsiteY61" fmla="*/ 551198 h 593532"/>
              <a:gd name="connsiteX62" fmla="*/ 2802467 w 8017934"/>
              <a:gd name="connsiteY62" fmla="*/ 500398 h 593532"/>
              <a:gd name="connsiteX63" fmla="*/ 2844800 w 8017934"/>
              <a:gd name="connsiteY63" fmla="*/ 483465 h 593532"/>
              <a:gd name="connsiteX64" fmla="*/ 2861734 w 8017934"/>
              <a:gd name="connsiteY64" fmla="*/ 424198 h 593532"/>
              <a:gd name="connsiteX65" fmla="*/ 2887134 w 8017934"/>
              <a:gd name="connsiteY65" fmla="*/ 263332 h 593532"/>
              <a:gd name="connsiteX66" fmla="*/ 2895600 w 8017934"/>
              <a:gd name="connsiteY66" fmla="*/ 195598 h 593532"/>
              <a:gd name="connsiteX67" fmla="*/ 2929467 w 8017934"/>
              <a:gd name="connsiteY67" fmla="*/ 119398 h 593532"/>
              <a:gd name="connsiteX68" fmla="*/ 2963334 w 8017934"/>
              <a:gd name="connsiteY68" fmla="*/ 102465 h 593532"/>
              <a:gd name="connsiteX69" fmla="*/ 3183467 w 8017934"/>
              <a:gd name="connsiteY69" fmla="*/ 77065 h 593532"/>
              <a:gd name="connsiteX70" fmla="*/ 3293534 w 8017934"/>
              <a:gd name="connsiteY70" fmla="*/ 93998 h 593532"/>
              <a:gd name="connsiteX71" fmla="*/ 3302000 w 8017934"/>
              <a:gd name="connsiteY71" fmla="*/ 127865 h 593532"/>
              <a:gd name="connsiteX72" fmla="*/ 3318934 w 8017934"/>
              <a:gd name="connsiteY72" fmla="*/ 204065 h 593532"/>
              <a:gd name="connsiteX73" fmla="*/ 3335867 w 8017934"/>
              <a:gd name="connsiteY73" fmla="*/ 229465 h 593532"/>
              <a:gd name="connsiteX74" fmla="*/ 3352800 w 8017934"/>
              <a:gd name="connsiteY74" fmla="*/ 288732 h 593532"/>
              <a:gd name="connsiteX75" fmla="*/ 3369734 w 8017934"/>
              <a:gd name="connsiteY75" fmla="*/ 322598 h 593532"/>
              <a:gd name="connsiteX76" fmla="*/ 3386667 w 8017934"/>
              <a:gd name="connsiteY76" fmla="*/ 373398 h 593532"/>
              <a:gd name="connsiteX77" fmla="*/ 3395134 w 8017934"/>
              <a:gd name="connsiteY77" fmla="*/ 398798 h 593532"/>
              <a:gd name="connsiteX78" fmla="*/ 3412067 w 8017934"/>
              <a:gd name="connsiteY78" fmla="*/ 415732 h 593532"/>
              <a:gd name="connsiteX79" fmla="*/ 3437467 w 8017934"/>
              <a:gd name="connsiteY79" fmla="*/ 500398 h 593532"/>
              <a:gd name="connsiteX80" fmla="*/ 3454400 w 8017934"/>
              <a:gd name="connsiteY80" fmla="*/ 525798 h 593532"/>
              <a:gd name="connsiteX81" fmla="*/ 3462867 w 8017934"/>
              <a:gd name="connsiteY81" fmla="*/ 551198 h 593532"/>
              <a:gd name="connsiteX82" fmla="*/ 3505200 w 8017934"/>
              <a:gd name="connsiteY82" fmla="*/ 593532 h 593532"/>
              <a:gd name="connsiteX83" fmla="*/ 3683000 w 8017934"/>
              <a:gd name="connsiteY83" fmla="*/ 576598 h 593532"/>
              <a:gd name="connsiteX84" fmla="*/ 3708400 w 8017934"/>
              <a:gd name="connsiteY84" fmla="*/ 568132 h 593532"/>
              <a:gd name="connsiteX85" fmla="*/ 3683000 w 8017934"/>
              <a:gd name="connsiteY85" fmla="*/ 559665 h 593532"/>
              <a:gd name="connsiteX86" fmla="*/ 3810000 w 8017934"/>
              <a:gd name="connsiteY86" fmla="*/ 525798 h 593532"/>
              <a:gd name="connsiteX87" fmla="*/ 4004734 w 8017934"/>
              <a:gd name="connsiteY87" fmla="*/ 551198 h 593532"/>
              <a:gd name="connsiteX88" fmla="*/ 4174067 w 8017934"/>
              <a:gd name="connsiteY88" fmla="*/ 542732 h 593532"/>
              <a:gd name="connsiteX89" fmla="*/ 4191000 w 8017934"/>
              <a:gd name="connsiteY89" fmla="*/ 525798 h 593532"/>
              <a:gd name="connsiteX90" fmla="*/ 4199467 w 8017934"/>
              <a:gd name="connsiteY90" fmla="*/ 500398 h 593532"/>
              <a:gd name="connsiteX91" fmla="*/ 4216400 w 8017934"/>
              <a:gd name="connsiteY91" fmla="*/ 466532 h 593532"/>
              <a:gd name="connsiteX92" fmla="*/ 4216400 w 8017934"/>
              <a:gd name="connsiteY92" fmla="*/ 178665 h 593532"/>
              <a:gd name="connsiteX93" fmla="*/ 4224867 w 8017934"/>
              <a:gd name="connsiteY93" fmla="*/ 153265 h 593532"/>
              <a:gd name="connsiteX94" fmla="*/ 4258734 w 8017934"/>
              <a:gd name="connsiteY94" fmla="*/ 127865 h 593532"/>
              <a:gd name="connsiteX95" fmla="*/ 5164667 w 8017934"/>
              <a:gd name="connsiteY95" fmla="*/ 339532 h 593532"/>
              <a:gd name="connsiteX96" fmla="*/ 5190067 w 8017934"/>
              <a:gd name="connsiteY96" fmla="*/ 390332 h 593532"/>
              <a:gd name="connsiteX97" fmla="*/ 5207000 w 8017934"/>
              <a:gd name="connsiteY97" fmla="*/ 441132 h 593532"/>
              <a:gd name="connsiteX98" fmla="*/ 5274734 w 8017934"/>
              <a:gd name="connsiteY98" fmla="*/ 483465 h 593532"/>
              <a:gd name="connsiteX99" fmla="*/ 5317067 w 8017934"/>
              <a:gd name="connsiteY99" fmla="*/ 525798 h 593532"/>
              <a:gd name="connsiteX100" fmla="*/ 5308600 w 8017934"/>
              <a:gd name="connsiteY100" fmla="*/ 517332 h 593532"/>
              <a:gd name="connsiteX101" fmla="*/ 5342467 w 8017934"/>
              <a:gd name="connsiteY101" fmla="*/ 500398 h 593532"/>
              <a:gd name="connsiteX102" fmla="*/ 5401734 w 8017934"/>
              <a:gd name="connsiteY102" fmla="*/ 483465 h 593532"/>
              <a:gd name="connsiteX103" fmla="*/ 5435600 w 8017934"/>
              <a:gd name="connsiteY103" fmla="*/ 466532 h 593532"/>
              <a:gd name="connsiteX104" fmla="*/ 5537200 w 8017934"/>
              <a:gd name="connsiteY104" fmla="*/ 458065 h 593532"/>
              <a:gd name="connsiteX105" fmla="*/ 5562600 w 8017934"/>
              <a:gd name="connsiteY105" fmla="*/ 407265 h 593532"/>
              <a:gd name="connsiteX106" fmla="*/ 5579534 w 8017934"/>
              <a:gd name="connsiteY106" fmla="*/ 373398 h 593532"/>
              <a:gd name="connsiteX107" fmla="*/ 5613400 w 8017934"/>
              <a:gd name="connsiteY107" fmla="*/ 314132 h 593532"/>
              <a:gd name="connsiteX108" fmla="*/ 5621867 w 8017934"/>
              <a:gd name="connsiteY108" fmla="*/ 280265 h 593532"/>
              <a:gd name="connsiteX109" fmla="*/ 5630334 w 8017934"/>
              <a:gd name="connsiteY109" fmla="*/ 170198 h 593532"/>
              <a:gd name="connsiteX110" fmla="*/ 5638800 w 8017934"/>
              <a:gd name="connsiteY110" fmla="*/ 136332 h 593532"/>
              <a:gd name="connsiteX111" fmla="*/ 5689600 w 8017934"/>
              <a:gd name="connsiteY111" fmla="*/ 93998 h 593532"/>
              <a:gd name="connsiteX112" fmla="*/ 5731934 w 8017934"/>
              <a:gd name="connsiteY112" fmla="*/ 85532 h 593532"/>
              <a:gd name="connsiteX113" fmla="*/ 5892800 w 8017934"/>
              <a:gd name="connsiteY113" fmla="*/ 93998 h 593532"/>
              <a:gd name="connsiteX114" fmla="*/ 5918200 w 8017934"/>
              <a:gd name="connsiteY114" fmla="*/ 110932 h 593532"/>
              <a:gd name="connsiteX115" fmla="*/ 5960534 w 8017934"/>
              <a:gd name="connsiteY115" fmla="*/ 153265 h 593532"/>
              <a:gd name="connsiteX116" fmla="*/ 6019800 w 8017934"/>
              <a:gd name="connsiteY116" fmla="*/ 187132 h 593532"/>
              <a:gd name="connsiteX117" fmla="*/ 6028267 w 8017934"/>
              <a:gd name="connsiteY117" fmla="*/ 220998 h 593532"/>
              <a:gd name="connsiteX118" fmla="*/ 6062134 w 8017934"/>
              <a:gd name="connsiteY118" fmla="*/ 263332 h 593532"/>
              <a:gd name="connsiteX119" fmla="*/ 6079067 w 8017934"/>
              <a:gd name="connsiteY119" fmla="*/ 288732 h 593532"/>
              <a:gd name="connsiteX120" fmla="*/ 6104467 w 8017934"/>
              <a:gd name="connsiteY120" fmla="*/ 314132 h 593532"/>
              <a:gd name="connsiteX121" fmla="*/ 6138334 w 8017934"/>
              <a:gd name="connsiteY121" fmla="*/ 364932 h 593532"/>
              <a:gd name="connsiteX122" fmla="*/ 6155267 w 8017934"/>
              <a:gd name="connsiteY122" fmla="*/ 458065 h 593532"/>
              <a:gd name="connsiteX123" fmla="*/ 6180667 w 8017934"/>
              <a:gd name="connsiteY123" fmla="*/ 474998 h 593532"/>
              <a:gd name="connsiteX124" fmla="*/ 6197600 w 8017934"/>
              <a:gd name="connsiteY124" fmla="*/ 517332 h 593532"/>
              <a:gd name="connsiteX125" fmla="*/ 6214534 w 8017934"/>
              <a:gd name="connsiteY125" fmla="*/ 534265 h 593532"/>
              <a:gd name="connsiteX126" fmla="*/ 6409267 w 8017934"/>
              <a:gd name="connsiteY126" fmla="*/ 576598 h 593532"/>
              <a:gd name="connsiteX127" fmla="*/ 6443134 w 8017934"/>
              <a:gd name="connsiteY127" fmla="*/ 551198 h 593532"/>
              <a:gd name="connsiteX128" fmla="*/ 6468534 w 8017934"/>
              <a:gd name="connsiteY128" fmla="*/ 441132 h 593532"/>
              <a:gd name="connsiteX129" fmla="*/ 7035800 w 8017934"/>
              <a:gd name="connsiteY129" fmla="*/ 491932 h 593532"/>
              <a:gd name="connsiteX130" fmla="*/ 7171267 w 8017934"/>
              <a:gd name="connsiteY130" fmla="*/ 525798 h 593532"/>
              <a:gd name="connsiteX131" fmla="*/ 7239000 w 8017934"/>
              <a:gd name="connsiteY131" fmla="*/ 542732 h 593532"/>
              <a:gd name="connsiteX132" fmla="*/ 7416800 w 8017934"/>
              <a:gd name="connsiteY132" fmla="*/ 508865 h 593532"/>
              <a:gd name="connsiteX133" fmla="*/ 7425267 w 8017934"/>
              <a:gd name="connsiteY133" fmla="*/ 466532 h 593532"/>
              <a:gd name="connsiteX134" fmla="*/ 7433734 w 8017934"/>
              <a:gd name="connsiteY134" fmla="*/ 373398 h 593532"/>
              <a:gd name="connsiteX135" fmla="*/ 7450667 w 8017934"/>
              <a:gd name="connsiteY135" fmla="*/ 347998 h 593532"/>
              <a:gd name="connsiteX136" fmla="*/ 7459134 w 8017934"/>
              <a:gd name="connsiteY136" fmla="*/ 305665 h 593532"/>
              <a:gd name="connsiteX137" fmla="*/ 7467600 w 8017934"/>
              <a:gd name="connsiteY137" fmla="*/ 280265 h 593532"/>
              <a:gd name="connsiteX138" fmla="*/ 7476067 w 8017934"/>
              <a:gd name="connsiteY138" fmla="*/ 246398 h 593532"/>
              <a:gd name="connsiteX139" fmla="*/ 7526867 w 8017934"/>
              <a:gd name="connsiteY139" fmla="*/ 229465 h 593532"/>
              <a:gd name="connsiteX140" fmla="*/ 7569200 w 8017934"/>
              <a:gd name="connsiteY140" fmla="*/ 187132 h 593532"/>
              <a:gd name="connsiteX141" fmla="*/ 7611534 w 8017934"/>
              <a:gd name="connsiteY141" fmla="*/ 153265 h 593532"/>
              <a:gd name="connsiteX142" fmla="*/ 7645400 w 8017934"/>
              <a:gd name="connsiteY142" fmla="*/ 127865 h 593532"/>
              <a:gd name="connsiteX143" fmla="*/ 7653867 w 8017934"/>
              <a:gd name="connsiteY143" fmla="*/ 102465 h 593532"/>
              <a:gd name="connsiteX144" fmla="*/ 7730067 w 8017934"/>
              <a:gd name="connsiteY144" fmla="*/ 68598 h 593532"/>
              <a:gd name="connsiteX145" fmla="*/ 7823200 w 8017934"/>
              <a:gd name="connsiteY145" fmla="*/ 43198 h 593532"/>
              <a:gd name="connsiteX146" fmla="*/ 7907867 w 8017934"/>
              <a:gd name="connsiteY146" fmla="*/ 9332 h 593532"/>
              <a:gd name="connsiteX147" fmla="*/ 7941734 w 8017934"/>
              <a:gd name="connsiteY147" fmla="*/ 865 h 593532"/>
              <a:gd name="connsiteX148" fmla="*/ 8017934 w 8017934"/>
              <a:gd name="connsiteY148" fmla="*/ 865 h 593532"/>
              <a:gd name="connsiteX0" fmla="*/ 0 w 8017934"/>
              <a:gd name="connsiteY0" fmla="*/ 559665 h 593532"/>
              <a:gd name="connsiteX1" fmla="*/ 491067 w 8017934"/>
              <a:gd name="connsiteY1" fmla="*/ 551198 h 593532"/>
              <a:gd name="connsiteX2" fmla="*/ 508000 w 8017934"/>
              <a:gd name="connsiteY2" fmla="*/ 525798 h 593532"/>
              <a:gd name="connsiteX3" fmla="*/ 533400 w 8017934"/>
              <a:gd name="connsiteY3" fmla="*/ 508865 h 593532"/>
              <a:gd name="connsiteX4" fmla="*/ 567267 w 8017934"/>
              <a:gd name="connsiteY4" fmla="*/ 474998 h 593532"/>
              <a:gd name="connsiteX5" fmla="*/ 575734 w 8017934"/>
              <a:gd name="connsiteY5" fmla="*/ 449598 h 593532"/>
              <a:gd name="connsiteX6" fmla="*/ 584200 w 8017934"/>
              <a:gd name="connsiteY6" fmla="*/ 407265 h 593532"/>
              <a:gd name="connsiteX7" fmla="*/ 601134 w 8017934"/>
              <a:gd name="connsiteY7" fmla="*/ 381865 h 593532"/>
              <a:gd name="connsiteX8" fmla="*/ 618067 w 8017934"/>
              <a:gd name="connsiteY8" fmla="*/ 305665 h 593532"/>
              <a:gd name="connsiteX9" fmla="*/ 626534 w 8017934"/>
              <a:gd name="connsiteY9" fmla="*/ 280265 h 593532"/>
              <a:gd name="connsiteX10" fmla="*/ 643467 w 8017934"/>
              <a:gd name="connsiteY10" fmla="*/ 246398 h 593532"/>
              <a:gd name="connsiteX11" fmla="*/ 660400 w 8017934"/>
              <a:gd name="connsiteY11" fmla="*/ 187132 h 593532"/>
              <a:gd name="connsiteX12" fmla="*/ 677334 w 8017934"/>
              <a:gd name="connsiteY12" fmla="*/ 170198 h 593532"/>
              <a:gd name="connsiteX13" fmla="*/ 702734 w 8017934"/>
              <a:gd name="connsiteY13" fmla="*/ 110932 h 593532"/>
              <a:gd name="connsiteX14" fmla="*/ 795867 w 8017934"/>
              <a:gd name="connsiteY14" fmla="*/ 68598 h 593532"/>
              <a:gd name="connsiteX15" fmla="*/ 922867 w 8017934"/>
              <a:gd name="connsiteY15" fmla="*/ 85532 h 593532"/>
              <a:gd name="connsiteX16" fmla="*/ 948267 w 8017934"/>
              <a:gd name="connsiteY16" fmla="*/ 93998 h 593532"/>
              <a:gd name="connsiteX17" fmla="*/ 965200 w 8017934"/>
              <a:gd name="connsiteY17" fmla="*/ 144798 h 593532"/>
              <a:gd name="connsiteX18" fmla="*/ 982134 w 8017934"/>
              <a:gd name="connsiteY18" fmla="*/ 220998 h 593532"/>
              <a:gd name="connsiteX19" fmla="*/ 990600 w 8017934"/>
              <a:gd name="connsiteY19" fmla="*/ 246398 h 593532"/>
              <a:gd name="connsiteX20" fmla="*/ 1007534 w 8017934"/>
              <a:gd name="connsiteY20" fmla="*/ 314132 h 593532"/>
              <a:gd name="connsiteX21" fmla="*/ 1041400 w 8017934"/>
              <a:gd name="connsiteY21" fmla="*/ 364932 h 593532"/>
              <a:gd name="connsiteX22" fmla="*/ 1058334 w 8017934"/>
              <a:gd name="connsiteY22" fmla="*/ 534265 h 593532"/>
              <a:gd name="connsiteX23" fmla="*/ 1083734 w 8017934"/>
              <a:gd name="connsiteY23" fmla="*/ 551198 h 593532"/>
              <a:gd name="connsiteX24" fmla="*/ 1227667 w 8017934"/>
              <a:gd name="connsiteY24" fmla="*/ 559665 h 593532"/>
              <a:gd name="connsiteX25" fmla="*/ 1405467 w 8017934"/>
              <a:gd name="connsiteY25" fmla="*/ 542732 h 593532"/>
              <a:gd name="connsiteX26" fmla="*/ 1439334 w 8017934"/>
              <a:gd name="connsiteY26" fmla="*/ 534265 h 593532"/>
              <a:gd name="connsiteX27" fmla="*/ 1464734 w 8017934"/>
              <a:gd name="connsiteY27" fmla="*/ 517332 h 593532"/>
              <a:gd name="connsiteX28" fmla="*/ 1481667 w 8017934"/>
              <a:gd name="connsiteY28" fmla="*/ 491932 h 593532"/>
              <a:gd name="connsiteX29" fmla="*/ 1490134 w 8017934"/>
              <a:gd name="connsiteY29" fmla="*/ 373398 h 593532"/>
              <a:gd name="connsiteX30" fmla="*/ 1498600 w 8017934"/>
              <a:gd name="connsiteY30" fmla="*/ 339532 h 593532"/>
              <a:gd name="connsiteX31" fmla="*/ 1515534 w 8017934"/>
              <a:gd name="connsiteY31" fmla="*/ 322598 h 593532"/>
              <a:gd name="connsiteX32" fmla="*/ 1524000 w 8017934"/>
              <a:gd name="connsiteY32" fmla="*/ 288732 h 593532"/>
              <a:gd name="connsiteX33" fmla="*/ 1532467 w 8017934"/>
              <a:gd name="connsiteY33" fmla="*/ 263332 h 593532"/>
              <a:gd name="connsiteX34" fmla="*/ 1540934 w 8017934"/>
              <a:gd name="connsiteY34" fmla="*/ 220998 h 593532"/>
              <a:gd name="connsiteX35" fmla="*/ 1557867 w 8017934"/>
              <a:gd name="connsiteY35" fmla="*/ 187132 h 593532"/>
              <a:gd name="connsiteX36" fmla="*/ 1574800 w 8017934"/>
              <a:gd name="connsiteY36" fmla="*/ 127865 h 593532"/>
              <a:gd name="connsiteX37" fmla="*/ 1608667 w 8017934"/>
              <a:gd name="connsiteY37" fmla="*/ 93998 h 593532"/>
              <a:gd name="connsiteX38" fmla="*/ 1634067 w 8017934"/>
              <a:gd name="connsiteY38" fmla="*/ 77065 h 593532"/>
              <a:gd name="connsiteX39" fmla="*/ 1667934 w 8017934"/>
              <a:gd name="connsiteY39" fmla="*/ 68598 h 593532"/>
              <a:gd name="connsiteX40" fmla="*/ 1693334 w 8017934"/>
              <a:gd name="connsiteY40" fmla="*/ 60132 h 593532"/>
              <a:gd name="connsiteX41" fmla="*/ 1718734 w 8017934"/>
              <a:gd name="connsiteY41" fmla="*/ 68598 h 593532"/>
              <a:gd name="connsiteX42" fmla="*/ 1761067 w 8017934"/>
              <a:gd name="connsiteY42" fmla="*/ 85532 h 593532"/>
              <a:gd name="connsiteX43" fmla="*/ 1811867 w 8017934"/>
              <a:gd name="connsiteY43" fmla="*/ 93998 h 593532"/>
              <a:gd name="connsiteX44" fmla="*/ 2192867 w 8017934"/>
              <a:gd name="connsiteY44" fmla="*/ 93998 h 593532"/>
              <a:gd name="connsiteX45" fmla="*/ 2311400 w 8017934"/>
              <a:gd name="connsiteY45" fmla="*/ 102465 h 593532"/>
              <a:gd name="connsiteX46" fmla="*/ 2345267 w 8017934"/>
              <a:gd name="connsiteY46" fmla="*/ 170198 h 593532"/>
              <a:gd name="connsiteX47" fmla="*/ 2345267 w 8017934"/>
              <a:gd name="connsiteY47" fmla="*/ 170198 h 593532"/>
              <a:gd name="connsiteX48" fmla="*/ 2379134 w 8017934"/>
              <a:gd name="connsiteY48" fmla="*/ 246398 h 593532"/>
              <a:gd name="connsiteX49" fmla="*/ 2404534 w 8017934"/>
              <a:gd name="connsiteY49" fmla="*/ 297198 h 593532"/>
              <a:gd name="connsiteX50" fmla="*/ 2421467 w 8017934"/>
              <a:gd name="connsiteY50" fmla="*/ 356465 h 593532"/>
              <a:gd name="connsiteX51" fmla="*/ 2438400 w 8017934"/>
              <a:gd name="connsiteY51" fmla="*/ 390332 h 593532"/>
              <a:gd name="connsiteX52" fmla="*/ 2455334 w 8017934"/>
              <a:gd name="connsiteY52" fmla="*/ 441132 h 593532"/>
              <a:gd name="connsiteX53" fmla="*/ 2463800 w 8017934"/>
              <a:gd name="connsiteY53" fmla="*/ 466532 h 593532"/>
              <a:gd name="connsiteX54" fmla="*/ 2480734 w 8017934"/>
              <a:gd name="connsiteY54" fmla="*/ 483465 h 593532"/>
              <a:gd name="connsiteX55" fmla="*/ 2523067 w 8017934"/>
              <a:gd name="connsiteY55" fmla="*/ 559665 h 593532"/>
              <a:gd name="connsiteX56" fmla="*/ 2582334 w 8017934"/>
              <a:gd name="connsiteY56" fmla="*/ 568132 h 593532"/>
              <a:gd name="connsiteX57" fmla="*/ 2599267 w 8017934"/>
              <a:gd name="connsiteY57" fmla="*/ 525798 h 593532"/>
              <a:gd name="connsiteX58" fmla="*/ 2616200 w 8017934"/>
              <a:gd name="connsiteY58" fmla="*/ 500398 h 593532"/>
              <a:gd name="connsiteX59" fmla="*/ 2658534 w 8017934"/>
              <a:gd name="connsiteY59" fmla="*/ 508865 h 593532"/>
              <a:gd name="connsiteX60" fmla="*/ 2751667 w 8017934"/>
              <a:gd name="connsiteY60" fmla="*/ 534265 h 593532"/>
              <a:gd name="connsiteX61" fmla="*/ 2777067 w 8017934"/>
              <a:gd name="connsiteY61" fmla="*/ 551198 h 593532"/>
              <a:gd name="connsiteX62" fmla="*/ 2802467 w 8017934"/>
              <a:gd name="connsiteY62" fmla="*/ 500398 h 593532"/>
              <a:gd name="connsiteX63" fmla="*/ 2844800 w 8017934"/>
              <a:gd name="connsiteY63" fmla="*/ 483465 h 593532"/>
              <a:gd name="connsiteX64" fmla="*/ 2861734 w 8017934"/>
              <a:gd name="connsiteY64" fmla="*/ 424198 h 593532"/>
              <a:gd name="connsiteX65" fmla="*/ 2887134 w 8017934"/>
              <a:gd name="connsiteY65" fmla="*/ 263332 h 593532"/>
              <a:gd name="connsiteX66" fmla="*/ 2895600 w 8017934"/>
              <a:gd name="connsiteY66" fmla="*/ 195598 h 593532"/>
              <a:gd name="connsiteX67" fmla="*/ 2929467 w 8017934"/>
              <a:gd name="connsiteY67" fmla="*/ 119398 h 593532"/>
              <a:gd name="connsiteX68" fmla="*/ 2963334 w 8017934"/>
              <a:gd name="connsiteY68" fmla="*/ 102465 h 593532"/>
              <a:gd name="connsiteX69" fmla="*/ 3183467 w 8017934"/>
              <a:gd name="connsiteY69" fmla="*/ 77065 h 593532"/>
              <a:gd name="connsiteX70" fmla="*/ 3293534 w 8017934"/>
              <a:gd name="connsiteY70" fmla="*/ 93998 h 593532"/>
              <a:gd name="connsiteX71" fmla="*/ 3302000 w 8017934"/>
              <a:gd name="connsiteY71" fmla="*/ 127865 h 593532"/>
              <a:gd name="connsiteX72" fmla="*/ 3318934 w 8017934"/>
              <a:gd name="connsiteY72" fmla="*/ 204065 h 593532"/>
              <a:gd name="connsiteX73" fmla="*/ 3335867 w 8017934"/>
              <a:gd name="connsiteY73" fmla="*/ 229465 h 593532"/>
              <a:gd name="connsiteX74" fmla="*/ 3352800 w 8017934"/>
              <a:gd name="connsiteY74" fmla="*/ 288732 h 593532"/>
              <a:gd name="connsiteX75" fmla="*/ 3369734 w 8017934"/>
              <a:gd name="connsiteY75" fmla="*/ 322598 h 593532"/>
              <a:gd name="connsiteX76" fmla="*/ 3386667 w 8017934"/>
              <a:gd name="connsiteY76" fmla="*/ 373398 h 593532"/>
              <a:gd name="connsiteX77" fmla="*/ 3395134 w 8017934"/>
              <a:gd name="connsiteY77" fmla="*/ 398798 h 593532"/>
              <a:gd name="connsiteX78" fmla="*/ 3412067 w 8017934"/>
              <a:gd name="connsiteY78" fmla="*/ 415732 h 593532"/>
              <a:gd name="connsiteX79" fmla="*/ 3437467 w 8017934"/>
              <a:gd name="connsiteY79" fmla="*/ 500398 h 593532"/>
              <a:gd name="connsiteX80" fmla="*/ 3454400 w 8017934"/>
              <a:gd name="connsiteY80" fmla="*/ 525798 h 593532"/>
              <a:gd name="connsiteX81" fmla="*/ 3462867 w 8017934"/>
              <a:gd name="connsiteY81" fmla="*/ 551198 h 593532"/>
              <a:gd name="connsiteX82" fmla="*/ 3505200 w 8017934"/>
              <a:gd name="connsiteY82" fmla="*/ 593532 h 593532"/>
              <a:gd name="connsiteX83" fmla="*/ 3683000 w 8017934"/>
              <a:gd name="connsiteY83" fmla="*/ 576598 h 593532"/>
              <a:gd name="connsiteX84" fmla="*/ 3708400 w 8017934"/>
              <a:gd name="connsiteY84" fmla="*/ 568132 h 593532"/>
              <a:gd name="connsiteX85" fmla="*/ 3683000 w 8017934"/>
              <a:gd name="connsiteY85" fmla="*/ 559665 h 593532"/>
              <a:gd name="connsiteX86" fmla="*/ 3810000 w 8017934"/>
              <a:gd name="connsiteY86" fmla="*/ 525798 h 593532"/>
              <a:gd name="connsiteX87" fmla="*/ 4004734 w 8017934"/>
              <a:gd name="connsiteY87" fmla="*/ 551198 h 593532"/>
              <a:gd name="connsiteX88" fmla="*/ 4174067 w 8017934"/>
              <a:gd name="connsiteY88" fmla="*/ 542732 h 593532"/>
              <a:gd name="connsiteX89" fmla="*/ 4191000 w 8017934"/>
              <a:gd name="connsiteY89" fmla="*/ 525798 h 593532"/>
              <a:gd name="connsiteX90" fmla="*/ 4199467 w 8017934"/>
              <a:gd name="connsiteY90" fmla="*/ 500398 h 593532"/>
              <a:gd name="connsiteX91" fmla="*/ 4216400 w 8017934"/>
              <a:gd name="connsiteY91" fmla="*/ 466532 h 593532"/>
              <a:gd name="connsiteX92" fmla="*/ 4216400 w 8017934"/>
              <a:gd name="connsiteY92" fmla="*/ 178665 h 593532"/>
              <a:gd name="connsiteX93" fmla="*/ 4224867 w 8017934"/>
              <a:gd name="connsiteY93" fmla="*/ 153265 h 593532"/>
              <a:gd name="connsiteX94" fmla="*/ 4258734 w 8017934"/>
              <a:gd name="connsiteY94" fmla="*/ 127865 h 593532"/>
              <a:gd name="connsiteX95" fmla="*/ 5164667 w 8017934"/>
              <a:gd name="connsiteY95" fmla="*/ 339532 h 593532"/>
              <a:gd name="connsiteX96" fmla="*/ 5190067 w 8017934"/>
              <a:gd name="connsiteY96" fmla="*/ 390332 h 593532"/>
              <a:gd name="connsiteX97" fmla="*/ 5207000 w 8017934"/>
              <a:gd name="connsiteY97" fmla="*/ 441132 h 593532"/>
              <a:gd name="connsiteX98" fmla="*/ 5274734 w 8017934"/>
              <a:gd name="connsiteY98" fmla="*/ 483465 h 593532"/>
              <a:gd name="connsiteX99" fmla="*/ 5317067 w 8017934"/>
              <a:gd name="connsiteY99" fmla="*/ 525798 h 593532"/>
              <a:gd name="connsiteX100" fmla="*/ 5308600 w 8017934"/>
              <a:gd name="connsiteY100" fmla="*/ 517332 h 593532"/>
              <a:gd name="connsiteX101" fmla="*/ 5342467 w 8017934"/>
              <a:gd name="connsiteY101" fmla="*/ 500398 h 593532"/>
              <a:gd name="connsiteX102" fmla="*/ 5401734 w 8017934"/>
              <a:gd name="connsiteY102" fmla="*/ 483465 h 593532"/>
              <a:gd name="connsiteX103" fmla="*/ 5435600 w 8017934"/>
              <a:gd name="connsiteY103" fmla="*/ 466532 h 593532"/>
              <a:gd name="connsiteX104" fmla="*/ 5537200 w 8017934"/>
              <a:gd name="connsiteY104" fmla="*/ 458065 h 593532"/>
              <a:gd name="connsiteX105" fmla="*/ 5562600 w 8017934"/>
              <a:gd name="connsiteY105" fmla="*/ 407265 h 593532"/>
              <a:gd name="connsiteX106" fmla="*/ 5579534 w 8017934"/>
              <a:gd name="connsiteY106" fmla="*/ 373398 h 593532"/>
              <a:gd name="connsiteX107" fmla="*/ 5613400 w 8017934"/>
              <a:gd name="connsiteY107" fmla="*/ 314132 h 593532"/>
              <a:gd name="connsiteX108" fmla="*/ 5621867 w 8017934"/>
              <a:gd name="connsiteY108" fmla="*/ 280265 h 593532"/>
              <a:gd name="connsiteX109" fmla="*/ 5630334 w 8017934"/>
              <a:gd name="connsiteY109" fmla="*/ 170198 h 593532"/>
              <a:gd name="connsiteX110" fmla="*/ 5638800 w 8017934"/>
              <a:gd name="connsiteY110" fmla="*/ 136332 h 593532"/>
              <a:gd name="connsiteX111" fmla="*/ 5689600 w 8017934"/>
              <a:gd name="connsiteY111" fmla="*/ 93998 h 593532"/>
              <a:gd name="connsiteX112" fmla="*/ 5731934 w 8017934"/>
              <a:gd name="connsiteY112" fmla="*/ 85532 h 593532"/>
              <a:gd name="connsiteX113" fmla="*/ 5892800 w 8017934"/>
              <a:gd name="connsiteY113" fmla="*/ 93998 h 593532"/>
              <a:gd name="connsiteX114" fmla="*/ 5918200 w 8017934"/>
              <a:gd name="connsiteY114" fmla="*/ 110932 h 593532"/>
              <a:gd name="connsiteX115" fmla="*/ 5960534 w 8017934"/>
              <a:gd name="connsiteY115" fmla="*/ 153265 h 593532"/>
              <a:gd name="connsiteX116" fmla="*/ 6019800 w 8017934"/>
              <a:gd name="connsiteY116" fmla="*/ 187132 h 593532"/>
              <a:gd name="connsiteX117" fmla="*/ 6028267 w 8017934"/>
              <a:gd name="connsiteY117" fmla="*/ 220998 h 593532"/>
              <a:gd name="connsiteX118" fmla="*/ 6062134 w 8017934"/>
              <a:gd name="connsiteY118" fmla="*/ 263332 h 593532"/>
              <a:gd name="connsiteX119" fmla="*/ 6079067 w 8017934"/>
              <a:gd name="connsiteY119" fmla="*/ 288732 h 593532"/>
              <a:gd name="connsiteX120" fmla="*/ 6104467 w 8017934"/>
              <a:gd name="connsiteY120" fmla="*/ 314132 h 593532"/>
              <a:gd name="connsiteX121" fmla="*/ 6138334 w 8017934"/>
              <a:gd name="connsiteY121" fmla="*/ 364932 h 593532"/>
              <a:gd name="connsiteX122" fmla="*/ 6155267 w 8017934"/>
              <a:gd name="connsiteY122" fmla="*/ 458065 h 593532"/>
              <a:gd name="connsiteX123" fmla="*/ 6180667 w 8017934"/>
              <a:gd name="connsiteY123" fmla="*/ 474998 h 593532"/>
              <a:gd name="connsiteX124" fmla="*/ 6197600 w 8017934"/>
              <a:gd name="connsiteY124" fmla="*/ 517332 h 593532"/>
              <a:gd name="connsiteX125" fmla="*/ 6214534 w 8017934"/>
              <a:gd name="connsiteY125" fmla="*/ 534265 h 593532"/>
              <a:gd name="connsiteX126" fmla="*/ 6409267 w 8017934"/>
              <a:gd name="connsiteY126" fmla="*/ 576598 h 593532"/>
              <a:gd name="connsiteX127" fmla="*/ 6443134 w 8017934"/>
              <a:gd name="connsiteY127" fmla="*/ 551198 h 593532"/>
              <a:gd name="connsiteX128" fmla="*/ 7035800 w 8017934"/>
              <a:gd name="connsiteY128" fmla="*/ 491932 h 593532"/>
              <a:gd name="connsiteX129" fmla="*/ 7171267 w 8017934"/>
              <a:gd name="connsiteY129" fmla="*/ 525798 h 593532"/>
              <a:gd name="connsiteX130" fmla="*/ 7239000 w 8017934"/>
              <a:gd name="connsiteY130" fmla="*/ 542732 h 593532"/>
              <a:gd name="connsiteX131" fmla="*/ 7416800 w 8017934"/>
              <a:gd name="connsiteY131" fmla="*/ 508865 h 593532"/>
              <a:gd name="connsiteX132" fmla="*/ 7425267 w 8017934"/>
              <a:gd name="connsiteY132" fmla="*/ 466532 h 593532"/>
              <a:gd name="connsiteX133" fmla="*/ 7433734 w 8017934"/>
              <a:gd name="connsiteY133" fmla="*/ 373398 h 593532"/>
              <a:gd name="connsiteX134" fmla="*/ 7450667 w 8017934"/>
              <a:gd name="connsiteY134" fmla="*/ 347998 h 593532"/>
              <a:gd name="connsiteX135" fmla="*/ 7459134 w 8017934"/>
              <a:gd name="connsiteY135" fmla="*/ 305665 h 593532"/>
              <a:gd name="connsiteX136" fmla="*/ 7467600 w 8017934"/>
              <a:gd name="connsiteY136" fmla="*/ 280265 h 593532"/>
              <a:gd name="connsiteX137" fmla="*/ 7476067 w 8017934"/>
              <a:gd name="connsiteY137" fmla="*/ 246398 h 593532"/>
              <a:gd name="connsiteX138" fmla="*/ 7526867 w 8017934"/>
              <a:gd name="connsiteY138" fmla="*/ 229465 h 593532"/>
              <a:gd name="connsiteX139" fmla="*/ 7569200 w 8017934"/>
              <a:gd name="connsiteY139" fmla="*/ 187132 h 593532"/>
              <a:gd name="connsiteX140" fmla="*/ 7611534 w 8017934"/>
              <a:gd name="connsiteY140" fmla="*/ 153265 h 593532"/>
              <a:gd name="connsiteX141" fmla="*/ 7645400 w 8017934"/>
              <a:gd name="connsiteY141" fmla="*/ 127865 h 593532"/>
              <a:gd name="connsiteX142" fmla="*/ 7653867 w 8017934"/>
              <a:gd name="connsiteY142" fmla="*/ 102465 h 593532"/>
              <a:gd name="connsiteX143" fmla="*/ 7730067 w 8017934"/>
              <a:gd name="connsiteY143" fmla="*/ 68598 h 593532"/>
              <a:gd name="connsiteX144" fmla="*/ 7823200 w 8017934"/>
              <a:gd name="connsiteY144" fmla="*/ 43198 h 593532"/>
              <a:gd name="connsiteX145" fmla="*/ 7907867 w 8017934"/>
              <a:gd name="connsiteY145" fmla="*/ 9332 h 593532"/>
              <a:gd name="connsiteX146" fmla="*/ 7941734 w 8017934"/>
              <a:gd name="connsiteY146" fmla="*/ 865 h 593532"/>
              <a:gd name="connsiteX147" fmla="*/ 8017934 w 8017934"/>
              <a:gd name="connsiteY147" fmla="*/ 865 h 593532"/>
              <a:gd name="connsiteX0" fmla="*/ 0 w 8017934"/>
              <a:gd name="connsiteY0" fmla="*/ 559665 h 593532"/>
              <a:gd name="connsiteX1" fmla="*/ 491067 w 8017934"/>
              <a:gd name="connsiteY1" fmla="*/ 551198 h 593532"/>
              <a:gd name="connsiteX2" fmla="*/ 508000 w 8017934"/>
              <a:gd name="connsiteY2" fmla="*/ 525798 h 593532"/>
              <a:gd name="connsiteX3" fmla="*/ 533400 w 8017934"/>
              <a:gd name="connsiteY3" fmla="*/ 508865 h 593532"/>
              <a:gd name="connsiteX4" fmla="*/ 567267 w 8017934"/>
              <a:gd name="connsiteY4" fmla="*/ 474998 h 593532"/>
              <a:gd name="connsiteX5" fmla="*/ 575734 w 8017934"/>
              <a:gd name="connsiteY5" fmla="*/ 449598 h 593532"/>
              <a:gd name="connsiteX6" fmla="*/ 584200 w 8017934"/>
              <a:gd name="connsiteY6" fmla="*/ 407265 h 593532"/>
              <a:gd name="connsiteX7" fmla="*/ 601134 w 8017934"/>
              <a:gd name="connsiteY7" fmla="*/ 381865 h 593532"/>
              <a:gd name="connsiteX8" fmla="*/ 618067 w 8017934"/>
              <a:gd name="connsiteY8" fmla="*/ 305665 h 593532"/>
              <a:gd name="connsiteX9" fmla="*/ 626534 w 8017934"/>
              <a:gd name="connsiteY9" fmla="*/ 280265 h 593532"/>
              <a:gd name="connsiteX10" fmla="*/ 643467 w 8017934"/>
              <a:gd name="connsiteY10" fmla="*/ 246398 h 593532"/>
              <a:gd name="connsiteX11" fmla="*/ 660400 w 8017934"/>
              <a:gd name="connsiteY11" fmla="*/ 187132 h 593532"/>
              <a:gd name="connsiteX12" fmla="*/ 677334 w 8017934"/>
              <a:gd name="connsiteY12" fmla="*/ 170198 h 593532"/>
              <a:gd name="connsiteX13" fmla="*/ 702734 w 8017934"/>
              <a:gd name="connsiteY13" fmla="*/ 110932 h 593532"/>
              <a:gd name="connsiteX14" fmla="*/ 795867 w 8017934"/>
              <a:gd name="connsiteY14" fmla="*/ 68598 h 593532"/>
              <a:gd name="connsiteX15" fmla="*/ 922867 w 8017934"/>
              <a:gd name="connsiteY15" fmla="*/ 85532 h 593532"/>
              <a:gd name="connsiteX16" fmla="*/ 948267 w 8017934"/>
              <a:gd name="connsiteY16" fmla="*/ 93998 h 593532"/>
              <a:gd name="connsiteX17" fmla="*/ 965200 w 8017934"/>
              <a:gd name="connsiteY17" fmla="*/ 144798 h 593532"/>
              <a:gd name="connsiteX18" fmla="*/ 982134 w 8017934"/>
              <a:gd name="connsiteY18" fmla="*/ 220998 h 593532"/>
              <a:gd name="connsiteX19" fmla="*/ 990600 w 8017934"/>
              <a:gd name="connsiteY19" fmla="*/ 246398 h 593532"/>
              <a:gd name="connsiteX20" fmla="*/ 1007534 w 8017934"/>
              <a:gd name="connsiteY20" fmla="*/ 314132 h 593532"/>
              <a:gd name="connsiteX21" fmla="*/ 1041400 w 8017934"/>
              <a:gd name="connsiteY21" fmla="*/ 364932 h 593532"/>
              <a:gd name="connsiteX22" fmla="*/ 1058334 w 8017934"/>
              <a:gd name="connsiteY22" fmla="*/ 534265 h 593532"/>
              <a:gd name="connsiteX23" fmla="*/ 1083734 w 8017934"/>
              <a:gd name="connsiteY23" fmla="*/ 551198 h 593532"/>
              <a:gd name="connsiteX24" fmla="*/ 1227667 w 8017934"/>
              <a:gd name="connsiteY24" fmla="*/ 559665 h 593532"/>
              <a:gd name="connsiteX25" fmla="*/ 1405467 w 8017934"/>
              <a:gd name="connsiteY25" fmla="*/ 542732 h 593532"/>
              <a:gd name="connsiteX26" fmla="*/ 1439334 w 8017934"/>
              <a:gd name="connsiteY26" fmla="*/ 534265 h 593532"/>
              <a:gd name="connsiteX27" fmla="*/ 1464734 w 8017934"/>
              <a:gd name="connsiteY27" fmla="*/ 517332 h 593532"/>
              <a:gd name="connsiteX28" fmla="*/ 1481667 w 8017934"/>
              <a:gd name="connsiteY28" fmla="*/ 491932 h 593532"/>
              <a:gd name="connsiteX29" fmla="*/ 1490134 w 8017934"/>
              <a:gd name="connsiteY29" fmla="*/ 373398 h 593532"/>
              <a:gd name="connsiteX30" fmla="*/ 1498600 w 8017934"/>
              <a:gd name="connsiteY30" fmla="*/ 339532 h 593532"/>
              <a:gd name="connsiteX31" fmla="*/ 1515534 w 8017934"/>
              <a:gd name="connsiteY31" fmla="*/ 322598 h 593532"/>
              <a:gd name="connsiteX32" fmla="*/ 1524000 w 8017934"/>
              <a:gd name="connsiteY32" fmla="*/ 288732 h 593532"/>
              <a:gd name="connsiteX33" fmla="*/ 1532467 w 8017934"/>
              <a:gd name="connsiteY33" fmla="*/ 263332 h 593532"/>
              <a:gd name="connsiteX34" fmla="*/ 1540934 w 8017934"/>
              <a:gd name="connsiteY34" fmla="*/ 220998 h 593532"/>
              <a:gd name="connsiteX35" fmla="*/ 1557867 w 8017934"/>
              <a:gd name="connsiteY35" fmla="*/ 187132 h 593532"/>
              <a:gd name="connsiteX36" fmla="*/ 1574800 w 8017934"/>
              <a:gd name="connsiteY36" fmla="*/ 127865 h 593532"/>
              <a:gd name="connsiteX37" fmla="*/ 1608667 w 8017934"/>
              <a:gd name="connsiteY37" fmla="*/ 93998 h 593532"/>
              <a:gd name="connsiteX38" fmla="*/ 1634067 w 8017934"/>
              <a:gd name="connsiteY38" fmla="*/ 77065 h 593532"/>
              <a:gd name="connsiteX39" fmla="*/ 1667934 w 8017934"/>
              <a:gd name="connsiteY39" fmla="*/ 68598 h 593532"/>
              <a:gd name="connsiteX40" fmla="*/ 1693334 w 8017934"/>
              <a:gd name="connsiteY40" fmla="*/ 60132 h 593532"/>
              <a:gd name="connsiteX41" fmla="*/ 1718734 w 8017934"/>
              <a:gd name="connsiteY41" fmla="*/ 68598 h 593532"/>
              <a:gd name="connsiteX42" fmla="*/ 1761067 w 8017934"/>
              <a:gd name="connsiteY42" fmla="*/ 85532 h 593532"/>
              <a:gd name="connsiteX43" fmla="*/ 1811867 w 8017934"/>
              <a:gd name="connsiteY43" fmla="*/ 93998 h 593532"/>
              <a:gd name="connsiteX44" fmla="*/ 2192867 w 8017934"/>
              <a:gd name="connsiteY44" fmla="*/ 93998 h 593532"/>
              <a:gd name="connsiteX45" fmla="*/ 2311400 w 8017934"/>
              <a:gd name="connsiteY45" fmla="*/ 102465 h 593532"/>
              <a:gd name="connsiteX46" fmla="*/ 2345267 w 8017934"/>
              <a:gd name="connsiteY46" fmla="*/ 170198 h 593532"/>
              <a:gd name="connsiteX47" fmla="*/ 2345267 w 8017934"/>
              <a:gd name="connsiteY47" fmla="*/ 170198 h 593532"/>
              <a:gd name="connsiteX48" fmla="*/ 2379134 w 8017934"/>
              <a:gd name="connsiteY48" fmla="*/ 246398 h 593532"/>
              <a:gd name="connsiteX49" fmla="*/ 2404534 w 8017934"/>
              <a:gd name="connsiteY49" fmla="*/ 297198 h 593532"/>
              <a:gd name="connsiteX50" fmla="*/ 2421467 w 8017934"/>
              <a:gd name="connsiteY50" fmla="*/ 356465 h 593532"/>
              <a:gd name="connsiteX51" fmla="*/ 2438400 w 8017934"/>
              <a:gd name="connsiteY51" fmla="*/ 390332 h 593532"/>
              <a:gd name="connsiteX52" fmla="*/ 2455334 w 8017934"/>
              <a:gd name="connsiteY52" fmla="*/ 441132 h 593532"/>
              <a:gd name="connsiteX53" fmla="*/ 2463800 w 8017934"/>
              <a:gd name="connsiteY53" fmla="*/ 466532 h 593532"/>
              <a:gd name="connsiteX54" fmla="*/ 2480734 w 8017934"/>
              <a:gd name="connsiteY54" fmla="*/ 483465 h 593532"/>
              <a:gd name="connsiteX55" fmla="*/ 2523067 w 8017934"/>
              <a:gd name="connsiteY55" fmla="*/ 559665 h 593532"/>
              <a:gd name="connsiteX56" fmla="*/ 2582334 w 8017934"/>
              <a:gd name="connsiteY56" fmla="*/ 568132 h 593532"/>
              <a:gd name="connsiteX57" fmla="*/ 2599267 w 8017934"/>
              <a:gd name="connsiteY57" fmla="*/ 525798 h 593532"/>
              <a:gd name="connsiteX58" fmla="*/ 2616200 w 8017934"/>
              <a:gd name="connsiteY58" fmla="*/ 500398 h 593532"/>
              <a:gd name="connsiteX59" fmla="*/ 2658534 w 8017934"/>
              <a:gd name="connsiteY59" fmla="*/ 508865 h 593532"/>
              <a:gd name="connsiteX60" fmla="*/ 2751667 w 8017934"/>
              <a:gd name="connsiteY60" fmla="*/ 534265 h 593532"/>
              <a:gd name="connsiteX61" fmla="*/ 2777067 w 8017934"/>
              <a:gd name="connsiteY61" fmla="*/ 551198 h 593532"/>
              <a:gd name="connsiteX62" fmla="*/ 2802467 w 8017934"/>
              <a:gd name="connsiteY62" fmla="*/ 500398 h 593532"/>
              <a:gd name="connsiteX63" fmla="*/ 2844800 w 8017934"/>
              <a:gd name="connsiteY63" fmla="*/ 483465 h 593532"/>
              <a:gd name="connsiteX64" fmla="*/ 2861734 w 8017934"/>
              <a:gd name="connsiteY64" fmla="*/ 424198 h 593532"/>
              <a:gd name="connsiteX65" fmla="*/ 2887134 w 8017934"/>
              <a:gd name="connsiteY65" fmla="*/ 263332 h 593532"/>
              <a:gd name="connsiteX66" fmla="*/ 2895600 w 8017934"/>
              <a:gd name="connsiteY66" fmla="*/ 195598 h 593532"/>
              <a:gd name="connsiteX67" fmla="*/ 2929467 w 8017934"/>
              <a:gd name="connsiteY67" fmla="*/ 119398 h 593532"/>
              <a:gd name="connsiteX68" fmla="*/ 2963334 w 8017934"/>
              <a:gd name="connsiteY68" fmla="*/ 102465 h 593532"/>
              <a:gd name="connsiteX69" fmla="*/ 3183467 w 8017934"/>
              <a:gd name="connsiteY69" fmla="*/ 77065 h 593532"/>
              <a:gd name="connsiteX70" fmla="*/ 3293534 w 8017934"/>
              <a:gd name="connsiteY70" fmla="*/ 93998 h 593532"/>
              <a:gd name="connsiteX71" fmla="*/ 3302000 w 8017934"/>
              <a:gd name="connsiteY71" fmla="*/ 127865 h 593532"/>
              <a:gd name="connsiteX72" fmla="*/ 3318934 w 8017934"/>
              <a:gd name="connsiteY72" fmla="*/ 204065 h 593532"/>
              <a:gd name="connsiteX73" fmla="*/ 3335867 w 8017934"/>
              <a:gd name="connsiteY73" fmla="*/ 229465 h 593532"/>
              <a:gd name="connsiteX74" fmla="*/ 3352800 w 8017934"/>
              <a:gd name="connsiteY74" fmla="*/ 288732 h 593532"/>
              <a:gd name="connsiteX75" fmla="*/ 3369734 w 8017934"/>
              <a:gd name="connsiteY75" fmla="*/ 322598 h 593532"/>
              <a:gd name="connsiteX76" fmla="*/ 3386667 w 8017934"/>
              <a:gd name="connsiteY76" fmla="*/ 373398 h 593532"/>
              <a:gd name="connsiteX77" fmla="*/ 3395134 w 8017934"/>
              <a:gd name="connsiteY77" fmla="*/ 398798 h 593532"/>
              <a:gd name="connsiteX78" fmla="*/ 3412067 w 8017934"/>
              <a:gd name="connsiteY78" fmla="*/ 415732 h 593532"/>
              <a:gd name="connsiteX79" fmla="*/ 3437467 w 8017934"/>
              <a:gd name="connsiteY79" fmla="*/ 500398 h 593532"/>
              <a:gd name="connsiteX80" fmla="*/ 3454400 w 8017934"/>
              <a:gd name="connsiteY80" fmla="*/ 525798 h 593532"/>
              <a:gd name="connsiteX81" fmla="*/ 3462867 w 8017934"/>
              <a:gd name="connsiteY81" fmla="*/ 551198 h 593532"/>
              <a:gd name="connsiteX82" fmla="*/ 3505200 w 8017934"/>
              <a:gd name="connsiteY82" fmla="*/ 593532 h 593532"/>
              <a:gd name="connsiteX83" fmla="*/ 3683000 w 8017934"/>
              <a:gd name="connsiteY83" fmla="*/ 576598 h 593532"/>
              <a:gd name="connsiteX84" fmla="*/ 3708400 w 8017934"/>
              <a:gd name="connsiteY84" fmla="*/ 568132 h 593532"/>
              <a:gd name="connsiteX85" fmla="*/ 3683000 w 8017934"/>
              <a:gd name="connsiteY85" fmla="*/ 559665 h 593532"/>
              <a:gd name="connsiteX86" fmla="*/ 3810000 w 8017934"/>
              <a:gd name="connsiteY86" fmla="*/ 525798 h 593532"/>
              <a:gd name="connsiteX87" fmla="*/ 4004734 w 8017934"/>
              <a:gd name="connsiteY87" fmla="*/ 551198 h 593532"/>
              <a:gd name="connsiteX88" fmla="*/ 4174067 w 8017934"/>
              <a:gd name="connsiteY88" fmla="*/ 542732 h 593532"/>
              <a:gd name="connsiteX89" fmla="*/ 4191000 w 8017934"/>
              <a:gd name="connsiteY89" fmla="*/ 525798 h 593532"/>
              <a:gd name="connsiteX90" fmla="*/ 4199467 w 8017934"/>
              <a:gd name="connsiteY90" fmla="*/ 500398 h 593532"/>
              <a:gd name="connsiteX91" fmla="*/ 4216400 w 8017934"/>
              <a:gd name="connsiteY91" fmla="*/ 466532 h 593532"/>
              <a:gd name="connsiteX92" fmla="*/ 4216400 w 8017934"/>
              <a:gd name="connsiteY92" fmla="*/ 178665 h 593532"/>
              <a:gd name="connsiteX93" fmla="*/ 4224867 w 8017934"/>
              <a:gd name="connsiteY93" fmla="*/ 153265 h 593532"/>
              <a:gd name="connsiteX94" fmla="*/ 4258734 w 8017934"/>
              <a:gd name="connsiteY94" fmla="*/ 127865 h 593532"/>
              <a:gd name="connsiteX95" fmla="*/ 5067336 w 8017934"/>
              <a:gd name="connsiteY95" fmla="*/ 134684 h 593532"/>
              <a:gd name="connsiteX96" fmla="*/ 5164667 w 8017934"/>
              <a:gd name="connsiteY96" fmla="*/ 339532 h 593532"/>
              <a:gd name="connsiteX97" fmla="*/ 5190067 w 8017934"/>
              <a:gd name="connsiteY97" fmla="*/ 390332 h 593532"/>
              <a:gd name="connsiteX98" fmla="*/ 5207000 w 8017934"/>
              <a:gd name="connsiteY98" fmla="*/ 441132 h 593532"/>
              <a:gd name="connsiteX99" fmla="*/ 5274734 w 8017934"/>
              <a:gd name="connsiteY99" fmla="*/ 483465 h 593532"/>
              <a:gd name="connsiteX100" fmla="*/ 5317067 w 8017934"/>
              <a:gd name="connsiteY100" fmla="*/ 525798 h 593532"/>
              <a:gd name="connsiteX101" fmla="*/ 5308600 w 8017934"/>
              <a:gd name="connsiteY101" fmla="*/ 517332 h 593532"/>
              <a:gd name="connsiteX102" fmla="*/ 5342467 w 8017934"/>
              <a:gd name="connsiteY102" fmla="*/ 500398 h 593532"/>
              <a:gd name="connsiteX103" fmla="*/ 5401734 w 8017934"/>
              <a:gd name="connsiteY103" fmla="*/ 483465 h 593532"/>
              <a:gd name="connsiteX104" fmla="*/ 5435600 w 8017934"/>
              <a:gd name="connsiteY104" fmla="*/ 466532 h 593532"/>
              <a:gd name="connsiteX105" fmla="*/ 5537200 w 8017934"/>
              <a:gd name="connsiteY105" fmla="*/ 458065 h 593532"/>
              <a:gd name="connsiteX106" fmla="*/ 5562600 w 8017934"/>
              <a:gd name="connsiteY106" fmla="*/ 407265 h 593532"/>
              <a:gd name="connsiteX107" fmla="*/ 5579534 w 8017934"/>
              <a:gd name="connsiteY107" fmla="*/ 373398 h 593532"/>
              <a:gd name="connsiteX108" fmla="*/ 5613400 w 8017934"/>
              <a:gd name="connsiteY108" fmla="*/ 314132 h 593532"/>
              <a:gd name="connsiteX109" fmla="*/ 5621867 w 8017934"/>
              <a:gd name="connsiteY109" fmla="*/ 280265 h 593532"/>
              <a:gd name="connsiteX110" fmla="*/ 5630334 w 8017934"/>
              <a:gd name="connsiteY110" fmla="*/ 170198 h 593532"/>
              <a:gd name="connsiteX111" fmla="*/ 5638800 w 8017934"/>
              <a:gd name="connsiteY111" fmla="*/ 136332 h 593532"/>
              <a:gd name="connsiteX112" fmla="*/ 5689600 w 8017934"/>
              <a:gd name="connsiteY112" fmla="*/ 93998 h 593532"/>
              <a:gd name="connsiteX113" fmla="*/ 5731934 w 8017934"/>
              <a:gd name="connsiteY113" fmla="*/ 85532 h 593532"/>
              <a:gd name="connsiteX114" fmla="*/ 5892800 w 8017934"/>
              <a:gd name="connsiteY114" fmla="*/ 93998 h 593532"/>
              <a:gd name="connsiteX115" fmla="*/ 5918200 w 8017934"/>
              <a:gd name="connsiteY115" fmla="*/ 110932 h 593532"/>
              <a:gd name="connsiteX116" fmla="*/ 5960534 w 8017934"/>
              <a:gd name="connsiteY116" fmla="*/ 153265 h 593532"/>
              <a:gd name="connsiteX117" fmla="*/ 6019800 w 8017934"/>
              <a:gd name="connsiteY117" fmla="*/ 187132 h 593532"/>
              <a:gd name="connsiteX118" fmla="*/ 6028267 w 8017934"/>
              <a:gd name="connsiteY118" fmla="*/ 220998 h 593532"/>
              <a:gd name="connsiteX119" fmla="*/ 6062134 w 8017934"/>
              <a:gd name="connsiteY119" fmla="*/ 263332 h 593532"/>
              <a:gd name="connsiteX120" fmla="*/ 6079067 w 8017934"/>
              <a:gd name="connsiteY120" fmla="*/ 288732 h 593532"/>
              <a:gd name="connsiteX121" fmla="*/ 6104467 w 8017934"/>
              <a:gd name="connsiteY121" fmla="*/ 314132 h 593532"/>
              <a:gd name="connsiteX122" fmla="*/ 6138334 w 8017934"/>
              <a:gd name="connsiteY122" fmla="*/ 364932 h 593532"/>
              <a:gd name="connsiteX123" fmla="*/ 6155267 w 8017934"/>
              <a:gd name="connsiteY123" fmla="*/ 458065 h 593532"/>
              <a:gd name="connsiteX124" fmla="*/ 6180667 w 8017934"/>
              <a:gd name="connsiteY124" fmla="*/ 474998 h 593532"/>
              <a:gd name="connsiteX125" fmla="*/ 6197600 w 8017934"/>
              <a:gd name="connsiteY125" fmla="*/ 517332 h 593532"/>
              <a:gd name="connsiteX126" fmla="*/ 6214534 w 8017934"/>
              <a:gd name="connsiteY126" fmla="*/ 534265 h 593532"/>
              <a:gd name="connsiteX127" fmla="*/ 6409267 w 8017934"/>
              <a:gd name="connsiteY127" fmla="*/ 576598 h 593532"/>
              <a:gd name="connsiteX128" fmla="*/ 6443134 w 8017934"/>
              <a:gd name="connsiteY128" fmla="*/ 551198 h 593532"/>
              <a:gd name="connsiteX129" fmla="*/ 7035800 w 8017934"/>
              <a:gd name="connsiteY129" fmla="*/ 491932 h 593532"/>
              <a:gd name="connsiteX130" fmla="*/ 7171267 w 8017934"/>
              <a:gd name="connsiteY130" fmla="*/ 525798 h 593532"/>
              <a:gd name="connsiteX131" fmla="*/ 7239000 w 8017934"/>
              <a:gd name="connsiteY131" fmla="*/ 542732 h 593532"/>
              <a:gd name="connsiteX132" fmla="*/ 7416800 w 8017934"/>
              <a:gd name="connsiteY132" fmla="*/ 508865 h 593532"/>
              <a:gd name="connsiteX133" fmla="*/ 7425267 w 8017934"/>
              <a:gd name="connsiteY133" fmla="*/ 466532 h 593532"/>
              <a:gd name="connsiteX134" fmla="*/ 7433734 w 8017934"/>
              <a:gd name="connsiteY134" fmla="*/ 373398 h 593532"/>
              <a:gd name="connsiteX135" fmla="*/ 7450667 w 8017934"/>
              <a:gd name="connsiteY135" fmla="*/ 347998 h 593532"/>
              <a:gd name="connsiteX136" fmla="*/ 7459134 w 8017934"/>
              <a:gd name="connsiteY136" fmla="*/ 305665 h 593532"/>
              <a:gd name="connsiteX137" fmla="*/ 7467600 w 8017934"/>
              <a:gd name="connsiteY137" fmla="*/ 280265 h 593532"/>
              <a:gd name="connsiteX138" fmla="*/ 7476067 w 8017934"/>
              <a:gd name="connsiteY138" fmla="*/ 246398 h 593532"/>
              <a:gd name="connsiteX139" fmla="*/ 7526867 w 8017934"/>
              <a:gd name="connsiteY139" fmla="*/ 229465 h 593532"/>
              <a:gd name="connsiteX140" fmla="*/ 7569200 w 8017934"/>
              <a:gd name="connsiteY140" fmla="*/ 187132 h 593532"/>
              <a:gd name="connsiteX141" fmla="*/ 7611534 w 8017934"/>
              <a:gd name="connsiteY141" fmla="*/ 153265 h 593532"/>
              <a:gd name="connsiteX142" fmla="*/ 7645400 w 8017934"/>
              <a:gd name="connsiteY142" fmla="*/ 127865 h 593532"/>
              <a:gd name="connsiteX143" fmla="*/ 7653867 w 8017934"/>
              <a:gd name="connsiteY143" fmla="*/ 102465 h 593532"/>
              <a:gd name="connsiteX144" fmla="*/ 7730067 w 8017934"/>
              <a:gd name="connsiteY144" fmla="*/ 68598 h 593532"/>
              <a:gd name="connsiteX145" fmla="*/ 7823200 w 8017934"/>
              <a:gd name="connsiteY145" fmla="*/ 43198 h 593532"/>
              <a:gd name="connsiteX146" fmla="*/ 7907867 w 8017934"/>
              <a:gd name="connsiteY146" fmla="*/ 9332 h 593532"/>
              <a:gd name="connsiteX147" fmla="*/ 7941734 w 8017934"/>
              <a:gd name="connsiteY147" fmla="*/ 865 h 593532"/>
              <a:gd name="connsiteX148" fmla="*/ 8017934 w 8017934"/>
              <a:gd name="connsiteY148" fmla="*/ 865 h 593532"/>
              <a:gd name="connsiteX0" fmla="*/ 0 w 8017934"/>
              <a:gd name="connsiteY0" fmla="*/ 559665 h 593532"/>
              <a:gd name="connsiteX1" fmla="*/ 491067 w 8017934"/>
              <a:gd name="connsiteY1" fmla="*/ 551198 h 593532"/>
              <a:gd name="connsiteX2" fmla="*/ 508000 w 8017934"/>
              <a:gd name="connsiteY2" fmla="*/ 525798 h 593532"/>
              <a:gd name="connsiteX3" fmla="*/ 533400 w 8017934"/>
              <a:gd name="connsiteY3" fmla="*/ 508865 h 593532"/>
              <a:gd name="connsiteX4" fmla="*/ 567267 w 8017934"/>
              <a:gd name="connsiteY4" fmla="*/ 474998 h 593532"/>
              <a:gd name="connsiteX5" fmla="*/ 575734 w 8017934"/>
              <a:gd name="connsiteY5" fmla="*/ 449598 h 593532"/>
              <a:gd name="connsiteX6" fmla="*/ 584200 w 8017934"/>
              <a:gd name="connsiteY6" fmla="*/ 407265 h 593532"/>
              <a:gd name="connsiteX7" fmla="*/ 601134 w 8017934"/>
              <a:gd name="connsiteY7" fmla="*/ 381865 h 593532"/>
              <a:gd name="connsiteX8" fmla="*/ 618067 w 8017934"/>
              <a:gd name="connsiteY8" fmla="*/ 305665 h 593532"/>
              <a:gd name="connsiteX9" fmla="*/ 626534 w 8017934"/>
              <a:gd name="connsiteY9" fmla="*/ 280265 h 593532"/>
              <a:gd name="connsiteX10" fmla="*/ 643467 w 8017934"/>
              <a:gd name="connsiteY10" fmla="*/ 246398 h 593532"/>
              <a:gd name="connsiteX11" fmla="*/ 660400 w 8017934"/>
              <a:gd name="connsiteY11" fmla="*/ 187132 h 593532"/>
              <a:gd name="connsiteX12" fmla="*/ 677334 w 8017934"/>
              <a:gd name="connsiteY12" fmla="*/ 170198 h 593532"/>
              <a:gd name="connsiteX13" fmla="*/ 702734 w 8017934"/>
              <a:gd name="connsiteY13" fmla="*/ 110932 h 593532"/>
              <a:gd name="connsiteX14" fmla="*/ 795867 w 8017934"/>
              <a:gd name="connsiteY14" fmla="*/ 68598 h 593532"/>
              <a:gd name="connsiteX15" fmla="*/ 922867 w 8017934"/>
              <a:gd name="connsiteY15" fmla="*/ 85532 h 593532"/>
              <a:gd name="connsiteX16" fmla="*/ 948267 w 8017934"/>
              <a:gd name="connsiteY16" fmla="*/ 93998 h 593532"/>
              <a:gd name="connsiteX17" fmla="*/ 965200 w 8017934"/>
              <a:gd name="connsiteY17" fmla="*/ 144798 h 593532"/>
              <a:gd name="connsiteX18" fmla="*/ 982134 w 8017934"/>
              <a:gd name="connsiteY18" fmla="*/ 220998 h 593532"/>
              <a:gd name="connsiteX19" fmla="*/ 990600 w 8017934"/>
              <a:gd name="connsiteY19" fmla="*/ 246398 h 593532"/>
              <a:gd name="connsiteX20" fmla="*/ 1007534 w 8017934"/>
              <a:gd name="connsiteY20" fmla="*/ 314132 h 593532"/>
              <a:gd name="connsiteX21" fmla="*/ 1041400 w 8017934"/>
              <a:gd name="connsiteY21" fmla="*/ 364932 h 593532"/>
              <a:gd name="connsiteX22" fmla="*/ 1058334 w 8017934"/>
              <a:gd name="connsiteY22" fmla="*/ 534265 h 593532"/>
              <a:gd name="connsiteX23" fmla="*/ 1083734 w 8017934"/>
              <a:gd name="connsiteY23" fmla="*/ 551198 h 593532"/>
              <a:gd name="connsiteX24" fmla="*/ 1227667 w 8017934"/>
              <a:gd name="connsiteY24" fmla="*/ 559665 h 593532"/>
              <a:gd name="connsiteX25" fmla="*/ 1405467 w 8017934"/>
              <a:gd name="connsiteY25" fmla="*/ 542732 h 593532"/>
              <a:gd name="connsiteX26" fmla="*/ 1439334 w 8017934"/>
              <a:gd name="connsiteY26" fmla="*/ 534265 h 593532"/>
              <a:gd name="connsiteX27" fmla="*/ 1464734 w 8017934"/>
              <a:gd name="connsiteY27" fmla="*/ 517332 h 593532"/>
              <a:gd name="connsiteX28" fmla="*/ 1481667 w 8017934"/>
              <a:gd name="connsiteY28" fmla="*/ 491932 h 593532"/>
              <a:gd name="connsiteX29" fmla="*/ 1490134 w 8017934"/>
              <a:gd name="connsiteY29" fmla="*/ 373398 h 593532"/>
              <a:gd name="connsiteX30" fmla="*/ 1498600 w 8017934"/>
              <a:gd name="connsiteY30" fmla="*/ 339532 h 593532"/>
              <a:gd name="connsiteX31" fmla="*/ 1515534 w 8017934"/>
              <a:gd name="connsiteY31" fmla="*/ 322598 h 593532"/>
              <a:gd name="connsiteX32" fmla="*/ 1524000 w 8017934"/>
              <a:gd name="connsiteY32" fmla="*/ 288732 h 593532"/>
              <a:gd name="connsiteX33" fmla="*/ 1532467 w 8017934"/>
              <a:gd name="connsiteY33" fmla="*/ 263332 h 593532"/>
              <a:gd name="connsiteX34" fmla="*/ 1540934 w 8017934"/>
              <a:gd name="connsiteY34" fmla="*/ 220998 h 593532"/>
              <a:gd name="connsiteX35" fmla="*/ 1557867 w 8017934"/>
              <a:gd name="connsiteY35" fmla="*/ 187132 h 593532"/>
              <a:gd name="connsiteX36" fmla="*/ 1574800 w 8017934"/>
              <a:gd name="connsiteY36" fmla="*/ 127865 h 593532"/>
              <a:gd name="connsiteX37" fmla="*/ 1608667 w 8017934"/>
              <a:gd name="connsiteY37" fmla="*/ 93998 h 593532"/>
              <a:gd name="connsiteX38" fmla="*/ 1634067 w 8017934"/>
              <a:gd name="connsiteY38" fmla="*/ 77065 h 593532"/>
              <a:gd name="connsiteX39" fmla="*/ 1667934 w 8017934"/>
              <a:gd name="connsiteY39" fmla="*/ 68598 h 593532"/>
              <a:gd name="connsiteX40" fmla="*/ 1693334 w 8017934"/>
              <a:gd name="connsiteY40" fmla="*/ 60132 h 593532"/>
              <a:gd name="connsiteX41" fmla="*/ 1718734 w 8017934"/>
              <a:gd name="connsiteY41" fmla="*/ 68598 h 593532"/>
              <a:gd name="connsiteX42" fmla="*/ 1761067 w 8017934"/>
              <a:gd name="connsiteY42" fmla="*/ 85532 h 593532"/>
              <a:gd name="connsiteX43" fmla="*/ 1811867 w 8017934"/>
              <a:gd name="connsiteY43" fmla="*/ 93998 h 593532"/>
              <a:gd name="connsiteX44" fmla="*/ 2192867 w 8017934"/>
              <a:gd name="connsiteY44" fmla="*/ 93998 h 593532"/>
              <a:gd name="connsiteX45" fmla="*/ 2311400 w 8017934"/>
              <a:gd name="connsiteY45" fmla="*/ 102465 h 593532"/>
              <a:gd name="connsiteX46" fmla="*/ 2345267 w 8017934"/>
              <a:gd name="connsiteY46" fmla="*/ 170198 h 593532"/>
              <a:gd name="connsiteX47" fmla="*/ 2345267 w 8017934"/>
              <a:gd name="connsiteY47" fmla="*/ 170198 h 593532"/>
              <a:gd name="connsiteX48" fmla="*/ 2379134 w 8017934"/>
              <a:gd name="connsiteY48" fmla="*/ 246398 h 593532"/>
              <a:gd name="connsiteX49" fmla="*/ 2404534 w 8017934"/>
              <a:gd name="connsiteY49" fmla="*/ 297198 h 593532"/>
              <a:gd name="connsiteX50" fmla="*/ 2421467 w 8017934"/>
              <a:gd name="connsiteY50" fmla="*/ 356465 h 593532"/>
              <a:gd name="connsiteX51" fmla="*/ 2438400 w 8017934"/>
              <a:gd name="connsiteY51" fmla="*/ 390332 h 593532"/>
              <a:gd name="connsiteX52" fmla="*/ 2455334 w 8017934"/>
              <a:gd name="connsiteY52" fmla="*/ 441132 h 593532"/>
              <a:gd name="connsiteX53" fmla="*/ 2463800 w 8017934"/>
              <a:gd name="connsiteY53" fmla="*/ 466532 h 593532"/>
              <a:gd name="connsiteX54" fmla="*/ 2480734 w 8017934"/>
              <a:gd name="connsiteY54" fmla="*/ 483465 h 593532"/>
              <a:gd name="connsiteX55" fmla="*/ 2523067 w 8017934"/>
              <a:gd name="connsiteY55" fmla="*/ 559665 h 593532"/>
              <a:gd name="connsiteX56" fmla="*/ 2582334 w 8017934"/>
              <a:gd name="connsiteY56" fmla="*/ 568132 h 593532"/>
              <a:gd name="connsiteX57" fmla="*/ 2599267 w 8017934"/>
              <a:gd name="connsiteY57" fmla="*/ 525798 h 593532"/>
              <a:gd name="connsiteX58" fmla="*/ 2616200 w 8017934"/>
              <a:gd name="connsiteY58" fmla="*/ 500398 h 593532"/>
              <a:gd name="connsiteX59" fmla="*/ 2658534 w 8017934"/>
              <a:gd name="connsiteY59" fmla="*/ 508865 h 593532"/>
              <a:gd name="connsiteX60" fmla="*/ 2751667 w 8017934"/>
              <a:gd name="connsiteY60" fmla="*/ 534265 h 593532"/>
              <a:gd name="connsiteX61" fmla="*/ 2777067 w 8017934"/>
              <a:gd name="connsiteY61" fmla="*/ 551198 h 593532"/>
              <a:gd name="connsiteX62" fmla="*/ 2802467 w 8017934"/>
              <a:gd name="connsiteY62" fmla="*/ 500398 h 593532"/>
              <a:gd name="connsiteX63" fmla="*/ 2844800 w 8017934"/>
              <a:gd name="connsiteY63" fmla="*/ 483465 h 593532"/>
              <a:gd name="connsiteX64" fmla="*/ 2861734 w 8017934"/>
              <a:gd name="connsiteY64" fmla="*/ 424198 h 593532"/>
              <a:gd name="connsiteX65" fmla="*/ 2887134 w 8017934"/>
              <a:gd name="connsiteY65" fmla="*/ 263332 h 593532"/>
              <a:gd name="connsiteX66" fmla="*/ 2895600 w 8017934"/>
              <a:gd name="connsiteY66" fmla="*/ 195598 h 593532"/>
              <a:gd name="connsiteX67" fmla="*/ 2929467 w 8017934"/>
              <a:gd name="connsiteY67" fmla="*/ 119398 h 593532"/>
              <a:gd name="connsiteX68" fmla="*/ 2963334 w 8017934"/>
              <a:gd name="connsiteY68" fmla="*/ 102465 h 593532"/>
              <a:gd name="connsiteX69" fmla="*/ 3183467 w 8017934"/>
              <a:gd name="connsiteY69" fmla="*/ 77065 h 593532"/>
              <a:gd name="connsiteX70" fmla="*/ 3293534 w 8017934"/>
              <a:gd name="connsiteY70" fmla="*/ 93998 h 593532"/>
              <a:gd name="connsiteX71" fmla="*/ 3302000 w 8017934"/>
              <a:gd name="connsiteY71" fmla="*/ 127865 h 593532"/>
              <a:gd name="connsiteX72" fmla="*/ 3318934 w 8017934"/>
              <a:gd name="connsiteY72" fmla="*/ 204065 h 593532"/>
              <a:gd name="connsiteX73" fmla="*/ 3335867 w 8017934"/>
              <a:gd name="connsiteY73" fmla="*/ 229465 h 593532"/>
              <a:gd name="connsiteX74" fmla="*/ 3352800 w 8017934"/>
              <a:gd name="connsiteY74" fmla="*/ 288732 h 593532"/>
              <a:gd name="connsiteX75" fmla="*/ 3369734 w 8017934"/>
              <a:gd name="connsiteY75" fmla="*/ 322598 h 593532"/>
              <a:gd name="connsiteX76" fmla="*/ 3386667 w 8017934"/>
              <a:gd name="connsiteY76" fmla="*/ 373398 h 593532"/>
              <a:gd name="connsiteX77" fmla="*/ 3395134 w 8017934"/>
              <a:gd name="connsiteY77" fmla="*/ 398798 h 593532"/>
              <a:gd name="connsiteX78" fmla="*/ 3412067 w 8017934"/>
              <a:gd name="connsiteY78" fmla="*/ 415732 h 593532"/>
              <a:gd name="connsiteX79" fmla="*/ 3437467 w 8017934"/>
              <a:gd name="connsiteY79" fmla="*/ 500398 h 593532"/>
              <a:gd name="connsiteX80" fmla="*/ 3454400 w 8017934"/>
              <a:gd name="connsiteY80" fmla="*/ 525798 h 593532"/>
              <a:gd name="connsiteX81" fmla="*/ 3462867 w 8017934"/>
              <a:gd name="connsiteY81" fmla="*/ 551198 h 593532"/>
              <a:gd name="connsiteX82" fmla="*/ 3505200 w 8017934"/>
              <a:gd name="connsiteY82" fmla="*/ 593532 h 593532"/>
              <a:gd name="connsiteX83" fmla="*/ 3683000 w 8017934"/>
              <a:gd name="connsiteY83" fmla="*/ 576598 h 593532"/>
              <a:gd name="connsiteX84" fmla="*/ 3708400 w 8017934"/>
              <a:gd name="connsiteY84" fmla="*/ 568132 h 593532"/>
              <a:gd name="connsiteX85" fmla="*/ 3683000 w 8017934"/>
              <a:gd name="connsiteY85" fmla="*/ 559665 h 593532"/>
              <a:gd name="connsiteX86" fmla="*/ 3810000 w 8017934"/>
              <a:gd name="connsiteY86" fmla="*/ 525798 h 593532"/>
              <a:gd name="connsiteX87" fmla="*/ 4004734 w 8017934"/>
              <a:gd name="connsiteY87" fmla="*/ 551198 h 593532"/>
              <a:gd name="connsiteX88" fmla="*/ 4174067 w 8017934"/>
              <a:gd name="connsiteY88" fmla="*/ 542732 h 593532"/>
              <a:gd name="connsiteX89" fmla="*/ 4191000 w 8017934"/>
              <a:gd name="connsiteY89" fmla="*/ 525798 h 593532"/>
              <a:gd name="connsiteX90" fmla="*/ 4199467 w 8017934"/>
              <a:gd name="connsiteY90" fmla="*/ 500398 h 593532"/>
              <a:gd name="connsiteX91" fmla="*/ 4216400 w 8017934"/>
              <a:gd name="connsiteY91" fmla="*/ 466532 h 593532"/>
              <a:gd name="connsiteX92" fmla="*/ 4216400 w 8017934"/>
              <a:gd name="connsiteY92" fmla="*/ 178665 h 593532"/>
              <a:gd name="connsiteX93" fmla="*/ 4224867 w 8017934"/>
              <a:gd name="connsiteY93" fmla="*/ 153265 h 593532"/>
              <a:gd name="connsiteX94" fmla="*/ 5067336 w 8017934"/>
              <a:gd name="connsiteY94" fmla="*/ 134684 h 593532"/>
              <a:gd name="connsiteX95" fmla="*/ 5164667 w 8017934"/>
              <a:gd name="connsiteY95" fmla="*/ 339532 h 593532"/>
              <a:gd name="connsiteX96" fmla="*/ 5190067 w 8017934"/>
              <a:gd name="connsiteY96" fmla="*/ 390332 h 593532"/>
              <a:gd name="connsiteX97" fmla="*/ 5207000 w 8017934"/>
              <a:gd name="connsiteY97" fmla="*/ 441132 h 593532"/>
              <a:gd name="connsiteX98" fmla="*/ 5274734 w 8017934"/>
              <a:gd name="connsiteY98" fmla="*/ 483465 h 593532"/>
              <a:gd name="connsiteX99" fmla="*/ 5317067 w 8017934"/>
              <a:gd name="connsiteY99" fmla="*/ 525798 h 593532"/>
              <a:gd name="connsiteX100" fmla="*/ 5308600 w 8017934"/>
              <a:gd name="connsiteY100" fmla="*/ 517332 h 593532"/>
              <a:gd name="connsiteX101" fmla="*/ 5342467 w 8017934"/>
              <a:gd name="connsiteY101" fmla="*/ 500398 h 593532"/>
              <a:gd name="connsiteX102" fmla="*/ 5401734 w 8017934"/>
              <a:gd name="connsiteY102" fmla="*/ 483465 h 593532"/>
              <a:gd name="connsiteX103" fmla="*/ 5435600 w 8017934"/>
              <a:gd name="connsiteY103" fmla="*/ 466532 h 593532"/>
              <a:gd name="connsiteX104" fmla="*/ 5537200 w 8017934"/>
              <a:gd name="connsiteY104" fmla="*/ 458065 h 593532"/>
              <a:gd name="connsiteX105" fmla="*/ 5562600 w 8017934"/>
              <a:gd name="connsiteY105" fmla="*/ 407265 h 593532"/>
              <a:gd name="connsiteX106" fmla="*/ 5579534 w 8017934"/>
              <a:gd name="connsiteY106" fmla="*/ 373398 h 593532"/>
              <a:gd name="connsiteX107" fmla="*/ 5613400 w 8017934"/>
              <a:gd name="connsiteY107" fmla="*/ 314132 h 593532"/>
              <a:gd name="connsiteX108" fmla="*/ 5621867 w 8017934"/>
              <a:gd name="connsiteY108" fmla="*/ 280265 h 593532"/>
              <a:gd name="connsiteX109" fmla="*/ 5630334 w 8017934"/>
              <a:gd name="connsiteY109" fmla="*/ 170198 h 593532"/>
              <a:gd name="connsiteX110" fmla="*/ 5638800 w 8017934"/>
              <a:gd name="connsiteY110" fmla="*/ 136332 h 593532"/>
              <a:gd name="connsiteX111" fmla="*/ 5689600 w 8017934"/>
              <a:gd name="connsiteY111" fmla="*/ 93998 h 593532"/>
              <a:gd name="connsiteX112" fmla="*/ 5731934 w 8017934"/>
              <a:gd name="connsiteY112" fmla="*/ 85532 h 593532"/>
              <a:gd name="connsiteX113" fmla="*/ 5892800 w 8017934"/>
              <a:gd name="connsiteY113" fmla="*/ 93998 h 593532"/>
              <a:gd name="connsiteX114" fmla="*/ 5918200 w 8017934"/>
              <a:gd name="connsiteY114" fmla="*/ 110932 h 593532"/>
              <a:gd name="connsiteX115" fmla="*/ 5960534 w 8017934"/>
              <a:gd name="connsiteY115" fmla="*/ 153265 h 593532"/>
              <a:gd name="connsiteX116" fmla="*/ 6019800 w 8017934"/>
              <a:gd name="connsiteY116" fmla="*/ 187132 h 593532"/>
              <a:gd name="connsiteX117" fmla="*/ 6028267 w 8017934"/>
              <a:gd name="connsiteY117" fmla="*/ 220998 h 593532"/>
              <a:gd name="connsiteX118" fmla="*/ 6062134 w 8017934"/>
              <a:gd name="connsiteY118" fmla="*/ 263332 h 593532"/>
              <a:gd name="connsiteX119" fmla="*/ 6079067 w 8017934"/>
              <a:gd name="connsiteY119" fmla="*/ 288732 h 593532"/>
              <a:gd name="connsiteX120" fmla="*/ 6104467 w 8017934"/>
              <a:gd name="connsiteY120" fmla="*/ 314132 h 593532"/>
              <a:gd name="connsiteX121" fmla="*/ 6138334 w 8017934"/>
              <a:gd name="connsiteY121" fmla="*/ 364932 h 593532"/>
              <a:gd name="connsiteX122" fmla="*/ 6155267 w 8017934"/>
              <a:gd name="connsiteY122" fmla="*/ 458065 h 593532"/>
              <a:gd name="connsiteX123" fmla="*/ 6180667 w 8017934"/>
              <a:gd name="connsiteY123" fmla="*/ 474998 h 593532"/>
              <a:gd name="connsiteX124" fmla="*/ 6197600 w 8017934"/>
              <a:gd name="connsiteY124" fmla="*/ 517332 h 593532"/>
              <a:gd name="connsiteX125" fmla="*/ 6214534 w 8017934"/>
              <a:gd name="connsiteY125" fmla="*/ 534265 h 593532"/>
              <a:gd name="connsiteX126" fmla="*/ 6409267 w 8017934"/>
              <a:gd name="connsiteY126" fmla="*/ 576598 h 593532"/>
              <a:gd name="connsiteX127" fmla="*/ 6443134 w 8017934"/>
              <a:gd name="connsiteY127" fmla="*/ 551198 h 593532"/>
              <a:gd name="connsiteX128" fmla="*/ 7035800 w 8017934"/>
              <a:gd name="connsiteY128" fmla="*/ 491932 h 593532"/>
              <a:gd name="connsiteX129" fmla="*/ 7171267 w 8017934"/>
              <a:gd name="connsiteY129" fmla="*/ 525798 h 593532"/>
              <a:gd name="connsiteX130" fmla="*/ 7239000 w 8017934"/>
              <a:gd name="connsiteY130" fmla="*/ 542732 h 593532"/>
              <a:gd name="connsiteX131" fmla="*/ 7416800 w 8017934"/>
              <a:gd name="connsiteY131" fmla="*/ 508865 h 593532"/>
              <a:gd name="connsiteX132" fmla="*/ 7425267 w 8017934"/>
              <a:gd name="connsiteY132" fmla="*/ 466532 h 593532"/>
              <a:gd name="connsiteX133" fmla="*/ 7433734 w 8017934"/>
              <a:gd name="connsiteY133" fmla="*/ 373398 h 593532"/>
              <a:gd name="connsiteX134" fmla="*/ 7450667 w 8017934"/>
              <a:gd name="connsiteY134" fmla="*/ 347998 h 593532"/>
              <a:gd name="connsiteX135" fmla="*/ 7459134 w 8017934"/>
              <a:gd name="connsiteY135" fmla="*/ 305665 h 593532"/>
              <a:gd name="connsiteX136" fmla="*/ 7467600 w 8017934"/>
              <a:gd name="connsiteY136" fmla="*/ 280265 h 593532"/>
              <a:gd name="connsiteX137" fmla="*/ 7476067 w 8017934"/>
              <a:gd name="connsiteY137" fmla="*/ 246398 h 593532"/>
              <a:gd name="connsiteX138" fmla="*/ 7526867 w 8017934"/>
              <a:gd name="connsiteY138" fmla="*/ 229465 h 593532"/>
              <a:gd name="connsiteX139" fmla="*/ 7569200 w 8017934"/>
              <a:gd name="connsiteY139" fmla="*/ 187132 h 593532"/>
              <a:gd name="connsiteX140" fmla="*/ 7611534 w 8017934"/>
              <a:gd name="connsiteY140" fmla="*/ 153265 h 593532"/>
              <a:gd name="connsiteX141" fmla="*/ 7645400 w 8017934"/>
              <a:gd name="connsiteY141" fmla="*/ 127865 h 593532"/>
              <a:gd name="connsiteX142" fmla="*/ 7653867 w 8017934"/>
              <a:gd name="connsiteY142" fmla="*/ 102465 h 593532"/>
              <a:gd name="connsiteX143" fmla="*/ 7730067 w 8017934"/>
              <a:gd name="connsiteY143" fmla="*/ 68598 h 593532"/>
              <a:gd name="connsiteX144" fmla="*/ 7823200 w 8017934"/>
              <a:gd name="connsiteY144" fmla="*/ 43198 h 593532"/>
              <a:gd name="connsiteX145" fmla="*/ 7907867 w 8017934"/>
              <a:gd name="connsiteY145" fmla="*/ 9332 h 593532"/>
              <a:gd name="connsiteX146" fmla="*/ 7941734 w 8017934"/>
              <a:gd name="connsiteY146" fmla="*/ 865 h 593532"/>
              <a:gd name="connsiteX147" fmla="*/ 8017934 w 8017934"/>
              <a:gd name="connsiteY147" fmla="*/ 865 h 593532"/>
              <a:gd name="connsiteX0" fmla="*/ 0 w 8017934"/>
              <a:gd name="connsiteY0" fmla="*/ 559665 h 593532"/>
              <a:gd name="connsiteX1" fmla="*/ 491067 w 8017934"/>
              <a:gd name="connsiteY1" fmla="*/ 551198 h 593532"/>
              <a:gd name="connsiteX2" fmla="*/ 508000 w 8017934"/>
              <a:gd name="connsiteY2" fmla="*/ 525798 h 593532"/>
              <a:gd name="connsiteX3" fmla="*/ 533400 w 8017934"/>
              <a:gd name="connsiteY3" fmla="*/ 508865 h 593532"/>
              <a:gd name="connsiteX4" fmla="*/ 567267 w 8017934"/>
              <a:gd name="connsiteY4" fmla="*/ 474998 h 593532"/>
              <a:gd name="connsiteX5" fmla="*/ 575734 w 8017934"/>
              <a:gd name="connsiteY5" fmla="*/ 449598 h 593532"/>
              <a:gd name="connsiteX6" fmla="*/ 584200 w 8017934"/>
              <a:gd name="connsiteY6" fmla="*/ 407265 h 593532"/>
              <a:gd name="connsiteX7" fmla="*/ 601134 w 8017934"/>
              <a:gd name="connsiteY7" fmla="*/ 381865 h 593532"/>
              <a:gd name="connsiteX8" fmla="*/ 618067 w 8017934"/>
              <a:gd name="connsiteY8" fmla="*/ 305665 h 593532"/>
              <a:gd name="connsiteX9" fmla="*/ 626534 w 8017934"/>
              <a:gd name="connsiteY9" fmla="*/ 280265 h 593532"/>
              <a:gd name="connsiteX10" fmla="*/ 643467 w 8017934"/>
              <a:gd name="connsiteY10" fmla="*/ 246398 h 593532"/>
              <a:gd name="connsiteX11" fmla="*/ 660400 w 8017934"/>
              <a:gd name="connsiteY11" fmla="*/ 187132 h 593532"/>
              <a:gd name="connsiteX12" fmla="*/ 677334 w 8017934"/>
              <a:gd name="connsiteY12" fmla="*/ 170198 h 593532"/>
              <a:gd name="connsiteX13" fmla="*/ 702734 w 8017934"/>
              <a:gd name="connsiteY13" fmla="*/ 110932 h 593532"/>
              <a:gd name="connsiteX14" fmla="*/ 795867 w 8017934"/>
              <a:gd name="connsiteY14" fmla="*/ 68598 h 593532"/>
              <a:gd name="connsiteX15" fmla="*/ 922867 w 8017934"/>
              <a:gd name="connsiteY15" fmla="*/ 85532 h 593532"/>
              <a:gd name="connsiteX16" fmla="*/ 948267 w 8017934"/>
              <a:gd name="connsiteY16" fmla="*/ 93998 h 593532"/>
              <a:gd name="connsiteX17" fmla="*/ 965200 w 8017934"/>
              <a:gd name="connsiteY17" fmla="*/ 144798 h 593532"/>
              <a:gd name="connsiteX18" fmla="*/ 982134 w 8017934"/>
              <a:gd name="connsiteY18" fmla="*/ 220998 h 593532"/>
              <a:gd name="connsiteX19" fmla="*/ 990600 w 8017934"/>
              <a:gd name="connsiteY19" fmla="*/ 246398 h 593532"/>
              <a:gd name="connsiteX20" fmla="*/ 1007534 w 8017934"/>
              <a:gd name="connsiteY20" fmla="*/ 314132 h 593532"/>
              <a:gd name="connsiteX21" fmla="*/ 1041400 w 8017934"/>
              <a:gd name="connsiteY21" fmla="*/ 364932 h 593532"/>
              <a:gd name="connsiteX22" fmla="*/ 1058334 w 8017934"/>
              <a:gd name="connsiteY22" fmla="*/ 534265 h 593532"/>
              <a:gd name="connsiteX23" fmla="*/ 1083734 w 8017934"/>
              <a:gd name="connsiteY23" fmla="*/ 551198 h 593532"/>
              <a:gd name="connsiteX24" fmla="*/ 1227667 w 8017934"/>
              <a:gd name="connsiteY24" fmla="*/ 559665 h 593532"/>
              <a:gd name="connsiteX25" fmla="*/ 1405467 w 8017934"/>
              <a:gd name="connsiteY25" fmla="*/ 542732 h 593532"/>
              <a:gd name="connsiteX26" fmla="*/ 1439334 w 8017934"/>
              <a:gd name="connsiteY26" fmla="*/ 534265 h 593532"/>
              <a:gd name="connsiteX27" fmla="*/ 1464734 w 8017934"/>
              <a:gd name="connsiteY27" fmla="*/ 517332 h 593532"/>
              <a:gd name="connsiteX28" fmla="*/ 1481667 w 8017934"/>
              <a:gd name="connsiteY28" fmla="*/ 491932 h 593532"/>
              <a:gd name="connsiteX29" fmla="*/ 1490134 w 8017934"/>
              <a:gd name="connsiteY29" fmla="*/ 373398 h 593532"/>
              <a:gd name="connsiteX30" fmla="*/ 1498600 w 8017934"/>
              <a:gd name="connsiteY30" fmla="*/ 339532 h 593532"/>
              <a:gd name="connsiteX31" fmla="*/ 1515534 w 8017934"/>
              <a:gd name="connsiteY31" fmla="*/ 322598 h 593532"/>
              <a:gd name="connsiteX32" fmla="*/ 1524000 w 8017934"/>
              <a:gd name="connsiteY32" fmla="*/ 288732 h 593532"/>
              <a:gd name="connsiteX33" fmla="*/ 1532467 w 8017934"/>
              <a:gd name="connsiteY33" fmla="*/ 263332 h 593532"/>
              <a:gd name="connsiteX34" fmla="*/ 1540934 w 8017934"/>
              <a:gd name="connsiteY34" fmla="*/ 220998 h 593532"/>
              <a:gd name="connsiteX35" fmla="*/ 1557867 w 8017934"/>
              <a:gd name="connsiteY35" fmla="*/ 187132 h 593532"/>
              <a:gd name="connsiteX36" fmla="*/ 1574800 w 8017934"/>
              <a:gd name="connsiteY36" fmla="*/ 127865 h 593532"/>
              <a:gd name="connsiteX37" fmla="*/ 1608667 w 8017934"/>
              <a:gd name="connsiteY37" fmla="*/ 93998 h 593532"/>
              <a:gd name="connsiteX38" fmla="*/ 1634067 w 8017934"/>
              <a:gd name="connsiteY38" fmla="*/ 77065 h 593532"/>
              <a:gd name="connsiteX39" fmla="*/ 1667934 w 8017934"/>
              <a:gd name="connsiteY39" fmla="*/ 68598 h 593532"/>
              <a:gd name="connsiteX40" fmla="*/ 1693334 w 8017934"/>
              <a:gd name="connsiteY40" fmla="*/ 60132 h 593532"/>
              <a:gd name="connsiteX41" fmla="*/ 1718734 w 8017934"/>
              <a:gd name="connsiteY41" fmla="*/ 68598 h 593532"/>
              <a:gd name="connsiteX42" fmla="*/ 1761067 w 8017934"/>
              <a:gd name="connsiteY42" fmla="*/ 85532 h 593532"/>
              <a:gd name="connsiteX43" fmla="*/ 1811867 w 8017934"/>
              <a:gd name="connsiteY43" fmla="*/ 93998 h 593532"/>
              <a:gd name="connsiteX44" fmla="*/ 2192867 w 8017934"/>
              <a:gd name="connsiteY44" fmla="*/ 93998 h 593532"/>
              <a:gd name="connsiteX45" fmla="*/ 2311400 w 8017934"/>
              <a:gd name="connsiteY45" fmla="*/ 102465 h 593532"/>
              <a:gd name="connsiteX46" fmla="*/ 2345267 w 8017934"/>
              <a:gd name="connsiteY46" fmla="*/ 170198 h 593532"/>
              <a:gd name="connsiteX47" fmla="*/ 2345267 w 8017934"/>
              <a:gd name="connsiteY47" fmla="*/ 170198 h 593532"/>
              <a:gd name="connsiteX48" fmla="*/ 2379134 w 8017934"/>
              <a:gd name="connsiteY48" fmla="*/ 246398 h 593532"/>
              <a:gd name="connsiteX49" fmla="*/ 2404534 w 8017934"/>
              <a:gd name="connsiteY49" fmla="*/ 297198 h 593532"/>
              <a:gd name="connsiteX50" fmla="*/ 2421467 w 8017934"/>
              <a:gd name="connsiteY50" fmla="*/ 356465 h 593532"/>
              <a:gd name="connsiteX51" fmla="*/ 2438400 w 8017934"/>
              <a:gd name="connsiteY51" fmla="*/ 390332 h 593532"/>
              <a:gd name="connsiteX52" fmla="*/ 2455334 w 8017934"/>
              <a:gd name="connsiteY52" fmla="*/ 441132 h 593532"/>
              <a:gd name="connsiteX53" fmla="*/ 2463800 w 8017934"/>
              <a:gd name="connsiteY53" fmla="*/ 466532 h 593532"/>
              <a:gd name="connsiteX54" fmla="*/ 2480734 w 8017934"/>
              <a:gd name="connsiteY54" fmla="*/ 483465 h 593532"/>
              <a:gd name="connsiteX55" fmla="*/ 2523067 w 8017934"/>
              <a:gd name="connsiteY55" fmla="*/ 559665 h 593532"/>
              <a:gd name="connsiteX56" fmla="*/ 2582334 w 8017934"/>
              <a:gd name="connsiteY56" fmla="*/ 568132 h 593532"/>
              <a:gd name="connsiteX57" fmla="*/ 2599267 w 8017934"/>
              <a:gd name="connsiteY57" fmla="*/ 525798 h 593532"/>
              <a:gd name="connsiteX58" fmla="*/ 2616200 w 8017934"/>
              <a:gd name="connsiteY58" fmla="*/ 500398 h 593532"/>
              <a:gd name="connsiteX59" fmla="*/ 2658534 w 8017934"/>
              <a:gd name="connsiteY59" fmla="*/ 508865 h 593532"/>
              <a:gd name="connsiteX60" fmla="*/ 2751667 w 8017934"/>
              <a:gd name="connsiteY60" fmla="*/ 534265 h 593532"/>
              <a:gd name="connsiteX61" fmla="*/ 2777067 w 8017934"/>
              <a:gd name="connsiteY61" fmla="*/ 551198 h 593532"/>
              <a:gd name="connsiteX62" fmla="*/ 2802467 w 8017934"/>
              <a:gd name="connsiteY62" fmla="*/ 500398 h 593532"/>
              <a:gd name="connsiteX63" fmla="*/ 2844800 w 8017934"/>
              <a:gd name="connsiteY63" fmla="*/ 483465 h 593532"/>
              <a:gd name="connsiteX64" fmla="*/ 2861734 w 8017934"/>
              <a:gd name="connsiteY64" fmla="*/ 424198 h 593532"/>
              <a:gd name="connsiteX65" fmla="*/ 2887134 w 8017934"/>
              <a:gd name="connsiteY65" fmla="*/ 263332 h 593532"/>
              <a:gd name="connsiteX66" fmla="*/ 2895600 w 8017934"/>
              <a:gd name="connsiteY66" fmla="*/ 195598 h 593532"/>
              <a:gd name="connsiteX67" fmla="*/ 2929467 w 8017934"/>
              <a:gd name="connsiteY67" fmla="*/ 119398 h 593532"/>
              <a:gd name="connsiteX68" fmla="*/ 2963334 w 8017934"/>
              <a:gd name="connsiteY68" fmla="*/ 102465 h 593532"/>
              <a:gd name="connsiteX69" fmla="*/ 3183467 w 8017934"/>
              <a:gd name="connsiteY69" fmla="*/ 77065 h 593532"/>
              <a:gd name="connsiteX70" fmla="*/ 3293534 w 8017934"/>
              <a:gd name="connsiteY70" fmla="*/ 93998 h 593532"/>
              <a:gd name="connsiteX71" fmla="*/ 3302000 w 8017934"/>
              <a:gd name="connsiteY71" fmla="*/ 127865 h 593532"/>
              <a:gd name="connsiteX72" fmla="*/ 3318934 w 8017934"/>
              <a:gd name="connsiteY72" fmla="*/ 204065 h 593532"/>
              <a:gd name="connsiteX73" fmla="*/ 3335867 w 8017934"/>
              <a:gd name="connsiteY73" fmla="*/ 229465 h 593532"/>
              <a:gd name="connsiteX74" fmla="*/ 3352800 w 8017934"/>
              <a:gd name="connsiteY74" fmla="*/ 288732 h 593532"/>
              <a:gd name="connsiteX75" fmla="*/ 3369734 w 8017934"/>
              <a:gd name="connsiteY75" fmla="*/ 322598 h 593532"/>
              <a:gd name="connsiteX76" fmla="*/ 3386667 w 8017934"/>
              <a:gd name="connsiteY76" fmla="*/ 373398 h 593532"/>
              <a:gd name="connsiteX77" fmla="*/ 3395134 w 8017934"/>
              <a:gd name="connsiteY77" fmla="*/ 398798 h 593532"/>
              <a:gd name="connsiteX78" fmla="*/ 3412067 w 8017934"/>
              <a:gd name="connsiteY78" fmla="*/ 415732 h 593532"/>
              <a:gd name="connsiteX79" fmla="*/ 3437467 w 8017934"/>
              <a:gd name="connsiteY79" fmla="*/ 500398 h 593532"/>
              <a:gd name="connsiteX80" fmla="*/ 3454400 w 8017934"/>
              <a:gd name="connsiteY80" fmla="*/ 525798 h 593532"/>
              <a:gd name="connsiteX81" fmla="*/ 3462867 w 8017934"/>
              <a:gd name="connsiteY81" fmla="*/ 551198 h 593532"/>
              <a:gd name="connsiteX82" fmla="*/ 3505200 w 8017934"/>
              <a:gd name="connsiteY82" fmla="*/ 593532 h 593532"/>
              <a:gd name="connsiteX83" fmla="*/ 3683000 w 8017934"/>
              <a:gd name="connsiteY83" fmla="*/ 576598 h 593532"/>
              <a:gd name="connsiteX84" fmla="*/ 3708400 w 8017934"/>
              <a:gd name="connsiteY84" fmla="*/ 568132 h 593532"/>
              <a:gd name="connsiteX85" fmla="*/ 3683000 w 8017934"/>
              <a:gd name="connsiteY85" fmla="*/ 559665 h 593532"/>
              <a:gd name="connsiteX86" fmla="*/ 3810000 w 8017934"/>
              <a:gd name="connsiteY86" fmla="*/ 525798 h 593532"/>
              <a:gd name="connsiteX87" fmla="*/ 4004734 w 8017934"/>
              <a:gd name="connsiteY87" fmla="*/ 551198 h 593532"/>
              <a:gd name="connsiteX88" fmla="*/ 4174067 w 8017934"/>
              <a:gd name="connsiteY88" fmla="*/ 542732 h 593532"/>
              <a:gd name="connsiteX89" fmla="*/ 4191000 w 8017934"/>
              <a:gd name="connsiteY89" fmla="*/ 525798 h 593532"/>
              <a:gd name="connsiteX90" fmla="*/ 4199467 w 8017934"/>
              <a:gd name="connsiteY90" fmla="*/ 500398 h 593532"/>
              <a:gd name="connsiteX91" fmla="*/ 4216400 w 8017934"/>
              <a:gd name="connsiteY91" fmla="*/ 466532 h 593532"/>
              <a:gd name="connsiteX92" fmla="*/ 4216400 w 8017934"/>
              <a:gd name="connsiteY92" fmla="*/ 178665 h 593532"/>
              <a:gd name="connsiteX93" fmla="*/ 4224867 w 8017934"/>
              <a:gd name="connsiteY93" fmla="*/ 153265 h 593532"/>
              <a:gd name="connsiteX94" fmla="*/ 5067336 w 8017934"/>
              <a:gd name="connsiteY94" fmla="*/ 134684 h 593532"/>
              <a:gd name="connsiteX95" fmla="*/ 5164667 w 8017934"/>
              <a:gd name="connsiteY95" fmla="*/ 339532 h 593532"/>
              <a:gd name="connsiteX96" fmla="*/ 5190067 w 8017934"/>
              <a:gd name="connsiteY96" fmla="*/ 390332 h 593532"/>
              <a:gd name="connsiteX97" fmla="*/ 5207000 w 8017934"/>
              <a:gd name="connsiteY97" fmla="*/ 441132 h 593532"/>
              <a:gd name="connsiteX98" fmla="*/ 5274734 w 8017934"/>
              <a:gd name="connsiteY98" fmla="*/ 483465 h 593532"/>
              <a:gd name="connsiteX99" fmla="*/ 5317067 w 8017934"/>
              <a:gd name="connsiteY99" fmla="*/ 525798 h 593532"/>
              <a:gd name="connsiteX100" fmla="*/ 5308600 w 8017934"/>
              <a:gd name="connsiteY100" fmla="*/ 517332 h 593532"/>
              <a:gd name="connsiteX101" fmla="*/ 5342467 w 8017934"/>
              <a:gd name="connsiteY101" fmla="*/ 500398 h 593532"/>
              <a:gd name="connsiteX102" fmla="*/ 5401734 w 8017934"/>
              <a:gd name="connsiteY102" fmla="*/ 483465 h 593532"/>
              <a:gd name="connsiteX103" fmla="*/ 5435600 w 8017934"/>
              <a:gd name="connsiteY103" fmla="*/ 466532 h 593532"/>
              <a:gd name="connsiteX104" fmla="*/ 5537200 w 8017934"/>
              <a:gd name="connsiteY104" fmla="*/ 458065 h 593532"/>
              <a:gd name="connsiteX105" fmla="*/ 5562600 w 8017934"/>
              <a:gd name="connsiteY105" fmla="*/ 407265 h 593532"/>
              <a:gd name="connsiteX106" fmla="*/ 5579534 w 8017934"/>
              <a:gd name="connsiteY106" fmla="*/ 373398 h 593532"/>
              <a:gd name="connsiteX107" fmla="*/ 5613400 w 8017934"/>
              <a:gd name="connsiteY107" fmla="*/ 314132 h 593532"/>
              <a:gd name="connsiteX108" fmla="*/ 5621867 w 8017934"/>
              <a:gd name="connsiteY108" fmla="*/ 280265 h 593532"/>
              <a:gd name="connsiteX109" fmla="*/ 5630334 w 8017934"/>
              <a:gd name="connsiteY109" fmla="*/ 170198 h 593532"/>
              <a:gd name="connsiteX110" fmla="*/ 5638800 w 8017934"/>
              <a:gd name="connsiteY110" fmla="*/ 136332 h 593532"/>
              <a:gd name="connsiteX111" fmla="*/ 5689600 w 8017934"/>
              <a:gd name="connsiteY111" fmla="*/ 93998 h 593532"/>
              <a:gd name="connsiteX112" fmla="*/ 5731934 w 8017934"/>
              <a:gd name="connsiteY112" fmla="*/ 85532 h 593532"/>
              <a:gd name="connsiteX113" fmla="*/ 5892800 w 8017934"/>
              <a:gd name="connsiteY113" fmla="*/ 93998 h 593532"/>
              <a:gd name="connsiteX114" fmla="*/ 5918200 w 8017934"/>
              <a:gd name="connsiteY114" fmla="*/ 110932 h 593532"/>
              <a:gd name="connsiteX115" fmla="*/ 5960534 w 8017934"/>
              <a:gd name="connsiteY115" fmla="*/ 153265 h 593532"/>
              <a:gd name="connsiteX116" fmla="*/ 6019800 w 8017934"/>
              <a:gd name="connsiteY116" fmla="*/ 187132 h 593532"/>
              <a:gd name="connsiteX117" fmla="*/ 6028267 w 8017934"/>
              <a:gd name="connsiteY117" fmla="*/ 220998 h 593532"/>
              <a:gd name="connsiteX118" fmla="*/ 6062134 w 8017934"/>
              <a:gd name="connsiteY118" fmla="*/ 263332 h 593532"/>
              <a:gd name="connsiteX119" fmla="*/ 6079067 w 8017934"/>
              <a:gd name="connsiteY119" fmla="*/ 288732 h 593532"/>
              <a:gd name="connsiteX120" fmla="*/ 6104467 w 8017934"/>
              <a:gd name="connsiteY120" fmla="*/ 314132 h 593532"/>
              <a:gd name="connsiteX121" fmla="*/ 6138334 w 8017934"/>
              <a:gd name="connsiteY121" fmla="*/ 364932 h 593532"/>
              <a:gd name="connsiteX122" fmla="*/ 6155267 w 8017934"/>
              <a:gd name="connsiteY122" fmla="*/ 458065 h 593532"/>
              <a:gd name="connsiteX123" fmla="*/ 6180667 w 8017934"/>
              <a:gd name="connsiteY123" fmla="*/ 474998 h 593532"/>
              <a:gd name="connsiteX124" fmla="*/ 6197600 w 8017934"/>
              <a:gd name="connsiteY124" fmla="*/ 517332 h 593532"/>
              <a:gd name="connsiteX125" fmla="*/ 6214534 w 8017934"/>
              <a:gd name="connsiteY125" fmla="*/ 534265 h 593532"/>
              <a:gd name="connsiteX126" fmla="*/ 6409267 w 8017934"/>
              <a:gd name="connsiteY126" fmla="*/ 576598 h 593532"/>
              <a:gd name="connsiteX127" fmla="*/ 6443134 w 8017934"/>
              <a:gd name="connsiteY127" fmla="*/ 551198 h 593532"/>
              <a:gd name="connsiteX128" fmla="*/ 7035800 w 8017934"/>
              <a:gd name="connsiteY128" fmla="*/ 491932 h 593532"/>
              <a:gd name="connsiteX129" fmla="*/ 7171267 w 8017934"/>
              <a:gd name="connsiteY129" fmla="*/ 525798 h 593532"/>
              <a:gd name="connsiteX130" fmla="*/ 7239000 w 8017934"/>
              <a:gd name="connsiteY130" fmla="*/ 542732 h 593532"/>
              <a:gd name="connsiteX131" fmla="*/ 7416800 w 8017934"/>
              <a:gd name="connsiteY131" fmla="*/ 508865 h 593532"/>
              <a:gd name="connsiteX132" fmla="*/ 7425267 w 8017934"/>
              <a:gd name="connsiteY132" fmla="*/ 466532 h 593532"/>
              <a:gd name="connsiteX133" fmla="*/ 7433734 w 8017934"/>
              <a:gd name="connsiteY133" fmla="*/ 373398 h 593532"/>
              <a:gd name="connsiteX134" fmla="*/ 7450667 w 8017934"/>
              <a:gd name="connsiteY134" fmla="*/ 347998 h 593532"/>
              <a:gd name="connsiteX135" fmla="*/ 7459134 w 8017934"/>
              <a:gd name="connsiteY135" fmla="*/ 305665 h 593532"/>
              <a:gd name="connsiteX136" fmla="*/ 7467600 w 8017934"/>
              <a:gd name="connsiteY136" fmla="*/ 280265 h 593532"/>
              <a:gd name="connsiteX137" fmla="*/ 7476067 w 8017934"/>
              <a:gd name="connsiteY137" fmla="*/ 246398 h 593532"/>
              <a:gd name="connsiteX138" fmla="*/ 7526867 w 8017934"/>
              <a:gd name="connsiteY138" fmla="*/ 229465 h 593532"/>
              <a:gd name="connsiteX139" fmla="*/ 7569200 w 8017934"/>
              <a:gd name="connsiteY139" fmla="*/ 187132 h 593532"/>
              <a:gd name="connsiteX140" fmla="*/ 7611534 w 8017934"/>
              <a:gd name="connsiteY140" fmla="*/ 153265 h 593532"/>
              <a:gd name="connsiteX141" fmla="*/ 7645400 w 8017934"/>
              <a:gd name="connsiteY141" fmla="*/ 127865 h 593532"/>
              <a:gd name="connsiteX142" fmla="*/ 7653867 w 8017934"/>
              <a:gd name="connsiteY142" fmla="*/ 102465 h 593532"/>
              <a:gd name="connsiteX143" fmla="*/ 7730067 w 8017934"/>
              <a:gd name="connsiteY143" fmla="*/ 68598 h 593532"/>
              <a:gd name="connsiteX144" fmla="*/ 7823200 w 8017934"/>
              <a:gd name="connsiteY144" fmla="*/ 43198 h 593532"/>
              <a:gd name="connsiteX145" fmla="*/ 7907867 w 8017934"/>
              <a:gd name="connsiteY145" fmla="*/ 9332 h 593532"/>
              <a:gd name="connsiteX146" fmla="*/ 7941734 w 8017934"/>
              <a:gd name="connsiteY146" fmla="*/ 865 h 593532"/>
              <a:gd name="connsiteX147" fmla="*/ 8017934 w 8017934"/>
              <a:gd name="connsiteY147" fmla="*/ 865 h 593532"/>
              <a:gd name="connsiteX0" fmla="*/ 0 w 8017934"/>
              <a:gd name="connsiteY0" fmla="*/ 559665 h 593532"/>
              <a:gd name="connsiteX1" fmla="*/ 491067 w 8017934"/>
              <a:gd name="connsiteY1" fmla="*/ 551198 h 593532"/>
              <a:gd name="connsiteX2" fmla="*/ 508000 w 8017934"/>
              <a:gd name="connsiteY2" fmla="*/ 525798 h 593532"/>
              <a:gd name="connsiteX3" fmla="*/ 533400 w 8017934"/>
              <a:gd name="connsiteY3" fmla="*/ 508865 h 593532"/>
              <a:gd name="connsiteX4" fmla="*/ 567267 w 8017934"/>
              <a:gd name="connsiteY4" fmla="*/ 474998 h 593532"/>
              <a:gd name="connsiteX5" fmla="*/ 575734 w 8017934"/>
              <a:gd name="connsiteY5" fmla="*/ 449598 h 593532"/>
              <a:gd name="connsiteX6" fmla="*/ 584200 w 8017934"/>
              <a:gd name="connsiteY6" fmla="*/ 407265 h 593532"/>
              <a:gd name="connsiteX7" fmla="*/ 601134 w 8017934"/>
              <a:gd name="connsiteY7" fmla="*/ 381865 h 593532"/>
              <a:gd name="connsiteX8" fmla="*/ 618067 w 8017934"/>
              <a:gd name="connsiteY8" fmla="*/ 305665 h 593532"/>
              <a:gd name="connsiteX9" fmla="*/ 626534 w 8017934"/>
              <a:gd name="connsiteY9" fmla="*/ 280265 h 593532"/>
              <a:gd name="connsiteX10" fmla="*/ 643467 w 8017934"/>
              <a:gd name="connsiteY10" fmla="*/ 246398 h 593532"/>
              <a:gd name="connsiteX11" fmla="*/ 660400 w 8017934"/>
              <a:gd name="connsiteY11" fmla="*/ 187132 h 593532"/>
              <a:gd name="connsiteX12" fmla="*/ 677334 w 8017934"/>
              <a:gd name="connsiteY12" fmla="*/ 170198 h 593532"/>
              <a:gd name="connsiteX13" fmla="*/ 702734 w 8017934"/>
              <a:gd name="connsiteY13" fmla="*/ 110932 h 593532"/>
              <a:gd name="connsiteX14" fmla="*/ 795867 w 8017934"/>
              <a:gd name="connsiteY14" fmla="*/ 68598 h 593532"/>
              <a:gd name="connsiteX15" fmla="*/ 922867 w 8017934"/>
              <a:gd name="connsiteY15" fmla="*/ 85532 h 593532"/>
              <a:gd name="connsiteX16" fmla="*/ 948267 w 8017934"/>
              <a:gd name="connsiteY16" fmla="*/ 93998 h 593532"/>
              <a:gd name="connsiteX17" fmla="*/ 965200 w 8017934"/>
              <a:gd name="connsiteY17" fmla="*/ 144798 h 593532"/>
              <a:gd name="connsiteX18" fmla="*/ 982134 w 8017934"/>
              <a:gd name="connsiteY18" fmla="*/ 220998 h 593532"/>
              <a:gd name="connsiteX19" fmla="*/ 990600 w 8017934"/>
              <a:gd name="connsiteY19" fmla="*/ 246398 h 593532"/>
              <a:gd name="connsiteX20" fmla="*/ 1007534 w 8017934"/>
              <a:gd name="connsiteY20" fmla="*/ 314132 h 593532"/>
              <a:gd name="connsiteX21" fmla="*/ 1041400 w 8017934"/>
              <a:gd name="connsiteY21" fmla="*/ 364932 h 593532"/>
              <a:gd name="connsiteX22" fmla="*/ 1058334 w 8017934"/>
              <a:gd name="connsiteY22" fmla="*/ 534265 h 593532"/>
              <a:gd name="connsiteX23" fmla="*/ 1083734 w 8017934"/>
              <a:gd name="connsiteY23" fmla="*/ 551198 h 593532"/>
              <a:gd name="connsiteX24" fmla="*/ 1227667 w 8017934"/>
              <a:gd name="connsiteY24" fmla="*/ 559665 h 593532"/>
              <a:gd name="connsiteX25" fmla="*/ 1405467 w 8017934"/>
              <a:gd name="connsiteY25" fmla="*/ 542732 h 593532"/>
              <a:gd name="connsiteX26" fmla="*/ 1439334 w 8017934"/>
              <a:gd name="connsiteY26" fmla="*/ 534265 h 593532"/>
              <a:gd name="connsiteX27" fmla="*/ 1464734 w 8017934"/>
              <a:gd name="connsiteY27" fmla="*/ 517332 h 593532"/>
              <a:gd name="connsiteX28" fmla="*/ 1481667 w 8017934"/>
              <a:gd name="connsiteY28" fmla="*/ 491932 h 593532"/>
              <a:gd name="connsiteX29" fmla="*/ 1490134 w 8017934"/>
              <a:gd name="connsiteY29" fmla="*/ 373398 h 593532"/>
              <a:gd name="connsiteX30" fmla="*/ 1498600 w 8017934"/>
              <a:gd name="connsiteY30" fmla="*/ 339532 h 593532"/>
              <a:gd name="connsiteX31" fmla="*/ 1515534 w 8017934"/>
              <a:gd name="connsiteY31" fmla="*/ 322598 h 593532"/>
              <a:gd name="connsiteX32" fmla="*/ 1524000 w 8017934"/>
              <a:gd name="connsiteY32" fmla="*/ 288732 h 593532"/>
              <a:gd name="connsiteX33" fmla="*/ 1532467 w 8017934"/>
              <a:gd name="connsiteY33" fmla="*/ 263332 h 593532"/>
              <a:gd name="connsiteX34" fmla="*/ 1540934 w 8017934"/>
              <a:gd name="connsiteY34" fmla="*/ 220998 h 593532"/>
              <a:gd name="connsiteX35" fmla="*/ 1557867 w 8017934"/>
              <a:gd name="connsiteY35" fmla="*/ 187132 h 593532"/>
              <a:gd name="connsiteX36" fmla="*/ 1574800 w 8017934"/>
              <a:gd name="connsiteY36" fmla="*/ 127865 h 593532"/>
              <a:gd name="connsiteX37" fmla="*/ 1608667 w 8017934"/>
              <a:gd name="connsiteY37" fmla="*/ 93998 h 593532"/>
              <a:gd name="connsiteX38" fmla="*/ 1634067 w 8017934"/>
              <a:gd name="connsiteY38" fmla="*/ 77065 h 593532"/>
              <a:gd name="connsiteX39" fmla="*/ 1667934 w 8017934"/>
              <a:gd name="connsiteY39" fmla="*/ 68598 h 593532"/>
              <a:gd name="connsiteX40" fmla="*/ 1693334 w 8017934"/>
              <a:gd name="connsiteY40" fmla="*/ 60132 h 593532"/>
              <a:gd name="connsiteX41" fmla="*/ 1718734 w 8017934"/>
              <a:gd name="connsiteY41" fmla="*/ 68598 h 593532"/>
              <a:gd name="connsiteX42" fmla="*/ 1761067 w 8017934"/>
              <a:gd name="connsiteY42" fmla="*/ 85532 h 593532"/>
              <a:gd name="connsiteX43" fmla="*/ 1811867 w 8017934"/>
              <a:gd name="connsiteY43" fmla="*/ 93998 h 593532"/>
              <a:gd name="connsiteX44" fmla="*/ 2192867 w 8017934"/>
              <a:gd name="connsiteY44" fmla="*/ 93998 h 593532"/>
              <a:gd name="connsiteX45" fmla="*/ 2311400 w 8017934"/>
              <a:gd name="connsiteY45" fmla="*/ 102465 h 593532"/>
              <a:gd name="connsiteX46" fmla="*/ 2345267 w 8017934"/>
              <a:gd name="connsiteY46" fmla="*/ 170198 h 593532"/>
              <a:gd name="connsiteX47" fmla="*/ 2345267 w 8017934"/>
              <a:gd name="connsiteY47" fmla="*/ 170198 h 593532"/>
              <a:gd name="connsiteX48" fmla="*/ 2379134 w 8017934"/>
              <a:gd name="connsiteY48" fmla="*/ 246398 h 593532"/>
              <a:gd name="connsiteX49" fmla="*/ 2404534 w 8017934"/>
              <a:gd name="connsiteY49" fmla="*/ 297198 h 593532"/>
              <a:gd name="connsiteX50" fmla="*/ 2421467 w 8017934"/>
              <a:gd name="connsiteY50" fmla="*/ 356465 h 593532"/>
              <a:gd name="connsiteX51" fmla="*/ 2438400 w 8017934"/>
              <a:gd name="connsiteY51" fmla="*/ 390332 h 593532"/>
              <a:gd name="connsiteX52" fmla="*/ 2455334 w 8017934"/>
              <a:gd name="connsiteY52" fmla="*/ 441132 h 593532"/>
              <a:gd name="connsiteX53" fmla="*/ 2463800 w 8017934"/>
              <a:gd name="connsiteY53" fmla="*/ 466532 h 593532"/>
              <a:gd name="connsiteX54" fmla="*/ 2480734 w 8017934"/>
              <a:gd name="connsiteY54" fmla="*/ 483465 h 593532"/>
              <a:gd name="connsiteX55" fmla="*/ 2523067 w 8017934"/>
              <a:gd name="connsiteY55" fmla="*/ 559665 h 593532"/>
              <a:gd name="connsiteX56" fmla="*/ 2582334 w 8017934"/>
              <a:gd name="connsiteY56" fmla="*/ 568132 h 593532"/>
              <a:gd name="connsiteX57" fmla="*/ 2599267 w 8017934"/>
              <a:gd name="connsiteY57" fmla="*/ 525798 h 593532"/>
              <a:gd name="connsiteX58" fmla="*/ 2616200 w 8017934"/>
              <a:gd name="connsiteY58" fmla="*/ 500398 h 593532"/>
              <a:gd name="connsiteX59" fmla="*/ 2658534 w 8017934"/>
              <a:gd name="connsiteY59" fmla="*/ 508865 h 593532"/>
              <a:gd name="connsiteX60" fmla="*/ 2751667 w 8017934"/>
              <a:gd name="connsiteY60" fmla="*/ 534265 h 593532"/>
              <a:gd name="connsiteX61" fmla="*/ 2777067 w 8017934"/>
              <a:gd name="connsiteY61" fmla="*/ 551198 h 593532"/>
              <a:gd name="connsiteX62" fmla="*/ 2802467 w 8017934"/>
              <a:gd name="connsiteY62" fmla="*/ 500398 h 593532"/>
              <a:gd name="connsiteX63" fmla="*/ 2844800 w 8017934"/>
              <a:gd name="connsiteY63" fmla="*/ 483465 h 593532"/>
              <a:gd name="connsiteX64" fmla="*/ 2861734 w 8017934"/>
              <a:gd name="connsiteY64" fmla="*/ 424198 h 593532"/>
              <a:gd name="connsiteX65" fmla="*/ 2887134 w 8017934"/>
              <a:gd name="connsiteY65" fmla="*/ 263332 h 593532"/>
              <a:gd name="connsiteX66" fmla="*/ 2895600 w 8017934"/>
              <a:gd name="connsiteY66" fmla="*/ 195598 h 593532"/>
              <a:gd name="connsiteX67" fmla="*/ 2929467 w 8017934"/>
              <a:gd name="connsiteY67" fmla="*/ 119398 h 593532"/>
              <a:gd name="connsiteX68" fmla="*/ 2963334 w 8017934"/>
              <a:gd name="connsiteY68" fmla="*/ 102465 h 593532"/>
              <a:gd name="connsiteX69" fmla="*/ 3183467 w 8017934"/>
              <a:gd name="connsiteY69" fmla="*/ 77065 h 593532"/>
              <a:gd name="connsiteX70" fmla="*/ 3293534 w 8017934"/>
              <a:gd name="connsiteY70" fmla="*/ 93998 h 593532"/>
              <a:gd name="connsiteX71" fmla="*/ 3302000 w 8017934"/>
              <a:gd name="connsiteY71" fmla="*/ 127865 h 593532"/>
              <a:gd name="connsiteX72" fmla="*/ 3318934 w 8017934"/>
              <a:gd name="connsiteY72" fmla="*/ 204065 h 593532"/>
              <a:gd name="connsiteX73" fmla="*/ 3335867 w 8017934"/>
              <a:gd name="connsiteY73" fmla="*/ 229465 h 593532"/>
              <a:gd name="connsiteX74" fmla="*/ 3352800 w 8017934"/>
              <a:gd name="connsiteY74" fmla="*/ 288732 h 593532"/>
              <a:gd name="connsiteX75" fmla="*/ 3369734 w 8017934"/>
              <a:gd name="connsiteY75" fmla="*/ 322598 h 593532"/>
              <a:gd name="connsiteX76" fmla="*/ 3386667 w 8017934"/>
              <a:gd name="connsiteY76" fmla="*/ 373398 h 593532"/>
              <a:gd name="connsiteX77" fmla="*/ 3395134 w 8017934"/>
              <a:gd name="connsiteY77" fmla="*/ 398798 h 593532"/>
              <a:gd name="connsiteX78" fmla="*/ 3412067 w 8017934"/>
              <a:gd name="connsiteY78" fmla="*/ 415732 h 593532"/>
              <a:gd name="connsiteX79" fmla="*/ 3437467 w 8017934"/>
              <a:gd name="connsiteY79" fmla="*/ 500398 h 593532"/>
              <a:gd name="connsiteX80" fmla="*/ 3454400 w 8017934"/>
              <a:gd name="connsiteY80" fmla="*/ 525798 h 593532"/>
              <a:gd name="connsiteX81" fmla="*/ 3462867 w 8017934"/>
              <a:gd name="connsiteY81" fmla="*/ 551198 h 593532"/>
              <a:gd name="connsiteX82" fmla="*/ 3505200 w 8017934"/>
              <a:gd name="connsiteY82" fmla="*/ 593532 h 593532"/>
              <a:gd name="connsiteX83" fmla="*/ 3683000 w 8017934"/>
              <a:gd name="connsiteY83" fmla="*/ 576598 h 593532"/>
              <a:gd name="connsiteX84" fmla="*/ 3708400 w 8017934"/>
              <a:gd name="connsiteY84" fmla="*/ 568132 h 593532"/>
              <a:gd name="connsiteX85" fmla="*/ 3683000 w 8017934"/>
              <a:gd name="connsiteY85" fmla="*/ 559665 h 593532"/>
              <a:gd name="connsiteX86" fmla="*/ 3810000 w 8017934"/>
              <a:gd name="connsiteY86" fmla="*/ 525798 h 593532"/>
              <a:gd name="connsiteX87" fmla="*/ 4004734 w 8017934"/>
              <a:gd name="connsiteY87" fmla="*/ 551198 h 593532"/>
              <a:gd name="connsiteX88" fmla="*/ 4174067 w 8017934"/>
              <a:gd name="connsiteY88" fmla="*/ 542732 h 593532"/>
              <a:gd name="connsiteX89" fmla="*/ 4191000 w 8017934"/>
              <a:gd name="connsiteY89" fmla="*/ 525798 h 593532"/>
              <a:gd name="connsiteX90" fmla="*/ 4199467 w 8017934"/>
              <a:gd name="connsiteY90" fmla="*/ 500398 h 593532"/>
              <a:gd name="connsiteX91" fmla="*/ 4216400 w 8017934"/>
              <a:gd name="connsiteY91" fmla="*/ 466532 h 593532"/>
              <a:gd name="connsiteX92" fmla="*/ 4216400 w 8017934"/>
              <a:gd name="connsiteY92" fmla="*/ 178665 h 593532"/>
              <a:gd name="connsiteX93" fmla="*/ 5067336 w 8017934"/>
              <a:gd name="connsiteY93" fmla="*/ 134684 h 593532"/>
              <a:gd name="connsiteX94" fmla="*/ 5164667 w 8017934"/>
              <a:gd name="connsiteY94" fmla="*/ 339532 h 593532"/>
              <a:gd name="connsiteX95" fmla="*/ 5190067 w 8017934"/>
              <a:gd name="connsiteY95" fmla="*/ 390332 h 593532"/>
              <a:gd name="connsiteX96" fmla="*/ 5207000 w 8017934"/>
              <a:gd name="connsiteY96" fmla="*/ 441132 h 593532"/>
              <a:gd name="connsiteX97" fmla="*/ 5274734 w 8017934"/>
              <a:gd name="connsiteY97" fmla="*/ 483465 h 593532"/>
              <a:gd name="connsiteX98" fmla="*/ 5317067 w 8017934"/>
              <a:gd name="connsiteY98" fmla="*/ 525798 h 593532"/>
              <a:gd name="connsiteX99" fmla="*/ 5308600 w 8017934"/>
              <a:gd name="connsiteY99" fmla="*/ 517332 h 593532"/>
              <a:gd name="connsiteX100" fmla="*/ 5342467 w 8017934"/>
              <a:gd name="connsiteY100" fmla="*/ 500398 h 593532"/>
              <a:gd name="connsiteX101" fmla="*/ 5401734 w 8017934"/>
              <a:gd name="connsiteY101" fmla="*/ 483465 h 593532"/>
              <a:gd name="connsiteX102" fmla="*/ 5435600 w 8017934"/>
              <a:gd name="connsiteY102" fmla="*/ 466532 h 593532"/>
              <a:gd name="connsiteX103" fmla="*/ 5537200 w 8017934"/>
              <a:gd name="connsiteY103" fmla="*/ 458065 h 593532"/>
              <a:gd name="connsiteX104" fmla="*/ 5562600 w 8017934"/>
              <a:gd name="connsiteY104" fmla="*/ 407265 h 593532"/>
              <a:gd name="connsiteX105" fmla="*/ 5579534 w 8017934"/>
              <a:gd name="connsiteY105" fmla="*/ 373398 h 593532"/>
              <a:gd name="connsiteX106" fmla="*/ 5613400 w 8017934"/>
              <a:gd name="connsiteY106" fmla="*/ 314132 h 593532"/>
              <a:gd name="connsiteX107" fmla="*/ 5621867 w 8017934"/>
              <a:gd name="connsiteY107" fmla="*/ 280265 h 593532"/>
              <a:gd name="connsiteX108" fmla="*/ 5630334 w 8017934"/>
              <a:gd name="connsiteY108" fmla="*/ 170198 h 593532"/>
              <a:gd name="connsiteX109" fmla="*/ 5638800 w 8017934"/>
              <a:gd name="connsiteY109" fmla="*/ 136332 h 593532"/>
              <a:gd name="connsiteX110" fmla="*/ 5689600 w 8017934"/>
              <a:gd name="connsiteY110" fmla="*/ 93998 h 593532"/>
              <a:gd name="connsiteX111" fmla="*/ 5731934 w 8017934"/>
              <a:gd name="connsiteY111" fmla="*/ 85532 h 593532"/>
              <a:gd name="connsiteX112" fmla="*/ 5892800 w 8017934"/>
              <a:gd name="connsiteY112" fmla="*/ 93998 h 593532"/>
              <a:gd name="connsiteX113" fmla="*/ 5918200 w 8017934"/>
              <a:gd name="connsiteY113" fmla="*/ 110932 h 593532"/>
              <a:gd name="connsiteX114" fmla="*/ 5960534 w 8017934"/>
              <a:gd name="connsiteY114" fmla="*/ 153265 h 593532"/>
              <a:gd name="connsiteX115" fmla="*/ 6019800 w 8017934"/>
              <a:gd name="connsiteY115" fmla="*/ 187132 h 593532"/>
              <a:gd name="connsiteX116" fmla="*/ 6028267 w 8017934"/>
              <a:gd name="connsiteY116" fmla="*/ 220998 h 593532"/>
              <a:gd name="connsiteX117" fmla="*/ 6062134 w 8017934"/>
              <a:gd name="connsiteY117" fmla="*/ 263332 h 593532"/>
              <a:gd name="connsiteX118" fmla="*/ 6079067 w 8017934"/>
              <a:gd name="connsiteY118" fmla="*/ 288732 h 593532"/>
              <a:gd name="connsiteX119" fmla="*/ 6104467 w 8017934"/>
              <a:gd name="connsiteY119" fmla="*/ 314132 h 593532"/>
              <a:gd name="connsiteX120" fmla="*/ 6138334 w 8017934"/>
              <a:gd name="connsiteY120" fmla="*/ 364932 h 593532"/>
              <a:gd name="connsiteX121" fmla="*/ 6155267 w 8017934"/>
              <a:gd name="connsiteY121" fmla="*/ 458065 h 593532"/>
              <a:gd name="connsiteX122" fmla="*/ 6180667 w 8017934"/>
              <a:gd name="connsiteY122" fmla="*/ 474998 h 593532"/>
              <a:gd name="connsiteX123" fmla="*/ 6197600 w 8017934"/>
              <a:gd name="connsiteY123" fmla="*/ 517332 h 593532"/>
              <a:gd name="connsiteX124" fmla="*/ 6214534 w 8017934"/>
              <a:gd name="connsiteY124" fmla="*/ 534265 h 593532"/>
              <a:gd name="connsiteX125" fmla="*/ 6409267 w 8017934"/>
              <a:gd name="connsiteY125" fmla="*/ 576598 h 593532"/>
              <a:gd name="connsiteX126" fmla="*/ 6443134 w 8017934"/>
              <a:gd name="connsiteY126" fmla="*/ 551198 h 593532"/>
              <a:gd name="connsiteX127" fmla="*/ 7035800 w 8017934"/>
              <a:gd name="connsiteY127" fmla="*/ 491932 h 593532"/>
              <a:gd name="connsiteX128" fmla="*/ 7171267 w 8017934"/>
              <a:gd name="connsiteY128" fmla="*/ 525798 h 593532"/>
              <a:gd name="connsiteX129" fmla="*/ 7239000 w 8017934"/>
              <a:gd name="connsiteY129" fmla="*/ 542732 h 593532"/>
              <a:gd name="connsiteX130" fmla="*/ 7416800 w 8017934"/>
              <a:gd name="connsiteY130" fmla="*/ 508865 h 593532"/>
              <a:gd name="connsiteX131" fmla="*/ 7425267 w 8017934"/>
              <a:gd name="connsiteY131" fmla="*/ 466532 h 593532"/>
              <a:gd name="connsiteX132" fmla="*/ 7433734 w 8017934"/>
              <a:gd name="connsiteY132" fmla="*/ 373398 h 593532"/>
              <a:gd name="connsiteX133" fmla="*/ 7450667 w 8017934"/>
              <a:gd name="connsiteY133" fmla="*/ 347998 h 593532"/>
              <a:gd name="connsiteX134" fmla="*/ 7459134 w 8017934"/>
              <a:gd name="connsiteY134" fmla="*/ 305665 h 593532"/>
              <a:gd name="connsiteX135" fmla="*/ 7467600 w 8017934"/>
              <a:gd name="connsiteY135" fmla="*/ 280265 h 593532"/>
              <a:gd name="connsiteX136" fmla="*/ 7476067 w 8017934"/>
              <a:gd name="connsiteY136" fmla="*/ 246398 h 593532"/>
              <a:gd name="connsiteX137" fmla="*/ 7526867 w 8017934"/>
              <a:gd name="connsiteY137" fmla="*/ 229465 h 593532"/>
              <a:gd name="connsiteX138" fmla="*/ 7569200 w 8017934"/>
              <a:gd name="connsiteY138" fmla="*/ 187132 h 593532"/>
              <a:gd name="connsiteX139" fmla="*/ 7611534 w 8017934"/>
              <a:gd name="connsiteY139" fmla="*/ 153265 h 593532"/>
              <a:gd name="connsiteX140" fmla="*/ 7645400 w 8017934"/>
              <a:gd name="connsiteY140" fmla="*/ 127865 h 593532"/>
              <a:gd name="connsiteX141" fmla="*/ 7653867 w 8017934"/>
              <a:gd name="connsiteY141" fmla="*/ 102465 h 593532"/>
              <a:gd name="connsiteX142" fmla="*/ 7730067 w 8017934"/>
              <a:gd name="connsiteY142" fmla="*/ 68598 h 593532"/>
              <a:gd name="connsiteX143" fmla="*/ 7823200 w 8017934"/>
              <a:gd name="connsiteY143" fmla="*/ 43198 h 593532"/>
              <a:gd name="connsiteX144" fmla="*/ 7907867 w 8017934"/>
              <a:gd name="connsiteY144" fmla="*/ 9332 h 593532"/>
              <a:gd name="connsiteX145" fmla="*/ 7941734 w 8017934"/>
              <a:gd name="connsiteY145" fmla="*/ 865 h 593532"/>
              <a:gd name="connsiteX146" fmla="*/ 8017934 w 8017934"/>
              <a:gd name="connsiteY146" fmla="*/ 865 h 593532"/>
              <a:gd name="connsiteX0" fmla="*/ 0 w 8017934"/>
              <a:gd name="connsiteY0" fmla="*/ 559665 h 593532"/>
              <a:gd name="connsiteX1" fmla="*/ 491067 w 8017934"/>
              <a:gd name="connsiteY1" fmla="*/ 551198 h 593532"/>
              <a:gd name="connsiteX2" fmla="*/ 508000 w 8017934"/>
              <a:gd name="connsiteY2" fmla="*/ 525798 h 593532"/>
              <a:gd name="connsiteX3" fmla="*/ 533400 w 8017934"/>
              <a:gd name="connsiteY3" fmla="*/ 508865 h 593532"/>
              <a:gd name="connsiteX4" fmla="*/ 567267 w 8017934"/>
              <a:gd name="connsiteY4" fmla="*/ 474998 h 593532"/>
              <a:gd name="connsiteX5" fmla="*/ 575734 w 8017934"/>
              <a:gd name="connsiteY5" fmla="*/ 449598 h 593532"/>
              <a:gd name="connsiteX6" fmla="*/ 584200 w 8017934"/>
              <a:gd name="connsiteY6" fmla="*/ 407265 h 593532"/>
              <a:gd name="connsiteX7" fmla="*/ 601134 w 8017934"/>
              <a:gd name="connsiteY7" fmla="*/ 381865 h 593532"/>
              <a:gd name="connsiteX8" fmla="*/ 618067 w 8017934"/>
              <a:gd name="connsiteY8" fmla="*/ 305665 h 593532"/>
              <a:gd name="connsiteX9" fmla="*/ 626534 w 8017934"/>
              <a:gd name="connsiteY9" fmla="*/ 280265 h 593532"/>
              <a:gd name="connsiteX10" fmla="*/ 643467 w 8017934"/>
              <a:gd name="connsiteY10" fmla="*/ 246398 h 593532"/>
              <a:gd name="connsiteX11" fmla="*/ 660400 w 8017934"/>
              <a:gd name="connsiteY11" fmla="*/ 187132 h 593532"/>
              <a:gd name="connsiteX12" fmla="*/ 677334 w 8017934"/>
              <a:gd name="connsiteY12" fmla="*/ 170198 h 593532"/>
              <a:gd name="connsiteX13" fmla="*/ 702734 w 8017934"/>
              <a:gd name="connsiteY13" fmla="*/ 110932 h 593532"/>
              <a:gd name="connsiteX14" fmla="*/ 795867 w 8017934"/>
              <a:gd name="connsiteY14" fmla="*/ 68598 h 593532"/>
              <a:gd name="connsiteX15" fmla="*/ 922867 w 8017934"/>
              <a:gd name="connsiteY15" fmla="*/ 85532 h 593532"/>
              <a:gd name="connsiteX16" fmla="*/ 948267 w 8017934"/>
              <a:gd name="connsiteY16" fmla="*/ 93998 h 593532"/>
              <a:gd name="connsiteX17" fmla="*/ 965200 w 8017934"/>
              <a:gd name="connsiteY17" fmla="*/ 144798 h 593532"/>
              <a:gd name="connsiteX18" fmla="*/ 982134 w 8017934"/>
              <a:gd name="connsiteY18" fmla="*/ 220998 h 593532"/>
              <a:gd name="connsiteX19" fmla="*/ 990600 w 8017934"/>
              <a:gd name="connsiteY19" fmla="*/ 246398 h 593532"/>
              <a:gd name="connsiteX20" fmla="*/ 1007534 w 8017934"/>
              <a:gd name="connsiteY20" fmla="*/ 314132 h 593532"/>
              <a:gd name="connsiteX21" fmla="*/ 1041400 w 8017934"/>
              <a:gd name="connsiteY21" fmla="*/ 364932 h 593532"/>
              <a:gd name="connsiteX22" fmla="*/ 1058334 w 8017934"/>
              <a:gd name="connsiteY22" fmla="*/ 534265 h 593532"/>
              <a:gd name="connsiteX23" fmla="*/ 1083734 w 8017934"/>
              <a:gd name="connsiteY23" fmla="*/ 551198 h 593532"/>
              <a:gd name="connsiteX24" fmla="*/ 1227667 w 8017934"/>
              <a:gd name="connsiteY24" fmla="*/ 559665 h 593532"/>
              <a:gd name="connsiteX25" fmla="*/ 1405467 w 8017934"/>
              <a:gd name="connsiteY25" fmla="*/ 542732 h 593532"/>
              <a:gd name="connsiteX26" fmla="*/ 1439334 w 8017934"/>
              <a:gd name="connsiteY26" fmla="*/ 534265 h 593532"/>
              <a:gd name="connsiteX27" fmla="*/ 1464734 w 8017934"/>
              <a:gd name="connsiteY27" fmla="*/ 517332 h 593532"/>
              <a:gd name="connsiteX28" fmla="*/ 1481667 w 8017934"/>
              <a:gd name="connsiteY28" fmla="*/ 491932 h 593532"/>
              <a:gd name="connsiteX29" fmla="*/ 1490134 w 8017934"/>
              <a:gd name="connsiteY29" fmla="*/ 373398 h 593532"/>
              <a:gd name="connsiteX30" fmla="*/ 1498600 w 8017934"/>
              <a:gd name="connsiteY30" fmla="*/ 339532 h 593532"/>
              <a:gd name="connsiteX31" fmla="*/ 1515534 w 8017934"/>
              <a:gd name="connsiteY31" fmla="*/ 322598 h 593532"/>
              <a:gd name="connsiteX32" fmla="*/ 1524000 w 8017934"/>
              <a:gd name="connsiteY32" fmla="*/ 288732 h 593532"/>
              <a:gd name="connsiteX33" fmla="*/ 1532467 w 8017934"/>
              <a:gd name="connsiteY33" fmla="*/ 263332 h 593532"/>
              <a:gd name="connsiteX34" fmla="*/ 1540934 w 8017934"/>
              <a:gd name="connsiteY34" fmla="*/ 220998 h 593532"/>
              <a:gd name="connsiteX35" fmla="*/ 1557867 w 8017934"/>
              <a:gd name="connsiteY35" fmla="*/ 187132 h 593532"/>
              <a:gd name="connsiteX36" fmla="*/ 1574800 w 8017934"/>
              <a:gd name="connsiteY36" fmla="*/ 127865 h 593532"/>
              <a:gd name="connsiteX37" fmla="*/ 1608667 w 8017934"/>
              <a:gd name="connsiteY37" fmla="*/ 93998 h 593532"/>
              <a:gd name="connsiteX38" fmla="*/ 1634067 w 8017934"/>
              <a:gd name="connsiteY38" fmla="*/ 77065 h 593532"/>
              <a:gd name="connsiteX39" fmla="*/ 1667934 w 8017934"/>
              <a:gd name="connsiteY39" fmla="*/ 68598 h 593532"/>
              <a:gd name="connsiteX40" fmla="*/ 1693334 w 8017934"/>
              <a:gd name="connsiteY40" fmla="*/ 60132 h 593532"/>
              <a:gd name="connsiteX41" fmla="*/ 1718734 w 8017934"/>
              <a:gd name="connsiteY41" fmla="*/ 68598 h 593532"/>
              <a:gd name="connsiteX42" fmla="*/ 1761067 w 8017934"/>
              <a:gd name="connsiteY42" fmla="*/ 85532 h 593532"/>
              <a:gd name="connsiteX43" fmla="*/ 1811867 w 8017934"/>
              <a:gd name="connsiteY43" fmla="*/ 93998 h 593532"/>
              <a:gd name="connsiteX44" fmla="*/ 2192867 w 8017934"/>
              <a:gd name="connsiteY44" fmla="*/ 93998 h 593532"/>
              <a:gd name="connsiteX45" fmla="*/ 2311400 w 8017934"/>
              <a:gd name="connsiteY45" fmla="*/ 102465 h 593532"/>
              <a:gd name="connsiteX46" fmla="*/ 2345267 w 8017934"/>
              <a:gd name="connsiteY46" fmla="*/ 170198 h 593532"/>
              <a:gd name="connsiteX47" fmla="*/ 2345267 w 8017934"/>
              <a:gd name="connsiteY47" fmla="*/ 170198 h 593532"/>
              <a:gd name="connsiteX48" fmla="*/ 2379134 w 8017934"/>
              <a:gd name="connsiteY48" fmla="*/ 246398 h 593532"/>
              <a:gd name="connsiteX49" fmla="*/ 2404534 w 8017934"/>
              <a:gd name="connsiteY49" fmla="*/ 297198 h 593532"/>
              <a:gd name="connsiteX50" fmla="*/ 2421467 w 8017934"/>
              <a:gd name="connsiteY50" fmla="*/ 356465 h 593532"/>
              <a:gd name="connsiteX51" fmla="*/ 2438400 w 8017934"/>
              <a:gd name="connsiteY51" fmla="*/ 390332 h 593532"/>
              <a:gd name="connsiteX52" fmla="*/ 2455334 w 8017934"/>
              <a:gd name="connsiteY52" fmla="*/ 441132 h 593532"/>
              <a:gd name="connsiteX53" fmla="*/ 2463800 w 8017934"/>
              <a:gd name="connsiteY53" fmla="*/ 466532 h 593532"/>
              <a:gd name="connsiteX54" fmla="*/ 2480734 w 8017934"/>
              <a:gd name="connsiteY54" fmla="*/ 483465 h 593532"/>
              <a:gd name="connsiteX55" fmla="*/ 2523067 w 8017934"/>
              <a:gd name="connsiteY55" fmla="*/ 559665 h 593532"/>
              <a:gd name="connsiteX56" fmla="*/ 2582334 w 8017934"/>
              <a:gd name="connsiteY56" fmla="*/ 568132 h 593532"/>
              <a:gd name="connsiteX57" fmla="*/ 2599267 w 8017934"/>
              <a:gd name="connsiteY57" fmla="*/ 525798 h 593532"/>
              <a:gd name="connsiteX58" fmla="*/ 2616200 w 8017934"/>
              <a:gd name="connsiteY58" fmla="*/ 500398 h 593532"/>
              <a:gd name="connsiteX59" fmla="*/ 2658534 w 8017934"/>
              <a:gd name="connsiteY59" fmla="*/ 508865 h 593532"/>
              <a:gd name="connsiteX60" fmla="*/ 2751667 w 8017934"/>
              <a:gd name="connsiteY60" fmla="*/ 534265 h 593532"/>
              <a:gd name="connsiteX61" fmla="*/ 2777067 w 8017934"/>
              <a:gd name="connsiteY61" fmla="*/ 551198 h 593532"/>
              <a:gd name="connsiteX62" fmla="*/ 2802467 w 8017934"/>
              <a:gd name="connsiteY62" fmla="*/ 500398 h 593532"/>
              <a:gd name="connsiteX63" fmla="*/ 2844800 w 8017934"/>
              <a:gd name="connsiteY63" fmla="*/ 483465 h 593532"/>
              <a:gd name="connsiteX64" fmla="*/ 2861734 w 8017934"/>
              <a:gd name="connsiteY64" fmla="*/ 424198 h 593532"/>
              <a:gd name="connsiteX65" fmla="*/ 2887134 w 8017934"/>
              <a:gd name="connsiteY65" fmla="*/ 263332 h 593532"/>
              <a:gd name="connsiteX66" fmla="*/ 2895600 w 8017934"/>
              <a:gd name="connsiteY66" fmla="*/ 195598 h 593532"/>
              <a:gd name="connsiteX67" fmla="*/ 2929467 w 8017934"/>
              <a:gd name="connsiteY67" fmla="*/ 119398 h 593532"/>
              <a:gd name="connsiteX68" fmla="*/ 2963334 w 8017934"/>
              <a:gd name="connsiteY68" fmla="*/ 102465 h 593532"/>
              <a:gd name="connsiteX69" fmla="*/ 3183467 w 8017934"/>
              <a:gd name="connsiteY69" fmla="*/ 77065 h 593532"/>
              <a:gd name="connsiteX70" fmla="*/ 3293534 w 8017934"/>
              <a:gd name="connsiteY70" fmla="*/ 93998 h 593532"/>
              <a:gd name="connsiteX71" fmla="*/ 3302000 w 8017934"/>
              <a:gd name="connsiteY71" fmla="*/ 127865 h 593532"/>
              <a:gd name="connsiteX72" fmla="*/ 3318934 w 8017934"/>
              <a:gd name="connsiteY72" fmla="*/ 204065 h 593532"/>
              <a:gd name="connsiteX73" fmla="*/ 3335867 w 8017934"/>
              <a:gd name="connsiteY73" fmla="*/ 229465 h 593532"/>
              <a:gd name="connsiteX74" fmla="*/ 3352800 w 8017934"/>
              <a:gd name="connsiteY74" fmla="*/ 288732 h 593532"/>
              <a:gd name="connsiteX75" fmla="*/ 3369734 w 8017934"/>
              <a:gd name="connsiteY75" fmla="*/ 322598 h 593532"/>
              <a:gd name="connsiteX76" fmla="*/ 3386667 w 8017934"/>
              <a:gd name="connsiteY76" fmla="*/ 373398 h 593532"/>
              <a:gd name="connsiteX77" fmla="*/ 3395134 w 8017934"/>
              <a:gd name="connsiteY77" fmla="*/ 398798 h 593532"/>
              <a:gd name="connsiteX78" fmla="*/ 3412067 w 8017934"/>
              <a:gd name="connsiteY78" fmla="*/ 415732 h 593532"/>
              <a:gd name="connsiteX79" fmla="*/ 3437467 w 8017934"/>
              <a:gd name="connsiteY79" fmla="*/ 500398 h 593532"/>
              <a:gd name="connsiteX80" fmla="*/ 3454400 w 8017934"/>
              <a:gd name="connsiteY80" fmla="*/ 525798 h 593532"/>
              <a:gd name="connsiteX81" fmla="*/ 3462867 w 8017934"/>
              <a:gd name="connsiteY81" fmla="*/ 551198 h 593532"/>
              <a:gd name="connsiteX82" fmla="*/ 3505200 w 8017934"/>
              <a:gd name="connsiteY82" fmla="*/ 593532 h 593532"/>
              <a:gd name="connsiteX83" fmla="*/ 3683000 w 8017934"/>
              <a:gd name="connsiteY83" fmla="*/ 576598 h 593532"/>
              <a:gd name="connsiteX84" fmla="*/ 3708400 w 8017934"/>
              <a:gd name="connsiteY84" fmla="*/ 568132 h 593532"/>
              <a:gd name="connsiteX85" fmla="*/ 3683000 w 8017934"/>
              <a:gd name="connsiteY85" fmla="*/ 559665 h 593532"/>
              <a:gd name="connsiteX86" fmla="*/ 3810000 w 8017934"/>
              <a:gd name="connsiteY86" fmla="*/ 525798 h 593532"/>
              <a:gd name="connsiteX87" fmla="*/ 4004734 w 8017934"/>
              <a:gd name="connsiteY87" fmla="*/ 551198 h 593532"/>
              <a:gd name="connsiteX88" fmla="*/ 4174067 w 8017934"/>
              <a:gd name="connsiteY88" fmla="*/ 542732 h 593532"/>
              <a:gd name="connsiteX89" fmla="*/ 4191000 w 8017934"/>
              <a:gd name="connsiteY89" fmla="*/ 525798 h 593532"/>
              <a:gd name="connsiteX90" fmla="*/ 4199467 w 8017934"/>
              <a:gd name="connsiteY90" fmla="*/ 500398 h 593532"/>
              <a:gd name="connsiteX91" fmla="*/ 4216400 w 8017934"/>
              <a:gd name="connsiteY91" fmla="*/ 466532 h 593532"/>
              <a:gd name="connsiteX92" fmla="*/ 4419600 w 8017934"/>
              <a:gd name="connsiteY92" fmla="*/ 110931 h 593532"/>
              <a:gd name="connsiteX93" fmla="*/ 5067336 w 8017934"/>
              <a:gd name="connsiteY93" fmla="*/ 134684 h 593532"/>
              <a:gd name="connsiteX94" fmla="*/ 5164667 w 8017934"/>
              <a:gd name="connsiteY94" fmla="*/ 339532 h 593532"/>
              <a:gd name="connsiteX95" fmla="*/ 5190067 w 8017934"/>
              <a:gd name="connsiteY95" fmla="*/ 390332 h 593532"/>
              <a:gd name="connsiteX96" fmla="*/ 5207000 w 8017934"/>
              <a:gd name="connsiteY96" fmla="*/ 441132 h 593532"/>
              <a:gd name="connsiteX97" fmla="*/ 5274734 w 8017934"/>
              <a:gd name="connsiteY97" fmla="*/ 483465 h 593532"/>
              <a:gd name="connsiteX98" fmla="*/ 5317067 w 8017934"/>
              <a:gd name="connsiteY98" fmla="*/ 525798 h 593532"/>
              <a:gd name="connsiteX99" fmla="*/ 5308600 w 8017934"/>
              <a:gd name="connsiteY99" fmla="*/ 517332 h 593532"/>
              <a:gd name="connsiteX100" fmla="*/ 5342467 w 8017934"/>
              <a:gd name="connsiteY100" fmla="*/ 500398 h 593532"/>
              <a:gd name="connsiteX101" fmla="*/ 5401734 w 8017934"/>
              <a:gd name="connsiteY101" fmla="*/ 483465 h 593532"/>
              <a:gd name="connsiteX102" fmla="*/ 5435600 w 8017934"/>
              <a:gd name="connsiteY102" fmla="*/ 466532 h 593532"/>
              <a:gd name="connsiteX103" fmla="*/ 5537200 w 8017934"/>
              <a:gd name="connsiteY103" fmla="*/ 458065 h 593532"/>
              <a:gd name="connsiteX104" fmla="*/ 5562600 w 8017934"/>
              <a:gd name="connsiteY104" fmla="*/ 407265 h 593532"/>
              <a:gd name="connsiteX105" fmla="*/ 5579534 w 8017934"/>
              <a:gd name="connsiteY105" fmla="*/ 373398 h 593532"/>
              <a:gd name="connsiteX106" fmla="*/ 5613400 w 8017934"/>
              <a:gd name="connsiteY106" fmla="*/ 314132 h 593532"/>
              <a:gd name="connsiteX107" fmla="*/ 5621867 w 8017934"/>
              <a:gd name="connsiteY107" fmla="*/ 280265 h 593532"/>
              <a:gd name="connsiteX108" fmla="*/ 5630334 w 8017934"/>
              <a:gd name="connsiteY108" fmla="*/ 170198 h 593532"/>
              <a:gd name="connsiteX109" fmla="*/ 5638800 w 8017934"/>
              <a:gd name="connsiteY109" fmla="*/ 136332 h 593532"/>
              <a:gd name="connsiteX110" fmla="*/ 5689600 w 8017934"/>
              <a:gd name="connsiteY110" fmla="*/ 93998 h 593532"/>
              <a:gd name="connsiteX111" fmla="*/ 5731934 w 8017934"/>
              <a:gd name="connsiteY111" fmla="*/ 85532 h 593532"/>
              <a:gd name="connsiteX112" fmla="*/ 5892800 w 8017934"/>
              <a:gd name="connsiteY112" fmla="*/ 93998 h 593532"/>
              <a:gd name="connsiteX113" fmla="*/ 5918200 w 8017934"/>
              <a:gd name="connsiteY113" fmla="*/ 110932 h 593532"/>
              <a:gd name="connsiteX114" fmla="*/ 5960534 w 8017934"/>
              <a:gd name="connsiteY114" fmla="*/ 153265 h 593532"/>
              <a:gd name="connsiteX115" fmla="*/ 6019800 w 8017934"/>
              <a:gd name="connsiteY115" fmla="*/ 187132 h 593532"/>
              <a:gd name="connsiteX116" fmla="*/ 6028267 w 8017934"/>
              <a:gd name="connsiteY116" fmla="*/ 220998 h 593532"/>
              <a:gd name="connsiteX117" fmla="*/ 6062134 w 8017934"/>
              <a:gd name="connsiteY117" fmla="*/ 263332 h 593532"/>
              <a:gd name="connsiteX118" fmla="*/ 6079067 w 8017934"/>
              <a:gd name="connsiteY118" fmla="*/ 288732 h 593532"/>
              <a:gd name="connsiteX119" fmla="*/ 6104467 w 8017934"/>
              <a:gd name="connsiteY119" fmla="*/ 314132 h 593532"/>
              <a:gd name="connsiteX120" fmla="*/ 6138334 w 8017934"/>
              <a:gd name="connsiteY120" fmla="*/ 364932 h 593532"/>
              <a:gd name="connsiteX121" fmla="*/ 6155267 w 8017934"/>
              <a:gd name="connsiteY121" fmla="*/ 458065 h 593532"/>
              <a:gd name="connsiteX122" fmla="*/ 6180667 w 8017934"/>
              <a:gd name="connsiteY122" fmla="*/ 474998 h 593532"/>
              <a:gd name="connsiteX123" fmla="*/ 6197600 w 8017934"/>
              <a:gd name="connsiteY123" fmla="*/ 517332 h 593532"/>
              <a:gd name="connsiteX124" fmla="*/ 6214534 w 8017934"/>
              <a:gd name="connsiteY124" fmla="*/ 534265 h 593532"/>
              <a:gd name="connsiteX125" fmla="*/ 6409267 w 8017934"/>
              <a:gd name="connsiteY125" fmla="*/ 576598 h 593532"/>
              <a:gd name="connsiteX126" fmla="*/ 6443134 w 8017934"/>
              <a:gd name="connsiteY126" fmla="*/ 551198 h 593532"/>
              <a:gd name="connsiteX127" fmla="*/ 7035800 w 8017934"/>
              <a:gd name="connsiteY127" fmla="*/ 491932 h 593532"/>
              <a:gd name="connsiteX128" fmla="*/ 7171267 w 8017934"/>
              <a:gd name="connsiteY128" fmla="*/ 525798 h 593532"/>
              <a:gd name="connsiteX129" fmla="*/ 7239000 w 8017934"/>
              <a:gd name="connsiteY129" fmla="*/ 542732 h 593532"/>
              <a:gd name="connsiteX130" fmla="*/ 7416800 w 8017934"/>
              <a:gd name="connsiteY130" fmla="*/ 508865 h 593532"/>
              <a:gd name="connsiteX131" fmla="*/ 7425267 w 8017934"/>
              <a:gd name="connsiteY131" fmla="*/ 466532 h 593532"/>
              <a:gd name="connsiteX132" fmla="*/ 7433734 w 8017934"/>
              <a:gd name="connsiteY132" fmla="*/ 373398 h 593532"/>
              <a:gd name="connsiteX133" fmla="*/ 7450667 w 8017934"/>
              <a:gd name="connsiteY133" fmla="*/ 347998 h 593532"/>
              <a:gd name="connsiteX134" fmla="*/ 7459134 w 8017934"/>
              <a:gd name="connsiteY134" fmla="*/ 305665 h 593532"/>
              <a:gd name="connsiteX135" fmla="*/ 7467600 w 8017934"/>
              <a:gd name="connsiteY135" fmla="*/ 280265 h 593532"/>
              <a:gd name="connsiteX136" fmla="*/ 7476067 w 8017934"/>
              <a:gd name="connsiteY136" fmla="*/ 246398 h 593532"/>
              <a:gd name="connsiteX137" fmla="*/ 7526867 w 8017934"/>
              <a:gd name="connsiteY137" fmla="*/ 229465 h 593532"/>
              <a:gd name="connsiteX138" fmla="*/ 7569200 w 8017934"/>
              <a:gd name="connsiteY138" fmla="*/ 187132 h 593532"/>
              <a:gd name="connsiteX139" fmla="*/ 7611534 w 8017934"/>
              <a:gd name="connsiteY139" fmla="*/ 153265 h 593532"/>
              <a:gd name="connsiteX140" fmla="*/ 7645400 w 8017934"/>
              <a:gd name="connsiteY140" fmla="*/ 127865 h 593532"/>
              <a:gd name="connsiteX141" fmla="*/ 7653867 w 8017934"/>
              <a:gd name="connsiteY141" fmla="*/ 102465 h 593532"/>
              <a:gd name="connsiteX142" fmla="*/ 7730067 w 8017934"/>
              <a:gd name="connsiteY142" fmla="*/ 68598 h 593532"/>
              <a:gd name="connsiteX143" fmla="*/ 7823200 w 8017934"/>
              <a:gd name="connsiteY143" fmla="*/ 43198 h 593532"/>
              <a:gd name="connsiteX144" fmla="*/ 7907867 w 8017934"/>
              <a:gd name="connsiteY144" fmla="*/ 9332 h 593532"/>
              <a:gd name="connsiteX145" fmla="*/ 7941734 w 8017934"/>
              <a:gd name="connsiteY145" fmla="*/ 865 h 593532"/>
              <a:gd name="connsiteX146" fmla="*/ 8017934 w 8017934"/>
              <a:gd name="connsiteY146" fmla="*/ 865 h 593532"/>
              <a:gd name="connsiteX0" fmla="*/ 0 w 8017934"/>
              <a:gd name="connsiteY0" fmla="*/ 559665 h 593532"/>
              <a:gd name="connsiteX1" fmla="*/ 491067 w 8017934"/>
              <a:gd name="connsiteY1" fmla="*/ 551198 h 593532"/>
              <a:gd name="connsiteX2" fmla="*/ 508000 w 8017934"/>
              <a:gd name="connsiteY2" fmla="*/ 525798 h 593532"/>
              <a:gd name="connsiteX3" fmla="*/ 533400 w 8017934"/>
              <a:gd name="connsiteY3" fmla="*/ 508865 h 593532"/>
              <a:gd name="connsiteX4" fmla="*/ 567267 w 8017934"/>
              <a:gd name="connsiteY4" fmla="*/ 474998 h 593532"/>
              <a:gd name="connsiteX5" fmla="*/ 575734 w 8017934"/>
              <a:gd name="connsiteY5" fmla="*/ 449598 h 593532"/>
              <a:gd name="connsiteX6" fmla="*/ 584200 w 8017934"/>
              <a:gd name="connsiteY6" fmla="*/ 407265 h 593532"/>
              <a:gd name="connsiteX7" fmla="*/ 601134 w 8017934"/>
              <a:gd name="connsiteY7" fmla="*/ 381865 h 593532"/>
              <a:gd name="connsiteX8" fmla="*/ 618067 w 8017934"/>
              <a:gd name="connsiteY8" fmla="*/ 305665 h 593532"/>
              <a:gd name="connsiteX9" fmla="*/ 626534 w 8017934"/>
              <a:gd name="connsiteY9" fmla="*/ 280265 h 593532"/>
              <a:gd name="connsiteX10" fmla="*/ 643467 w 8017934"/>
              <a:gd name="connsiteY10" fmla="*/ 246398 h 593532"/>
              <a:gd name="connsiteX11" fmla="*/ 660400 w 8017934"/>
              <a:gd name="connsiteY11" fmla="*/ 187132 h 593532"/>
              <a:gd name="connsiteX12" fmla="*/ 677334 w 8017934"/>
              <a:gd name="connsiteY12" fmla="*/ 170198 h 593532"/>
              <a:gd name="connsiteX13" fmla="*/ 702734 w 8017934"/>
              <a:gd name="connsiteY13" fmla="*/ 110932 h 593532"/>
              <a:gd name="connsiteX14" fmla="*/ 795867 w 8017934"/>
              <a:gd name="connsiteY14" fmla="*/ 68598 h 593532"/>
              <a:gd name="connsiteX15" fmla="*/ 922867 w 8017934"/>
              <a:gd name="connsiteY15" fmla="*/ 85532 h 593532"/>
              <a:gd name="connsiteX16" fmla="*/ 948267 w 8017934"/>
              <a:gd name="connsiteY16" fmla="*/ 93998 h 593532"/>
              <a:gd name="connsiteX17" fmla="*/ 965200 w 8017934"/>
              <a:gd name="connsiteY17" fmla="*/ 144798 h 593532"/>
              <a:gd name="connsiteX18" fmla="*/ 982134 w 8017934"/>
              <a:gd name="connsiteY18" fmla="*/ 220998 h 593532"/>
              <a:gd name="connsiteX19" fmla="*/ 990600 w 8017934"/>
              <a:gd name="connsiteY19" fmla="*/ 246398 h 593532"/>
              <a:gd name="connsiteX20" fmla="*/ 1007534 w 8017934"/>
              <a:gd name="connsiteY20" fmla="*/ 314132 h 593532"/>
              <a:gd name="connsiteX21" fmla="*/ 1041400 w 8017934"/>
              <a:gd name="connsiteY21" fmla="*/ 364932 h 593532"/>
              <a:gd name="connsiteX22" fmla="*/ 1058334 w 8017934"/>
              <a:gd name="connsiteY22" fmla="*/ 534265 h 593532"/>
              <a:gd name="connsiteX23" fmla="*/ 1083734 w 8017934"/>
              <a:gd name="connsiteY23" fmla="*/ 551198 h 593532"/>
              <a:gd name="connsiteX24" fmla="*/ 1227667 w 8017934"/>
              <a:gd name="connsiteY24" fmla="*/ 559665 h 593532"/>
              <a:gd name="connsiteX25" fmla="*/ 1405467 w 8017934"/>
              <a:gd name="connsiteY25" fmla="*/ 542732 h 593532"/>
              <a:gd name="connsiteX26" fmla="*/ 1439334 w 8017934"/>
              <a:gd name="connsiteY26" fmla="*/ 534265 h 593532"/>
              <a:gd name="connsiteX27" fmla="*/ 1464734 w 8017934"/>
              <a:gd name="connsiteY27" fmla="*/ 517332 h 593532"/>
              <a:gd name="connsiteX28" fmla="*/ 1481667 w 8017934"/>
              <a:gd name="connsiteY28" fmla="*/ 491932 h 593532"/>
              <a:gd name="connsiteX29" fmla="*/ 1490134 w 8017934"/>
              <a:gd name="connsiteY29" fmla="*/ 373398 h 593532"/>
              <a:gd name="connsiteX30" fmla="*/ 1498600 w 8017934"/>
              <a:gd name="connsiteY30" fmla="*/ 339532 h 593532"/>
              <a:gd name="connsiteX31" fmla="*/ 1515534 w 8017934"/>
              <a:gd name="connsiteY31" fmla="*/ 322598 h 593532"/>
              <a:gd name="connsiteX32" fmla="*/ 1524000 w 8017934"/>
              <a:gd name="connsiteY32" fmla="*/ 288732 h 593532"/>
              <a:gd name="connsiteX33" fmla="*/ 1532467 w 8017934"/>
              <a:gd name="connsiteY33" fmla="*/ 263332 h 593532"/>
              <a:gd name="connsiteX34" fmla="*/ 1540934 w 8017934"/>
              <a:gd name="connsiteY34" fmla="*/ 220998 h 593532"/>
              <a:gd name="connsiteX35" fmla="*/ 1557867 w 8017934"/>
              <a:gd name="connsiteY35" fmla="*/ 187132 h 593532"/>
              <a:gd name="connsiteX36" fmla="*/ 1574800 w 8017934"/>
              <a:gd name="connsiteY36" fmla="*/ 127865 h 593532"/>
              <a:gd name="connsiteX37" fmla="*/ 1608667 w 8017934"/>
              <a:gd name="connsiteY37" fmla="*/ 93998 h 593532"/>
              <a:gd name="connsiteX38" fmla="*/ 1634067 w 8017934"/>
              <a:gd name="connsiteY38" fmla="*/ 77065 h 593532"/>
              <a:gd name="connsiteX39" fmla="*/ 1667934 w 8017934"/>
              <a:gd name="connsiteY39" fmla="*/ 68598 h 593532"/>
              <a:gd name="connsiteX40" fmla="*/ 1693334 w 8017934"/>
              <a:gd name="connsiteY40" fmla="*/ 60132 h 593532"/>
              <a:gd name="connsiteX41" fmla="*/ 1718734 w 8017934"/>
              <a:gd name="connsiteY41" fmla="*/ 68598 h 593532"/>
              <a:gd name="connsiteX42" fmla="*/ 1761067 w 8017934"/>
              <a:gd name="connsiteY42" fmla="*/ 85532 h 593532"/>
              <a:gd name="connsiteX43" fmla="*/ 1811867 w 8017934"/>
              <a:gd name="connsiteY43" fmla="*/ 93998 h 593532"/>
              <a:gd name="connsiteX44" fmla="*/ 2192867 w 8017934"/>
              <a:gd name="connsiteY44" fmla="*/ 93998 h 593532"/>
              <a:gd name="connsiteX45" fmla="*/ 2311400 w 8017934"/>
              <a:gd name="connsiteY45" fmla="*/ 102465 h 593532"/>
              <a:gd name="connsiteX46" fmla="*/ 2345267 w 8017934"/>
              <a:gd name="connsiteY46" fmla="*/ 170198 h 593532"/>
              <a:gd name="connsiteX47" fmla="*/ 2345267 w 8017934"/>
              <a:gd name="connsiteY47" fmla="*/ 170198 h 593532"/>
              <a:gd name="connsiteX48" fmla="*/ 2379134 w 8017934"/>
              <a:gd name="connsiteY48" fmla="*/ 246398 h 593532"/>
              <a:gd name="connsiteX49" fmla="*/ 2404534 w 8017934"/>
              <a:gd name="connsiteY49" fmla="*/ 297198 h 593532"/>
              <a:gd name="connsiteX50" fmla="*/ 2421467 w 8017934"/>
              <a:gd name="connsiteY50" fmla="*/ 356465 h 593532"/>
              <a:gd name="connsiteX51" fmla="*/ 2438400 w 8017934"/>
              <a:gd name="connsiteY51" fmla="*/ 390332 h 593532"/>
              <a:gd name="connsiteX52" fmla="*/ 2455334 w 8017934"/>
              <a:gd name="connsiteY52" fmla="*/ 441132 h 593532"/>
              <a:gd name="connsiteX53" fmla="*/ 2463800 w 8017934"/>
              <a:gd name="connsiteY53" fmla="*/ 466532 h 593532"/>
              <a:gd name="connsiteX54" fmla="*/ 2480734 w 8017934"/>
              <a:gd name="connsiteY54" fmla="*/ 483465 h 593532"/>
              <a:gd name="connsiteX55" fmla="*/ 2523067 w 8017934"/>
              <a:gd name="connsiteY55" fmla="*/ 559665 h 593532"/>
              <a:gd name="connsiteX56" fmla="*/ 2582334 w 8017934"/>
              <a:gd name="connsiteY56" fmla="*/ 568132 h 593532"/>
              <a:gd name="connsiteX57" fmla="*/ 2599267 w 8017934"/>
              <a:gd name="connsiteY57" fmla="*/ 525798 h 593532"/>
              <a:gd name="connsiteX58" fmla="*/ 2616200 w 8017934"/>
              <a:gd name="connsiteY58" fmla="*/ 500398 h 593532"/>
              <a:gd name="connsiteX59" fmla="*/ 2658534 w 8017934"/>
              <a:gd name="connsiteY59" fmla="*/ 508865 h 593532"/>
              <a:gd name="connsiteX60" fmla="*/ 2751667 w 8017934"/>
              <a:gd name="connsiteY60" fmla="*/ 534265 h 593532"/>
              <a:gd name="connsiteX61" fmla="*/ 2777067 w 8017934"/>
              <a:gd name="connsiteY61" fmla="*/ 551198 h 593532"/>
              <a:gd name="connsiteX62" fmla="*/ 2802467 w 8017934"/>
              <a:gd name="connsiteY62" fmla="*/ 500398 h 593532"/>
              <a:gd name="connsiteX63" fmla="*/ 2844800 w 8017934"/>
              <a:gd name="connsiteY63" fmla="*/ 483465 h 593532"/>
              <a:gd name="connsiteX64" fmla="*/ 2861734 w 8017934"/>
              <a:gd name="connsiteY64" fmla="*/ 424198 h 593532"/>
              <a:gd name="connsiteX65" fmla="*/ 2887134 w 8017934"/>
              <a:gd name="connsiteY65" fmla="*/ 263332 h 593532"/>
              <a:gd name="connsiteX66" fmla="*/ 2895600 w 8017934"/>
              <a:gd name="connsiteY66" fmla="*/ 195598 h 593532"/>
              <a:gd name="connsiteX67" fmla="*/ 2929467 w 8017934"/>
              <a:gd name="connsiteY67" fmla="*/ 119398 h 593532"/>
              <a:gd name="connsiteX68" fmla="*/ 2963334 w 8017934"/>
              <a:gd name="connsiteY68" fmla="*/ 102465 h 593532"/>
              <a:gd name="connsiteX69" fmla="*/ 3183467 w 8017934"/>
              <a:gd name="connsiteY69" fmla="*/ 77065 h 593532"/>
              <a:gd name="connsiteX70" fmla="*/ 3293534 w 8017934"/>
              <a:gd name="connsiteY70" fmla="*/ 93998 h 593532"/>
              <a:gd name="connsiteX71" fmla="*/ 3302000 w 8017934"/>
              <a:gd name="connsiteY71" fmla="*/ 127865 h 593532"/>
              <a:gd name="connsiteX72" fmla="*/ 3318934 w 8017934"/>
              <a:gd name="connsiteY72" fmla="*/ 204065 h 593532"/>
              <a:gd name="connsiteX73" fmla="*/ 3335867 w 8017934"/>
              <a:gd name="connsiteY73" fmla="*/ 229465 h 593532"/>
              <a:gd name="connsiteX74" fmla="*/ 3352800 w 8017934"/>
              <a:gd name="connsiteY74" fmla="*/ 288732 h 593532"/>
              <a:gd name="connsiteX75" fmla="*/ 3369734 w 8017934"/>
              <a:gd name="connsiteY75" fmla="*/ 322598 h 593532"/>
              <a:gd name="connsiteX76" fmla="*/ 3386667 w 8017934"/>
              <a:gd name="connsiteY76" fmla="*/ 373398 h 593532"/>
              <a:gd name="connsiteX77" fmla="*/ 3395134 w 8017934"/>
              <a:gd name="connsiteY77" fmla="*/ 398798 h 593532"/>
              <a:gd name="connsiteX78" fmla="*/ 3412067 w 8017934"/>
              <a:gd name="connsiteY78" fmla="*/ 415732 h 593532"/>
              <a:gd name="connsiteX79" fmla="*/ 3437467 w 8017934"/>
              <a:gd name="connsiteY79" fmla="*/ 500398 h 593532"/>
              <a:gd name="connsiteX80" fmla="*/ 3454400 w 8017934"/>
              <a:gd name="connsiteY80" fmla="*/ 525798 h 593532"/>
              <a:gd name="connsiteX81" fmla="*/ 3462867 w 8017934"/>
              <a:gd name="connsiteY81" fmla="*/ 551198 h 593532"/>
              <a:gd name="connsiteX82" fmla="*/ 3505200 w 8017934"/>
              <a:gd name="connsiteY82" fmla="*/ 593532 h 593532"/>
              <a:gd name="connsiteX83" fmla="*/ 3683000 w 8017934"/>
              <a:gd name="connsiteY83" fmla="*/ 576598 h 593532"/>
              <a:gd name="connsiteX84" fmla="*/ 3708400 w 8017934"/>
              <a:gd name="connsiteY84" fmla="*/ 568132 h 593532"/>
              <a:gd name="connsiteX85" fmla="*/ 3683000 w 8017934"/>
              <a:gd name="connsiteY85" fmla="*/ 559665 h 593532"/>
              <a:gd name="connsiteX86" fmla="*/ 3810000 w 8017934"/>
              <a:gd name="connsiteY86" fmla="*/ 525798 h 593532"/>
              <a:gd name="connsiteX87" fmla="*/ 4004734 w 8017934"/>
              <a:gd name="connsiteY87" fmla="*/ 551198 h 593532"/>
              <a:gd name="connsiteX88" fmla="*/ 4174067 w 8017934"/>
              <a:gd name="connsiteY88" fmla="*/ 542732 h 593532"/>
              <a:gd name="connsiteX89" fmla="*/ 4191000 w 8017934"/>
              <a:gd name="connsiteY89" fmla="*/ 525798 h 593532"/>
              <a:gd name="connsiteX90" fmla="*/ 4199467 w 8017934"/>
              <a:gd name="connsiteY90" fmla="*/ 500398 h 593532"/>
              <a:gd name="connsiteX91" fmla="*/ 4216400 w 8017934"/>
              <a:gd name="connsiteY91" fmla="*/ 466532 h 593532"/>
              <a:gd name="connsiteX92" fmla="*/ 4419600 w 8017934"/>
              <a:gd name="connsiteY92" fmla="*/ 110931 h 593532"/>
              <a:gd name="connsiteX93" fmla="*/ 5067336 w 8017934"/>
              <a:gd name="connsiteY93" fmla="*/ 134684 h 593532"/>
              <a:gd name="connsiteX94" fmla="*/ 5164667 w 8017934"/>
              <a:gd name="connsiteY94" fmla="*/ 339532 h 593532"/>
              <a:gd name="connsiteX95" fmla="*/ 5207000 w 8017934"/>
              <a:gd name="connsiteY95" fmla="*/ 441132 h 593532"/>
              <a:gd name="connsiteX96" fmla="*/ 5274734 w 8017934"/>
              <a:gd name="connsiteY96" fmla="*/ 483465 h 593532"/>
              <a:gd name="connsiteX97" fmla="*/ 5317067 w 8017934"/>
              <a:gd name="connsiteY97" fmla="*/ 525798 h 593532"/>
              <a:gd name="connsiteX98" fmla="*/ 5308600 w 8017934"/>
              <a:gd name="connsiteY98" fmla="*/ 517332 h 593532"/>
              <a:gd name="connsiteX99" fmla="*/ 5342467 w 8017934"/>
              <a:gd name="connsiteY99" fmla="*/ 500398 h 593532"/>
              <a:gd name="connsiteX100" fmla="*/ 5401734 w 8017934"/>
              <a:gd name="connsiteY100" fmla="*/ 483465 h 593532"/>
              <a:gd name="connsiteX101" fmla="*/ 5435600 w 8017934"/>
              <a:gd name="connsiteY101" fmla="*/ 466532 h 593532"/>
              <a:gd name="connsiteX102" fmla="*/ 5537200 w 8017934"/>
              <a:gd name="connsiteY102" fmla="*/ 458065 h 593532"/>
              <a:gd name="connsiteX103" fmla="*/ 5562600 w 8017934"/>
              <a:gd name="connsiteY103" fmla="*/ 407265 h 593532"/>
              <a:gd name="connsiteX104" fmla="*/ 5579534 w 8017934"/>
              <a:gd name="connsiteY104" fmla="*/ 373398 h 593532"/>
              <a:gd name="connsiteX105" fmla="*/ 5613400 w 8017934"/>
              <a:gd name="connsiteY105" fmla="*/ 314132 h 593532"/>
              <a:gd name="connsiteX106" fmla="*/ 5621867 w 8017934"/>
              <a:gd name="connsiteY106" fmla="*/ 280265 h 593532"/>
              <a:gd name="connsiteX107" fmla="*/ 5630334 w 8017934"/>
              <a:gd name="connsiteY107" fmla="*/ 170198 h 593532"/>
              <a:gd name="connsiteX108" fmla="*/ 5638800 w 8017934"/>
              <a:gd name="connsiteY108" fmla="*/ 136332 h 593532"/>
              <a:gd name="connsiteX109" fmla="*/ 5689600 w 8017934"/>
              <a:gd name="connsiteY109" fmla="*/ 93998 h 593532"/>
              <a:gd name="connsiteX110" fmla="*/ 5731934 w 8017934"/>
              <a:gd name="connsiteY110" fmla="*/ 85532 h 593532"/>
              <a:gd name="connsiteX111" fmla="*/ 5892800 w 8017934"/>
              <a:gd name="connsiteY111" fmla="*/ 93998 h 593532"/>
              <a:gd name="connsiteX112" fmla="*/ 5918200 w 8017934"/>
              <a:gd name="connsiteY112" fmla="*/ 110932 h 593532"/>
              <a:gd name="connsiteX113" fmla="*/ 5960534 w 8017934"/>
              <a:gd name="connsiteY113" fmla="*/ 153265 h 593532"/>
              <a:gd name="connsiteX114" fmla="*/ 6019800 w 8017934"/>
              <a:gd name="connsiteY114" fmla="*/ 187132 h 593532"/>
              <a:gd name="connsiteX115" fmla="*/ 6028267 w 8017934"/>
              <a:gd name="connsiteY115" fmla="*/ 220998 h 593532"/>
              <a:gd name="connsiteX116" fmla="*/ 6062134 w 8017934"/>
              <a:gd name="connsiteY116" fmla="*/ 263332 h 593532"/>
              <a:gd name="connsiteX117" fmla="*/ 6079067 w 8017934"/>
              <a:gd name="connsiteY117" fmla="*/ 288732 h 593532"/>
              <a:gd name="connsiteX118" fmla="*/ 6104467 w 8017934"/>
              <a:gd name="connsiteY118" fmla="*/ 314132 h 593532"/>
              <a:gd name="connsiteX119" fmla="*/ 6138334 w 8017934"/>
              <a:gd name="connsiteY119" fmla="*/ 364932 h 593532"/>
              <a:gd name="connsiteX120" fmla="*/ 6155267 w 8017934"/>
              <a:gd name="connsiteY120" fmla="*/ 458065 h 593532"/>
              <a:gd name="connsiteX121" fmla="*/ 6180667 w 8017934"/>
              <a:gd name="connsiteY121" fmla="*/ 474998 h 593532"/>
              <a:gd name="connsiteX122" fmla="*/ 6197600 w 8017934"/>
              <a:gd name="connsiteY122" fmla="*/ 517332 h 593532"/>
              <a:gd name="connsiteX123" fmla="*/ 6214534 w 8017934"/>
              <a:gd name="connsiteY123" fmla="*/ 534265 h 593532"/>
              <a:gd name="connsiteX124" fmla="*/ 6409267 w 8017934"/>
              <a:gd name="connsiteY124" fmla="*/ 576598 h 593532"/>
              <a:gd name="connsiteX125" fmla="*/ 6443134 w 8017934"/>
              <a:gd name="connsiteY125" fmla="*/ 551198 h 593532"/>
              <a:gd name="connsiteX126" fmla="*/ 7035800 w 8017934"/>
              <a:gd name="connsiteY126" fmla="*/ 491932 h 593532"/>
              <a:gd name="connsiteX127" fmla="*/ 7171267 w 8017934"/>
              <a:gd name="connsiteY127" fmla="*/ 525798 h 593532"/>
              <a:gd name="connsiteX128" fmla="*/ 7239000 w 8017934"/>
              <a:gd name="connsiteY128" fmla="*/ 542732 h 593532"/>
              <a:gd name="connsiteX129" fmla="*/ 7416800 w 8017934"/>
              <a:gd name="connsiteY129" fmla="*/ 508865 h 593532"/>
              <a:gd name="connsiteX130" fmla="*/ 7425267 w 8017934"/>
              <a:gd name="connsiteY130" fmla="*/ 466532 h 593532"/>
              <a:gd name="connsiteX131" fmla="*/ 7433734 w 8017934"/>
              <a:gd name="connsiteY131" fmla="*/ 373398 h 593532"/>
              <a:gd name="connsiteX132" fmla="*/ 7450667 w 8017934"/>
              <a:gd name="connsiteY132" fmla="*/ 347998 h 593532"/>
              <a:gd name="connsiteX133" fmla="*/ 7459134 w 8017934"/>
              <a:gd name="connsiteY133" fmla="*/ 305665 h 593532"/>
              <a:gd name="connsiteX134" fmla="*/ 7467600 w 8017934"/>
              <a:gd name="connsiteY134" fmla="*/ 280265 h 593532"/>
              <a:gd name="connsiteX135" fmla="*/ 7476067 w 8017934"/>
              <a:gd name="connsiteY135" fmla="*/ 246398 h 593532"/>
              <a:gd name="connsiteX136" fmla="*/ 7526867 w 8017934"/>
              <a:gd name="connsiteY136" fmla="*/ 229465 h 593532"/>
              <a:gd name="connsiteX137" fmla="*/ 7569200 w 8017934"/>
              <a:gd name="connsiteY137" fmla="*/ 187132 h 593532"/>
              <a:gd name="connsiteX138" fmla="*/ 7611534 w 8017934"/>
              <a:gd name="connsiteY138" fmla="*/ 153265 h 593532"/>
              <a:gd name="connsiteX139" fmla="*/ 7645400 w 8017934"/>
              <a:gd name="connsiteY139" fmla="*/ 127865 h 593532"/>
              <a:gd name="connsiteX140" fmla="*/ 7653867 w 8017934"/>
              <a:gd name="connsiteY140" fmla="*/ 102465 h 593532"/>
              <a:gd name="connsiteX141" fmla="*/ 7730067 w 8017934"/>
              <a:gd name="connsiteY141" fmla="*/ 68598 h 593532"/>
              <a:gd name="connsiteX142" fmla="*/ 7823200 w 8017934"/>
              <a:gd name="connsiteY142" fmla="*/ 43198 h 593532"/>
              <a:gd name="connsiteX143" fmla="*/ 7907867 w 8017934"/>
              <a:gd name="connsiteY143" fmla="*/ 9332 h 593532"/>
              <a:gd name="connsiteX144" fmla="*/ 7941734 w 8017934"/>
              <a:gd name="connsiteY144" fmla="*/ 865 h 593532"/>
              <a:gd name="connsiteX145" fmla="*/ 8017934 w 8017934"/>
              <a:gd name="connsiteY145" fmla="*/ 865 h 593532"/>
              <a:gd name="connsiteX0" fmla="*/ 0 w 8017934"/>
              <a:gd name="connsiteY0" fmla="*/ 559665 h 593532"/>
              <a:gd name="connsiteX1" fmla="*/ 491067 w 8017934"/>
              <a:gd name="connsiteY1" fmla="*/ 551198 h 593532"/>
              <a:gd name="connsiteX2" fmla="*/ 508000 w 8017934"/>
              <a:gd name="connsiteY2" fmla="*/ 525798 h 593532"/>
              <a:gd name="connsiteX3" fmla="*/ 533400 w 8017934"/>
              <a:gd name="connsiteY3" fmla="*/ 508865 h 593532"/>
              <a:gd name="connsiteX4" fmla="*/ 567267 w 8017934"/>
              <a:gd name="connsiteY4" fmla="*/ 474998 h 593532"/>
              <a:gd name="connsiteX5" fmla="*/ 575734 w 8017934"/>
              <a:gd name="connsiteY5" fmla="*/ 449598 h 593532"/>
              <a:gd name="connsiteX6" fmla="*/ 584200 w 8017934"/>
              <a:gd name="connsiteY6" fmla="*/ 407265 h 593532"/>
              <a:gd name="connsiteX7" fmla="*/ 601134 w 8017934"/>
              <a:gd name="connsiteY7" fmla="*/ 381865 h 593532"/>
              <a:gd name="connsiteX8" fmla="*/ 618067 w 8017934"/>
              <a:gd name="connsiteY8" fmla="*/ 305665 h 593532"/>
              <a:gd name="connsiteX9" fmla="*/ 626534 w 8017934"/>
              <a:gd name="connsiteY9" fmla="*/ 280265 h 593532"/>
              <a:gd name="connsiteX10" fmla="*/ 643467 w 8017934"/>
              <a:gd name="connsiteY10" fmla="*/ 246398 h 593532"/>
              <a:gd name="connsiteX11" fmla="*/ 660400 w 8017934"/>
              <a:gd name="connsiteY11" fmla="*/ 187132 h 593532"/>
              <a:gd name="connsiteX12" fmla="*/ 677334 w 8017934"/>
              <a:gd name="connsiteY12" fmla="*/ 170198 h 593532"/>
              <a:gd name="connsiteX13" fmla="*/ 702734 w 8017934"/>
              <a:gd name="connsiteY13" fmla="*/ 110932 h 593532"/>
              <a:gd name="connsiteX14" fmla="*/ 795867 w 8017934"/>
              <a:gd name="connsiteY14" fmla="*/ 68598 h 593532"/>
              <a:gd name="connsiteX15" fmla="*/ 922867 w 8017934"/>
              <a:gd name="connsiteY15" fmla="*/ 85532 h 593532"/>
              <a:gd name="connsiteX16" fmla="*/ 948267 w 8017934"/>
              <a:gd name="connsiteY16" fmla="*/ 93998 h 593532"/>
              <a:gd name="connsiteX17" fmla="*/ 965200 w 8017934"/>
              <a:gd name="connsiteY17" fmla="*/ 144798 h 593532"/>
              <a:gd name="connsiteX18" fmla="*/ 982134 w 8017934"/>
              <a:gd name="connsiteY18" fmla="*/ 220998 h 593532"/>
              <a:gd name="connsiteX19" fmla="*/ 990600 w 8017934"/>
              <a:gd name="connsiteY19" fmla="*/ 246398 h 593532"/>
              <a:gd name="connsiteX20" fmla="*/ 1007534 w 8017934"/>
              <a:gd name="connsiteY20" fmla="*/ 314132 h 593532"/>
              <a:gd name="connsiteX21" fmla="*/ 1041400 w 8017934"/>
              <a:gd name="connsiteY21" fmla="*/ 364932 h 593532"/>
              <a:gd name="connsiteX22" fmla="*/ 1058334 w 8017934"/>
              <a:gd name="connsiteY22" fmla="*/ 534265 h 593532"/>
              <a:gd name="connsiteX23" fmla="*/ 1083734 w 8017934"/>
              <a:gd name="connsiteY23" fmla="*/ 551198 h 593532"/>
              <a:gd name="connsiteX24" fmla="*/ 1227667 w 8017934"/>
              <a:gd name="connsiteY24" fmla="*/ 559665 h 593532"/>
              <a:gd name="connsiteX25" fmla="*/ 1405467 w 8017934"/>
              <a:gd name="connsiteY25" fmla="*/ 542732 h 593532"/>
              <a:gd name="connsiteX26" fmla="*/ 1439334 w 8017934"/>
              <a:gd name="connsiteY26" fmla="*/ 534265 h 593532"/>
              <a:gd name="connsiteX27" fmla="*/ 1464734 w 8017934"/>
              <a:gd name="connsiteY27" fmla="*/ 517332 h 593532"/>
              <a:gd name="connsiteX28" fmla="*/ 1481667 w 8017934"/>
              <a:gd name="connsiteY28" fmla="*/ 491932 h 593532"/>
              <a:gd name="connsiteX29" fmla="*/ 1490134 w 8017934"/>
              <a:gd name="connsiteY29" fmla="*/ 373398 h 593532"/>
              <a:gd name="connsiteX30" fmla="*/ 1498600 w 8017934"/>
              <a:gd name="connsiteY30" fmla="*/ 339532 h 593532"/>
              <a:gd name="connsiteX31" fmla="*/ 1515534 w 8017934"/>
              <a:gd name="connsiteY31" fmla="*/ 322598 h 593532"/>
              <a:gd name="connsiteX32" fmla="*/ 1524000 w 8017934"/>
              <a:gd name="connsiteY32" fmla="*/ 288732 h 593532"/>
              <a:gd name="connsiteX33" fmla="*/ 1532467 w 8017934"/>
              <a:gd name="connsiteY33" fmla="*/ 263332 h 593532"/>
              <a:gd name="connsiteX34" fmla="*/ 1540934 w 8017934"/>
              <a:gd name="connsiteY34" fmla="*/ 220998 h 593532"/>
              <a:gd name="connsiteX35" fmla="*/ 1557867 w 8017934"/>
              <a:gd name="connsiteY35" fmla="*/ 187132 h 593532"/>
              <a:gd name="connsiteX36" fmla="*/ 1574800 w 8017934"/>
              <a:gd name="connsiteY36" fmla="*/ 127865 h 593532"/>
              <a:gd name="connsiteX37" fmla="*/ 1608667 w 8017934"/>
              <a:gd name="connsiteY37" fmla="*/ 93998 h 593532"/>
              <a:gd name="connsiteX38" fmla="*/ 1634067 w 8017934"/>
              <a:gd name="connsiteY38" fmla="*/ 77065 h 593532"/>
              <a:gd name="connsiteX39" fmla="*/ 1667934 w 8017934"/>
              <a:gd name="connsiteY39" fmla="*/ 68598 h 593532"/>
              <a:gd name="connsiteX40" fmla="*/ 1693334 w 8017934"/>
              <a:gd name="connsiteY40" fmla="*/ 60132 h 593532"/>
              <a:gd name="connsiteX41" fmla="*/ 1718734 w 8017934"/>
              <a:gd name="connsiteY41" fmla="*/ 68598 h 593532"/>
              <a:gd name="connsiteX42" fmla="*/ 1761067 w 8017934"/>
              <a:gd name="connsiteY42" fmla="*/ 85532 h 593532"/>
              <a:gd name="connsiteX43" fmla="*/ 1811867 w 8017934"/>
              <a:gd name="connsiteY43" fmla="*/ 93998 h 593532"/>
              <a:gd name="connsiteX44" fmla="*/ 2192867 w 8017934"/>
              <a:gd name="connsiteY44" fmla="*/ 93998 h 593532"/>
              <a:gd name="connsiteX45" fmla="*/ 2311400 w 8017934"/>
              <a:gd name="connsiteY45" fmla="*/ 102465 h 593532"/>
              <a:gd name="connsiteX46" fmla="*/ 2345267 w 8017934"/>
              <a:gd name="connsiteY46" fmla="*/ 170198 h 593532"/>
              <a:gd name="connsiteX47" fmla="*/ 2345267 w 8017934"/>
              <a:gd name="connsiteY47" fmla="*/ 170198 h 593532"/>
              <a:gd name="connsiteX48" fmla="*/ 2379134 w 8017934"/>
              <a:gd name="connsiteY48" fmla="*/ 246398 h 593532"/>
              <a:gd name="connsiteX49" fmla="*/ 2404534 w 8017934"/>
              <a:gd name="connsiteY49" fmla="*/ 297198 h 593532"/>
              <a:gd name="connsiteX50" fmla="*/ 2421467 w 8017934"/>
              <a:gd name="connsiteY50" fmla="*/ 356465 h 593532"/>
              <a:gd name="connsiteX51" fmla="*/ 2438400 w 8017934"/>
              <a:gd name="connsiteY51" fmla="*/ 390332 h 593532"/>
              <a:gd name="connsiteX52" fmla="*/ 2455334 w 8017934"/>
              <a:gd name="connsiteY52" fmla="*/ 441132 h 593532"/>
              <a:gd name="connsiteX53" fmla="*/ 2463800 w 8017934"/>
              <a:gd name="connsiteY53" fmla="*/ 466532 h 593532"/>
              <a:gd name="connsiteX54" fmla="*/ 2480734 w 8017934"/>
              <a:gd name="connsiteY54" fmla="*/ 483465 h 593532"/>
              <a:gd name="connsiteX55" fmla="*/ 2523067 w 8017934"/>
              <a:gd name="connsiteY55" fmla="*/ 559665 h 593532"/>
              <a:gd name="connsiteX56" fmla="*/ 2582334 w 8017934"/>
              <a:gd name="connsiteY56" fmla="*/ 568132 h 593532"/>
              <a:gd name="connsiteX57" fmla="*/ 2599267 w 8017934"/>
              <a:gd name="connsiteY57" fmla="*/ 525798 h 593532"/>
              <a:gd name="connsiteX58" fmla="*/ 2616200 w 8017934"/>
              <a:gd name="connsiteY58" fmla="*/ 500398 h 593532"/>
              <a:gd name="connsiteX59" fmla="*/ 2658534 w 8017934"/>
              <a:gd name="connsiteY59" fmla="*/ 508865 h 593532"/>
              <a:gd name="connsiteX60" fmla="*/ 2751667 w 8017934"/>
              <a:gd name="connsiteY60" fmla="*/ 534265 h 593532"/>
              <a:gd name="connsiteX61" fmla="*/ 2777067 w 8017934"/>
              <a:gd name="connsiteY61" fmla="*/ 551198 h 593532"/>
              <a:gd name="connsiteX62" fmla="*/ 2802467 w 8017934"/>
              <a:gd name="connsiteY62" fmla="*/ 500398 h 593532"/>
              <a:gd name="connsiteX63" fmla="*/ 2844800 w 8017934"/>
              <a:gd name="connsiteY63" fmla="*/ 483465 h 593532"/>
              <a:gd name="connsiteX64" fmla="*/ 2861734 w 8017934"/>
              <a:gd name="connsiteY64" fmla="*/ 424198 h 593532"/>
              <a:gd name="connsiteX65" fmla="*/ 2887134 w 8017934"/>
              <a:gd name="connsiteY65" fmla="*/ 263332 h 593532"/>
              <a:gd name="connsiteX66" fmla="*/ 2895600 w 8017934"/>
              <a:gd name="connsiteY66" fmla="*/ 195598 h 593532"/>
              <a:gd name="connsiteX67" fmla="*/ 2929467 w 8017934"/>
              <a:gd name="connsiteY67" fmla="*/ 119398 h 593532"/>
              <a:gd name="connsiteX68" fmla="*/ 2963334 w 8017934"/>
              <a:gd name="connsiteY68" fmla="*/ 102465 h 593532"/>
              <a:gd name="connsiteX69" fmla="*/ 3183467 w 8017934"/>
              <a:gd name="connsiteY69" fmla="*/ 77065 h 593532"/>
              <a:gd name="connsiteX70" fmla="*/ 3293534 w 8017934"/>
              <a:gd name="connsiteY70" fmla="*/ 93998 h 593532"/>
              <a:gd name="connsiteX71" fmla="*/ 3302000 w 8017934"/>
              <a:gd name="connsiteY71" fmla="*/ 127865 h 593532"/>
              <a:gd name="connsiteX72" fmla="*/ 3318934 w 8017934"/>
              <a:gd name="connsiteY72" fmla="*/ 204065 h 593532"/>
              <a:gd name="connsiteX73" fmla="*/ 3335867 w 8017934"/>
              <a:gd name="connsiteY73" fmla="*/ 229465 h 593532"/>
              <a:gd name="connsiteX74" fmla="*/ 3352800 w 8017934"/>
              <a:gd name="connsiteY74" fmla="*/ 288732 h 593532"/>
              <a:gd name="connsiteX75" fmla="*/ 3369734 w 8017934"/>
              <a:gd name="connsiteY75" fmla="*/ 322598 h 593532"/>
              <a:gd name="connsiteX76" fmla="*/ 3386667 w 8017934"/>
              <a:gd name="connsiteY76" fmla="*/ 373398 h 593532"/>
              <a:gd name="connsiteX77" fmla="*/ 3395134 w 8017934"/>
              <a:gd name="connsiteY77" fmla="*/ 398798 h 593532"/>
              <a:gd name="connsiteX78" fmla="*/ 3412067 w 8017934"/>
              <a:gd name="connsiteY78" fmla="*/ 415732 h 593532"/>
              <a:gd name="connsiteX79" fmla="*/ 3437467 w 8017934"/>
              <a:gd name="connsiteY79" fmla="*/ 500398 h 593532"/>
              <a:gd name="connsiteX80" fmla="*/ 3454400 w 8017934"/>
              <a:gd name="connsiteY80" fmla="*/ 525798 h 593532"/>
              <a:gd name="connsiteX81" fmla="*/ 3462867 w 8017934"/>
              <a:gd name="connsiteY81" fmla="*/ 551198 h 593532"/>
              <a:gd name="connsiteX82" fmla="*/ 3505200 w 8017934"/>
              <a:gd name="connsiteY82" fmla="*/ 593532 h 593532"/>
              <a:gd name="connsiteX83" fmla="*/ 3683000 w 8017934"/>
              <a:gd name="connsiteY83" fmla="*/ 576598 h 593532"/>
              <a:gd name="connsiteX84" fmla="*/ 3708400 w 8017934"/>
              <a:gd name="connsiteY84" fmla="*/ 568132 h 593532"/>
              <a:gd name="connsiteX85" fmla="*/ 3683000 w 8017934"/>
              <a:gd name="connsiteY85" fmla="*/ 559665 h 593532"/>
              <a:gd name="connsiteX86" fmla="*/ 3810000 w 8017934"/>
              <a:gd name="connsiteY86" fmla="*/ 525798 h 593532"/>
              <a:gd name="connsiteX87" fmla="*/ 4004734 w 8017934"/>
              <a:gd name="connsiteY87" fmla="*/ 551198 h 593532"/>
              <a:gd name="connsiteX88" fmla="*/ 4174067 w 8017934"/>
              <a:gd name="connsiteY88" fmla="*/ 542732 h 593532"/>
              <a:gd name="connsiteX89" fmla="*/ 4191000 w 8017934"/>
              <a:gd name="connsiteY89" fmla="*/ 525798 h 593532"/>
              <a:gd name="connsiteX90" fmla="*/ 4199467 w 8017934"/>
              <a:gd name="connsiteY90" fmla="*/ 500398 h 593532"/>
              <a:gd name="connsiteX91" fmla="*/ 4216400 w 8017934"/>
              <a:gd name="connsiteY91" fmla="*/ 466532 h 593532"/>
              <a:gd name="connsiteX92" fmla="*/ 4419600 w 8017934"/>
              <a:gd name="connsiteY92" fmla="*/ 110931 h 593532"/>
              <a:gd name="connsiteX93" fmla="*/ 5067336 w 8017934"/>
              <a:gd name="connsiteY93" fmla="*/ 134684 h 593532"/>
              <a:gd name="connsiteX94" fmla="*/ 5207000 w 8017934"/>
              <a:gd name="connsiteY94" fmla="*/ 441132 h 593532"/>
              <a:gd name="connsiteX95" fmla="*/ 5274734 w 8017934"/>
              <a:gd name="connsiteY95" fmla="*/ 483465 h 593532"/>
              <a:gd name="connsiteX96" fmla="*/ 5317067 w 8017934"/>
              <a:gd name="connsiteY96" fmla="*/ 525798 h 593532"/>
              <a:gd name="connsiteX97" fmla="*/ 5308600 w 8017934"/>
              <a:gd name="connsiteY97" fmla="*/ 517332 h 593532"/>
              <a:gd name="connsiteX98" fmla="*/ 5342467 w 8017934"/>
              <a:gd name="connsiteY98" fmla="*/ 500398 h 593532"/>
              <a:gd name="connsiteX99" fmla="*/ 5401734 w 8017934"/>
              <a:gd name="connsiteY99" fmla="*/ 483465 h 593532"/>
              <a:gd name="connsiteX100" fmla="*/ 5435600 w 8017934"/>
              <a:gd name="connsiteY100" fmla="*/ 466532 h 593532"/>
              <a:gd name="connsiteX101" fmla="*/ 5537200 w 8017934"/>
              <a:gd name="connsiteY101" fmla="*/ 458065 h 593532"/>
              <a:gd name="connsiteX102" fmla="*/ 5562600 w 8017934"/>
              <a:gd name="connsiteY102" fmla="*/ 407265 h 593532"/>
              <a:gd name="connsiteX103" fmla="*/ 5579534 w 8017934"/>
              <a:gd name="connsiteY103" fmla="*/ 373398 h 593532"/>
              <a:gd name="connsiteX104" fmla="*/ 5613400 w 8017934"/>
              <a:gd name="connsiteY104" fmla="*/ 314132 h 593532"/>
              <a:gd name="connsiteX105" fmla="*/ 5621867 w 8017934"/>
              <a:gd name="connsiteY105" fmla="*/ 280265 h 593532"/>
              <a:gd name="connsiteX106" fmla="*/ 5630334 w 8017934"/>
              <a:gd name="connsiteY106" fmla="*/ 170198 h 593532"/>
              <a:gd name="connsiteX107" fmla="*/ 5638800 w 8017934"/>
              <a:gd name="connsiteY107" fmla="*/ 136332 h 593532"/>
              <a:gd name="connsiteX108" fmla="*/ 5689600 w 8017934"/>
              <a:gd name="connsiteY108" fmla="*/ 93998 h 593532"/>
              <a:gd name="connsiteX109" fmla="*/ 5731934 w 8017934"/>
              <a:gd name="connsiteY109" fmla="*/ 85532 h 593532"/>
              <a:gd name="connsiteX110" fmla="*/ 5892800 w 8017934"/>
              <a:gd name="connsiteY110" fmla="*/ 93998 h 593532"/>
              <a:gd name="connsiteX111" fmla="*/ 5918200 w 8017934"/>
              <a:gd name="connsiteY111" fmla="*/ 110932 h 593532"/>
              <a:gd name="connsiteX112" fmla="*/ 5960534 w 8017934"/>
              <a:gd name="connsiteY112" fmla="*/ 153265 h 593532"/>
              <a:gd name="connsiteX113" fmla="*/ 6019800 w 8017934"/>
              <a:gd name="connsiteY113" fmla="*/ 187132 h 593532"/>
              <a:gd name="connsiteX114" fmla="*/ 6028267 w 8017934"/>
              <a:gd name="connsiteY114" fmla="*/ 220998 h 593532"/>
              <a:gd name="connsiteX115" fmla="*/ 6062134 w 8017934"/>
              <a:gd name="connsiteY115" fmla="*/ 263332 h 593532"/>
              <a:gd name="connsiteX116" fmla="*/ 6079067 w 8017934"/>
              <a:gd name="connsiteY116" fmla="*/ 288732 h 593532"/>
              <a:gd name="connsiteX117" fmla="*/ 6104467 w 8017934"/>
              <a:gd name="connsiteY117" fmla="*/ 314132 h 593532"/>
              <a:gd name="connsiteX118" fmla="*/ 6138334 w 8017934"/>
              <a:gd name="connsiteY118" fmla="*/ 364932 h 593532"/>
              <a:gd name="connsiteX119" fmla="*/ 6155267 w 8017934"/>
              <a:gd name="connsiteY119" fmla="*/ 458065 h 593532"/>
              <a:gd name="connsiteX120" fmla="*/ 6180667 w 8017934"/>
              <a:gd name="connsiteY120" fmla="*/ 474998 h 593532"/>
              <a:gd name="connsiteX121" fmla="*/ 6197600 w 8017934"/>
              <a:gd name="connsiteY121" fmla="*/ 517332 h 593532"/>
              <a:gd name="connsiteX122" fmla="*/ 6214534 w 8017934"/>
              <a:gd name="connsiteY122" fmla="*/ 534265 h 593532"/>
              <a:gd name="connsiteX123" fmla="*/ 6409267 w 8017934"/>
              <a:gd name="connsiteY123" fmla="*/ 576598 h 593532"/>
              <a:gd name="connsiteX124" fmla="*/ 6443134 w 8017934"/>
              <a:gd name="connsiteY124" fmla="*/ 551198 h 593532"/>
              <a:gd name="connsiteX125" fmla="*/ 7035800 w 8017934"/>
              <a:gd name="connsiteY125" fmla="*/ 491932 h 593532"/>
              <a:gd name="connsiteX126" fmla="*/ 7171267 w 8017934"/>
              <a:gd name="connsiteY126" fmla="*/ 525798 h 593532"/>
              <a:gd name="connsiteX127" fmla="*/ 7239000 w 8017934"/>
              <a:gd name="connsiteY127" fmla="*/ 542732 h 593532"/>
              <a:gd name="connsiteX128" fmla="*/ 7416800 w 8017934"/>
              <a:gd name="connsiteY128" fmla="*/ 508865 h 593532"/>
              <a:gd name="connsiteX129" fmla="*/ 7425267 w 8017934"/>
              <a:gd name="connsiteY129" fmla="*/ 466532 h 593532"/>
              <a:gd name="connsiteX130" fmla="*/ 7433734 w 8017934"/>
              <a:gd name="connsiteY130" fmla="*/ 373398 h 593532"/>
              <a:gd name="connsiteX131" fmla="*/ 7450667 w 8017934"/>
              <a:gd name="connsiteY131" fmla="*/ 347998 h 593532"/>
              <a:gd name="connsiteX132" fmla="*/ 7459134 w 8017934"/>
              <a:gd name="connsiteY132" fmla="*/ 305665 h 593532"/>
              <a:gd name="connsiteX133" fmla="*/ 7467600 w 8017934"/>
              <a:gd name="connsiteY133" fmla="*/ 280265 h 593532"/>
              <a:gd name="connsiteX134" fmla="*/ 7476067 w 8017934"/>
              <a:gd name="connsiteY134" fmla="*/ 246398 h 593532"/>
              <a:gd name="connsiteX135" fmla="*/ 7526867 w 8017934"/>
              <a:gd name="connsiteY135" fmla="*/ 229465 h 593532"/>
              <a:gd name="connsiteX136" fmla="*/ 7569200 w 8017934"/>
              <a:gd name="connsiteY136" fmla="*/ 187132 h 593532"/>
              <a:gd name="connsiteX137" fmla="*/ 7611534 w 8017934"/>
              <a:gd name="connsiteY137" fmla="*/ 153265 h 593532"/>
              <a:gd name="connsiteX138" fmla="*/ 7645400 w 8017934"/>
              <a:gd name="connsiteY138" fmla="*/ 127865 h 593532"/>
              <a:gd name="connsiteX139" fmla="*/ 7653867 w 8017934"/>
              <a:gd name="connsiteY139" fmla="*/ 102465 h 593532"/>
              <a:gd name="connsiteX140" fmla="*/ 7730067 w 8017934"/>
              <a:gd name="connsiteY140" fmla="*/ 68598 h 593532"/>
              <a:gd name="connsiteX141" fmla="*/ 7823200 w 8017934"/>
              <a:gd name="connsiteY141" fmla="*/ 43198 h 593532"/>
              <a:gd name="connsiteX142" fmla="*/ 7907867 w 8017934"/>
              <a:gd name="connsiteY142" fmla="*/ 9332 h 593532"/>
              <a:gd name="connsiteX143" fmla="*/ 7941734 w 8017934"/>
              <a:gd name="connsiteY143" fmla="*/ 865 h 593532"/>
              <a:gd name="connsiteX144" fmla="*/ 8017934 w 8017934"/>
              <a:gd name="connsiteY144" fmla="*/ 865 h 59353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  <a:cxn ang="0">
                <a:pos x="connsiteX54" y="connsiteY54"/>
              </a:cxn>
              <a:cxn ang="0">
                <a:pos x="connsiteX55" y="connsiteY55"/>
              </a:cxn>
              <a:cxn ang="0">
                <a:pos x="connsiteX56" y="connsiteY56"/>
              </a:cxn>
              <a:cxn ang="0">
                <a:pos x="connsiteX57" y="connsiteY57"/>
              </a:cxn>
              <a:cxn ang="0">
                <a:pos x="connsiteX58" y="connsiteY58"/>
              </a:cxn>
              <a:cxn ang="0">
                <a:pos x="connsiteX59" y="connsiteY59"/>
              </a:cxn>
              <a:cxn ang="0">
                <a:pos x="connsiteX60" y="connsiteY60"/>
              </a:cxn>
              <a:cxn ang="0">
                <a:pos x="connsiteX61" y="connsiteY61"/>
              </a:cxn>
              <a:cxn ang="0">
                <a:pos x="connsiteX62" y="connsiteY62"/>
              </a:cxn>
              <a:cxn ang="0">
                <a:pos x="connsiteX63" y="connsiteY63"/>
              </a:cxn>
              <a:cxn ang="0">
                <a:pos x="connsiteX64" y="connsiteY64"/>
              </a:cxn>
              <a:cxn ang="0">
                <a:pos x="connsiteX65" y="connsiteY65"/>
              </a:cxn>
              <a:cxn ang="0">
                <a:pos x="connsiteX66" y="connsiteY66"/>
              </a:cxn>
              <a:cxn ang="0">
                <a:pos x="connsiteX67" y="connsiteY67"/>
              </a:cxn>
              <a:cxn ang="0">
                <a:pos x="connsiteX68" y="connsiteY68"/>
              </a:cxn>
              <a:cxn ang="0">
                <a:pos x="connsiteX69" y="connsiteY69"/>
              </a:cxn>
              <a:cxn ang="0">
                <a:pos x="connsiteX70" y="connsiteY70"/>
              </a:cxn>
              <a:cxn ang="0">
                <a:pos x="connsiteX71" y="connsiteY71"/>
              </a:cxn>
              <a:cxn ang="0">
                <a:pos x="connsiteX72" y="connsiteY72"/>
              </a:cxn>
              <a:cxn ang="0">
                <a:pos x="connsiteX73" y="connsiteY73"/>
              </a:cxn>
              <a:cxn ang="0">
                <a:pos x="connsiteX74" y="connsiteY74"/>
              </a:cxn>
              <a:cxn ang="0">
                <a:pos x="connsiteX75" y="connsiteY75"/>
              </a:cxn>
              <a:cxn ang="0">
                <a:pos x="connsiteX76" y="connsiteY76"/>
              </a:cxn>
              <a:cxn ang="0">
                <a:pos x="connsiteX77" y="connsiteY77"/>
              </a:cxn>
              <a:cxn ang="0">
                <a:pos x="connsiteX78" y="connsiteY78"/>
              </a:cxn>
              <a:cxn ang="0">
                <a:pos x="connsiteX79" y="connsiteY79"/>
              </a:cxn>
              <a:cxn ang="0">
                <a:pos x="connsiteX80" y="connsiteY80"/>
              </a:cxn>
              <a:cxn ang="0">
                <a:pos x="connsiteX81" y="connsiteY81"/>
              </a:cxn>
              <a:cxn ang="0">
                <a:pos x="connsiteX82" y="connsiteY82"/>
              </a:cxn>
              <a:cxn ang="0">
                <a:pos x="connsiteX83" y="connsiteY83"/>
              </a:cxn>
              <a:cxn ang="0">
                <a:pos x="connsiteX84" y="connsiteY84"/>
              </a:cxn>
              <a:cxn ang="0">
                <a:pos x="connsiteX85" y="connsiteY85"/>
              </a:cxn>
              <a:cxn ang="0">
                <a:pos x="connsiteX86" y="connsiteY86"/>
              </a:cxn>
              <a:cxn ang="0">
                <a:pos x="connsiteX87" y="connsiteY87"/>
              </a:cxn>
              <a:cxn ang="0">
                <a:pos x="connsiteX88" y="connsiteY88"/>
              </a:cxn>
              <a:cxn ang="0">
                <a:pos x="connsiteX89" y="connsiteY89"/>
              </a:cxn>
              <a:cxn ang="0">
                <a:pos x="connsiteX90" y="connsiteY90"/>
              </a:cxn>
              <a:cxn ang="0">
                <a:pos x="connsiteX91" y="connsiteY91"/>
              </a:cxn>
              <a:cxn ang="0">
                <a:pos x="connsiteX92" y="connsiteY92"/>
              </a:cxn>
              <a:cxn ang="0">
                <a:pos x="connsiteX93" y="connsiteY93"/>
              </a:cxn>
              <a:cxn ang="0">
                <a:pos x="connsiteX94" y="connsiteY94"/>
              </a:cxn>
              <a:cxn ang="0">
                <a:pos x="connsiteX95" y="connsiteY95"/>
              </a:cxn>
              <a:cxn ang="0">
                <a:pos x="connsiteX96" y="connsiteY96"/>
              </a:cxn>
              <a:cxn ang="0">
                <a:pos x="connsiteX97" y="connsiteY97"/>
              </a:cxn>
              <a:cxn ang="0">
                <a:pos x="connsiteX98" y="connsiteY98"/>
              </a:cxn>
              <a:cxn ang="0">
                <a:pos x="connsiteX99" y="connsiteY99"/>
              </a:cxn>
              <a:cxn ang="0">
                <a:pos x="connsiteX100" y="connsiteY100"/>
              </a:cxn>
              <a:cxn ang="0">
                <a:pos x="connsiteX101" y="connsiteY101"/>
              </a:cxn>
              <a:cxn ang="0">
                <a:pos x="connsiteX102" y="connsiteY102"/>
              </a:cxn>
              <a:cxn ang="0">
                <a:pos x="connsiteX103" y="connsiteY103"/>
              </a:cxn>
              <a:cxn ang="0">
                <a:pos x="connsiteX104" y="connsiteY104"/>
              </a:cxn>
              <a:cxn ang="0">
                <a:pos x="connsiteX105" y="connsiteY105"/>
              </a:cxn>
              <a:cxn ang="0">
                <a:pos x="connsiteX106" y="connsiteY106"/>
              </a:cxn>
              <a:cxn ang="0">
                <a:pos x="connsiteX107" y="connsiteY107"/>
              </a:cxn>
              <a:cxn ang="0">
                <a:pos x="connsiteX108" y="connsiteY108"/>
              </a:cxn>
              <a:cxn ang="0">
                <a:pos x="connsiteX109" y="connsiteY109"/>
              </a:cxn>
              <a:cxn ang="0">
                <a:pos x="connsiteX110" y="connsiteY110"/>
              </a:cxn>
              <a:cxn ang="0">
                <a:pos x="connsiteX111" y="connsiteY111"/>
              </a:cxn>
              <a:cxn ang="0">
                <a:pos x="connsiteX112" y="connsiteY112"/>
              </a:cxn>
              <a:cxn ang="0">
                <a:pos x="connsiteX113" y="connsiteY113"/>
              </a:cxn>
              <a:cxn ang="0">
                <a:pos x="connsiteX114" y="connsiteY114"/>
              </a:cxn>
              <a:cxn ang="0">
                <a:pos x="connsiteX115" y="connsiteY115"/>
              </a:cxn>
              <a:cxn ang="0">
                <a:pos x="connsiteX116" y="connsiteY116"/>
              </a:cxn>
              <a:cxn ang="0">
                <a:pos x="connsiteX117" y="connsiteY117"/>
              </a:cxn>
              <a:cxn ang="0">
                <a:pos x="connsiteX118" y="connsiteY118"/>
              </a:cxn>
              <a:cxn ang="0">
                <a:pos x="connsiteX119" y="connsiteY119"/>
              </a:cxn>
              <a:cxn ang="0">
                <a:pos x="connsiteX120" y="connsiteY120"/>
              </a:cxn>
              <a:cxn ang="0">
                <a:pos x="connsiteX121" y="connsiteY121"/>
              </a:cxn>
              <a:cxn ang="0">
                <a:pos x="connsiteX122" y="connsiteY122"/>
              </a:cxn>
              <a:cxn ang="0">
                <a:pos x="connsiteX123" y="connsiteY123"/>
              </a:cxn>
              <a:cxn ang="0">
                <a:pos x="connsiteX124" y="connsiteY124"/>
              </a:cxn>
              <a:cxn ang="0">
                <a:pos x="connsiteX125" y="connsiteY125"/>
              </a:cxn>
              <a:cxn ang="0">
                <a:pos x="connsiteX126" y="connsiteY126"/>
              </a:cxn>
              <a:cxn ang="0">
                <a:pos x="connsiteX127" y="connsiteY127"/>
              </a:cxn>
              <a:cxn ang="0">
                <a:pos x="connsiteX128" y="connsiteY128"/>
              </a:cxn>
              <a:cxn ang="0">
                <a:pos x="connsiteX129" y="connsiteY129"/>
              </a:cxn>
              <a:cxn ang="0">
                <a:pos x="connsiteX130" y="connsiteY130"/>
              </a:cxn>
              <a:cxn ang="0">
                <a:pos x="connsiteX131" y="connsiteY131"/>
              </a:cxn>
              <a:cxn ang="0">
                <a:pos x="connsiteX132" y="connsiteY132"/>
              </a:cxn>
              <a:cxn ang="0">
                <a:pos x="connsiteX133" y="connsiteY133"/>
              </a:cxn>
              <a:cxn ang="0">
                <a:pos x="connsiteX134" y="connsiteY134"/>
              </a:cxn>
              <a:cxn ang="0">
                <a:pos x="connsiteX135" y="connsiteY135"/>
              </a:cxn>
              <a:cxn ang="0">
                <a:pos x="connsiteX136" y="connsiteY136"/>
              </a:cxn>
              <a:cxn ang="0">
                <a:pos x="connsiteX137" y="connsiteY137"/>
              </a:cxn>
              <a:cxn ang="0">
                <a:pos x="connsiteX138" y="connsiteY138"/>
              </a:cxn>
              <a:cxn ang="0">
                <a:pos x="connsiteX139" y="connsiteY139"/>
              </a:cxn>
              <a:cxn ang="0">
                <a:pos x="connsiteX140" y="connsiteY140"/>
              </a:cxn>
              <a:cxn ang="0">
                <a:pos x="connsiteX141" y="connsiteY141"/>
              </a:cxn>
              <a:cxn ang="0">
                <a:pos x="connsiteX142" y="connsiteY142"/>
              </a:cxn>
              <a:cxn ang="0">
                <a:pos x="connsiteX143" y="connsiteY143"/>
              </a:cxn>
              <a:cxn ang="0">
                <a:pos x="connsiteX144" y="connsiteY144"/>
              </a:cxn>
            </a:cxnLst>
            <a:rect l="l" t="t" r="r" b="b"/>
            <a:pathLst>
              <a:path w="8017934" h="593532">
                <a:moveTo>
                  <a:pt x="0" y="559665"/>
                </a:moveTo>
                <a:lnTo>
                  <a:pt x="491067" y="551198"/>
                </a:lnTo>
                <a:cubicBezTo>
                  <a:pt x="501220" y="550521"/>
                  <a:pt x="500805" y="532993"/>
                  <a:pt x="508000" y="525798"/>
                </a:cubicBezTo>
                <a:cubicBezTo>
                  <a:pt x="515195" y="518603"/>
                  <a:pt x="525674" y="515487"/>
                  <a:pt x="533400" y="508865"/>
                </a:cubicBezTo>
                <a:cubicBezTo>
                  <a:pt x="545522" y="498475"/>
                  <a:pt x="567267" y="474998"/>
                  <a:pt x="567267" y="474998"/>
                </a:cubicBezTo>
                <a:cubicBezTo>
                  <a:pt x="570089" y="466531"/>
                  <a:pt x="573569" y="458256"/>
                  <a:pt x="575734" y="449598"/>
                </a:cubicBezTo>
                <a:cubicBezTo>
                  <a:pt x="579224" y="435637"/>
                  <a:pt x="579147" y="420739"/>
                  <a:pt x="584200" y="407265"/>
                </a:cubicBezTo>
                <a:cubicBezTo>
                  <a:pt x="587773" y="397737"/>
                  <a:pt x="595489" y="390332"/>
                  <a:pt x="601134" y="381865"/>
                </a:cubicBezTo>
                <a:cubicBezTo>
                  <a:pt x="606954" y="352761"/>
                  <a:pt x="610094" y="333569"/>
                  <a:pt x="618067" y="305665"/>
                </a:cubicBezTo>
                <a:cubicBezTo>
                  <a:pt x="620519" y="297084"/>
                  <a:pt x="623018" y="288468"/>
                  <a:pt x="626534" y="280265"/>
                </a:cubicBezTo>
                <a:cubicBezTo>
                  <a:pt x="631506" y="268664"/>
                  <a:pt x="639035" y="258216"/>
                  <a:pt x="643467" y="246398"/>
                </a:cubicBezTo>
                <a:cubicBezTo>
                  <a:pt x="647154" y="236566"/>
                  <a:pt x="653581" y="198497"/>
                  <a:pt x="660400" y="187132"/>
                </a:cubicBezTo>
                <a:cubicBezTo>
                  <a:pt x="664507" y="180287"/>
                  <a:pt x="671689" y="175843"/>
                  <a:pt x="677334" y="170198"/>
                </a:cubicBezTo>
                <a:cubicBezTo>
                  <a:pt x="682394" y="155016"/>
                  <a:pt x="692269" y="121397"/>
                  <a:pt x="702734" y="110932"/>
                </a:cubicBezTo>
                <a:cubicBezTo>
                  <a:pt x="739353" y="74314"/>
                  <a:pt x="752072" y="77357"/>
                  <a:pt x="795867" y="68598"/>
                </a:cubicBezTo>
                <a:cubicBezTo>
                  <a:pt x="838200" y="74243"/>
                  <a:pt x="880740" y="78511"/>
                  <a:pt x="922867" y="85532"/>
                </a:cubicBezTo>
                <a:cubicBezTo>
                  <a:pt x="931670" y="86999"/>
                  <a:pt x="943080" y="86736"/>
                  <a:pt x="948267" y="93998"/>
                </a:cubicBezTo>
                <a:cubicBezTo>
                  <a:pt x="958642" y="108523"/>
                  <a:pt x="961328" y="127374"/>
                  <a:pt x="965200" y="144798"/>
                </a:cubicBezTo>
                <a:cubicBezTo>
                  <a:pt x="970845" y="170198"/>
                  <a:pt x="975823" y="195755"/>
                  <a:pt x="982134" y="220998"/>
                </a:cubicBezTo>
                <a:cubicBezTo>
                  <a:pt x="984299" y="229656"/>
                  <a:pt x="988252" y="237788"/>
                  <a:pt x="990600" y="246398"/>
                </a:cubicBezTo>
                <a:cubicBezTo>
                  <a:pt x="996723" y="268851"/>
                  <a:pt x="994625" y="294768"/>
                  <a:pt x="1007534" y="314132"/>
                </a:cubicBezTo>
                <a:lnTo>
                  <a:pt x="1041400" y="364932"/>
                </a:lnTo>
                <a:cubicBezTo>
                  <a:pt x="1047045" y="421376"/>
                  <a:pt x="1045762" y="478950"/>
                  <a:pt x="1058334" y="534265"/>
                </a:cubicBezTo>
                <a:cubicBezTo>
                  <a:pt x="1060589" y="544188"/>
                  <a:pt x="1073671" y="549689"/>
                  <a:pt x="1083734" y="551198"/>
                </a:cubicBezTo>
                <a:cubicBezTo>
                  <a:pt x="1131263" y="558327"/>
                  <a:pt x="1179689" y="556843"/>
                  <a:pt x="1227667" y="559665"/>
                </a:cubicBezTo>
                <a:cubicBezTo>
                  <a:pt x="1286934" y="554021"/>
                  <a:pt x="1346356" y="549825"/>
                  <a:pt x="1405467" y="542732"/>
                </a:cubicBezTo>
                <a:cubicBezTo>
                  <a:pt x="1417021" y="541346"/>
                  <a:pt x="1428638" y="538849"/>
                  <a:pt x="1439334" y="534265"/>
                </a:cubicBezTo>
                <a:cubicBezTo>
                  <a:pt x="1448687" y="530257"/>
                  <a:pt x="1456267" y="522976"/>
                  <a:pt x="1464734" y="517332"/>
                </a:cubicBezTo>
                <a:cubicBezTo>
                  <a:pt x="1470378" y="508865"/>
                  <a:pt x="1479899" y="501953"/>
                  <a:pt x="1481667" y="491932"/>
                </a:cubicBezTo>
                <a:cubicBezTo>
                  <a:pt x="1488551" y="452923"/>
                  <a:pt x="1485760" y="412768"/>
                  <a:pt x="1490134" y="373398"/>
                </a:cubicBezTo>
                <a:cubicBezTo>
                  <a:pt x="1491419" y="361833"/>
                  <a:pt x="1493396" y="349940"/>
                  <a:pt x="1498600" y="339532"/>
                </a:cubicBezTo>
                <a:cubicBezTo>
                  <a:pt x="1502170" y="332392"/>
                  <a:pt x="1509889" y="328243"/>
                  <a:pt x="1515534" y="322598"/>
                </a:cubicBezTo>
                <a:cubicBezTo>
                  <a:pt x="1518356" y="311309"/>
                  <a:pt x="1520803" y="299920"/>
                  <a:pt x="1524000" y="288732"/>
                </a:cubicBezTo>
                <a:cubicBezTo>
                  <a:pt x="1526452" y="280151"/>
                  <a:pt x="1530302" y="271990"/>
                  <a:pt x="1532467" y="263332"/>
                </a:cubicBezTo>
                <a:cubicBezTo>
                  <a:pt x="1535957" y="249371"/>
                  <a:pt x="1536383" y="234650"/>
                  <a:pt x="1540934" y="220998"/>
                </a:cubicBezTo>
                <a:cubicBezTo>
                  <a:pt x="1544925" y="209025"/>
                  <a:pt x="1553435" y="198950"/>
                  <a:pt x="1557867" y="187132"/>
                </a:cubicBezTo>
                <a:cubicBezTo>
                  <a:pt x="1559682" y="182291"/>
                  <a:pt x="1569416" y="135403"/>
                  <a:pt x="1574800" y="127865"/>
                </a:cubicBezTo>
                <a:cubicBezTo>
                  <a:pt x="1584079" y="114874"/>
                  <a:pt x="1595383" y="102854"/>
                  <a:pt x="1608667" y="93998"/>
                </a:cubicBezTo>
                <a:cubicBezTo>
                  <a:pt x="1617134" y="88354"/>
                  <a:pt x="1624714" y="81073"/>
                  <a:pt x="1634067" y="77065"/>
                </a:cubicBezTo>
                <a:cubicBezTo>
                  <a:pt x="1644763" y="72481"/>
                  <a:pt x="1656745" y="71795"/>
                  <a:pt x="1667934" y="68598"/>
                </a:cubicBezTo>
                <a:cubicBezTo>
                  <a:pt x="1676515" y="66146"/>
                  <a:pt x="1684867" y="62954"/>
                  <a:pt x="1693334" y="60132"/>
                </a:cubicBezTo>
                <a:cubicBezTo>
                  <a:pt x="1701801" y="62954"/>
                  <a:pt x="1710378" y="65464"/>
                  <a:pt x="1718734" y="68598"/>
                </a:cubicBezTo>
                <a:cubicBezTo>
                  <a:pt x="1732964" y="73934"/>
                  <a:pt x="1746404" y="81533"/>
                  <a:pt x="1761067" y="85532"/>
                </a:cubicBezTo>
                <a:cubicBezTo>
                  <a:pt x="1777629" y="90049"/>
                  <a:pt x="1794934" y="91176"/>
                  <a:pt x="1811867" y="93998"/>
                </a:cubicBezTo>
                <a:cubicBezTo>
                  <a:pt x="1951709" y="140614"/>
                  <a:pt x="1802308" y="93998"/>
                  <a:pt x="2192867" y="93998"/>
                </a:cubicBezTo>
                <a:cubicBezTo>
                  <a:pt x="2232479" y="93998"/>
                  <a:pt x="2271889" y="99643"/>
                  <a:pt x="2311400" y="102465"/>
                </a:cubicBezTo>
                <a:cubicBezTo>
                  <a:pt x="2340956" y="132019"/>
                  <a:pt x="2325810" y="111825"/>
                  <a:pt x="2345267" y="170198"/>
                </a:cubicBezTo>
                <a:lnTo>
                  <a:pt x="2345267" y="170198"/>
                </a:lnTo>
                <a:cubicBezTo>
                  <a:pt x="2367504" y="203554"/>
                  <a:pt x="2367046" y="198040"/>
                  <a:pt x="2379134" y="246398"/>
                </a:cubicBezTo>
                <a:cubicBezTo>
                  <a:pt x="2389536" y="288009"/>
                  <a:pt x="2379372" y="272037"/>
                  <a:pt x="2404534" y="297198"/>
                </a:cubicBezTo>
                <a:cubicBezTo>
                  <a:pt x="2408832" y="314391"/>
                  <a:pt x="2414177" y="339455"/>
                  <a:pt x="2421467" y="356465"/>
                </a:cubicBezTo>
                <a:cubicBezTo>
                  <a:pt x="2426439" y="368066"/>
                  <a:pt x="2433713" y="378613"/>
                  <a:pt x="2438400" y="390332"/>
                </a:cubicBezTo>
                <a:cubicBezTo>
                  <a:pt x="2445029" y="406905"/>
                  <a:pt x="2449690" y="424199"/>
                  <a:pt x="2455334" y="441132"/>
                </a:cubicBezTo>
                <a:cubicBezTo>
                  <a:pt x="2458156" y="449599"/>
                  <a:pt x="2457489" y="460222"/>
                  <a:pt x="2463800" y="466532"/>
                </a:cubicBezTo>
                <a:lnTo>
                  <a:pt x="2480734" y="483465"/>
                </a:lnTo>
                <a:cubicBezTo>
                  <a:pt x="2495487" y="542479"/>
                  <a:pt x="2477255" y="550502"/>
                  <a:pt x="2523067" y="559665"/>
                </a:cubicBezTo>
                <a:cubicBezTo>
                  <a:pt x="2542636" y="563579"/>
                  <a:pt x="2562578" y="565310"/>
                  <a:pt x="2582334" y="568132"/>
                </a:cubicBezTo>
                <a:cubicBezTo>
                  <a:pt x="2587978" y="554021"/>
                  <a:pt x="2592470" y="539392"/>
                  <a:pt x="2599267" y="525798"/>
                </a:cubicBezTo>
                <a:cubicBezTo>
                  <a:pt x="2603818" y="516697"/>
                  <a:pt x="2606416" y="503193"/>
                  <a:pt x="2616200" y="500398"/>
                </a:cubicBezTo>
                <a:cubicBezTo>
                  <a:pt x="2630037" y="496445"/>
                  <a:pt x="2644650" y="505079"/>
                  <a:pt x="2658534" y="508865"/>
                </a:cubicBezTo>
                <a:cubicBezTo>
                  <a:pt x="2776700" y="541092"/>
                  <a:pt x="2648526" y="513636"/>
                  <a:pt x="2751667" y="534265"/>
                </a:cubicBezTo>
                <a:cubicBezTo>
                  <a:pt x="2760134" y="539909"/>
                  <a:pt x="2767089" y="553194"/>
                  <a:pt x="2777067" y="551198"/>
                </a:cubicBezTo>
                <a:cubicBezTo>
                  <a:pt x="2799607" y="546690"/>
                  <a:pt x="2790207" y="510615"/>
                  <a:pt x="2802467" y="500398"/>
                </a:cubicBezTo>
                <a:cubicBezTo>
                  <a:pt x="2814142" y="490669"/>
                  <a:pt x="2830689" y="489109"/>
                  <a:pt x="2844800" y="483465"/>
                </a:cubicBezTo>
                <a:cubicBezTo>
                  <a:pt x="2850047" y="467724"/>
                  <a:pt x="2860098" y="439736"/>
                  <a:pt x="2861734" y="424198"/>
                </a:cubicBezTo>
                <a:cubicBezTo>
                  <a:pt x="2877864" y="270956"/>
                  <a:pt x="2849195" y="339206"/>
                  <a:pt x="2887134" y="263332"/>
                </a:cubicBezTo>
                <a:cubicBezTo>
                  <a:pt x="2889956" y="240754"/>
                  <a:pt x="2890832" y="217847"/>
                  <a:pt x="2895600" y="195598"/>
                </a:cubicBezTo>
                <a:cubicBezTo>
                  <a:pt x="2898803" y="180650"/>
                  <a:pt x="2912295" y="133708"/>
                  <a:pt x="2929467" y="119398"/>
                </a:cubicBezTo>
                <a:cubicBezTo>
                  <a:pt x="2939163" y="111318"/>
                  <a:pt x="2951733" y="107437"/>
                  <a:pt x="2963334" y="102465"/>
                </a:cubicBezTo>
                <a:cubicBezTo>
                  <a:pt x="3026236" y="75507"/>
                  <a:pt x="3157320" y="79339"/>
                  <a:pt x="3183467" y="77065"/>
                </a:cubicBezTo>
                <a:cubicBezTo>
                  <a:pt x="3220156" y="82709"/>
                  <a:pt x="3259415" y="79375"/>
                  <a:pt x="3293534" y="93998"/>
                </a:cubicBezTo>
                <a:cubicBezTo>
                  <a:pt x="3304230" y="98582"/>
                  <a:pt x="3299476" y="116506"/>
                  <a:pt x="3302000" y="127865"/>
                </a:cubicBezTo>
                <a:cubicBezTo>
                  <a:pt x="3303855" y="136211"/>
                  <a:pt x="3314169" y="192947"/>
                  <a:pt x="3318934" y="204065"/>
                </a:cubicBezTo>
                <a:cubicBezTo>
                  <a:pt x="3322942" y="213418"/>
                  <a:pt x="3331316" y="220364"/>
                  <a:pt x="3335867" y="229465"/>
                </a:cubicBezTo>
                <a:cubicBezTo>
                  <a:pt x="3346106" y="249944"/>
                  <a:pt x="3344657" y="267017"/>
                  <a:pt x="3352800" y="288732"/>
                </a:cubicBezTo>
                <a:cubicBezTo>
                  <a:pt x="3357232" y="300550"/>
                  <a:pt x="3365047" y="310879"/>
                  <a:pt x="3369734" y="322598"/>
                </a:cubicBezTo>
                <a:cubicBezTo>
                  <a:pt x="3376363" y="339171"/>
                  <a:pt x="3381023" y="356465"/>
                  <a:pt x="3386667" y="373398"/>
                </a:cubicBezTo>
                <a:cubicBezTo>
                  <a:pt x="3389489" y="381865"/>
                  <a:pt x="3388823" y="392487"/>
                  <a:pt x="3395134" y="398798"/>
                </a:cubicBezTo>
                <a:lnTo>
                  <a:pt x="3412067" y="415732"/>
                </a:lnTo>
                <a:cubicBezTo>
                  <a:pt x="3416800" y="434662"/>
                  <a:pt x="3429224" y="488033"/>
                  <a:pt x="3437467" y="500398"/>
                </a:cubicBezTo>
                <a:cubicBezTo>
                  <a:pt x="3443111" y="508865"/>
                  <a:pt x="3449849" y="516697"/>
                  <a:pt x="3454400" y="525798"/>
                </a:cubicBezTo>
                <a:cubicBezTo>
                  <a:pt x="3458391" y="533780"/>
                  <a:pt x="3457512" y="544058"/>
                  <a:pt x="3462867" y="551198"/>
                </a:cubicBezTo>
                <a:cubicBezTo>
                  <a:pt x="3474841" y="567163"/>
                  <a:pt x="3485253" y="592928"/>
                  <a:pt x="3505200" y="593532"/>
                </a:cubicBezTo>
                <a:lnTo>
                  <a:pt x="3683000" y="576598"/>
                </a:lnTo>
                <a:cubicBezTo>
                  <a:pt x="3674845" y="572973"/>
                  <a:pt x="3708400" y="577057"/>
                  <a:pt x="3708400" y="568132"/>
                </a:cubicBezTo>
                <a:cubicBezTo>
                  <a:pt x="3708400" y="559207"/>
                  <a:pt x="3691467" y="562487"/>
                  <a:pt x="3683000" y="559665"/>
                </a:cubicBezTo>
                <a:cubicBezTo>
                  <a:pt x="3699933" y="552609"/>
                  <a:pt x="3756378" y="527209"/>
                  <a:pt x="3810000" y="525798"/>
                </a:cubicBezTo>
                <a:cubicBezTo>
                  <a:pt x="3856796" y="532483"/>
                  <a:pt x="3980631" y="550528"/>
                  <a:pt x="4004734" y="551198"/>
                </a:cubicBezTo>
                <a:cubicBezTo>
                  <a:pt x="4061227" y="552767"/>
                  <a:pt x="4117623" y="545554"/>
                  <a:pt x="4174067" y="542732"/>
                </a:cubicBezTo>
                <a:cubicBezTo>
                  <a:pt x="4179711" y="537087"/>
                  <a:pt x="4186893" y="532643"/>
                  <a:pt x="4191000" y="525798"/>
                </a:cubicBezTo>
                <a:cubicBezTo>
                  <a:pt x="4195592" y="518145"/>
                  <a:pt x="4195951" y="508601"/>
                  <a:pt x="4199467" y="500398"/>
                </a:cubicBezTo>
                <a:cubicBezTo>
                  <a:pt x="4204439" y="488797"/>
                  <a:pt x="4210756" y="477821"/>
                  <a:pt x="4216400" y="466532"/>
                </a:cubicBezTo>
                <a:cubicBezTo>
                  <a:pt x="4204895" y="328463"/>
                  <a:pt x="4277777" y="166239"/>
                  <a:pt x="4419600" y="110931"/>
                </a:cubicBezTo>
                <a:cubicBezTo>
                  <a:pt x="4561423" y="55623"/>
                  <a:pt x="4936103" y="79651"/>
                  <a:pt x="5067336" y="134684"/>
                </a:cubicBezTo>
                <a:cubicBezTo>
                  <a:pt x="5198569" y="189718"/>
                  <a:pt x="5172434" y="383002"/>
                  <a:pt x="5207000" y="441132"/>
                </a:cubicBezTo>
                <a:cubicBezTo>
                  <a:pt x="5241566" y="499262"/>
                  <a:pt x="5252156" y="469354"/>
                  <a:pt x="5274734" y="483465"/>
                </a:cubicBezTo>
                <a:cubicBezTo>
                  <a:pt x="5286850" y="507697"/>
                  <a:pt x="5285921" y="525798"/>
                  <a:pt x="5317067" y="525798"/>
                </a:cubicBezTo>
                <a:cubicBezTo>
                  <a:pt x="5321058" y="525798"/>
                  <a:pt x="5304367" y="521565"/>
                  <a:pt x="5308600" y="517332"/>
                </a:cubicBezTo>
                <a:cubicBezTo>
                  <a:pt x="5312833" y="513099"/>
                  <a:pt x="5326945" y="506043"/>
                  <a:pt x="5342467" y="500398"/>
                </a:cubicBezTo>
                <a:cubicBezTo>
                  <a:pt x="5357989" y="494754"/>
                  <a:pt x="5382800" y="491580"/>
                  <a:pt x="5401734" y="483465"/>
                </a:cubicBezTo>
                <a:cubicBezTo>
                  <a:pt x="5413335" y="478493"/>
                  <a:pt x="5423195" y="468858"/>
                  <a:pt x="5435600" y="466532"/>
                </a:cubicBezTo>
                <a:cubicBezTo>
                  <a:pt x="5469002" y="460269"/>
                  <a:pt x="5503333" y="460887"/>
                  <a:pt x="5537200" y="458065"/>
                </a:cubicBezTo>
                <a:cubicBezTo>
                  <a:pt x="5552723" y="411497"/>
                  <a:pt x="5536340" y="453220"/>
                  <a:pt x="5562600" y="407265"/>
                </a:cubicBezTo>
                <a:cubicBezTo>
                  <a:pt x="5568862" y="396306"/>
                  <a:pt x="5573272" y="384357"/>
                  <a:pt x="5579534" y="373398"/>
                </a:cubicBezTo>
                <a:cubicBezTo>
                  <a:pt x="5597397" y="342137"/>
                  <a:pt x="5599446" y="351344"/>
                  <a:pt x="5613400" y="314132"/>
                </a:cubicBezTo>
                <a:cubicBezTo>
                  <a:pt x="5617486" y="303236"/>
                  <a:pt x="5619045" y="291554"/>
                  <a:pt x="5621867" y="280265"/>
                </a:cubicBezTo>
                <a:cubicBezTo>
                  <a:pt x="5624689" y="243576"/>
                  <a:pt x="5626035" y="206743"/>
                  <a:pt x="5630334" y="170198"/>
                </a:cubicBezTo>
                <a:cubicBezTo>
                  <a:pt x="5631694" y="158642"/>
                  <a:pt x="5633596" y="146740"/>
                  <a:pt x="5638800" y="136332"/>
                </a:cubicBezTo>
                <a:cubicBezTo>
                  <a:pt x="5643938" y="126055"/>
                  <a:pt x="5687837" y="94782"/>
                  <a:pt x="5689600" y="93998"/>
                </a:cubicBezTo>
                <a:cubicBezTo>
                  <a:pt x="5702750" y="88153"/>
                  <a:pt x="5717823" y="88354"/>
                  <a:pt x="5731934" y="85532"/>
                </a:cubicBezTo>
                <a:cubicBezTo>
                  <a:pt x="5785556" y="88354"/>
                  <a:pt x="5839596" y="86743"/>
                  <a:pt x="5892800" y="93998"/>
                </a:cubicBezTo>
                <a:cubicBezTo>
                  <a:pt x="5902882" y="95373"/>
                  <a:pt x="5910542" y="104231"/>
                  <a:pt x="5918200" y="110932"/>
                </a:cubicBezTo>
                <a:cubicBezTo>
                  <a:pt x="5933219" y="124073"/>
                  <a:pt x="5943929" y="142195"/>
                  <a:pt x="5960534" y="153265"/>
                </a:cubicBezTo>
                <a:cubicBezTo>
                  <a:pt x="5996436" y="177199"/>
                  <a:pt x="5976833" y="165647"/>
                  <a:pt x="6019800" y="187132"/>
                </a:cubicBezTo>
                <a:cubicBezTo>
                  <a:pt x="6022622" y="198421"/>
                  <a:pt x="6023683" y="210303"/>
                  <a:pt x="6028267" y="220998"/>
                </a:cubicBezTo>
                <a:cubicBezTo>
                  <a:pt x="6040295" y="249064"/>
                  <a:pt x="6045326" y="242322"/>
                  <a:pt x="6062134" y="263332"/>
                </a:cubicBezTo>
                <a:cubicBezTo>
                  <a:pt x="6068491" y="271278"/>
                  <a:pt x="6072553" y="280915"/>
                  <a:pt x="6079067" y="288732"/>
                </a:cubicBezTo>
                <a:cubicBezTo>
                  <a:pt x="6086732" y="297930"/>
                  <a:pt x="6097116" y="304681"/>
                  <a:pt x="6104467" y="314132"/>
                </a:cubicBezTo>
                <a:cubicBezTo>
                  <a:pt x="6116962" y="330196"/>
                  <a:pt x="6138334" y="364932"/>
                  <a:pt x="6138334" y="364932"/>
                </a:cubicBezTo>
                <a:cubicBezTo>
                  <a:pt x="6138372" y="365161"/>
                  <a:pt x="6152481" y="453189"/>
                  <a:pt x="6155267" y="458065"/>
                </a:cubicBezTo>
                <a:cubicBezTo>
                  <a:pt x="6160316" y="466900"/>
                  <a:pt x="6172200" y="469354"/>
                  <a:pt x="6180667" y="474998"/>
                </a:cubicBezTo>
                <a:cubicBezTo>
                  <a:pt x="6186311" y="489109"/>
                  <a:pt x="6190060" y="504136"/>
                  <a:pt x="6197600" y="517332"/>
                </a:cubicBezTo>
                <a:cubicBezTo>
                  <a:pt x="6201560" y="524263"/>
                  <a:pt x="6208301" y="529278"/>
                  <a:pt x="6214534" y="534265"/>
                </a:cubicBezTo>
                <a:cubicBezTo>
                  <a:pt x="6272473" y="580615"/>
                  <a:pt x="6313731" y="562268"/>
                  <a:pt x="6409267" y="576598"/>
                </a:cubicBezTo>
                <a:cubicBezTo>
                  <a:pt x="6420556" y="568131"/>
                  <a:pt x="6338712" y="565309"/>
                  <a:pt x="6443134" y="551198"/>
                </a:cubicBezTo>
                <a:cubicBezTo>
                  <a:pt x="6547556" y="537087"/>
                  <a:pt x="6914445" y="496165"/>
                  <a:pt x="7035800" y="491932"/>
                </a:cubicBezTo>
                <a:cubicBezTo>
                  <a:pt x="7157155" y="487699"/>
                  <a:pt x="7002169" y="483522"/>
                  <a:pt x="7171267" y="525798"/>
                </a:cubicBezTo>
                <a:lnTo>
                  <a:pt x="7239000" y="542732"/>
                </a:lnTo>
                <a:cubicBezTo>
                  <a:pt x="7269231" y="541052"/>
                  <a:pt x="7386988" y="568488"/>
                  <a:pt x="7416800" y="508865"/>
                </a:cubicBezTo>
                <a:cubicBezTo>
                  <a:pt x="7423236" y="495994"/>
                  <a:pt x="7422445" y="480643"/>
                  <a:pt x="7425267" y="466532"/>
                </a:cubicBezTo>
                <a:cubicBezTo>
                  <a:pt x="7428089" y="435487"/>
                  <a:pt x="7427202" y="403879"/>
                  <a:pt x="7433734" y="373398"/>
                </a:cubicBezTo>
                <a:cubicBezTo>
                  <a:pt x="7435866" y="363448"/>
                  <a:pt x="7447094" y="357526"/>
                  <a:pt x="7450667" y="347998"/>
                </a:cubicBezTo>
                <a:cubicBezTo>
                  <a:pt x="7455720" y="334524"/>
                  <a:pt x="7455644" y="319626"/>
                  <a:pt x="7459134" y="305665"/>
                </a:cubicBezTo>
                <a:cubicBezTo>
                  <a:pt x="7461298" y="297007"/>
                  <a:pt x="7465148" y="288846"/>
                  <a:pt x="7467600" y="280265"/>
                </a:cubicBezTo>
                <a:cubicBezTo>
                  <a:pt x="7470797" y="269076"/>
                  <a:pt x="7467232" y="253971"/>
                  <a:pt x="7476067" y="246398"/>
                </a:cubicBezTo>
                <a:cubicBezTo>
                  <a:pt x="7489619" y="234782"/>
                  <a:pt x="7526867" y="229465"/>
                  <a:pt x="7526867" y="229465"/>
                </a:cubicBezTo>
                <a:cubicBezTo>
                  <a:pt x="7572019" y="161736"/>
                  <a:pt x="7512759" y="243572"/>
                  <a:pt x="7569200" y="187132"/>
                </a:cubicBezTo>
                <a:cubicBezTo>
                  <a:pt x="7607498" y="148835"/>
                  <a:pt x="7562085" y="169749"/>
                  <a:pt x="7611534" y="153265"/>
                </a:cubicBezTo>
                <a:cubicBezTo>
                  <a:pt x="7622823" y="144798"/>
                  <a:pt x="7636366" y="138705"/>
                  <a:pt x="7645400" y="127865"/>
                </a:cubicBezTo>
                <a:cubicBezTo>
                  <a:pt x="7651113" y="121009"/>
                  <a:pt x="7647556" y="108776"/>
                  <a:pt x="7653867" y="102465"/>
                </a:cubicBezTo>
                <a:cubicBezTo>
                  <a:pt x="7683600" y="72732"/>
                  <a:pt x="7696201" y="79887"/>
                  <a:pt x="7730067" y="68598"/>
                </a:cubicBezTo>
                <a:cubicBezTo>
                  <a:pt x="7811647" y="41405"/>
                  <a:pt x="7731081" y="58552"/>
                  <a:pt x="7823200" y="43198"/>
                </a:cubicBezTo>
                <a:cubicBezTo>
                  <a:pt x="7853926" y="30030"/>
                  <a:pt x="7877333" y="18056"/>
                  <a:pt x="7907867" y="9332"/>
                </a:cubicBezTo>
                <a:cubicBezTo>
                  <a:pt x="7919056" y="6135"/>
                  <a:pt x="7930132" y="1758"/>
                  <a:pt x="7941734" y="865"/>
                </a:cubicBezTo>
                <a:cubicBezTo>
                  <a:pt x="7967059" y="-1083"/>
                  <a:pt x="7992534" y="865"/>
                  <a:pt x="8017934" y="865"/>
                </a:cubicBezTo>
              </a:path>
            </a:pathLst>
          </a:custGeom>
          <a:noFill/>
          <a:ln w="28575">
            <a:solidFill>
              <a:schemeClr val="accent5">
                <a:lumMod val="75000"/>
              </a:schemeClr>
            </a:solidFill>
          </a:ln>
        </p:spPr>
        <p:txBody>
          <a:bodyPr rtlCol="0" anchor="ctr"/>
          <a:lstStyle/>
          <a:p>
            <a:pPr algn="ctr"/>
            <a:endParaRPr lang="en-GB"/>
          </a:p>
        </p:txBody>
      </p:sp>
      <p:grpSp>
        <p:nvGrpSpPr>
          <p:cNvPr id="65" name="Group 64"/>
          <p:cNvGrpSpPr/>
          <p:nvPr/>
        </p:nvGrpSpPr>
        <p:grpSpPr>
          <a:xfrm>
            <a:off x="492851" y="2118117"/>
            <a:ext cx="3049336" cy="542875"/>
            <a:chOff x="660626" y="4421767"/>
            <a:chExt cx="7707750" cy="542875"/>
          </a:xfrm>
        </p:grpSpPr>
        <p:cxnSp>
          <p:nvCxnSpPr>
            <p:cNvPr id="66" name="Straight Connector 65"/>
            <p:cNvCxnSpPr/>
            <p:nvPr/>
          </p:nvCxnSpPr>
          <p:spPr>
            <a:xfrm flipV="1">
              <a:off x="660626" y="4959949"/>
              <a:ext cx="455390" cy="0"/>
            </a:xfrm>
            <a:prstGeom prst="line">
              <a:avLst/>
            </a:prstGeom>
            <a:ln w="28575">
              <a:solidFill>
                <a:srgbClr val="00B050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67" name="Straight Connector 66"/>
            <p:cNvCxnSpPr/>
            <p:nvPr/>
          </p:nvCxnSpPr>
          <p:spPr>
            <a:xfrm flipV="1">
              <a:off x="1526666" y="4959949"/>
              <a:ext cx="455390" cy="0"/>
            </a:xfrm>
            <a:prstGeom prst="line">
              <a:avLst/>
            </a:prstGeom>
            <a:ln w="28575">
              <a:solidFill>
                <a:srgbClr val="00B050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68" name="Straight Connector 67"/>
            <p:cNvCxnSpPr/>
            <p:nvPr/>
          </p:nvCxnSpPr>
          <p:spPr>
            <a:xfrm flipV="1">
              <a:off x="1116016" y="4435724"/>
              <a:ext cx="410650" cy="3973"/>
            </a:xfrm>
            <a:prstGeom prst="line">
              <a:avLst/>
            </a:prstGeom>
            <a:ln w="28575">
              <a:solidFill>
                <a:srgbClr val="00B050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69" name="Straight Connector 68"/>
            <p:cNvCxnSpPr/>
            <p:nvPr/>
          </p:nvCxnSpPr>
          <p:spPr>
            <a:xfrm flipV="1">
              <a:off x="1982057" y="4439696"/>
              <a:ext cx="455390" cy="1"/>
            </a:xfrm>
            <a:prstGeom prst="line">
              <a:avLst/>
            </a:prstGeom>
            <a:ln w="28575">
              <a:solidFill>
                <a:srgbClr val="00B050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70" name="Straight Connector 69"/>
            <p:cNvCxnSpPr/>
            <p:nvPr/>
          </p:nvCxnSpPr>
          <p:spPr>
            <a:xfrm>
              <a:off x="1116016" y="4444390"/>
              <a:ext cx="0" cy="520252"/>
            </a:xfrm>
            <a:prstGeom prst="line">
              <a:avLst/>
            </a:prstGeom>
            <a:ln w="28575">
              <a:solidFill>
                <a:srgbClr val="00B050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71" name="Straight Connector 70"/>
            <p:cNvCxnSpPr/>
            <p:nvPr/>
          </p:nvCxnSpPr>
          <p:spPr>
            <a:xfrm>
              <a:off x="1526666" y="4439697"/>
              <a:ext cx="0" cy="520252"/>
            </a:xfrm>
            <a:prstGeom prst="line">
              <a:avLst/>
            </a:prstGeom>
            <a:ln w="28575">
              <a:solidFill>
                <a:srgbClr val="00B050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72" name="Straight Connector 71"/>
            <p:cNvCxnSpPr/>
            <p:nvPr/>
          </p:nvCxnSpPr>
          <p:spPr>
            <a:xfrm>
              <a:off x="1982057" y="4444390"/>
              <a:ext cx="0" cy="520252"/>
            </a:xfrm>
            <a:prstGeom prst="line">
              <a:avLst/>
            </a:prstGeom>
            <a:ln w="28575">
              <a:solidFill>
                <a:srgbClr val="00B050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73" name="Straight Connector 72"/>
            <p:cNvCxnSpPr/>
            <p:nvPr/>
          </p:nvCxnSpPr>
          <p:spPr>
            <a:xfrm>
              <a:off x="3330340" y="4435724"/>
              <a:ext cx="0" cy="520252"/>
            </a:xfrm>
            <a:prstGeom prst="line">
              <a:avLst/>
            </a:prstGeom>
            <a:ln w="28575">
              <a:solidFill>
                <a:srgbClr val="00B050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74" name="Straight Connector 73"/>
            <p:cNvCxnSpPr/>
            <p:nvPr/>
          </p:nvCxnSpPr>
          <p:spPr>
            <a:xfrm flipV="1">
              <a:off x="2892837" y="4955976"/>
              <a:ext cx="455390" cy="0"/>
            </a:xfrm>
            <a:prstGeom prst="line">
              <a:avLst/>
            </a:prstGeom>
            <a:ln w="28575">
              <a:solidFill>
                <a:srgbClr val="00B050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75" name="Straight Connector 74"/>
            <p:cNvCxnSpPr/>
            <p:nvPr/>
          </p:nvCxnSpPr>
          <p:spPr>
            <a:xfrm>
              <a:off x="2892837" y="4444390"/>
              <a:ext cx="0" cy="520252"/>
            </a:xfrm>
            <a:prstGeom prst="line">
              <a:avLst/>
            </a:prstGeom>
            <a:ln w="28575">
              <a:solidFill>
                <a:srgbClr val="00B050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76" name="Straight Connector 75"/>
            <p:cNvCxnSpPr/>
            <p:nvPr/>
          </p:nvCxnSpPr>
          <p:spPr>
            <a:xfrm flipV="1">
              <a:off x="2437447" y="4444390"/>
              <a:ext cx="455390" cy="0"/>
            </a:xfrm>
            <a:prstGeom prst="line">
              <a:avLst/>
            </a:prstGeom>
            <a:ln w="28575">
              <a:solidFill>
                <a:srgbClr val="00B050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77" name="Straight Connector 76"/>
            <p:cNvCxnSpPr/>
            <p:nvPr/>
          </p:nvCxnSpPr>
          <p:spPr>
            <a:xfrm>
              <a:off x="3803617" y="4444390"/>
              <a:ext cx="0" cy="520252"/>
            </a:xfrm>
            <a:prstGeom prst="line">
              <a:avLst/>
            </a:prstGeom>
            <a:ln w="28575">
              <a:solidFill>
                <a:srgbClr val="00B050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78" name="Straight Connector 77"/>
            <p:cNvCxnSpPr/>
            <p:nvPr/>
          </p:nvCxnSpPr>
          <p:spPr>
            <a:xfrm flipV="1">
              <a:off x="3348227" y="4444390"/>
              <a:ext cx="455390" cy="0"/>
            </a:xfrm>
            <a:prstGeom prst="line">
              <a:avLst/>
            </a:prstGeom>
            <a:ln w="28575">
              <a:solidFill>
                <a:srgbClr val="00B050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79" name="Straight Connector 78"/>
            <p:cNvCxnSpPr/>
            <p:nvPr/>
          </p:nvCxnSpPr>
          <p:spPr>
            <a:xfrm flipV="1">
              <a:off x="3803617" y="4947509"/>
              <a:ext cx="455390" cy="0"/>
            </a:xfrm>
            <a:prstGeom prst="line">
              <a:avLst/>
            </a:prstGeom>
            <a:ln w="28575">
              <a:solidFill>
                <a:srgbClr val="00B050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80" name="Straight Connector 79"/>
            <p:cNvCxnSpPr/>
            <p:nvPr/>
          </p:nvCxnSpPr>
          <p:spPr>
            <a:xfrm flipV="1">
              <a:off x="4259007" y="4942019"/>
              <a:ext cx="455390" cy="0"/>
            </a:xfrm>
            <a:prstGeom prst="line">
              <a:avLst/>
            </a:prstGeom>
            <a:ln w="28575">
              <a:solidFill>
                <a:srgbClr val="00B050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81" name="Straight Connector 80"/>
            <p:cNvCxnSpPr/>
            <p:nvPr/>
          </p:nvCxnSpPr>
          <p:spPr>
            <a:xfrm>
              <a:off x="4714397" y="4421767"/>
              <a:ext cx="0" cy="520252"/>
            </a:xfrm>
            <a:prstGeom prst="line">
              <a:avLst/>
            </a:prstGeom>
            <a:ln w="28575">
              <a:solidFill>
                <a:srgbClr val="00B050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82" name="Straight Connector 81"/>
            <p:cNvCxnSpPr/>
            <p:nvPr/>
          </p:nvCxnSpPr>
          <p:spPr>
            <a:xfrm>
              <a:off x="5637263" y="4444390"/>
              <a:ext cx="0" cy="520252"/>
            </a:xfrm>
            <a:prstGeom prst="line">
              <a:avLst/>
            </a:prstGeom>
            <a:ln w="28575">
              <a:solidFill>
                <a:srgbClr val="00B050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83" name="Straight Connector 82"/>
            <p:cNvCxnSpPr/>
            <p:nvPr/>
          </p:nvCxnSpPr>
          <p:spPr>
            <a:xfrm flipV="1">
              <a:off x="4726483" y="4438899"/>
              <a:ext cx="455390" cy="0"/>
            </a:xfrm>
            <a:prstGeom prst="line">
              <a:avLst/>
            </a:prstGeom>
            <a:ln w="28575">
              <a:solidFill>
                <a:srgbClr val="00B050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84" name="Straight Connector 83"/>
            <p:cNvCxnSpPr/>
            <p:nvPr/>
          </p:nvCxnSpPr>
          <p:spPr>
            <a:xfrm flipV="1">
              <a:off x="5181873" y="4433409"/>
              <a:ext cx="455390" cy="0"/>
            </a:xfrm>
            <a:prstGeom prst="line">
              <a:avLst/>
            </a:prstGeom>
            <a:ln w="28575">
              <a:solidFill>
                <a:srgbClr val="00B050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85" name="Straight Connector 84"/>
            <p:cNvCxnSpPr/>
            <p:nvPr/>
          </p:nvCxnSpPr>
          <p:spPr>
            <a:xfrm flipV="1">
              <a:off x="5637263" y="4938895"/>
              <a:ext cx="455390" cy="0"/>
            </a:xfrm>
            <a:prstGeom prst="line">
              <a:avLst/>
            </a:prstGeom>
            <a:ln w="28575">
              <a:solidFill>
                <a:srgbClr val="00B050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86" name="Straight Connector 85"/>
            <p:cNvCxnSpPr/>
            <p:nvPr/>
          </p:nvCxnSpPr>
          <p:spPr>
            <a:xfrm>
              <a:off x="6092653" y="4444390"/>
              <a:ext cx="0" cy="520252"/>
            </a:xfrm>
            <a:prstGeom prst="line">
              <a:avLst/>
            </a:prstGeom>
            <a:ln w="28575">
              <a:solidFill>
                <a:srgbClr val="00B050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87" name="Straight Connector 86"/>
            <p:cNvCxnSpPr/>
            <p:nvPr/>
          </p:nvCxnSpPr>
          <p:spPr>
            <a:xfrm flipV="1">
              <a:off x="6092653" y="4444390"/>
              <a:ext cx="455390" cy="0"/>
            </a:xfrm>
            <a:prstGeom prst="line">
              <a:avLst/>
            </a:prstGeom>
            <a:ln w="28575">
              <a:solidFill>
                <a:srgbClr val="00B050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88" name="Straight Connector 87"/>
            <p:cNvCxnSpPr/>
            <p:nvPr/>
          </p:nvCxnSpPr>
          <p:spPr>
            <a:xfrm>
              <a:off x="6548043" y="4444390"/>
              <a:ext cx="0" cy="520252"/>
            </a:xfrm>
            <a:prstGeom prst="line">
              <a:avLst/>
            </a:prstGeom>
            <a:ln w="28575">
              <a:solidFill>
                <a:srgbClr val="00B050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89" name="Straight Connector 88"/>
            <p:cNvCxnSpPr/>
            <p:nvPr/>
          </p:nvCxnSpPr>
          <p:spPr>
            <a:xfrm flipV="1">
              <a:off x="6546816" y="4944385"/>
              <a:ext cx="455390" cy="0"/>
            </a:xfrm>
            <a:prstGeom prst="line">
              <a:avLst/>
            </a:prstGeom>
            <a:ln w="28575">
              <a:solidFill>
                <a:srgbClr val="00B050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90" name="Straight Connector 89"/>
            <p:cNvCxnSpPr/>
            <p:nvPr/>
          </p:nvCxnSpPr>
          <p:spPr>
            <a:xfrm flipV="1">
              <a:off x="7002206" y="4938895"/>
              <a:ext cx="455390" cy="0"/>
            </a:xfrm>
            <a:prstGeom prst="line">
              <a:avLst/>
            </a:prstGeom>
            <a:ln w="28575">
              <a:solidFill>
                <a:srgbClr val="00B050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91" name="Straight Connector 90"/>
            <p:cNvCxnSpPr/>
            <p:nvPr/>
          </p:nvCxnSpPr>
          <p:spPr>
            <a:xfrm flipV="1">
              <a:off x="7457596" y="4924790"/>
              <a:ext cx="455390" cy="0"/>
            </a:xfrm>
            <a:prstGeom prst="line">
              <a:avLst/>
            </a:prstGeom>
            <a:ln w="28575">
              <a:solidFill>
                <a:srgbClr val="00B050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92" name="Straight Connector 91"/>
            <p:cNvCxnSpPr/>
            <p:nvPr/>
          </p:nvCxnSpPr>
          <p:spPr>
            <a:xfrm>
              <a:off x="7912986" y="4435923"/>
              <a:ext cx="0" cy="520252"/>
            </a:xfrm>
            <a:prstGeom prst="line">
              <a:avLst/>
            </a:prstGeom>
            <a:ln w="28575">
              <a:solidFill>
                <a:srgbClr val="00B050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93" name="Straight Connector 92"/>
            <p:cNvCxnSpPr/>
            <p:nvPr/>
          </p:nvCxnSpPr>
          <p:spPr>
            <a:xfrm flipV="1">
              <a:off x="7912986" y="4421767"/>
              <a:ext cx="455390" cy="0"/>
            </a:xfrm>
            <a:prstGeom prst="line">
              <a:avLst/>
            </a:prstGeom>
            <a:ln w="28575">
              <a:solidFill>
                <a:srgbClr val="00B050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125" name="Group 124"/>
          <p:cNvGrpSpPr/>
          <p:nvPr/>
        </p:nvGrpSpPr>
        <p:grpSpPr>
          <a:xfrm rot="506472">
            <a:off x="4943914" y="4095003"/>
            <a:ext cx="804068" cy="505386"/>
            <a:chOff x="5001372" y="5551528"/>
            <a:chExt cx="1431274" cy="609295"/>
          </a:xfrm>
        </p:grpSpPr>
        <p:sp>
          <p:nvSpPr>
            <p:cNvPr id="126" name="Freeform: Shape 125"/>
            <p:cNvSpPr/>
            <p:nvPr/>
          </p:nvSpPr>
          <p:spPr>
            <a:xfrm>
              <a:off x="5011464" y="5606391"/>
              <a:ext cx="1320800" cy="526115"/>
            </a:xfrm>
            <a:custGeom>
              <a:avLst/>
              <a:gdLst>
                <a:gd name="connsiteX0" fmla="*/ 0 w 1320800"/>
                <a:gd name="connsiteY0" fmla="*/ 51895 h 526115"/>
                <a:gd name="connsiteX1" fmla="*/ 279400 w 1320800"/>
                <a:gd name="connsiteY1" fmla="*/ 51895 h 526115"/>
                <a:gd name="connsiteX2" fmla="*/ 304800 w 1320800"/>
                <a:gd name="connsiteY2" fmla="*/ 60362 h 526115"/>
                <a:gd name="connsiteX3" fmla="*/ 321733 w 1320800"/>
                <a:gd name="connsiteY3" fmla="*/ 94228 h 526115"/>
                <a:gd name="connsiteX4" fmla="*/ 338666 w 1320800"/>
                <a:gd name="connsiteY4" fmla="*/ 111162 h 526115"/>
                <a:gd name="connsiteX5" fmla="*/ 347133 w 1320800"/>
                <a:gd name="connsiteY5" fmla="*/ 136562 h 526115"/>
                <a:gd name="connsiteX6" fmla="*/ 364066 w 1320800"/>
                <a:gd name="connsiteY6" fmla="*/ 170428 h 526115"/>
                <a:gd name="connsiteX7" fmla="*/ 381000 w 1320800"/>
                <a:gd name="connsiteY7" fmla="*/ 322828 h 526115"/>
                <a:gd name="connsiteX8" fmla="*/ 389466 w 1320800"/>
                <a:gd name="connsiteY8" fmla="*/ 356695 h 526115"/>
                <a:gd name="connsiteX9" fmla="*/ 406400 w 1320800"/>
                <a:gd name="connsiteY9" fmla="*/ 373628 h 526115"/>
                <a:gd name="connsiteX10" fmla="*/ 440266 w 1320800"/>
                <a:gd name="connsiteY10" fmla="*/ 415962 h 526115"/>
                <a:gd name="connsiteX11" fmla="*/ 465666 w 1320800"/>
                <a:gd name="connsiteY11" fmla="*/ 424428 h 526115"/>
                <a:gd name="connsiteX12" fmla="*/ 499533 w 1320800"/>
                <a:gd name="connsiteY12" fmla="*/ 458295 h 526115"/>
                <a:gd name="connsiteX13" fmla="*/ 533400 w 1320800"/>
                <a:gd name="connsiteY13" fmla="*/ 492162 h 526115"/>
                <a:gd name="connsiteX14" fmla="*/ 558800 w 1320800"/>
                <a:gd name="connsiteY14" fmla="*/ 517562 h 526115"/>
                <a:gd name="connsiteX15" fmla="*/ 592666 w 1320800"/>
                <a:gd name="connsiteY15" fmla="*/ 526028 h 526115"/>
                <a:gd name="connsiteX16" fmla="*/ 702733 w 1320800"/>
                <a:gd name="connsiteY16" fmla="*/ 509095 h 526115"/>
                <a:gd name="connsiteX17" fmla="*/ 736600 w 1320800"/>
                <a:gd name="connsiteY17" fmla="*/ 500628 h 526115"/>
                <a:gd name="connsiteX18" fmla="*/ 770466 w 1320800"/>
                <a:gd name="connsiteY18" fmla="*/ 483695 h 526115"/>
                <a:gd name="connsiteX19" fmla="*/ 787400 w 1320800"/>
                <a:gd name="connsiteY19" fmla="*/ 415962 h 526115"/>
                <a:gd name="connsiteX20" fmla="*/ 812800 w 1320800"/>
                <a:gd name="connsiteY20" fmla="*/ 348228 h 526115"/>
                <a:gd name="connsiteX21" fmla="*/ 821266 w 1320800"/>
                <a:gd name="connsiteY21" fmla="*/ 288962 h 526115"/>
                <a:gd name="connsiteX22" fmla="*/ 829733 w 1320800"/>
                <a:gd name="connsiteY22" fmla="*/ 178895 h 526115"/>
                <a:gd name="connsiteX23" fmla="*/ 846666 w 1320800"/>
                <a:gd name="connsiteY23" fmla="*/ 145028 h 526115"/>
                <a:gd name="connsiteX24" fmla="*/ 863600 w 1320800"/>
                <a:gd name="connsiteY24" fmla="*/ 85762 h 526115"/>
                <a:gd name="connsiteX25" fmla="*/ 889000 w 1320800"/>
                <a:gd name="connsiteY25" fmla="*/ 77295 h 526115"/>
                <a:gd name="connsiteX26" fmla="*/ 922866 w 1320800"/>
                <a:gd name="connsiteY26" fmla="*/ 60362 h 526115"/>
                <a:gd name="connsiteX27" fmla="*/ 948266 w 1320800"/>
                <a:gd name="connsiteY27" fmla="*/ 43428 h 526115"/>
                <a:gd name="connsiteX28" fmla="*/ 1016000 w 1320800"/>
                <a:gd name="connsiteY28" fmla="*/ 26495 h 526115"/>
                <a:gd name="connsiteX29" fmla="*/ 1202266 w 1320800"/>
                <a:gd name="connsiteY29" fmla="*/ 1095 h 526115"/>
                <a:gd name="connsiteX30" fmla="*/ 1320800 w 1320800"/>
                <a:gd name="connsiteY30" fmla="*/ 1095 h 52611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</a:cxnLst>
              <a:rect l="l" t="t" r="r" b="b"/>
              <a:pathLst>
                <a:path w="1320800" h="526115">
                  <a:moveTo>
                    <a:pt x="0" y="51895"/>
                  </a:moveTo>
                  <a:cubicBezTo>
                    <a:pt x="136182" y="47031"/>
                    <a:pt x="180507" y="27171"/>
                    <a:pt x="279400" y="51895"/>
                  </a:cubicBezTo>
                  <a:cubicBezTo>
                    <a:pt x="288058" y="54060"/>
                    <a:pt x="296333" y="57540"/>
                    <a:pt x="304800" y="60362"/>
                  </a:cubicBezTo>
                  <a:cubicBezTo>
                    <a:pt x="310444" y="71651"/>
                    <a:pt x="314732" y="83727"/>
                    <a:pt x="321733" y="94228"/>
                  </a:cubicBezTo>
                  <a:cubicBezTo>
                    <a:pt x="326161" y="100870"/>
                    <a:pt x="334559" y="104317"/>
                    <a:pt x="338666" y="111162"/>
                  </a:cubicBezTo>
                  <a:cubicBezTo>
                    <a:pt x="343258" y="118815"/>
                    <a:pt x="343617" y="128359"/>
                    <a:pt x="347133" y="136562"/>
                  </a:cubicBezTo>
                  <a:cubicBezTo>
                    <a:pt x="352105" y="148163"/>
                    <a:pt x="358422" y="159139"/>
                    <a:pt x="364066" y="170428"/>
                  </a:cubicBezTo>
                  <a:cubicBezTo>
                    <a:pt x="369711" y="221228"/>
                    <a:pt x="374094" y="272184"/>
                    <a:pt x="381000" y="322828"/>
                  </a:cubicBezTo>
                  <a:cubicBezTo>
                    <a:pt x="382572" y="334358"/>
                    <a:pt x="384262" y="346287"/>
                    <a:pt x="389466" y="356695"/>
                  </a:cubicBezTo>
                  <a:cubicBezTo>
                    <a:pt x="393036" y="363835"/>
                    <a:pt x="401413" y="367395"/>
                    <a:pt x="406400" y="373628"/>
                  </a:cubicBezTo>
                  <a:cubicBezTo>
                    <a:pt x="417048" y="386938"/>
                    <a:pt x="424542" y="406528"/>
                    <a:pt x="440266" y="415962"/>
                  </a:cubicBezTo>
                  <a:cubicBezTo>
                    <a:pt x="447919" y="420554"/>
                    <a:pt x="457199" y="421606"/>
                    <a:pt x="465666" y="424428"/>
                  </a:cubicBezTo>
                  <a:cubicBezTo>
                    <a:pt x="488245" y="492161"/>
                    <a:pt x="454377" y="413139"/>
                    <a:pt x="499533" y="458295"/>
                  </a:cubicBezTo>
                  <a:cubicBezTo>
                    <a:pt x="544689" y="503451"/>
                    <a:pt x="465667" y="469583"/>
                    <a:pt x="533400" y="492162"/>
                  </a:cubicBezTo>
                  <a:cubicBezTo>
                    <a:pt x="541867" y="500629"/>
                    <a:pt x="548404" y="511621"/>
                    <a:pt x="558800" y="517562"/>
                  </a:cubicBezTo>
                  <a:cubicBezTo>
                    <a:pt x="568903" y="523335"/>
                    <a:pt x="581050" y="526711"/>
                    <a:pt x="592666" y="526028"/>
                  </a:cubicBezTo>
                  <a:cubicBezTo>
                    <a:pt x="629723" y="523848"/>
                    <a:pt x="666177" y="515546"/>
                    <a:pt x="702733" y="509095"/>
                  </a:cubicBezTo>
                  <a:cubicBezTo>
                    <a:pt x="714192" y="507073"/>
                    <a:pt x="725704" y="504714"/>
                    <a:pt x="736600" y="500628"/>
                  </a:cubicBezTo>
                  <a:cubicBezTo>
                    <a:pt x="748418" y="496196"/>
                    <a:pt x="759177" y="489339"/>
                    <a:pt x="770466" y="483695"/>
                  </a:cubicBezTo>
                  <a:cubicBezTo>
                    <a:pt x="776111" y="461117"/>
                    <a:pt x="778757" y="437570"/>
                    <a:pt x="787400" y="415962"/>
                  </a:cubicBezTo>
                  <a:cubicBezTo>
                    <a:pt x="807647" y="365342"/>
                    <a:pt x="799527" y="388046"/>
                    <a:pt x="812800" y="348228"/>
                  </a:cubicBezTo>
                  <a:cubicBezTo>
                    <a:pt x="815622" y="328473"/>
                    <a:pt x="819280" y="308819"/>
                    <a:pt x="821266" y="288962"/>
                  </a:cubicBezTo>
                  <a:cubicBezTo>
                    <a:pt x="824927" y="252347"/>
                    <a:pt x="823338" y="215132"/>
                    <a:pt x="829733" y="178895"/>
                  </a:cubicBezTo>
                  <a:cubicBezTo>
                    <a:pt x="831926" y="166466"/>
                    <a:pt x="842234" y="156846"/>
                    <a:pt x="846666" y="145028"/>
                  </a:cubicBezTo>
                  <a:cubicBezTo>
                    <a:pt x="846798" y="144676"/>
                    <a:pt x="859506" y="89856"/>
                    <a:pt x="863600" y="85762"/>
                  </a:cubicBezTo>
                  <a:cubicBezTo>
                    <a:pt x="869911" y="79451"/>
                    <a:pt x="880797" y="80811"/>
                    <a:pt x="889000" y="77295"/>
                  </a:cubicBezTo>
                  <a:cubicBezTo>
                    <a:pt x="900601" y="72323"/>
                    <a:pt x="911908" y="66624"/>
                    <a:pt x="922866" y="60362"/>
                  </a:cubicBezTo>
                  <a:cubicBezTo>
                    <a:pt x="931701" y="55313"/>
                    <a:pt x="939164" y="47979"/>
                    <a:pt x="948266" y="43428"/>
                  </a:cubicBezTo>
                  <a:cubicBezTo>
                    <a:pt x="966418" y="34352"/>
                    <a:pt x="998617" y="30358"/>
                    <a:pt x="1016000" y="26495"/>
                  </a:cubicBezTo>
                  <a:cubicBezTo>
                    <a:pt x="1102608" y="7248"/>
                    <a:pt x="1024438" y="12209"/>
                    <a:pt x="1202266" y="1095"/>
                  </a:cubicBezTo>
                  <a:cubicBezTo>
                    <a:pt x="1241700" y="-1370"/>
                    <a:pt x="1281289" y="1095"/>
                    <a:pt x="1320800" y="1095"/>
                  </a:cubicBezTo>
                </a:path>
              </a:pathLst>
            </a:custGeom>
            <a:noFill/>
            <a:ln w="19050">
              <a:solidFill>
                <a:srgbClr val="00FF99"/>
              </a:solidFill>
            </a:ln>
          </p:spPr>
          <p:txBody>
            <a:bodyPr rtlCol="0" anchor="ctr"/>
            <a:lstStyle/>
            <a:p>
              <a:pPr algn="ctr"/>
              <a:endParaRPr lang="en-GB"/>
            </a:p>
          </p:txBody>
        </p:sp>
        <p:sp>
          <p:nvSpPr>
            <p:cNvPr id="127" name="Freeform: Shape 126"/>
            <p:cNvSpPr/>
            <p:nvPr/>
          </p:nvSpPr>
          <p:spPr>
            <a:xfrm>
              <a:off x="5069106" y="5643288"/>
              <a:ext cx="1202266" cy="509068"/>
            </a:xfrm>
            <a:custGeom>
              <a:avLst/>
              <a:gdLst>
                <a:gd name="connsiteX0" fmla="*/ 0 w 1202266"/>
                <a:gd name="connsiteY0" fmla="*/ 68802 h 509068"/>
                <a:gd name="connsiteX1" fmla="*/ 177800 w 1202266"/>
                <a:gd name="connsiteY1" fmla="*/ 60335 h 509068"/>
                <a:gd name="connsiteX2" fmla="*/ 203200 w 1202266"/>
                <a:gd name="connsiteY2" fmla="*/ 111135 h 509068"/>
                <a:gd name="connsiteX3" fmla="*/ 228600 w 1202266"/>
                <a:gd name="connsiteY3" fmla="*/ 119602 h 509068"/>
                <a:gd name="connsiteX4" fmla="*/ 237066 w 1202266"/>
                <a:gd name="connsiteY4" fmla="*/ 145002 h 509068"/>
                <a:gd name="connsiteX5" fmla="*/ 296333 w 1202266"/>
                <a:gd name="connsiteY5" fmla="*/ 161935 h 509068"/>
                <a:gd name="connsiteX6" fmla="*/ 313266 w 1202266"/>
                <a:gd name="connsiteY6" fmla="*/ 221202 h 509068"/>
                <a:gd name="connsiteX7" fmla="*/ 321733 w 1202266"/>
                <a:gd name="connsiteY7" fmla="*/ 272002 h 509068"/>
                <a:gd name="connsiteX8" fmla="*/ 338666 w 1202266"/>
                <a:gd name="connsiteY8" fmla="*/ 297402 h 509068"/>
                <a:gd name="connsiteX9" fmla="*/ 355600 w 1202266"/>
                <a:gd name="connsiteY9" fmla="*/ 356668 h 509068"/>
                <a:gd name="connsiteX10" fmla="*/ 372533 w 1202266"/>
                <a:gd name="connsiteY10" fmla="*/ 390535 h 509068"/>
                <a:gd name="connsiteX11" fmla="*/ 397933 w 1202266"/>
                <a:gd name="connsiteY11" fmla="*/ 475202 h 509068"/>
                <a:gd name="connsiteX12" fmla="*/ 423333 w 1202266"/>
                <a:gd name="connsiteY12" fmla="*/ 500602 h 509068"/>
                <a:gd name="connsiteX13" fmla="*/ 448733 w 1202266"/>
                <a:gd name="connsiteY13" fmla="*/ 509068 h 509068"/>
                <a:gd name="connsiteX14" fmla="*/ 618066 w 1202266"/>
                <a:gd name="connsiteY14" fmla="*/ 500602 h 509068"/>
                <a:gd name="connsiteX15" fmla="*/ 643466 w 1202266"/>
                <a:gd name="connsiteY15" fmla="*/ 483668 h 509068"/>
                <a:gd name="connsiteX16" fmla="*/ 668866 w 1202266"/>
                <a:gd name="connsiteY16" fmla="*/ 475202 h 509068"/>
                <a:gd name="connsiteX17" fmla="*/ 719666 w 1202266"/>
                <a:gd name="connsiteY17" fmla="*/ 432868 h 509068"/>
                <a:gd name="connsiteX18" fmla="*/ 762000 w 1202266"/>
                <a:gd name="connsiteY18" fmla="*/ 356668 h 509068"/>
                <a:gd name="connsiteX19" fmla="*/ 821266 w 1202266"/>
                <a:gd name="connsiteY19" fmla="*/ 305868 h 509068"/>
                <a:gd name="connsiteX20" fmla="*/ 829733 w 1202266"/>
                <a:gd name="connsiteY20" fmla="*/ 280468 h 509068"/>
                <a:gd name="connsiteX21" fmla="*/ 855133 w 1202266"/>
                <a:gd name="connsiteY21" fmla="*/ 246602 h 509068"/>
                <a:gd name="connsiteX22" fmla="*/ 872066 w 1202266"/>
                <a:gd name="connsiteY22" fmla="*/ 187335 h 509068"/>
                <a:gd name="connsiteX23" fmla="*/ 889000 w 1202266"/>
                <a:gd name="connsiteY23" fmla="*/ 170402 h 509068"/>
                <a:gd name="connsiteX24" fmla="*/ 897466 w 1202266"/>
                <a:gd name="connsiteY24" fmla="*/ 136535 h 509068"/>
                <a:gd name="connsiteX25" fmla="*/ 948266 w 1202266"/>
                <a:gd name="connsiteY25" fmla="*/ 18002 h 509068"/>
                <a:gd name="connsiteX26" fmla="*/ 1007533 w 1202266"/>
                <a:gd name="connsiteY26" fmla="*/ 1068 h 509068"/>
                <a:gd name="connsiteX27" fmla="*/ 1202266 w 1202266"/>
                <a:gd name="connsiteY27" fmla="*/ 1068 h 50906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</a:cxnLst>
              <a:rect l="l" t="t" r="r" b="b"/>
              <a:pathLst>
                <a:path w="1202266" h="509068">
                  <a:moveTo>
                    <a:pt x="0" y="68802"/>
                  </a:moveTo>
                  <a:cubicBezTo>
                    <a:pt x="71352" y="40260"/>
                    <a:pt x="65831" y="35453"/>
                    <a:pt x="177800" y="60335"/>
                  </a:cubicBezTo>
                  <a:cubicBezTo>
                    <a:pt x="197988" y="64821"/>
                    <a:pt x="193002" y="100937"/>
                    <a:pt x="203200" y="111135"/>
                  </a:cubicBezTo>
                  <a:cubicBezTo>
                    <a:pt x="209511" y="117446"/>
                    <a:pt x="220133" y="116780"/>
                    <a:pt x="228600" y="119602"/>
                  </a:cubicBezTo>
                  <a:cubicBezTo>
                    <a:pt x="231422" y="128069"/>
                    <a:pt x="230755" y="138691"/>
                    <a:pt x="237066" y="145002"/>
                  </a:cubicBezTo>
                  <a:cubicBezTo>
                    <a:pt x="241113" y="149049"/>
                    <a:pt x="296043" y="161862"/>
                    <a:pt x="296333" y="161935"/>
                  </a:cubicBezTo>
                  <a:cubicBezTo>
                    <a:pt x="304405" y="186149"/>
                    <a:pt x="307949" y="194616"/>
                    <a:pt x="313266" y="221202"/>
                  </a:cubicBezTo>
                  <a:cubicBezTo>
                    <a:pt x="316633" y="238036"/>
                    <a:pt x="316304" y="255716"/>
                    <a:pt x="321733" y="272002"/>
                  </a:cubicBezTo>
                  <a:cubicBezTo>
                    <a:pt x="324951" y="281655"/>
                    <a:pt x="333022" y="288935"/>
                    <a:pt x="338666" y="297402"/>
                  </a:cubicBezTo>
                  <a:cubicBezTo>
                    <a:pt x="342963" y="314589"/>
                    <a:pt x="348312" y="339662"/>
                    <a:pt x="355600" y="356668"/>
                  </a:cubicBezTo>
                  <a:cubicBezTo>
                    <a:pt x="360572" y="368269"/>
                    <a:pt x="368101" y="378717"/>
                    <a:pt x="372533" y="390535"/>
                  </a:cubicBezTo>
                  <a:cubicBezTo>
                    <a:pt x="379439" y="408951"/>
                    <a:pt x="386355" y="463624"/>
                    <a:pt x="397933" y="475202"/>
                  </a:cubicBezTo>
                  <a:cubicBezTo>
                    <a:pt x="406400" y="483669"/>
                    <a:pt x="413370" y="493960"/>
                    <a:pt x="423333" y="500602"/>
                  </a:cubicBezTo>
                  <a:cubicBezTo>
                    <a:pt x="430759" y="505552"/>
                    <a:pt x="440266" y="506246"/>
                    <a:pt x="448733" y="509068"/>
                  </a:cubicBezTo>
                  <a:cubicBezTo>
                    <a:pt x="505177" y="506246"/>
                    <a:pt x="562026" y="507912"/>
                    <a:pt x="618066" y="500602"/>
                  </a:cubicBezTo>
                  <a:cubicBezTo>
                    <a:pt x="628156" y="499286"/>
                    <a:pt x="634364" y="488219"/>
                    <a:pt x="643466" y="483668"/>
                  </a:cubicBezTo>
                  <a:cubicBezTo>
                    <a:pt x="651448" y="479677"/>
                    <a:pt x="660399" y="478024"/>
                    <a:pt x="668866" y="475202"/>
                  </a:cubicBezTo>
                  <a:cubicBezTo>
                    <a:pt x="684675" y="464662"/>
                    <a:pt x="710079" y="450124"/>
                    <a:pt x="719666" y="432868"/>
                  </a:cubicBezTo>
                  <a:cubicBezTo>
                    <a:pt x="771466" y="339629"/>
                    <a:pt x="703130" y="415538"/>
                    <a:pt x="762000" y="356668"/>
                  </a:cubicBezTo>
                  <a:cubicBezTo>
                    <a:pt x="779468" y="286790"/>
                    <a:pt x="752258" y="355160"/>
                    <a:pt x="821266" y="305868"/>
                  </a:cubicBezTo>
                  <a:cubicBezTo>
                    <a:pt x="828528" y="300681"/>
                    <a:pt x="825305" y="288217"/>
                    <a:pt x="829733" y="280468"/>
                  </a:cubicBezTo>
                  <a:cubicBezTo>
                    <a:pt x="836734" y="268216"/>
                    <a:pt x="846666" y="257891"/>
                    <a:pt x="855133" y="246602"/>
                  </a:cubicBezTo>
                  <a:cubicBezTo>
                    <a:pt x="856713" y="240281"/>
                    <a:pt x="866862" y="196008"/>
                    <a:pt x="872066" y="187335"/>
                  </a:cubicBezTo>
                  <a:cubicBezTo>
                    <a:pt x="876173" y="180490"/>
                    <a:pt x="883355" y="176046"/>
                    <a:pt x="889000" y="170402"/>
                  </a:cubicBezTo>
                  <a:cubicBezTo>
                    <a:pt x="891822" y="159113"/>
                    <a:pt x="894122" y="147681"/>
                    <a:pt x="897466" y="136535"/>
                  </a:cubicBezTo>
                  <a:cubicBezTo>
                    <a:pt x="903173" y="117511"/>
                    <a:pt x="933584" y="22896"/>
                    <a:pt x="948266" y="18002"/>
                  </a:cubicBezTo>
                  <a:cubicBezTo>
                    <a:pt x="961263" y="13669"/>
                    <a:pt x="995572" y="1511"/>
                    <a:pt x="1007533" y="1068"/>
                  </a:cubicBezTo>
                  <a:cubicBezTo>
                    <a:pt x="1072400" y="-1335"/>
                    <a:pt x="1137355" y="1068"/>
                    <a:pt x="1202266" y="1068"/>
                  </a:cubicBezTo>
                </a:path>
              </a:pathLst>
            </a:custGeom>
            <a:noFill/>
            <a:ln w="19050">
              <a:solidFill>
                <a:srgbClr val="00FF99"/>
              </a:solidFill>
            </a:ln>
          </p:spPr>
          <p:txBody>
            <a:bodyPr rtlCol="0" anchor="ctr"/>
            <a:lstStyle/>
            <a:p>
              <a:pPr algn="ctr"/>
              <a:endParaRPr lang="en-GB"/>
            </a:p>
          </p:txBody>
        </p:sp>
        <p:sp>
          <p:nvSpPr>
            <p:cNvPr id="128" name="Freeform: Shape 127"/>
            <p:cNvSpPr/>
            <p:nvPr/>
          </p:nvSpPr>
          <p:spPr>
            <a:xfrm>
              <a:off x="5018306" y="5610490"/>
              <a:ext cx="1295400" cy="482600"/>
            </a:xfrm>
            <a:custGeom>
              <a:avLst/>
              <a:gdLst>
                <a:gd name="connsiteX0" fmla="*/ 0 w 1295400"/>
                <a:gd name="connsiteY0" fmla="*/ 118533 h 482600"/>
                <a:gd name="connsiteX1" fmla="*/ 296333 w 1295400"/>
                <a:gd name="connsiteY1" fmla="*/ 110066 h 482600"/>
                <a:gd name="connsiteX2" fmla="*/ 321733 w 1295400"/>
                <a:gd name="connsiteY2" fmla="*/ 118533 h 482600"/>
                <a:gd name="connsiteX3" fmla="*/ 338666 w 1295400"/>
                <a:gd name="connsiteY3" fmla="*/ 152400 h 482600"/>
                <a:gd name="connsiteX4" fmla="*/ 364066 w 1295400"/>
                <a:gd name="connsiteY4" fmla="*/ 169333 h 482600"/>
                <a:gd name="connsiteX5" fmla="*/ 372533 w 1295400"/>
                <a:gd name="connsiteY5" fmla="*/ 194733 h 482600"/>
                <a:gd name="connsiteX6" fmla="*/ 389466 w 1295400"/>
                <a:gd name="connsiteY6" fmla="*/ 228600 h 482600"/>
                <a:gd name="connsiteX7" fmla="*/ 406400 w 1295400"/>
                <a:gd name="connsiteY7" fmla="*/ 287866 h 482600"/>
                <a:gd name="connsiteX8" fmla="*/ 431800 w 1295400"/>
                <a:gd name="connsiteY8" fmla="*/ 313266 h 482600"/>
                <a:gd name="connsiteX9" fmla="*/ 440266 w 1295400"/>
                <a:gd name="connsiteY9" fmla="*/ 338666 h 482600"/>
                <a:gd name="connsiteX10" fmla="*/ 457200 w 1295400"/>
                <a:gd name="connsiteY10" fmla="*/ 355600 h 482600"/>
                <a:gd name="connsiteX11" fmla="*/ 474133 w 1295400"/>
                <a:gd name="connsiteY11" fmla="*/ 381000 h 482600"/>
                <a:gd name="connsiteX12" fmla="*/ 508000 w 1295400"/>
                <a:gd name="connsiteY12" fmla="*/ 431800 h 482600"/>
                <a:gd name="connsiteX13" fmla="*/ 516466 w 1295400"/>
                <a:gd name="connsiteY13" fmla="*/ 457200 h 482600"/>
                <a:gd name="connsiteX14" fmla="*/ 558800 w 1295400"/>
                <a:gd name="connsiteY14" fmla="*/ 482600 h 482600"/>
                <a:gd name="connsiteX15" fmla="*/ 778933 w 1295400"/>
                <a:gd name="connsiteY15" fmla="*/ 474133 h 482600"/>
                <a:gd name="connsiteX16" fmla="*/ 812800 w 1295400"/>
                <a:gd name="connsiteY16" fmla="*/ 465666 h 482600"/>
                <a:gd name="connsiteX17" fmla="*/ 855133 w 1295400"/>
                <a:gd name="connsiteY17" fmla="*/ 431800 h 482600"/>
                <a:gd name="connsiteX18" fmla="*/ 880533 w 1295400"/>
                <a:gd name="connsiteY18" fmla="*/ 296333 h 482600"/>
                <a:gd name="connsiteX19" fmla="*/ 897466 w 1295400"/>
                <a:gd name="connsiteY19" fmla="*/ 186266 h 482600"/>
                <a:gd name="connsiteX20" fmla="*/ 905933 w 1295400"/>
                <a:gd name="connsiteY20" fmla="*/ 152400 h 482600"/>
                <a:gd name="connsiteX21" fmla="*/ 922866 w 1295400"/>
                <a:gd name="connsiteY21" fmla="*/ 135466 h 482600"/>
                <a:gd name="connsiteX22" fmla="*/ 956733 w 1295400"/>
                <a:gd name="connsiteY22" fmla="*/ 101600 h 482600"/>
                <a:gd name="connsiteX23" fmla="*/ 973666 w 1295400"/>
                <a:gd name="connsiteY23" fmla="*/ 76200 h 482600"/>
                <a:gd name="connsiteX24" fmla="*/ 1016000 w 1295400"/>
                <a:gd name="connsiteY24" fmla="*/ 67733 h 482600"/>
                <a:gd name="connsiteX25" fmla="*/ 1049866 w 1295400"/>
                <a:gd name="connsiteY25" fmla="*/ 59266 h 482600"/>
                <a:gd name="connsiteX26" fmla="*/ 1151466 w 1295400"/>
                <a:gd name="connsiteY26" fmla="*/ 42333 h 482600"/>
                <a:gd name="connsiteX27" fmla="*/ 1236133 w 1295400"/>
                <a:gd name="connsiteY27" fmla="*/ 16933 h 482600"/>
                <a:gd name="connsiteX28" fmla="*/ 1270000 w 1295400"/>
                <a:gd name="connsiteY28" fmla="*/ 8466 h 482600"/>
                <a:gd name="connsiteX29" fmla="*/ 1295400 w 1295400"/>
                <a:gd name="connsiteY29" fmla="*/ 0 h 4826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</a:cxnLst>
              <a:rect l="l" t="t" r="r" b="b"/>
              <a:pathLst>
                <a:path w="1295400" h="482600">
                  <a:moveTo>
                    <a:pt x="0" y="118533"/>
                  </a:moveTo>
                  <a:cubicBezTo>
                    <a:pt x="147517" y="107186"/>
                    <a:pt x="181054" y="90853"/>
                    <a:pt x="296333" y="110066"/>
                  </a:cubicBezTo>
                  <a:cubicBezTo>
                    <a:pt x="305136" y="111533"/>
                    <a:pt x="313266" y="115711"/>
                    <a:pt x="321733" y="118533"/>
                  </a:cubicBezTo>
                  <a:cubicBezTo>
                    <a:pt x="327377" y="129822"/>
                    <a:pt x="330586" y="142704"/>
                    <a:pt x="338666" y="152400"/>
                  </a:cubicBezTo>
                  <a:cubicBezTo>
                    <a:pt x="345180" y="160217"/>
                    <a:pt x="357709" y="161387"/>
                    <a:pt x="364066" y="169333"/>
                  </a:cubicBezTo>
                  <a:cubicBezTo>
                    <a:pt x="369641" y="176302"/>
                    <a:pt x="369017" y="186530"/>
                    <a:pt x="372533" y="194733"/>
                  </a:cubicBezTo>
                  <a:cubicBezTo>
                    <a:pt x="377505" y="206334"/>
                    <a:pt x="385034" y="216782"/>
                    <a:pt x="389466" y="228600"/>
                  </a:cubicBezTo>
                  <a:cubicBezTo>
                    <a:pt x="391885" y="235052"/>
                    <a:pt x="400552" y="279094"/>
                    <a:pt x="406400" y="287866"/>
                  </a:cubicBezTo>
                  <a:cubicBezTo>
                    <a:pt x="413042" y="297829"/>
                    <a:pt x="423333" y="304799"/>
                    <a:pt x="431800" y="313266"/>
                  </a:cubicBezTo>
                  <a:cubicBezTo>
                    <a:pt x="434622" y="321733"/>
                    <a:pt x="435674" y="331013"/>
                    <a:pt x="440266" y="338666"/>
                  </a:cubicBezTo>
                  <a:cubicBezTo>
                    <a:pt x="444373" y="345511"/>
                    <a:pt x="452213" y="349366"/>
                    <a:pt x="457200" y="355600"/>
                  </a:cubicBezTo>
                  <a:cubicBezTo>
                    <a:pt x="463557" y="363546"/>
                    <a:pt x="469582" y="371899"/>
                    <a:pt x="474133" y="381000"/>
                  </a:cubicBezTo>
                  <a:cubicBezTo>
                    <a:pt x="498639" y="430011"/>
                    <a:pt x="459851" y="383651"/>
                    <a:pt x="508000" y="431800"/>
                  </a:cubicBezTo>
                  <a:cubicBezTo>
                    <a:pt x="510822" y="440267"/>
                    <a:pt x="511874" y="449547"/>
                    <a:pt x="516466" y="457200"/>
                  </a:cubicBezTo>
                  <a:cubicBezTo>
                    <a:pt x="528087" y="476569"/>
                    <a:pt x="538823" y="475941"/>
                    <a:pt x="558800" y="482600"/>
                  </a:cubicBezTo>
                  <a:cubicBezTo>
                    <a:pt x="632178" y="479778"/>
                    <a:pt x="705664" y="479018"/>
                    <a:pt x="778933" y="474133"/>
                  </a:cubicBezTo>
                  <a:cubicBezTo>
                    <a:pt x="790544" y="473359"/>
                    <a:pt x="803714" y="472935"/>
                    <a:pt x="812800" y="465666"/>
                  </a:cubicBezTo>
                  <a:cubicBezTo>
                    <a:pt x="873529" y="417082"/>
                    <a:pt x="749262" y="458265"/>
                    <a:pt x="855133" y="431800"/>
                  </a:cubicBezTo>
                  <a:cubicBezTo>
                    <a:pt x="874240" y="374482"/>
                    <a:pt x="866815" y="401506"/>
                    <a:pt x="880533" y="296333"/>
                  </a:cubicBezTo>
                  <a:cubicBezTo>
                    <a:pt x="901772" y="133498"/>
                    <a:pt x="876292" y="260376"/>
                    <a:pt x="897466" y="186266"/>
                  </a:cubicBezTo>
                  <a:cubicBezTo>
                    <a:pt x="900663" y="175078"/>
                    <a:pt x="900729" y="162808"/>
                    <a:pt x="905933" y="152400"/>
                  </a:cubicBezTo>
                  <a:cubicBezTo>
                    <a:pt x="909503" y="145260"/>
                    <a:pt x="917222" y="141111"/>
                    <a:pt x="922866" y="135466"/>
                  </a:cubicBezTo>
                  <a:cubicBezTo>
                    <a:pt x="941340" y="80047"/>
                    <a:pt x="915682" y="134441"/>
                    <a:pt x="956733" y="101600"/>
                  </a:cubicBezTo>
                  <a:cubicBezTo>
                    <a:pt x="964679" y="95243"/>
                    <a:pt x="964831" y="81249"/>
                    <a:pt x="973666" y="76200"/>
                  </a:cubicBezTo>
                  <a:cubicBezTo>
                    <a:pt x="986161" y="69060"/>
                    <a:pt x="1001952" y="70855"/>
                    <a:pt x="1016000" y="67733"/>
                  </a:cubicBezTo>
                  <a:cubicBezTo>
                    <a:pt x="1027359" y="65209"/>
                    <a:pt x="1038429" y="61410"/>
                    <a:pt x="1049866" y="59266"/>
                  </a:cubicBezTo>
                  <a:cubicBezTo>
                    <a:pt x="1083612" y="52939"/>
                    <a:pt x="1117599" y="47977"/>
                    <a:pt x="1151466" y="42333"/>
                  </a:cubicBezTo>
                  <a:cubicBezTo>
                    <a:pt x="1190047" y="29472"/>
                    <a:pt x="1182814" y="31474"/>
                    <a:pt x="1236133" y="16933"/>
                  </a:cubicBezTo>
                  <a:cubicBezTo>
                    <a:pt x="1247359" y="13871"/>
                    <a:pt x="1258811" y="11663"/>
                    <a:pt x="1270000" y="8466"/>
                  </a:cubicBezTo>
                  <a:cubicBezTo>
                    <a:pt x="1278581" y="6014"/>
                    <a:pt x="1295400" y="0"/>
                    <a:pt x="1295400" y="0"/>
                  </a:cubicBezTo>
                </a:path>
              </a:pathLst>
            </a:custGeom>
            <a:noFill/>
            <a:ln w="19050">
              <a:solidFill>
                <a:srgbClr val="00FF99"/>
              </a:solidFill>
            </a:ln>
          </p:spPr>
          <p:txBody>
            <a:bodyPr rtlCol="0" anchor="ctr"/>
            <a:lstStyle/>
            <a:p>
              <a:pPr algn="ctr"/>
              <a:endParaRPr lang="en-GB"/>
            </a:p>
          </p:txBody>
        </p:sp>
        <p:sp>
          <p:nvSpPr>
            <p:cNvPr id="129" name="Freeform: Shape 128"/>
            <p:cNvSpPr/>
            <p:nvPr/>
          </p:nvSpPr>
          <p:spPr>
            <a:xfrm>
              <a:off x="5077572" y="5609296"/>
              <a:ext cx="1227667" cy="492260"/>
            </a:xfrm>
            <a:custGeom>
              <a:avLst/>
              <a:gdLst>
                <a:gd name="connsiteX0" fmla="*/ 0 w 1227667"/>
                <a:gd name="connsiteY0" fmla="*/ 85860 h 492260"/>
                <a:gd name="connsiteX1" fmla="*/ 262467 w 1227667"/>
                <a:gd name="connsiteY1" fmla="*/ 94327 h 492260"/>
                <a:gd name="connsiteX2" fmla="*/ 287867 w 1227667"/>
                <a:gd name="connsiteY2" fmla="*/ 170527 h 492260"/>
                <a:gd name="connsiteX3" fmla="*/ 330200 w 1227667"/>
                <a:gd name="connsiteY3" fmla="*/ 221327 h 492260"/>
                <a:gd name="connsiteX4" fmla="*/ 338667 w 1227667"/>
                <a:gd name="connsiteY4" fmla="*/ 246727 h 492260"/>
                <a:gd name="connsiteX5" fmla="*/ 389467 w 1227667"/>
                <a:gd name="connsiteY5" fmla="*/ 305994 h 492260"/>
                <a:gd name="connsiteX6" fmla="*/ 414867 w 1227667"/>
                <a:gd name="connsiteY6" fmla="*/ 331394 h 492260"/>
                <a:gd name="connsiteX7" fmla="*/ 431800 w 1227667"/>
                <a:gd name="connsiteY7" fmla="*/ 390660 h 492260"/>
                <a:gd name="connsiteX8" fmla="*/ 448734 w 1227667"/>
                <a:gd name="connsiteY8" fmla="*/ 416060 h 492260"/>
                <a:gd name="connsiteX9" fmla="*/ 457200 w 1227667"/>
                <a:gd name="connsiteY9" fmla="*/ 441460 h 492260"/>
                <a:gd name="connsiteX10" fmla="*/ 508000 w 1227667"/>
                <a:gd name="connsiteY10" fmla="*/ 458394 h 492260"/>
                <a:gd name="connsiteX11" fmla="*/ 533400 w 1227667"/>
                <a:gd name="connsiteY11" fmla="*/ 466860 h 492260"/>
                <a:gd name="connsiteX12" fmla="*/ 643467 w 1227667"/>
                <a:gd name="connsiteY12" fmla="*/ 492260 h 492260"/>
                <a:gd name="connsiteX13" fmla="*/ 753534 w 1227667"/>
                <a:gd name="connsiteY13" fmla="*/ 475327 h 492260"/>
                <a:gd name="connsiteX14" fmla="*/ 770467 w 1227667"/>
                <a:gd name="connsiteY14" fmla="*/ 424527 h 492260"/>
                <a:gd name="connsiteX15" fmla="*/ 795867 w 1227667"/>
                <a:gd name="connsiteY15" fmla="*/ 356794 h 492260"/>
                <a:gd name="connsiteX16" fmla="*/ 812800 w 1227667"/>
                <a:gd name="connsiteY16" fmla="*/ 297527 h 492260"/>
                <a:gd name="connsiteX17" fmla="*/ 829734 w 1227667"/>
                <a:gd name="connsiteY17" fmla="*/ 280594 h 492260"/>
                <a:gd name="connsiteX18" fmla="*/ 838200 w 1227667"/>
                <a:gd name="connsiteY18" fmla="*/ 255194 h 492260"/>
                <a:gd name="connsiteX19" fmla="*/ 855134 w 1227667"/>
                <a:gd name="connsiteY19" fmla="*/ 195927 h 492260"/>
                <a:gd name="connsiteX20" fmla="*/ 872067 w 1227667"/>
                <a:gd name="connsiteY20" fmla="*/ 162060 h 492260"/>
                <a:gd name="connsiteX21" fmla="*/ 880534 w 1227667"/>
                <a:gd name="connsiteY21" fmla="*/ 128194 h 492260"/>
                <a:gd name="connsiteX22" fmla="*/ 914400 w 1227667"/>
                <a:gd name="connsiteY22" fmla="*/ 85860 h 492260"/>
                <a:gd name="connsiteX23" fmla="*/ 948267 w 1227667"/>
                <a:gd name="connsiteY23" fmla="*/ 77394 h 492260"/>
                <a:gd name="connsiteX24" fmla="*/ 973667 w 1227667"/>
                <a:gd name="connsiteY24" fmla="*/ 68927 h 492260"/>
                <a:gd name="connsiteX25" fmla="*/ 999067 w 1227667"/>
                <a:gd name="connsiteY25" fmla="*/ 51994 h 492260"/>
                <a:gd name="connsiteX26" fmla="*/ 1049867 w 1227667"/>
                <a:gd name="connsiteY26" fmla="*/ 35060 h 492260"/>
                <a:gd name="connsiteX27" fmla="*/ 1075267 w 1227667"/>
                <a:gd name="connsiteY27" fmla="*/ 26594 h 492260"/>
                <a:gd name="connsiteX28" fmla="*/ 1134534 w 1227667"/>
                <a:gd name="connsiteY28" fmla="*/ 1194 h 492260"/>
                <a:gd name="connsiteX29" fmla="*/ 1143000 w 1227667"/>
                <a:gd name="connsiteY29" fmla="*/ 26594 h 492260"/>
                <a:gd name="connsiteX30" fmla="*/ 1227667 w 1227667"/>
                <a:gd name="connsiteY30" fmla="*/ 35060 h 49226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</a:cxnLst>
              <a:rect l="l" t="t" r="r" b="b"/>
              <a:pathLst>
                <a:path w="1227667" h="492260">
                  <a:moveTo>
                    <a:pt x="0" y="85860"/>
                  </a:moveTo>
                  <a:cubicBezTo>
                    <a:pt x="87489" y="88682"/>
                    <a:pt x="178489" y="69628"/>
                    <a:pt x="262467" y="94327"/>
                  </a:cubicBezTo>
                  <a:cubicBezTo>
                    <a:pt x="288153" y="101882"/>
                    <a:pt x="273016" y="148250"/>
                    <a:pt x="287867" y="170527"/>
                  </a:cubicBezTo>
                  <a:cubicBezTo>
                    <a:pt x="311442" y="205890"/>
                    <a:pt x="297605" y="188732"/>
                    <a:pt x="330200" y="221327"/>
                  </a:cubicBezTo>
                  <a:cubicBezTo>
                    <a:pt x="333022" y="229794"/>
                    <a:pt x="334676" y="238745"/>
                    <a:pt x="338667" y="246727"/>
                  </a:cubicBezTo>
                  <a:cubicBezTo>
                    <a:pt x="351562" y="272517"/>
                    <a:pt x="368634" y="285161"/>
                    <a:pt x="389467" y="305994"/>
                  </a:cubicBezTo>
                  <a:lnTo>
                    <a:pt x="414867" y="331394"/>
                  </a:lnTo>
                  <a:cubicBezTo>
                    <a:pt x="417578" y="342238"/>
                    <a:pt x="425729" y="378519"/>
                    <a:pt x="431800" y="390660"/>
                  </a:cubicBezTo>
                  <a:cubicBezTo>
                    <a:pt x="436351" y="399762"/>
                    <a:pt x="443089" y="407593"/>
                    <a:pt x="448734" y="416060"/>
                  </a:cubicBezTo>
                  <a:cubicBezTo>
                    <a:pt x="451556" y="424527"/>
                    <a:pt x="449938" y="436273"/>
                    <a:pt x="457200" y="441460"/>
                  </a:cubicBezTo>
                  <a:cubicBezTo>
                    <a:pt x="471724" y="451835"/>
                    <a:pt x="491067" y="452750"/>
                    <a:pt x="508000" y="458394"/>
                  </a:cubicBezTo>
                  <a:cubicBezTo>
                    <a:pt x="516467" y="461216"/>
                    <a:pt x="524688" y="464924"/>
                    <a:pt x="533400" y="466860"/>
                  </a:cubicBezTo>
                  <a:cubicBezTo>
                    <a:pt x="620959" y="486318"/>
                    <a:pt x="584357" y="477484"/>
                    <a:pt x="643467" y="492260"/>
                  </a:cubicBezTo>
                  <a:cubicBezTo>
                    <a:pt x="680156" y="486616"/>
                    <a:pt x="720780" y="492795"/>
                    <a:pt x="753534" y="475327"/>
                  </a:cubicBezTo>
                  <a:cubicBezTo>
                    <a:pt x="769283" y="466927"/>
                    <a:pt x="766138" y="441843"/>
                    <a:pt x="770467" y="424527"/>
                  </a:cubicBezTo>
                  <a:cubicBezTo>
                    <a:pt x="792201" y="337595"/>
                    <a:pt x="762661" y="445343"/>
                    <a:pt x="795867" y="356794"/>
                  </a:cubicBezTo>
                  <a:cubicBezTo>
                    <a:pt x="799554" y="346962"/>
                    <a:pt x="805981" y="308893"/>
                    <a:pt x="812800" y="297527"/>
                  </a:cubicBezTo>
                  <a:cubicBezTo>
                    <a:pt x="816907" y="290682"/>
                    <a:pt x="824089" y="286238"/>
                    <a:pt x="829734" y="280594"/>
                  </a:cubicBezTo>
                  <a:cubicBezTo>
                    <a:pt x="832556" y="272127"/>
                    <a:pt x="835748" y="263775"/>
                    <a:pt x="838200" y="255194"/>
                  </a:cubicBezTo>
                  <a:cubicBezTo>
                    <a:pt x="844338" y="233710"/>
                    <a:pt x="846433" y="216228"/>
                    <a:pt x="855134" y="195927"/>
                  </a:cubicBezTo>
                  <a:cubicBezTo>
                    <a:pt x="860106" y="184326"/>
                    <a:pt x="867635" y="173878"/>
                    <a:pt x="872067" y="162060"/>
                  </a:cubicBezTo>
                  <a:cubicBezTo>
                    <a:pt x="876153" y="151165"/>
                    <a:pt x="875950" y="138889"/>
                    <a:pt x="880534" y="128194"/>
                  </a:cubicBezTo>
                  <a:cubicBezTo>
                    <a:pt x="883797" y="120581"/>
                    <a:pt x="904470" y="90825"/>
                    <a:pt x="914400" y="85860"/>
                  </a:cubicBezTo>
                  <a:cubicBezTo>
                    <a:pt x="924808" y="80656"/>
                    <a:pt x="937078" y="80591"/>
                    <a:pt x="948267" y="77394"/>
                  </a:cubicBezTo>
                  <a:cubicBezTo>
                    <a:pt x="956848" y="74942"/>
                    <a:pt x="965685" y="72918"/>
                    <a:pt x="973667" y="68927"/>
                  </a:cubicBezTo>
                  <a:cubicBezTo>
                    <a:pt x="982768" y="64376"/>
                    <a:pt x="989768" y="56127"/>
                    <a:pt x="999067" y="51994"/>
                  </a:cubicBezTo>
                  <a:cubicBezTo>
                    <a:pt x="1015378" y="44745"/>
                    <a:pt x="1032934" y="40704"/>
                    <a:pt x="1049867" y="35060"/>
                  </a:cubicBezTo>
                  <a:lnTo>
                    <a:pt x="1075267" y="26594"/>
                  </a:lnTo>
                  <a:cubicBezTo>
                    <a:pt x="1087042" y="18744"/>
                    <a:pt x="1117447" y="-5641"/>
                    <a:pt x="1134534" y="1194"/>
                  </a:cubicBezTo>
                  <a:cubicBezTo>
                    <a:pt x="1142820" y="4509"/>
                    <a:pt x="1136031" y="21019"/>
                    <a:pt x="1143000" y="26594"/>
                  </a:cubicBezTo>
                  <a:cubicBezTo>
                    <a:pt x="1158716" y="39167"/>
                    <a:pt x="1215550" y="35060"/>
                    <a:pt x="1227667" y="35060"/>
                  </a:cubicBezTo>
                </a:path>
              </a:pathLst>
            </a:custGeom>
            <a:noFill/>
            <a:ln w="19050">
              <a:solidFill>
                <a:srgbClr val="00FF99"/>
              </a:solidFill>
            </a:ln>
          </p:spPr>
          <p:txBody>
            <a:bodyPr rtlCol="0" anchor="ctr"/>
            <a:lstStyle/>
            <a:p>
              <a:pPr algn="ctr"/>
              <a:endParaRPr lang="en-GB"/>
            </a:p>
          </p:txBody>
        </p:sp>
        <p:sp>
          <p:nvSpPr>
            <p:cNvPr id="130" name="Freeform: Shape 129"/>
            <p:cNvSpPr/>
            <p:nvPr/>
          </p:nvSpPr>
          <p:spPr>
            <a:xfrm>
              <a:off x="5001372" y="5644356"/>
              <a:ext cx="1431274" cy="508000"/>
            </a:xfrm>
            <a:custGeom>
              <a:avLst/>
              <a:gdLst>
                <a:gd name="connsiteX0" fmla="*/ 0 w 1431274"/>
                <a:gd name="connsiteY0" fmla="*/ 465667 h 508000"/>
                <a:gd name="connsiteX1" fmla="*/ 177800 w 1431274"/>
                <a:gd name="connsiteY1" fmla="*/ 457200 h 508000"/>
                <a:gd name="connsiteX2" fmla="*/ 237067 w 1431274"/>
                <a:gd name="connsiteY2" fmla="*/ 431800 h 508000"/>
                <a:gd name="connsiteX3" fmla="*/ 296334 w 1431274"/>
                <a:gd name="connsiteY3" fmla="*/ 414867 h 508000"/>
                <a:gd name="connsiteX4" fmla="*/ 321734 w 1431274"/>
                <a:gd name="connsiteY4" fmla="*/ 355600 h 508000"/>
                <a:gd name="connsiteX5" fmla="*/ 338667 w 1431274"/>
                <a:gd name="connsiteY5" fmla="*/ 321734 h 508000"/>
                <a:gd name="connsiteX6" fmla="*/ 347134 w 1431274"/>
                <a:gd name="connsiteY6" fmla="*/ 296334 h 508000"/>
                <a:gd name="connsiteX7" fmla="*/ 381000 w 1431274"/>
                <a:gd name="connsiteY7" fmla="*/ 245534 h 508000"/>
                <a:gd name="connsiteX8" fmla="*/ 414867 w 1431274"/>
                <a:gd name="connsiteY8" fmla="*/ 169334 h 508000"/>
                <a:gd name="connsiteX9" fmla="*/ 448734 w 1431274"/>
                <a:gd name="connsiteY9" fmla="*/ 143934 h 508000"/>
                <a:gd name="connsiteX10" fmla="*/ 482600 w 1431274"/>
                <a:gd name="connsiteY10" fmla="*/ 67734 h 508000"/>
                <a:gd name="connsiteX11" fmla="*/ 524934 w 1431274"/>
                <a:gd name="connsiteY11" fmla="*/ 16934 h 508000"/>
                <a:gd name="connsiteX12" fmla="*/ 567267 w 1431274"/>
                <a:gd name="connsiteY12" fmla="*/ 8467 h 508000"/>
                <a:gd name="connsiteX13" fmla="*/ 601134 w 1431274"/>
                <a:gd name="connsiteY13" fmla="*/ 0 h 508000"/>
                <a:gd name="connsiteX14" fmla="*/ 880534 w 1431274"/>
                <a:gd name="connsiteY14" fmla="*/ 8467 h 508000"/>
                <a:gd name="connsiteX15" fmla="*/ 889000 w 1431274"/>
                <a:gd name="connsiteY15" fmla="*/ 33867 h 508000"/>
                <a:gd name="connsiteX16" fmla="*/ 939800 w 1431274"/>
                <a:gd name="connsiteY16" fmla="*/ 76200 h 508000"/>
                <a:gd name="connsiteX17" fmla="*/ 948267 w 1431274"/>
                <a:gd name="connsiteY17" fmla="*/ 110067 h 508000"/>
                <a:gd name="connsiteX18" fmla="*/ 982134 w 1431274"/>
                <a:gd name="connsiteY18" fmla="*/ 152400 h 508000"/>
                <a:gd name="connsiteX19" fmla="*/ 1016000 w 1431274"/>
                <a:gd name="connsiteY19" fmla="*/ 211667 h 508000"/>
                <a:gd name="connsiteX20" fmla="*/ 1041400 w 1431274"/>
                <a:gd name="connsiteY20" fmla="*/ 296334 h 508000"/>
                <a:gd name="connsiteX21" fmla="*/ 1058334 w 1431274"/>
                <a:gd name="connsiteY21" fmla="*/ 321734 h 508000"/>
                <a:gd name="connsiteX22" fmla="*/ 1092200 w 1431274"/>
                <a:gd name="connsiteY22" fmla="*/ 389467 h 508000"/>
                <a:gd name="connsiteX23" fmla="*/ 1134534 w 1431274"/>
                <a:gd name="connsiteY23" fmla="*/ 431800 h 508000"/>
                <a:gd name="connsiteX24" fmla="*/ 1151467 w 1431274"/>
                <a:gd name="connsiteY24" fmla="*/ 465667 h 508000"/>
                <a:gd name="connsiteX25" fmla="*/ 1185334 w 1431274"/>
                <a:gd name="connsiteY25" fmla="*/ 474134 h 508000"/>
                <a:gd name="connsiteX26" fmla="*/ 1210734 w 1431274"/>
                <a:gd name="connsiteY26" fmla="*/ 491067 h 508000"/>
                <a:gd name="connsiteX27" fmla="*/ 1244600 w 1431274"/>
                <a:gd name="connsiteY27" fmla="*/ 508000 h 508000"/>
                <a:gd name="connsiteX28" fmla="*/ 1371600 w 1431274"/>
                <a:gd name="connsiteY28" fmla="*/ 499534 h 508000"/>
                <a:gd name="connsiteX29" fmla="*/ 1397000 w 1431274"/>
                <a:gd name="connsiteY29" fmla="*/ 491067 h 508000"/>
                <a:gd name="connsiteX30" fmla="*/ 1413934 w 1431274"/>
                <a:gd name="connsiteY30" fmla="*/ 482600 h 5080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</a:cxnLst>
              <a:rect l="l" t="t" r="r" b="b"/>
              <a:pathLst>
                <a:path w="1431274" h="508000">
                  <a:moveTo>
                    <a:pt x="0" y="465667"/>
                  </a:moveTo>
                  <a:cubicBezTo>
                    <a:pt x="59267" y="462845"/>
                    <a:pt x="118671" y="462127"/>
                    <a:pt x="177800" y="457200"/>
                  </a:cubicBezTo>
                  <a:cubicBezTo>
                    <a:pt x="194236" y="455830"/>
                    <a:pt x="224828" y="437045"/>
                    <a:pt x="237067" y="431800"/>
                  </a:cubicBezTo>
                  <a:cubicBezTo>
                    <a:pt x="254066" y="424515"/>
                    <a:pt x="279156" y="419162"/>
                    <a:pt x="296334" y="414867"/>
                  </a:cubicBezTo>
                  <a:cubicBezTo>
                    <a:pt x="330649" y="363393"/>
                    <a:pt x="298302" y="418084"/>
                    <a:pt x="321734" y="355600"/>
                  </a:cubicBezTo>
                  <a:cubicBezTo>
                    <a:pt x="326166" y="343782"/>
                    <a:pt x="333695" y="333335"/>
                    <a:pt x="338667" y="321734"/>
                  </a:cubicBezTo>
                  <a:cubicBezTo>
                    <a:pt x="342183" y="313531"/>
                    <a:pt x="342800" y="304136"/>
                    <a:pt x="347134" y="296334"/>
                  </a:cubicBezTo>
                  <a:cubicBezTo>
                    <a:pt x="357017" y="278544"/>
                    <a:pt x="374564" y="264841"/>
                    <a:pt x="381000" y="245534"/>
                  </a:cubicBezTo>
                  <a:cubicBezTo>
                    <a:pt x="389383" y="220386"/>
                    <a:pt x="394742" y="189459"/>
                    <a:pt x="414867" y="169334"/>
                  </a:cubicBezTo>
                  <a:cubicBezTo>
                    <a:pt x="424845" y="159356"/>
                    <a:pt x="437445" y="152401"/>
                    <a:pt x="448734" y="143934"/>
                  </a:cubicBezTo>
                  <a:cubicBezTo>
                    <a:pt x="492417" y="12883"/>
                    <a:pt x="442351" y="148232"/>
                    <a:pt x="482600" y="67734"/>
                  </a:cubicBezTo>
                  <a:cubicBezTo>
                    <a:pt x="498746" y="35442"/>
                    <a:pt x="478841" y="37420"/>
                    <a:pt x="524934" y="16934"/>
                  </a:cubicBezTo>
                  <a:cubicBezTo>
                    <a:pt x="538084" y="11089"/>
                    <a:pt x="553219" y="11589"/>
                    <a:pt x="567267" y="8467"/>
                  </a:cubicBezTo>
                  <a:cubicBezTo>
                    <a:pt x="578626" y="5943"/>
                    <a:pt x="589845" y="2822"/>
                    <a:pt x="601134" y="0"/>
                  </a:cubicBezTo>
                  <a:cubicBezTo>
                    <a:pt x="694267" y="2822"/>
                    <a:pt x="787996" y="-2420"/>
                    <a:pt x="880534" y="8467"/>
                  </a:cubicBezTo>
                  <a:cubicBezTo>
                    <a:pt x="889397" y="9510"/>
                    <a:pt x="884050" y="26441"/>
                    <a:pt x="889000" y="33867"/>
                  </a:cubicBezTo>
                  <a:cubicBezTo>
                    <a:pt x="902038" y="53424"/>
                    <a:pt x="921058" y="63705"/>
                    <a:pt x="939800" y="76200"/>
                  </a:cubicBezTo>
                  <a:cubicBezTo>
                    <a:pt x="942622" y="87489"/>
                    <a:pt x="943683" y="99371"/>
                    <a:pt x="948267" y="110067"/>
                  </a:cubicBezTo>
                  <a:cubicBezTo>
                    <a:pt x="960296" y="138135"/>
                    <a:pt x="965325" y="131389"/>
                    <a:pt x="982134" y="152400"/>
                  </a:cubicBezTo>
                  <a:cubicBezTo>
                    <a:pt x="993694" y="166849"/>
                    <a:pt x="1009865" y="195308"/>
                    <a:pt x="1016000" y="211667"/>
                  </a:cubicBezTo>
                  <a:cubicBezTo>
                    <a:pt x="1026140" y="238708"/>
                    <a:pt x="1024861" y="271527"/>
                    <a:pt x="1041400" y="296334"/>
                  </a:cubicBezTo>
                  <a:lnTo>
                    <a:pt x="1058334" y="321734"/>
                  </a:lnTo>
                  <a:cubicBezTo>
                    <a:pt x="1068287" y="361550"/>
                    <a:pt x="1062165" y="355678"/>
                    <a:pt x="1092200" y="389467"/>
                  </a:cubicBezTo>
                  <a:cubicBezTo>
                    <a:pt x="1105458" y="404382"/>
                    <a:pt x="1134534" y="431800"/>
                    <a:pt x="1134534" y="431800"/>
                  </a:cubicBezTo>
                  <a:cubicBezTo>
                    <a:pt x="1140178" y="443089"/>
                    <a:pt x="1141771" y="457587"/>
                    <a:pt x="1151467" y="465667"/>
                  </a:cubicBezTo>
                  <a:cubicBezTo>
                    <a:pt x="1160406" y="473117"/>
                    <a:pt x="1174638" y="469550"/>
                    <a:pt x="1185334" y="474134"/>
                  </a:cubicBezTo>
                  <a:cubicBezTo>
                    <a:pt x="1194687" y="478142"/>
                    <a:pt x="1201899" y="486019"/>
                    <a:pt x="1210734" y="491067"/>
                  </a:cubicBezTo>
                  <a:cubicBezTo>
                    <a:pt x="1221692" y="497329"/>
                    <a:pt x="1233311" y="502356"/>
                    <a:pt x="1244600" y="508000"/>
                  </a:cubicBezTo>
                  <a:cubicBezTo>
                    <a:pt x="1286933" y="505178"/>
                    <a:pt x="1329432" y="504219"/>
                    <a:pt x="1371600" y="499534"/>
                  </a:cubicBezTo>
                  <a:cubicBezTo>
                    <a:pt x="1380470" y="498548"/>
                    <a:pt x="1388419" y="493519"/>
                    <a:pt x="1397000" y="491067"/>
                  </a:cubicBezTo>
                  <a:cubicBezTo>
                    <a:pt x="1431425" y="481231"/>
                    <a:pt x="1444889" y="482600"/>
                    <a:pt x="1413934" y="482600"/>
                  </a:cubicBezTo>
                </a:path>
              </a:pathLst>
            </a:custGeom>
            <a:noFill/>
            <a:ln w="19050">
              <a:solidFill>
                <a:srgbClr val="00FF99"/>
              </a:solidFill>
            </a:ln>
          </p:spPr>
          <p:txBody>
            <a:bodyPr rtlCol="0" anchor="ctr"/>
            <a:lstStyle/>
            <a:p>
              <a:pPr algn="ctr"/>
              <a:endParaRPr lang="en-GB"/>
            </a:p>
          </p:txBody>
        </p:sp>
        <p:sp>
          <p:nvSpPr>
            <p:cNvPr id="131" name="Freeform: Shape 130"/>
            <p:cNvSpPr/>
            <p:nvPr/>
          </p:nvSpPr>
          <p:spPr>
            <a:xfrm>
              <a:off x="5086039" y="5627423"/>
              <a:ext cx="1286939" cy="533400"/>
            </a:xfrm>
            <a:custGeom>
              <a:avLst/>
              <a:gdLst>
                <a:gd name="connsiteX0" fmla="*/ 0 w 1286939"/>
                <a:gd name="connsiteY0" fmla="*/ 533400 h 533400"/>
                <a:gd name="connsiteX1" fmla="*/ 59267 w 1286939"/>
                <a:gd name="connsiteY1" fmla="*/ 516467 h 533400"/>
                <a:gd name="connsiteX2" fmla="*/ 84667 w 1286939"/>
                <a:gd name="connsiteY2" fmla="*/ 508000 h 533400"/>
                <a:gd name="connsiteX3" fmla="*/ 152400 w 1286939"/>
                <a:gd name="connsiteY3" fmla="*/ 491067 h 533400"/>
                <a:gd name="connsiteX4" fmla="*/ 186267 w 1286939"/>
                <a:gd name="connsiteY4" fmla="*/ 474133 h 533400"/>
                <a:gd name="connsiteX5" fmla="*/ 194733 w 1286939"/>
                <a:gd name="connsiteY5" fmla="*/ 440267 h 533400"/>
                <a:gd name="connsiteX6" fmla="*/ 228600 w 1286939"/>
                <a:gd name="connsiteY6" fmla="*/ 364067 h 533400"/>
                <a:gd name="connsiteX7" fmla="*/ 245533 w 1286939"/>
                <a:gd name="connsiteY7" fmla="*/ 347133 h 533400"/>
                <a:gd name="connsiteX8" fmla="*/ 270933 w 1286939"/>
                <a:gd name="connsiteY8" fmla="*/ 270933 h 533400"/>
                <a:gd name="connsiteX9" fmla="*/ 279400 w 1286939"/>
                <a:gd name="connsiteY9" fmla="*/ 245533 h 533400"/>
                <a:gd name="connsiteX10" fmla="*/ 304800 w 1286939"/>
                <a:gd name="connsiteY10" fmla="*/ 228600 h 533400"/>
                <a:gd name="connsiteX11" fmla="*/ 330200 w 1286939"/>
                <a:gd name="connsiteY11" fmla="*/ 169333 h 533400"/>
                <a:gd name="connsiteX12" fmla="*/ 355600 w 1286939"/>
                <a:gd name="connsiteY12" fmla="*/ 152400 h 533400"/>
                <a:gd name="connsiteX13" fmla="*/ 381000 w 1286939"/>
                <a:gd name="connsiteY13" fmla="*/ 93133 h 533400"/>
                <a:gd name="connsiteX14" fmla="*/ 431800 w 1286939"/>
                <a:gd name="connsiteY14" fmla="*/ 42333 h 533400"/>
                <a:gd name="connsiteX15" fmla="*/ 440267 w 1286939"/>
                <a:gd name="connsiteY15" fmla="*/ 16933 h 533400"/>
                <a:gd name="connsiteX16" fmla="*/ 465667 w 1286939"/>
                <a:gd name="connsiteY16" fmla="*/ 0 h 533400"/>
                <a:gd name="connsiteX17" fmla="*/ 787400 w 1286939"/>
                <a:gd name="connsiteY17" fmla="*/ 8467 h 533400"/>
                <a:gd name="connsiteX18" fmla="*/ 812800 w 1286939"/>
                <a:gd name="connsiteY18" fmla="*/ 25400 h 533400"/>
                <a:gd name="connsiteX19" fmla="*/ 821267 w 1286939"/>
                <a:gd name="connsiteY19" fmla="*/ 59267 h 533400"/>
                <a:gd name="connsiteX20" fmla="*/ 846667 w 1286939"/>
                <a:gd name="connsiteY20" fmla="*/ 93133 h 533400"/>
                <a:gd name="connsiteX21" fmla="*/ 905933 w 1286939"/>
                <a:gd name="connsiteY21" fmla="*/ 143933 h 533400"/>
                <a:gd name="connsiteX22" fmla="*/ 922867 w 1286939"/>
                <a:gd name="connsiteY22" fmla="*/ 169333 h 533400"/>
                <a:gd name="connsiteX23" fmla="*/ 948267 w 1286939"/>
                <a:gd name="connsiteY23" fmla="*/ 203200 h 533400"/>
                <a:gd name="connsiteX24" fmla="*/ 982133 w 1286939"/>
                <a:gd name="connsiteY24" fmla="*/ 237067 h 533400"/>
                <a:gd name="connsiteX25" fmla="*/ 990600 w 1286939"/>
                <a:gd name="connsiteY25" fmla="*/ 279400 h 533400"/>
                <a:gd name="connsiteX26" fmla="*/ 999067 w 1286939"/>
                <a:gd name="connsiteY26" fmla="*/ 330200 h 533400"/>
                <a:gd name="connsiteX27" fmla="*/ 1007533 w 1286939"/>
                <a:gd name="connsiteY27" fmla="*/ 364067 h 533400"/>
                <a:gd name="connsiteX28" fmla="*/ 1058333 w 1286939"/>
                <a:gd name="connsiteY28" fmla="*/ 414867 h 533400"/>
                <a:gd name="connsiteX29" fmla="*/ 1100667 w 1286939"/>
                <a:gd name="connsiteY29" fmla="*/ 440267 h 533400"/>
                <a:gd name="connsiteX30" fmla="*/ 1117600 w 1286939"/>
                <a:gd name="connsiteY30" fmla="*/ 465667 h 533400"/>
                <a:gd name="connsiteX31" fmla="*/ 1151467 w 1286939"/>
                <a:gd name="connsiteY31" fmla="*/ 474133 h 533400"/>
                <a:gd name="connsiteX32" fmla="*/ 1176867 w 1286939"/>
                <a:gd name="connsiteY32" fmla="*/ 482600 h 533400"/>
                <a:gd name="connsiteX33" fmla="*/ 1286933 w 1286939"/>
                <a:gd name="connsiteY33" fmla="*/ 482600 h 5334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</a:cxnLst>
              <a:rect l="l" t="t" r="r" b="b"/>
              <a:pathLst>
                <a:path w="1286939" h="533400">
                  <a:moveTo>
                    <a:pt x="0" y="533400"/>
                  </a:moveTo>
                  <a:lnTo>
                    <a:pt x="59267" y="516467"/>
                  </a:lnTo>
                  <a:cubicBezTo>
                    <a:pt x="67815" y="513903"/>
                    <a:pt x="76057" y="510348"/>
                    <a:pt x="84667" y="508000"/>
                  </a:cubicBezTo>
                  <a:cubicBezTo>
                    <a:pt x="107119" y="501877"/>
                    <a:pt x="152400" y="491067"/>
                    <a:pt x="152400" y="491067"/>
                  </a:cubicBezTo>
                  <a:cubicBezTo>
                    <a:pt x="163689" y="485422"/>
                    <a:pt x="178187" y="483829"/>
                    <a:pt x="186267" y="474133"/>
                  </a:cubicBezTo>
                  <a:cubicBezTo>
                    <a:pt x="193716" y="465194"/>
                    <a:pt x="191389" y="451412"/>
                    <a:pt x="194733" y="440267"/>
                  </a:cubicBezTo>
                  <a:cubicBezTo>
                    <a:pt x="206011" y="402673"/>
                    <a:pt x="206825" y="391287"/>
                    <a:pt x="228600" y="364067"/>
                  </a:cubicBezTo>
                  <a:cubicBezTo>
                    <a:pt x="233587" y="357834"/>
                    <a:pt x="239889" y="352778"/>
                    <a:pt x="245533" y="347133"/>
                  </a:cubicBezTo>
                  <a:cubicBezTo>
                    <a:pt x="259720" y="290388"/>
                    <a:pt x="247022" y="334696"/>
                    <a:pt x="270933" y="270933"/>
                  </a:cubicBezTo>
                  <a:cubicBezTo>
                    <a:pt x="274067" y="262577"/>
                    <a:pt x="273825" y="252502"/>
                    <a:pt x="279400" y="245533"/>
                  </a:cubicBezTo>
                  <a:cubicBezTo>
                    <a:pt x="285757" y="237587"/>
                    <a:pt x="296333" y="234244"/>
                    <a:pt x="304800" y="228600"/>
                  </a:cubicBezTo>
                  <a:cubicBezTo>
                    <a:pt x="310682" y="210956"/>
                    <a:pt x="318577" y="183281"/>
                    <a:pt x="330200" y="169333"/>
                  </a:cubicBezTo>
                  <a:cubicBezTo>
                    <a:pt x="336714" y="161516"/>
                    <a:pt x="347133" y="158044"/>
                    <a:pt x="355600" y="152400"/>
                  </a:cubicBezTo>
                  <a:cubicBezTo>
                    <a:pt x="361717" y="134051"/>
                    <a:pt x="369045" y="108077"/>
                    <a:pt x="381000" y="93133"/>
                  </a:cubicBezTo>
                  <a:cubicBezTo>
                    <a:pt x="395960" y="74433"/>
                    <a:pt x="431800" y="42333"/>
                    <a:pt x="431800" y="42333"/>
                  </a:cubicBezTo>
                  <a:cubicBezTo>
                    <a:pt x="434622" y="33866"/>
                    <a:pt x="434692" y="23902"/>
                    <a:pt x="440267" y="16933"/>
                  </a:cubicBezTo>
                  <a:cubicBezTo>
                    <a:pt x="446624" y="8987"/>
                    <a:pt x="455494" y="248"/>
                    <a:pt x="465667" y="0"/>
                  </a:cubicBezTo>
                  <a:lnTo>
                    <a:pt x="787400" y="8467"/>
                  </a:lnTo>
                  <a:cubicBezTo>
                    <a:pt x="795867" y="14111"/>
                    <a:pt x="807156" y="16933"/>
                    <a:pt x="812800" y="25400"/>
                  </a:cubicBezTo>
                  <a:cubicBezTo>
                    <a:pt x="819255" y="35082"/>
                    <a:pt x="816063" y="48859"/>
                    <a:pt x="821267" y="59267"/>
                  </a:cubicBezTo>
                  <a:cubicBezTo>
                    <a:pt x="827578" y="71888"/>
                    <a:pt x="837633" y="82293"/>
                    <a:pt x="846667" y="93133"/>
                  </a:cubicBezTo>
                  <a:cubicBezTo>
                    <a:pt x="868128" y="118887"/>
                    <a:pt x="876042" y="114042"/>
                    <a:pt x="905933" y="143933"/>
                  </a:cubicBezTo>
                  <a:cubicBezTo>
                    <a:pt x="913128" y="151128"/>
                    <a:pt x="916952" y="161053"/>
                    <a:pt x="922867" y="169333"/>
                  </a:cubicBezTo>
                  <a:cubicBezTo>
                    <a:pt x="931069" y="180816"/>
                    <a:pt x="938975" y="192580"/>
                    <a:pt x="948267" y="203200"/>
                  </a:cubicBezTo>
                  <a:cubicBezTo>
                    <a:pt x="958780" y="215215"/>
                    <a:pt x="970844" y="225778"/>
                    <a:pt x="982133" y="237067"/>
                  </a:cubicBezTo>
                  <a:cubicBezTo>
                    <a:pt x="984955" y="251178"/>
                    <a:pt x="988026" y="265242"/>
                    <a:pt x="990600" y="279400"/>
                  </a:cubicBezTo>
                  <a:cubicBezTo>
                    <a:pt x="993671" y="296290"/>
                    <a:pt x="995700" y="313366"/>
                    <a:pt x="999067" y="330200"/>
                  </a:cubicBezTo>
                  <a:cubicBezTo>
                    <a:pt x="1001349" y="341610"/>
                    <a:pt x="1000860" y="354534"/>
                    <a:pt x="1007533" y="364067"/>
                  </a:cubicBezTo>
                  <a:cubicBezTo>
                    <a:pt x="1021266" y="383686"/>
                    <a:pt x="1041400" y="397934"/>
                    <a:pt x="1058333" y="414867"/>
                  </a:cubicBezTo>
                  <a:cubicBezTo>
                    <a:pt x="1081576" y="438110"/>
                    <a:pt x="1067696" y="429276"/>
                    <a:pt x="1100667" y="440267"/>
                  </a:cubicBezTo>
                  <a:cubicBezTo>
                    <a:pt x="1106311" y="448734"/>
                    <a:pt x="1109133" y="460023"/>
                    <a:pt x="1117600" y="465667"/>
                  </a:cubicBezTo>
                  <a:cubicBezTo>
                    <a:pt x="1127282" y="472122"/>
                    <a:pt x="1140278" y="470936"/>
                    <a:pt x="1151467" y="474133"/>
                  </a:cubicBezTo>
                  <a:cubicBezTo>
                    <a:pt x="1160048" y="476585"/>
                    <a:pt x="1168400" y="479778"/>
                    <a:pt x="1176867" y="482600"/>
                  </a:cubicBezTo>
                  <a:cubicBezTo>
                    <a:pt x="1289747" y="473917"/>
                    <a:pt x="1286933" y="437336"/>
                    <a:pt x="1286933" y="482600"/>
                  </a:cubicBezTo>
                </a:path>
              </a:pathLst>
            </a:custGeom>
            <a:noFill/>
            <a:ln w="19050">
              <a:solidFill>
                <a:srgbClr val="00FF99"/>
              </a:solidFill>
            </a:ln>
          </p:spPr>
          <p:txBody>
            <a:bodyPr rtlCol="0" anchor="ctr"/>
            <a:lstStyle/>
            <a:p>
              <a:pPr algn="ctr"/>
              <a:endParaRPr lang="en-GB"/>
            </a:p>
          </p:txBody>
        </p:sp>
        <p:sp>
          <p:nvSpPr>
            <p:cNvPr id="132" name="Freeform: Shape 131"/>
            <p:cNvSpPr/>
            <p:nvPr/>
          </p:nvSpPr>
          <p:spPr>
            <a:xfrm>
              <a:off x="5069106" y="5661254"/>
              <a:ext cx="1303866" cy="465702"/>
            </a:xfrm>
            <a:custGeom>
              <a:avLst/>
              <a:gdLst>
                <a:gd name="connsiteX0" fmla="*/ 0 w 1303866"/>
                <a:gd name="connsiteY0" fmla="*/ 465702 h 465702"/>
                <a:gd name="connsiteX1" fmla="*/ 84666 w 1303866"/>
                <a:gd name="connsiteY1" fmla="*/ 457236 h 465702"/>
                <a:gd name="connsiteX2" fmla="*/ 143933 w 1303866"/>
                <a:gd name="connsiteY2" fmla="*/ 431836 h 465702"/>
                <a:gd name="connsiteX3" fmla="*/ 211666 w 1303866"/>
                <a:gd name="connsiteY3" fmla="*/ 414902 h 465702"/>
                <a:gd name="connsiteX4" fmla="*/ 228600 w 1303866"/>
                <a:gd name="connsiteY4" fmla="*/ 389502 h 465702"/>
                <a:gd name="connsiteX5" fmla="*/ 237066 w 1303866"/>
                <a:gd name="connsiteY5" fmla="*/ 355636 h 465702"/>
                <a:gd name="connsiteX6" fmla="*/ 262466 w 1303866"/>
                <a:gd name="connsiteY6" fmla="*/ 338702 h 465702"/>
                <a:gd name="connsiteX7" fmla="*/ 296333 w 1303866"/>
                <a:gd name="connsiteY7" fmla="*/ 296369 h 465702"/>
                <a:gd name="connsiteX8" fmla="*/ 330200 w 1303866"/>
                <a:gd name="connsiteY8" fmla="*/ 254036 h 465702"/>
                <a:gd name="connsiteX9" fmla="*/ 364066 w 1303866"/>
                <a:gd name="connsiteY9" fmla="*/ 194769 h 465702"/>
                <a:gd name="connsiteX10" fmla="*/ 406400 w 1303866"/>
                <a:gd name="connsiteY10" fmla="*/ 135502 h 465702"/>
                <a:gd name="connsiteX11" fmla="*/ 440266 w 1303866"/>
                <a:gd name="connsiteY11" fmla="*/ 84702 h 465702"/>
                <a:gd name="connsiteX12" fmla="*/ 465666 w 1303866"/>
                <a:gd name="connsiteY12" fmla="*/ 33902 h 465702"/>
                <a:gd name="connsiteX13" fmla="*/ 491066 w 1303866"/>
                <a:gd name="connsiteY13" fmla="*/ 25436 h 465702"/>
                <a:gd name="connsiteX14" fmla="*/ 508000 w 1303866"/>
                <a:gd name="connsiteY14" fmla="*/ 8502 h 465702"/>
                <a:gd name="connsiteX15" fmla="*/ 541866 w 1303866"/>
                <a:gd name="connsiteY15" fmla="*/ 36 h 465702"/>
                <a:gd name="connsiteX16" fmla="*/ 728133 w 1303866"/>
                <a:gd name="connsiteY16" fmla="*/ 16969 h 465702"/>
                <a:gd name="connsiteX17" fmla="*/ 787400 w 1303866"/>
                <a:gd name="connsiteY17" fmla="*/ 50836 h 465702"/>
                <a:gd name="connsiteX18" fmla="*/ 821266 w 1303866"/>
                <a:gd name="connsiteY18" fmla="*/ 59302 h 465702"/>
                <a:gd name="connsiteX19" fmla="*/ 855133 w 1303866"/>
                <a:gd name="connsiteY19" fmla="*/ 93169 h 465702"/>
                <a:gd name="connsiteX20" fmla="*/ 889000 w 1303866"/>
                <a:gd name="connsiteY20" fmla="*/ 110102 h 465702"/>
                <a:gd name="connsiteX21" fmla="*/ 897466 w 1303866"/>
                <a:gd name="connsiteY21" fmla="*/ 135502 h 465702"/>
                <a:gd name="connsiteX22" fmla="*/ 914400 w 1303866"/>
                <a:gd name="connsiteY22" fmla="*/ 152436 h 465702"/>
                <a:gd name="connsiteX23" fmla="*/ 931333 w 1303866"/>
                <a:gd name="connsiteY23" fmla="*/ 177836 h 465702"/>
                <a:gd name="connsiteX24" fmla="*/ 965200 w 1303866"/>
                <a:gd name="connsiteY24" fmla="*/ 228636 h 465702"/>
                <a:gd name="connsiteX25" fmla="*/ 973666 w 1303866"/>
                <a:gd name="connsiteY25" fmla="*/ 254036 h 465702"/>
                <a:gd name="connsiteX26" fmla="*/ 1016000 w 1303866"/>
                <a:gd name="connsiteY26" fmla="*/ 304836 h 465702"/>
                <a:gd name="connsiteX27" fmla="*/ 1024466 w 1303866"/>
                <a:gd name="connsiteY27" fmla="*/ 338702 h 465702"/>
                <a:gd name="connsiteX28" fmla="*/ 1041400 w 1303866"/>
                <a:gd name="connsiteY28" fmla="*/ 355636 h 465702"/>
                <a:gd name="connsiteX29" fmla="*/ 1058333 w 1303866"/>
                <a:gd name="connsiteY29" fmla="*/ 381036 h 465702"/>
                <a:gd name="connsiteX30" fmla="*/ 1109133 w 1303866"/>
                <a:gd name="connsiteY30" fmla="*/ 406436 h 465702"/>
                <a:gd name="connsiteX31" fmla="*/ 1100666 w 1303866"/>
                <a:gd name="connsiteY31" fmla="*/ 431836 h 465702"/>
                <a:gd name="connsiteX32" fmla="*/ 1143000 w 1303866"/>
                <a:gd name="connsiteY32" fmla="*/ 465702 h 465702"/>
                <a:gd name="connsiteX33" fmla="*/ 1193800 w 1303866"/>
                <a:gd name="connsiteY33" fmla="*/ 457236 h 465702"/>
                <a:gd name="connsiteX34" fmla="*/ 1227666 w 1303866"/>
                <a:gd name="connsiteY34" fmla="*/ 448769 h 465702"/>
                <a:gd name="connsiteX35" fmla="*/ 1303866 w 1303866"/>
                <a:gd name="connsiteY35" fmla="*/ 448769 h 46570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</a:cxnLst>
              <a:rect l="l" t="t" r="r" b="b"/>
              <a:pathLst>
                <a:path w="1303866" h="465702">
                  <a:moveTo>
                    <a:pt x="0" y="465702"/>
                  </a:moveTo>
                  <a:cubicBezTo>
                    <a:pt x="28222" y="462880"/>
                    <a:pt x="56633" y="461549"/>
                    <a:pt x="84666" y="457236"/>
                  </a:cubicBezTo>
                  <a:cubicBezTo>
                    <a:pt x="112139" y="453010"/>
                    <a:pt x="116086" y="441118"/>
                    <a:pt x="143933" y="431836"/>
                  </a:cubicBezTo>
                  <a:cubicBezTo>
                    <a:pt x="166011" y="424476"/>
                    <a:pt x="211666" y="414902"/>
                    <a:pt x="211666" y="414902"/>
                  </a:cubicBezTo>
                  <a:cubicBezTo>
                    <a:pt x="217311" y="406435"/>
                    <a:pt x="224592" y="398855"/>
                    <a:pt x="228600" y="389502"/>
                  </a:cubicBezTo>
                  <a:cubicBezTo>
                    <a:pt x="233184" y="378807"/>
                    <a:pt x="230612" y="365318"/>
                    <a:pt x="237066" y="355636"/>
                  </a:cubicBezTo>
                  <a:cubicBezTo>
                    <a:pt x="242710" y="347169"/>
                    <a:pt x="253999" y="344347"/>
                    <a:pt x="262466" y="338702"/>
                  </a:cubicBezTo>
                  <a:cubicBezTo>
                    <a:pt x="283748" y="274858"/>
                    <a:pt x="252565" y="351078"/>
                    <a:pt x="296333" y="296369"/>
                  </a:cubicBezTo>
                  <a:cubicBezTo>
                    <a:pt x="343071" y="237947"/>
                    <a:pt x="257408" y="302563"/>
                    <a:pt x="330200" y="254036"/>
                  </a:cubicBezTo>
                  <a:cubicBezTo>
                    <a:pt x="352462" y="164982"/>
                    <a:pt x="319230" y="273231"/>
                    <a:pt x="364066" y="194769"/>
                  </a:cubicBezTo>
                  <a:cubicBezTo>
                    <a:pt x="402706" y="127150"/>
                    <a:pt x="330785" y="192213"/>
                    <a:pt x="406400" y="135502"/>
                  </a:cubicBezTo>
                  <a:cubicBezTo>
                    <a:pt x="426529" y="75110"/>
                    <a:pt x="397987" y="148120"/>
                    <a:pt x="440266" y="84702"/>
                  </a:cubicBezTo>
                  <a:cubicBezTo>
                    <a:pt x="457794" y="58410"/>
                    <a:pt x="437120" y="56738"/>
                    <a:pt x="465666" y="33902"/>
                  </a:cubicBezTo>
                  <a:cubicBezTo>
                    <a:pt x="472635" y="28327"/>
                    <a:pt x="482599" y="28258"/>
                    <a:pt x="491066" y="25436"/>
                  </a:cubicBezTo>
                  <a:cubicBezTo>
                    <a:pt x="496711" y="19791"/>
                    <a:pt x="500860" y="12072"/>
                    <a:pt x="508000" y="8502"/>
                  </a:cubicBezTo>
                  <a:cubicBezTo>
                    <a:pt x="518408" y="3298"/>
                    <a:pt x="530239" y="-411"/>
                    <a:pt x="541866" y="36"/>
                  </a:cubicBezTo>
                  <a:cubicBezTo>
                    <a:pt x="604165" y="2432"/>
                    <a:pt x="666044" y="11325"/>
                    <a:pt x="728133" y="16969"/>
                  </a:cubicBezTo>
                  <a:cubicBezTo>
                    <a:pt x="805827" y="42868"/>
                    <a:pt x="684875" y="-425"/>
                    <a:pt x="787400" y="50836"/>
                  </a:cubicBezTo>
                  <a:cubicBezTo>
                    <a:pt x="797808" y="56040"/>
                    <a:pt x="809977" y="56480"/>
                    <a:pt x="821266" y="59302"/>
                  </a:cubicBezTo>
                  <a:cubicBezTo>
                    <a:pt x="832555" y="70591"/>
                    <a:pt x="842361" y="83590"/>
                    <a:pt x="855133" y="93169"/>
                  </a:cubicBezTo>
                  <a:cubicBezTo>
                    <a:pt x="865230" y="100742"/>
                    <a:pt x="880075" y="101177"/>
                    <a:pt x="889000" y="110102"/>
                  </a:cubicBezTo>
                  <a:cubicBezTo>
                    <a:pt x="895311" y="116413"/>
                    <a:pt x="892874" y="127849"/>
                    <a:pt x="897466" y="135502"/>
                  </a:cubicBezTo>
                  <a:cubicBezTo>
                    <a:pt x="901573" y="142347"/>
                    <a:pt x="909413" y="146202"/>
                    <a:pt x="914400" y="152436"/>
                  </a:cubicBezTo>
                  <a:cubicBezTo>
                    <a:pt x="920757" y="160382"/>
                    <a:pt x="926782" y="168735"/>
                    <a:pt x="931333" y="177836"/>
                  </a:cubicBezTo>
                  <a:cubicBezTo>
                    <a:pt x="955839" y="226847"/>
                    <a:pt x="917051" y="180487"/>
                    <a:pt x="965200" y="228636"/>
                  </a:cubicBezTo>
                  <a:cubicBezTo>
                    <a:pt x="968022" y="237103"/>
                    <a:pt x="969675" y="246054"/>
                    <a:pt x="973666" y="254036"/>
                  </a:cubicBezTo>
                  <a:cubicBezTo>
                    <a:pt x="985453" y="277609"/>
                    <a:pt x="997277" y="286113"/>
                    <a:pt x="1016000" y="304836"/>
                  </a:cubicBezTo>
                  <a:cubicBezTo>
                    <a:pt x="1018822" y="316125"/>
                    <a:pt x="1019262" y="328294"/>
                    <a:pt x="1024466" y="338702"/>
                  </a:cubicBezTo>
                  <a:cubicBezTo>
                    <a:pt x="1028036" y="345842"/>
                    <a:pt x="1036413" y="349402"/>
                    <a:pt x="1041400" y="355636"/>
                  </a:cubicBezTo>
                  <a:cubicBezTo>
                    <a:pt x="1047757" y="363582"/>
                    <a:pt x="1051138" y="373841"/>
                    <a:pt x="1058333" y="381036"/>
                  </a:cubicBezTo>
                  <a:cubicBezTo>
                    <a:pt x="1074745" y="397448"/>
                    <a:pt x="1088476" y="399550"/>
                    <a:pt x="1109133" y="406436"/>
                  </a:cubicBezTo>
                  <a:cubicBezTo>
                    <a:pt x="1106311" y="414903"/>
                    <a:pt x="1098916" y="423085"/>
                    <a:pt x="1100666" y="431836"/>
                  </a:cubicBezTo>
                  <a:cubicBezTo>
                    <a:pt x="1102522" y="441115"/>
                    <a:pt x="1139351" y="463269"/>
                    <a:pt x="1143000" y="465702"/>
                  </a:cubicBezTo>
                  <a:cubicBezTo>
                    <a:pt x="1159933" y="462880"/>
                    <a:pt x="1176966" y="460603"/>
                    <a:pt x="1193800" y="457236"/>
                  </a:cubicBezTo>
                  <a:cubicBezTo>
                    <a:pt x="1205210" y="454954"/>
                    <a:pt x="1216064" y="449661"/>
                    <a:pt x="1227666" y="448769"/>
                  </a:cubicBezTo>
                  <a:cubicBezTo>
                    <a:pt x="1252991" y="446821"/>
                    <a:pt x="1278466" y="448769"/>
                    <a:pt x="1303866" y="448769"/>
                  </a:cubicBezTo>
                </a:path>
              </a:pathLst>
            </a:custGeom>
            <a:noFill/>
            <a:ln w="19050">
              <a:solidFill>
                <a:srgbClr val="00FF99"/>
              </a:solidFill>
            </a:ln>
          </p:spPr>
          <p:txBody>
            <a:bodyPr rtlCol="0" anchor="ctr"/>
            <a:lstStyle/>
            <a:p>
              <a:pPr algn="ctr"/>
              <a:endParaRPr lang="en-GB"/>
            </a:p>
          </p:txBody>
        </p:sp>
        <p:sp>
          <p:nvSpPr>
            <p:cNvPr id="133" name="Freeform: Shape 132"/>
            <p:cNvSpPr/>
            <p:nvPr/>
          </p:nvSpPr>
          <p:spPr>
            <a:xfrm>
              <a:off x="5011464" y="5551528"/>
              <a:ext cx="1320800" cy="526115"/>
            </a:xfrm>
            <a:custGeom>
              <a:avLst/>
              <a:gdLst>
                <a:gd name="connsiteX0" fmla="*/ 0 w 1320800"/>
                <a:gd name="connsiteY0" fmla="*/ 51895 h 526115"/>
                <a:gd name="connsiteX1" fmla="*/ 279400 w 1320800"/>
                <a:gd name="connsiteY1" fmla="*/ 51895 h 526115"/>
                <a:gd name="connsiteX2" fmla="*/ 304800 w 1320800"/>
                <a:gd name="connsiteY2" fmla="*/ 60362 h 526115"/>
                <a:gd name="connsiteX3" fmla="*/ 321733 w 1320800"/>
                <a:gd name="connsiteY3" fmla="*/ 94228 h 526115"/>
                <a:gd name="connsiteX4" fmla="*/ 338666 w 1320800"/>
                <a:gd name="connsiteY4" fmla="*/ 111162 h 526115"/>
                <a:gd name="connsiteX5" fmla="*/ 347133 w 1320800"/>
                <a:gd name="connsiteY5" fmla="*/ 136562 h 526115"/>
                <a:gd name="connsiteX6" fmla="*/ 364066 w 1320800"/>
                <a:gd name="connsiteY6" fmla="*/ 170428 h 526115"/>
                <a:gd name="connsiteX7" fmla="*/ 381000 w 1320800"/>
                <a:gd name="connsiteY7" fmla="*/ 322828 h 526115"/>
                <a:gd name="connsiteX8" fmla="*/ 389466 w 1320800"/>
                <a:gd name="connsiteY8" fmla="*/ 356695 h 526115"/>
                <a:gd name="connsiteX9" fmla="*/ 406400 w 1320800"/>
                <a:gd name="connsiteY9" fmla="*/ 373628 h 526115"/>
                <a:gd name="connsiteX10" fmla="*/ 440266 w 1320800"/>
                <a:gd name="connsiteY10" fmla="*/ 415962 h 526115"/>
                <a:gd name="connsiteX11" fmla="*/ 465666 w 1320800"/>
                <a:gd name="connsiteY11" fmla="*/ 424428 h 526115"/>
                <a:gd name="connsiteX12" fmla="*/ 499533 w 1320800"/>
                <a:gd name="connsiteY12" fmla="*/ 458295 h 526115"/>
                <a:gd name="connsiteX13" fmla="*/ 533400 w 1320800"/>
                <a:gd name="connsiteY13" fmla="*/ 492162 h 526115"/>
                <a:gd name="connsiteX14" fmla="*/ 558800 w 1320800"/>
                <a:gd name="connsiteY14" fmla="*/ 517562 h 526115"/>
                <a:gd name="connsiteX15" fmla="*/ 592666 w 1320800"/>
                <a:gd name="connsiteY15" fmla="*/ 526028 h 526115"/>
                <a:gd name="connsiteX16" fmla="*/ 702733 w 1320800"/>
                <a:gd name="connsiteY16" fmla="*/ 509095 h 526115"/>
                <a:gd name="connsiteX17" fmla="*/ 736600 w 1320800"/>
                <a:gd name="connsiteY17" fmla="*/ 500628 h 526115"/>
                <a:gd name="connsiteX18" fmla="*/ 770466 w 1320800"/>
                <a:gd name="connsiteY18" fmla="*/ 483695 h 526115"/>
                <a:gd name="connsiteX19" fmla="*/ 787400 w 1320800"/>
                <a:gd name="connsiteY19" fmla="*/ 415962 h 526115"/>
                <a:gd name="connsiteX20" fmla="*/ 812800 w 1320800"/>
                <a:gd name="connsiteY20" fmla="*/ 348228 h 526115"/>
                <a:gd name="connsiteX21" fmla="*/ 821266 w 1320800"/>
                <a:gd name="connsiteY21" fmla="*/ 288962 h 526115"/>
                <a:gd name="connsiteX22" fmla="*/ 829733 w 1320800"/>
                <a:gd name="connsiteY22" fmla="*/ 178895 h 526115"/>
                <a:gd name="connsiteX23" fmla="*/ 846666 w 1320800"/>
                <a:gd name="connsiteY23" fmla="*/ 145028 h 526115"/>
                <a:gd name="connsiteX24" fmla="*/ 863600 w 1320800"/>
                <a:gd name="connsiteY24" fmla="*/ 85762 h 526115"/>
                <a:gd name="connsiteX25" fmla="*/ 889000 w 1320800"/>
                <a:gd name="connsiteY25" fmla="*/ 77295 h 526115"/>
                <a:gd name="connsiteX26" fmla="*/ 922866 w 1320800"/>
                <a:gd name="connsiteY26" fmla="*/ 60362 h 526115"/>
                <a:gd name="connsiteX27" fmla="*/ 948266 w 1320800"/>
                <a:gd name="connsiteY27" fmla="*/ 43428 h 526115"/>
                <a:gd name="connsiteX28" fmla="*/ 1016000 w 1320800"/>
                <a:gd name="connsiteY28" fmla="*/ 26495 h 526115"/>
                <a:gd name="connsiteX29" fmla="*/ 1202266 w 1320800"/>
                <a:gd name="connsiteY29" fmla="*/ 1095 h 526115"/>
                <a:gd name="connsiteX30" fmla="*/ 1320800 w 1320800"/>
                <a:gd name="connsiteY30" fmla="*/ 1095 h 52611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</a:cxnLst>
              <a:rect l="l" t="t" r="r" b="b"/>
              <a:pathLst>
                <a:path w="1320800" h="526115">
                  <a:moveTo>
                    <a:pt x="0" y="51895"/>
                  </a:moveTo>
                  <a:cubicBezTo>
                    <a:pt x="136182" y="47031"/>
                    <a:pt x="180507" y="27171"/>
                    <a:pt x="279400" y="51895"/>
                  </a:cubicBezTo>
                  <a:cubicBezTo>
                    <a:pt x="288058" y="54060"/>
                    <a:pt x="296333" y="57540"/>
                    <a:pt x="304800" y="60362"/>
                  </a:cubicBezTo>
                  <a:cubicBezTo>
                    <a:pt x="310444" y="71651"/>
                    <a:pt x="314732" y="83727"/>
                    <a:pt x="321733" y="94228"/>
                  </a:cubicBezTo>
                  <a:cubicBezTo>
                    <a:pt x="326161" y="100870"/>
                    <a:pt x="334559" y="104317"/>
                    <a:pt x="338666" y="111162"/>
                  </a:cubicBezTo>
                  <a:cubicBezTo>
                    <a:pt x="343258" y="118815"/>
                    <a:pt x="343617" y="128359"/>
                    <a:pt x="347133" y="136562"/>
                  </a:cubicBezTo>
                  <a:cubicBezTo>
                    <a:pt x="352105" y="148163"/>
                    <a:pt x="358422" y="159139"/>
                    <a:pt x="364066" y="170428"/>
                  </a:cubicBezTo>
                  <a:cubicBezTo>
                    <a:pt x="369711" y="221228"/>
                    <a:pt x="374094" y="272184"/>
                    <a:pt x="381000" y="322828"/>
                  </a:cubicBezTo>
                  <a:cubicBezTo>
                    <a:pt x="382572" y="334358"/>
                    <a:pt x="384262" y="346287"/>
                    <a:pt x="389466" y="356695"/>
                  </a:cubicBezTo>
                  <a:cubicBezTo>
                    <a:pt x="393036" y="363835"/>
                    <a:pt x="401413" y="367395"/>
                    <a:pt x="406400" y="373628"/>
                  </a:cubicBezTo>
                  <a:cubicBezTo>
                    <a:pt x="417048" y="386938"/>
                    <a:pt x="424542" y="406528"/>
                    <a:pt x="440266" y="415962"/>
                  </a:cubicBezTo>
                  <a:cubicBezTo>
                    <a:pt x="447919" y="420554"/>
                    <a:pt x="457199" y="421606"/>
                    <a:pt x="465666" y="424428"/>
                  </a:cubicBezTo>
                  <a:cubicBezTo>
                    <a:pt x="488245" y="492161"/>
                    <a:pt x="454377" y="413139"/>
                    <a:pt x="499533" y="458295"/>
                  </a:cubicBezTo>
                  <a:cubicBezTo>
                    <a:pt x="544689" y="503451"/>
                    <a:pt x="465667" y="469583"/>
                    <a:pt x="533400" y="492162"/>
                  </a:cubicBezTo>
                  <a:cubicBezTo>
                    <a:pt x="541867" y="500629"/>
                    <a:pt x="548404" y="511621"/>
                    <a:pt x="558800" y="517562"/>
                  </a:cubicBezTo>
                  <a:cubicBezTo>
                    <a:pt x="568903" y="523335"/>
                    <a:pt x="581050" y="526711"/>
                    <a:pt x="592666" y="526028"/>
                  </a:cubicBezTo>
                  <a:cubicBezTo>
                    <a:pt x="629723" y="523848"/>
                    <a:pt x="666177" y="515546"/>
                    <a:pt x="702733" y="509095"/>
                  </a:cubicBezTo>
                  <a:cubicBezTo>
                    <a:pt x="714192" y="507073"/>
                    <a:pt x="725704" y="504714"/>
                    <a:pt x="736600" y="500628"/>
                  </a:cubicBezTo>
                  <a:cubicBezTo>
                    <a:pt x="748418" y="496196"/>
                    <a:pt x="759177" y="489339"/>
                    <a:pt x="770466" y="483695"/>
                  </a:cubicBezTo>
                  <a:cubicBezTo>
                    <a:pt x="776111" y="461117"/>
                    <a:pt x="778757" y="437570"/>
                    <a:pt x="787400" y="415962"/>
                  </a:cubicBezTo>
                  <a:cubicBezTo>
                    <a:pt x="807647" y="365342"/>
                    <a:pt x="799527" y="388046"/>
                    <a:pt x="812800" y="348228"/>
                  </a:cubicBezTo>
                  <a:cubicBezTo>
                    <a:pt x="815622" y="328473"/>
                    <a:pt x="819280" y="308819"/>
                    <a:pt x="821266" y="288962"/>
                  </a:cubicBezTo>
                  <a:cubicBezTo>
                    <a:pt x="824927" y="252347"/>
                    <a:pt x="823338" y="215132"/>
                    <a:pt x="829733" y="178895"/>
                  </a:cubicBezTo>
                  <a:cubicBezTo>
                    <a:pt x="831926" y="166466"/>
                    <a:pt x="842234" y="156846"/>
                    <a:pt x="846666" y="145028"/>
                  </a:cubicBezTo>
                  <a:cubicBezTo>
                    <a:pt x="846798" y="144676"/>
                    <a:pt x="859506" y="89856"/>
                    <a:pt x="863600" y="85762"/>
                  </a:cubicBezTo>
                  <a:cubicBezTo>
                    <a:pt x="869911" y="79451"/>
                    <a:pt x="880797" y="80811"/>
                    <a:pt x="889000" y="77295"/>
                  </a:cubicBezTo>
                  <a:cubicBezTo>
                    <a:pt x="900601" y="72323"/>
                    <a:pt x="911908" y="66624"/>
                    <a:pt x="922866" y="60362"/>
                  </a:cubicBezTo>
                  <a:cubicBezTo>
                    <a:pt x="931701" y="55313"/>
                    <a:pt x="939164" y="47979"/>
                    <a:pt x="948266" y="43428"/>
                  </a:cubicBezTo>
                  <a:cubicBezTo>
                    <a:pt x="966418" y="34352"/>
                    <a:pt x="998617" y="30358"/>
                    <a:pt x="1016000" y="26495"/>
                  </a:cubicBezTo>
                  <a:cubicBezTo>
                    <a:pt x="1102608" y="7248"/>
                    <a:pt x="1024438" y="12209"/>
                    <a:pt x="1202266" y="1095"/>
                  </a:cubicBezTo>
                  <a:cubicBezTo>
                    <a:pt x="1241700" y="-1370"/>
                    <a:pt x="1281289" y="1095"/>
                    <a:pt x="1320800" y="1095"/>
                  </a:cubicBezTo>
                </a:path>
              </a:pathLst>
            </a:custGeom>
            <a:noFill/>
            <a:ln w="19050">
              <a:solidFill>
                <a:srgbClr val="00FF99"/>
              </a:solidFill>
            </a:ln>
          </p:spPr>
          <p:txBody>
            <a:bodyPr rtlCol="0" anchor="ctr"/>
            <a:lstStyle/>
            <a:p>
              <a:pPr algn="ctr"/>
              <a:endParaRPr lang="en-GB"/>
            </a:p>
          </p:txBody>
        </p:sp>
        <p:sp>
          <p:nvSpPr>
            <p:cNvPr id="134" name="Freeform: Shape 133"/>
            <p:cNvSpPr/>
            <p:nvPr/>
          </p:nvSpPr>
          <p:spPr>
            <a:xfrm>
              <a:off x="5069106" y="5588425"/>
              <a:ext cx="1202266" cy="509068"/>
            </a:xfrm>
            <a:custGeom>
              <a:avLst/>
              <a:gdLst>
                <a:gd name="connsiteX0" fmla="*/ 0 w 1202266"/>
                <a:gd name="connsiteY0" fmla="*/ 68802 h 509068"/>
                <a:gd name="connsiteX1" fmla="*/ 177800 w 1202266"/>
                <a:gd name="connsiteY1" fmla="*/ 60335 h 509068"/>
                <a:gd name="connsiteX2" fmla="*/ 203200 w 1202266"/>
                <a:gd name="connsiteY2" fmla="*/ 111135 h 509068"/>
                <a:gd name="connsiteX3" fmla="*/ 228600 w 1202266"/>
                <a:gd name="connsiteY3" fmla="*/ 119602 h 509068"/>
                <a:gd name="connsiteX4" fmla="*/ 237066 w 1202266"/>
                <a:gd name="connsiteY4" fmla="*/ 145002 h 509068"/>
                <a:gd name="connsiteX5" fmla="*/ 296333 w 1202266"/>
                <a:gd name="connsiteY5" fmla="*/ 161935 h 509068"/>
                <a:gd name="connsiteX6" fmla="*/ 313266 w 1202266"/>
                <a:gd name="connsiteY6" fmla="*/ 221202 h 509068"/>
                <a:gd name="connsiteX7" fmla="*/ 321733 w 1202266"/>
                <a:gd name="connsiteY7" fmla="*/ 272002 h 509068"/>
                <a:gd name="connsiteX8" fmla="*/ 338666 w 1202266"/>
                <a:gd name="connsiteY8" fmla="*/ 297402 h 509068"/>
                <a:gd name="connsiteX9" fmla="*/ 355600 w 1202266"/>
                <a:gd name="connsiteY9" fmla="*/ 356668 h 509068"/>
                <a:gd name="connsiteX10" fmla="*/ 372533 w 1202266"/>
                <a:gd name="connsiteY10" fmla="*/ 390535 h 509068"/>
                <a:gd name="connsiteX11" fmla="*/ 397933 w 1202266"/>
                <a:gd name="connsiteY11" fmla="*/ 475202 h 509068"/>
                <a:gd name="connsiteX12" fmla="*/ 423333 w 1202266"/>
                <a:gd name="connsiteY12" fmla="*/ 500602 h 509068"/>
                <a:gd name="connsiteX13" fmla="*/ 448733 w 1202266"/>
                <a:gd name="connsiteY13" fmla="*/ 509068 h 509068"/>
                <a:gd name="connsiteX14" fmla="*/ 618066 w 1202266"/>
                <a:gd name="connsiteY14" fmla="*/ 500602 h 509068"/>
                <a:gd name="connsiteX15" fmla="*/ 643466 w 1202266"/>
                <a:gd name="connsiteY15" fmla="*/ 483668 h 509068"/>
                <a:gd name="connsiteX16" fmla="*/ 668866 w 1202266"/>
                <a:gd name="connsiteY16" fmla="*/ 475202 h 509068"/>
                <a:gd name="connsiteX17" fmla="*/ 719666 w 1202266"/>
                <a:gd name="connsiteY17" fmla="*/ 432868 h 509068"/>
                <a:gd name="connsiteX18" fmla="*/ 762000 w 1202266"/>
                <a:gd name="connsiteY18" fmla="*/ 356668 h 509068"/>
                <a:gd name="connsiteX19" fmla="*/ 821266 w 1202266"/>
                <a:gd name="connsiteY19" fmla="*/ 305868 h 509068"/>
                <a:gd name="connsiteX20" fmla="*/ 829733 w 1202266"/>
                <a:gd name="connsiteY20" fmla="*/ 280468 h 509068"/>
                <a:gd name="connsiteX21" fmla="*/ 855133 w 1202266"/>
                <a:gd name="connsiteY21" fmla="*/ 246602 h 509068"/>
                <a:gd name="connsiteX22" fmla="*/ 872066 w 1202266"/>
                <a:gd name="connsiteY22" fmla="*/ 187335 h 509068"/>
                <a:gd name="connsiteX23" fmla="*/ 889000 w 1202266"/>
                <a:gd name="connsiteY23" fmla="*/ 170402 h 509068"/>
                <a:gd name="connsiteX24" fmla="*/ 897466 w 1202266"/>
                <a:gd name="connsiteY24" fmla="*/ 136535 h 509068"/>
                <a:gd name="connsiteX25" fmla="*/ 948266 w 1202266"/>
                <a:gd name="connsiteY25" fmla="*/ 18002 h 509068"/>
                <a:gd name="connsiteX26" fmla="*/ 1007533 w 1202266"/>
                <a:gd name="connsiteY26" fmla="*/ 1068 h 509068"/>
                <a:gd name="connsiteX27" fmla="*/ 1202266 w 1202266"/>
                <a:gd name="connsiteY27" fmla="*/ 1068 h 50906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</a:cxnLst>
              <a:rect l="l" t="t" r="r" b="b"/>
              <a:pathLst>
                <a:path w="1202266" h="509068">
                  <a:moveTo>
                    <a:pt x="0" y="68802"/>
                  </a:moveTo>
                  <a:cubicBezTo>
                    <a:pt x="71352" y="40260"/>
                    <a:pt x="65831" y="35453"/>
                    <a:pt x="177800" y="60335"/>
                  </a:cubicBezTo>
                  <a:cubicBezTo>
                    <a:pt x="197988" y="64821"/>
                    <a:pt x="193002" y="100937"/>
                    <a:pt x="203200" y="111135"/>
                  </a:cubicBezTo>
                  <a:cubicBezTo>
                    <a:pt x="209511" y="117446"/>
                    <a:pt x="220133" y="116780"/>
                    <a:pt x="228600" y="119602"/>
                  </a:cubicBezTo>
                  <a:cubicBezTo>
                    <a:pt x="231422" y="128069"/>
                    <a:pt x="230755" y="138691"/>
                    <a:pt x="237066" y="145002"/>
                  </a:cubicBezTo>
                  <a:cubicBezTo>
                    <a:pt x="241113" y="149049"/>
                    <a:pt x="296043" y="161862"/>
                    <a:pt x="296333" y="161935"/>
                  </a:cubicBezTo>
                  <a:cubicBezTo>
                    <a:pt x="304405" y="186149"/>
                    <a:pt x="307949" y="194616"/>
                    <a:pt x="313266" y="221202"/>
                  </a:cubicBezTo>
                  <a:cubicBezTo>
                    <a:pt x="316633" y="238036"/>
                    <a:pt x="316304" y="255716"/>
                    <a:pt x="321733" y="272002"/>
                  </a:cubicBezTo>
                  <a:cubicBezTo>
                    <a:pt x="324951" y="281655"/>
                    <a:pt x="333022" y="288935"/>
                    <a:pt x="338666" y="297402"/>
                  </a:cubicBezTo>
                  <a:cubicBezTo>
                    <a:pt x="342963" y="314589"/>
                    <a:pt x="348312" y="339662"/>
                    <a:pt x="355600" y="356668"/>
                  </a:cubicBezTo>
                  <a:cubicBezTo>
                    <a:pt x="360572" y="368269"/>
                    <a:pt x="368101" y="378717"/>
                    <a:pt x="372533" y="390535"/>
                  </a:cubicBezTo>
                  <a:cubicBezTo>
                    <a:pt x="379439" y="408951"/>
                    <a:pt x="386355" y="463624"/>
                    <a:pt x="397933" y="475202"/>
                  </a:cubicBezTo>
                  <a:cubicBezTo>
                    <a:pt x="406400" y="483669"/>
                    <a:pt x="413370" y="493960"/>
                    <a:pt x="423333" y="500602"/>
                  </a:cubicBezTo>
                  <a:cubicBezTo>
                    <a:pt x="430759" y="505552"/>
                    <a:pt x="440266" y="506246"/>
                    <a:pt x="448733" y="509068"/>
                  </a:cubicBezTo>
                  <a:cubicBezTo>
                    <a:pt x="505177" y="506246"/>
                    <a:pt x="562026" y="507912"/>
                    <a:pt x="618066" y="500602"/>
                  </a:cubicBezTo>
                  <a:cubicBezTo>
                    <a:pt x="628156" y="499286"/>
                    <a:pt x="634364" y="488219"/>
                    <a:pt x="643466" y="483668"/>
                  </a:cubicBezTo>
                  <a:cubicBezTo>
                    <a:pt x="651448" y="479677"/>
                    <a:pt x="660399" y="478024"/>
                    <a:pt x="668866" y="475202"/>
                  </a:cubicBezTo>
                  <a:cubicBezTo>
                    <a:pt x="684675" y="464662"/>
                    <a:pt x="710079" y="450124"/>
                    <a:pt x="719666" y="432868"/>
                  </a:cubicBezTo>
                  <a:cubicBezTo>
                    <a:pt x="771466" y="339629"/>
                    <a:pt x="703130" y="415538"/>
                    <a:pt x="762000" y="356668"/>
                  </a:cubicBezTo>
                  <a:cubicBezTo>
                    <a:pt x="779468" y="286790"/>
                    <a:pt x="752258" y="355160"/>
                    <a:pt x="821266" y="305868"/>
                  </a:cubicBezTo>
                  <a:cubicBezTo>
                    <a:pt x="828528" y="300681"/>
                    <a:pt x="825305" y="288217"/>
                    <a:pt x="829733" y="280468"/>
                  </a:cubicBezTo>
                  <a:cubicBezTo>
                    <a:pt x="836734" y="268216"/>
                    <a:pt x="846666" y="257891"/>
                    <a:pt x="855133" y="246602"/>
                  </a:cubicBezTo>
                  <a:cubicBezTo>
                    <a:pt x="856713" y="240281"/>
                    <a:pt x="866862" y="196008"/>
                    <a:pt x="872066" y="187335"/>
                  </a:cubicBezTo>
                  <a:cubicBezTo>
                    <a:pt x="876173" y="180490"/>
                    <a:pt x="883355" y="176046"/>
                    <a:pt x="889000" y="170402"/>
                  </a:cubicBezTo>
                  <a:cubicBezTo>
                    <a:pt x="891822" y="159113"/>
                    <a:pt x="894122" y="147681"/>
                    <a:pt x="897466" y="136535"/>
                  </a:cubicBezTo>
                  <a:cubicBezTo>
                    <a:pt x="903173" y="117511"/>
                    <a:pt x="933584" y="22896"/>
                    <a:pt x="948266" y="18002"/>
                  </a:cubicBezTo>
                  <a:cubicBezTo>
                    <a:pt x="961263" y="13669"/>
                    <a:pt x="995572" y="1511"/>
                    <a:pt x="1007533" y="1068"/>
                  </a:cubicBezTo>
                  <a:cubicBezTo>
                    <a:pt x="1072400" y="-1335"/>
                    <a:pt x="1137355" y="1068"/>
                    <a:pt x="1202266" y="1068"/>
                  </a:cubicBezTo>
                </a:path>
              </a:pathLst>
            </a:custGeom>
            <a:noFill/>
            <a:ln w="19050">
              <a:solidFill>
                <a:srgbClr val="00FF99"/>
              </a:solidFill>
            </a:ln>
          </p:spPr>
          <p:txBody>
            <a:bodyPr rtlCol="0" anchor="ctr"/>
            <a:lstStyle/>
            <a:p>
              <a:pPr algn="ctr"/>
              <a:endParaRPr lang="en-GB"/>
            </a:p>
          </p:txBody>
        </p:sp>
        <p:sp>
          <p:nvSpPr>
            <p:cNvPr id="135" name="Freeform: Shape 134"/>
            <p:cNvSpPr/>
            <p:nvPr/>
          </p:nvSpPr>
          <p:spPr>
            <a:xfrm>
              <a:off x="5018306" y="5555627"/>
              <a:ext cx="1295400" cy="482600"/>
            </a:xfrm>
            <a:custGeom>
              <a:avLst/>
              <a:gdLst>
                <a:gd name="connsiteX0" fmla="*/ 0 w 1295400"/>
                <a:gd name="connsiteY0" fmla="*/ 118533 h 482600"/>
                <a:gd name="connsiteX1" fmla="*/ 296333 w 1295400"/>
                <a:gd name="connsiteY1" fmla="*/ 110066 h 482600"/>
                <a:gd name="connsiteX2" fmla="*/ 321733 w 1295400"/>
                <a:gd name="connsiteY2" fmla="*/ 118533 h 482600"/>
                <a:gd name="connsiteX3" fmla="*/ 338666 w 1295400"/>
                <a:gd name="connsiteY3" fmla="*/ 152400 h 482600"/>
                <a:gd name="connsiteX4" fmla="*/ 364066 w 1295400"/>
                <a:gd name="connsiteY4" fmla="*/ 169333 h 482600"/>
                <a:gd name="connsiteX5" fmla="*/ 372533 w 1295400"/>
                <a:gd name="connsiteY5" fmla="*/ 194733 h 482600"/>
                <a:gd name="connsiteX6" fmla="*/ 389466 w 1295400"/>
                <a:gd name="connsiteY6" fmla="*/ 228600 h 482600"/>
                <a:gd name="connsiteX7" fmla="*/ 406400 w 1295400"/>
                <a:gd name="connsiteY7" fmla="*/ 287866 h 482600"/>
                <a:gd name="connsiteX8" fmla="*/ 431800 w 1295400"/>
                <a:gd name="connsiteY8" fmla="*/ 313266 h 482600"/>
                <a:gd name="connsiteX9" fmla="*/ 440266 w 1295400"/>
                <a:gd name="connsiteY9" fmla="*/ 338666 h 482600"/>
                <a:gd name="connsiteX10" fmla="*/ 457200 w 1295400"/>
                <a:gd name="connsiteY10" fmla="*/ 355600 h 482600"/>
                <a:gd name="connsiteX11" fmla="*/ 474133 w 1295400"/>
                <a:gd name="connsiteY11" fmla="*/ 381000 h 482600"/>
                <a:gd name="connsiteX12" fmla="*/ 508000 w 1295400"/>
                <a:gd name="connsiteY12" fmla="*/ 431800 h 482600"/>
                <a:gd name="connsiteX13" fmla="*/ 516466 w 1295400"/>
                <a:gd name="connsiteY13" fmla="*/ 457200 h 482600"/>
                <a:gd name="connsiteX14" fmla="*/ 558800 w 1295400"/>
                <a:gd name="connsiteY14" fmla="*/ 482600 h 482600"/>
                <a:gd name="connsiteX15" fmla="*/ 778933 w 1295400"/>
                <a:gd name="connsiteY15" fmla="*/ 474133 h 482600"/>
                <a:gd name="connsiteX16" fmla="*/ 812800 w 1295400"/>
                <a:gd name="connsiteY16" fmla="*/ 465666 h 482600"/>
                <a:gd name="connsiteX17" fmla="*/ 855133 w 1295400"/>
                <a:gd name="connsiteY17" fmla="*/ 431800 h 482600"/>
                <a:gd name="connsiteX18" fmla="*/ 880533 w 1295400"/>
                <a:gd name="connsiteY18" fmla="*/ 296333 h 482600"/>
                <a:gd name="connsiteX19" fmla="*/ 897466 w 1295400"/>
                <a:gd name="connsiteY19" fmla="*/ 186266 h 482600"/>
                <a:gd name="connsiteX20" fmla="*/ 905933 w 1295400"/>
                <a:gd name="connsiteY20" fmla="*/ 152400 h 482600"/>
                <a:gd name="connsiteX21" fmla="*/ 922866 w 1295400"/>
                <a:gd name="connsiteY21" fmla="*/ 135466 h 482600"/>
                <a:gd name="connsiteX22" fmla="*/ 956733 w 1295400"/>
                <a:gd name="connsiteY22" fmla="*/ 101600 h 482600"/>
                <a:gd name="connsiteX23" fmla="*/ 973666 w 1295400"/>
                <a:gd name="connsiteY23" fmla="*/ 76200 h 482600"/>
                <a:gd name="connsiteX24" fmla="*/ 1016000 w 1295400"/>
                <a:gd name="connsiteY24" fmla="*/ 67733 h 482600"/>
                <a:gd name="connsiteX25" fmla="*/ 1049866 w 1295400"/>
                <a:gd name="connsiteY25" fmla="*/ 59266 h 482600"/>
                <a:gd name="connsiteX26" fmla="*/ 1151466 w 1295400"/>
                <a:gd name="connsiteY26" fmla="*/ 42333 h 482600"/>
                <a:gd name="connsiteX27" fmla="*/ 1236133 w 1295400"/>
                <a:gd name="connsiteY27" fmla="*/ 16933 h 482600"/>
                <a:gd name="connsiteX28" fmla="*/ 1270000 w 1295400"/>
                <a:gd name="connsiteY28" fmla="*/ 8466 h 482600"/>
                <a:gd name="connsiteX29" fmla="*/ 1295400 w 1295400"/>
                <a:gd name="connsiteY29" fmla="*/ 0 h 4826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</a:cxnLst>
              <a:rect l="l" t="t" r="r" b="b"/>
              <a:pathLst>
                <a:path w="1295400" h="482600">
                  <a:moveTo>
                    <a:pt x="0" y="118533"/>
                  </a:moveTo>
                  <a:cubicBezTo>
                    <a:pt x="147517" y="107186"/>
                    <a:pt x="181054" y="90853"/>
                    <a:pt x="296333" y="110066"/>
                  </a:cubicBezTo>
                  <a:cubicBezTo>
                    <a:pt x="305136" y="111533"/>
                    <a:pt x="313266" y="115711"/>
                    <a:pt x="321733" y="118533"/>
                  </a:cubicBezTo>
                  <a:cubicBezTo>
                    <a:pt x="327377" y="129822"/>
                    <a:pt x="330586" y="142704"/>
                    <a:pt x="338666" y="152400"/>
                  </a:cubicBezTo>
                  <a:cubicBezTo>
                    <a:pt x="345180" y="160217"/>
                    <a:pt x="357709" y="161387"/>
                    <a:pt x="364066" y="169333"/>
                  </a:cubicBezTo>
                  <a:cubicBezTo>
                    <a:pt x="369641" y="176302"/>
                    <a:pt x="369017" y="186530"/>
                    <a:pt x="372533" y="194733"/>
                  </a:cubicBezTo>
                  <a:cubicBezTo>
                    <a:pt x="377505" y="206334"/>
                    <a:pt x="385034" y="216782"/>
                    <a:pt x="389466" y="228600"/>
                  </a:cubicBezTo>
                  <a:cubicBezTo>
                    <a:pt x="391885" y="235052"/>
                    <a:pt x="400552" y="279094"/>
                    <a:pt x="406400" y="287866"/>
                  </a:cubicBezTo>
                  <a:cubicBezTo>
                    <a:pt x="413042" y="297829"/>
                    <a:pt x="423333" y="304799"/>
                    <a:pt x="431800" y="313266"/>
                  </a:cubicBezTo>
                  <a:cubicBezTo>
                    <a:pt x="434622" y="321733"/>
                    <a:pt x="435674" y="331013"/>
                    <a:pt x="440266" y="338666"/>
                  </a:cubicBezTo>
                  <a:cubicBezTo>
                    <a:pt x="444373" y="345511"/>
                    <a:pt x="452213" y="349366"/>
                    <a:pt x="457200" y="355600"/>
                  </a:cubicBezTo>
                  <a:cubicBezTo>
                    <a:pt x="463557" y="363546"/>
                    <a:pt x="469582" y="371899"/>
                    <a:pt x="474133" y="381000"/>
                  </a:cubicBezTo>
                  <a:cubicBezTo>
                    <a:pt x="498639" y="430011"/>
                    <a:pt x="459851" y="383651"/>
                    <a:pt x="508000" y="431800"/>
                  </a:cubicBezTo>
                  <a:cubicBezTo>
                    <a:pt x="510822" y="440267"/>
                    <a:pt x="511874" y="449547"/>
                    <a:pt x="516466" y="457200"/>
                  </a:cubicBezTo>
                  <a:cubicBezTo>
                    <a:pt x="528087" y="476569"/>
                    <a:pt x="538823" y="475941"/>
                    <a:pt x="558800" y="482600"/>
                  </a:cubicBezTo>
                  <a:cubicBezTo>
                    <a:pt x="632178" y="479778"/>
                    <a:pt x="705664" y="479018"/>
                    <a:pt x="778933" y="474133"/>
                  </a:cubicBezTo>
                  <a:cubicBezTo>
                    <a:pt x="790544" y="473359"/>
                    <a:pt x="803714" y="472935"/>
                    <a:pt x="812800" y="465666"/>
                  </a:cubicBezTo>
                  <a:cubicBezTo>
                    <a:pt x="873529" y="417082"/>
                    <a:pt x="749262" y="458265"/>
                    <a:pt x="855133" y="431800"/>
                  </a:cubicBezTo>
                  <a:cubicBezTo>
                    <a:pt x="874240" y="374482"/>
                    <a:pt x="866815" y="401506"/>
                    <a:pt x="880533" y="296333"/>
                  </a:cubicBezTo>
                  <a:cubicBezTo>
                    <a:pt x="901772" y="133498"/>
                    <a:pt x="876292" y="260376"/>
                    <a:pt x="897466" y="186266"/>
                  </a:cubicBezTo>
                  <a:cubicBezTo>
                    <a:pt x="900663" y="175078"/>
                    <a:pt x="900729" y="162808"/>
                    <a:pt x="905933" y="152400"/>
                  </a:cubicBezTo>
                  <a:cubicBezTo>
                    <a:pt x="909503" y="145260"/>
                    <a:pt x="917222" y="141111"/>
                    <a:pt x="922866" y="135466"/>
                  </a:cubicBezTo>
                  <a:cubicBezTo>
                    <a:pt x="941340" y="80047"/>
                    <a:pt x="915682" y="134441"/>
                    <a:pt x="956733" y="101600"/>
                  </a:cubicBezTo>
                  <a:cubicBezTo>
                    <a:pt x="964679" y="95243"/>
                    <a:pt x="964831" y="81249"/>
                    <a:pt x="973666" y="76200"/>
                  </a:cubicBezTo>
                  <a:cubicBezTo>
                    <a:pt x="986161" y="69060"/>
                    <a:pt x="1001952" y="70855"/>
                    <a:pt x="1016000" y="67733"/>
                  </a:cubicBezTo>
                  <a:cubicBezTo>
                    <a:pt x="1027359" y="65209"/>
                    <a:pt x="1038429" y="61410"/>
                    <a:pt x="1049866" y="59266"/>
                  </a:cubicBezTo>
                  <a:cubicBezTo>
                    <a:pt x="1083612" y="52939"/>
                    <a:pt x="1117599" y="47977"/>
                    <a:pt x="1151466" y="42333"/>
                  </a:cubicBezTo>
                  <a:cubicBezTo>
                    <a:pt x="1190047" y="29472"/>
                    <a:pt x="1182814" y="31474"/>
                    <a:pt x="1236133" y="16933"/>
                  </a:cubicBezTo>
                  <a:cubicBezTo>
                    <a:pt x="1247359" y="13871"/>
                    <a:pt x="1258811" y="11663"/>
                    <a:pt x="1270000" y="8466"/>
                  </a:cubicBezTo>
                  <a:cubicBezTo>
                    <a:pt x="1278581" y="6014"/>
                    <a:pt x="1295400" y="0"/>
                    <a:pt x="1295400" y="0"/>
                  </a:cubicBezTo>
                </a:path>
              </a:pathLst>
            </a:custGeom>
            <a:noFill/>
            <a:ln w="19050">
              <a:solidFill>
                <a:srgbClr val="00FF99"/>
              </a:solidFill>
            </a:ln>
          </p:spPr>
          <p:txBody>
            <a:bodyPr rtlCol="0" anchor="ctr"/>
            <a:lstStyle/>
            <a:p>
              <a:pPr algn="ctr"/>
              <a:endParaRPr lang="en-GB"/>
            </a:p>
          </p:txBody>
        </p:sp>
        <p:sp>
          <p:nvSpPr>
            <p:cNvPr id="136" name="Freeform: Shape 135"/>
            <p:cNvSpPr/>
            <p:nvPr/>
          </p:nvSpPr>
          <p:spPr>
            <a:xfrm>
              <a:off x="5077572" y="5554433"/>
              <a:ext cx="1227667" cy="492260"/>
            </a:xfrm>
            <a:custGeom>
              <a:avLst/>
              <a:gdLst>
                <a:gd name="connsiteX0" fmla="*/ 0 w 1227667"/>
                <a:gd name="connsiteY0" fmla="*/ 85860 h 492260"/>
                <a:gd name="connsiteX1" fmla="*/ 262467 w 1227667"/>
                <a:gd name="connsiteY1" fmla="*/ 94327 h 492260"/>
                <a:gd name="connsiteX2" fmla="*/ 287867 w 1227667"/>
                <a:gd name="connsiteY2" fmla="*/ 170527 h 492260"/>
                <a:gd name="connsiteX3" fmla="*/ 330200 w 1227667"/>
                <a:gd name="connsiteY3" fmla="*/ 221327 h 492260"/>
                <a:gd name="connsiteX4" fmla="*/ 338667 w 1227667"/>
                <a:gd name="connsiteY4" fmla="*/ 246727 h 492260"/>
                <a:gd name="connsiteX5" fmla="*/ 389467 w 1227667"/>
                <a:gd name="connsiteY5" fmla="*/ 305994 h 492260"/>
                <a:gd name="connsiteX6" fmla="*/ 414867 w 1227667"/>
                <a:gd name="connsiteY6" fmla="*/ 331394 h 492260"/>
                <a:gd name="connsiteX7" fmla="*/ 431800 w 1227667"/>
                <a:gd name="connsiteY7" fmla="*/ 390660 h 492260"/>
                <a:gd name="connsiteX8" fmla="*/ 448734 w 1227667"/>
                <a:gd name="connsiteY8" fmla="*/ 416060 h 492260"/>
                <a:gd name="connsiteX9" fmla="*/ 457200 w 1227667"/>
                <a:gd name="connsiteY9" fmla="*/ 441460 h 492260"/>
                <a:gd name="connsiteX10" fmla="*/ 508000 w 1227667"/>
                <a:gd name="connsiteY10" fmla="*/ 458394 h 492260"/>
                <a:gd name="connsiteX11" fmla="*/ 533400 w 1227667"/>
                <a:gd name="connsiteY11" fmla="*/ 466860 h 492260"/>
                <a:gd name="connsiteX12" fmla="*/ 643467 w 1227667"/>
                <a:gd name="connsiteY12" fmla="*/ 492260 h 492260"/>
                <a:gd name="connsiteX13" fmla="*/ 753534 w 1227667"/>
                <a:gd name="connsiteY13" fmla="*/ 475327 h 492260"/>
                <a:gd name="connsiteX14" fmla="*/ 770467 w 1227667"/>
                <a:gd name="connsiteY14" fmla="*/ 424527 h 492260"/>
                <a:gd name="connsiteX15" fmla="*/ 795867 w 1227667"/>
                <a:gd name="connsiteY15" fmla="*/ 356794 h 492260"/>
                <a:gd name="connsiteX16" fmla="*/ 812800 w 1227667"/>
                <a:gd name="connsiteY16" fmla="*/ 297527 h 492260"/>
                <a:gd name="connsiteX17" fmla="*/ 829734 w 1227667"/>
                <a:gd name="connsiteY17" fmla="*/ 280594 h 492260"/>
                <a:gd name="connsiteX18" fmla="*/ 838200 w 1227667"/>
                <a:gd name="connsiteY18" fmla="*/ 255194 h 492260"/>
                <a:gd name="connsiteX19" fmla="*/ 855134 w 1227667"/>
                <a:gd name="connsiteY19" fmla="*/ 195927 h 492260"/>
                <a:gd name="connsiteX20" fmla="*/ 872067 w 1227667"/>
                <a:gd name="connsiteY20" fmla="*/ 162060 h 492260"/>
                <a:gd name="connsiteX21" fmla="*/ 880534 w 1227667"/>
                <a:gd name="connsiteY21" fmla="*/ 128194 h 492260"/>
                <a:gd name="connsiteX22" fmla="*/ 914400 w 1227667"/>
                <a:gd name="connsiteY22" fmla="*/ 85860 h 492260"/>
                <a:gd name="connsiteX23" fmla="*/ 948267 w 1227667"/>
                <a:gd name="connsiteY23" fmla="*/ 77394 h 492260"/>
                <a:gd name="connsiteX24" fmla="*/ 973667 w 1227667"/>
                <a:gd name="connsiteY24" fmla="*/ 68927 h 492260"/>
                <a:gd name="connsiteX25" fmla="*/ 999067 w 1227667"/>
                <a:gd name="connsiteY25" fmla="*/ 51994 h 492260"/>
                <a:gd name="connsiteX26" fmla="*/ 1049867 w 1227667"/>
                <a:gd name="connsiteY26" fmla="*/ 35060 h 492260"/>
                <a:gd name="connsiteX27" fmla="*/ 1075267 w 1227667"/>
                <a:gd name="connsiteY27" fmla="*/ 26594 h 492260"/>
                <a:gd name="connsiteX28" fmla="*/ 1134534 w 1227667"/>
                <a:gd name="connsiteY28" fmla="*/ 1194 h 492260"/>
                <a:gd name="connsiteX29" fmla="*/ 1143000 w 1227667"/>
                <a:gd name="connsiteY29" fmla="*/ 26594 h 492260"/>
                <a:gd name="connsiteX30" fmla="*/ 1227667 w 1227667"/>
                <a:gd name="connsiteY30" fmla="*/ 35060 h 49226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</a:cxnLst>
              <a:rect l="l" t="t" r="r" b="b"/>
              <a:pathLst>
                <a:path w="1227667" h="492260">
                  <a:moveTo>
                    <a:pt x="0" y="85860"/>
                  </a:moveTo>
                  <a:cubicBezTo>
                    <a:pt x="87489" y="88682"/>
                    <a:pt x="178489" y="69628"/>
                    <a:pt x="262467" y="94327"/>
                  </a:cubicBezTo>
                  <a:cubicBezTo>
                    <a:pt x="288153" y="101882"/>
                    <a:pt x="273016" y="148250"/>
                    <a:pt x="287867" y="170527"/>
                  </a:cubicBezTo>
                  <a:cubicBezTo>
                    <a:pt x="311442" y="205890"/>
                    <a:pt x="297605" y="188732"/>
                    <a:pt x="330200" y="221327"/>
                  </a:cubicBezTo>
                  <a:cubicBezTo>
                    <a:pt x="333022" y="229794"/>
                    <a:pt x="334676" y="238745"/>
                    <a:pt x="338667" y="246727"/>
                  </a:cubicBezTo>
                  <a:cubicBezTo>
                    <a:pt x="351562" y="272517"/>
                    <a:pt x="368634" y="285161"/>
                    <a:pt x="389467" y="305994"/>
                  </a:cubicBezTo>
                  <a:lnTo>
                    <a:pt x="414867" y="331394"/>
                  </a:lnTo>
                  <a:cubicBezTo>
                    <a:pt x="417578" y="342238"/>
                    <a:pt x="425729" y="378519"/>
                    <a:pt x="431800" y="390660"/>
                  </a:cubicBezTo>
                  <a:cubicBezTo>
                    <a:pt x="436351" y="399762"/>
                    <a:pt x="443089" y="407593"/>
                    <a:pt x="448734" y="416060"/>
                  </a:cubicBezTo>
                  <a:cubicBezTo>
                    <a:pt x="451556" y="424527"/>
                    <a:pt x="449938" y="436273"/>
                    <a:pt x="457200" y="441460"/>
                  </a:cubicBezTo>
                  <a:cubicBezTo>
                    <a:pt x="471724" y="451835"/>
                    <a:pt x="491067" y="452750"/>
                    <a:pt x="508000" y="458394"/>
                  </a:cubicBezTo>
                  <a:cubicBezTo>
                    <a:pt x="516467" y="461216"/>
                    <a:pt x="524688" y="464924"/>
                    <a:pt x="533400" y="466860"/>
                  </a:cubicBezTo>
                  <a:cubicBezTo>
                    <a:pt x="620959" y="486318"/>
                    <a:pt x="584357" y="477484"/>
                    <a:pt x="643467" y="492260"/>
                  </a:cubicBezTo>
                  <a:cubicBezTo>
                    <a:pt x="680156" y="486616"/>
                    <a:pt x="720780" y="492795"/>
                    <a:pt x="753534" y="475327"/>
                  </a:cubicBezTo>
                  <a:cubicBezTo>
                    <a:pt x="769283" y="466927"/>
                    <a:pt x="766138" y="441843"/>
                    <a:pt x="770467" y="424527"/>
                  </a:cubicBezTo>
                  <a:cubicBezTo>
                    <a:pt x="792201" y="337595"/>
                    <a:pt x="762661" y="445343"/>
                    <a:pt x="795867" y="356794"/>
                  </a:cubicBezTo>
                  <a:cubicBezTo>
                    <a:pt x="799554" y="346962"/>
                    <a:pt x="805981" y="308893"/>
                    <a:pt x="812800" y="297527"/>
                  </a:cubicBezTo>
                  <a:cubicBezTo>
                    <a:pt x="816907" y="290682"/>
                    <a:pt x="824089" y="286238"/>
                    <a:pt x="829734" y="280594"/>
                  </a:cubicBezTo>
                  <a:cubicBezTo>
                    <a:pt x="832556" y="272127"/>
                    <a:pt x="835748" y="263775"/>
                    <a:pt x="838200" y="255194"/>
                  </a:cubicBezTo>
                  <a:cubicBezTo>
                    <a:pt x="844338" y="233710"/>
                    <a:pt x="846433" y="216228"/>
                    <a:pt x="855134" y="195927"/>
                  </a:cubicBezTo>
                  <a:cubicBezTo>
                    <a:pt x="860106" y="184326"/>
                    <a:pt x="867635" y="173878"/>
                    <a:pt x="872067" y="162060"/>
                  </a:cubicBezTo>
                  <a:cubicBezTo>
                    <a:pt x="876153" y="151165"/>
                    <a:pt x="875950" y="138889"/>
                    <a:pt x="880534" y="128194"/>
                  </a:cubicBezTo>
                  <a:cubicBezTo>
                    <a:pt x="883797" y="120581"/>
                    <a:pt x="904470" y="90825"/>
                    <a:pt x="914400" y="85860"/>
                  </a:cubicBezTo>
                  <a:cubicBezTo>
                    <a:pt x="924808" y="80656"/>
                    <a:pt x="937078" y="80591"/>
                    <a:pt x="948267" y="77394"/>
                  </a:cubicBezTo>
                  <a:cubicBezTo>
                    <a:pt x="956848" y="74942"/>
                    <a:pt x="965685" y="72918"/>
                    <a:pt x="973667" y="68927"/>
                  </a:cubicBezTo>
                  <a:cubicBezTo>
                    <a:pt x="982768" y="64376"/>
                    <a:pt x="989768" y="56127"/>
                    <a:pt x="999067" y="51994"/>
                  </a:cubicBezTo>
                  <a:cubicBezTo>
                    <a:pt x="1015378" y="44745"/>
                    <a:pt x="1032934" y="40704"/>
                    <a:pt x="1049867" y="35060"/>
                  </a:cubicBezTo>
                  <a:lnTo>
                    <a:pt x="1075267" y="26594"/>
                  </a:lnTo>
                  <a:cubicBezTo>
                    <a:pt x="1087042" y="18744"/>
                    <a:pt x="1117447" y="-5641"/>
                    <a:pt x="1134534" y="1194"/>
                  </a:cubicBezTo>
                  <a:cubicBezTo>
                    <a:pt x="1142820" y="4509"/>
                    <a:pt x="1136031" y="21019"/>
                    <a:pt x="1143000" y="26594"/>
                  </a:cubicBezTo>
                  <a:cubicBezTo>
                    <a:pt x="1158716" y="39167"/>
                    <a:pt x="1215550" y="35060"/>
                    <a:pt x="1227667" y="35060"/>
                  </a:cubicBezTo>
                </a:path>
              </a:pathLst>
            </a:custGeom>
            <a:noFill/>
            <a:ln w="19050">
              <a:solidFill>
                <a:srgbClr val="00FF99"/>
              </a:solidFill>
            </a:ln>
          </p:spPr>
          <p:txBody>
            <a:bodyPr rtlCol="0" anchor="ctr"/>
            <a:lstStyle/>
            <a:p>
              <a:pPr algn="ctr"/>
              <a:endParaRPr lang="en-GB"/>
            </a:p>
          </p:txBody>
        </p:sp>
        <p:sp>
          <p:nvSpPr>
            <p:cNvPr id="137" name="Freeform: Shape 136"/>
            <p:cNvSpPr/>
            <p:nvPr/>
          </p:nvSpPr>
          <p:spPr>
            <a:xfrm>
              <a:off x="5001372" y="5589493"/>
              <a:ext cx="1431274" cy="508000"/>
            </a:xfrm>
            <a:custGeom>
              <a:avLst/>
              <a:gdLst>
                <a:gd name="connsiteX0" fmla="*/ 0 w 1431274"/>
                <a:gd name="connsiteY0" fmla="*/ 465667 h 508000"/>
                <a:gd name="connsiteX1" fmla="*/ 177800 w 1431274"/>
                <a:gd name="connsiteY1" fmla="*/ 457200 h 508000"/>
                <a:gd name="connsiteX2" fmla="*/ 237067 w 1431274"/>
                <a:gd name="connsiteY2" fmla="*/ 431800 h 508000"/>
                <a:gd name="connsiteX3" fmla="*/ 296334 w 1431274"/>
                <a:gd name="connsiteY3" fmla="*/ 414867 h 508000"/>
                <a:gd name="connsiteX4" fmla="*/ 321734 w 1431274"/>
                <a:gd name="connsiteY4" fmla="*/ 355600 h 508000"/>
                <a:gd name="connsiteX5" fmla="*/ 338667 w 1431274"/>
                <a:gd name="connsiteY5" fmla="*/ 321734 h 508000"/>
                <a:gd name="connsiteX6" fmla="*/ 347134 w 1431274"/>
                <a:gd name="connsiteY6" fmla="*/ 296334 h 508000"/>
                <a:gd name="connsiteX7" fmla="*/ 381000 w 1431274"/>
                <a:gd name="connsiteY7" fmla="*/ 245534 h 508000"/>
                <a:gd name="connsiteX8" fmla="*/ 414867 w 1431274"/>
                <a:gd name="connsiteY8" fmla="*/ 169334 h 508000"/>
                <a:gd name="connsiteX9" fmla="*/ 448734 w 1431274"/>
                <a:gd name="connsiteY9" fmla="*/ 143934 h 508000"/>
                <a:gd name="connsiteX10" fmla="*/ 482600 w 1431274"/>
                <a:gd name="connsiteY10" fmla="*/ 67734 h 508000"/>
                <a:gd name="connsiteX11" fmla="*/ 524934 w 1431274"/>
                <a:gd name="connsiteY11" fmla="*/ 16934 h 508000"/>
                <a:gd name="connsiteX12" fmla="*/ 567267 w 1431274"/>
                <a:gd name="connsiteY12" fmla="*/ 8467 h 508000"/>
                <a:gd name="connsiteX13" fmla="*/ 601134 w 1431274"/>
                <a:gd name="connsiteY13" fmla="*/ 0 h 508000"/>
                <a:gd name="connsiteX14" fmla="*/ 880534 w 1431274"/>
                <a:gd name="connsiteY14" fmla="*/ 8467 h 508000"/>
                <a:gd name="connsiteX15" fmla="*/ 889000 w 1431274"/>
                <a:gd name="connsiteY15" fmla="*/ 33867 h 508000"/>
                <a:gd name="connsiteX16" fmla="*/ 939800 w 1431274"/>
                <a:gd name="connsiteY16" fmla="*/ 76200 h 508000"/>
                <a:gd name="connsiteX17" fmla="*/ 948267 w 1431274"/>
                <a:gd name="connsiteY17" fmla="*/ 110067 h 508000"/>
                <a:gd name="connsiteX18" fmla="*/ 982134 w 1431274"/>
                <a:gd name="connsiteY18" fmla="*/ 152400 h 508000"/>
                <a:gd name="connsiteX19" fmla="*/ 1016000 w 1431274"/>
                <a:gd name="connsiteY19" fmla="*/ 211667 h 508000"/>
                <a:gd name="connsiteX20" fmla="*/ 1041400 w 1431274"/>
                <a:gd name="connsiteY20" fmla="*/ 296334 h 508000"/>
                <a:gd name="connsiteX21" fmla="*/ 1058334 w 1431274"/>
                <a:gd name="connsiteY21" fmla="*/ 321734 h 508000"/>
                <a:gd name="connsiteX22" fmla="*/ 1092200 w 1431274"/>
                <a:gd name="connsiteY22" fmla="*/ 389467 h 508000"/>
                <a:gd name="connsiteX23" fmla="*/ 1134534 w 1431274"/>
                <a:gd name="connsiteY23" fmla="*/ 431800 h 508000"/>
                <a:gd name="connsiteX24" fmla="*/ 1151467 w 1431274"/>
                <a:gd name="connsiteY24" fmla="*/ 465667 h 508000"/>
                <a:gd name="connsiteX25" fmla="*/ 1185334 w 1431274"/>
                <a:gd name="connsiteY25" fmla="*/ 474134 h 508000"/>
                <a:gd name="connsiteX26" fmla="*/ 1210734 w 1431274"/>
                <a:gd name="connsiteY26" fmla="*/ 491067 h 508000"/>
                <a:gd name="connsiteX27" fmla="*/ 1244600 w 1431274"/>
                <a:gd name="connsiteY27" fmla="*/ 508000 h 508000"/>
                <a:gd name="connsiteX28" fmla="*/ 1371600 w 1431274"/>
                <a:gd name="connsiteY28" fmla="*/ 499534 h 508000"/>
                <a:gd name="connsiteX29" fmla="*/ 1397000 w 1431274"/>
                <a:gd name="connsiteY29" fmla="*/ 491067 h 508000"/>
                <a:gd name="connsiteX30" fmla="*/ 1413934 w 1431274"/>
                <a:gd name="connsiteY30" fmla="*/ 482600 h 5080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</a:cxnLst>
              <a:rect l="l" t="t" r="r" b="b"/>
              <a:pathLst>
                <a:path w="1431274" h="508000">
                  <a:moveTo>
                    <a:pt x="0" y="465667"/>
                  </a:moveTo>
                  <a:cubicBezTo>
                    <a:pt x="59267" y="462845"/>
                    <a:pt x="118671" y="462127"/>
                    <a:pt x="177800" y="457200"/>
                  </a:cubicBezTo>
                  <a:cubicBezTo>
                    <a:pt x="194236" y="455830"/>
                    <a:pt x="224828" y="437045"/>
                    <a:pt x="237067" y="431800"/>
                  </a:cubicBezTo>
                  <a:cubicBezTo>
                    <a:pt x="254066" y="424515"/>
                    <a:pt x="279156" y="419162"/>
                    <a:pt x="296334" y="414867"/>
                  </a:cubicBezTo>
                  <a:cubicBezTo>
                    <a:pt x="330649" y="363393"/>
                    <a:pt x="298302" y="418084"/>
                    <a:pt x="321734" y="355600"/>
                  </a:cubicBezTo>
                  <a:cubicBezTo>
                    <a:pt x="326166" y="343782"/>
                    <a:pt x="333695" y="333335"/>
                    <a:pt x="338667" y="321734"/>
                  </a:cubicBezTo>
                  <a:cubicBezTo>
                    <a:pt x="342183" y="313531"/>
                    <a:pt x="342800" y="304136"/>
                    <a:pt x="347134" y="296334"/>
                  </a:cubicBezTo>
                  <a:cubicBezTo>
                    <a:pt x="357017" y="278544"/>
                    <a:pt x="374564" y="264841"/>
                    <a:pt x="381000" y="245534"/>
                  </a:cubicBezTo>
                  <a:cubicBezTo>
                    <a:pt x="389383" y="220386"/>
                    <a:pt x="394742" y="189459"/>
                    <a:pt x="414867" y="169334"/>
                  </a:cubicBezTo>
                  <a:cubicBezTo>
                    <a:pt x="424845" y="159356"/>
                    <a:pt x="437445" y="152401"/>
                    <a:pt x="448734" y="143934"/>
                  </a:cubicBezTo>
                  <a:cubicBezTo>
                    <a:pt x="492417" y="12883"/>
                    <a:pt x="442351" y="148232"/>
                    <a:pt x="482600" y="67734"/>
                  </a:cubicBezTo>
                  <a:cubicBezTo>
                    <a:pt x="498746" y="35442"/>
                    <a:pt x="478841" y="37420"/>
                    <a:pt x="524934" y="16934"/>
                  </a:cubicBezTo>
                  <a:cubicBezTo>
                    <a:pt x="538084" y="11089"/>
                    <a:pt x="553219" y="11589"/>
                    <a:pt x="567267" y="8467"/>
                  </a:cubicBezTo>
                  <a:cubicBezTo>
                    <a:pt x="578626" y="5943"/>
                    <a:pt x="589845" y="2822"/>
                    <a:pt x="601134" y="0"/>
                  </a:cubicBezTo>
                  <a:cubicBezTo>
                    <a:pt x="694267" y="2822"/>
                    <a:pt x="787996" y="-2420"/>
                    <a:pt x="880534" y="8467"/>
                  </a:cubicBezTo>
                  <a:cubicBezTo>
                    <a:pt x="889397" y="9510"/>
                    <a:pt x="884050" y="26441"/>
                    <a:pt x="889000" y="33867"/>
                  </a:cubicBezTo>
                  <a:cubicBezTo>
                    <a:pt x="902038" y="53424"/>
                    <a:pt x="921058" y="63705"/>
                    <a:pt x="939800" y="76200"/>
                  </a:cubicBezTo>
                  <a:cubicBezTo>
                    <a:pt x="942622" y="87489"/>
                    <a:pt x="943683" y="99371"/>
                    <a:pt x="948267" y="110067"/>
                  </a:cubicBezTo>
                  <a:cubicBezTo>
                    <a:pt x="960296" y="138135"/>
                    <a:pt x="965325" y="131389"/>
                    <a:pt x="982134" y="152400"/>
                  </a:cubicBezTo>
                  <a:cubicBezTo>
                    <a:pt x="993694" y="166849"/>
                    <a:pt x="1009865" y="195308"/>
                    <a:pt x="1016000" y="211667"/>
                  </a:cubicBezTo>
                  <a:cubicBezTo>
                    <a:pt x="1026140" y="238708"/>
                    <a:pt x="1024861" y="271527"/>
                    <a:pt x="1041400" y="296334"/>
                  </a:cubicBezTo>
                  <a:lnTo>
                    <a:pt x="1058334" y="321734"/>
                  </a:lnTo>
                  <a:cubicBezTo>
                    <a:pt x="1068287" y="361550"/>
                    <a:pt x="1062165" y="355678"/>
                    <a:pt x="1092200" y="389467"/>
                  </a:cubicBezTo>
                  <a:cubicBezTo>
                    <a:pt x="1105458" y="404382"/>
                    <a:pt x="1134534" y="431800"/>
                    <a:pt x="1134534" y="431800"/>
                  </a:cubicBezTo>
                  <a:cubicBezTo>
                    <a:pt x="1140178" y="443089"/>
                    <a:pt x="1141771" y="457587"/>
                    <a:pt x="1151467" y="465667"/>
                  </a:cubicBezTo>
                  <a:cubicBezTo>
                    <a:pt x="1160406" y="473117"/>
                    <a:pt x="1174638" y="469550"/>
                    <a:pt x="1185334" y="474134"/>
                  </a:cubicBezTo>
                  <a:cubicBezTo>
                    <a:pt x="1194687" y="478142"/>
                    <a:pt x="1201899" y="486019"/>
                    <a:pt x="1210734" y="491067"/>
                  </a:cubicBezTo>
                  <a:cubicBezTo>
                    <a:pt x="1221692" y="497329"/>
                    <a:pt x="1233311" y="502356"/>
                    <a:pt x="1244600" y="508000"/>
                  </a:cubicBezTo>
                  <a:cubicBezTo>
                    <a:pt x="1286933" y="505178"/>
                    <a:pt x="1329432" y="504219"/>
                    <a:pt x="1371600" y="499534"/>
                  </a:cubicBezTo>
                  <a:cubicBezTo>
                    <a:pt x="1380470" y="498548"/>
                    <a:pt x="1388419" y="493519"/>
                    <a:pt x="1397000" y="491067"/>
                  </a:cubicBezTo>
                  <a:cubicBezTo>
                    <a:pt x="1431425" y="481231"/>
                    <a:pt x="1444889" y="482600"/>
                    <a:pt x="1413934" y="482600"/>
                  </a:cubicBezTo>
                </a:path>
              </a:pathLst>
            </a:custGeom>
            <a:noFill/>
            <a:ln w="19050">
              <a:solidFill>
                <a:srgbClr val="00FF99"/>
              </a:solidFill>
            </a:ln>
          </p:spPr>
          <p:txBody>
            <a:bodyPr rtlCol="0" anchor="ctr"/>
            <a:lstStyle/>
            <a:p>
              <a:pPr algn="ctr"/>
              <a:endParaRPr lang="en-GB"/>
            </a:p>
          </p:txBody>
        </p:sp>
        <p:sp>
          <p:nvSpPr>
            <p:cNvPr id="138" name="Freeform: Shape 137"/>
            <p:cNvSpPr/>
            <p:nvPr/>
          </p:nvSpPr>
          <p:spPr>
            <a:xfrm>
              <a:off x="5086039" y="5572560"/>
              <a:ext cx="1286939" cy="533400"/>
            </a:xfrm>
            <a:custGeom>
              <a:avLst/>
              <a:gdLst>
                <a:gd name="connsiteX0" fmla="*/ 0 w 1286939"/>
                <a:gd name="connsiteY0" fmla="*/ 533400 h 533400"/>
                <a:gd name="connsiteX1" fmla="*/ 59267 w 1286939"/>
                <a:gd name="connsiteY1" fmla="*/ 516467 h 533400"/>
                <a:gd name="connsiteX2" fmla="*/ 84667 w 1286939"/>
                <a:gd name="connsiteY2" fmla="*/ 508000 h 533400"/>
                <a:gd name="connsiteX3" fmla="*/ 152400 w 1286939"/>
                <a:gd name="connsiteY3" fmla="*/ 491067 h 533400"/>
                <a:gd name="connsiteX4" fmla="*/ 186267 w 1286939"/>
                <a:gd name="connsiteY4" fmla="*/ 474133 h 533400"/>
                <a:gd name="connsiteX5" fmla="*/ 194733 w 1286939"/>
                <a:gd name="connsiteY5" fmla="*/ 440267 h 533400"/>
                <a:gd name="connsiteX6" fmla="*/ 228600 w 1286939"/>
                <a:gd name="connsiteY6" fmla="*/ 364067 h 533400"/>
                <a:gd name="connsiteX7" fmla="*/ 245533 w 1286939"/>
                <a:gd name="connsiteY7" fmla="*/ 347133 h 533400"/>
                <a:gd name="connsiteX8" fmla="*/ 270933 w 1286939"/>
                <a:gd name="connsiteY8" fmla="*/ 270933 h 533400"/>
                <a:gd name="connsiteX9" fmla="*/ 279400 w 1286939"/>
                <a:gd name="connsiteY9" fmla="*/ 245533 h 533400"/>
                <a:gd name="connsiteX10" fmla="*/ 304800 w 1286939"/>
                <a:gd name="connsiteY10" fmla="*/ 228600 h 533400"/>
                <a:gd name="connsiteX11" fmla="*/ 330200 w 1286939"/>
                <a:gd name="connsiteY11" fmla="*/ 169333 h 533400"/>
                <a:gd name="connsiteX12" fmla="*/ 355600 w 1286939"/>
                <a:gd name="connsiteY12" fmla="*/ 152400 h 533400"/>
                <a:gd name="connsiteX13" fmla="*/ 381000 w 1286939"/>
                <a:gd name="connsiteY13" fmla="*/ 93133 h 533400"/>
                <a:gd name="connsiteX14" fmla="*/ 431800 w 1286939"/>
                <a:gd name="connsiteY14" fmla="*/ 42333 h 533400"/>
                <a:gd name="connsiteX15" fmla="*/ 440267 w 1286939"/>
                <a:gd name="connsiteY15" fmla="*/ 16933 h 533400"/>
                <a:gd name="connsiteX16" fmla="*/ 465667 w 1286939"/>
                <a:gd name="connsiteY16" fmla="*/ 0 h 533400"/>
                <a:gd name="connsiteX17" fmla="*/ 787400 w 1286939"/>
                <a:gd name="connsiteY17" fmla="*/ 8467 h 533400"/>
                <a:gd name="connsiteX18" fmla="*/ 812800 w 1286939"/>
                <a:gd name="connsiteY18" fmla="*/ 25400 h 533400"/>
                <a:gd name="connsiteX19" fmla="*/ 821267 w 1286939"/>
                <a:gd name="connsiteY19" fmla="*/ 59267 h 533400"/>
                <a:gd name="connsiteX20" fmla="*/ 846667 w 1286939"/>
                <a:gd name="connsiteY20" fmla="*/ 93133 h 533400"/>
                <a:gd name="connsiteX21" fmla="*/ 905933 w 1286939"/>
                <a:gd name="connsiteY21" fmla="*/ 143933 h 533400"/>
                <a:gd name="connsiteX22" fmla="*/ 922867 w 1286939"/>
                <a:gd name="connsiteY22" fmla="*/ 169333 h 533400"/>
                <a:gd name="connsiteX23" fmla="*/ 948267 w 1286939"/>
                <a:gd name="connsiteY23" fmla="*/ 203200 h 533400"/>
                <a:gd name="connsiteX24" fmla="*/ 982133 w 1286939"/>
                <a:gd name="connsiteY24" fmla="*/ 237067 h 533400"/>
                <a:gd name="connsiteX25" fmla="*/ 990600 w 1286939"/>
                <a:gd name="connsiteY25" fmla="*/ 279400 h 533400"/>
                <a:gd name="connsiteX26" fmla="*/ 999067 w 1286939"/>
                <a:gd name="connsiteY26" fmla="*/ 330200 h 533400"/>
                <a:gd name="connsiteX27" fmla="*/ 1007533 w 1286939"/>
                <a:gd name="connsiteY27" fmla="*/ 364067 h 533400"/>
                <a:gd name="connsiteX28" fmla="*/ 1058333 w 1286939"/>
                <a:gd name="connsiteY28" fmla="*/ 414867 h 533400"/>
                <a:gd name="connsiteX29" fmla="*/ 1100667 w 1286939"/>
                <a:gd name="connsiteY29" fmla="*/ 440267 h 533400"/>
                <a:gd name="connsiteX30" fmla="*/ 1117600 w 1286939"/>
                <a:gd name="connsiteY30" fmla="*/ 465667 h 533400"/>
                <a:gd name="connsiteX31" fmla="*/ 1151467 w 1286939"/>
                <a:gd name="connsiteY31" fmla="*/ 474133 h 533400"/>
                <a:gd name="connsiteX32" fmla="*/ 1176867 w 1286939"/>
                <a:gd name="connsiteY32" fmla="*/ 482600 h 533400"/>
                <a:gd name="connsiteX33" fmla="*/ 1286933 w 1286939"/>
                <a:gd name="connsiteY33" fmla="*/ 482600 h 5334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</a:cxnLst>
              <a:rect l="l" t="t" r="r" b="b"/>
              <a:pathLst>
                <a:path w="1286939" h="533400">
                  <a:moveTo>
                    <a:pt x="0" y="533400"/>
                  </a:moveTo>
                  <a:lnTo>
                    <a:pt x="59267" y="516467"/>
                  </a:lnTo>
                  <a:cubicBezTo>
                    <a:pt x="67815" y="513903"/>
                    <a:pt x="76057" y="510348"/>
                    <a:pt x="84667" y="508000"/>
                  </a:cubicBezTo>
                  <a:cubicBezTo>
                    <a:pt x="107119" y="501877"/>
                    <a:pt x="152400" y="491067"/>
                    <a:pt x="152400" y="491067"/>
                  </a:cubicBezTo>
                  <a:cubicBezTo>
                    <a:pt x="163689" y="485422"/>
                    <a:pt x="178187" y="483829"/>
                    <a:pt x="186267" y="474133"/>
                  </a:cubicBezTo>
                  <a:cubicBezTo>
                    <a:pt x="193716" y="465194"/>
                    <a:pt x="191389" y="451412"/>
                    <a:pt x="194733" y="440267"/>
                  </a:cubicBezTo>
                  <a:cubicBezTo>
                    <a:pt x="206011" y="402673"/>
                    <a:pt x="206825" y="391287"/>
                    <a:pt x="228600" y="364067"/>
                  </a:cubicBezTo>
                  <a:cubicBezTo>
                    <a:pt x="233587" y="357834"/>
                    <a:pt x="239889" y="352778"/>
                    <a:pt x="245533" y="347133"/>
                  </a:cubicBezTo>
                  <a:cubicBezTo>
                    <a:pt x="259720" y="290388"/>
                    <a:pt x="247022" y="334696"/>
                    <a:pt x="270933" y="270933"/>
                  </a:cubicBezTo>
                  <a:cubicBezTo>
                    <a:pt x="274067" y="262577"/>
                    <a:pt x="273825" y="252502"/>
                    <a:pt x="279400" y="245533"/>
                  </a:cubicBezTo>
                  <a:cubicBezTo>
                    <a:pt x="285757" y="237587"/>
                    <a:pt x="296333" y="234244"/>
                    <a:pt x="304800" y="228600"/>
                  </a:cubicBezTo>
                  <a:cubicBezTo>
                    <a:pt x="310682" y="210956"/>
                    <a:pt x="318577" y="183281"/>
                    <a:pt x="330200" y="169333"/>
                  </a:cubicBezTo>
                  <a:cubicBezTo>
                    <a:pt x="336714" y="161516"/>
                    <a:pt x="347133" y="158044"/>
                    <a:pt x="355600" y="152400"/>
                  </a:cubicBezTo>
                  <a:cubicBezTo>
                    <a:pt x="361717" y="134051"/>
                    <a:pt x="369045" y="108077"/>
                    <a:pt x="381000" y="93133"/>
                  </a:cubicBezTo>
                  <a:cubicBezTo>
                    <a:pt x="395960" y="74433"/>
                    <a:pt x="431800" y="42333"/>
                    <a:pt x="431800" y="42333"/>
                  </a:cubicBezTo>
                  <a:cubicBezTo>
                    <a:pt x="434622" y="33866"/>
                    <a:pt x="434692" y="23902"/>
                    <a:pt x="440267" y="16933"/>
                  </a:cubicBezTo>
                  <a:cubicBezTo>
                    <a:pt x="446624" y="8987"/>
                    <a:pt x="455494" y="248"/>
                    <a:pt x="465667" y="0"/>
                  </a:cubicBezTo>
                  <a:lnTo>
                    <a:pt x="787400" y="8467"/>
                  </a:lnTo>
                  <a:cubicBezTo>
                    <a:pt x="795867" y="14111"/>
                    <a:pt x="807156" y="16933"/>
                    <a:pt x="812800" y="25400"/>
                  </a:cubicBezTo>
                  <a:cubicBezTo>
                    <a:pt x="819255" y="35082"/>
                    <a:pt x="816063" y="48859"/>
                    <a:pt x="821267" y="59267"/>
                  </a:cubicBezTo>
                  <a:cubicBezTo>
                    <a:pt x="827578" y="71888"/>
                    <a:pt x="837633" y="82293"/>
                    <a:pt x="846667" y="93133"/>
                  </a:cubicBezTo>
                  <a:cubicBezTo>
                    <a:pt x="868128" y="118887"/>
                    <a:pt x="876042" y="114042"/>
                    <a:pt x="905933" y="143933"/>
                  </a:cubicBezTo>
                  <a:cubicBezTo>
                    <a:pt x="913128" y="151128"/>
                    <a:pt x="916952" y="161053"/>
                    <a:pt x="922867" y="169333"/>
                  </a:cubicBezTo>
                  <a:cubicBezTo>
                    <a:pt x="931069" y="180816"/>
                    <a:pt x="938975" y="192580"/>
                    <a:pt x="948267" y="203200"/>
                  </a:cubicBezTo>
                  <a:cubicBezTo>
                    <a:pt x="958780" y="215215"/>
                    <a:pt x="970844" y="225778"/>
                    <a:pt x="982133" y="237067"/>
                  </a:cubicBezTo>
                  <a:cubicBezTo>
                    <a:pt x="984955" y="251178"/>
                    <a:pt x="988026" y="265242"/>
                    <a:pt x="990600" y="279400"/>
                  </a:cubicBezTo>
                  <a:cubicBezTo>
                    <a:pt x="993671" y="296290"/>
                    <a:pt x="995700" y="313366"/>
                    <a:pt x="999067" y="330200"/>
                  </a:cubicBezTo>
                  <a:cubicBezTo>
                    <a:pt x="1001349" y="341610"/>
                    <a:pt x="1000860" y="354534"/>
                    <a:pt x="1007533" y="364067"/>
                  </a:cubicBezTo>
                  <a:cubicBezTo>
                    <a:pt x="1021266" y="383686"/>
                    <a:pt x="1041400" y="397934"/>
                    <a:pt x="1058333" y="414867"/>
                  </a:cubicBezTo>
                  <a:cubicBezTo>
                    <a:pt x="1081576" y="438110"/>
                    <a:pt x="1067696" y="429276"/>
                    <a:pt x="1100667" y="440267"/>
                  </a:cubicBezTo>
                  <a:cubicBezTo>
                    <a:pt x="1106311" y="448734"/>
                    <a:pt x="1109133" y="460023"/>
                    <a:pt x="1117600" y="465667"/>
                  </a:cubicBezTo>
                  <a:cubicBezTo>
                    <a:pt x="1127282" y="472122"/>
                    <a:pt x="1140278" y="470936"/>
                    <a:pt x="1151467" y="474133"/>
                  </a:cubicBezTo>
                  <a:cubicBezTo>
                    <a:pt x="1160048" y="476585"/>
                    <a:pt x="1168400" y="479778"/>
                    <a:pt x="1176867" y="482600"/>
                  </a:cubicBezTo>
                  <a:cubicBezTo>
                    <a:pt x="1289747" y="473917"/>
                    <a:pt x="1286933" y="437336"/>
                    <a:pt x="1286933" y="482600"/>
                  </a:cubicBezTo>
                </a:path>
              </a:pathLst>
            </a:custGeom>
            <a:noFill/>
            <a:ln w="19050">
              <a:solidFill>
                <a:srgbClr val="00FF99"/>
              </a:solidFill>
            </a:ln>
          </p:spPr>
          <p:txBody>
            <a:bodyPr rtlCol="0" anchor="ctr"/>
            <a:lstStyle/>
            <a:p>
              <a:pPr algn="ctr"/>
              <a:endParaRPr lang="en-GB"/>
            </a:p>
          </p:txBody>
        </p:sp>
        <p:sp>
          <p:nvSpPr>
            <p:cNvPr id="139" name="Freeform: Shape 138"/>
            <p:cNvSpPr/>
            <p:nvPr/>
          </p:nvSpPr>
          <p:spPr>
            <a:xfrm>
              <a:off x="5069106" y="5606391"/>
              <a:ext cx="1303866" cy="465702"/>
            </a:xfrm>
            <a:custGeom>
              <a:avLst/>
              <a:gdLst>
                <a:gd name="connsiteX0" fmla="*/ 0 w 1303866"/>
                <a:gd name="connsiteY0" fmla="*/ 465702 h 465702"/>
                <a:gd name="connsiteX1" fmla="*/ 84666 w 1303866"/>
                <a:gd name="connsiteY1" fmla="*/ 457236 h 465702"/>
                <a:gd name="connsiteX2" fmla="*/ 143933 w 1303866"/>
                <a:gd name="connsiteY2" fmla="*/ 431836 h 465702"/>
                <a:gd name="connsiteX3" fmla="*/ 211666 w 1303866"/>
                <a:gd name="connsiteY3" fmla="*/ 414902 h 465702"/>
                <a:gd name="connsiteX4" fmla="*/ 228600 w 1303866"/>
                <a:gd name="connsiteY4" fmla="*/ 389502 h 465702"/>
                <a:gd name="connsiteX5" fmla="*/ 237066 w 1303866"/>
                <a:gd name="connsiteY5" fmla="*/ 355636 h 465702"/>
                <a:gd name="connsiteX6" fmla="*/ 262466 w 1303866"/>
                <a:gd name="connsiteY6" fmla="*/ 338702 h 465702"/>
                <a:gd name="connsiteX7" fmla="*/ 296333 w 1303866"/>
                <a:gd name="connsiteY7" fmla="*/ 296369 h 465702"/>
                <a:gd name="connsiteX8" fmla="*/ 330200 w 1303866"/>
                <a:gd name="connsiteY8" fmla="*/ 254036 h 465702"/>
                <a:gd name="connsiteX9" fmla="*/ 364066 w 1303866"/>
                <a:gd name="connsiteY9" fmla="*/ 194769 h 465702"/>
                <a:gd name="connsiteX10" fmla="*/ 406400 w 1303866"/>
                <a:gd name="connsiteY10" fmla="*/ 135502 h 465702"/>
                <a:gd name="connsiteX11" fmla="*/ 440266 w 1303866"/>
                <a:gd name="connsiteY11" fmla="*/ 84702 h 465702"/>
                <a:gd name="connsiteX12" fmla="*/ 465666 w 1303866"/>
                <a:gd name="connsiteY12" fmla="*/ 33902 h 465702"/>
                <a:gd name="connsiteX13" fmla="*/ 491066 w 1303866"/>
                <a:gd name="connsiteY13" fmla="*/ 25436 h 465702"/>
                <a:gd name="connsiteX14" fmla="*/ 508000 w 1303866"/>
                <a:gd name="connsiteY14" fmla="*/ 8502 h 465702"/>
                <a:gd name="connsiteX15" fmla="*/ 541866 w 1303866"/>
                <a:gd name="connsiteY15" fmla="*/ 36 h 465702"/>
                <a:gd name="connsiteX16" fmla="*/ 728133 w 1303866"/>
                <a:gd name="connsiteY16" fmla="*/ 16969 h 465702"/>
                <a:gd name="connsiteX17" fmla="*/ 787400 w 1303866"/>
                <a:gd name="connsiteY17" fmla="*/ 50836 h 465702"/>
                <a:gd name="connsiteX18" fmla="*/ 821266 w 1303866"/>
                <a:gd name="connsiteY18" fmla="*/ 59302 h 465702"/>
                <a:gd name="connsiteX19" fmla="*/ 855133 w 1303866"/>
                <a:gd name="connsiteY19" fmla="*/ 93169 h 465702"/>
                <a:gd name="connsiteX20" fmla="*/ 889000 w 1303866"/>
                <a:gd name="connsiteY20" fmla="*/ 110102 h 465702"/>
                <a:gd name="connsiteX21" fmla="*/ 897466 w 1303866"/>
                <a:gd name="connsiteY21" fmla="*/ 135502 h 465702"/>
                <a:gd name="connsiteX22" fmla="*/ 914400 w 1303866"/>
                <a:gd name="connsiteY22" fmla="*/ 152436 h 465702"/>
                <a:gd name="connsiteX23" fmla="*/ 931333 w 1303866"/>
                <a:gd name="connsiteY23" fmla="*/ 177836 h 465702"/>
                <a:gd name="connsiteX24" fmla="*/ 965200 w 1303866"/>
                <a:gd name="connsiteY24" fmla="*/ 228636 h 465702"/>
                <a:gd name="connsiteX25" fmla="*/ 973666 w 1303866"/>
                <a:gd name="connsiteY25" fmla="*/ 254036 h 465702"/>
                <a:gd name="connsiteX26" fmla="*/ 1016000 w 1303866"/>
                <a:gd name="connsiteY26" fmla="*/ 304836 h 465702"/>
                <a:gd name="connsiteX27" fmla="*/ 1024466 w 1303866"/>
                <a:gd name="connsiteY27" fmla="*/ 338702 h 465702"/>
                <a:gd name="connsiteX28" fmla="*/ 1041400 w 1303866"/>
                <a:gd name="connsiteY28" fmla="*/ 355636 h 465702"/>
                <a:gd name="connsiteX29" fmla="*/ 1058333 w 1303866"/>
                <a:gd name="connsiteY29" fmla="*/ 381036 h 465702"/>
                <a:gd name="connsiteX30" fmla="*/ 1109133 w 1303866"/>
                <a:gd name="connsiteY30" fmla="*/ 406436 h 465702"/>
                <a:gd name="connsiteX31" fmla="*/ 1100666 w 1303866"/>
                <a:gd name="connsiteY31" fmla="*/ 431836 h 465702"/>
                <a:gd name="connsiteX32" fmla="*/ 1143000 w 1303866"/>
                <a:gd name="connsiteY32" fmla="*/ 465702 h 465702"/>
                <a:gd name="connsiteX33" fmla="*/ 1193800 w 1303866"/>
                <a:gd name="connsiteY33" fmla="*/ 457236 h 465702"/>
                <a:gd name="connsiteX34" fmla="*/ 1227666 w 1303866"/>
                <a:gd name="connsiteY34" fmla="*/ 448769 h 465702"/>
                <a:gd name="connsiteX35" fmla="*/ 1303866 w 1303866"/>
                <a:gd name="connsiteY35" fmla="*/ 448769 h 46570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</a:cxnLst>
              <a:rect l="l" t="t" r="r" b="b"/>
              <a:pathLst>
                <a:path w="1303866" h="465702">
                  <a:moveTo>
                    <a:pt x="0" y="465702"/>
                  </a:moveTo>
                  <a:cubicBezTo>
                    <a:pt x="28222" y="462880"/>
                    <a:pt x="56633" y="461549"/>
                    <a:pt x="84666" y="457236"/>
                  </a:cubicBezTo>
                  <a:cubicBezTo>
                    <a:pt x="112139" y="453010"/>
                    <a:pt x="116086" y="441118"/>
                    <a:pt x="143933" y="431836"/>
                  </a:cubicBezTo>
                  <a:cubicBezTo>
                    <a:pt x="166011" y="424476"/>
                    <a:pt x="211666" y="414902"/>
                    <a:pt x="211666" y="414902"/>
                  </a:cubicBezTo>
                  <a:cubicBezTo>
                    <a:pt x="217311" y="406435"/>
                    <a:pt x="224592" y="398855"/>
                    <a:pt x="228600" y="389502"/>
                  </a:cubicBezTo>
                  <a:cubicBezTo>
                    <a:pt x="233184" y="378807"/>
                    <a:pt x="230612" y="365318"/>
                    <a:pt x="237066" y="355636"/>
                  </a:cubicBezTo>
                  <a:cubicBezTo>
                    <a:pt x="242710" y="347169"/>
                    <a:pt x="253999" y="344347"/>
                    <a:pt x="262466" y="338702"/>
                  </a:cubicBezTo>
                  <a:cubicBezTo>
                    <a:pt x="283748" y="274858"/>
                    <a:pt x="252565" y="351078"/>
                    <a:pt x="296333" y="296369"/>
                  </a:cubicBezTo>
                  <a:cubicBezTo>
                    <a:pt x="343071" y="237947"/>
                    <a:pt x="257408" y="302563"/>
                    <a:pt x="330200" y="254036"/>
                  </a:cubicBezTo>
                  <a:cubicBezTo>
                    <a:pt x="352462" y="164982"/>
                    <a:pt x="319230" y="273231"/>
                    <a:pt x="364066" y="194769"/>
                  </a:cubicBezTo>
                  <a:cubicBezTo>
                    <a:pt x="402706" y="127150"/>
                    <a:pt x="330785" y="192213"/>
                    <a:pt x="406400" y="135502"/>
                  </a:cubicBezTo>
                  <a:cubicBezTo>
                    <a:pt x="426529" y="75110"/>
                    <a:pt x="397987" y="148120"/>
                    <a:pt x="440266" y="84702"/>
                  </a:cubicBezTo>
                  <a:cubicBezTo>
                    <a:pt x="457794" y="58410"/>
                    <a:pt x="437120" y="56738"/>
                    <a:pt x="465666" y="33902"/>
                  </a:cubicBezTo>
                  <a:cubicBezTo>
                    <a:pt x="472635" y="28327"/>
                    <a:pt x="482599" y="28258"/>
                    <a:pt x="491066" y="25436"/>
                  </a:cubicBezTo>
                  <a:cubicBezTo>
                    <a:pt x="496711" y="19791"/>
                    <a:pt x="500860" y="12072"/>
                    <a:pt x="508000" y="8502"/>
                  </a:cubicBezTo>
                  <a:cubicBezTo>
                    <a:pt x="518408" y="3298"/>
                    <a:pt x="530239" y="-411"/>
                    <a:pt x="541866" y="36"/>
                  </a:cubicBezTo>
                  <a:cubicBezTo>
                    <a:pt x="604165" y="2432"/>
                    <a:pt x="666044" y="11325"/>
                    <a:pt x="728133" y="16969"/>
                  </a:cubicBezTo>
                  <a:cubicBezTo>
                    <a:pt x="805827" y="42868"/>
                    <a:pt x="684875" y="-425"/>
                    <a:pt x="787400" y="50836"/>
                  </a:cubicBezTo>
                  <a:cubicBezTo>
                    <a:pt x="797808" y="56040"/>
                    <a:pt x="809977" y="56480"/>
                    <a:pt x="821266" y="59302"/>
                  </a:cubicBezTo>
                  <a:cubicBezTo>
                    <a:pt x="832555" y="70591"/>
                    <a:pt x="842361" y="83590"/>
                    <a:pt x="855133" y="93169"/>
                  </a:cubicBezTo>
                  <a:cubicBezTo>
                    <a:pt x="865230" y="100742"/>
                    <a:pt x="880075" y="101177"/>
                    <a:pt x="889000" y="110102"/>
                  </a:cubicBezTo>
                  <a:cubicBezTo>
                    <a:pt x="895311" y="116413"/>
                    <a:pt x="892874" y="127849"/>
                    <a:pt x="897466" y="135502"/>
                  </a:cubicBezTo>
                  <a:cubicBezTo>
                    <a:pt x="901573" y="142347"/>
                    <a:pt x="909413" y="146202"/>
                    <a:pt x="914400" y="152436"/>
                  </a:cubicBezTo>
                  <a:cubicBezTo>
                    <a:pt x="920757" y="160382"/>
                    <a:pt x="926782" y="168735"/>
                    <a:pt x="931333" y="177836"/>
                  </a:cubicBezTo>
                  <a:cubicBezTo>
                    <a:pt x="955839" y="226847"/>
                    <a:pt x="917051" y="180487"/>
                    <a:pt x="965200" y="228636"/>
                  </a:cubicBezTo>
                  <a:cubicBezTo>
                    <a:pt x="968022" y="237103"/>
                    <a:pt x="969675" y="246054"/>
                    <a:pt x="973666" y="254036"/>
                  </a:cubicBezTo>
                  <a:cubicBezTo>
                    <a:pt x="985453" y="277609"/>
                    <a:pt x="997277" y="286113"/>
                    <a:pt x="1016000" y="304836"/>
                  </a:cubicBezTo>
                  <a:cubicBezTo>
                    <a:pt x="1018822" y="316125"/>
                    <a:pt x="1019262" y="328294"/>
                    <a:pt x="1024466" y="338702"/>
                  </a:cubicBezTo>
                  <a:cubicBezTo>
                    <a:pt x="1028036" y="345842"/>
                    <a:pt x="1036413" y="349402"/>
                    <a:pt x="1041400" y="355636"/>
                  </a:cubicBezTo>
                  <a:cubicBezTo>
                    <a:pt x="1047757" y="363582"/>
                    <a:pt x="1051138" y="373841"/>
                    <a:pt x="1058333" y="381036"/>
                  </a:cubicBezTo>
                  <a:cubicBezTo>
                    <a:pt x="1074745" y="397448"/>
                    <a:pt x="1088476" y="399550"/>
                    <a:pt x="1109133" y="406436"/>
                  </a:cubicBezTo>
                  <a:cubicBezTo>
                    <a:pt x="1106311" y="414903"/>
                    <a:pt x="1098916" y="423085"/>
                    <a:pt x="1100666" y="431836"/>
                  </a:cubicBezTo>
                  <a:cubicBezTo>
                    <a:pt x="1102522" y="441115"/>
                    <a:pt x="1139351" y="463269"/>
                    <a:pt x="1143000" y="465702"/>
                  </a:cubicBezTo>
                  <a:cubicBezTo>
                    <a:pt x="1159933" y="462880"/>
                    <a:pt x="1176966" y="460603"/>
                    <a:pt x="1193800" y="457236"/>
                  </a:cubicBezTo>
                  <a:cubicBezTo>
                    <a:pt x="1205210" y="454954"/>
                    <a:pt x="1216064" y="449661"/>
                    <a:pt x="1227666" y="448769"/>
                  </a:cubicBezTo>
                  <a:cubicBezTo>
                    <a:pt x="1252991" y="446821"/>
                    <a:pt x="1278466" y="448769"/>
                    <a:pt x="1303866" y="448769"/>
                  </a:cubicBezTo>
                </a:path>
              </a:pathLst>
            </a:custGeom>
            <a:noFill/>
            <a:ln w="19050">
              <a:solidFill>
                <a:srgbClr val="00FF99"/>
              </a:solidFill>
            </a:ln>
          </p:spPr>
          <p:txBody>
            <a:bodyPr rtlCol="0" anchor="ctr"/>
            <a:lstStyle/>
            <a:p>
              <a:pPr algn="ctr"/>
              <a:endParaRPr lang="en-GB"/>
            </a:p>
          </p:txBody>
        </p:sp>
        <p:sp>
          <p:nvSpPr>
            <p:cNvPr id="140" name="Freeform: Shape 139"/>
            <p:cNvSpPr/>
            <p:nvPr/>
          </p:nvSpPr>
          <p:spPr>
            <a:xfrm>
              <a:off x="5077572" y="5604892"/>
              <a:ext cx="1227667" cy="492260"/>
            </a:xfrm>
            <a:custGeom>
              <a:avLst/>
              <a:gdLst>
                <a:gd name="connsiteX0" fmla="*/ 0 w 1227667"/>
                <a:gd name="connsiteY0" fmla="*/ 85860 h 492260"/>
                <a:gd name="connsiteX1" fmla="*/ 262467 w 1227667"/>
                <a:gd name="connsiteY1" fmla="*/ 94327 h 492260"/>
                <a:gd name="connsiteX2" fmla="*/ 287867 w 1227667"/>
                <a:gd name="connsiteY2" fmla="*/ 170527 h 492260"/>
                <a:gd name="connsiteX3" fmla="*/ 330200 w 1227667"/>
                <a:gd name="connsiteY3" fmla="*/ 221327 h 492260"/>
                <a:gd name="connsiteX4" fmla="*/ 338667 w 1227667"/>
                <a:gd name="connsiteY4" fmla="*/ 246727 h 492260"/>
                <a:gd name="connsiteX5" fmla="*/ 389467 w 1227667"/>
                <a:gd name="connsiteY5" fmla="*/ 305994 h 492260"/>
                <a:gd name="connsiteX6" fmla="*/ 414867 w 1227667"/>
                <a:gd name="connsiteY6" fmla="*/ 331394 h 492260"/>
                <a:gd name="connsiteX7" fmla="*/ 431800 w 1227667"/>
                <a:gd name="connsiteY7" fmla="*/ 390660 h 492260"/>
                <a:gd name="connsiteX8" fmla="*/ 448734 w 1227667"/>
                <a:gd name="connsiteY8" fmla="*/ 416060 h 492260"/>
                <a:gd name="connsiteX9" fmla="*/ 457200 w 1227667"/>
                <a:gd name="connsiteY9" fmla="*/ 441460 h 492260"/>
                <a:gd name="connsiteX10" fmla="*/ 508000 w 1227667"/>
                <a:gd name="connsiteY10" fmla="*/ 458394 h 492260"/>
                <a:gd name="connsiteX11" fmla="*/ 533400 w 1227667"/>
                <a:gd name="connsiteY11" fmla="*/ 466860 h 492260"/>
                <a:gd name="connsiteX12" fmla="*/ 643467 w 1227667"/>
                <a:gd name="connsiteY12" fmla="*/ 492260 h 492260"/>
                <a:gd name="connsiteX13" fmla="*/ 753534 w 1227667"/>
                <a:gd name="connsiteY13" fmla="*/ 475327 h 492260"/>
                <a:gd name="connsiteX14" fmla="*/ 770467 w 1227667"/>
                <a:gd name="connsiteY14" fmla="*/ 424527 h 492260"/>
                <a:gd name="connsiteX15" fmla="*/ 795867 w 1227667"/>
                <a:gd name="connsiteY15" fmla="*/ 356794 h 492260"/>
                <a:gd name="connsiteX16" fmla="*/ 812800 w 1227667"/>
                <a:gd name="connsiteY16" fmla="*/ 297527 h 492260"/>
                <a:gd name="connsiteX17" fmla="*/ 829734 w 1227667"/>
                <a:gd name="connsiteY17" fmla="*/ 280594 h 492260"/>
                <a:gd name="connsiteX18" fmla="*/ 838200 w 1227667"/>
                <a:gd name="connsiteY18" fmla="*/ 255194 h 492260"/>
                <a:gd name="connsiteX19" fmla="*/ 855134 w 1227667"/>
                <a:gd name="connsiteY19" fmla="*/ 195927 h 492260"/>
                <a:gd name="connsiteX20" fmla="*/ 872067 w 1227667"/>
                <a:gd name="connsiteY20" fmla="*/ 162060 h 492260"/>
                <a:gd name="connsiteX21" fmla="*/ 880534 w 1227667"/>
                <a:gd name="connsiteY21" fmla="*/ 128194 h 492260"/>
                <a:gd name="connsiteX22" fmla="*/ 914400 w 1227667"/>
                <a:gd name="connsiteY22" fmla="*/ 85860 h 492260"/>
                <a:gd name="connsiteX23" fmla="*/ 948267 w 1227667"/>
                <a:gd name="connsiteY23" fmla="*/ 77394 h 492260"/>
                <a:gd name="connsiteX24" fmla="*/ 973667 w 1227667"/>
                <a:gd name="connsiteY24" fmla="*/ 68927 h 492260"/>
                <a:gd name="connsiteX25" fmla="*/ 999067 w 1227667"/>
                <a:gd name="connsiteY25" fmla="*/ 51994 h 492260"/>
                <a:gd name="connsiteX26" fmla="*/ 1049867 w 1227667"/>
                <a:gd name="connsiteY26" fmla="*/ 35060 h 492260"/>
                <a:gd name="connsiteX27" fmla="*/ 1075267 w 1227667"/>
                <a:gd name="connsiteY27" fmla="*/ 26594 h 492260"/>
                <a:gd name="connsiteX28" fmla="*/ 1134534 w 1227667"/>
                <a:gd name="connsiteY28" fmla="*/ 1194 h 492260"/>
                <a:gd name="connsiteX29" fmla="*/ 1143000 w 1227667"/>
                <a:gd name="connsiteY29" fmla="*/ 26594 h 492260"/>
                <a:gd name="connsiteX30" fmla="*/ 1227667 w 1227667"/>
                <a:gd name="connsiteY30" fmla="*/ 35060 h 49226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</a:cxnLst>
              <a:rect l="l" t="t" r="r" b="b"/>
              <a:pathLst>
                <a:path w="1227667" h="492260">
                  <a:moveTo>
                    <a:pt x="0" y="85860"/>
                  </a:moveTo>
                  <a:cubicBezTo>
                    <a:pt x="87489" y="88682"/>
                    <a:pt x="178489" y="69628"/>
                    <a:pt x="262467" y="94327"/>
                  </a:cubicBezTo>
                  <a:cubicBezTo>
                    <a:pt x="288153" y="101882"/>
                    <a:pt x="273016" y="148250"/>
                    <a:pt x="287867" y="170527"/>
                  </a:cubicBezTo>
                  <a:cubicBezTo>
                    <a:pt x="311442" y="205890"/>
                    <a:pt x="297605" y="188732"/>
                    <a:pt x="330200" y="221327"/>
                  </a:cubicBezTo>
                  <a:cubicBezTo>
                    <a:pt x="333022" y="229794"/>
                    <a:pt x="334676" y="238745"/>
                    <a:pt x="338667" y="246727"/>
                  </a:cubicBezTo>
                  <a:cubicBezTo>
                    <a:pt x="351562" y="272517"/>
                    <a:pt x="368634" y="285161"/>
                    <a:pt x="389467" y="305994"/>
                  </a:cubicBezTo>
                  <a:lnTo>
                    <a:pt x="414867" y="331394"/>
                  </a:lnTo>
                  <a:cubicBezTo>
                    <a:pt x="417578" y="342238"/>
                    <a:pt x="425729" y="378519"/>
                    <a:pt x="431800" y="390660"/>
                  </a:cubicBezTo>
                  <a:cubicBezTo>
                    <a:pt x="436351" y="399762"/>
                    <a:pt x="443089" y="407593"/>
                    <a:pt x="448734" y="416060"/>
                  </a:cubicBezTo>
                  <a:cubicBezTo>
                    <a:pt x="451556" y="424527"/>
                    <a:pt x="449938" y="436273"/>
                    <a:pt x="457200" y="441460"/>
                  </a:cubicBezTo>
                  <a:cubicBezTo>
                    <a:pt x="471724" y="451835"/>
                    <a:pt x="491067" y="452750"/>
                    <a:pt x="508000" y="458394"/>
                  </a:cubicBezTo>
                  <a:cubicBezTo>
                    <a:pt x="516467" y="461216"/>
                    <a:pt x="524688" y="464924"/>
                    <a:pt x="533400" y="466860"/>
                  </a:cubicBezTo>
                  <a:cubicBezTo>
                    <a:pt x="620959" y="486318"/>
                    <a:pt x="584357" y="477484"/>
                    <a:pt x="643467" y="492260"/>
                  </a:cubicBezTo>
                  <a:cubicBezTo>
                    <a:pt x="680156" y="486616"/>
                    <a:pt x="720780" y="492795"/>
                    <a:pt x="753534" y="475327"/>
                  </a:cubicBezTo>
                  <a:cubicBezTo>
                    <a:pt x="769283" y="466927"/>
                    <a:pt x="766138" y="441843"/>
                    <a:pt x="770467" y="424527"/>
                  </a:cubicBezTo>
                  <a:cubicBezTo>
                    <a:pt x="792201" y="337595"/>
                    <a:pt x="762661" y="445343"/>
                    <a:pt x="795867" y="356794"/>
                  </a:cubicBezTo>
                  <a:cubicBezTo>
                    <a:pt x="799554" y="346962"/>
                    <a:pt x="805981" y="308893"/>
                    <a:pt x="812800" y="297527"/>
                  </a:cubicBezTo>
                  <a:cubicBezTo>
                    <a:pt x="816907" y="290682"/>
                    <a:pt x="824089" y="286238"/>
                    <a:pt x="829734" y="280594"/>
                  </a:cubicBezTo>
                  <a:cubicBezTo>
                    <a:pt x="832556" y="272127"/>
                    <a:pt x="835748" y="263775"/>
                    <a:pt x="838200" y="255194"/>
                  </a:cubicBezTo>
                  <a:cubicBezTo>
                    <a:pt x="844338" y="233710"/>
                    <a:pt x="846433" y="216228"/>
                    <a:pt x="855134" y="195927"/>
                  </a:cubicBezTo>
                  <a:cubicBezTo>
                    <a:pt x="860106" y="184326"/>
                    <a:pt x="867635" y="173878"/>
                    <a:pt x="872067" y="162060"/>
                  </a:cubicBezTo>
                  <a:cubicBezTo>
                    <a:pt x="876153" y="151165"/>
                    <a:pt x="875950" y="138889"/>
                    <a:pt x="880534" y="128194"/>
                  </a:cubicBezTo>
                  <a:cubicBezTo>
                    <a:pt x="883797" y="120581"/>
                    <a:pt x="904470" y="90825"/>
                    <a:pt x="914400" y="85860"/>
                  </a:cubicBezTo>
                  <a:cubicBezTo>
                    <a:pt x="924808" y="80656"/>
                    <a:pt x="937078" y="80591"/>
                    <a:pt x="948267" y="77394"/>
                  </a:cubicBezTo>
                  <a:cubicBezTo>
                    <a:pt x="956848" y="74942"/>
                    <a:pt x="965685" y="72918"/>
                    <a:pt x="973667" y="68927"/>
                  </a:cubicBezTo>
                  <a:cubicBezTo>
                    <a:pt x="982768" y="64376"/>
                    <a:pt x="989768" y="56127"/>
                    <a:pt x="999067" y="51994"/>
                  </a:cubicBezTo>
                  <a:cubicBezTo>
                    <a:pt x="1015378" y="44745"/>
                    <a:pt x="1032934" y="40704"/>
                    <a:pt x="1049867" y="35060"/>
                  </a:cubicBezTo>
                  <a:lnTo>
                    <a:pt x="1075267" y="26594"/>
                  </a:lnTo>
                  <a:cubicBezTo>
                    <a:pt x="1087042" y="18744"/>
                    <a:pt x="1117447" y="-5641"/>
                    <a:pt x="1134534" y="1194"/>
                  </a:cubicBezTo>
                  <a:cubicBezTo>
                    <a:pt x="1142820" y="4509"/>
                    <a:pt x="1136031" y="21019"/>
                    <a:pt x="1143000" y="26594"/>
                  </a:cubicBezTo>
                  <a:cubicBezTo>
                    <a:pt x="1158716" y="39167"/>
                    <a:pt x="1215550" y="35060"/>
                    <a:pt x="1227667" y="35060"/>
                  </a:cubicBezTo>
                </a:path>
              </a:pathLst>
            </a:custGeom>
            <a:noFill/>
            <a:ln w="19050">
              <a:solidFill>
                <a:srgbClr val="00FF99"/>
              </a:solidFill>
            </a:ln>
          </p:spPr>
          <p:txBody>
            <a:bodyPr rtlCol="0" anchor="ctr"/>
            <a:lstStyle/>
            <a:p>
              <a:pPr algn="ctr"/>
              <a:endParaRPr lang="en-GB"/>
            </a:p>
          </p:txBody>
        </p:sp>
      </p:grpSp>
      <p:grpSp>
        <p:nvGrpSpPr>
          <p:cNvPr id="141" name="Group 140"/>
          <p:cNvGrpSpPr/>
          <p:nvPr/>
        </p:nvGrpSpPr>
        <p:grpSpPr>
          <a:xfrm rot="506472">
            <a:off x="4945852" y="4174194"/>
            <a:ext cx="804068" cy="505386"/>
            <a:chOff x="5001372" y="5551528"/>
            <a:chExt cx="1431274" cy="609295"/>
          </a:xfrm>
        </p:grpSpPr>
        <p:sp>
          <p:nvSpPr>
            <p:cNvPr id="142" name="Freeform: Shape 141"/>
            <p:cNvSpPr/>
            <p:nvPr/>
          </p:nvSpPr>
          <p:spPr>
            <a:xfrm>
              <a:off x="5011464" y="5606391"/>
              <a:ext cx="1320800" cy="526115"/>
            </a:xfrm>
            <a:custGeom>
              <a:avLst/>
              <a:gdLst>
                <a:gd name="connsiteX0" fmla="*/ 0 w 1320800"/>
                <a:gd name="connsiteY0" fmla="*/ 51895 h 526115"/>
                <a:gd name="connsiteX1" fmla="*/ 279400 w 1320800"/>
                <a:gd name="connsiteY1" fmla="*/ 51895 h 526115"/>
                <a:gd name="connsiteX2" fmla="*/ 304800 w 1320800"/>
                <a:gd name="connsiteY2" fmla="*/ 60362 h 526115"/>
                <a:gd name="connsiteX3" fmla="*/ 321733 w 1320800"/>
                <a:gd name="connsiteY3" fmla="*/ 94228 h 526115"/>
                <a:gd name="connsiteX4" fmla="*/ 338666 w 1320800"/>
                <a:gd name="connsiteY4" fmla="*/ 111162 h 526115"/>
                <a:gd name="connsiteX5" fmla="*/ 347133 w 1320800"/>
                <a:gd name="connsiteY5" fmla="*/ 136562 h 526115"/>
                <a:gd name="connsiteX6" fmla="*/ 364066 w 1320800"/>
                <a:gd name="connsiteY6" fmla="*/ 170428 h 526115"/>
                <a:gd name="connsiteX7" fmla="*/ 381000 w 1320800"/>
                <a:gd name="connsiteY7" fmla="*/ 322828 h 526115"/>
                <a:gd name="connsiteX8" fmla="*/ 389466 w 1320800"/>
                <a:gd name="connsiteY8" fmla="*/ 356695 h 526115"/>
                <a:gd name="connsiteX9" fmla="*/ 406400 w 1320800"/>
                <a:gd name="connsiteY9" fmla="*/ 373628 h 526115"/>
                <a:gd name="connsiteX10" fmla="*/ 440266 w 1320800"/>
                <a:gd name="connsiteY10" fmla="*/ 415962 h 526115"/>
                <a:gd name="connsiteX11" fmla="*/ 465666 w 1320800"/>
                <a:gd name="connsiteY11" fmla="*/ 424428 h 526115"/>
                <a:gd name="connsiteX12" fmla="*/ 499533 w 1320800"/>
                <a:gd name="connsiteY12" fmla="*/ 458295 h 526115"/>
                <a:gd name="connsiteX13" fmla="*/ 533400 w 1320800"/>
                <a:gd name="connsiteY13" fmla="*/ 492162 h 526115"/>
                <a:gd name="connsiteX14" fmla="*/ 558800 w 1320800"/>
                <a:gd name="connsiteY14" fmla="*/ 517562 h 526115"/>
                <a:gd name="connsiteX15" fmla="*/ 592666 w 1320800"/>
                <a:gd name="connsiteY15" fmla="*/ 526028 h 526115"/>
                <a:gd name="connsiteX16" fmla="*/ 702733 w 1320800"/>
                <a:gd name="connsiteY16" fmla="*/ 509095 h 526115"/>
                <a:gd name="connsiteX17" fmla="*/ 736600 w 1320800"/>
                <a:gd name="connsiteY17" fmla="*/ 500628 h 526115"/>
                <a:gd name="connsiteX18" fmla="*/ 770466 w 1320800"/>
                <a:gd name="connsiteY18" fmla="*/ 483695 h 526115"/>
                <a:gd name="connsiteX19" fmla="*/ 787400 w 1320800"/>
                <a:gd name="connsiteY19" fmla="*/ 415962 h 526115"/>
                <a:gd name="connsiteX20" fmla="*/ 812800 w 1320800"/>
                <a:gd name="connsiteY20" fmla="*/ 348228 h 526115"/>
                <a:gd name="connsiteX21" fmla="*/ 821266 w 1320800"/>
                <a:gd name="connsiteY21" fmla="*/ 288962 h 526115"/>
                <a:gd name="connsiteX22" fmla="*/ 829733 w 1320800"/>
                <a:gd name="connsiteY22" fmla="*/ 178895 h 526115"/>
                <a:gd name="connsiteX23" fmla="*/ 846666 w 1320800"/>
                <a:gd name="connsiteY23" fmla="*/ 145028 h 526115"/>
                <a:gd name="connsiteX24" fmla="*/ 863600 w 1320800"/>
                <a:gd name="connsiteY24" fmla="*/ 85762 h 526115"/>
                <a:gd name="connsiteX25" fmla="*/ 889000 w 1320800"/>
                <a:gd name="connsiteY25" fmla="*/ 77295 h 526115"/>
                <a:gd name="connsiteX26" fmla="*/ 922866 w 1320800"/>
                <a:gd name="connsiteY26" fmla="*/ 60362 h 526115"/>
                <a:gd name="connsiteX27" fmla="*/ 948266 w 1320800"/>
                <a:gd name="connsiteY27" fmla="*/ 43428 h 526115"/>
                <a:gd name="connsiteX28" fmla="*/ 1016000 w 1320800"/>
                <a:gd name="connsiteY28" fmla="*/ 26495 h 526115"/>
                <a:gd name="connsiteX29" fmla="*/ 1202266 w 1320800"/>
                <a:gd name="connsiteY29" fmla="*/ 1095 h 526115"/>
                <a:gd name="connsiteX30" fmla="*/ 1320800 w 1320800"/>
                <a:gd name="connsiteY30" fmla="*/ 1095 h 52611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</a:cxnLst>
              <a:rect l="l" t="t" r="r" b="b"/>
              <a:pathLst>
                <a:path w="1320800" h="526115">
                  <a:moveTo>
                    <a:pt x="0" y="51895"/>
                  </a:moveTo>
                  <a:cubicBezTo>
                    <a:pt x="136182" y="47031"/>
                    <a:pt x="180507" y="27171"/>
                    <a:pt x="279400" y="51895"/>
                  </a:cubicBezTo>
                  <a:cubicBezTo>
                    <a:pt x="288058" y="54060"/>
                    <a:pt x="296333" y="57540"/>
                    <a:pt x="304800" y="60362"/>
                  </a:cubicBezTo>
                  <a:cubicBezTo>
                    <a:pt x="310444" y="71651"/>
                    <a:pt x="314732" y="83727"/>
                    <a:pt x="321733" y="94228"/>
                  </a:cubicBezTo>
                  <a:cubicBezTo>
                    <a:pt x="326161" y="100870"/>
                    <a:pt x="334559" y="104317"/>
                    <a:pt x="338666" y="111162"/>
                  </a:cubicBezTo>
                  <a:cubicBezTo>
                    <a:pt x="343258" y="118815"/>
                    <a:pt x="343617" y="128359"/>
                    <a:pt x="347133" y="136562"/>
                  </a:cubicBezTo>
                  <a:cubicBezTo>
                    <a:pt x="352105" y="148163"/>
                    <a:pt x="358422" y="159139"/>
                    <a:pt x="364066" y="170428"/>
                  </a:cubicBezTo>
                  <a:cubicBezTo>
                    <a:pt x="369711" y="221228"/>
                    <a:pt x="374094" y="272184"/>
                    <a:pt x="381000" y="322828"/>
                  </a:cubicBezTo>
                  <a:cubicBezTo>
                    <a:pt x="382572" y="334358"/>
                    <a:pt x="384262" y="346287"/>
                    <a:pt x="389466" y="356695"/>
                  </a:cubicBezTo>
                  <a:cubicBezTo>
                    <a:pt x="393036" y="363835"/>
                    <a:pt x="401413" y="367395"/>
                    <a:pt x="406400" y="373628"/>
                  </a:cubicBezTo>
                  <a:cubicBezTo>
                    <a:pt x="417048" y="386938"/>
                    <a:pt x="424542" y="406528"/>
                    <a:pt x="440266" y="415962"/>
                  </a:cubicBezTo>
                  <a:cubicBezTo>
                    <a:pt x="447919" y="420554"/>
                    <a:pt x="457199" y="421606"/>
                    <a:pt x="465666" y="424428"/>
                  </a:cubicBezTo>
                  <a:cubicBezTo>
                    <a:pt x="488245" y="492161"/>
                    <a:pt x="454377" y="413139"/>
                    <a:pt x="499533" y="458295"/>
                  </a:cubicBezTo>
                  <a:cubicBezTo>
                    <a:pt x="544689" y="503451"/>
                    <a:pt x="465667" y="469583"/>
                    <a:pt x="533400" y="492162"/>
                  </a:cubicBezTo>
                  <a:cubicBezTo>
                    <a:pt x="541867" y="500629"/>
                    <a:pt x="548404" y="511621"/>
                    <a:pt x="558800" y="517562"/>
                  </a:cubicBezTo>
                  <a:cubicBezTo>
                    <a:pt x="568903" y="523335"/>
                    <a:pt x="581050" y="526711"/>
                    <a:pt x="592666" y="526028"/>
                  </a:cubicBezTo>
                  <a:cubicBezTo>
                    <a:pt x="629723" y="523848"/>
                    <a:pt x="666177" y="515546"/>
                    <a:pt x="702733" y="509095"/>
                  </a:cubicBezTo>
                  <a:cubicBezTo>
                    <a:pt x="714192" y="507073"/>
                    <a:pt x="725704" y="504714"/>
                    <a:pt x="736600" y="500628"/>
                  </a:cubicBezTo>
                  <a:cubicBezTo>
                    <a:pt x="748418" y="496196"/>
                    <a:pt x="759177" y="489339"/>
                    <a:pt x="770466" y="483695"/>
                  </a:cubicBezTo>
                  <a:cubicBezTo>
                    <a:pt x="776111" y="461117"/>
                    <a:pt x="778757" y="437570"/>
                    <a:pt x="787400" y="415962"/>
                  </a:cubicBezTo>
                  <a:cubicBezTo>
                    <a:pt x="807647" y="365342"/>
                    <a:pt x="799527" y="388046"/>
                    <a:pt x="812800" y="348228"/>
                  </a:cubicBezTo>
                  <a:cubicBezTo>
                    <a:pt x="815622" y="328473"/>
                    <a:pt x="819280" y="308819"/>
                    <a:pt x="821266" y="288962"/>
                  </a:cubicBezTo>
                  <a:cubicBezTo>
                    <a:pt x="824927" y="252347"/>
                    <a:pt x="823338" y="215132"/>
                    <a:pt x="829733" y="178895"/>
                  </a:cubicBezTo>
                  <a:cubicBezTo>
                    <a:pt x="831926" y="166466"/>
                    <a:pt x="842234" y="156846"/>
                    <a:pt x="846666" y="145028"/>
                  </a:cubicBezTo>
                  <a:cubicBezTo>
                    <a:pt x="846798" y="144676"/>
                    <a:pt x="859506" y="89856"/>
                    <a:pt x="863600" y="85762"/>
                  </a:cubicBezTo>
                  <a:cubicBezTo>
                    <a:pt x="869911" y="79451"/>
                    <a:pt x="880797" y="80811"/>
                    <a:pt x="889000" y="77295"/>
                  </a:cubicBezTo>
                  <a:cubicBezTo>
                    <a:pt x="900601" y="72323"/>
                    <a:pt x="911908" y="66624"/>
                    <a:pt x="922866" y="60362"/>
                  </a:cubicBezTo>
                  <a:cubicBezTo>
                    <a:pt x="931701" y="55313"/>
                    <a:pt x="939164" y="47979"/>
                    <a:pt x="948266" y="43428"/>
                  </a:cubicBezTo>
                  <a:cubicBezTo>
                    <a:pt x="966418" y="34352"/>
                    <a:pt x="998617" y="30358"/>
                    <a:pt x="1016000" y="26495"/>
                  </a:cubicBezTo>
                  <a:cubicBezTo>
                    <a:pt x="1102608" y="7248"/>
                    <a:pt x="1024438" y="12209"/>
                    <a:pt x="1202266" y="1095"/>
                  </a:cubicBezTo>
                  <a:cubicBezTo>
                    <a:pt x="1241700" y="-1370"/>
                    <a:pt x="1281289" y="1095"/>
                    <a:pt x="1320800" y="1095"/>
                  </a:cubicBezTo>
                </a:path>
              </a:pathLst>
            </a:custGeom>
            <a:noFill/>
            <a:ln w="19050">
              <a:solidFill>
                <a:srgbClr val="00FF99"/>
              </a:solidFill>
            </a:ln>
          </p:spPr>
          <p:txBody>
            <a:bodyPr rtlCol="0" anchor="ctr"/>
            <a:lstStyle/>
            <a:p>
              <a:pPr algn="ctr"/>
              <a:endParaRPr lang="en-GB"/>
            </a:p>
          </p:txBody>
        </p:sp>
        <p:sp>
          <p:nvSpPr>
            <p:cNvPr id="143" name="Freeform: Shape 142"/>
            <p:cNvSpPr/>
            <p:nvPr/>
          </p:nvSpPr>
          <p:spPr>
            <a:xfrm>
              <a:off x="5069106" y="5643288"/>
              <a:ext cx="1202266" cy="509068"/>
            </a:xfrm>
            <a:custGeom>
              <a:avLst/>
              <a:gdLst>
                <a:gd name="connsiteX0" fmla="*/ 0 w 1202266"/>
                <a:gd name="connsiteY0" fmla="*/ 68802 h 509068"/>
                <a:gd name="connsiteX1" fmla="*/ 177800 w 1202266"/>
                <a:gd name="connsiteY1" fmla="*/ 60335 h 509068"/>
                <a:gd name="connsiteX2" fmla="*/ 203200 w 1202266"/>
                <a:gd name="connsiteY2" fmla="*/ 111135 h 509068"/>
                <a:gd name="connsiteX3" fmla="*/ 228600 w 1202266"/>
                <a:gd name="connsiteY3" fmla="*/ 119602 h 509068"/>
                <a:gd name="connsiteX4" fmla="*/ 237066 w 1202266"/>
                <a:gd name="connsiteY4" fmla="*/ 145002 h 509068"/>
                <a:gd name="connsiteX5" fmla="*/ 296333 w 1202266"/>
                <a:gd name="connsiteY5" fmla="*/ 161935 h 509068"/>
                <a:gd name="connsiteX6" fmla="*/ 313266 w 1202266"/>
                <a:gd name="connsiteY6" fmla="*/ 221202 h 509068"/>
                <a:gd name="connsiteX7" fmla="*/ 321733 w 1202266"/>
                <a:gd name="connsiteY7" fmla="*/ 272002 h 509068"/>
                <a:gd name="connsiteX8" fmla="*/ 338666 w 1202266"/>
                <a:gd name="connsiteY8" fmla="*/ 297402 h 509068"/>
                <a:gd name="connsiteX9" fmla="*/ 355600 w 1202266"/>
                <a:gd name="connsiteY9" fmla="*/ 356668 h 509068"/>
                <a:gd name="connsiteX10" fmla="*/ 372533 w 1202266"/>
                <a:gd name="connsiteY10" fmla="*/ 390535 h 509068"/>
                <a:gd name="connsiteX11" fmla="*/ 397933 w 1202266"/>
                <a:gd name="connsiteY11" fmla="*/ 475202 h 509068"/>
                <a:gd name="connsiteX12" fmla="*/ 423333 w 1202266"/>
                <a:gd name="connsiteY12" fmla="*/ 500602 h 509068"/>
                <a:gd name="connsiteX13" fmla="*/ 448733 w 1202266"/>
                <a:gd name="connsiteY13" fmla="*/ 509068 h 509068"/>
                <a:gd name="connsiteX14" fmla="*/ 618066 w 1202266"/>
                <a:gd name="connsiteY14" fmla="*/ 500602 h 509068"/>
                <a:gd name="connsiteX15" fmla="*/ 643466 w 1202266"/>
                <a:gd name="connsiteY15" fmla="*/ 483668 h 509068"/>
                <a:gd name="connsiteX16" fmla="*/ 668866 w 1202266"/>
                <a:gd name="connsiteY16" fmla="*/ 475202 h 509068"/>
                <a:gd name="connsiteX17" fmla="*/ 719666 w 1202266"/>
                <a:gd name="connsiteY17" fmla="*/ 432868 h 509068"/>
                <a:gd name="connsiteX18" fmla="*/ 762000 w 1202266"/>
                <a:gd name="connsiteY18" fmla="*/ 356668 h 509068"/>
                <a:gd name="connsiteX19" fmla="*/ 821266 w 1202266"/>
                <a:gd name="connsiteY19" fmla="*/ 305868 h 509068"/>
                <a:gd name="connsiteX20" fmla="*/ 829733 w 1202266"/>
                <a:gd name="connsiteY20" fmla="*/ 280468 h 509068"/>
                <a:gd name="connsiteX21" fmla="*/ 855133 w 1202266"/>
                <a:gd name="connsiteY21" fmla="*/ 246602 h 509068"/>
                <a:gd name="connsiteX22" fmla="*/ 872066 w 1202266"/>
                <a:gd name="connsiteY22" fmla="*/ 187335 h 509068"/>
                <a:gd name="connsiteX23" fmla="*/ 889000 w 1202266"/>
                <a:gd name="connsiteY23" fmla="*/ 170402 h 509068"/>
                <a:gd name="connsiteX24" fmla="*/ 897466 w 1202266"/>
                <a:gd name="connsiteY24" fmla="*/ 136535 h 509068"/>
                <a:gd name="connsiteX25" fmla="*/ 948266 w 1202266"/>
                <a:gd name="connsiteY25" fmla="*/ 18002 h 509068"/>
                <a:gd name="connsiteX26" fmla="*/ 1007533 w 1202266"/>
                <a:gd name="connsiteY26" fmla="*/ 1068 h 509068"/>
                <a:gd name="connsiteX27" fmla="*/ 1202266 w 1202266"/>
                <a:gd name="connsiteY27" fmla="*/ 1068 h 50906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</a:cxnLst>
              <a:rect l="l" t="t" r="r" b="b"/>
              <a:pathLst>
                <a:path w="1202266" h="509068">
                  <a:moveTo>
                    <a:pt x="0" y="68802"/>
                  </a:moveTo>
                  <a:cubicBezTo>
                    <a:pt x="71352" y="40260"/>
                    <a:pt x="65831" y="35453"/>
                    <a:pt x="177800" y="60335"/>
                  </a:cubicBezTo>
                  <a:cubicBezTo>
                    <a:pt x="197988" y="64821"/>
                    <a:pt x="193002" y="100937"/>
                    <a:pt x="203200" y="111135"/>
                  </a:cubicBezTo>
                  <a:cubicBezTo>
                    <a:pt x="209511" y="117446"/>
                    <a:pt x="220133" y="116780"/>
                    <a:pt x="228600" y="119602"/>
                  </a:cubicBezTo>
                  <a:cubicBezTo>
                    <a:pt x="231422" y="128069"/>
                    <a:pt x="230755" y="138691"/>
                    <a:pt x="237066" y="145002"/>
                  </a:cubicBezTo>
                  <a:cubicBezTo>
                    <a:pt x="241113" y="149049"/>
                    <a:pt x="296043" y="161862"/>
                    <a:pt x="296333" y="161935"/>
                  </a:cubicBezTo>
                  <a:cubicBezTo>
                    <a:pt x="304405" y="186149"/>
                    <a:pt x="307949" y="194616"/>
                    <a:pt x="313266" y="221202"/>
                  </a:cubicBezTo>
                  <a:cubicBezTo>
                    <a:pt x="316633" y="238036"/>
                    <a:pt x="316304" y="255716"/>
                    <a:pt x="321733" y="272002"/>
                  </a:cubicBezTo>
                  <a:cubicBezTo>
                    <a:pt x="324951" y="281655"/>
                    <a:pt x="333022" y="288935"/>
                    <a:pt x="338666" y="297402"/>
                  </a:cubicBezTo>
                  <a:cubicBezTo>
                    <a:pt x="342963" y="314589"/>
                    <a:pt x="348312" y="339662"/>
                    <a:pt x="355600" y="356668"/>
                  </a:cubicBezTo>
                  <a:cubicBezTo>
                    <a:pt x="360572" y="368269"/>
                    <a:pt x="368101" y="378717"/>
                    <a:pt x="372533" y="390535"/>
                  </a:cubicBezTo>
                  <a:cubicBezTo>
                    <a:pt x="379439" y="408951"/>
                    <a:pt x="386355" y="463624"/>
                    <a:pt x="397933" y="475202"/>
                  </a:cubicBezTo>
                  <a:cubicBezTo>
                    <a:pt x="406400" y="483669"/>
                    <a:pt x="413370" y="493960"/>
                    <a:pt x="423333" y="500602"/>
                  </a:cubicBezTo>
                  <a:cubicBezTo>
                    <a:pt x="430759" y="505552"/>
                    <a:pt x="440266" y="506246"/>
                    <a:pt x="448733" y="509068"/>
                  </a:cubicBezTo>
                  <a:cubicBezTo>
                    <a:pt x="505177" y="506246"/>
                    <a:pt x="562026" y="507912"/>
                    <a:pt x="618066" y="500602"/>
                  </a:cubicBezTo>
                  <a:cubicBezTo>
                    <a:pt x="628156" y="499286"/>
                    <a:pt x="634364" y="488219"/>
                    <a:pt x="643466" y="483668"/>
                  </a:cubicBezTo>
                  <a:cubicBezTo>
                    <a:pt x="651448" y="479677"/>
                    <a:pt x="660399" y="478024"/>
                    <a:pt x="668866" y="475202"/>
                  </a:cubicBezTo>
                  <a:cubicBezTo>
                    <a:pt x="684675" y="464662"/>
                    <a:pt x="710079" y="450124"/>
                    <a:pt x="719666" y="432868"/>
                  </a:cubicBezTo>
                  <a:cubicBezTo>
                    <a:pt x="771466" y="339629"/>
                    <a:pt x="703130" y="415538"/>
                    <a:pt x="762000" y="356668"/>
                  </a:cubicBezTo>
                  <a:cubicBezTo>
                    <a:pt x="779468" y="286790"/>
                    <a:pt x="752258" y="355160"/>
                    <a:pt x="821266" y="305868"/>
                  </a:cubicBezTo>
                  <a:cubicBezTo>
                    <a:pt x="828528" y="300681"/>
                    <a:pt x="825305" y="288217"/>
                    <a:pt x="829733" y="280468"/>
                  </a:cubicBezTo>
                  <a:cubicBezTo>
                    <a:pt x="836734" y="268216"/>
                    <a:pt x="846666" y="257891"/>
                    <a:pt x="855133" y="246602"/>
                  </a:cubicBezTo>
                  <a:cubicBezTo>
                    <a:pt x="856713" y="240281"/>
                    <a:pt x="866862" y="196008"/>
                    <a:pt x="872066" y="187335"/>
                  </a:cubicBezTo>
                  <a:cubicBezTo>
                    <a:pt x="876173" y="180490"/>
                    <a:pt x="883355" y="176046"/>
                    <a:pt x="889000" y="170402"/>
                  </a:cubicBezTo>
                  <a:cubicBezTo>
                    <a:pt x="891822" y="159113"/>
                    <a:pt x="894122" y="147681"/>
                    <a:pt x="897466" y="136535"/>
                  </a:cubicBezTo>
                  <a:cubicBezTo>
                    <a:pt x="903173" y="117511"/>
                    <a:pt x="933584" y="22896"/>
                    <a:pt x="948266" y="18002"/>
                  </a:cubicBezTo>
                  <a:cubicBezTo>
                    <a:pt x="961263" y="13669"/>
                    <a:pt x="995572" y="1511"/>
                    <a:pt x="1007533" y="1068"/>
                  </a:cubicBezTo>
                  <a:cubicBezTo>
                    <a:pt x="1072400" y="-1335"/>
                    <a:pt x="1137355" y="1068"/>
                    <a:pt x="1202266" y="1068"/>
                  </a:cubicBezTo>
                </a:path>
              </a:pathLst>
            </a:custGeom>
            <a:noFill/>
            <a:ln w="19050">
              <a:solidFill>
                <a:srgbClr val="00FF99"/>
              </a:solidFill>
            </a:ln>
          </p:spPr>
          <p:txBody>
            <a:bodyPr rtlCol="0" anchor="ctr"/>
            <a:lstStyle/>
            <a:p>
              <a:pPr algn="ctr"/>
              <a:endParaRPr lang="en-GB"/>
            </a:p>
          </p:txBody>
        </p:sp>
        <p:sp>
          <p:nvSpPr>
            <p:cNvPr id="144" name="Freeform: Shape 143"/>
            <p:cNvSpPr/>
            <p:nvPr/>
          </p:nvSpPr>
          <p:spPr>
            <a:xfrm>
              <a:off x="5018306" y="5610490"/>
              <a:ext cx="1295400" cy="482600"/>
            </a:xfrm>
            <a:custGeom>
              <a:avLst/>
              <a:gdLst>
                <a:gd name="connsiteX0" fmla="*/ 0 w 1295400"/>
                <a:gd name="connsiteY0" fmla="*/ 118533 h 482600"/>
                <a:gd name="connsiteX1" fmla="*/ 296333 w 1295400"/>
                <a:gd name="connsiteY1" fmla="*/ 110066 h 482600"/>
                <a:gd name="connsiteX2" fmla="*/ 321733 w 1295400"/>
                <a:gd name="connsiteY2" fmla="*/ 118533 h 482600"/>
                <a:gd name="connsiteX3" fmla="*/ 338666 w 1295400"/>
                <a:gd name="connsiteY3" fmla="*/ 152400 h 482600"/>
                <a:gd name="connsiteX4" fmla="*/ 364066 w 1295400"/>
                <a:gd name="connsiteY4" fmla="*/ 169333 h 482600"/>
                <a:gd name="connsiteX5" fmla="*/ 372533 w 1295400"/>
                <a:gd name="connsiteY5" fmla="*/ 194733 h 482600"/>
                <a:gd name="connsiteX6" fmla="*/ 389466 w 1295400"/>
                <a:gd name="connsiteY6" fmla="*/ 228600 h 482600"/>
                <a:gd name="connsiteX7" fmla="*/ 406400 w 1295400"/>
                <a:gd name="connsiteY7" fmla="*/ 287866 h 482600"/>
                <a:gd name="connsiteX8" fmla="*/ 431800 w 1295400"/>
                <a:gd name="connsiteY8" fmla="*/ 313266 h 482600"/>
                <a:gd name="connsiteX9" fmla="*/ 440266 w 1295400"/>
                <a:gd name="connsiteY9" fmla="*/ 338666 h 482600"/>
                <a:gd name="connsiteX10" fmla="*/ 457200 w 1295400"/>
                <a:gd name="connsiteY10" fmla="*/ 355600 h 482600"/>
                <a:gd name="connsiteX11" fmla="*/ 474133 w 1295400"/>
                <a:gd name="connsiteY11" fmla="*/ 381000 h 482600"/>
                <a:gd name="connsiteX12" fmla="*/ 508000 w 1295400"/>
                <a:gd name="connsiteY12" fmla="*/ 431800 h 482600"/>
                <a:gd name="connsiteX13" fmla="*/ 516466 w 1295400"/>
                <a:gd name="connsiteY13" fmla="*/ 457200 h 482600"/>
                <a:gd name="connsiteX14" fmla="*/ 558800 w 1295400"/>
                <a:gd name="connsiteY14" fmla="*/ 482600 h 482600"/>
                <a:gd name="connsiteX15" fmla="*/ 778933 w 1295400"/>
                <a:gd name="connsiteY15" fmla="*/ 474133 h 482600"/>
                <a:gd name="connsiteX16" fmla="*/ 812800 w 1295400"/>
                <a:gd name="connsiteY16" fmla="*/ 465666 h 482600"/>
                <a:gd name="connsiteX17" fmla="*/ 855133 w 1295400"/>
                <a:gd name="connsiteY17" fmla="*/ 431800 h 482600"/>
                <a:gd name="connsiteX18" fmla="*/ 880533 w 1295400"/>
                <a:gd name="connsiteY18" fmla="*/ 296333 h 482600"/>
                <a:gd name="connsiteX19" fmla="*/ 897466 w 1295400"/>
                <a:gd name="connsiteY19" fmla="*/ 186266 h 482600"/>
                <a:gd name="connsiteX20" fmla="*/ 905933 w 1295400"/>
                <a:gd name="connsiteY20" fmla="*/ 152400 h 482600"/>
                <a:gd name="connsiteX21" fmla="*/ 922866 w 1295400"/>
                <a:gd name="connsiteY21" fmla="*/ 135466 h 482600"/>
                <a:gd name="connsiteX22" fmla="*/ 956733 w 1295400"/>
                <a:gd name="connsiteY22" fmla="*/ 101600 h 482600"/>
                <a:gd name="connsiteX23" fmla="*/ 973666 w 1295400"/>
                <a:gd name="connsiteY23" fmla="*/ 76200 h 482600"/>
                <a:gd name="connsiteX24" fmla="*/ 1016000 w 1295400"/>
                <a:gd name="connsiteY24" fmla="*/ 67733 h 482600"/>
                <a:gd name="connsiteX25" fmla="*/ 1049866 w 1295400"/>
                <a:gd name="connsiteY25" fmla="*/ 59266 h 482600"/>
                <a:gd name="connsiteX26" fmla="*/ 1151466 w 1295400"/>
                <a:gd name="connsiteY26" fmla="*/ 42333 h 482600"/>
                <a:gd name="connsiteX27" fmla="*/ 1236133 w 1295400"/>
                <a:gd name="connsiteY27" fmla="*/ 16933 h 482600"/>
                <a:gd name="connsiteX28" fmla="*/ 1270000 w 1295400"/>
                <a:gd name="connsiteY28" fmla="*/ 8466 h 482600"/>
                <a:gd name="connsiteX29" fmla="*/ 1295400 w 1295400"/>
                <a:gd name="connsiteY29" fmla="*/ 0 h 4826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</a:cxnLst>
              <a:rect l="l" t="t" r="r" b="b"/>
              <a:pathLst>
                <a:path w="1295400" h="482600">
                  <a:moveTo>
                    <a:pt x="0" y="118533"/>
                  </a:moveTo>
                  <a:cubicBezTo>
                    <a:pt x="147517" y="107186"/>
                    <a:pt x="181054" y="90853"/>
                    <a:pt x="296333" y="110066"/>
                  </a:cubicBezTo>
                  <a:cubicBezTo>
                    <a:pt x="305136" y="111533"/>
                    <a:pt x="313266" y="115711"/>
                    <a:pt x="321733" y="118533"/>
                  </a:cubicBezTo>
                  <a:cubicBezTo>
                    <a:pt x="327377" y="129822"/>
                    <a:pt x="330586" y="142704"/>
                    <a:pt x="338666" y="152400"/>
                  </a:cubicBezTo>
                  <a:cubicBezTo>
                    <a:pt x="345180" y="160217"/>
                    <a:pt x="357709" y="161387"/>
                    <a:pt x="364066" y="169333"/>
                  </a:cubicBezTo>
                  <a:cubicBezTo>
                    <a:pt x="369641" y="176302"/>
                    <a:pt x="369017" y="186530"/>
                    <a:pt x="372533" y="194733"/>
                  </a:cubicBezTo>
                  <a:cubicBezTo>
                    <a:pt x="377505" y="206334"/>
                    <a:pt x="385034" y="216782"/>
                    <a:pt x="389466" y="228600"/>
                  </a:cubicBezTo>
                  <a:cubicBezTo>
                    <a:pt x="391885" y="235052"/>
                    <a:pt x="400552" y="279094"/>
                    <a:pt x="406400" y="287866"/>
                  </a:cubicBezTo>
                  <a:cubicBezTo>
                    <a:pt x="413042" y="297829"/>
                    <a:pt x="423333" y="304799"/>
                    <a:pt x="431800" y="313266"/>
                  </a:cubicBezTo>
                  <a:cubicBezTo>
                    <a:pt x="434622" y="321733"/>
                    <a:pt x="435674" y="331013"/>
                    <a:pt x="440266" y="338666"/>
                  </a:cubicBezTo>
                  <a:cubicBezTo>
                    <a:pt x="444373" y="345511"/>
                    <a:pt x="452213" y="349366"/>
                    <a:pt x="457200" y="355600"/>
                  </a:cubicBezTo>
                  <a:cubicBezTo>
                    <a:pt x="463557" y="363546"/>
                    <a:pt x="469582" y="371899"/>
                    <a:pt x="474133" y="381000"/>
                  </a:cubicBezTo>
                  <a:cubicBezTo>
                    <a:pt x="498639" y="430011"/>
                    <a:pt x="459851" y="383651"/>
                    <a:pt x="508000" y="431800"/>
                  </a:cubicBezTo>
                  <a:cubicBezTo>
                    <a:pt x="510822" y="440267"/>
                    <a:pt x="511874" y="449547"/>
                    <a:pt x="516466" y="457200"/>
                  </a:cubicBezTo>
                  <a:cubicBezTo>
                    <a:pt x="528087" y="476569"/>
                    <a:pt x="538823" y="475941"/>
                    <a:pt x="558800" y="482600"/>
                  </a:cubicBezTo>
                  <a:cubicBezTo>
                    <a:pt x="632178" y="479778"/>
                    <a:pt x="705664" y="479018"/>
                    <a:pt x="778933" y="474133"/>
                  </a:cubicBezTo>
                  <a:cubicBezTo>
                    <a:pt x="790544" y="473359"/>
                    <a:pt x="803714" y="472935"/>
                    <a:pt x="812800" y="465666"/>
                  </a:cubicBezTo>
                  <a:cubicBezTo>
                    <a:pt x="873529" y="417082"/>
                    <a:pt x="749262" y="458265"/>
                    <a:pt x="855133" y="431800"/>
                  </a:cubicBezTo>
                  <a:cubicBezTo>
                    <a:pt x="874240" y="374482"/>
                    <a:pt x="866815" y="401506"/>
                    <a:pt x="880533" y="296333"/>
                  </a:cubicBezTo>
                  <a:cubicBezTo>
                    <a:pt x="901772" y="133498"/>
                    <a:pt x="876292" y="260376"/>
                    <a:pt x="897466" y="186266"/>
                  </a:cubicBezTo>
                  <a:cubicBezTo>
                    <a:pt x="900663" y="175078"/>
                    <a:pt x="900729" y="162808"/>
                    <a:pt x="905933" y="152400"/>
                  </a:cubicBezTo>
                  <a:cubicBezTo>
                    <a:pt x="909503" y="145260"/>
                    <a:pt x="917222" y="141111"/>
                    <a:pt x="922866" y="135466"/>
                  </a:cubicBezTo>
                  <a:cubicBezTo>
                    <a:pt x="941340" y="80047"/>
                    <a:pt x="915682" y="134441"/>
                    <a:pt x="956733" y="101600"/>
                  </a:cubicBezTo>
                  <a:cubicBezTo>
                    <a:pt x="964679" y="95243"/>
                    <a:pt x="964831" y="81249"/>
                    <a:pt x="973666" y="76200"/>
                  </a:cubicBezTo>
                  <a:cubicBezTo>
                    <a:pt x="986161" y="69060"/>
                    <a:pt x="1001952" y="70855"/>
                    <a:pt x="1016000" y="67733"/>
                  </a:cubicBezTo>
                  <a:cubicBezTo>
                    <a:pt x="1027359" y="65209"/>
                    <a:pt x="1038429" y="61410"/>
                    <a:pt x="1049866" y="59266"/>
                  </a:cubicBezTo>
                  <a:cubicBezTo>
                    <a:pt x="1083612" y="52939"/>
                    <a:pt x="1117599" y="47977"/>
                    <a:pt x="1151466" y="42333"/>
                  </a:cubicBezTo>
                  <a:cubicBezTo>
                    <a:pt x="1190047" y="29472"/>
                    <a:pt x="1182814" y="31474"/>
                    <a:pt x="1236133" y="16933"/>
                  </a:cubicBezTo>
                  <a:cubicBezTo>
                    <a:pt x="1247359" y="13871"/>
                    <a:pt x="1258811" y="11663"/>
                    <a:pt x="1270000" y="8466"/>
                  </a:cubicBezTo>
                  <a:cubicBezTo>
                    <a:pt x="1278581" y="6014"/>
                    <a:pt x="1295400" y="0"/>
                    <a:pt x="1295400" y="0"/>
                  </a:cubicBezTo>
                </a:path>
              </a:pathLst>
            </a:custGeom>
            <a:noFill/>
            <a:ln w="19050">
              <a:solidFill>
                <a:srgbClr val="00FF99"/>
              </a:solidFill>
            </a:ln>
          </p:spPr>
          <p:txBody>
            <a:bodyPr rtlCol="0" anchor="ctr"/>
            <a:lstStyle/>
            <a:p>
              <a:pPr algn="ctr"/>
              <a:endParaRPr lang="en-GB"/>
            </a:p>
          </p:txBody>
        </p:sp>
        <p:sp>
          <p:nvSpPr>
            <p:cNvPr id="145" name="Freeform: Shape 144"/>
            <p:cNvSpPr/>
            <p:nvPr/>
          </p:nvSpPr>
          <p:spPr>
            <a:xfrm>
              <a:off x="5077572" y="5609296"/>
              <a:ext cx="1227667" cy="492260"/>
            </a:xfrm>
            <a:custGeom>
              <a:avLst/>
              <a:gdLst>
                <a:gd name="connsiteX0" fmla="*/ 0 w 1227667"/>
                <a:gd name="connsiteY0" fmla="*/ 85860 h 492260"/>
                <a:gd name="connsiteX1" fmla="*/ 262467 w 1227667"/>
                <a:gd name="connsiteY1" fmla="*/ 94327 h 492260"/>
                <a:gd name="connsiteX2" fmla="*/ 287867 w 1227667"/>
                <a:gd name="connsiteY2" fmla="*/ 170527 h 492260"/>
                <a:gd name="connsiteX3" fmla="*/ 330200 w 1227667"/>
                <a:gd name="connsiteY3" fmla="*/ 221327 h 492260"/>
                <a:gd name="connsiteX4" fmla="*/ 338667 w 1227667"/>
                <a:gd name="connsiteY4" fmla="*/ 246727 h 492260"/>
                <a:gd name="connsiteX5" fmla="*/ 389467 w 1227667"/>
                <a:gd name="connsiteY5" fmla="*/ 305994 h 492260"/>
                <a:gd name="connsiteX6" fmla="*/ 414867 w 1227667"/>
                <a:gd name="connsiteY6" fmla="*/ 331394 h 492260"/>
                <a:gd name="connsiteX7" fmla="*/ 431800 w 1227667"/>
                <a:gd name="connsiteY7" fmla="*/ 390660 h 492260"/>
                <a:gd name="connsiteX8" fmla="*/ 448734 w 1227667"/>
                <a:gd name="connsiteY8" fmla="*/ 416060 h 492260"/>
                <a:gd name="connsiteX9" fmla="*/ 457200 w 1227667"/>
                <a:gd name="connsiteY9" fmla="*/ 441460 h 492260"/>
                <a:gd name="connsiteX10" fmla="*/ 508000 w 1227667"/>
                <a:gd name="connsiteY10" fmla="*/ 458394 h 492260"/>
                <a:gd name="connsiteX11" fmla="*/ 533400 w 1227667"/>
                <a:gd name="connsiteY11" fmla="*/ 466860 h 492260"/>
                <a:gd name="connsiteX12" fmla="*/ 643467 w 1227667"/>
                <a:gd name="connsiteY12" fmla="*/ 492260 h 492260"/>
                <a:gd name="connsiteX13" fmla="*/ 753534 w 1227667"/>
                <a:gd name="connsiteY13" fmla="*/ 475327 h 492260"/>
                <a:gd name="connsiteX14" fmla="*/ 770467 w 1227667"/>
                <a:gd name="connsiteY14" fmla="*/ 424527 h 492260"/>
                <a:gd name="connsiteX15" fmla="*/ 795867 w 1227667"/>
                <a:gd name="connsiteY15" fmla="*/ 356794 h 492260"/>
                <a:gd name="connsiteX16" fmla="*/ 812800 w 1227667"/>
                <a:gd name="connsiteY16" fmla="*/ 297527 h 492260"/>
                <a:gd name="connsiteX17" fmla="*/ 829734 w 1227667"/>
                <a:gd name="connsiteY17" fmla="*/ 280594 h 492260"/>
                <a:gd name="connsiteX18" fmla="*/ 838200 w 1227667"/>
                <a:gd name="connsiteY18" fmla="*/ 255194 h 492260"/>
                <a:gd name="connsiteX19" fmla="*/ 855134 w 1227667"/>
                <a:gd name="connsiteY19" fmla="*/ 195927 h 492260"/>
                <a:gd name="connsiteX20" fmla="*/ 872067 w 1227667"/>
                <a:gd name="connsiteY20" fmla="*/ 162060 h 492260"/>
                <a:gd name="connsiteX21" fmla="*/ 880534 w 1227667"/>
                <a:gd name="connsiteY21" fmla="*/ 128194 h 492260"/>
                <a:gd name="connsiteX22" fmla="*/ 914400 w 1227667"/>
                <a:gd name="connsiteY22" fmla="*/ 85860 h 492260"/>
                <a:gd name="connsiteX23" fmla="*/ 948267 w 1227667"/>
                <a:gd name="connsiteY23" fmla="*/ 77394 h 492260"/>
                <a:gd name="connsiteX24" fmla="*/ 973667 w 1227667"/>
                <a:gd name="connsiteY24" fmla="*/ 68927 h 492260"/>
                <a:gd name="connsiteX25" fmla="*/ 999067 w 1227667"/>
                <a:gd name="connsiteY25" fmla="*/ 51994 h 492260"/>
                <a:gd name="connsiteX26" fmla="*/ 1049867 w 1227667"/>
                <a:gd name="connsiteY26" fmla="*/ 35060 h 492260"/>
                <a:gd name="connsiteX27" fmla="*/ 1075267 w 1227667"/>
                <a:gd name="connsiteY27" fmla="*/ 26594 h 492260"/>
                <a:gd name="connsiteX28" fmla="*/ 1134534 w 1227667"/>
                <a:gd name="connsiteY28" fmla="*/ 1194 h 492260"/>
                <a:gd name="connsiteX29" fmla="*/ 1143000 w 1227667"/>
                <a:gd name="connsiteY29" fmla="*/ 26594 h 492260"/>
                <a:gd name="connsiteX30" fmla="*/ 1227667 w 1227667"/>
                <a:gd name="connsiteY30" fmla="*/ 35060 h 49226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</a:cxnLst>
              <a:rect l="l" t="t" r="r" b="b"/>
              <a:pathLst>
                <a:path w="1227667" h="492260">
                  <a:moveTo>
                    <a:pt x="0" y="85860"/>
                  </a:moveTo>
                  <a:cubicBezTo>
                    <a:pt x="87489" y="88682"/>
                    <a:pt x="178489" y="69628"/>
                    <a:pt x="262467" y="94327"/>
                  </a:cubicBezTo>
                  <a:cubicBezTo>
                    <a:pt x="288153" y="101882"/>
                    <a:pt x="273016" y="148250"/>
                    <a:pt x="287867" y="170527"/>
                  </a:cubicBezTo>
                  <a:cubicBezTo>
                    <a:pt x="311442" y="205890"/>
                    <a:pt x="297605" y="188732"/>
                    <a:pt x="330200" y="221327"/>
                  </a:cubicBezTo>
                  <a:cubicBezTo>
                    <a:pt x="333022" y="229794"/>
                    <a:pt x="334676" y="238745"/>
                    <a:pt x="338667" y="246727"/>
                  </a:cubicBezTo>
                  <a:cubicBezTo>
                    <a:pt x="351562" y="272517"/>
                    <a:pt x="368634" y="285161"/>
                    <a:pt x="389467" y="305994"/>
                  </a:cubicBezTo>
                  <a:lnTo>
                    <a:pt x="414867" y="331394"/>
                  </a:lnTo>
                  <a:cubicBezTo>
                    <a:pt x="417578" y="342238"/>
                    <a:pt x="425729" y="378519"/>
                    <a:pt x="431800" y="390660"/>
                  </a:cubicBezTo>
                  <a:cubicBezTo>
                    <a:pt x="436351" y="399762"/>
                    <a:pt x="443089" y="407593"/>
                    <a:pt x="448734" y="416060"/>
                  </a:cubicBezTo>
                  <a:cubicBezTo>
                    <a:pt x="451556" y="424527"/>
                    <a:pt x="449938" y="436273"/>
                    <a:pt x="457200" y="441460"/>
                  </a:cubicBezTo>
                  <a:cubicBezTo>
                    <a:pt x="471724" y="451835"/>
                    <a:pt x="491067" y="452750"/>
                    <a:pt x="508000" y="458394"/>
                  </a:cubicBezTo>
                  <a:cubicBezTo>
                    <a:pt x="516467" y="461216"/>
                    <a:pt x="524688" y="464924"/>
                    <a:pt x="533400" y="466860"/>
                  </a:cubicBezTo>
                  <a:cubicBezTo>
                    <a:pt x="620959" y="486318"/>
                    <a:pt x="584357" y="477484"/>
                    <a:pt x="643467" y="492260"/>
                  </a:cubicBezTo>
                  <a:cubicBezTo>
                    <a:pt x="680156" y="486616"/>
                    <a:pt x="720780" y="492795"/>
                    <a:pt x="753534" y="475327"/>
                  </a:cubicBezTo>
                  <a:cubicBezTo>
                    <a:pt x="769283" y="466927"/>
                    <a:pt x="766138" y="441843"/>
                    <a:pt x="770467" y="424527"/>
                  </a:cubicBezTo>
                  <a:cubicBezTo>
                    <a:pt x="792201" y="337595"/>
                    <a:pt x="762661" y="445343"/>
                    <a:pt x="795867" y="356794"/>
                  </a:cubicBezTo>
                  <a:cubicBezTo>
                    <a:pt x="799554" y="346962"/>
                    <a:pt x="805981" y="308893"/>
                    <a:pt x="812800" y="297527"/>
                  </a:cubicBezTo>
                  <a:cubicBezTo>
                    <a:pt x="816907" y="290682"/>
                    <a:pt x="824089" y="286238"/>
                    <a:pt x="829734" y="280594"/>
                  </a:cubicBezTo>
                  <a:cubicBezTo>
                    <a:pt x="832556" y="272127"/>
                    <a:pt x="835748" y="263775"/>
                    <a:pt x="838200" y="255194"/>
                  </a:cubicBezTo>
                  <a:cubicBezTo>
                    <a:pt x="844338" y="233710"/>
                    <a:pt x="846433" y="216228"/>
                    <a:pt x="855134" y="195927"/>
                  </a:cubicBezTo>
                  <a:cubicBezTo>
                    <a:pt x="860106" y="184326"/>
                    <a:pt x="867635" y="173878"/>
                    <a:pt x="872067" y="162060"/>
                  </a:cubicBezTo>
                  <a:cubicBezTo>
                    <a:pt x="876153" y="151165"/>
                    <a:pt x="875950" y="138889"/>
                    <a:pt x="880534" y="128194"/>
                  </a:cubicBezTo>
                  <a:cubicBezTo>
                    <a:pt x="883797" y="120581"/>
                    <a:pt x="904470" y="90825"/>
                    <a:pt x="914400" y="85860"/>
                  </a:cubicBezTo>
                  <a:cubicBezTo>
                    <a:pt x="924808" y="80656"/>
                    <a:pt x="937078" y="80591"/>
                    <a:pt x="948267" y="77394"/>
                  </a:cubicBezTo>
                  <a:cubicBezTo>
                    <a:pt x="956848" y="74942"/>
                    <a:pt x="965685" y="72918"/>
                    <a:pt x="973667" y="68927"/>
                  </a:cubicBezTo>
                  <a:cubicBezTo>
                    <a:pt x="982768" y="64376"/>
                    <a:pt x="989768" y="56127"/>
                    <a:pt x="999067" y="51994"/>
                  </a:cubicBezTo>
                  <a:cubicBezTo>
                    <a:pt x="1015378" y="44745"/>
                    <a:pt x="1032934" y="40704"/>
                    <a:pt x="1049867" y="35060"/>
                  </a:cubicBezTo>
                  <a:lnTo>
                    <a:pt x="1075267" y="26594"/>
                  </a:lnTo>
                  <a:cubicBezTo>
                    <a:pt x="1087042" y="18744"/>
                    <a:pt x="1117447" y="-5641"/>
                    <a:pt x="1134534" y="1194"/>
                  </a:cubicBezTo>
                  <a:cubicBezTo>
                    <a:pt x="1142820" y="4509"/>
                    <a:pt x="1136031" y="21019"/>
                    <a:pt x="1143000" y="26594"/>
                  </a:cubicBezTo>
                  <a:cubicBezTo>
                    <a:pt x="1158716" y="39167"/>
                    <a:pt x="1215550" y="35060"/>
                    <a:pt x="1227667" y="35060"/>
                  </a:cubicBezTo>
                </a:path>
              </a:pathLst>
            </a:custGeom>
            <a:noFill/>
            <a:ln w="19050">
              <a:solidFill>
                <a:srgbClr val="00FF99"/>
              </a:solidFill>
            </a:ln>
          </p:spPr>
          <p:txBody>
            <a:bodyPr rtlCol="0" anchor="ctr"/>
            <a:lstStyle/>
            <a:p>
              <a:pPr algn="ctr"/>
              <a:endParaRPr lang="en-GB"/>
            </a:p>
          </p:txBody>
        </p:sp>
        <p:sp>
          <p:nvSpPr>
            <p:cNvPr id="146" name="Freeform: Shape 145"/>
            <p:cNvSpPr/>
            <p:nvPr/>
          </p:nvSpPr>
          <p:spPr>
            <a:xfrm>
              <a:off x="5001372" y="5644356"/>
              <a:ext cx="1431274" cy="508000"/>
            </a:xfrm>
            <a:custGeom>
              <a:avLst/>
              <a:gdLst>
                <a:gd name="connsiteX0" fmla="*/ 0 w 1431274"/>
                <a:gd name="connsiteY0" fmla="*/ 465667 h 508000"/>
                <a:gd name="connsiteX1" fmla="*/ 177800 w 1431274"/>
                <a:gd name="connsiteY1" fmla="*/ 457200 h 508000"/>
                <a:gd name="connsiteX2" fmla="*/ 237067 w 1431274"/>
                <a:gd name="connsiteY2" fmla="*/ 431800 h 508000"/>
                <a:gd name="connsiteX3" fmla="*/ 296334 w 1431274"/>
                <a:gd name="connsiteY3" fmla="*/ 414867 h 508000"/>
                <a:gd name="connsiteX4" fmla="*/ 321734 w 1431274"/>
                <a:gd name="connsiteY4" fmla="*/ 355600 h 508000"/>
                <a:gd name="connsiteX5" fmla="*/ 338667 w 1431274"/>
                <a:gd name="connsiteY5" fmla="*/ 321734 h 508000"/>
                <a:gd name="connsiteX6" fmla="*/ 347134 w 1431274"/>
                <a:gd name="connsiteY6" fmla="*/ 296334 h 508000"/>
                <a:gd name="connsiteX7" fmla="*/ 381000 w 1431274"/>
                <a:gd name="connsiteY7" fmla="*/ 245534 h 508000"/>
                <a:gd name="connsiteX8" fmla="*/ 414867 w 1431274"/>
                <a:gd name="connsiteY8" fmla="*/ 169334 h 508000"/>
                <a:gd name="connsiteX9" fmla="*/ 448734 w 1431274"/>
                <a:gd name="connsiteY9" fmla="*/ 143934 h 508000"/>
                <a:gd name="connsiteX10" fmla="*/ 482600 w 1431274"/>
                <a:gd name="connsiteY10" fmla="*/ 67734 h 508000"/>
                <a:gd name="connsiteX11" fmla="*/ 524934 w 1431274"/>
                <a:gd name="connsiteY11" fmla="*/ 16934 h 508000"/>
                <a:gd name="connsiteX12" fmla="*/ 567267 w 1431274"/>
                <a:gd name="connsiteY12" fmla="*/ 8467 h 508000"/>
                <a:gd name="connsiteX13" fmla="*/ 601134 w 1431274"/>
                <a:gd name="connsiteY13" fmla="*/ 0 h 508000"/>
                <a:gd name="connsiteX14" fmla="*/ 880534 w 1431274"/>
                <a:gd name="connsiteY14" fmla="*/ 8467 h 508000"/>
                <a:gd name="connsiteX15" fmla="*/ 889000 w 1431274"/>
                <a:gd name="connsiteY15" fmla="*/ 33867 h 508000"/>
                <a:gd name="connsiteX16" fmla="*/ 939800 w 1431274"/>
                <a:gd name="connsiteY16" fmla="*/ 76200 h 508000"/>
                <a:gd name="connsiteX17" fmla="*/ 948267 w 1431274"/>
                <a:gd name="connsiteY17" fmla="*/ 110067 h 508000"/>
                <a:gd name="connsiteX18" fmla="*/ 982134 w 1431274"/>
                <a:gd name="connsiteY18" fmla="*/ 152400 h 508000"/>
                <a:gd name="connsiteX19" fmla="*/ 1016000 w 1431274"/>
                <a:gd name="connsiteY19" fmla="*/ 211667 h 508000"/>
                <a:gd name="connsiteX20" fmla="*/ 1041400 w 1431274"/>
                <a:gd name="connsiteY20" fmla="*/ 296334 h 508000"/>
                <a:gd name="connsiteX21" fmla="*/ 1058334 w 1431274"/>
                <a:gd name="connsiteY21" fmla="*/ 321734 h 508000"/>
                <a:gd name="connsiteX22" fmla="*/ 1092200 w 1431274"/>
                <a:gd name="connsiteY22" fmla="*/ 389467 h 508000"/>
                <a:gd name="connsiteX23" fmla="*/ 1134534 w 1431274"/>
                <a:gd name="connsiteY23" fmla="*/ 431800 h 508000"/>
                <a:gd name="connsiteX24" fmla="*/ 1151467 w 1431274"/>
                <a:gd name="connsiteY24" fmla="*/ 465667 h 508000"/>
                <a:gd name="connsiteX25" fmla="*/ 1185334 w 1431274"/>
                <a:gd name="connsiteY25" fmla="*/ 474134 h 508000"/>
                <a:gd name="connsiteX26" fmla="*/ 1210734 w 1431274"/>
                <a:gd name="connsiteY26" fmla="*/ 491067 h 508000"/>
                <a:gd name="connsiteX27" fmla="*/ 1244600 w 1431274"/>
                <a:gd name="connsiteY27" fmla="*/ 508000 h 508000"/>
                <a:gd name="connsiteX28" fmla="*/ 1371600 w 1431274"/>
                <a:gd name="connsiteY28" fmla="*/ 499534 h 508000"/>
                <a:gd name="connsiteX29" fmla="*/ 1397000 w 1431274"/>
                <a:gd name="connsiteY29" fmla="*/ 491067 h 508000"/>
                <a:gd name="connsiteX30" fmla="*/ 1413934 w 1431274"/>
                <a:gd name="connsiteY30" fmla="*/ 482600 h 5080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</a:cxnLst>
              <a:rect l="l" t="t" r="r" b="b"/>
              <a:pathLst>
                <a:path w="1431274" h="508000">
                  <a:moveTo>
                    <a:pt x="0" y="465667"/>
                  </a:moveTo>
                  <a:cubicBezTo>
                    <a:pt x="59267" y="462845"/>
                    <a:pt x="118671" y="462127"/>
                    <a:pt x="177800" y="457200"/>
                  </a:cubicBezTo>
                  <a:cubicBezTo>
                    <a:pt x="194236" y="455830"/>
                    <a:pt x="224828" y="437045"/>
                    <a:pt x="237067" y="431800"/>
                  </a:cubicBezTo>
                  <a:cubicBezTo>
                    <a:pt x="254066" y="424515"/>
                    <a:pt x="279156" y="419162"/>
                    <a:pt x="296334" y="414867"/>
                  </a:cubicBezTo>
                  <a:cubicBezTo>
                    <a:pt x="330649" y="363393"/>
                    <a:pt x="298302" y="418084"/>
                    <a:pt x="321734" y="355600"/>
                  </a:cubicBezTo>
                  <a:cubicBezTo>
                    <a:pt x="326166" y="343782"/>
                    <a:pt x="333695" y="333335"/>
                    <a:pt x="338667" y="321734"/>
                  </a:cubicBezTo>
                  <a:cubicBezTo>
                    <a:pt x="342183" y="313531"/>
                    <a:pt x="342800" y="304136"/>
                    <a:pt x="347134" y="296334"/>
                  </a:cubicBezTo>
                  <a:cubicBezTo>
                    <a:pt x="357017" y="278544"/>
                    <a:pt x="374564" y="264841"/>
                    <a:pt x="381000" y="245534"/>
                  </a:cubicBezTo>
                  <a:cubicBezTo>
                    <a:pt x="389383" y="220386"/>
                    <a:pt x="394742" y="189459"/>
                    <a:pt x="414867" y="169334"/>
                  </a:cubicBezTo>
                  <a:cubicBezTo>
                    <a:pt x="424845" y="159356"/>
                    <a:pt x="437445" y="152401"/>
                    <a:pt x="448734" y="143934"/>
                  </a:cubicBezTo>
                  <a:cubicBezTo>
                    <a:pt x="492417" y="12883"/>
                    <a:pt x="442351" y="148232"/>
                    <a:pt x="482600" y="67734"/>
                  </a:cubicBezTo>
                  <a:cubicBezTo>
                    <a:pt x="498746" y="35442"/>
                    <a:pt x="478841" y="37420"/>
                    <a:pt x="524934" y="16934"/>
                  </a:cubicBezTo>
                  <a:cubicBezTo>
                    <a:pt x="538084" y="11089"/>
                    <a:pt x="553219" y="11589"/>
                    <a:pt x="567267" y="8467"/>
                  </a:cubicBezTo>
                  <a:cubicBezTo>
                    <a:pt x="578626" y="5943"/>
                    <a:pt x="589845" y="2822"/>
                    <a:pt x="601134" y="0"/>
                  </a:cubicBezTo>
                  <a:cubicBezTo>
                    <a:pt x="694267" y="2822"/>
                    <a:pt x="787996" y="-2420"/>
                    <a:pt x="880534" y="8467"/>
                  </a:cubicBezTo>
                  <a:cubicBezTo>
                    <a:pt x="889397" y="9510"/>
                    <a:pt x="884050" y="26441"/>
                    <a:pt x="889000" y="33867"/>
                  </a:cubicBezTo>
                  <a:cubicBezTo>
                    <a:pt x="902038" y="53424"/>
                    <a:pt x="921058" y="63705"/>
                    <a:pt x="939800" y="76200"/>
                  </a:cubicBezTo>
                  <a:cubicBezTo>
                    <a:pt x="942622" y="87489"/>
                    <a:pt x="943683" y="99371"/>
                    <a:pt x="948267" y="110067"/>
                  </a:cubicBezTo>
                  <a:cubicBezTo>
                    <a:pt x="960296" y="138135"/>
                    <a:pt x="965325" y="131389"/>
                    <a:pt x="982134" y="152400"/>
                  </a:cubicBezTo>
                  <a:cubicBezTo>
                    <a:pt x="993694" y="166849"/>
                    <a:pt x="1009865" y="195308"/>
                    <a:pt x="1016000" y="211667"/>
                  </a:cubicBezTo>
                  <a:cubicBezTo>
                    <a:pt x="1026140" y="238708"/>
                    <a:pt x="1024861" y="271527"/>
                    <a:pt x="1041400" y="296334"/>
                  </a:cubicBezTo>
                  <a:lnTo>
                    <a:pt x="1058334" y="321734"/>
                  </a:lnTo>
                  <a:cubicBezTo>
                    <a:pt x="1068287" y="361550"/>
                    <a:pt x="1062165" y="355678"/>
                    <a:pt x="1092200" y="389467"/>
                  </a:cubicBezTo>
                  <a:cubicBezTo>
                    <a:pt x="1105458" y="404382"/>
                    <a:pt x="1134534" y="431800"/>
                    <a:pt x="1134534" y="431800"/>
                  </a:cubicBezTo>
                  <a:cubicBezTo>
                    <a:pt x="1140178" y="443089"/>
                    <a:pt x="1141771" y="457587"/>
                    <a:pt x="1151467" y="465667"/>
                  </a:cubicBezTo>
                  <a:cubicBezTo>
                    <a:pt x="1160406" y="473117"/>
                    <a:pt x="1174638" y="469550"/>
                    <a:pt x="1185334" y="474134"/>
                  </a:cubicBezTo>
                  <a:cubicBezTo>
                    <a:pt x="1194687" y="478142"/>
                    <a:pt x="1201899" y="486019"/>
                    <a:pt x="1210734" y="491067"/>
                  </a:cubicBezTo>
                  <a:cubicBezTo>
                    <a:pt x="1221692" y="497329"/>
                    <a:pt x="1233311" y="502356"/>
                    <a:pt x="1244600" y="508000"/>
                  </a:cubicBezTo>
                  <a:cubicBezTo>
                    <a:pt x="1286933" y="505178"/>
                    <a:pt x="1329432" y="504219"/>
                    <a:pt x="1371600" y="499534"/>
                  </a:cubicBezTo>
                  <a:cubicBezTo>
                    <a:pt x="1380470" y="498548"/>
                    <a:pt x="1388419" y="493519"/>
                    <a:pt x="1397000" y="491067"/>
                  </a:cubicBezTo>
                  <a:cubicBezTo>
                    <a:pt x="1431425" y="481231"/>
                    <a:pt x="1444889" y="482600"/>
                    <a:pt x="1413934" y="482600"/>
                  </a:cubicBezTo>
                </a:path>
              </a:pathLst>
            </a:custGeom>
            <a:noFill/>
            <a:ln w="19050">
              <a:solidFill>
                <a:srgbClr val="00FF99"/>
              </a:solidFill>
            </a:ln>
          </p:spPr>
          <p:txBody>
            <a:bodyPr rtlCol="0" anchor="ctr"/>
            <a:lstStyle/>
            <a:p>
              <a:pPr algn="ctr"/>
              <a:endParaRPr lang="en-GB"/>
            </a:p>
          </p:txBody>
        </p:sp>
        <p:sp>
          <p:nvSpPr>
            <p:cNvPr id="147" name="Freeform: Shape 146"/>
            <p:cNvSpPr/>
            <p:nvPr/>
          </p:nvSpPr>
          <p:spPr>
            <a:xfrm>
              <a:off x="5086039" y="5627423"/>
              <a:ext cx="1286939" cy="533400"/>
            </a:xfrm>
            <a:custGeom>
              <a:avLst/>
              <a:gdLst>
                <a:gd name="connsiteX0" fmla="*/ 0 w 1286939"/>
                <a:gd name="connsiteY0" fmla="*/ 533400 h 533400"/>
                <a:gd name="connsiteX1" fmla="*/ 59267 w 1286939"/>
                <a:gd name="connsiteY1" fmla="*/ 516467 h 533400"/>
                <a:gd name="connsiteX2" fmla="*/ 84667 w 1286939"/>
                <a:gd name="connsiteY2" fmla="*/ 508000 h 533400"/>
                <a:gd name="connsiteX3" fmla="*/ 152400 w 1286939"/>
                <a:gd name="connsiteY3" fmla="*/ 491067 h 533400"/>
                <a:gd name="connsiteX4" fmla="*/ 186267 w 1286939"/>
                <a:gd name="connsiteY4" fmla="*/ 474133 h 533400"/>
                <a:gd name="connsiteX5" fmla="*/ 194733 w 1286939"/>
                <a:gd name="connsiteY5" fmla="*/ 440267 h 533400"/>
                <a:gd name="connsiteX6" fmla="*/ 228600 w 1286939"/>
                <a:gd name="connsiteY6" fmla="*/ 364067 h 533400"/>
                <a:gd name="connsiteX7" fmla="*/ 245533 w 1286939"/>
                <a:gd name="connsiteY7" fmla="*/ 347133 h 533400"/>
                <a:gd name="connsiteX8" fmla="*/ 270933 w 1286939"/>
                <a:gd name="connsiteY8" fmla="*/ 270933 h 533400"/>
                <a:gd name="connsiteX9" fmla="*/ 279400 w 1286939"/>
                <a:gd name="connsiteY9" fmla="*/ 245533 h 533400"/>
                <a:gd name="connsiteX10" fmla="*/ 304800 w 1286939"/>
                <a:gd name="connsiteY10" fmla="*/ 228600 h 533400"/>
                <a:gd name="connsiteX11" fmla="*/ 330200 w 1286939"/>
                <a:gd name="connsiteY11" fmla="*/ 169333 h 533400"/>
                <a:gd name="connsiteX12" fmla="*/ 355600 w 1286939"/>
                <a:gd name="connsiteY12" fmla="*/ 152400 h 533400"/>
                <a:gd name="connsiteX13" fmla="*/ 381000 w 1286939"/>
                <a:gd name="connsiteY13" fmla="*/ 93133 h 533400"/>
                <a:gd name="connsiteX14" fmla="*/ 431800 w 1286939"/>
                <a:gd name="connsiteY14" fmla="*/ 42333 h 533400"/>
                <a:gd name="connsiteX15" fmla="*/ 440267 w 1286939"/>
                <a:gd name="connsiteY15" fmla="*/ 16933 h 533400"/>
                <a:gd name="connsiteX16" fmla="*/ 465667 w 1286939"/>
                <a:gd name="connsiteY16" fmla="*/ 0 h 533400"/>
                <a:gd name="connsiteX17" fmla="*/ 787400 w 1286939"/>
                <a:gd name="connsiteY17" fmla="*/ 8467 h 533400"/>
                <a:gd name="connsiteX18" fmla="*/ 812800 w 1286939"/>
                <a:gd name="connsiteY18" fmla="*/ 25400 h 533400"/>
                <a:gd name="connsiteX19" fmla="*/ 821267 w 1286939"/>
                <a:gd name="connsiteY19" fmla="*/ 59267 h 533400"/>
                <a:gd name="connsiteX20" fmla="*/ 846667 w 1286939"/>
                <a:gd name="connsiteY20" fmla="*/ 93133 h 533400"/>
                <a:gd name="connsiteX21" fmla="*/ 905933 w 1286939"/>
                <a:gd name="connsiteY21" fmla="*/ 143933 h 533400"/>
                <a:gd name="connsiteX22" fmla="*/ 922867 w 1286939"/>
                <a:gd name="connsiteY22" fmla="*/ 169333 h 533400"/>
                <a:gd name="connsiteX23" fmla="*/ 948267 w 1286939"/>
                <a:gd name="connsiteY23" fmla="*/ 203200 h 533400"/>
                <a:gd name="connsiteX24" fmla="*/ 982133 w 1286939"/>
                <a:gd name="connsiteY24" fmla="*/ 237067 h 533400"/>
                <a:gd name="connsiteX25" fmla="*/ 990600 w 1286939"/>
                <a:gd name="connsiteY25" fmla="*/ 279400 h 533400"/>
                <a:gd name="connsiteX26" fmla="*/ 999067 w 1286939"/>
                <a:gd name="connsiteY26" fmla="*/ 330200 h 533400"/>
                <a:gd name="connsiteX27" fmla="*/ 1007533 w 1286939"/>
                <a:gd name="connsiteY27" fmla="*/ 364067 h 533400"/>
                <a:gd name="connsiteX28" fmla="*/ 1058333 w 1286939"/>
                <a:gd name="connsiteY28" fmla="*/ 414867 h 533400"/>
                <a:gd name="connsiteX29" fmla="*/ 1100667 w 1286939"/>
                <a:gd name="connsiteY29" fmla="*/ 440267 h 533400"/>
                <a:gd name="connsiteX30" fmla="*/ 1117600 w 1286939"/>
                <a:gd name="connsiteY30" fmla="*/ 465667 h 533400"/>
                <a:gd name="connsiteX31" fmla="*/ 1151467 w 1286939"/>
                <a:gd name="connsiteY31" fmla="*/ 474133 h 533400"/>
                <a:gd name="connsiteX32" fmla="*/ 1176867 w 1286939"/>
                <a:gd name="connsiteY32" fmla="*/ 482600 h 533400"/>
                <a:gd name="connsiteX33" fmla="*/ 1286933 w 1286939"/>
                <a:gd name="connsiteY33" fmla="*/ 482600 h 5334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</a:cxnLst>
              <a:rect l="l" t="t" r="r" b="b"/>
              <a:pathLst>
                <a:path w="1286939" h="533400">
                  <a:moveTo>
                    <a:pt x="0" y="533400"/>
                  </a:moveTo>
                  <a:lnTo>
                    <a:pt x="59267" y="516467"/>
                  </a:lnTo>
                  <a:cubicBezTo>
                    <a:pt x="67815" y="513903"/>
                    <a:pt x="76057" y="510348"/>
                    <a:pt x="84667" y="508000"/>
                  </a:cubicBezTo>
                  <a:cubicBezTo>
                    <a:pt x="107119" y="501877"/>
                    <a:pt x="152400" y="491067"/>
                    <a:pt x="152400" y="491067"/>
                  </a:cubicBezTo>
                  <a:cubicBezTo>
                    <a:pt x="163689" y="485422"/>
                    <a:pt x="178187" y="483829"/>
                    <a:pt x="186267" y="474133"/>
                  </a:cubicBezTo>
                  <a:cubicBezTo>
                    <a:pt x="193716" y="465194"/>
                    <a:pt x="191389" y="451412"/>
                    <a:pt x="194733" y="440267"/>
                  </a:cubicBezTo>
                  <a:cubicBezTo>
                    <a:pt x="206011" y="402673"/>
                    <a:pt x="206825" y="391287"/>
                    <a:pt x="228600" y="364067"/>
                  </a:cubicBezTo>
                  <a:cubicBezTo>
                    <a:pt x="233587" y="357834"/>
                    <a:pt x="239889" y="352778"/>
                    <a:pt x="245533" y="347133"/>
                  </a:cubicBezTo>
                  <a:cubicBezTo>
                    <a:pt x="259720" y="290388"/>
                    <a:pt x="247022" y="334696"/>
                    <a:pt x="270933" y="270933"/>
                  </a:cubicBezTo>
                  <a:cubicBezTo>
                    <a:pt x="274067" y="262577"/>
                    <a:pt x="273825" y="252502"/>
                    <a:pt x="279400" y="245533"/>
                  </a:cubicBezTo>
                  <a:cubicBezTo>
                    <a:pt x="285757" y="237587"/>
                    <a:pt x="296333" y="234244"/>
                    <a:pt x="304800" y="228600"/>
                  </a:cubicBezTo>
                  <a:cubicBezTo>
                    <a:pt x="310682" y="210956"/>
                    <a:pt x="318577" y="183281"/>
                    <a:pt x="330200" y="169333"/>
                  </a:cubicBezTo>
                  <a:cubicBezTo>
                    <a:pt x="336714" y="161516"/>
                    <a:pt x="347133" y="158044"/>
                    <a:pt x="355600" y="152400"/>
                  </a:cubicBezTo>
                  <a:cubicBezTo>
                    <a:pt x="361717" y="134051"/>
                    <a:pt x="369045" y="108077"/>
                    <a:pt x="381000" y="93133"/>
                  </a:cubicBezTo>
                  <a:cubicBezTo>
                    <a:pt x="395960" y="74433"/>
                    <a:pt x="431800" y="42333"/>
                    <a:pt x="431800" y="42333"/>
                  </a:cubicBezTo>
                  <a:cubicBezTo>
                    <a:pt x="434622" y="33866"/>
                    <a:pt x="434692" y="23902"/>
                    <a:pt x="440267" y="16933"/>
                  </a:cubicBezTo>
                  <a:cubicBezTo>
                    <a:pt x="446624" y="8987"/>
                    <a:pt x="455494" y="248"/>
                    <a:pt x="465667" y="0"/>
                  </a:cubicBezTo>
                  <a:lnTo>
                    <a:pt x="787400" y="8467"/>
                  </a:lnTo>
                  <a:cubicBezTo>
                    <a:pt x="795867" y="14111"/>
                    <a:pt x="807156" y="16933"/>
                    <a:pt x="812800" y="25400"/>
                  </a:cubicBezTo>
                  <a:cubicBezTo>
                    <a:pt x="819255" y="35082"/>
                    <a:pt x="816063" y="48859"/>
                    <a:pt x="821267" y="59267"/>
                  </a:cubicBezTo>
                  <a:cubicBezTo>
                    <a:pt x="827578" y="71888"/>
                    <a:pt x="837633" y="82293"/>
                    <a:pt x="846667" y="93133"/>
                  </a:cubicBezTo>
                  <a:cubicBezTo>
                    <a:pt x="868128" y="118887"/>
                    <a:pt x="876042" y="114042"/>
                    <a:pt x="905933" y="143933"/>
                  </a:cubicBezTo>
                  <a:cubicBezTo>
                    <a:pt x="913128" y="151128"/>
                    <a:pt x="916952" y="161053"/>
                    <a:pt x="922867" y="169333"/>
                  </a:cubicBezTo>
                  <a:cubicBezTo>
                    <a:pt x="931069" y="180816"/>
                    <a:pt x="938975" y="192580"/>
                    <a:pt x="948267" y="203200"/>
                  </a:cubicBezTo>
                  <a:cubicBezTo>
                    <a:pt x="958780" y="215215"/>
                    <a:pt x="970844" y="225778"/>
                    <a:pt x="982133" y="237067"/>
                  </a:cubicBezTo>
                  <a:cubicBezTo>
                    <a:pt x="984955" y="251178"/>
                    <a:pt x="988026" y="265242"/>
                    <a:pt x="990600" y="279400"/>
                  </a:cubicBezTo>
                  <a:cubicBezTo>
                    <a:pt x="993671" y="296290"/>
                    <a:pt x="995700" y="313366"/>
                    <a:pt x="999067" y="330200"/>
                  </a:cubicBezTo>
                  <a:cubicBezTo>
                    <a:pt x="1001349" y="341610"/>
                    <a:pt x="1000860" y="354534"/>
                    <a:pt x="1007533" y="364067"/>
                  </a:cubicBezTo>
                  <a:cubicBezTo>
                    <a:pt x="1021266" y="383686"/>
                    <a:pt x="1041400" y="397934"/>
                    <a:pt x="1058333" y="414867"/>
                  </a:cubicBezTo>
                  <a:cubicBezTo>
                    <a:pt x="1081576" y="438110"/>
                    <a:pt x="1067696" y="429276"/>
                    <a:pt x="1100667" y="440267"/>
                  </a:cubicBezTo>
                  <a:cubicBezTo>
                    <a:pt x="1106311" y="448734"/>
                    <a:pt x="1109133" y="460023"/>
                    <a:pt x="1117600" y="465667"/>
                  </a:cubicBezTo>
                  <a:cubicBezTo>
                    <a:pt x="1127282" y="472122"/>
                    <a:pt x="1140278" y="470936"/>
                    <a:pt x="1151467" y="474133"/>
                  </a:cubicBezTo>
                  <a:cubicBezTo>
                    <a:pt x="1160048" y="476585"/>
                    <a:pt x="1168400" y="479778"/>
                    <a:pt x="1176867" y="482600"/>
                  </a:cubicBezTo>
                  <a:cubicBezTo>
                    <a:pt x="1289747" y="473917"/>
                    <a:pt x="1286933" y="437336"/>
                    <a:pt x="1286933" y="482600"/>
                  </a:cubicBezTo>
                </a:path>
              </a:pathLst>
            </a:custGeom>
            <a:noFill/>
            <a:ln w="19050">
              <a:solidFill>
                <a:srgbClr val="00FF99"/>
              </a:solidFill>
            </a:ln>
          </p:spPr>
          <p:txBody>
            <a:bodyPr rtlCol="0" anchor="ctr"/>
            <a:lstStyle/>
            <a:p>
              <a:pPr algn="ctr"/>
              <a:endParaRPr lang="en-GB"/>
            </a:p>
          </p:txBody>
        </p:sp>
        <p:sp>
          <p:nvSpPr>
            <p:cNvPr id="148" name="Freeform: Shape 147"/>
            <p:cNvSpPr/>
            <p:nvPr/>
          </p:nvSpPr>
          <p:spPr>
            <a:xfrm>
              <a:off x="5069106" y="5661254"/>
              <a:ext cx="1303866" cy="465702"/>
            </a:xfrm>
            <a:custGeom>
              <a:avLst/>
              <a:gdLst>
                <a:gd name="connsiteX0" fmla="*/ 0 w 1303866"/>
                <a:gd name="connsiteY0" fmla="*/ 465702 h 465702"/>
                <a:gd name="connsiteX1" fmla="*/ 84666 w 1303866"/>
                <a:gd name="connsiteY1" fmla="*/ 457236 h 465702"/>
                <a:gd name="connsiteX2" fmla="*/ 143933 w 1303866"/>
                <a:gd name="connsiteY2" fmla="*/ 431836 h 465702"/>
                <a:gd name="connsiteX3" fmla="*/ 211666 w 1303866"/>
                <a:gd name="connsiteY3" fmla="*/ 414902 h 465702"/>
                <a:gd name="connsiteX4" fmla="*/ 228600 w 1303866"/>
                <a:gd name="connsiteY4" fmla="*/ 389502 h 465702"/>
                <a:gd name="connsiteX5" fmla="*/ 237066 w 1303866"/>
                <a:gd name="connsiteY5" fmla="*/ 355636 h 465702"/>
                <a:gd name="connsiteX6" fmla="*/ 262466 w 1303866"/>
                <a:gd name="connsiteY6" fmla="*/ 338702 h 465702"/>
                <a:gd name="connsiteX7" fmla="*/ 296333 w 1303866"/>
                <a:gd name="connsiteY7" fmla="*/ 296369 h 465702"/>
                <a:gd name="connsiteX8" fmla="*/ 330200 w 1303866"/>
                <a:gd name="connsiteY8" fmla="*/ 254036 h 465702"/>
                <a:gd name="connsiteX9" fmla="*/ 364066 w 1303866"/>
                <a:gd name="connsiteY9" fmla="*/ 194769 h 465702"/>
                <a:gd name="connsiteX10" fmla="*/ 406400 w 1303866"/>
                <a:gd name="connsiteY10" fmla="*/ 135502 h 465702"/>
                <a:gd name="connsiteX11" fmla="*/ 440266 w 1303866"/>
                <a:gd name="connsiteY11" fmla="*/ 84702 h 465702"/>
                <a:gd name="connsiteX12" fmla="*/ 465666 w 1303866"/>
                <a:gd name="connsiteY12" fmla="*/ 33902 h 465702"/>
                <a:gd name="connsiteX13" fmla="*/ 491066 w 1303866"/>
                <a:gd name="connsiteY13" fmla="*/ 25436 h 465702"/>
                <a:gd name="connsiteX14" fmla="*/ 508000 w 1303866"/>
                <a:gd name="connsiteY14" fmla="*/ 8502 h 465702"/>
                <a:gd name="connsiteX15" fmla="*/ 541866 w 1303866"/>
                <a:gd name="connsiteY15" fmla="*/ 36 h 465702"/>
                <a:gd name="connsiteX16" fmla="*/ 728133 w 1303866"/>
                <a:gd name="connsiteY16" fmla="*/ 16969 h 465702"/>
                <a:gd name="connsiteX17" fmla="*/ 787400 w 1303866"/>
                <a:gd name="connsiteY17" fmla="*/ 50836 h 465702"/>
                <a:gd name="connsiteX18" fmla="*/ 821266 w 1303866"/>
                <a:gd name="connsiteY18" fmla="*/ 59302 h 465702"/>
                <a:gd name="connsiteX19" fmla="*/ 855133 w 1303866"/>
                <a:gd name="connsiteY19" fmla="*/ 93169 h 465702"/>
                <a:gd name="connsiteX20" fmla="*/ 889000 w 1303866"/>
                <a:gd name="connsiteY20" fmla="*/ 110102 h 465702"/>
                <a:gd name="connsiteX21" fmla="*/ 897466 w 1303866"/>
                <a:gd name="connsiteY21" fmla="*/ 135502 h 465702"/>
                <a:gd name="connsiteX22" fmla="*/ 914400 w 1303866"/>
                <a:gd name="connsiteY22" fmla="*/ 152436 h 465702"/>
                <a:gd name="connsiteX23" fmla="*/ 931333 w 1303866"/>
                <a:gd name="connsiteY23" fmla="*/ 177836 h 465702"/>
                <a:gd name="connsiteX24" fmla="*/ 965200 w 1303866"/>
                <a:gd name="connsiteY24" fmla="*/ 228636 h 465702"/>
                <a:gd name="connsiteX25" fmla="*/ 973666 w 1303866"/>
                <a:gd name="connsiteY25" fmla="*/ 254036 h 465702"/>
                <a:gd name="connsiteX26" fmla="*/ 1016000 w 1303866"/>
                <a:gd name="connsiteY26" fmla="*/ 304836 h 465702"/>
                <a:gd name="connsiteX27" fmla="*/ 1024466 w 1303866"/>
                <a:gd name="connsiteY27" fmla="*/ 338702 h 465702"/>
                <a:gd name="connsiteX28" fmla="*/ 1041400 w 1303866"/>
                <a:gd name="connsiteY28" fmla="*/ 355636 h 465702"/>
                <a:gd name="connsiteX29" fmla="*/ 1058333 w 1303866"/>
                <a:gd name="connsiteY29" fmla="*/ 381036 h 465702"/>
                <a:gd name="connsiteX30" fmla="*/ 1109133 w 1303866"/>
                <a:gd name="connsiteY30" fmla="*/ 406436 h 465702"/>
                <a:gd name="connsiteX31" fmla="*/ 1100666 w 1303866"/>
                <a:gd name="connsiteY31" fmla="*/ 431836 h 465702"/>
                <a:gd name="connsiteX32" fmla="*/ 1143000 w 1303866"/>
                <a:gd name="connsiteY32" fmla="*/ 465702 h 465702"/>
                <a:gd name="connsiteX33" fmla="*/ 1193800 w 1303866"/>
                <a:gd name="connsiteY33" fmla="*/ 457236 h 465702"/>
                <a:gd name="connsiteX34" fmla="*/ 1227666 w 1303866"/>
                <a:gd name="connsiteY34" fmla="*/ 448769 h 465702"/>
                <a:gd name="connsiteX35" fmla="*/ 1303866 w 1303866"/>
                <a:gd name="connsiteY35" fmla="*/ 448769 h 46570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</a:cxnLst>
              <a:rect l="l" t="t" r="r" b="b"/>
              <a:pathLst>
                <a:path w="1303866" h="465702">
                  <a:moveTo>
                    <a:pt x="0" y="465702"/>
                  </a:moveTo>
                  <a:cubicBezTo>
                    <a:pt x="28222" y="462880"/>
                    <a:pt x="56633" y="461549"/>
                    <a:pt x="84666" y="457236"/>
                  </a:cubicBezTo>
                  <a:cubicBezTo>
                    <a:pt x="112139" y="453010"/>
                    <a:pt x="116086" y="441118"/>
                    <a:pt x="143933" y="431836"/>
                  </a:cubicBezTo>
                  <a:cubicBezTo>
                    <a:pt x="166011" y="424476"/>
                    <a:pt x="211666" y="414902"/>
                    <a:pt x="211666" y="414902"/>
                  </a:cubicBezTo>
                  <a:cubicBezTo>
                    <a:pt x="217311" y="406435"/>
                    <a:pt x="224592" y="398855"/>
                    <a:pt x="228600" y="389502"/>
                  </a:cubicBezTo>
                  <a:cubicBezTo>
                    <a:pt x="233184" y="378807"/>
                    <a:pt x="230612" y="365318"/>
                    <a:pt x="237066" y="355636"/>
                  </a:cubicBezTo>
                  <a:cubicBezTo>
                    <a:pt x="242710" y="347169"/>
                    <a:pt x="253999" y="344347"/>
                    <a:pt x="262466" y="338702"/>
                  </a:cubicBezTo>
                  <a:cubicBezTo>
                    <a:pt x="283748" y="274858"/>
                    <a:pt x="252565" y="351078"/>
                    <a:pt x="296333" y="296369"/>
                  </a:cubicBezTo>
                  <a:cubicBezTo>
                    <a:pt x="343071" y="237947"/>
                    <a:pt x="257408" y="302563"/>
                    <a:pt x="330200" y="254036"/>
                  </a:cubicBezTo>
                  <a:cubicBezTo>
                    <a:pt x="352462" y="164982"/>
                    <a:pt x="319230" y="273231"/>
                    <a:pt x="364066" y="194769"/>
                  </a:cubicBezTo>
                  <a:cubicBezTo>
                    <a:pt x="402706" y="127150"/>
                    <a:pt x="330785" y="192213"/>
                    <a:pt x="406400" y="135502"/>
                  </a:cubicBezTo>
                  <a:cubicBezTo>
                    <a:pt x="426529" y="75110"/>
                    <a:pt x="397987" y="148120"/>
                    <a:pt x="440266" y="84702"/>
                  </a:cubicBezTo>
                  <a:cubicBezTo>
                    <a:pt x="457794" y="58410"/>
                    <a:pt x="437120" y="56738"/>
                    <a:pt x="465666" y="33902"/>
                  </a:cubicBezTo>
                  <a:cubicBezTo>
                    <a:pt x="472635" y="28327"/>
                    <a:pt x="482599" y="28258"/>
                    <a:pt x="491066" y="25436"/>
                  </a:cubicBezTo>
                  <a:cubicBezTo>
                    <a:pt x="496711" y="19791"/>
                    <a:pt x="500860" y="12072"/>
                    <a:pt x="508000" y="8502"/>
                  </a:cubicBezTo>
                  <a:cubicBezTo>
                    <a:pt x="518408" y="3298"/>
                    <a:pt x="530239" y="-411"/>
                    <a:pt x="541866" y="36"/>
                  </a:cubicBezTo>
                  <a:cubicBezTo>
                    <a:pt x="604165" y="2432"/>
                    <a:pt x="666044" y="11325"/>
                    <a:pt x="728133" y="16969"/>
                  </a:cubicBezTo>
                  <a:cubicBezTo>
                    <a:pt x="805827" y="42868"/>
                    <a:pt x="684875" y="-425"/>
                    <a:pt x="787400" y="50836"/>
                  </a:cubicBezTo>
                  <a:cubicBezTo>
                    <a:pt x="797808" y="56040"/>
                    <a:pt x="809977" y="56480"/>
                    <a:pt x="821266" y="59302"/>
                  </a:cubicBezTo>
                  <a:cubicBezTo>
                    <a:pt x="832555" y="70591"/>
                    <a:pt x="842361" y="83590"/>
                    <a:pt x="855133" y="93169"/>
                  </a:cubicBezTo>
                  <a:cubicBezTo>
                    <a:pt x="865230" y="100742"/>
                    <a:pt x="880075" y="101177"/>
                    <a:pt x="889000" y="110102"/>
                  </a:cubicBezTo>
                  <a:cubicBezTo>
                    <a:pt x="895311" y="116413"/>
                    <a:pt x="892874" y="127849"/>
                    <a:pt x="897466" y="135502"/>
                  </a:cubicBezTo>
                  <a:cubicBezTo>
                    <a:pt x="901573" y="142347"/>
                    <a:pt x="909413" y="146202"/>
                    <a:pt x="914400" y="152436"/>
                  </a:cubicBezTo>
                  <a:cubicBezTo>
                    <a:pt x="920757" y="160382"/>
                    <a:pt x="926782" y="168735"/>
                    <a:pt x="931333" y="177836"/>
                  </a:cubicBezTo>
                  <a:cubicBezTo>
                    <a:pt x="955839" y="226847"/>
                    <a:pt x="917051" y="180487"/>
                    <a:pt x="965200" y="228636"/>
                  </a:cubicBezTo>
                  <a:cubicBezTo>
                    <a:pt x="968022" y="237103"/>
                    <a:pt x="969675" y="246054"/>
                    <a:pt x="973666" y="254036"/>
                  </a:cubicBezTo>
                  <a:cubicBezTo>
                    <a:pt x="985453" y="277609"/>
                    <a:pt x="997277" y="286113"/>
                    <a:pt x="1016000" y="304836"/>
                  </a:cubicBezTo>
                  <a:cubicBezTo>
                    <a:pt x="1018822" y="316125"/>
                    <a:pt x="1019262" y="328294"/>
                    <a:pt x="1024466" y="338702"/>
                  </a:cubicBezTo>
                  <a:cubicBezTo>
                    <a:pt x="1028036" y="345842"/>
                    <a:pt x="1036413" y="349402"/>
                    <a:pt x="1041400" y="355636"/>
                  </a:cubicBezTo>
                  <a:cubicBezTo>
                    <a:pt x="1047757" y="363582"/>
                    <a:pt x="1051138" y="373841"/>
                    <a:pt x="1058333" y="381036"/>
                  </a:cubicBezTo>
                  <a:cubicBezTo>
                    <a:pt x="1074745" y="397448"/>
                    <a:pt x="1088476" y="399550"/>
                    <a:pt x="1109133" y="406436"/>
                  </a:cubicBezTo>
                  <a:cubicBezTo>
                    <a:pt x="1106311" y="414903"/>
                    <a:pt x="1098916" y="423085"/>
                    <a:pt x="1100666" y="431836"/>
                  </a:cubicBezTo>
                  <a:cubicBezTo>
                    <a:pt x="1102522" y="441115"/>
                    <a:pt x="1139351" y="463269"/>
                    <a:pt x="1143000" y="465702"/>
                  </a:cubicBezTo>
                  <a:cubicBezTo>
                    <a:pt x="1159933" y="462880"/>
                    <a:pt x="1176966" y="460603"/>
                    <a:pt x="1193800" y="457236"/>
                  </a:cubicBezTo>
                  <a:cubicBezTo>
                    <a:pt x="1205210" y="454954"/>
                    <a:pt x="1216064" y="449661"/>
                    <a:pt x="1227666" y="448769"/>
                  </a:cubicBezTo>
                  <a:cubicBezTo>
                    <a:pt x="1252991" y="446821"/>
                    <a:pt x="1278466" y="448769"/>
                    <a:pt x="1303866" y="448769"/>
                  </a:cubicBezTo>
                </a:path>
              </a:pathLst>
            </a:custGeom>
            <a:noFill/>
            <a:ln w="19050">
              <a:solidFill>
                <a:srgbClr val="00FF99"/>
              </a:solidFill>
            </a:ln>
          </p:spPr>
          <p:txBody>
            <a:bodyPr rtlCol="0" anchor="ctr"/>
            <a:lstStyle/>
            <a:p>
              <a:pPr algn="ctr"/>
              <a:endParaRPr lang="en-GB"/>
            </a:p>
          </p:txBody>
        </p:sp>
        <p:sp>
          <p:nvSpPr>
            <p:cNvPr id="149" name="Freeform: Shape 148"/>
            <p:cNvSpPr/>
            <p:nvPr/>
          </p:nvSpPr>
          <p:spPr>
            <a:xfrm>
              <a:off x="5011464" y="5551528"/>
              <a:ext cx="1320800" cy="526115"/>
            </a:xfrm>
            <a:custGeom>
              <a:avLst/>
              <a:gdLst>
                <a:gd name="connsiteX0" fmla="*/ 0 w 1320800"/>
                <a:gd name="connsiteY0" fmla="*/ 51895 h 526115"/>
                <a:gd name="connsiteX1" fmla="*/ 279400 w 1320800"/>
                <a:gd name="connsiteY1" fmla="*/ 51895 h 526115"/>
                <a:gd name="connsiteX2" fmla="*/ 304800 w 1320800"/>
                <a:gd name="connsiteY2" fmla="*/ 60362 h 526115"/>
                <a:gd name="connsiteX3" fmla="*/ 321733 w 1320800"/>
                <a:gd name="connsiteY3" fmla="*/ 94228 h 526115"/>
                <a:gd name="connsiteX4" fmla="*/ 338666 w 1320800"/>
                <a:gd name="connsiteY4" fmla="*/ 111162 h 526115"/>
                <a:gd name="connsiteX5" fmla="*/ 347133 w 1320800"/>
                <a:gd name="connsiteY5" fmla="*/ 136562 h 526115"/>
                <a:gd name="connsiteX6" fmla="*/ 364066 w 1320800"/>
                <a:gd name="connsiteY6" fmla="*/ 170428 h 526115"/>
                <a:gd name="connsiteX7" fmla="*/ 381000 w 1320800"/>
                <a:gd name="connsiteY7" fmla="*/ 322828 h 526115"/>
                <a:gd name="connsiteX8" fmla="*/ 389466 w 1320800"/>
                <a:gd name="connsiteY8" fmla="*/ 356695 h 526115"/>
                <a:gd name="connsiteX9" fmla="*/ 406400 w 1320800"/>
                <a:gd name="connsiteY9" fmla="*/ 373628 h 526115"/>
                <a:gd name="connsiteX10" fmla="*/ 440266 w 1320800"/>
                <a:gd name="connsiteY10" fmla="*/ 415962 h 526115"/>
                <a:gd name="connsiteX11" fmla="*/ 465666 w 1320800"/>
                <a:gd name="connsiteY11" fmla="*/ 424428 h 526115"/>
                <a:gd name="connsiteX12" fmla="*/ 499533 w 1320800"/>
                <a:gd name="connsiteY12" fmla="*/ 458295 h 526115"/>
                <a:gd name="connsiteX13" fmla="*/ 533400 w 1320800"/>
                <a:gd name="connsiteY13" fmla="*/ 492162 h 526115"/>
                <a:gd name="connsiteX14" fmla="*/ 558800 w 1320800"/>
                <a:gd name="connsiteY14" fmla="*/ 517562 h 526115"/>
                <a:gd name="connsiteX15" fmla="*/ 592666 w 1320800"/>
                <a:gd name="connsiteY15" fmla="*/ 526028 h 526115"/>
                <a:gd name="connsiteX16" fmla="*/ 702733 w 1320800"/>
                <a:gd name="connsiteY16" fmla="*/ 509095 h 526115"/>
                <a:gd name="connsiteX17" fmla="*/ 736600 w 1320800"/>
                <a:gd name="connsiteY17" fmla="*/ 500628 h 526115"/>
                <a:gd name="connsiteX18" fmla="*/ 770466 w 1320800"/>
                <a:gd name="connsiteY18" fmla="*/ 483695 h 526115"/>
                <a:gd name="connsiteX19" fmla="*/ 787400 w 1320800"/>
                <a:gd name="connsiteY19" fmla="*/ 415962 h 526115"/>
                <a:gd name="connsiteX20" fmla="*/ 812800 w 1320800"/>
                <a:gd name="connsiteY20" fmla="*/ 348228 h 526115"/>
                <a:gd name="connsiteX21" fmla="*/ 821266 w 1320800"/>
                <a:gd name="connsiteY21" fmla="*/ 288962 h 526115"/>
                <a:gd name="connsiteX22" fmla="*/ 829733 w 1320800"/>
                <a:gd name="connsiteY22" fmla="*/ 178895 h 526115"/>
                <a:gd name="connsiteX23" fmla="*/ 846666 w 1320800"/>
                <a:gd name="connsiteY23" fmla="*/ 145028 h 526115"/>
                <a:gd name="connsiteX24" fmla="*/ 863600 w 1320800"/>
                <a:gd name="connsiteY24" fmla="*/ 85762 h 526115"/>
                <a:gd name="connsiteX25" fmla="*/ 889000 w 1320800"/>
                <a:gd name="connsiteY25" fmla="*/ 77295 h 526115"/>
                <a:gd name="connsiteX26" fmla="*/ 922866 w 1320800"/>
                <a:gd name="connsiteY26" fmla="*/ 60362 h 526115"/>
                <a:gd name="connsiteX27" fmla="*/ 948266 w 1320800"/>
                <a:gd name="connsiteY27" fmla="*/ 43428 h 526115"/>
                <a:gd name="connsiteX28" fmla="*/ 1016000 w 1320800"/>
                <a:gd name="connsiteY28" fmla="*/ 26495 h 526115"/>
                <a:gd name="connsiteX29" fmla="*/ 1202266 w 1320800"/>
                <a:gd name="connsiteY29" fmla="*/ 1095 h 526115"/>
                <a:gd name="connsiteX30" fmla="*/ 1320800 w 1320800"/>
                <a:gd name="connsiteY30" fmla="*/ 1095 h 52611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</a:cxnLst>
              <a:rect l="l" t="t" r="r" b="b"/>
              <a:pathLst>
                <a:path w="1320800" h="526115">
                  <a:moveTo>
                    <a:pt x="0" y="51895"/>
                  </a:moveTo>
                  <a:cubicBezTo>
                    <a:pt x="136182" y="47031"/>
                    <a:pt x="180507" y="27171"/>
                    <a:pt x="279400" y="51895"/>
                  </a:cubicBezTo>
                  <a:cubicBezTo>
                    <a:pt x="288058" y="54060"/>
                    <a:pt x="296333" y="57540"/>
                    <a:pt x="304800" y="60362"/>
                  </a:cubicBezTo>
                  <a:cubicBezTo>
                    <a:pt x="310444" y="71651"/>
                    <a:pt x="314732" y="83727"/>
                    <a:pt x="321733" y="94228"/>
                  </a:cubicBezTo>
                  <a:cubicBezTo>
                    <a:pt x="326161" y="100870"/>
                    <a:pt x="334559" y="104317"/>
                    <a:pt x="338666" y="111162"/>
                  </a:cubicBezTo>
                  <a:cubicBezTo>
                    <a:pt x="343258" y="118815"/>
                    <a:pt x="343617" y="128359"/>
                    <a:pt x="347133" y="136562"/>
                  </a:cubicBezTo>
                  <a:cubicBezTo>
                    <a:pt x="352105" y="148163"/>
                    <a:pt x="358422" y="159139"/>
                    <a:pt x="364066" y="170428"/>
                  </a:cubicBezTo>
                  <a:cubicBezTo>
                    <a:pt x="369711" y="221228"/>
                    <a:pt x="374094" y="272184"/>
                    <a:pt x="381000" y="322828"/>
                  </a:cubicBezTo>
                  <a:cubicBezTo>
                    <a:pt x="382572" y="334358"/>
                    <a:pt x="384262" y="346287"/>
                    <a:pt x="389466" y="356695"/>
                  </a:cubicBezTo>
                  <a:cubicBezTo>
                    <a:pt x="393036" y="363835"/>
                    <a:pt x="401413" y="367395"/>
                    <a:pt x="406400" y="373628"/>
                  </a:cubicBezTo>
                  <a:cubicBezTo>
                    <a:pt x="417048" y="386938"/>
                    <a:pt x="424542" y="406528"/>
                    <a:pt x="440266" y="415962"/>
                  </a:cubicBezTo>
                  <a:cubicBezTo>
                    <a:pt x="447919" y="420554"/>
                    <a:pt x="457199" y="421606"/>
                    <a:pt x="465666" y="424428"/>
                  </a:cubicBezTo>
                  <a:cubicBezTo>
                    <a:pt x="488245" y="492161"/>
                    <a:pt x="454377" y="413139"/>
                    <a:pt x="499533" y="458295"/>
                  </a:cubicBezTo>
                  <a:cubicBezTo>
                    <a:pt x="544689" y="503451"/>
                    <a:pt x="465667" y="469583"/>
                    <a:pt x="533400" y="492162"/>
                  </a:cubicBezTo>
                  <a:cubicBezTo>
                    <a:pt x="541867" y="500629"/>
                    <a:pt x="548404" y="511621"/>
                    <a:pt x="558800" y="517562"/>
                  </a:cubicBezTo>
                  <a:cubicBezTo>
                    <a:pt x="568903" y="523335"/>
                    <a:pt x="581050" y="526711"/>
                    <a:pt x="592666" y="526028"/>
                  </a:cubicBezTo>
                  <a:cubicBezTo>
                    <a:pt x="629723" y="523848"/>
                    <a:pt x="666177" y="515546"/>
                    <a:pt x="702733" y="509095"/>
                  </a:cubicBezTo>
                  <a:cubicBezTo>
                    <a:pt x="714192" y="507073"/>
                    <a:pt x="725704" y="504714"/>
                    <a:pt x="736600" y="500628"/>
                  </a:cubicBezTo>
                  <a:cubicBezTo>
                    <a:pt x="748418" y="496196"/>
                    <a:pt x="759177" y="489339"/>
                    <a:pt x="770466" y="483695"/>
                  </a:cubicBezTo>
                  <a:cubicBezTo>
                    <a:pt x="776111" y="461117"/>
                    <a:pt x="778757" y="437570"/>
                    <a:pt x="787400" y="415962"/>
                  </a:cubicBezTo>
                  <a:cubicBezTo>
                    <a:pt x="807647" y="365342"/>
                    <a:pt x="799527" y="388046"/>
                    <a:pt x="812800" y="348228"/>
                  </a:cubicBezTo>
                  <a:cubicBezTo>
                    <a:pt x="815622" y="328473"/>
                    <a:pt x="819280" y="308819"/>
                    <a:pt x="821266" y="288962"/>
                  </a:cubicBezTo>
                  <a:cubicBezTo>
                    <a:pt x="824927" y="252347"/>
                    <a:pt x="823338" y="215132"/>
                    <a:pt x="829733" y="178895"/>
                  </a:cubicBezTo>
                  <a:cubicBezTo>
                    <a:pt x="831926" y="166466"/>
                    <a:pt x="842234" y="156846"/>
                    <a:pt x="846666" y="145028"/>
                  </a:cubicBezTo>
                  <a:cubicBezTo>
                    <a:pt x="846798" y="144676"/>
                    <a:pt x="859506" y="89856"/>
                    <a:pt x="863600" y="85762"/>
                  </a:cubicBezTo>
                  <a:cubicBezTo>
                    <a:pt x="869911" y="79451"/>
                    <a:pt x="880797" y="80811"/>
                    <a:pt x="889000" y="77295"/>
                  </a:cubicBezTo>
                  <a:cubicBezTo>
                    <a:pt x="900601" y="72323"/>
                    <a:pt x="911908" y="66624"/>
                    <a:pt x="922866" y="60362"/>
                  </a:cubicBezTo>
                  <a:cubicBezTo>
                    <a:pt x="931701" y="55313"/>
                    <a:pt x="939164" y="47979"/>
                    <a:pt x="948266" y="43428"/>
                  </a:cubicBezTo>
                  <a:cubicBezTo>
                    <a:pt x="966418" y="34352"/>
                    <a:pt x="998617" y="30358"/>
                    <a:pt x="1016000" y="26495"/>
                  </a:cubicBezTo>
                  <a:cubicBezTo>
                    <a:pt x="1102608" y="7248"/>
                    <a:pt x="1024438" y="12209"/>
                    <a:pt x="1202266" y="1095"/>
                  </a:cubicBezTo>
                  <a:cubicBezTo>
                    <a:pt x="1241700" y="-1370"/>
                    <a:pt x="1281289" y="1095"/>
                    <a:pt x="1320800" y="1095"/>
                  </a:cubicBezTo>
                </a:path>
              </a:pathLst>
            </a:custGeom>
            <a:noFill/>
            <a:ln w="19050">
              <a:solidFill>
                <a:srgbClr val="00FF99"/>
              </a:solidFill>
            </a:ln>
          </p:spPr>
          <p:txBody>
            <a:bodyPr rtlCol="0" anchor="ctr"/>
            <a:lstStyle/>
            <a:p>
              <a:pPr algn="ctr"/>
              <a:endParaRPr lang="en-GB"/>
            </a:p>
          </p:txBody>
        </p:sp>
        <p:sp>
          <p:nvSpPr>
            <p:cNvPr id="150" name="Freeform: Shape 149"/>
            <p:cNvSpPr/>
            <p:nvPr/>
          </p:nvSpPr>
          <p:spPr>
            <a:xfrm>
              <a:off x="5069106" y="5588425"/>
              <a:ext cx="1202266" cy="509068"/>
            </a:xfrm>
            <a:custGeom>
              <a:avLst/>
              <a:gdLst>
                <a:gd name="connsiteX0" fmla="*/ 0 w 1202266"/>
                <a:gd name="connsiteY0" fmla="*/ 68802 h 509068"/>
                <a:gd name="connsiteX1" fmla="*/ 177800 w 1202266"/>
                <a:gd name="connsiteY1" fmla="*/ 60335 h 509068"/>
                <a:gd name="connsiteX2" fmla="*/ 203200 w 1202266"/>
                <a:gd name="connsiteY2" fmla="*/ 111135 h 509068"/>
                <a:gd name="connsiteX3" fmla="*/ 228600 w 1202266"/>
                <a:gd name="connsiteY3" fmla="*/ 119602 h 509068"/>
                <a:gd name="connsiteX4" fmla="*/ 237066 w 1202266"/>
                <a:gd name="connsiteY4" fmla="*/ 145002 h 509068"/>
                <a:gd name="connsiteX5" fmla="*/ 296333 w 1202266"/>
                <a:gd name="connsiteY5" fmla="*/ 161935 h 509068"/>
                <a:gd name="connsiteX6" fmla="*/ 313266 w 1202266"/>
                <a:gd name="connsiteY6" fmla="*/ 221202 h 509068"/>
                <a:gd name="connsiteX7" fmla="*/ 321733 w 1202266"/>
                <a:gd name="connsiteY7" fmla="*/ 272002 h 509068"/>
                <a:gd name="connsiteX8" fmla="*/ 338666 w 1202266"/>
                <a:gd name="connsiteY8" fmla="*/ 297402 h 509068"/>
                <a:gd name="connsiteX9" fmla="*/ 355600 w 1202266"/>
                <a:gd name="connsiteY9" fmla="*/ 356668 h 509068"/>
                <a:gd name="connsiteX10" fmla="*/ 372533 w 1202266"/>
                <a:gd name="connsiteY10" fmla="*/ 390535 h 509068"/>
                <a:gd name="connsiteX11" fmla="*/ 397933 w 1202266"/>
                <a:gd name="connsiteY11" fmla="*/ 475202 h 509068"/>
                <a:gd name="connsiteX12" fmla="*/ 423333 w 1202266"/>
                <a:gd name="connsiteY12" fmla="*/ 500602 h 509068"/>
                <a:gd name="connsiteX13" fmla="*/ 448733 w 1202266"/>
                <a:gd name="connsiteY13" fmla="*/ 509068 h 509068"/>
                <a:gd name="connsiteX14" fmla="*/ 618066 w 1202266"/>
                <a:gd name="connsiteY14" fmla="*/ 500602 h 509068"/>
                <a:gd name="connsiteX15" fmla="*/ 643466 w 1202266"/>
                <a:gd name="connsiteY15" fmla="*/ 483668 h 509068"/>
                <a:gd name="connsiteX16" fmla="*/ 668866 w 1202266"/>
                <a:gd name="connsiteY16" fmla="*/ 475202 h 509068"/>
                <a:gd name="connsiteX17" fmla="*/ 719666 w 1202266"/>
                <a:gd name="connsiteY17" fmla="*/ 432868 h 509068"/>
                <a:gd name="connsiteX18" fmla="*/ 762000 w 1202266"/>
                <a:gd name="connsiteY18" fmla="*/ 356668 h 509068"/>
                <a:gd name="connsiteX19" fmla="*/ 821266 w 1202266"/>
                <a:gd name="connsiteY19" fmla="*/ 305868 h 509068"/>
                <a:gd name="connsiteX20" fmla="*/ 829733 w 1202266"/>
                <a:gd name="connsiteY20" fmla="*/ 280468 h 509068"/>
                <a:gd name="connsiteX21" fmla="*/ 855133 w 1202266"/>
                <a:gd name="connsiteY21" fmla="*/ 246602 h 509068"/>
                <a:gd name="connsiteX22" fmla="*/ 872066 w 1202266"/>
                <a:gd name="connsiteY22" fmla="*/ 187335 h 509068"/>
                <a:gd name="connsiteX23" fmla="*/ 889000 w 1202266"/>
                <a:gd name="connsiteY23" fmla="*/ 170402 h 509068"/>
                <a:gd name="connsiteX24" fmla="*/ 897466 w 1202266"/>
                <a:gd name="connsiteY24" fmla="*/ 136535 h 509068"/>
                <a:gd name="connsiteX25" fmla="*/ 948266 w 1202266"/>
                <a:gd name="connsiteY25" fmla="*/ 18002 h 509068"/>
                <a:gd name="connsiteX26" fmla="*/ 1007533 w 1202266"/>
                <a:gd name="connsiteY26" fmla="*/ 1068 h 509068"/>
                <a:gd name="connsiteX27" fmla="*/ 1202266 w 1202266"/>
                <a:gd name="connsiteY27" fmla="*/ 1068 h 50906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</a:cxnLst>
              <a:rect l="l" t="t" r="r" b="b"/>
              <a:pathLst>
                <a:path w="1202266" h="509068">
                  <a:moveTo>
                    <a:pt x="0" y="68802"/>
                  </a:moveTo>
                  <a:cubicBezTo>
                    <a:pt x="71352" y="40260"/>
                    <a:pt x="65831" y="35453"/>
                    <a:pt x="177800" y="60335"/>
                  </a:cubicBezTo>
                  <a:cubicBezTo>
                    <a:pt x="197988" y="64821"/>
                    <a:pt x="193002" y="100937"/>
                    <a:pt x="203200" y="111135"/>
                  </a:cubicBezTo>
                  <a:cubicBezTo>
                    <a:pt x="209511" y="117446"/>
                    <a:pt x="220133" y="116780"/>
                    <a:pt x="228600" y="119602"/>
                  </a:cubicBezTo>
                  <a:cubicBezTo>
                    <a:pt x="231422" y="128069"/>
                    <a:pt x="230755" y="138691"/>
                    <a:pt x="237066" y="145002"/>
                  </a:cubicBezTo>
                  <a:cubicBezTo>
                    <a:pt x="241113" y="149049"/>
                    <a:pt x="296043" y="161862"/>
                    <a:pt x="296333" y="161935"/>
                  </a:cubicBezTo>
                  <a:cubicBezTo>
                    <a:pt x="304405" y="186149"/>
                    <a:pt x="307949" y="194616"/>
                    <a:pt x="313266" y="221202"/>
                  </a:cubicBezTo>
                  <a:cubicBezTo>
                    <a:pt x="316633" y="238036"/>
                    <a:pt x="316304" y="255716"/>
                    <a:pt x="321733" y="272002"/>
                  </a:cubicBezTo>
                  <a:cubicBezTo>
                    <a:pt x="324951" y="281655"/>
                    <a:pt x="333022" y="288935"/>
                    <a:pt x="338666" y="297402"/>
                  </a:cubicBezTo>
                  <a:cubicBezTo>
                    <a:pt x="342963" y="314589"/>
                    <a:pt x="348312" y="339662"/>
                    <a:pt x="355600" y="356668"/>
                  </a:cubicBezTo>
                  <a:cubicBezTo>
                    <a:pt x="360572" y="368269"/>
                    <a:pt x="368101" y="378717"/>
                    <a:pt x="372533" y="390535"/>
                  </a:cubicBezTo>
                  <a:cubicBezTo>
                    <a:pt x="379439" y="408951"/>
                    <a:pt x="386355" y="463624"/>
                    <a:pt x="397933" y="475202"/>
                  </a:cubicBezTo>
                  <a:cubicBezTo>
                    <a:pt x="406400" y="483669"/>
                    <a:pt x="413370" y="493960"/>
                    <a:pt x="423333" y="500602"/>
                  </a:cubicBezTo>
                  <a:cubicBezTo>
                    <a:pt x="430759" y="505552"/>
                    <a:pt x="440266" y="506246"/>
                    <a:pt x="448733" y="509068"/>
                  </a:cubicBezTo>
                  <a:cubicBezTo>
                    <a:pt x="505177" y="506246"/>
                    <a:pt x="562026" y="507912"/>
                    <a:pt x="618066" y="500602"/>
                  </a:cubicBezTo>
                  <a:cubicBezTo>
                    <a:pt x="628156" y="499286"/>
                    <a:pt x="634364" y="488219"/>
                    <a:pt x="643466" y="483668"/>
                  </a:cubicBezTo>
                  <a:cubicBezTo>
                    <a:pt x="651448" y="479677"/>
                    <a:pt x="660399" y="478024"/>
                    <a:pt x="668866" y="475202"/>
                  </a:cubicBezTo>
                  <a:cubicBezTo>
                    <a:pt x="684675" y="464662"/>
                    <a:pt x="710079" y="450124"/>
                    <a:pt x="719666" y="432868"/>
                  </a:cubicBezTo>
                  <a:cubicBezTo>
                    <a:pt x="771466" y="339629"/>
                    <a:pt x="703130" y="415538"/>
                    <a:pt x="762000" y="356668"/>
                  </a:cubicBezTo>
                  <a:cubicBezTo>
                    <a:pt x="779468" y="286790"/>
                    <a:pt x="752258" y="355160"/>
                    <a:pt x="821266" y="305868"/>
                  </a:cubicBezTo>
                  <a:cubicBezTo>
                    <a:pt x="828528" y="300681"/>
                    <a:pt x="825305" y="288217"/>
                    <a:pt x="829733" y="280468"/>
                  </a:cubicBezTo>
                  <a:cubicBezTo>
                    <a:pt x="836734" y="268216"/>
                    <a:pt x="846666" y="257891"/>
                    <a:pt x="855133" y="246602"/>
                  </a:cubicBezTo>
                  <a:cubicBezTo>
                    <a:pt x="856713" y="240281"/>
                    <a:pt x="866862" y="196008"/>
                    <a:pt x="872066" y="187335"/>
                  </a:cubicBezTo>
                  <a:cubicBezTo>
                    <a:pt x="876173" y="180490"/>
                    <a:pt x="883355" y="176046"/>
                    <a:pt x="889000" y="170402"/>
                  </a:cubicBezTo>
                  <a:cubicBezTo>
                    <a:pt x="891822" y="159113"/>
                    <a:pt x="894122" y="147681"/>
                    <a:pt x="897466" y="136535"/>
                  </a:cubicBezTo>
                  <a:cubicBezTo>
                    <a:pt x="903173" y="117511"/>
                    <a:pt x="933584" y="22896"/>
                    <a:pt x="948266" y="18002"/>
                  </a:cubicBezTo>
                  <a:cubicBezTo>
                    <a:pt x="961263" y="13669"/>
                    <a:pt x="995572" y="1511"/>
                    <a:pt x="1007533" y="1068"/>
                  </a:cubicBezTo>
                  <a:cubicBezTo>
                    <a:pt x="1072400" y="-1335"/>
                    <a:pt x="1137355" y="1068"/>
                    <a:pt x="1202266" y="1068"/>
                  </a:cubicBezTo>
                </a:path>
              </a:pathLst>
            </a:custGeom>
            <a:noFill/>
            <a:ln w="19050">
              <a:solidFill>
                <a:srgbClr val="00FF99"/>
              </a:solidFill>
            </a:ln>
          </p:spPr>
          <p:txBody>
            <a:bodyPr rtlCol="0" anchor="ctr"/>
            <a:lstStyle/>
            <a:p>
              <a:pPr algn="ctr"/>
              <a:endParaRPr lang="en-GB"/>
            </a:p>
          </p:txBody>
        </p:sp>
        <p:sp>
          <p:nvSpPr>
            <p:cNvPr id="151" name="Freeform: Shape 150"/>
            <p:cNvSpPr/>
            <p:nvPr/>
          </p:nvSpPr>
          <p:spPr>
            <a:xfrm>
              <a:off x="5018306" y="5555627"/>
              <a:ext cx="1295400" cy="482600"/>
            </a:xfrm>
            <a:custGeom>
              <a:avLst/>
              <a:gdLst>
                <a:gd name="connsiteX0" fmla="*/ 0 w 1295400"/>
                <a:gd name="connsiteY0" fmla="*/ 118533 h 482600"/>
                <a:gd name="connsiteX1" fmla="*/ 296333 w 1295400"/>
                <a:gd name="connsiteY1" fmla="*/ 110066 h 482600"/>
                <a:gd name="connsiteX2" fmla="*/ 321733 w 1295400"/>
                <a:gd name="connsiteY2" fmla="*/ 118533 h 482600"/>
                <a:gd name="connsiteX3" fmla="*/ 338666 w 1295400"/>
                <a:gd name="connsiteY3" fmla="*/ 152400 h 482600"/>
                <a:gd name="connsiteX4" fmla="*/ 364066 w 1295400"/>
                <a:gd name="connsiteY4" fmla="*/ 169333 h 482600"/>
                <a:gd name="connsiteX5" fmla="*/ 372533 w 1295400"/>
                <a:gd name="connsiteY5" fmla="*/ 194733 h 482600"/>
                <a:gd name="connsiteX6" fmla="*/ 389466 w 1295400"/>
                <a:gd name="connsiteY6" fmla="*/ 228600 h 482600"/>
                <a:gd name="connsiteX7" fmla="*/ 406400 w 1295400"/>
                <a:gd name="connsiteY7" fmla="*/ 287866 h 482600"/>
                <a:gd name="connsiteX8" fmla="*/ 431800 w 1295400"/>
                <a:gd name="connsiteY8" fmla="*/ 313266 h 482600"/>
                <a:gd name="connsiteX9" fmla="*/ 440266 w 1295400"/>
                <a:gd name="connsiteY9" fmla="*/ 338666 h 482600"/>
                <a:gd name="connsiteX10" fmla="*/ 457200 w 1295400"/>
                <a:gd name="connsiteY10" fmla="*/ 355600 h 482600"/>
                <a:gd name="connsiteX11" fmla="*/ 474133 w 1295400"/>
                <a:gd name="connsiteY11" fmla="*/ 381000 h 482600"/>
                <a:gd name="connsiteX12" fmla="*/ 508000 w 1295400"/>
                <a:gd name="connsiteY12" fmla="*/ 431800 h 482600"/>
                <a:gd name="connsiteX13" fmla="*/ 516466 w 1295400"/>
                <a:gd name="connsiteY13" fmla="*/ 457200 h 482600"/>
                <a:gd name="connsiteX14" fmla="*/ 558800 w 1295400"/>
                <a:gd name="connsiteY14" fmla="*/ 482600 h 482600"/>
                <a:gd name="connsiteX15" fmla="*/ 778933 w 1295400"/>
                <a:gd name="connsiteY15" fmla="*/ 474133 h 482600"/>
                <a:gd name="connsiteX16" fmla="*/ 812800 w 1295400"/>
                <a:gd name="connsiteY16" fmla="*/ 465666 h 482600"/>
                <a:gd name="connsiteX17" fmla="*/ 855133 w 1295400"/>
                <a:gd name="connsiteY17" fmla="*/ 431800 h 482600"/>
                <a:gd name="connsiteX18" fmla="*/ 880533 w 1295400"/>
                <a:gd name="connsiteY18" fmla="*/ 296333 h 482600"/>
                <a:gd name="connsiteX19" fmla="*/ 897466 w 1295400"/>
                <a:gd name="connsiteY19" fmla="*/ 186266 h 482600"/>
                <a:gd name="connsiteX20" fmla="*/ 905933 w 1295400"/>
                <a:gd name="connsiteY20" fmla="*/ 152400 h 482600"/>
                <a:gd name="connsiteX21" fmla="*/ 922866 w 1295400"/>
                <a:gd name="connsiteY21" fmla="*/ 135466 h 482600"/>
                <a:gd name="connsiteX22" fmla="*/ 956733 w 1295400"/>
                <a:gd name="connsiteY22" fmla="*/ 101600 h 482600"/>
                <a:gd name="connsiteX23" fmla="*/ 973666 w 1295400"/>
                <a:gd name="connsiteY23" fmla="*/ 76200 h 482600"/>
                <a:gd name="connsiteX24" fmla="*/ 1016000 w 1295400"/>
                <a:gd name="connsiteY24" fmla="*/ 67733 h 482600"/>
                <a:gd name="connsiteX25" fmla="*/ 1049866 w 1295400"/>
                <a:gd name="connsiteY25" fmla="*/ 59266 h 482600"/>
                <a:gd name="connsiteX26" fmla="*/ 1151466 w 1295400"/>
                <a:gd name="connsiteY26" fmla="*/ 42333 h 482600"/>
                <a:gd name="connsiteX27" fmla="*/ 1236133 w 1295400"/>
                <a:gd name="connsiteY27" fmla="*/ 16933 h 482600"/>
                <a:gd name="connsiteX28" fmla="*/ 1270000 w 1295400"/>
                <a:gd name="connsiteY28" fmla="*/ 8466 h 482600"/>
                <a:gd name="connsiteX29" fmla="*/ 1295400 w 1295400"/>
                <a:gd name="connsiteY29" fmla="*/ 0 h 4826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</a:cxnLst>
              <a:rect l="l" t="t" r="r" b="b"/>
              <a:pathLst>
                <a:path w="1295400" h="482600">
                  <a:moveTo>
                    <a:pt x="0" y="118533"/>
                  </a:moveTo>
                  <a:cubicBezTo>
                    <a:pt x="147517" y="107186"/>
                    <a:pt x="181054" y="90853"/>
                    <a:pt x="296333" y="110066"/>
                  </a:cubicBezTo>
                  <a:cubicBezTo>
                    <a:pt x="305136" y="111533"/>
                    <a:pt x="313266" y="115711"/>
                    <a:pt x="321733" y="118533"/>
                  </a:cubicBezTo>
                  <a:cubicBezTo>
                    <a:pt x="327377" y="129822"/>
                    <a:pt x="330586" y="142704"/>
                    <a:pt x="338666" y="152400"/>
                  </a:cubicBezTo>
                  <a:cubicBezTo>
                    <a:pt x="345180" y="160217"/>
                    <a:pt x="357709" y="161387"/>
                    <a:pt x="364066" y="169333"/>
                  </a:cubicBezTo>
                  <a:cubicBezTo>
                    <a:pt x="369641" y="176302"/>
                    <a:pt x="369017" y="186530"/>
                    <a:pt x="372533" y="194733"/>
                  </a:cubicBezTo>
                  <a:cubicBezTo>
                    <a:pt x="377505" y="206334"/>
                    <a:pt x="385034" y="216782"/>
                    <a:pt x="389466" y="228600"/>
                  </a:cubicBezTo>
                  <a:cubicBezTo>
                    <a:pt x="391885" y="235052"/>
                    <a:pt x="400552" y="279094"/>
                    <a:pt x="406400" y="287866"/>
                  </a:cubicBezTo>
                  <a:cubicBezTo>
                    <a:pt x="413042" y="297829"/>
                    <a:pt x="423333" y="304799"/>
                    <a:pt x="431800" y="313266"/>
                  </a:cubicBezTo>
                  <a:cubicBezTo>
                    <a:pt x="434622" y="321733"/>
                    <a:pt x="435674" y="331013"/>
                    <a:pt x="440266" y="338666"/>
                  </a:cubicBezTo>
                  <a:cubicBezTo>
                    <a:pt x="444373" y="345511"/>
                    <a:pt x="452213" y="349366"/>
                    <a:pt x="457200" y="355600"/>
                  </a:cubicBezTo>
                  <a:cubicBezTo>
                    <a:pt x="463557" y="363546"/>
                    <a:pt x="469582" y="371899"/>
                    <a:pt x="474133" y="381000"/>
                  </a:cubicBezTo>
                  <a:cubicBezTo>
                    <a:pt x="498639" y="430011"/>
                    <a:pt x="459851" y="383651"/>
                    <a:pt x="508000" y="431800"/>
                  </a:cubicBezTo>
                  <a:cubicBezTo>
                    <a:pt x="510822" y="440267"/>
                    <a:pt x="511874" y="449547"/>
                    <a:pt x="516466" y="457200"/>
                  </a:cubicBezTo>
                  <a:cubicBezTo>
                    <a:pt x="528087" y="476569"/>
                    <a:pt x="538823" y="475941"/>
                    <a:pt x="558800" y="482600"/>
                  </a:cubicBezTo>
                  <a:cubicBezTo>
                    <a:pt x="632178" y="479778"/>
                    <a:pt x="705664" y="479018"/>
                    <a:pt x="778933" y="474133"/>
                  </a:cubicBezTo>
                  <a:cubicBezTo>
                    <a:pt x="790544" y="473359"/>
                    <a:pt x="803714" y="472935"/>
                    <a:pt x="812800" y="465666"/>
                  </a:cubicBezTo>
                  <a:cubicBezTo>
                    <a:pt x="873529" y="417082"/>
                    <a:pt x="749262" y="458265"/>
                    <a:pt x="855133" y="431800"/>
                  </a:cubicBezTo>
                  <a:cubicBezTo>
                    <a:pt x="874240" y="374482"/>
                    <a:pt x="866815" y="401506"/>
                    <a:pt x="880533" y="296333"/>
                  </a:cubicBezTo>
                  <a:cubicBezTo>
                    <a:pt x="901772" y="133498"/>
                    <a:pt x="876292" y="260376"/>
                    <a:pt x="897466" y="186266"/>
                  </a:cubicBezTo>
                  <a:cubicBezTo>
                    <a:pt x="900663" y="175078"/>
                    <a:pt x="900729" y="162808"/>
                    <a:pt x="905933" y="152400"/>
                  </a:cubicBezTo>
                  <a:cubicBezTo>
                    <a:pt x="909503" y="145260"/>
                    <a:pt x="917222" y="141111"/>
                    <a:pt x="922866" y="135466"/>
                  </a:cubicBezTo>
                  <a:cubicBezTo>
                    <a:pt x="941340" y="80047"/>
                    <a:pt x="915682" y="134441"/>
                    <a:pt x="956733" y="101600"/>
                  </a:cubicBezTo>
                  <a:cubicBezTo>
                    <a:pt x="964679" y="95243"/>
                    <a:pt x="964831" y="81249"/>
                    <a:pt x="973666" y="76200"/>
                  </a:cubicBezTo>
                  <a:cubicBezTo>
                    <a:pt x="986161" y="69060"/>
                    <a:pt x="1001952" y="70855"/>
                    <a:pt x="1016000" y="67733"/>
                  </a:cubicBezTo>
                  <a:cubicBezTo>
                    <a:pt x="1027359" y="65209"/>
                    <a:pt x="1038429" y="61410"/>
                    <a:pt x="1049866" y="59266"/>
                  </a:cubicBezTo>
                  <a:cubicBezTo>
                    <a:pt x="1083612" y="52939"/>
                    <a:pt x="1117599" y="47977"/>
                    <a:pt x="1151466" y="42333"/>
                  </a:cubicBezTo>
                  <a:cubicBezTo>
                    <a:pt x="1190047" y="29472"/>
                    <a:pt x="1182814" y="31474"/>
                    <a:pt x="1236133" y="16933"/>
                  </a:cubicBezTo>
                  <a:cubicBezTo>
                    <a:pt x="1247359" y="13871"/>
                    <a:pt x="1258811" y="11663"/>
                    <a:pt x="1270000" y="8466"/>
                  </a:cubicBezTo>
                  <a:cubicBezTo>
                    <a:pt x="1278581" y="6014"/>
                    <a:pt x="1295400" y="0"/>
                    <a:pt x="1295400" y="0"/>
                  </a:cubicBezTo>
                </a:path>
              </a:pathLst>
            </a:custGeom>
            <a:noFill/>
            <a:ln w="19050">
              <a:solidFill>
                <a:srgbClr val="00FF99"/>
              </a:solidFill>
            </a:ln>
          </p:spPr>
          <p:txBody>
            <a:bodyPr rtlCol="0" anchor="ctr"/>
            <a:lstStyle/>
            <a:p>
              <a:pPr algn="ctr"/>
              <a:endParaRPr lang="en-GB"/>
            </a:p>
          </p:txBody>
        </p:sp>
        <p:sp>
          <p:nvSpPr>
            <p:cNvPr id="152" name="Freeform: Shape 151"/>
            <p:cNvSpPr/>
            <p:nvPr/>
          </p:nvSpPr>
          <p:spPr>
            <a:xfrm>
              <a:off x="5077572" y="5554433"/>
              <a:ext cx="1227667" cy="492260"/>
            </a:xfrm>
            <a:custGeom>
              <a:avLst/>
              <a:gdLst>
                <a:gd name="connsiteX0" fmla="*/ 0 w 1227667"/>
                <a:gd name="connsiteY0" fmla="*/ 85860 h 492260"/>
                <a:gd name="connsiteX1" fmla="*/ 262467 w 1227667"/>
                <a:gd name="connsiteY1" fmla="*/ 94327 h 492260"/>
                <a:gd name="connsiteX2" fmla="*/ 287867 w 1227667"/>
                <a:gd name="connsiteY2" fmla="*/ 170527 h 492260"/>
                <a:gd name="connsiteX3" fmla="*/ 330200 w 1227667"/>
                <a:gd name="connsiteY3" fmla="*/ 221327 h 492260"/>
                <a:gd name="connsiteX4" fmla="*/ 338667 w 1227667"/>
                <a:gd name="connsiteY4" fmla="*/ 246727 h 492260"/>
                <a:gd name="connsiteX5" fmla="*/ 389467 w 1227667"/>
                <a:gd name="connsiteY5" fmla="*/ 305994 h 492260"/>
                <a:gd name="connsiteX6" fmla="*/ 414867 w 1227667"/>
                <a:gd name="connsiteY6" fmla="*/ 331394 h 492260"/>
                <a:gd name="connsiteX7" fmla="*/ 431800 w 1227667"/>
                <a:gd name="connsiteY7" fmla="*/ 390660 h 492260"/>
                <a:gd name="connsiteX8" fmla="*/ 448734 w 1227667"/>
                <a:gd name="connsiteY8" fmla="*/ 416060 h 492260"/>
                <a:gd name="connsiteX9" fmla="*/ 457200 w 1227667"/>
                <a:gd name="connsiteY9" fmla="*/ 441460 h 492260"/>
                <a:gd name="connsiteX10" fmla="*/ 508000 w 1227667"/>
                <a:gd name="connsiteY10" fmla="*/ 458394 h 492260"/>
                <a:gd name="connsiteX11" fmla="*/ 533400 w 1227667"/>
                <a:gd name="connsiteY11" fmla="*/ 466860 h 492260"/>
                <a:gd name="connsiteX12" fmla="*/ 643467 w 1227667"/>
                <a:gd name="connsiteY12" fmla="*/ 492260 h 492260"/>
                <a:gd name="connsiteX13" fmla="*/ 753534 w 1227667"/>
                <a:gd name="connsiteY13" fmla="*/ 475327 h 492260"/>
                <a:gd name="connsiteX14" fmla="*/ 770467 w 1227667"/>
                <a:gd name="connsiteY14" fmla="*/ 424527 h 492260"/>
                <a:gd name="connsiteX15" fmla="*/ 795867 w 1227667"/>
                <a:gd name="connsiteY15" fmla="*/ 356794 h 492260"/>
                <a:gd name="connsiteX16" fmla="*/ 812800 w 1227667"/>
                <a:gd name="connsiteY16" fmla="*/ 297527 h 492260"/>
                <a:gd name="connsiteX17" fmla="*/ 829734 w 1227667"/>
                <a:gd name="connsiteY17" fmla="*/ 280594 h 492260"/>
                <a:gd name="connsiteX18" fmla="*/ 838200 w 1227667"/>
                <a:gd name="connsiteY18" fmla="*/ 255194 h 492260"/>
                <a:gd name="connsiteX19" fmla="*/ 855134 w 1227667"/>
                <a:gd name="connsiteY19" fmla="*/ 195927 h 492260"/>
                <a:gd name="connsiteX20" fmla="*/ 872067 w 1227667"/>
                <a:gd name="connsiteY20" fmla="*/ 162060 h 492260"/>
                <a:gd name="connsiteX21" fmla="*/ 880534 w 1227667"/>
                <a:gd name="connsiteY21" fmla="*/ 128194 h 492260"/>
                <a:gd name="connsiteX22" fmla="*/ 914400 w 1227667"/>
                <a:gd name="connsiteY22" fmla="*/ 85860 h 492260"/>
                <a:gd name="connsiteX23" fmla="*/ 948267 w 1227667"/>
                <a:gd name="connsiteY23" fmla="*/ 77394 h 492260"/>
                <a:gd name="connsiteX24" fmla="*/ 973667 w 1227667"/>
                <a:gd name="connsiteY24" fmla="*/ 68927 h 492260"/>
                <a:gd name="connsiteX25" fmla="*/ 999067 w 1227667"/>
                <a:gd name="connsiteY25" fmla="*/ 51994 h 492260"/>
                <a:gd name="connsiteX26" fmla="*/ 1049867 w 1227667"/>
                <a:gd name="connsiteY26" fmla="*/ 35060 h 492260"/>
                <a:gd name="connsiteX27" fmla="*/ 1075267 w 1227667"/>
                <a:gd name="connsiteY27" fmla="*/ 26594 h 492260"/>
                <a:gd name="connsiteX28" fmla="*/ 1134534 w 1227667"/>
                <a:gd name="connsiteY28" fmla="*/ 1194 h 492260"/>
                <a:gd name="connsiteX29" fmla="*/ 1143000 w 1227667"/>
                <a:gd name="connsiteY29" fmla="*/ 26594 h 492260"/>
                <a:gd name="connsiteX30" fmla="*/ 1227667 w 1227667"/>
                <a:gd name="connsiteY30" fmla="*/ 35060 h 49226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</a:cxnLst>
              <a:rect l="l" t="t" r="r" b="b"/>
              <a:pathLst>
                <a:path w="1227667" h="492260">
                  <a:moveTo>
                    <a:pt x="0" y="85860"/>
                  </a:moveTo>
                  <a:cubicBezTo>
                    <a:pt x="87489" y="88682"/>
                    <a:pt x="178489" y="69628"/>
                    <a:pt x="262467" y="94327"/>
                  </a:cubicBezTo>
                  <a:cubicBezTo>
                    <a:pt x="288153" y="101882"/>
                    <a:pt x="273016" y="148250"/>
                    <a:pt x="287867" y="170527"/>
                  </a:cubicBezTo>
                  <a:cubicBezTo>
                    <a:pt x="311442" y="205890"/>
                    <a:pt x="297605" y="188732"/>
                    <a:pt x="330200" y="221327"/>
                  </a:cubicBezTo>
                  <a:cubicBezTo>
                    <a:pt x="333022" y="229794"/>
                    <a:pt x="334676" y="238745"/>
                    <a:pt x="338667" y="246727"/>
                  </a:cubicBezTo>
                  <a:cubicBezTo>
                    <a:pt x="351562" y="272517"/>
                    <a:pt x="368634" y="285161"/>
                    <a:pt x="389467" y="305994"/>
                  </a:cubicBezTo>
                  <a:lnTo>
                    <a:pt x="414867" y="331394"/>
                  </a:lnTo>
                  <a:cubicBezTo>
                    <a:pt x="417578" y="342238"/>
                    <a:pt x="425729" y="378519"/>
                    <a:pt x="431800" y="390660"/>
                  </a:cubicBezTo>
                  <a:cubicBezTo>
                    <a:pt x="436351" y="399762"/>
                    <a:pt x="443089" y="407593"/>
                    <a:pt x="448734" y="416060"/>
                  </a:cubicBezTo>
                  <a:cubicBezTo>
                    <a:pt x="451556" y="424527"/>
                    <a:pt x="449938" y="436273"/>
                    <a:pt x="457200" y="441460"/>
                  </a:cubicBezTo>
                  <a:cubicBezTo>
                    <a:pt x="471724" y="451835"/>
                    <a:pt x="491067" y="452750"/>
                    <a:pt x="508000" y="458394"/>
                  </a:cubicBezTo>
                  <a:cubicBezTo>
                    <a:pt x="516467" y="461216"/>
                    <a:pt x="524688" y="464924"/>
                    <a:pt x="533400" y="466860"/>
                  </a:cubicBezTo>
                  <a:cubicBezTo>
                    <a:pt x="620959" y="486318"/>
                    <a:pt x="584357" y="477484"/>
                    <a:pt x="643467" y="492260"/>
                  </a:cubicBezTo>
                  <a:cubicBezTo>
                    <a:pt x="680156" y="486616"/>
                    <a:pt x="720780" y="492795"/>
                    <a:pt x="753534" y="475327"/>
                  </a:cubicBezTo>
                  <a:cubicBezTo>
                    <a:pt x="769283" y="466927"/>
                    <a:pt x="766138" y="441843"/>
                    <a:pt x="770467" y="424527"/>
                  </a:cubicBezTo>
                  <a:cubicBezTo>
                    <a:pt x="792201" y="337595"/>
                    <a:pt x="762661" y="445343"/>
                    <a:pt x="795867" y="356794"/>
                  </a:cubicBezTo>
                  <a:cubicBezTo>
                    <a:pt x="799554" y="346962"/>
                    <a:pt x="805981" y="308893"/>
                    <a:pt x="812800" y="297527"/>
                  </a:cubicBezTo>
                  <a:cubicBezTo>
                    <a:pt x="816907" y="290682"/>
                    <a:pt x="824089" y="286238"/>
                    <a:pt x="829734" y="280594"/>
                  </a:cubicBezTo>
                  <a:cubicBezTo>
                    <a:pt x="832556" y="272127"/>
                    <a:pt x="835748" y="263775"/>
                    <a:pt x="838200" y="255194"/>
                  </a:cubicBezTo>
                  <a:cubicBezTo>
                    <a:pt x="844338" y="233710"/>
                    <a:pt x="846433" y="216228"/>
                    <a:pt x="855134" y="195927"/>
                  </a:cubicBezTo>
                  <a:cubicBezTo>
                    <a:pt x="860106" y="184326"/>
                    <a:pt x="867635" y="173878"/>
                    <a:pt x="872067" y="162060"/>
                  </a:cubicBezTo>
                  <a:cubicBezTo>
                    <a:pt x="876153" y="151165"/>
                    <a:pt x="875950" y="138889"/>
                    <a:pt x="880534" y="128194"/>
                  </a:cubicBezTo>
                  <a:cubicBezTo>
                    <a:pt x="883797" y="120581"/>
                    <a:pt x="904470" y="90825"/>
                    <a:pt x="914400" y="85860"/>
                  </a:cubicBezTo>
                  <a:cubicBezTo>
                    <a:pt x="924808" y="80656"/>
                    <a:pt x="937078" y="80591"/>
                    <a:pt x="948267" y="77394"/>
                  </a:cubicBezTo>
                  <a:cubicBezTo>
                    <a:pt x="956848" y="74942"/>
                    <a:pt x="965685" y="72918"/>
                    <a:pt x="973667" y="68927"/>
                  </a:cubicBezTo>
                  <a:cubicBezTo>
                    <a:pt x="982768" y="64376"/>
                    <a:pt x="989768" y="56127"/>
                    <a:pt x="999067" y="51994"/>
                  </a:cubicBezTo>
                  <a:cubicBezTo>
                    <a:pt x="1015378" y="44745"/>
                    <a:pt x="1032934" y="40704"/>
                    <a:pt x="1049867" y="35060"/>
                  </a:cubicBezTo>
                  <a:lnTo>
                    <a:pt x="1075267" y="26594"/>
                  </a:lnTo>
                  <a:cubicBezTo>
                    <a:pt x="1087042" y="18744"/>
                    <a:pt x="1117447" y="-5641"/>
                    <a:pt x="1134534" y="1194"/>
                  </a:cubicBezTo>
                  <a:cubicBezTo>
                    <a:pt x="1142820" y="4509"/>
                    <a:pt x="1136031" y="21019"/>
                    <a:pt x="1143000" y="26594"/>
                  </a:cubicBezTo>
                  <a:cubicBezTo>
                    <a:pt x="1158716" y="39167"/>
                    <a:pt x="1215550" y="35060"/>
                    <a:pt x="1227667" y="35060"/>
                  </a:cubicBezTo>
                </a:path>
              </a:pathLst>
            </a:custGeom>
            <a:noFill/>
            <a:ln w="19050">
              <a:solidFill>
                <a:srgbClr val="00FF99"/>
              </a:solidFill>
            </a:ln>
          </p:spPr>
          <p:txBody>
            <a:bodyPr rtlCol="0" anchor="ctr"/>
            <a:lstStyle/>
            <a:p>
              <a:pPr algn="ctr"/>
              <a:endParaRPr lang="en-GB"/>
            </a:p>
          </p:txBody>
        </p:sp>
        <p:sp>
          <p:nvSpPr>
            <p:cNvPr id="153" name="Freeform: Shape 152"/>
            <p:cNvSpPr/>
            <p:nvPr/>
          </p:nvSpPr>
          <p:spPr>
            <a:xfrm>
              <a:off x="5001372" y="5589493"/>
              <a:ext cx="1431274" cy="508000"/>
            </a:xfrm>
            <a:custGeom>
              <a:avLst/>
              <a:gdLst>
                <a:gd name="connsiteX0" fmla="*/ 0 w 1431274"/>
                <a:gd name="connsiteY0" fmla="*/ 465667 h 508000"/>
                <a:gd name="connsiteX1" fmla="*/ 177800 w 1431274"/>
                <a:gd name="connsiteY1" fmla="*/ 457200 h 508000"/>
                <a:gd name="connsiteX2" fmla="*/ 237067 w 1431274"/>
                <a:gd name="connsiteY2" fmla="*/ 431800 h 508000"/>
                <a:gd name="connsiteX3" fmla="*/ 296334 w 1431274"/>
                <a:gd name="connsiteY3" fmla="*/ 414867 h 508000"/>
                <a:gd name="connsiteX4" fmla="*/ 321734 w 1431274"/>
                <a:gd name="connsiteY4" fmla="*/ 355600 h 508000"/>
                <a:gd name="connsiteX5" fmla="*/ 338667 w 1431274"/>
                <a:gd name="connsiteY5" fmla="*/ 321734 h 508000"/>
                <a:gd name="connsiteX6" fmla="*/ 347134 w 1431274"/>
                <a:gd name="connsiteY6" fmla="*/ 296334 h 508000"/>
                <a:gd name="connsiteX7" fmla="*/ 381000 w 1431274"/>
                <a:gd name="connsiteY7" fmla="*/ 245534 h 508000"/>
                <a:gd name="connsiteX8" fmla="*/ 414867 w 1431274"/>
                <a:gd name="connsiteY8" fmla="*/ 169334 h 508000"/>
                <a:gd name="connsiteX9" fmla="*/ 448734 w 1431274"/>
                <a:gd name="connsiteY9" fmla="*/ 143934 h 508000"/>
                <a:gd name="connsiteX10" fmla="*/ 482600 w 1431274"/>
                <a:gd name="connsiteY10" fmla="*/ 67734 h 508000"/>
                <a:gd name="connsiteX11" fmla="*/ 524934 w 1431274"/>
                <a:gd name="connsiteY11" fmla="*/ 16934 h 508000"/>
                <a:gd name="connsiteX12" fmla="*/ 567267 w 1431274"/>
                <a:gd name="connsiteY12" fmla="*/ 8467 h 508000"/>
                <a:gd name="connsiteX13" fmla="*/ 601134 w 1431274"/>
                <a:gd name="connsiteY13" fmla="*/ 0 h 508000"/>
                <a:gd name="connsiteX14" fmla="*/ 880534 w 1431274"/>
                <a:gd name="connsiteY14" fmla="*/ 8467 h 508000"/>
                <a:gd name="connsiteX15" fmla="*/ 889000 w 1431274"/>
                <a:gd name="connsiteY15" fmla="*/ 33867 h 508000"/>
                <a:gd name="connsiteX16" fmla="*/ 939800 w 1431274"/>
                <a:gd name="connsiteY16" fmla="*/ 76200 h 508000"/>
                <a:gd name="connsiteX17" fmla="*/ 948267 w 1431274"/>
                <a:gd name="connsiteY17" fmla="*/ 110067 h 508000"/>
                <a:gd name="connsiteX18" fmla="*/ 982134 w 1431274"/>
                <a:gd name="connsiteY18" fmla="*/ 152400 h 508000"/>
                <a:gd name="connsiteX19" fmla="*/ 1016000 w 1431274"/>
                <a:gd name="connsiteY19" fmla="*/ 211667 h 508000"/>
                <a:gd name="connsiteX20" fmla="*/ 1041400 w 1431274"/>
                <a:gd name="connsiteY20" fmla="*/ 296334 h 508000"/>
                <a:gd name="connsiteX21" fmla="*/ 1058334 w 1431274"/>
                <a:gd name="connsiteY21" fmla="*/ 321734 h 508000"/>
                <a:gd name="connsiteX22" fmla="*/ 1092200 w 1431274"/>
                <a:gd name="connsiteY22" fmla="*/ 389467 h 508000"/>
                <a:gd name="connsiteX23" fmla="*/ 1134534 w 1431274"/>
                <a:gd name="connsiteY23" fmla="*/ 431800 h 508000"/>
                <a:gd name="connsiteX24" fmla="*/ 1151467 w 1431274"/>
                <a:gd name="connsiteY24" fmla="*/ 465667 h 508000"/>
                <a:gd name="connsiteX25" fmla="*/ 1185334 w 1431274"/>
                <a:gd name="connsiteY25" fmla="*/ 474134 h 508000"/>
                <a:gd name="connsiteX26" fmla="*/ 1210734 w 1431274"/>
                <a:gd name="connsiteY26" fmla="*/ 491067 h 508000"/>
                <a:gd name="connsiteX27" fmla="*/ 1244600 w 1431274"/>
                <a:gd name="connsiteY27" fmla="*/ 508000 h 508000"/>
                <a:gd name="connsiteX28" fmla="*/ 1371600 w 1431274"/>
                <a:gd name="connsiteY28" fmla="*/ 499534 h 508000"/>
                <a:gd name="connsiteX29" fmla="*/ 1397000 w 1431274"/>
                <a:gd name="connsiteY29" fmla="*/ 491067 h 508000"/>
                <a:gd name="connsiteX30" fmla="*/ 1413934 w 1431274"/>
                <a:gd name="connsiteY30" fmla="*/ 482600 h 5080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</a:cxnLst>
              <a:rect l="l" t="t" r="r" b="b"/>
              <a:pathLst>
                <a:path w="1431274" h="508000">
                  <a:moveTo>
                    <a:pt x="0" y="465667"/>
                  </a:moveTo>
                  <a:cubicBezTo>
                    <a:pt x="59267" y="462845"/>
                    <a:pt x="118671" y="462127"/>
                    <a:pt x="177800" y="457200"/>
                  </a:cubicBezTo>
                  <a:cubicBezTo>
                    <a:pt x="194236" y="455830"/>
                    <a:pt x="224828" y="437045"/>
                    <a:pt x="237067" y="431800"/>
                  </a:cubicBezTo>
                  <a:cubicBezTo>
                    <a:pt x="254066" y="424515"/>
                    <a:pt x="279156" y="419162"/>
                    <a:pt x="296334" y="414867"/>
                  </a:cubicBezTo>
                  <a:cubicBezTo>
                    <a:pt x="330649" y="363393"/>
                    <a:pt x="298302" y="418084"/>
                    <a:pt x="321734" y="355600"/>
                  </a:cubicBezTo>
                  <a:cubicBezTo>
                    <a:pt x="326166" y="343782"/>
                    <a:pt x="333695" y="333335"/>
                    <a:pt x="338667" y="321734"/>
                  </a:cubicBezTo>
                  <a:cubicBezTo>
                    <a:pt x="342183" y="313531"/>
                    <a:pt x="342800" y="304136"/>
                    <a:pt x="347134" y="296334"/>
                  </a:cubicBezTo>
                  <a:cubicBezTo>
                    <a:pt x="357017" y="278544"/>
                    <a:pt x="374564" y="264841"/>
                    <a:pt x="381000" y="245534"/>
                  </a:cubicBezTo>
                  <a:cubicBezTo>
                    <a:pt x="389383" y="220386"/>
                    <a:pt x="394742" y="189459"/>
                    <a:pt x="414867" y="169334"/>
                  </a:cubicBezTo>
                  <a:cubicBezTo>
                    <a:pt x="424845" y="159356"/>
                    <a:pt x="437445" y="152401"/>
                    <a:pt x="448734" y="143934"/>
                  </a:cubicBezTo>
                  <a:cubicBezTo>
                    <a:pt x="492417" y="12883"/>
                    <a:pt x="442351" y="148232"/>
                    <a:pt x="482600" y="67734"/>
                  </a:cubicBezTo>
                  <a:cubicBezTo>
                    <a:pt x="498746" y="35442"/>
                    <a:pt x="478841" y="37420"/>
                    <a:pt x="524934" y="16934"/>
                  </a:cubicBezTo>
                  <a:cubicBezTo>
                    <a:pt x="538084" y="11089"/>
                    <a:pt x="553219" y="11589"/>
                    <a:pt x="567267" y="8467"/>
                  </a:cubicBezTo>
                  <a:cubicBezTo>
                    <a:pt x="578626" y="5943"/>
                    <a:pt x="589845" y="2822"/>
                    <a:pt x="601134" y="0"/>
                  </a:cubicBezTo>
                  <a:cubicBezTo>
                    <a:pt x="694267" y="2822"/>
                    <a:pt x="787996" y="-2420"/>
                    <a:pt x="880534" y="8467"/>
                  </a:cubicBezTo>
                  <a:cubicBezTo>
                    <a:pt x="889397" y="9510"/>
                    <a:pt x="884050" y="26441"/>
                    <a:pt x="889000" y="33867"/>
                  </a:cubicBezTo>
                  <a:cubicBezTo>
                    <a:pt x="902038" y="53424"/>
                    <a:pt x="921058" y="63705"/>
                    <a:pt x="939800" y="76200"/>
                  </a:cubicBezTo>
                  <a:cubicBezTo>
                    <a:pt x="942622" y="87489"/>
                    <a:pt x="943683" y="99371"/>
                    <a:pt x="948267" y="110067"/>
                  </a:cubicBezTo>
                  <a:cubicBezTo>
                    <a:pt x="960296" y="138135"/>
                    <a:pt x="965325" y="131389"/>
                    <a:pt x="982134" y="152400"/>
                  </a:cubicBezTo>
                  <a:cubicBezTo>
                    <a:pt x="993694" y="166849"/>
                    <a:pt x="1009865" y="195308"/>
                    <a:pt x="1016000" y="211667"/>
                  </a:cubicBezTo>
                  <a:cubicBezTo>
                    <a:pt x="1026140" y="238708"/>
                    <a:pt x="1024861" y="271527"/>
                    <a:pt x="1041400" y="296334"/>
                  </a:cubicBezTo>
                  <a:lnTo>
                    <a:pt x="1058334" y="321734"/>
                  </a:lnTo>
                  <a:cubicBezTo>
                    <a:pt x="1068287" y="361550"/>
                    <a:pt x="1062165" y="355678"/>
                    <a:pt x="1092200" y="389467"/>
                  </a:cubicBezTo>
                  <a:cubicBezTo>
                    <a:pt x="1105458" y="404382"/>
                    <a:pt x="1134534" y="431800"/>
                    <a:pt x="1134534" y="431800"/>
                  </a:cubicBezTo>
                  <a:cubicBezTo>
                    <a:pt x="1140178" y="443089"/>
                    <a:pt x="1141771" y="457587"/>
                    <a:pt x="1151467" y="465667"/>
                  </a:cubicBezTo>
                  <a:cubicBezTo>
                    <a:pt x="1160406" y="473117"/>
                    <a:pt x="1174638" y="469550"/>
                    <a:pt x="1185334" y="474134"/>
                  </a:cubicBezTo>
                  <a:cubicBezTo>
                    <a:pt x="1194687" y="478142"/>
                    <a:pt x="1201899" y="486019"/>
                    <a:pt x="1210734" y="491067"/>
                  </a:cubicBezTo>
                  <a:cubicBezTo>
                    <a:pt x="1221692" y="497329"/>
                    <a:pt x="1233311" y="502356"/>
                    <a:pt x="1244600" y="508000"/>
                  </a:cubicBezTo>
                  <a:cubicBezTo>
                    <a:pt x="1286933" y="505178"/>
                    <a:pt x="1329432" y="504219"/>
                    <a:pt x="1371600" y="499534"/>
                  </a:cubicBezTo>
                  <a:cubicBezTo>
                    <a:pt x="1380470" y="498548"/>
                    <a:pt x="1388419" y="493519"/>
                    <a:pt x="1397000" y="491067"/>
                  </a:cubicBezTo>
                  <a:cubicBezTo>
                    <a:pt x="1431425" y="481231"/>
                    <a:pt x="1444889" y="482600"/>
                    <a:pt x="1413934" y="482600"/>
                  </a:cubicBezTo>
                </a:path>
              </a:pathLst>
            </a:custGeom>
            <a:noFill/>
            <a:ln w="19050">
              <a:solidFill>
                <a:srgbClr val="00FF99"/>
              </a:solidFill>
            </a:ln>
          </p:spPr>
          <p:txBody>
            <a:bodyPr rtlCol="0" anchor="ctr"/>
            <a:lstStyle/>
            <a:p>
              <a:pPr algn="ctr"/>
              <a:endParaRPr lang="en-GB"/>
            </a:p>
          </p:txBody>
        </p:sp>
        <p:sp>
          <p:nvSpPr>
            <p:cNvPr id="154" name="Freeform: Shape 153"/>
            <p:cNvSpPr/>
            <p:nvPr/>
          </p:nvSpPr>
          <p:spPr>
            <a:xfrm>
              <a:off x="5086039" y="5572560"/>
              <a:ext cx="1286939" cy="533400"/>
            </a:xfrm>
            <a:custGeom>
              <a:avLst/>
              <a:gdLst>
                <a:gd name="connsiteX0" fmla="*/ 0 w 1286939"/>
                <a:gd name="connsiteY0" fmla="*/ 533400 h 533400"/>
                <a:gd name="connsiteX1" fmla="*/ 59267 w 1286939"/>
                <a:gd name="connsiteY1" fmla="*/ 516467 h 533400"/>
                <a:gd name="connsiteX2" fmla="*/ 84667 w 1286939"/>
                <a:gd name="connsiteY2" fmla="*/ 508000 h 533400"/>
                <a:gd name="connsiteX3" fmla="*/ 152400 w 1286939"/>
                <a:gd name="connsiteY3" fmla="*/ 491067 h 533400"/>
                <a:gd name="connsiteX4" fmla="*/ 186267 w 1286939"/>
                <a:gd name="connsiteY4" fmla="*/ 474133 h 533400"/>
                <a:gd name="connsiteX5" fmla="*/ 194733 w 1286939"/>
                <a:gd name="connsiteY5" fmla="*/ 440267 h 533400"/>
                <a:gd name="connsiteX6" fmla="*/ 228600 w 1286939"/>
                <a:gd name="connsiteY6" fmla="*/ 364067 h 533400"/>
                <a:gd name="connsiteX7" fmla="*/ 245533 w 1286939"/>
                <a:gd name="connsiteY7" fmla="*/ 347133 h 533400"/>
                <a:gd name="connsiteX8" fmla="*/ 270933 w 1286939"/>
                <a:gd name="connsiteY8" fmla="*/ 270933 h 533400"/>
                <a:gd name="connsiteX9" fmla="*/ 279400 w 1286939"/>
                <a:gd name="connsiteY9" fmla="*/ 245533 h 533400"/>
                <a:gd name="connsiteX10" fmla="*/ 304800 w 1286939"/>
                <a:gd name="connsiteY10" fmla="*/ 228600 h 533400"/>
                <a:gd name="connsiteX11" fmla="*/ 330200 w 1286939"/>
                <a:gd name="connsiteY11" fmla="*/ 169333 h 533400"/>
                <a:gd name="connsiteX12" fmla="*/ 355600 w 1286939"/>
                <a:gd name="connsiteY12" fmla="*/ 152400 h 533400"/>
                <a:gd name="connsiteX13" fmla="*/ 381000 w 1286939"/>
                <a:gd name="connsiteY13" fmla="*/ 93133 h 533400"/>
                <a:gd name="connsiteX14" fmla="*/ 431800 w 1286939"/>
                <a:gd name="connsiteY14" fmla="*/ 42333 h 533400"/>
                <a:gd name="connsiteX15" fmla="*/ 440267 w 1286939"/>
                <a:gd name="connsiteY15" fmla="*/ 16933 h 533400"/>
                <a:gd name="connsiteX16" fmla="*/ 465667 w 1286939"/>
                <a:gd name="connsiteY16" fmla="*/ 0 h 533400"/>
                <a:gd name="connsiteX17" fmla="*/ 787400 w 1286939"/>
                <a:gd name="connsiteY17" fmla="*/ 8467 h 533400"/>
                <a:gd name="connsiteX18" fmla="*/ 812800 w 1286939"/>
                <a:gd name="connsiteY18" fmla="*/ 25400 h 533400"/>
                <a:gd name="connsiteX19" fmla="*/ 821267 w 1286939"/>
                <a:gd name="connsiteY19" fmla="*/ 59267 h 533400"/>
                <a:gd name="connsiteX20" fmla="*/ 846667 w 1286939"/>
                <a:gd name="connsiteY20" fmla="*/ 93133 h 533400"/>
                <a:gd name="connsiteX21" fmla="*/ 905933 w 1286939"/>
                <a:gd name="connsiteY21" fmla="*/ 143933 h 533400"/>
                <a:gd name="connsiteX22" fmla="*/ 922867 w 1286939"/>
                <a:gd name="connsiteY22" fmla="*/ 169333 h 533400"/>
                <a:gd name="connsiteX23" fmla="*/ 948267 w 1286939"/>
                <a:gd name="connsiteY23" fmla="*/ 203200 h 533400"/>
                <a:gd name="connsiteX24" fmla="*/ 982133 w 1286939"/>
                <a:gd name="connsiteY24" fmla="*/ 237067 h 533400"/>
                <a:gd name="connsiteX25" fmla="*/ 990600 w 1286939"/>
                <a:gd name="connsiteY25" fmla="*/ 279400 h 533400"/>
                <a:gd name="connsiteX26" fmla="*/ 999067 w 1286939"/>
                <a:gd name="connsiteY26" fmla="*/ 330200 h 533400"/>
                <a:gd name="connsiteX27" fmla="*/ 1007533 w 1286939"/>
                <a:gd name="connsiteY27" fmla="*/ 364067 h 533400"/>
                <a:gd name="connsiteX28" fmla="*/ 1058333 w 1286939"/>
                <a:gd name="connsiteY28" fmla="*/ 414867 h 533400"/>
                <a:gd name="connsiteX29" fmla="*/ 1100667 w 1286939"/>
                <a:gd name="connsiteY29" fmla="*/ 440267 h 533400"/>
                <a:gd name="connsiteX30" fmla="*/ 1117600 w 1286939"/>
                <a:gd name="connsiteY30" fmla="*/ 465667 h 533400"/>
                <a:gd name="connsiteX31" fmla="*/ 1151467 w 1286939"/>
                <a:gd name="connsiteY31" fmla="*/ 474133 h 533400"/>
                <a:gd name="connsiteX32" fmla="*/ 1176867 w 1286939"/>
                <a:gd name="connsiteY32" fmla="*/ 482600 h 533400"/>
                <a:gd name="connsiteX33" fmla="*/ 1286933 w 1286939"/>
                <a:gd name="connsiteY33" fmla="*/ 482600 h 5334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</a:cxnLst>
              <a:rect l="l" t="t" r="r" b="b"/>
              <a:pathLst>
                <a:path w="1286939" h="533400">
                  <a:moveTo>
                    <a:pt x="0" y="533400"/>
                  </a:moveTo>
                  <a:lnTo>
                    <a:pt x="59267" y="516467"/>
                  </a:lnTo>
                  <a:cubicBezTo>
                    <a:pt x="67815" y="513903"/>
                    <a:pt x="76057" y="510348"/>
                    <a:pt x="84667" y="508000"/>
                  </a:cubicBezTo>
                  <a:cubicBezTo>
                    <a:pt x="107119" y="501877"/>
                    <a:pt x="152400" y="491067"/>
                    <a:pt x="152400" y="491067"/>
                  </a:cubicBezTo>
                  <a:cubicBezTo>
                    <a:pt x="163689" y="485422"/>
                    <a:pt x="178187" y="483829"/>
                    <a:pt x="186267" y="474133"/>
                  </a:cubicBezTo>
                  <a:cubicBezTo>
                    <a:pt x="193716" y="465194"/>
                    <a:pt x="191389" y="451412"/>
                    <a:pt x="194733" y="440267"/>
                  </a:cubicBezTo>
                  <a:cubicBezTo>
                    <a:pt x="206011" y="402673"/>
                    <a:pt x="206825" y="391287"/>
                    <a:pt x="228600" y="364067"/>
                  </a:cubicBezTo>
                  <a:cubicBezTo>
                    <a:pt x="233587" y="357834"/>
                    <a:pt x="239889" y="352778"/>
                    <a:pt x="245533" y="347133"/>
                  </a:cubicBezTo>
                  <a:cubicBezTo>
                    <a:pt x="259720" y="290388"/>
                    <a:pt x="247022" y="334696"/>
                    <a:pt x="270933" y="270933"/>
                  </a:cubicBezTo>
                  <a:cubicBezTo>
                    <a:pt x="274067" y="262577"/>
                    <a:pt x="273825" y="252502"/>
                    <a:pt x="279400" y="245533"/>
                  </a:cubicBezTo>
                  <a:cubicBezTo>
                    <a:pt x="285757" y="237587"/>
                    <a:pt x="296333" y="234244"/>
                    <a:pt x="304800" y="228600"/>
                  </a:cubicBezTo>
                  <a:cubicBezTo>
                    <a:pt x="310682" y="210956"/>
                    <a:pt x="318577" y="183281"/>
                    <a:pt x="330200" y="169333"/>
                  </a:cubicBezTo>
                  <a:cubicBezTo>
                    <a:pt x="336714" y="161516"/>
                    <a:pt x="347133" y="158044"/>
                    <a:pt x="355600" y="152400"/>
                  </a:cubicBezTo>
                  <a:cubicBezTo>
                    <a:pt x="361717" y="134051"/>
                    <a:pt x="369045" y="108077"/>
                    <a:pt x="381000" y="93133"/>
                  </a:cubicBezTo>
                  <a:cubicBezTo>
                    <a:pt x="395960" y="74433"/>
                    <a:pt x="431800" y="42333"/>
                    <a:pt x="431800" y="42333"/>
                  </a:cubicBezTo>
                  <a:cubicBezTo>
                    <a:pt x="434622" y="33866"/>
                    <a:pt x="434692" y="23902"/>
                    <a:pt x="440267" y="16933"/>
                  </a:cubicBezTo>
                  <a:cubicBezTo>
                    <a:pt x="446624" y="8987"/>
                    <a:pt x="455494" y="248"/>
                    <a:pt x="465667" y="0"/>
                  </a:cubicBezTo>
                  <a:lnTo>
                    <a:pt x="787400" y="8467"/>
                  </a:lnTo>
                  <a:cubicBezTo>
                    <a:pt x="795867" y="14111"/>
                    <a:pt x="807156" y="16933"/>
                    <a:pt x="812800" y="25400"/>
                  </a:cubicBezTo>
                  <a:cubicBezTo>
                    <a:pt x="819255" y="35082"/>
                    <a:pt x="816063" y="48859"/>
                    <a:pt x="821267" y="59267"/>
                  </a:cubicBezTo>
                  <a:cubicBezTo>
                    <a:pt x="827578" y="71888"/>
                    <a:pt x="837633" y="82293"/>
                    <a:pt x="846667" y="93133"/>
                  </a:cubicBezTo>
                  <a:cubicBezTo>
                    <a:pt x="868128" y="118887"/>
                    <a:pt x="876042" y="114042"/>
                    <a:pt x="905933" y="143933"/>
                  </a:cubicBezTo>
                  <a:cubicBezTo>
                    <a:pt x="913128" y="151128"/>
                    <a:pt x="916952" y="161053"/>
                    <a:pt x="922867" y="169333"/>
                  </a:cubicBezTo>
                  <a:cubicBezTo>
                    <a:pt x="931069" y="180816"/>
                    <a:pt x="938975" y="192580"/>
                    <a:pt x="948267" y="203200"/>
                  </a:cubicBezTo>
                  <a:cubicBezTo>
                    <a:pt x="958780" y="215215"/>
                    <a:pt x="970844" y="225778"/>
                    <a:pt x="982133" y="237067"/>
                  </a:cubicBezTo>
                  <a:cubicBezTo>
                    <a:pt x="984955" y="251178"/>
                    <a:pt x="988026" y="265242"/>
                    <a:pt x="990600" y="279400"/>
                  </a:cubicBezTo>
                  <a:cubicBezTo>
                    <a:pt x="993671" y="296290"/>
                    <a:pt x="995700" y="313366"/>
                    <a:pt x="999067" y="330200"/>
                  </a:cubicBezTo>
                  <a:cubicBezTo>
                    <a:pt x="1001349" y="341610"/>
                    <a:pt x="1000860" y="354534"/>
                    <a:pt x="1007533" y="364067"/>
                  </a:cubicBezTo>
                  <a:cubicBezTo>
                    <a:pt x="1021266" y="383686"/>
                    <a:pt x="1041400" y="397934"/>
                    <a:pt x="1058333" y="414867"/>
                  </a:cubicBezTo>
                  <a:cubicBezTo>
                    <a:pt x="1081576" y="438110"/>
                    <a:pt x="1067696" y="429276"/>
                    <a:pt x="1100667" y="440267"/>
                  </a:cubicBezTo>
                  <a:cubicBezTo>
                    <a:pt x="1106311" y="448734"/>
                    <a:pt x="1109133" y="460023"/>
                    <a:pt x="1117600" y="465667"/>
                  </a:cubicBezTo>
                  <a:cubicBezTo>
                    <a:pt x="1127282" y="472122"/>
                    <a:pt x="1140278" y="470936"/>
                    <a:pt x="1151467" y="474133"/>
                  </a:cubicBezTo>
                  <a:cubicBezTo>
                    <a:pt x="1160048" y="476585"/>
                    <a:pt x="1168400" y="479778"/>
                    <a:pt x="1176867" y="482600"/>
                  </a:cubicBezTo>
                  <a:cubicBezTo>
                    <a:pt x="1289747" y="473917"/>
                    <a:pt x="1286933" y="437336"/>
                    <a:pt x="1286933" y="482600"/>
                  </a:cubicBezTo>
                </a:path>
              </a:pathLst>
            </a:custGeom>
            <a:noFill/>
            <a:ln w="19050">
              <a:solidFill>
                <a:srgbClr val="00FF99"/>
              </a:solidFill>
            </a:ln>
          </p:spPr>
          <p:txBody>
            <a:bodyPr rtlCol="0" anchor="ctr"/>
            <a:lstStyle/>
            <a:p>
              <a:pPr algn="ctr"/>
              <a:endParaRPr lang="en-GB"/>
            </a:p>
          </p:txBody>
        </p:sp>
        <p:sp>
          <p:nvSpPr>
            <p:cNvPr id="155" name="Freeform: Shape 154"/>
            <p:cNvSpPr/>
            <p:nvPr/>
          </p:nvSpPr>
          <p:spPr>
            <a:xfrm>
              <a:off x="5069106" y="5606391"/>
              <a:ext cx="1303866" cy="465702"/>
            </a:xfrm>
            <a:custGeom>
              <a:avLst/>
              <a:gdLst>
                <a:gd name="connsiteX0" fmla="*/ 0 w 1303866"/>
                <a:gd name="connsiteY0" fmla="*/ 465702 h 465702"/>
                <a:gd name="connsiteX1" fmla="*/ 84666 w 1303866"/>
                <a:gd name="connsiteY1" fmla="*/ 457236 h 465702"/>
                <a:gd name="connsiteX2" fmla="*/ 143933 w 1303866"/>
                <a:gd name="connsiteY2" fmla="*/ 431836 h 465702"/>
                <a:gd name="connsiteX3" fmla="*/ 211666 w 1303866"/>
                <a:gd name="connsiteY3" fmla="*/ 414902 h 465702"/>
                <a:gd name="connsiteX4" fmla="*/ 228600 w 1303866"/>
                <a:gd name="connsiteY4" fmla="*/ 389502 h 465702"/>
                <a:gd name="connsiteX5" fmla="*/ 237066 w 1303866"/>
                <a:gd name="connsiteY5" fmla="*/ 355636 h 465702"/>
                <a:gd name="connsiteX6" fmla="*/ 262466 w 1303866"/>
                <a:gd name="connsiteY6" fmla="*/ 338702 h 465702"/>
                <a:gd name="connsiteX7" fmla="*/ 296333 w 1303866"/>
                <a:gd name="connsiteY7" fmla="*/ 296369 h 465702"/>
                <a:gd name="connsiteX8" fmla="*/ 330200 w 1303866"/>
                <a:gd name="connsiteY8" fmla="*/ 254036 h 465702"/>
                <a:gd name="connsiteX9" fmla="*/ 364066 w 1303866"/>
                <a:gd name="connsiteY9" fmla="*/ 194769 h 465702"/>
                <a:gd name="connsiteX10" fmla="*/ 406400 w 1303866"/>
                <a:gd name="connsiteY10" fmla="*/ 135502 h 465702"/>
                <a:gd name="connsiteX11" fmla="*/ 440266 w 1303866"/>
                <a:gd name="connsiteY11" fmla="*/ 84702 h 465702"/>
                <a:gd name="connsiteX12" fmla="*/ 465666 w 1303866"/>
                <a:gd name="connsiteY12" fmla="*/ 33902 h 465702"/>
                <a:gd name="connsiteX13" fmla="*/ 491066 w 1303866"/>
                <a:gd name="connsiteY13" fmla="*/ 25436 h 465702"/>
                <a:gd name="connsiteX14" fmla="*/ 508000 w 1303866"/>
                <a:gd name="connsiteY14" fmla="*/ 8502 h 465702"/>
                <a:gd name="connsiteX15" fmla="*/ 541866 w 1303866"/>
                <a:gd name="connsiteY15" fmla="*/ 36 h 465702"/>
                <a:gd name="connsiteX16" fmla="*/ 728133 w 1303866"/>
                <a:gd name="connsiteY16" fmla="*/ 16969 h 465702"/>
                <a:gd name="connsiteX17" fmla="*/ 787400 w 1303866"/>
                <a:gd name="connsiteY17" fmla="*/ 50836 h 465702"/>
                <a:gd name="connsiteX18" fmla="*/ 821266 w 1303866"/>
                <a:gd name="connsiteY18" fmla="*/ 59302 h 465702"/>
                <a:gd name="connsiteX19" fmla="*/ 855133 w 1303866"/>
                <a:gd name="connsiteY19" fmla="*/ 93169 h 465702"/>
                <a:gd name="connsiteX20" fmla="*/ 889000 w 1303866"/>
                <a:gd name="connsiteY20" fmla="*/ 110102 h 465702"/>
                <a:gd name="connsiteX21" fmla="*/ 897466 w 1303866"/>
                <a:gd name="connsiteY21" fmla="*/ 135502 h 465702"/>
                <a:gd name="connsiteX22" fmla="*/ 914400 w 1303866"/>
                <a:gd name="connsiteY22" fmla="*/ 152436 h 465702"/>
                <a:gd name="connsiteX23" fmla="*/ 931333 w 1303866"/>
                <a:gd name="connsiteY23" fmla="*/ 177836 h 465702"/>
                <a:gd name="connsiteX24" fmla="*/ 965200 w 1303866"/>
                <a:gd name="connsiteY24" fmla="*/ 228636 h 465702"/>
                <a:gd name="connsiteX25" fmla="*/ 973666 w 1303866"/>
                <a:gd name="connsiteY25" fmla="*/ 254036 h 465702"/>
                <a:gd name="connsiteX26" fmla="*/ 1016000 w 1303866"/>
                <a:gd name="connsiteY26" fmla="*/ 304836 h 465702"/>
                <a:gd name="connsiteX27" fmla="*/ 1024466 w 1303866"/>
                <a:gd name="connsiteY27" fmla="*/ 338702 h 465702"/>
                <a:gd name="connsiteX28" fmla="*/ 1041400 w 1303866"/>
                <a:gd name="connsiteY28" fmla="*/ 355636 h 465702"/>
                <a:gd name="connsiteX29" fmla="*/ 1058333 w 1303866"/>
                <a:gd name="connsiteY29" fmla="*/ 381036 h 465702"/>
                <a:gd name="connsiteX30" fmla="*/ 1109133 w 1303866"/>
                <a:gd name="connsiteY30" fmla="*/ 406436 h 465702"/>
                <a:gd name="connsiteX31" fmla="*/ 1100666 w 1303866"/>
                <a:gd name="connsiteY31" fmla="*/ 431836 h 465702"/>
                <a:gd name="connsiteX32" fmla="*/ 1143000 w 1303866"/>
                <a:gd name="connsiteY32" fmla="*/ 465702 h 465702"/>
                <a:gd name="connsiteX33" fmla="*/ 1193800 w 1303866"/>
                <a:gd name="connsiteY33" fmla="*/ 457236 h 465702"/>
                <a:gd name="connsiteX34" fmla="*/ 1227666 w 1303866"/>
                <a:gd name="connsiteY34" fmla="*/ 448769 h 465702"/>
                <a:gd name="connsiteX35" fmla="*/ 1303866 w 1303866"/>
                <a:gd name="connsiteY35" fmla="*/ 448769 h 46570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</a:cxnLst>
              <a:rect l="l" t="t" r="r" b="b"/>
              <a:pathLst>
                <a:path w="1303866" h="465702">
                  <a:moveTo>
                    <a:pt x="0" y="465702"/>
                  </a:moveTo>
                  <a:cubicBezTo>
                    <a:pt x="28222" y="462880"/>
                    <a:pt x="56633" y="461549"/>
                    <a:pt x="84666" y="457236"/>
                  </a:cubicBezTo>
                  <a:cubicBezTo>
                    <a:pt x="112139" y="453010"/>
                    <a:pt x="116086" y="441118"/>
                    <a:pt x="143933" y="431836"/>
                  </a:cubicBezTo>
                  <a:cubicBezTo>
                    <a:pt x="166011" y="424476"/>
                    <a:pt x="211666" y="414902"/>
                    <a:pt x="211666" y="414902"/>
                  </a:cubicBezTo>
                  <a:cubicBezTo>
                    <a:pt x="217311" y="406435"/>
                    <a:pt x="224592" y="398855"/>
                    <a:pt x="228600" y="389502"/>
                  </a:cubicBezTo>
                  <a:cubicBezTo>
                    <a:pt x="233184" y="378807"/>
                    <a:pt x="230612" y="365318"/>
                    <a:pt x="237066" y="355636"/>
                  </a:cubicBezTo>
                  <a:cubicBezTo>
                    <a:pt x="242710" y="347169"/>
                    <a:pt x="253999" y="344347"/>
                    <a:pt x="262466" y="338702"/>
                  </a:cubicBezTo>
                  <a:cubicBezTo>
                    <a:pt x="283748" y="274858"/>
                    <a:pt x="252565" y="351078"/>
                    <a:pt x="296333" y="296369"/>
                  </a:cubicBezTo>
                  <a:cubicBezTo>
                    <a:pt x="343071" y="237947"/>
                    <a:pt x="257408" y="302563"/>
                    <a:pt x="330200" y="254036"/>
                  </a:cubicBezTo>
                  <a:cubicBezTo>
                    <a:pt x="352462" y="164982"/>
                    <a:pt x="319230" y="273231"/>
                    <a:pt x="364066" y="194769"/>
                  </a:cubicBezTo>
                  <a:cubicBezTo>
                    <a:pt x="402706" y="127150"/>
                    <a:pt x="330785" y="192213"/>
                    <a:pt x="406400" y="135502"/>
                  </a:cubicBezTo>
                  <a:cubicBezTo>
                    <a:pt x="426529" y="75110"/>
                    <a:pt x="397987" y="148120"/>
                    <a:pt x="440266" y="84702"/>
                  </a:cubicBezTo>
                  <a:cubicBezTo>
                    <a:pt x="457794" y="58410"/>
                    <a:pt x="437120" y="56738"/>
                    <a:pt x="465666" y="33902"/>
                  </a:cubicBezTo>
                  <a:cubicBezTo>
                    <a:pt x="472635" y="28327"/>
                    <a:pt x="482599" y="28258"/>
                    <a:pt x="491066" y="25436"/>
                  </a:cubicBezTo>
                  <a:cubicBezTo>
                    <a:pt x="496711" y="19791"/>
                    <a:pt x="500860" y="12072"/>
                    <a:pt x="508000" y="8502"/>
                  </a:cubicBezTo>
                  <a:cubicBezTo>
                    <a:pt x="518408" y="3298"/>
                    <a:pt x="530239" y="-411"/>
                    <a:pt x="541866" y="36"/>
                  </a:cubicBezTo>
                  <a:cubicBezTo>
                    <a:pt x="604165" y="2432"/>
                    <a:pt x="666044" y="11325"/>
                    <a:pt x="728133" y="16969"/>
                  </a:cubicBezTo>
                  <a:cubicBezTo>
                    <a:pt x="805827" y="42868"/>
                    <a:pt x="684875" y="-425"/>
                    <a:pt x="787400" y="50836"/>
                  </a:cubicBezTo>
                  <a:cubicBezTo>
                    <a:pt x="797808" y="56040"/>
                    <a:pt x="809977" y="56480"/>
                    <a:pt x="821266" y="59302"/>
                  </a:cubicBezTo>
                  <a:cubicBezTo>
                    <a:pt x="832555" y="70591"/>
                    <a:pt x="842361" y="83590"/>
                    <a:pt x="855133" y="93169"/>
                  </a:cubicBezTo>
                  <a:cubicBezTo>
                    <a:pt x="865230" y="100742"/>
                    <a:pt x="880075" y="101177"/>
                    <a:pt x="889000" y="110102"/>
                  </a:cubicBezTo>
                  <a:cubicBezTo>
                    <a:pt x="895311" y="116413"/>
                    <a:pt x="892874" y="127849"/>
                    <a:pt x="897466" y="135502"/>
                  </a:cubicBezTo>
                  <a:cubicBezTo>
                    <a:pt x="901573" y="142347"/>
                    <a:pt x="909413" y="146202"/>
                    <a:pt x="914400" y="152436"/>
                  </a:cubicBezTo>
                  <a:cubicBezTo>
                    <a:pt x="920757" y="160382"/>
                    <a:pt x="926782" y="168735"/>
                    <a:pt x="931333" y="177836"/>
                  </a:cubicBezTo>
                  <a:cubicBezTo>
                    <a:pt x="955839" y="226847"/>
                    <a:pt x="917051" y="180487"/>
                    <a:pt x="965200" y="228636"/>
                  </a:cubicBezTo>
                  <a:cubicBezTo>
                    <a:pt x="968022" y="237103"/>
                    <a:pt x="969675" y="246054"/>
                    <a:pt x="973666" y="254036"/>
                  </a:cubicBezTo>
                  <a:cubicBezTo>
                    <a:pt x="985453" y="277609"/>
                    <a:pt x="997277" y="286113"/>
                    <a:pt x="1016000" y="304836"/>
                  </a:cubicBezTo>
                  <a:cubicBezTo>
                    <a:pt x="1018822" y="316125"/>
                    <a:pt x="1019262" y="328294"/>
                    <a:pt x="1024466" y="338702"/>
                  </a:cubicBezTo>
                  <a:cubicBezTo>
                    <a:pt x="1028036" y="345842"/>
                    <a:pt x="1036413" y="349402"/>
                    <a:pt x="1041400" y="355636"/>
                  </a:cubicBezTo>
                  <a:cubicBezTo>
                    <a:pt x="1047757" y="363582"/>
                    <a:pt x="1051138" y="373841"/>
                    <a:pt x="1058333" y="381036"/>
                  </a:cubicBezTo>
                  <a:cubicBezTo>
                    <a:pt x="1074745" y="397448"/>
                    <a:pt x="1088476" y="399550"/>
                    <a:pt x="1109133" y="406436"/>
                  </a:cubicBezTo>
                  <a:cubicBezTo>
                    <a:pt x="1106311" y="414903"/>
                    <a:pt x="1098916" y="423085"/>
                    <a:pt x="1100666" y="431836"/>
                  </a:cubicBezTo>
                  <a:cubicBezTo>
                    <a:pt x="1102522" y="441115"/>
                    <a:pt x="1139351" y="463269"/>
                    <a:pt x="1143000" y="465702"/>
                  </a:cubicBezTo>
                  <a:cubicBezTo>
                    <a:pt x="1159933" y="462880"/>
                    <a:pt x="1176966" y="460603"/>
                    <a:pt x="1193800" y="457236"/>
                  </a:cubicBezTo>
                  <a:cubicBezTo>
                    <a:pt x="1205210" y="454954"/>
                    <a:pt x="1216064" y="449661"/>
                    <a:pt x="1227666" y="448769"/>
                  </a:cubicBezTo>
                  <a:cubicBezTo>
                    <a:pt x="1252991" y="446821"/>
                    <a:pt x="1278466" y="448769"/>
                    <a:pt x="1303866" y="448769"/>
                  </a:cubicBezTo>
                </a:path>
              </a:pathLst>
            </a:custGeom>
            <a:noFill/>
            <a:ln w="19050">
              <a:solidFill>
                <a:srgbClr val="00FF99"/>
              </a:solidFill>
            </a:ln>
          </p:spPr>
          <p:txBody>
            <a:bodyPr rtlCol="0" anchor="ctr"/>
            <a:lstStyle/>
            <a:p>
              <a:pPr algn="ctr"/>
              <a:endParaRPr lang="en-GB"/>
            </a:p>
          </p:txBody>
        </p:sp>
        <p:sp>
          <p:nvSpPr>
            <p:cNvPr id="156" name="Freeform: Shape 155"/>
            <p:cNvSpPr/>
            <p:nvPr/>
          </p:nvSpPr>
          <p:spPr>
            <a:xfrm>
              <a:off x="5077572" y="5604892"/>
              <a:ext cx="1227667" cy="492260"/>
            </a:xfrm>
            <a:custGeom>
              <a:avLst/>
              <a:gdLst>
                <a:gd name="connsiteX0" fmla="*/ 0 w 1227667"/>
                <a:gd name="connsiteY0" fmla="*/ 85860 h 492260"/>
                <a:gd name="connsiteX1" fmla="*/ 262467 w 1227667"/>
                <a:gd name="connsiteY1" fmla="*/ 94327 h 492260"/>
                <a:gd name="connsiteX2" fmla="*/ 287867 w 1227667"/>
                <a:gd name="connsiteY2" fmla="*/ 170527 h 492260"/>
                <a:gd name="connsiteX3" fmla="*/ 330200 w 1227667"/>
                <a:gd name="connsiteY3" fmla="*/ 221327 h 492260"/>
                <a:gd name="connsiteX4" fmla="*/ 338667 w 1227667"/>
                <a:gd name="connsiteY4" fmla="*/ 246727 h 492260"/>
                <a:gd name="connsiteX5" fmla="*/ 389467 w 1227667"/>
                <a:gd name="connsiteY5" fmla="*/ 305994 h 492260"/>
                <a:gd name="connsiteX6" fmla="*/ 414867 w 1227667"/>
                <a:gd name="connsiteY6" fmla="*/ 331394 h 492260"/>
                <a:gd name="connsiteX7" fmla="*/ 431800 w 1227667"/>
                <a:gd name="connsiteY7" fmla="*/ 390660 h 492260"/>
                <a:gd name="connsiteX8" fmla="*/ 448734 w 1227667"/>
                <a:gd name="connsiteY8" fmla="*/ 416060 h 492260"/>
                <a:gd name="connsiteX9" fmla="*/ 457200 w 1227667"/>
                <a:gd name="connsiteY9" fmla="*/ 441460 h 492260"/>
                <a:gd name="connsiteX10" fmla="*/ 508000 w 1227667"/>
                <a:gd name="connsiteY10" fmla="*/ 458394 h 492260"/>
                <a:gd name="connsiteX11" fmla="*/ 533400 w 1227667"/>
                <a:gd name="connsiteY11" fmla="*/ 466860 h 492260"/>
                <a:gd name="connsiteX12" fmla="*/ 643467 w 1227667"/>
                <a:gd name="connsiteY12" fmla="*/ 492260 h 492260"/>
                <a:gd name="connsiteX13" fmla="*/ 753534 w 1227667"/>
                <a:gd name="connsiteY13" fmla="*/ 475327 h 492260"/>
                <a:gd name="connsiteX14" fmla="*/ 770467 w 1227667"/>
                <a:gd name="connsiteY14" fmla="*/ 424527 h 492260"/>
                <a:gd name="connsiteX15" fmla="*/ 795867 w 1227667"/>
                <a:gd name="connsiteY15" fmla="*/ 356794 h 492260"/>
                <a:gd name="connsiteX16" fmla="*/ 812800 w 1227667"/>
                <a:gd name="connsiteY16" fmla="*/ 297527 h 492260"/>
                <a:gd name="connsiteX17" fmla="*/ 829734 w 1227667"/>
                <a:gd name="connsiteY17" fmla="*/ 280594 h 492260"/>
                <a:gd name="connsiteX18" fmla="*/ 838200 w 1227667"/>
                <a:gd name="connsiteY18" fmla="*/ 255194 h 492260"/>
                <a:gd name="connsiteX19" fmla="*/ 855134 w 1227667"/>
                <a:gd name="connsiteY19" fmla="*/ 195927 h 492260"/>
                <a:gd name="connsiteX20" fmla="*/ 872067 w 1227667"/>
                <a:gd name="connsiteY20" fmla="*/ 162060 h 492260"/>
                <a:gd name="connsiteX21" fmla="*/ 880534 w 1227667"/>
                <a:gd name="connsiteY21" fmla="*/ 128194 h 492260"/>
                <a:gd name="connsiteX22" fmla="*/ 914400 w 1227667"/>
                <a:gd name="connsiteY22" fmla="*/ 85860 h 492260"/>
                <a:gd name="connsiteX23" fmla="*/ 948267 w 1227667"/>
                <a:gd name="connsiteY23" fmla="*/ 77394 h 492260"/>
                <a:gd name="connsiteX24" fmla="*/ 973667 w 1227667"/>
                <a:gd name="connsiteY24" fmla="*/ 68927 h 492260"/>
                <a:gd name="connsiteX25" fmla="*/ 999067 w 1227667"/>
                <a:gd name="connsiteY25" fmla="*/ 51994 h 492260"/>
                <a:gd name="connsiteX26" fmla="*/ 1049867 w 1227667"/>
                <a:gd name="connsiteY26" fmla="*/ 35060 h 492260"/>
                <a:gd name="connsiteX27" fmla="*/ 1075267 w 1227667"/>
                <a:gd name="connsiteY27" fmla="*/ 26594 h 492260"/>
                <a:gd name="connsiteX28" fmla="*/ 1134534 w 1227667"/>
                <a:gd name="connsiteY28" fmla="*/ 1194 h 492260"/>
                <a:gd name="connsiteX29" fmla="*/ 1143000 w 1227667"/>
                <a:gd name="connsiteY29" fmla="*/ 26594 h 492260"/>
                <a:gd name="connsiteX30" fmla="*/ 1227667 w 1227667"/>
                <a:gd name="connsiteY30" fmla="*/ 35060 h 49226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</a:cxnLst>
              <a:rect l="l" t="t" r="r" b="b"/>
              <a:pathLst>
                <a:path w="1227667" h="492260">
                  <a:moveTo>
                    <a:pt x="0" y="85860"/>
                  </a:moveTo>
                  <a:cubicBezTo>
                    <a:pt x="87489" y="88682"/>
                    <a:pt x="178489" y="69628"/>
                    <a:pt x="262467" y="94327"/>
                  </a:cubicBezTo>
                  <a:cubicBezTo>
                    <a:pt x="288153" y="101882"/>
                    <a:pt x="273016" y="148250"/>
                    <a:pt x="287867" y="170527"/>
                  </a:cubicBezTo>
                  <a:cubicBezTo>
                    <a:pt x="311442" y="205890"/>
                    <a:pt x="297605" y="188732"/>
                    <a:pt x="330200" y="221327"/>
                  </a:cubicBezTo>
                  <a:cubicBezTo>
                    <a:pt x="333022" y="229794"/>
                    <a:pt x="334676" y="238745"/>
                    <a:pt x="338667" y="246727"/>
                  </a:cubicBezTo>
                  <a:cubicBezTo>
                    <a:pt x="351562" y="272517"/>
                    <a:pt x="368634" y="285161"/>
                    <a:pt x="389467" y="305994"/>
                  </a:cubicBezTo>
                  <a:lnTo>
                    <a:pt x="414867" y="331394"/>
                  </a:lnTo>
                  <a:cubicBezTo>
                    <a:pt x="417578" y="342238"/>
                    <a:pt x="425729" y="378519"/>
                    <a:pt x="431800" y="390660"/>
                  </a:cubicBezTo>
                  <a:cubicBezTo>
                    <a:pt x="436351" y="399762"/>
                    <a:pt x="443089" y="407593"/>
                    <a:pt x="448734" y="416060"/>
                  </a:cubicBezTo>
                  <a:cubicBezTo>
                    <a:pt x="451556" y="424527"/>
                    <a:pt x="449938" y="436273"/>
                    <a:pt x="457200" y="441460"/>
                  </a:cubicBezTo>
                  <a:cubicBezTo>
                    <a:pt x="471724" y="451835"/>
                    <a:pt x="491067" y="452750"/>
                    <a:pt x="508000" y="458394"/>
                  </a:cubicBezTo>
                  <a:cubicBezTo>
                    <a:pt x="516467" y="461216"/>
                    <a:pt x="524688" y="464924"/>
                    <a:pt x="533400" y="466860"/>
                  </a:cubicBezTo>
                  <a:cubicBezTo>
                    <a:pt x="620959" y="486318"/>
                    <a:pt x="584357" y="477484"/>
                    <a:pt x="643467" y="492260"/>
                  </a:cubicBezTo>
                  <a:cubicBezTo>
                    <a:pt x="680156" y="486616"/>
                    <a:pt x="720780" y="492795"/>
                    <a:pt x="753534" y="475327"/>
                  </a:cubicBezTo>
                  <a:cubicBezTo>
                    <a:pt x="769283" y="466927"/>
                    <a:pt x="766138" y="441843"/>
                    <a:pt x="770467" y="424527"/>
                  </a:cubicBezTo>
                  <a:cubicBezTo>
                    <a:pt x="792201" y="337595"/>
                    <a:pt x="762661" y="445343"/>
                    <a:pt x="795867" y="356794"/>
                  </a:cubicBezTo>
                  <a:cubicBezTo>
                    <a:pt x="799554" y="346962"/>
                    <a:pt x="805981" y="308893"/>
                    <a:pt x="812800" y="297527"/>
                  </a:cubicBezTo>
                  <a:cubicBezTo>
                    <a:pt x="816907" y="290682"/>
                    <a:pt x="824089" y="286238"/>
                    <a:pt x="829734" y="280594"/>
                  </a:cubicBezTo>
                  <a:cubicBezTo>
                    <a:pt x="832556" y="272127"/>
                    <a:pt x="835748" y="263775"/>
                    <a:pt x="838200" y="255194"/>
                  </a:cubicBezTo>
                  <a:cubicBezTo>
                    <a:pt x="844338" y="233710"/>
                    <a:pt x="846433" y="216228"/>
                    <a:pt x="855134" y="195927"/>
                  </a:cubicBezTo>
                  <a:cubicBezTo>
                    <a:pt x="860106" y="184326"/>
                    <a:pt x="867635" y="173878"/>
                    <a:pt x="872067" y="162060"/>
                  </a:cubicBezTo>
                  <a:cubicBezTo>
                    <a:pt x="876153" y="151165"/>
                    <a:pt x="875950" y="138889"/>
                    <a:pt x="880534" y="128194"/>
                  </a:cubicBezTo>
                  <a:cubicBezTo>
                    <a:pt x="883797" y="120581"/>
                    <a:pt x="904470" y="90825"/>
                    <a:pt x="914400" y="85860"/>
                  </a:cubicBezTo>
                  <a:cubicBezTo>
                    <a:pt x="924808" y="80656"/>
                    <a:pt x="937078" y="80591"/>
                    <a:pt x="948267" y="77394"/>
                  </a:cubicBezTo>
                  <a:cubicBezTo>
                    <a:pt x="956848" y="74942"/>
                    <a:pt x="965685" y="72918"/>
                    <a:pt x="973667" y="68927"/>
                  </a:cubicBezTo>
                  <a:cubicBezTo>
                    <a:pt x="982768" y="64376"/>
                    <a:pt x="989768" y="56127"/>
                    <a:pt x="999067" y="51994"/>
                  </a:cubicBezTo>
                  <a:cubicBezTo>
                    <a:pt x="1015378" y="44745"/>
                    <a:pt x="1032934" y="40704"/>
                    <a:pt x="1049867" y="35060"/>
                  </a:cubicBezTo>
                  <a:lnTo>
                    <a:pt x="1075267" y="26594"/>
                  </a:lnTo>
                  <a:cubicBezTo>
                    <a:pt x="1087042" y="18744"/>
                    <a:pt x="1117447" y="-5641"/>
                    <a:pt x="1134534" y="1194"/>
                  </a:cubicBezTo>
                  <a:cubicBezTo>
                    <a:pt x="1142820" y="4509"/>
                    <a:pt x="1136031" y="21019"/>
                    <a:pt x="1143000" y="26594"/>
                  </a:cubicBezTo>
                  <a:cubicBezTo>
                    <a:pt x="1158716" y="39167"/>
                    <a:pt x="1215550" y="35060"/>
                    <a:pt x="1227667" y="35060"/>
                  </a:cubicBezTo>
                </a:path>
              </a:pathLst>
            </a:custGeom>
            <a:noFill/>
            <a:ln w="19050">
              <a:solidFill>
                <a:srgbClr val="00FF99"/>
              </a:solidFill>
            </a:ln>
          </p:spPr>
          <p:txBody>
            <a:bodyPr rtlCol="0" anchor="ctr"/>
            <a:lstStyle/>
            <a:p>
              <a:pPr algn="ctr"/>
              <a:endParaRPr lang="en-GB"/>
            </a:p>
          </p:txBody>
        </p:sp>
      </p:grpSp>
    </p:spTree>
    <p:extLst>
      <p:ext uri="{BB962C8B-B14F-4D97-AF65-F5344CB8AC3E}">
        <p14:creationId xmlns:p14="http://schemas.microsoft.com/office/powerpoint/2010/main" val="2748671503"/>
      </p:ext>
    </p:extLst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314"/>
          <p:cNvGrpSpPr>
            <a:grpSpLocks/>
          </p:cNvGrpSpPr>
          <p:nvPr/>
        </p:nvGrpSpPr>
        <p:grpSpPr bwMode="auto">
          <a:xfrm>
            <a:off x="839788" y="1323975"/>
            <a:ext cx="3046412" cy="2057400"/>
            <a:chOff x="529" y="960"/>
            <a:chExt cx="1919" cy="1296"/>
          </a:xfrm>
        </p:grpSpPr>
        <p:sp>
          <p:nvSpPr>
            <p:cNvPr id="135185" name="Freeform 17"/>
            <p:cNvSpPr>
              <a:spLocks/>
            </p:cNvSpPr>
            <p:nvPr/>
          </p:nvSpPr>
          <p:spPr bwMode="auto">
            <a:xfrm>
              <a:off x="583" y="960"/>
              <a:ext cx="1752" cy="1188"/>
            </a:xfrm>
            <a:custGeom>
              <a:avLst/>
              <a:gdLst/>
              <a:ahLst/>
              <a:cxnLst>
                <a:cxn ang="0">
                  <a:pos x="1" y="1818"/>
                </a:cxn>
                <a:cxn ang="0">
                  <a:pos x="33" y="1799"/>
                </a:cxn>
                <a:cxn ang="0">
                  <a:pos x="197" y="1603"/>
                </a:cxn>
                <a:cxn ang="0">
                  <a:pos x="355" y="1167"/>
                </a:cxn>
                <a:cxn ang="0">
                  <a:pos x="538" y="649"/>
                </a:cxn>
                <a:cxn ang="0">
                  <a:pos x="784" y="220"/>
                </a:cxn>
                <a:cxn ang="0">
                  <a:pos x="1024" y="62"/>
                </a:cxn>
                <a:cxn ang="0">
                  <a:pos x="1277" y="24"/>
                </a:cxn>
                <a:cxn ang="0">
                  <a:pos x="1473" y="43"/>
                </a:cxn>
                <a:cxn ang="0">
                  <a:pos x="1845" y="283"/>
                </a:cxn>
                <a:cxn ang="0">
                  <a:pos x="1965" y="548"/>
                </a:cxn>
                <a:cxn ang="0">
                  <a:pos x="2079" y="921"/>
                </a:cxn>
                <a:cxn ang="0">
                  <a:pos x="2186" y="1243"/>
                </a:cxn>
                <a:cxn ang="0">
                  <a:pos x="2319" y="1534"/>
                </a:cxn>
                <a:cxn ang="0">
                  <a:pos x="2458" y="1786"/>
                </a:cxn>
                <a:cxn ang="0">
                  <a:pos x="2572" y="1862"/>
                </a:cxn>
              </a:cxnLst>
              <a:rect l="0" t="0" r="r" b="b"/>
              <a:pathLst>
                <a:path w="2572" h="1862">
                  <a:moveTo>
                    <a:pt x="1" y="1818"/>
                  </a:moveTo>
                  <a:cubicBezTo>
                    <a:pt x="0" y="1826"/>
                    <a:pt x="0" y="1835"/>
                    <a:pt x="33" y="1799"/>
                  </a:cubicBezTo>
                  <a:cubicBezTo>
                    <a:pt x="66" y="1763"/>
                    <a:pt x="143" y="1708"/>
                    <a:pt x="197" y="1603"/>
                  </a:cubicBezTo>
                  <a:cubicBezTo>
                    <a:pt x="251" y="1498"/>
                    <a:pt x="298" y="1326"/>
                    <a:pt x="355" y="1167"/>
                  </a:cubicBezTo>
                  <a:cubicBezTo>
                    <a:pt x="412" y="1008"/>
                    <a:pt x="467" y="807"/>
                    <a:pt x="538" y="649"/>
                  </a:cubicBezTo>
                  <a:cubicBezTo>
                    <a:pt x="609" y="491"/>
                    <a:pt x="703" y="318"/>
                    <a:pt x="784" y="220"/>
                  </a:cubicBezTo>
                  <a:cubicBezTo>
                    <a:pt x="865" y="122"/>
                    <a:pt x="942" y="95"/>
                    <a:pt x="1024" y="62"/>
                  </a:cubicBezTo>
                  <a:cubicBezTo>
                    <a:pt x="1106" y="29"/>
                    <a:pt x="1202" y="27"/>
                    <a:pt x="1277" y="24"/>
                  </a:cubicBezTo>
                  <a:cubicBezTo>
                    <a:pt x="1352" y="21"/>
                    <a:pt x="1378" y="0"/>
                    <a:pt x="1473" y="43"/>
                  </a:cubicBezTo>
                  <a:cubicBezTo>
                    <a:pt x="1568" y="86"/>
                    <a:pt x="1763" y="199"/>
                    <a:pt x="1845" y="283"/>
                  </a:cubicBezTo>
                  <a:cubicBezTo>
                    <a:pt x="1927" y="367"/>
                    <a:pt x="1926" y="442"/>
                    <a:pt x="1965" y="548"/>
                  </a:cubicBezTo>
                  <a:cubicBezTo>
                    <a:pt x="2004" y="654"/>
                    <a:pt x="2042" y="805"/>
                    <a:pt x="2079" y="921"/>
                  </a:cubicBezTo>
                  <a:cubicBezTo>
                    <a:pt x="2116" y="1037"/>
                    <a:pt x="2146" y="1141"/>
                    <a:pt x="2186" y="1243"/>
                  </a:cubicBezTo>
                  <a:cubicBezTo>
                    <a:pt x="2226" y="1345"/>
                    <a:pt x="2274" y="1444"/>
                    <a:pt x="2319" y="1534"/>
                  </a:cubicBezTo>
                  <a:cubicBezTo>
                    <a:pt x="2364" y="1624"/>
                    <a:pt x="2416" y="1731"/>
                    <a:pt x="2458" y="1786"/>
                  </a:cubicBezTo>
                  <a:cubicBezTo>
                    <a:pt x="2500" y="1841"/>
                    <a:pt x="2549" y="1849"/>
                    <a:pt x="2572" y="1862"/>
                  </a:cubicBezTo>
                </a:path>
              </a:pathLst>
            </a:custGeom>
            <a:noFill/>
            <a:ln w="28575" cap="flat" cmpd="sng">
              <a:solidFill>
                <a:srgbClr val="FF3300"/>
              </a:solidFill>
              <a:prstDash val="solid"/>
              <a:round/>
              <a:headEnd/>
              <a:tailEnd/>
            </a:ln>
            <a:effectLst/>
          </p:spPr>
          <p:txBody>
            <a:bodyPr wrap="none" anchor="ctr"/>
            <a:lstStyle/>
            <a:p>
              <a:endParaRPr lang="en-GB"/>
            </a:p>
          </p:txBody>
        </p:sp>
        <p:sp>
          <p:nvSpPr>
            <p:cNvPr id="135188" name="Freeform 20"/>
            <p:cNvSpPr>
              <a:spLocks/>
            </p:cNvSpPr>
            <p:nvPr/>
          </p:nvSpPr>
          <p:spPr bwMode="auto">
            <a:xfrm flipV="1">
              <a:off x="697" y="1068"/>
              <a:ext cx="1751" cy="1188"/>
            </a:xfrm>
            <a:custGeom>
              <a:avLst/>
              <a:gdLst/>
              <a:ahLst/>
              <a:cxnLst>
                <a:cxn ang="0">
                  <a:pos x="1" y="1818"/>
                </a:cxn>
                <a:cxn ang="0">
                  <a:pos x="33" y="1799"/>
                </a:cxn>
                <a:cxn ang="0">
                  <a:pos x="197" y="1603"/>
                </a:cxn>
                <a:cxn ang="0">
                  <a:pos x="355" y="1167"/>
                </a:cxn>
                <a:cxn ang="0">
                  <a:pos x="538" y="649"/>
                </a:cxn>
                <a:cxn ang="0">
                  <a:pos x="784" y="220"/>
                </a:cxn>
                <a:cxn ang="0">
                  <a:pos x="1024" y="62"/>
                </a:cxn>
                <a:cxn ang="0">
                  <a:pos x="1277" y="24"/>
                </a:cxn>
                <a:cxn ang="0">
                  <a:pos x="1473" y="43"/>
                </a:cxn>
                <a:cxn ang="0">
                  <a:pos x="1845" y="283"/>
                </a:cxn>
                <a:cxn ang="0">
                  <a:pos x="1965" y="548"/>
                </a:cxn>
                <a:cxn ang="0">
                  <a:pos x="2079" y="921"/>
                </a:cxn>
                <a:cxn ang="0">
                  <a:pos x="2186" y="1243"/>
                </a:cxn>
                <a:cxn ang="0">
                  <a:pos x="2319" y="1534"/>
                </a:cxn>
                <a:cxn ang="0">
                  <a:pos x="2458" y="1786"/>
                </a:cxn>
                <a:cxn ang="0">
                  <a:pos x="2572" y="1862"/>
                </a:cxn>
              </a:cxnLst>
              <a:rect l="0" t="0" r="r" b="b"/>
              <a:pathLst>
                <a:path w="2572" h="1862">
                  <a:moveTo>
                    <a:pt x="1" y="1818"/>
                  </a:moveTo>
                  <a:cubicBezTo>
                    <a:pt x="0" y="1826"/>
                    <a:pt x="0" y="1835"/>
                    <a:pt x="33" y="1799"/>
                  </a:cubicBezTo>
                  <a:cubicBezTo>
                    <a:pt x="66" y="1763"/>
                    <a:pt x="143" y="1708"/>
                    <a:pt x="197" y="1603"/>
                  </a:cubicBezTo>
                  <a:cubicBezTo>
                    <a:pt x="251" y="1498"/>
                    <a:pt x="298" y="1326"/>
                    <a:pt x="355" y="1167"/>
                  </a:cubicBezTo>
                  <a:cubicBezTo>
                    <a:pt x="412" y="1008"/>
                    <a:pt x="467" y="807"/>
                    <a:pt x="538" y="649"/>
                  </a:cubicBezTo>
                  <a:cubicBezTo>
                    <a:pt x="609" y="491"/>
                    <a:pt x="703" y="318"/>
                    <a:pt x="784" y="220"/>
                  </a:cubicBezTo>
                  <a:cubicBezTo>
                    <a:pt x="865" y="122"/>
                    <a:pt x="942" y="95"/>
                    <a:pt x="1024" y="62"/>
                  </a:cubicBezTo>
                  <a:cubicBezTo>
                    <a:pt x="1106" y="29"/>
                    <a:pt x="1202" y="27"/>
                    <a:pt x="1277" y="24"/>
                  </a:cubicBezTo>
                  <a:cubicBezTo>
                    <a:pt x="1352" y="21"/>
                    <a:pt x="1378" y="0"/>
                    <a:pt x="1473" y="43"/>
                  </a:cubicBezTo>
                  <a:cubicBezTo>
                    <a:pt x="1568" y="86"/>
                    <a:pt x="1763" y="199"/>
                    <a:pt x="1845" y="283"/>
                  </a:cubicBezTo>
                  <a:cubicBezTo>
                    <a:pt x="1927" y="367"/>
                    <a:pt x="1926" y="442"/>
                    <a:pt x="1965" y="548"/>
                  </a:cubicBezTo>
                  <a:cubicBezTo>
                    <a:pt x="2004" y="654"/>
                    <a:pt x="2042" y="805"/>
                    <a:pt x="2079" y="921"/>
                  </a:cubicBezTo>
                  <a:cubicBezTo>
                    <a:pt x="2116" y="1037"/>
                    <a:pt x="2146" y="1141"/>
                    <a:pt x="2186" y="1243"/>
                  </a:cubicBezTo>
                  <a:cubicBezTo>
                    <a:pt x="2226" y="1345"/>
                    <a:pt x="2274" y="1444"/>
                    <a:pt x="2319" y="1534"/>
                  </a:cubicBezTo>
                  <a:cubicBezTo>
                    <a:pt x="2364" y="1624"/>
                    <a:pt x="2416" y="1731"/>
                    <a:pt x="2458" y="1786"/>
                  </a:cubicBezTo>
                  <a:cubicBezTo>
                    <a:pt x="2500" y="1841"/>
                    <a:pt x="2549" y="1849"/>
                    <a:pt x="2572" y="1862"/>
                  </a:cubicBezTo>
                </a:path>
              </a:pathLst>
            </a:custGeom>
            <a:noFill/>
            <a:ln w="28575" cap="flat" cmpd="sng">
              <a:solidFill>
                <a:srgbClr val="FF3300"/>
              </a:solidFill>
              <a:prstDash val="solid"/>
              <a:round/>
              <a:headEnd/>
              <a:tailEnd/>
            </a:ln>
            <a:effectLst/>
          </p:spPr>
          <p:txBody>
            <a:bodyPr wrap="none" anchor="ctr"/>
            <a:lstStyle/>
            <a:p>
              <a:endParaRPr lang="en-GB"/>
            </a:p>
          </p:txBody>
        </p:sp>
        <p:sp>
          <p:nvSpPr>
            <p:cNvPr id="135189" name="Freeform 21"/>
            <p:cNvSpPr>
              <a:spLocks/>
            </p:cNvSpPr>
            <p:nvPr/>
          </p:nvSpPr>
          <p:spPr bwMode="auto">
            <a:xfrm>
              <a:off x="652" y="1068"/>
              <a:ext cx="1751" cy="1188"/>
            </a:xfrm>
            <a:custGeom>
              <a:avLst/>
              <a:gdLst/>
              <a:ahLst/>
              <a:cxnLst>
                <a:cxn ang="0">
                  <a:pos x="1" y="28"/>
                </a:cxn>
                <a:cxn ang="0">
                  <a:pos x="22" y="40"/>
                </a:cxn>
                <a:cxn ang="0">
                  <a:pos x="134" y="165"/>
                </a:cxn>
                <a:cxn ang="0">
                  <a:pos x="242" y="443"/>
                </a:cxn>
                <a:cxn ang="0">
                  <a:pos x="366" y="774"/>
                </a:cxn>
                <a:cxn ang="0">
                  <a:pos x="534" y="1048"/>
                </a:cxn>
                <a:cxn ang="0">
                  <a:pos x="697" y="1148"/>
                </a:cxn>
                <a:cxn ang="0">
                  <a:pos x="869" y="1173"/>
                </a:cxn>
                <a:cxn ang="0">
                  <a:pos x="1003" y="1161"/>
                </a:cxn>
                <a:cxn ang="0">
                  <a:pos x="1256" y="1007"/>
                </a:cxn>
                <a:cxn ang="0">
                  <a:pos x="1393" y="835"/>
                </a:cxn>
                <a:cxn ang="0">
                  <a:pos x="1400" y="732"/>
                </a:cxn>
                <a:cxn ang="0">
                  <a:pos x="1415" y="600"/>
                </a:cxn>
                <a:cxn ang="0">
                  <a:pos x="1529" y="377"/>
                </a:cxn>
                <a:cxn ang="0">
                  <a:pos x="1579" y="209"/>
                </a:cxn>
                <a:cxn ang="0">
                  <a:pos x="1673" y="48"/>
                </a:cxn>
                <a:cxn ang="0">
                  <a:pos x="1751" y="0"/>
                </a:cxn>
              </a:cxnLst>
              <a:rect l="0" t="0" r="r" b="b"/>
              <a:pathLst>
                <a:path w="1751" h="1188">
                  <a:moveTo>
                    <a:pt x="1" y="28"/>
                  </a:moveTo>
                  <a:cubicBezTo>
                    <a:pt x="0" y="23"/>
                    <a:pt x="0" y="17"/>
                    <a:pt x="22" y="40"/>
                  </a:cubicBezTo>
                  <a:cubicBezTo>
                    <a:pt x="45" y="63"/>
                    <a:pt x="97" y="98"/>
                    <a:pt x="134" y="165"/>
                  </a:cubicBezTo>
                  <a:cubicBezTo>
                    <a:pt x="171" y="232"/>
                    <a:pt x="203" y="342"/>
                    <a:pt x="242" y="443"/>
                  </a:cubicBezTo>
                  <a:cubicBezTo>
                    <a:pt x="280" y="545"/>
                    <a:pt x="318" y="673"/>
                    <a:pt x="366" y="774"/>
                  </a:cubicBezTo>
                  <a:cubicBezTo>
                    <a:pt x="415" y="875"/>
                    <a:pt x="479" y="985"/>
                    <a:pt x="534" y="1048"/>
                  </a:cubicBezTo>
                  <a:cubicBezTo>
                    <a:pt x="589" y="1110"/>
                    <a:pt x="641" y="1127"/>
                    <a:pt x="697" y="1148"/>
                  </a:cubicBezTo>
                  <a:cubicBezTo>
                    <a:pt x="753" y="1169"/>
                    <a:pt x="818" y="1171"/>
                    <a:pt x="869" y="1173"/>
                  </a:cubicBezTo>
                  <a:cubicBezTo>
                    <a:pt x="920" y="1175"/>
                    <a:pt x="938" y="1188"/>
                    <a:pt x="1003" y="1161"/>
                  </a:cubicBezTo>
                  <a:cubicBezTo>
                    <a:pt x="1067" y="1133"/>
                    <a:pt x="1191" y="1061"/>
                    <a:pt x="1256" y="1007"/>
                  </a:cubicBezTo>
                  <a:cubicBezTo>
                    <a:pt x="1321" y="953"/>
                    <a:pt x="1369" y="881"/>
                    <a:pt x="1393" y="835"/>
                  </a:cubicBezTo>
                  <a:cubicBezTo>
                    <a:pt x="1417" y="789"/>
                    <a:pt x="1396" y="771"/>
                    <a:pt x="1400" y="732"/>
                  </a:cubicBezTo>
                  <a:cubicBezTo>
                    <a:pt x="1404" y="693"/>
                    <a:pt x="1394" y="659"/>
                    <a:pt x="1415" y="600"/>
                  </a:cubicBezTo>
                  <a:cubicBezTo>
                    <a:pt x="1436" y="541"/>
                    <a:pt x="1502" y="442"/>
                    <a:pt x="1529" y="377"/>
                  </a:cubicBezTo>
                  <a:cubicBezTo>
                    <a:pt x="1556" y="312"/>
                    <a:pt x="1555" y="264"/>
                    <a:pt x="1579" y="209"/>
                  </a:cubicBezTo>
                  <a:cubicBezTo>
                    <a:pt x="1603" y="154"/>
                    <a:pt x="1645" y="84"/>
                    <a:pt x="1673" y="48"/>
                  </a:cubicBezTo>
                  <a:cubicBezTo>
                    <a:pt x="1702" y="13"/>
                    <a:pt x="1735" y="8"/>
                    <a:pt x="1751" y="0"/>
                  </a:cubicBezTo>
                </a:path>
              </a:pathLst>
            </a:custGeom>
            <a:noFill/>
            <a:ln w="28575" cap="flat" cmpd="sng">
              <a:solidFill>
                <a:srgbClr val="FF3300"/>
              </a:solidFill>
              <a:prstDash val="solid"/>
              <a:round/>
              <a:headEnd/>
              <a:tailEnd/>
            </a:ln>
            <a:effectLst/>
          </p:spPr>
          <p:txBody>
            <a:bodyPr wrap="none" anchor="ctr"/>
            <a:lstStyle/>
            <a:p>
              <a:endParaRPr lang="en-GB"/>
            </a:p>
          </p:txBody>
        </p:sp>
        <p:sp>
          <p:nvSpPr>
            <p:cNvPr id="135192" name="Freeform 24"/>
            <p:cNvSpPr>
              <a:spLocks/>
            </p:cNvSpPr>
            <p:nvPr/>
          </p:nvSpPr>
          <p:spPr bwMode="auto">
            <a:xfrm>
              <a:off x="668" y="976"/>
              <a:ext cx="1755" cy="1243"/>
            </a:xfrm>
            <a:custGeom>
              <a:avLst/>
              <a:gdLst/>
              <a:ahLst/>
              <a:cxnLst>
                <a:cxn ang="0">
                  <a:pos x="0" y="1823"/>
                </a:cxn>
                <a:cxn ang="0">
                  <a:pos x="259" y="1930"/>
                </a:cxn>
                <a:cxn ang="0">
                  <a:pos x="543" y="1936"/>
                </a:cxn>
                <a:cxn ang="0">
                  <a:pos x="682" y="1892"/>
                </a:cxn>
                <a:cxn ang="0">
                  <a:pos x="846" y="1760"/>
                </a:cxn>
                <a:cxn ang="0">
                  <a:pos x="1029" y="1551"/>
                </a:cxn>
                <a:cxn ang="0">
                  <a:pos x="1257" y="964"/>
                </a:cxn>
                <a:cxn ang="0">
                  <a:pos x="1503" y="332"/>
                </a:cxn>
                <a:cxn ang="0">
                  <a:pos x="1762" y="111"/>
                </a:cxn>
                <a:cxn ang="0">
                  <a:pos x="2052" y="16"/>
                </a:cxn>
                <a:cxn ang="0">
                  <a:pos x="2318" y="16"/>
                </a:cxn>
                <a:cxn ang="0">
                  <a:pos x="2450" y="73"/>
                </a:cxn>
                <a:cxn ang="0">
                  <a:pos x="2577" y="193"/>
                </a:cxn>
              </a:cxnLst>
              <a:rect l="0" t="0" r="r" b="b"/>
              <a:pathLst>
                <a:path w="2577" h="1949">
                  <a:moveTo>
                    <a:pt x="0" y="1823"/>
                  </a:moveTo>
                  <a:cubicBezTo>
                    <a:pt x="84" y="1867"/>
                    <a:pt x="168" y="1911"/>
                    <a:pt x="259" y="1930"/>
                  </a:cubicBezTo>
                  <a:cubicBezTo>
                    <a:pt x="350" y="1949"/>
                    <a:pt x="473" y="1942"/>
                    <a:pt x="543" y="1936"/>
                  </a:cubicBezTo>
                  <a:cubicBezTo>
                    <a:pt x="613" y="1930"/>
                    <a:pt x="632" y="1921"/>
                    <a:pt x="682" y="1892"/>
                  </a:cubicBezTo>
                  <a:cubicBezTo>
                    <a:pt x="732" y="1863"/>
                    <a:pt x="788" y="1817"/>
                    <a:pt x="846" y="1760"/>
                  </a:cubicBezTo>
                  <a:cubicBezTo>
                    <a:pt x="904" y="1703"/>
                    <a:pt x="961" y="1684"/>
                    <a:pt x="1029" y="1551"/>
                  </a:cubicBezTo>
                  <a:cubicBezTo>
                    <a:pt x="1097" y="1418"/>
                    <a:pt x="1178" y="1167"/>
                    <a:pt x="1257" y="964"/>
                  </a:cubicBezTo>
                  <a:cubicBezTo>
                    <a:pt x="1336" y="761"/>
                    <a:pt x="1419" y="474"/>
                    <a:pt x="1503" y="332"/>
                  </a:cubicBezTo>
                  <a:cubicBezTo>
                    <a:pt x="1587" y="190"/>
                    <a:pt x="1671" y="164"/>
                    <a:pt x="1762" y="111"/>
                  </a:cubicBezTo>
                  <a:cubicBezTo>
                    <a:pt x="1853" y="58"/>
                    <a:pt x="1959" y="32"/>
                    <a:pt x="2052" y="16"/>
                  </a:cubicBezTo>
                  <a:cubicBezTo>
                    <a:pt x="2145" y="0"/>
                    <a:pt x="2252" y="7"/>
                    <a:pt x="2318" y="16"/>
                  </a:cubicBezTo>
                  <a:cubicBezTo>
                    <a:pt x="2384" y="25"/>
                    <a:pt x="2407" y="44"/>
                    <a:pt x="2450" y="73"/>
                  </a:cubicBezTo>
                  <a:cubicBezTo>
                    <a:pt x="2493" y="102"/>
                    <a:pt x="2535" y="147"/>
                    <a:pt x="2577" y="193"/>
                  </a:cubicBezTo>
                </a:path>
              </a:pathLst>
            </a:custGeom>
            <a:noFill/>
            <a:ln w="28575" cap="flat" cmpd="sng">
              <a:solidFill>
                <a:srgbClr val="FF3300"/>
              </a:solidFill>
              <a:prstDash val="solid"/>
              <a:round/>
              <a:headEnd/>
              <a:tailEnd/>
            </a:ln>
            <a:effectLst/>
          </p:spPr>
          <p:txBody>
            <a:bodyPr wrap="none" anchor="ctr"/>
            <a:lstStyle/>
            <a:p>
              <a:endParaRPr lang="en-GB"/>
            </a:p>
          </p:txBody>
        </p:sp>
        <p:sp>
          <p:nvSpPr>
            <p:cNvPr id="135196" name="Freeform 28"/>
            <p:cNvSpPr>
              <a:spLocks/>
            </p:cNvSpPr>
            <p:nvPr/>
          </p:nvSpPr>
          <p:spPr bwMode="auto">
            <a:xfrm flipH="1">
              <a:off x="583" y="960"/>
              <a:ext cx="1755" cy="1243"/>
            </a:xfrm>
            <a:custGeom>
              <a:avLst/>
              <a:gdLst/>
              <a:ahLst/>
              <a:cxnLst>
                <a:cxn ang="0">
                  <a:pos x="0" y="1823"/>
                </a:cxn>
                <a:cxn ang="0">
                  <a:pos x="259" y="1930"/>
                </a:cxn>
                <a:cxn ang="0">
                  <a:pos x="543" y="1936"/>
                </a:cxn>
                <a:cxn ang="0">
                  <a:pos x="682" y="1892"/>
                </a:cxn>
                <a:cxn ang="0">
                  <a:pos x="846" y="1760"/>
                </a:cxn>
                <a:cxn ang="0">
                  <a:pos x="1029" y="1551"/>
                </a:cxn>
                <a:cxn ang="0">
                  <a:pos x="1257" y="964"/>
                </a:cxn>
                <a:cxn ang="0">
                  <a:pos x="1503" y="332"/>
                </a:cxn>
                <a:cxn ang="0">
                  <a:pos x="1762" y="111"/>
                </a:cxn>
                <a:cxn ang="0">
                  <a:pos x="2052" y="16"/>
                </a:cxn>
                <a:cxn ang="0">
                  <a:pos x="2318" y="16"/>
                </a:cxn>
                <a:cxn ang="0">
                  <a:pos x="2450" y="73"/>
                </a:cxn>
                <a:cxn ang="0">
                  <a:pos x="2577" y="193"/>
                </a:cxn>
              </a:cxnLst>
              <a:rect l="0" t="0" r="r" b="b"/>
              <a:pathLst>
                <a:path w="2577" h="1949">
                  <a:moveTo>
                    <a:pt x="0" y="1823"/>
                  </a:moveTo>
                  <a:cubicBezTo>
                    <a:pt x="84" y="1867"/>
                    <a:pt x="168" y="1911"/>
                    <a:pt x="259" y="1930"/>
                  </a:cubicBezTo>
                  <a:cubicBezTo>
                    <a:pt x="350" y="1949"/>
                    <a:pt x="473" y="1942"/>
                    <a:pt x="543" y="1936"/>
                  </a:cubicBezTo>
                  <a:cubicBezTo>
                    <a:pt x="613" y="1930"/>
                    <a:pt x="632" y="1921"/>
                    <a:pt x="682" y="1892"/>
                  </a:cubicBezTo>
                  <a:cubicBezTo>
                    <a:pt x="732" y="1863"/>
                    <a:pt x="788" y="1817"/>
                    <a:pt x="846" y="1760"/>
                  </a:cubicBezTo>
                  <a:cubicBezTo>
                    <a:pt x="904" y="1703"/>
                    <a:pt x="961" y="1684"/>
                    <a:pt x="1029" y="1551"/>
                  </a:cubicBezTo>
                  <a:cubicBezTo>
                    <a:pt x="1097" y="1418"/>
                    <a:pt x="1178" y="1167"/>
                    <a:pt x="1257" y="964"/>
                  </a:cubicBezTo>
                  <a:cubicBezTo>
                    <a:pt x="1336" y="761"/>
                    <a:pt x="1419" y="474"/>
                    <a:pt x="1503" y="332"/>
                  </a:cubicBezTo>
                  <a:cubicBezTo>
                    <a:pt x="1587" y="190"/>
                    <a:pt x="1671" y="164"/>
                    <a:pt x="1762" y="111"/>
                  </a:cubicBezTo>
                  <a:cubicBezTo>
                    <a:pt x="1853" y="58"/>
                    <a:pt x="1959" y="32"/>
                    <a:pt x="2052" y="16"/>
                  </a:cubicBezTo>
                  <a:cubicBezTo>
                    <a:pt x="2145" y="0"/>
                    <a:pt x="2252" y="7"/>
                    <a:pt x="2318" y="16"/>
                  </a:cubicBezTo>
                  <a:cubicBezTo>
                    <a:pt x="2384" y="25"/>
                    <a:pt x="2407" y="44"/>
                    <a:pt x="2450" y="73"/>
                  </a:cubicBezTo>
                  <a:cubicBezTo>
                    <a:pt x="2493" y="102"/>
                    <a:pt x="2535" y="147"/>
                    <a:pt x="2577" y="193"/>
                  </a:cubicBezTo>
                </a:path>
              </a:pathLst>
            </a:custGeom>
            <a:noFill/>
            <a:ln w="28575" cap="flat" cmpd="sng">
              <a:solidFill>
                <a:srgbClr val="FF3300"/>
              </a:solidFill>
              <a:prstDash val="solid"/>
              <a:round/>
              <a:headEnd/>
              <a:tailEnd/>
            </a:ln>
            <a:effectLst/>
          </p:spPr>
          <p:txBody>
            <a:bodyPr wrap="none" anchor="ctr"/>
            <a:lstStyle/>
            <a:p>
              <a:endParaRPr lang="en-GB"/>
            </a:p>
          </p:txBody>
        </p:sp>
        <p:sp>
          <p:nvSpPr>
            <p:cNvPr id="135198" name="Freeform 30"/>
            <p:cNvSpPr>
              <a:spLocks/>
            </p:cNvSpPr>
            <p:nvPr/>
          </p:nvSpPr>
          <p:spPr bwMode="auto">
            <a:xfrm flipH="1">
              <a:off x="557" y="962"/>
              <a:ext cx="1755" cy="1243"/>
            </a:xfrm>
            <a:custGeom>
              <a:avLst/>
              <a:gdLst/>
              <a:ahLst/>
              <a:cxnLst>
                <a:cxn ang="0">
                  <a:pos x="0" y="1823"/>
                </a:cxn>
                <a:cxn ang="0">
                  <a:pos x="259" y="1930"/>
                </a:cxn>
                <a:cxn ang="0">
                  <a:pos x="543" y="1936"/>
                </a:cxn>
                <a:cxn ang="0">
                  <a:pos x="682" y="1892"/>
                </a:cxn>
                <a:cxn ang="0">
                  <a:pos x="846" y="1760"/>
                </a:cxn>
                <a:cxn ang="0">
                  <a:pos x="1029" y="1551"/>
                </a:cxn>
                <a:cxn ang="0">
                  <a:pos x="1257" y="964"/>
                </a:cxn>
                <a:cxn ang="0">
                  <a:pos x="1503" y="332"/>
                </a:cxn>
                <a:cxn ang="0">
                  <a:pos x="1762" y="111"/>
                </a:cxn>
                <a:cxn ang="0">
                  <a:pos x="2052" y="16"/>
                </a:cxn>
                <a:cxn ang="0">
                  <a:pos x="2318" y="16"/>
                </a:cxn>
                <a:cxn ang="0">
                  <a:pos x="2450" y="73"/>
                </a:cxn>
                <a:cxn ang="0">
                  <a:pos x="2577" y="193"/>
                </a:cxn>
              </a:cxnLst>
              <a:rect l="0" t="0" r="r" b="b"/>
              <a:pathLst>
                <a:path w="2577" h="1949">
                  <a:moveTo>
                    <a:pt x="0" y="1823"/>
                  </a:moveTo>
                  <a:cubicBezTo>
                    <a:pt x="84" y="1867"/>
                    <a:pt x="168" y="1911"/>
                    <a:pt x="259" y="1930"/>
                  </a:cubicBezTo>
                  <a:cubicBezTo>
                    <a:pt x="350" y="1949"/>
                    <a:pt x="473" y="1942"/>
                    <a:pt x="543" y="1936"/>
                  </a:cubicBezTo>
                  <a:cubicBezTo>
                    <a:pt x="613" y="1930"/>
                    <a:pt x="632" y="1921"/>
                    <a:pt x="682" y="1892"/>
                  </a:cubicBezTo>
                  <a:cubicBezTo>
                    <a:pt x="732" y="1863"/>
                    <a:pt x="788" y="1817"/>
                    <a:pt x="846" y="1760"/>
                  </a:cubicBezTo>
                  <a:cubicBezTo>
                    <a:pt x="904" y="1703"/>
                    <a:pt x="961" y="1684"/>
                    <a:pt x="1029" y="1551"/>
                  </a:cubicBezTo>
                  <a:cubicBezTo>
                    <a:pt x="1097" y="1418"/>
                    <a:pt x="1178" y="1167"/>
                    <a:pt x="1257" y="964"/>
                  </a:cubicBezTo>
                  <a:cubicBezTo>
                    <a:pt x="1336" y="761"/>
                    <a:pt x="1419" y="474"/>
                    <a:pt x="1503" y="332"/>
                  </a:cubicBezTo>
                  <a:cubicBezTo>
                    <a:pt x="1587" y="190"/>
                    <a:pt x="1671" y="164"/>
                    <a:pt x="1762" y="111"/>
                  </a:cubicBezTo>
                  <a:cubicBezTo>
                    <a:pt x="1853" y="58"/>
                    <a:pt x="1959" y="32"/>
                    <a:pt x="2052" y="16"/>
                  </a:cubicBezTo>
                  <a:cubicBezTo>
                    <a:pt x="2145" y="0"/>
                    <a:pt x="2252" y="7"/>
                    <a:pt x="2318" y="16"/>
                  </a:cubicBezTo>
                  <a:cubicBezTo>
                    <a:pt x="2384" y="25"/>
                    <a:pt x="2407" y="44"/>
                    <a:pt x="2450" y="73"/>
                  </a:cubicBezTo>
                  <a:cubicBezTo>
                    <a:pt x="2493" y="102"/>
                    <a:pt x="2535" y="147"/>
                    <a:pt x="2577" y="193"/>
                  </a:cubicBezTo>
                </a:path>
              </a:pathLst>
            </a:custGeom>
            <a:noFill/>
            <a:ln w="28575" cap="flat" cmpd="sng">
              <a:solidFill>
                <a:srgbClr val="FF3300"/>
              </a:solidFill>
              <a:prstDash val="solid"/>
              <a:round/>
              <a:headEnd/>
              <a:tailEnd/>
            </a:ln>
            <a:effectLst/>
          </p:spPr>
          <p:txBody>
            <a:bodyPr wrap="none" anchor="ctr"/>
            <a:lstStyle/>
            <a:p>
              <a:endParaRPr lang="en-GB"/>
            </a:p>
          </p:txBody>
        </p:sp>
        <p:sp>
          <p:nvSpPr>
            <p:cNvPr id="135219" name="Freeform 51"/>
            <p:cNvSpPr>
              <a:spLocks/>
            </p:cNvSpPr>
            <p:nvPr/>
          </p:nvSpPr>
          <p:spPr bwMode="auto">
            <a:xfrm>
              <a:off x="529" y="970"/>
              <a:ext cx="1755" cy="1243"/>
            </a:xfrm>
            <a:custGeom>
              <a:avLst/>
              <a:gdLst/>
              <a:ahLst/>
              <a:cxnLst>
                <a:cxn ang="0">
                  <a:pos x="1755" y="1163"/>
                </a:cxn>
                <a:cxn ang="0">
                  <a:pos x="1579" y="1231"/>
                </a:cxn>
                <a:cxn ang="0">
                  <a:pos x="1385" y="1235"/>
                </a:cxn>
                <a:cxn ang="0">
                  <a:pos x="1291" y="1207"/>
                </a:cxn>
                <a:cxn ang="0">
                  <a:pos x="1179" y="1122"/>
                </a:cxn>
                <a:cxn ang="0">
                  <a:pos x="1054" y="989"/>
                </a:cxn>
                <a:cxn ang="0">
                  <a:pos x="897" y="533"/>
                </a:cxn>
                <a:cxn ang="0">
                  <a:pos x="731" y="212"/>
                </a:cxn>
                <a:cxn ang="0">
                  <a:pos x="555" y="71"/>
                </a:cxn>
                <a:cxn ang="0">
                  <a:pos x="358" y="10"/>
                </a:cxn>
                <a:cxn ang="0">
                  <a:pos x="176" y="10"/>
                </a:cxn>
                <a:cxn ang="0">
                  <a:pos x="86" y="47"/>
                </a:cxn>
                <a:cxn ang="0">
                  <a:pos x="0" y="123"/>
                </a:cxn>
              </a:cxnLst>
              <a:rect l="0" t="0" r="r" b="b"/>
              <a:pathLst>
                <a:path w="1755" h="1243">
                  <a:moveTo>
                    <a:pt x="1755" y="1163"/>
                  </a:moveTo>
                  <a:cubicBezTo>
                    <a:pt x="1698" y="1191"/>
                    <a:pt x="1641" y="1219"/>
                    <a:pt x="1579" y="1231"/>
                  </a:cubicBezTo>
                  <a:cubicBezTo>
                    <a:pt x="1517" y="1243"/>
                    <a:pt x="1433" y="1239"/>
                    <a:pt x="1385" y="1235"/>
                  </a:cubicBezTo>
                  <a:cubicBezTo>
                    <a:pt x="1338" y="1231"/>
                    <a:pt x="1325" y="1225"/>
                    <a:pt x="1291" y="1207"/>
                  </a:cubicBezTo>
                  <a:cubicBezTo>
                    <a:pt x="1256" y="1188"/>
                    <a:pt x="1218" y="1159"/>
                    <a:pt x="1179" y="1122"/>
                  </a:cubicBezTo>
                  <a:cubicBezTo>
                    <a:pt x="1139" y="1086"/>
                    <a:pt x="1101" y="1087"/>
                    <a:pt x="1054" y="989"/>
                  </a:cubicBezTo>
                  <a:cubicBezTo>
                    <a:pt x="1007" y="891"/>
                    <a:pt x="951" y="662"/>
                    <a:pt x="897" y="533"/>
                  </a:cubicBezTo>
                  <a:cubicBezTo>
                    <a:pt x="843" y="404"/>
                    <a:pt x="788" y="289"/>
                    <a:pt x="731" y="212"/>
                  </a:cubicBezTo>
                  <a:cubicBezTo>
                    <a:pt x="674" y="135"/>
                    <a:pt x="617" y="105"/>
                    <a:pt x="555" y="71"/>
                  </a:cubicBezTo>
                  <a:cubicBezTo>
                    <a:pt x="493" y="37"/>
                    <a:pt x="421" y="20"/>
                    <a:pt x="358" y="10"/>
                  </a:cubicBezTo>
                  <a:cubicBezTo>
                    <a:pt x="294" y="0"/>
                    <a:pt x="221" y="4"/>
                    <a:pt x="176" y="10"/>
                  </a:cubicBezTo>
                  <a:cubicBezTo>
                    <a:pt x="131" y="16"/>
                    <a:pt x="116" y="28"/>
                    <a:pt x="86" y="47"/>
                  </a:cubicBezTo>
                  <a:cubicBezTo>
                    <a:pt x="57" y="65"/>
                    <a:pt x="29" y="94"/>
                    <a:pt x="0" y="123"/>
                  </a:cubicBezTo>
                </a:path>
              </a:pathLst>
            </a:custGeom>
            <a:noFill/>
            <a:ln w="28575" cap="flat" cmpd="sng">
              <a:solidFill>
                <a:srgbClr val="FF3300"/>
              </a:solidFill>
              <a:prstDash val="solid"/>
              <a:round/>
              <a:headEnd/>
              <a:tailEnd/>
            </a:ln>
            <a:effectLst/>
          </p:spPr>
          <p:txBody>
            <a:bodyPr wrap="none" anchor="ctr"/>
            <a:lstStyle/>
            <a:p>
              <a:endParaRPr lang="en-GB"/>
            </a:p>
          </p:txBody>
        </p:sp>
        <p:sp>
          <p:nvSpPr>
            <p:cNvPr id="135229" name="Freeform 61"/>
            <p:cNvSpPr>
              <a:spLocks/>
            </p:cNvSpPr>
            <p:nvPr/>
          </p:nvSpPr>
          <p:spPr bwMode="auto">
            <a:xfrm>
              <a:off x="583" y="960"/>
              <a:ext cx="1752" cy="1188"/>
            </a:xfrm>
            <a:custGeom>
              <a:avLst/>
              <a:gdLst/>
              <a:ahLst/>
              <a:cxnLst>
                <a:cxn ang="0">
                  <a:pos x="1" y="1818"/>
                </a:cxn>
                <a:cxn ang="0">
                  <a:pos x="33" y="1799"/>
                </a:cxn>
                <a:cxn ang="0">
                  <a:pos x="197" y="1603"/>
                </a:cxn>
                <a:cxn ang="0">
                  <a:pos x="405" y="1167"/>
                </a:cxn>
                <a:cxn ang="0">
                  <a:pos x="576" y="617"/>
                </a:cxn>
                <a:cxn ang="0">
                  <a:pos x="784" y="220"/>
                </a:cxn>
                <a:cxn ang="0">
                  <a:pos x="1024" y="62"/>
                </a:cxn>
                <a:cxn ang="0">
                  <a:pos x="1277" y="24"/>
                </a:cxn>
                <a:cxn ang="0">
                  <a:pos x="1473" y="43"/>
                </a:cxn>
                <a:cxn ang="0">
                  <a:pos x="1845" y="283"/>
                </a:cxn>
                <a:cxn ang="0">
                  <a:pos x="1965" y="548"/>
                </a:cxn>
                <a:cxn ang="0">
                  <a:pos x="2079" y="921"/>
                </a:cxn>
                <a:cxn ang="0">
                  <a:pos x="2186" y="1243"/>
                </a:cxn>
                <a:cxn ang="0">
                  <a:pos x="2319" y="1534"/>
                </a:cxn>
                <a:cxn ang="0">
                  <a:pos x="2458" y="1786"/>
                </a:cxn>
                <a:cxn ang="0">
                  <a:pos x="2572" y="1862"/>
                </a:cxn>
              </a:cxnLst>
              <a:rect l="0" t="0" r="r" b="b"/>
              <a:pathLst>
                <a:path w="2572" h="1862">
                  <a:moveTo>
                    <a:pt x="1" y="1818"/>
                  </a:moveTo>
                  <a:cubicBezTo>
                    <a:pt x="0" y="1826"/>
                    <a:pt x="0" y="1835"/>
                    <a:pt x="33" y="1799"/>
                  </a:cubicBezTo>
                  <a:cubicBezTo>
                    <a:pt x="66" y="1763"/>
                    <a:pt x="135" y="1708"/>
                    <a:pt x="197" y="1603"/>
                  </a:cubicBezTo>
                  <a:cubicBezTo>
                    <a:pt x="259" y="1498"/>
                    <a:pt x="342" y="1331"/>
                    <a:pt x="405" y="1167"/>
                  </a:cubicBezTo>
                  <a:cubicBezTo>
                    <a:pt x="468" y="1003"/>
                    <a:pt x="513" y="775"/>
                    <a:pt x="576" y="617"/>
                  </a:cubicBezTo>
                  <a:cubicBezTo>
                    <a:pt x="639" y="459"/>
                    <a:pt x="709" y="312"/>
                    <a:pt x="784" y="220"/>
                  </a:cubicBezTo>
                  <a:cubicBezTo>
                    <a:pt x="859" y="128"/>
                    <a:pt x="942" y="95"/>
                    <a:pt x="1024" y="62"/>
                  </a:cubicBezTo>
                  <a:cubicBezTo>
                    <a:pt x="1106" y="29"/>
                    <a:pt x="1202" y="27"/>
                    <a:pt x="1277" y="24"/>
                  </a:cubicBezTo>
                  <a:cubicBezTo>
                    <a:pt x="1352" y="21"/>
                    <a:pt x="1378" y="0"/>
                    <a:pt x="1473" y="43"/>
                  </a:cubicBezTo>
                  <a:cubicBezTo>
                    <a:pt x="1568" y="86"/>
                    <a:pt x="1763" y="199"/>
                    <a:pt x="1845" y="283"/>
                  </a:cubicBezTo>
                  <a:cubicBezTo>
                    <a:pt x="1927" y="367"/>
                    <a:pt x="1926" y="442"/>
                    <a:pt x="1965" y="548"/>
                  </a:cubicBezTo>
                  <a:cubicBezTo>
                    <a:pt x="2004" y="654"/>
                    <a:pt x="2042" y="805"/>
                    <a:pt x="2079" y="921"/>
                  </a:cubicBezTo>
                  <a:cubicBezTo>
                    <a:pt x="2116" y="1037"/>
                    <a:pt x="2146" y="1141"/>
                    <a:pt x="2186" y="1243"/>
                  </a:cubicBezTo>
                  <a:cubicBezTo>
                    <a:pt x="2226" y="1345"/>
                    <a:pt x="2274" y="1444"/>
                    <a:pt x="2319" y="1534"/>
                  </a:cubicBezTo>
                  <a:cubicBezTo>
                    <a:pt x="2364" y="1624"/>
                    <a:pt x="2416" y="1731"/>
                    <a:pt x="2458" y="1786"/>
                  </a:cubicBezTo>
                  <a:cubicBezTo>
                    <a:pt x="2500" y="1841"/>
                    <a:pt x="2549" y="1849"/>
                    <a:pt x="2572" y="1862"/>
                  </a:cubicBezTo>
                </a:path>
              </a:pathLst>
            </a:custGeom>
            <a:noFill/>
            <a:ln w="28575" cap="flat" cmpd="sng">
              <a:solidFill>
                <a:srgbClr val="FF3300"/>
              </a:solidFill>
              <a:prstDash val="solid"/>
              <a:round/>
              <a:headEnd/>
              <a:tailEnd/>
            </a:ln>
            <a:effectLst/>
          </p:spPr>
          <p:txBody>
            <a:bodyPr wrap="none" anchor="ctr"/>
            <a:lstStyle/>
            <a:p>
              <a:endParaRPr lang="en-GB"/>
            </a:p>
          </p:txBody>
        </p:sp>
        <p:sp>
          <p:nvSpPr>
            <p:cNvPr id="135235" name="Freeform 67"/>
            <p:cNvSpPr>
              <a:spLocks/>
            </p:cNvSpPr>
            <p:nvPr/>
          </p:nvSpPr>
          <p:spPr bwMode="auto">
            <a:xfrm>
              <a:off x="640" y="960"/>
              <a:ext cx="1755" cy="1243"/>
            </a:xfrm>
            <a:custGeom>
              <a:avLst/>
              <a:gdLst/>
              <a:ahLst/>
              <a:cxnLst>
                <a:cxn ang="0">
                  <a:pos x="0" y="1823"/>
                </a:cxn>
                <a:cxn ang="0">
                  <a:pos x="259" y="1930"/>
                </a:cxn>
                <a:cxn ang="0">
                  <a:pos x="543" y="1936"/>
                </a:cxn>
                <a:cxn ang="0">
                  <a:pos x="682" y="1892"/>
                </a:cxn>
                <a:cxn ang="0">
                  <a:pos x="846" y="1760"/>
                </a:cxn>
                <a:cxn ang="0">
                  <a:pos x="1029" y="1551"/>
                </a:cxn>
                <a:cxn ang="0">
                  <a:pos x="1257" y="964"/>
                </a:cxn>
                <a:cxn ang="0">
                  <a:pos x="1503" y="332"/>
                </a:cxn>
                <a:cxn ang="0">
                  <a:pos x="1762" y="111"/>
                </a:cxn>
                <a:cxn ang="0">
                  <a:pos x="2052" y="16"/>
                </a:cxn>
                <a:cxn ang="0">
                  <a:pos x="2318" y="16"/>
                </a:cxn>
                <a:cxn ang="0">
                  <a:pos x="2450" y="73"/>
                </a:cxn>
                <a:cxn ang="0">
                  <a:pos x="2577" y="193"/>
                </a:cxn>
              </a:cxnLst>
              <a:rect l="0" t="0" r="r" b="b"/>
              <a:pathLst>
                <a:path w="2577" h="1949">
                  <a:moveTo>
                    <a:pt x="0" y="1823"/>
                  </a:moveTo>
                  <a:cubicBezTo>
                    <a:pt x="84" y="1867"/>
                    <a:pt x="168" y="1911"/>
                    <a:pt x="259" y="1930"/>
                  </a:cubicBezTo>
                  <a:cubicBezTo>
                    <a:pt x="350" y="1949"/>
                    <a:pt x="473" y="1942"/>
                    <a:pt x="543" y="1936"/>
                  </a:cubicBezTo>
                  <a:cubicBezTo>
                    <a:pt x="613" y="1930"/>
                    <a:pt x="632" y="1921"/>
                    <a:pt x="682" y="1892"/>
                  </a:cubicBezTo>
                  <a:cubicBezTo>
                    <a:pt x="732" y="1863"/>
                    <a:pt x="788" y="1817"/>
                    <a:pt x="846" y="1760"/>
                  </a:cubicBezTo>
                  <a:cubicBezTo>
                    <a:pt x="904" y="1703"/>
                    <a:pt x="961" y="1684"/>
                    <a:pt x="1029" y="1551"/>
                  </a:cubicBezTo>
                  <a:cubicBezTo>
                    <a:pt x="1097" y="1418"/>
                    <a:pt x="1178" y="1167"/>
                    <a:pt x="1257" y="964"/>
                  </a:cubicBezTo>
                  <a:cubicBezTo>
                    <a:pt x="1336" y="761"/>
                    <a:pt x="1419" y="474"/>
                    <a:pt x="1503" y="332"/>
                  </a:cubicBezTo>
                  <a:cubicBezTo>
                    <a:pt x="1587" y="190"/>
                    <a:pt x="1671" y="164"/>
                    <a:pt x="1762" y="111"/>
                  </a:cubicBezTo>
                  <a:cubicBezTo>
                    <a:pt x="1853" y="58"/>
                    <a:pt x="1959" y="32"/>
                    <a:pt x="2052" y="16"/>
                  </a:cubicBezTo>
                  <a:cubicBezTo>
                    <a:pt x="2145" y="0"/>
                    <a:pt x="2252" y="7"/>
                    <a:pt x="2318" y="16"/>
                  </a:cubicBezTo>
                  <a:cubicBezTo>
                    <a:pt x="2384" y="25"/>
                    <a:pt x="2407" y="44"/>
                    <a:pt x="2450" y="73"/>
                  </a:cubicBezTo>
                  <a:cubicBezTo>
                    <a:pt x="2493" y="102"/>
                    <a:pt x="2535" y="147"/>
                    <a:pt x="2577" y="193"/>
                  </a:cubicBezTo>
                </a:path>
              </a:pathLst>
            </a:custGeom>
            <a:noFill/>
            <a:ln w="28575" cap="flat" cmpd="sng">
              <a:solidFill>
                <a:srgbClr val="FF3300"/>
              </a:solidFill>
              <a:prstDash val="solid"/>
              <a:round/>
              <a:headEnd/>
              <a:tailEnd/>
            </a:ln>
            <a:effectLst/>
          </p:spPr>
          <p:txBody>
            <a:bodyPr wrap="none" anchor="ctr"/>
            <a:lstStyle/>
            <a:p>
              <a:endParaRPr lang="en-GB"/>
            </a:p>
          </p:txBody>
        </p:sp>
      </p:grpSp>
      <p:grpSp>
        <p:nvGrpSpPr>
          <p:cNvPr id="3" name="Group 110"/>
          <p:cNvGrpSpPr>
            <a:grpSpLocks/>
          </p:cNvGrpSpPr>
          <p:nvPr/>
        </p:nvGrpSpPr>
        <p:grpSpPr bwMode="auto">
          <a:xfrm>
            <a:off x="5562600" y="1524000"/>
            <a:ext cx="3124200" cy="2057400"/>
            <a:chOff x="3240" y="1186"/>
            <a:chExt cx="1797" cy="1166"/>
          </a:xfrm>
        </p:grpSpPr>
        <p:sp>
          <p:nvSpPr>
            <p:cNvPr id="135242" name="Freeform 74"/>
            <p:cNvSpPr>
              <a:spLocks/>
            </p:cNvSpPr>
            <p:nvPr/>
          </p:nvSpPr>
          <p:spPr bwMode="auto">
            <a:xfrm>
              <a:off x="3408" y="1200"/>
              <a:ext cx="1485" cy="1055"/>
            </a:xfrm>
            <a:custGeom>
              <a:avLst/>
              <a:gdLst/>
              <a:ahLst/>
              <a:cxnLst>
                <a:cxn ang="0">
                  <a:pos x="1" y="1818"/>
                </a:cxn>
                <a:cxn ang="0">
                  <a:pos x="33" y="1799"/>
                </a:cxn>
                <a:cxn ang="0">
                  <a:pos x="197" y="1603"/>
                </a:cxn>
                <a:cxn ang="0">
                  <a:pos x="355" y="1167"/>
                </a:cxn>
                <a:cxn ang="0">
                  <a:pos x="538" y="649"/>
                </a:cxn>
                <a:cxn ang="0">
                  <a:pos x="784" y="220"/>
                </a:cxn>
                <a:cxn ang="0">
                  <a:pos x="1024" y="62"/>
                </a:cxn>
                <a:cxn ang="0">
                  <a:pos x="1277" y="24"/>
                </a:cxn>
                <a:cxn ang="0">
                  <a:pos x="1473" y="43"/>
                </a:cxn>
                <a:cxn ang="0">
                  <a:pos x="1845" y="283"/>
                </a:cxn>
                <a:cxn ang="0">
                  <a:pos x="1965" y="548"/>
                </a:cxn>
                <a:cxn ang="0">
                  <a:pos x="2079" y="921"/>
                </a:cxn>
                <a:cxn ang="0">
                  <a:pos x="2186" y="1243"/>
                </a:cxn>
                <a:cxn ang="0">
                  <a:pos x="2319" y="1534"/>
                </a:cxn>
                <a:cxn ang="0">
                  <a:pos x="2458" y="1786"/>
                </a:cxn>
                <a:cxn ang="0">
                  <a:pos x="2572" y="1862"/>
                </a:cxn>
              </a:cxnLst>
              <a:rect l="0" t="0" r="r" b="b"/>
              <a:pathLst>
                <a:path w="2572" h="1862">
                  <a:moveTo>
                    <a:pt x="1" y="1818"/>
                  </a:moveTo>
                  <a:cubicBezTo>
                    <a:pt x="0" y="1826"/>
                    <a:pt x="0" y="1835"/>
                    <a:pt x="33" y="1799"/>
                  </a:cubicBezTo>
                  <a:cubicBezTo>
                    <a:pt x="66" y="1763"/>
                    <a:pt x="143" y="1708"/>
                    <a:pt x="197" y="1603"/>
                  </a:cubicBezTo>
                  <a:cubicBezTo>
                    <a:pt x="251" y="1498"/>
                    <a:pt x="298" y="1326"/>
                    <a:pt x="355" y="1167"/>
                  </a:cubicBezTo>
                  <a:cubicBezTo>
                    <a:pt x="412" y="1008"/>
                    <a:pt x="467" y="807"/>
                    <a:pt x="538" y="649"/>
                  </a:cubicBezTo>
                  <a:cubicBezTo>
                    <a:pt x="609" y="491"/>
                    <a:pt x="703" y="318"/>
                    <a:pt x="784" y="220"/>
                  </a:cubicBezTo>
                  <a:cubicBezTo>
                    <a:pt x="865" y="122"/>
                    <a:pt x="942" y="95"/>
                    <a:pt x="1024" y="62"/>
                  </a:cubicBezTo>
                  <a:cubicBezTo>
                    <a:pt x="1106" y="29"/>
                    <a:pt x="1202" y="27"/>
                    <a:pt x="1277" y="24"/>
                  </a:cubicBezTo>
                  <a:cubicBezTo>
                    <a:pt x="1352" y="21"/>
                    <a:pt x="1378" y="0"/>
                    <a:pt x="1473" y="43"/>
                  </a:cubicBezTo>
                  <a:cubicBezTo>
                    <a:pt x="1568" y="86"/>
                    <a:pt x="1763" y="199"/>
                    <a:pt x="1845" y="283"/>
                  </a:cubicBezTo>
                  <a:cubicBezTo>
                    <a:pt x="1927" y="367"/>
                    <a:pt x="1926" y="442"/>
                    <a:pt x="1965" y="548"/>
                  </a:cubicBezTo>
                  <a:cubicBezTo>
                    <a:pt x="2004" y="654"/>
                    <a:pt x="2042" y="805"/>
                    <a:pt x="2079" y="921"/>
                  </a:cubicBezTo>
                  <a:cubicBezTo>
                    <a:pt x="2116" y="1037"/>
                    <a:pt x="2146" y="1141"/>
                    <a:pt x="2186" y="1243"/>
                  </a:cubicBezTo>
                  <a:cubicBezTo>
                    <a:pt x="2226" y="1345"/>
                    <a:pt x="2274" y="1444"/>
                    <a:pt x="2319" y="1534"/>
                  </a:cubicBezTo>
                  <a:cubicBezTo>
                    <a:pt x="2364" y="1624"/>
                    <a:pt x="2416" y="1731"/>
                    <a:pt x="2458" y="1786"/>
                  </a:cubicBezTo>
                  <a:cubicBezTo>
                    <a:pt x="2500" y="1841"/>
                    <a:pt x="2549" y="1849"/>
                    <a:pt x="2572" y="1862"/>
                  </a:cubicBezTo>
                </a:path>
              </a:pathLst>
            </a:custGeom>
            <a:noFill/>
            <a:ln w="28575" cap="flat" cmpd="sng">
              <a:solidFill>
                <a:srgbClr val="FF3300"/>
              </a:solidFill>
              <a:prstDash val="solid"/>
              <a:round/>
              <a:headEnd/>
              <a:tailEnd/>
            </a:ln>
            <a:effectLst/>
          </p:spPr>
          <p:txBody>
            <a:bodyPr wrap="none" anchor="ctr"/>
            <a:lstStyle/>
            <a:p>
              <a:endParaRPr lang="en-GB"/>
            </a:p>
          </p:txBody>
        </p:sp>
        <p:sp>
          <p:nvSpPr>
            <p:cNvPr id="135243" name="Freeform 75"/>
            <p:cNvSpPr>
              <a:spLocks/>
            </p:cNvSpPr>
            <p:nvPr/>
          </p:nvSpPr>
          <p:spPr bwMode="auto">
            <a:xfrm flipV="1">
              <a:off x="3504" y="1296"/>
              <a:ext cx="1485" cy="1055"/>
            </a:xfrm>
            <a:custGeom>
              <a:avLst/>
              <a:gdLst/>
              <a:ahLst/>
              <a:cxnLst>
                <a:cxn ang="0">
                  <a:pos x="1" y="1818"/>
                </a:cxn>
                <a:cxn ang="0">
                  <a:pos x="33" y="1799"/>
                </a:cxn>
                <a:cxn ang="0">
                  <a:pos x="197" y="1603"/>
                </a:cxn>
                <a:cxn ang="0">
                  <a:pos x="355" y="1167"/>
                </a:cxn>
                <a:cxn ang="0">
                  <a:pos x="538" y="649"/>
                </a:cxn>
                <a:cxn ang="0">
                  <a:pos x="784" y="220"/>
                </a:cxn>
                <a:cxn ang="0">
                  <a:pos x="1024" y="62"/>
                </a:cxn>
                <a:cxn ang="0">
                  <a:pos x="1277" y="24"/>
                </a:cxn>
                <a:cxn ang="0">
                  <a:pos x="1473" y="43"/>
                </a:cxn>
                <a:cxn ang="0">
                  <a:pos x="1845" y="283"/>
                </a:cxn>
                <a:cxn ang="0">
                  <a:pos x="1965" y="548"/>
                </a:cxn>
                <a:cxn ang="0">
                  <a:pos x="2079" y="921"/>
                </a:cxn>
                <a:cxn ang="0">
                  <a:pos x="2186" y="1243"/>
                </a:cxn>
                <a:cxn ang="0">
                  <a:pos x="2319" y="1534"/>
                </a:cxn>
                <a:cxn ang="0">
                  <a:pos x="2458" y="1786"/>
                </a:cxn>
                <a:cxn ang="0">
                  <a:pos x="2572" y="1862"/>
                </a:cxn>
              </a:cxnLst>
              <a:rect l="0" t="0" r="r" b="b"/>
              <a:pathLst>
                <a:path w="2572" h="1862">
                  <a:moveTo>
                    <a:pt x="1" y="1818"/>
                  </a:moveTo>
                  <a:cubicBezTo>
                    <a:pt x="0" y="1826"/>
                    <a:pt x="0" y="1835"/>
                    <a:pt x="33" y="1799"/>
                  </a:cubicBezTo>
                  <a:cubicBezTo>
                    <a:pt x="66" y="1763"/>
                    <a:pt x="143" y="1708"/>
                    <a:pt x="197" y="1603"/>
                  </a:cubicBezTo>
                  <a:cubicBezTo>
                    <a:pt x="251" y="1498"/>
                    <a:pt x="298" y="1326"/>
                    <a:pt x="355" y="1167"/>
                  </a:cubicBezTo>
                  <a:cubicBezTo>
                    <a:pt x="412" y="1008"/>
                    <a:pt x="467" y="807"/>
                    <a:pt x="538" y="649"/>
                  </a:cubicBezTo>
                  <a:cubicBezTo>
                    <a:pt x="609" y="491"/>
                    <a:pt x="703" y="318"/>
                    <a:pt x="784" y="220"/>
                  </a:cubicBezTo>
                  <a:cubicBezTo>
                    <a:pt x="865" y="122"/>
                    <a:pt x="942" y="95"/>
                    <a:pt x="1024" y="62"/>
                  </a:cubicBezTo>
                  <a:cubicBezTo>
                    <a:pt x="1106" y="29"/>
                    <a:pt x="1202" y="27"/>
                    <a:pt x="1277" y="24"/>
                  </a:cubicBezTo>
                  <a:cubicBezTo>
                    <a:pt x="1352" y="21"/>
                    <a:pt x="1378" y="0"/>
                    <a:pt x="1473" y="43"/>
                  </a:cubicBezTo>
                  <a:cubicBezTo>
                    <a:pt x="1568" y="86"/>
                    <a:pt x="1763" y="199"/>
                    <a:pt x="1845" y="283"/>
                  </a:cubicBezTo>
                  <a:cubicBezTo>
                    <a:pt x="1927" y="367"/>
                    <a:pt x="1926" y="442"/>
                    <a:pt x="1965" y="548"/>
                  </a:cubicBezTo>
                  <a:cubicBezTo>
                    <a:pt x="2004" y="654"/>
                    <a:pt x="2042" y="805"/>
                    <a:pt x="2079" y="921"/>
                  </a:cubicBezTo>
                  <a:cubicBezTo>
                    <a:pt x="2116" y="1037"/>
                    <a:pt x="2146" y="1141"/>
                    <a:pt x="2186" y="1243"/>
                  </a:cubicBezTo>
                  <a:cubicBezTo>
                    <a:pt x="2226" y="1345"/>
                    <a:pt x="2274" y="1444"/>
                    <a:pt x="2319" y="1534"/>
                  </a:cubicBezTo>
                  <a:cubicBezTo>
                    <a:pt x="2364" y="1624"/>
                    <a:pt x="2416" y="1731"/>
                    <a:pt x="2458" y="1786"/>
                  </a:cubicBezTo>
                  <a:cubicBezTo>
                    <a:pt x="2500" y="1841"/>
                    <a:pt x="2549" y="1849"/>
                    <a:pt x="2572" y="1862"/>
                  </a:cubicBezTo>
                </a:path>
              </a:pathLst>
            </a:custGeom>
            <a:noFill/>
            <a:ln w="28575" cap="flat" cmpd="sng">
              <a:solidFill>
                <a:srgbClr val="FF3300"/>
              </a:solidFill>
              <a:prstDash val="solid"/>
              <a:round/>
              <a:headEnd/>
              <a:tailEnd/>
            </a:ln>
            <a:effectLst/>
          </p:spPr>
          <p:txBody>
            <a:bodyPr wrap="none" anchor="ctr"/>
            <a:lstStyle/>
            <a:p>
              <a:endParaRPr lang="en-GB"/>
            </a:p>
          </p:txBody>
        </p:sp>
        <p:sp>
          <p:nvSpPr>
            <p:cNvPr id="135244" name="Freeform 76"/>
            <p:cNvSpPr>
              <a:spLocks/>
            </p:cNvSpPr>
            <p:nvPr/>
          </p:nvSpPr>
          <p:spPr bwMode="auto">
            <a:xfrm flipV="1">
              <a:off x="3466" y="1296"/>
              <a:ext cx="1485" cy="1055"/>
            </a:xfrm>
            <a:custGeom>
              <a:avLst/>
              <a:gdLst/>
              <a:ahLst/>
              <a:cxnLst>
                <a:cxn ang="0">
                  <a:pos x="1" y="1818"/>
                </a:cxn>
                <a:cxn ang="0">
                  <a:pos x="33" y="1799"/>
                </a:cxn>
                <a:cxn ang="0">
                  <a:pos x="197" y="1603"/>
                </a:cxn>
                <a:cxn ang="0">
                  <a:pos x="355" y="1167"/>
                </a:cxn>
                <a:cxn ang="0">
                  <a:pos x="538" y="649"/>
                </a:cxn>
                <a:cxn ang="0">
                  <a:pos x="784" y="220"/>
                </a:cxn>
                <a:cxn ang="0">
                  <a:pos x="1024" y="62"/>
                </a:cxn>
                <a:cxn ang="0">
                  <a:pos x="1277" y="24"/>
                </a:cxn>
                <a:cxn ang="0">
                  <a:pos x="1473" y="43"/>
                </a:cxn>
                <a:cxn ang="0">
                  <a:pos x="1845" y="283"/>
                </a:cxn>
                <a:cxn ang="0">
                  <a:pos x="1965" y="548"/>
                </a:cxn>
                <a:cxn ang="0">
                  <a:pos x="2079" y="921"/>
                </a:cxn>
                <a:cxn ang="0">
                  <a:pos x="2186" y="1243"/>
                </a:cxn>
                <a:cxn ang="0">
                  <a:pos x="2319" y="1534"/>
                </a:cxn>
                <a:cxn ang="0">
                  <a:pos x="2458" y="1786"/>
                </a:cxn>
                <a:cxn ang="0">
                  <a:pos x="2572" y="1862"/>
                </a:cxn>
              </a:cxnLst>
              <a:rect l="0" t="0" r="r" b="b"/>
              <a:pathLst>
                <a:path w="2572" h="1862">
                  <a:moveTo>
                    <a:pt x="1" y="1818"/>
                  </a:moveTo>
                  <a:cubicBezTo>
                    <a:pt x="0" y="1826"/>
                    <a:pt x="0" y="1835"/>
                    <a:pt x="33" y="1799"/>
                  </a:cubicBezTo>
                  <a:cubicBezTo>
                    <a:pt x="66" y="1763"/>
                    <a:pt x="143" y="1708"/>
                    <a:pt x="197" y="1603"/>
                  </a:cubicBezTo>
                  <a:cubicBezTo>
                    <a:pt x="251" y="1498"/>
                    <a:pt x="298" y="1326"/>
                    <a:pt x="355" y="1167"/>
                  </a:cubicBezTo>
                  <a:cubicBezTo>
                    <a:pt x="412" y="1008"/>
                    <a:pt x="467" y="807"/>
                    <a:pt x="538" y="649"/>
                  </a:cubicBezTo>
                  <a:cubicBezTo>
                    <a:pt x="609" y="491"/>
                    <a:pt x="703" y="318"/>
                    <a:pt x="784" y="220"/>
                  </a:cubicBezTo>
                  <a:cubicBezTo>
                    <a:pt x="865" y="122"/>
                    <a:pt x="942" y="95"/>
                    <a:pt x="1024" y="62"/>
                  </a:cubicBezTo>
                  <a:cubicBezTo>
                    <a:pt x="1106" y="29"/>
                    <a:pt x="1202" y="27"/>
                    <a:pt x="1277" y="24"/>
                  </a:cubicBezTo>
                  <a:cubicBezTo>
                    <a:pt x="1352" y="21"/>
                    <a:pt x="1378" y="0"/>
                    <a:pt x="1473" y="43"/>
                  </a:cubicBezTo>
                  <a:cubicBezTo>
                    <a:pt x="1568" y="86"/>
                    <a:pt x="1763" y="199"/>
                    <a:pt x="1845" y="283"/>
                  </a:cubicBezTo>
                  <a:cubicBezTo>
                    <a:pt x="1927" y="367"/>
                    <a:pt x="1926" y="442"/>
                    <a:pt x="1965" y="548"/>
                  </a:cubicBezTo>
                  <a:cubicBezTo>
                    <a:pt x="2004" y="654"/>
                    <a:pt x="2042" y="805"/>
                    <a:pt x="2079" y="921"/>
                  </a:cubicBezTo>
                  <a:cubicBezTo>
                    <a:pt x="2116" y="1037"/>
                    <a:pt x="2146" y="1141"/>
                    <a:pt x="2186" y="1243"/>
                  </a:cubicBezTo>
                  <a:cubicBezTo>
                    <a:pt x="2226" y="1345"/>
                    <a:pt x="2274" y="1444"/>
                    <a:pt x="2319" y="1534"/>
                  </a:cubicBezTo>
                  <a:cubicBezTo>
                    <a:pt x="2364" y="1624"/>
                    <a:pt x="2416" y="1731"/>
                    <a:pt x="2458" y="1786"/>
                  </a:cubicBezTo>
                  <a:cubicBezTo>
                    <a:pt x="2500" y="1841"/>
                    <a:pt x="2549" y="1849"/>
                    <a:pt x="2572" y="1862"/>
                  </a:cubicBezTo>
                </a:path>
              </a:pathLst>
            </a:custGeom>
            <a:noFill/>
            <a:ln w="28575" cap="flat" cmpd="sng">
              <a:solidFill>
                <a:srgbClr val="FF3300"/>
              </a:solidFill>
              <a:prstDash val="solid"/>
              <a:round/>
              <a:headEnd/>
              <a:tailEnd/>
            </a:ln>
            <a:effectLst/>
          </p:spPr>
          <p:txBody>
            <a:bodyPr wrap="none" anchor="ctr"/>
            <a:lstStyle/>
            <a:p>
              <a:endParaRPr lang="en-GB"/>
            </a:p>
          </p:txBody>
        </p:sp>
        <p:sp>
          <p:nvSpPr>
            <p:cNvPr id="135245" name="Freeform 77"/>
            <p:cNvSpPr>
              <a:spLocks/>
            </p:cNvSpPr>
            <p:nvPr/>
          </p:nvSpPr>
          <p:spPr bwMode="auto">
            <a:xfrm>
              <a:off x="3480" y="1214"/>
              <a:ext cx="1488" cy="1104"/>
            </a:xfrm>
            <a:custGeom>
              <a:avLst/>
              <a:gdLst/>
              <a:ahLst/>
              <a:cxnLst>
                <a:cxn ang="0">
                  <a:pos x="0" y="1823"/>
                </a:cxn>
                <a:cxn ang="0">
                  <a:pos x="259" y="1930"/>
                </a:cxn>
                <a:cxn ang="0">
                  <a:pos x="543" y="1936"/>
                </a:cxn>
                <a:cxn ang="0">
                  <a:pos x="682" y="1892"/>
                </a:cxn>
                <a:cxn ang="0">
                  <a:pos x="846" y="1760"/>
                </a:cxn>
                <a:cxn ang="0">
                  <a:pos x="1029" y="1551"/>
                </a:cxn>
                <a:cxn ang="0">
                  <a:pos x="1257" y="964"/>
                </a:cxn>
                <a:cxn ang="0">
                  <a:pos x="1503" y="332"/>
                </a:cxn>
                <a:cxn ang="0">
                  <a:pos x="1762" y="111"/>
                </a:cxn>
                <a:cxn ang="0">
                  <a:pos x="2052" y="16"/>
                </a:cxn>
                <a:cxn ang="0">
                  <a:pos x="2318" y="16"/>
                </a:cxn>
                <a:cxn ang="0">
                  <a:pos x="2450" y="73"/>
                </a:cxn>
                <a:cxn ang="0">
                  <a:pos x="2577" y="193"/>
                </a:cxn>
              </a:cxnLst>
              <a:rect l="0" t="0" r="r" b="b"/>
              <a:pathLst>
                <a:path w="2577" h="1949">
                  <a:moveTo>
                    <a:pt x="0" y="1823"/>
                  </a:moveTo>
                  <a:cubicBezTo>
                    <a:pt x="84" y="1867"/>
                    <a:pt x="168" y="1911"/>
                    <a:pt x="259" y="1930"/>
                  </a:cubicBezTo>
                  <a:cubicBezTo>
                    <a:pt x="350" y="1949"/>
                    <a:pt x="473" y="1942"/>
                    <a:pt x="543" y="1936"/>
                  </a:cubicBezTo>
                  <a:cubicBezTo>
                    <a:pt x="613" y="1930"/>
                    <a:pt x="632" y="1921"/>
                    <a:pt x="682" y="1892"/>
                  </a:cubicBezTo>
                  <a:cubicBezTo>
                    <a:pt x="732" y="1863"/>
                    <a:pt x="788" y="1817"/>
                    <a:pt x="846" y="1760"/>
                  </a:cubicBezTo>
                  <a:cubicBezTo>
                    <a:pt x="904" y="1703"/>
                    <a:pt x="961" y="1684"/>
                    <a:pt x="1029" y="1551"/>
                  </a:cubicBezTo>
                  <a:cubicBezTo>
                    <a:pt x="1097" y="1418"/>
                    <a:pt x="1178" y="1167"/>
                    <a:pt x="1257" y="964"/>
                  </a:cubicBezTo>
                  <a:cubicBezTo>
                    <a:pt x="1336" y="761"/>
                    <a:pt x="1419" y="474"/>
                    <a:pt x="1503" y="332"/>
                  </a:cubicBezTo>
                  <a:cubicBezTo>
                    <a:pt x="1587" y="190"/>
                    <a:pt x="1671" y="164"/>
                    <a:pt x="1762" y="111"/>
                  </a:cubicBezTo>
                  <a:cubicBezTo>
                    <a:pt x="1853" y="58"/>
                    <a:pt x="1959" y="32"/>
                    <a:pt x="2052" y="16"/>
                  </a:cubicBezTo>
                  <a:cubicBezTo>
                    <a:pt x="2145" y="0"/>
                    <a:pt x="2252" y="7"/>
                    <a:pt x="2318" y="16"/>
                  </a:cubicBezTo>
                  <a:cubicBezTo>
                    <a:pt x="2384" y="25"/>
                    <a:pt x="2407" y="44"/>
                    <a:pt x="2450" y="73"/>
                  </a:cubicBezTo>
                  <a:cubicBezTo>
                    <a:pt x="2493" y="102"/>
                    <a:pt x="2535" y="147"/>
                    <a:pt x="2577" y="193"/>
                  </a:cubicBezTo>
                </a:path>
              </a:pathLst>
            </a:custGeom>
            <a:noFill/>
            <a:ln w="28575" cap="flat" cmpd="sng">
              <a:solidFill>
                <a:srgbClr val="FF3300"/>
              </a:solidFill>
              <a:prstDash val="solid"/>
              <a:round/>
              <a:headEnd/>
              <a:tailEnd/>
            </a:ln>
            <a:effectLst/>
          </p:spPr>
          <p:txBody>
            <a:bodyPr wrap="none" anchor="ctr"/>
            <a:lstStyle/>
            <a:p>
              <a:endParaRPr lang="en-GB"/>
            </a:p>
          </p:txBody>
        </p:sp>
        <p:sp>
          <p:nvSpPr>
            <p:cNvPr id="135246" name="Freeform 78"/>
            <p:cNvSpPr>
              <a:spLocks/>
            </p:cNvSpPr>
            <p:nvPr/>
          </p:nvSpPr>
          <p:spPr bwMode="auto">
            <a:xfrm flipH="1">
              <a:off x="3408" y="1200"/>
              <a:ext cx="1488" cy="1104"/>
            </a:xfrm>
            <a:custGeom>
              <a:avLst/>
              <a:gdLst/>
              <a:ahLst/>
              <a:cxnLst>
                <a:cxn ang="0">
                  <a:pos x="0" y="1823"/>
                </a:cxn>
                <a:cxn ang="0">
                  <a:pos x="259" y="1930"/>
                </a:cxn>
                <a:cxn ang="0">
                  <a:pos x="543" y="1936"/>
                </a:cxn>
                <a:cxn ang="0">
                  <a:pos x="682" y="1892"/>
                </a:cxn>
                <a:cxn ang="0">
                  <a:pos x="846" y="1760"/>
                </a:cxn>
                <a:cxn ang="0">
                  <a:pos x="1029" y="1551"/>
                </a:cxn>
                <a:cxn ang="0">
                  <a:pos x="1257" y="964"/>
                </a:cxn>
                <a:cxn ang="0">
                  <a:pos x="1503" y="332"/>
                </a:cxn>
                <a:cxn ang="0">
                  <a:pos x="1762" y="111"/>
                </a:cxn>
                <a:cxn ang="0">
                  <a:pos x="2052" y="16"/>
                </a:cxn>
                <a:cxn ang="0">
                  <a:pos x="2318" y="16"/>
                </a:cxn>
                <a:cxn ang="0">
                  <a:pos x="2450" y="73"/>
                </a:cxn>
                <a:cxn ang="0">
                  <a:pos x="2577" y="193"/>
                </a:cxn>
              </a:cxnLst>
              <a:rect l="0" t="0" r="r" b="b"/>
              <a:pathLst>
                <a:path w="2577" h="1949">
                  <a:moveTo>
                    <a:pt x="0" y="1823"/>
                  </a:moveTo>
                  <a:cubicBezTo>
                    <a:pt x="84" y="1867"/>
                    <a:pt x="168" y="1911"/>
                    <a:pt x="259" y="1930"/>
                  </a:cubicBezTo>
                  <a:cubicBezTo>
                    <a:pt x="350" y="1949"/>
                    <a:pt x="473" y="1942"/>
                    <a:pt x="543" y="1936"/>
                  </a:cubicBezTo>
                  <a:cubicBezTo>
                    <a:pt x="613" y="1930"/>
                    <a:pt x="632" y="1921"/>
                    <a:pt x="682" y="1892"/>
                  </a:cubicBezTo>
                  <a:cubicBezTo>
                    <a:pt x="732" y="1863"/>
                    <a:pt x="788" y="1817"/>
                    <a:pt x="846" y="1760"/>
                  </a:cubicBezTo>
                  <a:cubicBezTo>
                    <a:pt x="904" y="1703"/>
                    <a:pt x="961" y="1684"/>
                    <a:pt x="1029" y="1551"/>
                  </a:cubicBezTo>
                  <a:cubicBezTo>
                    <a:pt x="1097" y="1418"/>
                    <a:pt x="1178" y="1167"/>
                    <a:pt x="1257" y="964"/>
                  </a:cubicBezTo>
                  <a:cubicBezTo>
                    <a:pt x="1336" y="761"/>
                    <a:pt x="1419" y="474"/>
                    <a:pt x="1503" y="332"/>
                  </a:cubicBezTo>
                  <a:cubicBezTo>
                    <a:pt x="1587" y="190"/>
                    <a:pt x="1671" y="164"/>
                    <a:pt x="1762" y="111"/>
                  </a:cubicBezTo>
                  <a:cubicBezTo>
                    <a:pt x="1853" y="58"/>
                    <a:pt x="1959" y="32"/>
                    <a:pt x="2052" y="16"/>
                  </a:cubicBezTo>
                  <a:cubicBezTo>
                    <a:pt x="2145" y="0"/>
                    <a:pt x="2252" y="7"/>
                    <a:pt x="2318" y="16"/>
                  </a:cubicBezTo>
                  <a:cubicBezTo>
                    <a:pt x="2384" y="25"/>
                    <a:pt x="2407" y="44"/>
                    <a:pt x="2450" y="73"/>
                  </a:cubicBezTo>
                  <a:cubicBezTo>
                    <a:pt x="2493" y="102"/>
                    <a:pt x="2535" y="147"/>
                    <a:pt x="2577" y="193"/>
                  </a:cubicBezTo>
                </a:path>
              </a:pathLst>
            </a:custGeom>
            <a:noFill/>
            <a:ln w="28575" cap="flat" cmpd="sng">
              <a:solidFill>
                <a:srgbClr val="FF3300"/>
              </a:solidFill>
              <a:prstDash val="solid"/>
              <a:round/>
              <a:headEnd/>
              <a:tailEnd/>
            </a:ln>
            <a:effectLst/>
          </p:spPr>
          <p:txBody>
            <a:bodyPr wrap="none" anchor="ctr"/>
            <a:lstStyle/>
            <a:p>
              <a:endParaRPr lang="en-GB"/>
            </a:p>
          </p:txBody>
        </p:sp>
        <p:sp>
          <p:nvSpPr>
            <p:cNvPr id="135247" name="Freeform 79"/>
            <p:cNvSpPr>
              <a:spLocks/>
            </p:cNvSpPr>
            <p:nvPr/>
          </p:nvSpPr>
          <p:spPr bwMode="auto">
            <a:xfrm flipH="1">
              <a:off x="3360" y="1200"/>
              <a:ext cx="1488" cy="1104"/>
            </a:xfrm>
            <a:custGeom>
              <a:avLst/>
              <a:gdLst/>
              <a:ahLst/>
              <a:cxnLst>
                <a:cxn ang="0">
                  <a:pos x="0" y="1823"/>
                </a:cxn>
                <a:cxn ang="0">
                  <a:pos x="259" y="1930"/>
                </a:cxn>
                <a:cxn ang="0">
                  <a:pos x="543" y="1936"/>
                </a:cxn>
                <a:cxn ang="0">
                  <a:pos x="682" y="1892"/>
                </a:cxn>
                <a:cxn ang="0">
                  <a:pos x="846" y="1760"/>
                </a:cxn>
                <a:cxn ang="0">
                  <a:pos x="1029" y="1551"/>
                </a:cxn>
                <a:cxn ang="0">
                  <a:pos x="1257" y="964"/>
                </a:cxn>
                <a:cxn ang="0">
                  <a:pos x="1503" y="332"/>
                </a:cxn>
                <a:cxn ang="0">
                  <a:pos x="1762" y="111"/>
                </a:cxn>
                <a:cxn ang="0">
                  <a:pos x="2052" y="16"/>
                </a:cxn>
                <a:cxn ang="0">
                  <a:pos x="2318" y="16"/>
                </a:cxn>
                <a:cxn ang="0">
                  <a:pos x="2450" y="73"/>
                </a:cxn>
                <a:cxn ang="0">
                  <a:pos x="2577" y="193"/>
                </a:cxn>
              </a:cxnLst>
              <a:rect l="0" t="0" r="r" b="b"/>
              <a:pathLst>
                <a:path w="2577" h="1949">
                  <a:moveTo>
                    <a:pt x="0" y="1823"/>
                  </a:moveTo>
                  <a:cubicBezTo>
                    <a:pt x="84" y="1867"/>
                    <a:pt x="168" y="1911"/>
                    <a:pt x="259" y="1930"/>
                  </a:cubicBezTo>
                  <a:cubicBezTo>
                    <a:pt x="350" y="1949"/>
                    <a:pt x="473" y="1942"/>
                    <a:pt x="543" y="1936"/>
                  </a:cubicBezTo>
                  <a:cubicBezTo>
                    <a:pt x="613" y="1930"/>
                    <a:pt x="632" y="1921"/>
                    <a:pt x="682" y="1892"/>
                  </a:cubicBezTo>
                  <a:cubicBezTo>
                    <a:pt x="732" y="1863"/>
                    <a:pt x="788" y="1817"/>
                    <a:pt x="846" y="1760"/>
                  </a:cubicBezTo>
                  <a:cubicBezTo>
                    <a:pt x="904" y="1703"/>
                    <a:pt x="961" y="1684"/>
                    <a:pt x="1029" y="1551"/>
                  </a:cubicBezTo>
                  <a:cubicBezTo>
                    <a:pt x="1097" y="1418"/>
                    <a:pt x="1178" y="1167"/>
                    <a:pt x="1257" y="964"/>
                  </a:cubicBezTo>
                  <a:cubicBezTo>
                    <a:pt x="1336" y="761"/>
                    <a:pt x="1419" y="474"/>
                    <a:pt x="1503" y="332"/>
                  </a:cubicBezTo>
                  <a:cubicBezTo>
                    <a:pt x="1587" y="190"/>
                    <a:pt x="1671" y="164"/>
                    <a:pt x="1762" y="111"/>
                  </a:cubicBezTo>
                  <a:cubicBezTo>
                    <a:pt x="1853" y="58"/>
                    <a:pt x="1959" y="32"/>
                    <a:pt x="2052" y="16"/>
                  </a:cubicBezTo>
                  <a:cubicBezTo>
                    <a:pt x="2145" y="0"/>
                    <a:pt x="2252" y="7"/>
                    <a:pt x="2318" y="16"/>
                  </a:cubicBezTo>
                  <a:cubicBezTo>
                    <a:pt x="2384" y="25"/>
                    <a:pt x="2407" y="44"/>
                    <a:pt x="2450" y="73"/>
                  </a:cubicBezTo>
                  <a:cubicBezTo>
                    <a:pt x="2493" y="102"/>
                    <a:pt x="2535" y="147"/>
                    <a:pt x="2577" y="193"/>
                  </a:cubicBezTo>
                </a:path>
              </a:pathLst>
            </a:custGeom>
            <a:noFill/>
            <a:ln w="28575" cap="flat" cmpd="sng">
              <a:solidFill>
                <a:srgbClr val="FF3300"/>
              </a:solidFill>
              <a:prstDash val="solid"/>
              <a:round/>
              <a:headEnd/>
              <a:tailEnd/>
            </a:ln>
            <a:effectLst/>
          </p:spPr>
          <p:txBody>
            <a:bodyPr wrap="none" anchor="ctr"/>
            <a:lstStyle/>
            <a:p>
              <a:endParaRPr lang="en-GB"/>
            </a:p>
          </p:txBody>
        </p:sp>
        <p:sp>
          <p:nvSpPr>
            <p:cNvPr id="135248" name="Freeform 80"/>
            <p:cNvSpPr>
              <a:spLocks/>
            </p:cNvSpPr>
            <p:nvPr/>
          </p:nvSpPr>
          <p:spPr bwMode="auto">
            <a:xfrm flipH="1">
              <a:off x="3361" y="1209"/>
              <a:ext cx="1488" cy="1104"/>
            </a:xfrm>
            <a:custGeom>
              <a:avLst/>
              <a:gdLst/>
              <a:ahLst/>
              <a:cxnLst>
                <a:cxn ang="0">
                  <a:pos x="0" y="1823"/>
                </a:cxn>
                <a:cxn ang="0">
                  <a:pos x="259" y="1930"/>
                </a:cxn>
                <a:cxn ang="0">
                  <a:pos x="543" y="1936"/>
                </a:cxn>
                <a:cxn ang="0">
                  <a:pos x="682" y="1892"/>
                </a:cxn>
                <a:cxn ang="0">
                  <a:pos x="846" y="1760"/>
                </a:cxn>
                <a:cxn ang="0">
                  <a:pos x="1029" y="1551"/>
                </a:cxn>
                <a:cxn ang="0">
                  <a:pos x="1257" y="964"/>
                </a:cxn>
                <a:cxn ang="0">
                  <a:pos x="1503" y="332"/>
                </a:cxn>
                <a:cxn ang="0">
                  <a:pos x="1762" y="111"/>
                </a:cxn>
                <a:cxn ang="0">
                  <a:pos x="2052" y="16"/>
                </a:cxn>
                <a:cxn ang="0">
                  <a:pos x="2318" y="16"/>
                </a:cxn>
                <a:cxn ang="0">
                  <a:pos x="2450" y="73"/>
                </a:cxn>
                <a:cxn ang="0">
                  <a:pos x="2577" y="193"/>
                </a:cxn>
              </a:cxnLst>
              <a:rect l="0" t="0" r="r" b="b"/>
              <a:pathLst>
                <a:path w="2577" h="1949">
                  <a:moveTo>
                    <a:pt x="0" y="1823"/>
                  </a:moveTo>
                  <a:cubicBezTo>
                    <a:pt x="84" y="1867"/>
                    <a:pt x="168" y="1911"/>
                    <a:pt x="259" y="1930"/>
                  </a:cubicBezTo>
                  <a:cubicBezTo>
                    <a:pt x="350" y="1949"/>
                    <a:pt x="473" y="1942"/>
                    <a:pt x="543" y="1936"/>
                  </a:cubicBezTo>
                  <a:cubicBezTo>
                    <a:pt x="613" y="1930"/>
                    <a:pt x="632" y="1921"/>
                    <a:pt x="682" y="1892"/>
                  </a:cubicBezTo>
                  <a:cubicBezTo>
                    <a:pt x="732" y="1863"/>
                    <a:pt x="788" y="1817"/>
                    <a:pt x="846" y="1760"/>
                  </a:cubicBezTo>
                  <a:cubicBezTo>
                    <a:pt x="904" y="1703"/>
                    <a:pt x="961" y="1684"/>
                    <a:pt x="1029" y="1551"/>
                  </a:cubicBezTo>
                  <a:cubicBezTo>
                    <a:pt x="1097" y="1418"/>
                    <a:pt x="1178" y="1167"/>
                    <a:pt x="1257" y="964"/>
                  </a:cubicBezTo>
                  <a:cubicBezTo>
                    <a:pt x="1336" y="761"/>
                    <a:pt x="1419" y="474"/>
                    <a:pt x="1503" y="332"/>
                  </a:cubicBezTo>
                  <a:cubicBezTo>
                    <a:pt x="1587" y="190"/>
                    <a:pt x="1671" y="164"/>
                    <a:pt x="1762" y="111"/>
                  </a:cubicBezTo>
                  <a:cubicBezTo>
                    <a:pt x="1853" y="58"/>
                    <a:pt x="1959" y="32"/>
                    <a:pt x="2052" y="16"/>
                  </a:cubicBezTo>
                  <a:cubicBezTo>
                    <a:pt x="2145" y="0"/>
                    <a:pt x="2252" y="7"/>
                    <a:pt x="2318" y="16"/>
                  </a:cubicBezTo>
                  <a:cubicBezTo>
                    <a:pt x="2384" y="25"/>
                    <a:pt x="2407" y="44"/>
                    <a:pt x="2450" y="73"/>
                  </a:cubicBezTo>
                  <a:cubicBezTo>
                    <a:pt x="2493" y="102"/>
                    <a:pt x="2535" y="147"/>
                    <a:pt x="2577" y="193"/>
                  </a:cubicBezTo>
                </a:path>
              </a:pathLst>
            </a:custGeom>
            <a:noFill/>
            <a:ln w="28575" cap="flat" cmpd="sng">
              <a:solidFill>
                <a:srgbClr val="FF3300"/>
              </a:solidFill>
              <a:prstDash val="solid"/>
              <a:round/>
              <a:headEnd/>
              <a:tailEnd/>
            </a:ln>
            <a:effectLst/>
          </p:spPr>
          <p:txBody>
            <a:bodyPr wrap="none" anchor="ctr"/>
            <a:lstStyle/>
            <a:p>
              <a:endParaRPr lang="en-GB"/>
            </a:p>
          </p:txBody>
        </p:sp>
        <p:sp>
          <p:nvSpPr>
            <p:cNvPr id="135249" name="Freeform 81"/>
            <p:cNvSpPr>
              <a:spLocks/>
            </p:cNvSpPr>
            <p:nvPr/>
          </p:nvSpPr>
          <p:spPr bwMode="auto">
            <a:xfrm>
              <a:off x="3408" y="1200"/>
              <a:ext cx="1485" cy="1055"/>
            </a:xfrm>
            <a:custGeom>
              <a:avLst/>
              <a:gdLst/>
              <a:ahLst/>
              <a:cxnLst>
                <a:cxn ang="0">
                  <a:pos x="1" y="1818"/>
                </a:cxn>
                <a:cxn ang="0">
                  <a:pos x="33" y="1799"/>
                </a:cxn>
                <a:cxn ang="0">
                  <a:pos x="197" y="1603"/>
                </a:cxn>
                <a:cxn ang="0">
                  <a:pos x="405" y="1167"/>
                </a:cxn>
                <a:cxn ang="0">
                  <a:pos x="576" y="617"/>
                </a:cxn>
                <a:cxn ang="0">
                  <a:pos x="784" y="220"/>
                </a:cxn>
                <a:cxn ang="0">
                  <a:pos x="1024" y="62"/>
                </a:cxn>
                <a:cxn ang="0">
                  <a:pos x="1277" y="24"/>
                </a:cxn>
                <a:cxn ang="0">
                  <a:pos x="1473" y="43"/>
                </a:cxn>
                <a:cxn ang="0">
                  <a:pos x="1845" y="283"/>
                </a:cxn>
                <a:cxn ang="0">
                  <a:pos x="1965" y="548"/>
                </a:cxn>
                <a:cxn ang="0">
                  <a:pos x="2079" y="921"/>
                </a:cxn>
                <a:cxn ang="0">
                  <a:pos x="2186" y="1243"/>
                </a:cxn>
                <a:cxn ang="0">
                  <a:pos x="2319" y="1534"/>
                </a:cxn>
                <a:cxn ang="0">
                  <a:pos x="2458" y="1786"/>
                </a:cxn>
                <a:cxn ang="0">
                  <a:pos x="2572" y="1862"/>
                </a:cxn>
              </a:cxnLst>
              <a:rect l="0" t="0" r="r" b="b"/>
              <a:pathLst>
                <a:path w="2572" h="1862">
                  <a:moveTo>
                    <a:pt x="1" y="1818"/>
                  </a:moveTo>
                  <a:cubicBezTo>
                    <a:pt x="0" y="1826"/>
                    <a:pt x="0" y="1835"/>
                    <a:pt x="33" y="1799"/>
                  </a:cubicBezTo>
                  <a:cubicBezTo>
                    <a:pt x="66" y="1763"/>
                    <a:pt x="135" y="1708"/>
                    <a:pt x="197" y="1603"/>
                  </a:cubicBezTo>
                  <a:cubicBezTo>
                    <a:pt x="259" y="1498"/>
                    <a:pt x="342" y="1331"/>
                    <a:pt x="405" y="1167"/>
                  </a:cubicBezTo>
                  <a:cubicBezTo>
                    <a:pt x="468" y="1003"/>
                    <a:pt x="513" y="775"/>
                    <a:pt x="576" y="617"/>
                  </a:cubicBezTo>
                  <a:cubicBezTo>
                    <a:pt x="639" y="459"/>
                    <a:pt x="709" y="312"/>
                    <a:pt x="784" y="220"/>
                  </a:cubicBezTo>
                  <a:cubicBezTo>
                    <a:pt x="859" y="128"/>
                    <a:pt x="942" y="95"/>
                    <a:pt x="1024" y="62"/>
                  </a:cubicBezTo>
                  <a:cubicBezTo>
                    <a:pt x="1106" y="29"/>
                    <a:pt x="1202" y="27"/>
                    <a:pt x="1277" y="24"/>
                  </a:cubicBezTo>
                  <a:cubicBezTo>
                    <a:pt x="1352" y="21"/>
                    <a:pt x="1378" y="0"/>
                    <a:pt x="1473" y="43"/>
                  </a:cubicBezTo>
                  <a:cubicBezTo>
                    <a:pt x="1568" y="86"/>
                    <a:pt x="1763" y="199"/>
                    <a:pt x="1845" y="283"/>
                  </a:cubicBezTo>
                  <a:cubicBezTo>
                    <a:pt x="1927" y="367"/>
                    <a:pt x="1926" y="442"/>
                    <a:pt x="1965" y="548"/>
                  </a:cubicBezTo>
                  <a:cubicBezTo>
                    <a:pt x="2004" y="654"/>
                    <a:pt x="2042" y="805"/>
                    <a:pt x="2079" y="921"/>
                  </a:cubicBezTo>
                  <a:cubicBezTo>
                    <a:pt x="2116" y="1037"/>
                    <a:pt x="2146" y="1141"/>
                    <a:pt x="2186" y="1243"/>
                  </a:cubicBezTo>
                  <a:cubicBezTo>
                    <a:pt x="2226" y="1345"/>
                    <a:pt x="2274" y="1444"/>
                    <a:pt x="2319" y="1534"/>
                  </a:cubicBezTo>
                  <a:cubicBezTo>
                    <a:pt x="2364" y="1624"/>
                    <a:pt x="2416" y="1731"/>
                    <a:pt x="2458" y="1786"/>
                  </a:cubicBezTo>
                  <a:cubicBezTo>
                    <a:pt x="2500" y="1841"/>
                    <a:pt x="2549" y="1849"/>
                    <a:pt x="2572" y="1862"/>
                  </a:cubicBezTo>
                </a:path>
              </a:pathLst>
            </a:custGeom>
            <a:noFill/>
            <a:ln w="28575" cap="flat" cmpd="sng">
              <a:solidFill>
                <a:srgbClr val="FF3300"/>
              </a:solidFill>
              <a:prstDash val="solid"/>
              <a:round/>
              <a:headEnd/>
              <a:tailEnd/>
            </a:ln>
            <a:effectLst/>
          </p:spPr>
          <p:txBody>
            <a:bodyPr wrap="none" anchor="ctr"/>
            <a:lstStyle/>
            <a:p>
              <a:endParaRPr lang="en-GB"/>
            </a:p>
          </p:txBody>
        </p:sp>
        <p:sp>
          <p:nvSpPr>
            <p:cNvPr id="135250" name="Freeform 82"/>
            <p:cNvSpPr>
              <a:spLocks/>
            </p:cNvSpPr>
            <p:nvPr/>
          </p:nvSpPr>
          <p:spPr bwMode="auto">
            <a:xfrm>
              <a:off x="3456" y="1200"/>
              <a:ext cx="1488" cy="1104"/>
            </a:xfrm>
            <a:custGeom>
              <a:avLst/>
              <a:gdLst/>
              <a:ahLst/>
              <a:cxnLst>
                <a:cxn ang="0">
                  <a:pos x="0" y="1823"/>
                </a:cxn>
                <a:cxn ang="0">
                  <a:pos x="259" y="1930"/>
                </a:cxn>
                <a:cxn ang="0">
                  <a:pos x="543" y="1936"/>
                </a:cxn>
                <a:cxn ang="0">
                  <a:pos x="682" y="1892"/>
                </a:cxn>
                <a:cxn ang="0">
                  <a:pos x="846" y="1760"/>
                </a:cxn>
                <a:cxn ang="0">
                  <a:pos x="1029" y="1551"/>
                </a:cxn>
                <a:cxn ang="0">
                  <a:pos x="1257" y="964"/>
                </a:cxn>
                <a:cxn ang="0">
                  <a:pos x="1503" y="332"/>
                </a:cxn>
                <a:cxn ang="0">
                  <a:pos x="1762" y="111"/>
                </a:cxn>
                <a:cxn ang="0">
                  <a:pos x="2052" y="16"/>
                </a:cxn>
                <a:cxn ang="0">
                  <a:pos x="2318" y="16"/>
                </a:cxn>
                <a:cxn ang="0">
                  <a:pos x="2450" y="73"/>
                </a:cxn>
                <a:cxn ang="0">
                  <a:pos x="2577" y="193"/>
                </a:cxn>
              </a:cxnLst>
              <a:rect l="0" t="0" r="r" b="b"/>
              <a:pathLst>
                <a:path w="2577" h="1949">
                  <a:moveTo>
                    <a:pt x="0" y="1823"/>
                  </a:moveTo>
                  <a:cubicBezTo>
                    <a:pt x="84" y="1867"/>
                    <a:pt x="168" y="1911"/>
                    <a:pt x="259" y="1930"/>
                  </a:cubicBezTo>
                  <a:cubicBezTo>
                    <a:pt x="350" y="1949"/>
                    <a:pt x="473" y="1942"/>
                    <a:pt x="543" y="1936"/>
                  </a:cubicBezTo>
                  <a:cubicBezTo>
                    <a:pt x="613" y="1930"/>
                    <a:pt x="632" y="1921"/>
                    <a:pt x="682" y="1892"/>
                  </a:cubicBezTo>
                  <a:cubicBezTo>
                    <a:pt x="732" y="1863"/>
                    <a:pt x="788" y="1817"/>
                    <a:pt x="846" y="1760"/>
                  </a:cubicBezTo>
                  <a:cubicBezTo>
                    <a:pt x="904" y="1703"/>
                    <a:pt x="961" y="1684"/>
                    <a:pt x="1029" y="1551"/>
                  </a:cubicBezTo>
                  <a:cubicBezTo>
                    <a:pt x="1097" y="1418"/>
                    <a:pt x="1178" y="1167"/>
                    <a:pt x="1257" y="964"/>
                  </a:cubicBezTo>
                  <a:cubicBezTo>
                    <a:pt x="1336" y="761"/>
                    <a:pt x="1419" y="474"/>
                    <a:pt x="1503" y="332"/>
                  </a:cubicBezTo>
                  <a:cubicBezTo>
                    <a:pt x="1587" y="190"/>
                    <a:pt x="1671" y="164"/>
                    <a:pt x="1762" y="111"/>
                  </a:cubicBezTo>
                  <a:cubicBezTo>
                    <a:pt x="1853" y="58"/>
                    <a:pt x="1959" y="32"/>
                    <a:pt x="2052" y="16"/>
                  </a:cubicBezTo>
                  <a:cubicBezTo>
                    <a:pt x="2145" y="0"/>
                    <a:pt x="2252" y="7"/>
                    <a:pt x="2318" y="16"/>
                  </a:cubicBezTo>
                  <a:cubicBezTo>
                    <a:pt x="2384" y="25"/>
                    <a:pt x="2407" y="44"/>
                    <a:pt x="2450" y="73"/>
                  </a:cubicBezTo>
                  <a:cubicBezTo>
                    <a:pt x="2493" y="102"/>
                    <a:pt x="2535" y="147"/>
                    <a:pt x="2577" y="193"/>
                  </a:cubicBezTo>
                </a:path>
              </a:pathLst>
            </a:custGeom>
            <a:noFill/>
            <a:ln w="28575" cap="flat" cmpd="sng">
              <a:solidFill>
                <a:srgbClr val="FF3300"/>
              </a:solidFill>
              <a:prstDash val="solid"/>
              <a:round/>
              <a:headEnd/>
              <a:tailEnd/>
            </a:ln>
            <a:effectLst/>
          </p:spPr>
          <p:txBody>
            <a:bodyPr wrap="none" anchor="ctr"/>
            <a:lstStyle/>
            <a:p>
              <a:endParaRPr lang="en-GB"/>
            </a:p>
          </p:txBody>
        </p:sp>
        <p:sp>
          <p:nvSpPr>
            <p:cNvPr id="135251" name="Freeform 83"/>
            <p:cNvSpPr>
              <a:spLocks/>
            </p:cNvSpPr>
            <p:nvPr/>
          </p:nvSpPr>
          <p:spPr bwMode="auto">
            <a:xfrm flipH="1">
              <a:off x="3408" y="1200"/>
              <a:ext cx="1488" cy="1104"/>
            </a:xfrm>
            <a:custGeom>
              <a:avLst/>
              <a:gdLst/>
              <a:ahLst/>
              <a:cxnLst>
                <a:cxn ang="0">
                  <a:pos x="0" y="1823"/>
                </a:cxn>
                <a:cxn ang="0">
                  <a:pos x="259" y="1930"/>
                </a:cxn>
                <a:cxn ang="0">
                  <a:pos x="543" y="1936"/>
                </a:cxn>
                <a:cxn ang="0">
                  <a:pos x="682" y="1892"/>
                </a:cxn>
                <a:cxn ang="0">
                  <a:pos x="846" y="1760"/>
                </a:cxn>
                <a:cxn ang="0">
                  <a:pos x="1029" y="1551"/>
                </a:cxn>
                <a:cxn ang="0">
                  <a:pos x="1257" y="964"/>
                </a:cxn>
                <a:cxn ang="0">
                  <a:pos x="1503" y="332"/>
                </a:cxn>
                <a:cxn ang="0">
                  <a:pos x="1762" y="111"/>
                </a:cxn>
                <a:cxn ang="0">
                  <a:pos x="2052" y="16"/>
                </a:cxn>
                <a:cxn ang="0">
                  <a:pos x="2318" y="16"/>
                </a:cxn>
                <a:cxn ang="0">
                  <a:pos x="2450" y="73"/>
                </a:cxn>
                <a:cxn ang="0">
                  <a:pos x="2577" y="193"/>
                </a:cxn>
              </a:cxnLst>
              <a:rect l="0" t="0" r="r" b="b"/>
              <a:pathLst>
                <a:path w="2577" h="1949">
                  <a:moveTo>
                    <a:pt x="0" y="1823"/>
                  </a:moveTo>
                  <a:cubicBezTo>
                    <a:pt x="84" y="1867"/>
                    <a:pt x="168" y="1911"/>
                    <a:pt x="259" y="1930"/>
                  </a:cubicBezTo>
                  <a:cubicBezTo>
                    <a:pt x="350" y="1949"/>
                    <a:pt x="473" y="1942"/>
                    <a:pt x="543" y="1936"/>
                  </a:cubicBezTo>
                  <a:cubicBezTo>
                    <a:pt x="613" y="1930"/>
                    <a:pt x="632" y="1921"/>
                    <a:pt x="682" y="1892"/>
                  </a:cubicBezTo>
                  <a:cubicBezTo>
                    <a:pt x="732" y="1863"/>
                    <a:pt x="788" y="1817"/>
                    <a:pt x="846" y="1760"/>
                  </a:cubicBezTo>
                  <a:cubicBezTo>
                    <a:pt x="904" y="1703"/>
                    <a:pt x="961" y="1684"/>
                    <a:pt x="1029" y="1551"/>
                  </a:cubicBezTo>
                  <a:cubicBezTo>
                    <a:pt x="1097" y="1418"/>
                    <a:pt x="1178" y="1167"/>
                    <a:pt x="1257" y="964"/>
                  </a:cubicBezTo>
                  <a:cubicBezTo>
                    <a:pt x="1336" y="761"/>
                    <a:pt x="1419" y="474"/>
                    <a:pt x="1503" y="332"/>
                  </a:cubicBezTo>
                  <a:cubicBezTo>
                    <a:pt x="1587" y="190"/>
                    <a:pt x="1671" y="164"/>
                    <a:pt x="1762" y="111"/>
                  </a:cubicBezTo>
                  <a:cubicBezTo>
                    <a:pt x="1853" y="58"/>
                    <a:pt x="1959" y="32"/>
                    <a:pt x="2052" y="16"/>
                  </a:cubicBezTo>
                  <a:cubicBezTo>
                    <a:pt x="2145" y="0"/>
                    <a:pt x="2252" y="7"/>
                    <a:pt x="2318" y="16"/>
                  </a:cubicBezTo>
                  <a:cubicBezTo>
                    <a:pt x="2384" y="25"/>
                    <a:pt x="2407" y="44"/>
                    <a:pt x="2450" y="73"/>
                  </a:cubicBezTo>
                  <a:cubicBezTo>
                    <a:pt x="2493" y="102"/>
                    <a:pt x="2535" y="147"/>
                    <a:pt x="2577" y="193"/>
                  </a:cubicBezTo>
                </a:path>
              </a:pathLst>
            </a:custGeom>
            <a:noFill/>
            <a:ln w="28575" cap="flat" cmpd="sng">
              <a:solidFill>
                <a:srgbClr val="FF3300"/>
              </a:solidFill>
              <a:prstDash val="solid"/>
              <a:round/>
              <a:headEnd/>
              <a:tailEnd/>
            </a:ln>
            <a:effectLst/>
          </p:spPr>
          <p:txBody>
            <a:bodyPr wrap="none" anchor="ctr"/>
            <a:lstStyle/>
            <a:p>
              <a:endParaRPr lang="en-GB"/>
            </a:p>
          </p:txBody>
        </p:sp>
        <p:sp>
          <p:nvSpPr>
            <p:cNvPr id="135252" name="Freeform 84"/>
            <p:cNvSpPr>
              <a:spLocks/>
            </p:cNvSpPr>
            <p:nvPr/>
          </p:nvSpPr>
          <p:spPr bwMode="auto">
            <a:xfrm flipH="1">
              <a:off x="3312" y="1200"/>
              <a:ext cx="1488" cy="1104"/>
            </a:xfrm>
            <a:custGeom>
              <a:avLst/>
              <a:gdLst/>
              <a:ahLst/>
              <a:cxnLst>
                <a:cxn ang="0">
                  <a:pos x="0" y="1823"/>
                </a:cxn>
                <a:cxn ang="0">
                  <a:pos x="259" y="1930"/>
                </a:cxn>
                <a:cxn ang="0">
                  <a:pos x="543" y="1936"/>
                </a:cxn>
                <a:cxn ang="0">
                  <a:pos x="682" y="1892"/>
                </a:cxn>
                <a:cxn ang="0">
                  <a:pos x="846" y="1760"/>
                </a:cxn>
                <a:cxn ang="0">
                  <a:pos x="1029" y="1551"/>
                </a:cxn>
                <a:cxn ang="0">
                  <a:pos x="1257" y="964"/>
                </a:cxn>
                <a:cxn ang="0">
                  <a:pos x="1503" y="332"/>
                </a:cxn>
                <a:cxn ang="0">
                  <a:pos x="1762" y="111"/>
                </a:cxn>
                <a:cxn ang="0">
                  <a:pos x="2052" y="16"/>
                </a:cxn>
                <a:cxn ang="0">
                  <a:pos x="2318" y="16"/>
                </a:cxn>
                <a:cxn ang="0">
                  <a:pos x="2450" y="73"/>
                </a:cxn>
                <a:cxn ang="0">
                  <a:pos x="2577" y="193"/>
                </a:cxn>
              </a:cxnLst>
              <a:rect l="0" t="0" r="r" b="b"/>
              <a:pathLst>
                <a:path w="2577" h="1949">
                  <a:moveTo>
                    <a:pt x="0" y="1823"/>
                  </a:moveTo>
                  <a:cubicBezTo>
                    <a:pt x="84" y="1867"/>
                    <a:pt x="168" y="1911"/>
                    <a:pt x="259" y="1930"/>
                  </a:cubicBezTo>
                  <a:cubicBezTo>
                    <a:pt x="350" y="1949"/>
                    <a:pt x="473" y="1942"/>
                    <a:pt x="543" y="1936"/>
                  </a:cubicBezTo>
                  <a:cubicBezTo>
                    <a:pt x="613" y="1930"/>
                    <a:pt x="632" y="1921"/>
                    <a:pt x="682" y="1892"/>
                  </a:cubicBezTo>
                  <a:cubicBezTo>
                    <a:pt x="732" y="1863"/>
                    <a:pt x="788" y="1817"/>
                    <a:pt x="846" y="1760"/>
                  </a:cubicBezTo>
                  <a:cubicBezTo>
                    <a:pt x="904" y="1703"/>
                    <a:pt x="961" y="1684"/>
                    <a:pt x="1029" y="1551"/>
                  </a:cubicBezTo>
                  <a:cubicBezTo>
                    <a:pt x="1097" y="1418"/>
                    <a:pt x="1178" y="1167"/>
                    <a:pt x="1257" y="964"/>
                  </a:cubicBezTo>
                  <a:cubicBezTo>
                    <a:pt x="1336" y="761"/>
                    <a:pt x="1419" y="474"/>
                    <a:pt x="1503" y="332"/>
                  </a:cubicBezTo>
                  <a:cubicBezTo>
                    <a:pt x="1587" y="190"/>
                    <a:pt x="1671" y="164"/>
                    <a:pt x="1762" y="111"/>
                  </a:cubicBezTo>
                  <a:cubicBezTo>
                    <a:pt x="1853" y="58"/>
                    <a:pt x="1959" y="32"/>
                    <a:pt x="2052" y="16"/>
                  </a:cubicBezTo>
                  <a:cubicBezTo>
                    <a:pt x="2145" y="0"/>
                    <a:pt x="2252" y="7"/>
                    <a:pt x="2318" y="16"/>
                  </a:cubicBezTo>
                  <a:cubicBezTo>
                    <a:pt x="2384" y="25"/>
                    <a:pt x="2407" y="44"/>
                    <a:pt x="2450" y="73"/>
                  </a:cubicBezTo>
                  <a:cubicBezTo>
                    <a:pt x="2493" y="102"/>
                    <a:pt x="2535" y="147"/>
                    <a:pt x="2577" y="193"/>
                  </a:cubicBezTo>
                </a:path>
              </a:pathLst>
            </a:custGeom>
            <a:noFill/>
            <a:ln w="28575" cap="flat" cmpd="sng">
              <a:solidFill>
                <a:srgbClr val="FF3300"/>
              </a:solidFill>
              <a:prstDash val="solid"/>
              <a:round/>
              <a:headEnd/>
              <a:tailEnd/>
            </a:ln>
            <a:effectLst/>
          </p:spPr>
          <p:txBody>
            <a:bodyPr wrap="none" anchor="ctr"/>
            <a:lstStyle/>
            <a:p>
              <a:endParaRPr lang="en-GB"/>
            </a:p>
          </p:txBody>
        </p:sp>
        <p:sp>
          <p:nvSpPr>
            <p:cNvPr id="135253" name="Freeform 85"/>
            <p:cNvSpPr>
              <a:spLocks/>
            </p:cNvSpPr>
            <p:nvPr/>
          </p:nvSpPr>
          <p:spPr bwMode="auto">
            <a:xfrm flipH="1">
              <a:off x="3408" y="1200"/>
              <a:ext cx="1488" cy="1104"/>
            </a:xfrm>
            <a:custGeom>
              <a:avLst/>
              <a:gdLst/>
              <a:ahLst/>
              <a:cxnLst>
                <a:cxn ang="0">
                  <a:pos x="0" y="1823"/>
                </a:cxn>
                <a:cxn ang="0">
                  <a:pos x="259" y="1930"/>
                </a:cxn>
                <a:cxn ang="0">
                  <a:pos x="543" y="1936"/>
                </a:cxn>
                <a:cxn ang="0">
                  <a:pos x="682" y="1892"/>
                </a:cxn>
                <a:cxn ang="0">
                  <a:pos x="846" y="1760"/>
                </a:cxn>
                <a:cxn ang="0">
                  <a:pos x="1029" y="1551"/>
                </a:cxn>
                <a:cxn ang="0">
                  <a:pos x="1257" y="964"/>
                </a:cxn>
                <a:cxn ang="0">
                  <a:pos x="1503" y="332"/>
                </a:cxn>
                <a:cxn ang="0">
                  <a:pos x="1762" y="111"/>
                </a:cxn>
                <a:cxn ang="0">
                  <a:pos x="2052" y="16"/>
                </a:cxn>
                <a:cxn ang="0">
                  <a:pos x="2318" y="16"/>
                </a:cxn>
                <a:cxn ang="0">
                  <a:pos x="2450" y="73"/>
                </a:cxn>
                <a:cxn ang="0">
                  <a:pos x="2577" y="193"/>
                </a:cxn>
              </a:cxnLst>
              <a:rect l="0" t="0" r="r" b="b"/>
              <a:pathLst>
                <a:path w="2577" h="1949">
                  <a:moveTo>
                    <a:pt x="0" y="1823"/>
                  </a:moveTo>
                  <a:cubicBezTo>
                    <a:pt x="84" y="1867"/>
                    <a:pt x="168" y="1911"/>
                    <a:pt x="259" y="1930"/>
                  </a:cubicBezTo>
                  <a:cubicBezTo>
                    <a:pt x="350" y="1949"/>
                    <a:pt x="473" y="1942"/>
                    <a:pt x="543" y="1936"/>
                  </a:cubicBezTo>
                  <a:cubicBezTo>
                    <a:pt x="613" y="1930"/>
                    <a:pt x="632" y="1921"/>
                    <a:pt x="682" y="1892"/>
                  </a:cubicBezTo>
                  <a:cubicBezTo>
                    <a:pt x="732" y="1863"/>
                    <a:pt x="788" y="1817"/>
                    <a:pt x="846" y="1760"/>
                  </a:cubicBezTo>
                  <a:cubicBezTo>
                    <a:pt x="904" y="1703"/>
                    <a:pt x="961" y="1684"/>
                    <a:pt x="1029" y="1551"/>
                  </a:cubicBezTo>
                  <a:cubicBezTo>
                    <a:pt x="1097" y="1418"/>
                    <a:pt x="1178" y="1167"/>
                    <a:pt x="1257" y="964"/>
                  </a:cubicBezTo>
                  <a:cubicBezTo>
                    <a:pt x="1336" y="761"/>
                    <a:pt x="1419" y="474"/>
                    <a:pt x="1503" y="332"/>
                  </a:cubicBezTo>
                  <a:cubicBezTo>
                    <a:pt x="1587" y="190"/>
                    <a:pt x="1671" y="164"/>
                    <a:pt x="1762" y="111"/>
                  </a:cubicBezTo>
                  <a:cubicBezTo>
                    <a:pt x="1853" y="58"/>
                    <a:pt x="1959" y="32"/>
                    <a:pt x="2052" y="16"/>
                  </a:cubicBezTo>
                  <a:cubicBezTo>
                    <a:pt x="2145" y="0"/>
                    <a:pt x="2252" y="7"/>
                    <a:pt x="2318" y="16"/>
                  </a:cubicBezTo>
                  <a:cubicBezTo>
                    <a:pt x="2384" y="25"/>
                    <a:pt x="2407" y="44"/>
                    <a:pt x="2450" y="73"/>
                  </a:cubicBezTo>
                  <a:cubicBezTo>
                    <a:pt x="2493" y="102"/>
                    <a:pt x="2535" y="147"/>
                    <a:pt x="2577" y="193"/>
                  </a:cubicBezTo>
                </a:path>
              </a:pathLst>
            </a:custGeom>
            <a:noFill/>
            <a:ln w="28575" cap="flat" cmpd="sng">
              <a:solidFill>
                <a:srgbClr val="FF3300"/>
              </a:solidFill>
              <a:prstDash val="solid"/>
              <a:round/>
              <a:headEnd/>
              <a:tailEnd/>
            </a:ln>
            <a:effectLst/>
          </p:spPr>
          <p:txBody>
            <a:bodyPr wrap="none" anchor="ctr"/>
            <a:lstStyle/>
            <a:p>
              <a:endParaRPr lang="en-GB"/>
            </a:p>
          </p:txBody>
        </p:sp>
        <p:sp>
          <p:nvSpPr>
            <p:cNvPr id="135254" name="Freeform 86"/>
            <p:cNvSpPr>
              <a:spLocks/>
            </p:cNvSpPr>
            <p:nvPr/>
          </p:nvSpPr>
          <p:spPr bwMode="auto">
            <a:xfrm>
              <a:off x="3408" y="1200"/>
              <a:ext cx="1488" cy="1104"/>
            </a:xfrm>
            <a:custGeom>
              <a:avLst/>
              <a:gdLst/>
              <a:ahLst/>
              <a:cxnLst>
                <a:cxn ang="0">
                  <a:pos x="0" y="1823"/>
                </a:cxn>
                <a:cxn ang="0">
                  <a:pos x="259" y="1930"/>
                </a:cxn>
                <a:cxn ang="0">
                  <a:pos x="543" y="1936"/>
                </a:cxn>
                <a:cxn ang="0">
                  <a:pos x="682" y="1892"/>
                </a:cxn>
                <a:cxn ang="0">
                  <a:pos x="846" y="1760"/>
                </a:cxn>
                <a:cxn ang="0">
                  <a:pos x="1029" y="1551"/>
                </a:cxn>
                <a:cxn ang="0">
                  <a:pos x="1257" y="964"/>
                </a:cxn>
                <a:cxn ang="0">
                  <a:pos x="1503" y="332"/>
                </a:cxn>
                <a:cxn ang="0">
                  <a:pos x="1762" y="111"/>
                </a:cxn>
                <a:cxn ang="0">
                  <a:pos x="2052" y="16"/>
                </a:cxn>
                <a:cxn ang="0">
                  <a:pos x="2318" y="16"/>
                </a:cxn>
                <a:cxn ang="0">
                  <a:pos x="2450" y="73"/>
                </a:cxn>
                <a:cxn ang="0">
                  <a:pos x="2577" y="193"/>
                </a:cxn>
              </a:cxnLst>
              <a:rect l="0" t="0" r="r" b="b"/>
              <a:pathLst>
                <a:path w="2577" h="1949">
                  <a:moveTo>
                    <a:pt x="0" y="1823"/>
                  </a:moveTo>
                  <a:cubicBezTo>
                    <a:pt x="84" y="1867"/>
                    <a:pt x="168" y="1911"/>
                    <a:pt x="259" y="1930"/>
                  </a:cubicBezTo>
                  <a:cubicBezTo>
                    <a:pt x="350" y="1949"/>
                    <a:pt x="473" y="1942"/>
                    <a:pt x="543" y="1936"/>
                  </a:cubicBezTo>
                  <a:cubicBezTo>
                    <a:pt x="613" y="1930"/>
                    <a:pt x="632" y="1921"/>
                    <a:pt x="682" y="1892"/>
                  </a:cubicBezTo>
                  <a:cubicBezTo>
                    <a:pt x="732" y="1863"/>
                    <a:pt x="788" y="1817"/>
                    <a:pt x="846" y="1760"/>
                  </a:cubicBezTo>
                  <a:cubicBezTo>
                    <a:pt x="904" y="1703"/>
                    <a:pt x="961" y="1684"/>
                    <a:pt x="1029" y="1551"/>
                  </a:cubicBezTo>
                  <a:cubicBezTo>
                    <a:pt x="1097" y="1418"/>
                    <a:pt x="1178" y="1167"/>
                    <a:pt x="1257" y="964"/>
                  </a:cubicBezTo>
                  <a:cubicBezTo>
                    <a:pt x="1336" y="761"/>
                    <a:pt x="1419" y="474"/>
                    <a:pt x="1503" y="332"/>
                  </a:cubicBezTo>
                  <a:cubicBezTo>
                    <a:pt x="1587" y="190"/>
                    <a:pt x="1671" y="164"/>
                    <a:pt x="1762" y="111"/>
                  </a:cubicBezTo>
                  <a:cubicBezTo>
                    <a:pt x="1853" y="58"/>
                    <a:pt x="1959" y="32"/>
                    <a:pt x="2052" y="16"/>
                  </a:cubicBezTo>
                  <a:cubicBezTo>
                    <a:pt x="2145" y="0"/>
                    <a:pt x="2252" y="7"/>
                    <a:pt x="2318" y="16"/>
                  </a:cubicBezTo>
                  <a:cubicBezTo>
                    <a:pt x="2384" y="25"/>
                    <a:pt x="2407" y="44"/>
                    <a:pt x="2450" y="73"/>
                  </a:cubicBezTo>
                  <a:cubicBezTo>
                    <a:pt x="2493" y="102"/>
                    <a:pt x="2535" y="147"/>
                    <a:pt x="2577" y="193"/>
                  </a:cubicBezTo>
                </a:path>
              </a:pathLst>
            </a:custGeom>
            <a:noFill/>
            <a:ln w="28575" cap="flat" cmpd="sng">
              <a:solidFill>
                <a:srgbClr val="FF3300"/>
              </a:solidFill>
              <a:prstDash val="solid"/>
              <a:round/>
              <a:headEnd/>
              <a:tailEnd/>
            </a:ln>
            <a:effectLst/>
          </p:spPr>
          <p:txBody>
            <a:bodyPr wrap="none" anchor="ctr"/>
            <a:lstStyle/>
            <a:p>
              <a:endParaRPr lang="en-GB"/>
            </a:p>
          </p:txBody>
        </p:sp>
        <p:sp>
          <p:nvSpPr>
            <p:cNvPr id="135255" name="Freeform 87"/>
            <p:cNvSpPr>
              <a:spLocks/>
            </p:cNvSpPr>
            <p:nvPr/>
          </p:nvSpPr>
          <p:spPr bwMode="auto">
            <a:xfrm>
              <a:off x="3504" y="1248"/>
              <a:ext cx="1488" cy="1104"/>
            </a:xfrm>
            <a:custGeom>
              <a:avLst/>
              <a:gdLst/>
              <a:ahLst/>
              <a:cxnLst>
                <a:cxn ang="0">
                  <a:pos x="0" y="1823"/>
                </a:cxn>
                <a:cxn ang="0">
                  <a:pos x="259" y="1930"/>
                </a:cxn>
                <a:cxn ang="0">
                  <a:pos x="543" y="1936"/>
                </a:cxn>
                <a:cxn ang="0">
                  <a:pos x="682" y="1892"/>
                </a:cxn>
                <a:cxn ang="0">
                  <a:pos x="846" y="1760"/>
                </a:cxn>
                <a:cxn ang="0">
                  <a:pos x="1029" y="1551"/>
                </a:cxn>
                <a:cxn ang="0">
                  <a:pos x="1257" y="964"/>
                </a:cxn>
                <a:cxn ang="0">
                  <a:pos x="1503" y="332"/>
                </a:cxn>
                <a:cxn ang="0">
                  <a:pos x="1762" y="111"/>
                </a:cxn>
                <a:cxn ang="0">
                  <a:pos x="2052" y="16"/>
                </a:cxn>
                <a:cxn ang="0">
                  <a:pos x="2318" y="16"/>
                </a:cxn>
                <a:cxn ang="0">
                  <a:pos x="2450" y="73"/>
                </a:cxn>
                <a:cxn ang="0">
                  <a:pos x="2577" y="193"/>
                </a:cxn>
              </a:cxnLst>
              <a:rect l="0" t="0" r="r" b="b"/>
              <a:pathLst>
                <a:path w="2577" h="1949">
                  <a:moveTo>
                    <a:pt x="0" y="1823"/>
                  </a:moveTo>
                  <a:cubicBezTo>
                    <a:pt x="84" y="1867"/>
                    <a:pt x="168" y="1911"/>
                    <a:pt x="259" y="1930"/>
                  </a:cubicBezTo>
                  <a:cubicBezTo>
                    <a:pt x="350" y="1949"/>
                    <a:pt x="473" y="1942"/>
                    <a:pt x="543" y="1936"/>
                  </a:cubicBezTo>
                  <a:cubicBezTo>
                    <a:pt x="613" y="1930"/>
                    <a:pt x="632" y="1921"/>
                    <a:pt x="682" y="1892"/>
                  </a:cubicBezTo>
                  <a:cubicBezTo>
                    <a:pt x="732" y="1863"/>
                    <a:pt x="788" y="1817"/>
                    <a:pt x="846" y="1760"/>
                  </a:cubicBezTo>
                  <a:cubicBezTo>
                    <a:pt x="904" y="1703"/>
                    <a:pt x="961" y="1684"/>
                    <a:pt x="1029" y="1551"/>
                  </a:cubicBezTo>
                  <a:cubicBezTo>
                    <a:pt x="1097" y="1418"/>
                    <a:pt x="1178" y="1167"/>
                    <a:pt x="1257" y="964"/>
                  </a:cubicBezTo>
                  <a:cubicBezTo>
                    <a:pt x="1336" y="761"/>
                    <a:pt x="1419" y="474"/>
                    <a:pt x="1503" y="332"/>
                  </a:cubicBezTo>
                  <a:cubicBezTo>
                    <a:pt x="1587" y="190"/>
                    <a:pt x="1671" y="164"/>
                    <a:pt x="1762" y="111"/>
                  </a:cubicBezTo>
                  <a:cubicBezTo>
                    <a:pt x="1853" y="58"/>
                    <a:pt x="1959" y="32"/>
                    <a:pt x="2052" y="16"/>
                  </a:cubicBezTo>
                  <a:cubicBezTo>
                    <a:pt x="2145" y="0"/>
                    <a:pt x="2252" y="7"/>
                    <a:pt x="2318" y="16"/>
                  </a:cubicBezTo>
                  <a:cubicBezTo>
                    <a:pt x="2384" y="25"/>
                    <a:pt x="2407" y="44"/>
                    <a:pt x="2450" y="73"/>
                  </a:cubicBezTo>
                  <a:cubicBezTo>
                    <a:pt x="2493" y="102"/>
                    <a:pt x="2535" y="147"/>
                    <a:pt x="2577" y="193"/>
                  </a:cubicBezTo>
                </a:path>
              </a:pathLst>
            </a:custGeom>
            <a:noFill/>
            <a:ln w="28575" cap="flat" cmpd="sng">
              <a:solidFill>
                <a:srgbClr val="FF3300"/>
              </a:solidFill>
              <a:prstDash val="solid"/>
              <a:round/>
              <a:headEnd/>
              <a:tailEnd/>
            </a:ln>
            <a:effectLst/>
          </p:spPr>
          <p:txBody>
            <a:bodyPr wrap="none" anchor="ctr"/>
            <a:lstStyle/>
            <a:p>
              <a:endParaRPr lang="en-GB"/>
            </a:p>
          </p:txBody>
        </p:sp>
        <p:sp>
          <p:nvSpPr>
            <p:cNvPr id="135256" name="Freeform 88"/>
            <p:cNvSpPr>
              <a:spLocks/>
            </p:cNvSpPr>
            <p:nvPr/>
          </p:nvSpPr>
          <p:spPr bwMode="auto">
            <a:xfrm>
              <a:off x="3456" y="1200"/>
              <a:ext cx="1485" cy="1055"/>
            </a:xfrm>
            <a:custGeom>
              <a:avLst/>
              <a:gdLst/>
              <a:ahLst/>
              <a:cxnLst>
                <a:cxn ang="0">
                  <a:pos x="1" y="1818"/>
                </a:cxn>
                <a:cxn ang="0">
                  <a:pos x="33" y="1799"/>
                </a:cxn>
                <a:cxn ang="0">
                  <a:pos x="197" y="1603"/>
                </a:cxn>
                <a:cxn ang="0">
                  <a:pos x="405" y="1167"/>
                </a:cxn>
                <a:cxn ang="0">
                  <a:pos x="576" y="617"/>
                </a:cxn>
                <a:cxn ang="0">
                  <a:pos x="784" y="220"/>
                </a:cxn>
                <a:cxn ang="0">
                  <a:pos x="1024" y="62"/>
                </a:cxn>
                <a:cxn ang="0">
                  <a:pos x="1277" y="24"/>
                </a:cxn>
                <a:cxn ang="0">
                  <a:pos x="1473" y="43"/>
                </a:cxn>
                <a:cxn ang="0">
                  <a:pos x="1845" y="283"/>
                </a:cxn>
                <a:cxn ang="0">
                  <a:pos x="1965" y="548"/>
                </a:cxn>
                <a:cxn ang="0">
                  <a:pos x="2079" y="921"/>
                </a:cxn>
                <a:cxn ang="0">
                  <a:pos x="2186" y="1243"/>
                </a:cxn>
                <a:cxn ang="0">
                  <a:pos x="2319" y="1534"/>
                </a:cxn>
                <a:cxn ang="0">
                  <a:pos x="2458" y="1786"/>
                </a:cxn>
                <a:cxn ang="0">
                  <a:pos x="2572" y="1862"/>
                </a:cxn>
              </a:cxnLst>
              <a:rect l="0" t="0" r="r" b="b"/>
              <a:pathLst>
                <a:path w="2572" h="1862">
                  <a:moveTo>
                    <a:pt x="1" y="1818"/>
                  </a:moveTo>
                  <a:cubicBezTo>
                    <a:pt x="0" y="1826"/>
                    <a:pt x="0" y="1835"/>
                    <a:pt x="33" y="1799"/>
                  </a:cubicBezTo>
                  <a:cubicBezTo>
                    <a:pt x="66" y="1763"/>
                    <a:pt x="135" y="1708"/>
                    <a:pt x="197" y="1603"/>
                  </a:cubicBezTo>
                  <a:cubicBezTo>
                    <a:pt x="259" y="1498"/>
                    <a:pt x="342" y="1331"/>
                    <a:pt x="405" y="1167"/>
                  </a:cubicBezTo>
                  <a:cubicBezTo>
                    <a:pt x="468" y="1003"/>
                    <a:pt x="513" y="775"/>
                    <a:pt x="576" y="617"/>
                  </a:cubicBezTo>
                  <a:cubicBezTo>
                    <a:pt x="639" y="459"/>
                    <a:pt x="709" y="312"/>
                    <a:pt x="784" y="220"/>
                  </a:cubicBezTo>
                  <a:cubicBezTo>
                    <a:pt x="859" y="128"/>
                    <a:pt x="942" y="95"/>
                    <a:pt x="1024" y="62"/>
                  </a:cubicBezTo>
                  <a:cubicBezTo>
                    <a:pt x="1106" y="29"/>
                    <a:pt x="1202" y="27"/>
                    <a:pt x="1277" y="24"/>
                  </a:cubicBezTo>
                  <a:cubicBezTo>
                    <a:pt x="1352" y="21"/>
                    <a:pt x="1378" y="0"/>
                    <a:pt x="1473" y="43"/>
                  </a:cubicBezTo>
                  <a:cubicBezTo>
                    <a:pt x="1568" y="86"/>
                    <a:pt x="1763" y="199"/>
                    <a:pt x="1845" y="283"/>
                  </a:cubicBezTo>
                  <a:cubicBezTo>
                    <a:pt x="1927" y="367"/>
                    <a:pt x="1926" y="442"/>
                    <a:pt x="1965" y="548"/>
                  </a:cubicBezTo>
                  <a:cubicBezTo>
                    <a:pt x="2004" y="654"/>
                    <a:pt x="2042" y="805"/>
                    <a:pt x="2079" y="921"/>
                  </a:cubicBezTo>
                  <a:cubicBezTo>
                    <a:pt x="2116" y="1037"/>
                    <a:pt x="2146" y="1141"/>
                    <a:pt x="2186" y="1243"/>
                  </a:cubicBezTo>
                  <a:cubicBezTo>
                    <a:pt x="2226" y="1345"/>
                    <a:pt x="2274" y="1444"/>
                    <a:pt x="2319" y="1534"/>
                  </a:cubicBezTo>
                  <a:cubicBezTo>
                    <a:pt x="2364" y="1624"/>
                    <a:pt x="2416" y="1731"/>
                    <a:pt x="2458" y="1786"/>
                  </a:cubicBezTo>
                  <a:cubicBezTo>
                    <a:pt x="2500" y="1841"/>
                    <a:pt x="2549" y="1849"/>
                    <a:pt x="2572" y="1862"/>
                  </a:cubicBezTo>
                </a:path>
              </a:pathLst>
            </a:custGeom>
            <a:noFill/>
            <a:ln w="28575" cap="flat" cmpd="sng">
              <a:solidFill>
                <a:srgbClr val="FF3300"/>
              </a:solidFill>
              <a:prstDash val="solid"/>
              <a:round/>
              <a:headEnd/>
              <a:tailEnd/>
            </a:ln>
            <a:effectLst/>
          </p:spPr>
          <p:txBody>
            <a:bodyPr wrap="none" anchor="ctr"/>
            <a:lstStyle/>
            <a:p>
              <a:endParaRPr lang="en-GB"/>
            </a:p>
          </p:txBody>
        </p:sp>
        <p:sp>
          <p:nvSpPr>
            <p:cNvPr id="135257" name="Freeform 89"/>
            <p:cNvSpPr>
              <a:spLocks/>
            </p:cNvSpPr>
            <p:nvPr/>
          </p:nvSpPr>
          <p:spPr bwMode="auto">
            <a:xfrm>
              <a:off x="3456" y="1200"/>
              <a:ext cx="1485" cy="1055"/>
            </a:xfrm>
            <a:custGeom>
              <a:avLst/>
              <a:gdLst/>
              <a:ahLst/>
              <a:cxnLst>
                <a:cxn ang="0">
                  <a:pos x="1" y="1818"/>
                </a:cxn>
                <a:cxn ang="0">
                  <a:pos x="33" y="1799"/>
                </a:cxn>
                <a:cxn ang="0">
                  <a:pos x="197" y="1603"/>
                </a:cxn>
                <a:cxn ang="0">
                  <a:pos x="405" y="1167"/>
                </a:cxn>
                <a:cxn ang="0">
                  <a:pos x="576" y="617"/>
                </a:cxn>
                <a:cxn ang="0">
                  <a:pos x="784" y="220"/>
                </a:cxn>
                <a:cxn ang="0">
                  <a:pos x="1024" y="62"/>
                </a:cxn>
                <a:cxn ang="0">
                  <a:pos x="1277" y="24"/>
                </a:cxn>
                <a:cxn ang="0">
                  <a:pos x="1473" y="43"/>
                </a:cxn>
                <a:cxn ang="0">
                  <a:pos x="1845" y="283"/>
                </a:cxn>
                <a:cxn ang="0">
                  <a:pos x="1965" y="548"/>
                </a:cxn>
                <a:cxn ang="0">
                  <a:pos x="2079" y="921"/>
                </a:cxn>
                <a:cxn ang="0">
                  <a:pos x="2186" y="1243"/>
                </a:cxn>
                <a:cxn ang="0">
                  <a:pos x="2319" y="1534"/>
                </a:cxn>
                <a:cxn ang="0">
                  <a:pos x="2458" y="1786"/>
                </a:cxn>
                <a:cxn ang="0">
                  <a:pos x="2572" y="1862"/>
                </a:cxn>
              </a:cxnLst>
              <a:rect l="0" t="0" r="r" b="b"/>
              <a:pathLst>
                <a:path w="2572" h="1862">
                  <a:moveTo>
                    <a:pt x="1" y="1818"/>
                  </a:moveTo>
                  <a:cubicBezTo>
                    <a:pt x="0" y="1826"/>
                    <a:pt x="0" y="1835"/>
                    <a:pt x="33" y="1799"/>
                  </a:cubicBezTo>
                  <a:cubicBezTo>
                    <a:pt x="66" y="1763"/>
                    <a:pt x="135" y="1708"/>
                    <a:pt x="197" y="1603"/>
                  </a:cubicBezTo>
                  <a:cubicBezTo>
                    <a:pt x="259" y="1498"/>
                    <a:pt x="342" y="1331"/>
                    <a:pt x="405" y="1167"/>
                  </a:cubicBezTo>
                  <a:cubicBezTo>
                    <a:pt x="468" y="1003"/>
                    <a:pt x="513" y="775"/>
                    <a:pt x="576" y="617"/>
                  </a:cubicBezTo>
                  <a:cubicBezTo>
                    <a:pt x="639" y="459"/>
                    <a:pt x="709" y="312"/>
                    <a:pt x="784" y="220"/>
                  </a:cubicBezTo>
                  <a:cubicBezTo>
                    <a:pt x="859" y="128"/>
                    <a:pt x="942" y="95"/>
                    <a:pt x="1024" y="62"/>
                  </a:cubicBezTo>
                  <a:cubicBezTo>
                    <a:pt x="1106" y="29"/>
                    <a:pt x="1202" y="27"/>
                    <a:pt x="1277" y="24"/>
                  </a:cubicBezTo>
                  <a:cubicBezTo>
                    <a:pt x="1352" y="21"/>
                    <a:pt x="1378" y="0"/>
                    <a:pt x="1473" y="43"/>
                  </a:cubicBezTo>
                  <a:cubicBezTo>
                    <a:pt x="1568" y="86"/>
                    <a:pt x="1763" y="199"/>
                    <a:pt x="1845" y="283"/>
                  </a:cubicBezTo>
                  <a:cubicBezTo>
                    <a:pt x="1927" y="367"/>
                    <a:pt x="1926" y="442"/>
                    <a:pt x="1965" y="548"/>
                  </a:cubicBezTo>
                  <a:cubicBezTo>
                    <a:pt x="2004" y="654"/>
                    <a:pt x="2042" y="805"/>
                    <a:pt x="2079" y="921"/>
                  </a:cubicBezTo>
                  <a:cubicBezTo>
                    <a:pt x="2116" y="1037"/>
                    <a:pt x="2146" y="1141"/>
                    <a:pt x="2186" y="1243"/>
                  </a:cubicBezTo>
                  <a:cubicBezTo>
                    <a:pt x="2226" y="1345"/>
                    <a:pt x="2274" y="1444"/>
                    <a:pt x="2319" y="1534"/>
                  </a:cubicBezTo>
                  <a:cubicBezTo>
                    <a:pt x="2364" y="1624"/>
                    <a:pt x="2416" y="1731"/>
                    <a:pt x="2458" y="1786"/>
                  </a:cubicBezTo>
                  <a:cubicBezTo>
                    <a:pt x="2500" y="1841"/>
                    <a:pt x="2549" y="1849"/>
                    <a:pt x="2572" y="1862"/>
                  </a:cubicBezTo>
                </a:path>
              </a:pathLst>
            </a:custGeom>
            <a:noFill/>
            <a:ln w="28575" cap="flat" cmpd="sng">
              <a:solidFill>
                <a:srgbClr val="FF3300"/>
              </a:solidFill>
              <a:prstDash val="solid"/>
              <a:round/>
              <a:headEnd/>
              <a:tailEnd/>
            </a:ln>
            <a:effectLst/>
          </p:spPr>
          <p:txBody>
            <a:bodyPr wrap="none" anchor="ctr"/>
            <a:lstStyle/>
            <a:p>
              <a:endParaRPr lang="en-GB"/>
            </a:p>
          </p:txBody>
        </p:sp>
        <p:sp>
          <p:nvSpPr>
            <p:cNvPr id="135258" name="Freeform 90"/>
            <p:cNvSpPr>
              <a:spLocks/>
            </p:cNvSpPr>
            <p:nvPr/>
          </p:nvSpPr>
          <p:spPr bwMode="auto">
            <a:xfrm>
              <a:off x="3408" y="1200"/>
              <a:ext cx="1485" cy="1055"/>
            </a:xfrm>
            <a:custGeom>
              <a:avLst/>
              <a:gdLst/>
              <a:ahLst/>
              <a:cxnLst>
                <a:cxn ang="0">
                  <a:pos x="1" y="1818"/>
                </a:cxn>
                <a:cxn ang="0">
                  <a:pos x="33" y="1799"/>
                </a:cxn>
                <a:cxn ang="0">
                  <a:pos x="197" y="1603"/>
                </a:cxn>
                <a:cxn ang="0">
                  <a:pos x="405" y="1167"/>
                </a:cxn>
                <a:cxn ang="0">
                  <a:pos x="576" y="617"/>
                </a:cxn>
                <a:cxn ang="0">
                  <a:pos x="784" y="220"/>
                </a:cxn>
                <a:cxn ang="0">
                  <a:pos x="1024" y="62"/>
                </a:cxn>
                <a:cxn ang="0">
                  <a:pos x="1277" y="24"/>
                </a:cxn>
                <a:cxn ang="0">
                  <a:pos x="1473" y="43"/>
                </a:cxn>
                <a:cxn ang="0">
                  <a:pos x="1845" y="283"/>
                </a:cxn>
                <a:cxn ang="0">
                  <a:pos x="1965" y="548"/>
                </a:cxn>
                <a:cxn ang="0">
                  <a:pos x="2079" y="921"/>
                </a:cxn>
                <a:cxn ang="0">
                  <a:pos x="2186" y="1243"/>
                </a:cxn>
                <a:cxn ang="0">
                  <a:pos x="2319" y="1534"/>
                </a:cxn>
                <a:cxn ang="0">
                  <a:pos x="2458" y="1786"/>
                </a:cxn>
                <a:cxn ang="0">
                  <a:pos x="2572" y="1862"/>
                </a:cxn>
              </a:cxnLst>
              <a:rect l="0" t="0" r="r" b="b"/>
              <a:pathLst>
                <a:path w="2572" h="1862">
                  <a:moveTo>
                    <a:pt x="1" y="1818"/>
                  </a:moveTo>
                  <a:cubicBezTo>
                    <a:pt x="0" y="1826"/>
                    <a:pt x="0" y="1835"/>
                    <a:pt x="33" y="1799"/>
                  </a:cubicBezTo>
                  <a:cubicBezTo>
                    <a:pt x="66" y="1763"/>
                    <a:pt x="135" y="1708"/>
                    <a:pt x="197" y="1603"/>
                  </a:cubicBezTo>
                  <a:cubicBezTo>
                    <a:pt x="259" y="1498"/>
                    <a:pt x="342" y="1331"/>
                    <a:pt x="405" y="1167"/>
                  </a:cubicBezTo>
                  <a:cubicBezTo>
                    <a:pt x="468" y="1003"/>
                    <a:pt x="513" y="775"/>
                    <a:pt x="576" y="617"/>
                  </a:cubicBezTo>
                  <a:cubicBezTo>
                    <a:pt x="639" y="459"/>
                    <a:pt x="709" y="312"/>
                    <a:pt x="784" y="220"/>
                  </a:cubicBezTo>
                  <a:cubicBezTo>
                    <a:pt x="859" y="128"/>
                    <a:pt x="942" y="95"/>
                    <a:pt x="1024" y="62"/>
                  </a:cubicBezTo>
                  <a:cubicBezTo>
                    <a:pt x="1106" y="29"/>
                    <a:pt x="1202" y="27"/>
                    <a:pt x="1277" y="24"/>
                  </a:cubicBezTo>
                  <a:cubicBezTo>
                    <a:pt x="1352" y="21"/>
                    <a:pt x="1378" y="0"/>
                    <a:pt x="1473" y="43"/>
                  </a:cubicBezTo>
                  <a:cubicBezTo>
                    <a:pt x="1568" y="86"/>
                    <a:pt x="1763" y="199"/>
                    <a:pt x="1845" y="283"/>
                  </a:cubicBezTo>
                  <a:cubicBezTo>
                    <a:pt x="1927" y="367"/>
                    <a:pt x="1926" y="442"/>
                    <a:pt x="1965" y="548"/>
                  </a:cubicBezTo>
                  <a:cubicBezTo>
                    <a:pt x="2004" y="654"/>
                    <a:pt x="2042" y="805"/>
                    <a:pt x="2079" y="921"/>
                  </a:cubicBezTo>
                  <a:cubicBezTo>
                    <a:pt x="2116" y="1037"/>
                    <a:pt x="2146" y="1141"/>
                    <a:pt x="2186" y="1243"/>
                  </a:cubicBezTo>
                  <a:cubicBezTo>
                    <a:pt x="2226" y="1345"/>
                    <a:pt x="2274" y="1444"/>
                    <a:pt x="2319" y="1534"/>
                  </a:cubicBezTo>
                  <a:cubicBezTo>
                    <a:pt x="2364" y="1624"/>
                    <a:pt x="2416" y="1731"/>
                    <a:pt x="2458" y="1786"/>
                  </a:cubicBezTo>
                  <a:cubicBezTo>
                    <a:pt x="2500" y="1841"/>
                    <a:pt x="2549" y="1849"/>
                    <a:pt x="2572" y="1862"/>
                  </a:cubicBezTo>
                </a:path>
              </a:pathLst>
            </a:custGeom>
            <a:noFill/>
            <a:ln w="28575" cap="flat" cmpd="sng">
              <a:solidFill>
                <a:srgbClr val="FF3300"/>
              </a:solidFill>
              <a:prstDash val="solid"/>
              <a:round/>
              <a:headEnd/>
              <a:tailEnd/>
            </a:ln>
            <a:effectLst/>
          </p:spPr>
          <p:txBody>
            <a:bodyPr wrap="none" anchor="ctr"/>
            <a:lstStyle/>
            <a:p>
              <a:endParaRPr lang="en-GB"/>
            </a:p>
          </p:txBody>
        </p:sp>
        <p:sp>
          <p:nvSpPr>
            <p:cNvPr id="135259" name="Freeform 91"/>
            <p:cNvSpPr>
              <a:spLocks/>
            </p:cNvSpPr>
            <p:nvPr/>
          </p:nvSpPr>
          <p:spPr bwMode="auto">
            <a:xfrm flipV="1">
              <a:off x="3552" y="1296"/>
              <a:ext cx="1485" cy="1055"/>
            </a:xfrm>
            <a:custGeom>
              <a:avLst/>
              <a:gdLst/>
              <a:ahLst/>
              <a:cxnLst>
                <a:cxn ang="0">
                  <a:pos x="1" y="1818"/>
                </a:cxn>
                <a:cxn ang="0">
                  <a:pos x="33" y="1799"/>
                </a:cxn>
                <a:cxn ang="0">
                  <a:pos x="197" y="1603"/>
                </a:cxn>
                <a:cxn ang="0">
                  <a:pos x="355" y="1167"/>
                </a:cxn>
                <a:cxn ang="0">
                  <a:pos x="538" y="649"/>
                </a:cxn>
                <a:cxn ang="0">
                  <a:pos x="784" y="220"/>
                </a:cxn>
                <a:cxn ang="0">
                  <a:pos x="1024" y="62"/>
                </a:cxn>
                <a:cxn ang="0">
                  <a:pos x="1277" y="24"/>
                </a:cxn>
                <a:cxn ang="0">
                  <a:pos x="1473" y="43"/>
                </a:cxn>
                <a:cxn ang="0">
                  <a:pos x="1845" y="283"/>
                </a:cxn>
                <a:cxn ang="0">
                  <a:pos x="1965" y="548"/>
                </a:cxn>
                <a:cxn ang="0">
                  <a:pos x="2079" y="921"/>
                </a:cxn>
                <a:cxn ang="0">
                  <a:pos x="2186" y="1243"/>
                </a:cxn>
                <a:cxn ang="0">
                  <a:pos x="2319" y="1534"/>
                </a:cxn>
                <a:cxn ang="0">
                  <a:pos x="2458" y="1786"/>
                </a:cxn>
                <a:cxn ang="0">
                  <a:pos x="2572" y="1862"/>
                </a:cxn>
              </a:cxnLst>
              <a:rect l="0" t="0" r="r" b="b"/>
              <a:pathLst>
                <a:path w="2572" h="1862">
                  <a:moveTo>
                    <a:pt x="1" y="1818"/>
                  </a:moveTo>
                  <a:cubicBezTo>
                    <a:pt x="0" y="1826"/>
                    <a:pt x="0" y="1835"/>
                    <a:pt x="33" y="1799"/>
                  </a:cubicBezTo>
                  <a:cubicBezTo>
                    <a:pt x="66" y="1763"/>
                    <a:pt x="143" y="1708"/>
                    <a:pt x="197" y="1603"/>
                  </a:cubicBezTo>
                  <a:cubicBezTo>
                    <a:pt x="251" y="1498"/>
                    <a:pt x="298" y="1326"/>
                    <a:pt x="355" y="1167"/>
                  </a:cubicBezTo>
                  <a:cubicBezTo>
                    <a:pt x="412" y="1008"/>
                    <a:pt x="467" y="807"/>
                    <a:pt x="538" y="649"/>
                  </a:cubicBezTo>
                  <a:cubicBezTo>
                    <a:pt x="609" y="491"/>
                    <a:pt x="703" y="318"/>
                    <a:pt x="784" y="220"/>
                  </a:cubicBezTo>
                  <a:cubicBezTo>
                    <a:pt x="865" y="122"/>
                    <a:pt x="942" y="95"/>
                    <a:pt x="1024" y="62"/>
                  </a:cubicBezTo>
                  <a:cubicBezTo>
                    <a:pt x="1106" y="29"/>
                    <a:pt x="1202" y="27"/>
                    <a:pt x="1277" y="24"/>
                  </a:cubicBezTo>
                  <a:cubicBezTo>
                    <a:pt x="1352" y="21"/>
                    <a:pt x="1378" y="0"/>
                    <a:pt x="1473" y="43"/>
                  </a:cubicBezTo>
                  <a:cubicBezTo>
                    <a:pt x="1568" y="86"/>
                    <a:pt x="1763" y="199"/>
                    <a:pt x="1845" y="283"/>
                  </a:cubicBezTo>
                  <a:cubicBezTo>
                    <a:pt x="1927" y="367"/>
                    <a:pt x="1926" y="442"/>
                    <a:pt x="1965" y="548"/>
                  </a:cubicBezTo>
                  <a:cubicBezTo>
                    <a:pt x="2004" y="654"/>
                    <a:pt x="2042" y="805"/>
                    <a:pt x="2079" y="921"/>
                  </a:cubicBezTo>
                  <a:cubicBezTo>
                    <a:pt x="2116" y="1037"/>
                    <a:pt x="2146" y="1141"/>
                    <a:pt x="2186" y="1243"/>
                  </a:cubicBezTo>
                  <a:cubicBezTo>
                    <a:pt x="2226" y="1345"/>
                    <a:pt x="2274" y="1444"/>
                    <a:pt x="2319" y="1534"/>
                  </a:cubicBezTo>
                  <a:cubicBezTo>
                    <a:pt x="2364" y="1624"/>
                    <a:pt x="2416" y="1731"/>
                    <a:pt x="2458" y="1786"/>
                  </a:cubicBezTo>
                  <a:cubicBezTo>
                    <a:pt x="2500" y="1841"/>
                    <a:pt x="2549" y="1849"/>
                    <a:pt x="2572" y="1862"/>
                  </a:cubicBezTo>
                </a:path>
              </a:pathLst>
            </a:custGeom>
            <a:noFill/>
            <a:ln w="28575" cap="flat" cmpd="sng">
              <a:solidFill>
                <a:srgbClr val="FF3300"/>
              </a:solidFill>
              <a:prstDash val="solid"/>
              <a:round/>
              <a:headEnd/>
              <a:tailEnd/>
            </a:ln>
            <a:effectLst/>
          </p:spPr>
          <p:txBody>
            <a:bodyPr wrap="none" anchor="ctr"/>
            <a:lstStyle/>
            <a:p>
              <a:endParaRPr lang="en-GB"/>
            </a:p>
          </p:txBody>
        </p:sp>
        <p:sp>
          <p:nvSpPr>
            <p:cNvPr id="135260" name="Freeform 92"/>
            <p:cNvSpPr>
              <a:spLocks/>
            </p:cNvSpPr>
            <p:nvPr/>
          </p:nvSpPr>
          <p:spPr bwMode="auto">
            <a:xfrm>
              <a:off x="3336" y="1186"/>
              <a:ext cx="1485" cy="1055"/>
            </a:xfrm>
            <a:custGeom>
              <a:avLst/>
              <a:gdLst/>
              <a:ahLst/>
              <a:cxnLst>
                <a:cxn ang="0">
                  <a:pos x="1" y="1818"/>
                </a:cxn>
                <a:cxn ang="0">
                  <a:pos x="33" y="1799"/>
                </a:cxn>
                <a:cxn ang="0">
                  <a:pos x="197" y="1603"/>
                </a:cxn>
                <a:cxn ang="0">
                  <a:pos x="355" y="1167"/>
                </a:cxn>
                <a:cxn ang="0">
                  <a:pos x="538" y="649"/>
                </a:cxn>
                <a:cxn ang="0">
                  <a:pos x="784" y="220"/>
                </a:cxn>
                <a:cxn ang="0">
                  <a:pos x="1024" y="62"/>
                </a:cxn>
                <a:cxn ang="0">
                  <a:pos x="1277" y="24"/>
                </a:cxn>
                <a:cxn ang="0">
                  <a:pos x="1473" y="43"/>
                </a:cxn>
                <a:cxn ang="0">
                  <a:pos x="1845" y="283"/>
                </a:cxn>
                <a:cxn ang="0">
                  <a:pos x="1965" y="548"/>
                </a:cxn>
                <a:cxn ang="0">
                  <a:pos x="2079" y="921"/>
                </a:cxn>
                <a:cxn ang="0">
                  <a:pos x="2186" y="1243"/>
                </a:cxn>
                <a:cxn ang="0">
                  <a:pos x="2319" y="1534"/>
                </a:cxn>
                <a:cxn ang="0">
                  <a:pos x="2458" y="1786"/>
                </a:cxn>
                <a:cxn ang="0">
                  <a:pos x="2572" y="1862"/>
                </a:cxn>
              </a:cxnLst>
              <a:rect l="0" t="0" r="r" b="b"/>
              <a:pathLst>
                <a:path w="2572" h="1862">
                  <a:moveTo>
                    <a:pt x="1" y="1818"/>
                  </a:moveTo>
                  <a:cubicBezTo>
                    <a:pt x="0" y="1826"/>
                    <a:pt x="0" y="1835"/>
                    <a:pt x="33" y="1799"/>
                  </a:cubicBezTo>
                  <a:cubicBezTo>
                    <a:pt x="66" y="1763"/>
                    <a:pt x="143" y="1708"/>
                    <a:pt x="197" y="1603"/>
                  </a:cubicBezTo>
                  <a:cubicBezTo>
                    <a:pt x="251" y="1498"/>
                    <a:pt x="298" y="1326"/>
                    <a:pt x="355" y="1167"/>
                  </a:cubicBezTo>
                  <a:cubicBezTo>
                    <a:pt x="412" y="1008"/>
                    <a:pt x="467" y="807"/>
                    <a:pt x="538" y="649"/>
                  </a:cubicBezTo>
                  <a:cubicBezTo>
                    <a:pt x="609" y="491"/>
                    <a:pt x="703" y="318"/>
                    <a:pt x="784" y="220"/>
                  </a:cubicBezTo>
                  <a:cubicBezTo>
                    <a:pt x="865" y="122"/>
                    <a:pt x="942" y="95"/>
                    <a:pt x="1024" y="62"/>
                  </a:cubicBezTo>
                  <a:cubicBezTo>
                    <a:pt x="1106" y="29"/>
                    <a:pt x="1202" y="27"/>
                    <a:pt x="1277" y="24"/>
                  </a:cubicBezTo>
                  <a:cubicBezTo>
                    <a:pt x="1352" y="21"/>
                    <a:pt x="1378" y="0"/>
                    <a:pt x="1473" y="43"/>
                  </a:cubicBezTo>
                  <a:cubicBezTo>
                    <a:pt x="1568" y="86"/>
                    <a:pt x="1763" y="199"/>
                    <a:pt x="1845" y="283"/>
                  </a:cubicBezTo>
                  <a:cubicBezTo>
                    <a:pt x="1927" y="367"/>
                    <a:pt x="1926" y="442"/>
                    <a:pt x="1965" y="548"/>
                  </a:cubicBezTo>
                  <a:cubicBezTo>
                    <a:pt x="2004" y="654"/>
                    <a:pt x="2042" y="805"/>
                    <a:pt x="2079" y="921"/>
                  </a:cubicBezTo>
                  <a:cubicBezTo>
                    <a:pt x="2116" y="1037"/>
                    <a:pt x="2146" y="1141"/>
                    <a:pt x="2186" y="1243"/>
                  </a:cubicBezTo>
                  <a:cubicBezTo>
                    <a:pt x="2226" y="1345"/>
                    <a:pt x="2274" y="1444"/>
                    <a:pt x="2319" y="1534"/>
                  </a:cubicBezTo>
                  <a:cubicBezTo>
                    <a:pt x="2364" y="1624"/>
                    <a:pt x="2416" y="1731"/>
                    <a:pt x="2458" y="1786"/>
                  </a:cubicBezTo>
                  <a:cubicBezTo>
                    <a:pt x="2500" y="1841"/>
                    <a:pt x="2549" y="1849"/>
                    <a:pt x="2572" y="1862"/>
                  </a:cubicBezTo>
                </a:path>
              </a:pathLst>
            </a:custGeom>
            <a:noFill/>
            <a:ln w="28575" cap="flat" cmpd="sng">
              <a:solidFill>
                <a:srgbClr val="FF3300"/>
              </a:solidFill>
              <a:prstDash val="solid"/>
              <a:round/>
              <a:headEnd/>
              <a:tailEnd/>
            </a:ln>
            <a:effectLst/>
          </p:spPr>
          <p:txBody>
            <a:bodyPr wrap="none" anchor="ctr"/>
            <a:lstStyle/>
            <a:p>
              <a:endParaRPr lang="en-GB"/>
            </a:p>
          </p:txBody>
        </p:sp>
        <p:sp>
          <p:nvSpPr>
            <p:cNvPr id="135261" name="Freeform 93"/>
            <p:cNvSpPr>
              <a:spLocks/>
            </p:cNvSpPr>
            <p:nvPr/>
          </p:nvSpPr>
          <p:spPr bwMode="auto">
            <a:xfrm flipV="1">
              <a:off x="3432" y="1282"/>
              <a:ext cx="1485" cy="1055"/>
            </a:xfrm>
            <a:custGeom>
              <a:avLst/>
              <a:gdLst/>
              <a:ahLst/>
              <a:cxnLst>
                <a:cxn ang="0">
                  <a:pos x="1" y="1818"/>
                </a:cxn>
                <a:cxn ang="0">
                  <a:pos x="33" y="1799"/>
                </a:cxn>
                <a:cxn ang="0">
                  <a:pos x="197" y="1603"/>
                </a:cxn>
                <a:cxn ang="0">
                  <a:pos x="355" y="1167"/>
                </a:cxn>
                <a:cxn ang="0">
                  <a:pos x="538" y="649"/>
                </a:cxn>
                <a:cxn ang="0">
                  <a:pos x="784" y="220"/>
                </a:cxn>
                <a:cxn ang="0">
                  <a:pos x="1024" y="62"/>
                </a:cxn>
                <a:cxn ang="0">
                  <a:pos x="1277" y="24"/>
                </a:cxn>
                <a:cxn ang="0">
                  <a:pos x="1473" y="43"/>
                </a:cxn>
                <a:cxn ang="0">
                  <a:pos x="1845" y="283"/>
                </a:cxn>
                <a:cxn ang="0">
                  <a:pos x="1965" y="548"/>
                </a:cxn>
                <a:cxn ang="0">
                  <a:pos x="2079" y="921"/>
                </a:cxn>
                <a:cxn ang="0">
                  <a:pos x="2186" y="1243"/>
                </a:cxn>
                <a:cxn ang="0">
                  <a:pos x="2319" y="1534"/>
                </a:cxn>
                <a:cxn ang="0">
                  <a:pos x="2458" y="1786"/>
                </a:cxn>
                <a:cxn ang="0">
                  <a:pos x="2572" y="1862"/>
                </a:cxn>
              </a:cxnLst>
              <a:rect l="0" t="0" r="r" b="b"/>
              <a:pathLst>
                <a:path w="2572" h="1862">
                  <a:moveTo>
                    <a:pt x="1" y="1818"/>
                  </a:moveTo>
                  <a:cubicBezTo>
                    <a:pt x="0" y="1826"/>
                    <a:pt x="0" y="1835"/>
                    <a:pt x="33" y="1799"/>
                  </a:cubicBezTo>
                  <a:cubicBezTo>
                    <a:pt x="66" y="1763"/>
                    <a:pt x="143" y="1708"/>
                    <a:pt x="197" y="1603"/>
                  </a:cubicBezTo>
                  <a:cubicBezTo>
                    <a:pt x="251" y="1498"/>
                    <a:pt x="298" y="1326"/>
                    <a:pt x="355" y="1167"/>
                  </a:cubicBezTo>
                  <a:cubicBezTo>
                    <a:pt x="412" y="1008"/>
                    <a:pt x="467" y="807"/>
                    <a:pt x="538" y="649"/>
                  </a:cubicBezTo>
                  <a:cubicBezTo>
                    <a:pt x="609" y="491"/>
                    <a:pt x="703" y="318"/>
                    <a:pt x="784" y="220"/>
                  </a:cubicBezTo>
                  <a:cubicBezTo>
                    <a:pt x="865" y="122"/>
                    <a:pt x="942" y="95"/>
                    <a:pt x="1024" y="62"/>
                  </a:cubicBezTo>
                  <a:cubicBezTo>
                    <a:pt x="1106" y="29"/>
                    <a:pt x="1202" y="27"/>
                    <a:pt x="1277" y="24"/>
                  </a:cubicBezTo>
                  <a:cubicBezTo>
                    <a:pt x="1352" y="21"/>
                    <a:pt x="1378" y="0"/>
                    <a:pt x="1473" y="43"/>
                  </a:cubicBezTo>
                  <a:cubicBezTo>
                    <a:pt x="1568" y="86"/>
                    <a:pt x="1763" y="199"/>
                    <a:pt x="1845" y="283"/>
                  </a:cubicBezTo>
                  <a:cubicBezTo>
                    <a:pt x="1927" y="367"/>
                    <a:pt x="1926" y="442"/>
                    <a:pt x="1965" y="548"/>
                  </a:cubicBezTo>
                  <a:cubicBezTo>
                    <a:pt x="2004" y="654"/>
                    <a:pt x="2042" y="805"/>
                    <a:pt x="2079" y="921"/>
                  </a:cubicBezTo>
                  <a:cubicBezTo>
                    <a:pt x="2116" y="1037"/>
                    <a:pt x="2146" y="1141"/>
                    <a:pt x="2186" y="1243"/>
                  </a:cubicBezTo>
                  <a:cubicBezTo>
                    <a:pt x="2226" y="1345"/>
                    <a:pt x="2274" y="1444"/>
                    <a:pt x="2319" y="1534"/>
                  </a:cubicBezTo>
                  <a:cubicBezTo>
                    <a:pt x="2364" y="1624"/>
                    <a:pt x="2416" y="1731"/>
                    <a:pt x="2458" y="1786"/>
                  </a:cubicBezTo>
                  <a:cubicBezTo>
                    <a:pt x="2500" y="1841"/>
                    <a:pt x="2549" y="1849"/>
                    <a:pt x="2572" y="1862"/>
                  </a:cubicBezTo>
                </a:path>
              </a:pathLst>
            </a:custGeom>
            <a:noFill/>
            <a:ln w="28575" cap="flat" cmpd="sng">
              <a:solidFill>
                <a:srgbClr val="FF3300"/>
              </a:solidFill>
              <a:prstDash val="solid"/>
              <a:round/>
              <a:headEnd/>
              <a:tailEnd/>
            </a:ln>
            <a:effectLst/>
          </p:spPr>
          <p:txBody>
            <a:bodyPr wrap="none" anchor="ctr"/>
            <a:lstStyle/>
            <a:p>
              <a:endParaRPr lang="en-GB"/>
            </a:p>
          </p:txBody>
        </p:sp>
        <p:sp>
          <p:nvSpPr>
            <p:cNvPr id="135262" name="Freeform 94"/>
            <p:cNvSpPr>
              <a:spLocks/>
            </p:cNvSpPr>
            <p:nvPr/>
          </p:nvSpPr>
          <p:spPr bwMode="auto">
            <a:xfrm flipV="1">
              <a:off x="3394" y="1282"/>
              <a:ext cx="1485" cy="1055"/>
            </a:xfrm>
            <a:custGeom>
              <a:avLst/>
              <a:gdLst/>
              <a:ahLst/>
              <a:cxnLst>
                <a:cxn ang="0">
                  <a:pos x="1" y="1818"/>
                </a:cxn>
                <a:cxn ang="0">
                  <a:pos x="33" y="1799"/>
                </a:cxn>
                <a:cxn ang="0">
                  <a:pos x="197" y="1603"/>
                </a:cxn>
                <a:cxn ang="0">
                  <a:pos x="355" y="1167"/>
                </a:cxn>
                <a:cxn ang="0">
                  <a:pos x="538" y="649"/>
                </a:cxn>
                <a:cxn ang="0">
                  <a:pos x="784" y="220"/>
                </a:cxn>
                <a:cxn ang="0">
                  <a:pos x="1024" y="62"/>
                </a:cxn>
                <a:cxn ang="0">
                  <a:pos x="1277" y="24"/>
                </a:cxn>
                <a:cxn ang="0">
                  <a:pos x="1473" y="43"/>
                </a:cxn>
                <a:cxn ang="0">
                  <a:pos x="1845" y="283"/>
                </a:cxn>
                <a:cxn ang="0">
                  <a:pos x="1965" y="548"/>
                </a:cxn>
                <a:cxn ang="0">
                  <a:pos x="2079" y="921"/>
                </a:cxn>
                <a:cxn ang="0">
                  <a:pos x="2186" y="1243"/>
                </a:cxn>
                <a:cxn ang="0">
                  <a:pos x="2319" y="1534"/>
                </a:cxn>
                <a:cxn ang="0">
                  <a:pos x="2458" y="1786"/>
                </a:cxn>
                <a:cxn ang="0">
                  <a:pos x="2572" y="1862"/>
                </a:cxn>
              </a:cxnLst>
              <a:rect l="0" t="0" r="r" b="b"/>
              <a:pathLst>
                <a:path w="2572" h="1862">
                  <a:moveTo>
                    <a:pt x="1" y="1818"/>
                  </a:moveTo>
                  <a:cubicBezTo>
                    <a:pt x="0" y="1826"/>
                    <a:pt x="0" y="1835"/>
                    <a:pt x="33" y="1799"/>
                  </a:cubicBezTo>
                  <a:cubicBezTo>
                    <a:pt x="66" y="1763"/>
                    <a:pt x="143" y="1708"/>
                    <a:pt x="197" y="1603"/>
                  </a:cubicBezTo>
                  <a:cubicBezTo>
                    <a:pt x="251" y="1498"/>
                    <a:pt x="298" y="1326"/>
                    <a:pt x="355" y="1167"/>
                  </a:cubicBezTo>
                  <a:cubicBezTo>
                    <a:pt x="412" y="1008"/>
                    <a:pt x="467" y="807"/>
                    <a:pt x="538" y="649"/>
                  </a:cubicBezTo>
                  <a:cubicBezTo>
                    <a:pt x="609" y="491"/>
                    <a:pt x="703" y="318"/>
                    <a:pt x="784" y="220"/>
                  </a:cubicBezTo>
                  <a:cubicBezTo>
                    <a:pt x="865" y="122"/>
                    <a:pt x="942" y="95"/>
                    <a:pt x="1024" y="62"/>
                  </a:cubicBezTo>
                  <a:cubicBezTo>
                    <a:pt x="1106" y="29"/>
                    <a:pt x="1202" y="27"/>
                    <a:pt x="1277" y="24"/>
                  </a:cubicBezTo>
                  <a:cubicBezTo>
                    <a:pt x="1352" y="21"/>
                    <a:pt x="1378" y="0"/>
                    <a:pt x="1473" y="43"/>
                  </a:cubicBezTo>
                  <a:cubicBezTo>
                    <a:pt x="1568" y="86"/>
                    <a:pt x="1763" y="199"/>
                    <a:pt x="1845" y="283"/>
                  </a:cubicBezTo>
                  <a:cubicBezTo>
                    <a:pt x="1927" y="367"/>
                    <a:pt x="1926" y="442"/>
                    <a:pt x="1965" y="548"/>
                  </a:cubicBezTo>
                  <a:cubicBezTo>
                    <a:pt x="2004" y="654"/>
                    <a:pt x="2042" y="805"/>
                    <a:pt x="2079" y="921"/>
                  </a:cubicBezTo>
                  <a:cubicBezTo>
                    <a:pt x="2116" y="1037"/>
                    <a:pt x="2146" y="1141"/>
                    <a:pt x="2186" y="1243"/>
                  </a:cubicBezTo>
                  <a:cubicBezTo>
                    <a:pt x="2226" y="1345"/>
                    <a:pt x="2274" y="1444"/>
                    <a:pt x="2319" y="1534"/>
                  </a:cubicBezTo>
                  <a:cubicBezTo>
                    <a:pt x="2364" y="1624"/>
                    <a:pt x="2416" y="1731"/>
                    <a:pt x="2458" y="1786"/>
                  </a:cubicBezTo>
                  <a:cubicBezTo>
                    <a:pt x="2500" y="1841"/>
                    <a:pt x="2549" y="1849"/>
                    <a:pt x="2572" y="1862"/>
                  </a:cubicBezTo>
                </a:path>
              </a:pathLst>
            </a:custGeom>
            <a:noFill/>
            <a:ln w="28575" cap="flat" cmpd="sng">
              <a:solidFill>
                <a:srgbClr val="FF3300"/>
              </a:solidFill>
              <a:prstDash val="solid"/>
              <a:round/>
              <a:headEnd/>
              <a:tailEnd/>
            </a:ln>
            <a:effectLst/>
          </p:spPr>
          <p:txBody>
            <a:bodyPr wrap="none" anchor="ctr"/>
            <a:lstStyle/>
            <a:p>
              <a:endParaRPr lang="en-GB"/>
            </a:p>
          </p:txBody>
        </p:sp>
        <p:sp>
          <p:nvSpPr>
            <p:cNvPr id="135263" name="Freeform 95"/>
            <p:cNvSpPr>
              <a:spLocks/>
            </p:cNvSpPr>
            <p:nvPr/>
          </p:nvSpPr>
          <p:spPr bwMode="auto">
            <a:xfrm>
              <a:off x="3408" y="1200"/>
              <a:ext cx="1488" cy="1104"/>
            </a:xfrm>
            <a:custGeom>
              <a:avLst/>
              <a:gdLst/>
              <a:ahLst/>
              <a:cxnLst>
                <a:cxn ang="0">
                  <a:pos x="0" y="1823"/>
                </a:cxn>
                <a:cxn ang="0">
                  <a:pos x="259" y="1930"/>
                </a:cxn>
                <a:cxn ang="0">
                  <a:pos x="543" y="1936"/>
                </a:cxn>
                <a:cxn ang="0">
                  <a:pos x="682" y="1892"/>
                </a:cxn>
                <a:cxn ang="0">
                  <a:pos x="846" y="1760"/>
                </a:cxn>
                <a:cxn ang="0">
                  <a:pos x="1029" y="1551"/>
                </a:cxn>
                <a:cxn ang="0">
                  <a:pos x="1257" y="964"/>
                </a:cxn>
                <a:cxn ang="0">
                  <a:pos x="1503" y="332"/>
                </a:cxn>
                <a:cxn ang="0">
                  <a:pos x="1762" y="111"/>
                </a:cxn>
                <a:cxn ang="0">
                  <a:pos x="2052" y="16"/>
                </a:cxn>
                <a:cxn ang="0">
                  <a:pos x="2318" y="16"/>
                </a:cxn>
                <a:cxn ang="0">
                  <a:pos x="2450" y="73"/>
                </a:cxn>
                <a:cxn ang="0">
                  <a:pos x="2577" y="193"/>
                </a:cxn>
              </a:cxnLst>
              <a:rect l="0" t="0" r="r" b="b"/>
              <a:pathLst>
                <a:path w="2577" h="1949">
                  <a:moveTo>
                    <a:pt x="0" y="1823"/>
                  </a:moveTo>
                  <a:cubicBezTo>
                    <a:pt x="84" y="1867"/>
                    <a:pt x="168" y="1911"/>
                    <a:pt x="259" y="1930"/>
                  </a:cubicBezTo>
                  <a:cubicBezTo>
                    <a:pt x="350" y="1949"/>
                    <a:pt x="473" y="1942"/>
                    <a:pt x="543" y="1936"/>
                  </a:cubicBezTo>
                  <a:cubicBezTo>
                    <a:pt x="613" y="1930"/>
                    <a:pt x="632" y="1921"/>
                    <a:pt x="682" y="1892"/>
                  </a:cubicBezTo>
                  <a:cubicBezTo>
                    <a:pt x="732" y="1863"/>
                    <a:pt x="788" y="1817"/>
                    <a:pt x="846" y="1760"/>
                  </a:cubicBezTo>
                  <a:cubicBezTo>
                    <a:pt x="904" y="1703"/>
                    <a:pt x="961" y="1684"/>
                    <a:pt x="1029" y="1551"/>
                  </a:cubicBezTo>
                  <a:cubicBezTo>
                    <a:pt x="1097" y="1418"/>
                    <a:pt x="1178" y="1167"/>
                    <a:pt x="1257" y="964"/>
                  </a:cubicBezTo>
                  <a:cubicBezTo>
                    <a:pt x="1336" y="761"/>
                    <a:pt x="1419" y="474"/>
                    <a:pt x="1503" y="332"/>
                  </a:cubicBezTo>
                  <a:cubicBezTo>
                    <a:pt x="1587" y="190"/>
                    <a:pt x="1671" y="164"/>
                    <a:pt x="1762" y="111"/>
                  </a:cubicBezTo>
                  <a:cubicBezTo>
                    <a:pt x="1853" y="58"/>
                    <a:pt x="1959" y="32"/>
                    <a:pt x="2052" y="16"/>
                  </a:cubicBezTo>
                  <a:cubicBezTo>
                    <a:pt x="2145" y="0"/>
                    <a:pt x="2252" y="7"/>
                    <a:pt x="2318" y="16"/>
                  </a:cubicBezTo>
                  <a:cubicBezTo>
                    <a:pt x="2384" y="25"/>
                    <a:pt x="2407" y="44"/>
                    <a:pt x="2450" y="73"/>
                  </a:cubicBezTo>
                  <a:cubicBezTo>
                    <a:pt x="2493" y="102"/>
                    <a:pt x="2535" y="147"/>
                    <a:pt x="2577" y="193"/>
                  </a:cubicBezTo>
                </a:path>
              </a:pathLst>
            </a:custGeom>
            <a:noFill/>
            <a:ln w="28575" cap="flat" cmpd="sng">
              <a:solidFill>
                <a:srgbClr val="FF3300"/>
              </a:solidFill>
              <a:prstDash val="solid"/>
              <a:round/>
              <a:headEnd/>
              <a:tailEnd/>
            </a:ln>
            <a:effectLst/>
          </p:spPr>
          <p:txBody>
            <a:bodyPr wrap="none" anchor="ctr"/>
            <a:lstStyle/>
            <a:p>
              <a:endParaRPr lang="en-GB"/>
            </a:p>
          </p:txBody>
        </p:sp>
        <p:sp>
          <p:nvSpPr>
            <p:cNvPr id="135264" name="Freeform 96"/>
            <p:cNvSpPr>
              <a:spLocks/>
            </p:cNvSpPr>
            <p:nvPr/>
          </p:nvSpPr>
          <p:spPr bwMode="auto">
            <a:xfrm flipH="1">
              <a:off x="3336" y="1186"/>
              <a:ext cx="1488" cy="1104"/>
            </a:xfrm>
            <a:custGeom>
              <a:avLst/>
              <a:gdLst/>
              <a:ahLst/>
              <a:cxnLst>
                <a:cxn ang="0">
                  <a:pos x="0" y="1823"/>
                </a:cxn>
                <a:cxn ang="0">
                  <a:pos x="259" y="1930"/>
                </a:cxn>
                <a:cxn ang="0">
                  <a:pos x="543" y="1936"/>
                </a:cxn>
                <a:cxn ang="0">
                  <a:pos x="682" y="1892"/>
                </a:cxn>
                <a:cxn ang="0">
                  <a:pos x="846" y="1760"/>
                </a:cxn>
                <a:cxn ang="0">
                  <a:pos x="1029" y="1551"/>
                </a:cxn>
                <a:cxn ang="0">
                  <a:pos x="1257" y="964"/>
                </a:cxn>
                <a:cxn ang="0">
                  <a:pos x="1503" y="332"/>
                </a:cxn>
                <a:cxn ang="0">
                  <a:pos x="1762" y="111"/>
                </a:cxn>
                <a:cxn ang="0">
                  <a:pos x="2052" y="16"/>
                </a:cxn>
                <a:cxn ang="0">
                  <a:pos x="2318" y="16"/>
                </a:cxn>
                <a:cxn ang="0">
                  <a:pos x="2450" y="73"/>
                </a:cxn>
                <a:cxn ang="0">
                  <a:pos x="2577" y="193"/>
                </a:cxn>
              </a:cxnLst>
              <a:rect l="0" t="0" r="r" b="b"/>
              <a:pathLst>
                <a:path w="2577" h="1949">
                  <a:moveTo>
                    <a:pt x="0" y="1823"/>
                  </a:moveTo>
                  <a:cubicBezTo>
                    <a:pt x="84" y="1867"/>
                    <a:pt x="168" y="1911"/>
                    <a:pt x="259" y="1930"/>
                  </a:cubicBezTo>
                  <a:cubicBezTo>
                    <a:pt x="350" y="1949"/>
                    <a:pt x="473" y="1942"/>
                    <a:pt x="543" y="1936"/>
                  </a:cubicBezTo>
                  <a:cubicBezTo>
                    <a:pt x="613" y="1930"/>
                    <a:pt x="632" y="1921"/>
                    <a:pt x="682" y="1892"/>
                  </a:cubicBezTo>
                  <a:cubicBezTo>
                    <a:pt x="732" y="1863"/>
                    <a:pt x="788" y="1817"/>
                    <a:pt x="846" y="1760"/>
                  </a:cubicBezTo>
                  <a:cubicBezTo>
                    <a:pt x="904" y="1703"/>
                    <a:pt x="961" y="1684"/>
                    <a:pt x="1029" y="1551"/>
                  </a:cubicBezTo>
                  <a:cubicBezTo>
                    <a:pt x="1097" y="1418"/>
                    <a:pt x="1178" y="1167"/>
                    <a:pt x="1257" y="964"/>
                  </a:cubicBezTo>
                  <a:cubicBezTo>
                    <a:pt x="1336" y="761"/>
                    <a:pt x="1419" y="474"/>
                    <a:pt x="1503" y="332"/>
                  </a:cubicBezTo>
                  <a:cubicBezTo>
                    <a:pt x="1587" y="190"/>
                    <a:pt x="1671" y="164"/>
                    <a:pt x="1762" y="111"/>
                  </a:cubicBezTo>
                  <a:cubicBezTo>
                    <a:pt x="1853" y="58"/>
                    <a:pt x="1959" y="32"/>
                    <a:pt x="2052" y="16"/>
                  </a:cubicBezTo>
                  <a:cubicBezTo>
                    <a:pt x="2145" y="0"/>
                    <a:pt x="2252" y="7"/>
                    <a:pt x="2318" y="16"/>
                  </a:cubicBezTo>
                  <a:cubicBezTo>
                    <a:pt x="2384" y="25"/>
                    <a:pt x="2407" y="44"/>
                    <a:pt x="2450" y="73"/>
                  </a:cubicBezTo>
                  <a:cubicBezTo>
                    <a:pt x="2493" y="102"/>
                    <a:pt x="2535" y="147"/>
                    <a:pt x="2577" y="193"/>
                  </a:cubicBezTo>
                </a:path>
              </a:pathLst>
            </a:custGeom>
            <a:noFill/>
            <a:ln w="28575" cap="flat" cmpd="sng">
              <a:solidFill>
                <a:srgbClr val="FF3300"/>
              </a:solidFill>
              <a:prstDash val="solid"/>
              <a:round/>
              <a:headEnd/>
              <a:tailEnd/>
            </a:ln>
            <a:effectLst/>
          </p:spPr>
          <p:txBody>
            <a:bodyPr wrap="none" anchor="ctr"/>
            <a:lstStyle/>
            <a:p>
              <a:endParaRPr lang="en-GB"/>
            </a:p>
          </p:txBody>
        </p:sp>
        <p:sp>
          <p:nvSpPr>
            <p:cNvPr id="135265" name="Freeform 97"/>
            <p:cNvSpPr>
              <a:spLocks/>
            </p:cNvSpPr>
            <p:nvPr/>
          </p:nvSpPr>
          <p:spPr bwMode="auto">
            <a:xfrm flipH="1">
              <a:off x="3288" y="1186"/>
              <a:ext cx="1488" cy="1104"/>
            </a:xfrm>
            <a:custGeom>
              <a:avLst/>
              <a:gdLst/>
              <a:ahLst/>
              <a:cxnLst>
                <a:cxn ang="0">
                  <a:pos x="0" y="1823"/>
                </a:cxn>
                <a:cxn ang="0">
                  <a:pos x="259" y="1930"/>
                </a:cxn>
                <a:cxn ang="0">
                  <a:pos x="543" y="1936"/>
                </a:cxn>
                <a:cxn ang="0">
                  <a:pos x="682" y="1892"/>
                </a:cxn>
                <a:cxn ang="0">
                  <a:pos x="846" y="1760"/>
                </a:cxn>
                <a:cxn ang="0">
                  <a:pos x="1029" y="1551"/>
                </a:cxn>
                <a:cxn ang="0">
                  <a:pos x="1257" y="964"/>
                </a:cxn>
                <a:cxn ang="0">
                  <a:pos x="1503" y="332"/>
                </a:cxn>
                <a:cxn ang="0">
                  <a:pos x="1762" y="111"/>
                </a:cxn>
                <a:cxn ang="0">
                  <a:pos x="2052" y="16"/>
                </a:cxn>
                <a:cxn ang="0">
                  <a:pos x="2318" y="16"/>
                </a:cxn>
                <a:cxn ang="0">
                  <a:pos x="2450" y="73"/>
                </a:cxn>
                <a:cxn ang="0">
                  <a:pos x="2577" y="193"/>
                </a:cxn>
              </a:cxnLst>
              <a:rect l="0" t="0" r="r" b="b"/>
              <a:pathLst>
                <a:path w="2577" h="1949">
                  <a:moveTo>
                    <a:pt x="0" y="1823"/>
                  </a:moveTo>
                  <a:cubicBezTo>
                    <a:pt x="84" y="1867"/>
                    <a:pt x="168" y="1911"/>
                    <a:pt x="259" y="1930"/>
                  </a:cubicBezTo>
                  <a:cubicBezTo>
                    <a:pt x="350" y="1949"/>
                    <a:pt x="473" y="1942"/>
                    <a:pt x="543" y="1936"/>
                  </a:cubicBezTo>
                  <a:cubicBezTo>
                    <a:pt x="613" y="1930"/>
                    <a:pt x="632" y="1921"/>
                    <a:pt x="682" y="1892"/>
                  </a:cubicBezTo>
                  <a:cubicBezTo>
                    <a:pt x="732" y="1863"/>
                    <a:pt x="788" y="1817"/>
                    <a:pt x="846" y="1760"/>
                  </a:cubicBezTo>
                  <a:cubicBezTo>
                    <a:pt x="904" y="1703"/>
                    <a:pt x="961" y="1684"/>
                    <a:pt x="1029" y="1551"/>
                  </a:cubicBezTo>
                  <a:cubicBezTo>
                    <a:pt x="1097" y="1418"/>
                    <a:pt x="1178" y="1167"/>
                    <a:pt x="1257" y="964"/>
                  </a:cubicBezTo>
                  <a:cubicBezTo>
                    <a:pt x="1336" y="761"/>
                    <a:pt x="1419" y="474"/>
                    <a:pt x="1503" y="332"/>
                  </a:cubicBezTo>
                  <a:cubicBezTo>
                    <a:pt x="1587" y="190"/>
                    <a:pt x="1671" y="164"/>
                    <a:pt x="1762" y="111"/>
                  </a:cubicBezTo>
                  <a:cubicBezTo>
                    <a:pt x="1853" y="58"/>
                    <a:pt x="1959" y="32"/>
                    <a:pt x="2052" y="16"/>
                  </a:cubicBezTo>
                  <a:cubicBezTo>
                    <a:pt x="2145" y="0"/>
                    <a:pt x="2252" y="7"/>
                    <a:pt x="2318" y="16"/>
                  </a:cubicBezTo>
                  <a:cubicBezTo>
                    <a:pt x="2384" y="25"/>
                    <a:pt x="2407" y="44"/>
                    <a:pt x="2450" y="73"/>
                  </a:cubicBezTo>
                  <a:cubicBezTo>
                    <a:pt x="2493" y="102"/>
                    <a:pt x="2535" y="147"/>
                    <a:pt x="2577" y="193"/>
                  </a:cubicBezTo>
                </a:path>
              </a:pathLst>
            </a:custGeom>
            <a:noFill/>
            <a:ln w="28575" cap="flat" cmpd="sng">
              <a:solidFill>
                <a:srgbClr val="FF3300"/>
              </a:solidFill>
              <a:prstDash val="solid"/>
              <a:round/>
              <a:headEnd/>
              <a:tailEnd/>
            </a:ln>
            <a:effectLst/>
          </p:spPr>
          <p:txBody>
            <a:bodyPr wrap="none" anchor="ctr"/>
            <a:lstStyle/>
            <a:p>
              <a:endParaRPr lang="en-GB"/>
            </a:p>
          </p:txBody>
        </p:sp>
        <p:sp>
          <p:nvSpPr>
            <p:cNvPr id="135266" name="Freeform 98"/>
            <p:cNvSpPr>
              <a:spLocks/>
            </p:cNvSpPr>
            <p:nvPr/>
          </p:nvSpPr>
          <p:spPr bwMode="auto">
            <a:xfrm flipH="1">
              <a:off x="3289" y="1195"/>
              <a:ext cx="1488" cy="1104"/>
            </a:xfrm>
            <a:custGeom>
              <a:avLst/>
              <a:gdLst/>
              <a:ahLst/>
              <a:cxnLst>
                <a:cxn ang="0">
                  <a:pos x="0" y="1823"/>
                </a:cxn>
                <a:cxn ang="0">
                  <a:pos x="259" y="1930"/>
                </a:cxn>
                <a:cxn ang="0">
                  <a:pos x="543" y="1936"/>
                </a:cxn>
                <a:cxn ang="0">
                  <a:pos x="682" y="1892"/>
                </a:cxn>
                <a:cxn ang="0">
                  <a:pos x="846" y="1760"/>
                </a:cxn>
                <a:cxn ang="0">
                  <a:pos x="1029" y="1551"/>
                </a:cxn>
                <a:cxn ang="0">
                  <a:pos x="1257" y="964"/>
                </a:cxn>
                <a:cxn ang="0">
                  <a:pos x="1503" y="332"/>
                </a:cxn>
                <a:cxn ang="0">
                  <a:pos x="1762" y="111"/>
                </a:cxn>
                <a:cxn ang="0">
                  <a:pos x="2052" y="16"/>
                </a:cxn>
                <a:cxn ang="0">
                  <a:pos x="2318" y="16"/>
                </a:cxn>
                <a:cxn ang="0">
                  <a:pos x="2450" y="73"/>
                </a:cxn>
                <a:cxn ang="0">
                  <a:pos x="2577" y="193"/>
                </a:cxn>
              </a:cxnLst>
              <a:rect l="0" t="0" r="r" b="b"/>
              <a:pathLst>
                <a:path w="2577" h="1949">
                  <a:moveTo>
                    <a:pt x="0" y="1823"/>
                  </a:moveTo>
                  <a:cubicBezTo>
                    <a:pt x="84" y="1867"/>
                    <a:pt x="168" y="1911"/>
                    <a:pt x="259" y="1930"/>
                  </a:cubicBezTo>
                  <a:cubicBezTo>
                    <a:pt x="350" y="1949"/>
                    <a:pt x="473" y="1942"/>
                    <a:pt x="543" y="1936"/>
                  </a:cubicBezTo>
                  <a:cubicBezTo>
                    <a:pt x="613" y="1930"/>
                    <a:pt x="632" y="1921"/>
                    <a:pt x="682" y="1892"/>
                  </a:cubicBezTo>
                  <a:cubicBezTo>
                    <a:pt x="732" y="1863"/>
                    <a:pt x="788" y="1817"/>
                    <a:pt x="846" y="1760"/>
                  </a:cubicBezTo>
                  <a:cubicBezTo>
                    <a:pt x="904" y="1703"/>
                    <a:pt x="961" y="1684"/>
                    <a:pt x="1029" y="1551"/>
                  </a:cubicBezTo>
                  <a:cubicBezTo>
                    <a:pt x="1097" y="1418"/>
                    <a:pt x="1178" y="1167"/>
                    <a:pt x="1257" y="964"/>
                  </a:cubicBezTo>
                  <a:cubicBezTo>
                    <a:pt x="1336" y="761"/>
                    <a:pt x="1419" y="474"/>
                    <a:pt x="1503" y="332"/>
                  </a:cubicBezTo>
                  <a:cubicBezTo>
                    <a:pt x="1587" y="190"/>
                    <a:pt x="1671" y="164"/>
                    <a:pt x="1762" y="111"/>
                  </a:cubicBezTo>
                  <a:cubicBezTo>
                    <a:pt x="1853" y="58"/>
                    <a:pt x="1959" y="32"/>
                    <a:pt x="2052" y="16"/>
                  </a:cubicBezTo>
                  <a:cubicBezTo>
                    <a:pt x="2145" y="0"/>
                    <a:pt x="2252" y="7"/>
                    <a:pt x="2318" y="16"/>
                  </a:cubicBezTo>
                  <a:cubicBezTo>
                    <a:pt x="2384" y="25"/>
                    <a:pt x="2407" y="44"/>
                    <a:pt x="2450" y="73"/>
                  </a:cubicBezTo>
                  <a:cubicBezTo>
                    <a:pt x="2493" y="102"/>
                    <a:pt x="2535" y="147"/>
                    <a:pt x="2577" y="193"/>
                  </a:cubicBezTo>
                </a:path>
              </a:pathLst>
            </a:custGeom>
            <a:noFill/>
            <a:ln w="28575" cap="flat" cmpd="sng">
              <a:solidFill>
                <a:srgbClr val="FF3300"/>
              </a:solidFill>
              <a:prstDash val="solid"/>
              <a:round/>
              <a:headEnd/>
              <a:tailEnd/>
            </a:ln>
            <a:effectLst/>
          </p:spPr>
          <p:txBody>
            <a:bodyPr wrap="none" anchor="ctr"/>
            <a:lstStyle/>
            <a:p>
              <a:endParaRPr lang="en-GB"/>
            </a:p>
          </p:txBody>
        </p:sp>
        <p:sp>
          <p:nvSpPr>
            <p:cNvPr id="135267" name="Freeform 99"/>
            <p:cNvSpPr>
              <a:spLocks/>
            </p:cNvSpPr>
            <p:nvPr/>
          </p:nvSpPr>
          <p:spPr bwMode="auto">
            <a:xfrm>
              <a:off x="3336" y="1186"/>
              <a:ext cx="1485" cy="1055"/>
            </a:xfrm>
            <a:custGeom>
              <a:avLst/>
              <a:gdLst/>
              <a:ahLst/>
              <a:cxnLst>
                <a:cxn ang="0">
                  <a:pos x="1" y="1818"/>
                </a:cxn>
                <a:cxn ang="0">
                  <a:pos x="33" y="1799"/>
                </a:cxn>
                <a:cxn ang="0">
                  <a:pos x="197" y="1603"/>
                </a:cxn>
                <a:cxn ang="0">
                  <a:pos x="405" y="1167"/>
                </a:cxn>
                <a:cxn ang="0">
                  <a:pos x="576" y="617"/>
                </a:cxn>
                <a:cxn ang="0">
                  <a:pos x="784" y="220"/>
                </a:cxn>
                <a:cxn ang="0">
                  <a:pos x="1024" y="62"/>
                </a:cxn>
                <a:cxn ang="0">
                  <a:pos x="1277" y="24"/>
                </a:cxn>
                <a:cxn ang="0">
                  <a:pos x="1473" y="43"/>
                </a:cxn>
                <a:cxn ang="0">
                  <a:pos x="1845" y="283"/>
                </a:cxn>
                <a:cxn ang="0">
                  <a:pos x="1965" y="548"/>
                </a:cxn>
                <a:cxn ang="0">
                  <a:pos x="2079" y="921"/>
                </a:cxn>
                <a:cxn ang="0">
                  <a:pos x="2186" y="1243"/>
                </a:cxn>
                <a:cxn ang="0">
                  <a:pos x="2319" y="1534"/>
                </a:cxn>
                <a:cxn ang="0">
                  <a:pos x="2458" y="1786"/>
                </a:cxn>
                <a:cxn ang="0">
                  <a:pos x="2572" y="1862"/>
                </a:cxn>
              </a:cxnLst>
              <a:rect l="0" t="0" r="r" b="b"/>
              <a:pathLst>
                <a:path w="2572" h="1862">
                  <a:moveTo>
                    <a:pt x="1" y="1818"/>
                  </a:moveTo>
                  <a:cubicBezTo>
                    <a:pt x="0" y="1826"/>
                    <a:pt x="0" y="1835"/>
                    <a:pt x="33" y="1799"/>
                  </a:cubicBezTo>
                  <a:cubicBezTo>
                    <a:pt x="66" y="1763"/>
                    <a:pt x="135" y="1708"/>
                    <a:pt x="197" y="1603"/>
                  </a:cubicBezTo>
                  <a:cubicBezTo>
                    <a:pt x="259" y="1498"/>
                    <a:pt x="342" y="1331"/>
                    <a:pt x="405" y="1167"/>
                  </a:cubicBezTo>
                  <a:cubicBezTo>
                    <a:pt x="468" y="1003"/>
                    <a:pt x="513" y="775"/>
                    <a:pt x="576" y="617"/>
                  </a:cubicBezTo>
                  <a:cubicBezTo>
                    <a:pt x="639" y="459"/>
                    <a:pt x="709" y="312"/>
                    <a:pt x="784" y="220"/>
                  </a:cubicBezTo>
                  <a:cubicBezTo>
                    <a:pt x="859" y="128"/>
                    <a:pt x="942" y="95"/>
                    <a:pt x="1024" y="62"/>
                  </a:cubicBezTo>
                  <a:cubicBezTo>
                    <a:pt x="1106" y="29"/>
                    <a:pt x="1202" y="27"/>
                    <a:pt x="1277" y="24"/>
                  </a:cubicBezTo>
                  <a:cubicBezTo>
                    <a:pt x="1352" y="21"/>
                    <a:pt x="1378" y="0"/>
                    <a:pt x="1473" y="43"/>
                  </a:cubicBezTo>
                  <a:cubicBezTo>
                    <a:pt x="1568" y="86"/>
                    <a:pt x="1763" y="199"/>
                    <a:pt x="1845" y="283"/>
                  </a:cubicBezTo>
                  <a:cubicBezTo>
                    <a:pt x="1927" y="367"/>
                    <a:pt x="1926" y="442"/>
                    <a:pt x="1965" y="548"/>
                  </a:cubicBezTo>
                  <a:cubicBezTo>
                    <a:pt x="2004" y="654"/>
                    <a:pt x="2042" y="805"/>
                    <a:pt x="2079" y="921"/>
                  </a:cubicBezTo>
                  <a:cubicBezTo>
                    <a:pt x="2116" y="1037"/>
                    <a:pt x="2146" y="1141"/>
                    <a:pt x="2186" y="1243"/>
                  </a:cubicBezTo>
                  <a:cubicBezTo>
                    <a:pt x="2226" y="1345"/>
                    <a:pt x="2274" y="1444"/>
                    <a:pt x="2319" y="1534"/>
                  </a:cubicBezTo>
                  <a:cubicBezTo>
                    <a:pt x="2364" y="1624"/>
                    <a:pt x="2416" y="1731"/>
                    <a:pt x="2458" y="1786"/>
                  </a:cubicBezTo>
                  <a:cubicBezTo>
                    <a:pt x="2500" y="1841"/>
                    <a:pt x="2549" y="1849"/>
                    <a:pt x="2572" y="1862"/>
                  </a:cubicBezTo>
                </a:path>
              </a:pathLst>
            </a:custGeom>
            <a:noFill/>
            <a:ln w="28575" cap="flat" cmpd="sng">
              <a:solidFill>
                <a:srgbClr val="FF3300"/>
              </a:solidFill>
              <a:prstDash val="solid"/>
              <a:round/>
              <a:headEnd/>
              <a:tailEnd/>
            </a:ln>
            <a:effectLst/>
          </p:spPr>
          <p:txBody>
            <a:bodyPr wrap="none" anchor="ctr"/>
            <a:lstStyle/>
            <a:p>
              <a:endParaRPr lang="en-GB"/>
            </a:p>
          </p:txBody>
        </p:sp>
        <p:sp>
          <p:nvSpPr>
            <p:cNvPr id="135268" name="Freeform 100"/>
            <p:cNvSpPr>
              <a:spLocks/>
            </p:cNvSpPr>
            <p:nvPr/>
          </p:nvSpPr>
          <p:spPr bwMode="auto">
            <a:xfrm>
              <a:off x="3384" y="1186"/>
              <a:ext cx="1488" cy="1104"/>
            </a:xfrm>
            <a:custGeom>
              <a:avLst/>
              <a:gdLst/>
              <a:ahLst/>
              <a:cxnLst>
                <a:cxn ang="0">
                  <a:pos x="0" y="1823"/>
                </a:cxn>
                <a:cxn ang="0">
                  <a:pos x="259" y="1930"/>
                </a:cxn>
                <a:cxn ang="0">
                  <a:pos x="543" y="1936"/>
                </a:cxn>
                <a:cxn ang="0">
                  <a:pos x="682" y="1892"/>
                </a:cxn>
                <a:cxn ang="0">
                  <a:pos x="846" y="1760"/>
                </a:cxn>
                <a:cxn ang="0">
                  <a:pos x="1029" y="1551"/>
                </a:cxn>
                <a:cxn ang="0">
                  <a:pos x="1257" y="964"/>
                </a:cxn>
                <a:cxn ang="0">
                  <a:pos x="1503" y="332"/>
                </a:cxn>
                <a:cxn ang="0">
                  <a:pos x="1762" y="111"/>
                </a:cxn>
                <a:cxn ang="0">
                  <a:pos x="2052" y="16"/>
                </a:cxn>
                <a:cxn ang="0">
                  <a:pos x="2318" y="16"/>
                </a:cxn>
                <a:cxn ang="0">
                  <a:pos x="2450" y="73"/>
                </a:cxn>
                <a:cxn ang="0">
                  <a:pos x="2577" y="193"/>
                </a:cxn>
              </a:cxnLst>
              <a:rect l="0" t="0" r="r" b="b"/>
              <a:pathLst>
                <a:path w="2577" h="1949">
                  <a:moveTo>
                    <a:pt x="0" y="1823"/>
                  </a:moveTo>
                  <a:cubicBezTo>
                    <a:pt x="84" y="1867"/>
                    <a:pt x="168" y="1911"/>
                    <a:pt x="259" y="1930"/>
                  </a:cubicBezTo>
                  <a:cubicBezTo>
                    <a:pt x="350" y="1949"/>
                    <a:pt x="473" y="1942"/>
                    <a:pt x="543" y="1936"/>
                  </a:cubicBezTo>
                  <a:cubicBezTo>
                    <a:pt x="613" y="1930"/>
                    <a:pt x="632" y="1921"/>
                    <a:pt x="682" y="1892"/>
                  </a:cubicBezTo>
                  <a:cubicBezTo>
                    <a:pt x="732" y="1863"/>
                    <a:pt x="788" y="1817"/>
                    <a:pt x="846" y="1760"/>
                  </a:cubicBezTo>
                  <a:cubicBezTo>
                    <a:pt x="904" y="1703"/>
                    <a:pt x="961" y="1684"/>
                    <a:pt x="1029" y="1551"/>
                  </a:cubicBezTo>
                  <a:cubicBezTo>
                    <a:pt x="1097" y="1418"/>
                    <a:pt x="1178" y="1167"/>
                    <a:pt x="1257" y="964"/>
                  </a:cubicBezTo>
                  <a:cubicBezTo>
                    <a:pt x="1336" y="761"/>
                    <a:pt x="1419" y="474"/>
                    <a:pt x="1503" y="332"/>
                  </a:cubicBezTo>
                  <a:cubicBezTo>
                    <a:pt x="1587" y="190"/>
                    <a:pt x="1671" y="164"/>
                    <a:pt x="1762" y="111"/>
                  </a:cubicBezTo>
                  <a:cubicBezTo>
                    <a:pt x="1853" y="58"/>
                    <a:pt x="1959" y="32"/>
                    <a:pt x="2052" y="16"/>
                  </a:cubicBezTo>
                  <a:cubicBezTo>
                    <a:pt x="2145" y="0"/>
                    <a:pt x="2252" y="7"/>
                    <a:pt x="2318" y="16"/>
                  </a:cubicBezTo>
                  <a:cubicBezTo>
                    <a:pt x="2384" y="25"/>
                    <a:pt x="2407" y="44"/>
                    <a:pt x="2450" y="73"/>
                  </a:cubicBezTo>
                  <a:cubicBezTo>
                    <a:pt x="2493" y="102"/>
                    <a:pt x="2535" y="147"/>
                    <a:pt x="2577" y="193"/>
                  </a:cubicBezTo>
                </a:path>
              </a:pathLst>
            </a:custGeom>
            <a:noFill/>
            <a:ln w="28575" cap="flat" cmpd="sng">
              <a:solidFill>
                <a:srgbClr val="FF3300"/>
              </a:solidFill>
              <a:prstDash val="solid"/>
              <a:round/>
              <a:headEnd/>
              <a:tailEnd/>
            </a:ln>
            <a:effectLst/>
          </p:spPr>
          <p:txBody>
            <a:bodyPr wrap="none" anchor="ctr"/>
            <a:lstStyle/>
            <a:p>
              <a:endParaRPr lang="en-GB"/>
            </a:p>
          </p:txBody>
        </p:sp>
        <p:sp>
          <p:nvSpPr>
            <p:cNvPr id="135269" name="Freeform 101"/>
            <p:cNvSpPr>
              <a:spLocks/>
            </p:cNvSpPr>
            <p:nvPr/>
          </p:nvSpPr>
          <p:spPr bwMode="auto">
            <a:xfrm flipH="1">
              <a:off x="3336" y="1186"/>
              <a:ext cx="1488" cy="1104"/>
            </a:xfrm>
            <a:custGeom>
              <a:avLst/>
              <a:gdLst/>
              <a:ahLst/>
              <a:cxnLst>
                <a:cxn ang="0">
                  <a:pos x="0" y="1823"/>
                </a:cxn>
                <a:cxn ang="0">
                  <a:pos x="259" y="1930"/>
                </a:cxn>
                <a:cxn ang="0">
                  <a:pos x="543" y="1936"/>
                </a:cxn>
                <a:cxn ang="0">
                  <a:pos x="682" y="1892"/>
                </a:cxn>
                <a:cxn ang="0">
                  <a:pos x="846" y="1760"/>
                </a:cxn>
                <a:cxn ang="0">
                  <a:pos x="1029" y="1551"/>
                </a:cxn>
                <a:cxn ang="0">
                  <a:pos x="1257" y="964"/>
                </a:cxn>
                <a:cxn ang="0">
                  <a:pos x="1503" y="332"/>
                </a:cxn>
                <a:cxn ang="0">
                  <a:pos x="1762" y="111"/>
                </a:cxn>
                <a:cxn ang="0">
                  <a:pos x="2052" y="16"/>
                </a:cxn>
                <a:cxn ang="0">
                  <a:pos x="2318" y="16"/>
                </a:cxn>
                <a:cxn ang="0">
                  <a:pos x="2450" y="73"/>
                </a:cxn>
                <a:cxn ang="0">
                  <a:pos x="2577" y="193"/>
                </a:cxn>
              </a:cxnLst>
              <a:rect l="0" t="0" r="r" b="b"/>
              <a:pathLst>
                <a:path w="2577" h="1949">
                  <a:moveTo>
                    <a:pt x="0" y="1823"/>
                  </a:moveTo>
                  <a:cubicBezTo>
                    <a:pt x="84" y="1867"/>
                    <a:pt x="168" y="1911"/>
                    <a:pt x="259" y="1930"/>
                  </a:cubicBezTo>
                  <a:cubicBezTo>
                    <a:pt x="350" y="1949"/>
                    <a:pt x="473" y="1942"/>
                    <a:pt x="543" y="1936"/>
                  </a:cubicBezTo>
                  <a:cubicBezTo>
                    <a:pt x="613" y="1930"/>
                    <a:pt x="632" y="1921"/>
                    <a:pt x="682" y="1892"/>
                  </a:cubicBezTo>
                  <a:cubicBezTo>
                    <a:pt x="732" y="1863"/>
                    <a:pt x="788" y="1817"/>
                    <a:pt x="846" y="1760"/>
                  </a:cubicBezTo>
                  <a:cubicBezTo>
                    <a:pt x="904" y="1703"/>
                    <a:pt x="961" y="1684"/>
                    <a:pt x="1029" y="1551"/>
                  </a:cubicBezTo>
                  <a:cubicBezTo>
                    <a:pt x="1097" y="1418"/>
                    <a:pt x="1178" y="1167"/>
                    <a:pt x="1257" y="964"/>
                  </a:cubicBezTo>
                  <a:cubicBezTo>
                    <a:pt x="1336" y="761"/>
                    <a:pt x="1419" y="474"/>
                    <a:pt x="1503" y="332"/>
                  </a:cubicBezTo>
                  <a:cubicBezTo>
                    <a:pt x="1587" y="190"/>
                    <a:pt x="1671" y="164"/>
                    <a:pt x="1762" y="111"/>
                  </a:cubicBezTo>
                  <a:cubicBezTo>
                    <a:pt x="1853" y="58"/>
                    <a:pt x="1959" y="32"/>
                    <a:pt x="2052" y="16"/>
                  </a:cubicBezTo>
                  <a:cubicBezTo>
                    <a:pt x="2145" y="0"/>
                    <a:pt x="2252" y="7"/>
                    <a:pt x="2318" y="16"/>
                  </a:cubicBezTo>
                  <a:cubicBezTo>
                    <a:pt x="2384" y="25"/>
                    <a:pt x="2407" y="44"/>
                    <a:pt x="2450" y="73"/>
                  </a:cubicBezTo>
                  <a:cubicBezTo>
                    <a:pt x="2493" y="102"/>
                    <a:pt x="2535" y="147"/>
                    <a:pt x="2577" y="193"/>
                  </a:cubicBezTo>
                </a:path>
              </a:pathLst>
            </a:custGeom>
            <a:noFill/>
            <a:ln w="28575" cap="flat" cmpd="sng">
              <a:solidFill>
                <a:srgbClr val="FF3300"/>
              </a:solidFill>
              <a:prstDash val="solid"/>
              <a:round/>
              <a:headEnd/>
              <a:tailEnd/>
            </a:ln>
            <a:effectLst/>
          </p:spPr>
          <p:txBody>
            <a:bodyPr wrap="none" anchor="ctr"/>
            <a:lstStyle/>
            <a:p>
              <a:endParaRPr lang="en-GB"/>
            </a:p>
          </p:txBody>
        </p:sp>
        <p:sp>
          <p:nvSpPr>
            <p:cNvPr id="135270" name="Freeform 102"/>
            <p:cNvSpPr>
              <a:spLocks/>
            </p:cNvSpPr>
            <p:nvPr/>
          </p:nvSpPr>
          <p:spPr bwMode="auto">
            <a:xfrm flipH="1">
              <a:off x="3240" y="1186"/>
              <a:ext cx="1488" cy="1104"/>
            </a:xfrm>
            <a:custGeom>
              <a:avLst/>
              <a:gdLst/>
              <a:ahLst/>
              <a:cxnLst>
                <a:cxn ang="0">
                  <a:pos x="0" y="1823"/>
                </a:cxn>
                <a:cxn ang="0">
                  <a:pos x="259" y="1930"/>
                </a:cxn>
                <a:cxn ang="0">
                  <a:pos x="543" y="1936"/>
                </a:cxn>
                <a:cxn ang="0">
                  <a:pos x="682" y="1892"/>
                </a:cxn>
                <a:cxn ang="0">
                  <a:pos x="846" y="1760"/>
                </a:cxn>
                <a:cxn ang="0">
                  <a:pos x="1029" y="1551"/>
                </a:cxn>
                <a:cxn ang="0">
                  <a:pos x="1257" y="964"/>
                </a:cxn>
                <a:cxn ang="0">
                  <a:pos x="1503" y="332"/>
                </a:cxn>
                <a:cxn ang="0">
                  <a:pos x="1762" y="111"/>
                </a:cxn>
                <a:cxn ang="0">
                  <a:pos x="2052" y="16"/>
                </a:cxn>
                <a:cxn ang="0">
                  <a:pos x="2318" y="16"/>
                </a:cxn>
                <a:cxn ang="0">
                  <a:pos x="2450" y="73"/>
                </a:cxn>
                <a:cxn ang="0">
                  <a:pos x="2577" y="193"/>
                </a:cxn>
              </a:cxnLst>
              <a:rect l="0" t="0" r="r" b="b"/>
              <a:pathLst>
                <a:path w="2577" h="1949">
                  <a:moveTo>
                    <a:pt x="0" y="1823"/>
                  </a:moveTo>
                  <a:cubicBezTo>
                    <a:pt x="84" y="1867"/>
                    <a:pt x="168" y="1911"/>
                    <a:pt x="259" y="1930"/>
                  </a:cubicBezTo>
                  <a:cubicBezTo>
                    <a:pt x="350" y="1949"/>
                    <a:pt x="473" y="1942"/>
                    <a:pt x="543" y="1936"/>
                  </a:cubicBezTo>
                  <a:cubicBezTo>
                    <a:pt x="613" y="1930"/>
                    <a:pt x="632" y="1921"/>
                    <a:pt x="682" y="1892"/>
                  </a:cubicBezTo>
                  <a:cubicBezTo>
                    <a:pt x="732" y="1863"/>
                    <a:pt x="788" y="1817"/>
                    <a:pt x="846" y="1760"/>
                  </a:cubicBezTo>
                  <a:cubicBezTo>
                    <a:pt x="904" y="1703"/>
                    <a:pt x="961" y="1684"/>
                    <a:pt x="1029" y="1551"/>
                  </a:cubicBezTo>
                  <a:cubicBezTo>
                    <a:pt x="1097" y="1418"/>
                    <a:pt x="1178" y="1167"/>
                    <a:pt x="1257" y="964"/>
                  </a:cubicBezTo>
                  <a:cubicBezTo>
                    <a:pt x="1336" y="761"/>
                    <a:pt x="1419" y="474"/>
                    <a:pt x="1503" y="332"/>
                  </a:cubicBezTo>
                  <a:cubicBezTo>
                    <a:pt x="1587" y="190"/>
                    <a:pt x="1671" y="164"/>
                    <a:pt x="1762" y="111"/>
                  </a:cubicBezTo>
                  <a:cubicBezTo>
                    <a:pt x="1853" y="58"/>
                    <a:pt x="1959" y="32"/>
                    <a:pt x="2052" y="16"/>
                  </a:cubicBezTo>
                  <a:cubicBezTo>
                    <a:pt x="2145" y="0"/>
                    <a:pt x="2252" y="7"/>
                    <a:pt x="2318" y="16"/>
                  </a:cubicBezTo>
                  <a:cubicBezTo>
                    <a:pt x="2384" y="25"/>
                    <a:pt x="2407" y="44"/>
                    <a:pt x="2450" y="73"/>
                  </a:cubicBezTo>
                  <a:cubicBezTo>
                    <a:pt x="2493" y="102"/>
                    <a:pt x="2535" y="147"/>
                    <a:pt x="2577" y="193"/>
                  </a:cubicBezTo>
                </a:path>
              </a:pathLst>
            </a:custGeom>
            <a:noFill/>
            <a:ln w="28575" cap="flat" cmpd="sng">
              <a:solidFill>
                <a:srgbClr val="FF3300"/>
              </a:solidFill>
              <a:prstDash val="solid"/>
              <a:round/>
              <a:headEnd/>
              <a:tailEnd/>
            </a:ln>
            <a:effectLst/>
          </p:spPr>
          <p:txBody>
            <a:bodyPr wrap="none" anchor="ctr"/>
            <a:lstStyle/>
            <a:p>
              <a:endParaRPr lang="en-GB"/>
            </a:p>
          </p:txBody>
        </p:sp>
        <p:sp>
          <p:nvSpPr>
            <p:cNvPr id="135271" name="Freeform 103"/>
            <p:cNvSpPr>
              <a:spLocks/>
            </p:cNvSpPr>
            <p:nvPr/>
          </p:nvSpPr>
          <p:spPr bwMode="auto">
            <a:xfrm flipH="1">
              <a:off x="3336" y="1186"/>
              <a:ext cx="1488" cy="1104"/>
            </a:xfrm>
            <a:custGeom>
              <a:avLst/>
              <a:gdLst/>
              <a:ahLst/>
              <a:cxnLst>
                <a:cxn ang="0">
                  <a:pos x="0" y="1823"/>
                </a:cxn>
                <a:cxn ang="0">
                  <a:pos x="259" y="1930"/>
                </a:cxn>
                <a:cxn ang="0">
                  <a:pos x="543" y="1936"/>
                </a:cxn>
                <a:cxn ang="0">
                  <a:pos x="682" y="1892"/>
                </a:cxn>
                <a:cxn ang="0">
                  <a:pos x="846" y="1760"/>
                </a:cxn>
                <a:cxn ang="0">
                  <a:pos x="1029" y="1551"/>
                </a:cxn>
                <a:cxn ang="0">
                  <a:pos x="1257" y="964"/>
                </a:cxn>
                <a:cxn ang="0">
                  <a:pos x="1503" y="332"/>
                </a:cxn>
                <a:cxn ang="0">
                  <a:pos x="1762" y="111"/>
                </a:cxn>
                <a:cxn ang="0">
                  <a:pos x="2052" y="16"/>
                </a:cxn>
                <a:cxn ang="0">
                  <a:pos x="2318" y="16"/>
                </a:cxn>
                <a:cxn ang="0">
                  <a:pos x="2450" y="73"/>
                </a:cxn>
                <a:cxn ang="0">
                  <a:pos x="2577" y="193"/>
                </a:cxn>
              </a:cxnLst>
              <a:rect l="0" t="0" r="r" b="b"/>
              <a:pathLst>
                <a:path w="2577" h="1949">
                  <a:moveTo>
                    <a:pt x="0" y="1823"/>
                  </a:moveTo>
                  <a:cubicBezTo>
                    <a:pt x="84" y="1867"/>
                    <a:pt x="168" y="1911"/>
                    <a:pt x="259" y="1930"/>
                  </a:cubicBezTo>
                  <a:cubicBezTo>
                    <a:pt x="350" y="1949"/>
                    <a:pt x="473" y="1942"/>
                    <a:pt x="543" y="1936"/>
                  </a:cubicBezTo>
                  <a:cubicBezTo>
                    <a:pt x="613" y="1930"/>
                    <a:pt x="632" y="1921"/>
                    <a:pt x="682" y="1892"/>
                  </a:cubicBezTo>
                  <a:cubicBezTo>
                    <a:pt x="732" y="1863"/>
                    <a:pt x="788" y="1817"/>
                    <a:pt x="846" y="1760"/>
                  </a:cubicBezTo>
                  <a:cubicBezTo>
                    <a:pt x="904" y="1703"/>
                    <a:pt x="961" y="1684"/>
                    <a:pt x="1029" y="1551"/>
                  </a:cubicBezTo>
                  <a:cubicBezTo>
                    <a:pt x="1097" y="1418"/>
                    <a:pt x="1178" y="1167"/>
                    <a:pt x="1257" y="964"/>
                  </a:cubicBezTo>
                  <a:cubicBezTo>
                    <a:pt x="1336" y="761"/>
                    <a:pt x="1419" y="474"/>
                    <a:pt x="1503" y="332"/>
                  </a:cubicBezTo>
                  <a:cubicBezTo>
                    <a:pt x="1587" y="190"/>
                    <a:pt x="1671" y="164"/>
                    <a:pt x="1762" y="111"/>
                  </a:cubicBezTo>
                  <a:cubicBezTo>
                    <a:pt x="1853" y="58"/>
                    <a:pt x="1959" y="32"/>
                    <a:pt x="2052" y="16"/>
                  </a:cubicBezTo>
                  <a:cubicBezTo>
                    <a:pt x="2145" y="0"/>
                    <a:pt x="2252" y="7"/>
                    <a:pt x="2318" y="16"/>
                  </a:cubicBezTo>
                  <a:cubicBezTo>
                    <a:pt x="2384" y="25"/>
                    <a:pt x="2407" y="44"/>
                    <a:pt x="2450" y="73"/>
                  </a:cubicBezTo>
                  <a:cubicBezTo>
                    <a:pt x="2493" y="102"/>
                    <a:pt x="2535" y="147"/>
                    <a:pt x="2577" y="193"/>
                  </a:cubicBezTo>
                </a:path>
              </a:pathLst>
            </a:custGeom>
            <a:noFill/>
            <a:ln w="28575" cap="flat" cmpd="sng">
              <a:solidFill>
                <a:srgbClr val="FF3300"/>
              </a:solidFill>
              <a:prstDash val="solid"/>
              <a:round/>
              <a:headEnd/>
              <a:tailEnd/>
            </a:ln>
            <a:effectLst/>
          </p:spPr>
          <p:txBody>
            <a:bodyPr wrap="none" anchor="ctr"/>
            <a:lstStyle/>
            <a:p>
              <a:endParaRPr lang="en-GB"/>
            </a:p>
          </p:txBody>
        </p:sp>
        <p:sp>
          <p:nvSpPr>
            <p:cNvPr id="135272" name="Freeform 104"/>
            <p:cNvSpPr>
              <a:spLocks/>
            </p:cNvSpPr>
            <p:nvPr/>
          </p:nvSpPr>
          <p:spPr bwMode="auto">
            <a:xfrm>
              <a:off x="3336" y="1186"/>
              <a:ext cx="1488" cy="1104"/>
            </a:xfrm>
            <a:custGeom>
              <a:avLst/>
              <a:gdLst/>
              <a:ahLst/>
              <a:cxnLst>
                <a:cxn ang="0">
                  <a:pos x="0" y="1823"/>
                </a:cxn>
                <a:cxn ang="0">
                  <a:pos x="259" y="1930"/>
                </a:cxn>
                <a:cxn ang="0">
                  <a:pos x="543" y="1936"/>
                </a:cxn>
                <a:cxn ang="0">
                  <a:pos x="682" y="1892"/>
                </a:cxn>
                <a:cxn ang="0">
                  <a:pos x="846" y="1760"/>
                </a:cxn>
                <a:cxn ang="0">
                  <a:pos x="1029" y="1551"/>
                </a:cxn>
                <a:cxn ang="0">
                  <a:pos x="1257" y="964"/>
                </a:cxn>
                <a:cxn ang="0">
                  <a:pos x="1503" y="332"/>
                </a:cxn>
                <a:cxn ang="0">
                  <a:pos x="1762" y="111"/>
                </a:cxn>
                <a:cxn ang="0">
                  <a:pos x="2052" y="16"/>
                </a:cxn>
                <a:cxn ang="0">
                  <a:pos x="2318" y="16"/>
                </a:cxn>
                <a:cxn ang="0">
                  <a:pos x="2450" y="73"/>
                </a:cxn>
                <a:cxn ang="0">
                  <a:pos x="2577" y="193"/>
                </a:cxn>
              </a:cxnLst>
              <a:rect l="0" t="0" r="r" b="b"/>
              <a:pathLst>
                <a:path w="2577" h="1949">
                  <a:moveTo>
                    <a:pt x="0" y="1823"/>
                  </a:moveTo>
                  <a:cubicBezTo>
                    <a:pt x="84" y="1867"/>
                    <a:pt x="168" y="1911"/>
                    <a:pt x="259" y="1930"/>
                  </a:cubicBezTo>
                  <a:cubicBezTo>
                    <a:pt x="350" y="1949"/>
                    <a:pt x="473" y="1942"/>
                    <a:pt x="543" y="1936"/>
                  </a:cubicBezTo>
                  <a:cubicBezTo>
                    <a:pt x="613" y="1930"/>
                    <a:pt x="632" y="1921"/>
                    <a:pt x="682" y="1892"/>
                  </a:cubicBezTo>
                  <a:cubicBezTo>
                    <a:pt x="732" y="1863"/>
                    <a:pt x="788" y="1817"/>
                    <a:pt x="846" y="1760"/>
                  </a:cubicBezTo>
                  <a:cubicBezTo>
                    <a:pt x="904" y="1703"/>
                    <a:pt x="961" y="1684"/>
                    <a:pt x="1029" y="1551"/>
                  </a:cubicBezTo>
                  <a:cubicBezTo>
                    <a:pt x="1097" y="1418"/>
                    <a:pt x="1178" y="1167"/>
                    <a:pt x="1257" y="964"/>
                  </a:cubicBezTo>
                  <a:cubicBezTo>
                    <a:pt x="1336" y="761"/>
                    <a:pt x="1419" y="474"/>
                    <a:pt x="1503" y="332"/>
                  </a:cubicBezTo>
                  <a:cubicBezTo>
                    <a:pt x="1587" y="190"/>
                    <a:pt x="1671" y="164"/>
                    <a:pt x="1762" y="111"/>
                  </a:cubicBezTo>
                  <a:cubicBezTo>
                    <a:pt x="1853" y="58"/>
                    <a:pt x="1959" y="32"/>
                    <a:pt x="2052" y="16"/>
                  </a:cubicBezTo>
                  <a:cubicBezTo>
                    <a:pt x="2145" y="0"/>
                    <a:pt x="2252" y="7"/>
                    <a:pt x="2318" y="16"/>
                  </a:cubicBezTo>
                  <a:cubicBezTo>
                    <a:pt x="2384" y="25"/>
                    <a:pt x="2407" y="44"/>
                    <a:pt x="2450" y="73"/>
                  </a:cubicBezTo>
                  <a:cubicBezTo>
                    <a:pt x="2493" y="102"/>
                    <a:pt x="2535" y="147"/>
                    <a:pt x="2577" y="193"/>
                  </a:cubicBezTo>
                </a:path>
              </a:pathLst>
            </a:custGeom>
            <a:noFill/>
            <a:ln w="28575" cap="flat" cmpd="sng">
              <a:solidFill>
                <a:srgbClr val="FF3300"/>
              </a:solidFill>
              <a:prstDash val="solid"/>
              <a:round/>
              <a:headEnd/>
              <a:tailEnd/>
            </a:ln>
            <a:effectLst/>
          </p:spPr>
          <p:txBody>
            <a:bodyPr wrap="none" anchor="ctr"/>
            <a:lstStyle/>
            <a:p>
              <a:endParaRPr lang="en-GB"/>
            </a:p>
          </p:txBody>
        </p:sp>
        <p:sp>
          <p:nvSpPr>
            <p:cNvPr id="135273" name="Freeform 105"/>
            <p:cNvSpPr>
              <a:spLocks/>
            </p:cNvSpPr>
            <p:nvPr/>
          </p:nvSpPr>
          <p:spPr bwMode="auto">
            <a:xfrm>
              <a:off x="3432" y="1234"/>
              <a:ext cx="1488" cy="1104"/>
            </a:xfrm>
            <a:custGeom>
              <a:avLst/>
              <a:gdLst/>
              <a:ahLst/>
              <a:cxnLst>
                <a:cxn ang="0">
                  <a:pos x="0" y="1823"/>
                </a:cxn>
                <a:cxn ang="0">
                  <a:pos x="259" y="1930"/>
                </a:cxn>
                <a:cxn ang="0">
                  <a:pos x="543" y="1936"/>
                </a:cxn>
                <a:cxn ang="0">
                  <a:pos x="682" y="1892"/>
                </a:cxn>
                <a:cxn ang="0">
                  <a:pos x="846" y="1760"/>
                </a:cxn>
                <a:cxn ang="0">
                  <a:pos x="1029" y="1551"/>
                </a:cxn>
                <a:cxn ang="0">
                  <a:pos x="1257" y="964"/>
                </a:cxn>
                <a:cxn ang="0">
                  <a:pos x="1503" y="332"/>
                </a:cxn>
                <a:cxn ang="0">
                  <a:pos x="1762" y="111"/>
                </a:cxn>
                <a:cxn ang="0">
                  <a:pos x="2052" y="16"/>
                </a:cxn>
                <a:cxn ang="0">
                  <a:pos x="2318" y="16"/>
                </a:cxn>
                <a:cxn ang="0">
                  <a:pos x="2450" y="73"/>
                </a:cxn>
                <a:cxn ang="0">
                  <a:pos x="2577" y="193"/>
                </a:cxn>
              </a:cxnLst>
              <a:rect l="0" t="0" r="r" b="b"/>
              <a:pathLst>
                <a:path w="2577" h="1949">
                  <a:moveTo>
                    <a:pt x="0" y="1823"/>
                  </a:moveTo>
                  <a:cubicBezTo>
                    <a:pt x="84" y="1867"/>
                    <a:pt x="168" y="1911"/>
                    <a:pt x="259" y="1930"/>
                  </a:cubicBezTo>
                  <a:cubicBezTo>
                    <a:pt x="350" y="1949"/>
                    <a:pt x="473" y="1942"/>
                    <a:pt x="543" y="1936"/>
                  </a:cubicBezTo>
                  <a:cubicBezTo>
                    <a:pt x="613" y="1930"/>
                    <a:pt x="632" y="1921"/>
                    <a:pt x="682" y="1892"/>
                  </a:cubicBezTo>
                  <a:cubicBezTo>
                    <a:pt x="732" y="1863"/>
                    <a:pt x="788" y="1817"/>
                    <a:pt x="846" y="1760"/>
                  </a:cubicBezTo>
                  <a:cubicBezTo>
                    <a:pt x="904" y="1703"/>
                    <a:pt x="961" y="1684"/>
                    <a:pt x="1029" y="1551"/>
                  </a:cubicBezTo>
                  <a:cubicBezTo>
                    <a:pt x="1097" y="1418"/>
                    <a:pt x="1178" y="1167"/>
                    <a:pt x="1257" y="964"/>
                  </a:cubicBezTo>
                  <a:cubicBezTo>
                    <a:pt x="1336" y="761"/>
                    <a:pt x="1419" y="474"/>
                    <a:pt x="1503" y="332"/>
                  </a:cubicBezTo>
                  <a:cubicBezTo>
                    <a:pt x="1587" y="190"/>
                    <a:pt x="1671" y="164"/>
                    <a:pt x="1762" y="111"/>
                  </a:cubicBezTo>
                  <a:cubicBezTo>
                    <a:pt x="1853" y="58"/>
                    <a:pt x="1959" y="32"/>
                    <a:pt x="2052" y="16"/>
                  </a:cubicBezTo>
                  <a:cubicBezTo>
                    <a:pt x="2145" y="0"/>
                    <a:pt x="2252" y="7"/>
                    <a:pt x="2318" y="16"/>
                  </a:cubicBezTo>
                  <a:cubicBezTo>
                    <a:pt x="2384" y="25"/>
                    <a:pt x="2407" y="44"/>
                    <a:pt x="2450" y="73"/>
                  </a:cubicBezTo>
                  <a:cubicBezTo>
                    <a:pt x="2493" y="102"/>
                    <a:pt x="2535" y="147"/>
                    <a:pt x="2577" y="193"/>
                  </a:cubicBezTo>
                </a:path>
              </a:pathLst>
            </a:custGeom>
            <a:noFill/>
            <a:ln w="28575" cap="flat" cmpd="sng">
              <a:solidFill>
                <a:srgbClr val="FF3300"/>
              </a:solidFill>
              <a:prstDash val="solid"/>
              <a:round/>
              <a:headEnd/>
              <a:tailEnd/>
            </a:ln>
            <a:effectLst/>
          </p:spPr>
          <p:txBody>
            <a:bodyPr wrap="none" anchor="ctr"/>
            <a:lstStyle/>
            <a:p>
              <a:endParaRPr lang="en-GB"/>
            </a:p>
          </p:txBody>
        </p:sp>
        <p:sp>
          <p:nvSpPr>
            <p:cNvPr id="135274" name="Freeform 106"/>
            <p:cNvSpPr>
              <a:spLocks/>
            </p:cNvSpPr>
            <p:nvPr/>
          </p:nvSpPr>
          <p:spPr bwMode="auto">
            <a:xfrm>
              <a:off x="3384" y="1186"/>
              <a:ext cx="1485" cy="1055"/>
            </a:xfrm>
            <a:custGeom>
              <a:avLst/>
              <a:gdLst/>
              <a:ahLst/>
              <a:cxnLst>
                <a:cxn ang="0">
                  <a:pos x="1" y="1818"/>
                </a:cxn>
                <a:cxn ang="0">
                  <a:pos x="33" y="1799"/>
                </a:cxn>
                <a:cxn ang="0">
                  <a:pos x="197" y="1603"/>
                </a:cxn>
                <a:cxn ang="0">
                  <a:pos x="405" y="1167"/>
                </a:cxn>
                <a:cxn ang="0">
                  <a:pos x="576" y="617"/>
                </a:cxn>
                <a:cxn ang="0">
                  <a:pos x="784" y="220"/>
                </a:cxn>
                <a:cxn ang="0">
                  <a:pos x="1024" y="62"/>
                </a:cxn>
                <a:cxn ang="0">
                  <a:pos x="1277" y="24"/>
                </a:cxn>
                <a:cxn ang="0">
                  <a:pos x="1473" y="43"/>
                </a:cxn>
                <a:cxn ang="0">
                  <a:pos x="1845" y="283"/>
                </a:cxn>
                <a:cxn ang="0">
                  <a:pos x="1965" y="548"/>
                </a:cxn>
                <a:cxn ang="0">
                  <a:pos x="2079" y="921"/>
                </a:cxn>
                <a:cxn ang="0">
                  <a:pos x="2186" y="1243"/>
                </a:cxn>
                <a:cxn ang="0">
                  <a:pos x="2319" y="1534"/>
                </a:cxn>
                <a:cxn ang="0">
                  <a:pos x="2458" y="1786"/>
                </a:cxn>
                <a:cxn ang="0">
                  <a:pos x="2572" y="1862"/>
                </a:cxn>
              </a:cxnLst>
              <a:rect l="0" t="0" r="r" b="b"/>
              <a:pathLst>
                <a:path w="2572" h="1862">
                  <a:moveTo>
                    <a:pt x="1" y="1818"/>
                  </a:moveTo>
                  <a:cubicBezTo>
                    <a:pt x="0" y="1826"/>
                    <a:pt x="0" y="1835"/>
                    <a:pt x="33" y="1799"/>
                  </a:cubicBezTo>
                  <a:cubicBezTo>
                    <a:pt x="66" y="1763"/>
                    <a:pt x="135" y="1708"/>
                    <a:pt x="197" y="1603"/>
                  </a:cubicBezTo>
                  <a:cubicBezTo>
                    <a:pt x="259" y="1498"/>
                    <a:pt x="342" y="1331"/>
                    <a:pt x="405" y="1167"/>
                  </a:cubicBezTo>
                  <a:cubicBezTo>
                    <a:pt x="468" y="1003"/>
                    <a:pt x="513" y="775"/>
                    <a:pt x="576" y="617"/>
                  </a:cubicBezTo>
                  <a:cubicBezTo>
                    <a:pt x="639" y="459"/>
                    <a:pt x="709" y="312"/>
                    <a:pt x="784" y="220"/>
                  </a:cubicBezTo>
                  <a:cubicBezTo>
                    <a:pt x="859" y="128"/>
                    <a:pt x="942" y="95"/>
                    <a:pt x="1024" y="62"/>
                  </a:cubicBezTo>
                  <a:cubicBezTo>
                    <a:pt x="1106" y="29"/>
                    <a:pt x="1202" y="27"/>
                    <a:pt x="1277" y="24"/>
                  </a:cubicBezTo>
                  <a:cubicBezTo>
                    <a:pt x="1352" y="21"/>
                    <a:pt x="1378" y="0"/>
                    <a:pt x="1473" y="43"/>
                  </a:cubicBezTo>
                  <a:cubicBezTo>
                    <a:pt x="1568" y="86"/>
                    <a:pt x="1763" y="199"/>
                    <a:pt x="1845" y="283"/>
                  </a:cubicBezTo>
                  <a:cubicBezTo>
                    <a:pt x="1927" y="367"/>
                    <a:pt x="1926" y="442"/>
                    <a:pt x="1965" y="548"/>
                  </a:cubicBezTo>
                  <a:cubicBezTo>
                    <a:pt x="2004" y="654"/>
                    <a:pt x="2042" y="805"/>
                    <a:pt x="2079" y="921"/>
                  </a:cubicBezTo>
                  <a:cubicBezTo>
                    <a:pt x="2116" y="1037"/>
                    <a:pt x="2146" y="1141"/>
                    <a:pt x="2186" y="1243"/>
                  </a:cubicBezTo>
                  <a:cubicBezTo>
                    <a:pt x="2226" y="1345"/>
                    <a:pt x="2274" y="1444"/>
                    <a:pt x="2319" y="1534"/>
                  </a:cubicBezTo>
                  <a:cubicBezTo>
                    <a:pt x="2364" y="1624"/>
                    <a:pt x="2416" y="1731"/>
                    <a:pt x="2458" y="1786"/>
                  </a:cubicBezTo>
                  <a:cubicBezTo>
                    <a:pt x="2500" y="1841"/>
                    <a:pt x="2549" y="1849"/>
                    <a:pt x="2572" y="1862"/>
                  </a:cubicBezTo>
                </a:path>
              </a:pathLst>
            </a:custGeom>
            <a:noFill/>
            <a:ln w="28575" cap="flat" cmpd="sng">
              <a:solidFill>
                <a:srgbClr val="FF3300"/>
              </a:solidFill>
              <a:prstDash val="solid"/>
              <a:round/>
              <a:headEnd/>
              <a:tailEnd/>
            </a:ln>
            <a:effectLst/>
          </p:spPr>
          <p:txBody>
            <a:bodyPr wrap="none" anchor="ctr"/>
            <a:lstStyle/>
            <a:p>
              <a:endParaRPr lang="en-GB"/>
            </a:p>
          </p:txBody>
        </p:sp>
        <p:sp>
          <p:nvSpPr>
            <p:cNvPr id="135275" name="Freeform 107"/>
            <p:cNvSpPr>
              <a:spLocks/>
            </p:cNvSpPr>
            <p:nvPr/>
          </p:nvSpPr>
          <p:spPr bwMode="auto">
            <a:xfrm>
              <a:off x="3384" y="1186"/>
              <a:ext cx="1485" cy="1055"/>
            </a:xfrm>
            <a:custGeom>
              <a:avLst/>
              <a:gdLst/>
              <a:ahLst/>
              <a:cxnLst>
                <a:cxn ang="0">
                  <a:pos x="1" y="1818"/>
                </a:cxn>
                <a:cxn ang="0">
                  <a:pos x="33" y="1799"/>
                </a:cxn>
                <a:cxn ang="0">
                  <a:pos x="197" y="1603"/>
                </a:cxn>
                <a:cxn ang="0">
                  <a:pos x="405" y="1167"/>
                </a:cxn>
                <a:cxn ang="0">
                  <a:pos x="576" y="617"/>
                </a:cxn>
                <a:cxn ang="0">
                  <a:pos x="784" y="220"/>
                </a:cxn>
                <a:cxn ang="0">
                  <a:pos x="1024" y="62"/>
                </a:cxn>
                <a:cxn ang="0">
                  <a:pos x="1277" y="24"/>
                </a:cxn>
                <a:cxn ang="0">
                  <a:pos x="1473" y="43"/>
                </a:cxn>
                <a:cxn ang="0">
                  <a:pos x="1845" y="283"/>
                </a:cxn>
                <a:cxn ang="0">
                  <a:pos x="1965" y="548"/>
                </a:cxn>
                <a:cxn ang="0">
                  <a:pos x="2079" y="921"/>
                </a:cxn>
                <a:cxn ang="0">
                  <a:pos x="2186" y="1243"/>
                </a:cxn>
                <a:cxn ang="0">
                  <a:pos x="2319" y="1534"/>
                </a:cxn>
                <a:cxn ang="0">
                  <a:pos x="2458" y="1786"/>
                </a:cxn>
                <a:cxn ang="0">
                  <a:pos x="2572" y="1862"/>
                </a:cxn>
              </a:cxnLst>
              <a:rect l="0" t="0" r="r" b="b"/>
              <a:pathLst>
                <a:path w="2572" h="1862">
                  <a:moveTo>
                    <a:pt x="1" y="1818"/>
                  </a:moveTo>
                  <a:cubicBezTo>
                    <a:pt x="0" y="1826"/>
                    <a:pt x="0" y="1835"/>
                    <a:pt x="33" y="1799"/>
                  </a:cubicBezTo>
                  <a:cubicBezTo>
                    <a:pt x="66" y="1763"/>
                    <a:pt x="135" y="1708"/>
                    <a:pt x="197" y="1603"/>
                  </a:cubicBezTo>
                  <a:cubicBezTo>
                    <a:pt x="259" y="1498"/>
                    <a:pt x="342" y="1331"/>
                    <a:pt x="405" y="1167"/>
                  </a:cubicBezTo>
                  <a:cubicBezTo>
                    <a:pt x="468" y="1003"/>
                    <a:pt x="513" y="775"/>
                    <a:pt x="576" y="617"/>
                  </a:cubicBezTo>
                  <a:cubicBezTo>
                    <a:pt x="639" y="459"/>
                    <a:pt x="709" y="312"/>
                    <a:pt x="784" y="220"/>
                  </a:cubicBezTo>
                  <a:cubicBezTo>
                    <a:pt x="859" y="128"/>
                    <a:pt x="942" y="95"/>
                    <a:pt x="1024" y="62"/>
                  </a:cubicBezTo>
                  <a:cubicBezTo>
                    <a:pt x="1106" y="29"/>
                    <a:pt x="1202" y="27"/>
                    <a:pt x="1277" y="24"/>
                  </a:cubicBezTo>
                  <a:cubicBezTo>
                    <a:pt x="1352" y="21"/>
                    <a:pt x="1378" y="0"/>
                    <a:pt x="1473" y="43"/>
                  </a:cubicBezTo>
                  <a:cubicBezTo>
                    <a:pt x="1568" y="86"/>
                    <a:pt x="1763" y="199"/>
                    <a:pt x="1845" y="283"/>
                  </a:cubicBezTo>
                  <a:cubicBezTo>
                    <a:pt x="1927" y="367"/>
                    <a:pt x="1926" y="442"/>
                    <a:pt x="1965" y="548"/>
                  </a:cubicBezTo>
                  <a:cubicBezTo>
                    <a:pt x="2004" y="654"/>
                    <a:pt x="2042" y="805"/>
                    <a:pt x="2079" y="921"/>
                  </a:cubicBezTo>
                  <a:cubicBezTo>
                    <a:pt x="2116" y="1037"/>
                    <a:pt x="2146" y="1141"/>
                    <a:pt x="2186" y="1243"/>
                  </a:cubicBezTo>
                  <a:cubicBezTo>
                    <a:pt x="2226" y="1345"/>
                    <a:pt x="2274" y="1444"/>
                    <a:pt x="2319" y="1534"/>
                  </a:cubicBezTo>
                  <a:cubicBezTo>
                    <a:pt x="2364" y="1624"/>
                    <a:pt x="2416" y="1731"/>
                    <a:pt x="2458" y="1786"/>
                  </a:cubicBezTo>
                  <a:cubicBezTo>
                    <a:pt x="2500" y="1841"/>
                    <a:pt x="2549" y="1849"/>
                    <a:pt x="2572" y="1862"/>
                  </a:cubicBezTo>
                </a:path>
              </a:pathLst>
            </a:custGeom>
            <a:noFill/>
            <a:ln w="28575" cap="flat" cmpd="sng">
              <a:solidFill>
                <a:srgbClr val="FF3300"/>
              </a:solidFill>
              <a:prstDash val="solid"/>
              <a:round/>
              <a:headEnd/>
              <a:tailEnd/>
            </a:ln>
            <a:effectLst/>
          </p:spPr>
          <p:txBody>
            <a:bodyPr wrap="none" anchor="ctr"/>
            <a:lstStyle/>
            <a:p>
              <a:endParaRPr lang="en-GB"/>
            </a:p>
          </p:txBody>
        </p:sp>
        <p:sp>
          <p:nvSpPr>
            <p:cNvPr id="135276" name="Freeform 108"/>
            <p:cNvSpPr>
              <a:spLocks/>
            </p:cNvSpPr>
            <p:nvPr/>
          </p:nvSpPr>
          <p:spPr bwMode="auto">
            <a:xfrm>
              <a:off x="3336" y="1186"/>
              <a:ext cx="1485" cy="1055"/>
            </a:xfrm>
            <a:custGeom>
              <a:avLst/>
              <a:gdLst/>
              <a:ahLst/>
              <a:cxnLst>
                <a:cxn ang="0">
                  <a:pos x="1" y="1818"/>
                </a:cxn>
                <a:cxn ang="0">
                  <a:pos x="33" y="1799"/>
                </a:cxn>
                <a:cxn ang="0">
                  <a:pos x="197" y="1603"/>
                </a:cxn>
                <a:cxn ang="0">
                  <a:pos x="405" y="1167"/>
                </a:cxn>
                <a:cxn ang="0">
                  <a:pos x="576" y="617"/>
                </a:cxn>
                <a:cxn ang="0">
                  <a:pos x="784" y="220"/>
                </a:cxn>
                <a:cxn ang="0">
                  <a:pos x="1024" y="62"/>
                </a:cxn>
                <a:cxn ang="0">
                  <a:pos x="1277" y="24"/>
                </a:cxn>
                <a:cxn ang="0">
                  <a:pos x="1473" y="43"/>
                </a:cxn>
                <a:cxn ang="0">
                  <a:pos x="1845" y="283"/>
                </a:cxn>
                <a:cxn ang="0">
                  <a:pos x="1965" y="548"/>
                </a:cxn>
                <a:cxn ang="0">
                  <a:pos x="2079" y="921"/>
                </a:cxn>
                <a:cxn ang="0">
                  <a:pos x="2186" y="1243"/>
                </a:cxn>
                <a:cxn ang="0">
                  <a:pos x="2319" y="1534"/>
                </a:cxn>
                <a:cxn ang="0">
                  <a:pos x="2458" y="1786"/>
                </a:cxn>
                <a:cxn ang="0">
                  <a:pos x="2572" y="1862"/>
                </a:cxn>
              </a:cxnLst>
              <a:rect l="0" t="0" r="r" b="b"/>
              <a:pathLst>
                <a:path w="2572" h="1862">
                  <a:moveTo>
                    <a:pt x="1" y="1818"/>
                  </a:moveTo>
                  <a:cubicBezTo>
                    <a:pt x="0" y="1826"/>
                    <a:pt x="0" y="1835"/>
                    <a:pt x="33" y="1799"/>
                  </a:cubicBezTo>
                  <a:cubicBezTo>
                    <a:pt x="66" y="1763"/>
                    <a:pt x="135" y="1708"/>
                    <a:pt x="197" y="1603"/>
                  </a:cubicBezTo>
                  <a:cubicBezTo>
                    <a:pt x="259" y="1498"/>
                    <a:pt x="342" y="1331"/>
                    <a:pt x="405" y="1167"/>
                  </a:cubicBezTo>
                  <a:cubicBezTo>
                    <a:pt x="468" y="1003"/>
                    <a:pt x="513" y="775"/>
                    <a:pt x="576" y="617"/>
                  </a:cubicBezTo>
                  <a:cubicBezTo>
                    <a:pt x="639" y="459"/>
                    <a:pt x="709" y="312"/>
                    <a:pt x="784" y="220"/>
                  </a:cubicBezTo>
                  <a:cubicBezTo>
                    <a:pt x="859" y="128"/>
                    <a:pt x="942" y="95"/>
                    <a:pt x="1024" y="62"/>
                  </a:cubicBezTo>
                  <a:cubicBezTo>
                    <a:pt x="1106" y="29"/>
                    <a:pt x="1202" y="27"/>
                    <a:pt x="1277" y="24"/>
                  </a:cubicBezTo>
                  <a:cubicBezTo>
                    <a:pt x="1352" y="21"/>
                    <a:pt x="1378" y="0"/>
                    <a:pt x="1473" y="43"/>
                  </a:cubicBezTo>
                  <a:cubicBezTo>
                    <a:pt x="1568" y="86"/>
                    <a:pt x="1763" y="199"/>
                    <a:pt x="1845" y="283"/>
                  </a:cubicBezTo>
                  <a:cubicBezTo>
                    <a:pt x="1927" y="367"/>
                    <a:pt x="1926" y="442"/>
                    <a:pt x="1965" y="548"/>
                  </a:cubicBezTo>
                  <a:cubicBezTo>
                    <a:pt x="2004" y="654"/>
                    <a:pt x="2042" y="805"/>
                    <a:pt x="2079" y="921"/>
                  </a:cubicBezTo>
                  <a:cubicBezTo>
                    <a:pt x="2116" y="1037"/>
                    <a:pt x="2146" y="1141"/>
                    <a:pt x="2186" y="1243"/>
                  </a:cubicBezTo>
                  <a:cubicBezTo>
                    <a:pt x="2226" y="1345"/>
                    <a:pt x="2274" y="1444"/>
                    <a:pt x="2319" y="1534"/>
                  </a:cubicBezTo>
                  <a:cubicBezTo>
                    <a:pt x="2364" y="1624"/>
                    <a:pt x="2416" y="1731"/>
                    <a:pt x="2458" y="1786"/>
                  </a:cubicBezTo>
                  <a:cubicBezTo>
                    <a:pt x="2500" y="1841"/>
                    <a:pt x="2549" y="1849"/>
                    <a:pt x="2572" y="1862"/>
                  </a:cubicBezTo>
                </a:path>
              </a:pathLst>
            </a:custGeom>
            <a:noFill/>
            <a:ln w="28575" cap="flat" cmpd="sng">
              <a:solidFill>
                <a:srgbClr val="FF3300"/>
              </a:solidFill>
              <a:prstDash val="solid"/>
              <a:round/>
              <a:headEnd/>
              <a:tailEnd/>
            </a:ln>
            <a:effectLst/>
          </p:spPr>
          <p:txBody>
            <a:bodyPr wrap="none" anchor="ctr"/>
            <a:lstStyle/>
            <a:p>
              <a:endParaRPr lang="en-GB"/>
            </a:p>
          </p:txBody>
        </p:sp>
        <p:sp>
          <p:nvSpPr>
            <p:cNvPr id="135277" name="Freeform 109"/>
            <p:cNvSpPr>
              <a:spLocks/>
            </p:cNvSpPr>
            <p:nvPr/>
          </p:nvSpPr>
          <p:spPr bwMode="auto">
            <a:xfrm flipV="1">
              <a:off x="3480" y="1282"/>
              <a:ext cx="1485" cy="1055"/>
            </a:xfrm>
            <a:custGeom>
              <a:avLst/>
              <a:gdLst/>
              <a:ahLst/>
              <a:cxnLst>
                <a:cxn ang="0">
                  <a:pos x="1" y="1818"/>
                </a:cxn>
                <a:cxn ang="0">
                  <a:pos x="33" y="1799"/>
                </a:cxn>
                <a:cxn ang="0">
                  <a:pos x="197" y="1603"/>
                </a:cxn>
                <a:cxn ang="0">
                  <a:pos x="355" y="1167"/>
                </a:cxn>
                <a:cxn ang="0">
                  <a:pos x="538" y="649"/>
                </a:cxn>
                <a:cxn ang="0">
                  <a:pos x="784" y="220"/>
                </a:cxn>
                <a:cxn ang="0">
                  <a:pos x="1024" y="62"/>
                </a:cxn>
                <a:cxn ang="0">
                  <a:pos x="1277" y="24"/>
                </a:cxn>
                <a:cxn ang="0">
                  <a:pos x="1473" y="43"/>
                </a:cxn>
                <a:cxn ang="0">
                  <a:pos x="1845" y="283"/>
                </a:cxn>
                <a:cxn ang="0">
                  <a:pos x="1965" y="548"/>
                </a:cxn>
                <a:cxn ang="0">
                  <a:pos x="2079" y="921"/>
                </a:cxn>
                <a:cxn ang="0">
                  <a:pos x="2186" y="1243"/>
                </a:cxn>
                <a:cxn ang="0">
                  <a:pos x="2319" y="1534"/>
                </a:cxn>
                <a:cxn ang="0">
                  <a:pos x="2458" y="1786"/>
                </a:cxn>
                <a:cxn ang="0">
                  <a:pos x="2572" y="1862"/>
                </a:cxn>
              </a:cxnLst>
              <a:rect l="0" t="0" r="r" b="b"/>
              <a:pathLst>
                <a:path w="2572" h="1862">
                  <a:moveTo>
                    <a:pt x="1" y="1818"/>
                  </a:moveTo>
                  <a:cubicBezTo>
                    <a:pt x="0" y="1826"/>
                    <a:pt x="0" y="1835"/>
                    <a:pt x="33" y="1799"/>
                  </a:cubicBezTo>
                  <a:cubicBezTo>
                    <a:pt x="66" y="1763"/>
                    <a:pt x="143" y="1708"/>
                    <a:pt x="197" y="1603"/>
                  </a:cubicBezTo>
                  <a:cubicBezTo>
                    <a:pt x="251" y="1498"/>
                    <a:pt x="298" y="1326"/>
                    <a:pt x="355" y="1167"/>
                  </a:cubicBezTo>
                  <a:cubicBezTo>
                    <a:pt x="412" y="1008"/>
                    <a:pt x="467" y="807"/>
                    <a:pt x="538" y="649"/>
                  </a:cubicBezTo>
                  <a:cubicBezTo>
                    <a:pt x="609" y="491"/>
                    <a:pt x="703" y="318"/>
                    <a:pt x="784" y="220"/>
                  </a:cubicBezTo>
                  <a:cubicBezTo>
                    <a:pt x="865" y="122"/>
                    <a:pt x="942" y="95"/>
                    <a:pt x="1024" y="62"/>
                  </a:cubicBezTo>
                  <a:cubicBezTo>
                    <a:pt x="1106" y="29"/>
                    <a:pt x="1202" y="27"/>
                    <a:pt x="1277" y="24"/>
                  </a:cubicBezTo>
                  <a:cubicBezTo>
                    <a:pt x="1352" y="21"/>
                    <a:pt x="1378" y="0"/>
                    <a:pt x="1473" y="43"/>
                  </a:cubicBezTo>
                  <a:cubicBezTo>
                    <a:pt x="1568" y="86"/>
                    <a:pt x="1763" y="199"/>
                    <a:pt x="1845" y="283"/>
                  </a:cubicBezTo>
                  <a:cubicBezTo>
                    <a:pt x="1927" y="367"/>
                    <a:pt x="1926" y="442"/>
                    <a:pt x="1965" y="548"/>
                  </a:cubicBezTo>
                  <a:cubicBezTo>
                    <a:pt x="2004" y="654"/>
                    <a:pt x="2042" y="805"/>
                    <a:pt x="2079" y="921"/>
                  </a:cubicBezTo>
                  <a:cubicBezTo>
                    <a:pt x="2116" y="1037"/>
                    <a:pt x="2146" y="1141"/>
                    <a:pt x="2186" y="1243"/>
                  </a:cubicBezTo>
                  <a:cubicBezTo>
                    <a:pt x="2226" y="1345"/>
                    <a:pt x="2274" y="1444"/>
                    <a:pt x="2319" y="1534"/>
                  </a:cubicBezTo>
                  <a:cubicBezTo>
                    <a:pt x="2364" y="1624"/>
                    <a:pt x="2416" y="1731"/>
                    <a:pt x="2458" y="1786"/>
                  </a:cubicBezTo>
                  <a:cubicBezTo>
                    <a:pt x="2500" y="1841"/>
                    <a:pt x="2549" y="1849"/>
                    <a:pt x="2572" y="1862"/>
                  </a:cubicBezTo>
                </a:path>
              </a:pathLst>
            </a:custGeom>
            <a:noFill/>
            <a:ln w="28575" cap="flat" cmpd="sng">
              <a:solidFill>
                <a:srgbClr val="FF3300"/>
              </a:solidFill>
              <a:prstDash val="solid"/>
              <a:round/>
              <a:headEnd/>
              <a:tailEnd/>
            </a:ln>
            <a:effectLst/>
          </p:spPr>
          <p:txBody>
            <a:bodyPr wrap="none" anchor="ctr"/>
            <a:lstStyle/>
            <a:p>
              <a:endParaRPr lang="en-GB"/>
            </a:p>
          </p:txBody>
        </p:sp>
      </p:grpSp>
      <p:grpSp>
        <p:nvGrpSpPr>
          <p:cNvPr id="4" name="Group 197"/>
          <p:cNvGrpSpPr>
            <a:grpSpLocks/>
          </p:cNvGrpSpPr>
          <p:nvPr/>
        </p:nvGrpSpPr>
        <p:grpSpPr bwMode="auto">
          <a:xfrm>
            <a:off x="2867025" y="3889375"/>
            <a:ext cx="3127375" cy="2416175"/>
            <a:chOff x="1844" y="2513"/>
            <a:chExt cx="1648" cy="1295"/>
          </a:xfrm>
        </p:grpSpPr>
        <p:sp>
          <p:nvSpPr>
            <p:cNvPr id="135291" name="Freeform 123"/>
            <p:cNvSpPr>
              <a:spLocks/>
            </p:cNvSpPr>
            <p:nvPr/>
          </p:nvSpPr>
          <p:spPr bwMode="auto">
            <a:xfrm>
              <a:off x="1932" y="2569"/>
              <a:ext cx="1484" cy="1164"/>
            </a:xfrm>
            <a:custGeom>
              <a:avLst/>
              <a:gdLst/>
              <a:ahLst/>
              <a:cxnLst>
                <a:cxn ang="0">
                  <a:pos x="13" y="1031"/>
                </a:cxn>
                <a:cxn ang="0">
                  <a:pos x="25" y="1012"/>
                </a:cxn>
                <a:cxn ang="0">
                  <a:pos x="63" y="1019"/>
                </a:cxn>
                <a:cxn ang="0">
                  <a:pos x="120" y="817"/>
                </a:cxn>
                <a:cxn ang="0">
                  <a:pos x="145" y="861"/>
                </a:cxn>
                <a:cxn ang="0">
                  <a:pos x="202" y="760"/>
                </a:cxn>
                <a:cxn ang="0">
                  <a:pos x="253" y="469"/>
                </a:cxn>
                <a:cxn ang="0">
                  <a:pos x="290" y="482"/>
                </a:cxn>
                <a:cxn ang="0">
                  <a:pos x="410" y="223"/>
                </a:cxn>
                <a:cxn ang="0">
                  <a:pos x="511" y="97"/>
                </a:cxn>
                <a:cxn ang="0">
                  <a:pos x="562" y="103"/>
                </a:cxn>
                <a:cxn ang="0">
                  <a:pos x="631" y="90"/>
                </a:cxn>
                <a:cxn ang="0">
                  <a:pos x="682" y="21"/>
                </a:cxn>
                <a:cxn ang="0">
                  <a:pos x="707" y="84"/>
                </a:cxn>
                <a:cxn ang="0">
                  <a:pos x="770" y="46"/>
                </a:cxn>
                <a:cxn ang="0">
                  <a:pos x="789" y="90"/>
                </a:cxn>
                <a:cxn ang="0">
                  <a:pos x="853" y="78"/>
                </a:cxn>
                <a:cxn ang="0">
                  <a:pos x="878" y="135"/>
                </a:cxn>
                <a:cxn ang="0">
                  <a:pos x="890" y="59"/>
                </a:cxn>
                <a:cxn ang="0">
                  <a:pos x="979" y="191"/>
                </a:cxn>
                <a:cxn ang="0">
                  <a:pos x="1023" y="172"/>
                </a:cxn>
                <a:cxn ang="0">
                  <a:pos x="1061" y="242"/>
                </a:cxn>
                <a:cxn ang="0">
                  <a:pos x="1099" y="343"/>
                </a:cxn>
                <a:cxn ang="0">
                  <a:pos x="1118" y="368"/>
                </a:cxn>
                <a:cxn ang="0">
                  <a:pos x="1162" y="406"/>
                </a:cxn>
                <a:cxn ang="0">
                  <a:pos x="1175" y="476"/>
                </a:cxn>
                <a:cxn ang="0">
                  <a:pos x="1213" y="551"/>
                </a:cxn>
                <a:cxn ang="0">
                  <a:pos x="1244" y="627"/>
                </a:cxn>
                <a:cxn ang="0">
                  <a:pos x="1288" y="741"/>
                </a:cxn>
                <a:cxn ang="0">
                  <a:pos x="1314" y="772"/>
                </a:cxn>
                <a:cxn ang="0">
                  <a:pos x="1370" y="1063"/>
                </a:cxn>
                <a:cxn ang="0">
                  <a:pos x="1459" y="1164"/>
                </a:cxn>
                <a:cxn ang="0">
                  <a:pos x="1478" y="1038"/>
                </a:cxn>
              </a:cxnLst>
              <a:rect l="0" t="0" r="r" b="b"/>
              <a:pathLst>
                <a:path w="1484" h="1164">
                  <a:moveTo>
                    <a:pt x="0" y="1057"/>
                  </a:moveTo>
                  <a:cubicBezTo>
                    <a:pt x="4" y="1048"/>
                    <a:pt x="10" y="1040"/>
                    <a:pt x="13" y="1031"/>
                  </a:cubicBezTo>
                  <a:cubicBezTo>
                    <a:pt x="17" y="1019"/>
                    <a:pt x="12" y="1004"/>
                    <a:pt x="19" y="993"/>
                  </a:cubicBezTo>
                  <a:cubicBezTo>
                    <a:pt x="23" y="987"/>
                    <a:pt x="21" y="1007"/>
                    <a:pt x="25" y="1012"/>
                  </a:cubicBezTo>
                  <a:cubicBezTo>
                    <a:pt x="30" y="1018"/>
                    <a:pt x="38" y="1021"/>
                    <a:pt x="44" y="1025"/>
                  </a:cubicBezTo>
                  <a:cubicBezTo>
                    <a:pt x="53" y="997"/>
                    <a:pt x="52" y="960"/>
                    <a:pt x="63" y="1019"/>
                  </a:cubicBezTo>
                  <a:cubicBezTo>
                    <a:pt x="88" y="983"/>
                    <a:pt x="81" y="957"/>
                    <a:pt x="88" y="911"/>
                  </a:cubicBezTo>
                  <a:cubicBezTo>
                    <a:pt x="93" y="879"/>
                    <a:pt x="108" y="847"/>
                    <a:pt x="120" y="817"/>
                  </a:cubicBezTo>
                  <a:cubicBezTo>
                    <a:pt x="124" y="823"/>
                    <a:pt x="129" y="829"/>
                    <a:pt x="133" y="836"/>
                  </a:cubicBezTo>
                  <a:cubicBezTo>
                    <a:pt x="138" y="844"/>
                    <a:pt x="136" y="859"/>
                    <a:pt x="145" y="861"/>
                  </a:cubicBezTo>
                  <a:cubicBezTo>
                    <a:pt x="152" y="863"/>
                    <a:pt x="154" y="849"/>
                    <a:pt x="158" y="842"/>
                  </a:cubicBezTo>
                  <a:cubicBezTo>
                    <a:pt x="175" y="814"/>
                    <a:pt x="184" y="786"/>
                    <a:pt x="202" y="760"/>
                  </a:cubicBezTo>
                  <a:cubicBezTo>
                    <a:pt x="219" y="704"/>
                    <a:pt x="227" y="660"/>
                    <a:pt x="234" y="602"/>
                  </a:cubicBezTo>
                  <a:cubicBezTo>
                    <a:pt x="259" y="682"/>
                    <a:pt x="237" y="514"/>
                    <a:pt x="253" y="469"/>
                  </a:cubicBezTo>
                  <a:cubicBezTo>
                    <a:pt x="259" y="478"/>
                    <a:pt x="261" y="492"/>
                    <a:pt x="271" y="495"/>
                  </a:cubicBezTo>
                  <a:cubicBezTo>
                    <a:pt x="278" y="498"/>
                    <a:pt x="285" y="488"/>
                    <a:pt x="290" y="482"/>
                  </a:cubicBezTo>
                  <a:cubicBezTo>
                    <a:pt x="296" y="475"/>
                    <a:pt x="318" y="406"/>
                    <a:pt x="322" y="393"/>
                  </a:cubicBezTo>
                  <a:cubicBezTo>
                    <a:pt x="332" y="322"/>
                    <a:pt x="354" y="268"/>
                    <a:pt x="410" y="223"/>
                  </a:cubicBezTo>
                  <a:cubicBezTo>
                    <a:pt x="422" y="200"/>
                    <a:pt x="430" y="176"/>
                    <a:pt x="442" y="153"/>
                  </a:cubicBezTo>
                  <a:cubicBezTo>
                    <a:pt x="486" y="183"/>
                    <a:pt x="499" y="134"/>
                    <a:pt x="511" y="97"/>
                  </a:cubicBezTo>
                  <a:cubicBezTo>
                    <a:pt x="524" y="114"/>
                    <a:pt x="541" y="140"/>
                    <a:pt x="549" y="135"/>
                  </a:cubicBezTo>
                  <a:cubicBezTo>
                    <a:pt x="559" y="129"/>
                    <a:pt x="555" y="112"/>
                    <a:pt x="562" y="103"/>
                  </a:cubicBezTo>
                  <a:cubicBezTo>
                    <a:pt x="573" y="89"/>
                    <a:pt x="600" y="65"/>
                    <a:pt x="600" y="65"/>
                  </a:cubicBezTo>
                  <a:cubicBezTo>
                    <a:pt x="614" y="21"/>
                    <a:pt x="618" y="70"/>
                    <a:pt x="631" y="90"/>
                  </a:cubicBezTo>
                  <a:cubicBezTo>
                    <a:pt x="636" y="66"/>
                    <a:pt x="632" y="0"/>
                    <a:pt x="663" y="46"/>
                  </a:cubicBezTo>
                  <a:cubicBezTo>
                    <a:pt x="677" y="89"/>
                    <a:pt x="677" y="38"/>
                    <a:pt x="682" y="21"/>
                  </a:cubicBezTo>
                  <a:cubicBezTo>
                    <a:pt x="684" y="44"/>
                    <a:pt x="679" y="69"/>
                    <a:pt x="688" y="90"/>
                  </a:cubicBezTo>
                  <a:cubicBezTo>
                    <a:pt x="690" y="96"/>
                    <a:pt x="703" y="89"/>
                    <a:pt x="707" y="84"/>
                  </a:cubicBezTo>
                  <a:cubicBezTo>
                    <a:pt x="718" y="70"/>
                    <a:pt x="721" y="38"/>
                    <a:pt x="733" y="21"/>
                  </a:cubicBezTo>
                  <a:cubicBezTo>
                    <a:pt x="737" y="57"/>
                    <a:pt x="741" y="123"/>
                    <a:pt x="770" y="46"/>
                  </a:cubicBezTo>
                  <a:cubicBezTo>
                    <a:pt x="772" y="54"/>
                    <a:pt x="774" y="63"/>
                    <a:pt x="777" y="71"/>
                  </a:cubicBezTo>
                  <a:cubicBezTo>
                    <a:pt x="780" y="78"/>
                    <a:pt x="782" y="93"/>
                    <a:pt x="789" y="90"/>
                  </a:cubicBezTo>
                  <a:cubicBezTo>
                    <a:pt x="802" y="84"/>
                    <a:pt x="809" y="29"/>
                    <a:pt x="815" y="15"/>
                  </a:cubicBezTo>
                  <a:cubicBezTo>
                    <a:pt x="831" y="37"/>
                    <a:pt x="838" y="56"/>
                    <a:pt x="853" y="78"/>
                  </a:cubicBezTo>
                  <a:cubicBezTo>
                    <a:pt x="857" y="91"/>
                    <a:pt x="860" y="104"/>
                    <a:pt x="865" y="116"/>
                  </a:cubicBezTo>
                  <a:cubicBezTo>
                    <a:pt x="868" y="123"/>
                    <a:pt x="872" y="139"/>
                    <a:pt x="878" y="135"/>
                  </a:cubicBezTo>
                  <a:cubicBezTo>
                    <a:pt x="887" y="129"/>
                    <a:pt x="882" y="114"/>
                    <a:pt x="884" y="103"/>
                  </a:cubicBezTo>
                  <a:cubicBezTo>
                    <a:pt x="886" y="88"/>
                    <a:pt x="888" y="74"/>
                    <a:pt x="890" y="59"/>
                  </a:cubicBezTo>
                  <a:cubicBezTo>
                    <a:pt x="912" y="119"/>
                    <a:pt x="939" y="172"/>
                    <a:pt x="966" y="229"/>
                  </a:cubicBezTo>
                  <a:cubicBezTo>
                    <a:pt x="970" y="216"/>
                    <a:pt x="976" y="204"/>
                    <a:pt x="979" y="191"/>
                  </a:cubicBezTo>
                  <a:cubicBezTo>
                    <a:pt x="984" y="166"/>
                    <a:pt x="991" y="116"/>
                    <a:pt x="991" y="116"/>
                  </a:cubicBezTo>
                  <a:cubicBezTo>
                    <a:pt x="1004" y="135"/>
                    <a:pt x="1010" y="153"/>
                    <a:pt x="1023" y="172"/>
                  </a:cubicBezTo>
                  <a:cubicBezTo>
                    <a:pt x="1028" y="196"/>
                    <a:pt x="1036" y="218"/>
                    <a:pt x="1042" y="242"/>
                  </a:cubicBezTo>
                  <a:cubicBezTo>
                    <a:pt x="1057" y="178"/>
                    <a:pt x="1036" y="242"/>
                    <a:pt x="1061" y="242"/>
                  </a:cubicBezTo>
                  <a:cubicBezTo>
                    <a:pt x="1070" y="242"/>
                    <a:pt x="1070" y="225"/>
                    <a:pt x="1074" y="217"/>
                  </a:cubicBezTo>
                  <a:cubicBezTo>
                    <a:pt x="1090" y="259"/>
                    <a:pt x="1094" y="297"/>
                    <a:pt x="1099" y="343"/>
                  </a:cubicBezTo>
                  <a:cubicBezTo>
                    <a:pt x="1103" y="337"/>
                    <a:pt x="1106" y="318"/>
                    <a:pt x="1111" y="324"/>
                  </a:cubicBezTo>
                  <a:cubicBezTo>
                    <a:pt x="1120" y="336"/>
                    <a:pt x="1117" y="353"/>
                    <a:pt x="1118" y="368"/>
                  </a:cubicBezTo>
                  <a:cubicBezTo>
                    <a:pt x="1123" y="428"/>
                    <a:pt x="1114" y="496"/>
                    <a:pt x="1143" y="551"/>
                  </a:cubicBezTo>
                  <a:cubicBezTo>
                    <a:pt x="1147" y="495"/>
                    <a:pt x="1146" y="456"/>
                    <a:pt x="1162" y="406"/>
                  </a:cubicBezTo>
                  <a:cubicBezTo>
                    <a:pt x="1164" y="440"/>
                    <a:pt x="1162" y="474"/>
                    <a:pt x="1168" y="507"/>
                  </a:cubicBezTo>
                  <a:cubicBezTo>
                    <a:pt x="1170" y="517"/>
                    <a:pt x="1173" y="466"/>
                    <a:pt x="1175" y="476"/>
                  </a:cubicBezTo>
                  <a:cubicBezTo>
                    <a:pt x="1193" y="557"/>
                    <a:pt x="1181" y="645"/>
                    <a:pt x="1194" y="728"/>
                  </a:cubicBezTo>
                  <a:cubicBezTo>
                    <a:pt x="1202" y="669"/>
                    <a:pt x="1198" y="608"/>
                    <a:pt x="1213" y="551"/>
                  </a:cubicBezTo>
                  <a:cubicBezTo>
                    <a:pt x="1216" y="538"/>
                    <a:pt x="1220" y="577"/>
                    <a:pt x="1225" y="589"/>
                  </a:cubicBezTo>
                  <a:cubicBezTo>
                    <a:pt x="1230" y="602"/>
                    <a:pt x="1238" y="614"/>
                    <a:pt x="1244" y="627"/>
                  </a:cubicBezTo>
                  <a:cubicBezTo>
                    <a:pt x="1250" y="652"/>
                    <a:pt x="1247" y="702"/>
                    <a:pt x="1276" y="659"/>
                  </a:cubicBezTo>
                  <a:cubicBezTo>
                    <a:pt x="1280" y="686"/>
                    <a:pt x="1281" y="714"/>
                    <a:pt x="1288" y="741"/>
                  </a:cubicBezTo>
                  <a:cubicBezTo>
                    <a:pt x="1293" y="760"/>
                    <a:pt x="1307" y="798"/>
                    <a:pt x="1307" y="798"/>
                  </a:cubicBezTo>
                  <a:cubicBezTo>
                    <a:pt x="1309" y="789"/>
                    <a:pt x="1313" y="763"/>
                    <a:pt x="1314" y="772"/>
                  </a:cubicBezTo>
                  <a:cubicBezTo>
                    <a:pt x="1319" y="814"/>
                    <a:pt x="1315" y="857"/>
                    <a:pt x="1320" y="899"/>
                  </a:cubicBezTo>
                  <a:cubicBezTo>
                    <a:pt x="1326" y="958"/>
                    <a:pt x="1350" y="1009"/>
                    <a:pt x="1370" y="1063"/>
                  </a:cubicBezTo>
                  <a:cubicBezTo>
                    <a:pt x="1386" y="1024"/>
                    <a:pt x="1394" y="984"/>
                    <a:pt x="1402" y="943"/>
                  </a:cubicBezTo>
                  <a:cubicBezTo>
                    <a:pt x="1411" y="1030"/>
                    <a:pt x="1444" y="1083"/>
                    <a:pt x="1459" y="1164"/>
                  </a:cubicBezTo>
                  <a:cubicBezTo>
                    <a:pt x="1464" y="1128"/>
                    <a:pt x="1465" y="1092"/>
                    <a:pt x="1471" y="1057"/>
                  </a:cubicBezTo>
                  <a:cubicBezTo>
                    <a:pt x="1472" y="1050"/>
                    <a:pt x="1471" y="1038"/>
                    <a:pt x="1478" y="1038"/>
                  </a:cubicBezTo>
                  <a:cubicBezTo>
                    <a:pt x="1484" y="1038"/>
                    <a:pt x="1478" y="1051"/>
                    <a:pt x="1478" y="1057"/>
                  </a:cubicBezTo>
                </a:path>
              </a:pathLst>
            </a:custGeom>
            <a:noFill/>
            <a:ln w="9525" cap="flat" cmpd="sng">
              <a:solidFill>
                <a:srgbClr val="FF3300"/>
              </a:solidFill>
              <a:prstDash val="solid"/>
              <a:round/>
              <a:headEnd/>
              <a:tailEnd/>
            </a:ln>
            <a:effectLst/>
          </p:spPr>
          <p:txBody>
            <a:bodyPr wrap="none" anchor="ctr"/>
            <a:lstStyle/>
            <a:p>
              <a:endParaRPr lang="en-GB" sz="1600"/>
            </a:p>
          </p:txBody>
        </p:sp>
        <p:sp>
          <p:nvSpPr>
            <p:cNvPr id="135308" name="Freeform 140"/>
            <p:cNvSpPr>
              <a:spLocks/>
            </p:cNvSpPr>
            <p:nvPr/>
          </p:nvSpPr>
          <p:spPr bwMode="auto">
            <a:xfrm flipV="1">
              <a:off x="1914" y="2613"/>
              <a:ext cx="1484" cy="1164"/>
            </a:xfrm>
            <a:custGeom>
              <a:avLst/>
              <a:gdLst/>
              <a:ahLst/>
              <a:cxnLst>
                <a:cxn ang="0">
                  <a:pos x="13" y="1031"/>
                </a:cxn>
                <a:cxn ang="0">
                  <a:pos x="25" y="1012"/>
                </a:cxn>
                <a:cxn ang="0">
                  <a:pos x="63" y="1019"/>
                </a:cxn>
                <a:cxn ang="0">
                  <a:pos x="120" y="817"/>
                </a:cxn>
                <a:cxn ang="0">
                  <a:pos x="145" y="861"/>
                </a:cxn>
                <a:cxn ang="0">
                  <a:pos x="202" y="760"/>
                </a:cxn>
                <a:cxn ang="0">
                  <a:pos x="253" y="469"/>
                </a:cxn>
                <a:cxn ang="0">
                  <a:pos x="290" y="482"/>
                </a:cxn>
                <a:cxn ang="0">
                  <a:pos x="410" y="223"/>
                </a:cxn>
                <a:cxn ang="0">
                  <a:pos x="511" y="97"/>
                </a:cxn>
                <a:cxn ang="0">
                  <a:pos x="562" y="103"/>
                </a:cxn>
                <a:cxn ang="0">
                  <a:pos x="631" y="90"/>
                </a:cxn>
                <a:cxn ang="0">
                  <a:pos x="682" y="21"/>
                </a:cxn>
                <a:cxn ang="0">
                  <a:pos x="707" y="84"/>
                </a:cxn>
                <a:cxn ang="0">
                  <a:pos x="770" y="46"/>
                </a:cxn>
                <a:cxn ang="0">
                  <a:pos x="789" y="90"/>
                </a:cxn>
                <a:cxn ang="0">
                  <a:pos x="853" y="78"/>
                </a:cxn>
                <a:cxn ang="0">
                  <a:pos x="878" y="135"/>
                </a:cxn>
                <a:cxn ang="0">
                  <a:pos x="890" y="59"/>
                </a:cxn>
                <a:cxn ang="0">
                  <a:pos x="979" y="191"/>
                </a:cxn>
                <a:cxn ang="0">
                  <a:pos x="1023" y="172"/>
                </a:cxn>
                <a:cxn ang="0">
                  <a:pos x="1061" y="242"/>
                </a:cxn>
                <a:cxn ang="0">
                  <a:pos x="1099" y="343"/>
                </a:cxn>
                <a:cxn ang="0">
                  <a:pos x="1118" y="368"/>
                </a:cxn>
                <a:cxn ang="0">
                  <a:pos x="1162" y="406"/>
                </a:cxn>
                <a:cxn ang="0">
                  <a:pos x="1175" y="476"/>
                </a:cxn>
                <a:cxn ang="0">
                  <a:pos x="1213" y="551"/>
                </a:cxn>
                <a:cxn ang="0">
                  <a:pos x="1244" y="627"/>
                </a:cxn>
                <a:cxn ang="0">
                  <a:pos x="1288" y="741"/>
                </a:cxn>
                <a:cxn ang="0">
                  <a:pos x="1314" y="772"/>
                </a:cxn>
                <a:cxn ang="0">
                  <a:pos x="1370" y="1063"/>
                </a:cxn>
                <a:cxn ang="0">
                  <a:pos x="1459" y="1164"/>
                </a:cxn>
                <a:cxn ang="0">
                  <a:pos x="1478" y="1038"/>
                </a:cxn>
              </a:cxnLst>
              <a:rect l="0" t="0" r="r" b="b"/>
              <a:pathLst>
                <a:path w="1484" h="1164">
                  <a:moveTo>
                    <a:pt x="0" y="1057"/>
                  </a:moveTo>
                  <a:cubicBezTo>
                    <a:pt x="4" y="1048"/>
                    <a:pt x="10" y="1040"/>
                    <a:pt x="13" y="1031"/>
                  </a:cubicBezTo>
                  <a:cubicBezTo>
                    <a:pt x="17" y="1019"/>
                    <a:pt x="12" y="1004"/>
                    <a:pt x="19" y="993"/>
                  </a:cubicBezTo>
                  <a:cubicBezTo>
                    <a:pt x="23" y="987"/>
                    <a:pt x="21" y="1007"/>
                    <a:pt x="25" y="1012"/>
                  </a:cubicBezTo>
                  <a:cubicBezTo>
                    <a:pt x="30" y="1018"/>
                    <a:pt x="38" y="1021"/>
                    <a:pt x="44" y="1025"/>
                  </a:cubicBezTo>
                  <a:cubicBezTo>
                    <a:pt x="53" y="997"/>
                    <a:pt x="52" y="960"/>
                    <a:pt x="63" y="1019"/>
                  </a:cubicBezTo>
                  <a:cubicBezTo>
                    <a:pt x="88" y="983"/>
                    <a:pt x="81" y="957"/>
                    <a:pt x="88" y="911"/>
                  </a:cubicBezTo>
                  <a:cubicBezTo>
                    <a:pt x="93" y="879"/>
                    <a:pt x="108" y="847"/>
                    <a:pt x="120" y="817"/>
                  </a:cubicBezTo>
                  <a:cubicBezTo>
                    <a:pt x="124" y="823"/>
                    <a:pt x="129" y="829"/>
                    <a:pt x="133" y="836"/>
                  </a:cubicBezTo>
                  <a:cubicBezTo>
                    <a:pt x="138" y="844"/>
                    <a:pt x="136" y="859"/>
                    <a:pt x="145" y="861"/>
                  </a:cubicBezTo>
                  <a:cubicBezTo>
                    <a:pt x="152" y="863"/>
                    <a:pt x="154" y="849"/>
                    <a:pt x="158" y="842"/>
                  </a:cubicBezTo>
                  <a:cubicBezTo>
                    <a:pt x="175" y="814"/>
                    <a:pt x="184" y="786"/>
                    <a:pt x="202" y="760"/>
                  </a:cubicBezTo>
                  <a:cubicBezTo>
                    <a:pt x="219" y="704"/>
                    <a:pt x="227" y="660"/>
                    <a:pt x="234" y="602"/>
                  </a:cubicBezTo>
                  <a:cubicBezTo>
                    <a:pt x="259" y="682"/>
                    <a:pt x="237" y="514"/>
                    <a:pt x="253" y="469"/>
                  </a:cubicBezTo>
                  <a:cubicBezTo>
                    <a:pt x="259" y="478"/>
                    <a:pt x="261" y="492"/>
                    <a:pt x="271" y="495"/>
                  </a:cubicBezTo>
                  <a:cubicBezTo>
                    <a:pt x="278" y="498"/>
                    <a:pt x="285" y="488"/>
                    <a:pt x="290" y="482"/>
                  </a:cubicBezTo>
                  <a:cubicBezTo>
                    <a:pt x="296" y="475"/>
                    <a:pt x="318" y="406"/>
                    <a:pt x="322" y="393"/>
                  </a:cubicBezTo>
                  <a:cubicBezTo>
                    <a:pt x="332" y="322"/>
                    <a:pt x="354" y="268"/>
                    <a:pt x="410" y="223"/>
                  </a:cubicBezTo>
                  <a:cubicBezTo>
                    <a:pt x="422" y="200"/>
                    <a:pt x="430" y="176"/>
                    <a:pt x="442" y="153"/>
                  </a:cubicBezTo>
                  <a:cubicBezTo>
                    <a:pt x="486" y="183"/>
                    <a:pt x="499" y="134"/>
                    <a:pt x="511" y="97"/>
                  </a:cubicBezTo>
                  <a:cubicBezTo>
                    <a:pt x="524" y="114"/>
                    <a:pt x="541" y="140"/>
                    <a:pt x="549" y="135"/>
                  </a:cubicBezTo>
                  <a:cubicBezTo>
                    <a:pt x="559" y="129"/>
                    <a:pt x="555" y="112"/>
                    <a:pt x="562" y="103"/>
                  </a:cubicBezTo>
                  <a:cubicBezTo>
                    <a:pt x="573" y="89"/>
                    <a:pt x="600" y="65"/>
                    <a:pt x="600" y="65"/>
                  </a:cubicBezTo>
                  <a:cubicBezTo>
                    <a:pt x="614" y="21"/>
                    <a:pt x="618" y="70"/>
                    <a:pt x="631" y="90"/>
                  </a:cubicBezTo>
                  <a:cubicBezTo>
                    <a:pt x="636" y="66"/>
                    <a:pt x="632" y="0"/>
                    <a:pt x="663" y="46"/>
                  </a:cubicBezTo>
                  <a:cubicBezTo>
                    <a:pt x="677" y="89"/>
                    <a:pt x="677" y="38"/>
                    <a:pt x="682" y="21"/>
                  </a:cubicBezTo>
                  <a:cubicBezTo>
                    <a:pt x="684" y="44"/>
                    <a:pt x="679" y="69"/>
                    <a:pt x="688" y="90"/>
                  </a:cubicBezTo>
                  <a:cubicBezTo>
                    <a:pt x="690" y="96"/>
                    <a:pt x="703" y="89"/>
                    <a:pt x="707" y="84"/>
                  </a:cubicBezTo>
                  <a:cubicBezTo>
                    <a:pt x="718" y="70"/>
                    <a:pt x="721" y="38"/>
                    <a:pt x="733" y="21"/>
                  </a:cubicBezTo>
                  <a:cubicBezTo>
                    <a:pt x="737" y="57"/>
                    <a:pt x="741" y="123"/>
                    <a:pt x="770" y="46"/>
                  </a:cubicBezTo>
                  <a:cubicBezTo>
                    <a:pt x="772" y="54"/>
                    <a:pt x="774" y="63"/>
                    <a:pt x="777" y="71"/>
                  </a:cubicBezTo>
                  <a:cubicBezTo>
                    <a:pt x="780" y="78"/>
                    <a:pt x="782" y="93"/>
                    <a:pt x="789" y="90"/>
                  </a:cubicBezTo>
                  <a:cubicBezTo>
                    <a:pt x="802" y="84"/>
                    <a:pt x="809" y="29"/>
                    <a:pt x="815" y="15"/>
                  </a:cubicBezTo>
                  <a:cubicBezTo>
                    <a:pt x="831" y="37"/>
                    <a:pt x="838" y="56"/>
                    <a:pt x="853" y="78"/>
                  </a:cubicBezTo>
                  <a:cubicBezTo>
                    <a:pt x="857" y="91"/>
                    <a:pt x="860" y="104"/>
                    <a:pt x="865" y="116"/>
                  </a:cubicBezTo>
                  <a:cubicBezTo>
                    <a:pt x="868" y="123"/>
                    <a:pt x="872" y="139"/>
                    <a:pt x="878" y="135"/>
                  </a:cubicBezTo>
                  <a:cubicBezTo>
                    <a:pt x="887" y="129"/>
                    <a:pt x="882" y="114"/>
                    <a:pt x="884" y="103"/>
                  </a:cubicBezTo>
                  <a:cubicBezTo>
                    <a:pt x="886" y="88"/>
                    <a:pt x="888" y="74"/>
                    <a:pt x="890" y="59"/>
                  </a:cubicBezTo>
                  <a:cubicBezTo>
                    <a:pt x="912" y="119"/>
                    <a:pt x="939" y="172"/>
                    <a:pt x="966" y="229"/>
                  </a:cubicBezTo>
                  <a:cubicBezTo>
                    <a:pt x="970" y="216"/>
                    <a:pt x="976" y="204"/>
                    <a:pt x="979" y="191"/>
                  </a:cubicBezTo>
                  <a:cubicBezTo>
                    <a:pt x="984" y="166"/>
                    <a:pt x="991" y="116"/>
                    <a:pt x="991" y="116"/>
                  </a:cubicBezTo>
                  <a:cubicBezTo>
                    <a:pt x="1004" y="135"/>
                    <a:pt x="1010" y="153"/>
                    <a:pt x="1023" y="172"/>
                  </a:cubicBezTo>
                  <a:cubicBezTo>
                    <a:pt x="1028" y="196"/>
                    <a:pt x="1036" y="218"/>
                    <a:pt x="1042" y="242"/>
                  </a:cubicBezTo>
                  <a:cubicBezTo>
                    <a:pt x="1057" y="178"/>
                    <a:pt x="1036" y="242"/>
                    <a:pt x="1061" y="242"/>
                  </a:cubicBezTo>
                  <a:cubicBezTo>
                    <a:pt x="1070" y="242"/>
                    <a:pt x="1070" y="225"/>
                    <a:pt x="1074" y="217"/>
                  </a:cubicBezTo>
                  <a:cubicBezTo>
                    <a:pt x="1090" y="259"/>
                    <a:pt x="1094" y="297"/>
                    <a:pt x="1099" y="343"/>
                  </a:cubicBezTo>
                  <a:cubicBezTo>
                    <a:pt x="1103" y="337"/>
                    <a:pt x="1106" y="318"/>
                    <a:pt x="1111" y="324"/>
                  </a:cubicBezTo>
                  <a:cubicBezTo>
                    <a:pt x="1120" y="336"/>
                    <a:pt x="1117" y="353"/>
                    <a:pt x="1118" y="368"/>
                  </a:cubicBezTo>
                  <a:cubicBezTo>
                    <a:pt x="1123" y="428"/>
                    <a:pt x="1114" y="496"/>
                    <a:pt x="1143" y="551"/>
                  </a:cubicBezTo>
                  <a:cubicBezTo>
                    <a:pt x="1147" y="495"/>
                    <a:pt x="1146" y="456"/>
                    <a:pt x="1162" y="406"/>
                  </a:cubicBezTo>
                  <a:cubicBezTo>
                    <a:pt x="1164" y="440"/>
                    <a:pt x="1162" y="474"/>
                    <a:pt x="1168" y="507"/>
                  </a:cubicBezTo>
                  <a:cubicBezTo>
                    <a:pt x="1170" y="517"/>
                    <a:pt x="1173" y="466"/>
                    <a:pt x="1175" y="476"/>
                  </a:cubicBezTo>
                  <a:cubicBezTo>
                    <a:pt x="1193" y="557"/>
                    <a:pt x="1181" y="645"/>
                    <a:pt x="1194" y="728"/>
                  </a:cubicBezTo>
                  <a:cubicBezTo>
                    <a:pt x="1202" y="669"/>
                    <a:pt x="1198" y="608"/>
                    <a:pt x="1213" y="551"/>
                  </a:cubicBezTo>
                  <a:cubicBezTo>
                    <a:pt x="1216" y="538"/>
                    <a:pt x="1220" y="577"/>
                    <a:pt x="1225" y="589"/>
                  </a:cubicBezTo>
                  <a:cubicBezTo>
                    <a:pt x="1230" y="602"/>
                    <a:pt x="1238" y="614"/>
                    <a:pt x="1244" y="627"/>
                  </a:cubicBezTo>
                  <a:cubicBezTo>
                    <a:pt x="1250" y="652"/>
                    <a:pt x="1247" y="702"/>
                    <a:pt x="1276" y="659"/>
                  </a:cubicBezTo>
                  <a:cubicBezTo>
                    <a:pt x="1280" y="686"/>
                    <a:pt x="1281" y="714"/>
                    <a:pt x="1288" y="741"/>
                  </a:cubicBezTo>
                  <a:cubicBezTo>
                    <a:pt x="1293" y="760"/>
                    <a:pt x="1307" y="798"/>
                    <a:pt x="1307" y="798"/>
                  </a:cubicBezTo>
                  <a:cubicBezTo>
                    <a:pt x="1309" y="789"/>
                    <a:pt x="1313" y="763"/>
                    <a:pt x="1314" y="772"/>
                  </a:cubicBezTo>
                  <a:cubicBezTo>
                    <a:pt x="1319" y="814"/>
                    <a:pt x="1315" y="857"/>
                    <a:pt x="1320" y="899"/>
                  </a:cubicBezTo>
                  <a:cubicBezTo>
                    <a:pt x="1326" y="958"/>
                    <a:pt x="1350" y="1009"/>
                    <a:pt x="1370" y="1063"/>
                  </a:cubicBezTo>
                  <a:cubicBezTo>
                    <a:pt x="1386" y="1024"/>
                    <a:pt x="1394" y="984"/>
                    <a:pt x="1402" y="943"/>
                  </a:cubicBezTo>
                  <a:cubicBezTo>
                    <a:pt x="1411" y="1030"/>
                    <a:pt x="1444" y="1083"/>
                    <a:pt x="1459" y="1164"/>
                  </a:cubicBezTo>
                  <a:cubicBezTo>
                    <a:pt x="1464" y="1128"/>
                    <a:pt x="1465" y="1092"/>
                    <a:pt x="1471" y="1057"/>
                  </a:cubicBezTo>
                  <a:cubicBezTo>
                    <a:pt x="1472" y="1050"/>
                    <a:pt x="1471" y="1038"/>
                    <a:pt x="1478" y="1038"/>
                  </a:cubicBezTo>
                  <a:cubicBezTo>
                    <a:pt x="1484" y="1038"/>
                    <a:pt x="1478" y="1051"/>
                    <a:pt x="1478" y="1057"/>
                  </a:cubicBezTo>
                </a:path>
              </a:pathLst>
            </a:custGeom>
            <a:noFill/>
            <a:ln w="9525" cap="flat" cmpd="sng">
              <a:solidFill>
                <a:srgbClr val="FF3300"/>
              </a:solidFill>
              <a:prstDash val="solid"/>
              <a:round/>
              <a:headEnd/>
              <a:tailEnd/>
            </a:ln>
            <a:effectLst/>
          </p:spPr>
          <p:txBody>
            <a:bodyPr wrap="none" anchor="ctr"/>
            <a:lstStyle/>
            <a:p>
              <a:endParaRPr lang="en-GB" sz="1600"/>
            </a:p>
          </p:txBody>
        </p:sp>
        <p:sp>
          <p:nvSpPr>
            <p:cNvPr id="135319" name="Freeform 151"/>
            <p:cNvSpPr>
              <a:spLocks/>
            </p:cNvSpPr>
            <p:nvPr/>
          </p:nvSpPr>
          <p:spPr bwMode="auto">
            <a:xfrm>
              <a:off x="1886" y="2583"/>
              <a:ext cx="1492" cy="1162"/>
            </a:xfrm>
            <a:custGeom>
              <a:avLst/>
              <a:gdLst/>
              <a:ahLst/>
              <a:cxnLst>
                <a:cxn ang="0">
                  <a:pos x="34" y="1093"/>
                </a:cxn>
                <a:cxn ang="0">
                  <a:pos x="72" y="1093"/>
                </a:cxn>
                <a:cxn ang="0">
                  <a:pos x="91" y="1112"/>
                </a:cxn>
                <a:cxn ang="0">
                  <a:pos x="160" y="1086"/>
                </a:cxn>
                <a:cxn ang="0">
                  <a:pos x="173" y="1124"/>
                </a:cxn>
                <a:cxn ang="0">
                  <a:pos x="223" y="1143"/>
                </a:cxn>
                <a:cxn ang="0">
                  <a:pos x="287" y="1143"/>
                </a:cxn>
                <a:cxn ang="0">
                  <a:pos x="337" y="1162"/>
                </a:cxn>
                <a:cxn ang="0">
                  <a:pos x="369" y="1124"/>
                </a:cxn>
                <a:cxn ang="0">
                  <a:pos x="432" y="1105"/>
                </a:cxn>
                <a:cxn ang="0">
                  <a:pos x="495" y="1068"/>
                </a:cxn>
                <a:cxn ang="0">
                  <a:pos x="533" y="1061"/>
                </a:cxn>
                <a:cxn ang="0">
                  <a:pos x="571" y="1061"/>
                </a:cxn>
                <a:cxn ang="0">
                  <a:pos x="590" y="1074"/>
                </a:cxn>
                <a:cxn ang="0">
                  <a:pos x="621" y="954"/>
                </a:cxn>
                <a:cxn ang="0">
                  <a:pos x="628" y="973"/>
                </a:cxn>
                <a:cxn ang="0">
                  <a:pos x="634" y="948"/>
                </a:cxn>
                <a:cxn ang="0">
                  <a:pos x="647" y="922"/>
                </a:cxn>
                <a:cxn ang="0">
                  <a:pos x="691" y="809"/>
                </a:cxn>
                <a:cxn ang="0">
                  <a:pos x="741" y="657"/>
                </a:cxn>
                <a:cxn ang="0">
                  <a:pos x="767" y="606"/>
                </a:cxn>
                <a:cxn ang="0">
                  <a:pos x="798" y="531"/>
                </a:cxn>
                <a:cxn ang="0">
                  <a:pos x="805" y="499"/>
                </a:cxn>
                <a:cxn ang="0">
                  <a:pos x="811" y="480"/>
                </a:cxn>
                <a:cxn ang="0">
                  <a:pos x="823" y="430"/>
                </a:cxn>
                <a:cxn ang="0">
                  <a:pos x="861" y="329"/>
                </a:cxn>
                <a:cxn ang="0">
                  <a:pos x="956" y="120"/>
                </a:cxn>
                <a:cxn ang="0">
                  <a:pos x="988" y="101"/>
                </a:cxn>
                <a:cxn ang="0">
                  <a:pos x="1007" y="63"/>
                </a:cxn>
                <a:cxn ang="0">
                  <a:pos x="1013" y="89"/>
                </a:cxn>
                <a:cxn ang="0">
                  <a:pos x="1019" y="108"/>
                </a:cxn>
                <a:cxn ang="0">
                  <a:pos x="1057" y="57"/>
                </a:cxn>
                <a:cxn ang="0">
                  <a:pos x="1063" y="89"/>
                </a:cxn>
                <a:cxn ang="0">
                  <a:pos x="1070" y="114"/>
                </a:cxn>
                <a:cxn ang="0">
                  <a:pos x="1095" y="82"/>
                </a:cxn>
                <a:cxn ang="0">
                  <a:pos x="1101" y="57"/>
                </a:cxn>
                <a:cxn ang="0">
                  <a:pos x="1108" y="38"/>
                </a:cxn>
                <a:cxn ang="0">
                  <a:pos x="1127" y="82"/>
                </a:cxn>
                <a:cxn ang="0">
                  <a:pos x="1146" y="57"/>
                </a:cxn>
                <a:cxn ang="0">
                  <a:pos x="1152" y="32"/>
                </a:cxn>
                <a:cxn ang="0">
                  <a:pos x="1171" y="82"/>
                </a:cxn>
                <a:cxn ang="0">
                  <a:pos x="1215" y="25"/>
                </a:cxn>
                <a:cxn ang="0">
                  <a:pos x="1259" y="13"/>
                </a:cxn>
                <a:cxn ang="0">
                  <a:pos x="1291" y="44"/>
                </a:cxn>
                <a:cxn ang="0">
                  <a:pos x="1303" y="19"/>
                </a:cxn>
                <a:cxn ang="0">
                  <a:pos x="1335" y="57"/>
                </a:cxn>
                <a:cxn ang="0">
                  <a:pos x="1392" y="0"/>
                </a:cxn>
                <a:cxn ang="0">
                  <a:pos x="1417" y="76"/>
                </a:cxn>
                <a:cxn ang="0">
                  <a:pos x="1442" y="70"/>
                </a:cxn>
                <a:cxn ang="0">
                  <a:pos x="1461" y="70"/>
                </a:cxn>
                <a:cxn ang="0">
                  <a:pos x="1474" y="133"/>
                </a:cxn>
                <a:cxn ang="0">
                  <a:pos x="1487" y="120"/>
                </a:cxn>
              </a:cxnLst>
              <a:rect l="0" t="0" r="r" b="b"/>
              <a:pathLst>
                <a:path w="1492" h="1162">
                  <a:moveTo>
                    <a:pt x="34" y="1093"/>
                  </a:moveTo>
                  <a:cubicBezTo>
                    <a:pt x="106" y="1138"/>
                    <a:pt x="0" y="1080"/>
                    <a:pt x="72" y="1093"/>
                  </a:cubicBezTo>
                  <a:cubicBezTo>
                    <a:pt x="81" y="1095"/>
                    <a:pt x="85" y="1106"/>
                    <a:pt x="91" y="1112"/>
                  </a:cubicBezTo>
                  <a:cubicBezTo>
                    <a:pt x="108" y="1103"/>
                    <a:pt x="141" y="1084"/>
                    <a:pt x="160" y="1086"/>
                  </a:cubicBezTo>
                  <a:cubicBezTo>
                    <a:pt x="161" y="1086"/>
                    <a:pt x="173" y="1123"/>
                    <a:pt x="173" y="1124"/>
                  </a:cubicBezTo>
                  <a:cubicBezTo>
                    <a:pt x="223" y="1112"/>
                    <a:pt x="180" y="1129"/>
                    <a:pt x="223" y="1143"/>
                  </a:cubicBezTo>
                  <a:cubicBezTo>
                    <a:pt x="281" y="1121"/>
                    <a:pt x="264" y="1109"/>
                    <a:pt x="287" y="1143"/>
                  </a:cubicBezTo>
                  <a:cubicBezTo>
                    <a:pt x="337" y="1131"/>
                    <a:pt x="327" y="1099"/>
                    <a:pt x="337" y="1162"/>
                  </a:cubicBezTo>
                  <a:cubicBezTo>
                    <a:pt x="349" y="1150"/>
                    <a:pt x="354" y="1132"/>
                    <a:pt x="369" y="1124"/>
                  </a:cubicBezTo>
                  <a:cubicBezTo>
                    <a:pt x="388" y="1114"/>
                    <a:pt x="411" y="1113"/>
                    <a:pt x="432" y="1105"/>
                  </a:cubicBezTo>
                  <a:cubicBezTo>
                    <a:pt x="471" y="1162"/>
                    <a:pt x="468" y="1081"/>
                    <a:pt x="495" y="1068"/>
                  </a:cubicBezTo>
                  <a:cubicBezTo>
                    <a:pt x="507" y="1062"/>
                    <a:pt x="520" y="1063"/>
                    <a:pt x="533" y="1061"/>
                  </a:cubicBezTo>
                  <a:cubicBezTo>
                    <a:pt x="577" y="994"/>
                    <a:pt x="545" y="1028"/>
                    <a:pt x="571" y="1061"/>
                  </a:cubicBezTo>
                  <a:cubicBezTo>
                    <a:pt x="576" y="1067"/>
                    <a:pt x="584" y="1070"/>
                    <a:pt x="590" y="1074"/>
                  </a:cubicBezTo>
                  <a:cubicBezTo>
                    <a:pt x="600" y="1033"/>
                    <a:pt x="614" y="996"/>
                    <a:pt x="621" y="954"/>
                  </a:cubicBezTo>
                  <a:cubicBezTo>
                    <a:pt x="623" y="960"/>
                    <a:pt x="622" y="976"/>
                    <a:pt x="628" y="973"/>
                  </a:cubicBezTo>
                  <a:cubicBezTo>
                    <a:pt x="636" y="969"/>
                    <a:pt x="631" y="956"/>
                    <a:pt x="634" y="948"/>
                  </a:cubicBezTo>
                  <a:cubicBezTo>
                    <a:pt x="637" y="939"/>
                    <a:pt x="643" y="931"/>
                    <a:pt x="647" y="922"/>
                  </a:cubicBezTo>
                  <a:cubicBezTo>
                    <a:pt x="664" y="883"/>
                    <a:pt x="665" y="843"/>
                    <a:pt x="691" y="809"/>
                  </a:cubicBezTo>
                  <a:cubicBezTo>
                    <a:pt x="707" y="758"/>
                    <a:pt x="725" y="708"/>
                    <a:pt x="741" y="657"/>
                  </a:cubicBezTo>
                  <a:cubicBezTo>
                    <a:pt x="747" y="639"/>
                    <a:pt x="760" y="624"/>
                    <a:pt x="767" y="606"/>
                  </a:cubicBezTo>
                  <a:cubicBezTo>
                    <a:pt x="773" y="575"/>
                    <a:pt x="784" y="559"/>
                    <a:pt x="798" y="531"/>
                  </a:cubicBezTo>
                  <a:cubicBezTo>
                    <a:pt x="800" y="520"/>
                    <a:pt x="802" y="510"/>
                    <a:pt x="805" y="499"/>
                  </a:cubicBezTo>
                  <a:cubicBezTo>
                    <a:pt x="807" y="493"/>
                    <a:pt x="809" y="486"/>
                    <a:pt x="811" y="480"/>
                  </a:cubicBezTo>
                  <a:cubicBezTo>
                    <a:pt x="815" y="463"/>
                    <a:pt x="823" y="430"/>
                    <a:pt x="823" y="430"/>
                  </a:cubicBezTo>
                  <a:cubicBezTo>
                    <a:pt x="829" y="374"/>
                    <a:pt x="816" y="351"/>
                    <a:pt x="861" y="329"/>
                  </a:cubicBezTo>
                  <a:cubicBezTo>
                    <a:pt x="879" y="256"/>
                    <a:pt x="921" y="187"/>
                    <a:pt x="956" y="120"/>
                  </a:cubicBezTo>
                  <a:cubicBezTo>
                    <a:pt x="967" y="153"/>
                    <a:pt x="958" y="145"/>
                    <a:pt x="988" y="101"/>
                  </a:cubicBezTo>
                  <a:cubicBezTo>
                    <a:pt x="1003" y="79"/>
                    <a:pt x="998" y="86"/>
                    <a:pt x="1007" y="63"/>
                  </a:cubicBezTo>
                  <a:cubicBezTo>
                    <a:pt x="1009" y="72"/>
                    <a:pt x="1011" y="80"/>
                    <a:pt x="1013" y="89"/>
                  </a:cubicBezTo>
                  <a:cubicBezTo>
                    <a:pt x="1015" y="95"/>
                    <a:pt x="1014" y="112"/>
                    <a:pt x="1019" y="108"/>
                  </a:cubicBezTo>
                  <a:cubicBezTo>
                    <a:pt x="1036" y="96"/>
                    <a:pt x="1057" y="57"/>
                    <a:pt x="1057" y="57"/>
                  </a:cubicBezTo>
                  <a:cubicBezTo>
                    <a:pt x="1059" y="68"/>
                    <a:pt x="1061" y="78"/>
                    <a:pt x="1063" y="89"/>
                  </a:cubicBezTo>
                  <a:cubicBezTo>
                    <a:pt x="1065" y="97"/>
                    <a:pt x="1062" y="116"/>
                    <a:pt x="1070" y="114"/>
                  </a:cubicBezTo>
                  <a:cubicBezTo>
                    <a:pt x="1083" y="111"/>
                    <a:pt x="1087" y="93"/>
                    <a:pt x="1095" y="82"/>
                  </a:cubicBezTo>
                  <a:cubicBezTo>
                    <a:pt x="1097" y="74"/>
                    <a:pt x="1099" y="65"/>
                    <a:pt x="1101" y="57"/>
                  </a:cubicBezTo>
                  <a:cubicBezTo>
                    <a:pt x="1103" y="51"/>
                    <a:pt x="1102" y="36"/>
                    <a:pt x="1108" y="38"/>
                  </a:cubicBezTo>
                  <a:cubicBezTo>
                    <a:pt x="1112" y="39"/>
                    <a:pt x="1125" y="76"/>
                    <a:pt x="1127" y="82"/>
                  </a:cubicBezTo>
                  <a:cubicBezTo>
                    <a:pt x="1133" y="74"/>
                    <a:pt x="1141" y="66"/>
                    <a:pt x="1146" y="57"/>
                  </a:cubicBezTo>
                  <a:cubicBezTo>
                    <a:pt x="1150" y="49"/>
                    <a:pt x="1144" y="29"/>
                    <a:pt x="1152" y="32"/>
                  </a:cubicBezTo>
                  <a:cubicBezTo>
                    <a:pt x="1156" y="33"/>
                    <a:pt x="1168" y="74"/>
                    <a:pt x="1171" y="82"/>
                  </a:cubicBezTo>
                  <a:cubicBezTo>
                    <a:pt x="1195" y="67"/>
                    <a:pt x="1198" y="49"/>
                    <a:pt x="1215" y="25"/>
                  </a:cubicBezTo>
                  <a:cubicBezTo>
                    <a:pt x="1239" y="60"/>
                    <a:pt x="1244" y="44"/>
                    <a:pt x="1259" y="13"/>
                  </a:cubicBezTo>
                  <a:cubicBezTo>
                    <a:pt x="1269" y="48"/>
                    <a:pt x="1254" y="81"/>
                    <a:pt x="1291" y="44"/>
                  </a:cubicBezTo>
                  <a:cubicBezTo>
                    <a:pt x="1295" y="36"/>
                    <a:pt x="1294" y="21"/>
                    <a:pt x="1303" y="19"/>
                  </a:cubicBezTo>
                  <a:cubicBezTo>
                    <a:pt x="1310" y="18"/>
                    <a:pt x="1332" y="53"/>
                    <a:pt x="1335" y="57"/>
                  </a:cubicBezTo>
                  <a:cubicBezTo>
                    <a:pt x="1363" y="42"/>
                    <a:pt x="1374" y="26"/>
                    <a:pt x="1392" y="0"/>
                  </a:cubicBezTo>
                  <a:cubicBezTo>
                    <a:pt x="1397" y="29"/>
                    <a:pt x="1401" y="51"/>
                    <a:pt x="1417" y="76"/>
                  </a:cubicBezTo>
                  <a:cubicBezTo>
                    <a:pt x="1425" y="74"/>
                    <a:pt x="1435" y="75"/>
                    <a:pt x="1442" y="70"/>
                  </a:cubicBezTo>
                  <a:cubicBezTo>
                    <a:pt x="1459" y="56"/>
                    <a:pt x="1437" y="32"/>
                    <a:pt x="1461" y="70"/>
                  </a:cubicBezTo>
                  <a:cubicBezTo>
                    <a:pt x="1477" y="159"/>
                    <a:pt x="1460" y="67"/>
                    <a:pt x="1474" y="133"/>
                  </a:cubicBezTo>
                  <a:cubicBezTo>
                    <a:pt x="1492" y="217"/>
                    <a:pt x="1487" y="222"/>
                    <a:pt x="1487" y="120"/>
                  </a:cubicBezTo>
                </a:path>
              </a:pathLst>
            </a:custGeom>
            <a:noFill/>
            <a:ln w="9525" cap="flat" cmpd="sng">
              <a:solidFill>
                <a:srgbClr val="FF3300"/>
              </a:solidFill>
              <a:prstDash val="solid"/>
              <a:round/>
              <a:headEnd/>
              <a:tailEnd/>
            </a:ln>
            <a:effectLst/>
          </p:spPr>
          <p:txBody>
            <a:bodyPr wrap="none" anchor="ctr"/>
            <a:lstStyle/>
            <a:p>
              <a:endParaRPr lang="en-GB" sz="1600"/>
            </a:p>
          </p:txBody>
        </p:sp>
        <p:sp>
          <p:nvSpPr>
            <p:cNvPr id="135320" name="Freeform 152"/>
            <p:cNvSpPr>
              <a:spLocks/>
            </p:cNvSpPr>
            <p:nvPr/>
          </p:nvSpPr>
          <p:spPr bwMode="auto">
            <a:xfrm>
              <a:off x="1947" y="2545"/>
              <a:ext cx="1349" cy="1244"/>
            </a:xfrm>
            <a:custGeom>
              <a:avLst/>
              <a:gdLst/>
              <a:ahLst/>
              <a:cxnLst>
                <a:cxn ang="0">
                  <a:pos x="4" y="151"/>
                </a:cxn>
                <a:cxn ang="0">
                  <a:pos x="42" y="95"/>
                </a:cxn>
                <a:cxn ang="0">
                  <a:pos x="67" y="57"/>
                </a:cxn>
                <a:cxn ang="0">
                  <a:pos x="73" y="76"/>
                </a:cxn>
                <a:cxn ang="0">
                  <a:pos x="67" y="95"/>
                </a:cxn>
                <a:cxn ang="0">
                  <a:pos x="99" y="38"/>
                </a:cxn>
                <a:cxn ang="0">
                  <a:pos x="143" y="13"/>
                </a:cxn>
                <a:cxn ang="0">
                  <a:pos x="149" y="69"/>
                </a:cxn>
                <a:cxn ang="0">
                  <a:pos x="168" y="63"/>
                </a:cxn>
                <a:cxn ang="0">
                  <a:pos x="200" y="19"/>
                </a:cxn>
                <a:cxn ang="0">
                  <a:pos x="212" y="101"/>
                </a:cxn>
                <a:cxn ang="0">
                  <a:pos x="231" y="63"/>
                </a:cxn>
                <a:cxn ang="0">
                  <a:pos x="257" y="0"/>
                </a:cxn>
                <a:cxn ang="0">
                  <a:pos x="263" y="95"/>
                </a:cxn>
                <a:cxn ang="0">
                  <a:pos x="295" y="82"/>
                </a:cxn>
                <a:cxn ang="0">
                  <a:pos x="320" y="31"/>
                </a:cxn>
                <a:cxn ang="0">
                  <a:pos x="358" y="63"/>
                </a:cxn>
                <a:cxn ang="0">
                  <a:pos x="383" y="145"/>
                </a:cxn>
                <a:cxn ang="0">
                  <a:pos x="402" y="126"/>
                </a:cxn>
                <a:cxn ang="0">
                  <a:pos x="408" y="107"/>
                </a:cxn>
                <a:cxn ang="0">
                  <a:pos x="433" y="164"/>
                </a:cxn>
                <a:cxn ang="0">
                  <a:pos x="452" y="189"/>
                </a:cxn>
                <a:cxn ang="0">
                  <a:pos x="478" y="158"/>
                </a:cxn>
                <a:cxn ang="0">
                  <a:pos x="484" y="133"/>
                </a:cxn>
                <a:cxn ang="0">
                  <a:pos x="497" y="151"/>
                </a:cxn>
                <a:cxn ang="0">
                  <a:pos x="516" y="227"/>
                </a:cxn>
                <a:cxn ang="0">
                  <a:pos x="547" y="259"/>
                </a:cxn>
                <a:cxn ang="0">
                  <a:pos x="553" y="335"/>
                </a:cxn>
                <a:cxn ang="0">
                  <a:pos x="572" y="322"/>
                </a:cxn>
                <a:cxn ang="0">
                  <a:pos x="579" y="341"/>
                </a:cxn>
                <a:cxn ang="0">
                  <a:pos x="604" y="474"/>
                </a:cxn>
                <a:cxn ang="0">
                  <a:pos x="629" y="398"/>
                </a:cxn>
                <a:cxn ang="0">
                  <a:pos x="673" y="606"/>
                </a:cxn>
                <a:cxn ang="0">
                  <a:pos x="699" y="657"/>
                </a:cxn>
                <a:cxn ang="0">
                  <a:pos x="718" y="638"/>
                </a:cxn>
                <a:cxn ang="0">
                  <a:pos x="737" y="663"/>
                </a:cxn>
                <a:cxn ang="0">
                  <a:pos x="756" y="859"/>
                </a:cxn>
                <a:cxn ang="0">
                  <a:pos x="781" y="859"/>
                </a:cxn>
                <a:cxn ang="0">
                  <a:pos x="800" y="941"/>
                </a:cxn>
                <a:cxn ang="0">
                  <a:pos x="831" y="979"/>
                </a:cxn>
                <a:cxn ang="0">
                  <a:pos x="1015" y="1225"/>
                </a:cxn>
                <a:cxn ang="0">
                  <a:pos x="1059" y="1175"/>
                </a:cxn>
                <a:cxn ang="0">
                  <a:pos x="1078" y="1244"/>
                </a:cxn>
                <a:cxn ang="0">
                  <a:pos x="1135" y="1225"/>
                </a:cxn>
                <a:cxn ang="0">
                  <a:pos x="1198" y="1149"/>
                </a:cxn>
                <a:cxn ang="0">
                  <a:pos x="1204" y="1181"/>
                </a:cxn>
                <a:cxn ang="0">
                  <a:pos x="1210" y="1206"/>
                </a:cxn>
                <a:cxn ang="0">
                  <a:pos x="1236" y="1194"/>
                </a:cxn>
                <a:cxn ang="0">
                  <a:pos x="1261" y="1194"/>
                </a:cxn>
                <a:cxn ang="0">
                  <a:pos x="1280" y="1181"/>
                </a:cxn>
                <a:cxn ang="0">
                  <a:pos x="1305" y="1124"/>
                </a:cxn>
                <a:cxn ang="0">
                  <a:pos x="1330" y="1130"/>
                </a:cxn>
                <a:cxn ang="0">
                  <a:pos x="1349" y="1137"/>
                </a:cxn>
                <a:cxn ang="0">
                  <a:pos x="1330" y="1143"/>
                </a:cxn>
                <a:cxn ang="0">
                  <a:pos x="1273" y="1156"/>
                </a:cxn>
              </a:cxnLst>
              <a:rect l="0" t="0" r="r" b="b"/>
              <a:pathLst>
                <a:path w="1349" h="1244">
                  <a:moveTo>
                    <a:pt x="4" y="151"/>
                  </a:moveTo>
                  <a:cubicBezTo>
                    <a:pt x="46" y="82"/>
                    <a:pt x="0" y="155"/>
                    <a:pt x="42" y="95"/>
                  </a:cubicBezTo>
                  <a:cubicBezTo>
                    <a:pt x="51" y="83"/>
                    <a:pt x="67" y="57"/>
                    <a:pt x="67" y="57"/>
                  </a:cubicBezTo>
                  <a:cubicBezTo>
                    <a:pt x="69" y="63"/>
                    <a:pt x="73" y="69"/>
                    <a:pt x="73" y="76"/>
                  </a:cubicBezTo>
                  <a:cubicBezTo>
                    <a:pt x="73" y="83"/>
                    <a:pt x="64" y="101"/>
                    <a:pt x="67" y="95"/>
                  </a:cubicBezTo>
                  <a:cubicBezTo>
                    <a:pt x="103" y="28"/>
                    <a:pt x="56" y="95"/>
                    <a:pt x="99" y="38"/>
                  </a:cubicBezTo>
                  <a:cubicBezTo>
                    <a:pt x="112" y="81"/>
                    <a:pt x="118" y="36"/>
                    <a:pt x="143" y="13"/>
                  </a:cubicBezTo>
                  <a:cubicBezTo>
                    <a:pt x="145" y="32"/>
                    <a:pt x="141" y="52"/>
                    <a:pt x="149" y="69"/>
                  </a:cubicBezTo>
                  <a:cubicBezTo>
                    <a:pt x="152" y="75"/>
                    <a:pt x="163" y="68"/>
                    <a:pt x="168" y="63"/>
                  </a:cubicBezTo>
                  <a:cubicBezTo>
                    <a:pt x="181" y="50"/>
                    <a:pt x="200" y="19"/>
                    <a:pt x="200" y="19"/>
                  </a:cubicBezTo>
                  <a:cubicBezTo>
                    <a:pt x="208" y="45"/>
                    <a:pt x="192" y="81"/>
                    <a:pt x="212" y="101"/>
                  </a:cubicBezTo>
                  <a:cubicBezTo>
                    <a:pt x="222" y="111"/>
                    <a:pt x="225" y="76"/>
                    <a:pt x="231" y="63"/>
                  </a:cubicBezTo>
                  <a:cubicBezTo>
                    <a:pt x="240" y="42"/>
                    <a:pt x="249" y="21"/>
                    <a:pt x="257" y="0"/>
                  </a:cubicBezTo>
                  <a:cubicBezTo>
                    <a:pt x="259" y="32"/>
                    <a:pt x="250" y="66"/>
                    <a:pt x="263" y="95"/>
                  </a:cubicBezTo>
                  <a:cubicBezTo>
                    <a:pt x="268" y="105"/>
                    <a:pt x="287" y="90"/>
                    <a:pt x="295" y="82"/>
                  </a:cubicBezTo>
                  <a:cubicBezTo>
                    <a:pt x="308" y="68"/>
                    <a:pt x="309" y="47"/>
                    <a:pt x="320" y="31"/>
                  </a:cubicBezTo>
                  <a:cubicBezTo>
                    <a:pt x="325" y="93"/>
                    <a:pt x="324" y="147"/>
                    <a:pt x="358" y="63"/>
                  </a:cubicBezTo>
                  <a:cubicBezTo>
                    <a:pt x="367" y="90"/>
                    <a:pt x="374" y="118"/>
                    <a:pt x="383" y="145"/>
                  </a:cubicBezTo>
                  <a:cubicBezTo>
                    <a:pt x="389" y="139"/>
                    <a:pt x="397" y="133"/>
                    <a:pt x="402" y="126"/>
                  </a:cubicBezTo>
                  <a:cubicBezTo>
                    <a:pt x="406" y="120"/>
                    <a:pt x="403" y="103"/>
                    <a:pt x="408" y="107"/>
                  </a:cubicBezTo>
                  <a:cubicBezTo>
                    <a:pt x="419" y="115"/>
                    <a:pt x="428" y="148"/>
                    <a:pt x="433" y="164"/>
                  </a:cubicBezTo>
                  <a:cubicBezTo>
                    <a:pt x="444" y="244"/>
                    <a:pt x="431" y="220"/>
                    <a:pt x="452" y="189"/>
                  </a:cubicBezTo>
                  <a:cubicBezTo>
                    <a:pt x="459" y="178"/>
                    <a:pt x="469" y="168"/>
                    <a:pt x="478" y="158"/>
                  </a:cubicBezTo>
                  <a:cubicBezTo>
                    <a:pt x="480" y="150"/>
                    <a:pt x="476" y="136"/>
                    <a:pt x="484" y="133"/>
                  </a:cubicBezTo>
                  <a:cubicBezTo>
                    <a:pt x="491" y="130"/>
                    <a:pt x="494" y="144"/>
                    <a:pt x="497" y="151"/>
                  </a:cubicBezTo>
                  <a:cubicBezTo>
                    <a:pt x="507" y="175"/>
                    <a:pt x="507" y="203"/>
                    <a:pt x="516" y="227"/>
                  </a:cubicBezTo>
                  <a:cubicBezTo>
                    <a:pt x="555" y="176"/>
                    <a:pt x="538" y="223"/>
                    <a:pt x="547" y="259"/>
                  </a:cubicBezTo>
                  <a:cubicBezTo>
                    <a:pt x="549" y="284"/>
                    <a:pt x="544" y="311"/>
                    <a:pt x="553" y="335"/>
                  </a:cubicBezTo>
                  <a:cubicBezTo>
                    <a:pt x="556" y="342"/>
                    <a:pt x="565" y="320"/>
                    <a:pt x="572" y="322"/>
                  </a:cubicBezTo>
                  <a:cubicBezTo>
                    <a:pt x="579" y="324"/>
                    <a:pt x="577" y="335"/>
                    <a:pt x="579" y="341"/>
                  </a:cubicBezTo>
                  <a:cubicBezTo>
                    <a:pt x="603" y="265"/>
                    <a:pt x="581" y="428"/>
                    <a:pt x="604" y="474"/>
                  </a:cubicBezTo>
                  <a:cubicBezTo>
                    <a:pt x="610" y="444"/>
                    <a:pt x="616" y="425"/>
                    <a:pt x="629" y="398"/>
                  </a:cubicBezTo>
                  <a:cubicBezTo>
                    <a:pt x="652" y="465"/>
                    <a:pt x="652" y="538"/>
                    <a:pt x="673" y="606"/>
                  </a:cubicBezTo>
                  <a:cubicBezTo>
                    <a:pt x="699" y="544"/>
                    <a:pt x="687" y="463"/>
                    <a:pt x="699" y="657"/>
                  </a:cubicBezTo>
                  <a:cubicBezTo>
                    <a:pt x="705" y="651"/>
                    <a:pt x="714" y="630"/>
                    <a:pt x="718" y="638"/>
                  </a:cubicBezTo>
                  <a:cubicBezTo>
                    <a:pt x="738" y="683"/>
                    <a:pt x="709" y="772"/>
                    <a:pt x="737" y="663"/>
                  </a:cubicBezTo>
                  <a:cubicBezTo>
                    <a:pt x="741" y="765"/>
                    <a:pt x="742" y="782"/>
                    <a:pt x="756" y="859"/>
                  </a:cubicBezTo>
                  <a:cubicBezTo>
                    <a:pt x="759" y="847"/>
                    <a:pt x="764" y="798"/>
                    <a:pt x="781" y="859"/>
                  </a:cubicBezTo>
                  <a:cubicBezTo>
                    <a:pt x="811" y="963"/>
                    <a:pt x="767" y="892"/>
                    <a:pt x="800" y="941"/>
                  </a:cubicBezTo>
                  <a:cubicBezTo>
                    <a:pt x="811" y="975"/>
                    <a:pt x="789" y="1021"/>
                    <a:pt x="831" y="979"/>
                  </a:cubicBezTo>
                  <a:cubicBezTo>
                    <a:pt x="913" y="1087"/>
                    <a:pt x="932" y="1116"/>
                    <a:pt x="1015" y="1225"/>
                  </a:cubicBezTo>
                  <a:cubicBezTo>
                    <a:pt x="1033" y="1171"/>
                    <a:pt x="1027" y="1222"/>
                    <a:pt x="1059" y="1175"/>
                  </a:cubicBezTo>
                  <a:cubicBezTo>
                    <a:pt x="1074" y="1223"/>
                    <a:pt x="1068" y="1200"/>
                    <a:pt x="1078" y="1244"/>
                  </a:cubicBezTo>
                  <a:cubicBezTo>
                    <a:pt x="1109" y="1223"/>
                    <a:pt x="1109" y="1186"/>
                    <a:pt x="1135" y="1225"/>
                  </a:cubicBezTo>
                  <a:cubicBezTo>
                    <a:pt x="1164" y="1203"/>
                    <a:pt x="1175" y="1178"/>
                    <a:pt x="1198" y="1149"/>
                  </a:cubicBezTo>
                  <a:cubicBezTo>
                    <a:pt x="1200" y="1160"/>
                    <a:pt x="1202" y="1170"/>
                    <a:pt x="1204" y="1181"/>
                  </a:cubicBezTo>
                  <a:cubicBezTo>
                    <a:pt x="1206" y="1189"/>
                    <a:pt x="1202" y="1203"/>
                    <a:pt x="1210" y="1206"/>
                  </a:cubicBezTo>
                  <a:cubicBezTo>
                    <a:pt x="1219" y="1210"/>
                    <a:pt x="1227" y="1198"/>
                    <a:pt x="1236" y="1194"/>
                  </a:cubicBezTo>
                  <a:cubicBezTo>
                    <a:pt x="1264" y="1149"/>
                    <a:pt x="1231" y="1188"/>
                    <a:pt x="1261" y="1194"/>
                  </a:cubicBezTo>
                  <a:cubicBezTo>
                    <a:pt x="1269" y="1195"/>
                    <a:pt x="1274" y="1185"/>
                    <a:pt x="1280" y="1181"/>
                  </a:cubicBezTo>
                  <a:cubicBezTo>
                    <a:pt x="1292" y="1162"/>
                    <a:pt x="1298" y="1145"/>
                    <a:pt x="1305" y="1124"/>
                  </a:cubicBezTo>
                  <a:cubicBezTo>
                    <a:pt x="1317" y="1187"/>
                    <a:pt x="1301" y="1145"/>
                    <a:pt x="1330" y="1130"/>
                  </a:cubicBezTo>
                  <a:cubicBezTo>
                    <a:pt x="1336" y="1127"/>
                    <a:pt x="1343" y="1135"/>
                    <a:pt x="1349" y="1137"/>
                  </a:cubicBezTo>
                  <a:cubicBezTo>
                    <a:pt x="1349" y="1137"/>
                    <a:pt x="1336" y="1140"/>
                    <a:pt x="1330" y="1143"/>
                  </a:cubicBezTo>
                  <a:cubicBezTo>
                    <a:pt x="1288" y="1161"/>
                    <a:pt x="1322" y="1156"/>
                    <a:pt x="1273" y="1156"/>
                  </a:cubicBezTo>
                </a:path>
              </a:pathLst>
            </a:custGeom>
            <a:noFill/>
            <a:ln w="9525" cap="flat" cmpd="sng">
              <a:solidFill>
                <a:srgbClr val="FF3300"/>
              </a:solidFill>
              <a:prstDash val="solid"/>
              <a:round/>
              <a:headEnd/>
              <a:tailEnd/>
            </a:ln>
            <a:effectLst/>
          </p:spPr>
          <p:txBody>
            <a:bodyPr wrap="none" anchor="ctr"/>
            <a:lstStyle/>
            <a:p>
              <a:endParaRPr lang="en-GB" sz="1600"/>
            </a:p>
          </p:txBody>
        </p:sp>
        <p:sp>
          <p:nvSpPr>
            <p:cNvPr id="135321" name="Freeform 153"/>
            <p:cNvSpPr>
              <a:spLocks/>
            </p:cNvSpPr>
            <p:nvPr/>
          </p:nvSpPr>
          <p:spPr bwMode="auto">
            <a:xfrm>
              <a:off x="1971" y="2554"/>
              <a:ext cx="1396" cy="1243"/>
            </a:xfrm>
            <a:custGeom>
              <a:avLst/>
              <a:gdLst/>
              <a:ahLst/>
              <a:cxnLst>
                <a:cxn ang="0">
                  <a:pos x="0" y="156"/>
                </a:cxn>
                <a:cxn ang="0">
                  <a:pos x="50" y="81"/>
                </a:cxn>
                <a:cxn ang="0">
                  <a:pos x="76" y="62"/>
                </a:cxn>
                <a:cxn ang="0">
                  <a:pos x="107" y="17"/>
                </a:cxn>
                <a:cxn ang="0">
                  <a:pos x="139" y="100"/>
                </a:cxn>
                <a:cxn ang="0">
                  <a:pos x="196" y="74"/>
                </a:cxn>
                <a:cxn ang="0">
                  <a:pos x="240" y="43"/>
                </a:cxn>
                <a:cxn ang="0">
                  <a:pos x="253" y="93"/>
                </a:cxn>
                <a:cxn ang="0">
                  <a:pos x="303" y="68"/>
                </a:cxn>
                <a:cxn ang="0">
                  <a:pos x="328" y="112"/>
                </a:cxn>
                <a:cxn ang="0">
                  <a:pos x="379" y="62"/>
                </a:cxn>
                <a:cxn ang="0">
                  <a:pos x="417" y="125"/>
                </a:cxn>
                <a:cxn ang="0">
                  <a:pos x="429" y="106"/>
                </a:cxn>
                <a:cxn ang="0">
                  <a:pos x="436" y="137"/>
                </a:cxn>
                <a:cxn ang="0">
                  <a:pos x="455" y="207"/>
                </a:cxn>
                <a:cxn ang="0">
                  <a:pos x="486" y="213"/>
                </a:cxn>
                <a:cxn ang="0">
                  <a:pos x="518" y="207"/>
                </a:cxn>
                <a:cxn ang="0">
                  <a:pos x="524" y="226"/>
                </a:cxn>
                <a:cxn ang="0">
                  <a:pos x="543" y="232"/>
                </a:cxn>
                <a:cxn ang="0">
                  <a:pos x="549" y="283"/>
                </a:cxn>
                <a:cxn ang="0">
                  <a:pos x="562" y="321"/>
                </a:cxn>
                <a:cxn ang="0">
                  <a:pos x="606" y="359"/>
                </a:cxn>
                <a:cxn ang="0">
                  <a:pos x="625" y="415"/>
                </a:cxn>
                <a:cxn ang="0">
                  <a:pos x="669" y="580"/>
                </a:cxn>
                <a:cxn ang="0">
                  <a:pos x="695" y="719"/>
                </a:cxn>
                <a:cxn ang="0">
                  <a:pos x="701" y="693"/>
                </a:cxn>
                <a:cxn ang="0">
                  <a:pos x="707" y="712"/>
                </a:cxn>
                <a:cxn ang="0">
                  <a:pos x="714" y="731"/>
                </a:cxn>
                <a:cxn ang="0">
                  <a:pos x="733" y="807"/>
                </a:cxn>
                <a:cxn ang="0">
                  <a:pos x="739" y="895"/>
                </a:cxn>
                <a:cxn ang="0">
                  <a:pos x="758" y="927"/>
                </a:cxn>
                <a:cxn ang="0">
                  <a:pos x="802" y="1041"/>
                </a:cxn>
                <a:cxn ang="0">
                  <a:pos x="846" y="1041"/>
                </a:cxn>
                <a:cxn ang="0">
                  <a:pos x="922" y="1116"/>
                </a:cxn>
                <a:cxn ang="0">
                  <a:pos x="947" y="1186"/>
                </a:cxn>
                <a:cxn ang="0">
                  <a:pos x="979" y="1243"/>
                </a:cxn>
                <a:cxn ang="0">
                  <a:pos x="998" y="1192"/>
                </a:cxn>
                <a:cxn ang="0">
                  <a:pos x="1036" y="1161"/>
                </a:cxn>
                <a:cxn ang="0">
                  <a:pos x="1048" y="1180"/>
                </a:cxn>
                <a:cxn ang="0">
                  <a:pos x="1074" y="1192"/>
                </a:cxn>
                <a:cxn ang="0">
                  <a:pos x="1162" y="1167"/>
                </a:cxn>
                <a:cxn ang="0">
                  <a:pos x="1232" y="1161"/>
                </a:cxn>
                <a:cxn ang="0">
                  <a:pos x="1295" y="1110"/>
                </a:cxn>
                <a:cxn ang="0">
                  <a:pos x="1358" y="1123"/>
                </a:cxn>
                <a:cxn ang="0">
                  <a:pos x="1396" y="1085"/>
                </a:cxn>
              </a:cxnLst>
              <a:rect l="0" t="0" r="r" b="b"/>
              <a:pathLst>
                <a:path w="1396" h="1243">
                  <a:moveTo>
                    <a:pt x="0" y="156"/>
                  </a:moveTo>
                  <a:cubicBezTo>
                    <a:pt x="17" y="134"/>
                    <a:pt x="32" y="101"/>
                    <a:pt x="50" y="81"/>
                  </a:cubicBezTo>
                  <a:cubicBezTo>
                    <a:pt x="57" y="73"/>
                    <a:pt x="68" y="70"/>
                    <a:pt x="76" y="62"/>
                  </a:cubicBezTo>
                  <a:cubicBezTo>
                    <a:pt x="85" y="53"/>
                    <a:pt x="100" y="29"/>
                    <a:pt x="107" y="17"/>
                  </a:cubicBezTo>
                  <a:cubicBezTo>
                    <a:pt x="114" y="59"/>
                    <a:pt x="111" y="72"/>
                    <a:pt x="139" y="100"/>
                  </a:cubicBezTo>
                  <a:cubicBezTo>
                    <a:pt x="166" y="91"/>
                    <a:pt x="176" y="91"/>
                    <a:pt x="196" y="74"/>
                  </a:cubicBezTo>
                  <a:cubicBezTo>
                    <a:pt x="233" y="42"/>
                    <a:pt x="206" y="54"/>
                    <a:pt x="240" y="43"/>
                  </a:cubicBezTo>
                  <a:cubicBezTo>
                    <a:pt x="240" y="44"/>
                    <a:pt x="252" y="93"/>
                    <a:pt x="253" y="93"/>
                  </a:cubicBezTo>
                  <a:cubicBezTo>
                    <a:pt x="271" y="96"/>
                    <a:pt x="285" y="74"/>
                    <a:pt x="303" y="68"/>
                  </a:cubicBezTo>
                  <a:cubicBezTo>
                    <a:pt x="325" y="0"/>
                    <a:pt x="322" y="29"/>
                    <a:pt x="328" y="112"/>
                  </a:cubicBezTo>
                  <a:cubicBezTo>
                    <a:pt x="362" y="87"/>
                    <a:pt x="348" y="81"/>
                    <a:pt x="379" y="62"/>
                  </a:cubicBezTo>
                  <a:cubicBezTo>
                    <a:pt x="389" y="104"/>
                    <a:pt x="361" y="152"/>
                    <a:pt x="417" y="125"/>
                  </a:cubicBezTo>
                  <a:cubicBezTo>
                    <a:pt x="421" y="119"/>
                    <a:pt x="423" y="102"/>
                    <a:pt x="429" y="106"/>
                  </a:cubicBezTo>
                  <a:cubicBezTo>
                    <a:pt x="438" y="112"/>
                    <a:pt x="434" y="127"/>
                    <a:pt x="436" y="137"/>
                  </a:cubicBezTo>
                  <a:cubicBezTo>
                    <a:pt x="447" y="193"/>
                    <a:pt x="435" y="157"/>
                    <a:pt x="455" y="207"/>
                  </a:cubicBezTo>
                  <a:cubicBezTo>
                    <a:pt x="502" y="175"/>
                    <a:pt x="449" y="202"/>
                    <a:pt x="486" y="213"/>
                  </a:cubicBezTo>
                  <a:cubicBezTo>
                    <a:pt x="496" y="216"/>
                    <a:pt x="507" y="209"/>
                    <a:pt x="518" y="207"/>
                  </a:cubicBezTo>
                  <a:cubicBezTo>
                    <a:pt x="520" y="213"/>
                    <a:pt x="519" y="221"/>
                    <a:pt x="524" y="226"/>
                  </a:cubicBezTo>
                  <a:cubicBezTo>
                    <a:pt x="529" y="231"/>
                    <a:pt x="540" y="226"/>
                    <a:pt x="543" y="232"/>
                  </a:cubicBezTo>
                  <a:cubicBezTo>
                    <a:pt x="550" y="248"/>
                    <a:pt x="545" y="266"/>
                    <a:pt x="549" y="283"/>
                  </a:cubicBezTo>
                  <a:cubicBezTo>
                    <a:pt x="552" y="296"/>
                    <a:pt x="558" y="308"/>
                    <a:pt x="562" y="321"/>
                  </a:cubicBezTo>
                  <a:cubicBezTo>
                    <a:pt x="610" y="273"/>
                    <a:pt x="599" y="288"/>
                    <a:pt x="606" y="359"/>
                  </a:cubicBezTo>
                  <a:cubicBezTo>
                    <a:pt x="653" y="327"/>
                    <a:pt x="629" y="392"/>
                    <a:pt x="625" y="415"/>
                  </a:cubicBezTo>
                  <a:cubicBezTo>
                    <a:pt x="631" y="518"/>
                    <a:pt x="607" y="533"/>
                    <a:pt x="669" y="580"/>
                  </a:cubicBezTo>
                  <a:cubicBezTo>
                    <a:pt x="682" y="626"/>
                    <a:pt x="685" y="673"/>
                    <a:pt x="695" y="719"/>
                  </a:cubicBezTo>
                  <a:cubicBezTo>
                    <a:pt x="697" y="710"/>
                    <a:pt x="693" y="697"/>
                    <a:pt x="701" y="693"/>
                  </a:cubicBezTo>
                  <a:cubicBezTo>
                    <a:pt x="707" y="690"/>
                    <a:pt x="705" y="706"/>
                    <a:pt x="707" y="712"/>
                  </a:cubicBezTo>
                  <a:cubicBezTo>
                    <a:pt x="709" y="718"/>
                    <a:pt x="712" y="725"/>
                    <a:pt x="714" y="731"/>
                  </a:cubicBezTo>
                  <a:cubicBezTo>
                    <a:pt x="722" y="756"/>
                    <a:pt x="733" y="807"/>
                    <a:pt x="733" y="807"/>
                  </a:cubicBezTo>
                  <a:cubicBezTo>
                    <a:pt x="735" y="836"/>
                    <a:pt x="733" y="866"/>
                    <a:pt x="739" y="895"/>
                  </a:cubicBezTo>
                  <a:cubicBezTo>
                    <a:pt x="742" y="907"/>
                    <a:pt x="753" y="916"/>
                    <a:pt x="758" y="927"/>
                  </a:cubicBezTo>
                  <a:cubicBezTo>
                    <a:pt x="776" y="965"/>
                    <a:pt x="778" y="1005"/>
                    <a:pt x="802" y="1041"/>
                  </a:cubicBezTo>
                  <a:cubicBezTo>
                    <a:pt x="813" y="1006"/>
                    <a:pt x="817" y="1030"/>
                    <a:pt x="846" y="1041"/>
                  </a:cubicBezTo>
                  <a:cubicBezTo>
                    <a:pt x="878" y="1083"/>
                    <a:pt x="874" y="1098"/>
                    <a:pt x="922" y="1116"/>
                  </a:cubicBezTo>
                  <a:cubicBezTo>
                    <a:pt x="940" y="1142"/>
                    <a:pt x="936" y="1157"/>
                    <a:pt x="947" y="1186"/>
                  </a:cubicBezTo>
                  <a:cubicBezTo>
                    <a:pt x="955" y="1206"/>
                    <a:pt x="969" y="1224"/>
                    <a:pt x="979" y="1243"/>
                  </a:cubicBezTo>
                  <a:cubicBezTo>
                    <a:pt x="986" y="1226"/>
                    <a:pt x="987" y="1206"/>
                    <a:pt x="998" y="1192"/>
                  </a:cubicBezTo>
                  <a:cubicBezTo>
                    <a:pt x="1008" y="1179"/>
                    <a:pt x="1024" y="1173"/>
                    <a:pt x="1036" y="1161"/>
                  </a:cubicBezTo>
                  <a:cubicBezTo>
                    <a:pt x="1040" y="1167"/>
                    <a:pt x="1041" y="1177"/>
                    <a:pt x="1048" y="1180"/>
                  </a:cubicBezTo>
                  <a:cubicBezTo>
                    <a:pt x="1082" y="1193"/>
                    <a:pt x="1056" y="1144"/>
                    <a:pt x="1074" y="1192"/>
                  </a:cubicBezTo>
                  <a:cubicBezTo>
                    <a:pt x="1145" y="1157"/>
                    <a:pt x="1114" y="1156"/>
                    <a:pt x="1162" y="1167"/>
                  </a:cubicBezTo>
                  <a:cubicBezTo>
                    <a:pt x="1192" y="1160"/>
                    <a:pt x="1201" y="1153"/>
                    <a:pt x="1232" y="1161"/>
                  </a:cubicBezTo>
                  <a:cubicBezTo>
                    <a:pt x="1251" y="1141"/>
                    <a:pt x="1295" y="1110"/>
                    <a:pt x="1295" y="1110"/>
                  </a:cubicBezTo>
                  <a:cubicBezTo>
                    <a:pt x="1314" y="1140"/>
                    <a:pt x="1327" y="1138"/>
                    <a:pt x="1358" y="1123"/>
                  </a:cubicBezTo>
                  <a:cubicBezTo>
                    <a:pt x="1373" y="1077"/>
                    <a:pt x="1357" y="1085"/>
                    <a:pt x="1396" y="1085"/>
                  </a:cubicBezTo>
                </a:path>
              </a:pathLst>
            </a:custGeom>
            <a:noFill/>
            <a:ln w="9525" cap="flat" cmpd="sng">
              <a:solidFill>
                <a:srgbClr val="FF3300"/>
              </a:solidFill>
              <a:prstDash val="solid"/>
              <a:round/>
              <a:headEnd/>
              <a:tailEnd/>
            </a:ln>
            <a:effectLst/>
          </p:spPr>
          <p:txBody>
            <a:bodyPr wrap="none" anchor="ctr"/>
            <a:lstStyle/>
            <a:p>
              <a:endParaRPr lang="en-GB" sz="1600"/>
            </a:p>
          </p:txBody>
        </p:sp>
        <p:sp>
          <p:nvSpPr>
            <p:cNvPr id="135322" name="Freeform 154"/>
            <p:cNvSpPr>
              <a:spLocks/>
            </p:cNvSpPr>
            <p:nvPr/>
          </p:nvSpPr>
          <p:spPr bwMode="auto">
            <a:xfrm>
              <a:off x="1863" y="2596"/>
              <a:ext cx="1472" cy="1067"/>
            </a:xfrm>
            <a:custGeom>
              <a:avLst/>
              <a:gdLst/>
              <a:ahLst/>
              <a:cxnLst>
                <a:cxn ang="0">
                  <a:pos x="1472" y="1048"/>
                </a:cxn>
                <a:cxn ang="0">
                  <a:pos x="1409" y="1023"/>
                </a:cxn>
                <a:cxn ang="0">
                  <a:pos x="1415" y="991"/>
                </a:cxn>
                <a:cxn ang="0">
                  <a:pos x="1421" y="966"/>
                </a:cxn>
                <a:cxn ang="0">
                  <a:pos x="1415" y="941"/>
                </a:cxn>
                <a:cxn ang="0">
                  <a:pos x="1409" y="909"/>
                </a:cxn>
                <a:cxn ang="0">
                  <a:pos x="1377" y="947"/>
                </a:cxn>
                <a:cxn ang="0">
                  <a:pos x="1352" y="833"/>
                </a:cxn>
                <a:cxn ang="0">
                  <a:pos x="1320" y="695"/>
                </a:cxn>
                <a:cxn ang="0">
                  <a:pos x="1301" y="707"/>
                </a:cxn>
                <a:cxn ang="0">
                  <a:pos x="1295" y="682"/>
                </a:cxn>
                <a:cxn ang="0">
                  <a:pos x="1257" y="587"/>
                </a:cxn>
                <a:cxn ang="0">
                  <a:pos x="1219" y="473"/>
                </a:cxn>
                <a:cxn ang="0">
                  <a:pos x="1200" y="480"/>
                </a:cxn>
                <a:cxn ang="0">
                  <a:pos x="1143" y="385"/>
                </a:cxn>
                <a:cxn ang="0">
                  <a:pos x="1105" y="259"/>
                </a:cxn>
                <a:cxn ang="0">
                  <a:pos x="1080" y="221"/>
                </a:cxn>
                <a:cxn ang="0">
                  <a:pos x="1042" y="170"/>
                </a:cxn>
                <a:cxn ang="0">
                  <a:pos x="1023" y="177"/>
                </a:cxn>
                <a:cxn ang="0">
                  <a:pos x="1017" y="196"/>
                </a:cxn>
                <a:cxn ang="0">
                  <a:pos x="1011" y="177"/>
                </a:cxn>
                <a:cxn ang="0">
                  <a:pos x="966" y="120"/>
                </a:cxn>
                <a:cxn ang="0">
                  <a:pos x="948" y="126"/>
                </a:cxn>
                <a:cxn ang="0">
                  <a:pos x="859" y="57"/>
                </a:cxn>
                <a:cxn ang="0">
                  <a:pos x="853" y="76"/>
                </a:cxn>
                <a:cxn ang="0">
                  <a:pos x="821" y="44"/>
                </a:cxn>
                <a:cxn ang="0">
                  <a:pos x="752" y="19"/>
                </a:cxn>
                <a:cxn ang="0">
                  <a:pos x="689" y="0"/>
                </a:cxn>
                <a:cxn ang="0">
                  <a:pos x="651" y="25"/>
                </a:cxn>
                <a:cxn ang="0">
                  <a:pos x="625" y="50"/>
                </a:cxn>
                <a:cxn ang="0">
                  <a:pos x="619" y="69"/>
                </a:cxn>
                <a:cxn ang="0">
                  <a:pos x="613" y="50"/>
                </a:cxn>
                <a:cxn ang="0">
                  <a:pos x="588" y="25"/>
                </a:cxn>
                <a:cxn ang="0">
                  <a:pos x="569" y="82"/>
                </a:cxn>
                <a:cxn ang="0">
                  <a:pos x="562" y="63"/>
                </a:cxn>
                <a:cxn ang="0">
                  <a:pos x="543" y="50"/>
                </a:cxn>
                <a:cxn ang="0">
                  <a:pos x="512" y="82"/>
                </a:cxn>
                <a:cxn ang="0">
                  <a:pos x="486" y="126"/>
                </a:cxn>
                <a:cxn ang="0">
                  <a:pos x="480" y="151"/>
                </a:cxn>
                <a:cxn ang="0">
                  <a:pos x="474" y="132"/>
                </a:cxn>
                <a:cxn ang="0">
                  <a:pos x="449" y="145"/>
                </a:cxn>
                <a:cxn ang="0">
                  <a:pos x="423" y="208"/>
                </a:cxn>
                <a:cxn ang="0">
                  <a:pos x="417" y="183"/>
                </a:cxn>
                <a:cxn ang="0">
                  <a:pos x="398" y="196"/>
                </a:cxn>
                <a:cxn ang="0">
                  <a:pos x="373" y="252"/>
                </a:cxn>
                <a:cxn ang="0">
                  <a:pos x="335" y="379"/>
                </a:cxn>
                <a:cxn ang="0">
                  <a:pos x="310" y="429"/>
                </a:cxn>
                <a:cxn ang="0">
                  <a:pos x="291" y="518"/>
                </a:cxn>
                <a:cxn ang="0">
                  <a:pos x="240" y="688"/>
                </a:cxn>
                <a:cxn ang="0">
                  <a:pos x="171" y="884"/>
                </a:cxn>
                <a:cxn ang="0">
                  <a:pos x="164" y="865"/>
                </a:cxn>
                <a:cxn ang="0">
                  <a:pos x="158" y="840"/>
                </a:cxn>
                <a:cxn ang="0">
                  <a:pos x="145" y="897"/>
                </a:cxn>
                <a:cxn ang="0">
                  <a:pos x="108" y="1067"/>
                </a:cxn>
                <a:cxn ang="0">
                  <a:pos x="70" y="1055"/>
                </a:cxn>
                <a:cxn ang="0">
                  <a:pos x="0" y="1055"/>
                </a:cxn>
              </a:cxnLst>
              <a:rect l="0" t="0" r="r" b="b"/>
              <a:pathLst>
                <a:path w="1472" h="1067">
                  <a:moveTo>
                    <a:pt x="1472" y="1048"/>
                  </a:moveTo>
                  <a:cubicBezTo>
                    <a:pt x="1451" y="1038"/>
                    <a:pt x="1431" y="1030"/>
                    <a:pt x="1409" y="1023"/>
                  </a:cubicBezTo>
                  <a:cubicBezTo>
                    <a:pt x="1411" y="1012"/>
                    <a:pt x="1413" y="1002"/>
                    <a:pt x="1415" y="991"/>
                  </a:cubicBezTo>
                  <a:cubicBezTo>
                    <a:pt x="1418" y="978"/>
                    <a:pt x="1439" y="902"/>
                    <a:pt x="1421" y="966"/>
                  </a:cubicBezTo>
                  <a:cubicBezTo>
                    <a:pt x="1419" y="958"/>
                    <a:pt x="1417" y="949"/>
                    <a:pt x="1415" y="941"/>
                  </a:cubicBezTo>
                  <a:cubicBezTo>
                    <a:pt x="1413" y="930"/>
                    <a:pt x="1419" y="914"/>
                    <a:pt x="1409" y="909"/>
                  </a:cubicBezTo>
                  <a:cubicBezTo>
                    <a:pt x="1403" y="906"/>
                    <a:pt x="1379" y="944"/>
                    <a:pt x="1377" y="947"/>
                  </a:cubicBezTo>
                  <a:cubicBezTo>
                    <a:pt x="1372" y="890"/>
                    <a:pt x="1373" y="878"/>
                    <a:pt x="1352" y="833"/>
                  </a:cubicBezTo>
                  <a:cubicBezTo>
                    <a:pt x="1343" y="787"/>
                    <a:pt x="1335" y="739"/>
                    <a:pt x="1320" y="695"/>
                  </a:cubicBezTo>
                  <a:cubicBezTo>
                    <a:pt x="1314" y="699"/>
                    <a:pt x="1308" y="710"/>
                    <a:pt x="1301" y="707"/>
                  </a:cubicBezTo>
                  <a:cubicBezTo>
                    <a:pt x="1293" y="703"/>
                    <a:pt x="1297" y="690"/>
                    <a:pt x="1295" y="682"/>
                  </a:cubicBezTo>
                  <a:cubicBezTo>
                    <a:pt x="1286" y="650"/>
                    <a:pt x="1275" y="614"/>
                    <a:pt x="1257" y="587"/>
                  </a:cubicBezTo>
                  <a:cubicBezTo>
                    <a:pt x="1245" y="548"/>
                    <a:pt x="1228" y="512"/>
                    <a:pt x="1219" y="473"/>
                  </a:cubicBezTo>
                  <a:cubicBezTo>
                    <a:pt x="1213" y="475"/>
                    <a:pt x="1204" y="485"/>
                    <a:pt x="1200" y="480"/>
                  </a:cubicBezTo>
                  <a:cubicBezTo>
                    <a:pt x="1173" y="449"/>
                    <a:pt x="1187" y="399"/>
                    <a:pt x="1143" y="385"/>
                  </a:cubicBezTo>
                  <a:cubicBezTo>
                    <a:pt x="1136" y="340"/>
                    <a:pt x="1131" y="297"/>
                    <a:pt x="1105" y="259"/>
                  </a:cubicBezTo>
                  <a:cubicBezTo>
                    <a:pt x="1094" y="225"/>
                    <a:pt x="1106" y="254"/>
                    <a:pt x="1080" y="221"/>
                  </a:cubicBezTo>
                  <a:cubicBezTo>
                    <a:pt x="1067" y="205"/>
                    <a:pt x="1042" y="170"/>
                    <a:pt x="1042" y="170"/>
                  </a:cubicBezTo>
                  <a:cubicBezTo>
                    <a:pt x="1036" y="172"/>
                    <a:pt x="1028" y="172"/>
                    <a:pt x="1023" y="177"/>
                  </a:cubicBezTo>
                  <a:cubicBezTo>
                    <a:pt x="1018" y="182"/>
                    <a:pt x="1024" y="196"/>
                    <a:pt x="1017" y="196"/>
                  </a:cubicBezTo>
                  <a:cubicBezTo>
                    <a:pt x="1010" y="196"/>
                    <a:pt x="1015" y="183"/>
                    <a:pt x="1011" y="177"/>
                  </a:cubicBezTo>
                  <a:cubicBezTo>
                    <a:pt x="998" y="157"/>
                    <a:pt x="966" y="120"/>
                    <a:pt x="966" y="120"/>
                  </a:cubicBezTo>
                  <a:cubicBezTo>
                    <a:pt x="960" y="122"/>
                    <a:pt x="953" y="129"/>
                    <a:pt x="948" y="126"/>
                  </a:cubicBezTo>
                  <a:cubicBezTo>
                    <a:pt x="901" y="96"/>
                    <a:pt x="906" y="72"/>
                    <a:pt x="859" y="57"/>
                  </a:cubicBezTo>
                  <a:cubicBezTo>
                    <a:pt x="857" y="63"/>
                    <a:pt x="859" y="74"/>
                    <a:pt x="853" y="76"/>
                  </a:cubicBezTo>
                  <a:cubicBezTo>
                    <a:pt x="839" y="79"/>
                    <a:pt x="827" y="49"/>
                    <a:pt x="821" y="44"/>
                  </a:cubicBezTo>
                  <a:cubicBezTo>
                    <a:pt x="795" y="24"/>
                    <a:pt x="781" y="25"/>
                    <a:pt x="752" y="19"/>
                  </a:cubicBezTo>
                  <a:cubicBezTo>
                    <a:pt x="718" y="40"/>
                    <a:pt x="719" y="19"/>
                    <a:pt x="689" y="0"/>
                  </a:cubicBezTo>
                  <a:cubicBezTo>
                    <a:pt x="668" y="30"/>
                    <a:pt x="684" y="48"/>
                    <a:pt x="651" y="25"/>
                  </a:cubicBezTo>
                  <a:cubicBezTo>
                    <a:pt x="642" y="33"/>
                    <a:pt x="632" y="40"/>
                    <a:pt x="625" y="50"/>
                  </a:cubicBezTo>
                  <a:cubicBezTo>
                    <a:pt x="621" y="55"/>
                    <a:pt x="626" y="69"/>
                    <a:pt x="619" y="69"/>
                  </a:cubicBezTo>
                  <a:cubicBezTo>
                    <a:pt x="612" y="69"/>
                    <a:pt x="615" y="56"/>
                    <a:pt x="613" y="50"/>
                  </a:cubicBezTo>
                  <a:cubicBezTo>
                    <a:pt x="605" y="25"/>
                    <a:pt x="612" y="33"/>
                    <a:pt x="588" y="25"/>
                  </a:cubicBezTo>
                  <a:cubicBezTo>
                    <a:pt x="587" y="29"/>
                    <a:pt x="579" y="79"/>
                    <a:pt x="569" y="82"/>
                  </a:cubicBezTo>
                  <a:cubicBezTo>
                    <a:pt x="563" y="84"/>
                    <a:pt x="566" y="68"/>
                    <a:pt x="562" y="63"/>
                  </a:cubicBezTo>
                  <a:cubicBezTo>
                    <a:pt x="557" y="57"/>
                    <a:pt x="549" y="54"/>
                    <a:pt x="543" y="50"/>
                  </a:cubicBezTo>
                  <a:cubicBezTo>
                    <a:pt x="529" y="109"/>
                    <a:pt x="551" y="50"/>
                    <a:pt x="512" y="82"/>
                  </a:cubicBezTo>
                  <a:cubicBezTo>
                    <a:pt x="499" y="93"/>
                    <a:pt x="496" y="112"/>
                    <a:pt x="486" y="126"/>
                  </a:cubicBezTo>
                  <a:cubicBezTo>
                    <a:pt x="484" y="134"/>
                    <a:pt x="488" y="147"/>
                    <a:pt x="480" y="151"/>
                  </a:cubicBezTo>
                  <a:cubicBezTo>
                    <a:pt x="474" y="154"/>
                    <a:pt x="481" y="133"/>
                    <a:pt x="474" y="132"/>
                  </a:cubicBezTo>
                  <a:cubicBezTo>
                    <a:pt x="465" y="130"/>
                    <a:pt x="457" y="141"/>
                    <a:pt x="449" y="145"/>
                  </a:cubicBezTo>
                  <a:cubicBezTo>
                    <a:pt x="434" y="166"/>
                    <a:pt x="430" y="183"/>
                    <a:pt x="423" y="208"/>
                  </a:cubicBezTo>
                  <a:cubicBezTo>
                    <a:pt x="421" y="200"/>
                    <a:pt x="425" y="187"/>
                    <a:pt x="417" y="183"/>
                  </a:cubicBezTo>
                  <a:cubicBezTo>
                    <a:pt x="410" y="180"/>
                    <a:pt x="403" y="190"/>
                    <a:pt x="398" y="196"/>
                  </a:cubicBezTo>
                  <a:cubicBezTo>
                    <a:pt x="388" y="209"/>
                    <a:pt x="383" y="236"/>
                    <a:pt x="373" y="252"/>
                  </a:cubicBezTo>
                  <a:cubicBezTo>
                    <a:pt x="367" y="290"/>
                    <a:pt x="353" y="343"/>
                    <a:pt x="335" y="379"/>
                  </a:cubicBezTo>
                  <a:cubicBezTo>
                    <a:pt x="314" y="422"/>
                    <a:pt x="328" y="370"/>
                    <a:pt x="310" y="429"/>
                  </a:cubicBezTo>
                  <a:cubicBezTo>
                    <a:pt x="301" y="458"/>
                    <a:pt x="300" y="489"/>
                    <a:pt x="291" y="518"/>
                  </a:cubicBezTo>
                  <a:cubicBezTo>
                    <a:pt x="241" y="418"/>
                    <a:pt x="312" y="665"/>
                    <a:pt x="240" y="688"/>
                  </a:cubicBezTo>
                  <a:cubicBezTo>
                    <a:pt x="205" y="746"/>
                    <a:pt x="195" y="820"/>
                    <a:pt x="171" y="884"/>
                  </a:cubicBezTo>
                  <a:cubicBezTo>
                    <a:pt x="169" y="878"/>
                    <a:pt x="166" y="871"/>
                    <a:pt x="164" y="865"/>
                  </a:cubicBezTo>
                  <a:cubicBezTo>
                    <a:pt x="162" y="857"/>
                    <a:pt x="166" y="836"/>
                    <a:pt x="158" y="840"/>
                  </a:cubicBezTo>
                  <a:cubicBezTo>
                    <a:pt x="141" y="849"/>
                    <a:pt x="151" y="878"/>
                    <a:pt x="145" y="897"/>
                  </a:cubicBezTo>
                  <a:cubicBezTo>
                    <a:pt x="128" y="953"/>
                    <a:pt x="126" y="1011"/>
                    <a:pt x="108" y="1067"/>
                  </a:cubicBezTo>
                  <a:cubicBezTo>
                    <a:pt x="99" y="1035"/>
                    <a:pt x="93" y="1019"/>
                    <a:pt x="70" y="1055"/>
                  </a:cubicBezTo>
                  <a:cubicBezTo>
                    <a:pt x="36" y="1032"/>
                    <a:pt x="36" y="1055"/>
                    <a:pt x="0" y="1055"/>
                  </a:cubicBezTo>
                </a:path>
              </a:pathLst>
            </a:custGeom>
            <a:noFill/>
            <a:ln w="9525" cap="flat" cmpd="sng">
              <a:solidFill>
                <a:srgbClr val="FF3300"/>
              </a:solidFill>
              <a:prstDash val="solid"/>
              <a:round/>
              <a:headEnd/>
              <a:tailEnd/>
            </a:ln>
            <a:effectLst/>
          </p:spPr>
          <p:txBody>
            <a:bodyPr wrap="none" anchor="ctr"/>
            <a:lstStyle/>
            <a:p>
              <a:endParaRPr lang="en-GB" sz="1600"/>
            </a:p>
          </p:txBody>
        </p:sp>
        <p:sp>
          <p:nvSpPr>
            <p:cNvPr id="135323" name="Freeform 155"/>
            <p:cNvSpPr>
              <a:spLocks/>
            </p:cNvSpPr>
            <p:nvPr/>
          </p:nvSpPr>
          <p:spPr bwMode="auto">
            <a:xfrm>
              <a:off x="1913" y="2569"/>
              <a:ext cx="1484" cy="1164"/>
            </a:xfrm>
            <a:custGeom>
              <a:avLst/>
              <a:gdLst/>
              <a:ahLst/>
              <a:cxnLst>
                <a:cxn ang="0">
                  <a:pos x="13" y="1031"/>
                </a:cxn>
                <a:cxn ang="0">
                  <a:pos x="25" y="1012"/>
                </a:cxn>
                <a:cxn ang="0">
                  <a:pos x="63" y="1019"/>
                </a:cxn>
                <a:cxn ang="0">
                  <a:pos x="120" y="817"/>
                </a:cxn>
                <a:cxn ang="0">
                  <a:pos x="145" y="861"/>
                </a:cxn>
                <a:cxn ang="0">
                  <a:pos x="202" y="760"/>
                </a:cxn>
                <a:cxn ang="0">
                  <a:pos x="253" y="469"/>
                </a:cxn>
                <a:cxn ang="0">
                  <a:pos x="290" y="482"/>
                </a:cxn>
                <a:cxn ang="0">
                  <a:pos x="410" y="223"/>
                </a:cxn>
                <a:cxn ang="0">
                  <a:pos x="511" y="97"/>
                </a:cxn>
                <a:cxn ang="0">
                  <a:pos x="562" y="103"/>
                </a:cxn>
                <a:cxn ang="0">
                  <a:pos x="631" y="90"/>
                </a:cxn>
                <a:cxn ang="0">
                  <a:pos x="682" y="21"/>
                </a:cxn>
                <a:cxn ang="0">
                  <a:pos x="707" y="84"/>
                </a:cxn>
                <a:cxn ang="0">
                  <a:pos x="770" y="46"/>
                </a:cxn>
                <a:cxn ang="0">
                  <a:pos x="789" y="90"/>
                </a:cxn>
                <a:cxn ang="0">
                  <a:pos x="853" y="78"/>
                </a:cxn>
                <a:cxn ang="0">
                  <a:pos x="878" y="135"/>
                </a:cxn>
                <a:cxn ang="0">
                  <a:pos x="890" y="59"/>
                </a:cxn>
                <a:cxn ang="0">
                  <a:pos x="979" y="191"/>
                </a:cxn>
                <a:cxn ang="0">
                  <a:pos x="1023" y="172"/>
                </a:cxn>
                <a:cxn ang="0">
                  <a:pos x="1061" y="242"/>
                </a:cxn>
                <a:cxn ang="0">
                  <a:pos x="1099" y="343"/>
                </a:cxn>
                <a:cxn ang="0">
                  <a:pos x="1118" y="368"/>
                </a:cxn>
                <a:cxn ang="0">
                  <a:pos x="1162" y="406"/>
                </a:cxn>
                <a:cxn ang="0">
                  <a:pos x="1175" y="476"/>
                </a:cxn>
                <a:cxn ang="0">
                  <a:pos x="1213" y="551"/>
                </a:cxn>
                <a:cxn ang="0">
                  <a:pos x="1244" y="627"/>
                </a:cxn>
                <a:cxn ang="0">
                  <a:pos x="1288" y="741"/>
                </a:cxn>
                <a:cxn ang="0">
                  <a:pos x="1314" y="772"/>
                </a:cxn>
                <a:cxn ang="0">
                  <a:pos x="1370" y="1063"/>
                </a:cxn>
                <a:cxn ang="0">
                  <a:pos x="1459" y="1164"/>
                </a:cxn>
                <a:cxn ang="0">
                  <a:pos x="1478" y="1038"/>
                </a:cxn>
              </a:cxnLst>
              <a:rect l="0" t="0" r="r" b="b"/>
              <a:pathLst>
                <a:path w="1484" h="1164">
                  <a:moveTo>
                    <a:pt x="0" y="1057"/>
                  </a:moveTo>
                  <a:cubicBezTo>
                    <a:pt x="4" y="1048"/>
                    <a:pt x="10" y="1040"/>
                    <a:pt x="13" y="1031"/>
                  </a:cubicBezTo>
                  <a:cubicBezTo>
                    <a:pt x="17" y="1019"/>
                    <a:pt x="12" y="1004"/>
                    <a:pt x="19" y="993"/>
                  </a:cubicBezTo>
                  <a:cubicBezTo>
                    <a:pt x="23" y="987"/>
                    <a:pt x="21" y="1007"/>
                    <a:pt x="25" y="1012"/>
                  </a:cubicBezTo>
                  <a:cubicBezTo>
                    <a:pt x="30" y="1018"/>
                    <a:pt x="38" y="1021"/>
                    <a:pt x="44" y="1025"/>
                  </a:cubicBezTo>
                  <a:cubicBezTo>
                    <a:pt x="53" y="997"/>
                    <a:pt x="52" y="960"/>
                    <a:pt x="63" y="1019"/>
                  </a:cubicBezTo>
                  <a:cubicBezTo>
                    <a:pt x="88" y="983"/>
                    <a:pt x="81" y="957"/>
                    <a:pt x="88" y="911"/>
                  </a:cubicBezTo>
                  <a:cubicBezTo>
                    <a:pt x="93" y="879"/>
                    <a:pt x="108" y="847"/>
                    <a:pt x="120" y="817"/>
                  </a:cubicBezTo>
                  <a:cubicBezTo>
                    <a:pt x="124" y="823"/>
                    <a:pt x="129" y="829"/>
                    <a:pt x="133" y="836"/>
                  </a:cubicBezTo>
                  <a:cubicBezTo>
                    <a:pt x="138" y="844"/>
                    <a:pt x="136" y="859"/>
                    <a:pt x="145" y="861"/>
                  </a:cubicBezTo>
                  <a:cubicBezTo>
                    <a:pt x="152" y="863"/>
                    <a:pt x="154" y="849"/>
                    <a:pt x="158" y="842"/>
                  </a:cubicBezTo>
                  <a:cubicBezTo>
                    <a:pt x="175" y="814"/>
                    <a:pt x="184" y="786"/>
                    <a:pt x="202" y="760"/>
                  </a:cubicBezTo>
                  <a:cubicBezTo>
                    <a:pt x="219" y="704"/>
                    <a:pt x="227" y="660"/>
                    <a:pt x="234" y="602"/>
                  </a:cubicBezTo>
                  <a:cubicBezTo>
                    <a:pt x="259" y="682"/>
                    <a:pt x="237" y="514"/>
                    <a:pt x="253" y="469"/>
                  </a:cubicBezTo>
                  <a:cubicBezTo>
                    <a:pt x="259" y="478"/>
                    <a:pt x="261" y="492"/>
                    <a:pt x="271" y="495"/>
                  </a:cubicBezTo>
                  <a:cubicBezTo>
                    <a:pt x="278" y="498"/>
                    <a:pt x="285" y="488"/>
                    <a:pt x="290" y="482"/>
                  </a:cubicBezTo>
                  <a:cubicBezTo>
                    <a:pt x="296" y="475"/>
                    <a:pt x="318" y="406"/>
                    <a:pt x="322" y="393"/>
                  </a:cubicBezTo>
                  <a:cubicBezTo>
                    <a:pt x="332" y="322"/>
                    <a:pt x="354" y="268"/>
                    <a:pt x="410" y="223"/>
                  </a:cubicBezTo>
                  <a:cubicBezTo>
                    <a:pt x="422" y="200"/>
                    <a:pt x="430" y="176"/>
                    <a:pt x="442" y="153"/>
                  </a:cubicBezTo>
                  <a:cubicBezTo>
                    <a:pt x="486" y="183"/>
                    <a:pt x="499" y="134"/>
                    <a:pt x="511" y="97"/>
                  </a:cubicBezTo>
                  <a:cubicBezTo>
                    <a:pt x="524" y="114"/>
                    <a:pt x="541" y="140"/>
                    <a:pt x="549" y="135"/>
                  </a:cubicBezTo>
                  <a:cubicBezTo>
                    <a:pt x="559" y="129"/>
                    <a:pt x="555" y="112"/>
                    <a:pt x="562" y="103"/>
                  </a:cubicBezTo>
                  <a:cubicBezTo>
                    <a:pt x="573" y="89"/>
                    <a:pt x="600" y="65"/>
                    <a:pt x="600" y="65"/>
                  </a:cubicBezTo>
                  <a:cubicBezTo>
                    <a:pt x="614" y="21"/>
                    <a:pt x="618" y="70"/>
                    <a:pt x="631" y="90"/>
                  </a:cubicBezTo>
                  <a:cubicBezTo>
                    <a:pt x="636" y="66"/>
                    <a:pt x="632" y="0"/>
                    <a:pt x="663" y="46"/>
                  </a:cubicBezTo>
                  <a:cubicBezTo>
                    <a:pt x="677" y="89"/>
                    <a:pt x="677" y="38"/>
                    <a:pt x="682" y="21"/>
                  </a:cubicBezTo>
                  <a:cubicBezTo>
                    <a:pt x="684" y="44"/>
                    <a:pt x="679" y="69"/>
                    <a:pt x="688" y="90"/>
                  </a:cubicBezTo>
                  <a:cubicBezTo>
                    <a:pt x="690" y="96"/>
                    <a:pt x="703" y="89"/>
                    <a:pt x="707" y="84"/>
                  </a:cubicBezTo>
                  <a:cubicBezTo>
                    <a:pt x="718" y="70"/>
                    <a:pt x="721" y="38"/>
                    <a:pt x="733" y="21"/>
                  </a:cubicBezTo>
                  <a:cubicBezTo>
                    <a:pt x="737" y="57"/>
                    <a:pt x="741" y="123"/>
                    <a:pt x="770" y="46"/>
                  </a:cubicBezTo>
                  <a:cubicBezTo>
                    <a:pt x="772" y="54"/>
                    <a:pt x="774" y="63"/>
                    <a:pt x="777" y="71"/>
                  </a:cubicBezTo>
                  <a:cubicBezTo>
                    <a:pt x="780" y="78"/>
                    <a:pt x="782" y="93"/>
                    <a:pt x="789" y="90"/>
                  </a:cubicBezTo>
                  <a:cubicBezTo>
                    <a:pt x="802" y="84"/>
                    <a:pt x="809" y="29"/>
                    <a:pt x="815" y="15"/>
                  </a:cubicBezTo>
                  <a:cubicBezTo>
                    <a:pt x="831" y="37"/>
                    <a:pt x="838" y="56"/>
                    <a:pt x="853" y="78"/>
                  </a:cubicBezTo>
                  <a:cubicBezTo>
                    <a:pt x="857" y="91"/>
                    <a:pt x="860" y="104"/>
                    <a:pt x="865" y="116"/>
                  </a:cubicBezTo>
                  <a:cubicBezTo>
                    <a:pt x="868" y="123"/>
                    <a:pt x="872" y="139"/>
                    <a:pt x="878" y="135"/>
                  </a:cubicBezTo>
                  <a:cubicBezTo>
                    <a:pt x="887" y="129"/>
                    <a:pt x="882" y="114"/>
                    <a:pt x="884" y="103"/>
                  </a:cubicBezTo>
                  <a:cubicBezTo>
                    <a:pt x="886" y="88"/>
                    <a:pt x="888" y="74"/>
                    <a:pt x="890" y="59"/>
                  </a:cubicBezTo>
                  <a:cubicBezTo>
                    <a:pt x="912" y="119"/>
                    <a:pt x="939" y="172"/>
                    <a:pt x="966" y="229"/>
                  </a:cubicBezTo>
                  <a:cubicBezTo>
                    <a:pt x="970" y="216"/>
                    <a:pt x="976" y="204"/>
                    <a:pt x="979" y="191"/>
                  </a:cubicBezTo>
                  <a:cubicBezTo>
                    <a:pt x="984" y="166"/>
                    <a:pt x="991" y="116"/>
                    <a:pt x="991" y="116"/>
                  </a:cubicBezTo>
                  <a:cubicBezTo>
                    <a:pt x="1004" y="135"/>
                    <a:pt x="1010" y="153"/>
                    <a:pt x="1023" y="172"/>
                  </a:cubicBezTo>
                  <a:cubicBezTo>
                    <a:pt x="1028" y="196"/>
                    <a:pt x="1036" y="218"/>
                    <a:pt x="1042" y="242"/>
                  </a:cubicBezTo>
                  <a:cubicBezTo>
                    <a:pt x="1057" y="178"/>
                    <a:pt x="1036" y="242"/>
                    <a:pt x="1061" y="242"/>
                  </a:cubicBezTo>
                  <a:cubicBezTo>
                    <a:pt x="1070" y="242"/>
                    <a:pt x="1070" y="225"/>
                    <a:pt x="1074" y="217"/>
                  </a:cubicBezTo>
                  <a:cubicBezTo>
                    <a:pt x="1090" y="259"/>
                    <a:pt x="1094" y="297"/>
                    <a:pt x="1099" y="343"/>
                  </a:cubicBezTo>
                  <a:cubicBezTo>
                    <a:pt x="1103" y="337"/>
                    <a:pt x="1106" y="318"/>
                    <a:pt x="1111" y="324"/>
                  </a:cubicBezTo>
                  <a:cubicBezTo>
                    <a:pt x="1120" y="336"/>
                    <a:pt x="1117" y="353"/>
                    <a:pt x="1118" y="368"/>
                  </a:cubicBezTo>
                  <a:cubicBezTo>
                    <a:pt x="1123" y="428"/>
                    <a:pt x="1114" y="496"/>
                    <a:pt x="1143" y="551"/>
                  </a:cubicBezTo>
                  <a:cubicBezTo>
                    <a:pt x="1147" y="495"/>
                    <a:pt x="1146" y="456"/>
                    <a:pt x="1162" y="406"/>
                  </a:cubicBezTo>
                  <a:cubicBezTo>
                    <a:pt x="1164" y="440"/>
                    <a:pt x="1162" y="474"/>
                    <a:pt x="1168" y="507"/>
                  </a:cubicBezTo>
                  <a:cubicBezTo>
                    <a:pt x="1170" y="517"/>
                    <a:pt x="1173" y="466"/>
                    <a:pt x="1175" y="476"/>
                  </a:cubicBezTo>
                  <a:cubicBezTo>
                    <a:pt x="1193" y="557"/>
                    <a:pt x="1181" y="645"/>
                    <a:pt x="1194" y="728"/>
                  </a:cubicBezTo>
                  <a:cubicBezTo>
                    <a:pt x="1202" y="669"/>
                    <a:pt x="1198" y="608"/>
                    <a:pt x="1213" y="551"/>
                  </a:cubicBezTo>
                  <a:cubicBezTo>
                    <a:pt x="1216" y="538"/>
                    <a:pt x="1220" y="577"/>
                    <a:pt x="1225" y="589"/>
                  </a:cubicBezTo>
                  <a:cubicBezTo>
                    <a:pt x="1230" y="602"/>
                    <a:pt x="1238" y="614"/>
                    <a:pt x="1244" y="627"/>
                  </a:cubicBezTo>
                  <a:cubicBezTo>
                    <a:pt x="1250" y="652"/>
                    <a:pt x="1247" y="702"/>
                    <a:pt x="1276" y="659"/>
                  </a:cubicBezTo>
                  <a:cubicBezTo>
                    <a:pt x="1280" y="686"/>
                    <a:pt x="1281" y="714"/>
                    <a:pt x="1288" y="741"/>
                  </a:cubicBezTo>
                  <a:cubicBezTo>
                    <a:pt x="1293" y="760"/>
                    <a:pt x="1307" y="798"/>
                    <a:pt x="1307" y="798"/>
                  </a:cubicBezTo>
                  <a:cubicBezTo>
                    <a:pt x="1309" y="789"/>
                    <a:pt x="1313" y="763"/>
                    <a:pt x="1314" y="772"/>
                  </a:cubicBezTo>
                  <a:cubicBezTo>
                    <a:pt x="1319" y="814"/>
                    <a:pt x="1315" y="857"/>
                    <a:pt x="1320" y="899"/>
                  </a:cubicBezTo>
                  <a:cubicBezTo>
                    <a:pt x="1326" y="958"/>
                    <a:pt x="1350" y="1009"/>
                    <a:pt x="1370" y="1063"/>
                  </a:cubicBezTo>
                  <a:cubicBezTo>
                    <a:pt x="1386" y="1024"/>
                    <a:pt x="1394" y="984"/>
                    <a:pt x="1402" y="943"/>
                  </a:cubicBezTo>
                  <a:cubicBezTo>
                    <a:pt x="1411" y="1030"/>
                    <a:pt x="1444" y="1083"/>
                    <a:pt x="1459" y="1164"/>
                  </a:cubicBezTo>
                  <a:cubicBezTo>
                    <a:pt x="1464" y="1128"/>
                    <a:pt x="1465" y="1092"/>
                    <a:pt x="1471" y="1057"/>
                  </a:cubicBezTo>
                  <a:cubicBezTo>
                    <a:pt x="1472" y="1050"/>
                    <a:pt x="1471" y="1038"/>
                    <a:pt x="1478" y="1038"/>
                  </a:cubicBezTo>
                  <a:cubicBezTo>
                    <a:pt x="1484" y="1038"/>
                    <a:pt x="1478" y="1051"/>
                    <a:pt x="1478" y="1057"/>
                  </a:cubicBezTo>
                </a:path>
              </a:pathLst>
            </a:custGeom>
            <a:noFill/>
            <a:ln w="9525" cap="flat" cmpd="sng">
              <a:solidFill>
                <a:srgbClr val="FF3300"/>
              </a:solidFill>
              <a:prstDash val="solid"/>
              <a:round/>
              <a:headEnd/>
              <a:tailEnd/>
            </a:ln>
            <a:effectLst/>
          </p:spPr>
          <p:txBody>
            <a:bodyPr wrap="none" anchor="ctr"/>
            <a:lstStyle/>
            <a:p>
              <a:endParaRPr lang="en-GB" sz="1600"/>
            </a:p>
          </p:txBody>
        </p:sp>
        <p:sp>
          <p:nvSpPr>
            <p:cNvPr id="135324" name="Freeform 156"/>
            <p:cNvSpPr>
              <a:spLocks/>
            </p:cNvSpPr>
            <p:nvPr/>
          </p:nvSpPr>
          <p:spPr bwMode="auto">
            <a:xfrm flipV="1">
              <a:off x="1895" y="2556"/>
              <a:ext cx="1484" cy="1164"/>
            </a:xfrm>
            <a:custGeom>
              <a:avLst/>
              <a:gdLst/>
              <a:ahLst/>
              <a:cxnLst>
                <a:cxn ang="0">
                  <a:pos x="13" y="1031"/>
                </a:cxn>
                <a:cxn ang="0">
                  <a:pos x="25" y="1012"/>
                </a:cxn>
                <a:cxn ang="0">
                  <a:pos x="63" y="1019"/>
                </a:cxn>
                <a:cxn ang="0">
                  <a:pos x="120" y="817"/>
                </a:cxn>
                <a:cxn ang="0">
                  <a:pos x="145" y="861"/>
                </a:cxn>
                <a:cxn ang="0">
                  <a:pos x="202" y="760"/>
                </a:cxn>
                <a:cxn ang="0">
                  <a:pos x="253" y="469"/>
                </a:cxn>
                <a:cxn ang="0">
                  <a:pos x="290" y="482"/>
                </a:cxn>
                <a:cxn ang="0">
                  <a:pos x="410" y="223"/>
                </a:cxn>
                <a:cxn ang="0">
                  <a:pos x="511" y="97"/>
                </a:cxn>
                <a:cxn ang="0">
                  <a:pos x="562" y="103"/>
                </a:cxn>
                <a:cxn ang="0">
                  <a:pos x="631" y="90"/>
                </a:cxn>
                <a:cxn ang="0">
                  <a:pos x="682" y="21"/>
                </a:cxn>
                <a:cxn ang="0">
                  <a:pos x="707" y="84"/>
                </a:cxn>
                <a:cxn ang="0">
                  <a:pos x="770" y="46"/>
                </a:cxn>
                <a:cxn ang="0">
                  <a:pos x="789" y="90"/>
                </a:cxn>
                <a:cxn ang="0">
                  <a:pos x="853" y="78"/>
                </a:cxn>
                <a:cxn ang="0">
                  <a:pos x="878" y="135"/>
                </a:cxn>
                <a:cxn ang="0">
                  <a:pos x="890" y="59"/>
                </a:cxn>
                <a:cxn ang="0">
                  <a:pos x="979" y="191"/>
                </a:cxn>
                <a:cxn ang="0">
                  <a:pos x="1023" y="172"/>
                </a:cxn>
                <a:cxn ang="0">
                  <a:pos x="1061" y="242"/>
                </a:cxn>
                <a:cxn ang="0">
                  <a:pos x="1099" y="343"/>
                </a:cxn>
                <a:cxn ang="0">
                  <a:pos x="1118" y="368"/>
                </a:cxn>
                <a:cxn ang="0">
                  <a:pos x="1162" y="406"/>
                </a:cxn>
                <a:cxn ang="0">
                  <a:pos x="1175" y="476"/>
                </a:cxn>
                <a:cxn ang="0">
                  <a:pos x="1213" y="551"/>
                </a:cxn>
                <a:cxn ang="0">
                  <a:pos x="1244" y="627"/>
                </a:cxn>
                <a:cxn ang="0">
                  <a:pos x="1288" y="741"/>
                </a:cxn>
                <a:cxn ang="0">
                  <a:pos x="1314" y="772"/>
                </a:cxn>
                <a:cxn ang="0">
                  <a:pos x="1370" y="1063"/>
                </a:cxn>
                <a:cxn ang="0">
                  <a:pos x="1459" y="1164"/>
                </a:cxn>
                <a:cxn ang="0">
                  <a:pos x="1478" y="1038"/>
                </a:cxn>
              </a:cxnLst>
              <a:rect l="0" t="0" r="r" b="b"/>
              <a:pathLst>
                <a:path w="1484" h="1164">
                  <a:moveTo>
                    <a:pt x="0" y="1057"/>
                  </a:moveTo>
                  <a:cubicBezTo>
                    <a:pt x="4" y="1048"/>
                    <a:pt x="10" y="1040"/>
                    <a:pt x="13" y="1031"/>
                  </a:cubicBezTo>
                  <a:cubicBezTo>
                    <a:pt x="17" y="1019"/>
                    <a:pt x="12" y="1004"/>
                    <a:pt x="19" y="993"/>
                  </a:cubicBezTo>
                  <a:cubicBezTo>
                    <a:pt x="23" y="987"/>
                    <a:pt x="21" y="1007"/>
                    <a:pt x="25" y="1012"/>
                  </a:cubicBezTo>
                  <a:cubicBezTo>
                    <a:pt x="30" y="1018"/>
                    <a:pt x="38" y="1021"/>
                    <a:pt x="44" y="1025"/>
                  </a:cubicBezTo>
                  <a:cubicBezTo>
                    <a:pt x="53" y="997"/>
                    <a:pt x="52" y="960"/>
                    <a:pt x="63" y="1019"/>
                  </a:cubicBezTo>
                  <a:cubicBezTo>
                    <a:pt x="88" y="983"/>
                    <a:pt x="81" y="957"/>
                    <a:pt x="88" y="911"/>
                  </a:cubicBezTo>
                  <a:cubicBezTo>
                    <a:pt x="93" y="879"/>
                    <a:pt x="108" y="847"/>
                    <a:pt x="120" y="817"/>
                  </a:cubicBezTo>
                  <a:cubicBezTo>
                    <a:pt x="124" y="823"/>
                    <a:pt x="129" y="829"/>
                    <a:pt x="133" y="836"/>
                  </a:cubicBezTo>
                  <a:cubicBezTo>
                    <a:pt x="138" y="844"/>
                    <a:pt x="136" y="859"/>
                    <a:pt x="145" y="861"/>
                  </a:cubicBezTo>
                  <a:cubicBezTo>
                    <a:pt x="152" y="863"/>
                    <a:pt x="154" y="849"/>
                    <a:pt x="158" y="842"/>
                  </a:cubicBezTo>
                  <a:cubicBezTo>
                    <a:pt x="175" y="814"/>
                    <a:pt x="184" y="786"/>
                    <a:pt x="202" y="760"/>
                  </a:cubicBezTo>
                  <a:cubicBezTo>
                    <a:pt x="219" y="704"/>
                    <a:pt x="227" y="660"/>
                    <a:pt x="234" y="602"/>
                  </a:cubicBezTo>
                  <a:cubicBezTo>
                    <a:pt x="259" y="682"/>
                    <a:pt x="237" y="514"/>
                    <a:pt x="253" y="469"/>
                  </a:cubicBezTo>
                  <a:cubicBezTo>
                    <a:pt x="259" y="478"/>
                    <a:pt x="261" y="492"/>
                    <a:pt x="271" y="495"/>
                  </a:cubicBezTo>
                  <a:cubicBezTo>
                    <a:pt x="278" y="498"/>
                    <a:pt x="285" y="488"/>
                    <a:pt x="290" y="482"/>
                  </a:cubicBezTo>
                  <a:cubicBezTo>
                    <a:pt x="296" y="475"/>
                    <a:pt x="318" y="406"/>
                    <a:pt x="322" y="393"/>
                  </a:cubicBezTo>
                  <a:cubicBezTo>
                    <a:pt x="332" y="322"/>
                    <a:pt x="354" y="268"/>
                    <a:pt x="410" y="223"/>
                  </a:cubicBezTo>
                  <a:cubicBezTo>
                    <a:pt x="422" y="200"/>
                    <a:pt x="430" y="176"/>
                    <a:pt x="442" y="153"/>
                  </a:cubicBezTo>
                  <a:cubicBezTo>
                    <a:pt x="486" y="183"/>
                    <a:pt x="499" y="134"/>
                    <a:pt x="511" y="97"/>
                  </a:cubicBezTo>
                  <a:cubicBezTo>
                    <a:pt x="524" y="114"/>
                    <a:pt x="541" y="140"/>
                    <a:pt x="549" y="135"/>
                  </a:cubicBezTo>
                  <a:cubicBezTo>
                    <a:pt x="559" y="129"/>
                    <a:pt x="555" y="112"/>
                    <a:pt x="562" y="103"/>
                  </a:cubicBezTo>
                  <a:cubicBezTo>
                    <a:pt x="573" y="89"/>
                    <a:pt x="600" y="65"/>
                    <a:pt x="600" y="65"/>
                  </a:cubicBezTo>
                  <a:cubicBezTo>
                    <a:pt x="614" y="21"/>
                    <a:pt x="618" y="70"/>
                    <a:pt x="631" y="90"/>
                  </a:cubicBezTo>
                  <a:cubicBezTo>
                    <a:pt x="636" y="66"/>
                    <a:pt x="632" y="0"/>
                    <a:pt x="663" y="46"/>
                  </a:cubicBezTo>
                  <a:cubicBezTo>
                    <a:pt x="677" y="89"/>
                    <a:pt x="677" y="38"/>
                    <a:pt x="682" y="21"/>
                  </a:cubicBezTo>
                  <a:cubicBezTo>
                    <a:pt x="684" y="44"/>
                    <a:pt x="679" y="69"/>
                    <a:pt x="688" y="90"/>
                  </a:cubicBezTo>
                  <a:cubicBezTo>
                    <a:pt x="690" y="96"/>
                    <a:pt x="703" y="89"/>
                    <a:pt x="707" y="84"/>
                  </a:cubicBezTo>
                  <a:cubicBezTo>
                    <a:pt x="718" y="70"/>
                    <a:pt x="721" y="38"/>
                    <a:pt x="733" y="21"/>
                  </a:cubicBezTo>
                  <a:cubicBezTo>
                    <a:pt x="737" y="57"/>
                    <a:pt x="741" y="123"/>
                    <a:pt x="770" y="46"/>
                  </a:cubicBezTo>
                  <a:cubicBezTo>
                    <a:pt x="772" y="54"/>
                    <a:pt x="774" y="63"/>
                    <a:pt x="777" y="71"/>
                  </a:cubicBezTo>
                  <a:cubicBezTo>
                    <a:pt x="780" y="78"/>
                    <a:pt x="782" y="93"/>
                    <a:pt x="789" y="90"/>
                  </a:cubicBezTo>
                  <a:cubicBezTo>
                    <a:pt x="802" y="84"/>
                    <a:pt x="809" y="29"/>
                    <a:pt x="815" y="15"/>
                  </a:cubicBezTo>
                  <a:cubicBezTo>
                    <a:pt x="831" y="37"/>
                    <a:pt x="838" y="56"/>
                    <a:pt x="853" y="78"/>
                  </a:cubicBezTo>
                  <a:cubicBezTo>
                    <a:pt x="857" y="91"/>
                    <a:pt x="860" y="104"/>
                    <a:pt x="865" y="116"/>
                  </a:cubicBezTo>
                  <a:cubicBezTo>
                    <a:pt x="868" y="123"/>
                    <a:pt x="872" y="139"/>
                    <a:pt x="878" y="135"/>
                  </a:cubicBezTo>
                  <a:cubicBezTo>
                    <a:pt x="887" y="129"/>
                    <a:pt x="882" y="114"/>
                    <a:pt x="884" y="103"/>
                  </a:cubicBezTo>
                  <a:cubicBezTo>
                    <a:pt x="886" y="88"/>
                    <a:pt x="888" y="74"/>
                    <a:pt x="890" y="59"/>
                  </a:cubicBezTo>
                  <a:cubicBezTo>
                    <a:pt x="912" y="119"/>
                    <a:pt x="939" y="172"/>
                    <a:pt x="966" y="229"/>
                  </a:cubicBezTo>
                  <a:cubicBezTo>
                    <a:pt x="970" y="216"/>
                    <a:pt x="976" y="204"/>
                    <a:pt x="979" y="191"/>
                  </a:cubicBezTo>
                  <a:cubicBezTo>
                    <a:pt x="984" y="166"/>
                    <a:pt x="991" y="116"/>
                    <a:pt x="991" y="116"/>
                  </a:cubicBezTo>
                  <a:cubicBezTo>
                    <a:pt x="1004" y="135"/>
                    <a:pt x="1010" y="153"/>
                    <a:pt x="1023" y="172"/>
                  </a:cubicBezTo>
                  <a:cubicBezTo>
                    <a:pt x="1028" y="196"/>
                    <a:pt x="1036" y="218"/>
                    <a:pt x="1042" y="242"/>
                  </a:cubicBezTo>
                  <a:cubicBezTo>
                    <a:pt x="1057" y="178"/>
                    <a:pt x="1036" y="242"/>
                    <a:pt x="1061" y="242"/>
                  </a:cubicBezTo>
                  <a:cubicBezTo>
                    <a:pt x="1070" y="242"/>
                    <a:pt x="1070" y="225"/>
                    <a:pt x="1074" y="217"/>
                  </a:cubicBezTo>
                  <a:cubicBezTo>
                    <a:pt x="1090" y="259"/>
                    <a:pt x="1094" y="297"/>
                    <a:pt x="1099" y="343"/>
                  </a:cubicBezTo>
                  <a:cubicBezTo>
                    <a:pt x="1103" y="337"/>
                    <a:pt x="1106" y="318"/>
                    <a:pt x="1111" y="324"/>
                  </a:cubicBezTo>
                  <a:cubicBezTo>
                    <a:pt x="1120" y="336"/>
                    <a:pt x="1117" y="353"/>
                    <a:pt x="1118" y="368"/>
                  </a:cubicBezTo>
                  <a:cubicBezTo>
                    <a:pt x="1123" y="428"/>
                    <a:pt x="1114" y="496"/>
                    <a:pt x="1143" y="551"/>
                  </a:cubicBezTo>
                  <a:cubicBezTo>
                    <a:pt x="1147" y="495"/>
                    <a:pt x="1146" y="456"/>
                    <a:pt x="1162" y="406"/>
                  </a:cubicBezTo>
                  <a:cubicBezTo>
                    <a:pt x="1164" y="440"/>
                    <a:pt x="1162" y="474"/>
                    <a:pt x="1168" y="507"/>
                  </a:cubicBezTo>
                  <a:cubicBezTo>
                    <a:pt x="1170" y="517"/>
                    <a:pt x="1173" y="466"/>
                    <a:pt x="1175" y="476"/>
                  </a:cubicBezTo>
                  <a:cubicBezTo>
                    <a:pt x="1193" y="557"/>
                    <a:pt x="1181" y="645"/>
                    <a:pt x="1194" y="728"/>
                  </a:cubicBezTo>
                  <a:cubicBezTo>
                    <a:pt x="1202" y="669"/>
                    <a:pt x="1198" y="608"/>
                    <a:pt x="1213" y="551"/>
                  </a:cubicBezTo>
                  <a:cubicBezTo>
                    <a:pt x="1216" y="538"/>
                    <a:pt x="1220" y="577"/>
                    <a:pt x="1225" y="589"/>
                  </a:cubicBezTo>
                  <a:cubicBezTo>
                    <a:pt x="1230" y="602"/>
                    <a:pt x="1238" y="614"/>
                    <a:pt x="1244" y="627"/>
                  </a:cubicBezTo>
                  <a:cubicBezTo>
                    <a:pt x="1250" y="652"/>
                    <a:pt x="1247" y="702"/>
                    <a:pt x="1276" y="659"/>
                  </a:cubicBezTo>
                  <a:cubicBezTo>
                    <a:pt x="1280" y="686"/>
                    <a:pt x="1281" y="714"/>
                    <a:pt x="1288" y="741"/>
                  </a:cubicBezTo>
                  <a:cubicBezTo>
                    <a:pt x="1293" y="760"/>
                    <a:pt x="1307" y="798"/>
                    <a:pt x="1307" y="798"/>
                  </a:cubicBezTo>
                  <a:cubicBezTo>
                    <a:pt x="1309" y="789"/>
                    <a:pt x="1313" y="763"/>
                    <a:pt x="1314" y="772"/>
                  </a:cubicBezTo>
                  <a:cubicBezTo>
                    <a:pt x="1319" y="814"/>
                    <a:pt x="1315" y="857"/>
                    <a:pt x="1320" y="899"/>
                  </a:cubicBezTo>
                  <a:cubicBezTo>
                    <a:pt x="1326" y="958"/>
                    <a:pt x="1350" y="1009"/>
                    <a:pt x="1370" y="1063"/>
                  </a:cubicBezTo>
                  <a:cubicBezTo>
                    <a:pt x="1386" y="1024"/>
                    <a:pt x="1394" y="984"/>
                    <a:pt x="1402" y="943"/>
                  </a:cubicBezTo>
                  <a:cubicBezTo>
                    <a:pt x="1411" y="1030"/>
                    <a:pt x="1444" y="1083"/>
                    <a:pt x="1459" y="1164"/>
                  </a:cubicBezTo>
                  <a:cubicBezTo>
                    <a:pt x="1464" y="1128"/>
                    <a:pt x="1465" y="1092"/>
                    <a:pt x="1471" y="1057"/>
                  </a:cubicBezTo>
                  <a:cubicBezTo>
                    <a:pt x="1472" y="1050"/>
                    <a:pt x="1471" y="1038"/>
                    <a:pt x="1478" y="1038"/>
                  </a:cubicBezTo>
                  <a:cubicBezTo>
                    <a:pt x="1484" y="1038"/>
                    <a:pt x="1478" y="1051"/>
                    <a:pt x="1478" y="1057"/>
                  </a:cubicBezTo>
                </a:path>
              </a:pathLst>
            </a:custGeom>
            <a:noFill/>
            <a:ln w="9525" cap="flat" cmpd="sng">
              <a:solidFill>
                <a:srgbClr val="FF3300"/>
              </a:solidFill>
              <a:prstDash val="solid"/>
              <a:round/>
              <a:headEnd/>
              <a:tailEnd/>
            </a:ln>
            <a:effectLst/>
          </p:spPr>
          <p:txBody>
            <a:bodyPr wrap="none" anchor="ctr"/>
            <a:lstStyle/>
            <a:p>
              <a:endParaRPr lang="en-GB" sz="1600"/>
            </a:p>
          </p:txBody>
        </p:sp>
        <p:sp>
          <p:nvSpPr>
            <p:cNvPr id="135325" name="Freeform 157"/>
            <p:cNvSpPr>
              <a:spLocks/>
            </p:cNvSpPr>
            <p:nvPr/>
          </p:nvSpPr>
          <p:spPr bwMode="auto">
            <a:xfrm>
              <a:off x="1867" y="2583"/>
              <a:ext cx="1492" cy="1162"/>
            </a:xfrm>
            <a:custGeom>
              <a:avLst/>
              <a:gdLst/>
              <a:ahLst/>
              <a:cxnLst>
                <a:cxn ang="0">
                  <a:pos x="34" y="1093"/>
                </a:cxn>
                <a:cxn ang="0">
                  <a:pos x="72" y="1093"/>
                </a:cxn>
                <a:cxn ang="0">
                  <a:pos x="91" y="1112"/>
                </a:cxn>
                <a:cxn ang="0">
                  <a:pos x="160" y="1086"/>
                </a:cxn>
                <a:cxn ang="0">
                  <a:pos x="173" y="1124"/>
                </a:cxn>
                <a:cxn ang="0">
                  <a:pos x="223" y="1143"/>
                </a:cxn>
                <a:cxn ang="0">
                  <a:pos x="287" y="1143"/>
                </a:cxn>
                <a:cxn ang="0">
                  <a:pos x="337" y="1162"/>
                </a:cxn>
                <a:cxn ang="0">
                  <a:pos x="369" y="1124"/>
                </a:cxn>
                <a:cxn ang="0">
                  <a:pos x="432" y="1105"/>
                </a:cxn>
                <a:cxn ang="0">
                  <a:pos x="495" y="1068"/>
                </a:cxn>
                <a:cxn ang="0">
                  <a:pos x="533" y="1061"/>
                </a:cxn>
                <a:cxn ang="0">
                  <a:pos x="571" y="1061"/>
                </a:cxn>
                <a:cxn ang="0">
                  <a:pos x="590" y="1074"/>
                </a:cxn>
                <a:cxn ang="0">
                  <a:pos x="621" y="954"/>
                </a:cxn>
                <a:cxn ang="0">
                  <a:pos x="628" y="973"/>
                </a:cxn>
                <a:cxn ang="0">
                  <a:pos x="634" y="948"/>
                </a:cxn>
                <a:cxn ang="0">
                  <a:pos x="647" y="922"/>
                </a:cxn>
                <a:cxn ang="0">
                  <a:pos x="691" y="809"/>
                </a:cxn>
                <a:cxn ang="0">
                  <a:pos x="741" y="657"/>
                </a:cxn>
                <a:cxn ang="0">
                  <a:pos x="767" y="606"/>
                </a:cxn>
                <a:cxn ang="0">
                  <a:pos x="798" y="531"/>
                </a:cxn>
                <a:cxn ang="0">
                  <a:pos x="805" y="499"/>
                </a:cxn>
                <a:cxn ang="0">
                  <a:pos x="811" y="480"/>
                </a:cxn>
                <a:cxn ang="0">
                  <a:pos x="823" y="430"/>
                </a:cxn>
                <a:cxn ang="0">
                  <a:pos x="861" y="329"/>
                </a:cxn>
                <a:cxn ang="0">
                  <a:pos x="956" y="120"/>
                </a:cxn>
                <a:cxn ang="0">
                  <a:pos x="988" y="101"/>
                </a:cxn>
                <a:cxn ang="0">
                  <a:pos x="1007" y="63"/>
                </a:cxn>
                <a:cxn ang="0">
                  <a:pos x="1013" y="89"/>
                </a:cxn>
                <a:cxn ang="0">
                  <a:pos x="1019" y="108"/>
                </a:cxn>
                <a:cxn ang="0">
                  <a:pos x="1057" y="57"/>
                </a:cxn>
                <a:cxn ang="0">
                  <a:pos x="1063" y="89"/>
                </a:cxn>
                <a:cxn ang="0">
                  <a:pos x="1070" y="114"/>
                </a:cxn>
                <a:cxn ang="0">
                  <a:pos x="1095" y="82"/>
                </a:cxn>
                <a:cxn ang="0">
                  <a:pos x="1101" y="57"/>
                </a:cxn>
                <a:cxn ang="0">
                  <a:pos x="1108" y="38"/>
                </a:cxn>
                <a:cxn ang="0">
                  <a:pos x="1127" y="82"/>
                </a:cxn>
                <a:cxn ang="0">
                  <a:pos x="1146" y="57"/>
                </a:cxn>
                <a:cxn ang="0">
                  <a:pos x="1152" y="32"/>
                </a:cxn>
                <a:cxn ang="0">
                  <a:pos x="1171" y="82"/>
                </a:cxn>
                <a:cxn ang="0">
                  <a:pos x="1215" y="25"/>
                </a:cxn>
                <a:cxn ang="0">
                  <a:pos x="1259" y="13"/>
                </a:cxn>
                <a:cxn ang="0">
                  <a:pos x="1291" y="44"/>
                </a:cxn>
                <a:cxn ang="0">
                  <a:pos x="1303" y="19"/>
                </a:cxn>
                <a:cxn ang="0">
                  <a:pos x="1335" y="57"/>
                </a:cxn>
                <a:cxn ang="0">
                  <a:pos x="1392" y="0"/>
                </a:cxn>
                <a:cxn ang="0">
                  <a:pos x="1417" y="76"/>
                </a:cxn>
                <a:cxn ang="0">
                  <a:pos x="1442" y="70"/>
                </a:cxn>
                <a:cxn ang="0">
                  <a:pos x="1461" y="70"/>
                </a:cxn>
                <a:cxn ang="0">
                  <a:pos x="1474" y="133"/>
                </a:cxn>
                <a:cxn ang="0">
                  <a:pos x="1487" y="120"/>
                </a:cxn>
              </a:cxnLst>
              <a:rect l="0" t="0" r="r" b="b"/>
              <a:pathLst>
                <a:path w="1492" h="1162">
                  <a:moveTo>
                    <a:pt x="34" y="1093"/>
                  </a:moveTo>
                  <a:cubicBezTo>
                    <a:pt x="106" y="1138"/>
                    <a:pt x="0" y="1080"/>
                    <a:pt x="72" y="1093"/>
                  </a:cubicBezTo>
                  <a:cubicBezTo>
                    <a:pt x="81" y="1095"/>
                    <a:pt x="85" y="1106"/>
                    <a:pt x="91" y="1112"/>
                  </a:cubicBezTo>
                  <a:cubicBezTo>
                    <a:pt x="108" y="1103"/>
                    <a:pt x="141" y="1084"/>
                    <a:pt x="160" y="1086"/>
                  </a:cubicBezTo>
                  <a:cubicBezTo>
                    <a:pt x="161" y="1086"/>
                    <a:pt x="173" y="1123"/>
                    <a:pt x="173" y="1124"/>
                  </a:cubicBezTo>
                  <a:cubicBezTo>
                    <a:pt x="223" y="1112"/>
                    <a:pt x="180" y="1129"/>
                    <a:pt x="223" y="1143"/>
                  </a:cubicBezTo>
                  <a:cubicBezTo>
                    <a:pt x="281" y="1121"/>
                    <a:pt x="264" y="1109"/>
                    <a:pt x="287" y="1143"/>
                  </a:cubicBezTo>
                  <a:cubicBezTo>
                    <a:pt x="337" y="1131"/>
                    <a:pt x="327" y="1099"/>
                    <a:pt x="337" y="1162"/>
                  </a:cubicBezTo>
                  <a:cubicBezTo>
                    <a:pt x="349" y="1150"/>
                    <a:pt x="354" y="1132"/>
                    <a:pt x="369" y="1124"/>
                  </a:cubicBezTo>
                  <a:cubicBezTo>
                    <a:pt x="388" y="1114"/>
                    <a:pt x="411" y="1113"/>
                    <a:pt x="432" y="1105"/>
                  </a:cubicBezTo>
                  <a:cubicBezTo>
                    <a:pt x="471" y="1162"/>
                    <a:pt x="468" y="1081"/>
                    <a:pt x="495" y="1068"/>
                  </a:cubicBezTo>
                  <a:cubicBezTo>
                    <a:pt x="507" y="1062"/>
                    <a:pt x="520" y="1063"/>
                    <a:pt x="533" y="1061"/>
                  </a:cubicBezTo>
                  <a:cubicBezTo>
                    <a:pt x="577" y="994"/>
                    <a:pt x="545" y="1028"/>
                    <a:pt x="571" y="1061"/>
                  </a:cubicBezTo>
                  <a:cubicBezTo>
                    <a:pt x="576" y="1067"/>
                    <a:pt x="584" y="1070"/>
                    <a:pt x="590" y="1074"/>
                  </a:cubicBezTo>
                  <a:cubicBezTo>
                    <a:pt x="600" y="1033"/>
                    <a:pt x="614" y="996"/>
                    <a:pt x="621" y="954"/>
                  </a:cubicBezTo>
                  <a:cubicBezTo>
                    <a:pt x="623" y="960"/>
                    <a:pt x="622" y="976"/>
                    <a:pt x="628" y="973"/>
                  </a:cubicBezTo>
                  <a:cubicBezTo>
                    <a:pt x="636" y="969"/>
                    <a:pt x="631" y="956"/>
                    <a:pt x="634" y="948"/>
                  </a:cubicBezTo>
                  <a:cubicBezTo>
                    <a:pt x="637" y="939"/>
                    <a:pt x="643" y="931"/>
                    <a:pt x="647" y="922"/>
                  </a:cubicBezTo>
                  <a:cubicBezTo>
                    <a:pt x="664" y="883"/>
                    <a:pt x="665" y="843"/>
                    <a:pt x="691" y="809"/>
                  </a:cubicBezTo>
                  <a:cubicBezTo>
                    <a:pt x="707" y="758"/>
                    <a:pt x="725" y="708"/>
                    <a:pt x="741" y="657"/>
                  </a:cubicBezTo>
                  <a:cubicBezTo>
                    <a:pt x="747" y="639"/>
                    <a:pt x="760" y="624"/>
                    <a:pt x="767" y="606"/>
                  </a:cubicBezTo>
                  <a:cubicBezTo>
                    <a:pt x="773" y="575"/>
                    <a:pt x="784" y="559"/>
                    <a:pt x="798" y="531"/>
                  </a:cubicBezTo>
                  <a:cubicBezTo>
                    <a:pt x="800" y="520"/>
                    <a:pt x="802" y="510"/>
                    <a:pt x="805" y="499"/>
                  </a:cubicBezTo>
                  <a:cubicBezTo>
                    <a:pt x="807" y="493"/>
                    <a:pt x="809" y="486"/>
                    <a:pt x="811" y="480"/>
                  </a:cubicBezTo>
                  <a:cubicBezTo>
                    <a:pt x="815" y="463"/>
                    <a:pt x="823" y="430"/>
                    <a:pt x="823" y="430"/>
                  </a:cubicBezTo>
                  <a:cubicBezTo>
                    <a:pt x="829" y="374"/>
                    <a:pt x="816" y="351"/>
                    <a:pt x="861" y="329"/>
                  </a:cubicBezTo>
                  <a:cubicBezTo>
                    <a:pt x="879" y="256"/>
                    <a:pt x="921" y="187"/>
                    <a:pt x="956" y="120"/>
                  </a:cubicBezTo>
                  <a:cubicBezTo>
                    <a:pt x="967" y="153"/>
                    <a:pt x="958" y="145"/>
                    <a:pt x="988" y="101"/>
                  </a:cubicBezTo>
                  <a:cubicBezTo>
                    <a:pt x="1003" y="79"/>
                    <a:pt x="998" y="86"/>
                    <a:pt x="1007" y="63"/>
                  </a:cubicBezTo>
                  <a:cubicBezTo>
                    <a:pt x="1009" y="72"/>
                    <a:pt x="1011" y="80"/>
                    <a:pt x="1013" y="89"/>
                  </a:cubicBezTo>
                  <a:cubicBezTo>
                    <a:pt x="1015" y="95"/>
                    <a:pt x="1014" y="112"/>
                    <a:pt x="1019" y="108"/>
                  </a:cubicBezTo>
                  <a:cubicBezTo>
                    <a:pt x="1036" y="96"/>
                    <a:pt x="1057" y="57"/>
                    <a:pt x="1057" y="57"/>
                  </a:cubicBezTo>
                  <a:cubicBezTo>
                    <a:pt x="1059" y="68"/>
                    <a:pt x="1061" y="78"/>
                    <a:pt x="1063" y="89"/>
                  </a:cubicBezTo>
                  <a:cubicBezTo>
                    <a:pt x="1065" y="97"/>
                    <a:pt x="1062" y="116"/>
                    <a:pt x="1070" y="114"/>
                  </a:cubicBezTo>
                  <a:cubicBezTo>
                    <a:pt x="1083" y="111"/>
                    <a:pt x="1087" y="93"/>
                    <a:pt x="1095" y="82"/>
                  </a:cubicBezTo>
                  <a:cubicBezTo>
                    <a:pt x="1097" y="74"/>
                    <a:pt x="1099" y="65"/>
                    <a:pt x="1101" y="57"/>
                  </a:cubicBezTo>
                  <a:cubicBezTo>
                    <a:pt x="1103" y="51"/>
                    <a:pt x="1102" y="36"/>
                    <a:pt x="1108" y="38"/>
                  </a:cubicBezTo>
                  <a:cubicBezTo>
                    <a:pt x="1112" y="39"/>
                    <a:pt x="1125" y="76"/>
                    <a:pt x="1127" y="82"/>
                  </a:cubicBezTo>
                  <a:cubicBezTo>
                    <a:pt x="1133" y="74"/>
                    <a:pt x="1141" y="66"/>
                    <a:pt x="1146" y="57"/>
                  </a:cubicBezTo>
                  <a:cubicBezTo>
                    <a:pt x="1150" y="49"/>
                    <a:pt x="1144" y="29"/>
                    <a:pt x="1152" y="32"/>
                  </a:cubicBezTo>
                  <a:cubicBezTo>
                    <a:pt x="1156" y="33"/>
                    <a:pt x="1168" y="74"/>
                    <a:pt x="1171" y="82"/>
                  </a:cubicBezTo>
                  <a:cubicBezTo>
                    <a:pt x="1195" y="67"/>
                    <a:pt x="1198" y="49"/>
                    <a:pt x="1215" y="25"/>
                  </a:cubicBezTo>
                  <a:cubicBezTo>
                    <a:pt x="1239" y="60"/>
                    <a:pt x="1244" y="44"/>
                    <a:pt x="1259" y="13"/>
                  </a:cubicBezTo>
                  <a:cubicBezTo>
                    <a:pt x="1269" y="48"/>
                    <a:pt x="1254" y="81"/>
                    <a:pt x="1291" y="44"/>
                  </a:cubicBezTo>
                  <a:cubicBezTo>
                    <a:pt x="1295" y="36"/>
                    <a:pt x="1294" y="21"/>
                    <a:pt x="1303" y="19"/>
                  </a:cubicBezTo>
                  <a:cubicBezTo>
                    <a:pt x="1310" y="18"/>
                    <a:pt x="1332" y="53"/>
                    <a:pt x="1335" y="57"/>
                  </a:cubicBezTo>
                  <a:cubicBezTo>
                    <a:pt x="1363" y="42"/>
                    <a:pt x="1374" y="26"/>
                    <a:pt x="1392" y="0"/>
                  </a:cubicBezTo>
                  <a:cubicBezTo>
                    <a:pt x="1397" y="29"/>
                    <a:pt x="1401" y="51"/>
                    <a:pt x="1417" y="76"/>
                  </a:cubicBezTo>
                  <a:cubicBezTo>
                    <a:pt x="1425" y="74"/>
                    <a:pt x="1435" y="75"/>
                    <a:pt x="1442" y="70"/>
                  </a:cubicBezTo>
                  <a:cubicBezTo>
                    <a:pt x="1459" y="56"/>
                    <a:pt x="1437" y="32"/>
                    <a:pt x="1461" y="70"/>
                  </a:cubicBezTo>
                  <a:cubicBezTo>
                    <a:pt x="1477" y="159"/>
                    <a:pt x="1460" y="67"/>
                    <a:pt x="1474" y="133"/>
                  </a:cubicBezTo>
                  <a:cubicBezTo>
                    <a:pt x="1492" y="217"/>
                    <a:pt x="1487" y="222"/>
                    <a:pt x="1487" y="120"/>
                  </a:cubicBezTo>
                </a:path>
              </a:pathLst>
            </a:custGeom>
            <a:noFill/>
            <a:ln w="9525" cap="flat" cmpd="sng">
              <a:solidFill>
                <a:srgbClr val="FF3300"/>
              </a:solidFill>
              <a:prstDash val="solid"/>
              <a:round/>
              <a:headEnd/>
              <a:tailEnd/>
            </a:ln>
            <a:effectLst/>
          </p:spPr>
          <p:txBody>
            <a:bodyPr wrap="none" anchor="ctr"/>
            <a:lstStyle/>
            <a:p>
              <a:endParaRPr lang="en-GB" sz="1600"/>
            </a:p>
          </p:txBody>
        </p:sp>
        <p:sp>
          <p:nvSpPr>
            <p:cNvPr id="135326" name="Freeform 158"/>
            <p:cNvSpPr>
              <a:spLocks/>
            </p:cNvSpPr>
            <p:nvPr/>
          </p:nvSpPr>
          <p:spPr bwMode="auto">
            <a:xfrm>
              <a:off x="1967" y="2513"/>
              <a:ext cx="1349" cy="1244"/>
            </a:xfrm>
            <a:custGeom>
              <a:avLst/>
              <a:gdLst/>
              <a:ahLst/>
              <a:cxnLst>
                <a:cxn ang="0">
                  <a:pos x="4" y="151"/>
                </a:cxn>
                <a:cxn ang="0">
                  <a:pos x="42" y="95"/>
                </a:cxn>
                <a:cxn ang="0">
                  <a:pos x="67" y="57"/>
                </a:cxn>
                <a:cxn ang="0">
                  <a:pos x="73" y="76"/>
                </a:cxn>
                <a:cxn ang="0">
                  <a:pos x="67" y="95"/>
                </a:cxn>
                <a:cxn ang="0">
                  <a:pos x="99" y="38"/>
                </a:cxn>
                <a:cxn ang="0">
                  <a:pos x="143" y="13"/>
                </a:cxn>
                <a:cxn ang="0">
                  <a:pos x="149" y="69"/>
                </a:cxn>
                <a:cxn ang="0">
                  <a:pos x="168" y="63"/>
                </a:cxn>
                <a:cxn ang="0">
                  <a:pos x="200" y="19"/>
                </a:cxn>
                <a:cxn ang="0">
                  <a:pos x="212" y="101"/>
                </a:cxn>
                <a:cxn ang="0">
                  <a:pos x="231" y="63"/>
                </a:cxn>
                <a:cxn ang="0">
                  <a:pos x="257" y="0"/>
                </a:cxn>
                <a:cxn ang="0">
                  <a:pos x="263" y="95"/>
                </a:cxn>
                <a:cxn ang="0">
                  <a:pos x="295" y="82"/>
                </a:cxn>
                <a:cxn ang="0">
                  <a:pos x="320" y="31"/>
                </a:cxn>
                <a:cxn ang="0">
                  <a:pos x="358" y="63"/>
                </a:cxn>
                <a:cxn ang="0">
                  <a:pos x="383" y="145"/>
                </a:cxn>
                <a:cxn ang="0">
                  <a:pos x="402" y="126"/>
                </a:cxn>
                <a:cxn ang="0">
                  <a:pos x="408" y="107"/>
                </a:cxn>
                <a:cxn ang="0">
                  <a:pos x="433" y="164"/>
                </a:cxn>
                <a:cxn ang="0">
                  <a:pos x="452" y="189"/>
                </a:cxn>
                <a:cxn ang="0">
                  <a:pos x="478" y="158"/>
                </a:cxn>
                <a:cxn ang="0">
                  <a:pos x="484" y="133"/>
                </a:cxn>
                <a:cxn ang="0">
                  <a:pos x="497" y="151"/>
                </a:cxn>
                <a:cxn ang="0">
                  <a:pos x="516" y="227"/>
                </a:cxn>
                <a:cxn ang="0">
                  <a:pos x="547" y="259"/>
                </a:cxn>
                <a:cxn ang="0">
                  <a:pos x="553" y="335"/>
                </a:cxn>
                <a:cxn ang="0">
                  <a:pos x="572" y="322"/>
                </a:cxn>
                <a:cxn ang="0">
                  <a:pos x="579" y="341"/>
                </a:cxn>
                <a:cxn ang="0">
                  <a:pos x="604" y="474"/>
                </a:cxn>
                <a:cxn ang="0">
                  <a:pos x="629" y="398"/>
                </a:cxn>
                <a:cxn ang="0">
                  <a:pos x="673" y="606"/>
                </a:cxn>
                <a:cxn ang="0">
                  <a:pos x="699" y="657"/>
                </a:cxn>
                <a:cxn ang="0">
                  <a:pos x="718" y="638"/>
                </a:cxn>
                <a:cxn ang="0">
                  <a:pos x="737" y="663"/>
                </a:cxn>
                <a:cxn ang="0">
                  <a:pos x="756" y="859"/>
                </a:cxn>
                <a:cxn ang="0">
                  <a:pos x="781" y="859"/>
                </a:cxn>
                <a:cxn ang="0">
                  <a:pos x="800" y="941"/>
                </a:cxn>
                <a:cxn ang="0">
                  <a:pos x="831" y="979"/>
                </a:cxn>
                <a:cxn ang="0">
                  <a:pos x="989" y="1194"/>
                </a:cxn>
                <a:cxn ang="0">
                  <a:pos x="1059" y="1175"/>
                </a:cxn>
                <a:cxn ang="0">
                  <a:pos x="1078" y="1244"/>
                </a:cxn>
                <a:cxn ang="0">
                  <a:pos x="1135" y="1225"/>
                </a:cxn>
                <a:cxn ang="0">
                  <a:pos x="1198" y="1149"/>
                </a:cxn>
                <a:cxn ang="0">
                  <a:pos x="1204" y="1181"/>
                </a:cxn>
                <a:cxn ang="0">
                  <a:pos x="1210" y="1206"/>
                </a:cxn>
                <a:cxn ang="0">
                  <a:pos x="1236" y="1194"/>
                </a:cxn>
                <a:cxn ang="0">
                  <a:pos x="1261" y="1194"/>
                </a:cxn>
                <a:cxn ang="0">
                  <a:pos x="1280" y="1181"/>
                </a:cxn>
                <a:cxn ang="0">
                  <a:pos x="1305" y="1124"/>
                </a:cxn>
                <a:cxn ang="0">
                  <a:pos x="1330" y="1130"/>
                </a:cxn>
                <a:cxn ang="0">
                  <a:pos x="1349" y="1137"/>
                </a:cxn>
                <a:cxn ang="0">
                  <a:pos x="1330" y="1143"/>
                </a:cxn>
                <a:cxn ang="0">
                  <a:pos x="1273" y="1156"/>
                </a:cxn>
              </a:cxnLst>
              <a:rect l="0" t="0" r="r" b="b"/>
              <a:pathLst>
                <a:path w="1349" h="1244">
                  <a:moveTo>
                    <a:pt x="4" y="151"/>
                  </a:moveTo>
                  <a:cubicBezTo>
                    <a:pt x="46" y="82"/>
                    <a:pt x="0" y="155"/>
                    <a:pt x="42" y="95"/>
                  </a:cubicBezTo>
                  <a:cubicBezTo>
                    <a:pt x="51" y="83"/>
                    <a:pt x="67" y="57"/>
                    <a:pt x="67" y="57"/>
                  </a:cubicBezTo>
                  <a:cubicBezTo>
                    <a:pt x="69" y="63"/>
                    <a:pt x="73" y="69"/>
                    <a:pt x="73" y="76"/>
                  </a:cubicBezTo>
                  <a:cubicBezTo>
                    <a:pt x="73" y="83"/>
                    <a:pt x="64" y="101"/>
                    <a:pt x="67" y="95"/>
                  </a:cubicBezTo>
                  <a:cubicBezTo>
                    <a:pt x="103" y="28"/>
                    <a:pt x="56" y="95"/>
                    <a:pt x="99" y="38"/>
                  </a:cubicBezTo>
                  <a:cubicBezTo>
                    <a:pt x="112" y="81"/>
                    <a:pt x="118" y="36"/>
                    <a:pt x="143" y="13"/>
                  </a:cubicBezTo>
                  <a:cubicBezTo>
                    <a:pt x="145" y="32"/>
                    <a:pt x="141" y="52"/>
                    <a:pt x="149" y="69"/>
                  </a:cubicBezTo>
                  <a:cubicBezTo>
                    <a:pt x="152" y="75"/>
                    <a:pt x="163" y="68"/>
                    <a:pt x="168" y="63"/>
                  </a:cubicBezTo>
                  <a:cubicBezTo>
                    <a:pt x="181" y="50"/>
                    <a:pt x="200" y="19"/>
                    <a:pt x="200" y="19"/>
                  </a:cubicBezTo>
                  <a:cubicBezTo>
                    <a:pt x="208" y="45"/>
                    <a:pt x="192" y="81"/>
                    <a:pt x="212" y="101"/>
                  </a:cubicBezTo>
                  <a:cubicBezTo>
                    <a:pt x="222" y="111"/>
                    <a:pt x="225" y="76"/>
                    <a:pt x="231" y="63"/>
                  </a:cubicBezTo>
                  <a:cubicBezTo>
                    <a:pt x="240" y="42"/>
                    <a:pt x="249" y="21"/>
                    <a:pt x="257" y="0"/>
                  </a:cubicBezTo>
                  <a:cubicBezTo>
                    <a:pt x="259" y="32"/>
                    <a:pt x="250" y="66"/>
                    <a:pt x="263" y="95"/>
                  </a:cubicBezTo>
                  <a:cubicBezTo>
                    <a:pt x="268" y="105"/>
                    <a:pt x="287" y="90"/>
                    <a:pt x="295" y="82"/>
                  </a:cubicBezTo>
                  <a:cubicBezTo>
                    <a:pt x="308" y="68"/>
                    <a:pt x="309" y="47"/>
                    <a:pt x="320" y="31"/>
                  </a:cubicBezTo>
                  <a:cubicBezTo>
                    <a:pt x="325" y="93"/>
                    <a:pt x="324" y="147"/>
                    <a:pt x="358" y="63"/>
                  </a:cubicBezTo>
                  <a:cubicBezTo>
                    <a:pt x="367" y="90"/>
                    <a:pt x="374" y="118"/>
                    <a:pt x="383" y="145"/>
                  </a:cubicBezTo>
                  <a:cubicBezTo>
                    <a:pt x="389" y="139"/>
                    <a:pt x="397" y="133"/>
                    <a:pt x="402" y="126"/>
                  </a:cubicBezTo>
                  <a:cubicBezTo>
                    <a:pt x="406" y="120"/>
                    <a:pt x="403" y="103"/>
                    <a:pt x="408" y="107"/>
                  </a:cubicBezTo>
                  <a:cubicBezTo>
                    <a:pt x="419" y="115"/>
                    <a:pt x="428" y="148"/>
                    <a:pt x="433" y="164"/>
                  </a:cubicBezTo>
                  <a:cubicBezTo>
                    <a:pt x="444" y="244"/>
                    <a:pt x="431" y="220"/>
                    <a:pt x="452" y="189"/>
                  </a:cubicBezTo>
                  <a:cubicBezTo>
                    <a:pt x="459" y="178"/>
                    <a:pt x="469" y="168"/>
                    <a:pt x="478" y="158"/>
                  </a:cubicBezTo>
                  <a:cubicBezTo>
                    <a:pt x="480" y="150"/>
                    <a:pt x="476" y="136"/>
                    <a:pt x="484" y="133"/>
                  </a:cubicBezTo>
                  <a:cubicBezTo>
                    <a:pt x="491" y="130"/>
                    <a:pt x="494" y="144"/>
                    <a:pt x="497" y="151"/>
                  </a:cubicBezTo>
                  <a:cubicBezTo>
                    <a:pt x="507" y="175"/>
                    <a:pt x="507" y="203"/>
                    <a:pt x="516" y="227"/>
                  </a:cubicBezTo>
                  <a:cubicBezTo>
                    <a:pt x="555" y="176"/>
                    <a:pt x="538" y="223"/>
                    <a:pt x="547" y="259"/>
                  </a:cubicBezTo>
                  <a:cubicBezTo>
                    <a:pt x="549" y="284"/>
                    <a:pt x="544" y="311"/>
                    <a:pt x="553" y="335"/>
                  </a:cubicBezTo>
                  <a:cubicBezTo>
                    <a:pt x="556" y="342"/>
                    <a:pt x="565" y="320"/>
                    <a:pt x="572" y="322"/>
                  </a:cubicBezTo>
                  <a:cubicBezTo>
                    <a:pt x="579" y="324"/>
                    <a:pt x="577" y="335"/>
                    <a:pt x="579" y="341"/>
                  </a:cubicBezTo>
                  <a:cubicBezTo>
                    <a:pt x="603" y="265"/>
                    <a:pt x="581" y="428"/>
                    <a:pt x="604" y="474"/>
                  </a:cubicBezTo>
                  <a:cubicBezTo>
                    <a:pt x="610" y="444"/>
                    <a:pt x="616" y="425"/>
                    <a:pt x="629" y="398"/>
                  </a:cubicBezTo>
                  <a:cubicBezTo>
                    <a:pt x="652" y="465"/>
                    <a:pt x="652" y="538"/>
                    <a:pt x="673" y="606"/>
                  </a:cubicBezTo>
                  <a:cubicBezTo>
                    <a:pt x="699" y="544"/>
                    <a:pt x="687" y="463"/>
                    <a:pt x="699" y="657"/>
                  </a:cubicBezTo>
                  <a:cubicBezTo>
                    <a:pt x="705" y="651"/>
                    <a:pt x="714" y="630"/>
                    <a:pt x="718" y="638"/>
                  </a:cubicBezTo>
                  <a:cubicBezTo>
                    <a:pt x="738" y="683"/>
                    <a:pt x="709" y="772"/>
                    <a:pt x="737" y="663"/>
                  </a:cubicBezTo>
                  <a:cubicBezTo>
                    <a:pt x="741" y="765"/>
                    <a:pt x="742" y="782"/>
                    <a:pt x="756" y="859"/>
                  </a:cubicBezTo>
                  <a:cubicBezTo>
                    <a:pt x="759" y="847"/>
                    <a:pt x="764" y="798"/>
                    <a:pt x="781" y="859"/>
                  </a:cubicBezTo>
                  <a:cubicBezTo>
                    <a:pt x="811" y="963"/>
                    <a:pt x="767" y="892"/>
                    <a:pt x="800" y="941"/>
                  </a:cubicBezTo>
                  <a:cubicBezTo>
                    <a:pt x="811" y="975"/>
                    <a:pt x="789" y="1021"/>
                    <a:pt x="831" y="979"/>
                  </a:cubicBezTo>
                  <a:cubicBezTo>
                    <a:pt x="913" y="1087"/>
                    <a:pt x="906" y="1085"/>
                    <a:pt x="989" y="1194"/>
                  </a:cubicBezTo>
                  <a:cubicBezTo>
                    <a:pt x="1007" y="1140"/>
                    <a:pt x="1027" y="1222"/>
                    <a:pt x="1059" y="1175"/>
                  </a:cubicBezTo>
                  <a:cubicBezTo>
                    <a:pt x="1074" y="1223"/>
                    <a:pt x="1068" y="1200"/>
                    <a:pt x="1078" y="1244"/>
                  </a:cubicBezTo>
                  <a:cubicBezTo>
                    <a:pt x="1109" y="1223"/>
                    <a:pt x="1109" y="1186"/>
                    <a:pt x="1135" y="1225"/>
                  </a:cubicBezTo>
                  <a:cubicBezTo>
                    <a:pt x="1164" y="1203"/>
                    <a:pt x="1175" y="1178"/>
                    <a:pt x="1198" y="1149"/>
                  </a:cubicBezTo>
                  <a:cubicBezTo>
                    <a:pt x="1200" y="1160"/>
                    <a:pt x="1202" y="1170"/>
                    <a:pt x="1204" y="1181"/>
                  </a:cubicBezTo>
                  <a:cubicBezTo>
                    <a:pt x="1206" y="1189"/>
                    <a:pt x="1202" y="1203"/>
                    <a:pt x="1210" y="1206"/>
                  </a:cubicBezTo>
                  <a:cubicBezTo>
                    <a:pt x="1219" y="1210"/>
                    <a:pt x="1227" y="1198"/>
                    <a:pt x="1236" y="1194"/>
                  </a:cubicBezTo>
                  <a:cubicBezTo>
                    <a:pt x="1264" y="1149"/>
                    <a:pt x="1231" y="1188"/>
                    <a:pt x="1261" y="1194"/>
                  </a:cubicBezTo>
                  <a:cubicBezTo>
                    <a:pt x="1269" y="1195"/>
                    <a:pt x="1274" y="1185"/>
                    <a:pt x="1280" y="1181"/>
                  </a:cubicBezTo>
                  <a:cubicBezTo>
                    <a:pt x="1292" y="1162"/>
                    <a:pt x="1298" y="1145"/>
                    <a:pt x="1305" y="1124"/>
                  </a:cubicBezTo>
                  <a:cubicBezTo>
                    <a:pt x="1317" y="1187"/>
                    <a:pt x="1301" y="1145"/>
                    <a:pt x="1330" y="1130"/>
                  </a:cubicBezTo>
                  <a:cubicBezTo>
                    <a:pt x="1336" y="1127"/>
                    <a:pt x="1343" y="1135"/>
                    <a:pt x="1349" y="1137"/>
                  </a:cubicBezTo>
                  <a:cubicBezTo>
                    <a:pt x="1349" y="1137"/>
                    <a:pt x="1336" y="1140"/>
                    <a:pt x="1330" y="1143"/>
                  </a:cubicBezTo>
                  <a:cubicBezTo>
                    <a:pt x="1288" y="1161"/>
                    <a:pt x="1322" y="1156"/>
                    <a:pt x="1273" y="1156"/>
                  </a:cubicBezTo>
                </a:path>
              </a:pathLst>
            </a:custGeom>
            <a:noFill/>
            <a:ln w="9525" cap="flat" cmpd="sng">
              <a:solidFill>
                <a:srgbClr val="FF3300"/>
              </a:solidFill>
              <a:prstDash val="solid"/>
              <a:round/>
              <a:headEnd/>
              <a:tailEnd/>
            </a:ln>
            <a:effectLst/>
          </p:spPr>
          <p:txBody>
            <a:bodyPr wrap="none" anchor="ctr"/>
            <a:lstStyle/>
            <a:p>
              <a:endParaRPr lang="en-GB" sz="1600"/>
            </a:p>
          </p:txBody>
        </p:sp>
        <p:sp>
          <p:nvSpPr>
            <p:cNvPr id="135327" name="Freeform 159"/>
            <p:cNvSpPr>
              <a:spLocks/>
            </p:cNvSpPr>
            <p:nvPr/>
          </p:nvSpPr>
          <p:spPr bwMode="auto">
            <a:xfrm>
              <a:off x="1976" y="2560"/>
              <a:ext cx="1396" cy="1206"/>
            </a:xfrm>
            <a:custGeom>
              <a:avLst/>
              <a:gdLst/>
              <a:ahLst/>
              <a:cxnLst>
                <a:cxn ang="0">
                  <a:pos x="0" y="156"/>
                </a:cxn>
                <a:cxn ang="0">
                  <a:pos x="50" y="81"/>
                </a:cxn>
                <a:cxn ang="0">
                  <a:pos x="76" y="62"/>
                </a:cxn>
                <a:cxn ang="0">
                  <a:pos x="107" y="17"/>
                </a:cxn>
                <a:cxn ang="0">
                  <a:pos x="139" y="100"/>
                </a:cxn>
                <a:cxn ang="0">
                  <a:pos x="196" y="74"/>
                </a:cxn>
                <a:cxn ang="0">
                  <a:pos x="240" y="43"/>
                </a:cxn>
                <a:cxn ang="0">
                  <a:pos x="253" y="93"/>
                </a:cxn>
                <a:cxn ang="0">
                  <a:pos x="303" y="68"/>
                </a:cxn>
                <a:cxn ang="0">
                  <a:pos x="328" y="112"/>
                </a:cxn>
                <a:cxn ang="0">
                  <a:pos x="379" y="62"/>
                </a:cxn>
                <a:cxn ang="0">
                  <a:pos x="417" y="125"/>
                </a:cxn>
                <a:cxn ang="0">
                  <a:pos x="429" y="106"/>
                </a:cxn>
                <a:cxn ang="0">
                  <a:pos x="436" y="137"/>
                </a:cxn>
                <a:cxn ang="0">
                  <a:pos x="455" y="207"/>
                </a:cxn>
                <a:cxn ang="0">
                  <a:pos x="486" y="213"/>
                </a:cxn>
                <a:cxn ang="0">
                  <a:pos x="518" y="207"/>
                </a:cxn>
                <a:cxn ang="0">
                  <a:pos x="524" y="226"/>
                </a:cxn>
                <a:cxn ang="0">
                  <a:pos x="543" y="232"/>
                </a:cxn>
                <a:cxn ang="0">
                  <a:pos x="549" y="283"/>
                </a:cxn>
                <a:cxn ang="0">
                  <a:pos x="562" y="321"/>
                </a:cxn>
                <a:cxn ang="0">
                  <a:pos x="606" y="359"/>
                </a:cxn>
                <a:cxn ang="0">
                  <a:pos x="625" y="415"/>
                </a:cxn>
                <a:cxn ang="0">
                  <a:pos x="669" y="580"/>
                </a:cxn>
                <a:cxn ang="0">
                  <a:pos x="695" y="719"/>
                </a:cxn>
                <a:cxn ang="0">
                  <a:pos x="701" y="693"/>
                </a:cxn>
                <a:cxn ang="0">
                  <a:pos x="707" y="712"/>
                </a:cxn>
                <a:cxn ang="0">
                  <a:pos x="714" y="731"/>
                </a:cxn>
                <a:cxn ang="0">
                  <a:pos x="733" y="807"/>
                </a:cxn>
                <a:cxn ang="0">
                  <a:pos x="739" y="895"/>
                </a:cxn>
                <a:cxn ang="0">
                  <a:pos x="758" y="927"/>
                </a:cxn>
                <a:cxn ang="0">
                  <a:pos x="802" y="1041"/>
                </a:cxn>
                <a:cxn ang="0">
                  <a:pos x="846" y="1041"/>
                </a:cxn>
                <a:cxn ang="0">
                  <a:pos x="922" y="1116"/>
                </a:cxn>
                <a:cxn ang="0">
                  <a:pos x="947" y="1186"/>
                </a:cxn>
                <a:cxn ang="0">
                  <a:pos x="960" y="1161"/>
                </a:cxn>
                <a:cxn ang="0">
                  <a:pos x="998" y="1192"/>
                </a:cxn>
                <a:cxn ang="0">
                  <a:pos x="1036" y="1161"/>
                </a:cxn>
                <a:cxn ang="0">
                  <a:pos x="1048" y="1180"/>
                </a:cxn>
                <a:cxn ang="0">
                  <a:pos x="1074" y="1192"/>
                </a:cxn>
                <a:cxn ang="0">
                  <a:pos x="1162" y="1167"/>
                </a:cxn>
                <a:cxn ang="0">
                  <a:pos x="1232" y="1161"/>
                </a:cxn>
                <a:cxn ang="0">
                  <a:pos x="1295" y="1110"/>
                </a:cxn>
                <a:cxn ang="0">
                  <a:pos x="1358" y="1123"/>
                </a:cxn>
                <a:cxn ang="0">
                  <a:pos x="1396" y="1085"/>
                </a:cxn>
              </a:cxnLst>
              <a:rect l="0" t="0" r="r" b="b"/>
              <a:pathLst>
                <a:path w="1396" h="1206">
                  <a:moveTo>
                    <a:pt x="0" y="156"/>
                  </a:moveTo>
                  <a:cubicBezTo>
                    <a:pt x="17" y="134"/>
                    <a:pt x="32" y="101"/>
                    <a:pt x="50" y="81"/>
                  </a:cubicBezTo>
                  <a:cubicBezTo>
                    <a:pt x="57" y="73"/>
                    <a:pt x="68" y="70"/>
                    <a:pt x="76" y="62"/>
                  </a:cubicBezTo>
                  <a:cubicBezTo>
                    <a:pt x="85" y="53"/>
                    <a:pt x="100" y="29"/>
                    <a:pt x="107" y="17"/>
                  </a:cubicBezTo>
                  <a:cubicBezTo>
                    <a:pt x="114" y="59"/>
                    <a:pt x="111" y="72"/>
                    <a:pt x="139" y="100"/>
                  </a:cubicBezTo>
                  <a:cubicBezTo>
                    <a:pt x="166" y="91"/>
                    <a:pt x="176" y="91"/>
                    <a:pt x="196" y="74"/>
                  </a:cubicBezTo>
                  <a:cubicBezTo>
                    <a:pt x="233" y="42"/>
                    <a:pt x="206" y="54"/>
                    <a:pt x="240" y="43"/>
                  </a:cubicBezTo>
                  <a:cubicBezTo>
                    <a:pt x="240" y="44"/>
                    <a:pt x="252" y="93"/>
                    <a:pt x="253" y="93"/>
                  </a:cubicBezTo>
                  <a:cubicBezTo>
                    <a:pt x="271" y="96"/>
                    <a:pt x="285" y="74"/>
                    <a:pt x="303" y="68"/>
                  </a:cubicBezTo>
                  <a:cubicBezTo>
                    <a:pt x="325" y="0"/>
                    <a:pt x="322" y="29"/>
                    <a:pt x="328" y="112"/>
                  </a:cubicBezTo>
                  <a:cubicBezTo>
                    <a:pt x="362" y="87"/>
                    <a:pt x="348" y="81"/>
                    <a:pt x="379" y="62"/>
                  </a:cubicBezTo>
                  <a:cubicBezTo>
                    <a:pt x="389" y="104"/>
                    <a:pt x="361" y="152"/>
                    <a:pt x="417" y="125"/>
                  </a:cubicBezTo>
                  <a:cubicBezTo>
                    <a:pt x="421" y="119"/>
                    <a:pt x="423" y="102"/>
                    <a:pt x="429" y="106"/>
                  </a:cubicBezTo>
                  <a:cubicBezTo>
                    <a:pt x="438" y="112"/>
                    <a:pt x="434" y="127"/>
                    <a:pt x="436" y="137"/>
                  </a:cubicBezTo>
                  <a:cubicBezTo>
                    <a:pt x="447" y="193"/>
                    <a:pt x="435" y="157"/>
                    <a:pt x="455" y="207"/>
                  </a:cubicBezTo>
                  <a:cubicBezTo>
                    <a:pt x="502" y="175"/>
                    <a:pt x="449" y="202"/>
                    <a:pt x="486" y="213"/>
                  </a:cubicBezTo>
                  <a:cubicBezTo>
                    <a:pt x="496" y="216"/>
                    <a:pt x="507" y="209"/>
                    <a:pt x="518" y="207"/>
                  </a:cubicBezTo>
                  <a:cubicBezTo>
                    <a:pt x="520" y="213"/>
                    <a:pt x="519" y="221"/>
                    <a:pt x="524" y="226"/>
                  </a:cubicBezTo>
                  <a:cubicBezTo>
                    <a:pt x="529" y="231"/>
                    <a:pt x="540" y="226"/>
                    <a:pt x="543" y="232"/>
                  </a:cubicBezTo>
                  <a:cubicBezTo>
                    <a:pt x="550" y="248"/>
                    <a:pt x="545" y="266"/>
                    <a:pt x="549" y="283"/>
                  </a:cubicBezTo>
                  <a:cubicBezTo>
                    <a:pt x="552" y="296"/>
                    <a:pt x="558" y="308"/>
                    <a:pt x="562" y="321"/>
                  </a:cubicBezTo>
                  <a:cubicBezTo>
                    <a:pt x="610" y="273"/>
                    <a:pt x="599" y="288"/>
                    <a:pt x="606" y="359"/>
                  </a:cubicBezTo>
                  <a:cubicBezTo>
                    <a:pt x="653" y="327"/>
                    <a:pt x="629" y="392"/>
                    <a:pt x="625" y="415"/>
                  </a:cubicBezTo>
                  <a:cubicBezTo>
                    <a:pt x="631" y="518"/>
                    <a:pt x="607" y="533"/>
                    <a:pt x="669" y="580"/>
                  </a:cubicBezTo>
                  <a:cubicBezTo>
                    <a:pt x="682" y="626"/>
                    <a:pt x="685" y="673"/>
                    <a:pt x="695" y="719"/>
                  </a:cubicBezTo>
                  <a:cubicBezTo>
                    <a:pt x="697" y="710"/>
                    <a:pt x="693" y="697"/>
                    <a:pt x="701" y="693"/>
                  </a:cubicBezTo>
                  <a:cubicBezTo>
                    <a:pt x="707" y="690"/>
                    <a:pt x="705" y="706"/>
                    <a:pt x="707" y="712"/>
                  </a:cubicBezTo>
                  <a:cubicBezTo>
                    <a:pt x="709" y="718"/>
                    <a:pt x="712" y="725"/>
                    <a:pt x="714" y="731"/>
                  </a:cubicBezTo>
                  <a:cubicBezTo>
                    <a:pt x="722" y="756"/>
                    <a:pt x="733" y="807"/>
                    <a:pt x="733" y="807"/>
                  </a:cubicBezTo>
                  <a:cubicBezTo>
                    <a:pt x="735" y="836"/>
                    <a:pt x="733" y="866"/>
                    <a:pt x="739" y="895"/>
                  </a:cubicBezTo>
                  <a:cubicBezTo>
                    <a:pt x="742" y="907"/>
                    <a:pt x="753" y="916"/>
                    <a:pt x="758" y="927"/>
                  </a:cubicBezTo>
                  <a:cubicBezTo>
                    <a:pt x="776" y="965"/>
                    <a:pt x="778" y="1005"/>
                    <a:pt x="802" y="1041"/>
                  </a:cubicBezTo>
                  <a:cubicBezTo>
                    <a:pt x="813" y="1006"/>
                    <a:pt x="817" y="1030"/>
                    <a:pt x="846" y="1041"/>
                  </a:cubicBezTo>
                  <a:cubicBezTo>
                    <a:pt x="878" y="1083"/>
                    <a:pt x="874" y="1098"/>
                    <a:pt x="922" y="1116"/>
                  </a:cubicBezTo>
                  <a:cubicBezTo>
                    <a:pt x="940" y="1142"/>
                    <a:pt x="936" y="1157"/>
                    <a:pt x="947" y="1186"/>
                  </a:cubicBezTo>
                  <a:cubicBezTo>
                    <a:pt x="955" y="1206"/>
                    <a:pt x="950" y="1142"/>
                    <a:pt x="960" y="1161"/>
                  </a:cubicBezTo>
                  <a:cubicBezTo>
                    <a:pt x="967" y="1144"/>
                    <a:pt x="987" y="1206"/>
                    <a:pt x="998" y="1192"/>
                  </a:cubicBezTo>
                  <a:cubicBezTo>
                    <a:pt x="1008" y="1179"/>
                    <a:pt x="1024" y="1173"/>
                    <a:pt x="1036" y="1161"/>
                  </a:cubicBezTo>
                  <a:cubicBezTo>
                    <a:pt x="1040" y="1167"/>
                    <a:pt x="1041" y="1177"/>
                    <a:pt x="1048" y="1180"/>
                  </a:cubicBezTo>
                  <a:cubicBezTo>
                    <a:pt x="1082" y="1193"/>
                    <a:pt x="1056" y="1144"/>
                    <a:pt x="1074" y="1192"/>
                  </a:cubicBezTo>
                  <a:cubicBezTo>
                    <a:pt x="1145" y="1157"/>
                    <a:pt x="1114" y="1156"/>
                    <a:pt x="1162" y="1167"/>
                  </a:cubicBezTo>
                  <a:cubicBezTo>
                    <a:pt x="1192" y="1160"/>
                    <a:pt x="1201" y="1153"/>
                    <a:pt x="1232" y="1161"/>
                  </a:cubicBezTo>
                  <a:cubicBezTo>
                    <a:pt x="1251" y="1141"/>
                    <a:pt x="1295" y="1110"/>
                    <a:pt x="1295" y="1110"/>
                  </a:cubicBezTo>
                  <a:cubicBezTo>
                    <a:pt x="1314" y="1140"/>
                    <a:pt x="1327" y="1138"/>
                    <a:pt x="1358" y="1123"/>
                  </a:cubicBezTo>
                  <a:cubicBezTo>
                    <a:pt x="1373" y="1077"/>
                    <a:pt x="1357" y="1085"/>
                    <a:pt x="1396" y="1085"/>
                  </a:cubicBezTo>
                </a:path>
              </a:pathLst>
            </a:custGeom>
            <a:noFill/>
            <a:ln w="9525" cap="flat" cmpd="sng">
              <a:solidFill>
                <a:srgbClr val="FF3300"/>
              </a:solidFill>
              <a:prstDash val="solid"/>
              <a:round/>
              <a:headEnd/>
              <a:tailEnd/>
            </a:ln>
            <a:effectLst/>
          </p:spPr>
          <p:txBody>
            <a:bodyPr wrap="none" anchor="ctr"/>
            <a:lstStyle/>
            <a:p>
              <a:endParaRPr lang="en-GB" sz="1600"/>
            </a:p>
          </p:txBody>
        </p:sp>
        <p:sp>
          <p:nvSpPr>
            <p:cNvPr id="135328" name="Freeform 160"/>
            <p:cNvSpPr>
              <a:spLocks/>
            </p:cNvSpPr>
            <p:nvPr/>
          </p:nvSpPr>
          <p:spPr bwMode="auto">
            <a:xfrm>
              <a:off x="1844" y="2596"/>
              <a:ext cx="1472" cy="1067"/>
            </a:xfrm>
            <a:custGeom>
              <a:avLst/>
              <a:gdLst/>
              <a:ahLst/>
              <a:cxnLst>
                <a:cxn ang="0">
                  <a:pos x="1472" y="1048"/>
                </a:cxn>
                <a:cxn ang="0">
                  <a:pos x="1409" y="1023"/>
                </a:cxn>
                <a:cxn ang="0">
                  <a:pos x="1415" y="991"/>
                </a:cxn>
                <a:cxn ang="0">
                  <a:pos x="1421" y="966"/>
                </a:cxn>
                <a:cxn ang="0">
                  <a:pos x="1415" y="941"/>
                </a:cxn>
                <a:cxn ang="0">
                  <a:pos x="1409" y="909"/>
                </a:cxn>
                <a:cxn ang="0">
                  <a:pos x="1377" y="947"/>
                </a:cxn>
                <a:cxn ang="0">
                  <a:pos x="1352" y="833"/>
                </a:cxn>
                <a:cxn ang="0">
                  <a:pos x="1320" y="695"/>
                </a:cxn>
                <a:cxn ang="0">
                  <a:pos x="1301" y="707"/>
                </a:cxn>
                <a:cxn ang="0">
                  <a:pos x="1295" y="682"/>
                </a:cxn>
                <a:cxn ang="0">
                  <a:pos x="1257" y="587"/>
                </a:cxn>
                <a:cxn ang="0">
                  <a:pos x="1219" y="473"/>
                </a:cxn>
                <a:cxn ang="0">
                  <a:pos x="1200" y="480"/>
                </a:cxn>
                <a:cxn ang="0">
                  <a:pos x="1143" y="385"/>
                </a:cxn>
                <a:cxn ang="0">
                  <a:pos x="1105" y="259"/>
                </a:cxn>
                <a:cxn ang="0">
                  <a:pos x="1080" y="221"/>
                </a:cxn>
                <a:cxn ang="0">
                  <a:pos x="1042" y="170"/>
                </a:cxn>
                <a:cxn ang="0">
                  <a:pos x="1023" y="177"/>
                </a:cxn>
                <a:cxn ang="0">
                  <a:pos x="1017" y="196"/>
                </a:cxn>
                <a:cxn ang="0">
                  <a:pos x="1011" y="177"/>
                </a:cxn>
                <a:cxn ang="0">
                  <a:pos x="966" y="120"/>
                </a:cxn>
                <a:cxn ang="0">
                  <a:pos x="948" y="126"/>
                </a:cxn>
                <a:cxn ang="0">
                  <a:pos x="859" y="57"/>
                </a:cxn>
                <a:cxn ang="0">
                  <a:pos x="853" y="76"/>
                </a:cxn>
                <a:cxn ang="0">
                  <a:pos x="821" y="44"/>
                </a:cxn>
                <a:cxn ang="0">
                  <a:pos x="752" y="19"/>
                </a:cxn>
                <a:cxn ang="0">
                  <a:pos x="689" y="0"/>
                </a:cxn>
                <a:cxn ang="0">
                  <a:pos x="651" y="25"/>
                </a:cxn>
                <a:cxn ang="0">
                  <a:pos x="625" y="50"/>
                </a:cxn>
                <a:cxn ang="0">
                  <a:pos x="619" y="69"/>
                </a:cxn>
                <a:cxn ang="0">
                  <a:pos x="613" y="50"/>
                </a:cxn>
                <a:cxn ang="0">
                  <a:pos x="588" y="25"/>
                </a:cxn>
                <a:cxn ang="0">
                  <a:pos x="569" y="82"/>
                </a:cxn>
                <a:cxn ang="0">
                  <a:pos x="562" y="63"/>
                </a:cxn>
                <a:cxn ang="0">
                  <a:pos x="543" y="50"/>
                </a:cxn>
                <a:cxn ang="0">
                  <a:pos x="512" y="82"/>
                </a:cxn>
                <a:cxn ang="0">
                  <a:pos x="486" y="126"/>
                </a:cxn>
                <a:cxn ang="0">
                  <a:pos x="480" y="151"/>
                </a:cxn>
                <a:cxn ang="0">
                  <a:pos x="474" y="132"/>
                </a:cxn>
                <a:cxn ang="0">
                  <a:pos x="449" y="145"/>
                </a:cxn>
                <a:cxn ang="0">
                  <a:pos x="423" y="208"/>
                </a:cxn>
                <a:cxn ang="0">
                  <a:pos x="417" y="183"/>
                </a:cxn>
                <a:cxn ang="0">
                  <a:pos x="398" y="196"/>
                </a:cxn>
                <a:cxn ang="0">
                  <a:pos x="373" y="252"/>
                </a:cxn>
                <a:cxn ang="0">
                  <a:pos x="335" y="379"/>
                </a:cxn>
                <a:cxn ang="0">
                  <a:pos x="310" y="429"/>
                </a:cxn>
                <a:cxn ang="0">
                  <a:pos x="291" y="518"/>
                </a:cxn>
                <a:cxn ang="0">
                  <a:pos x="240" y="688"/>
                </a:cxn>
                <a:cxn ang="0">
                  <a:pos x="171" y="884"/>
                </a:cxn>
                <a:cxn ang="0">
                  <a:pos x="164" y="865"/>
                </a:cxn>
                <a:cxn ang="0">
                  <a:pos x="158" y="840"/>
                </a:cxn>
                <a:cxn ang="0">
                  <a:pos x="145" y="897"/>
                </a:cxn>
                <a:cxn ang="0">
                  <a:pos x="108" y="1067"/>
                </a:cxn>
                <a:cxn ang="0">
                  <a:pos x="70" y="1055"/>
                </a:cxn>
                <a:cxn ang="0">
                  <a:pos x="0" y="1055"/>
                </a:cxn>
              </a:cxnLst>
              <a:rect l="0" t="0" r="r" b="b"/>
              <a:pathLst>
                <a:path w="1472" h="1067">
                  <a:moveTo>
                    <a:pt x="1472" y="1048"/>
                  </a:moveTo>
                  <a:cubicBezTo>
                    <a:pt x="1451" y="1038"/>
                    <a:pt x="1431" y="1030"/>
                    <a:pt x="1409" y="1023"/>
                  </a:cubicBezTo>
                  <a:cubicBezTo>
                    <a:pt x="1411" y="1012"/>
                    <a:pt x="1413" y="1002"/>
                    <a:pt x="1415" y="991"/>
                  </a:cubicBezTo>
                  <a:cubicBezTo>
                    <a:pt x="1418" y="978"/>
                    <a:pt x="1439" y="902"/>
                    <a:pt x="1421" y="966"/>
                  </a:cubicBezTo>
                  <a:cubicBezTo>
                    <a:pt x="1419" y="958"/>
                    <a:pt x="1417" y="949"/>
                    <a:pt x="1415" y="941"/>
                  </a:cubicBezTo>
                  <a:cubicBezTo>
                    <a:pt x="1413" y="930"/>
                    <a:pt x="1419" y="914"/>
                    <a:pt x="1409" y="909"/>
                  </a:cubicBezTo>
                  <a:cubicBezTo>
                    <a:pt x="1403" y="906"/>
                    <a:pt x="1379" y="944"/>
                    <a:pt x="1377" y="947"/>
                  </a:cubicBezTo>
                  <a:cubicBezTo>
                    <a:pt x="1372" y="890"/>
                    <a:pt x="1373" y="878"/>
                    <a:pt x="1352" y="833"/>
                  </a:cubicBezTo>
                  <a:cubicBezTo>
                    <a:pt x="1343" y="787"/>
                    <a:pt x="1335" y="739"/>
                    <a:pt x="1320" y="695"/>
                  </a:cubicBezTo>
                  <a:cubicBezTo>
                    <a:pt x="1314" y="699"/>
                    <a:pt x="1308" y="710"/>
                    <a:pt x="1301" y="707"/>
                  </a:cubicBezTo>
                  <a:cubicBezTo>
                    <a:pt x="1293" y="703"/>
                    <a:pt x="1297" y="690"/>
                    <a:pt x="1295" y="682"/>
                  </a:cubicBezTo>
                  <a:cubicBezTo>
                    <a:pt x="1286" y="650"/>
                    <a:pt x="1275" y="614"/>
                    <a:pt x="1257" y="587"/>
                  </a:cubicBezTo>
                  <a:cubicBezTo>
                    <a:pt x="1245" y="548"/>
                    <a:pt x="1228" y="512"/>
                    <a:pt x="1219" y="473"/>
                  </a:cubicBezTo>
                  <a:cubicBezTo>
                    <a:pt x="1213" y="475"/>
                    <a:pt x="1204" y="485"/>
                    <a:pt x="1200" y="480"/>
                  </a:cubicBezTo>
                  <a:cubicBezTo>
                    <a:pt x="1173" y="449"/>
                    <a:pt x="1187" y="399"/>
                    <a:pt x="1143" y="385"/>
                  </a:cubicBezTo>
                  <a:cubicBezTo>
                    <a:pt x="1136" y="340"/>
                    <a:pt x="1131" y="297"/>
                    <a:pt x="1105" y="259"/>
                  </a:cubicBezTo>
                  <a:cubicBezTo>
                    <a:pt x="1094" y="225"/>
                    <a:pt x="1106" y="254"/>
                    <a:pt x="1080" y="221"/>
                  </a:cubicBezTo>
                  <a:cubicBezTo>
                    <a:pt x="1067" y="205"/>
                    <a:pt x="1042" y="170"/>
                    <a:pt x="1042" y="170"/>
                  </a:cubicBezTo>
                  <a:cubicBezTo>
                    <a:pt x="1036" y="172"/>
                    <a:pt x="1028" y="172"/>
                    <a:pt x="1023" y="177"/>
                  </a:cubicBezTo>
                  <a:cubicBezTo>
                    <a:pt x="1018" y="182"/>
                    <a:pt x="1024" y="196"/>
                    <a:pt x="1017" y="196"/>
                  </a:cubicBezTo>
                  <a:cubicBezTo>
                    <a:pt x="1010" y="196"/>
                    <a:pt x="1015" y="183"/>
                    <a:pt x="1011" y="177"/>
                  </a:cubicBezTo>
                  <a:cubicBezTo>
                    <a:pt x="998" y="157"/>
                    <a:pt x="966" y="120"/>
                    <a:pt x="966" y="120"/>
                  </a:cubicBezTo>
                  <a:cubicBezTo>
                    <a:pt x="960" y="122"/>
                    <a:pt x="953" y="129"/>
                    <a:pt x="948" y="126"/>
                  </a:cubicBezTo>
                  <a:cubicBezTo>
                    <a:pt x="901" y="96"/>
                    <a:pt x="906" y="72"/>
                    <a:pt x="859" y="57"/>
                  </a:cubicBezTo>
                  <a:cubicBezTo>
                    <a:pt x="857" y="63"/>
                    <a:pt x="859" y="74"/>
                    <a:pt x="853" y="76"/>
                  </a:cubicBezTo>
                  <a:cubicBezTo>
                    <a:pt x="839" y="79"/>
                    <a:pt x="827" y="49"/>
                    <a:pt x="821" y="44"/>
                  </a:cubicBezTo>
                  <a:cubicBezTo>
                    <a:pt x="795" y="24"/>
                    <a:pt x="781" y="25"/>
                    <a:pt x="752" y="19"/>
                  </a:cubicBezTo>
                  <a:cubicBezTo>
                    <a:pt x="718" y="40"/>
                    <a:pt x="719" y="19"/>
                    <a:pt x="689" y="0"/>
                  </a:cubicBezTo>
                  <a:cubicBezTo>
                    <a:pt x="668" y="30"/>
                    <a:pt x="684" y="48"/>
                    <a:pt x="651" y="25"/>
                  </a:cubicBezTo>
                  <a:cubicBezTo>
                    <a:pt x="642" y="33"/>
                    <a:pt x="632" y="40"/>
                    <a:pt x="625" y="50"/>
                  </a:cubicBezTo>
                  <a:cubicBezTo>
                    <a:pt x="621" y="55"/>
                    <a:pt x="626" y="69"/>
                    <a:pt x="619" y="69"/>
                  </a:cubicBezTo>
                  <a:cubicBezTo>
                    <a:pt x="612" y="69"/>
                    <a:pt x="615" y="56"/>
                    <a:pt x="613" y="50"/>
                  </a:cubicBezTo>
                  <a:cubicBezTo>
                    <a:pt x="605" y="25"/>
                    <a:pt x="612" y="33"/>
                    <a:pt x="588" y="25"/>
                  </a:cubicBezTo>
                  <a:cubicBezTo>
                    <a:pt x="587" y="29"/>
                    <a:pt x="579" y="79"/>
                    <a:pt x="569" y="82"/>
                  </a:cubicBezTo>
                  <a:cubicBezTo>
                    <a:pt x="563" y="84"/>
                    <a:pt x="566" y="68"/>
                    <a:pt x="562" y="63"/>
                  </a:cubicBezTo>
                  <a:cubicBezTo>
                    <a:pt x="557" y="57"/>
                    <a:pt x="549" y="54"/>
                    <a:pt x="543" y="50"/>
                  </a:cubicBezTo>
                  <a:cubicBezTo>
                    <a:pt x="529" y="109"/>
                    <a:pt x="551" y="50"/>
                    <a:pt x="512" y="82"/>
                  </a:cubicBezTo>
                  <a:cubicBezTo>
                    <a:pt x="499" y="93"/>
                    <a:pt x="496" y="112"/>
                    <a:pt x="486" y="126"/>
                  </a:cubicBezTo>
                  <a:cubicBezTo>
                    <a:pt x="484" y="134"/>
                    <a:pt x="488" y="147"/>
                    <a:pt x="480" y="151"/>
                  </a:cubicBezTo>
                  <a:cubicBezTo>
                    <a:pt x="474" y="154"/>
                    <a:pt x="481" y="133"/>
                    <a:pt x="474" y="132"/>
                  </a:cubicBezTo>
                  <a:cubicBezTo>
                    <a:pt x="465" y="130"/>
                    <a:pt x="457" y="141"/>
                    <a:pt x="449" y="145"/>
                  </a:cubicBezTo>
                  <a:cubicBezTo>
                    <a:pt x="434" y="166"/>
                    <a:pt x="430" y="183"/>
                    <a:pt x="423" y="208"/>
                  </a:cubicBezTo>
                  <a:cubicBezTo>
                    <a:pt x="421" y="200"/>
                    <a:pt x="425" y="187"/>
                    <a:pt x="417" y="183"/>
                  </a:cubicBezTo>
                  <a:cubicBezTo>
                    <a:pt x="410" y="180"/>
                    <a:pt x="403" y="190"/>
                    <a:pt x="398" y="196"/>
                  </a:cubicBezTo>
                  <a:cubicBezTo>
                    <a:pt x="388" y="209"/>
                    <a:pt x="383" y="236"/>
                    <a:pt x="373" y="252"/>
                  </a:cubicBezTo>
                  <a:cubicBezTo>
                    <a:pt x="367" y="290"/>
                    <a:pt x="353" y="343"/>
                    <a:pt x="335" y="379"/>
                  </a:cubicBezTo>
                  <a:cubicBezTo>
                    <a:pt x="314" y="422"/>
                    <a:pt x="328" y="370"/>
                    <a:pt x="310" y="429"/>
                  </a:cubicBezTo>
                  <a:cubicBezTo>
                    <a:pt x="301" y="458"/>
                    <a:pt x="300" y="489"/>
                    <a:pt x="291" y="518"/>
                  </a:cubicBezTo>
                  <a:cubicBezTo>
                    <a:pt x="241" y="418"/>
                    <a:pt x="312" y="665"/>
                    <a:pt x="240" y="688"/>
                  </a:cubicBezTo>
                  <a:cubicBezTo>
                    <a:pt x="205" y="746"/>
                    <a:pt x="195" y="820"/>
                    <a:pt x="171" y="884"/>
                  </a:cubicBezTo>
                  <a:cubicBezTo>
                    <a:pt x="169" y="878"/>
                    <a:pt x="166" y="871"/>
                    <a:pt x="164" y="865"/>
                  </a:cubicBezTo>
                  <a:cubicBezTo>
                    <a:pt x="162" y="857"/>
                    <a:pt x="166" y="836"/>
                    <a:pt x="158" y="840"/>
                  </a:cubicBezTo>
                  <a:cubicBezTo>
                    <a:pt x="141" y="849"/>
                    <a:pt x="151" y="878"/>
                    <a:pt x="145" y="897"/>
                  </a:cubicBezTo>
                  <a:cubicBezTo>
                    <a:pt x="128" y="953"/>
                    <a:pt x="126" y="1011"/>
                    <a:pt x="108" y="1067"/>
                  </a:cubicBezTo>
                  <a:cubicBezTo>
                    <a:pt x="99" y="1035"/>
                    <a:pt x="93" y="1019"/>
                    <a:pt x="70" y="1055"/>
                  </a:cubicBezTo>
                  <a:cubicBezTo>
                    <a:pt x="36" y="1032"/>
                    <a:pt x="36" y="1055"/>
                    <a:pt x="0" y="1055"/>
                  </a:cubicBezTo>
                </a:path>
              </a:pathLst>
            </a:custGeom>
            <a:noFill/>
            <a:ln w="9525" cap="flat" cmpd="sng">
              <a:solidFill>
                <a:srgbClr val="FF3300"/>
              </a:solidFill>
              <a:prstDash val="solid"/>
              <a:round/>
              <a:headEnd/>
              <a:tailEnd/>
            </a:ln>
            <a:effectLst/>
          </p:spPr>
          <p:txBody>
            <a:bodyPr wrap="none" anchor="ctr"/>
            <a:lstStyle/>
            <a:p>
              <a:endParaRPr lang="en-GB" sz="1600"/>
            </a:p>
          </p:txBody>
        </p:sp>
        <p:sp>
          <p:nvSpPr>
            <p:cNvPr id="135329" name="Freeform 161"/>
            <p:cNvSpPr>
              <a:spLocks/>
            </p:cNvSpPr>
            <p:nvPr/>
          </p:nvSpPr>
          <p:spPr bwMode="auto">
            <a:xfrm>
              <a:off x="1964" y="2569"/>
              <a:ext cx="1484" cy="1164"/>
            </a:xfrm>
            <a:custGeom>
              <a:avLst/>
              <a:gdLst/>
              <a:ahLst/>
              <a:cxnLst>
                <a:cxn ang="0">
                  <a:pos x="13" y="1031"/>
                </a:cxn>
                <a:cxn ang="0">
                  <a:pos x="25" y="1012"/>
                </a:cxn>
                <a:cxn ang="0">
                  <a:pos x="63" y="1019"/>
                </a:cxn>
                <a:cxn ang="0">
                  <a:pos x="120" y="817"/>
                </a:cxn>
                <a:cxn ang="0">
                  <a:pos x="145" y="861"/>
                </a:cxn>
                <a:cxn ang="0">
                  <a:pos x="202" y="760"/>
                </a:cxn>
                <a:cxn ang="0">
                  <a:pos x="253" y="469"/>
                </a:cxn>
                <a:cxn ang="0">
                  <a:pos x="290" y="482"/>
                </a:cxn>
                <a:cxn ang="0">
                  <a:pos x="410" y="223"/>
                </a:cxn>
                <a:cxn ang="0">
                  <a:pos x="511" y="97"/>
                </a:cxn>
                <a:cxn ang="0">
                  <a:pos x="562" y="103"/>
                </a:cxn>
                <a:cxn ang="0">
                  <a:pos x="631" y="90"/>
                </a:cxn>
                <a:cxn ang="0">
                  <a:pos x="682" y="21"/>
                </a:cxn>
                <a:cxn ang="0">
                  <a:pos x="707" y="84"/>
                </a:cxn>
                <a:cxn ang="0">
                  <a:pos x="770" y="46"/>
                </a:cxn>
                <a:cxn ang="0">
                  <a:pos x="789" y="90"/>
                </a:cxn>
                <a:cxn ang="0">
                  <a:pos x="853" y="78"/>
                </a:cxn>
                <a:cxn ang="0">
                  <a:pos x="878" y="135"/>
                </a:cxn>
                <a:cxn ang="0">
                  <a:pos x="890" y="59"/>
                </a:cxn>
                <a:cxn ang="0">
                  <a:pos x="979" y="191"/>
                </a:cxn>
                <a:cxn ang="0">
                  <a:pos x="1023" y="172"/>
                </a:cxn>
                <a:cxn ang="0">
                  <a:pos x="1061" y="242"/>
                </a:cxn>
                <a:cxn ang="0">
                  <a:pos x="1099" y="343"/>
                </a:cxn>
                <a:cxn ang="0">
                  <a:pos x="1118" y="368"/>
                </a:cxn>
                <a:cxn ang="0">
                  <a:pos x="1162" y="406"/>
                </a:cxn>
                <a:cxn ang="0">
                  <a:pos x="1175" y="476"/>
                </a:cxn>
                <a:cxn ang="0">
                  <a:pos x="1213" y="551"/>
                </a:cxn>
                <a:cxn ang="0">
                  <a:pos x="1244" y="627"/>
                </a:cxn>
                <a:cxn ang="0">
                  <a:pos x="1288" y="741"/>
                </a:cxn>
                <a:cxn ang="0">
                  <a:pos x="1314" y="772"/>
                </a:cxn>
                <a:cxn ang="0">
                  <a:pos x="1370" y="1063"/>
                </a:cxn>
                <a:cxn ang="0">
                  <a:pos x="1459" y="1164"/>
                </a:cxn>
                <a:cxn ang="0">
                  <a:pos x="1478" y="1038"/>
                </a:cxn>
              </a:cxnLst>
              <a:rect l="0" t="0" r="r" b="b"/>
              <a:pathLst>
                <a:path w="1484" h="1164">
                  <a:moveTo>
                    <a:pt x="0" y="1057"/>
                  </a:moveTo>
                  <a:cubicBezTo>
                    <a:pt x="4" y="1048"/>
                    <a:pt x="10" y="1040"/>
                    <a:pt x="13" y="1031"/>
                  </a:cubicBezTo>
                  <a:cubicBezTo>
                    <a:pt x="17" y="1019"/>
                    <a:pt x="12" y="1004"/>
                    <a:pt x="19" y="993"/>
                  </a:cubicBezTo>
                  <a:cubicBezTo>
                    <a:pt x="23" y="987"/>
                    <a:pt x="21" y="1007"/>
                    <a:pt x="25" y="1012"/>
                  </a:cubicBezTo>
                  <a:cubicBezTo>
                    <a:pt x="30" y="1018"/>
                    <a:pt x="38" y="1021"/>
                    <a:pt x="44" y="1025"/>
                  </a:cubicBezTo>
                  <a:cubicBezTo>
                    <a:pt x="53" y="997"/>
                    <a:pt x="52" y="960"/>
                    <a:pt x="63" y="1019"/>
                  </a:cubicBezTo>
                  <a:cubicBezTo>
                    <a:pt x="88" y="983"/>
                    <a:pt x="81" y="957"/>
                    <a:pt x="88" y="911"/>
                  </a:cubicBezTo>
                  <a:cubicBezTo>
                    <a:pt x="93" y="879"/>
                    <a:pt x="108" y="847"/>
                    <a:pt x="120" y="817"/>
                  </a:cubicBezTo>
                  <a:cubicBezTo>
                    <a:pt x="124" y="823"/>
                    <a:pt x="129" y="829"/>
                    <a:pt x="133" y="836"/>
                  </a:cubicBezTo>
                  <a:cubicBezTo>
                    <a:pt x="138" y="844"/>
                    <a:pt x="136" y="859"/>
                    <a:pt x="145" y="861"/>
                  </a:cubicBezTo>
                  <a:cubicBezTo>
                    <a:pt x="152" y="863"/>
                    <a:pt x="154" y="849"/>
                    <a:pt x="158" y="842"/>
                  </a:cubicBezTo>
                  <a:cubicBezTo>
                    <a:pt x="175" y="814"/>
                    <a:pt x="184" y="786"/>
                    <a:pt x="202" y="760"/>
                  </a:cubicBezTo>
                  <a:cubicBezTo>
                    <a:pt x="219" y="704"/>
                    <a:pt x="227" y="660"/>
                    <a:pt x="234" y="602"/>
                  </a:cubicBezTo>
                  <a:cubicBezTo>
                    <a:pt x="259" y="682"/>
                    <a:pt x="237" y="514"/>
                    <a:pt x="253" y="469"/>
                  </a:cubicBezTo>
                  <a:cubicBezTo>
                    <a:pt x="259" y="478"/>
                    <a:pt x="261" y="492"/>
                    <a:pt x="271" y="495"/>
                  </a:cubicBezTo>
                  <a:cubicBezTo>
                    <a:pt x="278" y="498"/>
                    <a:pt x="285" y="488"/>
                    <a:pt x="290" y="482"/>
                  </a:cubicBezTo>
                  <a:cubicBezTo>
                    <a:pt x="296" y="475"/>
                    <a:pt x="318" y="406"/>
                    <a:pt x="322" y="393"/>
                  </a:cubicBezTo>
                  <a:cubicBezTo>
                    <a:pt x="332" y="322"/>
                    <a:pt x="354" y="268"/>
                    <a:pt x="410" y="223"/>
                  </a:cubicBezTo>
                  <a:cubicBezTo>
                    <a:pt x="422" y="200"/>
                    <a:pt x="430" y="176"/>
                    <a:pt x="442" y="153"/>
                  </a:cubicBezTo>
                  <a:cubicBezTo>
                    <a:pt x="486" y="183"/>
                    <a:pt x="499" y="134"/>
                    <a:pt x="511" y="97"/>
                  </a:cubicBezTo>
                  <a:cubicBezTo>
                    <a:pt x="524" y="114"/>
                    <a:pt x="541" y="140"/>
                    <a:pt x="549" y="135"/>
                  </a:cubicBezTo>
                  <a:cubicBezTo>
                    <a:pt x="559" y="129"/>
                    <a:pt x="555" y="112"/>
                    <a:pt x="562" y="103"/>
                  </a:cubicBezTo>
                  <a:cubicBezTo>
                    <a:pt x="573" y="89"/>
                    <a:pt x="600" y="65"/>
                    <a:pt x="600" y="65"/>
                  </a:cubicBezTo>
                  <a:cubicBezTo>
                    <a:pt x="614" y="21"/>
                    <a:pt x="618" y="70"/>
                    <a:pt x="631" y="90"/>
                  </a:cubicBezTo>
                  <a:cubicBezTo>
                    <a:pt x="636" y="66"/>
                    <a:pt x="632" y="0"/>
                    <a:pt x="663" y="46"/>
                  </a:cubicBezTo>
                  <a:cubicBezTo>
                    <a:pt x="677" y="89"/>
                    <a:pt x="677" y="38"/>
                    <a:pt x="682" y="21"/>
                  </a:cubicBezTo>
                  <a:cubicBezTo>
                    <a:pt x="684" y="44"/>
                    <a:pt x="679" y="69"/>
                    <a:pt x="688" y="90"/>
                  </a:cubicBezTo>
                  <a:cubicBezTo>
                    <a:pt x="690" y="96"/>
                    <a:pt x="703" y="89"/>
                    <a:pt x="707" y="84"/>
                  </a:cubicBezTo>
                  <a:cubicBezTo>
                    <a:pt x="718" y="70"/>
                    <a:pt x="721" y="38"/>
                    <a:pt x="733" y="21"/>
                  </a:cubicBezTo>
                  <a:cubicBezTo>
                    <a:pt x="737" y="57"/>
                    <a:pt x="741" y="123"/>
                    <a:pt x="770" y="46"/>
                  </a:cubicBezTo>
                  <a:cubicBezTo>
                    <a:pt x="772" y="54"/>
                    <a:pt x="774" y="63"/>
                    <a:pt x="777" y="71"/>
                  </a:cubicBezTo>
                  <a:cubicBezTo>
                    <a:pt x="780" y="78"/>
                    <a:pt x="782" y="93"/>
                    <a:pt x="789" y="90"/>
                  </a:cubicBezTo>
                  <a:cubicBezTo>
                    <a:pt x="802" y="84"/>
                    <a:pt x="809" y="29"/>
                    <a:pt x="815" y="15"/>
                  </a:cubicBezTo>
                  <a:cubicBezTo>
                    <a:pt x="831" y="37"/>
                    <a:pt x="838" y="56"/>
                    <a:pt x="853" y="78"/>
                  </a:cubicBezTo>
                  <a:cubicBezTo>
                    <a:pt x="857" y="91"/>
                    <a:pt x="860" y="104"/>
                    <a:pt x="865" y="116"/>
                  </a:cubicBezTo>
                  <a:cubicBezTo>
                    <a:pt x="868" y="123"/>
                    <a:pt x="872" y="139"/>
                    <a:pt x="878" y="135"/>
                  </a:cubicBezTo>
                  <a:cubicBezTo>
                    <a:pt x="887" y="129"/>
                    <a:pt x="882" y="114"/>
                    <a:pt x="884" y="103"/>
                  </a:cubicBezTo>
                  <a:cubicBezTo>
                    <a:pt x="886" y="88"/>
                    <a:pt x="888" y="74"/>
                    <a:pt x="890" y="59"/>
                  </a:cubicBezTo>
                  <a:cubicBezTo>
                    <a:pt x="912" y="119"/>
                    <a:pt x="939" y="172"/>
                    <a:pt x="966" y="229"/>
                  </a:cubicBezTo>
                  <a:cubicBezTo>
                    <a:pt x="970" y="216"/>
                    <a:pt x="976" y="204"/>
                    <a:pt x="979" y="191"/>
                  </a:cubicBezTo>
                  <a:cubicBezTo>
                    <a:pt x="984" y="166"/>
                    <a:pt x="991" y="116"/>
                    <a:pt x="991" y="116"/>
                  </a:cubicBezTo>
                  <a:cubicBezTo>
                    <a:pt x="1004" y="135"/>
                    <a:pt x="1010" y="153"/>
                    <a:pt x="1023" y="172"/>
                  </a:cubicBezTo>
                  <a:cubicBezTo>
                    <a:pt x="1028" y="196"/>
                    <a:pt x="1036" y="218"/>
                    <a:pt x="1042" y="242"/>
                  </a:cubicBezTo>
                  <a:cubicBezTo>
                    <a:pt x="1057" y="178"/>
                    <a:pt x="1036" y="242"/>
                    <a:pt x="1061" y="242"/>
                  </a:cubicBezTo>
                  <a:cubicBezTo>
                    <a:pt x="1070" y="242"/>
                    <a:pt x="1070" y="225"/>
                    <a:pt x="1074" y="217"/>
                  </a:cubicBezTo>
                  <a:cubicBezTo>
                    <a:pt x="1090" y="259"/>
                    <a:pt x="1094" y="297"/>
                    <a:pt x="1099" y="343"/>
                  </a:cubicBezTo>
                  <a:cubicBezTo>
                    <a:pt x="1103" y="337"/>
                    <a:pt x="1106" y="318"/>
                    <a:pt x="1111" y="324"/>
                  </a:cubicBezTo>
                  <a:cubicBezTo>
                    <a:pt x="1120" y="336"/>
                    <a:pt x="1117" y="353"/>
                    <a:pt x="1118" y="368"/>
                  </a:cubicBezTo>
                  <a:cubicBezTo>
                    <a:pt x="1123" y="428"/>
                    <a:pt x="1114" y="496"/>
                    <a:pt x="1143" y="551"/>
                  </a:cubicBezTo>
                  <a:cubicBezTo>
                    <a:pt x="1147" y="495"/>
                    <a:pt x="1146" y="456"/>
                    <a:pt x="1162" y="406"/>
                  </a:cubicBezTo>
                  <a:cubicBezTo>
                    <a:pt x="1164" y="440"/>
                    <a:pt x="1162" y="474"/>
                    <a:pt x="1168" y="507"/>
                  </a:cubicBezTo>
                  <a:cubicBezTo>
                    <a:pt x="1170" y="517"/>
                    <a:pt x="1173" y="466"/>
                    <a:pt x="1175" y="476"/>
                  </a:cubicBezTo>
                  <a:cubicBezTo>
                    <a:pt x="1193" y="557"/>
                    <a:pt x="1181" y="645"/>
                    <a:pt x="1194" y="728"/>
                  </a:cubicBezTo>
                  <a:cubicBezTo>
                    <a:pt x="1202" y="669"/>
                    <a:pt x="1198" y="608"/>
                    <a:pt x="1213" y="551"/>
                  </a:cubicBezTo>
                  <a:cubicBezTo>
                    <a:pt x="1216" y="538"/>
                    <a:pt x="1220" y="577"/>
                    <a:pt x="1225" y="589"/>
                  </a:cubicBezTo>
                  <a:cubicBezTo>
                    <a:pt x="1230" y="602"/>
                    <a:pt x="1238" y="614"/>
                    <a:pt x="1244" y="627"/>
                  </a:cubicBezTo>
                  <a:cubicBezTo>
                    <a:pt x="1250" y="652"/>
                    <a:pt x="1247" y="702"/>
                    <a:pt x="1276" y="659"/>
                  </a:cubicBezTo>
                  <a:cubicBezTo>
                    <a:pt x="1280" y="686"/>
                    <a:pt x="1281" y="714"/>
                    <a:pt x="1288" y="741"/>
                  </a:cubicBezTo>
                  <a:cubicBezTo>
                    <a:pt x="1293" y="760"/>
                    <a:pt x="1307" y="798"/>
                    <a:pt x="1307" y="798"/>
                  </a:cubicBezTo>
                  <a:cubicBezTo>
                    <a:pt x="1309" y="789"/>
                    <a:pt x="1313" y="763"/>
                    <a:pt x="1314" y="772"/>
                  </a:cubicBezTo>
                  <a:cubicBezTo>
                    <a:pt x="1319" y="814"/>
                    <a:pt x="1315" y="857"/>
                    <a:pt x="1320" y="899"/>
                  </a:cubicBezTo>
                  <a:cubicBezTo>
                    <a:pt x="1326" y="958"/>
                    <a:pt x="1350" y="1009"/>
                    <a:pt x="1370" y="1063"/>
                  </a:cubicBezTo>
                  <a:cubicBezTo>
                    <a:pt x="1386" y="1024"/>
                    <a:pt x="1394" y="984"/>
                    <a:pt x="1402" y="943"/>
                  </a:cubicBezTo>
                  <a:cubicBezTo>
                    <a:pt x="1411" y="1030"/>
                    <a:pt x="1444" y="1083"/>
                    <a:pt x="1459" y="1164"/>
                  </a:cubicBezTo>
                  <a:cubicBezTo>
                    <a:pt x="1464" y="1128"/>
                    <a:pt x="1465" y="1092"/>
                    <a:pt x="1471" y="1057"/>
                  </a:cubicBezTo>
                  <a:cubicBezTo>
                    <a:pt x="1472" y="1050"/>
                    <a:pt x="1471" y="1038"/>
                    <a:pt x="1478" y="1038"/>
                  </a:cubicBezTo>
                  <a:cubicBezTo>
                    <a:pt x="1484" y="1038"/>
                    <a:pt x="1478" y="1051"/>
                    <a:pt x="1478" y="1057"/>
                  </a:cubicBezTo>
                </a:path>
              </a:pathLst>
            </a:custGeom>
            <a:noFill/>
            <a:ln w="9525" cap="flat" cmpd="sng">
              <a:solidFill>
                <a:srgbClr val="FF3300"/>
              </a:solidFill>
              <a:prstDash val="solid"/>
              <a:round/>
              <a:headEnd/>
              <a:tailEnd/>
            </a:ln>
            <a:effectLst/>
          </p:spPr>
          <p:txBody>
            <a:bodyPr wrap="none" anchor="ctr"/>
            <a:lstStyle/>
            <a:p>
              <a:endParaRPr lang="en-GB" sz="1600"/>
            </a:p>
          </p:txBody>
        </p:sp>
        <p:sp>
          <p:nvSpPr>
            <p:cNvPr id="135330" name="Freeform 162"/>
            <p:cNvSpPr>
              <a:spLocks/>
            </p:cNvSpPr>
            <p:nvPr/>
          </p:nvSpPr>
          <p:spPr bwMode="auto">
            <a:xfrm flipV="1">
              <a:off x="1946" y="2613"/>
              <a:ext cx="1484" cy="1164"/>
            </a:xfrm>
            <a:custGeom>
              <a:avLst/>
              <a:gdLst/>
              <a:ahLst/>
              <a:cxnLst>
                <a:cxn ang="0">
                  <a:pos x="13" y="1031"/>
                </a:cxn>
                <a:cxn ang="0">
                  <a:pos x="25" y="1012"/>
                </a:cxn>
                <a:cxn ang="0">
                  <a:pos x="63" y="1019"/>
                </a:cxn>
                <a:cxn ang="0">
                  <a:pos x="120" y="817"/>
                </a:cxn>
                <a:cxn ang="0">
                  <a:pos x="145" y="861"/>
                </a:cxn>
                <a:cxn ang="0">
                  <a:pos x="202" y="760"/>
                </a:cxn>
                <a:cxn ang="0">
                  <a:pos x="253" y="469"/>
                </a:cxn>
                <a:cxn ang="0">
                  <a:pos x="290" y="482"/>
                </a:cxn>
                <a:cxn ang="0">
                  <a:pos x="410" y="223"/>
                </a:cxn>
                <a:cxn ang="0">
                  <a:pos x="511" y="97"/>
                </a:cxn>
                <a:cxn ang="0">
                  <a:pos x="562" y="103"/>
                </a:cxn>
                <a:cxn ang="0">
                  <a:pos x="631" y="90"/>
                </a:cxn>
                <a:cxn ang="0">
                  <a:pos x="682" y="21"/>
                </a:cxn>
                <a:cxn ang="0">
                  <a:pos x="707" y="84"/>
                </a:cxn>
                <a:cxn ang="0">
                  <a:pos x="770" y="46"/>
                </a:cxn>
                <a:cxn ang="0">
                  <a:pos x="789" y="90"/>
                </a:cxn>
                <a:cxn ang="0">
                  <a:pos x="853" y="78"/>
                </a:cxn>
                <a:cxn ang="0">
                  <a:pos x="878" y="135"/>
                </a:cxn>
                <a:cxn ang="0">
                  <a:pos x="890" y="59"/>
                </a:cxn>
                <a:cxn ang="0">
                  <a:pos x="979" y="191"/>
                </a:cxn>
                <a:cxn ang="0">
                  <a:pos x="1023" y="172"/>
                </a:cxn>
                <a:cxn ang="0">
                  <a:pos x="1061" y="242"/>
                </a:cxn>
                <a:cxn ang="0">
                  <a:pos x="1099" y="343"/>
                </a:cxn>
                <a:cxn ang="0">
                  <a:pos x="1118" y="368"/>
                </a:cxn>
                <a:cxn ang="0">
                  <a:pos x="1162" y="406"/>
                </a:cxn>
                <a:cxn ang="0">
                  <a:pos x="1175" y="476"/>
                </a:cxn>
                <a:cxn ang="0">
                  <a:pos x="1213" y="551"/>
                </a:cxn>
                <a:cxn ang="0">
                  <a:pos x="1244" y="627"/>
                </a:cxn>
                <a:cxn ang="0">
                  <a:pos x="1288" y="741"/>
                </a:cxn>
                <a:cxn ang="0">
                  <a:pos x="1314" y="772"/>
                </a:cxn>
                <a:cxn ang="0">
                  <a:pos x="1370" y="1063"/>
                </a:cxn>
                <a:cxn ang="0">
                  <a:pos x="1459" y="1164"/>
                </a:cxn>
                <a:cxn ang="0">
                  <a:pos x="1478" y="1038"/>
                </a:cxn>
              </a:cxnLst>
              <a:rect l="0" t="0" r="r" b="b"/>
              <a:pathLst>
                <a:path w="1484" h="1164">
                  <a:moveTo>
                    <a:pt x="0" y="1057"/>
                  </a:moveTo>
                  <a:cubicBezTo>
                    <a:pt x="4" y="1048"/>
                    <a:pt x="10" y="1040"/>
                    <a:pt x="13" y="1031"/>
                  </a:cubicBezTo>
                  <a:cubicBezTo>
                    <a:pt x="17" y="1019"/>
                    <a:pt x="12" y="1004"/>
                    <a:pt x="19" y="993"/>
                  </a:cubicBezTo>
                  <a:cubicBezTo>
                    <a:pt x="23" y="987"/>
                    <a:pt x="21" y="1007"/>
                    <a:pt x="25" y="1012"/>
                  </a:cubicBezTo>
                  <a:cubicBezTo>
                    <a:pt x="30" y="1018"/>
                    <a:pt x="38" y="1021"/>
                    <a:pt x="44" y="1025"/>
                  </a:cubicBezTo>
                  <a:cubicBezTo>
                    <a:pt x="53" y="997"/>
                    <a:pt x="52" y="960"/>
                    <a:pt x="63" y="1019"/>
                  </a:cubicBezTo>
                  <a:cubicBezTo>
                    <a:pt x="88" y="983"/>
                    <a:pt x="81" y="957"/>
                    <a:pt x="88" y="911"/>
                  </a:cubicBezTo>
                  <a:cubicBezTo>
                    <a:pt x="93" y="879"/>
                    <a:pt x="108" y="847"/>
                    <a:pt x="120" y="817"/>
                  </a:cubicBezTo>
                  <a:cubicBezTo>
                    <a:pt x="124" y="823"/>
                    <a:pt x="129" y="829"/>
                    <a:pt x="133" y="836"/>
                  </a:cubicBezTo>
                  <a:cubicBezTo>
                    <a:pt x="138" y="844"/>
                    <a:pt x="136" y="859"/>
                    <a:pt x="145" y="861"/>
                  </a:cubicBezTo>
                  <a:cubicBezTo>
                    <a:pt x="152" y="863"/>
                    <a:pt x="154" y="849"/>
                    <a:pt x="158" y="842"/>
                  </a:cubicBezTo>
                  <a:cubicBezTo>
                    <a:pt x="175" y="814"/>
                    <a:pt x="184" y="786"/>
                    <a:pt x="202" y="760"/>
                  </a:cubicBezTo>
                  <a:cubicBezTo>
                    <a:pt x="219" y="704"/>
                    <a:pt x="227" y="660"/>
                    <a:pt x="234" y="602"/>
                  </a:cubicBezTo>
                  <a:cubicBezTo>
                    <a:pt x="259" y="682"/>
                    <a:pt x="237" y="514"/>
                    <a:pt x="253" y="469"/>
                  </a:cubicBezTo>
                  <a:cubicBezTo>
                    <a:pt x="259" y="478"/>
                    <a:pt x="261" y="492"/>
                    <a:pt x="271" y="495"/>
                  </a:cubicBezTo>
                  <a:cubicBezTo>
                    <a:pt x="278" y="498"/>
                    <a:pt x="285" y="488"/>
                    <a:pt x="290" y="482"/>
                  </a:cubicBezTo>
                  <a:cubicBezTo>
                    <a:pt x="296" y="475"/>
                    <a:pt x="318" y="406"/>
                    <a:pt x="322" y="393"/>
                  </a:cubicBezTo>
                  <a:cubicBezTo>
                    <a:pt x="332" y="322"/>
                    <a:pt x="354" y="268"/>
                    <a:pt x="410" y="223"/>
                  </a:cubicBezTo>
                  <a:cubicBezTo>
                    <a:pt x="422" y="200"/>
                    <a:pt x="430" y="176"/>
                    <a:pt x="442" y="153"/>
                  </a:cubicBezTo>
                  <a:cubicBezTo>
                    <a:pt x="486" y="183"/>
                    <a:pt x="499" y="134"/>
                    <a:pt x="511" y="97"/>
                  </a:cubicBezTo>
                  <a:cubicBezTo>
                    <a:pt x="524" y="114"/>
                    <a:pt x="541" y="140"/>
                    <a:pt x="549" y="135"/>
                  </a:cubicBezTo>
                  <a:cubicBezTo>
                    <a:pt x="559" y="129"/>
                    <a:pt x="555" y="112"/>
                    <a:pt x="562" y="103"/>
                  </a:cubicBezTo>
                  <a:cubicBezTo>
                    <a:pt x="573" y="89"/>
                    <a:pt x="600" y="65"/>
                    <a:pt x="600" y="65"/>
                  </a:cubicBezTo>
                  <a:cubicBezTo>
                    <a:pt x="614" y="21"/>
                    <a:pt x="618" y="70"/>
                    <a:pt x="631" y="90"/>
                  </a:cubicBezTo>
                  <a:cubicBezTo>
                    <a:pt x="636" y="66"/>
                    <a:pt x="632" y="0"/>
                    <a:pt x="663" y="46"/>
                  </a:cubicBezTo>
                  <a:cubicBezTo>
                    <a:pt x="677" y="89"/>
                    <a:pt x="677" y="38"/>
                    <a:pt x="682" y="21"/>
                  </a:cubicBezTo>
                  <a:cubicBezTo>
                    <a:pt x="684" y="44"/>
                    <a:pt x="679" y="69"/>
                    <a:pt x="688" y="90"/>
                  </a:cubicBezTo>
                  <a:cubicBezTo>
                    <a:pt x="690" y="96"/>
                    <a:pt x="703" y="89"/>
                    <a:pt x="707" y="84"/>
                  </a:cubicBezTo>
                  <a:cubicBezTo>
                    <a:pt x="718" y="70"/>
                    <a:pt x="721" y="38"/>
                    <a:pt x="733" y="21"/>
                  </a:cubicBezTo>
                  <a:cubicBezTo>
                    <a:pt x="737" y="57"/>
                    <a:pt x="741" y="123"/>
                    <a:pt x="770" y="46"/>
                  </a:cubicBezTo>
                  <a:cubicBezTo>
                    <a:pt x="772" y="54"/>
                    <a:pt x="774" y="63"/>
                    <a:pt x="777" y="71"/>
                  </a:cubicBezTo>
                  <a:cubicBezTo>
                    <a:pt x="780" y="78"/>
                    <a:pt x="782" y="93"/>
                    <a:pt x="789" y="90"/>
                  </a:cubicBezTo>
                  <a:cubicBezTo>
                    <a:pt x="802" y="84"/>
                    <a:pt x="809" y="29"/>
                    <a:pt x="815" y="15"/>
                  </a:cubicBezTo>
                  <a:cubicBezTo>
                    <a:pt x="831" y="37"/>
                    <a:pt x="838" y="56"/>
                    <a:pt x="853" y="78"/>
                  </a:cubicBezTo>
                  <a:cubicBezTo>
                    <a:pt x="857" y="91"/>
                    <a:pt x="860" y="104"/>
                    <a:pt x="865" y="116"/>
                  </a:cubicBezTo>
                  <a:cubicBezTo>
                    <a:pt x="868" y="123"/>
                    <a:pt x="872" y="139"/>
                    <a:pt x="878" y="135"/>
                  </a:cubicBezTo>
                  <a:cubicBezTo>
                    <a:pt x="887" y="129"/>
                    <a:pt x="882" y="114"/>
                    <a:pt x="884" y="103"/>
                  </a:cubicBezTo>
                  <a:cubicBezTo>
                    <a:pt x="886" y="88"/>
                    <a:pt x="888" y="74"/>
                    <a:pt x="890" y="59"/>
                  </a:cubicBezTo>
                  <a:cubicBezTo>
                    <a:pt x="912" y="119"/>
                    <a:pt x="939" y="172"/>
                    <a:pt x="966" y="229"/>
                  </a:cubicBezTo>
                  <a:cubicBezTo>
                    <a:pt x="970" y="216"/>
                    <a:pt x="976" y="204"/>
                    <a:pt x="979" y="191"/>
                  </a:cubicBezTo>
                  <a:cubicBezTo>
                    <a:pt x="984" y="166"/>
                    <a:pt x="991" y="116"/>
                    <a:pt x="991" y="116"/>
                  </a:cubicBezTo>
                  <a:cubicBezTo>
                    <a:pt x="1004" y="135"/>
                    <a:pt x="1010" y="153"/>
                    <a:pt x="1023" y="172"/>
                  </a:cubicBezTo>
                  <a:cubicBezTo>
                    <a:pt x="1028" y="196"/>
                    <a:pt x="1036" y="218"/>
                    <a:pt x="1042" y="242"/>
                  </a:cubicBezTo>
                  <a:cubicBezTo>
                    <a:pt x="1057" y="178"/>
                    <a:pt x="1036" y="242"/>
                    <a:pt x="1061" y="242"/>
                  </a:cubicBezTo>
                  <a:cubicBezTo>
                    <a:pt x="1070" y="242"/>
                    <a:pt x="1070" y="225"/>
                    <a:pt x="1074" y="217"/>
                  </a:cubicBezTo>
                  <a:cubicBezTo>
                    <a:pt x="1090" y="259"/>
                    <a:pt x="1094" y="297"/>
                    <a:pt x="1099" y="343"/>
                  </a:cubicBezTo>
                  <a:cubicBezTo>
                    <a:pt x="1103" y="337"/>
                    <a:pt x="1106" y="318"/>
                    <a:pt x="1111" y="324"/>
                  </a:cubicBezTo>
                  <a:cubicBezTo>
                    <a:pt x="1120" y="336"/>
                    <a:pt x="1117" y="353"/>
                    <a:pt x="1118" y="368"/>
                  </a:cubicBezTo>
                  <a:cubicBezTo>
                    <a:pt x="1123" y="428"/>
                    <a:pt x="1114" y="496"/>
                    <a:pt x="1143" y="551"/>
                  </a:cubicBezTo>
                  <a:cubicBezTo>
                    <a:pt x="1147" y="495"/>
                    <a:pt x="1146" y="456"/>
                    <a:pt x="1162" y="406"/>
                  </a:cubicBezTo>
                  <a:cubicBezTo>
                    <a:pt x="1164" y="440"/>
                    <a:pt x="1162" y="474"/>
                    <a:pt x="1168" y="507"/>
                  </a:cubicBezTo>
                  <a:cubicBezTo>
                    <a:pt x="1170" y="517"/>
                    <a:pt x="1173" y="466"/>
                    <a:pt x="1175" y="476"/>
                  </a:cubicBezTo>
                  <a:cubicBezTo>
                    <a:pt x="1193" y="557"/>
                    <a:pt x="1181" y="645"/>
                    <a:pt x="1194" y="728"/>
                  </a:cubicBezTo>
                  <a:cubicBezTo>
                    <a:pt x="1202" y="669"/>
                    <a:pt x="1198" y="608"/>
                    <a:pt x="1213" y="551"/>
                  </a:cubicBezTo>
                  <a:cubicBezTo>
                    <a:pt x="1216" y="538"/>
                    <a:pt x="1220" y="577"/>
                    <a:pt x="1225" y="589"/>
                  </a:cubicBezTo>
                  <a:cubicBezTo>
                    <a:pt x="1230" y="602"/>
                    <a:pt x="1238" y="614"/>
                    <a:pt x="1244" y="627"/>
                  </a:cubicBezTo>
                  <a:cubicBezTo>
                    <a:pt x="1250" y="652"/>
                    <a:pt x="1247" y="702"/>
                    <a:pt x="1276" y="659"/>
                  </a:cubicBezTo>
                  <a:cubicBezTo>
                    <a:pt x="1280" y="686"/>
                    <a:pt x="1281" y="714"/>
                    <a:pt x="1288" y="741"/>
                  </a:cubicBezTo>
                  <a:cubicBezTo>
                    <a:pt x="1293" y="760"/>
                    <a:pt x="1307" y="798"/>
                    <a:pt x="1307" y="798"/>
                  </a:cubicBezTo>
                  <a:cubicBezTo>
                    <a:pt x="1309" y="789"/>
                    <a:pt x="1313" y="763"/>
                    <a:pt x="1314" y="772"/>
                  </a:cubicBezTo>
                  <a:cubicBezTo>
                    <a:pt x="1319" y="814"/>
                    <a:pt x="1315" y="857"/>
                    <a:pt x="1320" y="899"/>
                  </a:cubicBezTo>
                  <a:cubicBezTo>
                    <a:pt x="1326" y="958"/>
                    <a:pt x="1350" y="1009"/>
                    <a:pt x="1370" y="1063"/>
                  </a:cubicBezTo>
                  <a:cubicBezTo>
                    <a:pt x="1386" y="1024"/>
                    <a:pt x="1394" y="984"/>
                    <a:pt x="1402" y="943"/>
                  </a:cubicBezTo>
                  <a:cubicBezTo>
                    <a:pt x="1411" y="1030"/>
                    <a:pt x="1444" y="1083"/>
                    <a:pt x="1459" y="1164"/>
                  </a:cubicBezTo>
                  <a:cubicBezTo>
                    <a:pt x="1464" y="1128"/>
                    <a:pt x="1465" y="1092"/>
                    <a:pt x="1471" y="1057"/>
                  </a:cubicBezTo>
                  <a:cubicBezTo>
                    <a:pt x="1472" y="1050"/>
                    <a:pt x="1471" y="1038"/>
                    <a:pt x="1478" y="1038"/>
                  </a:cubicBezTo>
                  <a:cubicBezTo>
                    <a:pt x="1484" y="1038"/>
                    <a:pt x="1478" y="1051"/>
                    <a:pt x="1478" y="1057"/>
                  </a:cubicBezTo>
                </a:path>
              </a:pathLst>
            </a:custGeom>
            <a:noFill/>
            <a:ln w="9525" cap="flat" cmpd="sng">
              <a:solidFill>
                <a:srgbClr val="FF3300"/>
              </a:solidFill>
              <a:prstDash val="solid"/>
              <a:round/>
              <a:headEnd/>
              <a:tailEnd/>
            </a:ln>
            <a:effectLst/>
          </p:spPr>
          <p:txBody>
            <a:bodyPr wrap="none" anchor="ctr"/>
            <a:lstStyle/>
            <a:p>
              <a:endParaRPr lang="en-GB" sz="1600"/>
            </a:p>
          </p:txBody>
        </p:sp>
        <p:sp>
          <p:nvSpPr>
            <p:cNvPr id="135331" name="Freeform 163"/>
            <p:cNvSpPr>
              <a:spLocks/>
            </p:cNvSpPr>
            <p:nvPr/>
          </p:nvSpPr>
          <p:spPr bwMode="auto">
            <a:xfrm>
              <a:off x="1918" y="2583"/>
              <a:ext cx="1492" cy="1162"/>
            </a:xfrm>
            <a:custGeom>
              <a:avLst/>
              <a:gdLst/>
              <a:ahLst/>
              <a:cxnLst>
                <a:cxn ang="0">
                  <a:pos x="34" y="1093"/>
                </a:cxn>
                <a:cxn ang="0">
                  <a:pos x="72" y="1093"/>
                </a:cxn>
                <a:cxn ang="0">
                  <a:pos x="91" y="1112"/>
                </a:cxn>
                <a:cxn ang="0">
                  <a:pos x="160" y="1086"/>
                </a:cxn>
                <a:cxn ang="0">
                  <a:pos x="173" y="1124"/>
                </a:cxn>
                <a:cxn ang="0">
                  <a:pos x="223" y="1143"/>
                </a:cxn>
                <a:cxn ang="0">
                  <a:pos x="287" y="1143"/>
                </a:cxn>
                <a:cxn ang="0">
                  <a:pos x="337" y="1162"/>
                </a:cxn>
                <a:cxn ang="0">
                  <a:pos x="369" y="1124"/>
                </a:cxn>
                <a:cxn ang="0">
                  <a:pos x="432" y="1105"/>
                </a:cxn>
                <a:cxn ang="0">
                  <a:pos x="495" y="1068"/>
                </a:cxn>
                <a:cxn ang="0">
                  <a:pos x="533" y="1061"/>
                </a:cxn>
                <a:cxn ang="0">
                  <a:pos x="571" y="1061"/>
                </a:cxn>
                <a:cxn ang="0">
                  <a:pos x="590" y="1074"/>
                </a:cxn>
                <a:cxn ang="0">
                  <a:pos x="621" y="954"/>
                </a:cxn>
                <a:cxn ang="0">
                  <a:pos x="628" y="973"/>
                </a:cxn>
                <a:cxn ang="0">
                  <a:pos x="634" y="948"/>
                </a:cxn>
                <a:cxn ang="0">
                  <a:pos x="647" y="922"/>
                </a:cxn>
                <a:cxn ang="0">
                  <a:pos x="691" y="809"/>
                </a:cxn>
                <a:cxn ang="0">
                  <a:pos x="741" y="657"/>
                </a:cxn>
                <a:cxn ang="0">
                  <a:pos x="767" y="606"/>
                </a:cxn>
                <a:cxn ang="0">
                  <a:pos x="798" y="531"/>
                </a:cxn>
                <a:cxn ang="0">
                  <a:pos x="805" y="499"/>
                </a:cxn>
                <a:cxn ang="0">
                  <a:pos x="811" y="480"/>
                </a:cxn>
                <a:cxn ang="0">
                  <a:pos x="823" y="430"/>
                </a:cxn>
                <a:cxn ang="0">
                  <a:pos x="861" y="329"/>
                </a:cxn>
                <a:cxn ang="0">
                  <a:pos x="956" y="120"/>
                </a:cxn>
                <a:cxn ang="0">
                  <a:pos x="988" y="101"/>
                </a:cxn>
                <a:cxn ang="0">
                  <a:pos x="1007" y="63"/>
                </a:cxn>
                <a:cxn ang="0">
                  <a:pos x="1013" y="89"/>
                </a:cxn>
                <a:cxn ang="0">
                  <a:pos x="1019" y="108"/>
                </a:cxn>
                <a:cxn ang="0">
                  <a:pos x="1057" y="57"/>
                </a:cxn>
                <a:cxn ang="0">
                  <a:pos x="1063" y="89"/>
                </a:cxn>
                <a:cxn ang="0">
                  <a:pos x="1070" y="114"/>
                </a:cxn>
                <a:cxn ang="0">
                  <a:pos x="1095" y="82"/>
                </a:cxn>
                <a:cxn ang="0">
                  <a:pos x="1101" y="57"/>
                </a:cxn>
                <a:cxn ang="0">
                  <a:pos x="1108" y="38"/>
                </a:cxn>
                <a:cxn ang="0">
                  <a:pos x="1127" y="82"/>
                </a:cxn>
                <a:cxn ang="0">
                  <a:pos x="1146" y="57"/>
                </a:cxn>
                <a:cxn ang="0">
                  <a:pos x="1152" y="32"/>
                </a:cxn>
                <a:cxn ang="0">
                  <a:pos x="1171" y="82"/>
                </a:cxn>
                <a:cxn ang="0">
                  <a:pos x="1215" y="25"/>
                </a:cxn>
                <a:cxn ang="0">
                  <a:pos x="1259" y="13"/>
                </a:cxn>
                <a:cxn ang="0">
                  <a:pos x="1291" y="44"/>
                </a:cxn>
                <a:cxn ang="0">
                  <a:pos x="1303" y="19"/>
                </a:cxn>
                <a:cxn ang="0">
                  <a:pos x="1335" y="57"/>
                </a:cxn>
                <a:cxn ang="0">
                  <a:pos x="1392" y="0"/>
                </a:cxn>
                <a:cxn ang="0">
                  <a:pos x="1417" y="76"/>
                </a:cxn>
                <a:cxn ang="0">
                  <a:pos x="1442" y="70"/>
                </a:cxn>
                <a:cxn ang="0">
                  <a:pos x="1461" y="70"/>
                </a:cxn>
                <a:cxn ang="0">
                  <a:pos x="1474" y="133"/>
                </a:cxn>
                <a:cxn ang="0">
                  <a:pos x="1487" y="120"/>
                </a:cxn>
              </a:cxnLst>
              <a:rect l="0" t="0" r="r" b="b"/>
              <a:pathLst>
                <a:path w="1492" h="1162">
                  <a:moveTo>
                    <a:pt x="34" y="1093"/>
                  </a:moveTo>
                  <a:cubicBezTo>
                    <a:pt x="106" y="1138"/>
                    <a:pt x="0" y="1080"/>
                    <a:pt x="72" y="1093"/>
                  </a:cubicBezTo>
                  <a:cubicBezTo>
                    <a:pt x="81" y="1095"/>
                    <a:pt x="85" y="1106"/>
                    <a:pt x="91" y="1112"/>
                  </a:cubicBezTo>
                  <a:cubicBezTo>
                    <a:pt x="108" y="1103"/>
                    <a:pt x="141" y="1084"/>
                    <a:pt x="160" y="1086"/>
                  </a:cubicBezTo>
                  <a:cubicBezTo>
                    <a:pt x="161" y="1086"/>
                    <a:pt x="173" y="1123"/>
                    <a:pt x="173" y="1124"/>
                  </a:cubicBezTo>
                  <a:cubicBezTo>
                    <a:pt x="223" y="1112"/>
                    <a:pt x="180" y="1129"/>
                    <a:pt x="223" y="1143"/>
                  </a:cubicBezTo>
                  <a:cubicBezTo>
                    <a:pt x="281" y="1121"/>
                    <a:pt x="264" y="1109"/>
                    <a:pt x="287" y="1143"/>
                  </a:cubicBezTo>
                  <a:cubicBezTo>
                    <a:pt x="337" y="1131"/>
                    <a:pt x="327" y="1099"/>
                    <a:pt x="337" y="1162"/>
                  </a:cubicBezTo>
                  <a:cubicBezTo>
                    <a:pt x="349" y="1150"/>
                    <a:pt x="354" y="1132"/>
                    <a:pt x="369" y="1124"/>
                  </a:cubicBezTo>
                  <a:cubicBezTo>
                    <a:pt x="388" y="1114"/>
                    <a:pt x="411" y="1113"/>
                    <a:pt x="432" y="1105"/>
                  </a:cubicBezTo>
                  <a:cubicBezTo>
                    <a:pt x="471" y="1162"/>
                    <a:pt x="468" y="1081"/>
                    <a:pt x="495" y="1068"/>
                  </a:cubicBezTo>
                  <a:cubicBezTo>
                    <a:pt x="507" y="1062"/>
                    <a:pt x="520" y="1063"/>
                    <a:pt x="533" y="1061"/>
                  </a:cubicBezTo>
                  <a:cubicBezTo>
                    <a:pt x="577" y="994"/>
                    <a:pt x="545" y="1028"/>
                    <a:pt x="571" y="1061"/>
                  </a:cubicBezTo>
                  <a:cubicBezTo>
                    <a:pt x="576" y="1067"/>
                    <a:pt x="584" y="1070"/>
                    <a:pt x="590" y="1074"/>
                  </a:cubicBezTo>
                  <a:cubicBezTo>
                    <a:pt x="600" y="1033"/>
                    <a:pt x="614" y="996"/>
                    <a:pt x="621" y="954"/>
                  </a:cubicBezTo>
                  <a:cubicBezTo>
                    <a:pt x="623" y="960"/>
                    <a:pt x="622" y="976"/>
                    <a:pt x="628" y="973"/>
                  </a:cubicBezTo>
                  <a:cubicBezTo>
                    <a:pt x="636" y="969"/>
                    <a:pt x="631" y="956"/>
                    <a:pt x="634" y="948"/>
                  </a:cubicBezTo>
                  <a:cubicBezTo>
                    <a:pt x="637" y="939"/>
                    <a:pt x="643" y="931"/>
                    <a:pt x="647" y="922"/>
                  </a:cubicBezTo>
                  <a:cubicBezTo>
                    <a:pt x="664" y="883"/>
                    <a:pt x="665" y="843"/>
                    <a:pt x="691" y="809"/>
                  </a:cubicBezTo>
                  <a:cubicBezTo>
                    <a:pt x="707" y="758"/>
                    <a:pt x="725" y="708"/>
                    <a:pt x="741" y="657"/>
                  </a:cubicBezTo>
                  <a:cubicBezTo>
                    <a:pt x="747" y="639"/>
                    <a:pt x="760" y="624"/>
                    <a:pt x="767" y="606"/>
                  </a:cubicBezTo>
                  <a:cubicBezTo>
                    <a:pt x="773" y="575"/>
                    <a:pt x="784" y="559"/>
                    <a:pt x="798" y="531"/>
                  </a:cubicBezTo>
                  <a:cubicBezTo>
                    <a:pt x="800" y="520"/>
                    <a:pt x="802" y="510"/>
                    <a:pt x="805" y="499"/>
                  </a:cubicBezTo>
                  <a:cubicBezTo>
                    <a:pt x="807" y="493"/>
                    <a:pt x="809" y="486"/>
                    <a:pt x="811" y="480"/>
                  </a:cubicBezTo>
                  <a:cubicBezTo>
                    <a:pt x="815" y="463"/>
                    <a:pt x="823" y="430"/>
                    <a:pt x="823" y="430"/>
                  </a:cubicBezTo>
                  <a:cubicBezTo>
                    <a:pt x="829" y="374"/>
                    <a:pt x="816" y="351"/>
                    <a:pt x="861" y="329"/>
                  </a:cubicBezTo>
                  <a:cubicBezTo>
                    <a:pt x="879" y="256"/>
                    <a:pt x="921" y="187"/>
                    <a:pt x="956" y="120"/>
                  </a:cubicBezTo>
                  <a:cubicBezTo>
                    <a:pt x="967" y="153"/>
                    <a:pt x="958" y="145"/>
                    <a:pt x="988" y="101"/>
                  </a:cubicBezTo>
                  <a:cubicBezTo>
                    <a:pt x="1003" y="79"/>
                    <a:pt x="998" y="86"/>
                    <a:pt x="1007" y="63"/>
                  </a:cubicBezTo>
                  <a:cubicBezTo>
                    <a:pt x="1009" y="72"/>
                    <a:pt x="1011" y="80"/>
                    <a:pt x="1013" y="89"/>
                  </a:cubicBezTo>
                  <a:cubicBezTo>
                    <a:pt x="1015" y="95"/>
                    <a:pt x="1014" y="112"/>
                    <a:pt x="1019" y="108"/>
                  </a:cubicBezTo>
                  <a:cubicBezTo>
                    <a:pt x="1036" y="96"/>
                    <a:pt x="1057" y="57"/>
                    <a:pt x="1057" y="57"/>
                  </a:cubicBezTo>
                  <a:cubicBezTo>
                    <a:pt x="1059" y="68"/>
                    <a:pt x="1061" y="78"/>
                    <a:pt x="1063" y="89"/>
                  </a:cubicBezTo>
                  <a:cubicBezTo>
                    <a:pt x="1065" y="97"/>
                    <a:pt x="1062" y="116"/>
                    <a:pt x="1070" y="114"/>
                  </a:cubicBezTo>
                  <a:cubicBezTo>
                    <a:pt x="1083" y="111"/>
                    <a:pt x="1087" y="93"/>
                    <a:pt x="1095" y="82"/>
                  </a:cubicBezTo>
                  <a:cubicBezTo>
                    <a:pt x="1097" y="74"/>
                    <a:pt x="1099" y="65"/>
                    <a:pt x="1101" y="57"/>
                  </a:cubicBezTo>
                  <a:cubicBezTo>
                    <a:pt x="1103" y="51"/>
                    <a:pt x="1102" y="36"/>
                    <a:pt x="1108" y="38"/>
                  </a:cubicBezTo>
                  <a:cubicBezTo>
                    <a:pt x="1112" y="39"/>
                    <a:pt x="1125" y="76"/>
                    <a:pt x="1127" y="82"/>
                  </a:cubicBezTo>
                  <a:cubicBezTo>
                    <a:pt x="1133" y="74"/>
                    <a:pt x="1141" y="66"/>
                    <a:pt x="1146" y="57"/>
                  </a:cubicBezTo>
                  <a:cubicBezTo>
                    <a:pt x="1150" y="49"/>
                    <a:pt x="1144" y="29"/>
                    <a:pt x="1152" y="32"/>
                  </a:cubicBezTo>
                  <a:cubicBezTo>
                    <a:pt x="1156" y="33"/>
                    <a:pt x="1168" y="74"/>
                    <a:pt x="1171" y="82"/>
                  </a:cubicBezTo>
                  <a:cubicBezTo>
                    <a:pt x="1195" y="67"/>
                    <a:pt x="1198" y="49"/>
                    <a:pt x="1215" y="25"/>
                  </a:cubicBezTo>
                  <a:cubicBezTo>
                    <a:pt x="1239" y="60"/>
                    <a:pt x="1244" y="44"/>
                    <a:pt x="1259" y="13"/>
                  </a:cubicBezTo>
                  <a:cubicBezTo>
                    <a:pt x="1269" y="48"/>
                    <a:pt x="1254" y="81"/>
                    <a:pt x="1291" y="44"/>
                  </a:cubicBezTo>
                  <a:cubicBezTo>
                    <a:pt x="1295" y="36"/>
                    <a:pt x="1294" y="21"/>
                    <a:pt x="1303" y="19"/>
                  </a:cubicBezTo>
                  <a:cubicBezTo>
                    <a:pt x="1310" y="18"/>
                    <a:pt x="1332" y="53"/>
                    <a:pt x="1335" y="57"/>
                  </a:cubicBezTo>
                  <a:cubicBezTo>
                    <a:pt x="1363" y="42"/>
                    <a:pt x="1374" y="26"/>
                    <a:pt x="1392" y="0"/>
                  </a:cubicBezTo>
                  <a:cubicBezTo>
                    <a:pt x="1397" y="29"/>
                    <a:pt x="1401" y="51"/>
                    <a:pt x="1417" y="76"/>
                  </a:cubicBezTo>
                  <a:cubicBezTo>
                    <a:pt x="1425" y="74"/>
                    <a:pt x="1435" y="75"/>
                    <a:pt x="1442" y="70"/>
                  </a:cubicBezTo>
                  <a:cubicBezTo>
                    <a:pt x="1459" y="56"/>
                    <a:pt x="1437" y="32"/>
                    <a:pt x="1461" y="70"/>
                  </a:cubicBezTo>
                  <a:cubicBezTo>
                    <a:pt x="1477" y="159"/>
                    <a:pt x="1460" y="67"/>
                    <a:pt x="1474" y="133"/>
                  </a:cubicBezTo>
                  <a:cubicBezTo>
                    <a:pt x="1492" y="217"/>
                    <a:pt x="1487" y="222"/>
                    <a:pt x="1487" y="120"/>
                  </a:cubicBezTo>
                </a:path>
              </a:pathLst>
            </a:custGeom>
            <a:noFill/>
            <a:ln w="9525" cap="flat" cmpd="sng">
              <a:solidFill>
                <a:srgbClr val="FF3300"/>
              </a:solidFill>
              <a:prstDash val="solid"/>
              <a:round/>
              <a:headEnd/>
              <a:tailEnd/>
            </a:ln>
            <a:effectLst/>
          </p:spPr>
          <p:txBody>
            <a:bodyPr wrap="none" anchor="ctr"/>
            <a:lstStyle/>
            <a:p>
              <a:endParaRPr lang="en-GB" sz="1600"/>
            </a:p>
          </p:txBody>
        </p:sp>
        <p:sp>
          <p:nvSpPr>
            <p:cNvPr id="135332" name="Freeform 164"/>
            <p:cNvSpPr>
              <a:spLocks/>
            </p:cNvSpPr>
            <p:nvPr/>
          </p:nvSpPr>
          <p:spPr bwMode="auto">
            <a:xfrm>
              <a:off x="1999" y="2533"/>
              <a:ext cx="1349" cy="1269"/>
            </a:xfrm>
            <a:custGeom>
              <a:avLst/>
              <a:gdLst/>
              <a:ahLst/>
              <a:cxnLst>
                <a:cxn ang="0">
                  <a:pos x="4" y="151"/>
                </a:cxn>
                <a:cxn ang="0">
                  <a:pos x="42" y="95"/>
                </a:cxn>
                <a:cxn ang="0">
                  <a:pos x="67" y="57"/>
                </a:cxn>
                <a:cxn ang="0">
                  <a:pos x="73" y="76"/>
                </a:cxn>
                <a:cxn ang="0">
                  <a:pos x="67" y="95"/>
                </a:cxn>
                <a:cxn ang="0">
                  <a:pos x="99" y="38"/>
                </a:cxn>
                <a:cxn ang="0">
                  <a:pos x="143" y="13"/>
                </a:cxn>
                <a:cxn ang="0">
                  <a:pos x="149" y="69"/>
                </a:cxn>
                <a:cxn ang="0">
                  <a:pos x="168" y="63"/>
                </a:cxn>
                <a:cxn ang="0">
                  <a:pos x="200" y="19"/>
                </a:cxn>
                <a:cxn ang="0">
                  <a:pos x="212" y="101"/>
                </a:cxn>
                <a:cxn ang="0">
                  <a:pos x="231" y="63"/>
                </a:cxn>
                <a:cxn ang="0">
                  <a:pos x="257" y="0"/>
                </a:cxn>
                <a:cxn ang="0">
                  <a:pos x="263" y="95"/>
                </a:cxn>
                <a:cxn ang="0">
                  <a:pos x="295" y="82"/>
                </a:cxn>
                <a:cxn ang="0">
                  <a:pos x="320" y="31"/>
                </a:cxn>
                <a:cxn ang="0">
                  <a:pos x="358" y="63"/>
                </a:cxn>
                <a:cxn ang="0">
                  <a:pos x="383" y="145"/>
                </a:cxn>
                <a:cxn ang="0">
                  <a:pos x="402" y="126"/>
                </a:cxn>
                <a:cxn ang="0">
                  <a:pos x="408" y="107"/>
                </a:cxn>
                <a:cxn ang="0">
                  <a:pos x="433" y="164"/>
                </a:cxn>
                <a:cxn ang="0">
                  <a:pos x="452" y="189"/>
                </a:cxn>
                <a:cxn ang="0">
                  <a:pos x="478" y="158"/>
                </a:cxn>
                <a:cxn ang="0">
                  <a:pos x="484" y="133"/>
                </a:cxn>
                <a:cxn ang="0">
                  <a:pos x="497" y="151"/>
                </a:cxn>
                <a:cxn ang="0">
                  <a:pos x="516" y="227"/>
                </a:cxn>
                <a:cxn ang="0">
                  <a:pos x="547" y="259"/>
                </a:cxn>
                <a:cxn ang="0">
                  <a:pos x="553" y="335"/>
                </a:cxn>
                <a:cxn ang="0">
                  <a:pos x="572" y="322"/>
                </a:cxn>
                <a:cxn ang="0">
                  <a:pos x="579" y="341"/>
                </a:cxn>
                <a:cxn ang="0">
                  <a:pos x="604" y="474"/>
                </a:cxn>
                <a:cxn ang="0">
                  <a:pos x="629" y="398"/>
                </a:cxn>
                <a:cxn ang="0">
                  <a:pos x="673" y="606"/>
                </a:cxn>
                <a:cxn ang="0">
                  <a:pos x="699" y="657"/>
                </a:cxn>
                <a:cxn ang="0">
                  <a:pos x="718" y="638"/>
                </a:cxn>
                <a:cxn ang="0">
                  <a:pos x="737" y="663"/>
                </a:cxn>
                <a:cxn ang="0">
                  <a:pos x="756" y="859"/>
                </a:cxn>
                <a:cxn ang="0">
                  <a:pos x="781" y="859"/>
                </a:cxn>
                <a:cxn ang="0">
                  <a:pos x="800" y="941"/>
                </a:cxn>
                <a:cxn ang="0">
                  <a:pos x="831" y="979"/>
                </a:cxn>
                <a:cxn ang="0">
                  <a:pos x="983" y="1225"/>
                </a:cxn>
                <a:cxn ang="0">
                  <a:pos x="995" y="1244"/>
                </a:cxn>
                <a:cxn ang="0">
                  <a:pos x="1059" y="1175"/>
                </a:cxn>
                <a:cxn ang="0">
                  <a:pos x="1078" y="1244"/>
                </a:cxn>
                <a:cxn ang="0">
                  <a:pos x="1135" y="1225"/>
                </a:cxn>
                <a:cxn ang="0">
                  <a:pos x="1198" y="1149"/>
                </a:cxn>
                <a:cxn ang="0">
                  <a:pos x="1204" y="1181"/>
                </a:cxn>
                <a:cxn ang="0">
                  <a:pos x="1210" y="1206"/>
                </a:cxn>
                <a:cxn ang="0">
                  <a:pos x="1236" y="1194"/>
                </a:cxn>
                <a:cxn ang="0">
                  <a:pos x="1261" y="1194"/>
                </a:cxn>
                <a:cxn ang="0">
                  <a:pos x="1280" y="1181"/>
                </a:cxn>
                <a:cxn ang="0">
                  <a:pos x="1305" y="1124"/>
                </a:cxn>
                <a:cxn ang="0">
                  <a:pos x="1330" y="1130"/>
                </a:cxn>
                <a:cxn ang="0">
                  <a:pos x="1349" y="1137"/>
                </a:cxn>
                <a:cxn ang="0">
                  <a:pos x="1330" y="1143"/>
                </a:cxn>
                <a:cxn ang="0">
                  <a:pos x="1273" y="1156"/>
                </a:cxn>
              </a:cxnLst>
              <a:rect l="0" t="0" r="r" b="b"/>
              <a:pathLst>
                <a:path w="1349" h="1269">
                  <a:moveTo>
                    <a:pt x="4" y="151"/>
                  </a:moveTo>
                  <a:cubicBezTo>
                    <a:pt x="46" y="82"/>
                    <a:pt x="0" y="155"/>
                    <a:pt x="42" y="95"/>
                  </a:cubicBezTo>
                  <a:cubicBezTo>
                    <a:pt x="51" y="83"/>
                    <a:pt x="67" y="57"/>
                    <a:pt x="67" y="57"/>
                  </a:cubicBezTo>
                  <a:cubicBezTo>
                    <a:pt x="69" y="63"/>
                    <a:pt x="73" y="69"/>
                    <a:pt x="73" y="76"/>
                  </a:cubicBezTo>
                  <a:cubicBezTo>
                    <a:pt x="73" y="83"/>
                    <a:pt x="64" y="101"/>
                    <a:pt x="67" y="95"/>
                  </a:cubicBezTo>
                  <a:cubicBezTo>
                    <a:pt x="103" y="28"/>
                    <a:pt x="56" y="95"/>
                    <a:pt x="99" y="38"/>
                  </a:cubicBezTo>
                  <a:cubicBezTo>
                    <a:pt x="112" y="81"/>
                    <a:pt x="118" y="36"/>
                    <a:pt x="143" y="13"/>
                  </a:cubicBezTo>
                  <a:cubicBezTo>
                    <a:pt x="145" y="32"/>
                    <a:pt x="141" y="52"/>
                    <a:pt x="149" y="69"/>
                  </a:cubicBezTo>
                  <a:cubicBezTo>
                    <a:pt x="152" y="75"/>
                    <a:pt x="163" y="68"/>
                    <a:pt x="168" y="63"/>
                  </a:cubicBezTo>
                  <a:cubicBezTo>
                    <a:pt x="181" y="50"/>
                    <a:pt x="200" y="19"/>
                    <a:pt x="200" y="19"/>
                  </a:cubicBezTo>
                  <a:cubicBezTo>
                    <a:pt x="208" y="45"/>
                    <a:pt x="192" y="81"/>
                    <a:pt x="212" y="101"/>
                  </a:cubicBezTo>
                  <a:cubicBezTo>
                    <a:pt x="222" y="111"/>
                    <a:pt x="225" y="76"/>
                    <a:pt x="231" y="63"/>
                  </a:cubicBezTo>
                  <a:cubicBezTo>
                    <a:pt x="240" y="42"/>
                    <a:pt x="249" y="21"/>
                    <a:pt x="257" y="0"/>
                  </a:cubicBezTo>
                  <a:cubicBezTo>
                    <a:pt x="259" y="32"/>
                    <a:pt x="250" y="66"/>
                    <a:pt x="263" y="95"/>
                  </a:cubicBezTo>
                  <a:cubicBezTo>
                    <a:pt x="268" y="105"/>
                    <a:pt x="287" y="90"/>
                    <a:pt x="295" y="82"/>
                  </a:cubicBezTo>
                  <a:cubicBezTo>
                    <a:pt x="308" y="68"/>
                    <a:pt x="309" y="47"/>
                    <a:pt x="320" y="31"/>
                  </a:cubicBezTo>
                  <a:cubicBezTo>
                    <a:pt x="325" y="93"/>
                    <a:pt x="324" y="147"/>
                    <a:pt x="358" y="63"/>
                  </a:cubicBezTo>
                  <a:cubicBezTo>
                    <a:pt x="367" y="90"/>
                    <a:pt x="374" y="118"/>
                    <a:pt x="383" y="145"/>
                  </a:cubicBezTo>
                  <a:cubicBezTo>
                    <a:pt x="389" y="139"/>
                    <a:pt x="397" y="133"/>
                    <a:pt x="402" y="126"/>
                  </a:cubicBezTo>
                  <a:cubicBezTo>
                    <a:pt x="406" y="120"/>
                    <a:pt x="403" y="103"/>
                    <a:pt x="408" y="107"/>
                  </a:cubicBezTo>
                  <a:cubicBezTo>
                    <a:pt x="419" y="115"/>
                    <a:pt x="428" y="148"/>
                    <a:pt x="433" y="164"/>
                  </a:cubicBezTo>
                  <a:cubicBezTo>
                    <a:pt x="444" y="244"/>
                    <a:pt x="431" y="220"/>
                    <a:pt x="452" y="189"/>
                  </a:cubicBezTo>
                  <a:cubicBezTo>
                    <a:pt x="459" y="178"/>
                    <a:pt x="469" y="168"/>
                    <a:pt x="478" y="158"/>
                  </a:cubicBezTo>
                  <a:cubicBezTo>
                    <a:pt x="480" y="150"/>
                    <a:pt x="476" y="136"/>
                    <a:pt x="484" y="133"/>
                  </a:cubicBezTo>
                  <a:cubicBezTo>
                    <a:pt x="491" y="130"/>
                    <a:pt x="494" y="144"/>
                    <a:pt x="497" y="151"/>
                  </a:cubicBezTo>
                  <a:cubicBezTo>
                    <a:pt x="507" y="175"/>
                    <a:pt x="507" y="203"/>
                    <a:pt x="516" y="227"/>
                  </a:cubicBezTo>
                  <a:cubicBezTo>
                    <a:pt x="555" y="176"/>
                    <a:pt x="538" y="223"/>
                    <a:pt x="547" y="259"/>
                  </a:cubicBezTo>
                  <a:cubicBezTo>
                    <a:pt x="549" y="284"/>
                    <a:pt x="544" y="311"/>
                    <a:pt x="553" y="335"/>
                  </a:cubicBezTo>
                  <a:cubicBezTo>
                    <a:pt x="556" y="342"/>
                    <a:pt x="565" y="320"/>
                    <a:pt x="572" y="322"/>
                  </a:cubicBezTo>
                  <a:cubicBezTo>
                    <a:pt x="579" y="324"/>
                    <a:pt x="577" y="335"/>
                    <a:pt x="579" y="341"/>
                  </a:cubicBezTo>
                  <a:cubicBezTo>
                    <a:pt x="603" y="265"/>
                    <a:pt x="581" y="428"/>
                    <a:pt x="604" y="474"/>
                  </a:cubicBezTo>
                  <a:cubicBezTo>
                    <a:pt x="610" y="444"/>
                    <a:pt x="616" y="425"/>
                    <a:pt x="629" y="398"/>
                  </a:cubicBezTo>
                  <a:cubicBezTo>
                    <a:pt x="652" y="465"/>
                    <a:pt x="652" y="538"/>
                    <a:pt x="673" y="606"/>
                  </a:cubicBezTo>
                  <a:cubicBezTo>
                    <a:pt x="699" y="544"/>
                    <a:pt x="687" y="463"/>
                    <a:pt x="699" y="657"/>
                  </a:cubicBezTo>
                  <a:cubicBezTo>
                    <a:pt x="705" y="651"/>
                    <a:pt x="714" y="630"/>
                    <a:pt x="718" y="638"/>
                  </a:cubicBezTo>
                  <a:cubicBezTo>
                    <a:pt x="738" y="683"/>
                    <a:pt x="709" y="772"/>
                    <a:pt x="737" y="663"/>
                  </a:cubicBezTo>
                  <a:cubicBezTo>
                    <a:pt x="741" y="765"/>
                    <a:pt x="742" y="782"/>
                    <a:pt x="756" y="859"/>
                  </a:cubicBezTo>
                  <a:cubicBezTo>
                    <a:pt x="759" y="847"/>
                    <a:pt x="764" y="798"/>
                    <a:pt x="781" y="859"/>
                  </a:cubicBezTo>
                  <a:cubicBezTo>
                    <a:pt x="811" y="963"/>
                    <a:pt x="767" y="892"/>
                    <a:pt x="800" y="941"/>
                  </a:cubicBezTo>
                  <a:cubicBezTo>
                    <a:pt x="811" y="975"/>
                    <a:pt x="789" y="1021"/>
                    <a:pt x="831" y="979"/>
                  </a:cubicBezTo>
                  <a:cubicBezTo>
                    <a:pt x="862" y="1040"/>
                    <a:pt x="953" y="1165"/>
                    <a:pt x="983" y="1225"/>
                  </a:cubicBezTo>
                  <a:cubicBezTo>
                    <a:pt x="1010" y="1269"/>
                    <a:pt x="982" y="1252"/>
                    <a:pt x="995" y="1244"/>
                  </a:cubicBezTo>
                  <a:cubicBezTo>
                    <a:pt x="1013" y="1190"/>
                    <a:pt x="1027" y="1222"/>
                    <a:pt x="1059" y="1175"/>
                  </a:cubicBezTo>
                  <a:cubicBezTo>
                    <a:pt x="1074" y="1223"/>
                    <a:pt x="1068" y="1200"/>
                    <a:pt x="1078" y="1244"/>
                  </a:cubicBezTo>
                  <a:cubicBezTo>
                    <a:pt x="1109" y="1223"/>
                    <a:pt x="1109" y="1186"/>
                    <a:pt x="1135" y="1225"/>
                  </a:cubicBezTo>
                  <a:cubicBezTo>
                    <a:pt x="1164" y="1203"/>
                    <a:pt x="1175" y="1178"/>
                    <a:pt x="1198" y="1149"/>
                  </a:cubicBezTo>
                  <a:cubicBezTo>
                    <a:pt x="1200" y="1160"/>
                    <a:pt x="1202" y="1170"/>
                    <a:pt x="1204" y="1181"/>
                  </a:cubicBezTo>
                  <a:cubicBezTo>
                    <a:pt x="1206" y="1189"/>
                    <a:pt x="1202" y="1203"/>
                    <a:pt x="1210" y="1206"/>
                  </a:cubicBezTo>
                  <a:cubicBezTo>
                    <a:pt x="1219" y="1210"/>
                    <a:pt x="1227" y="1198"/>
                    <a:pt x="1236" y="1194"/>
                  </a:cubicBezTo>
                  <a:cubicBezTo>
                    <a:pt x="1264" y="1149"/>
                    <a:pt x="1231" y="1188"/>
                    <a:pt x="1261" y="1194"/>
                  </a:cubicBezTo>
                  <a:cubicBezTo>
                    <a:pt x="1269" y="1195"/>
                    <a:pt x="1274" y="1185"/>
                    <a:pt x="1280" y="1181"/>
                  </a:cubicBezTo>
                  <a:cubicBezTo>
                    <a:pt x="1292" y="1162"/>
                    <a:pt x="1298" y="1145"/>
                    <a:pt x="1305" y="1124"/>
                  </a:cubicBezTo>
                  <a:cubicBezTo>
                    <a:pt x="1317" y="1187"/>
                    <a:pt x="1301" y="1145"/>
                    <a:pt x="1330" y="1130"/>
                  </a:cubicBezTo>
                  <a:cubicBezTo>
                    <a:pt x="1336" y="1127"/>
                    <a:pt x="1343" y="1135"/>
                    <a:pt x="1349" y="1137"/>
                  </a:cubicBezTo>
                  <a:cubicBezTo>
                    <a:pt x="1349" y="1137"/>
                    <a:pt x="1336" y="1140"/>
                    <a:pt x="1330" y="1143"/>
                  </a:cubicBezTo>
                  <a:cubicBezTo>
                    <a:pt x="1288" y="1161"/>
                    <a:pt x="1322" y="1156"/>
                    <a:pt x="1273" y="1156"/>
                  </a:cubicBezTo>
                </a:path>
              </a:pathLst>
            </a:custGeom>
            <a:noFill/>
            <a:ln w="9525" cap="flat" cmpd="sng">
              <a:solidFill>
                <a:srgbClr val="FF3300"/>
              </a:solidFill>
              <a:prstDash val="solid"/>
              <a:round/>
              <a:headEnd/>
              <a:tailEnd/>
            </a:ln>
            <a:effectLst/>
          </p:spPr>
          <p:txBody>
            <a:bodyPr wrap="none" anchor="ctr"/>
            <a:lstStyle/>
            <a:p>
              <a:endParaRPr lang="en-GB" sz="1600"/>
            </a:p>
          </p:txBody>
        </p:sp>
        <p:sp>
          <p:nvSpPr>
            <p:cNvPr id="135333" name="Freeform 165"/>
            <p:cNvSpPr>
              <a:spLocks/>
            </p:cNvSpPr>
            <p:nvPr/>
          </p:nvSpPr>
          <p:spPr bwMode="auto">
            <a:xfrm>
              <a:off x="2047" y="2559"/>
              <a:ext cx="1396" cy="1206"/>
            </a:xfrm>
            <a:custGeom>
              <a:avLst/>
              <a:gdLst/>
              <a:ahLst/>
              <a:cxnLst>
                <a:cxn ang="0">
                  <a:pos x="0" y="156"/>
                </a:cxn>
                <a:cxn ang="0">
                  <a:pos x="50" y="81"/>
                </a:cxn>
                <a:cxn ang="0">
                  <a:pos x="76" y="62"/>
                </a:cxn>
                <a:cxn ang="0">
                  <a:pos x="107" y="17"/>
                </a:cxn>
                <a:cxn ang="0">
                  <a:pos x="139" y="100"/>
                </a:cxn>
                <a:cxn ang="0">
                  <a:pos x="196" y="74"/>
                </a:cxn>
                <a:cxn ang="0">
                  <a:pos x="240" y="43"/>
                </a:cxn>
                <a:cxn ang="0">
                  <a:pos x="253" y="93"/>
                </a:cxn>
                <a:cxn ang="0">
                  <a:pos x="303" y="68"/>
                </a:cxn>
                <a:cxn ang="0">
                  <a:pos x="328" y="112"/>
                </a:cxn>
                <a:cxn ang="0">
                  <a:pos x="379" y="62"/>
                </a:cxn>
                <a:cxn ang="0">
                  <a:pos x="417" y="125"/>
                </a:cxn>
                <a:cxn ang="0">
                  <a:pos x="429" y="106"/>
                </a:cxn>
                <a:cxn ang="0">
                  <a:pos x="436" y="137"/>
                </a:cxn>
                <a:cxn ang="0">
                  <a:pos x="455" y="207"/>
                </a:cxn>
                <a:cxn ang="0">
                  <a:pos x="486" y="213"/>
                </a:cxn>
                <a:cxn ang="0">
                  <a:pos x="518" y="207"/>
                </a:cxn>
                <a:cxn ang="0">
                  <a:pos x="524" y="226"/>
                </a:cxn>
                <a:cxn ang="0">
                  <a:pos x="543" y="232"/>
                </a:cxn>
                <a:cxn ang="0">
                  <a:pos x="549" y="283"/>
                </a:cxn>
                <a:cxn ang="0">
                  <a:pos x="562" y="321"/>
                </a:cxn>
                <a:cxn ang="0">
                  <a:pos x="606" y="359"/>
                </a:cxn>
                <a:cxn ang="0">
                  <a:pos x="625" y="415"/>
                </a:cxn>
                <a:cxn ang="0">
                  <a:pos x="669" y="580"/>
                </a:cxn>
                <a:cxn ang="0">
                  <a:pos x="695" y="719"/>
                </a:cxn>
                <a:cxn ang="0">
                  <a:pos x="701" y="693"/>
                </a:cxn>
                <a:cxn ang="0">
                  <a:pos x="707" y="712"/>
                </a:cxn>
                <a:cxn ang="0">
                  <a:pos x="714" y="731"/>
                </a:cxn>
                <a:cxn ang="0">
                  <a:pos x="733" y="807"/>
                </a:cxn>
                <a:cxn ang="0">
                  <a:pos x="739" y="895"/>
                </a:cxn>
                <a:cxn ang="0">
                  <a:pos x="758" y="927"/>
                </a:cxn>
                <a:cxn ang="0">
                  <a:pos x="802" y="1041"/>
                </a:cxn>
                <a:cxn ang="0">
                  <a:pos x="846" y="1041"/>
                </a:cxn>
                <a:cxn ang="0">
                  <a:pos x="922" y="1116"/>
                </a:cxn>
                <a:cxn ang="0">
                  <a:pos x="947" y="1186"/>
                </a:cxn>
                <a:cxn ang="0">
                  <a:pos x="934" y="1186"/>
                </a:cxn>
                <a:cxn ang="0">
                  <a:pos x="998" y="1192"/>
                </a:cxn>
                <a:cxn ang="0">
                  <a:pos x="1036" y="1161"/>
                </a:cxn>
                <a:cxn ang="0">
                  <a:pos x="1048" y="1180"/>
                </a:cxn>
                <a:cxn ang="0">
                  <a:pos x="1074" y="1192"/>
                </a:cxn>
                <a:cxn ang="0">
                  <a:pos x="1162" y="1167"/>
                </a:cxn>
                <a:cxn ang="0">
                  <a:pos x="1232" y="1161"/>
                </a:cxn>
                <a:cxn ang="0">
                  <a:pos x="1295" y="1110"/>
                </a:cxn>
                <a:cxn ang="0">
                  <a:pos x="1358" y="1123"/>
                </a:cxn>
                <a:cxn ang="0">
                  <a:pos x="1396" y="1085"/>
                </a:cxn>
              </a:cxnLst>
              <a:rect l="0" t="0" r="r" b="b"/>
              <a:pathLst>
                <a:path w="1396" h="1206">
                  <a:moveTo>
                    <a:pt x="0" y="156"/>
                  </a:moveTo>
                  <a:cubicBezTo>
                    <a:pt x="17" y="134"/>
                    <a:pt x="32" y="101"/>
                    <a:pt x="50" y="81"/>
                  </a:cubicBezTo>
                  <a:cubicBezTo>
                    <a:pt x="57" y="73"/>
                    <a:pt x="68" y="70"/>
                    <a:pt x="76" y="62"/>
                  </a:cubicBezTo>
                  <a:cubicBezTo>
                    <a:pt x="85" y="53"/>
                    <a:pt x="100" y="29"/>
                    <a:pt x="107" y="17"/>
                  </a:cubicBezTo>
                  <a:cubicBezTo>
                    <a:pt x="114" y="59"/>
                    <a:pt x="111" y="72"/>
                    <a:pt x="139" y="100"/>
                  </a:cubicBezTo>
                  <a:cubicBezTo>
                    <a:pt x="166" y="91"/>
                    <a:pt x="176" y="91"/>
                    <a:pt x="196" y="74"/>
                  </a:cubicBezTo>
                  <a:cubicBezTo>
                    <a:pt x="233" y="42"/>
                    <a:pt x="206" y="54"/>
                    <a:pt x="240" y="43"/>
                  </a:cubicBezTo>
                  <a:cubicBezTo>
                    <a:pt x="240" y="44"/>
                    <a:pt x="252" y="93"/>
                    <a:pt x="253" y="93"/>
                  </a:cubicBezTo>
                  <a:cubicBezTo>
                    <a:pt x="271" y="96"/>
                    <a:pt x="285" y="74"/>
                    <a:pt x="303" y="68"/>
                  </a:cubicBezTo>
                  <a:cubicBezTo>
                    <a:pt x="325" y="0"/>
                    <a:pt x="322" y="29"/>
                    <a:pt x="328" y="112"/>
                  </a:cubicBezTo>
                  <a:cubicBezTo>
                    <a:pt x="362" y="87"/>
                    <a:pt x="348" y="81"/>
                    <a:pt x="379" y="62"/>
                  </a:cubicBezTo>
                  <a:cubicBezTo>
                    <a:pt x="389" y="104"/>
                    <a:pt x="361" y="152"/>
                    <a:pt x="417" y="125"/>
                  </a:cubicBezTo>
                  <a:cubicBezTo>
                    <a:pt x="421" y="119"/>
                    <a:pt x="423" y="102"/>
                    <a:pt x="429" y="106"/>
                  </a:cubicBezTo>
                  <a:cubicBezTo>
                    <a:pt x="438" y="112"/>
                    <a:pt x="434" y="127"/>
                    <a:pt x="436" y="137"/>
                  </a:cubicBezTo>
                  <a:cubicBezTo>
                    <a:pt x="447" y="193"/>
                    <a:pt x="435" y="157"/>
                    <a:pt x="455" y="207"/>
                  </a:cubicBezTo>
                  <a:cubicBezTo>
                    <a:pt x="502" y="175"/>
                    <a:pt x="449" y="202"/>
                    <a:pt x="486" y="213"/>
                  </a:cubicBezTo>
                  <a:cubicBezTo>
                    <a:pt x="496" y="216"/>
                    <a:pt x="507" y="209"/>
                    <a:pt x="518" y="207"/>
                  </a:cubicBezTo>
                  <a:cubicBezTo>
                    <a:pt x="520" y="213"/>
                    <a:pt x="519" y="221"/>
                    <a:pt x="524" y="226"/>
                  </a:cubicBezTo>
                  <a:cubicBezTo>
                    <a:pt x="529" y="231"/>
                    <a:pt x="540" y="226"/>
                    <a:pt x="543" y="232"/>
                  </a:cubicBezTo>
                  <a:cubicBezTo>
                    <a:pt x="550" y="248"/>
                    <a:pt x="545" y="266"/>
                    <a:pt x="549" y="283"/>
                  </a:cubicBezTo>
                  <a:cubicBezTo>
                    <a:pt x="552" y="296"/>
                    <a:pt x="558" y="308"/>
                    <a:pt x="562" y="321"/>
                  </a:cubicBezTo>
                  <a:cubicBezTo>
                    <a:pt x="610" y="273"/>
                    <a:pt x="599" y="288"/>
                    <a:pt x="606" y="359"/>
                  </a:cubicBezTo>
                  <a:cubicBezTo>
                    <a:pt x="653" y="327"/>
                    <a:pt x="629" y="392"/>
                    <a:pt x="625" y="415"/>
                  </a:cubicBezTo>
                  <a:cubicBezTo>
                    <a:pt x="631" y="518"/>
                    <a:pt x="607" y="533"/>
                    <a:pt x="669" y="580"/>
                  </a:cubicBezTo>
                  <a:cubicBezTo>
                    <a:pt x="682" y="626"/>
                    <a:pt x="685" y="673"/>
                    <a:pt x="695" y="719"/>
                  </a:cubicBezTo>
                  <a:cubicBezTo>
                    <a:pt x="697" y="710"/>
                    <a:pt x="693" y="697"/>
                    <a:pt x="701" y="693"/>
                  </a:cubicBezTo>
                  <a:cubicBezTo>
                    <a:pt x="707" y="690"/>
                    <a:pt x="705" y="706"/>
                    <a:pt x="707" y="712"/>
                  </a:cubicBezTo>
                  <a:cubicBezTo>
                    <a:pt x="709" y="718"/>
                    <a:pt x="712" y="725"/>
                    <a:pt x="714" y="731"/>
                  </a:cubicBezTo>
                  <a:cubicBezTo>
                    <a:pt x="722" y="756"/>
                    <a:pt x="733" y="807"/>
                    <a:pt x="733" y="807"/>
                  </a:cubicBezTo>
                  <a:cubicBezTo>
                    <a:pt x="735" y="836"/>
                    <a:pt x="733" y="866"/>
                    <a:pt x="739" y="895"/>
                  </a:cubicBezTo>
                  <a:cubicBezTo>
                    <a:pt x="742" y="907"/>
                    <a:pt x="753" y="916"/>
                    <a:pt x="758" y="927"/>
                  </a:cubicBezTo>
                  <a:cubicBezTo>
                    <a:pt x="776" y="965"/>
                    <a:pt x="778" y="1005"/>
                    <a:pt x="802" y="1041"/>
                  </a:cubicBezTo>
                  <a:cubicBezTo>
                    <a:pt x="813" y="1006"/>
                    <a:pt x="817" y="1030"/>
                    <a:pt x="846" y="1041"/>
                  </a:cubicBezTo>
                  <a:cubicBezTo>
                    <a:pt x="878" y="1083"/>
                    <a:pt x="874" y="1098"/>
                    <a:pt x="922" y="1116"/>
                  </a:cubicBezTo>
                  <a:cubicBezTo>
                    <a:pt x="940" y="1142"/>
                    <a:pt x="936" y="1157"/>
                    <a:pt x="947" y="1186"/>
                  </a:cubicBezTo>
                  <a:cubicBezTo>
                    <a:pt x="955" y="1206"/>
                    <a:pt x="924" y="1167"/>
                    <a:pt x="934" y="1186"/>
                  </a:cubicBezTo>
                  <a:cubicBezTo>
                    <a:pt x="941" y="1169"/>
                    <a:pt x="987" y="1206"/>
                    <a:pt x="998" y="1192"/>
                  </a:cubicBezTo>
                  <a:cubicBezTo>
                    <a:pt x="1008" y="1179"/>
                    <a:pt x="1024" y="1173"/>
                    <a:pt x="1036" y="1161"/>
                  </a:cubicBezTo>
                  <a:cubicBezTo>
                    <a:pt x="1040" y="1167"/>
                    <a:pt x="1041" y="1177"/>
                    <a:pt x="1048" y="1180"/>
                  </a:cubicBezTo>
                  <a:cubicBezTo>
                    <a:pt x="1082" y="1193"/>
                    <a:pt x="1056" y="1144"/>
                    <a:pt x="1074" y="1192"/>
                  </a:cubicBezTo>
                  <a:cubicBezTo>
                    <a:pt x="1145" y="1157"/>
                    <a:pt x="1114" y="1156"/>
                    <a:pt x="1162" y="1167"/>
                  </a:cubicBezTo>
                  <a:cubicBezTo>
                    <a:pt x="1192" y="1160"/>
                    <a:pt x="1201" y="1153"/>
                    <a:pt x="1232" y="1161"/>
                  </a:cubicBezTo>
                  <a:cubicBezTo>
                    <a:pt x="1251" y="1141"/>
                    <a:pt x="1295" y="1110"/>
                    <a:pt x="1295" y="1110"/>
                  </a:cubicBezTo>
                  <a:cubicBezTo>
                    <a:pt x="1314" y="1140"/>
                    <a:pt x="1327" y="1138"/>
                    <a:pt x="1358" y="1123"/>
                  </a:cubicBezTo>
                  <a:cubicBezTo>
                    <a:pt x="1373" y="1077"/>
                    <a:pt x="1357" y="1085"/>
                    <a:pt x="1396" y="1085"/>
                  </a:cubicBezTo>
                </a:path>
              </a:pathLst>
            </a:custGeom>
            <a:noFill/>
            <a:ln w="9525" cap="flat" cmpd="sng">
              <a:solidFill>
                <a:srgbClr val="FF3300"/>
              </a:solidFill>
              <a:prstDash val="solid"/>
              <a:round/>
              <a:headEnd/>
              <a:tailEnd/>
            </a:ln>
            <a:effectLst/>
          </p:spPr>
          <p:txBody>
            <a:bodyPr wrap="none" anchor="ctr"/>
            <a:lstStyle/>
            <a:p>
              <a:endParaRPr lang="en-GB" sz="1600"/>
            </a:p>
          </p:txBody>
        </p:sp>
        <p:sp>
          <p:nvSpPr>
            <p:cNvPr id="135334" name="Freeform 166"/>
            <p:cNvSpPr>
              <a:spLocks/>
            </p:cNvSpPr>
            <p:nvPr/>
          </p:nvSpPr>
          <p:spPr bwMode="auto">
            <a:xfrm>
              <a:off x="1895" y="2596"/>
              <a:ext cx="1472" cy="1067"/>
            </a:xfrm>
            <a:custGeom>
              <a:avLst/>
              <a:gdLst/>
              <a:ahLst/>
              <a:cxnLst>
                <a:cxn ang="0">
                  <a:pos x="1472" y="1048"/>
                </a:cxn>
                <a:cxn ang="0">
                  <a:pos x="1409" y="1023"/>
                </a:cxn>
                <a:cxn ang="0">
                  <a:pos x="1415" y="991"/>
                </a:cxn>
                <a:cxn ang="0">
                  <a:pos x="1421" y="966"/>
                </a:cxn>
                <a:cxn ang="0">
                  <a:pos x="1415" y="941"/>
                </a:cxn>
                <a:cxn ang="0">
                  <a:pos x="1409" y="909"/>
                </a:cxn>
                <a:cxn ang="0">
                  <a:pos x="1377" y="947"/>
                </a:cxn>
                <a:cxn ang="0">
                  <a:pos x="1352" y="833"/>
                </a:cxn>
                <a:cxn ang="0">
                  <a:pos x="1320" y="695"/>
                </a:cxn>
                <a:cxn ang="0">
                  <a:pos x="1301" y="707"/>
                </a:cxn>
                <a:cxn ang="0">
                  <a:pos x="1295" y="682"/>
                </a:cxn>
                <a:cxn ang="0">
                  <a:pos x="1257" y="587"/>
                </a:cxn>
                <a:cxn ang="0">
                  <a:pos x="1219" y="473"/>
                </a:cxn>
                <a:cxn ang="0">
                  <a:pos x="1200" y="480"/>
                </a:cxn>
                <a:cxn ang="0">
                  <a:pos x="1143" y="385"/>
                </a:cxn>
                <a:cxn ang="0">
                  <a:pos x="1105" y="259"/>
                </a:cxn>
                <a:cxn ang="0">
                  <a:pos x="1080" y="221"/>
                </a:cxn>
                <a:cxn ang="0">
                  <a:pos x="1042" y="170"/>
                </a:cxn>
                <a:cxn ang="0">
                  <a:pos x="1023" y="177"/>
                </a:cxn>
                <a:cxn ang="0">
                  <a:pos x="1017" y="196"/>
                </a:cxn>
                <a:cxn ang="0">
                  <a:pos x="1011" y="177"/>
                </a:cxn>
                <a:cxn ang="0">
                  <a:pos x="966" y="120"/>
                </a:cxn>
                <a:cxn ang="0">
                  <a:pos x="948" y="126"/>
                </a:cxn>
                <a:cxn ang="0">
                  <a:pos x="859" y="57"/>
                </a:cxn>
                <a:cxn ang="0">
                  <a:pos x="853" y="76"/>
                </a:cxn>
                <a:cxn ang="0">
                  <a:pos x="821" y="44"/>
                </a:cxn>
                <a:cxn ang="0">
                  <a:pos x="752" y="19"/>
                </a:cxn>
                <a:cxn ang="0">
                  <a:pos x="689" y="0"/>
                </a:cxn>
                <a:cxn ang="0">
                  <a:pos x="651" y="25"/>
                </a:cxn>
                <a:cxn ang="0">
                  <a:pos x="625" y="50"/>
                </a:cxn>
                <a:cxn ang="0">
                  <a:pos x="619" y="69"/>
                </a:cxn>
                <a:cxn ang="0">
                  <a:pos x="613" y="50"/>
                </a:cxn>
                <a:cxn ang="0">
                  <a:pos x="588" y="25"/>
                </a:cxn>
                <a:cxn ang="0">
                  <a:pos x="569" y="82"/>
                </a:cxn>
                <a:cxn ang="0">
                  <a:pos x="562" y="63"/>
                </a:cxn>
                <a:cxn ang="0">
                  <a:pos x="543" y="50"/>
                </a:cxn>
                <a:cxn ang="0">
                  <a:pos x="512" y="82"/>
                </a:cxn>
                <a:cxn ang="0">
                  <a:pos x="486" y="126"/>
                </a:cxn>
                <a:cxn ang="0">
                  <a:pos x="480" y="151"/>
                </a:cxn>
                <a:cxn ang="0">
                  <a:pos x="474" y="132"/>
                </a:cxn>
                <a:cxn ang="0">
                  <a:pos x="449" y="145"/>
                </a:cxn>
                <a:cxn ang="0">
                  <a:pos x="423" y="208"/>
                </a:cxn>
                <a:cxn ang="0">
                  <a:pos x="417" y="183"/>
                </a:cxn>
                <a:cxn ang="0">
                  <a:pos x="398" y="196"/>
                </a:cxn>
                <a:cxn ang="0">
                  <a:pos x="373" y="252"/>
                </a:cxn>
                <a:cxn ang="0">
                  <a:pos x="335" y="379"/>
                </a:cxn>
                <a:cxn ang="0">
                  <a:pos x="310" y="429"/>
                </a:cxn>
                <a:cxn ang="0">
                  <a:pos x="291" y="518"/>
                </a:cxn>
                <a:cxn ang="0">
                  <a:pos x="240" y="688"/>
                </a:cxn>
                <a:cxn ang="0">
                  <a:pos x="171" y="884"/>
                </a:cxn>
                <a:cxn ang="0">
                  <a:pos x="164" y="865"/>
                </a:cxn>
                <a:cxn ang="0">
                  <a:pos x="158" y="840"/>
                </a:cxn>
                <a:cxn ang="0">
                  <a:pos x="145" y="897"/>
                </a:cxn>
                <a:cxn ang="0">
                  <a:pos x="108" y="1067"/>
                </a:cxn>
                <a:cxn ang="0">
                  <a:pos x="70" y="1055"/>
                </a:cxn>
                <a:cxn ang="0">
                  <a:pos x="0" y="1055"/>
                </a:cxn>
              </a:cxnLst>
              <a:rect l="0" t="0" r="r" b="b"/>
              <a:pathLst>
                <a:path w="1472" h="1067">
                  <a:moveTo>
                    <a:pt x="1472" y="1048"/>
                  </a:moveTo>
                  <a:cubicBezTo>
                    <a:pt x="1451" y="1038"/>
                    <a:pt x="1431" y="1030"/>
                    <a:pt x="1409" y="1023"/>
                  </a:cubicBezTo>
                  <a:cubicBezTo>
                    <a:pt x="1411" y="1012"/>
                    <a:pt x="1413" y="1002"/>
                    <a:pt x="1415" y="991"/>
                  </a:cubicBezTo>
                  <a:cubicBezTo>
                    <a:pt x="1418" y="978"/>
                    <a:pt x="1439" y="902"/>
                    <a:pt x="1421" y="966"/>
                  </a:cubicBezTo>
                  <a:cubicBezTo>
                    <a:pt x="1419" y="958"/>
                    <a:pt x="1417" y="949"/>
                    <a:pt x="1415" y="941"/>
                  </a:cubicBezTo>
                  <a:cubicBezTo>
                    <a:pt x="1413" y="930"/>
                    <a:pt x="1419" y="914"/>
                    <a:pt x="1409" y="909"/>
                  </a:cubicBezTo>
                  <a:cubicBezTo>
                    <a:pt x="1403" y="906"/>
                    <a:pt x="1379" y="944"/>
                    <a:pt x="1377" y="947"/>
                  </a:cubicBezTo>
                  <a:cubicBezTo>
                    <a:pt x="1372" y="890"/>
                    <a:pt x="1373" y="878"/>
                    <a:pt x="1352" y="833"/>
                  </a:cubicBezTo>
                  <a:cubicBezTo>
                    <a:pt x="1343" y="787"/>
                    <a:pt x="1335" y="739"/>
                    <a:pt x="1320" y="695"/>
                  </a:cubicBezTo>
                  <a:cubicBezTo>
                    <a:pt x="1314" y="699"/>
                    <a:pt x="1308" y="710"/>
                    <a:pt x="1301" y="707"/>
                  </a:cubicBezTo>
                  <a:cubicBezTo>
                    <a:pt x="1293" y="703"/>
                    <a:pt x="1297" y="690"/>
                    <a:pt x="1295" y="682"/>
                  </a:cubicBezTo>
                  <a:cubicBezTo>
                    <a:pt x="1286" y="650"/>
                    <a:pt x="1275" y="614"/>
                    <a:pt x="1257" y="587"/>
                  </a:cubicBezTo>
                  <a:cubicBezTo>
                    <a:pt x="1245" y="548"/>
                    <a:pt x="1228" y="512"/>
                    <a:pt x="1219" y="473"/>
                  </a:cubicBezTo>
                  <a:cubicBezTo>
                    <a:pt x="1213" y="475"/>
                    <a:pt x="1204" y="485"/>
                    <a:pt x="1200" y="480"/>
                  </a:cubicBezTo>
                  <a:cubicBezTo>
                    <a:pt x="1173" y="449"/>
                    <a:pt x="1187" y="399"/>
                    <a:pt x="1143" y="385"/>
                  </a:cubicBezTo>
                  <a:cubicBezTo>
                    <a:pt x="1136" y="340"/>
                    <a:pt x="1131" y="297"/>
                    <a:pt x="1105" y="259"/>
                  </a:cubicBezTo>
                  <a:cubicBezTo>
                    <a:pt x="1094" y="225"/>
                    <a:pt x="1106" y="254"/>
                    <a:pt x="1080" y="221"/>
                  </a:cubicBezTo>
                  <a:cubicBezTo>
                    <a:pt x="1067" y="205"/>
                    <a:pt x="1042" y="170"/>
                    <a:pt x="1042" y="170"/>
                  </a:cubicBezTo>
                  <a:cubicBezTo>
                    <a:pt x="1036" y="172"/>
                    <a:pt x="1028" y="172"/>
                    <a:pt x="1023" y="177"/>
                  </a:cubicBezTo>
                  <a:cubicBezTo>
                    <a:pt x="1018" y="182"/>
                    <a:pt x="1024" y="196"/>
                    <a:pt x="1017" y="196"/>
                  </a:cubicBezTo>
                  <a:cubicBezTo>
                    <a:pt x="1010" y="196"/>
                    <a:pt x="1015" y="183"/>
                    <a:pt x="1011" y="177"/>
                  </a:cubicBezTo>
                  <a:cubicBezTo>
                    <a:pt x="998" y="157"/>
                    <a:pt x="966" y="120"/>
                    <a:pt x="966" y="120"/>
                  </a:cubicBezTo>
                  <a:cubicBezTo>
                    <a:pt x="960" y="122"/>
                    <a:pt x="953" y="129"/>
                    <a:pt x="948" y="126"/>
                  </a:cubicBezTo>
                  <a:cubicBezTo>
                    <a:pt x="901" y="96"/>
                    <a:pt x="906" y="72"/>
                    <a:pt x="859" y="57"/>
                  </a:cubicBezTo>
                  <a:cubicBezTo>
                    <a:pt x="857" y="63"/>
                    <a:pt x="859" y="74"/>
                    <a:pt x="853" y="76"/>
                  </a:cubicBezTo>
                  <a:cubicBezTo>
                    <a:pt x="839" y="79"/>
                    <a:pt x="827" y="49"/>
                    <a:pt x="821" y="44"/>
                  </a:cubicBezTo>
                  <a:cubicBezTo>
                    <a:pt x="795" y="24"/>
                    <a:pt x="781" y="25"/>
                    <a:pt x="752" y="19"/>
                  </a:cubicBezTo>
                  <a:cubicBezTo>
                    <a:pt x="718" y="40"/>
                    <a:pt x="719" y="19"/>
                    <a:pt x="689" y="0"/>
                  </a:cubicBezTo>
                  <a:cubicBezTo>
                    <a:pt x="668" y="30"/>
                    <a:pt x="684" y="48"/>
                    <a:pt x="651" y="25"/>
                  </a:cubicBezTo>
                  <a:cubicBezTo>
                    <a:pt x="642" y="33"/>
                    <a:pt x="632" y="40"/>
                    <a:pt x="625" y="50"/>
                  </a:cubicBezTo>
                  <a:cubicBezTo>
                    <a:pt x="621" y="55"/>
                    <a:pt x="626" y="69"/>
                    <a:pt x="619" y="69"/>
                  </a:cubicBezTo>
                  <a:cubicBezTo>
                    <a:pt x="612" y="69"/>
                    <a:pt x="615" y="56"/>
                    <a:pt x="613" y="50"/>
                  </a:cubicBezTo>
                  <a:cubicBezTo>
                    <a:pt x="605" y="25"/>
                    <a:pt x="612" y="33"/>
                    <a:pt x="588" y="25"/>
                  </a:cubicBezTo>
                  <a:cubicBezTo>
                    <a:pt x="587" y="29"/>
                    <a:pt x="579" y="79"/>
                    <a:pt x="569" y="82"/>
                  </a:cubicBezTo>
                  <a:cubicBezTo>
                    <a:pt x="563" y="84"/>
                    <a:pt x="566" y="68"/>
                    <a:pt x="562" y="63"/>
                  </a:cubicBezTo>
                  <a:cubicBezTo>
                    <a:pt x="557" y="57"/>
                    <a:pt x="549" y="54"/>
                    <a:pt x="543" y="50"/>
                  </a:cubicBezTo>
                  <a:cubicBezTo>
                    <a:pt x="529" y="109"/>
                    <a:pt x="551" y="50"/>
                    <a:pt x="512" y="82"/>
                  </a:cubicBezTo>
                  <a:cubicBezTo>
                    <a:pt x="499" y="93"/>
                    <a:pt x="496" y="112"/>
                    <a:pt x="486" y="126"/>
                  </a:cubicBezTo>
                  <a:cubicBezTo>
                    <a:pt x="484" y="134"/>
                    <a:pt x="488" y="147"/>
                    <a:pt x="480" y="151"/>
                  </a:cubicBezTo>
                  <a:cubicBezTo>
                    <a:pt x="474" y="154"/>
                    <a:pt x="481" y="133"/>
                    <a:pt x="474" y="132"/>
                  </a:cubicBezTo>
                  <a:cubicBezTo>
                    <a:pt x="465" y="130"/>
                    <a:pt x="457" y="141"/>
                    <a:pt x="449" y="145"/>
                  </a:cubicBezTo>
                  <a:cubicBezTo>
                    <a:pt x="434" y="166"/>
                    <a:pt x="430" y="183"/>
                    <a:pt x="423" y="208"/>
                  </a:cubicBezTo>
                  <a:cubicBezTo>
                    <a:pt x="421" y="200"/>
                    <a:pt x="425" y="187"/>
                    <a:pt x="417" y="183"/>
                  </a:cubicBezTo>
                  <a:cubicBezTo>
                    <a:pt x="410" y="180"/>
                    <a:pt x="403" y="190"/>
                    <a:pt x="398" y="196"/>
                  </a:cubicBezTo>
                  <a:cubicBezTo>
                    <a:pt x="388" y="209"/>
                    <a:pt x="383" y="236"/>
                    <a:pt x="373" y="252"/>
                  </a:cubicBezTo>
                  <a:cubicBezTo>
                    <a:pt x="367" y="290"/>
                    <a:pt x="353" y="343"/>
                    <a:pt x="335" y="379"/>
                  </a:cubicBezTo>
                  <a:cubicBezTo>
                    <a:pt x="314" y="422"/>
                    <a:pt x="328" y="370"/>
                    <a:pt x="310" y="429"/>
                  </a:cubicBezTo>
                  <a:cubicBezTo>
                    <a:pt x="301" y="458"/>
                    <a:pt x="300" y="489"/>
                    <a:pt x="291" y="518"/>
                  </a:cubicBezTo>
                  <a:cubicBezTo>
                    <a:pt x="241" y="418"/>
                    <a:pt x="312" y="665"/>
                    <a:pt x="240" y="688"/>
                  </a:cubicBezTo>
                  <a:cubicBezTo>
                    <a:pt x="205" y="746"/>
                    <a:pt x="195" y="820"/>
                    <a:pt x="171" y="884"/>
                  </a:cubicBezTo>
                  <a:cubicBezTo>
                    <a:pt x="169" y="878"/>
                    <a:pt x="166" y="871"/>
                    <a:pt x="164" y="865"/>
                  </a:cubicBezTo>
                  <a:cubicBezTo>
                    <a:pt x="162" y="857"/>
                    <a:pt x="166" y="836"/>
                    <a:pt x="158" y="840"/>
                  </a:cubicBezTo>
                  <a:cubicBezTo>
                    <a:pt x="141" y="849"/>
                    <a:pt x="151" y="878"/>
                    <a:pt x="145" y="897"/>
                  </a:cubicBezTo>
                  <a:cubicBezTo>
                    <a:pt x="128" y="953"/>
                    <a:pt x="126" y="1011"/>
                    <a:pt x="108" y="1067"/>
                  </a:cubicBezTo>
                  <a:cubicBezTo>
                    <a:pt x="99" y="1035"/>
                    <a:pt x="93" y="1019"/>
                    <a:pt x="70" y="1055"/>
                  </a:cubicBezTo>
                  <a:cubicBezTo>
                    <a:pt x="36" y="1032"/>
                    <a:pt x="36" y="1055"/>
                    <a:pt x="0" y="1055"/>
                  </a:cubicBezTo>
                </a:path>
              </a:pathLst>
            </a:custGeom>
            <a:noFill/>
            <a:ln w="9525" cap="flat" cmpd="sng">
              <a:solidFill>
                <a:srgbClr val="FF3300"/>
              </a:solidFill>
              <a:prstDash val="solid"/>
              <a:round/>
              <a:headEnd/>
              <a:tailEnd/>
            </a:ln>
            <a:effectLst/>
          </p:spPr>
          <p:txBody>
            <a:bodyPr wrap="none" anchor="ctr"/>
            <a:lstStyle/>
            <a:p>
              <a:endParaRPr lang="en-GB" sz="1600"/>
            </a:p>
          </p:txBody>
        </p:sp>
        <p:sp>
          <p:nvSpPr>
            <p:cNvPr id="135335" name="Freeform 167"/>
            <p:cNvSpPr>
              <a:spLocks/>
            </p:cNvSpPr>
            <p:nvPr/>
          </p:nvSpPr>
          <p:spPr bwMode="auto">
            <a:xfrm>
              <a:off x="1945" y="2569"/>
              <a:ext cx="1484" cy="1164"/>
            </a:xfrm>
            <a:custGeom>
              <a:avLst/>
              <a:gdLst/>
              <a:ahLst/>
              <a:cxnLst>
                <a:cxn ang="0">
                  <a:pos x="13" y="1031"/>
                </a:cxn>
                <a:cxn ang="0">
                  <a:pos x="25" y="1012"/>
                </a:cxn>
                <a:cxn ang="0">
                  <a:pos x="63" y="1019"/>
                </a:cxn>
                <a:cxn ang="0">
                  <a:pos x="120" y="817"/>
                </a:cxn>
                <a:cxn ang="0">
                  <a:pos x="145" y="861"/>
                </a:cxn>
                <a:cxn ang="0">
                  <a:pos x="202" y="760"/>
                </a:cxn>
                <a:cxn ang="0">
                  <a:pos x="253" y="469"/>
                </a:cxn>
                <a:cxn ang="0">
                  <a:pos x="290" y="482"/>
                </a:cxn>
                <a:cxn ang="0">
                  <a:pos x="410" y="223"/>
                </a:cxn>
                <a:cxn ang="0">
                  <a:pos x="511" y="97"/>
                </a:cxn>
                <a:cxn ang="0">
                  <a:pos x="562" y="103"/>
                </a:cxn>
                <a:cxn ang="0">
                  <a:pos x="631" y="90"/>
                </a:cxn>
                <a:cxn ang="0">
                  <a:pos x="682" y="21"/>
                </a:cxn>
                <a:cxn ang="0">
                  <a:pos x="707" y="84"/>
                </a:cxn>
                <a:cxn ang="0">
                  <a:pos x="770" y="46"/>
                </a:cxn>
                <a:cxn ang="0">
                  <a:pos x="789" y="90"/>
                </a:cxn>
                <a:cxn ang="0">
                  <a:pos x="853" y="78"/>
                </a:cxn>
                <a:cxn ang="0">
                  <a:pos x="878" y="135"/>
                </a:cxn>
                <a:cxn ang="0">
                  <a:pos x="890" y="59"/>
                </a:cxn>
                <a:cxn ang="0">
                  <a:pos x="979" y="191"/>
                </a:cxn>
                <a:cxn ang="0">
                  <a:pos x="1023" y="172"/>
                </a:cxn>
                <a:cxn ang="0">
                  <a:pos x="1061" y="242"/>
                </a:cxn>
                <a:cxn ang="0">
                  <a:pos x="1099" y="343"/>
                </a:cxn>
                <a:cxn ang="0">
                  <a:pos x="1118" y="368"/>
                </a:cxn>
                <a:cxn ang="0">
                  <a:pos x="1162" y="406"/>
                </a:cxn>
                <a:cxn ang="0">
                  <a:pos x="1175" y="476"/>
                </a:cxn>
                <a:cxn ang="0">
                  <a:pos x="1213" y="551"/>
                </a:cxn>
                <a:cxn ang="0">
                  <a:pos x="1244" y="627"/>
                </a:cxn>
                <a:cxn ang="0">
                  <a:pos x="1288" y="741"/>
                </a:cxn>
                <a:cxn ang="0">
                  <a:pos x="1314" y="772"/>
                </a:cxn>
                <a:cxn ang="0">
                  <a:pos x="1370" y="1063"/>
                </a:cxn>
                <a:cxn ang="0">
                  <a:pos x="1459" y="1164"/>
                </a:cxn>
                <a:cxn ang="0">
                  <a:pos x="1478" y="1038"/>
                </a:cxn>
              </a:cxnLst>
              <a:rect l="0" t="0" r="r" b="b"/>
              <a:pathLst>
                <a:path w="1484" h="1164">
                  <a:moveTo>
                    <a:pt x="0" y="1057"/>
                  </a:moveTo>
                  <a:cubicBezTo>
                    <a:pt x="4" y="1048"/>
                    <a:pt x="10" y="1040"/>
                    <a:pt x="13" y="1031"/>
                  </a:cubicBezTo>
                  <a:cubicBezTo>
                    <a:pt x="17" y="1019"/>
                    <a:pt x="12" y="1004"/>
                    <a:pt x="19" y="993"/>
                  </a:cubicBezTo>
                  <a:cubicBezTo>
                    <a:pt x="23" y="987"/>
                    <a:pt x="21" y="1007"/>
                    <a:pt x="25" y="1012"/>
                  </a:cubicBezTo>
                  <a:cubicBezTo>
                    <a:pt x="30" y="1018"/>
                    <a:pt x="38" y="1021"/>
                    <a:pt x="44" y="1025"/>
                  </a:cubicBezTo>
                  <a:cubicBezTo>
                    <a:pt x="53" y="997"/>
                    <a:pt x="52" y="960"/>
                    <a:pt x="63" y="1019"/>
                  </a:cubicBezTo>
                  <a:cubicBezTo>
                    <a:pt x="88" y="983"/>
                    <a:pt x="81" y="957"/>
                    <a:pt x="88" y="911"/>
                  </a:cubicBezTo>
                  <a:cubicBezTo>
                    <a:pt x="93" y="879"/>
                    <a:pt x="108" y="847"/>
                    <a:pt x="120" y="817"/>
                  </a:cubicBezTo>
                  <a:cubicBezTo>
                    <a:pt x="124" y="823"/>
                    <a:pt x="129" y="829"/>
                    <a:pt x="133" y="836"/>
                  </a:cubicBezTo>
                  <a:cubicBezTo>
                    <a:pt x="138" y="844"/>
                    <a:pt x="136" y="859"/>
                    <a:pt x="145" y="861"/>
                  </a:cubicBezTo>
                  <a:cubicBezTo>
                    <a:pt x="152" y="863"/>
                    <a:pt x="154" y="849"/>
                    <a:pt x="158" y="842"/>
                  </a:cubicBezTo>
                  <a:cubicBezTo>
                    <a:pt x="175" y="814"/>
                    <a:pt x="184" y="786"/>
                    <a:pt x="202" y="760"/>
                  </a:cubicBezTo>
                  <a:cubicBezTo>
                    <a:pt x="219" y="704"/>
                    <a:pt x="227" y="660"/>
                    <a:pt x="234" y="602"/>
                  </a:cubicBezTo>
                  <a:cubicBezTo>
                    <a:pt x="259" y="682"/>
                    <a:pt x="237" y="514"/>
                    <a:pt x="253" y="469"/>
                  </a:cubicBezTo>
                  <a:cubicBezTo>
                    <a:pt x="259" y="478"/>
                    <a:pt x="261" y="492"/>
                    <a:pt x="271" y="495"/>
                  </a:cubicBezTo>
                  <a:cubicBezTo>
                    <a:pt x="278" y="498"/>
                    <a:pt x="285" y="488"/>
                    <a:pt x="290" y="482"/>
                  </a:cubicBezTo>
                  <a:cubicBezTo>
                    <a:pt x="296" y="475"/>
                    <a:pt x="318" y="406"/>
                    <a:pt x="322" y="393"/>
                  </a:cubicBezTo>
                  <a:cubicBezTo>
                    <a:pt x="332" y="322"/>
                    <a:pt x="354" y="268"/>
                    <a:pt x="410" y="223"/>
                  </a:cubicBezTo>
                  <a:cubicBezTo>
                    <a:pt x="422" y="200"/>
                    <a:pt x="430" y="176"/>
                    <a:pt x="442" y="153"/>
                  </a:cubicBezTo>
                  <a:cubicBezTo>
                    <a:pt x="486" y="183"/>
                    <a:pt x="499" y="134"/>
                    <a:pt x="511" y="97"/>
                  </a:cubicBezTo>
                  <a:cubicBezTo>
                    <a:pt x="524" y="114"/>
                    <a:pt x="541" y="140"/>
                    <a:pt x="549" y="135"/>
                  </a:cubicBezTo>
                  <a:cubicBezTo>
                    <a:pt x="559" y="129"/>
                    <a:pt x="555" y="112"/>
                    <a:pt x="562" y="103"/>
                  </a:cubicBezTo>
                  <a:cubicBezTo>
                    <a:pt x="573" y="89"/>
                    <a:pt x="600" y="65"/>
                    <a:pt x="600" y="65"/>
                  </a:cubicBezTo>
                  <a:cubicBezTo>
                    <a:pt x="614" y="21"/>
                    <a:pt x="618" y="70"/>
                    <a:pt x="631" y="90"/>
                  </a:cubicBezTo>
                  <a:cubicBezTo>
                    <a:pt x="636" y="66"/>
                    <a:pt x="632" y="0"/>
                    <a:pt x="663" y="46"/>
                  </a:cubicBezTo>
                  <a:cubicBezTo>
                    <a:pt x="677" y="89"/>
                    <a:pt x="677" y="38"/>
                    <a:pt x="682" y="21"/>
                  </a:cubicBezTo>
                  <a:cubicBezTo>
                    <a:pt x="684" y="44"/>
                    <a:pt x="679" y="69"/>
                    <a:pt x="688" y="90"/>
                  </a:cubicBezTo>
                  <a:cubicBezTo>
                    <a:pt x="690" y="96"/>
                    <a:pt x="703" y="89"/>
                    <a:pt x="707" y="84"/>
                  </a:cubicBezTo>
                  <a:cubicBezTo>
                    <a:pt x="718" y="70"/>
                    <a:pt x="721" y="38"/>
                    <a:pt x="733" y="21"/>
                  </a:cubicBezTo>
                  <a:cubicBezTo>
                    <a:pt x="737" y="57"/>
                    <a:pt x="741" y="123"/>
                    <a:pt x="770" y="46"/>
                  </a:cubicBezTo>
                  <a:cubicBezTo>
                    <a:pt x="772" y="54"/>
                    <a:pt x="774" y="63"/>
                    <a:pt x="777" y="71"/>
                  </a:cubicBezTo>
                  <a:cubicBezTo>
                    <a:pt x="780" y="78"/>
                    <a:pt x="782" y="93"/>
                    <a:pt x="789" y="90"/>
                  </a:cubicBezTo>
                  <a:cubicBezTo>
                    <a:pt x="802" y="84"/>
                    <a:pt x="809" y="29"/>
                    <a:pt x="815" y="15"/>
                  </a:cubicBezTo>
                  <a:cubicBezTo>
                    <a:pt x="831" y="37"/>
                    <a:pt x="838" y="56"/>
                    <a:pt x="853" y="78"/>
                  </a:cubicBezTo>
                  <a:cubicBezTo>
                    <a:pt x="857" y="91"/>
                    <a:pt x="860" y="104"/>
                    <a:pt x="865" y="116"/>
                  </a:cubicBezTo>
                  <a:cubicBezTo>
                    <a:pt x="868" y="123"/>
                    <a:pt x="872" y="139"/>
                    <a:pt x="878" y="135"/>
                  </a:cubicBezTo>
                  <a:cubicBezTo>
                    <a:pt x="887" y="129"/>
                    <a:pt x="882" y="114"/>
                    <a:pt x="884" y="103"/>
                  </a:cubicBezTo>
                  <a:cubicBezTo>
                    <a:pt x="886" y="88"/>
                    <a:pt x="888" y="74"/>
                    <a:pt x="890" y="59"/>
                  </a:cubicBezTo>
                  <a:cubicBezTo>
                    <a:pt x="912" y="119"/>
                    <a:pt x="939" y="172"/>
                    <a:pt x="966" y="229"/>
                  </a:cubicBezTo>
                  <a:cubicBezTo>
                    <a:pt x="970" y="216"/>
                    <a:pt x="976" y="204"/>
                    <a:pt x="979" y="191"/>
                  </a:cubicBezTo>
                  <a:cubicBezTo>
                    <a:pt x="984" y="166"/>
                    <a:pt x="991" y="116"/>
                    <a:pt x="991" y="116"/>
                  </a:cubicBezTo>
                  <a:cubicBezTo>
                    <a:pt x="1004" y="135"/>
                    <a:pt x="1010" y="153"/>
                    <a:pt x="1023" y="172"/>
                  </a:cubicBezTo>
                  <a:cubicBezTo>
                    <a:pt x="1028" y="196"/>
                    <a:pt x="1036" y="218"/>
                    <a:pt x="1042" y="242"/>
                  </a:cubicBezTo>
                  <a:cubicBezTo>
                    <a:pt x="1057" y="178"/>
                    <a:pt x="1036" y="242"/>
                    <a:pt x="1061" y="242"/>
                  </a:cubicBezTo>
                  <a:cubicBezTo>
                    <a:pt x="1070" y="242"/>
                    <a:pt x="1070" y="225"/>
                    <a:pt x="1074" y="217"/>
                  </a:cubicBezTo>
                  <a:cubicBezTo>
                    <a:pt x="1090" y="259"/>
                    <a:pt x="1094" y="297"/>
                    <a:pt x="1099" y="343"/>
                  </a:cubicBezTo>
                  <a:cubicBezTo>
                    <a:pt x="1103" y="337"/>
                    <a:pt x="1106" y="318"/>
                    <a:pt x="1111" y="324"/>
                  </a:cubicBezTo>
                  <a:cubicBezTo>
                    <a:pt x="1120" y="336"/>
                    <a:pt x="1117" y="353"/>
                    <a:pt x="1118" y="368"/>
                  </a:cubicBezTo>
                  <a:cubicBezTo>
                    <a:pt x="1123" y="428"/>
                    <a:pt x="1114" y="496"/>
                    <a:pt x="1143" y="551"/>
                  </a:cubicBezTo>
                  <a:cubicBezTo>
                    <a:pt x="1147" y="495"/>
                    <a:pt x="1146" y="456"/>
                    <a:pt x="1162" y="406"/>
                  </a:cubicBezTo>
                  <a:cubicBezTo>
                    <a:pt x="1164" y="440"/>
                    <a:pt x="1162" y="474"/>
                    <a:pt x="1168" y="507"/>
                  </a:cubicBezTo>
                  <a:cubicBezTo>
                    <a:pt x="1170" y="517"/>
                    <a:pt x="1173" y="466"/>
                    <a:pt x="1175" y="476"/>
                  </a:cubicBezTo>
                  <a:cubicBezTo>
                    <a:pt x="1193" y="557"/>
                    <a:pt x="1181" y="645"/>
                    <a:pt x="1194" y="728"/>
                  </a:cubicBezTo>
                  <a:cubicBezTo>
                    <a:pt x="1202" y="669"/>
                    <a:pt x="1198" y="608"/>
                    <a:pt x="1213" y="551"/>
                  </a:cubicBezTo>
                  <a:cubicBezTo>
                    <a:pt x="1216" y="538"/>
                    <a:pt x="1220" y="577"/>
                    <a:pt x="1225" y="589"/>
                  </a:cubicBezTo>
                  <a:cubicBezTo>
                    <a:pt x="1230" y="602"/>
                    <a:pt x="1238" y="614"/>
                    <a:pt x="1244" y="627"/>
                  </a:cubicBezTo>
                  <a:cubicBezTo>
                    <a:pt x="1250" y="652"/>
                    <a:pt x="1247" y="702"/>
                    <a:pt x="1276" y="659"/>
                  </a:cubicBezTo>
                  <a:cubicBezTo>
                    <a:pt x="1280" y="686"/>
                    <a:pt x="1281" y="714"/>
                    <a:pt x="1288" y="741"/>
                  </a:cubicBezTo>
                  <a:cubicBezTo>
                    <a:pt x="1293" y="760"/>
                    <a:pt x="1307" y="798"/>
                    <a:pt x="1307" y="798"/>
                  </a:cubicBezTo>
                  <a:cubicBezTo>
                    <a:pt x="1309" y="789"/>
                    <a:pt x="1313" y="763"/>
                    <a:pt x="1314" y="772"/>
                  </a:cubicBezTo>
                  <a:cubicBezTo>
                    <a:pt x="1319" y="814"/>
                    <a:pt x="1315" y="857"/>
                    <a:pt x="1320" y="899"/>
                  </a:cubicBezTo>
                  <a:cubicBezTo>
                    <a:pt x="1326" y="958"/>
                    <a:pt x="1350" y="1009"/>
                    <a:pt x="1370" y="1063"/>
                  </a:cubicBezTo>
                  <a:cubicBezTo>
                    <a:pt x="1386" y="1024"/>
                    <a:pt x="1394" y="984"/>
                    <a:pt x="1402" y="943"/>
                  </a:cubicBezTo>
                  <a:cubicBezTo>
                    <a:pt x="1411" y="1030"/>
                    <a:pt x="1444" y="1083"/>
                    <a:pt x="1459" y="1164"/>
                  </a:cubicBezTo>
                  <a:cubicBezTo>
                    <a:pt x="1464" y="1128"/>
                    <a:pt x="1465" y="1092"/>
                    <a:pt x="1471" y="1057"/>
                  </a:cubicBezTo>
                  <a:cubicBezTo>
                    <a:pt x="1472" y="1050"/>
                    <a:pt x="1471" y="1038"/>
                    <a:pt x="1478" y="1038"/>
                  </a:cubicBezTo>
                  <a:cubicBezTo>
                    <a:pt x="1484" y="1038"/>
                    <a:pt x="1478" y="1051"/>
                    <a:pt x="1478" y="1057"/>
                  </a:cubicBezTo>
                </a:path>
              </a:pathLst>
            </a:custGeom>
            <a:noFill/>
            <a:ln w="9525" cap="flat" cmpd="sng">
              <a:solidFill>
                <a:srgbClr val="FF3300"/>
              </a:solidFill>
              <a:prstDash val="solid"/>
              <a:round/>
              <a:headEnd/>
              <a:tailEnd/>
            </a:ln>
            <a:effectLst/>
          </p:spPr>
          <p:txBody>
            <a:bodyPr wrap="none" anchor="ctr"/>
            <a:lstStyle/>
            <a:p>
              <a:endParaRPr lang="en-GB" sz="1600"/>
            </a:p>
          </p:txBody>
        </p:sp>
        <p:sp>
          <p:nvSpPr>
            <p:cNvPr id="135336" name="Freeform 168"/>
            <p:cNvSpPr>
              <a:spLocks/>
            </p:cNvSpPr>
            <p:nvPr/>
          </p:nvSpPr>
          <p:spPr bwMode="auto">
            <a:xfrm flipV="1">
              <a:off x="1965" y="2594"/>
              <a:ext cx="1484" cy="1164"/>
            </a:xfrm>
            <a:custGeom>
              <a:avLst/>
              <a:gdLst/>
              <a:ahLst/>
              <a:cxnLst>
                <a:cxn ang="0">
                  <a:pos x="13" y="1031"/>
                </a:cxn>
                <a:cxn ang="0">
                  <a:pos x="25" y="1012"/>
                </a:cxn>
                <a:cxn ang="0">
                  <a:pos x="63" y="1019"/>
                </a:cxn>
                <a:cxn ang="0">
                  <a:pos x="120" y="817"/>
                </a:cxn>
                <a:cxn ang="0">
                  <a:pos x="145" y="861"/>
                </a:cxn>
                <a:cxn ang="0">
                  <a:pos x="202" y="760"/>
                </a:cxn>
                <a:cxn ang="0">
                  <a:pos x="253" y="469"/>
                </a:cxn>
                <a:cxn ang="0">
                  <a:pos x="290" y="482"/>
                </a:cxn>
                <a:cxn ang="0">
                  <a:pos x="410" y="223"/>
                </a:cxn>
                <a:cxn ang="0">
                  <a:pos x="511" y="97"/>
                </a:cxn>
                <a:cxn ang="0">
                  <a:pos x="562" y="103"/>
                </a:cxn>
                <a:cxn ang="0">
                  <a:pos x="631" y="90"/>
                </a:cxn>
                <a:cxn ang="0">
                  <a:pos x="682" y="21"/>
                </a:cxn>
                <a:cxn ang="0">
                  <a:pos x="707" y="84"/>
                </a:cxn>
                <a:cxn ang="0">
                  <a:pos x="770" y="46"/>
                </a:cxn>
                <a:cxn ang="0">
                  <a:pos x="789" y="90"/>
                </a:cxn>
                <a:cxn ang="0">
                  <a:pos x="853" y="78"/>
                </a:cxn>
                <a:cxn ang="0">
                  <a:pos x="878" y="135"/>
                </a:cxn>
                <a:cxn ang="0">
                  <a:pos x="890" y="59"/>
                </a:cxn>
                <a:cxn ang="0">
                  <a:pos x="979" y="191"/>
                </a:cxn>
                <a:cxn ang="0">
                  <a:pos x="1023" y="172"/>
                </a:cxn>
                <a:cxn ang="0">
                  <a:pos x="1061" y="242"/>
                </a:cxn>
                <a:cxn ang="0">
                  <a:pos x="1099" y="343"/>
                </a:cxn>
                <a:cxn ang="0">
                  <a:pos x="1118" y="368"/>
                </a:cxn>
                <a:cxn ang="0">
                  <a:pos x="1162" y="406"/>
                </a:cxn>
                <a:cxn ang="0">
                  <a:pos x="1175" y="476"/>
                </a:cxn>
                <a:cxn ang="0">
                  <a:pos x="1213" y="551"/>
                </a:cxn>
                <a:cxn ang="0">
                  <a:pos x="1244" y="627"/>
                </a:cxn>
                <a:cxn ang="0">
                  <a:pos x="1288" y="741"/>
                </a:cxn>
                <a:cxn ang="0">
                  <a:pos x="1314" y="772"/>
                </a:cxn>
                <a:cxn ang="0">
                  <a:pos x="1370" y="1063"/>
                </a:cxn>
                <a:cxn ang="0">
                  <a:pos x="1459" y="1164"/>
                </a:cxn>
                <a:cxn ang="0">
                  <a:pos x="1478" y="1038"/>
                </a:cxn>
              </a:cxnLst>
              <a:rect l="0" t="0" r="r" b="b"/>
              <a:pathLst>
                <a:path w="1484" h="1164">
                  <a:moveTo>
                    <a:pt x="0" y="1057"/>
                  </a:moveTo>
                  <a:cubicBezTo>
                    <a:pt x="4" y="1048"/>
                    <a:pt x="10" y="1040"/>
                    <a:pt x="13" y="1031"/>
                  </a:cubicBezTo>
                  <a:cubicBezTo>
                    <a:pt x="17" y="1019"/>
                    <a:pt x="12" y="1004"/>
                    <a:pt x="19" y="993"/>
                  </a:cubicBezTo>
                  <a:cubicBezTo>
                    <a:pt x="23" y="987"/>
                    <a:pt x="21" y="1007"/>
                    <a:pt x="25" y="1012"/>
                  </a:cubicBezTo>
                  <a:cubicBezTo>
                    <a:pt x="30" y="1018"/>
                    <a:pt x="38" y="1021"/>
                    <a:pt x="44" y="1025"/>
                  </a:cubicBezTo>
                  <a:cubicBezTo>
                    <a:pt x="53" y="997"/>
                    <a:pt x="52" y="960"/>
                    <a:pt x="63" y="1019"/>
                  </a:cubicBezTo>
                  <a:cubicBezTo>
                    <a:pt x="88" y="983"/>
                    <a:pt x="81" y="957"/>
                    <a:pt x="88" y="911"/>
                  </a:cubicBezTo>
                  <a:cubicBezTo>
                    <a:pt x="93" y="879"/>
                    <a:pt x="108" y="847"/>
                    <a:pt x="120" y="817"/>
                  </a:cubicBezTo>
                  <a:cubicBezTo>
                    <a:pt x="124" y="823"/>
                    <a:pt x="129" y="829"/>
                    <a:pt x="133" y="836"/>
                  </a:cubicBezTo>
                  <a:cubicBezTo>
                    <a:pt x="138" y="844"/>
                    <a:pt x="136" y="859"/>
                    <a:pt x="145" y="861"/>
                  </a:cubicBezTo>
                  <a:cubicBezTo>
                    <a:pt x="152" y="863"/>
                    <a:pt x="154" y="849"/>
                    <a:pt x="158" y="842"/>
                  </a:cubicBezTo>
                  <a:cubicBezTo>
                    <a:pt x="175" y="814"/>
                    <a:pt x="184" y="786"/>
                    <a:pt x="202" y="760"/>
                  </a:cubicBezTo>
                  <a:cubicBezTo>
                    <a:pt x="219" y="704"/>
                    <a:pt x="227" y="660"/>
                    <a:pt x="234" y="602"/>
                  </a:cubicBezTo>
                  <a:cubicBezTo>
                    <a:pt x="259" y="682"/>
                    <a:pt x="237" y="514"/>
                    <a:pt x="253" y="469"/>
                  </a:cubicBezTo>
                  <a:cubicBezTo>
                    <a:pt x="259" y="478"/>
                    <a:pt x="261" y="492"/>
                    <a:pt x="271" y="495"/>
                  </a:cubicBezTo>
                  <a:cubicBezTo>
                    <a:pt x="278" y="498"/>
                    <a:pt x="285" y="488"/>
                    <a:pt x="290" y="482"/>
                  </a:cubicBezTo>
                  <a:cubicBezTo>
                    <a:pt x="296" y="475"/>
                    <a:pt x="318" y="406"/>
                    <a:pt x="322" y="393"/>
                  </a:cubicBezTo>
                  <a:cubicBezTo>
                    <a:pt x="332" y="322"/>
                    <a:pt x="354" y="268"/>
                    <a:pt x="410" y="223"/>
                  </a:cubicBezTo>
                  <a:cubicBezTo>
                    <a:pt x="422" y="200"/>
                    <a:pt x="430" y="176"/>
                    <a:pt x="442" y="153"/>
                  </a:cubicBezTo>
                  <a:cubicBezTo>
                    <a:pt x="486" y="183"/>
                    <a:pt x="499" y="134"/>
                    <a:pt x="511" y="97"/>
                  </a:cubicBezTo>
                  <a:cubicBezTo>
                    <a:pt x="524" y="114"/>
                    <a:pt x="541" y="140"/>
                    <a:pt x="549" y="135"/>
                  </a:cubicBezTo>
                  <a:cubicBezTo>
                    <a:pt x="559" y="129"/>
                    <a:pt x="555" y="112"/>
                    <a:pt x="562" y="103"/>
                  </a:cubicBezTo>
                  <a:cubicBezTo>
                    <a:pt x="573" y="89"/>
                    <a:pt x="600" y="65"/>
                    <a:pt x="600" y="65"/>
                  </a:cubicBezTo>
                  <a:cubicBezTo>
                    <a:pt x="614" y="21"/>
                    <a:pt x="618" y="70"/>
                    <a:pt x="631" y="90"/>
                  </a:cubicBezTo>
                  <a:cubicBezTo>
                    <a:pt x="636" y="66"/>
                    <a:pt x="632" y="0"/>
                    <a:pt x="663" y="46"/>
                  </a:cubicBezTo>
                  <a:cubicBezTo>
                    <a:pt x="677" y="89"/>
                    <a:pt x="677" y="38"/>
                    <a:pt x="682" y="21"/>
                  </a:cubicBezTo>
                  <a:cubicBezTo>
                    <a:pt x="684" y="44"/>
                    <a:pt x="679" y="69"/>
                    <a:pt x="688" y="90"/>
                  </a:cubicBezTo>
                  <a:cubicBezTo>
                    <a:pt x="690" y="96"/>
                    <a:pt x="703" y="89"/>
                    <a:pt x="707" y="84"/>
                  </a:cubicBezTo>
                  <a:cubicBezTo>
                    <a:pt x="718" y="70"/>
                    <a:pt x="721" y="38"/>
                    <a:pt x="733" y="21"/>
                  </a:cubicBezTo>
                  <a:cubicBezTo>
                    <a:pt x="737" y="57"/>
                    <a:pt x="741" y="123"/>
                    <a:pt x="770" y="46"/>
                  </a:cubicBezTo>
                  <a:cubicBezTo>
                    <a:pt x="772" y="54"/>
                    <a:pt x="774" y="63"/>
                    <a:pt x="777" y="71"/>
                  </a:cubicBezTo>
                  <a:cubicBezTo>
                    <a:pt x="780" y="78"/>
                    <a:pt x="782" y="93"/>
                    <a:pt x="789" y="90"/>
                  </a:cubicBezTo>
                  <a:cubicBezTo>
                    <a:pt x="802" y="84"/>
                    <a:pt x="809" y="29"/>
                    <a:pt x="815" y="15"/>
                  </a:cubicBezTo>
                  <a:cubicBezTo>
                    <a:pt x="831" y="37"/>
                    <a:pt x="838" y="56"/>
                    <a:pt x="853" y="78"/>
                  </a:cubicBezTo>
                  <a:cubicBezTo>
                    <a:pt x="857" y="91"/>
                    <a:pt x="860" y="104"/>
                    <a:pt x="865" y="116"/>
                  </a:cubicBezTo>
                  <a:cubicBezTo>
                    <a:pt x="868" y="123"/>
                    <a:pt x="872" y="139"/>
                    <a:pt x="878" y="135"/>
                  </a:cubicBezTo>
                  <a:cubicBezTo>
                    <a:pt x="887" y="129"/>
                    <a:pt x="882" y="114"/>
                    <a:pt x="884" y="103"/>
                  </a:cubicBezTo>
                  <a:cubicBezTo>
                    <a:pt x="886" y="88"/>
                    <a:pt x="888" y="74"/>
                    <a:pt x="890" y="59"/>
                  </a:cubicBezTo>
                  <a:cubicBezTo>
                    <a:pt x="912" y="119"/>
                    <a:pt x="939" y="172"/>
                    <a:pt x="966" y="229"/>
                  </a:cubicBezTo>
                  <a:cubicBezTo>
                    <a:pt x="970" y="216"/>
                    <a:pt x="976" y="204"/>
                    <a:pt x="979" y="191"/>
                  </a:cubicBezTo>
                  <a:cubicBezTo>
                    <a:pt x="984" y="166"/>
                    <a:pt x="991" y="116"/>
                    <a:pt x="991" y="116"/>
                  </a:cubicBezTo>
                  <a:cubicBezTo>
                    <a:pt x="1004" y="135"/>
                    <a:pt x="1010" y="153"/>
                    <a:pt x="1023" y="172"/>
                  </a:cubicBezTo>
                  <a:cubicBezTo>
                    <a:pt x="1028" y="196"/>
                    <a:pt x="1036" y="218"/>
                    <a:pt x="1042" y="242"/>
                  </a:cubicBezTo>
                  <a:cubicBezTo>
                    <a:pt x="1057" y="178"/>
                    <a:pt x="1036" y="242"/>
                    <a:pt x="1061" y="242"/>
                  </a:cubicBezTo>
                  <a:cubicBezTo>
                    <a:pt x="1070" y="242"/>
                    <a:pt x="1070" y="225"/>
                    <a:pt x="1074" y="217"/>
                  </a:cubicBezTo>
                  <a:cubicBezTo>
                    <a:pt x="1090" y="259"/>
                    <a:pt x="1094" y="297"/>
                    <a:pt x="1099" y="343"/>
                  </a:cubicBezTo>
                  <a:cubicBezTo>
                    <a:pt x="1103" y="337"/>
                    <a:pt x="1106" y="318"/>
                    <a:pt x="1111" y="324"/>
                  </a:cubicBezTo>
                  <a:cubicBezTo>
                    <a:pt x="1120" y="336"/>
                    <a:pt x="1117" y="353"/>
                    <a:pt x="1118" y="368"/>
                  </a:cubicBezTo>
                  <a:cubicBezTo>
                    <a:pt x="1123" y="428"/>
                    <a:pt x="1114" y="496"/>
                    <a:pt x="1143" y="551"/>
                  </a:cubicBezTo>
                  <a:cubicBezTo>
                    <a:pt x="1147" y="495"/>
                    <a:pt x="1146" y="456"/>
                    <a:pt x="1162" y="406"/>
                  </a:cubicBezTo>
                  <a:cubicBezTo>
                    <a:pt x="1164" y="440"/>
                    <a:pt x="1162" y="474"/>
                    <a:pt x="1168" y="507"/>
                  </a:cubicBezTo>
                  <a:cubicBezTo>
                    <a:pt x="1170" y="517"/>
                    <a:pt x="1173" y="466"/>
                    <a:pt x="1175" y="476"/>
                  </a:cubicBezTo>
                  <a:cubicBezTo>
                    <a:pt x="1193" y="557"/>
                    <a:pt x="1181" y="645"/>
                    <a:pt x="1194" y="728"/>
                  </a:cubicBezTo>
                  <a:cubicBezTo>
                    <a:pt x="1202" y="669"/>
                    <a:pt x="1198" y="608"/>
                    <a:pt x="1213" y="551"/>
                  </a:cubicBezTo>
                  <a:cubicBezTo>
                    <a:pt x="1216" y="538"/>
                    <a:pt x="1220" y="577"/>
                    <a:pt x="1225" y="589"/>
                  </a:cubicBezTo>
                  <a:cubicBezTo>
                    <a:pt x="1230" y="602"/>
                    <a:pt x="1238" y="614"/>
                    <a:pt x="1244" y="627"/>
                  </a:cubicBezTo>
                  <a:cubicBezTo>
                    <a:pt x="1250" y="652"/>
                    <a:pt x="1247" y="702"/>
                    <a:pt x="1276" y="659"/>
                  </a:cubicBezTo>
                  <a:cubicBezTo>
                    <a:pt x="1280" y="686"/>
                    <a:pt x="1281" y="714"/>
                    <a:pt x="1288" y="741"/>
                  </a:cubicBezTo>
                  <a:cubicBezTo>
                    <a:pt x="1293" y="760"/>
                    <a:pt x="1307" y="798"/>
                    <a:pt x="1307" y="798"/>
                  </a:cubicBezTo>
                  <a:cubicBezTo>
                    <a:pt x="1309" y="789"/>
                    <a:pt x="1313" y="763"/>
                    <a:pt x="1314" y="772"/>
                  </a:cubicBezTo>
                  <a:cubicBezTo>
                    <a:pt x="1319" y="814"/>
                    <a:pt x="1315" y="857"/>
                    <a:pt x="1320" y="899"/>
                  </a:cubicBezTo>
                  <a:cubicBezTo>
                    <a:pt x="1326" y="958"/>
                    <a:pt x="1350" y="1009"/>
                    <a:pt x="1370" y="1063"/>
                  </a:cubicBezTo>
                  <a:cubicBezTo>
                    <a:pt x="1386" y="1024"/>
                    <a:pt x="1394" y="984"/>
                    <a:pt x="1402" y="943"/>
                  </a:cubicBezTo>
                  <a:cubicBezTo>
                    <a:pt x="1411" y="1030"/>
                    <a:pt x="1444" y="1083"/>
                    <a:pt x="1459" y="1164"/>
                  </a:cubicBezTo>
                  <a:cubicBezTo>
                    <a:pt x="1464" y="1128"/>
                    <a:pt x="1465" y="1092"/>
                    <a:pt x="1471" y="1057"/>
                  </a:cubicBezTo>
                  <a:cubicBezTo>
                    <a:pt x="1472" y="1050"/>
                    <a:pt x="1471" y="1038"/>
                    <a:pt x="1478" y="1038"/>
                  </a:cubicBezTo>
                  <a:cubicBezTo>
                    <a:pt x="1484" y="1038"/>
                    <a:pt x="1478" y="1051"/>
                    <a:pt x="1478" y="1057"/>
                  </a:cubicBezTo>
                </a:path>
              </a:pathLst>
            </a:custGeom>
            <a:noFill/>
            <a:ln w="9525" cap="flat" cmpd="sng">
              <a:solidFill>
                <a:srgbClr val="FF3300"/>
              </a:solidFill>
              <a:prstDash val="solid"/>
              <a:round/>
              <a:headEnd/>
              <a:tailEnd/>
            </a:ln>
            <a:effectLst/>
          </p:spPr>
          <p:txBody>
            <a:bodyPr wrap="none" anchor="ctr"/>
            <a:lstStyle/>
            <a:p>
              <a:endParaRPr lang="en-GB" sz="1600"/>
            </a:p>
          </p:txBody>
        </p:sp>
        <p:sp>
          <p:nvSpPr>
            <p:cNvPr id="135337" name="Freeform 169"/>
            <p:cNvSpPr>
              <a:spLocks/>
            </p:cNvSpPr>
            <p:nvPr/>
          </p:nvSpPr>
          <p:spPr bwMode="auto">
            <a:xfrm>
              <a:off x="1899" y="2583"/>
              <a:ext cx="1492" cy="1162"/>
            </a:xfrm>
            <a:custGeom>
              <a:avLst/>
              <a:gdLst/>
              <a:ahLst/>
              <a:cxnLst>
                <a:cxn ang="0">
                  <a:pos x="34" y="1093"/>
                </a:cxn>
                <a:cxn ang="0">
                  <a:pos x="72" y="1093"/>
                </a:cxn>
                <a:cxn ang="0">
                  <a:pos x="91" y="1112"/>
                </a:cxn>
                <a:cxn ang="0">
                  <a:pos x="160" y="1086"/>
                </a:cxn>
                <a:cxn ang="0">
                  <a:pos x="173" y="1124"/>
                </a:cxn>
                <a:cxn ang="0">
                  <a:pos x="223" y="1143"/>
                </a:cxn>
                <a:cxn ang="0">
                  <a:pos x="287" y="1143"/>
                </a:cxn>
                <a:cxn ang="0">
                  <a:pos x="337" y="1162"/>
                </a:cxn>
                <a:cxn ang="0">
                  <a:pos x="369" y="1124"/>
                </a:cxn>
                <a:cxn ang="0">
                  <a:pos x="432" y="1105"/>
                </a:cxn>
                <a:cxn ang="0">
                  <a:pos x="495" y="1068"/>
                </a:cxn>
                <a:cxn ang="0">
                  <a:pos x="533" y="1061"/>
                </a:cxn>
                <a:cxn ang="0">
                  <a:pos x="571" y="1061"/>
                </a:cxn>
                <a:cxn ang="0">
                  <a:pos x="590" y="1074"/>
                </a:cxn>
                <a:cxn ang="0">
                  <a:pos x="621" y="954"/>
                </a:cxn>
                <a:cxn ang="0">
                  <a:pos x="628" y="973"/>
                </a:cxn>
                <a:cxn ang="0">
                  <a:pos x="634" y="948"/>
                </a:cxn>
                <a:cxn ang="0">
                  <a:pos x="647" y="922"/>
                </a:cxn>
                <a:cxn ang="0">
                  <a:pos x="691" y="809"/>
                </a:cxn>
                <a:cxn ang="0">
                  <a:pos x="741" y="657"/>
                </a:cxn>
                <a:cxn ang="0">
                  <a:pos x="767" y="606"/>
                </a:cxn>
                <a:cxn ang="0">
                  <a:pos x="798" y="531"/>
                </a:cxn>
                <a:cxn ang="0">
                  <a:pos x="805" y="499"/>
                </a:cxn>
                <a:cxn ang="0">
                  <a:pos x="811" y="480"/>
                </a:cxn>
                <a:cxn ang="0">
                  <a:pos x="823" y="430"/>
                </a:cxn>
                <a:cxn ang="0">
                  <a:pos x="861" y="329"/>
                </a:cxn>
                <a:cxn ang="0">
                  <a:pos x="956" y="120"/>
                </a:cxn>
                <a:cxn ang="0">
                  <a:pos x="988" y="101"/>
                </a:cxn>
                <a:cxn ang="0">
                  <a:pos x="1007" y="63"/>
                </a:cxn>
                <a:cxn ang="0">
                  <a:pos x="1013" y="89"/>
                </a:cxn>
                <a:cxn ang="0">
                  <a:pos x="1019" y="108"/>
                </a:cxn>
                <a:cxn ang="0">
                  <a:pos x="1057" y="57"/>
                </a:cxn>
                <a:cxn ang="0">
                  <a:pos x="1063" y="89"/>
                </a:cxn>
                <a:cxn ang="0">
                  <a:pos x="1070" y="114"/>
                </a:cxn>
                <a:cxn ang="0">
                  <a:pos x="1095" y="82"/>
                </a:cxn>
                <a:cxn ang="0">
                  <a:pos x="1101" y="57"/>
                </a:cxn>
                <a:cxn ang="0">
                  <a:pos x="1108" y="38"/>
                </a:cxn>
                <a:cxn ang="0">
                  <a:pos x="1127" y="82"/>
                </a:cxn>
                <a:cxn ang="0">
                  <a:pos x="1146" y="57"/>
                </a:cxn>
                <a:cxn ang="0">
                  <a:pos x="1152" y="32"/>
                </a:cxn>
                <a:cxn ang="0">
                  <a:pos x="1171" y="82"/>
                </a:cxn>
                <a:cxn ang="0">
                  <a:pos x="1215" y="25"/>
                </a:cxn>
                <a:cxn ang="0">
                  <a:pos x="1259" y="13"/>
                </a:cxn>
                <a:cxn ang="0">
                  <a:pos x="1291" y="44"/>
                </a:cxn>
                <a:cxn ang="0">
                  <a:pos x="1303" y="19"/>
                </a:cxn>
                <a:cxn ang="0">
                  <a:pos x="1335" y="57"/>
                </a:cxn>
                <a:cxn ang="0">
                  <a:pos x="1392" y="0"/>
                </a:cxn>
                <a:cxn ang="0">
                  <a:pos x="1417" y="76"/>
                </a:cxn>
                <a:cxn ang="0">
                  <a:pos x="1442" y="70"/>
                </a:cxn>
                <a:cxn ang="0">
                  <a:pos x="1461" y="70"/>
                </a:cxn>
                <a:cxn ang="0">
                  <a:pos x="1474" y="133"/>
                </a:cxn>
                <a:cxn ang="0">
                  <a:pos x="1487" y="120"/>
                </a:cxn>
              </a:cxnLst>
              <a:rect l="0" t="0" r="r" b="b"/>
              <a:pathLst>
                <a:path w="1492" h="1162">
                  <a:moveTo>
                    <a:pt x="34" y="1093"/>
                  </a:moveTo>
                  <a:cubicBezTo>
                    <a:pt x="106" y="1138"/>
                    <a:pt x="0" y="1080"/>
                    <a:pt x="72" y="1093"/>
                  </a:cubicBezTo>
                  <a:cubicBezTo>
                    <a:pt x="81" y="1095"/>
                    <a:pt x="85" y="1106"/>
                    <a:pt x="91" y="1112"/>
                  </a:cubicBezTo>
                  <a:cubicBezTo>
                    <a:pt x="108" y="1103"/>
                    <a:pt x="141" y="1084"/>
                    <a:pt x="160" y="1086"/>
                  </a:cubicBezTo>
                  <a:cubicBezTo>
                    <a:pt x="161" y="1086"/>
                    <a:pt x="173" y="1123"/>
                    <a:pt x="173" y="1124"/>
                  </a:cubicBezTo>
                  <a:cubicBezTo>
                    <a:pt x="223" y="1112"/>
                    <a:pt x="180" y="1129"/>
                    <a:pt x="223" y="1143"/>
                  </a:cubicBezTo>
                  <a:cubicBezTo>
                    <a:pt x="281" y="1121"/>
                    <a:pt x="264" y="1109"/>
                    <a:pt x="287" y="1143"/>
                  </a:cubicBezTo>
                  <a:cubicBezTo>
                    <a:pt x="337" y="1131"/>
                    <a:pt x="327" y="1099"/>
                    <a:pt x="337" y="1162"/>
                  </a:cubicBezTo>
                  <a:cubicBezTo>
                    <a:pt x="349" y="1150"/>
                    <a:pt x="354" y="1132"/>
                    <a:pt x="369" y="1124"/>
                  </a:cubicBezTo>
                  <a:cubicBezTo>
                    <a:pt x="388" y="1114"/>
                    <a:pt x="411" y="1113"/>
                    <a:pt x="432" y="1105"/>
                  </a:cubicBezTo>
                  <a:cubicBezTo>
                    <a:pt x="471" y="1162"/>
                    <a:pt x="468" y="1081"/>
                    <a:pt x="495" y="1068"/>
                  </a:cubicBezTo>
                  <a:cubicBezTo>
                    <a:pt x="507" y="1062"/>
                    <a:pt x="520" y="1063"/>
                    <a:pt x="533" y="1061"/>
                  </a:cubicBezTo>
                  <a:cubicBezTo>
                    <a:pt x="577" y="994"/>
                    <a:pt x="545" y="1028"/>
                    <a:pt x="571" y="1061"/>
                  </a:cubicBezTo>
                  <a:cubicBezTo>
                    <a:pt x="576" y="1067"/>
                    <a:pt x="584" y="1070"/>
                    <a:pt x="590" y="1074"/>
                  </a:cubicBezTo>
                  <a:cubicBezTo>
                    <a:pt x="600" y="1033"/>
                    <a:pt x="614" y="996"/>
                    <a:pt x="621" y="954"/>
                  </a:cubicBezTo>
                  <a:cubicBezTo>
                    <a:pt x="623" y="960"/>
                    <a:pt x="622" y="976"/>
                    <a:pt x="628" y="973"/>
                  </a:cubicBezTo>
                  <a:cubicBezTo>
                    <a:pt x="636" y="969"/>
                    <a:pt x="631" y="956"/>
                    <a:pt x="634" y="948"/>
                  </a:cubicBezTo>
                  <a:cubicBezTo>
                    <a:pt x="637" y="939"/>
                    <a:pt x="643" y="931"/>
                    <a:pt x="647" y="922"/>
                  </a:cubicBezTo>
                  <a:cubicBezTo>
                    <a:pt x="664" y="883"/>
                    <a:pt x="665" y="843"/>
                    <a:pt x="691" y="809"/>
                  </a:cubicBezTo>
                  <a:cubicBezTo>
                    <a:pt x="707" y="758"/>
                    <a:pt x="725" y="708"/>
                    <a:pt x="741" y="657"/>
                  </a:cubicBezTo>
                  <a:cubicBezTo>
                    <a:pt x="747" y="639"/>
                    <a:pt x="760" y="624"/>
                    <a:pt x="767" y="606"/>
                  </a:cubicBezTo>
                  <a:cubicBezTo>
                    <a:pt x="773" y="575"/>
                    <a:pt x="784" y="559"/>
                    <a:pt x="798" y="531"/>
                  </a:cubicBezTo>
                  <a:cubicBezTo>
                    <a:pt x="800" y="520"/>
                    <a:pt x="802" y="510"/>
                    <a:pt x="805" y="499"/>
                  </a:cubicBezTo>
                  <a:cubicBezTo>
                    <a:pt x="807" y="493"/>
                    <a:pt x="809" y="486"/>
                    <a:pt x="811" y="480"/>
                  </a:cubicBezTo>
                  <a:cubicBezTo>
                    <a:pt x="815" y="463"/>
                    <a:pt x="823" y="430"/>
                    <a:pt x="823" y="430"/>
                  </a:cubicBezTo>
                  <a:cubicBezTo>
                    <a:pt x="829" y="374"/>
                    <a:pt x="816" y="351"/>
                    <a:pt x="861" y="329"/>
                  </a:cubicBezTo>
                  <a:cubicBezTo>
                    <a:pt x="879" y="256"/>
                    <a:pt x="921" y="187"/>
                    <a:pt x="956" y="120"/>
                  </a:cubicBezTo>
                  <a:cubicBezTo>
                    <a:pt x="967" y="153"/>
                    <a:pt x="958" y="145"/>
                    <a:pt x="988" y="101"/>
                  </a:cubicBezTo>
                  <a:cubicBezTo>
                    <a:pt x="1003" y="79"/>
                    <a:pt x="998" y="86"/>
                    <a:pt x="1007" y="63"/>
                  </a:cubicBezTo>
                  <a:cubicBezTo>
                    <a:pt x="1009" y="72"/>
                    <a:pt x="1011" y="80"/>
                    <a:pt x="1013" y="89"/>
                  </a:cubicBezTo>
                  <a:cubicBezTo>
                    <a:pt x="1015" y="95"/>
                    <a:pt x="1014" y="112"/>
                    <a:pt x="1019" y="108"/>
                  </a:cubicBezTo>
                  <a:cubicBezTo>
                    <a:pt x="1036" y="96"/>
                    <a:pt x="1057" y="57"/>
                    <a:pt x="1057" y="57"/>
                  </a:cubicBezTo>
                  <a:cubicBezTo>
                    <a:pt x="1059" y="68"/>
                    <a:pt x="1061" y="78"/>
                    <a:pt x="1063" y="89"/>
                  </a:cubicBezTo>
                  <a:cubicBezTo>
                    <a:pt x="1065" y="97"/>
                    <a:pt x="1062" y="116"/>
                    <a:pt x="1070" y="114"/>
                  </a:cubicBezTo>
                  <a:cubicBezTo>
                    <a:pt x="1083" y="111"/>
                    <a:pt x="1087" y="93"/>
                    <a:pt x="1095" y="82"/>
                  </a:cubicBezTo>
                  <a:cubicBezTo>
                    <a:pt x="1097" y="74"/>
                    <a:pt x="1099" y="65"/>
                    <a:pt x="1101" y="57"/>
                  </a:cubicBezTo>
                  <a:cubicBezTo>
                    <a:pt x="1103" y="51"/>
                    <a:pt x="1102" y="36"/>
                    <a:pt x="1108" y="38"/>
                  </a:cubicBezTo>
                  <a:cubicBezTo>
                    <a:pt x="1112" y="39"/>
                    <a:pt x="1125" y="76"/>
                    <a:pt x="1127" y="82"/>
                  </a:cubicBezTo>
                  <a:cubicBezTo>
                    <a:pt x="1133" y="74"/>
                    <a:pt x="1141" y="66"/>
                    <a:pt x="1146" y="57"/>
                  </a:cubicBezTo>
                  <a:cubicBezTo>
                    <a:pt x="1150" y="49"/>
                    <a:pt x="1144" y="29"/>
                    <a:pt x="1152" y="32"/>
                  </a:cubicBezTo>
                  <a:cubicBezTo>
                    <a:pt x="1156" y="33"/>
                    <a:pt x="1168" y="74"/>
                    <a:pt x="1171" y="82"/>
                  </a:cubicBezTo>
                  <a:cubicBezTo>
                    <a:pt x="1195" y="67"/>
                    <a:pt x="1198" y="49"/>
                    <a:pt x="1215" y="25"/>
                  </a:cubicBezTo>
                  <a:cubicBezTo>
                    <a:pt x="1239" y="60"/>
                    <a:pt x="1244" y="44"/>
                    <a:pt x="1259" y="13"/>
                  </a:cubicBezTo>
                  <a:cubicBezTo>
                    <a:pt x="1269" y="48"/>
                    <a:pt x="1254" y="81"/>
                    <a:pt x="1291" y="44"/>
                  </a:cubicBezTo>
                  <a:cubicBezTo>
                    <a:pt x="1295" y="36"/>
                    <a:pt x="1294" y="21"/>
                    <a:pt x="1303" y="19"/>
                  </a:cubicBezTo>
                  <a:cubicBezTo>
                    <a:pt x="1310" y="18"/>
                    <a:pt x="1332" y="53"/>
                    <a:pt x="1335" y="57"/>
                  </a:cubicBezTo>
                  <a:cubicBezTo>
                    <a:pt x="1363" y="42"/>
                    <a:pt x="1374" y="26"/>
                    <a:pt x="1392" y="0"/>
                  </a:cubicBezTo>
                  <a:cubicBezTo>
                    <a:pt x="1397" y="29"/>
                    <a:pt x="1401" y="51"/>
                    <a:pt x="1417" y="76"/>
                  </a:cubicBezTo>
                  <a:cubicBezTo>
                    <a:pt x="1425" y="74"/>
                    <a:pt x="1435" y="75"/>
                    <a:pt x="1442" y="70"/>
                  </a:cubicBezTo>
                  <a:cubicBezTo>
                    <a:pt x="1459" y="56"/>
                    <a:pt x="1437" y="32"/>
                    <a:pt x="1461" y="70"/>
                  </a:cubicBezTo>
                  <a:cubicBezTo>
                    <a:pt x="1477" y="159"/>
                    <a:pt x="1460" y="67"/>
                    <a:pt x="1474" y="133"/>
                  </a:cubicBezTo>
                  <a:cubicBezTo>
                    <a:pt x="1492" y="217"/>
                    <a:pt x="1487" y="222"/>
                    <a:pt x="1487" y="120"/>
                  </a:cubicBezTo>
                </a:path>
              </a:pathLst>
            </a:custGeom>
            <a:noFill/>
            <a:ln w="9525" cap="flat" cmpd="sng">
              <a:solidFill>
                <a:srgbClr val="FF3300"/>
              </a:solidFill>
              <a:prstDash val="solid"/>
              <a:round/>
              <a:headEnd/>
              <a:tailEnd/>
            </a:ln>
            <a:effectLst/>
          </p:spPr>
          <p:txBody>
            <a:bodyPr wrap="none" anchor="ctr"/>
            <a:lstStyle/>
            <a:p>
              <a:endParaRPr lang="en-GB" sz="1600"/>
            </a:p>
          </p:txBody>
        </p:sp>
        <p:sp>
          <p:nvSpPr>
            <p:cNvPr id="135338" name="Freeform 170"/>
            <p:cNvSpPr>
              <a:spLocks/>
            </p:cNvSpPr>
            <p:nvPr/>
          </p:nvSpPr>
          <p:spPr bwMode="auto">
            <a:xfrm>
              <a:off x="2011" y="2558"/>
              <a:ext cx="1349" cy="1244"/>
            </a:xfrm>
            <a:custGeom>
              <a:avLst/>
              <a:gdLst/>
              <a:ahLst/>
              <a:cxnLst>
                <a:cxn ang="0">
                  <a:pos x="4" y="151"/>
                </a:cxn>
                <a:cxn ang="0">
                  <a:pos x="42" y="95"/>
                </a:cxn>
                <a:cxn ang="0">
                  <a:pos x="67" y="57"/>
                </a:cxn>
                <a:cxn ang="0">
                  <a:pos x="73" y="76"/>
                </a:cxn>
                <a:cxn ang="0">
                  <a:pos x="67" y="95"/>
                </a:cxn>
                <a:cxn ang="0">
                  <a:pos x="99" y="38"/>
                </a:cxn>
                <a:cxn ang="0">
                  <a:pos x="143" y="13"/>
                </a:cxn>
                <a:cxn ang="0">
                  <a:pos x="149" y="69"/>
                </a:cxn>
                <a:cxn ang="0">
                  <a:pos x="168" y="63"/>
                </a:cxn>
                <a:cxn ang="0">
                  <a:pos x="200" y="19"/>
                </a:cxn>
                <a:cxn ang="0">
                  <a:pos x="212" y="101"/>
                </a:cxn>
                <a:cxn ang="0">
                  <a:pos x="231" y="63"/>
                </a:cxn>
                <a:cxn ang="0">
                  <a:pos x="257" y="0"/>
                </a:cxn>
                <a:cxn ang="0">
                  <a:pos x="263" y="95"/>
                </a:cxn>
                <a:cxn ang="0">
                  <a:pos x="295" y="82"/>
                </a:cxn>
                <a:cxn ang="0">
                  <a:pos x="320" y="31"/>
                </a:cxn>
                <a:cxn ang="0">
                  <a:pos x="358" y="63"/>
                </a:cxn>
                <a:cxn ang="0">
                  <a:pos x="383" y="145"/>
                </a:cxn>
                <a:cxn ang="0">
                  <a:pos x="402" y="126"/>
                </a:cxn>
                <a:cxn ang="0">
                  <a:pos x="408" y="107"/>
                </a:cxn>
                <a:cxn ang="0">
                  <a:pos x="433" y="164"/>
                </a:cxn>
                <a:cxn ang="0">
                  <a:pos x="452" y="189"/>
                </a:cxn>
                <a:cxn ang="0">
                  <a:pos x="478" y="158"/>
                </a:cxn>
                <a:cxn ang="0">
                  <a:pos x="484" y="133"/>
                </a:cxn>
                <a:cxn ang="0">
                  <a:pos x="497" y="151"/>
                </a:cxn>
                <a:cxn ang="0">
                  <a:pos x="516" y="227"/>
                </a:cxn>
                <a:cxn ang="0">
                  <a:pos x="547" y="259"/>
                </a:cxn>
                <a:cxn ang="0">
                  <a:pos x="553" y="335"/>
                </a:cxn>
                <a:cxn ang="0">
                  <a:pos x="572" y="322"/>
                </a:cxn>
                <a:cxn ang="0">
                  <a:pos x="579" y="341"/>
                </a:cxn>
                <a:cxn ang="0">
                  <a:pos x="604" y="474"/>
                </a:cxn>
                <a:cxn ang="0">
                  <a:pos x="629" y="398"/>
                </a:cxn>
                <a:cxn ang="0">
                  <a:pos x="673" y="606"/>
                </a:cxn>
                <a:cxn ang="0">
                  <a:pos x="699" y="657"/>
                </a:cxn>
                <a:cxn ang="0">
                  <a:pos x="718" y="638"/>
                </a:cxn>
                <a:cxn ang="0">
                  <a:pos x="737" y="663"/>
                </a:cxn>
                <a:cxn ang="0">
                  <a:pos x="756" y="859"/>
                </a:cxn>
                <a:cxn ang="0">
                  <a:pos x="781" y="859"/>
                </a:cxn>
                <a:cxn ang="0">
                  <a:pos x="800" y="941"/>
                </a:cxn>
                <a:cxn ang="0">
                  <a:pos x="831" y="979"/>
                </a:cxn>
                <a:cxn ang="0">
                  <a:pos x="995" y="1206"/>
                </a:cxn>
                <a:cxn ang="0">
                  <a:pos x="1059" y="1175"/>
                </a:cxn>
                <a:cxn ang="0">
                  <a:pos x="1078" y="1244"/>
                </a:cxn>
                <a:cxn ang="0">
                  <a:pos x="1135" y="1225"/>
                </a:cxn>
                <a:cxn ang="0">
                  <a:pos x="1198" y="1149"/>
                </a:cxn>
                <a:cxn ang="0">
                  <a:pos x="1204" y="1181"/>
                </a:cxn>
                <a:cxn ang="0">
                  <a:pos x="1210" y="1206"/>
                </a:cxn>
                <a:cxn ang="0">
                  <a:pos x="1236" y="1194"/>
                </a:cxn>
                <a:cxn ang="0">
                  <a:pos x="1261" y="1194"/>
                </a:cxn>
                <a:cxn ang="0">
                  <a:pos x="1280" y="1181"/>
                </a:cxn>
                <a:cxn ang="0">
                  <a:pos x="1305" y="1124"/>
                </a:cxn>
                <a:cxn ang="0">
                  <a:pos x="1330" y="1130"/>
                </a:cxn>
                <a:cxn ang="0">
                  <a:pos x="1349" y="1137"/>
                </a:cxn>
                <a:cxn ang="0">
                  <a:pos x="1330" y="1143"/>
                </a:cxn>
                <a:cxn ang="0">
                  <a:pos x="1273" y="1156"/>
                </a:cxn>
              </a:cxnLst>
              <a:rect l="0" t="0" r="r" b="b"/>
              <a:pathLst>
                <a:path w="1349" h="1244">
                  <a:moveTo>
                    <a:pt x="4" y="151"/>
                  </a:moveTo>
                  <a:cubicBezTo>
                    <a:pt x="46" y="82"/>
                    <a:pt x="0" y="155"/>
                    <a:pt x="42" y="95"/>
                  </a:cubicBezTo>
                  <a:cubicBezTo>
                    <a:pt x="51" y="83"/>
                    <a:pt x="67" y="57"/>
                    <a:pt x="67" y="57"/>
                  </a:cubicBezTo>
                  <a:cubicBezTo>
                    <a:pt x="69" y="63"/>
                    <a:pt x="73" y="69"/>
                    <a:pt x="73" y="76"/>
                  </a:cubicBezTo>
                  <a:cubicBezTo>
                    <a:pt x="73" y="83"/>
                    <a:pt x="64" y="101"/>
                    <a:pt x="67" y="95"/>
                  </a:cubicBezTo>
                  <a:cubicBezTo>
                    <a:pt x="103" y="28"/>
                    <a:pt x="56" y="95"/>
                    <a:pt x="99" y="38"/>
                  </a:cubicBezTo>
                  <a:cubicBezTo>
                    <a:pt x="112" y="81"/>
                    <a:pt x="118" y="36"/>
                    <a:pt x="143" y="13"/>
                  </a:cubicBezTo>
                  <a:cubicBezTo>
                    <a:pt x="145" y="32"/>
                    <a:pt x="141" y="52"/>
                    <a:pt x="149" y="69"/>
                  </a:cubicBezTo>
                  <a:cubicBezTo>
                    <a:pt x="152" y="75"/>
                    <a:pt x="163" y="68"/>
                    <a:pt x="168" y="63"/>
                  </a:cubicBezTo>
                  <a:cubicBezTo>
                    <a:pt x="181" y="50"/>
                    <a:pt x="200" y="19"/>
                    <a:pt x="200" y="19"/>
                  </a:cubicBezTo>
                  <a:cubicBezTo>
                    <a:pt x="208" y="45"/>
                    <a:pt x="192" y="81"/>
                    <a:pt x="212" y="101"/>
                  </a:cubicBezTo>
                  <a:cubicBezTo>
                    <a:pt x="222" y="111"/>
                    <a:pt x="225" y="76"/>
                    <a:pt x="231" y="63"/>
                  </a:cubicBezTo>
                  <a:cubicBezTo>
                    <a:pt x="240" y="42"/>
                    <a:pt x="249" y="21"/>
                    <a:pt x="257" y="0"/>
                  </a:cubicBezTo>
                  <a:cubicBezTo>
                    <a:pt x="259" y="32"/>
                    <a:pt x="250" y="66"/>
                    <a:pt x="263" y="95"/>
                  </a:cubicBezTo>
                  <a:cubicBezTo>
                    <a:pt x="268" y="105"/>
                    <a:pt x="287" y="90"/>
                    <a:pt x="295" y="82"/>
                  </a:cubicBezTo>
                  <a:cubicBezTo>
                    <a:pt x="308" y="68"/>
                    <a:pt x="309" y="47"/>
                    <a:pt x="320" y="31"/>
                  </a:cubicBezTo>
                  <a:cubicBezTo>
                    <a:pt x="325" y="93"/>
                    <a:pt x="324" y="147"/>
                    <a:pt x="358" y="63"/>
                  </a:cubicBezTo>
                  <a:cubicBezTo>
                    <a:pt x="367" y="90"/>
                    <a:pt x="374" y="118"/>
                    <a:pt x="383" y="145"/>
                  </a:cubicBezTo>
                  <a:cubicBezTo>
                    <a:pt x="389" y="139"/>
                    <a:pt x="397" y="133"/>
                    <a:pt x="402" y="126"/>
                  </a:cubicBezTo>
                  <a:cubicBezTo>
                    <a:pt x="406" y="120"/>
                    <a:pt x="403" y="103"/>
                    <a:pt x="408" y="107"/>
                  </a:cubicBezTo>
                  <a:cubicBezTo>
                    <a:pt x="419" y="115"/>
                    <a:pt x="428" y="148"/>
                    <a:pt x="433" y="164"/>
                  </a:cubicBezTo>
                  <a:cubicBezTo>
                    <a:pt x="444" y="244"/>
                    <a:pt x="431" y="220"/>
                    <a:pt x="452" y="189"/>
                  </a:cubicBezTo>
                  <a:cubicBezTo>
                    <a:pt x="459" y="178"/>
                    <a:pt x="469" y="168"/>
                    <a:pt x="478" y="158"/>
                  </a:cubicBezTo>
                  <a:cubicBezTo>
                    <a:pt x="480" y="150"/>
                    <a:pt x="476" y="136"/>
                    <a:pt x="484" y="133"/>
                  </a:cubicBezTo>
                  <a:cubicBezTo>
                    <a:pt x="491" y="130"/>
                    <a:pt x="494" y="144"/>
                    <a:pt x="497" y="151"/>
                  </a:cubicBezTo>
                  <a:cubicBezTo>
                    <a:pt x="507" y="175"/>
                    <a:pt x="507" y="203"/>
                    <a:pt x="516" y="227"/>
                  </a:cubicBezTo>
                  <a:cubicBezTo>
                    <a:pt x="555" y="176"/>
                    <a:pt x="538" y="223"/>
                    <a:pt x="547" y="259"/>
                  </a:cubicBezTo>
                  <a:cubicBezTo>
                    <a:pt x="549" y="284"/>
                    <a:pt x="544" y="311"/>
                    <a:pt x="553" y="335"/>
                  </a:cubicBezTo>
                  <a:cubicBezTo>
                    <a:pt x="556" y="342"/>
                    <a:pt x="565" y="320"/>
                    <a:pt x="572" y="322"/>
                  </a:cubicBezTo>
                  <a:cubicBezTo>
                    <a:pt x="579" y="324"/>
                    <a:pt x="577" y="335"/>
                    <a:pt x="579" y="341"/>
                  </a:cubicBezTo>
                  <a:cubicBezTo>
                    <a:pt x="603" y="265"/>
                    <a:pt x="581" y="428"/>
                    <a:pt x="604" y="474"/>
                  </a:cubicBezTo>
                  <a:cubicBezTo>
                    <a:pt x="610" y="444"/>
                    <a:pt x="616" y="425"/>
                    <a:pt x="629" y="398"/>
                  </a:cubicBezTo>
                  <a:cubicBezTo>
                    <a:pt x="652" y="465"/>
                    <a:pt x="652" y="538"/>
                    <a:pt x="673" y="606"/>
                  </a:cubicBezTo>
                  <a:cubicBezTo>
                    <a:pt x="699" y="544"/>
                    <a:pt x="687" y="463"/>
                    <a:pt x="699" y="657"/>
                  </a:cubicBezTo>
                  <a:cubicBezTo>
                    <a:pt x="705" y="651"/>
                    <a:pt x="714" y="630"/>
                    <a:pt x="718" y="638"/>
                  </a:cubicBezTo>
                  <a:cubicBezTo>
                    <a:pt x="738" y="683"/>
                    <a:pt x="709" y="772"/>
                    <a:pt x="737" y="663"/>
                  </a:cubicBezTo>
                  <a:cubicBezTo>
                    <a:pt x="741" y="765"/>
                    <a:pt x="742" y="782"/>
                    <a:pt x="756" y="859"/>
                  </a:cubicBezTo>
                  <a:cubicBezTo>
                    <a:pt x="759" y="847"/>
                    <a:pt x="764" y="798"/>
                    <a:pt x="781" y="859"/>
                  </a:cubicBezTo>
                  <a:cubicBezTo>
                    <a:pt x="811" y="963"/>
                    <a:pt x="767" y="892"/>
                    <a:pt x="800" y="941"/>
                  </a:cubicBezTo>
                  <a:cubicBezTo>
                    <a:pt x="811" y="975"/>
                    <a:pt x="789" y="1021"/>
                    <a:pt x="831" y="979"/>
                  </a:cubicBezTo>
                  <a:cubicBezTo>
                    <a:pt x="913" y="1087"/>
                    <a:pt x="912" y="1097"/>
                    <a:pt x="995" y="1206"/>
                  </a:cubicBezTo>
                  <a:cubicBezTo>
                    <a:pt x="1013" y="1152"/>
                    <a:pt x="1027" y="1222"/>
                    <a:pt x="1059" y="1175"/>
                  </a:cubicBezTo>
                  <a:cubicBezTo>
                    <a:pt x="1074" y="1223"/>
                    <a:pt x="1068" y="1200"/>
                    <a:pt x="1078" y="1244"/>
                  </a:cubicBezTo>
                  <a:cubicBezTo>
                    <a:pt x="1109" y="1223"/>
                    <a:pt x="1109" y="1186"/>
                    <a:pt x="1135" y="1225"/>
                  </a:cubicBezTo>
                  <a:cubicBezTo>
                    <a:pt x="1164" y="1203"/>
                    <a:pt x="1175" y="1178"/>
                    <a:pt x="1198" y="1149"/>
                  </a:cubicBezTo>
                  <a:cubicBezTo>
                    <a:pt x="1200" y="1160"/>
                    <a:pt x="1202" y="1170"/>
                    <a:pt x="1204" y="1181"/>
                  </a:cubicBezTo>
                  <a:cubicBezTo>
                    <a:pt x="1206" y="1189"/>
                    <a:pt x="1202" y="1203"/>
                    <a:pt x="1210" y="1206"/>
                  </a:cubicBezTo>
                  <a:cubicBezTo>
                    <a:pt x="1219" y="1210"/>
                    <a:pt x="1227" y="1198"/>
                    <a:pt x="1236" y="1194"/>
                  </a:cubicBezTo>
                  <a:cubicBezTo>
                    <a:pt x="1264" y="1149"/>
                    <a:pt x="1231" y="1188"/>
                    <a:pt x="1261" y="1194"/>
                  </a:cubicBezTo>
                  <a:cubicBezTo>
                    <a:pt x="1269" y="1195"/>
                    <a:pt x="1274" y="1185"/>
                    <a:pt x="1280" y="1181"/>
                  </a:cubicBezTo>
                  <a:cubicBezTo>
                    <a:pt x="1292" y="1162"/>
                    <a:pt x="1298" y="1145"/>
                    <a:pt x="1305" y="1124"/>
                  </a:cubicBezTo>
                  <a:cubicBezTo>
                    <a:pt x="1317" y="1187"/>
                    <a:pt x="1301" y="1145"/>
                    <a:pt x="1330" y="1130"/>
                  </a:cubicBezTo>
                  <a:cubicBezTo>
                    <a:pt x="1336" y="1127"/>
                    <a:pt x="1343" y="1135"/>
                    <a:pt x="1349" y="1137"/>
                  </a:cubicBezTo>
                  <a:cubicBezTo>
                    <a:pt x="1349" y="1137"/>
                    <a:pt x="1336" y="1140"/>
                    <a:pt x="1330" y="1143"/>
                  </a:cubicBezTo>
                  <a:cubicBezTo>
                    <a:pt x="1288" y="1161"/>
                    <a:pt x="1322" y="1156"/>
                    <a:pt x="1273" y="1156"/>
                  </a:cubicBezTo>
                </a:path>
              </a:pathLst>
            </a:custGeom>
            <a:noFill/>
            <a:ln w="9525" cap="flat" cmpd="sng">
              <a:solidFill>
                <a:srgbClr val="FF3300"/>
              </a:solidFill>
              <a:prstDash val="solid"/>
              <a:round/>
              <a:headEnd/>
              <a:tailEnd/>
            </a:ln>
            <a:effectLst/>
          </p:spPr>
          <p:txBody>
            <a:bodyPr wrap="none" anchor="ctr"/>
            <a:lstStyle/>
            <a:p>
              <a:endParaRPr lang="en-GB" sz="1600"/>
            </a:p>
          </p:txBody>
        </p:sp>
        <p:sp>
          <p:nvSpPr>
            <p:cNvPr id="135339" name="Freeform 171"/>
            <p:cNvSpPr>
              <a:spLocks/>
            </p:cNvSpPr>
            <p:nvPr/>
          </p:nvSpPr>
          <p:spPr bwMode="auto">
            <a:xfrm>
              <a:off x="2046" y="2559"/>
              <a:ext cx="1396" cy="1206"/>
            </a:xfrm>
            <a:custGeom>
              <a:avLst/>
              <a:gdLst/>
              <a:ahLst/>
              <a:cxnLst>
                <a:cxn ang="0">
                  <a:pos x="0" y="156"/>
                </a:cxn>
                <a:cxn ang="0">
                  <a:pos x="50" y="81"/>
                </a:cxn>
                <a:cxn ang="0">
                  <a:pos x="76" y="62"/>
                </a:cxn>
                <a:cxn ang="0">
                  <a:pos x="107" y="17"/>
                </a:cxn>
                <a:cxn ang="0">
                  <a:pos x="139" y="100"/>
                </a:cxn>
                <a:cxn ang="0">
                  <a:pos x="196" y="74"/>
                </a:cxn>
                <a:cxn ang="0">
                  <a:pos x="240" y="43"/>
                </a:cxn>
                <a:cxn ang="0">
                  <a:pos x="253" y="93"/>
                </a:cxn>
                <a:cxn ang="0">
                  <a:pos x="303" y="68"/>
                </a:cxn>
                <a:cxn ang="0">
                  <a:pos x="328" y="112"/>
                </a:cxn>
                <a:cxn ang="0">
                  <a:pos x="379" y="62"/>
                </a:cxn>
                <a:cxn ang="0">
                  <a:pos x="417" y="125"/>
                </a:cxn>
                <a:cxn ang="0">
                  <a:pos x="429" y="106"/>
                </a:cxn>
                <a:cxn ang="0">
                  <a:pos x="436" y="137"/>
                </a:cxn>
                <a:cxn ang="0">
                  <a:pos x="455" y="207"/>
                </a:cxn>
                <a:cxn ang="0">
                  <a:pos x="486" y="213"/>
                </a:cxn>
                <a:cxn ang="0">
                  <a:pos x="518" y="207"/>
                </a:cxn>
                <a:cxn ang="0">
                  <a:pos x="524" y="226"/>
                </a:cxn>
                <a:cxn ang="0">
                  <a:pos x="543" y="232"/>
                </a:cxn>
                <a:cxn ang="0">
                  <a:pos x="549" y="283"/>
                </a:cxn>
                <a:cxn ang="0">
                  <a:pos x="562" y="321"/>
                </a:cxn>
                <a:cxn ang="0">
                  <a:pos x="606" y="359"/>
                </a:cxn>
                <a:cxn ang="0">
                  <a:pos x="625" y="415"/>
                </a:cxn>
                <a:cxn ang="0">
                  <a:pos x="669" y="580"/>
                </a:cxn>
                <a:cxn ang="0">
                  <a:pos x="695" y="719"/>
                </a:cxn>
                <a:cxn ang="0">
                  <a:pos x="701" y="693"/>
                </a:cxn>
                <a:cxn ang="0">
                  <a:pos x="707" y="712"/>
                </a:cxn>
                <a:cxn ang="0">
                  <a:pos x="714" y="731"/>
                </a:cxn>
                <a:cxn ang="0">
                  <a:pos x="733" y="807"/>
                </a:cxn>
                <a:cxn ang="0">
                  <a:pos x="739" y="895"/>
                </a:cxn>
                <a:cxn ang="0">
                  <a:pos x="758" y="927"/>
                </a:cxn>
                <a:cxn ang="0">
                  <a:pos x="802" y="1041"/>
                </a:cxn>
                <a:cxn ang="0">
                  <a:pos x="846" y="1041"/>
                </a:cxn>
                <a:cxn ang="0">
                  <a:pos x="922" y="1116"/>
                </a:cxn>
                <a:cxn ang="0">
                  <a:pos x="947" y="1186"/>
                </a:cxn>
                <a:cxn ang="0">
                  <a:pos x="947" y="1161"/>
                </a:cxn>
                <a:cxn ang="0">
                  <a:pos x="998" y="1192"/>
                </a:cxn>
                <a:cxn ang="0">
                  <a:pos x="1036" y="1161"/>
                </a:cxn>
                <a:cxn ang="0">
                  <a:pos x="1048" y="1180"/>
                </a:cxn>
                <a:cxn ang="0">
                  <a:pos x="1074" y="1192"/>
                </a:cxn>
                <a:cxn ang="0">
                  <a:pos x="1162" y="1167"/>
                </a:cxn>
                <a:cxn ang="0">
                  <a:pos x="1232" y="1161"/>
                </a:cxn>
                <a:cxn ang="0">
                  <a:pos x="1295" y="1110"/>
                </a:cxn>
                <a:cxn ang="0">
                  <a:pos x="1358" y="1123"/>
                </a:cxn>
                <a:cxn ang="0">
                  <a:pos x="1396" y="1085"/>
                </a:cxn>
              </a:cxnLst>
              <a:rect l="0" t="0" r="r" b="b"/>
              <a:pathLst>
                <a:path w="1396" h="1206">
                  <a:moveTo>
                    <a:pt x="0" y="156"/>
                  </a:moveTo>
                  <a:cubicBezTo>
                    <a:pt x="17" y="134"/>
                    <a:pt x="32" y="101"/>
                    <a:pt x="50" y="81"/>
                  </a:cubicBezTo>
                  <a:cubicBezTo>
                    <a:pt x="57" y="73"/>
                    <a:pt x="68" y="70"/>
                    <a:pt x="76" y="62"/>
                  </a:cubicBezTo>
                  <a:cubicBezTo>
                    <a:pt x="85" y="53"/>
                    <a:pt x="100" y="29"/>
                    <a:pt x="107" y="17"/>
                  </a:cubicBezTo>
                  <a:cubicBezTo>
                    <a:pt x="114" y="59"/>
                    <a:pt x="111" y="72"/>
                    <a:pt x="139" y="100"/>
                  </a:cubicBezTo>
                  <a:cubicBezTo>
                    <a:pt x="166" y="91"/>
                    <a:pt x="176" y="91"/>
                    <a:pt x="196" y="74"/>
                  </a:cubicBezTo>
                  <a:cubicBezTo>
                    <a:pt x="233" y="42"/>
                    <a:pt x="206" y="54"/>
                    <a:pt x="240" y="43"/>
                  </a:cubicBezTo>
                  <a:cubicBezTo>
                    <a:pt x="240" y="44"/>
                    <a:pt x="252" y="93"/>
                    <a:pt x="253" y="93"/>
                  </a:cubicBezTo>
                  <a:cubicBezTo>
                    <a:pt x="271" y="96"/>
                    <a:pt x="285" y="74"/>
                    <a:pt x="303" y="68"/>
                  </a:cubicBezTo>
                  <a:cubicBezTo>
                    <a:pt x="325" y="0"/>
                    <a:pt x="322" y="29"/>
                    <a:pt x="328" y="112"/>
                  </a:cubicBezTo>
                  <a:cubicBezTo>
                    <a:pt x="362" y="87"/>
                    <a:pt x="348" y="81"/>
                    <a:pt x="379" y="62"/>
                  </a:cubicBezTo>
                  <a:cubicBezTo>
                    <a:pt x="389" y="104"/>
                    <a:pt x="361" y="152"/>
                    <a:pt x="417" y="125"/>
                  </a:cubicBezTo>
                  <a:cubicBezTo>
                    <a:pt x="421" y="119"/>
                    <a:pt x="423" y="102"/>
                    <a:pt x="429" y="106"/>
                  </a:cubicBezTo>
                  <a:cubicBezTo>
                    <a:pt x="438" y="112"/>
                    <a:pt x="434" y="127"/>
                    <a:pt x="436" y="137"/>
                  </a:cubicBezTo>
                  <a:cubicBezTo>
                    <a:pt x="447" y="193"/>
                    <a:pt x="435" y="157"/>
                    <a:pt x="455" y="207"/>
                  </a:cubicBezTo>
                  <a:cubicBezTo>
                    <a:pt x="502" y="175"/>
                    <a:pt x="449" y="202"/>
                    <a:pt x="486" y="213"/>
                  </a:cubicBezTo>
                  <a:cubicBezTo>
                    <a:pt x="496" y="216"/>
                    <a:pt x="507" y="209"/>
                    <a:pt x="518" y="207"/>
                  </a:cubicBezTo>
                  <a:cubicBezTo>
                    <a:pt x="520" y="213"/>
                    <a:pt x="519" y="221"/>
                    <a:pt x="524" y="226"/>
                  </a:cubicBezTo>
                  <a:cubicBezTo>
                    <a:pt x="529" y="231"/>
                    <a:pt x="540" y="226"/>
                    <a:pt x="543" y="232"/>
                  </a:cubicBezTo>
                  <a:cubicBezTo>
                    <a:pt x="550" y="248"/>
                    <a:pt x="545" y="266"/>
                    <a:pt x="549" y="283"/>
                  </a:cubicBezTo>
                  <a:cubicBezTo>
                    <a:pt x="552" y="296"/>
                    <a:pt x="558" y="308"/>
                    <a:pt x="562" y="321"/>
                  </a:cubicBezTo>
                  <a:cubicBezTo>
                    <a:pt x="610" y="273"/>
                    <a:pt x="599" y="288"/>
                    <a:pt x="606" y="359"/>
                  </a:cubicBezTo>
                  <a:cubicBezTo>
                    <a:pt x="653" y="327"/>
                    <a:pt x="629" y="392"/>
                    <a:pt x="625" y="415"/>
                  </a:cubicBezTo>
                  <a:cubicBezTo>
                    <a:pt x="631" y="518"/>
                    <a:pt x="607" y="533"/>
                    <a:pt x="669" y="580"/>
                  </a:cubicBezTo>
                  <a:cubicBezTo>
                    <a:pt x="682" y="626"/>
                    <a:pt x="685" y="673"/>
                    <a:pt x="695" y="719"/>
                  </a:cubicBezTo>
                  <a:cubicBezTo>
                    <a:pt x="697" y="710"/>
                    <a:pt x="693" y="697"/>
                    <a:pt x="701" y="693"/>
                  </a:cubicBezTo>
                  <a:cubicBezTo>
                    <a:pt x="707" y="690"/>
                    <a:pt x="705" y="706"/>
                    <a:pt x="707" y="712"/>
                  </a:cubicBezTo>
                  <a:cubicBezTo>
                    <a:pt x="709" y="718"/>
                    <a:pt x="712" y="725"/>
                    <a:pt x="714" y="731"/>
                  </a:cubicBezTo>
                  <a:cubicBezTo>
                    <a:pt x="722" y="756"/>
                    <a:pt x="733" y="807"/>
                    <a:pt x="733" y="807"/>
                  </a:cubicBezTo>
                  <a:cubicBezTo>
                    <a:pt x="735" y="836"/>
                    <a:pt x="733" y="866"/>
                    <a:pt x="739" y="895"/>
                  </a:cubicBezTo>
                  <a:cubicBezTo>
                    <a:pt x="742" y="907"/>
                    <a:pt x="753" y="916"/>
                    <a:pt x="758" y="927"/>
                  </a:cubicBezTo>
                  <a:cubicBezTo>
                    <a:pt x="776" y="965"/>
                    <a:pt x="778" y="1005"/>
                    <a:pt x="802" y="1041"/>
                  </a:cubicBezTo>
                  <a:cubicBezTo>
                    <a:pt x="813" y="1006"/>
                    <a:pt x="817" y="1030"/>
                    <a:pt x="846" y="1041"/>
                  </a:cubicBezTo>
                  <a:cubicBezTo>
                    <a:pt x="878" y="1083"/>
                    <a:pt x="874" y="1098"/>
                    <a:pt x="922" y="1116"/>
                  </a:cubicBezTo>
                  <a:cubicBezTo>
                    <a:pt x="940" y="1142"/>
                    <a:pt x="936" y="1157"/>
                    <a:pt x="947" y="1186"/>
                  </a:cubicBezTo>
                  <a:cubicBezTo>
                    <a:pt x="955" y="1206"/>
                    <a:pt x="937" y="1142"/>
                    <a:pt x="947" y="1161"/>
                  </a:cubicBezTo>
                  <a:cubicBezTo>
                    <a:pt x="954" y="1144"/>
                    <a:pt x="987" y="1206"/>
                    <a:pt x="998" y="1192"/>
                  </a:cubicBezTo>
                  <a:cubicBezTo>
                    <a:pt x="1008" y="1179"/>
                    <a:pt x="1024" y="1173"/>
                    <a:pt x="1036" y="1161"/>
                  </a:cubicBezTo>
                  <a:cubicBezTo>
                    <a:pt x="1040" y="1167"/>
                    <a:pt x="1041" y="1177"/>
                    <a:pt x="1048" y="1180"/>
                  </a:cubicBezTo>
                  <a:cubicBezTo>
                    <a:pt x="1082" y="1193"/>
                    <a:pt x="1056" y="1144"/>
                    <a:pt x="1074" y="1192"/>
                  </a:cubicBezTo>
                  <a:cubicBezTo>
                    <a:pt x="1145" y="1157"/>
                    <a:pt x="1114" y="1156"/>
                    <a:pt x="1162" y="1167"/>
                  </a:cubicBezTo>
                  <a:cubicBezTo>
                    <a:pt x="1192" y="1160"/>
                    <a:pt x="1201" y="1153"/>
                    <a:pt x="1232" y="1161"/>
                  </a:cubicBezTo>
                  <a:cubicBezTo>
                    <a:pt x="1251" y="1141"/>
                    <a:pt x="1295" y="1110"/>
                    <a:pt x="1295" y="1110"/>
                  </a:cubicBezTo>
                  <a:cubicBezTo>
                    <a:pt x="1314" y="1140"/>
                    <a:pt x="1327" y="1138"/>
                    <a:pt x="1358" y="1123"/>
                  </a:cubicBezTo>
                  <a:cubicBezTo>
                    <a:pt x="1373" y="1077"/>
                    <a:pt x="1357" y="1085"/>
                    <a:pt x="1396" y="1085"/>
                  </a:cubicBezTo>
                </a:path>
              </a:pathLst>
            </a:custGeom>
            <a:noFill/>
            <a:ln w="9525" cap="flat" cmpd="sng">
              <a:solidFill>
                <a:srgbClr val="FF3300"/>
              </a:solidFill>
              <a:prstDash val="solid"/>
              <a:round/>
              <a:headEnd/>
              <a:tailEnd/>
            </a:ln>
            <a:effectLst/>
          </p:spPr>
          <p:txBody>
            <a:bodyPr wrap="none" anchor="ctr"/>
            <a:lstStyle/>
            <a:p>
              <a:endParaRPr lang="en-GB" sz="1600"/>
            </a:p>
          </p:txBody>
        </p:sp>
        <p:sp>
          <p:nvSpPr>
            <p:cNvPr id="135340" name="Freeform 172"/>
            <p:cNvSpPr>
              <a:spLocks/>
            </p:cNvSpPr>
            <p:nvPr/>
          </p:nvSpPr>
          <p:spPr bwMode="auto">
            <a:xfrm>
              <a:off x="1876" y="2596"/>
              <a:ext cx="1472" cy="1067"/>
            </a:xfrm>
            <a:custGeom>
              <a:avLst/>
              <a:gdLst/>
              <a:ahLst/>
              <a:cxnLst>
                <a:cxn ang="0">
                  <a:pos x="1472" y="1048"/>
                </a:cxn>
                <a:cxn ang="0">
                  <a:pos x="1409" y="1023"/>
                </a:cxn>
                <a:cxn ang="0">
                  <a:pos x="1415" y="991"/>
                </a:cxn>
                <a:cxn ang="0">
                  <a:pos x="1421" y="966"/>
                </a:cxn>
                <a:cxn ang="0">
                  <a:pos x="1415" y="941"/>
                </a:cxn>
                <a:cxn ang="0">
                  <a:pos x="1409" y="909"/>
                </a:cxn>
                <a:cxn ang="0">
                  <a:pos x="1377" y="947"/>
                </a:cxn>
                <a:cxn ang="0">
                  <a:pos x="1352" y="833"/>
                </a:cxn>
                <a:cxn ang="0">
                  <a:pos x="1320" y="695"/>
                </a:cxn>
                <a:cxn ang="0">
                  <a:pos x="1301" y="707"/>
                </a:cxn>
                <a:cxn ang="0">
                  <a:pos x="1295" y="682"/>
                </a:cxn>
                <a:cxn ang="0">
                  <a:pos x="1257" y="587"/>
                </a:cxn>
                <a:cxn ang="0">
                  <a:pos x="1219" y="473"/>
                </a:cxn>
                <a:cxn ang="0">
                  <a:pos x="1200" y="480"/>
                </a:cxn>
                <a:cxn ang="0">
                  <a:pos x="1143" y="385"/>
                </a:cxn>
                <a:cxn ang="0">
                  <a:pos x="1105" y="259"/>
                </a:cxn>
                <a:cxn ang="0">
                  <a:pos x="1080" y="221"/>
                </a:cxn>
                <a:cxn ang="0">
                  <a:pos x="1042" y="170"/>
                </a:cxn>
                <a:cxn ang="0">
                  <a:pos x="1023" y="177"/>
                </a:cxn>
                <a:cxn ang="0">
                  <a:pos x="1017" y="196"/>
                </a:cxn>
                <a:cxn ang="0">
                  <a:pos x="1011" y="177"/>
                </a:cxn>
                <a:cxn ang="0">
                  <a:pos x="966" y="120"/>
                </a:cxn>
                <a:cxn ang="0">
                  <a:pos x="948" y="126"/>
                </a:cxn>
                <a:cxn ang="0">
                  <a:pos x="859" y="57"/>
                </a:cxn>
                <a:cxn ang="0">
                  <a:pos x="853" y="76"/>
                </a:cxn>
                <a:cxn ang="0">
                  <a:pos x="821" y="44"/>
                </a:cxn>
                <a:cxn ang="0">
                  <a:pos x="752" y="19"/>
                </a:cxn>
                <a:cxn ang="0">
                  <a:pos x="689" y="0"/>
                </a:cxn>
                <a:cxn ang="0">
                  <a:pos x="651" y="25"/>
                </a:cxn>
                <a:cxn ang="0">
                  <a:pos x="625" y="50"/>
                </a:cxn>
                <a:cxn ang="0">
                  <a:pos x="619" y="69"/>
                </a:cxn>
                <a:cxn ang="0">
                  <a:pos x="613" y="50"/>
                </a:cxn>
                <a:cxn ang="0">
                  <a:pos x="588" y="25"/>
                </a:cxn>
                <a:cxn ang="0">
                  <a:pos x="569" y="82"/>
                </a:cxn>
                <a:cxn ang="0">
                  <a:pos x="562" y="63"/>
                </a:cxn>
                <a:cxn ang="0">
                  <a:pos x="543" y="50"/>
                </a:cxn>
                <a:cxn ang="0">
                  <a:pos x="512" y="82"/>
                </a:cxn>
                <a:cxn ang="0">
                  <a:pos x="486" y="126"/>
                </a:cxn>
                <a:cxn ang="0">
                  <a:pos x="480" y="151"/>
                </a:cxn>
                <a:cxn ang="0">
                  <a:pos x="474" y="132"/>
                </a:cxn>
                <a:cxn ang="0">
                  <a:pos x="449" y="145"/>
                </a:cxn>
                <a:cxn ang="0">
                  <a:pos x="423" y="208"/>
                </a:cxn>
                <a:cxn ang="0">
                  <a:pos x="417" y="183"/>
                </a:cxn>
                <a:cxn ang="0">
                  <a:pos x="398" y="196"/>
                </a:cxn>
                <a:cxn ang="0">
                  <a:pos x="373" y="252"/>
                </a:cxn>
                <a:cxn ang="0">
                  <a:pos x="335" y="379"/>
                </a:cxn>
                <a:cxn ang="0">
                  <a:pos x="310" y="429"/>
                </a:cxn>
                <a:cxn ang="0">
                  <a:pos x="291" y="518"/>
                </a:cxn>
                <a:cxn ang="0">
                  <a:pos x="240" y="688"/>
                </a:cxn>
                <a:cxn ang="0">
                  <a:pos x="171" y="884"/>
                </a:cxn>
                <a:cxn ang="0">
                  <a:pos x="164" y="865"/>
                </a:cxn>
                <a:cxn ang="0">
                  <a:pos x="158" y="840"/>
                </a:cxn>
                <a:cxn ang="0">
                  <a:pos x="145" y="897"/>
                </a:cxn>
                <a:cxn ang="0">
                  <a:pos x="108" y="1067"/>
                </a:cxn>
                <a:cxn ang="0">
                  <a:pos x="70" y="1055"/>
                </a:cxn>
                <a:cxn ang="0">
                  <a:pos x="0" y="1055"/>
                </a:cxn>
              </a:cxnLst>
              <a:rect l="0" t="0" r="r" b="b"/>
              <a:pathLst>
                <a:path w="1472" h="1067">
                  <a:moveTo>
                    <a:pt x="1472" y="1048"/>
                  </a:moveTo>
                  <a:cubicBezTo>
                    <a:pt x="1451" y="1038"/>
                    <a:pt x="1431" y="1030"/>
                    <a:pt x="1409" y="1023"/>
                  </a:cubicBezTo>
                  <a:cubicBezTo>
                    <a:pt x="1411" y="1012"/>
                    <a:pt x="1413" y="1002"/>
                    <a:pt x="1415" y="991"/>
                  </a:cubicBezTo>
                  <a:cubicBezTo>
                    <a:pt x="1418" y="978"/>
                    <a:pt x="1439" y="902"/>
                    <a:pt x="1421" y="966"/>
                  </a:cubicBezTo>
                  <a:cubicBezTo>
                    <a:pt x="1419" y="958"/>
                    <a:pt x="1417" y="949"/>
                    <a:pt x="1415" y="941"/>
                  </a:cubicBezTo>
                  <a:cubicBezTo>
                    <a:pt x="1413" y="930"/>
                    <a:pt x="1419" y="914"/>
                    <a:pt x="1409" y="909"/>
                  </a:cubicBezTo>
                  <a:cubicBezTo>
                    <a:pt x="1403" y="906"/>
                    <a:pt x="1379" y="944"/>
                    <a:pt x="1377" y="947"/>
                  </a:cubicBezTo>
                  <a:cubicBezTo>
                    <a:pt x="1372" y="890"/>
                    <a:pt x="1373" y="878"/>
                    <a:pt x="1352" y="833"/>
                  </a:cubicBezTo>
                  <a:cubicBezTo>
                    <a:pt x="1343" y="787"/>
                    <a:pt x="1335" y="739"/>
                    <a:pt x="1320" y="695"/>
                  </a:cubicBezTo>
                  <a:cubicBezTo>
                    <a:pt x="1314" y="699"/>
                    <a:pt x="1308" y="710"/>
                    <a:pt x="1301" y="707"/>
                  </a:cubicBezTo>
                  <a:cubicBezTo>
                    <a:pt x="1293" y="703"/>
                    <a:pt x="1297" y="690"/>
                    <a:pt x="1295" y="682"/>
                  </a:cubicBezTo>
                  <a:cubicBezTo>
                    <a:pt x="1286" y="650"/>
                    <a:pt x="1275" y="614"/>
                    <a:pt x="1257" y="587"/>
                  </a:cubicBezTo>
                  <a:cubicBezTo>
                    <a:pt x="1245" y="548"/>
                    <a:pt x="1228" y="512"/>
                    <a:pt x="1219" y="473"/>
                  </a:cubicBezTo>
                  <a:cubicBezTo>
                    <a:pt x="1213" y="475"/>
                    <a:pt x="1204" y="485"/>
                    <a:pt x="1200" y="480"/>
                  </a:cubicBezTo>
                  <a:cubicBezTo>
                    <a:pt x="1173" y="449"/>
                    <a:pt x="1187" y="399"/>
                    <a:pt x="1143" y="385"/>
                  </a:cubicBezTo>
                  <a:cubicBezTo>
                    <a:pt x="1136" y="340"/>
                    <a:pt x="1131" y="297"/>
                    <a:pt x="1105" y="259"/>
                  </a:cubicBezTo>
                  <a:cubicBezTo>
                    <a:pt x="1094" y="225"/>
                    <a:pt x="1106" y="254"/>
                    <a:pt x="1080" y="221"/>
                  </a:cubicBezTo>
                  <a:cubicBezTo>
                    <a:pt x="1067" y="205"/>
                    <a:pt x="1042" y="170"/>
                    <a:pt x="1042" y="170"/>
                  </a:cubicBezTo>
                  <a:cubicBezTo>
                    <a:pt x="1036" y="172"/>
                    <a:pt x="1028" y="172"/>
                    <a:pt x="1023" y="177"/>
                  </a:cubicBezTo>
                  <a:cubicBezTo>
                    <a:pt x="1018" y="182"/>
                    <a:pt x="1024" y="196"/>
                    <a:pt x="1017" y="196"/>
                  </a:cubicBezTo>
                  <a:cubicBezTo>
                    <a:pt x="1010" y="196"/>
                    <a:pt x="1015" y="183"/>
                    <a:pt x="1011" y="177"/>
                  </a:cubicBezTo>
                  <a:cubicBezTo>
                    <a:pt x="998" y="157"/>
                    <a:pt x="966" y="120"/>
                    <a:pt x="966" y="120"/>
                  </a:cubicBezTo>
                  <a:cubicBezTo>
                    <a:pt x="960" y="122"/>
                    <a:pt x="953" y="129"/>
                    <a:pt x="948" y="126"/>
                  </a:cubicBezTo>
                  <a:cubicBezTo>
                    <a:pt x="901" y="96"/>
                    <a:pt x="906" y="72"/>
                    <a:pt x="859" y="57"/>
                  </a:cubicBezTo>
                  <a:cubicBezTo>
                    <a:pt x="857" y="63"/>
                    <a:pt x="859" y="74"/>
                    <a:pt x="853" y="76"/>
                  </a:cubicBezTo>
                  <a:cubicBezTo>
                    <a:pt x="839" y="79"/>
                    <a:pt x="827" y="49"/>
                    <a:pt x="821" y="44"/>
                  </a:cubicBezTo>
                  <a:cubicBezTo>
                    <a:pt x="795" y="24"/>
                    <a:pt x="781" y="25"/>
                    <a:pt x="752" y="19"/>
                  </a:cubicBezTo>
                  <a:cubicBezTo>
                    <a:pt x="718" y="40"/>
                    <a:pt x="719" y="19"/>
                    <a:pt x="689" y="0"/>
                  </a:cubicBezTo>
                  <a:cubicBezTo>
                    <a:pt x="668" y="30"/>
                    <a:pt x="684" y="48"/>
                    <a:pt x="651" y="25"/>
                  </a:cubicBezTo>
                  <a:cubicBezTo>
                    <a:pt x="642" y="33"/>
                    <a:pt x="632" y="40"/>
                    <a:pt x="625" y="50"/>
                  </a:cubicBezTo>
                  <a:cubicBezTo>
                    <a:pt x="621" y="55"/>
                    <a:pt x="626" y="69"/>
                    <a:pt x="619" y="69"/>
                  </a:cubicBezTo>
                  <a:cubicBezTo>
                    <a:pt x="612" y="69"/>
                    <a:pt x="615" y="56"/>
                    <a:pt x="613" y="50"/>
                  </a:cubicBezTo>
                  <a:cubicBezTo>
                    <a:pt x="605" y="25"/>
                    <a:pt x="612" y="33"/>
                    <a:pt x="588" y="25"/>
                  </a:cubicBezTo>
                  <a:cubicBezTo>
                    <a:pt x="587" y="29"/>
                    <a:pt x="579" y="79"/>
                    <a:pt x="569" y="82"/>
                  </a:cubicBezTo>
                  <a:cubicBezTo>
                    <a:pt x="563" y="84"/>
                    <a:pt x="566" y="68"/>
                    <a:pt x="562" y="63"/>
                  </a:cubicBezTo>
                  <a:cubicBezTo>
                    <a:pt x="557" y="57"/>
                    <a:pt x="549" y="54"/>
                    <a:pt x="543" y="50"/>
                  </a:cubicBezTo>
                  <a:cubicBezTo>
                    <a:pt x="529" y="109"/>
                    <a:pt x="551" y="50"/>
                    <a:pt x="512" y="82"/>
                  </a:cubicBezTo>
                  <a:cubicBezTo>
                    <a:pt x="499" y="93"/>
                    <a:pt x="496" y="112"/>
                    <a:pt x="486" y="126"/>
                  </a:cubicBezTo>
                  <a:cubicBezTo>
                    <a:pt x="484" y="134"/>
                    <a:pt x="488" y="147"/>
                    <a:pt x="480" y="151"/>
                  </a:cubicBezTo>
                  <a:cubicBezTo>
                    <a:pt x="474" y="154"/>
                    <a:pt x="481" y="133"/>
                    <a:pt x="474" y="132"/>
                  </a:cubicBezTo>
                  <a:cubicBezTo>
                    <a:pt x="465" y="130"/>
                    <a:pt x="457" y="141"/>
                    <a:pt x="449" y="145"/>
                  </a:cubicBezTo>
                  <a:cubicBezTo>
                    <a:pt x="434" y="166"/>
                    <a:pt x="430" y="183"/>
                    <a:pt x="423" y="208"/>
                  </a:cubicBezTo>
                  <a:cubicBezTo>
                    <a:pt x="421" y="200"/>
                    <a:pt x="425" y="187"/>
                    <a:pt x="417" y="183"/>
                  </a:cubicBezTo>
                  <a:cubicBezTo>
                    <a:pt x="410" y="180"/>
                    <a:pt x="403" y="190"/>
                    <a:pt x="398" y="196"/>
                  </a:cubicBezTo>
                  <a:cubicBezTo>
                    <a:pt x="388" y="209"/>
                    <a:pt x="383" y="236"/>
                    <a:pt x="373" y="252"/>
                  </a:cubicBezTo>
                  <a:cubicBezTo>
                    <a:pt x="367" y="290"/>
                    <a:pt x="353" y="343"/>
                    <a:pt x="335" y="379"/>
                  </a:cubicBezTo>
                  <a:cubicBezTo>
                    <a:pt x="314" y="422"/>
                    <a:pt x="328" y="370"/>
                    <a:pt x="310" y="429"/>
                  </a:cubicBezTo>
                  <a:cubicBezTo>
                    <a:pt x="301" y="458"/>
                    <a:pt x="300" y="489"/>
                    <a:pt x="291" y="518"/>
                  </a:cubicBezTo>
                  <a:cubicBezTo>
                    <a:pt x="241" y="418"/>
                    <a:pt x="312" y="665"/>
                    <a:pt x="240" y="688"/>
                  </a:cubicBezTo>
                  <a:cubicBezTo>
                    <a:pt x="205" y="746"/>
                    <a:pt x="195" y="820"/>
                    <a:pt x="171" y="884"/>
                  </a:cubicBezTo>
                  <a:cubicBezTo>
                    <a:pt x="169" y="878"/>
                    <a:pt x="166" y="871"/>
                    <a:pt x="164" y="865"/>
                  </a:cubicBezTo>
                  <a:cubicBezTo>
                    <a:pt x="162" y="857"/>
                    <a:pt x="166" y="836"/>
                    <a:pt x="158" y="840"/>
                  </a:cubicBezTo>
                  <a:cubicBezTo>
                    <a:pt x="141" y="849"/>
                    <a:pt x="151" y="878"/>
                    <a:pt x="145" y="897"/>
                  </a:cubicBezTo>
                  <a:cubicBezTo>
                    <a:pt x="128" y="953"/>
                    <a:pt x="126" y="1011"/>
                    <a:pt x="108" y="1067"/>
                  </a:cubicBezTo>
                  <a:cubicBezTo>
                    <a:pt x="99" y="1035"/>
                    <a:pt x="93" y="1019"/>
                    <a:pt x="70" y="1055"/>
                  </a:cubicBezTo>
                  <a:cubicBezTo>
                    <a:pt x="36" y="1032"/>
                    <a:pt x="36" y="1055"/>
                    <a:pt x="0" y="1055"/>
                  </a:cubicBezTo>
                </a:path>
              </a:pathLst>
            </a:custGeom>
            <a:noFill/>
            <a:ln w="9525" cap="flat" cmpd="sng">
              <a:solidFill>
                <a:srgbClr val="FF3300"/>
              </a:solidFill>
              <a:prstDash val="solid"/>
              <a:round/>
              <a:headEnd/>
              <a:tailEnd/>
            </a:ln>
            <a:effectLst/>
          </p:spPr>
          <p:txBody>
            <a:bodyPr wrap="none" anchor="ctr"/>
            <a:lstStyle/>
            <a:p>
              <a:endParaRPr lang="en-GB" sz="1600"/>
            </a:p>
          </p:txBody>
        </p:sp>
        <p:sp>
          <p:nvSpPr>
            <p:cNvPr id="135341" name="Freeform 173"/>
            <p:cNvSpPr>
              <a:spLocks/>
            </p:cNvSpPr>
            <p:nvPr/>
          </p:nvSpPr>
          <p:spPr bwMode="auto">
            <a:xfrm flipV="1">
              <a:off x="1976" y="2550"/>
              <a:ext cx="1484" cy="1164"/>
            </a:xfrm>
            <a:custGeom>
              <a:avLst/>
              <a:gdLst/>
              <a:ahLst/>
              <a:cxnLst>
                <a:cxn ang="0">
                  <a:pos x="13" y="1031"/>
                </a:cxn>
                <a:cxn ang="0">
                  <a:pos x="25" y="1012"/>
                </a:cxn>
                <a:cxn ang="0">
                  <a:pos x="63" y="1019"/>
                </a:cxn>
                <a:cxn ang="0">
                  <a:pos x="120" y="817"/>
                </a:cxn>
                <a:cxn ang="0">
                  <a:pos x="145" y="861"/>
                </a:cxn>
                <a:cxn ang="0">
                  <a:pos x="202" y="760"/>
                </a:cxn>
                <a:cxn ang="0">
                  <a:pos x="253" y="469"/>
                </a:cxn>
                <a:cxn ang="0">
                  <a:pos x="290" y="482"/>
                </a:cxn>
                <a:cxn ang="0">
                  <a:pos x="410" y="223"/>
                </a:cxn>
                <a:cxn ang="0">
                  <a:pos x="511" y="97"/>
                </a:cxn>
                <a:cxn ang="0">
                  <a:pos x="562" y="103"/>
                </a:cxn>
                <a:cxn ang="0">
                  <a:pos x="631" y="90"/>
                </a:cxn>
                <a:cxn ang="0">
                  <a:pos x="682" y="21"/>
                </a:cxn>
                <a:cxn ang="0">
                  <a:pos x="707" y="84"/>
                </a:cxn>
                <a:cxn ang="0">
                  <a:pos x="770" y="46"/>
                </a:cxn>
                <a:cxn ang="0">
                  <a:pos x="789" y="90"/>
                </a:cxn>
                <a:cxn ang="0">
                  <a:pos x="853" y="78"/>
                </a:cxn>
                <a:cxn ang="0">
                  <a:pos x="878" y="135"/>
                </a:cxn>
                <a:cxn ang="0">
                  <a:pos x="890" y="59"/>
                </a:cxn>
                <a:cxn ang="0">
                  <a:pos x="979" y="191"/>
                </a:cxn>
                <a:cxn ang="0">
                  <a:pos x="1023" y="172"/>
                </a:cxn>
                <a:cxn ang="0">
                  <a:pos x="1061" y="242"/>
                </a:cxn>
                <a:cxn ang="0">
                  <a:pos x="1099" y="343"/>
                </a:cxn>
                <a:cxn ang="0">
                  <a:pos x="1118" y="368"/>
                </a:cxn>
                <a:cxn ang="0">
                  <a:pos x="1162" y="406"/>
                </a:cxn>
                <a:cxn ang="0">
                  <a:pos x="1175" y="476"/>
                </a:cxn>
                <a:cxn ang="0">
                  <a:pos x="1213" y="551"/>
                </a:cxn>
                <a:cxn ang="0">
                  <a:pos x="1244" y="627"/>
                </a:cxn>
                <a:cxn ang="0">
                  <a:pos x="1288" y="741"/>
                </a:cxn>
                <a:cxn ang="0">
                  <a:pos x="1314" y="772"/>
                </a:cxn>
                <a:cxn ang="0">
                  <a:pos x="1370" y="1063"/>
                </a:cxn>
                <a:cxn ang="0">
                  <a:pos x="1459" y="1164"/>
                </a:cxn>
                <a:cxn ang="0">
                  <a:pos x="1478" y="1038"/>
                </a:cxn>
              </a:cxnLst>
              <a:rect l="0" t="0" r="r" b="b"/>
              <a:pathLst>
                <a:path w="1484" h="1164">
                  <a:moveTo>
                    <a:pt x="0" y="1057"/>
                  </a:moveTo>
                  <a:cubicBezTo>
                    <a:pt x="4" y="1048"/>
                    <a:pt x="10" y="1040"/>
                    <a:pt x="13" y="1031"/>
                  </a:cubicBezTo>
                  <a:cubicBezTo>
                    <a:pt x="17" y="1019"/>
                    <a:pt x="12" y="1004"/>
                    <a:pt x="19" y="993"/>
                  </a:cubicBezTo>
                  <a:cubicBezTo>
                    <a:pt x="23" y="987"/>
                    <a:pt x="21" y="1007"/>
                    <a:pt x="25" y="1012"/>
                  </a:cubicBezTo>
                  <a:cubicBezTo>
                    <a:pt x="30" y="1018"/>
                    <a:pt x="38" y="1021"/>
                    <a:pt x="44" y="1025"/>
                  </a:cubicBezTo>
                  <a:cubicBezTo>
                    <a:pt x="53" y="997"/>
                    <a:pt x="52" y="960"/>
                    <a:pt x="63" y="1019"/>
                  </a:cubicBezTo>
                  <a:cubicBezTo>
                    <a:pt x="88" y="983"/>
                    <a:pt x="81" y="957"/>
                    <a:pt x="88" y="911"/>
                  </a:cubicBezTo>
                  <a:cubicBezTo>
                    <a:pt x="93" y="879"/>
                    <a:pt x="108" y="847"/>
                    <a:pt x="120" y="817"/>
                  </a:cubicBezTo>
                  <a:cubicBezTo>
                    <a:pt x="124" y="823"/>
                    <a:pt x="129" y="829"/>
                    <a:pt x="133" y="836"/>
                  </a:cubicBezTo>
                  <a:cubicBezTo>
                    <a:pt x="138" y="844"/>
                    <a:pt x="136" y="859"/>
                    <a:pt x="145" y="861"/>
                  </a:cubicBezTo>
                  <a:cubicBezTo>
                    <a:pt x="152" y="863"/>
                    <a:pt x="154" y="849"/>
                    <a:pt x="158" y="842"/>
                  </a:cubicBezTo>
                  <a:cubicBezTo>
                    <a:pt x="175" y="814"/>
                    <a:pt x="184" y="786"/>
                    <a:pt x="202" y="760"/>
                  </a:cubicBezTo>
                  <a:cubicBezTo>
                    <a:pt x="219" y="704"/>
                    <a:pt x="227" y="660"/>
                    <a:pt x="234" y="602"/>
                  </a:cubicBezTo>
                  <a:cubicBezTo>
                    <a:pt x="259" y="682"/>
                    <a:pt x="237" y="514"/>
                    <a:pt x="253" y="469"/>
                  </a:cubicBezTo>
                  <a:cubicBezTo>
                    <a:pt x="259" y="478"/>
                    <a:pt x="261" y="492"/>
                    <a:pt x="271" y="495"/>
                  </a:cubicBezTo>
                  <a:cubicBezTo>
                    <a:pt x="278" y="498"/>
                    <a:pt x="285" y="488"/>
                    <a:pt x="290" y="482"/>
                  </a:cubicBezTo>
                  <a:cubicBezTo>
                    <a:pt x="296" y="475"/>
                    <a:pt x="318" y="406"/>
                    <a:pt x="322" y="393"/>
                  </a:cubicBezTo>
                  <a:cubicBezTo>
                    <a:pt x="332" y="322"/>
                    <a:pt x="354" y="268"/>
                    <a:pt x="410" y="223"/>
                  </a:cubicBezTo>
                  <a:cubicBezTo>
                    <a:pt x="422" y="200"/>
                    <a:pt x="430" y="176"/>
                    <a:pt x="442" y="153"/>
                  </a:cubicBezTo>
                  <a:cubicBezTo>
                    <a:pt x="486" y="183"/>
                    <a:pt x="499" y="134"/>
                    <a:pt x="511" y="97"/>
                  </a:cubicBezTo>
                  <a:cubicBezTo>
                    <a:pt x="524" y="114"/>
                    <a:pt x="541" y="140"/>
                    <a:pt x="549" y="135"/>
                  </a:cubicBezTo>
                  <a:cubicBezTo>
                    <a:pt x="559" y="129"/>
                    <a:pt x="555" y="112"/>
                    <a:pt x="562" y="103"/>
                  </a:cubicBezTo>
                  <a:cubicBezTo>
                    <a:pt x="573" y="89"/>
                    <a:pt x="600" y="65"/>
                    <a:pt x="600" y="65"/>
                  </a:cubicBezTo>
                  <a:cubicBezTo>
                    <a:pt x="614" y="21"/>
                    <a:pt x="618" y="70"/>
                    <a:pt x="631" y="90"/>
                  </a:cubicBezTo>
                  <a:cubicBezTo>
                    <a:pt x="636" y="66"/>
                    <a:pt x="632" y="0"/>
                    <a:pt x="663" y="46"/>
                  </a:cubicBezTo>
                  <a:cubicBezTo>
                    <a:pt x="677" y="89"/>
                    <a:pt x="677" y="38"/>
                    <a:pt x="682" y="21"/>
                  </a:cubicBezTo>
                  <a:cubicBezTo>
                    <a:pt x="684" y="44"/>
                    <a:pt x="679" y="69"/>
                    <a:pt x="688" y="90"/>
                  </a:cubicBezTo>
                  <a:cubicBezTo>
                    <a:pt x="690" y="96"/>
                    <a:pt x="703" y="89"/>
                    <a:pt x="707" y="84"/>
                  </a:cubicBezTo>
                  <a:cubicBezTo>
                    <a:pt x="718" y="70"/>
                    <a:pt x="721" y="38"/>
                    <a:pt x="733" y="21"/>
                  </a:cubicBezTo>
                  <a:cubicBezTo>
                    <a:pt x="737" y="57"/>
                    <a:pt x="741" y="123"/>
                    <a:pt x="770" y="46"/>
                  </a:cubicBezTo>
                  <a:cubicBezTo>
                    <a:pt x="772" y="54"/>
                    <a:pt x="774" y="63"/>
                    <a:pt x="777" y="71"/>
                  </a:cubicBezTo>
                  <a:cubicBezTo>
                    <a:pt x="780" y="78"/>
                    <a:pt x="782" y="93"/>
                    <a:pt x="789" y="90"/>
                  </a:cubicBezTo>
                  <a:cubicBezTo>
                    <a:pt x="802" y="84"/>
                    <a:pt x="809" y="29"/>
                    <a:pt x="815" y="15"/>
                  </a:cubicBezTo>
                  <a:cubicBezTo>
                    <a:pt x="831" y="37"/>
                    <a:pt x="838" y="56"/>
                    <a:pt x="853" y="78"/>
                  </a:cubicBezTo>
                  <a:cubicBezTo>
                    <a:pt x="857" y="91"/>
                    <a:pt x="860" y="104"/>
                    <a:pt x="865" y="116"/>
                  </a:cubicBezTo>
                  <a:cubicBezTo>
                    <a:pt x="868" y="123"/>
                    <a:pt x="872" y="139"/>
                    <a:pt x="878" y="135"/>
                  </a:cubicBezTo>
                  <a:cubicBezTo>
                    <a:pt x="887" y="129"/>
                    <a:pt x="882" y="114"/>
                    <a:pt x="884" y="103"/>
                  </a:cubicBezTo>
                  <a:cubicBezTo>
                    <a:pt x="886" y="88"/>
                    <a:pt x="888" y="74"/>
                    <a:pt x="890" y="59"/>
                  </a:cubicBezTo>
                  <a:cubicBezTo>
                    <a:pt x="912" y="119"/>
                    <a:pt x="939" y="172"/>
                    <a:pt x="966" y="229"/>
                  </a:cubicBezTo>
                  <a:cubicBezTo>
                    <a:pt x="970" y="216"/>
                    <a:pt x="976" y="204"/>
                    <a:pt x="979" y="191"/>
                  </a:cubicBezTo>
                  <a:cubicBezTo>
                    <a:pt x="984" y="166"/>
                    <a:pt x="991" y="116"/>
                    <a:pt x="991" y="116"/>
                  </a:cubicBezTo>
                  <a:cubicBezTo>
                    <a:pt x="1004" y="135"/>
                    <a:pt x="1010" y="153"/>
                    <a:pt x="1023" y="172"/>
                  </a:cubicBezTo>
                  <a:cubicBezTo>
                    <a:pt x="1028" y="196"/>
                    <a:pt x="1036" y="218"/>
                    <a:pt x="1042" y="242"/>
                  </a:cubicBezTo>
                  <a:cubicBezTo>
                    <a:pt x="1057" y="178"/>
                    <a:pt x="1036" y="242"/>
                    <a:pt x="1061" y="242"/>
                  </a:cubicBezTo>
                  <a:cubicBezTo>
                    <a:pt x="1070" y="242"/>
                    <a:pt x="1070" y="225"/>
                    <a:pt x="1074" y="217"/>
                  </a:cubicBezTo>
                  <a:cubicBezTo>
                    <a:pt x="1090" y="259"/>
                    <a:pt x="1094" y="297"/>
                    <a:pt x="1099" y="343"/>
                  </a:cubicBezTo>
                  <a:cubicBezTo>
                    <a:pt x="1103" y="337"/>
                    <a:pt x="1106" y="318"/>
                    <a:pt x="1111" y="324"/>
                  </a:cubicBezTo>
                  <a:cubicBezTo>
                    <a:pt x="1120" y="336"/>
                    <a:pt x="1117" y="353"/>
                    <a:pt x="1118" y="368"/>
                  </a:cubicBezTo>
                  <a:cubicBezTo>
                    <a:pt x="1123" y="428"/>
                    <a:pt x="1114" y="496"/>
                    <a:pt x="1143" y="551"/>
                  </a:cubicBezTo>
                  <a:cubicBezTo>
                    <a:pt x="1147" y="495"/>
                    <a:pt x="1146" y="456"/>
                    <a:pt x="1162" y="406"/>
                  </a:cubicBezTo>
                  <a:cubicBezTo>
                    <a:pt x="1164" y="440"/>
                    <a:pt x="1162" y="474"/>
                    <a:pt x="1168" y="507"/>
                  </a:cubicBezTo>
                  <a:cubicBezTo>
                    <a:pt x="1170" y="517"/>
                    <a:pt x="1173" y="466"/>
                    <a:pt x="1175" y="476"/>
                  </a:cubicBezTo>
                  <a:cubicBezTo>
                    <a:pt x="1193" y="557"/>
                    <a:pt x="1181" y="645"/>
                    <a:pt x="1194" y="728"/>
                  </a:cubicBezTo>
                  <a:cubicBezTo>
                    <a:pt x="1202" y="669"/>
                    <a:pt x="1198" y="608"/>
                    <a:pt x="1213" y="551"/>
                  </a:cubicBezTo>
                  <a:cubicBezTo>
                    <a:pt x="1216" y="538"/>
                    <a:pt x="1220" y="577"/>
                    <a:pt x="1225" y="589"/>
                  </a:cubicBezTo>
                  <a:cubicBezTo>
                    <a:pt x="1230" y="602"/>
                    <a:pt x="1238" y="614"/>
                    <a:pt x="1244" y="627"/>
                  </a:cubicBezTo>
                  <a:cubicBezTo>
                    <a:pt x="1250" y="652"/>
                    <a:pt x="1247" y="702"/>
                    <a:pt x="1276" y="659"/>
                  </a:cubicBezTo>
                  <a:cubicBezTo>
                    <a:pt x="1280" y="686"/>
                    <a:pt x="1281" y="714"/>
                    <a:pt x="1288" y="741"/>
                  </a:cubicBezTo>
                  <a:cubicBezTo>
                    <a:pt x="1293" y="760"/>
                    <a:pt x="1307" y="798"/>
                    <a:pt x="1307" y="798"/>
                  </a:cubicBezTo>
                  <a:cubicBezTo>
                    <a:pt x="1309" y="789"/>
                    <a:pt x="1313" y="763"/>
                    <a:pt x="1314" y="772"/>
                  </a:cubicBezTo>
                  <a:cubicBezTo>
                    <a:pt x="1319" y="814"/>
                    <a:pt x="1315" y="857"/>
                    <a:pt x="1320" y="899"/>
                  </a:cubicBezTo>
                  <a:cubicBezTo>
                    <a:pt x="1326" y="958"/>
                    <a:pt x="1350" y="1009"/>
                    <a:pt x="1370" y="1063"/>
                  </a:cubicBezTo>
                  <a:cubicBezTo>
                    <a:pt x="1386" y="1024"/>
                    <a:pt x="1394" y="984"/>
                    <a:pt x="1402" y="943"/>
                  </a:cubicBezTo>
                  <a:cubicBezTo>
                    <a:pt x="1411" y="1030"/>
                    <a:pt x="1444" y="1083"/>
                    <a:pt x="1459" y="1164"/>
                  </a:cubicBezTo>
                  <a:cubicBezTo>
                    <a:pt x="1464" y="1128"/>
                    <a:pt x="1465" y="1092"/>
                    <a:pt x="1471" y="1057"/>
                  </a:cubicBezTo>
                  <a:cubicBezTo>
                    <a:pt x="1472" y="1050"/>
                    <a:pt x="1471" y="1038"/>
                    <a:pt x="1478" y="1038"/>
                  </a:cubicBezTo>
                  <a:cubicBezTo>
                    <a:pt x="1484" y="1038"/>
                    <a:pt x="1478" y="1051"/>
                    <a:pt x="1478" y="1057"/>
                  </a:cubicBezTo>
                </a:path>
              </a:pathLst>
            </a:custGeom>
            <a:noFill/>
            <a:ln w="9525" cap="flat" cmpd="sng">
              <a:solidFill>
                <a:srgbClr val="FF3300"/>
              </a:solidFill>
              <a:prstDash val="solid"/>
              <a:round/>
              <a:headEnd/>
              <a:tailEnd/>
            </a:ln>
            <a:effectLst/>
          </p:spPr>
          <p:txBody>
            <a:bodyPr wrap="none" anchor="ctr"/>
            <a:lstStyle/>
            <a:p>
              <a:endParaRPr lang="en-GB" sz="1600"/>
            </a:p>
          </p:txBody>
        </p:sp>
        <p:sp>
          <p:nvSpPr>
            <p:cNvPr id="135342" name="Freeform 174"/>
            <p:cNvSpPr>
              <a:spLocks/>
            </p:cNvSpPr>
            <p:nvPr/>
          </p:nvSpPr>
          <p:spPr bwMode="auto">
            <a:xfrm>
              <a:off x="1958" y="2594"/>
              <a:ext cx="1484" cy="1164"/>
            </a:xfrm>
            <a:custGeom>
              <a:avLst/>
              <a:gdLst/>
              <a:ahLst/>
              <a:cxnLst>
                <a:cxn ang="0">
                  <a:pos x="13" y="1031"/>
                </a:cxn>
                <a:cxn ang="0">
                  <a:pos x="25" y="1012"/>
                </a:cxn>
                <a:cxn ang="0">
                  <a:pos x="63" y="1019"/>
                </a:cxn>
                <a:cxn ang="0">
                  <a:pos x="120" y="817"/>
                </a:cxn>
                <a:cxn ang="0">
                  <a:pos x="145" y="861"/>
                </a:cxn>
                <a:cxn ang="0">
                  <a:pos x="202" y="760"/>
                </a:cxn>
                <a:cxn ang="0">
                  <a:pos x="253" y="469"/>
                </a:cxn>
                <a:cxn ang="0">
                  <a:pos x="290" y="482"/>
                </a:cxn>
                <a:cxn ang="0">
                  <a:pos x="410" y="223"/>
                </a:cxn>
                <a:cxn ang="0">
                  <a:pos x="511" y="97"/>
                </a:cxn>
                <a:cxn ang="0">
                  <a:pos x="562" y="103"/>
                </a:cxn>
                <a:cxn ang="0">
                  <a:pos x="631" y="90"/>
                </a:cxn>
                <a:cxn ang="0">
                  <a:pos x="682" y="21"/>
                </a:cxn>
                <a:cxn ang="0">
                  <a:pos x="707" y="84"/>
                </a:cxn>
                <a:cxn ang="0">
                  <a:pos x="770" y="46"/>
                </a:cxn>
                <a:cxn ang="0">
                  <a:pos x="789" y="90"/>
                </a:cxn>
                <a:cxn ang="0">
                  <a:pos x="853" y="78"/>
                </a:cxn>
                <a:cxn ang="0">
                  <a:pos x="878" y="135"/>
                </a:cxn>
                <a:cxn ang="0">
                  <a:pos x="890" y="59"/>
                </a:cxn>
                <a:cxn ang="0">
                  <a:pos x="979" y="191"/>
                </a:cxn>
                <a:cxn ang="0">
                  <a:pos x="1023" y="172"/>
                </a:cxn>
                <a:cxn ang="0">
                  <a:pos x="1061" y="242"/>
                </a:cxn>
                <a:cxn ang="0">
                  <a:pos x="1099" y="343"/>
                </a:cxn>
                <a:cxn ang="0">
                  <a:pos x="1118" y="368"/>
                </a:cxn>
                <a:cxn ang="0">
                  <a:pos x="1162" y="406"/>
                </a:cxn>
                <a:cxn ang="0">
                  <a:pos x="1175" y="476"/>
                </a:cxn>
                <a:cxn ang="0">
                  <a:pos x="1213" y="551"/>
                </a:cxn>
                <a:cxn ang="0">
                  <a:pos x="1244" y="627"/>
                </a:cxn>
                <a:cxn ang="0">
                  <a:pos x="1288" y="741"/>
                </a:cxn>
                <a:cxn ang="0">
                  <a:pos x="1314" y="772"/>
                </a:cxn>
                <a:cxn ang="0">
                  <a:pos x="1370" y="1063"/>
                </a:cxn>
                <a:cxn ang="0">
                  <a:pos x="1459" y="1164"/>
                </a:cxn>
                <a:cxn ang="0">
                  <a:pos x="1478" y="1038"/>
                </a:cxn>
              </a:cxnLst>
              <a:rect l="0" t="0" r="r" b="b"/>
              <a:pathLst>
                <a:path w="1484" h="1164">
                  <a:moveTo>
                    <a:pt x="0" y="1057"/>
                  </a:moveTo>
                  <a:cubicBezTo>
                    <a:pt x="4" y="1048"/>
                    <a:pt x="10" y="1040"/>
                    <a:pt x="13" y="1031"/>
                  </a:cubicBezTo>
                  <a:cubicBezTo>
                    <a:pt x="17" y="1019"/>
                    <a:pt x="12" y="1004"/>
                    <a:pt x="19" y="993"/>
                  </a:cubicBezTo>
                  <a:cubicBezTo>
                    <a:pt x="23" y="987"/>
                    <a:pt x="21" y="1007"/>
                    <a:pt x="25" y="1012"/>
                  </a:cubicBezTo>
                  <a:cubicBezTo>
                    <a:pt x="30" y="1018"/>
                    <a:pt x="38" y="1021"/>
                    <a:pt x="44" y="1025"/>
                  </a:cubicBezTo>
                  <a:cubicBezTo>
                    <a:pt x="53" y="997"/>
                    <a:pt x="52" y="960"/>
                    <a:pt x="63" y="1019"/>
                  </a:cubicBezTo>
                  <a:cubicBezTo>
                    <a:pt x="88" y="983"/>
                    <a:pt x="81" y="957"/>
                    <a:pt x="88" y="911"/>
                  </a:cubicBezTo>
                  <a:cubicBezTo>
                    <a:pt x="93" y="879"/>
                    <a:pt x="108" y="847"/>
                    <a:pt x="120" y="817"/>
                  </a:cubicBezTo>
                  <a:cubicBezTo>
                    <a:pt x="124" y="823"/>
                    <a:pt x="129" y="829"/>
                    <a:pt x="133" y="836"/>
                  </a:cubicBezTo>
                  <a:cubicBezTo>
                    <a:pt x="138" y="844"/>
                    <a:pt x="136" y="859"/>
                    <a:pt x="145" y="861"/>
                  </a:cubicBezTo>
                  <a:cubicBezTo>
                    <a:pt x="152" y="863"/>
                    <a:pt x="154" y="849"/>
                    <a:pt x="158" y="842"/>
                  </a:cubicBezTo>
                  <a:cubicBezTo>
                    <a:pt x="175" y="814"/>
                    <a:pt x="184" y="786"/>
                    <a:pt x="202" y="760"/>
                  </a:cubicBezTo>
                  <a:cubicBezTo>
                    <a:pt x="219" y="704"/>
                    <a:pt x="227" y="660"/>
                    <a:pt x="234" y="602"/>
                  </a:cubicBezTo>
                  <a:cubicBezTo>
                    <a:pt x="259" y="682"/>
                    <a:pt x="237" y="514"/>
                    <a:pt x="253" y="469"/>
                  </a:cubicBezTo>
                  <a:cubicBezTo>
                    <a:pt x="259" y="478"/>
                    <a:pt x="261" y="492"/>
                    <a:pt x="271" y="495"/>
                  </a:cubicBezTo>
                  <a:cubicBezTo>
                    <a:pt x="278" y="498"/>
                    <a:pt x="285" y="488"/>
                    <a:pt x="290" y="482"/>
                  </a:cubicBezTo>
                  <a:cubicBezTo>
                    <a:pt x="296" y="475"/>
                    <a:pt x="318" y="406"/>
                    <a:pt x="322" y="393"/>
                  </a:cubicBezTo>
                  <a:cubicBezTo>
                    <a:pt x="332" y="322"/>
                    <a:pt x="354" y="268"/>
                    <a:pt x="410" y="223"/>
                  </a:cubicBezTo>
                  <a:cubicBezTo>
                    <a:pt x="422" y="200"/>
                    <a:pt x="430" y="176"/>
                    <a:pt x="442" y="153"/>
                  </a:cubicBezTo>
                  <a:cubicBezTo>
                    <a:pt x="486" y="183"/>
                    <a:pt x="499" y="134"/>
                    <a:pt x="511" y="97"/>
                  </a:cubicBezTo>
                  <a:cubicBezTo>
                    <a:pt x="524" y="114"/>
                    <a:pt x="541" y="140"/>
                    <a:pt x="549" y="135"/>
                  </a:cubicBezTo>
                  <a:cubicBezTo>
                    <a:pt x="559" y="129"/>
                    <a:pt x="555" y="112"/>
                    <a:pt x="562" y="103"/>
                  </a:cubicBezTo>
                  <a:cubicBezTo>
                    <a:pt x="573" y="89"/>
                    <a:pt x="600" y="65"/>
                    <a:pt x="600" y="65"/>
                  </a:cubicBezTo>
                  <a:cubicBezTo>
                    <a:pt x="614" y="21"/>
                    <a:pt x="618" y="70"/>
                    <a:pt x="631" y="90"/>
                  </a:cubicBezTo>
                  <a:cubicBezTo>
                    <a:pt x="636" y="66"/>
                    <a:pt x="632" y="0"/>
                    <a:pt x="663" y="46"/>
                  </a:cubicBezTo>
                  <a:cubicBezTo>
                    <a:pt x="677" y="89"/>
                    <a:pt x="677" y="38"/>
                    <a:pt x="682" y="21"/>
                  </a:cubicBezTo>
                  <a:cubicBezTo>
                    <a:pt x="684" y="44"/>
                    <a:pt x="679" y="69"/>
                    <a:pt x="688" y="90"/>
                  </a:cubicBezTo>
                  <a:cubicBezTo>
                    <a:pt x="690" y="96"/>
                    <a:pt x="703" y="89"/>
                    <a:pt x="707" y="84"/>
                  </a:cubicBezTo>
                  <a:cubicBezTo>
                    <a:pt x="718" y="70"/>
                    <a:pt x="721" y="38"/>
                    <a:pt x="733" y="21"/>
                  </a:cubicBezTo>
                  <a:cubicBezTo>
                    <a:pt x="737" y="57"/>
                    <a:pt x="741" y="123"/>
                    <a:pt x="770" y="46"/>
                  </a:cubicBezTo>
                  <a:cubicBezTo>
                    <a:pt x="772" y="54"/>
                    <a:pt x="774" y="63"/>
                    <a:pt x="777" y="71"/>
                  </a:cubicBezTo>
                  <a:cubicBezTo>
                    <a:pt x="780" y="78"/>
                    <a:pt x="782" y="93"/>
                    <a:pt x="789" y="90"/>
                  </a:cubicBezTo>
                  <a:cubicBezTo>
                    <a:pt x="802" y="84"/>
                    <a:pt x="809" y="29"/>
                    <a:pt x="815" y="15"/>
                  </a:cubicBezTo>
                  <a:cubicBezTo>
                    <a:pt x="831" y="37"/>
                    <a:pt x="838" y="56"/>
                    <a:pt x="853" y="78"/>
                  </a:cubicBezTo>
                  <a:cubicBezTo>
                    <a:pt x="857" y="91"/>
                    <a:pt x="860" y="104"/>
                    <a:pt x="865" y="116"/>
                  </a:cubicBezTo>
                  <a:cubicBezTo>
                    <a:pt x="868" y="123"/>
                    <a:pt x="872" y="139"/>
                    <a:pt x="878" y="135"/>
                  </a:cubicBezTo>
                  <a:cubicBezTo>
                    <a:pt x="887" y="129"/>
                    <a:pt x="882" y="114"/>
                    <a:pt x="884" y="103"/>
                  </a:cubicBezTo>
                  <a:cubicBezTo>
                    <a:pt x="886" y="88"/>
                    <a:pt x="888" y="74"/>
                    <a:pt x="890" y="59"/>
                  </a:cubicBezTo>
                  <a:cubicBezTo>
                    <a:pt x="912" y="119"/>
                    <a:pt x="939" y="172"/>
                    <a:pt x="966" y="229"/>
                  </a:cubicBezTo>
                  <a:cubicBezTo>
                    <a:pt x="970" y="216"/>
                    <a:pt x="976" y="204"/>
                    <a:pt x="979" y="191"/>
                  </a:cubicBezTo>
                  <a:cubicBezTo>
                    <a:pt x="984" y="166"/>
                    <a:pt x="991" y="116"/>
                    <a:pt x="991" y="116"/>
                  </a:cubicBezTo>
                  <a:cubicBezTo>
                    <a:pt x="1004" y="135"/>
                    <a:pt x="1010" y="153"/>
                    <a:pt x="1023" y="172"/>
                  </a:cubicBezTo>
                  <a:cubicBezTo>
                    <a:pt x="1028" y="196"/>
                    <a:pt x="1036" y="218"/>
                    <a:pt x="1042" y="242"/>
                  </a:cubicBezTo>
                  <a:cubicBezTo>
                    <a:pt x="1057" y="178"/>
                    <a:pt x="1036" y="242"/>
                    <a:pt x="1061" y="242"/>
                  </a:cubicBezTo>
                  <a:cubicBezTo>
                    <a:pt x="1070" y="242"/>
                    <a:pt x="1070" y="225"/>
                    <a:pt x="1074" y="217"/>
                  </a:cubicBezTo>
                  <a:cubicBezTo>
                    <a:pt x="1090" y="259"/>
                    <a:pt x="1094" y="297"/>
                    <a:pt x="1099" y="343"/>
                  </a:cubicBezTo>
                  <a:cubicBezTo>
                    <a:pt x="1103" y="337"/>
                    <a:pt x="1106" y="318"/>
                    <a:pt x="1111" y="324"/>
                  </a:cubicBezTo>
                  <a:cubicBezTo>
                    <a:pt x="1120" y="336"/>
                    <a:pt x="1117" y="353"/>
                    <a:pt x="1118" y="368"/>
                  </a:cubicBezTo>
                  <a:cubicBezTo>
                    <a:pt x="1123" y="428"/>
                    <a:pt x="1114" y="496"/>
                    <a:pt x="1143" y="551"/>
                  </a:cubicBezTo>
                  <a:cubicBezTo>
                    <a:pt x="1147" y="495"/>
                    <a:pt x="1146" y="456"/>
                    <a:pt x="1162" y="406"/>
                  </a:cubicBezTo>
                  <a:cubicBezTo>
                    <a:pt x="1164" y="440"/>
                    <a:pt x="1162" y="474"/>
                    <a:pt x="1168" y="507"/>
                  </a:cubicBezTo>
                  <a:cubicBezTo>
                    <a:pt x="1170" y="517"/>
                    <a:pt x="1173" y="466"/>
                    <a:pt x="1175" y="476"/>
                  </a:cubicBezTo>
                  <a:cubicBezTo>
                    <a:pt x="1193" y="557"/>
                    <a:pt x="1181" y="645"/>
                    <a:pt x="1194" y="728"/>
                  </a:cubicBezTo>
                  <a:cubicBezTo>
                    <a:pt x="1202" y="669"/>
                    <a:pt x="1198" y="608"/>
                    <a:pt x="1213" y="551"/>
                  </a:cubicBezTo>
                  <a:cubicBezTo>
                    <a:pt x="1216" y="538"/>
                    <a:pt x="1220" y="577"/>
                    <a:pt x="1225" y="589"/>
                  </a:cubicBezTo>
                  <a:cubicBezTo>
                    <a:pt x="1230" y="602"/>
                    <a:pt x="1238" y="614"/>
                    <a:pt x="1244" y="627"/>
                  </a:cubicBezTo>
                  <a:cubicBezTo>
                    <a:pt x="1250" y="652"/>
                    <a:pt x="1247" y="702"/>
                    <a:pt x="1276" y="659"/>
                  </a:cubicBezTo>
                  <a:cubicBezTo>
                    <a:pt x="1280" y="686"/>
                    <a:pt x="1281" y="714"/>
                    <a:pt x="1288" y="741"/>
                  </a:cubicBezTo>
                  <a:cubicBezTo>
                    <a:pt x="1293" y="760"/>
                    <a:pt x="1307" y="798"/>
                    <a:pt x="1307" y="798"/>
                  </a:cubicBezTo>
                  <a:cubicBezTo>
                    <a:pt x="1309" y="789"/>
                    <a:pt x="1313" y="763"/>
                    <a:pt x="1314" y="772"/>
                  </a:cubicBezTo>
                  <a:cubicBezTo>
                    <a:pt x="1319" y="814"/>
                    <a:pt x="1315" y="857"/>
                    <a:pt x="1320" y="899"/>
                  </a:cubicBezTo>
                  <a:cubicBezTo>
                    <a:pt x="1326" y="958"/>
                    <a:pt x="1350" y="1009"/>
                    <a:pt x="1370" y="1063"/>
                  </a:cubicBezTo>
                  <a:cubicBezTo>
                    <a:pt x="1386" y="1024"/>
                    <a:pt x="1394" y="984"/>
                    <a:pt x="1402" y="943"/>
                  </a:cubicBezTo>
                  <a:cubicBezTo>
                    <a:pt x="1411" y="1030"/>
                    <a:pt x="1444" y="1083"/>
                    <a:pt x="1459" y="1164"/>
                  </a:cubicBezTo>
                  <a:cubicBezTo>
                    <a:pt x="1464" y="1128"/>
                    <a:pt x="1465" y="1092"/>
                    <a:pt x="1471" y="1057"/>
                  </a:cubicBezTo>
                  <a:cubicBezTo>
                    <a:pt x="1472" y="1050"/>
                    <a:pt x="1471" y="1038"/>
                    <a:pt x="1478" y="1038"/>
                  </a:cubicBezTo>
                  <a:cubicBezTo>
                    <a:pt x="1484" y="1038"/>
                    <a:pt x="1478" y="1051"/>
                    <a:pt x="1478" y="1057"/>
                  </a:cubicBezTo>
                </a:path>
              </a:pathLst>
            </a:custGeom>
            <a:noFill/>
            <a:ln w="9525" cap="flat" cmpd="sng">
              <a:solidFill>
                <a:srgbClr val="FF3300"/>
              </a:solidFill>
              <a:prstDash val="solid"/>
              <a:round/>
              <a:headEnd/>
              <a:tailEnd/>
            </a:ln>
            <a:effectLst/>
          </p:spPr>
          <p:txBody>
            <a:bodyPr wrap="none" anchor="ctr"/>
            <a:lstStyle/>
            <a:p>
              <a:endParaRPr lang="en-GB" sz="1600"/>
            </a:p>
          </p:txBody>
        </p:sp>
        <p:sp>
          <p:nvSpPr>
            <p:cNvPr id="135343" name="Freeform 175"/>
            <p:cNvSpPr>
              <a:spLocks/>
            </p:cNvSpPr>
            <p:nvPr/>
          </p:nvSpPr>
          <p:spPr bwMode="auto">
            <a:xfrm flipV="1">
              <a:off x="1930" y="2564"/>
              <a:ext cx="1492" cy="1162"/>
            </a:xfrm>
            <a:custGeom>
              <a:avLst/>
              <a:gdLst/>
              <a:ahLst/>
              <a:cxnLst>
                <a:cxn ang="0">
                  <a:pos x="34" y="1093"/>
                </a:cxn>
                <a:cxn ang="0">
                  <a:pos x="72" y="1093"/>
                </a:cxn>
                <a:cxn ang="0">
                  <a:pos x="91" y="1112"/>
                </a:cxn>
                <a:cxn ang="0">
                  <a:pos x="160" y="1086"/>
                </a:cxn>
                <a:cxn ang="0">
                  <a:pos x="173" y="1124"/>
                </a:cxn>
                <a:cxn ang="0">
                  <a:pos x="223" y="1143"/>
                </a:cxn>
                <a:cxn ang="0">
                  <a:pos x="287" y="1143"/>
                </a:cxn>
                <a:cxn ang="0">
                  <a:pos x="337" y="1162"/>
                </a:cxn>
                <a:cxn ang="0">
                  <a:pos x="369" y="1124"/>
                </a:cxn>
                <a:cxn ang="0">
                  <a:pos x="432" y="1105"/>
                </a:cxn>
                <a:cxn ang="0">
                  <a:pos x="495" y="1068"/>
                </a:cxn>
                <a:cxn ang="0">
                  <a:pos x="533" y="1061"/>
                </a:cxn>
                <a:cxn ang="0">
                  <a:pos x="571" y="1061"/>
                </a:cxn>
                <a:cxn ang="0">
                  <a:pos x="590" y="1074"/>
                </a:cxn>
                <a:cxn ang="0">
                  <a:pos x="621" y="954"/>
                </a:cxn>
                <a:cxn ang="0">
                  <a:pos x="628" y="973"/>
                </a:cxn>
                <a:cxn ang="0">
                  <a:pos x="634" y="948"/>
                </a:cxn>
                <a:cxn ang="0">
                  <a:pos x="647" y="922"/>
                </a:cxn>
                <a:cxn ang="0">
                  <a:pos x="691" y="809"/>
                </a:cxn>
                <a:cxn ang="0">
                  <a:pos x="741" y="657"/>
                </a:cxn>
                <a:cxn ang="0">
                  <a:pos x="767" y="606"/>
                </a:cxn>
                <a:cxn ang="0">
                  <a:pos x="798" y="531"/>
                </a:cxn>
                <a:cxn ang="0">
                  <a:pos x="805" y="499"/>
                </a:cxn>
                <a:cxn ang="0">
                  <a:pos x="811" y="480"/>
                </a:cxn>
                <a:cxn ang="0">
                  <a:pos x="823" y="430"/>
                </a:cxn>
                <a:cxn ang="0">
                  <a:pos x="861" y="329"/>
                </a:cxn>
                <a:cxn ang="0">
                  <a:pos x="956" y="120"/>
                </a:cxn>
                <a:cxn ang="0">
                  <a:pos x="988" y="101"/>
                </a:cxn>
                <a:cxn ang="0">
                  <a:pos x="1007" y="63"/>
                </a:cxn>
                <a:cxn ang="0">
                  <a:pos x="1013" y="89"/>
                </a:cxn>
                <a:cxn ang="0">
                  <a:pos x="1019" y="108"/>
                </a:cxn>
                <a:cxn ang="0">
                  <a:pos x="1057" y="57"/>
                </a:cxn>
                <a:cxn ang="0">
                  <a:pos x="1063" y="89"/>
                </a:cxn>
                <a:cxn ang="0">
                  <a:pos x="1070" y="114"/>
                </a:cxn>
                <a:cxn ang="0">
                  <a:pos x="1095" y="82"/>
                </a:cxn>
                <a:cxn ang="0">
                  <a:pos x="1101" y="57"/>
                </a:cxn>
                <a:cxn ang="0">
                  <a:pos x="1108" y="38"/>
                </a:cxn>
                <a:cxn ang="0">
                  <a:pos x="1127" y="82"/>
                </a:cxn>
                <a:cxn ang="0">
                  <a:pos x="1146" y="57"/>
                </a:cxn>
                <a:cxn ang="0">
                  <a:pos x="1152" y="32"/>
                </a:cxn>
                <a:cxn ang="0">
                  <a:pos x="1171" y="82"/>
                </a:cxn>
                <a:cxn ang="0">
                  <a:pos x="1215" y="25"/>
                </a:cxn>
                <a:cxn ang="0">
                  <a:pos x="1259" y="13"/>
                </a:cxn>
                <a:cxn ang="0">
                  <a:pos x="1291" y="44"/>
                </a:cxn>
                <a:cxn ang="0">
                  <a:pos x="1303" y="19"/>
                </a:cxn>
                <a:cxn ang="0">
                  <a:pos x="1335" y="57"/>
                </a:cxn>
                <a:cxn ang="0">
                  <a:pos x="1392" y="0"/>
                </a:cxn>
                <a:cxn ang="0">
                  <a:pos x="1417" y="76"/>
                </a:cxn>
                <a:cxn ang="0">
                  <a:pos x="1442" y="70"/>
                </a:cxn>
                <a:cxn ang="0">
                  <a:pos x="1461" y="70"/>
                </a:cxn>
                <a:cxn ang="0">
                  <a:pos x="1474" y="133"/>
                </a:cxn>
                <a:cxn ang="0">
                  <a:pos x="1487" y="120"/>
                </a:cxn>
              </a:cxnLst>
              <a:rect l="0" t="0" r="r" b="b"/>
              <a:pathLst>
                <a:path w="1492" h="1162">
                  <a:moveTo>
                    <a:pt x="34" y="1093"/>
                  </a:moveTo>
                  <a:cubicBezTo>
                    <a:pt x="106" y="1138"/>
                    <a:pt x="0" y="1080"/>
                    <a:pt x="72" y="1093"/>
                  </a:cubicBezTo>
                  <a:cubicBezTo>
                    <a:pt x="81" y="1095"/>
                    <a:pt x="85" y="1106"/>
                    <a:pt x="91" y="1112"/>
                  </a:cubicBezTo>
                  <a:cubicBezTo>
                    <a:pt x="108" y="1103"/>
                    <a:pt x="141" y="1084"/>
                    <a:pt x="160" y="1086"/>
                  </a:cubicBezTo>
                  <a:cubicBezTo>
                    <a:pt x="161" y="1086"/>
                    <a:pt x="173" y="1123"/>
                    <a:pt x="173" y="1124"/>
                  </a:cubicBezTo>
                  <a:cubicBezTo>
                    <a:pt x="223" y="1112"/>
                    <a:pt x="180" y="1129"/>
                    <a:pt x="223" y="1143"/>
                  </a:cubicBezTo>
                  <a:cubicBezTo>
                    <a:pt x="281" y="1121"/>
                    <a:pt x="264" y="1109"/>
                    <a:pt x="287" y="1143"/>
                  </a:cubicBezTo>
                  <a:cubicBezTo>
                    <a:pt x="337" y="1131"/>
                    <a:pt x="327" y="1099"/>
                    <a:pt x="337" y="1162"/>
                  </a:cubicBezTo>
                  <a:cubicBezTo>
                    <a:pt x="349" y="1150"/>
                    <a:pt x="354" y="1132"/>
                    <a:pt x="369" y="1124"/>
                  </a:cubicBezTo>
                  <a:cubicBezTo>
                    <a:pt x="388" y="1114"/>
                    <a:pt x="411" y="1113"/>
                    <a:pt x="432" y="1105"/>
                  </a:cubicBezTo>
                  <a:cubicBezTo>
                    <a:pt x="471" y="1162"/>
                    <a:pt x="468" y="1081"/>
                    <a:pt x="495" y="1068"/>
                  </a:cubicBezTo>
                  <a:cubicBezTo>
                    <a:pt x="507" y="1062"/>
                    <a:pt x="520" y="1063"/>
                    <a:pt x="533" y="1061"/>
                  </a:cubicBezTo>
                  <a:cubicBezTo>
                    <a:pt x="577" y="994"/>
                    <a:pt x="545" y="1028"/>
                    <a:pt x="571" y="1061"/>
                  </a:cubicBezTo>
                  <a:cubicBezTo>
                    <a:pt x="576" y="1067"/>
                    <a:pt x="584" y="1070"/>
                    <a:pt x="590" y="1074"/>
                  </a:cubicBezTo>
                  <a:cubicBezTo>
                    <a:pt x="600" y="1033"/>
                    <a:pt x="614" y="996"/>
                    <a:pt x="621" y="954"/>
                  </a:cubicBezTo>
                  <a:cubicBezTo>
                    <a:pt x="623" y="960"/>
                    <a:pt x="622" y="976"/>
                    <a:pt x="628" y="973"/>
                  </a:cubicBezTo>
                  <a:cubicBezTo>
                    <a:pt x="636" y="969"/>
                    <a:pt x="631" y="956"/>
                    <a:pt x="634" y="948"/>
                  </a:cubicBezTo>
                  <a:cubicBezTo>
                    <a:pt x="637" y="939"/>
                    <a:pt x="643" y="931"/>
                    <a:pt x="647" y="922"/>
                  </a:cubicBezTo>
                  <a:cubicBezTo>
                    <a:pt x="664" y="883"/>
                    <a:pt x="665" y="843"/>
                    <a:pt x="691" y="809"/>
                  </a:cubicBezTo>
                  <a:cubicBezTo>
                    <a:pt x="707" y="758"/>
                    <a:pt x="725" y="708"/>
                    <a:pt x="741" y="657"/>
                  </a:cubicBezTo>
                  <a:cubicBezTo>
                    <a:pt x="747" y="639"/>
                    <a:pt x="760" y="624"/>
                    <a:pt x="767" y="606"/>
                  </a:cubicBezTo>
                  <a:cubicBezTo>
                    <a:pt x="773" y="575"/>
                    <a:pt x="784" y="559"/>
                    <a:pt x="798" y="531"/>
                  </a:cubicBezTo>
                  <a:cubicBezTo>
                    <a:pt x="800" y="520"/>
                    <a:pt x="802" y="510"/>
                    <a:pt x="805" y="499"/>
                  </a:cubicBezTo>
                  <a:cubicBezTo>
                    <a:pt x="807" y="493"/>
                    <a:pt x="809" y="486"/>
                    <a:pt x="811" y="480"/>
                  </a:cubicBezTo>
                  <a:cubicBezTo>
                    <a:pt x="815" y="463"/>
                    <a:pt x="823" y="430"/>
                    <a:pt x="823" y="430"/>
                  </a:cubicBezTo>
                  <a:cubicBezTo>
                    <a:pt x="829" y="374"/>
                    <a:pt x="816" y="351"/>
                    <a:pt x="861" y="329"/>
                  </a:cubicBezTo>
                  <a:cubicBezTo>
                    <a:pt x="879" y="256"/>
                    <a:pt x="921" y="187"/>
                    <a:pt x="956" y="120"/>
                  </a:cubicBezTo>
                  <a:cubicBezTo>
                    <a:pt x="967" y="153"/>
                    <a:pt x="958" y="145"/>
                    <a:pt x="988" y="101"/>
                  </a:cubicBezTo>
                  <a:cubicBezTo>
                    <a:pt x="1003" y="79"/>
                    <a:pt x="998" y="86"/>
                    <a:pt x="1007" y="63"/>
                  </a:cubicBezTo>
                  <a:cubicBezTo>
                    <a:pt x="1009" y="72"/>
                    <a:pt x="1011" y="80"/>
                    <a:pt x="1013" y="89"/>
                  </a:cubicBezTo>
                  <a:cubicBezTo>
                    <a:pt x="1015" y="95"/>
                    <a:pt x="1014" y="112"/>
                    <a:pt x="1019" y="108"/>
                  </a:cubicBezTo>
                  <a:cubicBezTo>
                    <a:pt x="1036" y="96"/>
                    <a:pt x="1057" y="57"/>
                    <a:pt x="1057" y="57"/>
                  </a:cubicBezTo>
                  <a:cubicBezTo>
                    <a:pt x="1059" y="68"/>
                    <a:pt x="1061" y="78"/>
                    <a:pt x="1063" y="89"/>
                  </a:cubicBezTo>
                  <a:cubicBezTo>
                    <a:pt x="1065" y="97"/>
                    <a:pt x="1062" y="116"/>
                    <a:pt x="1070" y="114"/>
                  </a:cubicBezTo>
                  <a:cubicBezTo>
                    <a:pt x="1083" y="111"/>
                    <a:pt x="1087" y="93"/>
                    <a:pt x="1095" y="82"/>
                  </a:cubicBezTo>
                  <a:cubicBezTo>
                    <a:pt x="1097" y="74"/>
                    <a:pt x="1099" y="65"/>
                    <a:pt x="1101" y="57"/>
                  </a:cubicBezTo>
                  <a:cubicBezTo>
                    <a:pt x="1103" y="51"/>
                    <a:pt x="1102" y="36"/>
                    <a:pt x="1108" y="38"/>
                  </a:cubicBezTo>
                  <a:cubicBezTo>
                    <a:pt x="1112" y="39"/>
                    <a:pt x="1125" y="76"/>
                    <a:pt x="1127" y="82"/>
                  </a:cubicBezTo>
                  <a:cubicBezTo>
                    <a:pt x="1133" y="74"/>
                    <a:pt x="1141" y="66"/>
                    <a:pt x="1146" y="57"/>
                  </a:cubicBezTo>
                  <a:cubicBezTo>
                    <a:pt x="1150" y="49"/>
                    <a:pt x="1144" y="29"/>
                    <a:pt x="1152" y="32"/>
                  </a:cubicBezTo>
                  <a:cubicBezTo>
                    <a:pt x="1156" y="33"/>
                    <a:pt x="1168" y="74"/>
                    <a:pt x="1171" y="82"/>
                  </a:cubicBezTo>
                  <a:cubicBezTo>
                    <a:pt x="1195" y="67"/>
                    <a:pt x="1198" y="49"/>
                    <a:pt x="1215" y="25"/>
                  </a:cubicBezTo>
                  <a:cubicBezTo>
                    <a:pt x="1239" y="60"/>
                    <a:pt x="1244" y="44"/>
                    <a:pt x="1259" y="13"/>
                  </a:cubicBezTo>
                  <a:cubicBezTo>
                    <a:pt x="1269" y="48"/>
                    <a:pt x="1254" y="81"/>
                    <a:pt x="1291" y="44"/>
                  </a:cubicBezTo>
                  <a:cubicBezTo>
                    <a:pt x="1295" y="36"/>
                    <a:pt x="1294" y="21"/>
                    <a:pt x="1303" y="19"/>
                  </a:cubicBezTo>
                  <a:cubicBezTo>
                    <a:pt x="1310" y="18"/>
                    <a:pt x="1332" y="53"/>
                    <a:pt x="1335" y="57"/>
                  </a:cubicBezTo>
                  <a:cubicBezTo>
                    <a:pt x="1363" y="42"/>
                    <a:pt x="1374" y="26"/>
                    <a:pt x="1392" y="0"/>
                  </a:cubicBezTo>
                  <a:cubicBezTo>
                    <a:pt x="1397" y="29"/>
                    <a:pt x="1401" y="51"/>
                    <a:pt x="1417" y="76"/>
                  </a:cubicBezTo>
                  <a:cubicBezTo>
                    <a:pt x="1425" y="74"/>
                    <a:pt x="1435" y="75"/>
                    <a:pt x="1442" y="70"/>
                  </a:cubicBezTo>
                  <a:cubicBezTo>
                    <a:pt x="1459" y="56"/>
                    <a:pt x="1437" y="32"/>
                    <a:pt x="1461" y="70"/>
                  </a:cubicBezTo>
                  <a:cubicBezTo>
                    <a:pt x="1477" y="159"/>
                    <a:pt x="1460" y="67"/>
                    <a:pt x="1474" y="133"/>
                  </a:cubicBezTo>
                  <a:cubicBezTo>
                    <a:pt x="1492" y="217"/>
                    <a:pt x="1487" y="222"/>
                    <a:pt x="1487" y="120"/>
                  </a:cubicBezTo>
                </a:path>
              </a:pathLst>
            </a:custGeom>
            <a:noFill/>
            <a:ln w="9525" cap="flat" cmpd="sng">
              <a:solidFill>
                <a:srgbClr val="FF3300"/>
              </a:solidFill>
              <a:prstDash val="solid"/>
              <a:round/>
              <a:headEnd/>
              <a:tailEnd/>
            </a:ln>
            <a:effectLst/>
          </p:spPr>
          <p:txBody>
            <a:bodyPr wrap="none" anchor="ctr"/>
            <a:lstStyle/>
            <a:p>
              <a:endParaRPr lang="en-GB" sz="1600"/>
            </a:p>
          </p:txBody>
        </p:sp>
        <p:sp>
          <p:nvSpPr>
            <p:cNvPr id="135344" name="Freeform 176"/>
            <p:cNvSpPr>
              <a:spLocks/>
            </p:cNvSpPr>
            <p:nvPr/>
          </p:nvSpPr>
          <p:spPr bwMode="auto">
            <a:xfrm flipV="1">
              <a:off x="1960" y="2539"/>
              <a:ext cx="1349" cy="1244"/>
            </a:xfrm>
            <a:custGeom>
              <a:avLst/>
              <a:gdLst/>
              <a:ahLst/>
              <a:cxnLst>
                <a:cxn ang="0">
                  <a:pos x="4" y="151"/>
                </a:cxn>
                <a:cxn ang="0">
                  <a:pos x="42" y="95"/>
                </a:cxn>
                <a:cxn ang="0">
                  <a:pos x="67" y="57"/>
                </a:cxn>
                <a:cxn ang="0">
                  <a:pos x="73" y="76"/>
                </a:cxn>
                <a:cxn ang="0">
                  <a:pos x="67" y="95"/>
                </a:cxn>
                <a:cxn ang="0">
                  <a:pos x="99" y="38"/>
                </a:cxn>
                <a:cxn ang="0">
                  <a:pos x="143" y="13"/>
                </a:cxn>
                <a:cxn ang="0">
                  <a:pos x="149" y="69"/>
                </a:cxn>
                <a:cxn ang="0">
                  <a:pos x="168" y="63"/>
                </a:cxn>
                <a:cxn ang="0">
                  <a:pos x="200" y="19"/>
                </a:cxn>
                <a:cxn ang="0">
                  <a:pos x="212" y="101"/>
                </a:cxn>
                <a:cxn ang="0">
                  <a:pos x="231" y="63"/>
                </a:cxn>
                <a:cxn ang="0">
                  <a:pos x="257" y="0"/>
                </a:cxn>
                <a:cxn ang="0">
                  <a:pos x="263" y="95"/>
                </a:cxn>
                <a:cxn ang="0">
                  <a:pos x="295" y="82"/>
                </a:cxn>
                <a:cxn ang="0">
                  <a:pos x="320" y="31"/>
                </a:cxn>
                <a:cxn ang="0">
                  <a:pos x="358" y="63"/>
                </a:cxn>
                <a:cxn ang="0">
                  <a:pos x="383" y="145"/>
                </a:cxn>
                <a:cxn ang="0">
                  <a:pos x="402" y="126"/>
                </a:cxn>
                <a:cxn ang="0">
                  <a:pos x="408" y="107"/>
                </a:cxn>
                <a:cxn ang="0">
                  <a:pos x="433" y="164"/>
                </a:cxn>
                <a:cxn ang="0">
                  <a:pos x="452" y="189"/>
                </a:cxn>
                <a:cxn ang="0">
                  <a:pos x="478" y="158"/>
                </a:cxn>
                <a:cxn ang="0">
                  <a:pos x="484" y="133"/>
                </a:cxn>
                <a:cxn ang="0">
                  <a:pos x="497" y="151"/>
                </a:cxn>
                <a:cxn ang="0">
                  <a:pos x="516" y="227"/>
                </a:cxn>
                <a:cxn ang="0">
                  <a:pos x="547" y="259"/>
                </a:cxn>
                <a:cxn ang="0">
                  <a:pos x="553" y="335"/>
                </a:cxn>
                <a:cxn ang="0">
                  <a:pos x="572" y="322"/>
                </a:cxn>
                <a:cxn ang="0">
                  <a:pos x="579" y="341"/>
                </a:cxn>
                <a:cxn ang="0">
                  <a:pos x="604" y="474"/>
                </a:cxn>
                <a:cxn ang="0">
                  <a:pos x="629" y="398"/>
                </a:cxn>
                <a:cxn ang="0">
                  <a:pos x="673" y="606"/>
                </a:cxn>
                <a:cxn ang="0">
                  <a:pos x="699" y="657"/>
                </a:cxn>
                <a:cxn ang="0">
                  <a:pos x="718" y="638"/>
                </a:cxn>
                <a:cxn ang="0">
                  <a:pos x="737" y="663"/>
                </a:cxn>
                <a:cxn ang="0">
                  <a:pos x="756" y="859"/>
                </a:cxn>
                <a:cxn ang="0">
                  <a:pos x="781" y="859"/>
                </a:cxn>
                <a:cxn ang="0">
                  <a:pos x="800" y="941"/>
                </a:cxn>
                <a:cxn ang="0">
                  <a:pos x="831" y="979"/>
                </a:cxn>
                <a:cxn ang="0">
                  <a:pos x="1015" y="1225"/>
                </a:cxn>
                <a:cxn ang="0">
                  <a:pos x="1059" y="1175"/>
                </a:cxn>
                <a:cxn ang="0">
                  <a:pos x="1078" y="1244"/>
                </a:cxn>
                <a:cxn ang="0">
                  <a:pos x="1135" y="1225"/>
                </a:cxn>
                <a:cxn ang="0">
                  <a:pos x="1198" y="1149"/>
                </a:cxn>
                <a:cxn ang="0">
                  <a:pos x="1204" y="1181"/>
                </a:cxn>
                <a:cxn ang="0">
                  <a:pos x="1210" y="1206"/>
                </a:cxn>
                <a:cxn ang="0">
                  <a:pos x="1236" y="1194"/>
                </a:cxn>
                <a:cxn ang="0">
                  <a:pos x="1261" y="1194"/>
                </a:cxn>
                <a:cxn ang="0">
                  <a:pos x="1280" y="1181"/>
                </a:cxn>
                <a:cxn ang="0">
                  <a:pos x="1305" y="1124"/>
                </a:cxn>
                <a:cxn ang="0">
                  <a:pos x="1330" y="1130"/>
                </a:cxn>
                <a:cxn ang="0">
                  <a:pos x="1349" y="1137"/>
                </a:cxn>
                <a:cxn ang="0">
                  <a:pos x="1330" y="1143"/>
                </a:cxn>
                <a:cxn ang="0">
                  <a:pos x="1273" y="1156"/>
                </a:cxn>
              </a:cxnLst>
              <a:rect l="0" t="0" r="r" b="b"/>
              <a:pathLst>
                <a:path w="1349" h="1244">
                  <a:moveTo>
                    <a:pt x="4" y="151"/>
                  </a:moveTo>
                  <a:cubicBezTo>
                    <a:pt x="46" y="82"/>
                    <a:pt x="0" y="155"/>
                    <a:pt x="42" y="95"/>
                  </a:cubicBezTo>
                  <a:cubicBezTo>
                    <a:pt x="51" y="83"/>
                    <a:pt x="67" y="57"/>
                    <a:pt x="67" y="57"/>
                  </a:cubicBezTo>
                  <a:cubicBezTo>
                    <a:pt x="69" y="63"/>
                    <a:pt x="73" y="69"/>
                    <a:pt x="73" y="76"/>
                  </a:cubicBezTo>
                  <a:cubicBezTo>
                    <a:pt x="73" y="83"/>
                    <a:pt x="64" y="101"/>
                    <a:pt x="67" y="95"/>
                  </a:cubicBezTo>
                  <a:cubicBezTo>
                    <a:pt x="103" y="28"/>
                    <a:pt x="56" y="95"/>
                    <a:pt x="99" y="38"/>
                  </a:cubicBezTo>
                  <a:cubicBezTo>
                    <a:pt x="112" y="81"/>
                    <a:pt x="118" y="36"/>
                    <a:pt x="143" y="13"/>
                  </a:cubicBezTo>
                  <a:cubicBezTo>
                    <a:pt x="145" y="32"/>
                    <a:pt x="141" y="52"/>
                    <a:pt x="149" y="69"/>
                  </a:cubicBezTo>
                  <a:cubicBezTo>
                    <a:pt x="152" y="75"/>
                    <a:pt x="163" y="68"/>
                    <a:pt x="168" y="63"/>
                  </a:cubicBezTo>
                  <a:cubicBezTo>
                    <a:pt x="181" y="50"/>
                    <a:pt x="200" y="19"/>
                    <a:pt x="200" y="19"/>
                  </a:cubicBezTo>
                  <a:cubicBezTo>
                    <a:pt x="208" y="45"/>
                    <a:pt x="192" y="81"/>
                    <a:pt x="212" y="101"/>
                  </a:cubicBezTo>
                  <a:cubicBezTo>
                    <a:pt x="222" y="111"/>
                    <a:pt x="225" y="76"/>
                    <a:pt x="231" y="63"/>
                  </a:cubicBezTo>
                  <a:cubicBezTo>
                    <a:pt x="240" y="42"/>
                    <a:pt x="249" y="21"/>
                    <a:pt x="257" y="0"/>
                  </a:cubicBezTo>
                  <a:cubicBezTo>
                    <a:pt x="259" y="32"/>
                    <a:pt x="250" y="66"/>
                    <a:pt x="263" y="95"/>
                  </a:cubicBezTo>
                  <a:cubicBezTo>
                    <a:pt x="268" y="105"/>
                    <a:pt x="287" y="90"/>
                    <a:pt x="295" y="82"/>
                  </a:cubicBezTo>
                  <a:cubicBezTo>
                    <a:pt x="308" y="68"/>
                    <a:pt x="309" y="47"/>
                    <a:pt x="320" y="31"/>
                  </a:cubicBezTo>
                  <a:cubicBezTo>
                    <a:pt x="325" y="93"/>
                    <a:pt x="324" y="147"/>
                    <a:pt x="358" y="63"/>
                  </a:cubicBezTo>
                  <a:cubicBezTo>
                    <a:pt x="367" y="90"/>
                    <a:pt x="374" y="118"/>
                    <a:pt x="383" y="145"/>
                  </a:cubicBezTo>
                  <a:cubicBezTo>
                    <a:pt x="389" y="139"/>
                    <a:pt x="397" y="133"/>
                    <a:pt x="402" y="126"/>
                  </a:cubicBezTo>
                  <a:cubicBezTo>
                    <a:pt x="406" y="120"/>
                    <a:pt x="403" y="103"/>
                    <a:pt x="408" y="107"/>
                  </a:cubicBezTo>
                  <a:cubicBezTo>
                    <a:pt x="419" y="115"/>
                    <a:pt x="428" y="148"/>
                    <a:pt x="433" y="164"/>
                  </a:cubicBezTo>
                  <a:cubicBezTo>
                    <a:pt x="444" y="244"/>
                    <a:pt x="431" y="220"/>
                    <a:pt x="452" y="189"/>
                  </a:cubicBezTo>
                  <a:cubicBezTo>
                    <a:pt x="459" y="178"/>
                    <a:pt x="469" y="168"/>
                    <a:pt x="478" y="158"/>
                  </a:cubicBezTo>
                  <a:cubicBezTo>
                    <a:pt x="480" y="150"/>
                    <a:pt x="476" y="136"/>
                    <a:pt x="484" y="133"/>
                  </a:cubicBezTo>
                  <a:cubicBezTo>
                    <a:pt x="491" y="130"/>
                    <a:pt x="494" y="144"/>
                    <a:pt x="497" y="151"/>
                  </a:cubicBezTo>
                  <a:cubicBezTo>
                    <a:pt x="507" y="175"/>
                    <a:pt x="507" y="203"/>
                    <a:pt x="516" y="227"/>
                  </a:cubicBezTo>
                  <a:cubicBezTo>
                    <a:pt x="555" y="176"/>
                    <a:pt x="538" y="223"/>
                    <a:pt x="547" y="259"/>
                  </a:cubicBezTo>
                  <a:cubicBezTo>
                    <a:pt x="549" y="284"/>
                    <a:pt x="544" y="311"/>
                    <a:pt x="553" y="335"/>
                  </a:cubicBezTo>
                  <a:cubicBezTo>
                    <a:pt x="556" y="342"/>
                    <a:pt x="565" y="320"/>
                    <a:pt x="572" y="322"/>
                  </a:cubicBezTo>
                  <a:cubicBezTo>
                    <a:pt x="579" y="324"/>
                    <a:pt x="577" y="335"/>
                    <a:pt x="579" y="341"/>
                  </a:cubicBezTo>
                  <a:cubicBezTo>
                    <a:pt x="603" y="265"/>
                    <a:pt x="581" y="428"/>
                    <a:pt x="604" y="474"/>
                  </a:cubicBezTo>
                  <a:cubicBezTo>
                    <a:pt x="610" y="444"/>
                    <a:pt x="616" y="425"/>
                    <a:pt x="629" y="398"/>
                  </a:cubicBezTo>
                  <a:cubicBezTo>
                    <a:pt x="652" y="465"/>
                    <a:pt x="652" y="538"/>
                    <a:pt x="673" y="606"/>
                  </a:cubicBezTo>
                  <a:cubicBezTo>
                    <a:pt x="699" y="544"/>
                    <a:pt x="687" y="463"/>
                    <a:pt x="699" y="657"/>
                  </a:cubicBezTo>
                  <a:cubicBezTo>
                    <a:pt x="705" y="651"/>
                    <a:pt x="714" y="630"/>
                    <a:pt x="718" y="638"/>
                  </a:cubicBezTo>
                  <a:cubicBezTo>
                    <a:pt x="738" y="683"/>
                    <a:pt x="709" y="772"/>
                    <a:pt x="737" y="663"/>
                  </a:cubicBezTo>
                  <a:cubicBezTo>
                    <a:pt x="741" y="765"/>
                    <a:pt x="742" y="782"/>
                    <a:pt x="756" y="859"/>
                  </a:cubicBezTo>
                  <a:cubicBezTo>
                    <a:pt x="759" y="847"/>
                    <a:pt x="764" y="798"/>
                    <a:pt x="781" y="859"/>
                  </a:cubicBezTo>
                  <a:cubicBezTo>
                    <a:pt x="811" y="963"/>
                    <a:pt x="767" y="892"/>
                    <a:pt x="800" y="941"/>
                  </a:cubicBezTo>
                  <a:cubicBezTo>
                    <a:pt x="811" y="975"/>
                    <a:pt x="789" y="1021"/>
                    <a:pt x="831" y="979"/>
                  </a:cubicBezTo>
                  <a:cubicBezTo>
                    <a:pt x="913" y="1087"/>
                    <a:pt x="932" y="1116"/>
                    <a:pt x="1015" y="1225"/>
                  </a:cubicBezTo>
                  <a:cubicBezTo>
                    <a:pt x="1033" y="1171"/>
                    <a:pt x="1027" y="1222"/>
                    <a:pt x="1059" y="1175"/>
                  </a:cubicBezTo>
                  <a:cubicBezTo>
                    <a:pt x="1074" y="1223"/>
                    <a:pt x="1068" y="1200"/>
                    <a:pt x="1078" y="1244"/>
                  </a:cubicBezTo>
                  <a:cubicBezTo>
                    <a:pt x="1109" y="1223"/>
                    <a:pt x="1109" y="1186"/>
                    <a:pt x="1135" y="1225"/>
                  </a:cubicBezTo>
                  <a:cubicBezTo>
                    <a:pt x="1164" y="1203"/>
                    <a:pt x="1175" y="1178"/>
                    <a:pt x="1198" y="1149"/>
                  </a:cubicBezTo>
                  <a:cubicBezTo>
                    <a:pt x="1200" y="1160"/>
                    <a:pt x="1202" y="1170"/>
                    <a:pt x="1204" y="1181"/>
                  </a:cubicBezTo>
                  <a:cubicBezTo>
                    <a:pt x="1206" y="1189"/>
                    <a:pt x="1202" y="1203"/>
                    <a:pt x="1210" y="1206"/>
                  </a:cubicBezTo>
                  <a:cubicBezTo>
                    <a:pt x="1219" y="1210"/>
                    <a:pt x="1227" y="1198"/>
                    <a:pt x="1236" y="1194"/>
                  </a:cubicBezTo>
                  <a:cubicBezTo>
                    <a:pt x="1264" y="1149"/>
                    <a:pt x="1231" y="1188"/>
                    <a:pt x="1261" y="1194"/>
                  </a:cubicBezTo>
                  <a:cubicBezTo>
                    <a:pt x="1269" y="1195"/>
                    <a:pt x="1274" y="1185"/>
                    <a:pt x="1280" y="1181"/>
                  </a:cubicBezTo>
                  <a:cubicBezTo>
                    <a:pt x="1292" y="1162"/>
                    <a:pt x="1298" y="1145"/>
                    <a:pt x="1305" y="1124"/>
                  </a:cubicBezTo>
                  <a:cubicBezTo>
                    <a:pt x="1317" y="1187"/>
                    <a:pt x="1301" y="1145"/>
                    <a:pt x="1330" y="1130"/>
                  </a:cubicBezTo>
                  <a:cubicBezTo>
                    <a:pt x="1336" y="1127"/>
                    <a:pt x="1343" y="1135"/>
                    <a:pt x="1349" y="1137"/>
                  </a:cubicBezTo>
                  <a:cubicBezTo>
                    <a:pt x="1349" y="1137"/>
                    <a:pt x="1336" y="1140"/>
                    <a:pt x="1330" y="1143"/>
                  </a:cubicBezTo>
                  <a:cubicBezTo>
                    <a:pt x="1288" y="1161"/>
                    <a:pt x="1322" y="1156"/>
                    <a:pt x="1273" y="1156"/>
                  </a:cubicBezTo>
                </a:path>
              </a:pathLst>
            </a:custGeom>
            <a:noFill/>
            <a:ln w="9525" cap="flat" cmpd="sng">
              <a:solidFill>
                <a:srgbClr val="FF3300"/>
              </a:solidFill>
              <a:prstDash val="solid"/>
              <a:round/>
              <a:headEnd/>
              <a:tailEnd/>
            </a:ln>
            <a:effectLst/>
          </p:spPr>
          <p:txBody>
            <a:bodyPr wrap="none" anchor="ctr"/>
            <a:lstStyle/>
            <a:p>
              <a:endParaRPr lang="en-GB" sz="1600"/>
            </a:p>
          </p:txBody>
        </p:sp>
        <p:sp>
          <p:nvSpPr>
            <p:cNvPr id="135345" name="Freeform 177"/>
            <p:cNvSpPr>
              <a:spLocks/>
            </p:cNvSpPr>
            <p:nvPr/>
          </p:nvSpPr>
          <p:spPr bwMode="auto">
            <a:xfrm flipV="1">
              <a:off x="1983" y="2553"/>
              <a:ext cx="1396" cy="1243"/>
            </a:xfrm>
            <a:custGeom>
              <a:avLst/>
              <a:gdLst/>
              <a:ahLst/>
              <a:cxnLst>
                <a:cxn ang="0">
                  <a:pos x="0" y="156"/>
                </a:cxn>
                <a:cxn ang="0">
                  <a:pos x="50" y="81"/>
                </a:cxn>
                <a:cxn ang="0">
                  <a:pos x="76" y="62"/>
                </a:cxn>
                <a:cxn ang="0">
                  <a:pos x="107" y="17"/>
                </a:cxn>
                <a:cxn ang="0">
                  <a:pos x="139" y="100"/>
                </a:cxn>
                <a:cxn ang="0">
                  <a:pos x="196" y="74"/>
                </a:cxn>
                <a:cxn ang="0">
                  <a:pos x="240" y="43"/>
                </a:cxn>
                <a:cxn ang="0">
                  <a:pos x="253" y="93"/>
                </a:cxn>
                <a:cxn ang="0">
                  <a:pos x="303" y="68"/>
                </a:cxn>
                <a:cxn ang="0">
                  <a:pos x="328" y="112"/>
                </a:cxn>
                <a:cxn ang="0">
                  <a:pos x="379" y="62"/>
                </a:cxn>
                <a:cxn ang="0">
                  <a:pos x="417" y="125"/>
                </a:cxn>
                <a:cxn ang="0">
                  <a:pos x="429" y="106"/>
                </a:cxn>
                <a:cxn ang="0">
                  <a:pos x="436" y="137"/>
                </a:cxn>
                <a:cxn ang="0">
                  <a:pos x="455" y="207"/>
                </a:cxn>
                <a:cxn ang="0">
                  <a:pos x="486" y="213"/>
                </a:cxn>
                <a:cxn ang="0">
                  <a:pos x="518" y="207"/>
                </a:cxn>
                <a:cxn ang="0">
                  <a:pos x="524" y="226"/>
                </a:cxn>
                <a:cxn ang="0">
                  <a:pos x="543" y="232"/>
                </a:cxn>
                <a:cxn ang="0">
                  <a:pos x="549" y="283"/>
                </a:cxn>
                <a:cxn ang="0">
                  <a:pos x="562" y="321"/>
                </a:cxn>
                <a:cxn ang="0">
                  <a:pos x="606" y="359"/>
                </a:cxn>
                <a:cxn ang="0">
                  <a:pos x="625" y="415"/>
                </a:cxn>
                <a:cxn ang="0">
                  <a:pos x="669" y="580"/>
                </a:cxn>
                <a:cxn ang="0">
                  <a:pos x="695" y="719"/>
                </a:cxn>
                <a:cxn ang="0">
                  <a:pos x="701" y="693"/>
                </a:cxn>
                <a:cxn ang="0">
                  <a:pos x="707" y="712"/>
                </a:cxn>
                <a:cxn ang="0">
                  <a:pos x="714" y="731"/>
                </a:cxn>
                <a:cxn ang="0">
                  <a:pos x="733" y="807"/>
                </a:cxn>
                <a:cxn ang="0">
                  <a:pos x="739" y="895"/>
                </a:cxn>
                <a:cxn ang="0">
                  <a:pos x="758" y="927"/>
                </a:cxn>
                <a:cxn ang="0">
                  <a:pos x="802" y="1041"/>
                </a:cxn>
                <a:cxn ang="0">
                  <a:pos x="846" y="1041"/>
                </a:cxn>
                <a:cxn ang="0">
                  <a:pos x="922" y="1116"/>
                </a:cxn>
                <a:cxn ang="0">
                  <a:pos x="947" y="1186"/>
                </a:cxn>
                <a:cxn ang="0">
                  <a:pos x="979" y="1243"/>
                </a:cxn>
                <a:cxn ang="0">
                  <a:pos x="998" y="1192"/>
                </a:cxn>
                <a:cxn ang="0">
                  <a:pos x="1036" y="1161"/>
                </a:cxn>
                <a:cxn ang="0">
                  <a:pos x="1048" y="1180"/>
                </a:cxn>
                <a:cxn ang="0">
                  <a:pos x="1074" y="1192"/>
                </a:cxn>
                <a:cxn ang="0">
                  <a:pos x="1162" y="1167"/>
                </a:cxn>
                <a:cxn ang="0">
                  <a:pos x="1232" y="1161"/>
                </a:cxn>
                <a:cxn ang="0">
                  <a:pos x="1295" y="1110"/>
                </a:cxn>
                <a:cxn ang="0">
                  <a:pos x="1358" y="1123"/>
                </a:cxn>
                <a:cxn ang="0">
                  <a:pos x="1396" y="1085"/>
                </a:cxn>
              </a:cxnLst>
              <a:rect l="0" t="0" r="r" b="b"/>
              <a:pathLst>
                <a:path w="1396" h="1243">
                  <a:moveTo>
                    <a:pt x="0" y="156"/>
                  </a:moveTo>
                  <a:cubicBezTo>
                    <a:pt x="17" y="134"/>
                    <a:pt x="32" y="101"/>
                    <a:pt x="50" y="81"/>
                  </a:cubicBezTo>
                  <a:cubicBezTo>
                    <a:pt x="57" y="73"/>
                    <a:pt x="68" y="70"/>
                    <a:pt x="76" y="62"/>
                  </a:cubicBezTo>
                  <a:cubicBezTo>
                    <a:pt x="85" y="53"/>
                    <a:pt x="100" y="29"/>
                    <a:pt x="107" y="17"/>
                  </a:cubicBezTo>
                  <a:cubicBezTo>
                    <a:pt x="114" y="59"/>
                    <a:pt x="111" y="72"/>
                    <a:pt x="139" y="100"/>
                  </a:cubicBezTo>
                  <a:cubicBezTo>
                    <a:pt x="166" y="91"/>
                    <a:pt x="176" y="91"/>
                    <a:pt x="196" y="74"/>
                  </a:cubicBezTo>
                  <a:cubicBezTo>
                    <a:pt x="233" y="42"/>
                    <a:pt x="206" y="54"/>
                    <a:pt x="240" y="43"/>
                  </a:cubicBezTo>
                  <a:cubicBezTo>
                    <a:pt x="240" y="44"/>
                    <a:pt x="252" y="93"/>
                    <a:pt x="253" y="93"/>
                  </a:cubicBezTo>
                  <a:cubicBezTo>
                    <a:pt x="271" y="96"/>
                    <a:pt x="285" y="74"/>
                    <a:pt x="303" y="68"/>
                  </a:cubicBezTo>
                  <a:cubicBezTo>
                    <a:pt x="325" y="0"/>
                    <a:pt x="322" y="29"/>
                    <a:pt x="328" y="112"/>
                  </a:cubicBezTo>
                  <a:cubicBezTo>
                    <a:pt x="362" y="87"/>
                    <a:pt x="348" y="81"/>
                    <a:pt x="379" y="62"/>
                  </a:cubicBezTo>
                  <a:cubicBezTo>
                    <a:pt x="389" y="104"/>
                    <a:pt x="361" y="152"/>
                    <a:pt x="417" y="125"/>
                  </a:cubicBezTo>
                  <a:cubicBezTo>
                    <a:pt x="421" y="119"/>
                    <a:pt x="423" y="102"/>
                    <a:pt x="429" y="106"/>
                  </a:cubicBezTo>
                  <a:cubicBezTo>
                    <a:pt x="438" y="112"/>
                    <a:pt x="434" y="127"/>
                    <a:pt x="436" y="137"/>
                  </a:cubicBezTo>
                  <a:cubicBezTo>
                    <a:pt x="447" y="193"/>
                    <a:pt x="435" y="157"/>
                    <a:pt x="455" y="207"/>
                  </a:cubicBezTo>
                  <a:cubicBezTo>
                    <a:pt x="502" y="175"/>
                    <a:pt x="449" y="202"/>
                    <a:pt x="486" y="213"/>
                  </a:cubicBezTo>
                  <a:cubicBezTo>
                    <a:pt x="496" y="216"/>
                    <a:pt x="507" y="209"/>
                    <a:pt x="518" y="207"/>
                  </a:cubicBezTo>
                  <a:cubicBezTo>
                    <a:pt x="520" y="213"/>
                    <a:pt x="519" y="221"/>
                    <a:pt x="524" y="226"/>
                  </a:cubicBezTo>
                  <a:cubicBezTo>
                    <a:pt x="529" y="231"/>
                    <a:pt x="540" y="226"/>
                    <a:pt x="543" y="232"/>
                  </a:cubicBezTo>
                  <a:cubicBezTo>
                    <a:pt x="550" y="248"/>
                    <a:pt x="545" y="266"/>
                    <a:pt x="549" y="283"/>
                  </a:cubicBezTo>
                  <a:cubicBezTo>
                    <a:pt x="552" y="296"/>
                    <a:pt x="558" y="308"/>
                    <a:pt x="562" y="321"/>
                  </a:cubicBezTo>
                  <a:cubicBezTo>
                    <a:pt x="610" y="273"/>
                    <a:pt x="599" y="288"/>
                    <a:pt x="606" y="359"/>
                  </a:cubicBezTo>
                  <a:cubicBezTo>
                    <a:pt x="653" y="327"/>
                    <a:pt x="629" y="392"/>
                    <a:pt x="625" y="415"/>
                  </a:cubicBezTo>
                  <a:cubicBezTo>
                    <a:pt x="631" y="518"/>
                    <a:pt x="607" y="533"/>
                    <a:pt x="669" y="580"/>
                  </a:cubicBezTo>
                  <a:cubicBezTo>
                    <a:pt x="682" y="626"/>
                    <a:pt x="685" y="673"/>
                    <a:pt x="695" y="719"/>
                  </a:cubicBezTo>
                  <a:cubicBezTo>
                    <a:pt x="697" y="710"/>
                    <a:pt x="693" y="697"/>
                    <a:pt x="701" y="693"/>
                  </a:cubicBezTo>
                  <a:cubicBezTo>
                    <a:pt x="707" y="690"/>
                    <a:pt x="705" y="706"/>
                    <a:pt x="707" y="712"/>
                  </a:cubicBezTo>
                  <a:cubicBezTo>
                    <a:pt x="709" y="718"/>
                    <a:pt x="712" y="725"/>
                    <a:pt x="714" y="731"/>
                  </a:cubicBezTo>
                  <a:cubicBezTo>
                    <a:pt x="722" y="756"/>
                    <a:pt x="733" y="807"/>
                    <a:pt x="733" y="807"/>
                  </a:cubicBezTo>
                  <a:cubicBezTo>
                    <a:pt x="735" y="836"/>
                    <a:pt x="733" y="866"/>
                    <a:pt x="739" y="895"/>
                  </a:cubicBezTo>
                  <a:cubicBezTo>
                    <a:pt x="742" y="907"/>
                    <a:pt x="753" y="916"/>
                    <a:pt x="758" y="927"/>
                  </a:cubicBezTo>
                  <a:cubicBezTo>
                    <a:pt x="776" y="965"/>
                    <a:pt x="778" y="1005"/>
                    <a:pt x="802" y="1041"/>
                  </a:cubicBezTo>
                  <a:cubicBezTo>
                    <a:pt x="813" y="1006"/>
                    <a:pt x="817" y="1030"/>
                    <a:pt x="846" y="1041"/>
                  </a:cubicBezTo>
                  <a:cubicBezTo>
                    <a:pt x="878" y="1083"/>
                    <a:pt x="874" y="1098"/>
                    <a:pt x="922" y="1116"/>
                  </a:cubicBezTo>
                  <a:cubicBezTo>
                    <a:pt x="940" y="1142"/>
                    <a:pt x="936" y="1157"/>
                    <a:pt x="947" y="1186"/>
                  </a:cubicBezTo>
                  <a:cubicBezTo>
                    <a:pt x="955" y="1206"/>
                    <a:pt x="969" y="1224"/>
                    <a:pt x="979" y="1243"/>
                  </a:cubicBezTo>
                  <a:cubicBezTo>
                    <a:pt x="986" y="1226"/>
                    <a:pt x="987" y="1206"/>
                    <a:pt x="998" y="1192"/>
                  </a:cubicBezTo>
                  <a:cubicBezTo>
                    <a:pt x="1008" y="1179"/>
                    <a:pt x="1024" y="1173"/>
                    <a:pt x="1036" y="1161"/>
                  </a:cubicBezTo>
                  <a:cubicBezTo>
                    <a:pt x="1040" y="1167"/>
                    <a:pt x="1041" y="1177"/>
                    <a:pt x="1048" y="1180"/>
                  </a:cubicBezTo>
                  <a:cubicBezTo>
                    <a:pt x="1082" y="1193"/>
                    <a:pt x="1056" y="1144"/>
                    <a:pt x="1074" y="1192"/>
                  </a:cubicBezTo>
                  <a:cubicBezTo>
                    <a:pt x="1145" y="1157"/>
                    <a:pt x="1114" y="1156"/>
                    <a:pt x="1162" y="1167"/>
                  </a:cubicBezTo>
                  <a:cubicBezTo>
                    <a:pt x="1192" y="1160"/>
                    <a:pt x="1201" y="1153"/>
                    <a:pt x="1232" y="1161"/>
                  </a:cubicBezTo>
                  <a:cubicBezTo>
                    <a:pt x="1251" y="1141"/>
                    <a:pt x="1295" y="1110"/>
                    <a:pt x="1295" y="1110"/>
                  </a:cubicBezTo>
                  <a:cubicBezTo>
                    <a:pt x="1314" y="1140"/>
                    <a:pt x="1327" y="1138"/>
                    <a:pt x="1358" y="1123"/>
                  </a:cubicBezTo>
                  <a:cubicBezTo>
                    <a:pt x="1373" y="1077"/>
                    <a:pt x="1357" y="1085"/>
                    <a:pt x="1396" y="1085"/>
                  </a:cubicBezTo>
                </a:path>
              </a:pathLst>
            </a:custGeom>
            <a:noFill/>
            <a:ln w="9525" cap="flat" cmpd="sng">
              <a:solidFill>
                <a:srgbClr val="FF3300"/>
              </a:solidFill>
              <a:prstDash val="solid"/>
              <a:round/>
              <a:headEnd/>
              <a:tailEnd/>
            </a:ln>
            <a:effectLst/>
          </p:spPr>
          <p:txBody>
            <a:bodyPr wrap="none" anchor="ctr"/>
            <a:lstStyle/>
            <a:p>
              <a:endParaRPr lang="en-GB" sz="1600"/>
            </a:p>
          </p:txBody>
        </p:sp>
        <p:sp>
          <p:nvSpPr>
            <p:cNvPr id="135346" name="Freeform 178"/>
            <p:cNvSpPr>
              <a:spLocks/>
            </p:cNvSpPr>
            <p:nvPr/>
          </p:nvSpPr>
          <p:spPr bwMode="auto">
            <a:xfrm flipV="1">
              <a:off x="1907" y="2577"/>
              <a:ext cx="1472" cy="1067"/>
            </a:xfrm>
            <a:custGeom>
              <a:avLst/>
              <a:gdLst/>
              <a:ahLst/>
              <a:cxnLst>
                <a:cxn ang="0">
                  <a:pos x="1472" y="1048"/>
                </a:cxn>
                <a:cxn ang="0">
                  <a:pos x="1409" y="1023"/>
                </a:cxn>
                <a:cxn ang="0">
                  <a:pos x="1415" y="991"/>
                </a:cxn>
                <a:cxn ang="0">
                  <a:pos x="1421" y="966"/>
                </a:cxn>
                <a:cxn ang="0">
                  <a:pos x="1415" y="941"/>
                </a:cxn>
                <a:cxn ang="0">
                  <a:pos x="1409" y="909"/>
                </a:cxn>
                <a:cxn ang="0">
                  <a:pos x="1377" y="947"/>
                </a:cxn>
                <a:cxn ang="0">
                  <a:pos x="1352" y="833"/>
                </a:cxn>
                <a:cxn ang="0">
                  <a:pos x="1320" y="695"/>
                </a:cxn>
                <a:cxn ang="0">
                  <a:pos x="1301" y="707"/>
                </a:cxn>
                <a:cxn ang="0">
                  <a:pos x="1295" y="682"/>
                </a:cxn>
                <a:cxn ang="0">
                  <a:pos x="1257" y="587"/>
                </a:cxn>
                <a:cxn ang="0">
                  <a:pos x="1219" y="473"/>
                </a:cxn>
                <a:cxn ang="0">
                  <a:pos x="1200" y="480"/>
                </a:cxn>
                <a:cxn ang="0">
                  <a:pos x="1143" y="385"/>
                </a:cxn>
                <a:cxn ang="0">
                  <a:pos x="1105" y="259"/>
                </a:cxn>
                <a:cxn ang="0">
                  <a:pos x="1080" y="221"/>
                </a:cxn>
                <a:cxn ang="0">
                  <a:pos x="1042" y="170"/>
                </a:cxn>
                <a:cxn ang="0">
                  <a:pos x="1023" y="177"/>
                </a:cxn>
                <a:cxn ang="0">
                  <a:pos x="1017" y="196"/>
                </a:cxn>
                <a:cxn ang="0">
                  <a:pos x="1011" y="177"/>
                </a:cxn>
                <a:cxn ang="0">
                  <a:pos x="966" y="120"/>
                </a:cxn>
                <a:cxn ang="0">
                  <a:pos x="948" y="126"/>
                </a:cxn>
                <a:cxn ang="0">
                  <a:pos x="859" y="57"/>
                </a:cxn>
                <a:cxn ang="0">
                  <a:pos x="853" y="76"/>
                </a:cxn>
                <a:cxn ang="0">
                  <a:pos x="821" y="44"/>
                </a:cxn>
                <a:cxn ang="0">
                  <a:pos x="752" y="19"/>
                </a:cxn>
                <a:cxn ang="0">
                  <a:pos x="689" y="0"/>
                </a:cxn>
                <a:cxn ang="0">
                  <a:pos x="651" y="25"/>
                </a:cxn>
                <a:cxn ang="0">
                  <a:pos x="625" y="50"/>
                </a:cxn>
                <a:cxn ang="0">
                  <a:pos x="619" y="69"/>
                </a:cxn>
                <a:cxn ang="0">
                  <a:pos x="613" y="50"/>
                </a:cxn>
                <a:cxn ang="0">
                  <a:pos x="588" y="25"/>
                </a:cxn>
                <a:cxn ang="0">
                  <a:pos x="569" y="82"/>
                </a:cxn>
                <a:cxn ang="0">
                  <a:pos x="562" y="63"/>
                </a:cxn>
                <a:cxn ang="0">
                  <a:pos x="543" y="50"/>
                </a:cxn>
                <a:cxn ang="0">
                  <a:pos x="512" y="82"/>
                </a:cxn>
                <a:cxn ang="0">
                  <a:pos x="486" y="126"/>
                </a:cxn>
                <a:cxn ang="0">
                  <a:pos x="480" y="151"/>
                </a:cxn>
                <a:cxn ang="0">
                  <a:pos x="474" y="132"/>
                </a:cxn>
                <a:cxn ang="0">
                  <a:pos x="449" y="145"/>
                </a:cxn>
                <a:cxn ang="0">
                  <a:pos x="423" y="208"/>
                </a:cxn>
                <a:cxn ang="0">
                  <a:pos x="417" y="183"/>
                </a:cxn>
                <a:cxn ang="0">
                  <a:pos x="398" y="196"/>
                </a:cxn>
                <a:cxn ang="0">
                  <a:pos x="373" y="252"/>
                </a:cxn>
                <a:cxn ang="0">
                  <a:pos x="335" y="379"/>
                </a:cxn>
                <a:cxn ang="0">
                  <a:pos x="310" y="429"/>
                </a:cxn>
                <a:cxn ang="0">
                  <a:pos x="291" y="518"/>
                </a:cxn>
                <a:cxn ang="0">
                  <a:pos x="240" y="688"/>
                </a:cxn>
                <a:cxn ang="0">
                  <a:pos x="171" y="884"/>
                </a:cxn>
                <a:cxn ang="0">
                  <a:pos x="164" y="865"/>
                </a:cxn>
                <a:cxn ang="0">
                  <a:pos x="158" y="840"/>
                </a:cxn>
                <a:cxn ang="0">
                  <a:pos x="145" y="897"/>
                </a:cxn>
                <a:cxn ang="0">
                  <a:pos x="108" y="1067"/>
                </a:cxn>
                <a:cxn ang="0">
                  <a:pos x="70" y="1055"/>
                </a:cxn>
                <a:cxn ang="0">
                  <a:pos x="0" y="1055"/>
                </a:cxn>
              </a:cxnLst>
              <a:rect l="0" t="0" r="r" b="b"/>
              <a:pathLst>
                <a:path w="1472" h="1067">
                  <a:moveTo>
                    <a:pt x="1472" y="1048"/>
                  </a:moveTo>
                  <a:cubicBezTo>
                    <a:pt x="1451" y="1038"/>
                    <a:pt x="1431" y="1030"/>
                    <a:pt x="1409" y="1023"/>
                  </a:cubicBezTo>
                  <a:cubicBezTo>
                    <a:pt x="1411" y="1012"/>
                    <a:pt x="1413" y="1002"/>
                    <a:pt x="1415" y="991"/>
                  </a:cubicBezTo>
                  <a:cubicBezTo>
                    <a:pt x="1418" y="978"/>
                    <a:pt x="1439" y="902"/>
                    <a:pt x="1421" y="966"/>
                  </a:cubicBezTo>
                  <a:cubicBezTo>
                    <a:pt x="1419" y="958"/>
                    <a:pt x="1417" y="949"/>
                    <a:pt x="1415" y="941"/>
                  </a:cubicBezTo>
                  <a:cubicBezTo>
                    <a:pt x="1413" y="930"/>
                    <a:pt x="1419" y="914"/>
                    <a:pt x="1409" y="909"/>
                  </a:cubicBezTo>
                  <a:cubicBezTo>
                    <a:pt x="1403" y="906"/>
                    <a:pt x="1379" y="944"/>
                    <a:pt x="1377" y="947"/>
                  </a:cubicBezTo>
                  <a:cubicBezTo>
                    <a:pt x="1372" y="890"/>
                    <a:pt x="1373" y="878"/>
                    <a:pt x="1352" y="833"/>
                  </a:cubicBezTo>
                  <a:cubicBezTo>
                    <a:pt x="1343" y="787"/>
                    <a:pt x="1335" y="739"/>
                    <a:pt x="1320" y="695"/>
                  </a:cubicBezTo>
                  <a:cubicBezTo>
                    <a:pt x="1314" y="699"/>
                    <a:pt x="1308" y="710"/>
                    <a:pt x="1301" y="707"/>
                  </a:cubicBezTo>
                  <a:cubicBezTo>
                    <a:pt x="1293" y="703"/>
                    <a:pt x="1297" y="690"/>
                    <a:pt x="1295" y="682"/>
                  </a:cubicBezTo>
                  <a:cubicBezTo>
                    <a:pt x="1286" y="650"/>
                    <a:pt x="1275" y="614"/>
                    <a:pt x="1257" y="587"/>
                  </a:cubicBezTo>
                  <a:cubicBezTo>
                    <a:pt x="1245" y="548"/>
                    <a:pt x="1228" y="512"/>
                    <a:pt x="1219" y="473"/>
                  </a:cubicBezTo>
                  <a:cubicBezTo>
                    <a:pt x="1213" y="475"/>
                    <a:pt x="1204" y="485"/>
                    <a:pt x="1200" y="480"/>
                  </a:cubicBezTo>
                  <a:cubicBezTo>
                    <a:pt x="1173" y="449"/>
                    <a:pt x="1187" y="399"/>
                    <a:pt x="1143" y="385"/>
                  </a:cubicBezTo>
                  <a:cubicBezTo>
                    <a:pt x="1136" y="340"/>
                    <a:pt x="1131" y="297"/>
                    <a:pt x="1105" y="259"/>
                  </a:cubicBezTo>
                  <a:cubicBezTo>
                    <a:pt x="1094" y="225"/>
                    <a:pt x="1106" y="254"/>
                    <a:pt x="1080" y="221"/>
                  </a:cubicBezTo>
                  <a:cubicBezTo>
                    <a:pt x="1067" y="205"/>
                    <a:pt x="1042" y="170"/>
                    <a:pt x="1042" y="170"/>
                  </a:cubicBezTo>
                  <a:cubicBezTo>
                    <a:pt x="1036" y="172"/>
                    <a:pt x="1028" y="172"/>
                    <a:pt x="1023" y="177"/>
                  </a:cubicBezTo>
                  <a:cubicBezTo>
                    <a:pt x="1018" y="182"/>
                    <a:pt x="1024" y="196"/>
                    <a:pt x="1017" y="196"/>
                  </a:cubicBezTo>
                  <a:cubicBezTo>
                    <a:pt x="1010" y="196"/>
                    <a:pt x="1015" y="183"/>
                    <a:pt x="1011" y="177"/>
                  </a:cubicBezTo>
                  <a:cubicBezTo>
                    <a:pt x="998" y="157"/>
                    <a:pt x="966" y="120"/>
                    <a:pt x="966" y="120"/>
                  </a:cubicBezTo>
                  <a:cubicBezTo>
                    <a:pt x="960" y="122"/>
                    <a:pt x="953" y="129"/>
                    <a:pt x="948" y="126"/>
                  </a:cubicBezTo>
                  <a:cubicBezTo>
                    <a:pt x="901" y="96"/>
                    <a:pt x="906" y="72"/>
                    <a:pt x="859" y="57"/>
                  </a:cubicBezTo>
                  <a:cubicBezTo>
                    <a:pt x="857" y="63"/>
                    <a:pt x="859" y="74"/>
                    <a:pt x="853" y="76"/>
                  </a:cubicBezTo>
                  <a:cubicBezTo>
                    <a:pt x="839" y="79"/>
                    <a:pt x="827" y="49"/>
                    <a:pt x="821" y="44"/>
                  </a:cubicBezTo>
                  <a:cubicBezTo>
                    <a:pt x="795" y="24"/>
                    <a:pt x="781" y="25"/>
                    <a:pt x="752" y="19"/>
                  </a:cubicBezTo>
                  <a:cubicBezTo>
                    <a:pt x="718" y="40"/>
                    <a:pt x="719" y="19"/>
                    <a:pt x="689" y="0"/>
                  </a:cubicBezTo>
                  <a:cubicBezTo>
                    <a:pt x="668" y="30"/>
                    <a:pt x="684" y="48"/>
                    <a:pt x="651" y="25"/>
                  </a:cubicBezTo>
                  <a:cubicBezTo>
                    <a:pt x="642" y="33"/>
                    <a:pt x="632" y="40"/>
                    <a:pt x="625" y="50"/>
                  </a:cubicBezTo>
                  <a:cubicBezTo>
                    <a:pt x="621" y="55"/>
                    <a:pt x="626" y="69"/>
                    <a:pt x="619" y="69"/>
                  </a:cubicBezTo>
                  <a:cubicBezTo>
                    <a:pt x="612" y="69"/>
                    <a:pt x="615" y="56"/>
                    <a:pt x="613" y="50"/>
                  </a:cubicBezTo>
                  <a:cubicBezTo>
                    <a:pt x="605" y="25"/>
                    <a:pt x="612" y="33"/>
                    <a:pt x="588" y="25"/>
                  </a:cubicBezTo>
                  <a:cubicBezTo>
                    <a:pt x="587" y="29"/>
                    <a:pt x="579" y="79"/>
                    <a:pt x="569" y="82"/>
                  </a:cubicBezTo>
                  <a:cubicBezTo>
                    <a:pt x="563" y="84"/>
                    <a:pt x="566" y="68"/>
                    <a:pt x="562" y="63"/>
                  </a:cubicBezTo>
                  <a:cubicBezTo>
                    <a:pt x="557" y="57"/>
                    <a:pt x="549" y="54"/>
                    <a:pt x="543" y="50"/>
                  </a:cubicBezTo>
                  <a:cubicBezTo>
                    <a:pt x="529" y="109"/>
                    <a:pt x="551" y="50"/>
                    <a:pt x="512" y="82"/>
                  </a:cubicBezTo>
                  <a:cubicBezTo>
                    <a:pt x="499" y="93"/>
                    <a:pt x="496" y="112"/>
                    <a:pt x="486" y="126"/>
                  </a:cubicBezTo>
                  <a:cubicBezTo>
                    <a:pt x="484" y="134"/>
                    <a:pt x="488" y="147"/>
                    <a:pt x="480" y="151"/>
                  </a:cubicBezTo>
                  <a:cubicBezTo>
                    <a:pt x="474" y="154"/>
                    <a:pt x="481" y="133"/>
                    <a:pt x="474" y="132"/>
                  </a:cubicBezTo>
                  <a:cubicBezTo>
                    <a:pt x="465" y="130"/>
                    <a:pt x="457" y="141"/>
                    <a:pt x="449" y="145"/>
                  </a:cubicBezTo>
                  <a:cubicBezTo>
                    <a:pt x="434" y="166"/>
                    <a:pt x="430" y="183"/>
                    <a:pt x="423" y="208"/>
                  </a:cubicBezTo>
                  <a:cubicBezTo>
                    <a:pt x="421" y="200"/>
                    <a:pt x="425" y="187"/>
                    <a:pt x="417" y="183"/>
                  </a:cubicBezTo>
                  <a:cubicBezTo>
                    <a:pt x="410" y="180"/>
                    <a:pt x="403" y="190"/>
                    <a:pt x="398" y="196"/>
                  </a:cubicBezTo>
                  <a:cubicBezTo>
                    <a:pt x="388" y="209"/>
                    <a:pt x="383" y="236"/>
                    <a:pt x="373" y="252"/>
                  </a:cubicBezTo>
                  <a:cubicBezTo>
                    <a:pt x="367" y="290"/>
                    <a:pt x="353" y="343"/>
                    <a:pt x="335" y="379"/>
                  </a:cubicBezTo>
                  <a:cubicBezTo>
                    <a:pt x="314" y="422"/>
                    <a:pt x="328" y="370"/>
                    <a:pt x="310" y="429"/>
                  </a:cubicBezTo>
                  <a:cubicBezTo>
                    <a:pt x="301" y="458"/>
                    <a:pt x="300" y="489"/>
                    <a:pt x="291" y="518"/>
                  </a:cubicBezTo>
                  <a:cubicBezTo>
                    <a:pt x="241" y="418"/>
                    <a:pt x="312" y="665"/>
                    <a:pt x="240" y="688"/>
                  </a:cubicBezTo>
                  <a:cubicBezTo>
                    <a:pt x="205" y="746"/>
                    <a:pt x="195" y="820"/>
                    <a:pt x="171" y="884"/>
                  </a:cubicBezTo>
                  <a:cubicBezTo>
                    <a:pt x="169" y="878"/>
                    <a:pt x="166" y="871"/>
                    <a:pt x="164" y="865"/>
                  </a:cubicBezTo>
                  <a:cubicBezTo>
                    <a:pt x="162" y="857"/>
                    <a:pt x="166" y="836"/>
                    <a:pt x="158" y="840"/>
                  </a:cubicBezTo>
                  <a:cubicBezTo>
                    <a:pt x="141" y="849"/>
                    <a:pt x="151" y="878"/>
                    <a:pt x="145" y="897"/>
                  </a:cubicBezTo>
                  <a:cubicBezTo>
                    <a:pt x="128" y="953"/>
                    <a:pt x="126" y="1011"/>
                    <a:pt x="108" y="1067"/>
                  </a:cubicBezTo>
                  <a:cubicBezTo>
                    <a:pt x="99" y="1035"/>
                    <a:pt x="93" y="1019"/>
                    <a:pt x="70" y="1055"/>
                  </a:cubicBezTo>
                  <a:cubicBezTo>
                    <a:pt x="36" y="1032"/>
                    <a:pt x="36" y="1055"/>
                    <a:pt x="0" y="1055"/>
                  </a:cubicBezTo>
                </a:path>
              </a:pathLst>
            </a:custGeom>
            <a:noFill/>
            <a:ln w="9525" cap="flat" cmpd="sng">
              <a:solidFill>
                <a:srgbClr val="FF3300"/>
              </a:solidFill>
              <a:prstDash val="solid"/>
              <a:round/>
              <a:headEnd/>
              <a:tailEnd/>
            </a:ln>
            <a:effectLst/>
          </p:spPr>
          <p:txBody>
            <a:bodyPr wrap="none" anchor="ctr"/>
            <a:lstStyle/>
            <a:p>
              <a:endParaRPr lang="en-GB" sz="1600"/>
            </a:p>
          </p:txBody>
        </p:sp>
        <p:sp>
          <p:nvSpPr>
            <p:cNvPr id="135347" name="Freeform 179"/>
            <p:cNvSpPr>
              <a:spLocks/>
            </p:cNvSpPr>
            <p:nvPr/>
          </p:nvSpPr>
          <p:spPr bwMode="auto">
            <a:xfrm flipV="1">
              <a:off x="1957" y="2550"/>
              <a:ext cx="1484" cy="1164"/>
            </a:xfrm>
            <a:custGeom>
              <a:avLst/>
              <a:gdLst/>
              <a:ahLst/>
              <a:cxnLst>
                <a:cxn ang="0">
                  <a:pos x="13" y="1031"/>
                </a:cxn>
                <a:cxn ang="0">
                  <a:pos x="25" y="1012"/>
                </a:cxn>
                <a:cxn ang="0">
                  <a:pos x="63" y="1019"/>
                </a:cxn>
                <a:cxn ang="0">
                  <a:pos x="120" y="817"/>
                </a:cxn>
                <a:cxn ang="0">
                  <a:pos x="145" y="861"/>
                </a:cxn>
                <a:cxn ang="0">
                  <a:pos x="202" y="760"/>
                </a:cxn>
                <a:cxn ang="0">
                  <a:pos x="253" y="469"/>
                </a:cxn>
                <a:cxn ang="0">
                  <a:pos x="290" y="482"/>
                </a:cxn>
                <a:cxn ang="0">
                  <a:pos x="410" y="223"/>
                </a:cxn>
                <a:cxn ang="0">
                  <a:pos x="511" y="97"/>
                </a:cxn>
                <a:cxn ang="0">
                  <a:pos x="562" y="103"/>
                </a:cxn>
                <a:cxn ang="0">
                  <a:pos x="631" y="90"/>
                </a:cxn>
                <a:cxn ang="0">
                  <a:pos x="682" y="21"/>
                </a:cxn>
                <a:cxn ang="0">
                  <a:pos x="707" y="84"/>
                </a:cxn>
                <a:cxn ang="0">
                  <a:pos x="770" y="46"/>
                </a:cxn>
                <a:cxn ang="0">
                  <a:pos x="789" y="90"/>
                </a:cxn>
                <a:cxn ang="0">
                  <a:pos x="853" y="78"/>
                </a:cxn>
                <a:cxn ang="0">
                  <a:pos x="878" y="135"/>
                </a:cxn>
                <a:cxn ang="0">
                  <a:pos x="890" y="59"/>
                </a:cxn>
                <a:cxn ang="0">
                  <a:pos x="979" y="191"/>
                </a:cxn>
                <a:cxn ang="0">
                  <a:pos x="1023" y="172"/>
                </a:cxn>
                <a:cxn ang="0">
                  <a:pos x="1061" y="242"/>
                </a:cxn>
                <a:cxn ang="0">
                  <a:pos x="1099" y="343"/>
                </a:cxn>
                <a:cxn ang="0">
                  <a:pos x="1118" y="368"/>
                </a:cxn>
                <a:cxn ang="0">
                  <a:pos x="1162" y="406"/>
                </a:cxn>
                <a:cxn ang="0">
                  <a:pos x="1175" y="476"/>
                </a:cxn>
                <a:cxn ang="0">
                  <a:pos x="1213" y="551"/>
                </a:cxn>
                <a:cxn ang="0">
                  <a:pos x="1244" y="627"/>
                </a:cxn>
                <a:cxn ang="0">
                  <a:pos x="1288" y="741"/>
                </a:cxn>
                <a:cxn ang="0">
                  <a:pos x="1314" y="772"/>
                </a:cxn>
                <a:cxn ang="0">
                  <a:pos x="1370" y="1063"/>
                </a:cxn>
                <a:cxn ang="0">
                  <a:pos x="1459" y="1164"/>
                </a:cxn>
                <a:cxn ang="0">
                  <a:pos x="1478" y="1038"/>
                </a:cxn>
              </a:cxnLst>
              <a:rect l="0" t="0" r="r" b="b"/>
              <a:pathLst>
                <a:path w="1484" h="1164">
                  <a:moveTo>
                    <a:pt x="0" y="1057"/>
                  </a:moveTo>
                  <a:cubicBezTo>
                    <a:pt x="4" y="1048"/>
                    <a:pt x="10" y="1040"/>
                    <a:pt x="13" y="1031"/>
                  </a:cubicBezTo>
                  <a:cubicBezTo>
                    <a:pt x="17" y="1019"/>
                    <a:pt x="12" y="1004"/>
                    <a:pt x="19" y="993"/>
                  </a:cubicBezTo>
                  <a:cubicBezTo>
                    <a:pt x="23" y="987"/>
                    <a:pt x="21" y="1007"/>
                    <a:pt x="25" y="1012"/>
                  </a:cubicBezTo>
                  <a:cubicBezTo>
                    <a:pt x="30" y="1018"/>
                    <a:pt x="38" y="1021"/>
                    <a:pt x="44" y="1025"/>
                  </a:cubicBezTo>
                  <a:cubicBezTo>
                    <a:pt x="53" y="997"/>
                    <a:pt x="52" y="960"/>
                    <a:pt x="63" y="1019"/>
                  </a:cubicBezTo>
                  <a:cubicBezTo>
                    <a:pt x="88" y="983"/>
                    <a:pt x="81" y="957"/>
                    <a:pt x="88" y="911"/>
                  </a:cubicBezTo>
                  <a:cubicBezTo>
                    <a:pt x="93" y="879"/>
                    <a:pt x="108" y="847"/>
                    <a:pt x="120" y="817"/>
                  </a:cubicBezTo>
                  <a:cubicBezTo>
                    <a:pt x="124" y="823"/>
                    <a:pt x="129" y="829"/>
                    <a:pt x="133" y="836"/>
                  </a:cubicBezTo>
                  <a:cubicBezTo>
                    <a:pt x="138" y="844"/>
                    <a:pt x="136" y="859"/>
                    <a:pt x="145" y="861"/>
                  </a:cubicBezTo>
                  <a:cubicBezTo>
                    <a:pt x="152" y="863"/>
                    <a:pt x="154" y="849"/>
                    <a:pt x="158" y="842"/>
                  </a:cubicBezTo>
                  <a:cubicBezTo>
                    <a:pt x="175" y="814"/>
                    <a:pt x="184" y="786"/>
                    <a:pt x="202" y="760"/>
                  </a:cubicBezTo>
                  <a:cubicBezTo>
                    <a:pt x="219" y="704"/>
                    <a:pt x="227" y="660"/>
                    <a:pt x="234" y="602"/>
                  </a:cubicBezTo>
                  <a:cubicBezTo>
                    <a:pt x="259" y="682"/>
                    <a:pt x="237" y="514"/>
                    <a:pt x="253" y="469"/>
                  </a:cubicBezTo>
                  <a:cubicBezTo>
                    <a:pt x="259" y="478"/>
                    <a:pt x="261" y="492"/>
                    <a:pt x="271" y="495"/>
                  </a:cubicBezTo>
                  <a:cubicBezTo>
                    <a:pt x="278" y="498"/>
                    <a:pt x="285" y="488"/>
                    <a:pt x="290" y="482"/>
                  </a:cubicBezTo>
                  <a:cubicBezTo>
                    <a:pt x="296" y="475"/>
                    <a:pt x="318" y="406"/>
                    <a:pt x="322" y="393"/>
                  </a:cubicBezTo>
                  <a:cubicBezTo>
                    <a:pt x="332" y="322"/>
                    <a:pt x="354" y="268"/>
                    <a:pt x="410" y="223"/>
                  </a:cubicBezTo>
                  <a:cubicBezTo>
                    <a:pt x="422" y="200"/>
                    <a:pt x="430" y="176"/>
                    <a:pt x="442" y="153"/>
                  </a:cubicBezTo>
                  <a:cubicBezTo>
                    <a:pt x="486" y="183"/>
                    <a:pt x="499" y="134"/>
                    <a:pt x="511" y="97"/>
                  </a:cubicBezTo>
                  <a:cubicBezTo>
                    <a:pt x="524" y="114"/>
                    <a:pt x="541" y="140"/>
                    <a:pt x="549" y="135"/>
                  </a:cubicBezTo>
                  <a:cubicBezTo>
                    <a:pt x="559" y="129"/>
                    <a:pt x="555" y="112"/>
                    <a:pt x="562" y="103"/>
                  </a:cubicBezTo>
                  <a:cubicBezTo>
                    <a:pt x="573" y="89"/>
                    <a:pt x="600" y="65"/>
                    <a:pt x="600" y="65"/>
                  </a:cubicBezTo>
                  <a:cubicBezTo>
                    <a:pt x="614" y="21"/>
                    <a:pt x="618" y="70"/>
                    <a:pt x="631" y="90"/>
                  </a:cubicBezTo>
                  <a:cubicBezTo>
                    <a:pt x="636" y="66"/>
                    <a:pt x="632" y="0"/>
                    <a:pt x="663" y="46"/>
                  </a:cubicBezTo>
                  <a:cubicBezTo>
                    <a:pt x="677" y="89"/>
                    <a:pt x="677" y="38"/>
                    <a:pt x="682" y="21"/>
                  </a:cubicBezTo>
                  <a:cubicBezTo>
                    <a:pt x="684" y="44"/>
                    <a:pt x="679" y="69"/>
                    <a:pt x="688" y="90"/>
                  </a:cubicBezTo>
                  <a:cubicBezTo>
                    <a:pt x="690" y="96"/>
                    <a:pt x="703" y="89"/>
                    <a:pt x="707" y="84"/>
                  </a:cubicBezTo>
                  <a:cubicBezTo>
                    <a:pt x="718" y="70"/>
                    <a:pt x="721" y="38"/>
                    <a:pt x="733" y="21"/>
                  </a:cubicBezTo>
                  <a:cubicBezTo>
                    <a:pt x="737" y="57"/>
                    <a:pt x="741" y="123"/>
                    <a:pt x="770" y="46"/>
                  </a:cubicBezTo>
                  <a:cubicBezTo>
                    <a:pt x="772" y="54"/>
                    <a:pt x="774" y="63"/>
                    <a:pt x="777" y="71"/>
                  </a:cubicBezTo>
                  <a:cubicBezTo>
                    <a:pt x="780" y="78"/>
                    <a:pt x="782" y="93"/>
                    <a:pt x="789" y="90"/>
                  </a:cubicBezTo>
                  <a:cubicBezTo>
                    <a:pt x="802" y="84"/>
                    <a:pt x="809" y="29"/>
                    <a:pt x="815" y="15"/>
                  </a:cubicBezTo>
                  <a:cubicBezTo>
                    <a:pt x="831" y="37"/>
                    <a:pt x="838" y="56"/>
                    <a:pt x="853" y="78"/>
                  </a:cubicBezTo>
                  <a:cubicBezTo>
                    <a:pt x="857" y="91"/>
                    <a:pt x="860" y="104"/>
                    <a:pt x="865" y="116"/>
                  </a:cubicBezTo>
                  <a:cubicBezTo>
                    <a:pt x="868" y="123"/>
                    <a:pt x="872" y="139"/>
                    <a:pt x="878" y="135"/>
                  </a:cubicBezTo>
                  <a:cubicBezTo>
                    <a:pt x="887" y="129"/>
                    <a:pt x="882" y="114"/>
                    <a:pt x="884" y="103"/>
                  </a:cubicBezTo>
                  <a:cubicBezTo>
                    <a:pt x="886" y="88"/>
                    <a:pt x="888" y="74"/>
                    <a:pt x="890" y="59"/>
                  </a:cubicBezTo>
                  <a:cubicBezTo>
                    <a:pt x="912" y="119"/>
                    <a:pt x="939" y="172"/>
                    <a:pt x="966" y="229"/>
                  </a:cubicBezTo>
                  <a:cubicBezTo>
                    <a:pt x="970" y="216"/>
                    <a:pt x="976" y="204"/>
                    <a:pt x="979" y="191"/>
                  </a:cubicBezTo>
                  <a:cubicBezTo>
                    <a:pt x="984" y="166"/>
                    <a:pt x="991" y="116"/>
                    <a:pt x="991" y="116"/>
                  </a:cubicBezTo>
                  <a:cubicBezTo>
                    <a:pt x="1004" y="135"/>
                    <a:pt x="1010" y="153"/>
                    <a:pt x="1023" y="172"/>
                  </a:cubicBezTo>
                  <a:cubicBezTo>
                    <a:pt x="1028" y="196"/>
                    <a:pt x="1036" y="218"/>
                    <a:pt x="1042" y="242"/>
                  </a:cubicBezTo>
                  <a:cubicBezTo>
                    <a:pt x="1057" y="178"/>
                    <a:pt x="1036" y="242"/>
                    <a:pt x="1061" y="242"/>
                  </a:cubicBezTo>
                  <a:cubicBezTo>
                    <a:pt x="1070" y="242"/>
                    <a:pt x="1070" y="225"/>
                    <a:pt x="1074" y="217"/>
                  </a:cubicBezTo>
                  <a:cubicBezTo>
                    <a:pt x="1090" y="259"/>
                    <a:pt x="1094" y="297"/>
                    <a:pt x="1099" y="343"/>
                  </a:cubicBezTo>
                  <a:cubicBezTo>
                    <a:pt x="1103" y="337"/>
                    <a:pt x="1106" y="318"/>
                    <a:pt x="1111" y="324"/>
                  </a:cubicBezTo>
                  <a:cubicBezTo>
                    <a:pt x="1120" y="336"/>
                    <a:pt x="1117" y="353"/>
                    <a:pt x="1118" y="368"/>
                  </a:cubicBezTo>
                  <a:cubicBezTo>
                    <a:pt x="1123" y="428"/>
                    <a:pt x="1114" y="496"/>
                    <a:pt x="1143" y="551"/>
                  </a:cubicBezTo>
                  <a:cubicBezTo>
                    <a:pt x="1147" y="495"/>
                    <a:pt x="1146" y="456"/>
                    <a:pt x="1162" y="406"/>
                  </a:cubicBezTo>
                  <a:cubicBezTo>
                    <a:pt x="1164" y="440"/>
                    <a:pt x="1162" y="474"/>
                    <a:pt x="1168" y="507"/>
                  </a:cubicBezTo>
                  <a:cubicBezTo>
                    <a:pt x="1170" y="517"/>
                    <a:pt x="1173" y="466"/>
                    <a:pt x="1175" y="476"/>
                  </a:cubicBezTo>
                  <a:cubicBezTo>
                    <a:pt x="1193" y="557"/>
                    <a:pt x="1181" y="645"/>
                    <a:pt x="1194" y="728"/>
                  </a:cubicBezTo>
                  <a:cubicBezTo>
                    <a:pt x="1202" y="669"/>
                    <a:pt x="1198" y="608"/>
                    <a:pt x="1213" y="551"/>
                  </a:cubicBezTo>
                  <a:cubicBezTo>
                    <a:pt x="1216" y="538"/>
                    <a:pt x="1220" y="577"/>
                    <a:pt x="1225" y="589"/>
                  </a:cubicBezTo>
                  <a:cubicBezTo>
                    <a:pt x="1230" y="602"/>
                    <a:pt x="1238" y="614"/>
                    <a:pt x="1244" y="627"/>
                  </a:cubicBezTo>
                  <a:cubicBezTo>
                    <a:pt x="1250" y="652"/>
                    <a:pt x="1247" y="702"/>
                    <a:pt x="1276" y="659"/>
                  </a:cubicBezTo>
                  <a:cubicBezTo>
                    <a:pt x="1280" y="686"/>
                    <a:pt x="1281" y="714"/>
                    <a:pt x="1288" y="741"/>
                  </a:cubicBezTo>
                  <a:cubicBezTo>
                    <a:pt x="1293" y="760"/>
                    <a:pt x="1307" y="798"/>
                    <a:pt x="1307" y="798"/>
                  </a:cubicBezTo>
                  <a:cubicBezTo>
                    <a:pt x="1309" y="789"/>
                    <a:pt x="1313" y="763"/>
                    <a:pt x="1314" y="772"/>
                  </a:cubicBezTo>
                  <a:cubicBezTo>
                    <a:pt x="1319" y="814"/>
                    <a:pt x="1315" y="857"/>
                    <a:pt x="1320" y="899"/>
                  </a:cubicBezTo>
                  <a:cubicBezTo>
                    <a:pt x="1326" y="958"/>
                    <a:pt x="1350" y="1009"/>
                    <a:pt x="1370" y="1063"/>
                  </a:cubicBezTo>
                  <a:cubicBezTo>
                    <a:pt x="1386" y="1024"/>
                    <a:pt x="1394" y="984"/>
                    <a:pt x="1402" y="943"/>
                  </a:cubicBezTo>
                  <a:cubicBezTo>
                    <a:pt x="1411" y="1030"/>
                    <a:pt x="1444" y="1083"/>
                    <a:pt x="1459" y="1164"/>
                  </a:cubicBezTo>
                  <a:cubicBezTo>
                    <a:pt x="1464" y="1128"/>
                    <a:pt x="1465" y="1092"/>
                    <a:pt x="1471" y="1057"/>
                  </a:cubicBezTo>
                  <a:cubicBezTo>
                    <a:pt x="1472" y="1050"/>
                    <a:pt x="1471" y="1038"/>
                    <a:pt x="1478" y="1038"/>
                  </a:cubicBezTo>
                  <a:cubicBezTo>
                    <a:pt x="1484" y="1038"/>
                    <a:pt x="1478" y="1051"/>
                    <a:pt x="1478" y="1057"/>
                  </a:cubicBezTo>
                </a:path>
              </a:pathLst>
            </a:custGeom>
            <a:noFill/>
            <a:ln w="9525" cap="flat" cmpd="sng">
              <a:solidFill>
                <a:srgbClr val="FF3300"/>
              </a:solidFill>
              <a:prstDash val="solid"/>
              <a:round/>
              <a:headEnd/>
              <a:tailEnd/>
            </a:ln>
            <a:effectLst/>
          </p:spPr>
          <p:txBody>
            <a:bodyPr wrap="none" anchor="ctr"/>
            <a:lstStyle/>
            <a:p>
              <a:endParaRPr lang="en-GB" sz="1600"/>
            </a:p>
          </p:txBody>
        </p:sp>
        <p:sp>
          <p:nvSpPr>
            <p:cNvPr id="135348" name="Freeform 180"/>
            <p:cNvSpPr>
              <a:spLocks/>
            </p:cNvSpPr>
            <p:nvPr/>
          </p:nvSpPr>
          <p:spPr bwMode="auto">
            <a:xfrm>
              <a:off x="1939" y="2594"/>
              <a:ext cx="1484" cy="1164"/>
            </a:xfrm>
            <a:custGeom>
              <a:avLst/>
              <a:gdLst/>
              <a:ahLst/>
              <a:cxnLst>
                <a:cxn ang="0">
                  <a:pos x="13" y="1031"/>
                </a:cxn>
                <a:cxn ang="0">
                  <a:pos x="25" y="1012"/>
                </a:cxn>
                <a:cxn ang="0">
                  <a:pos x="63" y="1019"/>
                </a:cxn>
                <a:cxn ang="0">
                  <a:pos x="120" y="817"/>
                </a:cxn>
                <a:cxn ang="0">
                  <a:pos x="145" y="861"/>
                </a:cxn>
                <a:cxn ang="0">
                  <a:pos x="202" y="760"/>
                </a:cxn>
                <a:cxn ang="0">
                  <a:pos x="253" y="469"/>
                </a:cxn>
                <a:cxn ang="0">
                  <a:pos x="290" y="482"/>
                </a:cxn>
                <a:cxn ang="0">
                  <a:pos x="410" y="223"/>
                </a:cxn>
                <a:cxn ang="0">
                  <a:pos x="511" y="97"/>
                </a:cxn>
                <a:cxn ang="0">
                  <a:pos x="562" y="103"/>
                </a:cxn>
                <a:cxn ang="0">
                  <a:pos x="631" y="90"/>
                </a:cxn>
                <a:cxn ang="0">
                  <a:pos x="682" y="21"/>
                </a:cxn>
                <a:cxn ang="0">
                  <a:pos x="707" y="84"/>
                </a:cxn>
                <a:cxn ang="0">
                  <a:pos x="770" y="46"/>
                </a:cxn>
                <a:cxn ang="0">
                  <a:pos x="789" y="90"/>
                </a:cxn>
                <a:cxn ang="0">
                  <a:pos x="853" y="78"/>
                </a:cxn>
                <a:cxn ang="0">
                  <a:pos x="878" y="135"/>
                </a:cxn>
                <a:cxn ang="0">
                  <a:pos x="890" y="59"/>
                </a:cxn>
                <a:cxn ang="0">
                  <a:pos x="979" y="191"/>
                </a:cxn>
                <a:cxn ang="0">
                  <a:pos x="1023" y="172"/>
                </a:cxn>
                <a:cxn ang="0">
                  <a:pos x="1061" y="242"/>
                </a:cxn>
                <a:cxn ang="0">
                  <a:pos x="1099" y="343"/>
                </a:cxn>
                <a:cxn ang="0">
                  <a:pos x="1118" y="368"/>
                </a:cxn>
                <a:cxn ang="0">
                  <a:pos x="1162" y="406"/>
                </a:cxn>
                <a:cxn ang="0">
                  <a:pos x="1175" y="476"/>
                </a:cxn>
                <a:cxn ang="0">
                  <a:pos x="1213" y="551"/>
                </a:cxn>
                <a:cxn ang="0">
                  <a:pos x="1244" y="627"/>
                </a:cxn>
                <a:cxn ang="0">
                  <a:pos x="1288" y="741"/>
                </a:cxn>
                <a:cxn ang="0">
                  <a:pos x="1314" y="772"/>
                </a:cxn>
                <a:cxn ang="0">
                  <a:pos x="1370" y="1063"/>
                </a:cxn>
                <a:cxn ang="0">
                  <a:pos x="1459" y="1164"/>
                </a:cxn>
                <a:cxn ang="0">
                  <a:pos x="1478" y="1038"/>
                </a:cxn>
              </a:cxnLst>
              <a:rect l="0" t="0" r="r" b="b"/>
              <a:pathLst>
                <a:path w="1484" h="1164">
                  <a:moveTo>
                    <a:pt x="0" y="1057"/>
                  </a:moveTo>
                  <a:cubicBezTo>
                    <a:pt x="4" y="1048"/>
                    <a:pt x="10" y="1040"/>
                    <a:pt x="13" y="1031"/>
                  </a:cubicBezTo>
                  <a:cubicBezTo>
                    <a:pt x="17" y="1019"/>
                    <a:pt x="12" y="1004"/>
                    <a:pt x="19" y="993"/>
                  </a:cubicBezTo>
                  <a:cubicBezTo>
                    <a:pt x="23" y="987"/>
                    <a:pt x="21" y="1007"/>
                    <a:pt x="25" y="1012"/>
                  </a:cubicBezTo>
                  <a:cubicBezTo>
                    <a:pt x="30" y="1018"/>
                    <a:pt x="38" y="1021"/>
                    <a:pt x="44" y="1025"/>
                  </a:cubicBezTo>
                  <a:cubicBezTo>
                    <a:pt x="53" y="997"/>
                    <a:pt x="52" y="960"/>
                    <a:pt x="63" y="1019"/>
                  </a:cubicBezTo>
                  <a:cubicBezTo>
                    <a:pt x="88" y="983"/>
                    <a:pt x="81" y="957"/>
                    <a:pt x="88" y="911"/>
                  </a:cubicBezTo>
                  <a:cubicBezTo>
                    <a:pt x="93" y="879"/>
                    <a:pt x="108" y="847"/>
                    <a:pt x="120" y="817"/>
                  </a:cubicBezTo>
                  <a:cubicBezTo>
                    <a:pt x="124" y="823"/>
                    <a:pt x="129" y="829"/>
                    <a:pt x="133" y="836"/>
                  </a:cubicBezTo>
                  <a:cubicBezTo>
                    <a:pt x="138" y="844"/>
                    <a:pt x="136" y="859"/>
                    <a:pt x="145" y="861"/>
                  </a:cubicBezTo>
                  <a:cubicBezTo>
                    <a:pt x="152" y="863"/>
                    <a:pt x="154" y="849"/>
                    <a:pt x="158" y="842"/>
                  </a:cubicBezTo>
                  <a:cubicBezTo>
                    <a:pt x="175" y="814"/>
                    <a:pt x="184" y="786"/>
                    <a:pt x="202" y="760"/>
                  </a:cubicBezTo>
                  <a:cubicBezTo>
                    <a:pt x="219" y="704"/>
                    <a:pt x="227" y="660"/>
                    <a:pt x="234" y="602"/>
                  </a:cubicBezTo>
                  <a:cubicBezTo>
                    <a:pt x="259" y="682"/>
                    <a:pt x="237" y="514"/>
                    <a:pt x="253" y="469"/>
                  </a:cubicBezTo>
                  <a:cubicBezTo>
                    <a:pt x="259" y="478"/>
                    <a:pt x="261" y="492"/>
                    <a:pt x="271" y="495"/>
                  </a:cubicBezTo>
                  <a:cubicBezTo>
                    <a:pt x="278" y="498"/>
                    <a:pt x="285" y="488"/>
                    <a:pt x="290" y="482"/>
                  </a:cubicBezTo>
                  <a:cubicBezTo>
                    <a:pt x="296" y="475"/>
                    <a:pt x="318" y="406"/>
                    <a:pt x="322" y="393"/>
                  </a:cubicBezTo>
                  <a:cubicBezTo>
                    <a:pt x="332" y="322"/>
                    <a:pt x="354" y="268"/>
                    <a:pt x="410" y="223"/>
                  </a:cubicBezTo>
                  <a:cubicBezTo>
                    <a:pt x="422" y="200"/>
                    <a:pt x="430" y="176"/>
                    <a:pt x="442" y="153"/>
                  </a:cubicBezTo>
                  <a:cubicBezTo>
                    <a:pt x="486" y="183"/>
                    <a:pt x="499" y="134"/>
                    <a:pt x="511" y="97"/>
                  </a:cubicBezTo>
                  <a:cubicBezTo>
                    <a:pt x="524" y="114"/>
                    <a:pt x="541" y="140"/>
                    <a:pt x="549" y="135"/>
                  </a:cubicBezTo>
                  <a:cubicBezTo>
                    <a:pt x="559" y="129"/>
                    <a:pt x="555" y="112"/>
                    <a:pt x="562" y="103"/>
                  </a:cubicBezTo>
                  <a:cubicBezTo>
                    <a:pt x="573" y="89"/>
                    <a:pt x="600" y="65"/>
                    <a:pt x="600" y="65"/>
                  </a:cubicBezTo>
                  <a:cubicBezTo>
                    <a:pt x="614" y="21"/>
                    <a:pt x="618" y="70"/>
                    <a:pt x="631" y="90"/>
                  </a:cubicBezTo>
                  <a:cubicBezTo>
                    <a:pt x="636" y="66"/>
                    <a:pt x="632" y="0"/>
                    <a:pt x="663" y="46"/>
                  </a:cubicBezTo>
                  <a:cubicBezTo>
                    <a:pt x="677" y="89"/>
                    <a:pt x="677" y="38"/>
                    <a:pt x="682" y="21"/>
                  </a:cubicBezTo>
                  <a:cubicBezTo>
                    <a:pt x="684" y="44"/>
                    <a:pt x="679" y="69"/>
                    <a:pt x="688" y="90"/>
                  </a:cubicBezTo>
                  <a:cubicBezTo>
                    <a:pt x="690" y="96"/>
                    <a:pt x="703" y="89"/>
                    <a:pt x="707" y="84"/>
                  </a:cubicBezTo>
                  <a:cubicBezTo>
                    <a:pt x="718" y="70"/>
                    <a:pt x="721" y="38"/>
                    <a:pt x="733" y="21"/>
                  </a:cubicBezTo>
                  <a:cubicBezTo>
                    <a:pt x="737" y="57"/>
                    <a:pt x="741" y="123"/>
                    <a:pt x="770" y="46"/>
                  </a:cubicBezTo>
                  <a:cubicBezTo>
                    <a:pt x="772" y="54"/>
                    <a:pt x="774" y="63"/>
                    <a:pt x="777" y="71"/>
                  </a:cubicBezTo>
                  <a:cubicBezTo>
                    <a:pt x="780" y="78"/>
                    <a:pt x="782" y="93"/>
                    <a:pt x="789" y="90"/>
                  </a:cubicBezTo>
                  <a:cubicBezTo>
                    <a:pt x="802" y="84"/>
                    <a:pt x="809" y="29"/>
                    <a:pt x="815" y="15"/>
                  </a:cubicBezTo>
                  <a:cubicBezTo>
                    <a:pt x="831" y="37"/>
                    <a:pt x="838" y="56"/>
                    <a:pt x="853" y="78"/>
                  </a:cubicBezTo>
                  <a:cubicBezTo>
                    <a:pt x="857" y="91"/>
                    <a:pt x="860" y="104"/>
                    <a:pt x="865" y="116"/>
                  </a:cubicBezTo>
                  <a:cubicBezTo>
                    <a:pt x="868" y="123"/>
                    <a:pt x="872" y="139"/>
                    <a:pt x="878" y="135"/>
                  </a:cubicBezTo>
                  <a:cubicBezTo>
                    <a:pt x="887" y="129"/>
                    <a:pt x="882" y="114"/>
                    <a:pt x="884" y="103"/>
                  </a:cubicBezTo>
                  <a:cubicBezTo>
                    <a:pt x="886" y="88"/>
                    <a:pt x="888" y="74"/>
                    <a:pt x="890" y="59"/>
                  </a:cubicBezTo>
                  <a:cubicBezTo>
                    <a:pt x="912" y="119"/>
                    <a:pt x="939" y="172"/>
                    <a:pt x="966" y="229"/>
                  </a:cubicBezTo>
                  <a:cubicBezTo>
                    <a:pt x="970" y="216"/>
                    <a:pt x="976" y="204"/>
                    <a:pt x="979" y="191"/>
                  </a:cubicBezTo>
                  <a:cubicBezTo>
                    <a:pt x="984" y="166"/>
                    <a:pt x="991" y="116"/>
                    <a:pt x="991" y="116"/>
                  </a:cubicBezTo>
                  <a:cubicBezTo>
                    <a:pt x="1004" y="135"/>
                    <a:pt x="1010" y="153"/>
                    <a:pt x="1023" y="172"/>
                  </a:cubicBezTo>
                  <a:cubicBezTo>
                    <a:pt x="1028" y="196"/>
                    <a:pt x="1036" y="218"/>
                    <a:pt x="1042" y="242"/>
                  </a:cubicBezTo>
                  <a:cubicBezTo>
                    <a:pt x="1057" y="178"/>
                    <a:pt x="1036" y="242"/>
                    <a:pt x="1061" y="242"/>
                  </a:cubicBezTo>
                  <a:cubicBezTo>
                    <a:pt x="1070" y="242"/>
                    <a:pt x="1070" y="225"/>
                    <a:pt x="1074" y="217"/>
                  </a:cubicBezTo>
                  <a:cubicBezTo>
                    <a:pt x="1090" y="259"/>
                    <a:pt x="1094" y="297"/>
                    <a:pt x="1099" y="343"/>
                  </a:cubicBezTo>
                  <a:cubicBezTo>
                    <a:pt x="1103" y="337"/>
                    <a:pt x="1106" y="318"/>
                    <a:pt x="1111" y="324"/>
                  </a:cubicBezTo>
                  <a:cubicBezTo>
                    <a:pt x="1120" y="336"/>
                    <a:pt x="1117" y="353"/>
                    <a:pt x="1118" y="368"/>
                  </a:cubicBezTo>
                  <a:cubicBezTo>
                    <a:pt x="1123" y="428"/>
                    <a:pt x="1114" y="496"/>
                    <a:pt x="1143" y="551"/>
                  </a:cubicBezTo>
                  <a:cubicBezTo>
                    <a:pt x="1147" y="495"/>
                    <a:pt x="1146" y="456"/>
                    <a:pt x="1162" y="406"/>
                  </a:cubicBezTo>
                  <a:cubicBezTo>
                    <a:pt x="1164" y="440"/>
                    <a:pt x="1162" y="474"/>
                    <a:pt x="1168" y="507"/>
                  </a:cubicBezTo>
                  <a:cubicBezTo>
                    <a:pt x="1170" y="517"/>
                    <a:pt x="1173" y="466"/>
                    <a:pt x="1175" y="476"/>
                  </a:cubicBezTo>
                  <a:cubicBezTo>
                    <a:pt x="1193" y="557"/>
                    <a:pt x="1181" y="645"/>
                    <a:pt x="1194" y="728"/>
                  </a:cubicBezTo>
                  <a:cubicBezTo>
                    <a:pt x="1202" y="669"/>
                    <a:pt x="1198" y="608"/>
                    <a:pt x="1213" y="551"/>
                  </a:cubicBezTo>
                  <a:cubicBezTo>
                    <a:pt x="1216" y="538"/>
                    <a:pt x="1220" y="577"/>
                    <a:pt x="1225" y="589"/>
                  </a:cubicBezTo>
                  <a:cubicBezTo>
                    <a:pt x="1230" y="602"/>
                    <a:pt x="1238" y="614"/>
                    <a:pt x="1244" y="627"/>
                  </a:cubicBezTo>
                  <a:cubicBezTo>
                    <a:pt x="1250" y="652"/>
                    <a:pt x="1247" y="702"/>
                    <a:pt x="1276" y="659"/>
                  </a:cubicBezTo>
                  <a:cubicBezTo>
                    <a:pt x="1280" y="686"/>
                    <a:pt x="1281" y="714"/>
                    <a:pt x="1288" y="741"/>
                  </a:cubicBezTo>
                  <a:cubicBezTo>
                    <a:pt x="1293" y="760"/>
                    <a:pt x="1307" y="798"/>
                    <a:pt x="1307" y="798"/>
                  </a:cubicBezTo>
                  <a:cubicBezTo>
                    <a:pt x="1309" y="789"/>
                    <a:pt x="1313" y="763"/>
                    <a:pt x="1314" y="772"/>
                  </a:cubicBezTo>
                  <a:cubicBezTo>
                    <a:pt x="1319" y="814"/>
                    <a:pt x="1315" y="857"/>
                    <a:pt x="1320" y="899"/>
                  </a:cubicBezTo>
                  <a:cubicBezTo>
                    <a:pt x="1326" y="958"/>
                    <a:pt x="1350" y="1009"/>
                    <a:pt x="1370" y="1063"/>
                  </a:cubicBezTo>
                  <a:cubicBezTo>
                    <a:pt x="1386" y="1024"/>
                    <a:pt x="1394" y="984"/>
                    <a:pt x="1402" y="943"/>
                  </a:cubicBezTo>
                  <a:cubicBezTo>
                    <a:pt x="1411" y="1030"/>
                    <a:pt x="1444" y="1083"/>
                    <a:pt x="1459" y="1164"/>
                  </a:cubicBezTo>
                  <a:cubicBezTo>
                    <a:pt x="1464" y="1128"/>
                    <a:pt x="1465" y="1092"/>
                    <a:pt x="1471" y="1057"/>
                  </a:cubicBezTo>
                  <a:cubicBezTo>
                    <a:pt x="1472" y="1050"/>
                    <a:pt x="1471" y="1038"/>
                    <a:pt x="1478" y="1038"/>
                  </a:cubicBezTo>
                  <a:cubicBezTo>
                    <a:pt x="1484" y="1038"/>
                    <a:pt x="1478" y="1051"/>
                    <a:pt x="1478" y="1057"/>
                  </a:cubicBezTo>
                </a:path>
              </a:pathLst>
            </a:custGeom>
            <a:noFill/>
            <a:ln w="9525" cap="flat" cmpd="sng">
              <a:solidFill>
                <a:srgbClr val="FF3300"/>
              </a:solidFill>
              <a:prstDash val="solid"/>
              <a:round/>
              <a:headEnd/>
              <a:tailEnd/>
            </a:ln>
            <a:effectLst/>
          </p:spPr>
          <p:txBody>
            <a:bodyPr wrap="none" anchor="ctr"/>
            <a:lstStyle/>
            <a:p>
              <a:endParaRPr lang="en-GB" sz="1600"/>
            </a:p>
          </p:txBody>
        </p:sp>
        <p:sp>
          <p:nvSpPr>
            <p:cNvPr id="135349" name="Freeform 181"/>
            <p:cNvSpPr>
              <a:spLocks/>
            </p:cNvSpPr>
            <p:nvPr/>
          </p:nvSpPr>
          <p:spPr bwMode="auto">
            <a:xfrm flipV="1">
              <a:off x="1911" y="2564"/>
              <a:ext cx="1492" cy="1162"/>
            </a:xfrm>
            <a:custGeom>
              <a:avLst/>
              <a:gdLst/>
              <a:ahLst/>
              <a:cxnLst>
                <a:cxn ang="0">
                  <a:pos x="34" y="1093"/>
                </a:cxn>
                <a:cxn ang="0">
                  <a:pos x="72" y="1093"/>
                </a:cxn>
                <a:cxn ang="0">
                  <a:pos x="91" y="1112"/>
                </a:cxn>
                <a:cxn ang="0">
                  <a:pos x="160" y="1086"/>
                </a:cxn>
                <a:cxn ang="0">
                  <a:pos x="173" y="1124"/>
                </a:cxn>
                <a:cxn ang="0">
                  <a:pos x="223" y="1143"/>
                </a:cxn>
                <a:cxn ang="0">
                  <a:pos x="287" y="1143"/>
                </a:cxn>
                <a:cxn ang="0">
                  <a:pos x="337" y="1162"/>
                </a:cxn>
                <a:cxn ang="0">
                  <a:pos x="369" y="1124"/>
                </a:cxn>
                <a:cxn ang="0">
                  <a:pos x="432" y="1105"/>
                </a:cxn>
                <a:cxn ang="0">
                  <a:pos x="495" y="1068"/>
                </a:cxn>
                <a:cxn ang="0">
                  <a:pos x="533" y="1061"/>
                </a:cxn>
                <a:cxn ang="0">
                  <a:pos x="571" y="1061"/>
                </a:cxn>
                <a:cxn ang="0">
                  <a:pos x="590" y="1074"/>
                </a:cxn>
                <a:cxn ang="0">
                  <a:pos x="621" y="954"/>
                </a:cxn>
                <a:cxn ang="0">
                  <a:pos x="628" y="973"/>
                </a:cxn>
                <a:cxn ang="0">
                  <a:pos x="634" y="948"/>
                </a:cxn>
                <a:cxn ang="0">
                  <a:pos x="647" y="922"/>
                </a:cxn>
                <a:cxn ang="0">
                  <a:pos x="691" y="809"/>
                </a:cxn>
                <a:cxn ang="0">
                  <a:pos x="741" y="657"/>
                </a:cxn>
                <a:cxn ang="0">
                  <a:pos x="767" y="606"/>
                </a:cxn>
                <a:cxn ang="0">
                  <a:pos x="798" y="531"/>
                </a:cxn>
                <a:cxn ang="0">
                  <a:pos x="805" y="499"/>
                </a:cxn>
                <a:cxn ang="0">
                  <a:pos x="811" y="480"/>
                </a:cxn>
                <a:cxn ang="0">
                  <a:pos x="823" y="430"/>
                </a:cxn>
                <a:cxn ang="0">
                  <a:pos x="861" y="329"/>
                </a:cxn>
                <a:cxn ang="0">
                  <a:pos x="956" y="120"/>
                </a:cxn>
                <a:cxn ang="0">
                  <a:pos x="988" y="101"/>
                </a:cxn>
                <a:cxn ang="0">
                  <a:pos x="1007" y="63"/>
                </a:cxn>
                <a:cxn ang="0">
                  <a:pos x="1013" y="89"/>
                </a:cxn>
                <a:cxn ang="0">
                  <a:pos x="1019" y="108"/>
                </a:cxn>
                <a:cxn ang="0">
                  <a:pos x="1057" y="57"/>
                </a:cxn>
                <a:cxn ang="0">
                  <a:pos x="1063" y="89"/>
                </a:cxn>
                <a:cxn ang="0">
                  <a:pos x="1070" y="114"/>
                </a:cxn>
                <a:cxn ang="0">
                  <a:pos x="1095" y="82"/>
                </a:cxn>
                <a:cxn ang="0">
                  <a:pos x="1101" y="57"/>
                </a:cxn>
                <a:cxn ang="0">
                  <a:pos x="1108" y="38"/>
                </a:cxn>
                <a:cxn ang="0">
                  <a:pos x="1127" y="82"/>
                </a:cxn>
                <a:cxn ang="0">
                  <a:pos x="1146" y="57"/>
                </a:cxn>
                <a:cxn ang="0">
                  <a:pos x="1152" y="32"/>
                </a:cxn>
                <a:cxn ang="0">
                  <a:pos x="1171" y="82"/>
                </a:cxn>
                <a:cxn ang="0">
                  <a:pos x="1215" y="25"/>
                </a:cxn>
                <a:cxn ang="0">
                  <a:pos x="1259" y="13"/>
                </a:cxn>
                <a:cxn ang="0">
                  <a:pos x="1291" y="44"/>
                </a:cxn>
                <a:cxn ang="0">
                  <a:pos x="1303" y="19"/>
                </a:cxn>
                <a:cxn ang="0">
                  <a:pos x="1335" y="57"/>
                </a:cxn>
                <a:cxn ang="0">
                  <a:pos x="1392" y="0"/>
                </a:cxn>
                <a:cxn ang="0">
                  <a:pos x="1417" y="76"/>
                </a:cxn>
                <a:cxn ang="0">
                  <a:pos x="1442" y="70"/>
                </a:cxn>
                <a:cxn ang="0">
                  <a:pos x="1461" y="70"/>
                </a:cxn>
                <a:cxn ang="0">
                  <a:pos x="1474" y="133"/>
                </a:cxn>
                <a:cxn ang="0">
                  <a:pos x="1487" y="120"/>
                </a:cxn>
              </a:cxnLst>
              <a:rect l="0" t="0" r="r" b="b"/>
              <a:pathLst>
                <a:path w="1492" h="1162">
                  <a:moveTo>
                    <a:pt x="34" y="1093"/>
                  </a:moveTo>
                  <a:cubicBezTo>
                    <a:pt x="106" y="1138"/>
                    <a:pt x="0" y="1080"/>
                    <a:pt x="72" y="1093"/>
                  </a:cubicBezTo>
                  <a:cubicBezTo>
                    <a:pt x="81" y="1095"/>
                    <a:pt x="85" y="1106"/>
                    <a:pt x="91" y="1112"/>
                  </a:cubicBezTo>
                  <a:cubicBezTo>
                    <a:pt x="108" y="1103"/>
                    <a:pt x="141" y="1084"/>
                    <a:pt x="160" y="1086"/>
                  </a:cubicBezTo>
                  <a:cubicBezTo>
                    <a:pt x="161" y="1086"/>
                    <a:pt x="173" y="1123"/>
                    <a:pt x="173" y="1124"/>
                  </a:cubicBezTo>
                  <a:cubicBezTo>
                    <a:pt x="223" y="1112"/>
                    <a:pt x="180" y="1129"/>
                    <a:pt x="223" y="1143"/>
                  </a:cubicBezTo>
                  <a:cubicBezTo>
                    <a:pt x="281" y="1121"/>
                    <a:pt x="264" y="1109"/>
                    <a:pt x="287" y="1143"/>
                  </a:cubicBezTo>
                  <a:cubicBezTo>
                    <a:pt x="337" y="1131"/>
                    <a:pt x="327" y="1099"/>
                    <a:pt x="337" y="1162"/>
                  </a:cubicBezTo>
                  <a:cubicBezTo>
                    <a:pt x="349" y="1150"/>
                    <a:pt x="354" y="1132"/>
                    <a:pt x="369" y="1124"/>
                  </a:cubicBezTo>
                  <a:cubicBezTo>
                    <a:pt x="388" y="1114"/>
                    <a:pt x="411" y="1113"/>
                    <a:pt x="432" y="1105"/>
                  </a:cubicBezTo>
                  <a:cubicBezTo>
                    <a:pt x="471" y="1162"/>
                    <a:pt x="468" y="1081"/>
                    <a:pt x="495" y="1068"/>
                  </a:cubicBezTo>
                  <a:cubicBezTo>
                    <a:pt x="507" y="1062"/>
                    <a:pt x="520" y="1063"/>
                    <a:pt x="533" y="1061"/>
                  </a:cubicBezTo>
                  <a:cubicBezTo>
                    <a:pt x="577" y="994"/>
                    <a:pt x="545" y="1028"/>
                    <a:pt x="571" y="1061"/>
                  </a:cubicBezTo>
                  <a:cubicBezTo>
                    <a:pt x="576" y="1067"/>
                    <a:pt x="584" y="1070"/>
                    <a:pt x="590" y="1074"/>
                  </a:cubicBezTo>
                  <a:cubicBezTo>
                    <a:pt x="600" y="1033"/>
                    <a:pt x="614" y="996"/>
                    <a:pt x="621" y="954"/>
                  </a:cubicBezTo>
                  <a:cubicBezTo>
                    <a:pt x="623" y="960"/>
                    <a:pt x="622" y="976"/>
                    <a:pt x="628" y="973"/>
                  </a:cubicBezTo>
                  <a:cubicBezTo>
                    <a:pt x="636" y="969"/>
                    <a:pt x="631" y="956"/>
                    <a:pt x="634" y="948"/>
                  </a:cubicBezTo>
                  <a:cubicBezTo>
                    <a:pt x="637" y="939"/>
                    <a:pt x="643" y="931"/>
                    <a:pt x="647" y="922"/>
                  </a:cubicBezTo>
                  <a:cubicBezTo>
                    <a:pt x="664" y="883"/>
                    <a:pt x="665" y="843"/>
                    <a:pt x="691" y="809"/>
                  </a:cubicBezTo>
                  <a:cubicBezTo>
                    <a:pt x="707" y="758"/>
                    <a:pt x="725" y="708"/>
                    <a:pt x="741" y="657"/>
                  </a:cubicBezTo>
                  <a:cubicBezTo>
                    <a:pt x="747" y="639"/>
                    <a:pt x="760" y="624"/>
                    <a:pt x="767" y="606"/>
                  </a:cubicBezTo>
                  <a:cubicBezTo>
                    <a:pt x="773" y="575"/>
                    <a:pt x="784" y="559"/>
                    <a:pt x="798" y="531"/>
                  </a:cubicBezTo>
                  <a:cubicBezTo>
                    <a:pt x="800" y="520"/>
                    <a:pt x="802" y="510"/>
                    <a:pt x="805" y="499"/>
                  </a:cubicBezTo>
                  <a:cubicBezTo>
                    <a:pt x="807" y="493"/>
                    <a:pt x="809" y="486"/>
                    <a:pt x="811" y="480"/>
                  </a:cubicBezTo>
                  <a:cubicBezTo>
                    <a:pt x="815" y="463"/>
                    <a:pt x="823" y="430"/>
                    <a:pt x="823" y="430"/>
                  </a:cubicBezTo>
                  <a:cubicBezTo>
                    <a:pt x="829" y="374"/>
                    <a:pt x="816" y="351"/>
                    <a:pt x="861" y="329"/>
                  </a:cubicBezTo>
                  <a:cubicBezTo>
                    <a:pt x="879" y="256"/>
                    <a:pt x="921" y="187"/>
                    <a:pt x="956" y="120"/>
                  </a:cubicBezTo>
                  <a:cubicBezTo>
                    <a:pt x="967" y="153"/>
                    <a:pt x="958" y="145"/>
                    <a:pt x="988" y="101"/>
                  </a:cubicBezTo>
                  <a:cubicBezTo>
                    <a:pt x="1003" y="79"/>
                    <a:pt x="998" y="86"/>
                    <a:pt x="1007" y="63"/>
                  </a:cubicBezTo>
                  <a:cubicBezTo>
                    <a:pt x="1009" y="72"/>
                    <a:pt x="1011" y="80"/>
                    <a:pt x="1013" y="89"/>
                  </a:cubicBezTo>
                  <a:cubicBezTo>
                    <a:pt x="1015" y="95"/>
                    <a:pt x="1014" y="112"/>
                    <a:pt x="1019" y="108"/>
                  </a:cubicBezTo>
                  <a:cubicBezTo>
                    <a:pt x="1036" y="96"/>
                    <a:pt x="1057" y="57"/>
                    <a:pt x="1057" y="57"/>
                  </a:cubicBezTo>
                  <a:cubicBezTo>
                    <a:pt x="1059" y="68"/>
                    <a:pt x="1061" y="78"/>
                    <a:pt x="1063" y="89"/>
                  </a:cubicBezTo>
                  <a:cubicBezTo>
                    <a:pt x="1065" y="97"/>
                    <a:pt x="1062" y="116"/>
                    <a:pt x="1070" y="114"/>
                  </a:cubicBezTo>
                  <a:cubicBezTo>
                    <a:pt x="1083" y="111"/>
                    <a:pt x="1087" y="93"/>
                    <a:pt x="1095" y="82"/>
                  </a:cubicBezTo>
                  <a:cubicBezTo>
                    <a:pt x="1097" y="74"/>
                    <a:pt x="1099" y="65"/>
                    <a:pt x="1101" y="57"/>
                  </a:cubicBezTo>
                  <a:cubicBezTo>
                    <a:pt x="1103" y="51"/>
                    <a:pt x="1102" y="36"/>
                    <a:pt x="1108" y="38"/>
                  </a:cubicBezTo>
                  <a:cubicBezTo>
                    <a:pt x="1112" y="39"/>
                    <a:pt x="1125" y="76"/>
                    <a:pt x="1127" y="82"/>
                  </a:cubicBezTo>
                  <a:cubicBezTo>
                    <a:pt x="1133" y="74"/>
                    <a:pt x="1141" y="66"/>
                    <a:pt x="1146" y="57"/>
                  </a:cubicBezTo>
                  <a:cubicBezTo>
                    <a:pt x="1150" y="49"/>
                    <a:pt x="1144" y="29"/>
                    <a:pt x="1152" y="32"/>
                  </a:cubicBezTo>
                  <a:cubicBezTo>
                    <a:pt x="1156" y="33"/>
                    <a:pt x="1168" y="74"/>
                    <a:pt x="1171" y="82"/>
                  </a:cubicBezTo>
                  <a:cubicBezTo>
                    <a:pt x="1195" y="67"/>
                    <a:pt x="1198" y="49"/>
                    <a:pt x="1215" y="25"/>
                  </a:cubicBezTo>
                  <a:cubicBezTo>
                    <a:pt x="1239" y="60"/>
                    <a:pt x="1244" y="44"/>
                    <a:pt x="1259" y="13"/>
                  </a:cubicBezTo>
                  <a:cubicBezTo>
                    <a:pt x="1269" y="48"/>
                    <a:pt x="1254" y="81"/>
                    <a:pt x="1291" y="44"/>
                  </a:cubicBezTo>
                  <a:cubicBezTo>
                    <a:pt x="1295" y="36"/>
                    <a:pt x="1294" y="21"/>
                    <a:pt x="1303" y="19"/>
                  </a:cubicBezTo>
                  <a:cubicBezTo>
                    <a:pt x="1310" y="18"/>
                    <a:pt x="1332" y="53"/>
                    <a:pt x="1335" y="57"/>
                  </a:cubicBezTo>
                  <a:cubicBezTo>
                    <a:pt x="1363" y="42"/>
                    <a:pt x="1374" y="26"/>
                    <a:pt x="1392" y="0"/>
                  </a:cubicBezTo>
                  <a:cubicBezTo>
                    <a:pt x="1397" y="29"/>
                    <a:pt x="1401" y="51"/>
                    <a:pt x="1417" y="76"/>
                  </a:cubicBezTo>
                  <a:cubicBezTo>
                    <a:pt x="1425" y="74"/>
                    <a:pt x="1435" y="75"/>
                    <a:pt x="1442" y="70"/>
                  </a:cubicBezTo>
                  <a:cubicBezTo>
                    <a:pt x="1459" y="56"/>
                    <a:pt x="1437" y="32"/>
                    <a:pt x="1461" y="70"/>
                  </a:cubicBezTo>
                  <a:cubicBezTo>
                    <a:pt x="1477" y="159"/>
                    <a:pt x="1460" y="67"/>
                    <a:pt x="1474" y="133"/>
                  </a:cubicBezTo>
                  <a:cubicBezTo>
                    <a:pt x="1492" y="217"/>
                    <a:pt x="1487" y="222"/>
                    <a:pt x="1487" y="120"/>
                  </a:cubicBezTo>
                </a:path>
              </a:pathLst>
            </a:custGeom>
            <a:noFill/>
            <a:ln w="9525" cap="flat" cmpd="sng">
              <a:solidFill>
                <a:srgbClr val="FF3300"/>
              </a:solidFill>
              <a:prstDash val="solid"/>
              <a:round/>
              <a:headEnd/>
              <a:tailEnd/>
            </a:ln>
            <a:effectLst/>
          </p:spPr>
          <p:txBody>
            <a:bodyPr wrap="none" anchor="ctr"/>
            <a:lstStyle/>
            <a:p>
              <a:endParaRPr lang="en-GB" sz="1600"/>
            </a:p>
          </p:txBody>
        </p:sp>
        <p:sp>
          <p:nvSpPr>
            <p:cNvPr id="135350" name="Freeform 182"/>
            <p:cNvSpPr>
              <a:spLocks/>
            </p:cNvSpPr>
            <p:nvPr/>
          </p:nvSpPr>
          <p:spPr bwMode="auto">
            <a:xfrm flipV="1">
              <a:off x="1941" y="2539"/>
              <a:ext cx="1349" cy="1244"/>
            </a:xfrm>
            <a:custGeom>
              <a:avLst/>
              <a:gdLst/>
              <a:ahLst/>
              <a:cxnLst>
                <a:cxn ang="0">
                  <a:pos x="4" y="151"/>
                </a:cxn>
                <a:cxn ang="0">
                  <a:pos x="42" y="95"/>
                </a:cxn>
                <a:cxn ang="0">
                  <a:pos x="67" y="57"/>
                </a:cxn>
                <a:cxn ang="0">
                  <a:pos x="73" y="76"/>
                </a:cxn>
                <a:cxn ang="0">
                  <a:pos x="67" y="95"/>
                </a:cxn>
                <a:cxn ang="0">
                  <a:pos x="99" y="38"/>
                </a:cxn>
                <a:cxn ang="0">
                  <a:pos x="143" y="13"/>
                </a:cxn>
                <a:cxn ang="0">
                  <a:pos x="149" y="69"/>
                </a:cxn>
                <a:cxn ang="0">
                  <a:pos x="168" y="63"/>
                </a:cxn>
                <a:cxn ang="0">
                  <a:pos x="200" y="19"/>
                </a:cxn>
                <a:cxn ang="0">
                  <a:pos x="212" y="101"/>
                </a:cxn>
                <a:cxn ang="0">
                  <a:pos x="231" y="63"/>
                </a:cxn>
                <a:cxn ang="0">
                  <a:pos x="257" y="0"/>
                </a:cxn>
                <a:cxn ang="0">
                  <a:pos x="263" y="95"/>
                </a:cxn>
                <a:cxn ang="0">
                  <a:pos x="295" y="82"/>
                </a:cxn>
                <a:cxn ang="0">
                  <a:pos x="320" y="31"/>
                </a:cxn>
                <a:cxn ang="0">
                  <a:pos x="358" y="63"/>
                </a:cxn>
                <a:cxn ang="0">
                  <a:pos x="383" y="145"/>
                </a:cxn>
                <a:cxn ang="0">
                  <a:pos x="402" y="126"/>
                </a:cxn>
                <a:cxn ang="0">
                  <a:pos x="408" y="107"/>
                </a:cxn>
                <a:cxn ang="0">
                  <a:pos x="433" y="164"/>
                </a:cxn>
                <a:cxn ang="0">
                  <a:pos x="452" y="189"/>
                </a:cxn>
                <a:cxn ang="0">
                  <a:pos x="478" y="158"/>
                </a:cxn>
                <a:cxn ang="0">
                  <a:pos x="484" y="133"/>
                </a:cxn>
                <a:cxn ang="0">
                  <a:pos x="497" y="151"/>
                </a:cxn>
                <a:cxn ang="0">
                  <a:pos x="516" y="227"/>
                </a:cxn>
                <a:cxn ang="0">
                  <a:pos x="547" y="259"/>
                </a:cxn>
                <a:cxn ang="0">
                  <a:pos x="553" y="335"/>
                </a:cxn>
                <a:cxn ang="0">
                  <a:pos x="572" y="322"/>
                </a:cxn>
                <a:cxn ang="0">
                  <a:pos x="579" y="341"/>
                </a:cxn>
                <a:cxn ang="0">
                  <a:pos x="604" y="474"/>
                </a:cxn>
                <a:cxn ang="0">
                  <a:pos x="629" y="398"/>
                </a:cxn>
                <a:cxn ang="0">
                  <a:pos x="673" y="606"/>
                </a:cxn>
                <a:cxn ang="0">
                  <a:pos x="699" y="657"/>
                </a:cxn>
                <a:cxn ang="0">
                  <a:pos x="718" y="638"/>
                </a:cxn>
                <a:cxn ang="0">
                  <a:pos x="737" y="663"/>
                </a:cxn>
                <a:cxn ang="0">
                  <a:pos x="756" y="859"/>
                </a:cxn>
                <a:cxn ang="0">
                  <a:pos x="781" y="859"/>
                </a:cxn>
                <a:cxn ang="0">
                  <a:pos x="800" y="941"/>
                </a:cxn>
                <a:cxn ang="0">
                  <a:pos x="831" y="979"/>
                </a:cxn>
                <a:cxn ang="0">
                  <a:pos x="989" y="1194"/>
                </a:cxn>
                <a:cxn ang="0">
                  <a:pos x="1059" y="1175"/>
                </a:cxn>
                <a:cxn ang="0">
                  <a:pos x="1078" y="1244"/>
                </a:cxn>
                <a:cxn ang="0">
                  <a:pos x="1135" y="1225"/>
                </a:cxn>
                <a:cxn ang="0">
                  <a:pos x="1198" y="1149"/>
                </a:cxn>
                <a:cxn ang="0">
                  <a:pos x="1204" y="1181"/>
                </a:cxn>
                <a:cxn ang="0">
                  <a:pos x="1210" y="1206"/>
                </a:cxn>
                <a:cxn ang="0">
                  <a:pos x="1236" y="1194"/>
                </a:cxn>
                <a:cxn ang="0">
                  <a:pos x="1261" y="1194"/>
                </a:cxn>
                <a:cxn ang="0">
                  <a:pos x="1280" y="1181"/>
                </a:cxn>
                <a:cxn ang="0">
                  <a:pos x="1305" y="1124"/>
                </a:cxn>
                <a:cxn ang="0">
                  <a:pos x="1330" y="1130"/>
                </a:cxn>
                <a:cxn ang="0">
                  <a:pos x="1349" y="1137"/>
                </a:cxn>
                <a:cxn ang="0">
                  <a:pos x="1330" y="1143"/>
                </a:cxn>
                <a:cxn ang="0">
                  <a:pos x="1273" y="1156"/>
                </a:cxn>
              </a:cxnLst>
              <a:rect l="0" t="0" r="r" b="b"/>
              <a:pathLst>
                <a:path w="1349" h="1244">
                  <a:moveTo>
                    <a:pt x="4" y="151"/>
                  </a:moveTo>
                  <a:cubicBezTo>
                    <a:pt x="46" y="82"/>
                    <a:pt x="0" y="155"/>
                    <a:pt x="42" y="95"/>
                  </a:cubicBezTo>
                  <a:cubicBezTo>
                    <a:pt x="51" y="83"/>
                    <a:pt x="67" y="57"/>
                    <a:pt x="67" y="57"/>
                  </a:cubicBezTo>
                  <a:cubicBezTo>
                    <a:pt x="69" y="63"/>
                    <a:pt x="73" y="69"/>
                    <a:pt x="73" y="76"/>
                  </a:cubicBezTo>
                  <a:cubicBezTo>
                    <a:pt x="73" y="83"/>
                    <a:pt x="64" y="101"/>
                    <a:pt x="67" y="95"/>
                  </a:cubicBezTo>
                  <a:cubicBezTo>
                    <a:pt x="103" y="28"/>
                    <a:pt x="56" y="95"/>
                    <a:pt x="99" y="38"/>
                  </a:cubicBezTo>
                  <a:cubicBezTo>
                    <a:pt x="112" y="81"/>
                    <a:pt x="118" y="36"/>
                    <a:pt x="143" y="13"/>
                  </a:cubicBezTo>
                  <a:cubicBezTo>
                    <a:pt x="145" y="32"/>
                    <a:pt x="141" y="52"/>
                    <a:pt x="149" y="69"/>
                  </a:cubicBezTo>
                  <a:cubicBezTo>
                    <a:pt x="152" y="75"/>
                    <a:pt x="163" y="68"/>
                    <a:pt x="168" y="63"/>
                  </a:cubicBezTo>
                  <a:cubicBezTo>
                    <a:pt x="181" y="50"/>
                    <a:pt x="200" y="19"/>
                    <a:pt x="200" y="19"/>
                  </a:cubicBezTo>
                  <a:cubicBezTo>
                    <a:pt x="208" y="45"/>
                    <a:pt x="192" y="81"/>
                    <a:pt x="212" y="101"/>
                  </a:cubicBezTo>
                  <a:cubicBezTo>
                    <a:pt x="222" y="111"/>
                    <a:pt x="225" y="76"/>
                    <a:pt x="231" y="63"/>
                  </a:cubicBezTo>
                  <a:cubicBezTo>
                    <a:pt x="240" y="42"/>
                    <a:pt x="249" y="21"/>
                    <a:pt x="257" y="0"/>
                  </a:cubicBezTo>
                  <a:cubicBezTo>
                    <a:pt x="259" y="32"/>
                    <a:pt x="250" y="66"/>
                    <a:pt x="263" y="95"/>
                  </a:cubicBezTo>
                  <a:cubicBezTo>
                    <a:pt x="268" y="105"/>
                    <a:pt x="287" y="90"/>
                    <a:pt x="295" y="82"/>
                  </a:cubicBezTo>
                  <a:cubicBezTo>
                    <a:pt x="308" y="68"/>
                    <a:pt x="309" y="47"/>
                    <a:pt x="320" y="31"/>
                  </a:cubicBezTo>
                  <a:cubicBezTo>
                    <a:pt x="325" y="93"/>
                    <a:pt x="324" y="147"/>
                    <a:pt x="358" y="63"/>
                  </a:cubicBezTo>
                  <a:cubicBezTo>
                    <a:pt x="367" y="90"/>
                    <a:pt x="374" y="118"/>
                    <a:pt x="383" y="145"/>
                  </a:cubicBezTo>
                  <a:cubicBezTo>
                    <a:pt x="389" y="139"/>
                    <a:pt x="397" y="133"/>
                    <a:pt x="402" y="126"/>
                  </a:cubicBezTo>
                  <a:cubicBezTo>
                    <a:pt x="406" y="120"/>
                    <a:pt x="403" y="103"/>
                    <a:pt x="408" y="107"/>
                  </a:cubicBezTo>
                  <a:cubicBezTo>
                    <a:pt x="419" y="115"/>
                    <a:pt x="428" y="148"/>
                    <a:pt x="433" y="164"/>
                  </a:cubicBezTo>
                  <a:cubicBezTo>
                    <a:pt x="444" y="244"/>
                    <a:pt x="431" y="220"/>
                    <a:pt x="452" y="189"/>
                  </a:cubicBezTo>
                  <a:cubicBezTo>
                    <a:pt x="459" y="178"/>
                    <a:pt x="469" y="168"/>
                    <a:pt x="478" y="158"/>
                  </a:cubicBezTo>
                  <a:cubicBezTo>
                    <a:pt x="480" y="150"/>
                    <a:pt x="476" y="136"/>
                    <a:pt x="484" y="133"/>
                  </a:cubicBezTo>
                  <a:cubicBezTo>
                    <a:pt x="491" y="130"/>
                    <a:pt x="494" y="144"/>
                    <a:pt x="497" y="151"/>
                  </a:cubicBezTo>
                  <a:cubicBezTo>
                    <a:pt x="507" y="175"/>
                    <a:pt x="507" y="203"/>
                    <a:pt x="516" y="227"/>
                  </a:cubicBezTo>
                  <a:cubicBezTo>
                    <a:pt x="555" y="176"/>
                    <a:pt x="538" y="223"/>
                    <a:pt x="547" y="259"/>
                  </a:cubicBezTo>
                  <a:cubicBezTo>
                    <a:pt x="549" y="284"/>
                    <a:pt x="544" y="311"/>
                    <a:pt x="553" y="335"/>
                  </a:cubicBezTo>
                  <a:cubicBezTo>
                    <a:pt x="556" y="342"/>
                    <a:pt x="565" y="320"/>
                    <a:pt x="572" y="322"/>
                  </a:cubicBezTo>
                  <a:cubicBezTo>
                    <a:pt x="579" y="324"/>
                    <a:pt x="577" y="335"/>
                    <a:pt x="579" y="341"/>
                  </a:cubicBezTo>
                  <a:cubicBezTo>
                    <a:pt x="603" y="265"/>
                    <a:pt x="581" y="428"/>
                    <a:pt x="604" y="474"/>
                  </a:cubicBezTo>
                  <a:cubicBezTo>
                    <a:pt x="610" y="444"/>
                    <a:pt x="616" y="425"/>
                    <a:pt x="629" y="398"/>
                  </a:cubicBezTo>
                  <a:cubicBezTo>
                    <a:pt x="652" y="465"/>
                    <a:pt x="652" y="538"/>
                    <a:pt x="673" y="606"/>
                  </a:cubicBezTo>
                  <a:cubicBezTo>
                    <a:pt x="699" y="544"/>
                    <a:pt x="687" y="463"/>
                    <a:pt x="699" y="657"/>
                  </a:cubicBezTo>
                  <a:cubicBezTo>
                    <a:pt x="705" y="651"/>
                    <a:pt x="714" y="630"/>
                    <a:pt x="718" y="638"/>
                  </a:cubicBezTo>
                  <a:cubicBezTo>
                    <a:pt x="738" y="683"/>
                    <a:pt x="709" y="772"/>
                    <a:pt x="737" y="663"/>
                  </a:cubicBezTo>
                  <a:cubicBezTo>
                    <a:pt x="741" y="765"/>
                    <a:pt x="742" y="782"/>
                    <a:pt x="756" y="859"/>
                  </a:cubicBezTo>
                  <a:cubicBezTo>
                    <a:pt x="759" y="847"/>
                    <a:pt x="764" y="798"/>
                    <a:pt x="781" y="859"/>
                  </a:cubicBezTo>
                  <a:cubicBezTo>
                    <a:pt x="811" y="963"/>
                    <a:pt x="767" y="892"/>
                    <a:pt x="800" y="941"/>
                  </a:cubicBezTo>
                  <a:cubicBezTo>
                    <a:pt x="811" y="975"/>
                    <a:pt x="789" y="1021"/>
                    <a:pt x="831" y="979"/>
                  </a:cubicBezTo>
                  <a:cubicBezTo>
                    <a:pt x="913" y="1087"/>
                    <a:pt x="906" y="1085"/>
                    <a:pt x="989" y="1194"/>
                  </a:cubicBezTo>
                  <a:cubicBezTo>
                    <a:pt x="1007" y="1140"/>
                    <a:pt x="1027" y="1222"/>
                    <a:pt x="1059" y="1175"/>
                  </a:cubicBezTo>
                  <a:cubicBezTo>
                    <a:pt x="1074" y="1223"/>
                    <a:pt x="1068" y="1200"/>
                    <a:pt x="1078" y="1244"/>
                  </a:cubicBezTo>
                  <a:cubicBezTo>
                    <a:pt x="1109" y="1223"/>
                    <a:pt x="1109" y="1186"/>
                    <a:pt x="1135" y="1225"/>
                  </a:cubicBezTo>
                  <a:cubicBezTo>
                    <a:pt x="1164" y="1203"/>
                    <a:pt x="1175" y="1178"/>
                    <a:pt x="1198" y="1149"/>
                  </a:cubicBezTo>
                  <a:cubicBezTo>
                    <a:pt x="1200" y="1160"/>
                    <a:pt x="1202" y="1170"/>
                    <a:pt x="1204" y="1181"/>
                  </a:cubicBezTo>
                  <a:cubicBezTo>
                    <a:pt x="1206" y="1189"/>
                    <a:pt x="1202" y="1203"/>
                    <a:pt x="1210" y="1206"/>
                  </a:cubicBezTo>
                  <a:cubicBezTo>
                    <a:pt x="1219" y="1210"/>
                    <a:pt x="1227" y="1198"/>
                    <a:pt x="1236" y="1194"/>
                  </a:cubicBezTo>
                  <a:cubicBezTo>
                    <a:pt x="1264" y="1149"/>
                    <a:pt x="1231" y="1188"/>
                    <a:pt x="1261" y="1194"/>
                  </a:cubicBezTo>
                  <a:cubicBezTo>
                    <a:pt x="1269" y="1195"/>
                    <a:pt x="1274" y="1185"/>
                    <a:pt x="1280" y="1181"/>
                  </a:cubicBezTo>
                  <a:cubicBezTo>
                    <a:pt x="1292" y="1162"/>
                    <a:pt x="1298" y="1145"/>
                    <a:pt x="1305" y="1124"/>
                  </a:cubicBezTo>
                  <a:cubicBezTo>
                    <a:pt x="1317" y="1187"/>
                    <a:pt x="1301" y="1145"/>
                    <a:pt x="1330" y="1130"/>
                  </a:cubicBezTo>
                  <a:cubicBezTo>
                    <a:pt x="1336" y="1127"/>
                    <a:pt x="1343" y="1135"/>
                    <a:pt x="1349" y="1137"/>
                  </a:cubicBezTo>
                  <a:cubicBezTo>
                    <a:pt x="1349" y="1137"/>
                    <a:pt x="1336" y="1140"/>
                    <a:pt x="1330" y="1143"/>
                  </a:cubicBezTo>
                  <a:cubicBezTo>
                    <a:pt x="1288" y="1161"/>
                    <a:pt x="1322" y="1156"/>
                    <a:pt x="1273" y="1156"/>
                  </a:cubicBezTo>
                </a:path>
              </a:pathLst>
            </a:custGeom>
            <a:noFill/>
            <a:ln w="9525" cap="flat" cmpd="sng">
              <a:solidFill>
                <a:srgbClr val="FF3300"/>
              </a:solidFill>
              <a:prstDash val="solid"/>
              <a:round/>
              <a:headEnd/>
              <a:tailEnd/>
            </a:ln>
            <a:effectLst/>
          </p:spPr>
          <p:txBody>
            <a:bodyPr wrap="none" anchor="ctr"/>
            <a:lstStyle/>
            <a:p>
              <a:endParaRPr lang="en-GB" sz="1600"/>
            </a:p>
          </p:txBody>
        </p:sp>
        <p:sp>
          <p:nvSpPr>
            <p:cNvPr id="135351" name="Freeform 183"/>
            <p:cNvSpPr>
              <a:spLocks/>
            </p:cNvSpPr>
            <p:nvPr/>
          </p:nvSpPr>
          <p:spPr bwMode="auto">
            <a:xfrm flipV="1">
              <a:off x="1964" y="2553"/>
              <a:ext cx="1396" cy="1206"/>
            </a:xfrm>
            <a:custGeom>
              <a:avLst/>
              <a:gdLst/>
              <a:ahLst/>
              <a:cxnLst>
                <a:cxn ang="0">
                  <a:pos x="0" y="156"/>
                </a:cxn>
                <a:cxn ang="0">
                  <a:pos x="50" y="81"/>
                </a:cxn>
                <a:cxn ang="0">
                  <a:pos x="76" y="62"/>
                </a:cxn>
                <a:cxn ang="0">
                  <a:pos x="107" y="17"/>
                </a:cxn>
                <a:cxn ang="0">
                  <a:pos x="139" y="100"/>
                </a:cxn>
                <a:cxn ang="0">
                  <a:pos x="196" y="74"/>
                </a:cxn>
                <a:cxn ang="0">
                  <a:pos x="240" y="43"/>
                </a:cxn>
                <a:cxn ang="0">
                  <a:pos x="253" y="93"/>
                </a:cxn>
                <a:cxn ang="0">
                  <a:pos x="303" y="68"/>
                </a:cxn>
                <a:cxn ang="0">
                  <a:pos x="328" y="112"/>
                </a:cxn>
                <a:cxn ang="0">
                  <a:pos x="379" y="62"/>
                </a:cxn>
                <a:cxn ang="0">
                  <a:pos x="417" y="125"/>
                </a:cxn>
                <a:cxn ang="0">
                  <a:pos x="429" y="106"/>
                </a:cxn>
                <a:cxn ang="0">
                  <a:pos x="436" y="137"/>
                </a:cxn>
                <a:cxn ang="0">
                  <a:pos x="455" y="207"/>
                </a:cxn>
                <a:cxn ang="0">
                  <a:pos x="486" y="213"/>
                </a:cxn>
                <a:cxn ang="0">
                  <a:pos x="518" y="207"/>
                </a:cxn>
                <a:cxn ang="0">
                  <a:pos x="524" y="226"/>
                </a:cxn>
                <a:cxn ang="0">
                  <a:pos x="543" y="232"/>
                </a:cxn>
                <a:cxn ang="0">
                  <a:pos x="549" y="283"/>
                </a:cxn>
                <a:cxn ang="0">
                  <a:pos x="562" y="321"/>
                </a:cxn>
                <a:cxn ang="0">
                  <a:pos x="606" y="359"/>
                </a:cxn>
                <a:cxn ang="0">
                  <a:pos x="625" y="415"/>
                </a:cxn>
                <a:cxn ang="0">
                  <a:pos x="669" y="580"/>
                </a:cxn>
                <a:cxn ang="0">
                  <a:pos x="695" y="719"/>
                </a:cxn>
                <a:cxn ang="0">
                  <a:pos x="701" y="693"/>
                </a:cxn>
                <a:cxn ang="0">
                  <a:pos x="707" y="712"/>
                </a:cxn>
                <a:cxn ang="0">
                  <a:pos x="714" y="731"/>
                </a:cxn>
                <a:cxn ang="0">
                  <a:pos x="733" y="807"/>
                </a:cxn>
                <a:cxn ang="0">
                  <a:pos x="739" y="895"/>
                </a:cxn>
                <a:cxn ang="0">
                  <a:pos x="758" y="927"/>
                </a:cxn>
                <a:cxn ang="0">
                  <a:pos x="802" y="1041"/>
                </a:cxn>
                <a:cxn ang="0">
                  <a:pos x="846" y="1041"/>
                </a:cxn>
                <a:cxn ang="0">
                  <a:pos x="922" y="1116"/>
                </a:cxn>
                <a:cxn ang="0">
                  <a:pos x="947" y="1186"/>
                </a:cxn>
                <a:cxn ang="0">
                  <a:pos x="960" y="1161"/>
                </a:cxn>
                <a:cxn ang="0">
                  <a:pos x="998" y="1192"/>
                </a:cxn>
                <a:cxn ang="0">
                  <a:pos x="1036" y="1161"/>
                </a:cxn>
                <a:cxn ang="0">
                  <a:pos x="1048" y="1180"/>
                </a:cxn>
                <a:cxn ang="0">
                  <a:pos x="1074" y="1192"/>
                </a:cxn>
                <a:cxn ang="0">
                  <a:pos x="1162" y="1167"/>
                </a:cxn>
                <a:cxn ang="0">
                  <a:pos x="1232" y="1161"/>
                </a:cxn>
                <a:cxn ang="0">
                  <a:pos x="1295" y="1110"/>
                </a:cxn>
                <a:cxn ang="0">
                  <a:pos x="1358" y="1123"/>
                </a:cxn>
                <a:cxn ang="0">
                  <a:pos x="1396" y="1085"/>
                </a:cxn>
              </a:cxnLst>
              <a:rect l="0" t="0" r="r" b="b"/>
              <a:pathLst>
                <a:path w="1396" h="1206">
                  <a:moveTo>
                    <a:pt x="0" y="156"/>
                  </a:moveTo>
                  <a:cubicBezTo>
                    <a:pt x="17" y="134"/>
                    <a:pt x="32" y="101"/>
                    <a:pt x="50" y="81"/>
                  </a:cubicBezTo>
                  <a:cubicBezTo>
                    <a:pt x="57" y="73"/>
                    <a:pt x="68" y="70"/>
                    <a:pt x="76" y="62"/>
                  </a:cubicBezTo>
                  <a:cubicBezTo>
                    <a:pt x="85" y="53"/>
                    <a:pt x="100" y="29"/>
                    <a:pt x="107" y="17"/>
                  </a:cubicBezTo>
                  <a:cubicBezTo>
                    <a:pt x="114" y="59"/>
                    <a:pt x="111" y="72"/>
                    <a:pt x="139" y="100"/>
                  </a:cubicBezTo>
                  <a:cubicBezTo>
                    <a:pt x="166" y="91"/>
                    <a:pt x="176" y="91"/>
                    <a:pt x="196" y="74"/>
                  </a:cubicBezTo>
                  <a:cubicBezTo>
                    <a:pt x="233" y="42"/>
                    <a:pt x="206" y="54"/>
                    <a:pt x="240" y="43"/>
                  </a:cubicBezTo>
                  <a:cubicBezTo>
                    <a:pt x="240" y="44"/>
                    <a:pt x="252" y="93"/>
                    <a:pt x="253" y="93"/>
                  </a:cubicBezTo>
                  <a:cubicBezTo>
                    <a:pt x="271" y="96"/>
                    <a:pt x="285" y="74"/>
                    <a:pt x="303" y="68"/>
                  </a:cubicBezTo>
                  <a:cubicBezTo>
                    <a:pt x="325" y="0"/>
                    <a:pt x="322" y="29"/>
                    <a:pt x="328" y="112"/>
                  </a:cubicBezTo>
                  <a:cubicBezTo>
                    <a:pt x="362" y="87"/>
                    <a:pt x="348" y="81"/>
                    <a:pt x="379" y="62"/>
                  </a:cubicBezTo>
                  <a:cubicBezTo>
                    <a:pt x="389" y="104"/>
                    <a:pt x="361" y="152"/>
                    <a:pt x="417" y="125"/>
                  </a:cubicBezTo>
                  <a:cubicBezTo>
                    <a:pt x="421" y="119"/>
                    <a:pt x="423" y="102"/>
                    <a:pt x="429" y="106"/>
                  </a:cubicBezTo>
                  <a:cubicBezTo>
                    <a:pt x="438" y="112"/>
                    <a:pt x="434" y="127"/>
                    <a:pt x="436" y="137"/>
                  </a:cubicBezTo>
                  <a:cubicBezTo>
                    <a:pt x="447" y="193"/>
                    <a:pt x="435" y="157"/>
                    <a:pt x="455" y="207"/>
                  </a:cubicBezTo>
                  <a:cubicBezTo>
                    <a:pt x="502" y="175"/>
                    <a:pt x="449" y="202"/>
                    <a:pt x="486" y="213"/>
                  </a:cubicBezTo>
                  <a:cubicBezTo>
                    <a:pt x="496" y="216"/>
                    <a:pt x="507" y="209"/>
                    <a:pt x="518" y="207"/>
                  </a:cubicBezTo>
                  <a:cubicBezTo>
                    <a:pt x="520" y="213"/>
                    <a:pt x="519" y="221"/>
                    <a:pt x="524" y="226"/>
                  </a:cubicBezTo>
                  <a:cubicBezTo>
                    <a:pt x="529" y="231"/>
                    <a:pt x="540" y="226"/>
                    <a:pt x="543" y="232"/>
                  </a:cubicBezTo>
                  <a:cubicBezTo>
                    <a:pt x="550" y="248"/>
                    <a:pt x="545" y="266"/>
                    <a:pt x="549" y="283"/>
                  </a:cubicBezTo>
                  <a:cubicBezTo>
                    <a:pt x="552" y="296"/>
                    <a:pt x="558" y="308"/>
                    <a:pt x="562" y="321"/>
                  </a:cubicBezTo>
                  <a:cubicBezTo>
                    <a:pt x="610" y="273"/>
                    <a:pt x="599" y="288"/>
                    <a:pt x="606" y="359"/>
                  </a:cubicBezTo>
                  <a:cubicBezTo>
                    <a:pt x="653" y="327"/>
                    <a:pt x="629" y="392"/>
                    <a:pt x="625" y="415"/>
                  </a:cubicBezTo>
                  <a:cubicBezTo>
                    <a:pt x="631" y="518"/>
                    <a:pt x="607" y="533"/>
                    <a:pt x="669" y="580"/>
                  </a:cubicBezTo>
                  <a:cubicBezTo>
                    <a:pt x="682" y="626"/>
                    <a:pt x="685" y="673"/>
                    <a:pt x="695" y="719"/>
                  </a:cubicBezTo>
                  <a:cubicBezTo>
                    <a:pt x="697" y="710"/>
                    <a:pt x="693" y="697"/>
                    <a:pt x="701" y="693"/>
                  </a:cubicBezTo>
                  <a:cubicBezTo>
                    <a:pt x="707" y="690"/>
                    <a:pt x="705" y="706"/>
                    <a:pt x="707" y="712"/>
                  </a:cubicBezTo>
                  <a:cubicBezTo>
                    <a:pt x="709" y="718"/>
                    <a:pt x="712" y="725"/>
                    <a:pt x="714" y="731"/>
                  </a:cubicBezTo>
                  <a:cubicBezTo>
                    <a:pt x="722" y="756"/>
                    <a:pt x="733" y="807"/>
                    <a:pt x="733" y="807"/>
                  </a:cubicBezTo>
                  <a:cubicBezTo>
                    <a:pt x="735" y="836"/>
                    <a:pt x="733" y="866"/>
                    <a:pt x="739" y="895"/>
                  </a:cubicBezTo>
                  <a:cubicBezTo>
                    <a:pt x="742" y="907"/>
                    <a:pt x="753" y="916"/>
                    <a:pt x="758" y="927"/>
                  </a:cubicBezTo>
                  <a:cubicBezTo>
                    <a:pt x="776" y="965"/>
                    <a:pt x="778" y="1005"/>
                    <a:pt x="802" y="1041"/>
                  </a:cubicBezTo>
                  <a:cubicBezTo>
                    <a:pt x="813" y="1006"/>
                    <a:pt x="817" y="1030"/>
                    <a:pt x="846" y="1041"/>
                  </a:cubicBezTo>
                  <a:cubicBezTo>
                    <a:pt x="878" y="1083"/>
                    <a:pt x="874" y="1098"/>
                    <a:pt x="922" y="1116"/>
                  </a:cubicBezTo>
                  <a:cubicBezTo>
                    <a:pt x="940" y="1142"/>
                    <a:pt x="936" y="1157"/>
                    <a:pt x="947" y="1186"/>
                  </a:cubicBezTo>
                  <a:cubicBezTo>
                    <a:pt x="955" y="1206"/>
                    <a:pt x="950" y="1142"/>
                    <a:pt x="960" y="1161"/>
                  </a:cubicBezTo>
                  <a:cubicBezTo>
                    <a:pt x="967" y="1144"/>
                    <a:pt x="987" y="1206"/>
                    <a:pt x="998" y="1192"/>
                  </a:cubicBezTo>
                  <a:cubicBezTo>
                    <a:pt x="1008" y="1179"/>
                    <a:pt x="1024" y="1173"/>
                    <a:pt x="1036" y="1161"/>
                  </a:cubicBezTo>
                  <a:cubicBezTo>
                    <a:pt x="1040" y="1167"/>
                    <a:pt x="1041" y="1177"/>
                    <a:pt x="1048" y="1180"/>
                  </a:cubicBezTo>
                  <a:cubicBezTo>
                    <a:pt x="1082" y="1193"/>
                    <a:pt x="1056" y="1144"/>
                    <a:pt x="1074" y="1192"/>
                  </a:cubicBezTo>
                  <a:cubicBezTo>
                    <a:pt x="1145" y="1157"/>
                    <a:pt x="1114" y="1156"/>
                    <a:pt x="1162" y="1167"/>
                  </a:cubicBezTo>
                  <a:cubicBezTo>
                    <a:pt x="1192" y="1160"/>
                    <a:pt x="1201" y="1153"/>
                    <a:pt x="1232" y="1161"/>
                  </a:cubicBezTo>
                  <a:cubicBezTo>
                    <a:pt x="1251" y="1141"/>
                    <a:pt x="1295" y="1110"/>
                    <a:pt x="1295" y="1110"/>
                  </a:cubicBezTo>
                  <a:cubicBezTo>
                    <a:pt x="1314" y="1140"/>
                    <a:pt x="1327" y="1138"/>
                    <a:pt x="1358" y="1123"/>
                  </a:cubicBezTo>
                  <a:cubicBezTo>
                    <a:pt x="1373" y="1077"/>
                    <a:pt x="1357" y="1085"/>
                    <a:pt x="1396" y="1085"/>
                  </a:cubicBezTo>
                </a:path>
              </a:pathLst>
            </a:custGeom>
            <a:noFill/>
            <a:ln w="9525" cap="flat" cmpd="sng">
              <a:solidFill>
                <a:srgbClr val="FF3300"/>
              </a:solidFill>
              <a:prstDash val="solid"/>
              <a:round/>
              <a:headEnd/>
              <a:tailEnd/>
            </a:ln>
            <a:effectLst/>
          </p:spPr>
          <p:txBody>
            <a:bodyPr wrap="none" anchor="ctr"/>
            <a:lstStyle/>
            <a:p>
              <a:endParaRPr lang="en-GB" sz="1600"/>
            </a:p>
          </p:txBody>
        </p:sp>
        <p:sp>
          <p:nvSpPr>
            <p:cNvPr id="135352" name="Freeform 184"/>
            <p:cNvSpPr>
              <a:spLocks/>
            </p:cNvSpPr>
            <p:nvPr/>
          </p:nvSpPr>
          <p:spPr bwMode="auto">
            <a:xfrm flipV="1">
              <a:off x="1888" y="2577"/>
              <a:ext cx="1472" cy="1067"/>
            </a:xfrm>
            <a:custGeom>
              <a:avLst/>
              <a:gdLst/>
              <a:ahLst/>
              <a:cxnLst>
                <a:cxn ang="0">
                  <a:pos x="1472" y="1048"/>
                </a:cxn>
                <a:cxn ang="0">
                  <a:pos x="1409" y="1023"/>
                </a:cxn>
                <a:cxn ang="0">
                  <a:pos x="1415" y="991"/>
                </a:cxn>
                <a:cxn ang="0">
                  <a:pos x="1421" y="966"/>
                </a:cxn>
                <a:cxn ang="0">
                  <a:pos x="1415" y="941"/>
                </a:cxn>
                <a:cxn ang="0">
                  <a:pos x="1409" y="909"/>
                </a:cxn>
                <a:cxn ang="0">
                  <a:pos x="1377" y="947"/>
                </a:cxn>
                <a:cxn ang="0">
                  <a:pos x="1352" y="833"/>
                </a:cxn>
                <a:cxn ang="0">
                  <a:pos x="1320" y="695"/>
                </a:cxn>
                <a:cxn ang="0">
                  <a:pos x="1301" y="707"/>
                </a:cxn>
                <a:cxn ang="0">
                  <a:pos x="1295" y="682"/>
                </a:cxn>
                <a:cxn ang="0">
                  <a:pos x="1257" y="587"/>
                </a:cxn>
                <a:cxn ang="0">
                  <a:pos x="1219" y="473"/>
                </a:cxn>
                <a:cxn ang="0">
                  <a:pos x="1200" y="480"/>
                </a:cxn>
                <a:cxn ang="0">
                  <a:pos x="1143" y="385"/>
                </a:cxn>
                <a:cxn ang="0">
                  <a:pos x="1105" y="259"/>
                </a:cxn>
                <a:cxn ang="0">
                  <a:pos x="1080" y="221"/>
                </a:cxn>
                <a:cxn ang="0">
                  <a:pos x="1042" y="170"/>
                </a:cxn>
                <a:cxn ang="0">
                  <a:pos x="1023" y="177"/>
                </a:cxn>
                <a:cxn ang="0">
                  <a:pos x="1017" y="196"/>
                </a:cxn>
                <a:cxn ang="0">
                  <a:pos x="1011" y="177"/>
                </a:cxn>
                <a:cxn ang="0">
                  <a:pos x="966" y="120"/>
                </a:cxn>
                <a:cxn ang="0">
                  <a:pos x="948" y="126"/>
                </a:cxn>
                <a:cxn ang="0">
                  <a:pos x="859" y="57"/>
                </a:cxn>
                <a:cxn ang="0">
                  <a:pos x="853" y="76"/>
                </a:cxn>
                <a:cxn ang="0">
                  <a:pos x="821" y="44"/>
                </a:cxn>
                <a:cxn ang="0">
                  <a:pos x="752" y="19"/>
                </a:cxn>
                <a:cxn ang="0">
                  <a:pos x="689" y="0"/>
                </a:cxn>
                <a:cxn ang="0">
                  <a:pos x="651" y="25"/>
                </a:cxn>
                <a:cxn ang="0">
                  <a:pos x="625" y="50"/>
                </a:cxn>
                <a:cxn ang="0">
                  <a:pos x="619" y="69"/>
                </a:cxn>
                <a:cxn ang="0">
                  <a:pos x="613" y="50"/>
                </a:cxn>
                <a:cxn ang="0">
                  <a:pos x="588" y="25"/>
                </a:cxn>
                <a:cxn ang="0">
                  <a:pos x="569" y="82"/>
                </a:cxn>
                <a:cxn ang="0">
                  <a:pos x="562" y="63"/>
                </a:cxn>
                <a:cxn ang="0">
                  <a:pos x="543" y="50"/>
                </a:cxn>
                <a:cxn ang="0">
                  <a:pos x="512" y="82"/>
                </a:cxn>
                <a:cxn ang="0">
                  <a:pos x="486" y="126"/>
                </a:cxn>
                <a:cxn ang="0">
                  <a:pos x="480" y="151"/>
                </a:cxn>
                <a:cxn ang="0">
                  <a:pos x="474" y="132"/>
                </a:cxn>
                <a:cxn ang="0">
                  <a:pos x="449" y="145"/>
                </a:cxn>
                <a:cxn ang="0">
                  <a:pos x="423" y="208"/>
                </a:cxn>
                <a:cxn ang="0">
                  <a:pos x="417" y="183"/>
                </a:cxn>
                <a:cxn ang="0">
                  <a:pos x="398" y="196"/>
                </a:cxn>
                <a:cxn ang="0">
                  <a:pos x="373" y="252"/>
                </a:cxn>
                <a:cxn ang="0">
                  <a:pos x="335" y="379"/>
                </a:cxn>
                <a:cxn ang="0">
                  <a:pos x="310" y="429"/>
                </a:cxn>
                <a:cxn ang="0">
                  <a:pos x="291" y="518"/>
                </a:cxn>
                <a:cxn ang="0">
                  <a:pos x="240" y="688"/>
                </a:cxn>
                <a:cxn ang="0">
                  <a:pos x="171" y="884"/>
                </a:cxn>
                <a:cxn ang="0">
                  <a:pos x="164" y="865"/>
                </a:cxn>
                <a:cxn ang="0">
                  <a:pos x="158" y="840"/>
                </a:cxn>
                <a:cxn ang="0">
                  <a:pos x="145" y="897"/>
                </a:cxn>
                <a:cxn ang="0">
                  <a:pos x="108" y="1067"/>
                </a:cxn>
                <a:cxn ang="0">
                  <a:pos x="70" y="1055"/>
                </a:cxn>
                <a:cxn ang="0">
                  <a:pos x="0" y="1055"/>
                </a:cxn>
              </a:cxnLst>
              <a:rect l="0" t="0" r="r" b="b"/>
              <a:pathLst>
                <a:path w="1472" h="1067">
                  <a:moveTo>
                    <a:pt x="1472" y="1048"/>
                  </a:moveTo>
                  <a:cubicBezTo>
                    <a:pt x="1451" y="1038"/>
                    <a:pt x="1431" y="1030"/>
                    <a:pt x="1409" y="1023"/>
                  </a:cubicBezTo>
                  <a:cubicBezTo>
                    <a:pt x="1411" y="1012"/>
                    <a:pt x="1413" y="1002"/>
                    <a:pt x="1415" y="991"/>
                  </a:cubicBezTo>
                  <a:cubicBezTo>
                    <a:pt x="1418" y="978"/>
                    <a:pt x="1439" y="902"/>
                    <a:pt x="1421" y="966"/>
                  </a:cubicBezTo>
                  <a:cubicBezTo>
                    <a:pt x="1419" y="958"/>
                    <a:pt x="1417" y="949"/>
                    <a:pt x="1415" y="941"/>
                  </a:cubicBezTo>
                  <a:cubicBezTo>
                    <a:pt x="1413" y="930"/>
                    <a:pt x="1419" y="914"/>
                    <a:pt x="1409" y="909"/>
                  </a:cubicBezTo>
                  <a:cubicBezTo>
                    <a:pt x="1403" y="906"/>
                    <a:pt x="1379" y="944"/>
                    <a:pt x="1377" y="947"/>
                  </a:cubicBezTo>
                  <a:cubicBezTo>
                    <a:pt x="1372" y="890"/>
                    <a:pt x="1373" y="878"/>
                    <a:pt x="1352" y="833"/>
                  </a:cubicBezTo>
                  <a:cubicBezTo>
                    <a:pt x="1343" y="787"/>
                    <a:pt x="1335" y="739"/>
                    <a:pt x="1320" y="695"/>
                  </a:cubicBezTo>
                  <a:cubicBezTo>
                    <a:pt x="1314" y="699"/>
                    <a:pt x="1308" y="710"/>
                    <a:pt x="1301" y="707"/>
                  </a:cubicBezTo>
                  <a:cubicBezTo>
                    <a:pt x="1293" y="703"/>
                    <a:pt x="1297" y="690"/>
                    <a:pt x="1295" y="682"/>
                  </a:cubicBezTo>
                  <a:cubicBezTo>
                    <a:pt x="1286" y="650"/>
                    <a:pt x="1275" y="614"/>
                    <a:pt x="1257" y="587"/>
                  </a:cubicBezTo>
                  <a:cubicBezTo>
                    <a:pt x="1245" y="548"/>
                    <a:pt x="1228" y="512"/>
                    <a:pt x="1219" y="473"/>
                  </a:cubicBezTo>
                  <a:cubicBezTo>
                    <a:pt x="1213" y="475"/>
                    <a:pt x="1204" y="485"/>
                    <a:pt x="1200" y="480"/>
                  </a:cubicBezTo>
                  <a:cubicBezTo>
                    <a:pt x="1173" y="449"/>
                    <a:pt x="1187" y="399"/>
                    <a:pt x="1143" y="385"/>
                  </a:cubicBezTo>
                  <a:cubicBezTo>
                    <a:pt x="1136" y="340"/>
                    <a:pt x="1131" y="297"/>
                    <a:pt x="1105" y="259"/>
                  </a:cubicBezTo>
                  <a:cubicBezTo>
                    <a:pt x="1094" y="225"/>
                    <a:pt x="1106" y="254"/>
                    <a:pt x="1080" y="221"/>
                  </a:cubicBezTo>
                  <a:cubicBezTo>
                    <a:pt x="1067" y="205"/>
                    <a:pt x="1042" y="170"/>
                    <a:pt x="1042" y="170"/>
                  </a:cubicBezTo>
                  <a:cubicBezTo>
                    <a:pt x="1036" y="172"/>
                    <a:pt x="1028" y="172"/>
                    <a:pt x="1023" y="177"/>
                  </a:cubicBezTo>
                  <a:cubicBezTo>
                    <a:pt x="1018" y="182"/>
                    <a:pt x="1024" y="196"/>
                    <a:pt x="1017" y="196"/>
                  </a:cubicBezTo>
                  <a:cubicBezTo>
                    <a:pt x="1010" y="196"/>
                    <a:pt x="1015" y="183"/>
                    <a:pt x="1011" y="177"/>
                  </a:cubicBezTo>
                  <a:cubicBezTo>
                    <a:pt x="998" y="157"/>
                    <a:pt x="966" y="120"/>
                    <a:pt x="966" y="120"/>
                  </a:cubicBezTo>
                  <a:cubicBezTo>
                    <a:pt x="960" y="122"/>
                    <a:pt x="953" y="129"/>
                    <a:pt x="948" y="126"/>
                  </a:cubicBezTo>
                  <a:cubicBezTo>
                    <a:pt x="901" y="96"/>
                    <a:pt x="906" y="72"/>
                    <a:pt x="859" y="57"/>
                  </a:cubicBezTo>
                  <a:cubicBezTo>
                    <a:pt x="857" y="63"/>
                    <a:pt x="859" y="74"/>
                    <a:pt x="853" y="76"/>
                  </a:cubicBezTo>
                  <a:cubicBezTo>
                    <a:pt x="839" y="79"/>
                    <a:pt x="827" y="49"/>
                    <a:pt x="821" y="44"/>
                  </a:cubicBezTo>
                  <a:cubicBezTo>
                    <a:pt x="795" y="24"/>
                    <a:pt x="781" y="25"/>
                    <a:pt x="752" y="19"/>
                  </a:cubicBezTo>
                  <a:cubicBezTo>
                    <a:pt x="718" y="40"/>
                    <a:pt x="719" y="19"/>
                    <a:pt x="689" y="0"/>
                  </a:cubicBezTo>
                  <a:cubicBezTo>
                    <a:pt x="668" y="30"/>
                    <a:pt x="684" y="48"/>
                    <a:pt x="651" y="25"/>
                  </a:cubicBezTo>
                  <a:cubicBezTo>
                    <a:pt x="642" y="33"/>
                    <a:pt x="632" y="40"/>
                    <a:pt x="625" y="50"/>
                  </a:cubicBezTo>
                  <a:cubicBezTo>
                    <a:pt x="621" y="55"/>
                    <a:pt x="626" y="69"/>
                    <a:pt x="619" y="69"/>
                  </a:cubicBezTo>
                  <a:cubicBezTo>
                    <a:pt x="612" y="69"/>
                    <a:pt x="615" y="56"/>
                    <a:pt x="613" y="50"/>
                  </a:cubicBezTo>
                  <a:cubicBezTo>
                    <a:pt x="605" y="25"/>
                    <a:pt x="612" y="33"/>
                    <a:pt x="588" y="25"/>
                  </a:cubicBezTo>
                  <a:cubicBezTo>
                    <a:pt x="587" y="29"/>
                    <a:pt x="579" y="79"/>
                    <a:pt x="569" y="82"/>
                  </a:cubicBezTo>
                  <a:cubicBezTo>
                    <a:pt x="563" y="84"/>
                    <a:pt x="566" y="68"/>
                    <a:pt x="562" y="63"/>
                  </a:cubicBezTo>
                  <a:cubicBezTo>
                    <a:pt x="557" y="57"/>
                    <a:pt x="549" y="54"/>
                    <a:pt x="543" y="50"/>
                  </a:cubicBezTo>
                  <a:cubicBezTo>
                    <a:pt x="529" y="109"/>
                    <a:pt x="551" y="50"/>
                    <a:pt x="512" y="82"/>
                  </a:cubicBezTo>
                  <a:cubicBezTo>
                    <a:pt x="499" y="93"/>
                    <a:pt x="496" y="112"/>
                    <a:pt x="486" y="126"/>
                  </a:cubicBezTo>
                  <a:cubicBezTo>
                    <a:pt x="484" y="134"/>
                    <a:pt x="488" y="147"/>
                    <a:pt x="480" y="151"/>
                  </a:cubicBezTo>
                  <a:cubicBezTo>
                    <a:pt x="474" y="154"/>
                    <a:pt x="481" y="133"/>
                    <a:pt x="474" y="132"/>
                  </a:cubicBezTo>
                  <a:cubicBezTo>
                    <a:pt x="465" y="130"/>
                    <a:pt x="457" y="141"/>
                    <a:pt x="449" y="145"/>
                  </a:cubicBezTo>
                  <a:cubicBezTo>
                    <a:pt x="434" y="166"/>
                    <a:pt x="430" y="183"/>
                    <a:pt x="423" y="208"/>
                  </a:cubicBezTo>
                  <a:cubicBezTo>
                    <a:pt x="421" y="200"/>
                    <a:pt x="425" y="187"/>
                    <a:pt x="417" y="183"/>
                  </a:cubicBezTo>
                  <a:cubicBezTo>
                    <a:pt x="410" y="180"/>
                    <a:pt x="403" y="190"/>
                    <a:pt x="398" y="196"/>
                  </a:cubicBezTo>
                  <a:cubicBezTo>
                    <a:pt x="388" y="209"/>
                    <a:pt x="383" y="236"/>
                    <a:pt x="373" y="252"/>
                  </a:cubicBezTo>
                  <a:cubicBezTo>
                    <a:pt x="367" y="290"/>
                    <a:pt x="353" y="343"/>
                    <a:pt x="335" y="379"/>
                  </a:cubicBezTo>
                  <a:cubicBezTo>
                    <a:pt x="314" y="422"/>
                    <a:pt x="328" y="370"/>
                    <a:pt x="310" y="429"/>
                  </a:cubicBezTo>
                  <a:cubicBezTo>
                    <a:pt x="301" y="458"/>
                    <a:pt x="300" y="489"/>
                    <a:pt x="291" y="518"/>
                  </a:cubicBezTo>
                  <a:cubicBezTo>
                    <a:pt x="241" y="418"/>
                    <a:pt x="312" y="665"/>
                    <a:pt x="240" y="688"/>
                  </a:cubicBezTo>
                  <a:cubicBezTo>
                    <a:pt x="205" y="746"/>
                    <a:pt x="195" y="820"/>
                    <a:pt x="171" y="884"/>
                  </a:cubicBezTo>
                  <a:cubicBezTo>
                    <a:pt x="169" y="878"/>
                    <a:pt x="166" y="871"/>
                    <a:pt x="164" y="865"/>
                  </a:cubicBezTo>
                  <a:cubicBezTo>
                    <a:pt x="162" y="857"/>
                    <a:pt x="166" y="836"/>
                    <a:pt x="158" y="840"/>
                  </a:cubicBezTo>
                  <a:cubicBezTo>
                    <a:pt x="141" y="849"/>
                    <a:pt x="151" y="878"/>
                    <a:pt x="145" y="897"/>
                  </a:cubicBezTo>
                  <a:cubicBezTo>
                    <a:pt x="128" y="953"/>
                    <a:pt x="126" y="1011"/>
                    <a:pt x="108" y="1067"/>
                  </a:cubicBezTo>
                  <a:cubicBezTo>
                    <a:pt x="99" y="1035"/>
                    <a:pt x="93" y="1019"/>
                    <a:pt x="70" y="1055"/>
                  </a:cubicBezTo>
                  <a:cubicBezTo>
                    <a:pt x="36" y="1032"/>
                    <a:pt x="36" y="1055"/>
                    <a:pt x="0" y="1055"/>
                  </a:cubicBezTo>
                </a:path>
              </a:pathLst>
            </a:custGeom>
            <a:noFill/>
            <a:ln w="9525" cap="flat" cmpd="sng">
              <a:solidFill>
                <a:srgbClr val="FF3300"/>
              </a:solidFill>
              <a:prstDash val="solid"/>
              <a:round/>
              <a:headEnd/>
              <a:tailEnd/>
            </a:ln>
            <a:effectLst/>
          </p:spPr>
          <p:txBody>
            <a:bodyPr wrap="none" anchor="ctr"/>
            <a:lstStyle/>
            <a:p>
              <a:endParaRPr lang="en-GB" sz="1600"/>
            </a:p>
          </p:txBody>
        </p:sp>
        <p:sp>
          <p:nvSpPr>
            <p:cNvPr id="135353" name="Freeform 185"/>
            <p:cNvSpPr>
              <a:spLocks/>
            </p:cNvSpPr>
            <p:nvPr/>
          </p:nvSpPr>
          <p:spPr bwMode="auto">
            <a:xfrm flipV="1">
              <a:off x="2008" y="2550"/>
              <a:ext cx="1484" cy="1164"/>
            </a:xfrm>
            <a:custGeom>
              <a:avLst/>
              <a:gdLst/>
              <a:ahLst/>
              <a:cxnLst>
                <a:cxn ang="0">
                  <a:pos x="13" y="1031"/>
                </a:cxn>
                <a:cxn ang="0">
                  <a:pos x="25" y="1012"/>
                </a:cxn>
                <a:cxn ang="0">
                  <a:pos x="63" y="1019"/>
                </a:cxn>
                <a:cxn ang="0">
                  <a:pos x="120" y="817"/>
                </a:cxn>
                <a:cxn ang="0">
                  <a:pos x="145" y="861"/>
                </a:cxn>
                <a:cxn ang="0">
                  <a:pos x="202" y="760"/>
                </a:cxn>
                <a:cxn ang="0">
                  <a:pos x="253" y="469"/>
                </a:cxn>
                <a:cxn ang="0">
                  <a:pos x="290" y="482"/>
                </a:cxn>
                <a:cxn ang="0">
                  <a:pos x="410" y="223"/>
                </a:cxn>
                <a:cxn ang="0">
                  <a:pos x="511" y="97"/>
                </a:cxn>
                <a:cxn ang="0">
                  <a:pos x="562" y="103"/>
                </a:cxn>
                <a:cxn ang="0">
                  <a:pos x="631" y="90"/>
                </a:cxn>
                <a:cxn ang="0">
                  <a:pos x="682" y="21"/>
                </a:cxn>
                <a:cxn ang="0">
                  <a:pos x="707" y="84"/>
                </a:cxn>
                <a:cxn ang="0">
                  <a:pos x="770" y="46"/>
                </a:cxn>
                <a:cxn ang="0">
                  <a:pos x="789" y="90"/>
                </a:cxn>
                <a:cxn ang="0">
                  <a:pos x="853" y="78"/>
                </a:cxn>
                <a:cxn ang="0">
                  <a:pos x="878" y="135"/>
                </a:cxn>
                <a:cxn ang="0">
                  <a:pos x="890" y="59"/>
                </a:cxn>
                <a:cxn ang="0">
                  <a:pos x="979" y="191"/>
                </a:cxn>
                <a:cxn ang="0">
                  <a:pos x="1023" y="172"/>
                </a:cxn>
                <a:cxn ang="0">
                  <a:pos x="1061" y="242"/>
                </a:cxn>
                <a:cxn ang="0">
                  <a:pos x="1099" y="343"/>
                </a:cxn>
                <a:cxn ang="0">
                  <a:pos x="1118" y="368"/>
                </a:cxn>
                <a:cxn ang="0">
                  <a:pos x="1162" y="406"/>
                </a:cxn>
                <a:cxn ang="0">
                  <a:pos x="1175" y="476"/>
                </a:cxn>
                <a:cxn ang="0">
                  <a:pos x="1213" y="551"/>
                </a:cxn>
                <a:cxn ang="0">
                  <a:pos x="1244" y="627"/>
                </a:cxn>
                <a:cxn ang="0">
                  <a:pos x="1288" y="741"/>
                </a:cxn>
                <a:cxn ang="0">
                  <a:pos x="1314" y="772"/>
                </a:cxn>
                <a:cxn ang="0">
                  <a:pos x="1370" y="1063"/>
                </a:cxn>
                <a:cxn ang="0">
                  <a:pos x="1459" y="1164"/>
                </a:cxn>
                <a:cxn ang="0">
                  <a:pos x="1478" y="1038"/>
                </a:cxn>
              </a:cxnLst>
              <a:rect l="0" t="0" r="r" b="b"/>
              <a:pathLst>
                <a:path w="1484" h="1164">
                  <a:moveTo>
                    <a:pt x="0" y="1057"/>
                  </a:moveTo>
                  <a:cubicBezTo>
                    <a:pt x="4" y="1048"/>
                    <a:pt x="10" y="1040"/>
                    <a:pt x="13" y="1031"/>
                  </a:cubicBezTo>
                  <a:cubicBezTo>
                    <a:pt x="17" y="1019"/>
                    <a:pt x="12" y="1004"/>
                    <a:pt x="19" y="993"/>
                  </a:cubicBezTo>
                  <a:cubicBezTo>
                    <a:pt x="23" y="987"/>
                    <a:pt x="21" y="1007"/>
                    <a:pt x="25" y="1012"/>
                  </a:cubicBezTo>
                  <a:cubicBezTo>
                    <a:pt x="30" y="1018"/>
                    <a:pt x="38" y="1021"/>
                    <a:pt x="44" y="1025"/>
                  </a:cubicBezTo>
                  <a:cubicBezTo>
                    <a:pt x="53" y="997"/>
                    <a:pt x="52" y="960"/>
                    <a:pt x="63" y="1019"/>
                  </a:cubicBezTo>
                  <a:cubicBezTo>
                    <a:pt x="88" y="983"/>
                    <a:pt x="81" y="957"/>
                    <a:pt x="88" y="911"/>
                  </a:cubicBezTo>
                  <a:cubicBezTo>
                    <a:pt x="93" y="879"/>
                    <a:pt x="108" y="847"/>
                    <a:pt x="120" y="817"/>
                  </a:cubicBezTo>
                  <a:cubicBezTo>
                    <a:pt x="124" y="823"/>
                    <a:pt x="129" y="829"/>
                    <a:pt x="133" y="836"/>
                  </a:cubicBezTo>
                  <a:cubicBezTo>
                    <a:pt x="138" y="844"/>
                    <a:pt x="136" y="859"/>
                    <a:pt x="145" y="861"/>
                  </a:cubicBezTo>
                  <a:cubicBezTo>
                    <a:pt x="152" y="863"/>
                    <a:pt x="154" y="849"/>
                    <a:pt x="158" y="842"/>
                  </a:cubicBezTo>
                  <a:cubicBezTo>
                    <a:pt x="175" y="814"/>
                    <a:pt x="184" y="786"/>
                    <a:pt x="202" y="760"/>
                  </a:cubicBezTo>
                  <a:cubicBezTo>
                    <a:pt x="219" y="704"/>
                    <a:pt x="227" y="660"/>
                    <a:pt x="234" y="602"/>
                  </a:cubicBezTo>
                  <a:cubicBezTo>
                    <a:pt x="259" y="682"/>
                    <a:pt x="237" y="514"/>
                    <a:pt x="253" y="469"/>
                  </a:cubicBezTo>
                  <a:cubicBezTo>
                    <a:pt x="259" y="478"/>
                    <a:pt x="261" y="492"/>
                    <a:pt x="271" y="495"/>
                  </a:cubicBezTo>
                  <a:cubicBezTo>
                    <a:pt x="278" y="498"/>
                    <a:pt x="285" y="488"/>
                    <a:pt x="290" y="482"/>
                  </a:cubicBezTo>
                  <a:cubicBezTo>
                    <a:pt x="296" y="475"/>
                    <a:pt x="318" y="406"/>
                    <a:pt x="322" y="393"/>
                  </a:cubicBezTo>
                  <a:cubicBezTo>
                    <a:pt x="332" y="322"/>
                    <a:pt x="354" y="268"/>
                    <a:pt x="410" y="223"/>
                  </a:cubicBezTo>
                  <a:cubicBezTo>
                    <a:pt x="422" y="200"/>
                    <a:pt x="430" y="176"/>
                    <a:pt x="442" y="153"/>
                  </a:cubicBezTo>
                  <a:cubicBezTo>
                    <a:pt x="486" y="183"/>
                    <a:pt x="499" y="134"/>
                    <a:pt x="511" y="97"/>
                  </a:cubicBezTo>
                  <a:cubicBezTo>
                    <a:pt x="524" y="114"/>
                    <a:pt x="541" y="140"/>
                    <a:pt x="549" y="135"/>
                  </a:cubicBezTo>
                  <a:cubicBezTo>
                    <a:pt x="559" y="129"/>
                    <a:pt x="555" y="112"/>
                    <a:pt x="562" y="103"/>
                  </a:cubicBezTo>
                  <a:cubicBezTo>
                    <a:pt x="573" y="89"/>
                    <a:pt x="600" y="65"/>
                    <a:pt x="600" y="65"/>
                  </a:cubicBezTo>
                  <a:cubicBezTo>
                    <a:pt x="614" y="21"/>
                    <a:pt x="618" y="70"/>
                    <a:pt x="631" y="90"/>
                  </a:cubicBezTo>
                  <a:cubicBezTo>
                    <a:pt x="636" y="66"/>
                    <a:pt x="632" y="0"/>
                    <a:pt x="663" y="46"/>
                  </a:cubicBezTo>
                  <a:cubicBezTo>
                    <a:pt x="677" y="89"/>
                    <a:pt x="677" y="38"/>
                    <a:pt x="682" y="21"/>
                  </a:cubicBezTo>
                  <a:cubicBezTo>
                    <a:pt x="684" y="44"/>
                    <a:pt x="679" y="69"/>
                    <a:pt x="688" y="90"/>
                  </a:cubicBezTo>
                  <a:cubicBezTo>
                    <a:pt x="690" y="96"/>
                    <a:pt x="703" y="89"/>
                    <a:pt x="707" y="84"/>
                  </a:cubicBezTo>
                  <a:cubicBezTo>
                    <a:pt x="718" y="70"/>
                    <a:pt x="721" y="38"/>
                    <a:pt x="733" y="21"/>
                  </a:cubicBezTo>
                  <a:cubicBezTo>
                    <a:pt x="737" y="57"/>
                    <a:pt x="741" y="123"/>
                    <a:pt x="770" y="46"/>
                  </a:cubicBezTo>
                  <a:cubicBezTo>
                    <a:pt x="772" y="54"/>
                    <a:pt x="774" y="63"/>
                    <a:pt x="777" y="71"/>
                  </a:cubicBezTo>
                  <a:cubicBezTo>
                    <a:pt x="780" y="78"/>
                    <a:pt x="782" y="93"/>
                    <a:pt x="789" y="90"/>
                  </a:cubicBezTo>
                  <a:cubicBezTo>
                    <a:pt x="802" y="84"/>
                    <a:pt x="809" y="29"/>
                    <a:pt x="815" y="15"/>
                  </a:cubicBezTo>
                  <a:cubicBezTo>
                    <a:pt x="831" y="37"/>
                    <a:pt x="838" y="56"/>
                    <a:pt x="853" y="78"/>
                  </a:cubicBezTo>
                  <a:cubicBezTo>
                    <a:pt x="857" y="91"/>
                    <a:pt x="860" y="104"/>
                    <a:pt x="865" y="116"/>
                  </a:cubicBezTo>
                  <a:cubicBezTo>
                    <a:pt x="868" y="123"/>
                    <a:pt x="872" y="139"/>
                    <a:pt x="878" y="135"/>
                  </a:cubicBezTo>
                  <a:cubicBezTo>
                    <a:pt x="887" y="129"/>
                    <a:pt x="882" y="114"/>
                    <a:pt x="884" y="103"/>
                  </a:cubicBezTo>
                  <a:cubicBezTo>
                    <a:pt x="886" y="88"/>
                    <a:pt x="888" y="74"/>
                    <a:pt x="890" y="59"/>
                  </a:cubicBezTo>
                  <a:cubicBezTo>
                    <a:pt x="912" y="119"/>
                    <a:pt x="939" y="172"/>
                    <a:pt x="966" y="229"/>
                  </a:cubicBezTo>
                  <a:cubicBezTo>
                    <a:pt x="970" y="216"/>
                    <a:pt x="976" y="204"/>
                    <a:pt x="979" y="191"/>
                  </a:cubicBezTo>
                  <a:cubicBezTo>
                    <a:pt x="984" y="166"/>
                    <a:pt x="991" y="116"/>
                    <a:pt x="991" y="116"/>
                  </a:cubicBezTo>
                  <a:cubicBezTo>
                    <a:pt x="1004" y="135"/>
                    <a:pt x="1010" y="153"/>
                    <a:pt x="1023" y="172"/>
                  </a:cubicBezTo>
                  <a:cubicBezTo>
                    <a:pt x="1028" y="196"/>
                    <a:pt x="1036" y="218"/>
                    <a:pt x="1042" y="242"/>
                  </a:cubicBezTo>
                  <a:cubicBezTo>
                    <a:pt x="1057" y="178"/>
                    <a:pt x="1036" y="242"/>
                    <a:pt x="1061" y="242"/>
                  </a:cubicBezTo>
                  <a:cubicBezTo>
                    <a:pt x="1070" y="242"/>
                    <a:pt x="1070" y="225"/>
                    <a:pt x="1074" y="217"/>
                  </a:cubicBezTo>
                  <a:cubicBezTo>
                    <a:pt x="1090" y="259"/>
                    <a:pt x="1094" y="297"/>
                    <a:pt x="1099" y="343"/>
                  </a:cubicBezTo>
                  <a:cubicBezTo>
                    <a:pt x="1103" y="337"/>
                    <a:pt x="1106" y="318"/>
                    <a:pt x="1111" y="324"/>
                  </a:cubicBezTo>
                  <a:cubicBezTo>
                    <a:pt x="1120" y="336"/>
                    <a:pt x="1117" y="353"/>
                    <a:pt x="1118" y="368"/>
                  </a:cubicBezTo>
                  <a:cubicBezTo>
                    <a:pt x="1123" y="428"/>
                    <a:pt x="1114" y="496"/>
                    <a:pt x="1143" y="551"/>
                  </a:cubicBezTo>
                  <a:cubicBezTo>
                    <a:pt x="1147" y="495"/>
                    <a:pt x="1146" y="456"/>
                    <a:pt x="1162" y="406"/>
                  </a:cubicBezTo>
                  <a:cubicBezTo>
                    <a:pt x="1164" y="440"/>
                    <a:pt x="1162" y="474"/>
                    <a:pt x="1168" y="507"/>
                  </a:cubicBezTo>
                  <a:cubicBezTo>
                    <a:pt x="1170" y="517"/>
                    <a:pt x="1173" y="466"/>
                    <a:pt x="1175" y="476"/>
                  </a:cubicBezTo>
                  <a:cubicBezTo>
                    <a:pt x="1193" y="557"/>
                    <a:pt x="1181" y="645"/>
                    <a:pt x="1194" y="728"/>
                  </a:cubicBezTo>
                  <a:cubicBezTo>
                    <a:pt x="1202" y="669"/>
                    <a:pt x="1198" y="608"/>
                    <a:pt x="1213" y="551"/>
                  </a:cubicBezTo>
                  <a:cubicBezTo>
                    <a:pt x="1216" y="538"/>
                    <a:pt x="1220" y="577"/>
                    <a:pt x="1225" y="589"/>
                  </a:cubicBezTo>
                  <a:cubicBezTo>
                    <a:pt x="1230" y="602"/>
                    <a:pt x="1238" y="614"/>
                    <a:pt x="1244" y="627"/>
                  </a:cubicBezTo>
                  <a:cubicBezTo>
                    <a:pt x="1250" y="652"/>
                    <a:pt x="1247" y="702"/>
                    <a:pt x="1276" y="659"/>
                  </a:cubicBezTo>
                  <a:cubicBezTo>
                    <a:pt x="1280" y="686"/>
                    <a:pt x="1281" y="714"/>
                    <a:pt x="1288" y="741"/>
                  </a:cubicBezTo>
                  <a:cubicBezTo>
                    <a:pt x="1293" y="760"/>
                    <a:pt x="1307" y="798"/>
                    <a:pt x="1307" y="798"/>
                  </a:cubicBezTo>
                  <a:cubicBezTo>
                    <a:pt x="1309" y="789"/>
                    <a:pt x="1313" y="763"/>
                    <a:pt x="1314" y="772"/>
                  </a:cubicBezTo>
                  <a:cubicBezTo>
                    <a:pt x="1319" y="814"/>
                    <a:pt x="1315" y="857"/>
                    <a:pt x="1320" y="899"/>
                  </a:cubicBezTo>
                  <a:cubicBezTo>
                    <a:pt x="1326" y="958"/>
                    <a:pt x="1350" y="1009"/>
                    <a:pt x="1370" y="1063"/>
                  </a:cubicBezTo>
                  <a:cubicBezTo>
                    <a:pt x="1386" y="1024"/>
                    <a:pt x="1394" y="984"/>
                    <a:pt x="1402" y="943"/>
                  </a:cubicBezTo>
                  <a:cubicBezTo>
                    <a:pt x="1411" y="1030"/>
                    <a:pt x="1444" y="1083"/>
                    <a:pt x="1459" y="1164"/>
                  </a:cubicBezTo>
                  <a:cubicBezTo>
                    <a:pt x="1464" y="1128"/>
                    <a:pt x="1465" y="1092"/>
                    <a:pt x="1471" y="1057"/>
                  </a:cubicBezTo>
                  <a:cubicBezTo>
                    <a:pt x="1472" y="1050"/>
                    <a:pt x="1471" y="1038"/>
                    <a:pt x="1478" y="1038"/>
                  </a:cubicBezTo>
                  <a:cubicBezTo>
                    <a:pt x="1484" y="1038"/>
                    <a:pt x="1478" y="1051"/>
                    <a:pt x="1478" y="1057"/>
                  </a:cubicBezTo>
                </a:path>
              </a:pathLst>
            </a:custGeom>
            <a:noFill/>
            <a:ln w="9525" cap="flat" cmpd="sng">
              <a:solidFill>
                <a:srgbClr val="FF3300"/>
              </a:solidFill>
              <a:prstDash val="solid"/>
              <a:round/>
              <a:headEnd/>
              <a:tailEnd/>
            </a:ln>
            <a:effectLst/>
          </p:spPr>
          <p:txBody>
            <a:bodyPr wrap="none" anchor="ctr"/>
            <a:lstStyle/>
            <a:p>
              <a:endParaRPr lang="en-GB" sz="1600"/>
            </a:p>
          </p:txBody>
        </p:sp>
        <p:sp>
          <p:nvSpPr>
            <p:cNvPr id="135354" name="Freeform 186"/>
            <p:cNvSpPr>
              <a:spLocks/>
            </p:cNvSpPr>
            <p:nvPr/>
          </p:nvSpPr>
          <p:spPr bwMode="auto">
            <a:xfrm>
              <a:off x="1990" y="2594"/>
              <a:ext cx="1484" cy="1164"/>
            </a:xfrm>
            <a:custGeom>
              <a:avLst/>
              <a:gdLst/>
              <a:ahLst/>
              <a:cxnLst>
                <a:cxn ang="0">
                  <a:pos x="13" y="1031"/>
                </a:cxn>
                <a:cxn ang="0">
                  <a:pos x="25" y="1012"/>
                </a:cxn>
                <a:cxn ang="0">
                  <a:pos x="63" y="1019"/>
                </a:cxn>
                <a:cxn ang="0">
                  <a:pos x="120" y="817"/>
                </a:cxn>
                <a:cxn ang="0">
                  <a:pos x="145" y="861"/>
                </a:cxn>
                <a:cxn ang="0">
                  <a:pos x="202" y="760"/>
                </a:cxn>
                <a:cxn ang="0">
                  <a:pos x="253" y="469"/>
                </a:cxn>
                <a:cxn ang="0">
                  <a:pos x="290" y="482"/>
                </a:cxn>
                <a:cxn ang="0">
                  <a:pos x="410" y="223"/>
                </a:cxn>
                <a:cxn ang="0">
                  <a:pos x="511" y="97"/>
                </a:cxn>
                <a:cxn ang="0">
                  <a:pos x="562" y="103"/>
                </a:cxn>
                <a:cxn ang="0">
                  <a:pos x="631" y="90"/>
                </a:cxn>
                <a:cxn ang="0">
                  <a:pos x="682" y="21"/>
                </a:cxn>
                <a:cxn ang="0">
                  <a:pos x="707" y="84"/>
                </a:cxn>
                <a:cxn ang="0">
                  <a:pos x="770" y="46"/>
                </a:cxn>
                <a:cxn ang="0">
                  <a:pos x="789" y="90"/>
                </a:cxn>
                <a:cxn ang="0">
                  <a:pos x="853" y="78"/>
                </a:cxn>
                <a:cxn ang="0">
                  <a:pos x="878" y="135"/>
                </a:cxn>
                <a:cxn ang="0">
                  <a:pos x="890" y="59"/>
                </a:cxn>
                <a:cxn ang="0">
                  <a:pos x="979" y="191"/>
                </a:cxn>
                <a:cxn ang="0">
                  <a:pos x="1023" y="172"/>
                </a:cxn>
                <a:cxn ang="0">
                  <a:pos x="1061" y="242"/>
                </a:cxn>
                <a:cxn ang="0">
                  <a:pos x="1099" y="343"/>
                </a:cxn>
                <a:cxn ang="0">
                  <a:pos x="1118" y="368"/>
                </a:cxn>
                <a:cxn ang="0">
                  <a:pos x="1162" y="406"/>
                </a:cxn>
                <a:cxn ang="0">
                  <a:pos x="1175" y="476"/>
                </a:cxn>
                <a:cxn ang="0">
                  <a:pos x="1213" y="551"/>
                </a:cxn>
                <a:cxn ang="0">
                  <a:pos x="1244" y="627"/>
                </a:cxn>
                <a:cxn ang="0">
                  <a:pos x="1288" y="741"/>
                </a:cxn>
                <a:cxn ang="0">
                  <a:pos x="1314" y="772"/>
                </a:cxn>
                <a:cxn ang="0">
                  <a:pos x="1370" y="1063"/>
                </a:cxn>
                <a:cxn ang="0">
                  <a:pos x="1459" y="1164"/>
                </a:cxn>
                <a:cxn ang="0">
                  <a:pos x="1478" y="1038"/>
                </a:cxn>
              </a:cxnLst>
              <a:rect l="0" t="0" r="r" b="b"/>
              <a:pathLst>
                <a:path w="1484" h="1164">
                  <a:moveTo>
                    <a:pt x="0" y="1057"/>
                  </a:moveTo>
                  <a:cubicBezTo>
                    <a:pt x="4" y="1048"/>
                    <a:pt x="10" y="1040"/>
                    <a:pt x="13" y="1031"/>
                  </a:cubicBezTo>
                  <a:cubicBezTo>
                    <a:pt x="17" y="1019"/>
                    <a:pt x="12" y="1004"/>
                    <a:pt x="19" y="993"/>
                  </a:cubicBezTo>
                  <a:cubicBezTo>
                    <a:pt x="23" y="987"/>
                    <a:pt x="21" y="1007"/>
                    <a:pt x="25" y="1012"/>
                  </a:cubicBezTo>
                  <a:cubicBezTo>
                    <a:pt x="30" y="1018"/>
                    <a:pt x="38" y="1021"/>
                    <a:pt x="44" y="1025"/>
                  </a:cubicBezTo>
                  <a:cubicBezTo>
                    <a:pt x="53" y="997"/>
                    <a:pt x="52" y="960"/>
                    <a:pt x="63" y="1019"/>
                  </a:cubicBezTo>
                  <a:cubicBezTo>
                    <a:pt x="88" y="983"/>
                    <a:pt x="81" y="957"/>
                    <a:pt x="88" y="911"/>
                  </a:cubicBezTo>
                  <a:cubicBezTo>
                    <a:pt x="93" y="879"/>
                    <a:pt x="108" y="847"/>
                    <a:pt x="120" y="817"/>
                  </a:cubicBezTo>
                  <a:cubicBezTo>
                    <a:pt x="124" y="823"/>
                    <a:pt x="129" y="829"/>
                    <a:pt x="133" y="836"/>
                  </a:cubicBezTo>
                  <a:cubicBezTo>
                    <a:pt x="138" y="844"/>
                    <a:pt x="136" y="859"/>
                    <a:pt x="145" y="861"/>
                  </a:cubicBezTo>
                  <a:cubicBezTo>
                    <a:pt x="152" y="863"/>
                    <a:pt x="154" y="849"/>
                    <a:pt x="158" y="842"/>
                  </a:cubicBezTo>
                  <a:cubicBezTo>
                    <a:pt x="175" y="814"/>
                    <a:pt x="184" y="786"/>
                    <a:pt x="202" y="760"/>
                  </a:cubicBezTo>
                  <a:cubicBezTo>
                    <a:pt x="219" y="704"/>
                    <a:pt x="227" y="660"/>
                    <a:pt x="234" y="602"/>
                  </a:cubicBezTo>
                  <a:cubicBezTo>
                    <a:pt x="259" y="682"/>
                    <a:pt x="237" y="514"/>
                    <a:pt x="253" y="469"/>
                  </a:cubicBezTo>
                  <a:cubicBezTo>
                    <a:pt x="259" y="478"/>
                    <a:pt x="261" y="492"/>
                    <a:pt x="271" y="495"/>
                  </a:cubicBezTo>
                  <a:cubicBezTo>
                    <a:pt x="278" y="498"/>
                    <a:pt x="285" y="488"/>
                    <a:pt x="290" y="482"/>
                  </a:cubicBezTo>
                  <a:cubicBezTo>
                    <a:pt x="296" y="475"/>
                    <a:pt x="318" y="406"/>
                    <a:pt x="322" y="393"/>
                  </a:cubicBezTo>
                  <a:cubicBezTo>
                    <a:pt x="332" y="322"/>
                    <a:pt x="354" y="268"/>
                    <a:pt x="410" y="223"/>
                  </a:cubicBezTo>
                  <a:cubicBezTo>
                    <a:pt x="422" y="200"/>
                    <a:pt x="430" y="176"/>
                    <a:pt x="442" y="153"/>
                  </a:cubicBezTo>
                  <a:cubicBezTo>
                    <a:pt x="486" y="183"/>
                    <a:pt x="499" y="134"/>
                    <a:pt x="511" y="97"/>
                  </a:cubicBezTo>
                  <a:cubicBezTo>
                    <a:pt x="524" y="114"/>
                    <a:pt x="541" y="140"/>
                    <a:pt x="549" y="135"/>
                  </a:cubicBezTo>
                  <a:cubicBezTo>
                    <a:pt x="559" y="129"/>
                    <a:pt x="555" y="112"/>
                    <a:pt x="562" y="103"/>
                  </a:cubicBezTo>
                  <a:cubicBezTo>
                    <a:pt x="573" y="89"/>
                    <a:pt x="600" y="65"/>
                    <a:pt x="600" y="65"/>
                  </a:cubicBezTo>
                  <a:cubicBezTo>
                    <a:pt x="614" y="21"/>
                    <a:pt x="618" y="70"/>
                    <a:pt x="631" y="90"/>
                  </a:cubicBezTo>
                  <a:cubicBezTo>
                    <a:pt x="636" y="66"/>
                    <a:pt x="632" y="0"/>
                    <a:pt x="663" y="46"/>
                  </a:cubicBezTo>
                  <a:cubicBezTo>
                    <a:pt x="677" y="89"/>
                    <a:pt x="677" y="38"/>
                    <a:pt x="682" y="21"/>
                  </a:cubicBezTo>
                  <a:cubicBezTo>
                    <a:pt x="684" y="44"/>
                    <a:pt x="679" y="69"/>
                    <a:pt x="688" y="90"/>
                  </a:cubicBezTo>
                  <a:cubicBezTo>
                    <a:pt x="690" y="96"/>
                    <a:pt x="703" y="89"/>
                    <a:pt x="707" y="84"/>
                  </a:cubicBezTo>
                  <a:cubicBezTo>
                    <a:pt x="718" y="70"/>
                    <a:pt x="721" y="38"/>
                    <a:pt x="733" y="21"/>
                  </a:cubicBezTo>
                  <a:cubicBezTo>
                    <a:pt x="737" y="57"/>
                    <a:pt x="741" y="123"/>
                    <a:pt x="770" y="46"/>
                  </a:cubicBezTo>
                  <a:cubicBezTo>
                    <a:pt x="772" y="54"/>
                    <a:pt x="774" y="63"/>
                    <a:pt x="777" y="71"/>
                  </a:cubicBezTo>
                  <a:cubicBezTo>
                    <a:pt x="780" y="78"/>
                    <a:pt x="782" y="93"/>
                    <a:pt x="789" y="90"/>
                  </a:cubicBezTo>
                  <a:cubicBezTo>
                    <a:pt x="802" y="84"/>
                    <a:pt x="809" y="29"/>
                    <a:pt x="815" y="15"/>
                  </a:cubicBezTo>
                  <a:cubicBezTo>
                    <a:pt x="831" y="37"/>
                    <a:pt x="838" y="56"/>
                    <a:pt x="853" y="78"/>
                  </a:cubicBezTo>
                  <a:cubicBezTo>
                    <a:pt x="857" y="91"/>
                    <a:pt x="860" y="104"/>
                    <a:pt x="865" y="116"/>
                  </a:cubicBezTo>
                  <a:cubicBezTo>
                    <a:pt x="868" y="123"/>
                    <a:pt x="872" y="139"/>
                    <a:pt x="878" y="135"/>
                  </a:cubicBezTo>
                  <a:cubicBezTo>
                    <a:pt x="887" y="129"/>
                    <a:pt x="882" y="114"/>
                    <a:pt x="884" y="103"/>
                  </a:cubicBezTo>
                  <a:cubicBezTo>
                    <a:pt x="886" y="88"/>
                    <a:pt x="888" y="74"/>
                    <a:pt x="890" y="59"/>
                  </a:cubicBezTo>
                  <a:cubicBezTo>
                    <a:pt x="912" y="119"/>
                    <a:pt x="939" y="172"/>
                    <a:pt x="966" y="229"/>
                  </a:cubicBezTo>
                  <a:cubicBezTo>
                    <a:pt x="970" y="216"/>
                    <a:pt x="976" y="204"/>
                    <a:pt x="979" y="191"/>
                  </a:cubicBezTo>
                  <a:cubicBezTo>
                    <a:pt x="984" y="166"/>
                    <a:pt x="991" y="116"/>
                    <a:pt x="991" y="116"/>
                  </a:cubicBezTo>
                  <a:cubicBezTo>
                    <a:pt x="1004" y="135"/>
                    <a:pt x="1010" y="153"/>
                    <a:pt x="1023" y="172"/>
                  </a:cubicBezTo>
                  <a:cubicBezTo>
                    <a:pt x="1028" y="196"/>
                    <a:pt x="1036" y="218"/>
                    <a:pt x="1042" y="242"/>
                  </a:cubicBezTo>
                  <a:cubicBezTo>
                    <a:pt x="1057" y="178"/>
                    <a:pt x="1036" y="242"/>
                    <a:pt x="1061" y="242"/>
                  </a:cubicBezTo>
                  <a:cubicBezTo>
                    <a:pt x="1070" y="242"/>
                    <a:pt x="1070" y="225"/>
                    <a:pt x="1074" y="217"/>
                  </a:cubicBezTo>
                  <a:cubicBezTo>
                    <a:pt x="1090" y="259"/>
                    <a:pt x="1094" y="297"/>
                    <a:pt x="1099" y="343"/>
                  </a:cubicBezTo>
                  <a:cubicBezTo>
                    <a:pt x="1103" y="337"/>
                    <a:pt x="1106" y="318"/>
                    <a:pt x="1111" y="324"/>
                  </a:cubicBezTo>
                  <a:cubicBezTo>
                    <a:pt x="1120" y="336"/>
                    <a:pt x="1117" y="353"/>
                    <a:pt x="1118" y="368"/>
                  </a:cubicBezTo>
                  <a:cubicBezTo>
                    <a:pt x="1123" y="428"/>
                    <a:pt x="1114" y="496"/>
                    <a:pt x="1143" y="551"/>
                  </a:cubicBezTo>
                  <a:cubicBezTo>
                    <a:pt x="1147" y="495"/>
                    <a:pt x="1146" y="456"/>
                    <a:pt x="1162" y="406"/>
                  </a:cubicBezTo>
                  <a:cubicBezTo>
                    <a:pt x="1164" y="440"/>
                    <a:pt x="1162" y="474"/>
                    <a:pt x="1168" y="507"/>
                  </a:cubicBezTo>
                  <a:cubicBezTo>
                    <a:pt x="1170" y="517"/>
                    <a:pt x="1173" y="466"/>
                    <a:pt x="1175" y="476"/>
                  </a:cubicBezTo>
                  <a:cubicBezTo>
                    <a:pt x="1193" y="557"/>
                    <a:pt x="1181" y="645"/>
                    <a:pt x="1194" y="728"/>
                  </a:cubicBezTo>
                  <a:cubicBezTo>
                    <a:pt x="1202" y="669"/>
                    <a:pt x="1198" y="608"/>
                    <a:pt x="1213" y="551"/>
                  </a:cubicBezTo>
                  <a:cubicBezTo>
                    <a:pt x="1216" y="538"/>
                    <a:pt x="1220" y="577"/>
                    <a:pt x="1225" y="589"/>
                  </a:cubicBezTo>
                  <a:cubicBezTo>
                    <a:pt x="1230" y="602"/>
                    <a:pt x="1238" y="614"/>
                    <a:pt x="1244" y="627"/>
                  </a:cubicBezTo>
                  <a:cubicBezTo>
                    <a:pt x="1250" y="652"/>
                    <a:pt x="1247" y="702"/>
                    <a:pt x="1276" y="659"/>
                  </a:cubicBezTo>
                  <a:cubicBezTo>
                    <a:pt x="1280" y="686"/>
                    <a:pt x="1281" y="714"/>
                    <a:pt x="1288" y="741"/>
                  </a:cubicBezTo>
                  <a:cubicBezTo>
                    <a:pt x="1293" y="760"/>
                    <a:pt x="1307" y="798"/>
                    <a:pt x="1307" y="798"/>
                  </a:cubicBezTo>
                  <a:cubicBezTo>
                    <a:pt x="1309" y="789"/>
                    <a:pt x="1313" y="763"/>
                    <a:pt x="1314" y="772"/>
                  </a:cubicBezTo>
                  <a:cubicBezTo>
                    <a:pt x="1319" y="814"/>
                    <a:pt x="1315" y="857"/>
                    <a:pt x="1320" y="899"/>
                  </a:cubicBezTo>
                  <a:cubicBezTo>
                    <a:pt x="1326" y="958"/>
                    <a:pt x="1350" y="1009"/>
                    <a:pt x="1370" y="1063"/>
                  </a:cubicBezTo>
                  <a:cubicBezTo>
                    <a:pt x="1386" y="1024"/>
                    <a:pt x="1394" y="984"/>
                    <a:pt x="1402" y="943"/>
                  </a:cubicBezTo>
                  <a:cubicBezTo>
                    <a:pt x="1411" y="1030"/>
                    <a:pt x="1444" y="1083"/>
                    <a:pt x="1459" y="1164"/>
                  </a:cubicBezTo>
                  <a:cubicBezTo>
                    <a:pt x="1464" y="1128"/>
                    <a:pt x="1465" y="1092"/>
                    <a:pt x="1471" y="1057"/>
                  </a:cubicBezTo>
                  <a:cubicBezTo>
                    <a:pt x="1472" y="1050"/>
                    <a:pt x="1471" y="1038"/>
                    <a:pt x="1478" y="1038"/>
                  </a:cubicBezTo>
                  <a:cubicBezTo>
                    <a:pt x="1484" y="1038"/>
                    <a:pt x="1478" y="1051"/>
                    <a:pt x="1478" y="1057"/>
                  </a:cubicBezTo>
                </a:path>
              </a:pathLst>
            </a:custGeom>
            <a:noFill/>
            <a:ln w="9525" cap="flat" cmpd="sng">
              <a:solidFill>
                <a:srgbClr val="FF3300"/>
              </a:solidFill>
              <a:prstDash val="solid"/>
              <a:round/>
              <a:headEnd/>
              <a:tailEnd/>
            </a:ln>
            <a:effectLst/>
          </p:spPr>
          <p:txBody>
            <a:bodyPr wrap="none" anchor="ctr"/>
            <a:lstStyle/>
            <a:p>
              <a:endParaRPr lang="en-GB" sz="1600"/>
            </a:p>
          </p:txBody>
        </p:sp>
        <p:sp>
          <p:nvSpPr>
            <p:cNvPr id="135355" name="Freeform 187"/>
            <p:cNvSpPr>
              <a:spLocks/>
            </p:cNvSpPr>
            <p:nvPr/>
          </p:nvSpPr>
          <p:spPr bwMode="auto">
            <a:xfrm flipV="1">
              <a:off x="1911" y="2570"/>
              <a:ext cx="1492" cy="1162"/>
            </a:xfrm>
            <a:custGeom>
              <a:avLst/>
              <a:gdLst/>
              <a:ahLst/>
              <a:cxnLst>
                <a:cxn ang="0">
                  <a:pos x="34" y="1093"/>
                </a:cxn>
                <a:cxn ang="0">
                  <a:pos x="72" y="1093"/>
                </a:cxn>
                <a:cxn ang="0">
                  <a:pos x="91" y="1112"/>
                </a:cxn>
                <a:cxn ang="0">
                  <a:pos x="160" y="1086"/>
                </a:cxn>
                <a:cxn ang="0">
                  <a:pos x="173" y="1124"/>
                </a:cxn>
                <a:cxn ang="0">
                  <a:pos x="223" y="1143"/>
                </a:cxn>
                <a:cxn ang="0">
                  <a:pos x="287" y="1143"/>
                </a:cxn>
                <a:cxn ang="0">
                  <a:pos x="337" y="1162"/>
                </a:cxn>
                <a:cxn ang="0">
                  <a:pos x="369" y="1124"/>
                </a:cxn>
                <a:cxn ang="0">
                  <a:pos x="432" y="1105"/>
                </a:cxn>
                <a:cxn ang="0">
                  <a:pos x="495" y="1068"/>
                </a:cxn>
                <a:cxn ang="0">
                  <a:pos x="533" y="1061"/>
                </a:cxn>
                <a:cxn ang="0">
                  <a:pos x="571" y="1061"/>
                </a:cxn>
                <a:cxn ang="0">
                  <a:pos x="590" y="1074"/>
                </a:cxn>
                <a:cxn ang="0">
                  <a:pos x="621" y="954"/>
                </a:cxn>
                <a:cxn ang="0">
                  <a:pos x="628" y="973"/>
                </a:cxn>
                <a:cxn ang="0">
                  <a:pos x="634" y="948"/>
                </a:cxn>
                <a:cxn ang="0">
                  <a:pos x="647" y="922"/>
                </a:cxn>
                <a:cxn ang="0">
                  <a:pos x="691" y="809"/>
                </a:cxn>
                <a:cxn ang="0">
                  <a:pos x="741" y="657"/>
                </a:cxn>
                <a:cxn ang="0">
                  <a:pos x="767" y="606"/>
                </a:cxn>
                <a:cxn ang="0">
                  <a:pos x="798" y="531"/>
                </a:cxn>
                <a:cxn ang="0">
                  <a:pos x="805" y="499"/>
                </a:cxn>
                <a:cxn ang="0">
                  <a:pos x="811" y="480"/>
                </a:cxn>
                <a:cxn ang="0">
                  <a:pos x="823" y="430"/>
                </a:cxn>
                <a:cxn ang="0">
                  <a:pos x="861" y="329"/>
                </a:cxn>
                <a:cxn ang="0">
                  <a:pos x="956" y="120"/>
                </a:cxn>
                <a:cxn ang="0">
                  <a:pos x="988" y="101"/>
                </a:cxn>
                <a:cxn ang="0">
                  <a:pos x="1007" y="63"/>
                </a:cxn>
                <a:cxn ang="0">
                  <a:pos x="1013" y="89"/>
                </a:cxn>
                <a:cxn ang="0">
                  <a:pos x="1019" y="108"/>
                </a:cxn>
                <a:cxn ang="0">
                  <a:pos x="1057" y="57"/>
                </a:cxn>
                <a:cxn ang="0">
                  <a:pos x="1063" y="89"/>
                </a:cxn>
                <a:cxn ang="0">
                  <a:pos x="1070" y="114"/>
                </a:cxn>
                <a:cxn ang="0">
                  <a:pos x="1095" y="82"/>
                </a:cxn>
                <a:cxn ang="0">
                  <a:pos x="1101" y="57"/>
                </a:cxn>
                <a:cxn ang="0">
                  <a:pos x="1108" y="38"/>
                </a:cxn>
                <a:cxn ang="0">
                  <a:pos x="1127" y="82"/>
                </a:cxn>
                <a:cxn ang="0">
                  <a:pos x="1146" y="57"/>
                </a:cxn>
                <a:cxn ang="0">
                  <a:pos x="1152" y="32"/>
                </a:cxn>
                <a:cxn ang="0">
                  <a:pos x="1171" y="82"/>
                </a:cxn>
                <a:cxn ang="0">
                  <a:pos x="1215" y="25"/>
                </a:cxn>
                <a:cxn ang="0">
                  <a:pos x="1259" y="13"/>
                </a:cxn>
                <a:cxn ang="0">
                  <a:pos x="1291" y="44"/>
                </a:cxn>
                <a:cxn ang="0">
                  <a:pos x="1303" y="19"/>
                </a:cxn>
                <a:cxn ang="0">
                  <a:pos x="1335" y="57"/>
                </a:cxn>
                <a:cxn ang="0">
                  <a:pos x="1392" y="0"/>
                </a:cxn>
                <a:cxn ang="0">
                  <a:pos x="1417" y="76"/>
                </a:cxn>
                <a:cxn ang="0">
                  <a:pos x="1442" y="70"/>
                </a:cxn>
                <a:cxn ang="0">
                  <a:pos x="1461" y="70"/>
                </a:cxn>
                <a:cxn ang="0">
                  <a:pos x="1474" y="133"/>
                </a:cxn>
                <a:cxn ang="0">
                  <a:pos x="1487" y="120"/>
                </a:cxn>
              </a:cxnLst>
              <a:rect l="0" t="0" r="r" b="b"/>
              <a:pathLst>
                <a:path w="1492" h="1162">
                  <a:moveTo>
                    <a:pt x="34" y="1093"/>
                  </a:moveTo>
                  <a:cubicBezTo>
                    <a:pt x="106" y="1138"/>
                    <a:pt x="0" y="1080"/>
                    <a:pt x="72" y="1093"/>
                  </a:cubicBezTo>
                  <a:cubicBezTo>
                    <a:pt x="81" y="1095"/>
                    <a:pt x="85" y="1106"/>
                    <a:pt x="91" y="1112"/>
                  </a:cubicBezTo>
                  <a:cubicBezTo>
                    <a:pt x="108" y="1103"/>
                    <a:pt x="141" y="1084"/>
                    <a:pt x="160" y="1086"/>
                  </a:cubicBezTo>
                  <a:cubicBezTo>
                    <a:pt x="161" y="1086"/>
                    <a:pt x="173" y="1123"/>
                    <a:pt x="173" y="1124"/>
                  </a:cubicBezTo>
                  <a:cubicBezTo>
                    <a:pt x="223" y="1112"/>
                    <a:pt x="180" y="1129"/>
                    <a:pt x="223" y="1143"/>
                  </a:cubicBezTo>
                  <a:cubicBezTo>
                    <a:pt x="281" y="1121"/>
                    <a:pt x="264" y="1109"/>
                    <a:pt x="287" y="1143"/>
                  </a:cubicBezTo>
                  <a:cubicBezTo>
                    <a:pt x="337" y="1131"/>
                    <a:pt x="327" y="1099"/>
                    <a:pt x="337" y="1162"/>
                  </a:cubicBezTo>
                  <a:cubicBezTo>
                    <a:pt x="349" y="1150"/>
                    <a:pt x="354" y="1132"/>
                    <a:pt x="369" y="1124"/>
                  </a:cubicBezTo>
                  <a:cubicBezTo>
                    <a:pt x="388" y="1114"/>
                    <a:pt x="411" y="1113"/>
                    <a:pt x="432" y="1105"/>
                  </a:cubicBezTo>
                  <a:cubicBezTo>
                    <a:pt x="471" y="1162"/>
                    <a:pt x="468" y="1081"/>
                    <a:pt x="495" y="1068"/>
                  </a:cubicBezTo>
                  <a:cubicBezTo>
                    <a:pt x="507" y="1062"/>
                    <a:pt x="520" y="1063"/>
                    <a:pt x="533" y="1061"/>
                  </a:cubicBezTo>
                  <a:cubicBezTo>
                    <a:pt x="577" y="994"/>
                    <a:pt x="545" y="1028"/>
                    <a:pt x="571" y="1061"/>
                  </a:cubicBezTo>
                  <a:cubicBezTo>
                    <a:pt x="576" y="1067"/>
                    <a:pt x="584" y="1070"/>
                    <a:pt x="590" y="1074"/>
                  </a:cubicBezTo>
                  <a:cubicBezTo>
                    <a:pt x="600" y="1033"/>
                    <a:pt x="614" y="996"/>
                    <a:pt x="621" y="954"/>
                  </a:cubicBezTo>
                  <a:cubicBezTo>
                    <a:pt x="623" y="960"/>
                    <a:pt x="622" y="976"/>
                    <a:pt x="628" y="973"/>
                  </a:cubicBezTo>
                  <a:cubicBezTo>
                    <a:pt x="636" y="969"/>
                    <a:pt x="631" y="956"/>
                    <a:pt x="634" y="948"/>
                  </a:cubicBezTo>
                  <a:cubicBezTo>
                    <a:pt x="637" y="939"/>
                    <a:pt x="643" y="931"/>
                    <a:pt x="647" y="922"/>
                  </a:cubicBezTo>
                  <a:cubicBezTo>
                    <a:pt x="664" y="883"/>
                    <a:pt x="665" y="843"/>
                    <a:pt x="691" y="809"/>
                  </a:cubicBezTo>
                  <a:cubicBezTo>
                    <a:pt x="707" y="758"/>
                    <a:pt x="725" y="708"/>
                    <a:pt x="741" y="657"/>
                  </a:cubicBezTo>
                  <a:cubicBezTo>
                    <a:pt x="747" y="639"/>
                    <a:pt x="760" y="624"/>
                    <a:pt x="767" y="606"/>
                  </a:cubicBezTo>
                  <a:cubicBezTo>
                    <a:pt x="773" y="575"/>
                    <a:pt x="784" y="559"/>
                    <a:pt x="798" y="531"/>
                  </a:cubicBezTo>
                  <a:cubicBezTo>
                    <a:pt x="800" y="520"/>
                    <a:pt x="802" y="510"/>
                    <a:pt x="805" y="499"/>
                  </a:cubicBezTo>
                  <a:cubicBezTo>
                    <a:pt x="807" y="493"/>
                    <a:pt x="809" y="486"/>
                    <a:pt x="811" y="480"/>
                  </a:cubicBezTo>
                  <a:cubicBezTo>
                    <a:pt x="815" y="463"/>
                    <a:pt x="823" y="430"/>
                    <a:pt x="823" y="430"/>
                  </a:cubicBezTo>
                  <a:cubicBezTo>
                    <a:pt x="829" y="374"/>
                    <a:pt x="816" y="351"/>
                    <a:pt x="861" y="329"/>
                  </a:cubicBezTo>
                  <a:cubicBezTo>
                    <a:pt x="879" y="256"/>
                    <a:pt x="921" y="187"/>
                    <a:pt x="956" y="120"/>
                  </a:cubicBezTo>
                  <a:cubicBezTo>
                    <a:pt x="967" y="153"/>
                    <a:pt x="958" y="145"/>
                    <a:pt x="988" y="101"/>
                  </a:cubicBezTo>
                  <a:cubicBezTo>
                    <a:pt x="1003" y="79"/>
                    <a:pt x="998" y="86"/>
                    <a:pt x="1007" y="63"/>
                  </a:cubicBezTo>
                  <a:cubicBezTo>
                    <a:pt x="1009" y="72"/>
                    <a:pt x="1011" y="80"/>
                    <a:pt x="1013" y="89"/>
                  </a:cubicBezTo>
                  <a:cubicBezTo>
                    <a:pt x="1015" y="95"/>
                    <a:pt x="1014" y="112"/>
                    <a:pt x="1019" y="108"/>
                  </a:cubicBezTo>
                  <a:cubicBezTo>
                    <a:pt x="1036" y="96"/>
                    <a:pt x="1057" y="57"/>
                    <a:pt x="1057" y="57"/>
                  </a:cubicBezTo>
                  <a:cubicBezTo>
                    <a:pt x="1059" y="68"/>
                    <a:pt x="1061" y="78"/>
                    <a:pt x="1063" y="89"/>
                  </a:cubicBezTo>
                  <a:cubicBezTo>
                    <a:pt x="1065" y="97"/>
                    <a:pt x="1062" y="116"/>
                    <a:pt x="1070" y="114"/>
                  </a:cubicBezTo>
                  <a:cubicBezTo>
                    <a:pt x="1083" y="111"/>
                    <a:pt x="1087" y="93"/>
                    <a:pt x="1095" y="82"/>
                  </a:cubicBezTo>
                  <a:cubicBezTo>
                    <a:pt x="1097" y="74"/>
                    <a:pt x="1099" y="65"/>
                    <a:pt x="1101" y="57"/>
                  </a:cubicBezTo>
                  <a:cubicBezTo>
                    <a:pt x="1103" y="51"/>
                    <a:pt x="1102" y="36"/>
                    <a:pt x="1108" y="38"/>
                  </a:cubicBezTo>
                  <a:cubicBezTo>
                    <a:pt x="1112" y="39"/>
                    <a:pt x="1125" y="76"/>
                    <a:pt x="1127" y="82"/>
                  </a:cubicBezTo>
                  <a:cubicBezTo>
                    <a:pt x="1133" y="74"/>
                    <a:pt x="1141" y="66"/>
                    <a:pt x="1146" y="57"/>
                  </a:cubicBezTo>
                  <a:cubicBezTo>
                    <a:pt x="1150" y="49"/>
                    <a:pt x="1144" y="29"/>
                    <a:pt x="1152" y="32"/>
                  </a:cubicBezTo>
                  <a:cubicBezTo>
                    <a:pt x="1156" y="33"/>
                    <a:pt x="1168" y="74"/>
                    <a:pt x="1171" y="82"/>
                  </a:cubicBezTo>
                  <a:cubicBezTo>
                    <a:pt x="1195" y="67"/>
                    <a:pt x="1198" y="49"/>
                    <a:pt x="1215" y="25"/>
                  </a:cubicBezTo>
                  <a:cubicBezTo>
                    <a:pt x="1239" y="60"/>
                    <a:pt x="1244" y="44"/>
                    <a:pt x="1259" y="13"/>
                  </a:cubicBezTo>
                  <a:cubicBezTo>
                    <a:pt x="1269" y="48"/>
                    <a:pt x="1254" y="81"/>
                    <a:pt x="1291" y="44"/>
                  </a:cubicBezTo>
                  <a:cubicBezTo>
                    <a:pt x="1295" y="36"/>
                    <a:pt x="1294" y="21"/>
                    <a:pt x="1303" y="19"/>
                  </a:cubicBezTo>
                  <a:cubicBezTo>
                    <a:pt x="1310" y="18"/>
                    <a:pt x="1332" y="53"/>
                    <a:pt x="1335" y="57"/>
                  </a:cubicBezTo>
                  <a:cubicBezTo>
                    <a:pt x="1363" y="42"/>
                    <a:pt x="1374" y="26"/>
                    <a:pt x="1392" y="0"/>
                  </a:cubicBezTo>
                  <a:cubicBezTo>
                    <a:pt x="1397" y="29"/>
                    <a:pt x="1401" y="51"/>
                    <a:pt x="1417" y="76"/>
                  </a:cubicBezTo>
                  <a:cubicBezTo>
                    <a:pt x="1425" y="74"/>
                    <a:pt x="1435" y="75"/>
                    <a:pt x="1442" y="70"/>
                  </a:cubicBezTo>
                  <a:cubicBezTo>
                    <a:pt x="1459" y="56"/>
                    <a:pt x="1437" y="32"/>
                    <a:pt x="1461" y="70"/>
                  </a:cubicBezTo>
                  <a:cubicBezTo>
                    <a:pt x="1477" y="159"/>
                    <a:pt x="1460" y="67"/>
                    <a:pt x="1474" y="133"/>
                  </a:cubicBezTo>
                  <a:cubicBezTo>
                    <a:pt x="1492" y="217"/>
                    <a:pt x="1487" y="222"/>
                    <a:pt x="1487" y="120"/>
                  </a:cubicBezTo>
                </a:path>
              </a:pathLst>
            </a:custGeom>
            <a:noFill/>
            <a:ln w="9525" cap="flat" cmpd="sng">
              <a:solidFill>
                <a:srgbClr val="FF3300"/>
              </a:solidFill>
              <a:prstDash val="solid"/>
              <a:round/>
              <a:headEnd/>
              <a:tailEnd/>
            </a:ln>
            <a:effectLst/>
          </p:spPr>
          <p:txBody>
            <a:bodyPr wrap="none" anchor="ctr"/>
            <a:lstStyle/>
            <a:p>
              <a:endParaRPr lang="en-GB" sz="1600"/>
            </a:p>
          </p:txBody>
        </p:sp>
        <p:sp>
          <p:nvSpPr>
            <p:cNvPr id="135356" name="Freeform 188"/>
            <p:cNvSpPr>
              <a:spLocks/>
            </p:cNvSpPr>
            <p:nvPr/>
          </p:nvSpPr>
          <p:spPr bwMode="auto">
            <a:xfrm flipV="1">
              <a:off x="1992" y="2539"/>
              <a:ext cx="1349" cy="1269"/>
            </a:xfrm>
            <a:custGeom>
              <a:avLst/>
              <a:gdLst/>
              <a:ahLst/>
              <a:cxnLst>
                <a:cxn ang="0">
                  <a:pos x="4" y="151"/>
                </a:cxn>
                <a:cxn ang="0">
                  <a:pos x="42" y="95"/>
                </a:cxn>
                <a:cxn ang="0">
                  <a:pos x="67" y="57"/>
                </a:cxn>
                <a:cxn ang="0">
                  <a:pos x="73" y="76"/>
                </a:cxn>
                <a:cxn ang="0">
                  <a:pos x="67" y="95"/>
                </a:cxn>
                <a:cxn ang="0">
                  <a:pos x="99" y="38"/>
                </a:cxn>
                <a:cxn ang="0">
                  <a:pos x="143" y="13"/>
                </a:cxn>
                <a:cxn ang="0">
                  <a:pos x="149" y="69"/>
                </a:cxn>
                <a:cxn ang="0">
                  <a:pos x="168" y="63"/>
                </a:cxn>
                <a:cxn ang="0">
                  <a:pos x="200" y="19"/>
                </a:cxn>
                <a:cxn ang="0">
                  <a:pos x="212" y="101"/>
                </a:cxn>
                <a:cxn ang="0">
                  <a:pos x="231" y="63"/>
                </a:cxn>
                <a:cxn ang="0">
                  <a:pos x="257" y="0"/>
                </a:cxn>
                <a:cxn ang="0">
                  <a:pos x="263" y="95"/>
                </a:cxn>
                <a:cxn ang="0">
                  <a:pos x="295" y="82"/>
                </a:cxn>
                <a:cxn ang="0">
                  <a:pos x="320" y="31"/>
                </a:cxn>
                <a:cxn ang="0">
                  <a:pos x="358" y="63"/>
                </a:cxn>
                <a:cxn ang="0">
                  <a:pos x="383" y="145"/>
                </a:cxn>
                <a:cxn ang="0">
                  <a:pos x="402" y="126"/>
                </a:cxn>
                <a:cxn ang="0">
                  <a:pos x="408" y="107"/>
                </a:cxn>
                <a:cxn ang="0">
                  <a:pos x="433" y="164"/>
                </a:cxn>
                <a:cxn ang="0">
                  <a:pos x="452" y="189"/>
                </a:cxn>
                <a:cxn ang="0">
                  <a:pos x="478" y="158"/>
                </a:cxn>
                <a:cxn ang="0">
                  <a:pos x="484" y="133"/>
                </a:cxn>
                <a:cxn ang="0">
                  <a:pos x="497" y="151"/>
                </a:cxn>
                <a:cxn ang="0">
                  <a:pos x="516" y="227"/>
                </a:cxn>
                <a:cxn ang="0">
                  <a:pos x="547" y="259"/>
                </a:cxn>
                <a:cxn ang="0">
                  <a:pos x="553" y="335"/>
                </a:cxn>
                <a:cxn ang="0">
                  <a:pos x="572" y="322"/>
                </a:cxn>
                <a:cxn ang="0">
                  <a:pos x="579" y="341"/>
                </a:cxn>
                <a:cxn ang="0">
                  <a:pos x="604" y="474"/>
                </a:cxn>
                <a:cxn ang="0">
                  <a:pos x="629" y="398"/>
                </a:cxn>
                <a:cxn ang="0">
                  <a:pos x="673" y="606"/>
                </a:cxn>
                <a:cxn ang="0">
                  <a:pos x="699" y="657"/>
                </a:cxn>
                <a:cxn ang="0">
                  <a:pos x="718" y="638"/>
                </a:cxn>
                <a:cxn ang="0">
                  <a:pos x="737" y="663"/>
                </a:cxn>
                <a:cxn ang="0">
                  <a:pos x="756" y="859"/>
                </a:cxn>
                <a:cxn ang="0">
                  <a:pos x="781" y="859"/>
                </a:cxn>
                <a:cxn ang="0">
                  <a:pos x="800" y="941"/>
                </a:cxn>
                <a:cxn ang="0">
                  <a:pos x="831" y="979"/>
                </a:cxn>
                <a:cxn ang="0">
                  <a:pos x="983" y="1225"/>
                </a:cxn>
                <a:cxn ang="0">
                  <a:pos x="995" y="1244"/>
                </a:cxn>
                <a:cxn ang="0">
                  <a:pos x="1059" y="1175"/>
                </a:cxn>
                <a:cxn ang="0">
                  <a:pos x="1078" y="1244"/>
                </a:cxn>
                <a:cxn ang="0">
                  <a:pos x="1135" y="1225"/>
                </a:cxn>
                <a:cxn ang="0">
                  <a:pos x="1198" y="1149"/>
                </a:cxn>
                <a:cxn ang="0">
                  <a:pos x="1204" y="1181"/>
                </a:cxn>
                <a:cxn ang="0">
                  <a:pos x="1210" y="1206"/>
                </a:cxn>
                <a:cxn ang="0">
                  <a:pos x="1236" y="1194"/>
                </a:cxn>
                <a:cxn ang="0">
                  <a:pos x="1261" y="1194"/>
                </a:cxn>
                <a:cxn ang="0">
                  <a:pos x="1280" y="1181"/>
                </a:cxn>
                <a:cxn ang="0">
                  <a:pos x="1305" y="1124"/>
                </a:cxn>
                <a:cxn ang="0">
                  <a:pos x="1330" y="1130"/>
                </a:cxn>
                <a:cxn ang="0">
                  <a:pos x="1349" y="1137"/>
                </a:cxn>
                <a:cxn ang="0">
                  <a:pos x="1330" y="1143"/>
                </a:cxn>
                <a:cxn ang="0">
                  <a:pos x="1273" y="1156"/>
                </a:cxn>
              </a:cxnLst>
              <a:rect l="0" t="0" r="r" b="b"/>
              <a:pathLst>
                <a:path w="1349" h="1269">
                  <a:moveTo>
                    <a:pt x="4" y="151"/>
                  </a:moveTo>
                  <a:cubicBezTo>
                    <a:pt x="46" y="82"/>
                    <a:pt x="0" y="155"/>
                    <a:pt x="42" y="95"/>
                  </a:cubicBezTo>
                  <a:cubicBezTo>
                    <a:pt x="51" y="83"/>
                    <a:pt x="67" y="57"/>
                    <a:pt x="67" y="57"/>
                  </a:cubicBezTo>
                  <a:cubicBezTo>
                    <a:pt x="69" y="63"/>
                    <a:pt x="73" y="69"/>
                    <a:pt x="73" y="76"/>
                  </a:cubicBezTo>
                  <a:cubicBezTo>
                    <a:pt x="73" y="83"/>
                    <a:pt x="64" y="101"/>
                    <a:pt x="67" y="95"/>
                  </a:cubicBezTo>
                  <a:cubicBezTo>
                    <a:pt x="103" y="28"/>
                    <a:pt x="56" y="95"/>
                    <a:pt x="99" y="38"/>
                  </a:cubicBezTo>
                  <a:cubicBezTo>
                    <a:pt x="112" y="81"/>
                    <a:pt x="118" y="36"/>
                    <a:pt x="143" y="13"/>
                  </a:cubicBezTo>
                  <a:cubicBezTo>
                    <a:pt x="145" y="32"/>
                    <a:pt x="141" y="52"/>
                    <a:pt x="149" y="69"/>
                  </a:cubicBezTo>
                  <a:cubicBezTo>
                    <a:pt x="152" y="75"/>
                    <a:pt x="163" y="68"/>
                    <a:pt x="168" y="63"/>
                  </a:cubicBezTo>
                  <a:cubicBezTo>
                    <a:pt x="181" y="50"/>
                    <a:pt x="200" y="19"/>
                    <a:pt x="200" y="19"/>
                  </a:cubicBezTo>
                  <a:cubicBezTo>
                    <a:pt x="208" y="45"/>
                    <a:pt x="192" y="81"/>
                    <a:pt x="212" y="101"/>
                  </a:cubicBezTo>
                  <a:cubicBezTo>
                    <a:pt x="222" y="111"/>
                    <a:pt x="225" y="76"/>
                    <a:pt x="231" y="63"/>
                  </a:cubicBezTo>
                  <a:cubicBezTo>
                    <a:pt x="240" y="42"/>
                    <a:pt x="249" y="21"/>
                    <a:pt x="257" y="0"/>
                  </a:cubicBezTo>
                  <a:cubicBezTo>
                    <a:pt x="259" y="32"/>
                    <a:pt x="250" y="66"/>
                    <a:pt x="263" y="95"/>
                  </a:cubicBezTo>
                  <a:cubicBezTo>
                    <a:pt x="268" y="105"/>
                    <a:pt x="287" y="90"/>
                    <a:pt x="295" y="82"/>
                  </a:cubicBezTo>
                  <a:cubicBezTo>
                    <a:pt x="308" y="68"/>
                    <a:pt x="309" y="47"/>
                    <a:pt x="320" y="31"/>
                  </a:cubicBezTo>
                  <a:cubicBezTo>
                    <a:pt x="325" y="93"/>
                    <a:pt x="324" y="147"/>
                    <a:pt x="358" y="63"/>
                  </a:cubicBezTo>
                  <a:cubicBezTo>
                    <a:pt x="367" y="90"/>
                    <a:pt x="374" y="118"/>
                    <a:pt x="383" y="145"/>
                  </a:cubicBezTo>
                  <a:cubicBezTo>
                    <a:pt x="389" y="139"/>
                    <a:pt x="397" y="133"/>
                    <a:pt x="402" y="126"/>
                  </a:cubicBezTo>
                  <a:cubicBezTo>
                    <a:pt x="406" y="120"/>
                    <a:pt x="403" y="103"/>
                    <a:pt x="408" y="107"/>
                  </a:cubicBezTo>
                  <a:cubicBezTo>
                    <a:pt x="419" y="115"/>
                    <a:pt x="428" y="148"/>
                    <a:pt x="433" y="164"/>
                  </a:cubicBezTo>
                  <a:cubicBezTo>
                    <a:pt x="444" y="244"/>
                    <a:pt x="431" y="220"/>
                    <a:pt x="452" y="189"/>
                  </a:cubicBezTo>
                  <a:cubicBezTo>
                    <a:pt x="459" y="178"/>
                    <a:pt x="469" y="168"/>
                    <a:pt x="478" y="158"/>
                  </a:cubicBezTo>
                  <a:cubicBezTo>
                    <a:pt x="480" y="150"/>
                    <a:pt x="476" y="136"/>
                    <a:pt x="484" y="133"/>
                  </a:cubicBezTo>
                  <a:cubicBezTo>
                    <a:pt x="491" y="130"/>
                    <a:pt x="494" y="144"/>
                    <a:pt x="497" y="151"/>
                  </a:cubicBezTo>
                  <a:cubicBezTo>
                    <a:pt x="507" y="175"/>
                    <a:pt x="507" y="203"/>
                    <a:pt x="516" y="227"/>
                  </a:cubicBezTo>
                  <a:cubicBezTo>
                    <a:pt x="555" y="176"/>
                    <a:pt x="538" y="223"/>
                    <a:pt x="547" y="259"/>
                  </a:cubicBezTo>
                  <a:cubicBezTo>
                    <a:pt x="549" y="284"/>
                    <a:pt x="544" y="311"/>
                    <a:pt x="553" y="335"/>
                  </a:cubicBezTo>
                  <a:cubicBezTo>
                    <a:pt x="556" y="342"/>
                    <a:pt x="565" y="320"/>
                    <a:pt x="572" y="322"/>
                  </a:cubicBezTo>
                  <a:cubicBezTo>
                    <a:pt x="579" y="324"/>
                    <a:pt x="577" y="335"/>
                    <a:pt x="579" y="341"/>
                  </a:cubicBezTo>
                  <a:cubicBezTo>
                    <a:pt x="603" y="265"/>
                    <a:pt x="581" y="428"/>
                    <a:pt x="604" y="474"/>
                  </a:cubicBezTo>
                  <a:cubicBezTo>
                    <a:pt x="610" y="444"/>
                    <a:pt x="616" y="425"/>
                    <a:pt x="629" y="398"/>
                  </a:cubicBezTo>
                  <a:cubicBezTo>
                    <a:pt x="652" y="465"/>
                    <a:pt x="652" y="538"/>
                    <a:pt x="673" y="606"/>
                  </a:cubicBezTo>
                  <a:cubicBezTo>
                    <a:pt x="699" y="544"/>
                    <a:pt x="687" y="463"/>
                    <a:pt x="699" y="657"/>
                  </a:cubicBezTo>
                  <a:cubicBezTo>
                    <a:pt x="705" y="651"/>
                    <a:pt x="714" y="630"/>
                    <a:pt x="718" y="638"/>
                  </a:cubicBezTo>
                  <a:cubicBezTo>
                    <a:pt x="738" y="683"/>
                    <a:pt x="709" y="772"/>
                    <a:pt x="737" y="663"/>
                  </a:cubicBezTo>
                  <a:cubicBezTo>
                    <a:pt x="741" y="765"/>
                    <a:pt x="742" y="782"/>
                    <a:pt x="756" y="859"/>
                  </a:cubicBezTo>
                  <a:cubicBezTo>
                    <a:pt x="759" y="847"/>
                    <a:pt x="764" y="798"/>
                    <a:pt x="781" y="859"/>
                  </a:cubicBezTo>
                  <a:cubicBezTo>
                    <a:pt x="811" y="963"/>
                    <a:pt x="767" y="892"/>
                    <a:pt x="800" y="941"/>
                  </a:cubicBezTo>
                  <a:cubicBezTo>
                    <a:pt x="811" y="975"/>
                    <a:pt x="789" y="1021"/>
                    <a:pt x="831" y="979"/>
                  </a:cubicBezTo>
                  <a:cubicBezTo>
                    <a:pt x="862" y="1040"/>
                    <a:pt x="953" y="1165"/>
                    <a:pt x="983" y="1225"/>
                  </a:cubicBezTo>
                  <a:cubicBezTo>
                    <a:pt x="1010" y="1269"/>
                    <a:pt x="982" y="1252"/>
                    <a:pt x="995" y="1244"/>
                  </a:cubicBezTo>
                  <a:cubicBezTo>
                    <a:pt x="1013" y="1190"/>
                    <a:pt x="1027" y="1222"/>
                    <a:pt x="1059" y="1175"/>
                  </a:cubicBezTo>
                  <a:cubicBezTo>
                    <a:pt x="1074" y="1223"/>
                    <a:pt x="1068" y="1200"/>
                    <a:pt x="1078" y="1244"/>
                  </a:cubicBezTo>
                  <a:cubicBezTo>
                    <a:pt x="1109" y="1223"/>
                    <a:pt x="1109" y="1186"/>
                    <a:pt x="1135" y="1225"/>
                  </a:cubicBezTo>
                  <a:cubicBezTo>
                    <a:pt x="1164" y="1203"/>
                    <a:pt x="1175" y="1178"/>
                    <a:pt x="1198" y="1149"/>
                  </a:cubicBezTo>
                  <a:cubicBezTo>
                    <a:pt x="1200" y="1160"/>
                    <a:pt x="1202" y="1170"/>
                    <a:pt x="1204" y="1181"/>
                  </a:cubicBezTo>
                  <a:cubicBezTo>
                    <a:pt x="1206" y="1189"/>
                    <a:pt x="1202" y="1203"/>
                    <a:pt x="1210" y="1206"/>
                  </a:cubicBezTo>
                  <a:cubicBezTo>
                    <a:pt x="1219" y="1210"/>
                    <a:pt x="1227" y="1198"/>
                    <a:pt x="1236" y="1194"/>
                  </a:cubicBezTo>
                  <a:cubicBezTo>
                    <a:pt x="1264" y="1149"/>
                    <a:pt x="1231" y="1188"/>
                    <a:pt x="1261" y="1194"/>
                  </a:cubicBezTo>
                  <a:cubicBezTo>
                    <a:pt x="1269" y="1195"/>
                    <a:pt x="1274" y="1185"/>
                    <a:pt x="1280" y="1181"/>
                  </a:cubicBezTo>
                  <a:cubicBezTo>
                    <a:pt x="1292" y="1162"/>
                    <a:pt x="1298" y="1145"/>
                    <a:pt x="1305" y="1124"/>
                  </a:cubicBezTo>
                  <a:cubicBezTo>
                    <a:pt x="1317" y="1187"/>
                    <a:pt x="1301" y="1145"/>
                    <a:pt x="1330" y="1130"/>
                  </a:cubicBezTo>
                  <a:cubicBezTo>
                    <a:pt x="1336" y="1127"/>
                    <a:pt x="1343" y="1135"/>
                    <a:pt x="1349" y="1137"/>
                  </a:cubicBezTo>
                  <a:cubicBezTo>
                    <a:pt x="1349" y="1137"/>
                    <a:pt x="1336" y="1140"/>
                    <a:pt x="1330" y="1143"/>
                  </a:cubicBezTo>
                  <a:cubicBezTo>
                    <a:pt x="1288" y="1161"/>
                    <a:pt x="1322" y="1156"/>
                    <a:pt x="1273" y="1156"/>
                  </a:cubicBezTo>
                </a:path>
              </a:pathLst>
            </a:custGeom>
            <a:noFill/>
            <a:ln w="9525" cap="flat" cmpd="sng">
              <a:solidFill>
                <a:srgbClr val="FF3300"/>
              </a:solidFill>
              <a:prstDash val="solid"/>
              <a:round/>
              <a:headEnd/>
              <a:tailEnd/>
            </a:ln>
            <a:effectLst/>
          </p:spPr>
          <p:txBody>
            <a:bodyPr wrap="none" anchor="ctr"/>
            <a:lstStyle/>
            <a:p>
              <a:endParaRPr lang="en-GB" sz="1600"/>
            </a:p>
          </p:txBody>
        </p:sp>
        <p:sp>
          <p:nvSpPr>
            <p:cNvPr id="135357" name="Freeform 189"/>
            <p:cNvSpPr>
              <a:spLocks/>
            </p:cNvSpPr>
            <p:nvPr/>
          </p:nvSpPr>
          <p:spPr bwMode="auto">
            <a:xfrm flipV="1">
              <a:off x="2015" y="2553"/>
              <a:ext cx="1396" cy="1206"/>
            </a:xfrm>
            <a:custGeom>
              <a:avLst/>
              <a:gdLst/>
              <a:ahLst/>
              <a:cxnLst>
                <a:cxn ang="0">
                  <a:pos x="0" y="156"/>
                </a:cxn>
                <a:cxn ang="0">
                  <a:pos x="50" y="81"/>
                </a:cxn>
                <a:cxn ang="0">
                  <a:pos x="76" y="62"/>
                </a:cxn>
                <a:cxn ang="0">
                  <a:pos x="107" y="17"/>
                </a:cxn>
                <a:cxn ang="0">
                  <a:pos x="139" y="100"/>
                </a:cxn>
                <a:cxn ang="0">
                  <a:pos x="196" y="74"/>
                </a:cxn>
                <a:cxn ang="0">
                  <a:pos x="240" y="43"/>
                </a:cxn>
                <a:cxn ang="0">
                  <a:pos x="253" y="93"/>
                </a:cxn>
                <a:cxn ang="0">
                  <a:pos x="303" y="68"/>
                </a:cxn>
                <a:cxn ang="0">
                  <a:pos x="328" y="112"/>
                </a:cxn>
                <a:cxn ang="0">
                  <a:pos x="379" y="62"/>
                </a:cxn>
                <a:cxn ang="0">
                  <a:pos x="417" y="125"/>
                </a:cxn>
                <a:cxn ang="0">
                  <a:pos x="429" y="106"/>
                </a:cxn>
                <a:cxn ang="0">
                  <a:pos x="436" y="137"/>
                </a:cxn>
                <a:cxn ang="0">
                  <a:pos x="455" y="207"/>
                </a:cxn>
                <a:cxn ang="0">
                  <a:pos x="486" y="213"/>
                </a:cxn>
                <a:cxn ang="0">
                  <a:pos x="518" y="207"/>
                </a:cxn>
                <a:cxn ang="0">
                  <a:pos x="524" y="226"/>
                </a:cxn>
                <a:cxn ang="0">
                  <a:pos x="543" y="232"/>
                </a:cxn>
                <a:cxn ang="0">
                  <a:pos x="549" y="283"/>
                </a:cxn>
                <a:cxn ang="0">
                  <a:pos x="562" y="321"/>
                </a:cxn>
                <a:cxn ang="0">
                  <a:pos x="606" y="359"/>
                </a:cxn>
                <a:cxn ang="0">
                  <a:pos x="625" y="415"/>
                </a:cxn>
                <a:cxn ang="0">
                  <a:pos x="669" y="580"/>
                </a:cxn>
                <a:cxn ang="0">
                  <a:pos x="695" y="719"/>
                </a:cxn>
                <a:cxn ang="0">
                  <a:pos x="701" y="693"/>
                </a:cxn>
                <a:cxn ang="0">
                  <a:pos x="707" y="712"/>
                </a:cxn>
                <a:cxn ang="0">
                  <a:pos x="714" y="731"/>
                </a:cxn>
                <a:cxn ang="0">
                  <a:pos x="733" y="807"/>
                </a:cxn>
                <a:cxn ang="0">
                  <a:pos x="739" y="895"/>
                </a:cxn>
                <a:cxn ang="0">
                  <a:pos x="758" y="927"/>
                </a:cxn>
                <a:cxn ang="0">
                  <a:pos x="802" y="1041"/>
                </a:cxn>
                <a:cxn ang="0">
                  <a:pos x="846" y="1041"/>
                </a:cxn>
                <a:cxn ang="0">
                  <a:pos x="922" y="1116"/>
                </a:cxn>
                <a:cxn ang="0">
                  <a:pos x="947" y="1186"/>
                </a:cxn>
                <a:cxn ang="0">
                  <a:pos x="934" y="1186"/>
                </a:cxn>
                <a:cxn ang="0">
                  <a:pos x="998" y="1192"/>
                </a:cxn>
                <a:cxn ang="0">
                  <a:pos x="1036" y="1161"/>
                </a:cxn>
                <a:cxn ang="0">
                  <a:pos x="1048" y="1180"/>
                </a:cxn>
                <a:cxn ang="0">
                  <a:pos x="1074" y="1192"/>
                </a:cxn>
                <a:cxn ang="0">
                  <a:pos x="1162" y="1167"/>
                </a:cxn>
                <a:cxn ang="0">
                  <a:pos x="1232" y="1161"/>
                </a:cxn>
                <a:cxn ang="0">
                  <a:pos x="1295" y="1110"/>
                </a:cxn>
                <a:cxn ang="0">
                  <a:pos x="1358" y="1123"/>
                </a:cxn>
                <a:cxn ang="0">
                  <a:pos x="1396" y="1085"/>
                </a:cxn>
              </a:cxnLst>
              <a:rect l="0" t="0" r="r" b="b"/>
              <a:pathLst>
                <a:path w="1396" h="1206">
                  <a:moveTo>
                    <a:pt x="0" y="156"/>
                  </a:moveTo>
                  <a:cubicBezTo>
                    <a:pt x="17" y="134"/>
                    <a:pt x="32" y="101"/>
                    <a:pt x="50" y="81"/>
                  </a:cubicBezTo>
                  <a:cubicBezTo>
                    <a:pt x="57" y="73"/>
                    <a:pt x="68" y="70"/>
                    <a:pt x="76" y="62"/>
                  </a:cubicBezTo>
                  <a:cubicBezTo>
                    <a:pt x="85" y="53"/>
                    <a:pt x="100" y="29"/>
                    <a:pt x="107" y="17"/>
                  </a:cubicBezTo>
                  <a:cubicBezTo>
                    <a:pt x="114" y="59"/>
                    <a:pt x="111" y="72"/>
                    <a:pt x="139" y="100"/>
                  </a:cubicBezTo>
                  <a:cubicBezTo>
                    <a:pt x="166" y="91"/>
                    <a:pt x="176" y="91"/>
                    <a:pt x="196" y="74"/>
                  </a:cubicBezTo>
                  <a:cubicBezTo>
                    <a:pt x="233" y="42"/>
                    <a:pt x="206" y="54"/>
                    <a:pt x="240" y="43"/>
                  </a:cubicBezTo>
                  <a:cubicBezTo>
                    <a:pt x="240" y="44"/>
                    <a:pt x="252" y="93"/>
                    <a:pt x="253" y="93"/>
                  </a:cubicBezTo>
                  <a:cubicBezTo>
                    <a:pt x="271" y="96"/>
                    <a:pt x="285" y="74"/>
                    <a:pt x="303" y="68"/>
                  </a:cubicBezTo>
                  <a:cubicBezTo>
                    <a:pt x="325" y="0"/>
                    <a:pt x="322" y="29"/>
                    <a:pt x="328" y="112"/>
                  </a:cubicBezTo>
                  <a:cubicBezTo>
                    <a:pt x="362" y="87"/>
                    <a:pt x="348" y="81"/>
                    <a:pt x="379" y="62"/>
                  </a:cubicBezTo>
                  <a:cubicBezTo>
                    <a:pt x="389" y="104"/>
                    <a:pt x="361" y="152"/>
                    <a:pt x="417" y="125"/>
                  </a:cubicBezTo>
                  <a:cubicBezTo>
                    <a:pt x="421" y="119"/>
                    <a:pt x="423" y="102"/>
                    <a:pt x="429" y="106"/>
                  </a:cubicBezTo>
                  <a:cubicBezTo>
                    <a:pt x="438" y="112"/>
                    <a:pt x="434" y="127"/>
                    <a:pt x="436" y="137"/>
                  </a:cubicBezTo>
                  <a:cubicBezTo>
                    <a:pt x="447" y="193"/>
                    <a:pt x="435" y="157"/>
                    <a:pt x="455" y="207"/>
                  </a:cubicBezTo>
                  <a:cubicBezTo>
                    <a:pt x="502" y="175"/>
                    <a:pt x="449" y="202"/>
                    <a:pt x="486" y="213"/>
                  </a:cubicBezTo>
                  <a:cubicBezTo>
                    <a:pt x="496" y="216"/>
                    <a:pt x="507" y="209"/>
                    <a:pt x="518" y="207"/>
                  </a:cubicBezTo>
                  <a:cubicBezTo>
                    <a:pt x="520" y="213"/>
                    <a:pt x="519" y="221"/>
                    <a:pt x="524" y="226"/>
                  </a:cubicBezTo>
                  <a:cubicBezTo>
                    <a:pt x="529" y="231"/>
                    <a:pt x="540" y="226"/>
                    <a:pt x="543" y="232"/>
                  </a:cubicBezTo>
                  <a:cubicBezTo>
                    <a:pt x="550" y="248"/>
                    <a:pt x="545" y="266"/>
                    <a:pt x="549" y="283"/>
                  </a:cubicBezTo>
                  <a:cubicBezTo>
                    <a:pt x="552" y="296"/>
                    <a:pt x="558" y="308"/>
                    <a:pt x="562" y="321"/>
                  </a:cubicBezTo>
                  <a:cubicBezTo>
                    <a:pt x="610" y="273"/>
                    <a:pt x="599" y="288"/>
                    <a:pt x="606" y="359"/>
                  </a:cubicBezTo>
                  <a:cubicBezTo>
                    <a:pt x="653" y="327"/>
                    <a:pt x="629" y="392"/>
                    <a:pt x="625" y="415"/>
                  </a:cubicBezTo>
                  <a:cubicBezTo>
                    <a:pt x="631" y="518"/>
                    <a:pt x="607" y="533"/>
                    <a:pt x="669" y="580"/>
                  </a:cubicBezTo>
                  <a:cubicBezTo>
                    <a:pt x="682" y="626"/>
                    <a:pt x="685" y="673"/>
                    <a:pt x="695" y="719"/>
                  </a:cubicBezTo>
                  <a:cubicBezTo>
                    <a:pt x="697" y="710"/>
                    <a:pt x="693" y="697"/>
                    <a:pt x="701" y="693"/>
                  </a:cubicBezTo>
                  <a:cubicBezTo>
                    <a:pt x="707" y="690"/>
                    <a:pt x="705" y="706"/>
                    <a:pt x="707" y="712"/>
                  </a:cubicBezTo>
                  <a:cubicBezTo>
                    <a:pt x="709" y="718"/>
                    <a:pt x="712" y="725"/>
                    <a:pt x="714" y="731"/>
                  </a:cubicBezTo>
                  <a:cubicBezTo>
                    <a:pt x="722" y="756"/>
                    <a:pt x="733" y="807"/>
                    <a:pt x="733" y="807"/>
                  </a:cubicBezTo>
                  <a:cubicBezTo>
                    <a:pt x="735" y="836"/>
                    <a:pt x="733" y="866"/>
                    <a:pt x="739" y="895"/>
                  </a:cubicBezTo>
                  <a:cubicBezTo>
                    <a:pt x="742" y="907"/>
                    <a:pt x="753" y="916"/>
                    <a:pt x="758" y="927"/>
                  </a:cubicBezTo>
                  <a:cubicBezTo>
                    <a:pt x="776" y="965"/>
                    <a:pt x="778" y="1005"/>
                    <a:pt x="802" y="1041"/>
                  </a:cubicBezTo>
                  <a:cubicBezTo>
                    <a:pt x="813" y="1006"/>
                    <a:pt x="817" y="1030"/>
                    <a:pt x="846" y="1041"/>
                  </a:cubicBezTo>
                  <a:cubicBezTo>
                    <a:pt x="878" y="1083"/>
                    <a:pt x="874" y="1098"/>
                    <a:pt x="922" y="1116"/>
                  </a:cubicBezTo>
                  <a:cubicBezTo>
                    <a:pt x="940" y="1142"/>
                    <a:pt x="936" y="1157"/>
                    <a:pt x="947" y="1186"/>
                  </a:cubicBezTo>
                  <a:cubicBezTo>
                    <a:pt x="955" y="1206"/>
                    <a:pt x="924" y="1167"/>
                    <a:pt x="934" y="1186"/>
                  </a:cubicBezTo>
                  <a:cubicBezTo>
                    <a:pt x="941" y="1169"/>
                    <a:pt x="987" y="1206"/>
                    <a:pt x="998" y="1192"/>
                  </a:cubicBezTo>
                  <a:cubicBezTo>
                    <a:pt x="1008" y="1179"/>
                    <a:pt x="1024" y="1173"/>
                    <a:pt x="1036" y="1161"/>
                  </a:cubicBezTo>
                  <a:cubicBezTo>
                    <a:pt x="1040" y="1167"/>
                    <a:pt x="1041" y="1177"/>
                    <a:pt x="1048" y="1180"/>
                  </a:cubicBezTo>
                  <a:cubicBezTo>
                    <a:pt x="1082" y="1193"/>
                    <a:pt x="1056" y="1144"/>
                    <a:pt x="1074" y="1192"/>
                  </a:cubicBezTo>
                  <a:cubicBezTo>
                    <a:pt x="1145" y="1157"/>
                    <a:pt x="1114" y="1156"/>
                    <a:pt x="1162" y="1167"/>
                  </a:cubicBezTo>
                  <a:cubicBezTo>
                    <a:pt x="1192" y="1160"/>
                    <a:pt x="1201" y="1153"/>
                    <a:pt x="1232" y="1161"/>
                  </a:cubicBezTo>
                  <a:cubicBezTo>
                    <a:pt x="1251" y="1141"/>
                    <a:pt x="1295" y="1110"/>
                    <a:pt x="1295" y="1110"/>
                  </a:cubicBezTo>
                  <a:cubicBezTo>
                    <a:pt x="1314" y="1140"/>
                    <a:pt x="1327" y="1138"/>
                    <a:pt x="1358" y="1123"/>
                  </a:cubicBezTo>
                  <a:cubicBezTo>
                    <a:pt x="1373" y="1077"/>
                    <a:pt x="1357" y="1085"/>
                    <a:pt x="1396" y="1085"/>
                  </a:cubicBezTo>
                </a:path>
              </a:pathLst>
            </a:custGeom>
            <a:noFill/>
            <a:ln w="9525" cap="flat" cmpd="sng">
              <a:solidFill>
                <a:srgbClr val="FF3300"/>
              </a:solidFill>
              <a:prstDash val="solid"/>
              <a:round/>
              <a:headEnd/>
              <a:tailEnd/>
            </a:ln>
            <a:effectLst/>
          </p:spPr>
          <p:txBody>
            <a:bodyPr wrap="none" anchor="ctr"/>
            <a:lstStyle/>
            <a:p>
              <a:endParaRPr lang="en-GB" sz="1600"/>
            </a:p>
          </p:txBody>
        </p:sp>
        <p:sp>
          <p:nvSpPr>
            <p:cNvPr id="135358" name="Freeform 190"/>
            <p:cNvSpPr>
              <a:spLocks/>
            </p:cNvSpPr>
            <p:nvPr/>
          </p:nvSpPr>
          <p:spPr bwMode="auto">
            <a:xfrm flipV="1">
              <a:off x="1939" y="2577"/>
              <a:ext cx="1472" cy="1067"/>
            </a:xfrm>
            <a:custGeom>
              <a:avLst/>
              <a:gdLst/>
              <a:ahLst/>
              <a:cxnLst>
                <a:cxn ang="0">
                  <a:pos x="1472" y="1048"/>
                </a:cxn>
                <a:cxn ang="0">
                  <a:pos x="1409" y="1023"/>
                </a:cxn>
                <a:cxn ang="0">
                  <a:pos x="1415" y="991"/>
                </a:cxn>
                <a:cxn ang="0">
                  <a:pos x="1421" y="966"/>
                </a:cxn>
                <a:cxn ang="0">
                  <a:pos x="1415" y="941"/>
                </a:cxn>
                <a:cxn ang="0">
                  <a:pos x="1409" y="909"/>
                </a:cxn>
                <a:cxn ang="0">
                  <a:pos x="1377" y="947"/>
                </a:cxn>
                <a:cxn ang="0">
                  <a:pos x="1352" y="833"/>
                </a:cxn>
                <a:cxn ang="0">
                  <a:pos x="1320" y="695"/>
                </a:cxn>
                <a:cxn ang="0">
                  <a:pos x="1301" y="707"/>
                </a:cxn>
                <a:cxn ang="0">
                  <a:pos x="1295" y="682"/>
                </a:cxn>
                <a:cxn ang="0">
                  <a:pos x="1257" y="587"/>
                </a:cxn>
                <a:cxn ang="0">
                  <a:pos x="1219" y="473"/>
                </a:cxn>
                <a:cxn ang="0">
                  <a:pos x="1200" y="480"/>
                </a:cxn>
                <a:cxn ang="0">
                  <a:pos x="1143" y="385"/>
                </a:cxn>
                <a:cxn ang="0">
                  <a:pos x="1105" y="259"/>
                </a:cxn>
                <a:cxn ang="0">
                  <a:pos x="1080" y="221"/>
                </a:cxn>
                <a:cxn ang="0">
                  <a:pos x="1042" y="170"/>
                </a:cxn>
                <a:cxn ang="0">
                  <a:pos x="1023" y="177"/>
                </a:cxn>
                <a:cxn ang="0">
                  <a:pos x="1017" y="196"/>
                </a:cxn>
                <a:cxn ang="0">
                  <a:pos x="1011" y="177"/>
                </a:cxn>
                <a:cxn ang="0">
                  <a:pos x="966" y="120"/>
                </a:cxn>
                <a:cxn ang="0">
                  <a:pos x="948" y="126"/>
                </a:cxn>
                <a:cxn ang="0">
                  <a:pos x="859" y="57"/>
                </a:cxn>
                <a:cxn ang="0">
                  <a:pos x="853" y="76"/>
                </a:cxn>
                <a:cxn ang="0">
                  <a:pos x="821" y="44"/>
                </a:cxn>
                <a:cxn ang="0">
                  <a:pos x="752" y="19"/>
                </a:cxn>
                <a:cxn ang="0">
                  <a:pos x="689" y="0"/>
                </a:cxn>
                <a:cxn ang="0">
                  <a:pos x="651" y="25"/>
                </a:cxn>
                <a:cxn ang="0">
                  <a:pos x="625" y="50"/>
                </a:cxn>
                <a:cxn ang="0">
                  <a:pos x="619" y="69"/>
                </a:cxn>
                <a:cxn ang="0">
                  <a:pos x="613" y="50"/>
                </a:cxn>
                <a:cxn ang="0">
                  <a:pos x="588" y="25"/>
                </a:cxn>
                <a:cxn ang="0">
                  <a:pos x="569" y="82"/>
                </a:cxn>
                <a:cxn ang="0">
                  <a:pos x="562" y="63"/>
                </a:cxn>
                <a:cxn ang="0">
                  <a:pos x="543" y="50"/>
                </a:cxn>
                <a:cxn ang="0">
                  <a:pos x="512" y="82"/>
                </a:cxn>
                <a:cxn ang="0">
                  <a:pos x="486" y="126"/>
                </a:cxn>
                <a:cxn ang="0">
                  <a:pos x="480" y="151"/>
                </a:cxn>
                <a:cxn ang="0">
                  <a:pos x="474" y="132"/>
                </a:cxn>
                <a:cxn ang="0">
                  <a:pos x="449" y="145"/>
                </a:cxn>
                <a:cxn ang="0">
                  <a:pos x="423" y="208"/>
                </a:cxn>
                <a:cxn ang="0">
                  <a:pos x="417" y="183"/>
                </a:cxn>
                <a:cxn ang="0">
                  <a:pos x="398" y="196"/>
                </a:cxn>
                <a:cxn ang="0">
                  <a:pos x="373" y="252"/>
                </a:cxn>
                <a:cxn ang="0">
                  <a:pos x="335" y="379"/>
                </a:cxn>
                <a:cxn ang="0">
                  <a:pos x="310" y="429"/>
                </a:cxn>
                <a:cxn ang="0">
                  <a:pos x="291" y="518"/>
                </a:cxn>
                <a:cxn ang="0">
                  <a:pos x="240" y="688"/>
                </a:cxn>
                <a:cxn ang="0">
                  <a:pos x="171" y="884"/>
                </a:cxn>
                <a:cxn ang="0">
                  <a:pos x="164" y="865"/>
                </a:cxn>
                <a:cxn ang="0">
                  <a:pos x="158" y="840"/>
                </a:cxn>
                <a:cxn ang="0">
                  <a:pos x="145" y="897"/>
                </a:cxn>
                <a:cxn ang="0">
                  <a:pos x="108" y="1067"/>
                </a:cxn>
                <a:cxn ang="0">
                  <a:pos x="70" y="1055"/>
                </a:cxn>
                <a:cxn ang="0">
                  <a:pos x="0" y="1055"/>
                </a:cxn>
              </a:cxnLst>
              <a:rect l="0" t="0" r="r" b="b"/>
              <a:pathLst>
                <a:path w="1472" h="1067">
                  <a:moveTo>
                    <a:pt x="1472" y="1048"/>
                  </a:moveTo>
                  <a:cubicBezTo>
                    <a:pt x="1451" y="1038"/>
                    <a:pt x="1431" y="1030"/>
                    <a:pt x="1409" y="1023"/>
                  </a:cubicBezTo>
                  <a:cubicBezTo>
                    <a:pt x="1411" y="1012"/>
                    <a:pt x="1413" y="1002"/>
                    <a:pt x="1415" y="991"/>
                  </a:cubicBezTo>
                  <a:cubicBezTo>
                    <a:pt x="1418" y="978"/>
                    <a:pt x="1439" y="902"/>
                    <a:pt x="1421" y="966"/>
                  </a:cubicBezTo>
                  <a:cubicBezTo>
                    <a:pt x="1419" y="958"/>
                    <a:pt x="1417" y="949"/>
                    <a:pt x="1415" y="941"/>
                  </a:cubicBezTo>
                  <a:cubicBezTo>
                    <a:pt x="1413" y="930"/>
                    <a:pt x="1419" y="914"/>
                    <a:pt x="1409" y="909"/>
                  </a:cubicBezTo>
                  <a:cubicBezTo>
                    <a:pt x="1403" y="906"/>
                    <a:pt x="1379" y="944"/>
                    <a:pt x="1377" y="947"/>
                  </a:cubicBezTo>
                  <a:cubicBezTo>
                    <a:pt x="1372" y="890"/>
                    <a:pt x="1373" y="878"/>
                    <a:pt x="1352" y="833"/>
                  </a:cubicBezTo>
                  <a:cubicBezTo>
                    <a:pt x="1343" y="787"/>
                    <a:pt x="1335" y="739"/>
                    <a:pt x="1320" y="695"/>
                  </a:cubicBezTo>
                  <a:cubicBezTo>
                    <a:pt x="1314" y="699"/>
                    <a:pt x="1308" y="710"/>
                    <a:pt x="1301" y="707"/>
                  </a:cubicBezTo>
                  <a:cubicBezTo>
                    <a:pt x="1293" y="703"/>
                    <a:pt x="1297" y="690"/>
                    <a:pt x="1295" y="682"/>
                  </a:cubicBezTo>
                  <a:cubicBezTo>
                    <a:pt x="1286" y="650"/>
                    <a:pt x="1275" y="614"/>
                    <a:pt x="1257" y="587"/>
                  </a:cubicBezTo>
                  <a:cubicBezTo>
                    <a:pt x="1245" y="548"/>
                    <a:pt x="1228" y="512"/>
                    <a:pt x="1219" y="473"/>
                  </a:cubicBezTo>
                  <a:cubicBezTo>
                    <a:pt x="1213" y="475"/>
                    <a:pt x="1204" y="485"/>
                    <a:pt x="1200" y="480"/>
                  </a:cubicBezTo>
                  <a:cubicBezTo>
                    <a:pt x="1173" y="449"/>
                    <a:pt x="1187" y="399"/>
                    <a:pt x="1143" y="385"/>
                  </a:cubicBezTo>
                  <a:cubicBezTo>
                    <a:pt x="1136" y="340"/>
                    <a:pt x="1131" y="297"/>
                    <a:pt x="1105" y="259"/>
                  </a:cubicBezTo>
                  <a:cubicBezTo>
                    <a:pt x="1094" y="225"/>
                    <a:pt x="1106" y="254"/>
                    <a:pt x="1080" y="221"/>
                  </a:cubicBezTo>
                  <a:cubicBezTo>
                    <a:pt x="1067" y="205"/>
                    <a:pt x="1042" y="170"/>
                    <a:pt x="1042" y="170"/>
                  </a:cubicBezTo>
                  <a:cubicBezTo>
                    <a:pt x="1036" y="172"/>
                    <a:pt x="1028" y="172"/>
                    <a:pt x="1023" y="177"/>
                  </a:cubicBezTo>
                  <a:cubicBezTo>
                    <a:pt x="1018" y="182"/>
                    <a:pt x="1024" y="196"/>
                    <a:pt x="1017" y="196"/>
                  </a:cubicBezTo>
                  <a:cubicBezTo>
                    <a:pt x="1010" y="196"/>
                    <a:pt x="1015" y="183"/>
                    <a:pt x="1011" y="177"/>
                  </a:cubicBezTo>
                  <a:cubicBezTo>
                    <a:pt x="998" y="157"/>
                    <a:pt x="966" y="120"/>
                    <a:pt x="966" y="120"/>
                  </a:cubicBezTo>
                  <a:cubicBezTo>
                    <a:pt x="960" y="122"/>
                    <a:pt x="953" y="129"/>
                    <a:pt x="948" y="126"/>
                  </a:cubicBezTo>
                  <a:cubicBezTo>
                    <a:pt x="901" y="96"/>
                    <a:pt x="906" y="72"/>
                    <a:pt x="859" y="57"/>
                  </a:cubicBezTo>
                  <a:cubicBezTo>
                    <a:pt x="857" y="63"/>
                    <a:pt x="859" y="74"/>
                    <a:pt x="853" y="76"/>
                  </a:cubicBezTo>
                  <a:cubicBezTo>
                    <a:pt x="839" y="79"/>
                    <a:pt x="827" y="49"/>
                    <a:pt x="821" y="44"/>
                  </a:cubicBezTo>
                  <a:cubicBezTo>
                    <a:pt x="795" y="24"/>
                    <a:pt x="781" y="25"/>
                    <a:pt x="752" y="19"/>
                  </a:cubicBezTo>
                  <a:cubicBezTo>
                    <a:pt x="718" y="40"/>
                    <a:pt x="719" y="19"/>
                    <a:pt x="689" y="0"/>
                  </a:cubicBezTo>
                  <a:cubicBezTo>
                    <a:pt x="668" y="30"/>
                    <a:pt x="684" y="48"/>
                    <a:pt x="651" y="25"/>
                  </a:cubicBezTo>
                  <a:cubicBezTo>
                    <a:pt x="642" y="33"/>
                    <a:pt x="632" y="40"/>
                    <a:pt x="625" y="50"/>
                  </a:cubicBezTo>
                  <a:cubicBezTo>
                    <a:pt x="621" y="55"/>
                    <a:pt x="626" y="69"/>
                    <a:pt x="619" y="69"/>
                  </a:cubicBezTo>
                  <a:cubicBezTo>
                    <a:pt x="612" y="69"/>
                    <a:pt x="615" y="56"/>
                    <a:pt x="613" y="50"/>
                  </a:cubicBezTo>
                  <a:cubicBezTo>
                    <a:pt x="605" y="25"/>
                    <a:pt x="612" y="33"/>
                    <a:pt x="588" y="25"/>
                  </a:cubicBezTo>
                  <a:cubicBezTo>
                    <a:pt x="587" y="29"/>
                    <a:pt x="579" y="79"/>
                    <a:pt x="569" y="82"/>
                  </a:cubicBezTo>
                  <a:cubicBezTo>
                    <a:pt x="563" y="84"/>
                    <a:pt x="566" y="68"/>
                    <a:pt x="562" y="63"/>
                  </a:cubicBezTo>
                  <a:cubicBezTo>
                    <a:pt x="557" y="57"/>
                    <a:pt x="549" y="54"/>
                    <a:pt x="543" y="50"/>
                  </a:cubicBezTo>
                  <a:cubicBezTo>
                    <a:pt x="529" y="109"/>
                    <a:pt x="551" y="50"/>
                    <a:pt x="512" y="82"/>
                  </a:cubicBezTo>
                  <a:cubicBezTo>
                    <a:pt x="499" y="93"/>
                    <a:pt x="496" y="112"/>
                    <a:pt x="486" y="126"/>
                  </a:cubicBezTo>
                  <a:cubicBezTo>
                    <a:pt x="484" y="134"/>
                    <a:pt x="488" y="147"/>
                    <a:pt x="480" y="151"/>
                  </a:cubicBezTo>
                  <a:cubicBezTo>
                    <a:pt x="474" y="154"/>
                    <a:pt x="481" y="133"/>
                    <a:pt x="474" y="132"/>
                  </a:cubicBezTo>
                  <a:cubicBezTo>
                    <a:pt x="465" y="130"/>
                    <a:pt x="457" y="141"/>
                    <a:pt x="449" y="145"/>
                  </a:cubicBezTo>
                  <a:cubicBezTo>
                    <a:pt x="434" y="166"/>
                    <a:pt x="430" y="183"/>
                    <a:pt x="423" y="208"/>
                  </a:cubicBezTo>
                  <a:cubicBezTo>
                    <a:pt x="421" y="200"/>
                    <a:pt x="425" y="187"/>
                    <a:pt x="417" y="183"/>
                  </a:cubicBezTo>
                  <a:cubicBezTo>
                    <a:pt x="410" y="180"/>
                    <a:pt x="403" y="190"/>
                    <a:pt x="398" y="196"/>
                  </a:cubicBezTo>
                  <a:cubicBezTo>
                    <a:pt x="388" y="209"/>
                    <a:pt x="383" y="236"/>
                    <a:pt x="373" y="252"/>
                  </a:cubicBezTo>
                  <a:cubicBezTo>
                    <a:pt x="367" y="290"/>
                    <a:pt x="353" y="343"/>
                    <a:pt x="335" y="379"/>
                  </a:cubicBezTo>
                  <a:cubicBezTo>
                    <a:pt x="314" y="422"/>
                    <a:pt x="328" y="370"/>
                    <a:pt x="310" y="429"/>
                  </a:cubicBezTo>
                  <a:cubicBezTo>
                    <a:pt x="301" y="458"/>
                    <a:pt x="300" y="489"/>
                    <a:pt x="291" y="518"/>
                  </a:cubicBezTo>
                  <a:cubicBezTo>
                    <a:pt x="241" y="418"/>
                    <a:pt x="312" y="665"/>
                    <a:pt x="240" y="688"/>
                  </a:cubicBezTo>
                  <a:cubicBezTo>
                    <a:pt x="205" y="746"/>
                    <a:pt x="195" y="820"/>
                    <a:pt x="171" y="884"/>
                  </a:cubicBezTo>
                  <a:cubicBezTo>
                    <a:pt x="169" y="878"/>
                    <a:pt x="166" y="871"/>
                    <a:pt x="164" y="865"/>
                  </a:cubicBezTo>
                  <a:cubicBezTo>
                    <a:pt x="162" y="857"/>
                    <a:pt x="166" y="836"/>
                    <a:pt x="158" y="840"/>
                  </a:cubicBezTo>
                  <a:cubicBezTo>
                    <a:pt x="141" y="849"/>
                    <a:pt x="151" y="878"/>
                    <a:pt x="145" y="897"/>
                  </a:cubicBezTo>
                  <a:cubicBezTo>
                    <a:pt x="128" y="953"/>
                    <a:pt x="126" y="1011"/>
                    <a:pt x="108" y="1067"/>
                  </a:cubicBezTo>
                  <a:cubicBezTo>
                    <a:pt x="99" y="1035"/>
                    <a:pt x="93" y="1019"/>
                    <a:pt x="70" y="1055"/>
                  </a:cubicBezTo>
                  <a:cubicBezTo>
                    <a:pt x="36" y="1032"/>
                    <a:pt x="36" y="1055"/>
                    <a:pt x="0" y="1055"/>
                  </a:cubicBezTo>
                </a:path>
              </a:pathLst>
            </a:custGeom>
            <a:noFill/>
            <a:ln w="9525" cap="flat" cmpd="sng">
              <a:solidFill>
                <a:srgbClr val="FF3300"/>
              </a:solidFill>
              <a:prstDash val="solid"/>
              <a:round/>
              <a:headEnd/>
              <a:tailEnd/>
            </a:ln>
            <a:effectLst/>
          </p:spPr>
          <p:txBody>
            <a:bodyPr wrap="none" anchor="ctr"/>
            <a:lstStyle/>
            <a:p>
              <a:endParaRPr lang="en-GB" sz="1600"/>
            </a:p>
          </p:txBody>
        </p:sp>
        <p:sp>
          <p:nvSpPr>
            <p:cNvPr id="135359" name="Freeform 191"/>
            <p:cNvSpPr>
              <a:spLocks/>
            </p:cNvSpPr>
            <p:nvPr/>
          </p:nvSpPr>
          <p:spPr bwMode="auto">
            <a:xfrm flipV="1">
              <a:off x="1989" y="2550"/>
              <a:ext cx="1484" cy="1164"/>
            </a:xfrm>
            <a:custGeom>
              <a:avLst/>
              <a:gdLst/>
              <a:ahLst/>
              <a:cxnLst>
                <a:cxn ang="0">
                  <a:pos x="13" y="1031"/>
                </a:cxn>
                <a:cxn ang="0">
                  <a:pos x="25" y="1012"/>
                </a:cxn>
                <a:cxn ang="0">
                  <a:pos x="63" y="1019"/>
                </a:cxn>
                <a:cxn ang="0">
                  <a:pos x="120" y="817"/>
                </a:cxn>
                <a:cxn ang="0">
                  <a:pos x="145" y="861"/>
                </a:cxn>
                <a:cxn ang="0">
                  <a:pos x="202" y="760"/>
                </a:cxn>
                <a:cxn ang="0">
                  <a:pos x="253" y="469"/>
                </a:cxn>
                <a:cxn ang="0">
                  <a:pos x="290" y="482"/>
                </a:cxn>
                <a:cxn ang="0">
                  <a:pos x="410" y="223"/>
                </a:cxn>
                <a:cxn ang="0">
                  <a:pos x="511" y="97"/>
                </a:cxn>
                <a:cxn ang="0">
                  <a:pos x="562" y="103"/>
                </a:cxn>
                <a:cxn ang="0">
                  <a:pos x="631" y="90"/>
                </a:cxn>
                <a:cxn ang="0">
                  <a:pos x="682" y="21"/>
                </a:cxn>
                <a:cxn ang="0">
                  <a:pos x="707" y="84"/>
                </a:cxn>
                <a:cxn ang="0">
                  <a:pos x="770" y="46"/>
                </a:cxn>
                <a:cxn ang="0">
                  <a:pos x="789" y="90"/>
                </a:cxn>
                <a:cxn ang="0">
                  <a:pos x="853" y="78"/>
                </a:cxn>
                <a:cxn ang="0">
                  <a:pos x="878" y="135"/>
                </a:cxn>
                <a:cxn ang="0">
                  <a:pos x="890" y="59"/>
                </a:cxn>
                <a:cxn ang="0">
                  <a:pos x="979" y="191"/>
                </a:cxn>
                <a:cxn ang="0">
                  <a:pos x="1023" y="172"/>
                </a:cxn>
                <a:cxn ang="0">
                  <a:pos x="1061" y="242"/>
                </a:cxn>
                <a:cxn ang="0">
                  <a:pos x="1099" y="343"/>
                </a:cxn>
                <a:cxn ang="0">
                  <a:pos x="1118" y="368"/>
                </a:cxn>
                <a:cxn ang="0">
                  <a:pos x="1162" y="406"/>
                </a:cxn>
                <a:cxn ang="0">
                  <a:pos x="1175" y="476"/>
                </a:cxn>
                <a:cxn ang="0">
                  <a:pos x="1213" y="551"/>
                </a:cxn>
                <a:cxn ang="0">
                  <a:pos x="1244" y="627"/>
                </a:cxn>
                <a:cxn ang="0">
                  <a:pos x="1288" y="741"/>
                </a:cxn>
                <a:cxn ang="0">
                  <a:pos x="1314" y="772"/>
                </a:cxn>
                <a:cxn ang="0">
                  <a:pos x="1370" y="1063"/>
                </a:cxn>
                <a:cxn ang="0">
                  <a:pos x="1459" y="1164"/>
                </a:cxn>
                <a:cxn ang="0">
                  <a:pos x="1478" y="1038"/>
                </a:cxn>
              </a:cxnLst>
              <a:rect l="0" t="0" r="r" b="b"/>
              <a:pathLst>
                <a:path w="1484" h="1164">
                  <a:moveTo>
                    <a:pt x="0" y="1057"/>
                  </a:moveTo>
                  <a:cubicBezTo>
                    <a:pt x="4" y="1048"/>
                    <a:pt x="10" y="1040"/>
                    <a:pt x="13" y="1031"/>
                  </a:cubicBezTo>
                  <a:cubicBezTo>
                    <a:pt x="17" y="1019"/>
                    <a:pt x="12" y="1004"/>
                    <a:pt x="19" y="993"/>
                  </a:cubicBezTo>
                  <a:cubicBezTo>
                    <a:pt x="23" y="987"/>
                    <a:pt x="21" y="1007"/>
                    <a:pt x="25" y="1012"/>
                  </a:cubicBezTo>
                  <a:cubicBezTo>
                    <a:pt x="30" y="1018"/>
                    <a:pt x="38" y="1021"/>
                    <a:pt x="44" y="1025"/>
                  </a:cubicBezTo>
                  <a:cubicBezTo>
                    <a:pt x="53" y="997"/>
                    <a:pt x="52" y="960"/>
                    <a:pt x="63" y="1019"/>
                  </a:cubicBezTo>
                  <a:cubicBezTo>
                    <a:pt x="88" y="983"/>
                    <a:pt x="81" y="957"/>
                    <a:pt x="88" y="911"/>
                  </a:cubicBezTo>
                  <a:cubicBezTo>
                    <a:pt x="93" y="879"/>
                    <a:pt x="108" y="847"/>
                    <a:pt x="120" y="817"/>
                  </a:cubicBezTo>
                  <a:cubicBezTo>
                    <a:pt x="124" y="823"/>
                    <a:pt x="129" y="829"/>
                    <a:pt x="133" y="836"/>
                  </a:cubicBezTo>
                  <a:cubicBezTo>
                    <a:pt x="138" y="844"/>
                    <a:pt x="136" y="859"/>
                    <a:pt x="145" y="861"/>
                  </a:cubicBezTo>
                  <a:cubicBezTo>
                    <a:pt x="152" y="863"/>
                    <a:pt x="154" y="849"/>
                    <a:pt x="158" y="842"/>
                  </a:cubicBezTo>
                  <a:cubicBezTo>
                    <a:pt x="175" y="814"/>
                    <a:pt x="184" y="786"/>
                    <a:pt x="202" y="760"/>
                  </a:cubicBezTo>
                  <a:cubicBezTo>
                    <a:pt x="219" y="704"/>
                    <a:pt x="227" y="660"/>
                    <a:pt x="234" y="602"/>
                  </a:cubicBezTo>
                  <a:cubicBezTo>
                    <a:pt x="259" y="682"/>
                    <a:pt x="237" y="514"/>
                    <a:pt x="253" y="469"/>
                  </a:cubicBezTo>
                  <a:cubicBezTo>
                    <a:pt x="259" y="478"/>
                    <a:pt x="261" y="492"/>
                    <a:pt x="271" y="495"/>
                  </a:cubicBezTo>
                  <a:cubicBezTo>
                    <a:pt x="278" y="498"/>
                    <a:pt x="285" y="488"/>
                    <a:pt x="290" y="482"/>
                  </a:cubicBezTo>
                  <a:cubicBezTo>
                    <a:pt x="296" y="475"/>
                    <a:pt x="318" y="406"/>
                    <a:pt x="322" y="393"/>
                  </a:cubicBezTo>
                  <a:cubicBezTo>
                    <a:pt x="332" y="322"/>
                    <a:pt x="354" y="268"/>
                    <a:pt x="410" y="223"/>
                  </a:cubicBezTo>
                  <a:cubicBezTo>
                    <a:pt x="422" y="200"/>
                    <a:pt x="430" y="176"/>
                    <a:pt x="442" y="153"/>
                  </a:cubicBezTo>
                  <a:cubicBezTo>
                    <a:pt x="486" y="183"/>
                    <a:pt x="499" y="134"/>
                    <a:pt x="511" y="97"/>
                  </a:cubicBezTo>
                  <a:cubicBezTo>
                    <a:pt x="524" y="114"/>
                    <a:pt x="541" y="140"/>
                    <a:pt x="549" y="135"/>
                  </a:cubicBezTo>
                  <a:cubicBezTo>
                    <a:pt x="559" y="129"/>
                    <a:pt x="555" y="112"/>
                    <a:pt x="562" y="103"/>
                  </a:cubicBezTo>
                  <a:cubicBezTo>
                    <a:pt x="573" y="89"/>
                    <a:pt x="600" y="65"/>
                    <a:pt x="600" y="65"/>
                  </a:cubicBezTo>
                  <a:cubicBezTo>
                    <a:pt x="614" y="21"/>
                    <a:pt x="618" y="70"/>
                    <a:pt x="631" y="90"/>
                  </a:cubicBezTo>
                  <a:cubicBezTo>
                    <a:pt x="636" y="66"/>
                    <a:pt x="632" y="0"/>
                    <a:pt x="663" y="46"/>
                  </a:cubicBezTo>
                  <a:cubicBezTo>
                    <a:pt x="677" y="89"/>
                    <a:pt x="677" y="38"/>
                    <a:pt x="682" y="21"/>
                  </a:cubicBezTo>
                  <a:cubicBezTo>
                    <a:pt x="684" y="44"/>
                    <a:pt x="679" y="69"/>
                    <a:pt x="688" y="90"/>
                  </a:cubicBezTo>
                  <a:cubicBezTo>
                    <a:pt x="690" y="96"/>
                    <a:pt x="703" y="89"/>
                    <a:pt x="707" y="84"/>
                  </a:cubicBezTo>
                  <a:cubicBezTo>
                    <a:pt x="718" y="70"/>
                    <a:pt x="721" y="38"/>
                    <a:pt x="733" y="21"/>
                  </a:cubicBezTo>
                  <a:cubicBezTo>
                    <a:pt x="737" y="57"/>
                    <a:pt x="741" y="123"/>
                    <a:pt x="770" y="46"/>
                  </a:cubicBezTo>
                  <a:cubicBezTo>
                    <a:pt x="772" y="54"/>
                    <a:pt x="774" y="63"/>
                    <a:pt x="777" y="71"/>
                  </a:cubicBezTo>
                  <a:cubicBezTo>
                    <a:pt x="780" y="78"/>
                    <a:pt x="782" y="93"/>
                    <a:pt x="789" y="90"/>
                  </a:cubicBezTo>
                  <a:cubicBezTo>
                    <a:pt x="802" y="84"/>
                    <a:pt x="809" y="29"/>
                    <a:pt x="815" y="15"/>
                  </a:cubicBezTo>
                  <a:cubicBezTo>
                    <a:pt x="831" y="37"/>
                    <a:pt x="838" y="56"/>
                    <a:pt x="853" y="78"/>
                  </a:cubicBezTo>
                  <a:cubicBezTo>
                    <a:pt x="857" y="91"/>
                    <a:pt x="860" y="104"/>
                    <a:pt x="865" y="116"/>
                  </a:cubicBezTo>
                  <a:cubicBezTo>
                    <a:pt x="868" y="123"/>
                    <a:pt x="872" y="139"/>
                    <a:pt x="878" y="135"/>
                  </a:cubicBezTo>
                  <a:cubicBezTo>
                    <a:pt x="887" y="129"/>
                    <a:pt x="882" y="114"/>
                    <a:pt x="884" y="103"/>
                  </a:cubicBezTo>
                  <a:cubicBezTo>
                    <a:pt x="886" y="88"/>
                    <a:pt x="888" y="74"/>
                    <a:pt x="890" y="59"/>
                  </a:cubicBezTo>
                  <a:cubicBezTo>
                    <a:pt x="912" y="119"/>
                    <a:pt x="939" y="172"/>
                    <a:pt x="966" y="229"/>
                  </a:cubicBezTo>
                  <a:cubicBezTo>
                    <a:pt x="970" y="216"/>
                    <a:pt x="976" y="204"/>
                    <a:pt x="979" y="191"/>
                  </a:cubicBezTo>
                  <a:cubicBezTo>
                    <a:pt x="984" y="166"/>
                    <a:pt x="991" y="116"/>
                    <a:pt x="991" y="116"/>
                  </a:cubicBezTo>
                  <a:cubicBezTo>
                    <a:pt x="1004" y="135"/>
                    <a:pt x="1010" y="153"/>
                    <a:pt x="1023" y="172"/>
                  </a:cubicBezTo>
                  <a:cubicBezTo>
                    <a:pt x="1028" y="196"/>
                    <a:pt x="1036" y="218"/>
                    <a:pt x="1042" y="242"/>
                  </a:cubicBezTo>
                  <a:cubicBezTo>
                    <a:pt x="1057" y="178"/>
                    <a:pt x="1036" y="242"/>
                    <a:pt x="1061" y="242"/>
                  </a:cubicBezTo>
                  <a:cubicBezTo>
                    <a:pt x="1070" y="242"/>
                    <a:pt x="1070" y="225"/>
                    <a:pt x="1074" y="217"/>
                  </a:cubicBezTo>
                  <a:cubicBezTo>
                    <a:pt x="1090" y="259"/>
                    <a:pt x="1094" y="297"/>
                    <a:pt x="1099" y="343"/>
                  </a:cubicBezTo>
                  <a:cubicBezTo>
                    <a:pt x="1103" y="337"/>
                    <a:pt x="1106" y="318"/>
                    <a:pt x="1111" y="324"/>
                  </a:cubicBezTo>
                  <a:cubicBezTo>
                    <a:pt x="1120" y="336"/>
                    <a:pt x="1117" y="353"/>
                    <a:pt x="1118" y="368"/>
                  </a:cubicBezTo>
                  <a:cubicBezTo>
                    <a:pt x="1123" y="428"/>
                    <a:pt x="1114" y="496"/>
                    <a:pt x="1143" y="551"/>
                  </a:cubicBezTo>
                  <a:cubicBezTo>
                    <a:pt x="1147" y="495"/>
                    <a:pt x="1146" y="456"/>
                    <a:pt x="1162" y="406"/>
                  </a:cubicBezTo>
                  <a:cubicBezTo>
                    <a:pt x="1164" y="440"/>
                    <a:pt x="1162" y="474"/>
                    <a:pt x="1168" y="507"/>
                  </a:cubicBezTo>
                  <a:cubicBezTo>
                    <a:pt x="1170" y="517"/>
                    <a:pt x="1173" y="466"/>
                    <a:pt x="1175" y="476"/>
                  </a:cubicBezTo>
                  <a:cubicBezTo>
                    <a:pt x="1193" y="557"/>
                    <a:pt x="1181" y="645"/>
                    <a:pt x="1194" y="728"/>
                  </a:cubicBezTo>
                  <a:cubicBezTo>
                    <a:pt x="1202" y="669"/>
                    <a:pt x="1198" y="608"/>
                    <a:pt x="1213" y="551"/>
                  </a:cubicBezTo>
                  <a:cubicBezTo>
                    <a:pt x="1216" y="538"/>
                    <a:pt x="1220" y="577"/>
                    <a:pt x="1225" y="589"/>
                  </a:cubicBezTo>
                  <a:cubicBezTo>
                    <a:pt x="1230" y="602"/>
                    <a:pt x="1238" y="614"/>
                    <a:pt x="1244" y="627"/>
                  </a:cubicBezTo>
                  <a:cubicBezTo>
                    <a:pt x="1250" y="652"/>
                    <a:pt x="1247" y="702"/>
                    <a:pt x="1276" y="659"/>
                  </a:cubicBezTo>
                  <a:cubicBezTo>
                    <a:pt x="1280" y="686"/>
                    <a:pt x="1281" y="714"/>
                    <a:pt x="1288" y="741"/>
                  </a:cubicBezTo>
                  <a:cubicBezTo>
                    <a:pt x="1293" y="760"/>
                    <a:pt x="1307" y="798"/>
                    <a:pt x="1307" y="798"/>
                  </a:cubicBezTo>
                  <a:cubicBezTo>
                    <a:pt x="1309" y="789"/>
                    <a:pt x="1313" y="763"/>
                    <a:pt x="1314" y="772"/>
                  </a:cubicBezTo>
                  <a:cubicBezTo>
                    <a:pt x="1319" y="814"/>
                    <a:pt x="1315" y="857"/>
                    <a:pt x="1320" y="899"/>
                  </a:cubicBezTo>
                  <a:cubicBezTo>
                    <a:pt x="1326" y="958"/>
                    <a:pt x="1350" y="1009"/>
                    <a:pt x="1370" y="1063"/>
                  </a:cubicBezTo>
                  <a:cubicBezTo>
                    <a:pt x="1386" y="1024"/>
                    <a:pt x="1394" y="984"/>
                    <a:pt x="1402" y="943"/>
                  </a:cubicBezTo>
                  <a:cubicBezTo>
                    <a:pt x="1411" y="1030"/>
                    <a:pt x="1444" y="1083"/>
                    <a:pt x="1459" y="1164"/>
                  </a:cubicBezTo>
                  <a:cubicBezTo>
                    <a:pt x="1464" y="1128"/>
                    <a:pt x="1465" y="1092"/>
                    <a:pt x="1471" y="1057"/>
                  </a:cubicBezTo>
                  <a:cubicBezTo>
                    <a:pt x="1472" y="1050"/>
                    <a:pt x="1471" y="1038"/>
                    <a:pt x="1478" y="1038"/>
                  </a:cubicBezTo>
                  <a:cubicBezTo>
                    <a:pt x="1484" y="1038"/>
                    <a:pt x="1478" y="1051"/>
                    <a:pt x="1478" y="1057"/>
                  </a:cubicBezTo>
                </a:path>
              </a:pathLst>
            </a:custGeom>
            <a:noFill/>
            <a:ln w="9525" cap="flat" cmpd="sng">
              <a:solidFill>
                <a:srgbClr val="FF3300"/>
              </a:solidFill>
              <a:prstDash val="solid"/>
              <a:round/>
              <a:headEnd/>
              <a:tailEnd/>
            </a:ln>
            <a:effectLst/>
          </p:spPr>
          <p:txBody>
            <a:bodyPr wrap="none" anchor="ctr"/>
            <a:lstStyle/>
            <a:p>
              <a:endParaRPr lang="en-GB" sz="1600"/>
            </a:p>
          </p:txBody>
        </p:sp>
        <p:sp>
          <p:nvSpPr>
            <p:cNvPr id="135360" name="Freeform 192"/>
            <p:cNvSpPr>
              <a:spLocks/>
            </p:cNvSpPr>
            <p:nvPr/>
          </p:nvSpPr>
          <p:spPr bwMode="auto">
            <a:xfrm>
              <a:off x="1971" y="2594"/>
              <a:ext cx="1484" cy="1164"/>
            </a:xfrm>
            <a:custGeom>
              <a:avLst/>
              <a:gdLst/>
              <a:ahLst/>
              <a:cxnLst>
                <a:cxn ang="0">
                  <a:pos x="13" y="1031"/>
                </a:cxn>
                <a:cxn ang="0">
                  <a:pos x="25" y="1012"/>
                </a:cxn>
                <a:cxn ang="0">
                  <a:pos x="63" y="1019"/>
                </a:cxn>
                <a:cxn ang="0">
                  <a:pos x="120" y="817"/>
                </a:cxn>
                <a:cxn ang="0">
                  <a:pos x="145" y="861"/>
                </a:cxn>
                <a:cxn ang="0">
                  <a:pos x="202" y="760"/>
                </a:cxn>
                <a:cxn ang="0">
                  <a:pos x="253" y="469"/>
                </a:cxn>
                <a:cxn ang="0">
                  <a:pos x="290" y="482"/>
                </a:cxn>
                <a:cxn ang="0">
                  <a:pos x="410" y="223"/>
                </a:cxn>
                <a:cxn ang="0">
                  <a:pos x="511" y="97"/>
                </a:cxn>
                <a:cxn ang="0">
                  <a:pos x="562" y="103"/>
                </a:cxn>
                <a:cxn ang="0">
                  <a:pos x="631" y="90"/>
                </a:cxn>
                <a:cxn ang="0">
                  <a:pos x="682" y="21"/>
                </a:cxn>
                <a:cxn ang="0">
                  <a:pos x="707" y="84"/>
                </a:cxn>
                <a:cxn ang="0">
                  <a:pos x="770" y="46"/>
                </a:cxn>
                <a:cxn ang="0">
                  <a:pos x="789" y="90"/>
                </a:cxn>
                <a:cxn ang="0">
                  <a:pos x="853" y="78"/>
                </a:cxn>
                <a:cxn ang="0">
                  <a:pos x="878" y="135"/>
                </a:cxn>
                <a:cxn ang="0">
                  <a:pos x="890" y="59"/>
                </a:cxn>
                <a:cxn ang="0">
                  <a:pos x="979" y="191"/>
                </a:cxn>
                <a:cxn ang="0">
                  <a:pos x="1023" y="172"/>
                </a:cxn>
                <a:cxn ang="0">
                  <a:pos x="1061" y="242"/>
                </a:cxn>
                <a:cxn ang="0">
                  <a:pos x="1099" y="343"/>
                </a:cxn>
                <a:cxn ang="0">
                  <a:pos x="1118" y="368"/>
                </a:cxn>
                <a:cxn ang="0">
                  <a:pos x="1162" y="406"/>
                </a:cxn>
                <a:cxn ang="0">
                  <a:pos x="1175" y="476"/>
                </a:cxn>
                <a:cxn ang="0">
                  <a:pos x="1213" y="551"/>
                </a:cxn>
                <a:cxn ang="0">
                  <a:pos x="1244" y="627"/>
                </a:cxn>
                <a:cxn ang="0">
                  <a:pos x="1288" y="741"/>
                </a:cxn>
                <a:cxn ang="0">
                  <a:pos x="1314" y="772"/>
                </a:cxn>
                <a:cxn ang="0">
                  <a:pos x="1370" y="1063"/>
                </a:cxn>
                <a:cxn ang="0">
                  <a:pos x="1459" y="1164"/>
                </a:cxn>
                <a:cxn ang="0">
                  <a:pos x="1478" y="1038"/>
                </a:cxn>
              </a:cxnLst>
              <a:rect l="0" t="0" r="r" b="b"/>
              <a:pathLst>
                <a:path w="1484" h="1164">
                  <a:moveTo>
                    <a:pt x="0" y="1057"/>
                  </a:moveTo>
                  <a:cubicBezTo>
                    <a:pt x="4" y="1048"/>
                    <a:pt x="10" y="1040"/>
                    <a:pt x="13" y="1031"/>
                  </a:cubicBezTo>
                  <a:cubicBezTo>
                    <a:pt x="17" y="1019"/>
                    <a:pt x="12" y="1004"/>
                    <a:pt x="19" y="993"/>
                  </a:cubicBezTo>
                  <a:cubicBezTo>
                    <a:pt x="23" y="987"/>
                    <a:pt x="21" y="1007"/>
                    <a:pt x="25" y="1012"/>
                  </a:cubicBezTo>
                  <a:cubicBezTo>
                    <a:pt x="30" y="1018"/>
                    <a:pt x="38" y="1021"/>
                    <a:pt x="44" y="1025"/>
                  </a:cubicBezTo>
                  <a:cubicBezTo>
                    <a:pt x="53" y="997"/>
                    <a:pt x="52" y="960"/>
                    <a:pt x="63" y="1019"/>
                  </a:cubicBezTo>
                  <a:cubicBezTo>
                    <a:pt x="88" y="983"/>
                    <a:pt x="81" y="957"/>
                    <a:pt x="88" y="911"/>
                  </a:cubicBezTo>
                  <a:cubicBezTo>
                    <a:pt x="93" y="879"/>
                    <a:pt x="108" y="847"/>
                    <a:pt x="120" y="817"/>
                  </a:cubicBezTo>
                  <a:cubicBezTo>
                    <a:pt x="124" y="823"/>
                    <a:pt x="129" y="829"/>
                    <a:pt x="133" y="836"/>
                  </a:cubicBezTo>
                  <a:cubicBezTo>
                    <a:pt x="138" y="844"/>
                    <a:pt x="136" y="859"/>
                    <a:pt x="145" y="861"/>
                  </a:cubicBezTo>
                  <a:cubicBezTo>
                    <a:pt x="152" y="863"/>
                    <a:pt x="154" y="849"/>
                    <a:pt x="158" y="842"/>
                  </a:cubicBezTo>
                  <a:cubicBezTo>
                    <a:pt x="175" y="814"/>
                    <a:pt x="184" y="786"/>
                    <a:pt x="202" y="760"/>
                  </a:cubicBezTo>
                  <a:cubicBezTo>
                    <a:pt x="219" y="704"/>
                    <a:pt x="227" y="660"/>
                    <a:pt x="234" y="602"/>
                  </a:cubicBezTo>
                  <a:cubicBezTo>
                    <a:pt x="259" y="682"/>
                    <a:pt x="237" y="514"/>
                    <a:pt x="253" y="469"/>
                  </a:cubicBezTo>
                  <a:cubicBezTo>
                    <a:pt x="259" y="478"/>
                    <a:pt x="261" y="492"/>
                    <a:pt x="271" y="495"/>
                  </a:cubicBezTo>
                  <a:cubicBezTo>
                    <a:pt x="278" y="498"/>
                    <a:pt x="285" y="488"/>
                    <a:pt x="290" y="482"/>
                  </a:cubicBezTo>
                  <a:cubicBezTo>
                    <a:pt x="296" y="475"/>
                    <a:pt x="318" y="406"/>
                    <a:pt x="322" y="393"/>
                  </a:cubicBezTo>
                  <a:cubicBezTo>
                    <a:pt x="332" y="322"/>
                    <a:pt x="354" y="268"/>
                    <a:pt x="410" y="223"/>
                  </a:cubicBezTo>
                  <a:cubicBezTo>
                    <a:pt x="422" y="200"/>
                    <a:pt x="430" y="176"/>
                    <a:pt x="442" y="153"/>
                  </a:cubicBezTo>
                  <a:cubicBezTo>
                    <a:pt x="486" y="183"/>
                    <a:pt x="499" y="134"/>
                    <a:pt x="511" y="97"/>
                  </a:cubicBezTo>
                  <a:cubicBezTo>
                    <a:pt x="524" y="114"/>
                    <a:pt x="541" y="140"/>
                    <a:pt x="549" y="135"/>
                  </a:cubicBezTo>
                  <a:cubicBezTo>
                    <a:pt x="559" y="129"/>
                    <a:pt x="555" y="112"/>
                    <a:pt x="562" y="103"/>
                  </a:cubicBezTo>
                  <a:cubicBezTo>
                    <a:pt x="573" y="89"/>
                    <a:pt x="600" y="65"/>
                    <a:pt x="600" y="65"/>
                  </a:cubicBezTo>
                  <a:cubicBezTo>
                    <a:pt x="614" y="21"/>
                    <a:pt x="618" y="70"/>
                    <a:pt x="631" y="90"/>
                  </a:cubicBezTo>
                  <a:cubicBezTo>
                    <a:pt x="636" y="66"/>
                    <a:pt x="632" y="0"/>
                    <a:pt x="663" y="46"/>
                  </a:cubicBezTo>
                  <a:cubicBezTo>
                    <a:pt x="677" y="89"/>
                    <a:pt x="677" y="38"/>
                    <a:pt x="682" y="21"/>
                  </a:cubicBezTo>
                  <a:cubicBezTo>
                    <a:pt x="684" y="44"/>
                    <a:pt x="679" y="69"/>
                    <a:pt x="688" y="90"/>
                  </a:cubicBezTo>
                  <a:cubicBezTo>
                    <a:pt x="690" y="96"/>
                    <a:pt x="703" y="89"/>
                    <a:pt x="707" y="84"/>
                  </a:cubicBezTo>
                  <a:cubicBezTo>
                    <a:pt x="718" y="70"/>
                    <a:pt x="721" y="38"/>
                    <a:pt x="733" y="21"/>
                  </a:cubicBezTo>
                  <a:cubicBezTo>
                    <a:pt x="737" y="57"/>
                    <a:pt x="741" y="123"/>
                    <a:pt x="770" y="46"/>
                  </a:cubicBezTo>
                  <a:cubicBezTo>
                    <a:pt x="772" y="54"/>
                    <a:pt x="774" y="63"/>
                    <a:pt x="777" y="71"/>
                  </a:cubicBezTo>
                  <a:cubicBezTo>
                    <a:pt x="780" y="78"/>
                    <a:pt x="782" y="93"/>
                    <a:pt x="789" y="90"/>
                  </a:cubicBezTo>
                  <a:cubicBezTo>
                    <a:pt x="802" y="84"/>
                    <a:pt x="809" y="29"/>
                    <a:pt x="815" y="15"/>
                  </a:cubicBezTo>
                  <a:cubicBezTo>
                    <a:pt x="831" y="37"/>
                    <a:pt x="838" y="56"/>
                    <a:pt x="853" y="78"/>
                  </a:cubicBezTo>
                  <a:cubicBezTo>
                    <a:pt x="857" y="91"/>
                    <a:pt x="860" y="104"/>
                    <a:pt x="865" y="116"/>
                  </a:cubicBezTo>
                  <a:cubicBezTo>
                    <a:pt x="868" y="123"/>
                    <a:pt x="872" y="139"/>
                    <a:pt x="878" y="135"/>
                  </a:cubicBezTo>
                  <a:cubicBezTo>
                    <a:pt x="887" y="129"/>
                    <a:pt x="882" y="114"/>
                    <a:pt x="884" y="103"/>
                  </a:cubicBezTo>
                  <a:cubicBezTo>
                    <a:pt x="886" y="88"/>
                    <a:pt x="888" y="74"/>
                    <a:pt x="890" y="59"/>
                  </a:cubicBezTo>
                  <a:cubicBezTo>
                    <a:pt x="912" y="119"/>
                    <a:pt x="939" y="172"/>
                    <a:pt x="966" y="229"/>
                  </a:cubicBezTo>
                  <a:cubicBezTo>
                    <a:pt x="970" y="216"/>
                    <a:pt x="976" y="204"/>
                    <a:pt x="979" y="191"/>
                  </a:cubicBezTo>
                  <a:cubicBezTo>
                    <a:pt x="984" y="166"/>
                    <a:pt x="991" y="116"/>
                    <a:pt x="991" y="116"/>
                  </a:cubicBezTo>
                  <a:cubicBezTo>
                    <a:pt x="1004" y="135"/>
                    <a:pt x="1010" y="153"/>
                    <a:pt x="1023" y="172"/>
                  </a:cubicBezTo>
                  <a:cubicBezTo>
                    <a:pt x="1028" y="196"/>
                    <a:pt x="1036" y="218"/>
                    <a:pt x="1042" y="242"/>
                  </a:cubicBezTo>
                  <a:cubicBezTo>
                    <a:pt x="1057" y="178"/>
                    <a:pt x="1036" y="242"/>
                    <a:pt x="1061" y="242"/>
                  </a:cubicBezTo>
                  <a:cubicBezTo>
                    <a:pt x="1070" y="242"/>
                    <a:pt x="1070" y="225"/>
                    <a:pt x="1074" y="217"/>
                  </a:cubicBezTo>
                  <a:cubicBezTo>
                    <a:pt x="1090" y="259"/>
                    <a:pt x="1094" y="297"/>
                    <a:pt x="1099" y="343"/>
                  </a:cubicBezTo>
                  <a:cubicBezTo>
                    <a:pt x="1103" y="337"/>
                    <a:pt x="1106" y="318"/>
                    <a:pt x="1111" y="324"/>
                  </a:cubicBezTo>
                  <a:cubicBezTo>
                    <a:pt x="1120" y="336"/>
                    <a:pt x="1117" y="353"/>
                    <a:pt x="1118" y="368"/>
                  </a:cubicBezTo>
                  <a:cubicBezTo>
                    <a:pt x="1123" y="428"/>
                    <a:pt x="1114" y="496"/>
                    <a:pt x="1143" y="551"/>
                  </a:cubicBezTo>
                  <a:cubicBezTo>
                    <a:pt x="1147" y="495"/>
                    <a:pt x="1146" y="456"/>
                    <a:pt x="1162" y="406"/>
                  </a:cubicBezTo>
                  <a:cubicBezTo>
                    <a:pt x="1164" y="440"/>
                    <a:pt x="1162" y="474"/>
                    <a:pt x="1168" y="507"/>
                  </a:cubicBezTo>
                  <a:cubicBezTo>
                    <a:pt x="1170" y="517"/>
                    <a:pt x="1173" y="466"/>
                    <a:pt x="1175" y="476"/>
                  </a:cubicBezTo>
                  <a:cubicBezTo>
                    <a:pt x="1193" y="557"/>
                    <a:pt x="1181" y="645"/>
                    <a:pt x="1194" y="728"/>
                  </a:cubicBezTo>
                  <a:cubicBezTo>
                    <a:pt x="1202" y="669"/>
                    <a:pt x="1198" y="608"/>
                    <a:pt x="1213" y="551"/>
                  </a:cubicBezTo>
                  <a:cubicBezTo>
                    <a:pt x="1216" y="538"/>
                    <a:pt x="1220" y="577"/>
                    <a:pt x="1225" y="589"/>
                  </a:cubicBezTo>
                  <a:cubicBezTo>
                    <a:pt x="1230" y="602"/>
                    <a:pt x="1238" y="614"/>
                    <a:pt x="1244" y="627"/>
                  </a:cubicBezTo>
                  <a:cubicBezTo>
                    <a:pt x="1250" y="652"/>
                    <a:pt x="1247" y="702"/>
                    <a:pt x="1276" y="659"/>
                  </a:cubicBezTo>
                  <a:cubicBezTo>
                    <a:pt x="1280" y="686"/>
                    <a:pt x="1281" y="714"/>
                    <a:pt x="1288" y="741"/>
                  </a:cubicBezTo>
                  <a:cubicBezTo>
                    <a:pt x="1293" y="760"/>
                    <a:pt x="1307" y="798"/>
                    <a:pt x="1307" y="798"/>
                  </a:cubicBezTo>
                  <a:cubicBezTo>
                    <a:pt x="1309" y="789"/>
                    <a:pt x="1313" y="763"/>
                    <a:pt x="1314" y="772"/>
                  </a:cubicBezTo>
                  <a:cubicBezTo>
                    <a:pt x="1319" y="814"/>
                    <a:pt x="1315" y="857"/>
                    <a:pt x="1320" y="899"/>
                  </a:cubicBezTo>
                  <a:cubicBezTo>
                    <a:pt x="1326" y="958"/>
                    <a:pt x="1350" y="1009"/>
                    <a:pt x="1370" y="1063"/>
                  </a:cubicBezTo>
                  <a:cubicBezTo>
                    <a:pt x="1386" y="1024"/>
                    <a:pt x="1394" y="984"/>
                    <a:pt x="1402" y="943"/>
                  </a:cubicBezTo>
                  <a:cubicBezTo>
                    <a:pt x="1411" y="1030"/>
                    <a:pt x="1444" y="1083"/>
                    <a:pt x="1459" y="1164"/>
                  </a:cubicBezTo>
                  <a:cubicBezTo>
                    <a:pt x="1464" y="1128"/>
                    <a:pt x="1465" y="1092"/>
                    <a:pt x="1471" y="1057"/>
                  </a:cubicBezTo>
                  <a:cubicBezTo>
                    <a:pt x="1472" y="1050"/>
                    <a:pt x="1471" y="1038"/>
                    <a:pt x="1478" y="1038"/>
                  </a:cubicBezTo>
                  <a:cubicBezTo>
                    <a:pt x="1484" y="1038"/>
                    <a:pt x="1478" y="1051"/>
                    <a:pt x="1478" y="1057"/>
                  </a:cubicBezTo>
                </a:path>
              </a:pathLst>
            </a:custGeom>
            <a:noFill/>
            <a:ln w="9525" cap="flat" cmpd="sng">
              <a:solidFill>
                <a:srgbClr val="FF3300"/>
              </a:solidFill>
              <a:prstDash val="solid"/>
              <a:round/>
              <a:headEnd/>
              <a:tailEnd/>
            </a:ln>
            <a:effectLst/>
          </p:spPr>
          <p:txBody>
            <a:bodyPr wrap="none" anchor="ctr"/>
            <a:lstStyle/>
            <a:p>
              <a:endParaRPr lang="en-GB" sz="1600"/>
            </a:p>
          </p:txBody>
        </p:sp>
        <p:sp>
          <p:nvSpPr>
            <p:cNvPr id="135361" name="Freeform 193"/>
            <p:cNvSpPr>
              <a:spLocks/>
            </p:cNvSpPr>
            <p:nvPr/>
          </p:nvSpPr>
          <p:spPr bwMode="auto">
            <a:xfrm flipV="1">
              <a:off x="1898" y="2564"/>
              <a:ext cx="1492" cy="1162"/>
            </a:xfrm>
            <a:custGeom>
              <a:avLst/>
              <a:gdLst/>
              <a:ahLst/>
              <a:cxnLst>
                <a:cxn ang="0">
                  <a:pos x="34" y="1093"/>
                </a:cxn>
                <a:cxn ang="0">
                  <a:pos x="72" y="1093"/>
                </a:cxn>
                <a:cxn ang="0">
                  <a:pos x="91" y="1112"/>
                </a:cxn>
                <a:cxn ang="0">
                  <a:pos x="160" y="1086"/>
                </a:cxn>
                <a:cxn ang="0">
                  <a:pos x="173" y="1124"/>
                </a:cxn>
                <a:cxn ang="0">
                  <a:pos x="223" y="1143"/>
                </a:cxn>
                <a:cxn ang="0">
                  <a:pos x="287" y="1143"/>
                </a:cxn>
                <a:cxn ang="0">
                  <a:pos x="337" y="1162"/>
                </a:cxn>
                <a:cxn ang="0">
                  <a:pos x="369" y="1124"/>
                </a:cxn>
                <a:cxn ang="0">
                  <a:pos x="432" y="1105"/>
                </a:cxn>
                <a:cxn ang="0">
                  <a:pos x="495" y="1068"/>
                </a:cxn>
                <a:cxn ang="0">
                  <a:pos x="533" y="1061"/>
                </a:cxn>
                <a:cxn ang="0">
                  <a:pos x="571" y="1061"/>
                </a:cxn>
                <a:cxn ang="0">
                  <a:pos x="590" y="1074"/>
                </a:cxn>
                <a:cxn ang="0">
                  <a:pos x="621" y="954"/>
                </a:cxn>
                <a:cxn ang="0">
                  <a:pos x="628" y="973"/>
                </a:cxn>
                <a:cxn ang="0">
                  <a:pos x="634" y="948"/>
                </a:cxn>
                <a:cxn ang="0">
                  <a:pos x="647" y="922"/>
                </a:cxn>
                <a:cxn ang="0">
                  <a:pos x="691" y="809"/>
                </a:cxn>
                <a:cxn ang="0">
                  <a:pos x="741" y="657"/>
                </a:cxn>
                <a:cxn ang="0">
                  <a:pos x="767" y="606"/>
                </a:cxn>
                <a:cxn ang="0">
                  <a:pos x="798" y="531"/>
                </a:cxn>
                <a:cxn ang="0">
                  <a:pos x="805" y="499"/>
                </a:cxn>
                <a:cxn ang="0">
                  <a:pos x="811" y="480"/>
                </a:cxn>
                <a:cxn ang="0">
                  <a:pos x="823" y="430"/>
                </a:cxn>
                <a:cxn ang="0">
                  <a:pos x="861" y="329"/>
                </a:cxn>
                <a:cxn ang="0">
                  <a:pos x="956" y="120"/>
                </a:cxn>
                <a:cxn ang="0">
                  <a:pos x="988" y="101"/>
                </a:cxn>
                <a:cxn ang="0">
                  <a:pos x="1007" y="63"/>
                </a:cxn>
                <a:cxn ang="0">
                  <a:pos x="1013" y="89"/>
                </a:cxn>
                <a:cxn ang="0">
                  <a:pos x="1019" y="108"/>
                </a:cxn>
                <a:cxn ang="0">
                  <a:pos x="1057" y="57"/>
                </a:cxn>
                <a:cxn ang="0">
                  <a:pos x="1063" y="89"/>
                </a:cxn>
                <a:cxn ang="0">
                  <a:pos x="1070" y="114"/>
                </a:cxn>
                <a:cxn ang="0">
                  <a:pos x="1095" y="82"/>
                </a:cxn>
                <a:cxn ang="0">
                  <a:pos x="1101" y="57"/>
                </a:cxn>
                <a:cxn ang="0">
                  <a:pos x="1108" y="38"/>
                </a:cxn>
                <a:cxn ang="0">
                  <a:pos x="1127" y="82"/>
                </a:cxn>
                <a:cxn ang="0">
                  <a:pos x="1146" y="57"/>
                </a:cxn>
                <a:cxn ang="0">
                  <a:pos x="1152" y="32"/>
                </a:cxn>
                <a:cxn ang="0">
                  <a:pos x="1171" y="82"/>
                </a:cxn>
                <a:cxn ang="0">
                  <a:pos x="1215" y="25"/>
                </a:cxn>
                <a:cxn ang="0">
                  <a:pos x="1259" y="13"/>
                </a:cxn>
                <a:cxn ang="0">
                  <a:pos x="1291" y="44"/>
                </a:cxn>
                <a:cxn ang="0">
                  <a:pos x="1303" y="19"/>
                </a:cxn>
                <a:cxn ang="0">
                  <a:pos x="1335" y="57"/>
                </a:cxn>
                <a:cxn ang="0">
                  <a:pos x="1392" y="0"/>
                </a:cxn>
                <a:cxn ang="0">
                  <a:pos x="1417" y="76"/>
                </a:cxn>
                <a:cxn ang="0">
                  <a:pos x="1442" y="70"/>
                </a:cxn>
                <a:cxn ang="0">
                  <a:pos x="1461" y="70"/>
                </a:cxn>
                <a:cxn ang="0">
                  <a:pos x="1474" y="133"/>
                </a:cxn>
                <a:cxn ang="0">
                  <a:pos x="1487" y="120"/>
                </a:cxn>
              </a:cxnLst>
              <a:rect l="0" t="0" r="r" b="b"/>
              <a:pathLst>
                <a:path w="1492" h="1162">
                  <a:moveTo>
                    <a:pt x="34" y="1093"/>
                  </a:moveTo>
                  <a:cubicBezTo>
                    <a:pt x="106" y="1138"/>
                    <a:pt x="0" y="1080"/>
                    <a:pt x="72" y="1093"/>
                  </a:cubicBezTo>
                  <a:cubicBezTo>
                    <a:pt x="81" y="1095"/>
                    <a:pt x="85" y="1106"/>
                    <a:pt x="91" y="1112"/>
                  </a:cubicBezTo>
                  <a:cubicBezTo>
                    <a:pt x="108" y="1103"/>
                    <a:pt x="141" y="1084"/>
                    <a:pt x="160" y="1086"/>
                  </a:cubicBezTo>
                  <a:cubicBezTo>
                    <a:pt x="161" y="1086"/>
                    <a:pt x="173" y="1123"/>
                    <a:pt x="173" y="1124"/>
                  </a:cubicBezTo>
                  <a:cubicBezTo>
                    <a:pt x="223" y="1112"/>
                    <a:pt x="180" y="1129"/>
                    <a:pt x="223" y="1143"/>
                  </a:cubicBezTo>
                  <a:cubicBezTo>
                    <a:pt x="281" y="1121"/>
                    <a:pt x="264" y="1109"/>
                    <a:pt x="287" y="1143"/>
                  </a:cubicBezTo>
                  <a:cubicBezTo>
                    <a:pt x="337" y="1131"/>
                    <a:pt x="327" y="1099"/>
                    <a:pt x="337" y="1162"/>
                  </a:cubicBezTo>
                  <a:cubicBezTo>
                    <a:pt x="349" y="1150"/>
                    <a:pt x="354" y="1132"/>
                    <a:pt x="369" y="1124"/>
                  </a:cubicBezTo>
                  <a:cubicBezTo>
                    <a:pt x="388" y="1114"/>
                    <a:pt x="411" y="1113"/>
                    <a:pt x="432" y="1105"/>
                  </a:cubicBezTo>
                  <a:cubicBezTo>
                    <a:pt x="471" y="1162"/>
                    <a:pt x="468" y="1081"/>
                    <a:pt x="495" y="1068"/>
                  </a:cubicBezTo>
                  <a:cubicBezTo>
                    <a:pt x="507" y="1062"/>
                    <a:pt x="520" y="1063"/>
                    <a:pt x="533" y="1061"/>
                  </a:cubicBezTo>
                  <a:cubicBezTo>
                    <a:pt x="577" y="994"/>
                    <a:pt x="545" y="1028"/>
                    <a:pt x="571" y="1061"/>
                  </a:cubicBezTo>
                  <a:cubicBezTo>
                    <a:pt x="576" y="1067"/>
                    <a:pt x="584" y="1070"/>
                    <a:pt x="590" y="1074"/>
                  </a:cubicBezTo>
                  <a:cubicBezTo>
                    <a:pt x="600" y="1033"/>
                    <a:pt x="614" y="996"/>
                    <a:pt x="621" y="954"/>
                  </a:cubicBezTo>
                  <a:cubicBezTo>
                    <a:pt x="623" y="960"/>
                    <a:pt x="622" y="976"/>
                    <a:pt x="628" y="973"/>
                  </a:cubicBezTo>
                  <a:cubicBezTo>
                    <a:pt x="636" y="969"/>
                    <a:pt x="631" y="956"/>
                    <a:pt x="634" y="948"/>
                  </a:cubicBezTo>
                  <a:cubicBezTo>
                    <a:pt x="637" y="939"/>
                    <a:pt x="643" y="931"/>
                    <a:pt x="647" y="922"/>
                  </a:cubicBezTo>
                  <a:cubicBezTo>
                    <a:pt x="664" y="883"/>
                    <a:pt x="665" y="843"/>
                    <a:pt x="691" y="809"/>
                  </a:cubicBezTo>
                  <a:cubicBezTo>
                    <a:pt x="707" y="758"/>
                    <a:pt x="725" y="708"/>
                    <a:pt x="741" y="657"/>
                  </a:cubicBezTo>
                  <a:cubicBezTo>
                    <a:pt x="747" y="639"/>
                    <a:pt x="760" y="624"/>
                    <a:pt x="767" y="606"/>
                  </a:cubicBezTo>
                  <a:cubicBezTo>
                    <a:pt x="773" y="575"/>
                    <a:pt x="784" y="559"/>
                    <a:pt x="798" y="531"/>
                  </a:cubicBezTo>
                  <a:cubicBezTo>
                    <a:pt x="800" y="520"/>
                    <a:pt x="802" y="510"/>
                    <a:pt x="805" y="499"/>
                  </a:cubicBezTo>
                  <a:cubicBezTo>
                    <a:pt x="807" y="493"/>
                    <a:pt x="809" y="486"/>
                    <a:pt x="811" y="480"/>
                  </a:cubicBezTo>
                  <a:cubicBezTo>
                    <a:pt x="815" y="463"/>
                    <a:pt x="823" y="430"/>
                    <a:pt x="823" y="430"/>
                  </a:cubicBezTo>
                  <a:cubicBezTo>
                    <a:pt x="829" y="374"/>
                    <a:pt x="816" y="351"/>
                    <a:pt x="861" y="329"/>
                  </a:cubicBezTo>
                  <a:cubicBezTo>
                    <a:pt x="879" y="256"/>
                    <a:pt x="921" y="187"/>
                    <a:pt x="956" y="120"/>
                  </a:cubicBezTo>
                  <a:cubicBezTo>
                    <a:pt x="967" y="153"/>
                    <a:pt x="958" y="145"/>
                    <a:pt x="988" y="101"/>
                  </a:cubicBezTo>
                  <a:cubicBezTo>
                    <a:pt x="1003" y="79"/>
                    <a:pt x="998" y="86"/>
                    <a:pt x="1007" y="63"/>
                  </a:cubicBezTo>
                  <a:cubicBezTo>
                    <a:pt x="1009" y="72"/>
                    <a:pt x="1011" y="80"/>
                    <a:pt x="1013" y="89"/>
                  </a:cubicBezTo>
                  <a:cubicBezTo>
                    <a:pt x="1015" y="95"/>
                    <a:pt x="1014" y="112"/>
                    <a:pt x="1019" y="108"/>
                  </a:cubicBezTo>
                  <a:cubicBezTo>
                    <a:pt x="1036" y="96"/>
                    <a:pt x="1057" y="57"/>
                    <a:pt x="1057" y="57"/>
                  </a:cubicBezTo>
                  <a:cubicBezTo>
                    <a:pt x="1059" y="68"/>
                    <a:pt x="1061" y="78"/>
                    <a:pt x="1063" y="89"/>
                  </a:cubicBezTo>
                  <a:cubicBezTo>
                    <a:pt x="1065" y="97"/>
                    <a:pt x="1062" y="116"/>
                    <a:pt x="1070" y="114"/>
                  </a:cubicBezTo>
                  <a:cubicBezTo>
                    <a:pt x="1083" y="111"/>
                    <a:pt x="1087" y="93"/>
                    <a:pt x="1095" y="82"/>
                  </a:cubicBezTo>
                  <a:cubicBezTo>
                    <a:pt x="1097" y="74"/>
                    <a:pt x="1099" y="65"/>
                    <a:pt x="1101" y="57"/>
                  </a:cubicBezTo>
                  <a:cubicBezTo>
                    <a:pt x="1103" y="51"/>
                    <a:pt x="1102" y="36"/>
                    <a:pt x="1108" y="38"/>
                  </a:cubicBezTo>
                  <a:cubicBezTo>
                    <a:pt x="1112" y="39"/>
                    <a:pt x="1125" y="76"/>
                    <a:pt x="1127" y="82"/>
                  </a:cubicBezTo>
                  <a:cubicBezTo>
                    <a:pt x="1133" y="74"/>
                    <a:pt x="1141" y="66"/>
                    <a:pt x="1146" y="57"/>
                  </a:cubicBezTo>
                  <a:cubicBezTo>
                    <a:pt x="1150" y="49"/>
                    <a:pt x="1144" y="29"/>
                    <a:pt x="1152" y="32"/>
                  </a:cubicBezTo>
                  <a:cubicBezTo>
                    <a:pt x="1156" y="33"/>
                    <a:pt x="1168" y="74"/>
                    <a:pt x="1171" y="82"/>
                  </a:cubicBezTo>
                  <a:cubicBezTo>
                    <a:pt x="1195" y="67"/>
                    <a:pt x="1198" y="49"/>
                    <a:pt x="1215" y="25"/>
                  </a:cubicBezTo>
                  <a:cubicBezTo>
                    <a:pt x="1239" y="60"/>
                    <a:pt x="1244" y="44"/>
                    <a:pt x="1259" y="13"/>
                  </a:cubicBezTo>
                  <a:cubicBezTo>
                    <a:pt x="1269" y="48"/>
                    <a:pt x="1254" y="81"/>
                    <a:pt x="1291" y="44"/>
                  </a:cubicBezTo>
                  <a:cubicBezTo>
                    <a:pt x="1295" y="36"/>
                    <a:pt x="1294" y="21"/>
                    <a:pt x="1303" y="19"/>
                  </a:cubicBezTo>
                  <a:cubicBezTo>
                    <a:pt x="1310" y="18"/>
                    <a:pt x="1332" y="53"/>
                    <a:pt x="1335" y="57"/>
                  </a:cubicBezTo>
                  <a:cubicBezTo>
                    <a:pt x="1363" y="42"/>
                    <a:pt x="1374" y="26"/>
                    <a:pt x="1392" y="0"/>
                  </a:cubicBezTo>
                  <a:cubicBezTo>
                    <a:pt x="1397" y="29"/>
                    <a:pt x="1401" y="51"/>
                    <a:pt x="1417" y="76"/>
                  </a:cubicBezTo>
                  <a:cubicBezTo>
                    <a:pt x="1425" y="74"/>
                    <a:pt x="1435" y="75"/>
                    <a:pt x="1442" y="70"/>
                  </a:cubicBezTo>
                  <a:cubicBezTo>
                    <a:pt x="1459" y="56"/>
                    <a:pt x="1437" y="32"/>
                    <a:pt x="1461" y="70"/>
                  </a:cubicBezTo>
                  <a:cubicBezTo>
                    <a:pt x="1477" y="159"/>
                    <a:pt x="1460" y="67"/>
                    <a:pt x="1474" y="133"/>
                  </a:cubicBezTo>
                  <a:cubicBezTo>
                    <a:pt x="1492" y="217"/>
                    <a:pt x="1487" y="222"/>
                    <a:pt x="1487" y="120"/>
                  </a:cubicBezTo>
                </a:path>
              </a:pathLst>
            </a:custGeom>
            <a:noFill/>
            <a:ln w="9525" cap="flat" cmpd="sng">
              <a:solidFill>
                <a:srgbClr val="FF3300"/>
              </a:solidFill>
              <a:prstDash val="solid"/>
              <a:round/>
              <a:headEnd/>
              <a:tailEnd/>
            </a:ln>
            <a:effectLst/>
          </p:spPr>
          <p:txBody>
            <a:bodyPr wrap="none" anchor="ctr"/>
            <a:lstStyle/>
            <a:p>
              <a:endParaRPr lang="en-GB" sz="1600"/>
            </a:p>
          </p:txBody>
        </p:sp>
        <p:sp>
          <p:nvSpPr>
            <p:cNvPr id="135362" name="Freeform 194"/>
            <p:cNvSpPr>
              <a:spLocks/>
            </p:cNvSpPr>
            <p:nvPr/>
          </p:nvSpPr>
          <p:spPr bwMode="auto">
            <a:xfrm flipV="1">
              <a:off x="1973" y="2539"/>
              <a:ext cx="1349" cy="1244"/>
            </a:xfrm>
            <a:custGeom>
              <a:avLst/>
              <a:gdLst/>
              <a:ahLst/>
              <a:cxnLst>
                <a:cxn ang="0">
                  <a:pos x="4" y="151"/>
                </a:cxn>
                <a:cxn ang="0">
                  <a:pos x="42" y="95"/>
                </a:cxn>
                <a:cxn ang="0">
                  <a:pos x="67" y="57"/>
                </a:cxn>
                <a:cxn ang="0">
                  <a:pos x="73" y="76"/>
                </a:cxn>
                <a:cxn ang="0">
                  <a:pos x="67" y="95"/>
                </a:cxn>
                <a:cxn ang="0">
                  <a:pos x="99" y="38"/>
                </a:cxn>
                <a:cxn ang="0">
                  <a:pos x="143" y="13"/>
                </a:cxn>
                <a:cxn ang="0">
                  <a:pos x="149" y="69"/>
                </a:cxn>
                <a:cxn ang="0">
                  <a:pos x="168" y="63"/>
                </a:cxn>
                <a:cxn ang="0">
                  <a:pos x="200" y="19"/>
                </a:cxn>
                <a:cxn ang="0">
                  <a:pos x="212" y="101"/>
                </a:cxn>
                <a:cxn ang="0">
                  <a:pos x="231" y="63"/>
                </a:cxn>
                <a:cxn ang="0">
                  <a:pos x="257" y="0"/>
                </a:cxn>
                <a:cxn ang="0">
                  <a:pos x="263" y="95"/>
                </a:cxn>
                <a:cxn ang="0">
                  <a:pos x="295" y="82"/>
                </a:cxn>
                <a:cxn ang="0">
                  <a:pos x="320" y="31"/>
                </a:cxn>
                <a:cxn ang="0">
                  <a:pos x="358" y="63"/>
                </a:cxn>
                <a:cxn ang="0">
                  <a:pos x="383" y="145"/>
                </a:cxn>
                <a:cxn ang="0">
                  <a:pos x="402" y="126"/>
                </a:cxn>
                <a:cxn ang="0">
                  <a:pos x="408" y="107"/>
                </a:cxn>
                <a:cxn ang="0">
                  <a:pos x="433" y="164"/>
                </a:cxn>
                <a:cxn ang="0">
                  <a:pos x="452" y="189"/>
                </a:cxn>
                <a:cxn ang="0">
                  <a:pos x="478" y="158"/>
                </a:cxn>
                <a:cxn ang="0">
                  <a:pos x="484" y="133"/>
                </a:cxn>
                <a:cxn ang="0">
                  <a:pos x="497" y="151"/>
                </a:cxn>
                <a:cxn ang="0">
                  <a:pos x="516" y="227"/>
                </a:cxn>
                <a:cxn ang="0">
                  <a:pos x="547" y="259"/>
                </a:cxn>
                <a:cxn ang="0">
                  <a:pos x="553" y="335"/>
                </a:cxn>
                <a:cxn ang="0">
                  <a:pos x="572" y="322"/>
                </a:cxn>
                <a:cxn ang="0">
                  <a:pos x="579" y="341"/>
                </a:cxn>
                <a:cxn ang="0">
                  <a:pos x="604" y="474"/>
                </a:cxn>
                <a:cxn ang="0">
                  <a:pos x="629" y="398"/>
                </a:cxn>
                <a:cxn ang="0">
                  <a:pos x="673" y="606"/>
                </a:cxn>
                <a:cxn ang="0">
                  <a:pos x="699" y="657"/>
                </a:cxn>
                <a:cxn ang="0">
                  <a:pos x="718" y="638"/>
                </a:cxn>
                <a:cxn ang="0">
                  <a:pos x="737" y="663"/>
                </a:cxn>
                <a:cxn ang="0">
                  <a:pos x="756" y="859"/>
                </a:cxn>
                <a:cxn ang="0">
                  <a:pos x="781" y="859"/>
                </a:cxn>
                <a:cxn ang="0">
                  <a:pos x="800" y="941"/>
                </a:cxn>
                <a:cxn ang="0">
                  <a:pos x="831" y="979"/>
                </a:cxn>
                <a:cxn ang="0">
                  <a:pos x="995" y="1206"/>
                </a:cxn>
                <a:cxn ang="0">
                  <a:pos x="1059" y="1175"/>
                </a:cxn>
                <a:cxn ang="0">
                  <a:pos x="1078" y="1244"/>
                </a:cxn>
                <a:cxn ang="0">
                  <a:pos x="1135" y="1225"/>
                </a:cxn>
                <a:cxn ang="0">
                  <a:pos x="1198" y="1149"/>
                </a:cxn>
                <a:cxn ang="0">
                  <a:pos x="1204" y="1181"/>
                </a:cxn>
                <a:cxn ang="0">
                  <a:pos x="1210" y="1206"/>
                </a:cxn>
                <a:cxn ang="0">
                  <a:pos x="1236" y="1194"/>
                </a:cxn>
                <a:cxn ang="0">
                  <a:pos x="1261" y="1194"/>
                </a:cxn>
                <a:cxn ang="0">
                  <a:pos x="1280" y="1181"/>
                </a:cxn>
                <a:cxn ang="0">
                  <a:pos x="1305" y="1124"/>
                </a:cxn>
                <a:cxn ang="0">
                  <a:pos x="1330" y="1130"/>
                </a:cxn>
                <a:cxn ang="0">
                  <a:pos x="1349" y="1137"/>
                </a:cxn>
                <a:cxn ang="0">
                  <a:pos x="1330" y="1143"/>
                </a:cxn>
                <a:cxn ang="0">
                  <a:pos x="1273" y="1156"/>
                </a:cxn>
              </a:cxnLst>
              <a:rect l="0" t="0" r="r" b="b"/>
              <a:pathLst>
                <a:path w="1349" h="1244">
                  <a:moveTo>
                    <a:pt x="4" y="151"/>
                  </a:moveTo>
                  <a:cubicBezTo>
                    <a:pt x="46" y="82"/>
                    <a:pt x="0" y="155"/>
                    <a:pt x="42" y="95"/>
                  </a:cubicBezTo>
                  <a:cubicBezTo>
                    <a:pt x="51" y="83"/>
                    <a:pt x="67" y="57"/>
                    <a:pt x="67" y="57"/>
                  </a:cubicBezTo>
                  <a:cubicBezTo>
                    <a:pt x="69" y="63"/>
                    <a:pt x="73" y="69"/>
                    <a:pt x="73" y="76"/>
                  </a:cubicBezTo>
                  <a:cubicBezTo>
                    <a:pt x="73" y="83"/>
                    <a:pt x="64" y="101"/>
                    <a:pt x="67" y="95"/>
                  </a:cubicBezTo>
                  <a:cubicBezTo>
                    <a:pt x="103" y="28"/>
                    <a:pt x="56" y="95"/>
                    <a:pt x="99" y="38"/>
                  </a:cubicBezTo>
                  <a:cubicBezTo>
                    <a:pt x="112" y="81"/>
                    <a:pt x="118" y="36"/>
                    <a:pt x="143" y="13"/>
                  </a:cubicBezTo>
                  <a:cubicBezTo>
                    <a:pt x="145" y="32"/>
                    <a:pt x="141" y="52"/>
                    <a:pt x="149" y="69"/>
                  </a:cubicBezTo>
                  <a:cubicBezTo>
                    <a:pt x="152" y="75"/>
                    <a:pt x="163" y="68"/>
                    <a:pt x="168" y="63"/>
                  </a:cubicBezTo>
                  <a:cubicBezTo>
                    <a:pt x="181" y="50"/>
                    <a:pt x="200" y="19"/>
                    <a:pt x="200" y="19"/>
                  </a:cubicBezTo>
                  <a:cubicBezTo>
                    <a:pt x="208" y="45"/>
                    <a:pt x="192" y="81"/>
                    <a:pt x="212" y="101"/>
                  </a:cubicBezTo>
                  <a:cubicBezTo>
                    <a:pt x="222" y="111"/>
                    <a:pt x="225" y="76"/>
                    <a:pt x="231" y="63"/>
                  </a:cubicBezTo>
                  <a:cubicBezTo>
                    <a:pt x="240" y="42"/>
                    <a:pt x="249" y="21"/>
                    <a:pt x="257" y="0"/>
                  </a:cubicBezTo>
                  <a:cubicBezTo>
                    <a:pt x="259" y="32"/>
                    <a:pt x="250" y="66"/>
                    <a:pt x="263" y="95"/>
                  </a:cubicBezTo>
                  <a:cubicBezTo>
                    <a:pt x="268" y="105"/>
                    <a:pt x="287" y="90"/>
                    <a:pt x="295" y="82"/>
                  </a:cubicBezTo>
                  <a:cubicBezTo>
                    <a:pt x="308" y="68"/>
                    <a:pt x="309" y="47"/>
                    <a:pt x="320" y="31"/>
                  </a:cubicBezTo>
                  <a:cubicBezTo>
                    <a:pt x="325" y="93"/>
                    <a:pt x="324" y="147"/>
                    <a:pt x="358" y="63"/>
                  </a:cubicBezTo>
                  <a:cubicBezTo>
                    <a:pt x="367" y="90"/>
                    <a:pt x="374" y="118"/>
                    <a:pt x="383" y="145"/>
                  </a:cubicBezTo>
                  <a:cubicBezTo>
                    <a:pt x="389" y="139"/>
                    <a:pt x="397" y="133"/>
                    <a:pt x="402" y="126"/>
                  </a:cubicBezTo>
                  <a:cubicBezTo>
                    <a:pt x="406" y="120"/>
                    <a:pt x="403" y="103"/>
                    <a:pt x="408" y="107"/>
                  </a:cubicBezTo>
                  <a:cubicBezTo>
                    <a:pt x="419" y="115"/>
                    <a:pt x="428" y="148"/>
                    <a:pt x="433" y="164"/>
                  </a:cubicBezTo>
                  <a:cubicBezTo>
                    <a:pt x="444" y="244"/>
                    <a:pt x="431" y="220"/>
                    <a:pt x="452" y="189"/>
                  </a:cubicBezTo>
                  <a:cubicBezTo>
                    <a:pt x="459" y="178"/>
                    <a:pt x="469" y="168"/>
                    <a:pt x="478" y="158"/>
                  </a:cubicBezTo>
                  <a:cubicBezTo>
                    <a:pt x="480" y="150"/>
                    <a:pt x="476" y="136"/>
                    <a:pt x="484" y="133"/>
                  </a:cubicBezTo>
                  <a:cubicBezTo>
                    <a:pt x="491" y="130"/>
                    <a:pt x="494" y="144"/>
                    <a:pt x="497" y="151"/>
                  </a:cubicBezTo>
                  <a:cubicBezTo>
                    <a:pt x="507" y="175"/>
                    <a:pt x="507" y="203"/>
                    <a:pt x="516" y="227"/>
                  </a:cubicBezTo>
                  <a:cubicBezTo>
                    <a:pt x="555" y="176"/>
                    <a:pt x="538" y="223"/>
                    <a:pt x="547" y="259"/>
                  </a:cubicBezTo>
                  <a:cubicBezTo>
                    <a:pt x="549" y="284"/>
                    <a:pt x="544" y="311"/>
                    <a:pt x="553" y="335"/>
                  </a:cubicBezTo>
                  <a:cubicBezTo>
                    <a:pt x="556" y="342"/>
                    <a:pt x="565" y="320"/>
                    <a:pt x="572" y="322"/>
                  </a:cubicBezTo>
                  <a:cubicBezTo>
                    <a:pt x="579" y="324"/>
                    <a:pt x="577" y="335"/>
                    <a:pt x="579" y="341"/>
                  </a:cubicBezTo>
                  <a:cubicBezTo>
                    <a:pt x="603" y="265"/>
                    <a:pt x="581" y="428"/>
                    <a:pt x="604" y="474"/>
                  </a:cubicBezTo>
                  <a:cubicBezTo>
                    <a:pt x="610" y="444"/>
                    <a:pt x="616" y="425"/>
                    <a:pt x="629" y="398"/>
                  </a:cubicBezTo>
                  <a:cubicBezTo>
                    <a:pt x="652" y="465"/>
                    <a:pt x="652" y="538"/>
                    <a:pt x="673" y="606"/>
                  </a:cubicBezTo>
                  <a:cubicBezTo>
                    <a:pt x="699" y="544"/>
                    <a:pt x="687" y="463"/>
                    <a:pt x="699" y="657"/>
                  </a:cubicBezTo>
                  <a:cubicBezTo>
                    <a:pt x="705" y="651"/>
                    <a:pt x="714" y="630"/>
                    <a:pt x="718" y="638"/>
                  </a:cubicBezTo>
                  <a:cubicBezTo>
                    <a:pt x="738" y="683"/>
                    <a:pt x="709" y="772"/>
                    <a:pt x="737" y="663"/>
                  </a:cubicBezTo>
                  <a:cubicBezTo>
                    <a:pt x="741" y="765"/>
                    <a:pt x="742" y="782"/>
                    <a:pt x="756" y="859"/>
                  </a:cubicBezTo>
                  <a:cubicBezTo>
                    <a:pt x="759" y="847"/>
                    <a:pt x="764" y="798"/>
                    <a:pt x="781" y="859"/>
                  </a:cubicBezTo>
                  <a:cubicBezTo>
                    <a:pt x="811" y="963"/>
                    <a:pt x="767" y="892"/>
                    <a:pt x="800" y="941"/>
                  </a:cubicBezTo>
                  <a:cubicBezTo>
                    <a:pt x="811" y="975"/>
                    <a:pt x="789" y="1021"/>
                    <a:pt x="831" y="979"/>
                  </a:cubicBezTo>
                  <a:cubicBezTo>
                    <a:pt x="913" y="1087"/>
                    <a:pt x="912" y="1097"/>
                    <a:pt x="995" y="1206"/>
                  </a:cubicBezTo>
                  <a:cubicBezTo>
                    <a:pt x="1013" y="1152"/>
                    <a:pt x="1027" y="1222"/>
                    <a:pt x="1059" y="1175"/>
                  </a:cubicBezTo>
                  <a:cubicBezTo>
                    <a:pt x="1074" y="1223"/>
                    <a:pt x="1068" y="1200"/>
                    <a:pt x="1078" y="1244"/>
                  </a:cubicBezTo>
                  <a:cubicBezTo>
                    <a:pt x="1109" y="1223"/>
                    <a:pt x="1109" y="1186"/>
                    <a:pt x="1135" y="1225"/>
                  </a:cubicBezTo>
                  <a:cubicBezTo>
                    <a:pt x="1164" y="1203"/>
                    <a:pt x="1175" y="1178"/>
                    <a:pt x="1198" y="1149"/>
                  </a:cubicBezTo>
                  <a:cubicBezTo>
                    <a:pt x="1200" y="1160"/>
                    <a:pt x="1202" y="1170"/>
                    <a:pt x="1204" y="1181"/>
                  </a:cubicBezTo>
                  <a:cubicBezTo>
                    <a:pt x="1206" y="1189"/>
                    <a:pt x="1202" y="1203"/>
                    <a:pt x="1210" y="1206"/>
                  </a:cubicBezTo>
                  <a:cubicBezTo>
                    <a:pt x="1219" y="1210"/>
                    <a:pt x="1227" y="1198"/>
                    <a:pt x="1236" y="1194"/>
                  </a:cubicBezTo>
                  <a:cubicBezTo>
                    <a:pt x="1264" y="1149"/>
                    <a:pt x="1231" y="1188"/>
                    <a:pt x="1261" y="1194"/>
                  </a:cubicBezTo>
                  <a:cubicBezTo>
                    <a:pt x="1269" y="1195"/>
                    <a:pt x="1274" y="1185"/>
                    <a:pt x="1280" y="1181"/>
                  </a:cubicBezTo>
                  <a:cubicBezTo>
                    <a:pt x="1292" y="1162"/>
                    <a:pt x="1298" y="1145"/>
                    <a:pt x="1305" y="1124"/>
                  </a:cubicBezTo>
                  <a:cubicBezTo>
                    <a:pt x="1317" y="1187"/>
                    <a:pt x="1301" y="1145"/>
                    <a:pt x="1330" y="1130"/>
                  </a:cubicBezTo>
                  <a:cubicBezTo>
                    <a:pt x="1336" y="1127"/>
                    <a:pt x="1343" y="1135"/>
                    <a:pt x="1349" y="1137"/>
                  </a:cubicBezTo>
                  <a:cubicBezTo>
                    <a:pt x="1349" y="1137"/>
                    <a:pt x="1336" y="1140"/>
                    <a:pt x="1330" y="1143"/>
                  </a:cubicBezTo>
                  <a:cubicBezTo>
                    <a:pt x="1288" y="1161"/>
                    <a:pt x="1322" y="1156"/>
                    <a:pt x="1273" y="1156"/>
                  </a:cubicBezTo>
                </a:path>
              </a:pathLst>
            </a:custGeom>
            <a:noFill/>
            <a:ln w="9525" cap="flat" cmpd="sng">
              <a:solidFill>
                <a:srgbClr val="FF3300"/>
              </a:solidFill>
              <a:prstDash val="solid"/>
              <a:round/>
              <a:headEnd/>
              <a:tailEnd/>
            </a:ln>
            <a:effectLst/>
          </p:spPr>
          <p:txBody>
            <a:bodyPr wrap="none" anchor="ctr"/>
            <a:lstStyle/>
            <a:p>
              <a:endParaRPr lang="en-GB" sz="1600"/>
            </a:p>
          </p:txBody>
        </p:sp>
        <p:sp>
          <p:nvSpPr>
            <p:cNvPr id="135363" name="Freeform 195"/>
            <p:cNvSpPr>
              <a:spLocks/>
            </p:cNvSpPr>
            <p:nvPr/>
          </p:nvSpPr>
          <p:spPr bwMode="auto">
            <a:xfrm flipV="1">
              <a:off x="1996" y="2553"/>
              <a:ext cx="1396" cy="1206"/>
            </a:xfrm>
            <a:custGeom>
              <a:avLst/>
              <a:gdLst/>
              <a:ahLst/>
              <a:cxnLst>
                <a:cxn ang="0">
                  <a:pos x="0" y="156"/>
                </a:cxn>
                <a:cxn ang="0">
                  <a:pos x="50" y="81"/>
                </a:cxn>
                <a:cxn ang="0">
                  <a:pos x="76" y="62"/>
                </a:cxn>
                <a:cxn ang="0">
                  <a:pos x="107" y="17"/>
                </a:cxn>
                <a:cxn ang="0">
                  <a:pos x="139" y="100"/>
                </a:cxn>
                <a:cxn ang="0">
                  <a:pos x="196" y="74"/>
                </a:cxn>
                <a:cxn ang="0">
                  <a:pos x="240" y="43"/>
                </a:cxn>
                <a:cxn ang="0">
                  <a:pos x="253" y="93"/>
                </a:cxn>
                <a:cxn ang="0">
                  <a:pos x="303" y="68"/>
                </a:cxn>
                <a:cxn ang="0">
                  <a:pos x="328" y="112"/>
                </a:cxn>
                <a:cxn ang="0">
                  <a:pos x="379" y="62"/>
                </a:cxn>
                <a:cxn ang="0">
                  <a:pos x="417" y="125"/>
                </a:cxn>
                <a:cxn ang="0">
                  <a:pos x="429" y="106"/>
                </a:cxn>
                <a:cxn ang="0">
                  <a:pos x="436" y="137"/>
                </a:cxn>
                <a:cxn ang="0">
                  <a:pos x="455" y="207"/>
                </a:cxn>
                <a:cxn ang="0">
                  <a:pos x="486" y="213"/>
                </a:cxn>
                <a:cxn ang="0">
                  <a:pos x="518" y="207"/>
                </a:cxn>
                <a:cxn ang="0">
                  <a:pos x="524" y="226"/>
                </a:cxn>
                <a:cxn ang="0">
                  <a:pos x="543" y="232"/>
                </a:cxn>
                <a:cxn ang="0">
                  <a:pos x="549" y="283"/>
                </a:cxn>
                <a:cxn ang="0">
                  <a:pos x="562" y="321"/>
                </a:cxn>
                <a:cxn ang="0">
                  <a:pos x="606" y="359"/>
                </a:cxn>
                <a:cxn ang="0">
                  <a:pos x="625" y="415"/>
                </a:cxn>
                <a:cxn ang="0">
                  <a:pos x="669" y="580"/>
                </a:cxn>
                <a:cxn ang="0">
                  <a:pos x="695" y="719"/>
                </a:cxn>
                <a:cxn ang="0">
                  <a:pos x="701" y="693"/>
                </a:cxn>
                <a:cxn ang="0">
                  <a:pos x="707" y="712"/>
                </a:cxn>
                <a:cxn ang="0">
                  <a:pos x="714" y="731"/>
                </a:cxn>
                <a:cxn ang="0">
                  <a:pos x="733" y="807"/>
                </a:cxn>
                <a:cxn ang="0">
                  <a:pos x="739" y="895"/>
                </a:cxn>
                <a:cxn ang="0">
                  <a:pos x="758" y="927"/>
                </a:cxn>
                <a:cxn ang="0">
                  <a:pos x="802" y="1041"/>
                </a:cxn>
                <a:cxn ang="0">
                  <a:pos x="846" y="1041"/>
                </a:cxn>
                <a:cxn ang="0">
                  <a:pos x="922" y="1116"/>
                </a:cxn>
                <a:cxn ang="0">
                  <a:pos x="947" y="1186"/>
                </a:cxn>
                <a:cxn ang="0">
                  <a:pos x="947" y="1161"/>
                </a:cxn>
                <a:cxn ang="0">
                  <a:pos x="998" y="1192"/>
                </a:cxn>
                <a:cxn ang="0">
                  <a:pos x="1036" y="1161"/>
                </a:cxn>
                <a:cxn ang="0">
                  <a:pos x="1048" y="1180"/>
                </a:cxn>
                <a:cxn ang="0">
                  <a:pos x="1074" y="1192"/>
                </a:cxn>
                <a:cxn ang="0">
                  <a:pos x="1162" y="1167"/>
                </a:cxn>
                <a:cxn ang="0">
                  <a:pos x="1232" y="1161"/>
                </a:cxn>
                <a:cxn ang="0">
                  <a:pos x="1295" y="1110"/>
                </a:cxn>
                <a:cxn ang="0">
                  <a:pos x="1358" y="1123"/>
                </a:cxn>
                <a:cxn ang="0">
                  <a:pos x="1396" y="1085"/>
                </a:cxn>
              </a:cxnLst>
              <a:rect l="0" t="0" r="r" b="b"/>
              <a:pathLst>
                <a:path w="1396" h="1206">
                  <a:moveTo>
                    <a:pt x="0" y="156"/>
                  </a:moveTo>
                  <a:cubicBezTo>
                    <a:pt x="17" y="134"/>
                    <a:pt x="32" y="101"/>
                    <a:pt x="50" y="81"/>
                  </a:cubicBezTo>
                  <a:cubicBezTo>
                    <a:pt x="57" y="73"/>
                    <a:pt x="68" y="70"/>
                    <a:pt x="76" y="62"/>
                  </a:cubicBezTo>
                  <a:cubicBezTo>
                    <a:pt x="85" y="53"/>
                    <a:pt x="100" y="29"/>
                    <a:pt x="107" y="17"/>
                  </a:cubicBezTo>
                  <a:cubicBezTo>
                    <a:pt x="114" y="59"/>
                    <a:pt x="111" y="72"/>
                    <a:pt x="139" y="100"/>
                  </a:cubicBezTo>
                  <a:cubicBezTo>
                    <a:pt x="166" y="91"/>
                    <a:pt x="176" y="91"/>
                    <a:pt x="196" y="74"/>
                  </a:cubicBezTo>
                  <a:cubicBezTo>
                    <a:pt x="233" y="42"/>
                    <a:pt x="206" y="54"/>
                    <a:pt x="240" y="43"/>
                  </a:cubicBezTo>
                  <a:cubicBezTo>
                    <a:pt x="240" y="44"/>
                    <a:pt x="252" y="93"/>
                    <a:pt x="253" y="93"/>
                  </a:cubicBezTo>
                  <a:cubicBezTo>
                    <a:pt x="271" y="96"/>
                    <a:pt x="285" y="74"/>
                    <a:pt x="303" y="68"/>
                  </a:cubicBezTo>
                  <a:cubicBezTo>
                    <a:pt x="325" y="0"/>
                    <a:pt x="322" y="29"/>
                    <a:pt x="328" y="112"/>
                  </a:cubicBezTo>
                  <a:cubicBezTo>
                    <a:pt x="362" y="87"/>
                    <a:pt x="348" y="81"/>
                    <a:pt x="379" y="62"/>
                  </a:cubicBezTo>
                  <a:cubicBezTo>
                    <a:pt x="389" y="104"/>
                    <a:pt x="361" y="152"/>
                    <a:pt x="417" y="125"/>
                  </a:cubicBezTo>
                  <a:cubicBezTo>
                    <a:pt x="421" y="119"/>
                    <a:pt x="423" y="102"/>
                    <a:pt x="429" y="106"/>
                  </a:cubicBezTo>
                  <a:cubicBezTo>
                    <a:pt x="438" y="112"/>
                    <a:pt x="434" y="127"/>
                    <a:pt x="436" y="137"/>
                  </a:cubicBezTo>
                  <a:cubicBezTo>
                    <a:pt x="447" y="193"/>
                    <a:pt x="435" y="157"/>
                    <a:pt x="455" y="207"/>
                  </a:cubicBezTo>
                  <a:cubicBezTo>
                    <a:pt x="502" y="175"/>
                    <a:pt x="449" y="202"/>
                    <a:pt x="486" y="213"/>
                  </a:cubicBezTo>
                  <a:cubicBezTo>
                    <a:pt x="496" y="216"/>
                    <a:pt x="507" y="209"/>
                    <a:pt x="518" y="207"/>
                  </a:cubicBezTo>
                  <a:cubicBezTo>
                    <a:pt x="520" y="213"/>
                    <a:pt x="519" y="221"/>
                    <a:pt x="524" y="226"/>
                  </a:cubicBezTo>
                  <a:cubicBezTo>
                    <a:pt x="529" y="231"/>
                    <a:pt x="540" y="226"/>
                    <a:pt x="543" y="232"/>
                  </a:cubicBezTo>
                  <a:cubicBezTo>
                    <a:pt x="550" y="248"/>
                    <a:pt x="545" y="266"/>
                    <a:pt x="549" y="283"/>
                  </a:cubicBezTo>
                  <a:cubicBezTo>
                    <a:pt x="552" y="296"/>
                    <a:pt x="558" y="308"/>
                    <a:pt x="562" y="321"/>
                  </a:cubicBezTo>
                  <a:cubicBezTo>
                    <a:pt x="610" y="273"/>
                    <a:pt x="599" y="288"/>
                    <a:pt x="606" y="359"/>
                  </a:cubicBezTo>
                  <a:cubicBezTo>
                    <a:pt x="653" y="327"/>
                    <a:pt x="629" y="392"/>
                    <a:pt x="625" y="415"/>
                  </a:cubicBezTo>
                  <a:cubicBezTo>
                    <a:pt x="631" y="518"/>
                    <a:pt x="607" y="533"/>
                    <a:pt x="669" y="580"/>
                  </a:cubicBezTo>
                  <a:cubicBezTo>
                    <a:pt x="682" y="626"/>
                    <a:pt x="685" y="673"/>
                    <a:pt x="695" y="719"/>
                  </a:cubicBezTo>
                  <a:cubicBezTo>
                    <a:pt x="697" y="710"/>
                    <a:pt x="693" y="697"/>
                    <a:pt x="701" y="693"/>
                  </a:cubicBezTo>
                  <a:cubicBezTo>
                    <a:pt x="707" y="690"/>
                    <a:pt x="705" y="706"/>
                    <a:pt x="707" y="712"/>
                  </a:cubicBezTo>
                  <a:cubicBezTo>
                    <a:pt x="709" y="718"/>
                    <a:pt x="712" y="725"/>
                    <a:pt x="714" y="731"/>
                  </a:cubicBezTo>
                  <a:cubicBezTo>
                    <a:pt x="722" y="756"/>
                    <a:pt x="733" y="807"/>
                    <a:pt x="733" y="807"/>
                  </a:cubicBezTo>
                  <a:cubicBezTo>
                    <a:pt x="735" y="836"/>
                    <a:pt x="733" y="866"/>
                    <a:pt x="739" y="895"/>
                  </a:cubicBezTo>
                  <a:cubicBezTo>
                    <a:pt x="742" y="907"/>
                    <a:pt x="753" y="916"/>
                    <a:pt x="758" y="927"/>
                  </a:cubicBezTo>
                  <a:cubicBezTo>
                    <a:pt x="776" y="965"/>
                    <a:pt x="778" y="1005"/>
                    <a:pt x="802" y="1041"/>
                  </a:cubicBezTo>
                  <a:cubicBezTo>
                    <a:pt x="813" y="1006"/>
                    <a:pt x="817" y="1030"/>
                    <a:pt x="846" y="1041"/>
                  </a:cubicBezTo>
                  <a:cubicBezTo>
                    <a:pt x="878" y="1083"/>
                    <a:pt x="874" y="1098"/>
                    <a:pt x="922" y="1116"/>
                  </a:cubicBezTo>
                  <a:cubicBezTo>
                    <a:pt x="940" y="1142"/>
                    <a:pt x="936" y="1157"/>
                    <a:pt x="947" y="1186"/>
                  </a:cubicBezTo>
                  <a:cubicBezTo>
                    <a:pt x="955" y="1206"/>
                    <a:pt x="937" y="1142"/>
                    <a:pt x="947" y="1161"/>
                  </a:cubicBezTo>
                  <a:cubicBezTo>
                    <a:pt x="954" y="1144"/>
                    <a:pt x="987" y="1206"/>
                    <a:pt x="998" y="1192"/>
                  </a:cubicBezTo>
                  <a:cubicBezTo>
                    <a:pt x="1008" y="1179"/>
                    <a:pt x="1024" y="1173"/>
                    <a:pt x="1036" y="1161"/>
                  </a:cubicBezTo>
                  <a:cubicBezTo>
                    <a:pt x="1040" y="1167"/>
                    <a:pt x="1041" y="1177"/>
                    <a:pt x="1048" y="1180"/>
                  </a:cubicBezTo>
                  <a:cubicBezTo>
                    <a:pt x="1082" y="1193"/>
                    <a:pt x="1056" y="1144"/>
                    <a:pt x="1074" y="1192"/>
                  </a:cubicBezTo>
                  <a:cubicBezTo>
                    <a:pt x="1145" y="1157"/>
                    <a:pt x="1114" y="1156"/>
                    <a:pt x="1162" y="1167"/>
                  </a:cubicBezTo>
                  <a:cubicBezTo>
                    <a:pt x="1192" y="1160"/>
                    <a:pt x="1201" y="1153"/>
                    <a:pt x="1232" y="1161"/>
                  </a:cubicBezTo>
                  <a:cubicBezTo>
                    <a:pt x="1251" y="1141"/>
                    <a:pt x="1295" y="1110"/>
                    <a:pt x="1295" y="1110"/>
                  </a:cubicBezTo>
                  <a:cubicBezTo>
                    <a:pt x="1314" y="1140"/>
                    <a:pt x="1327" y="1138"/>
                    <a:pt x="1358" y="1123"/>
                  </a:cubicBezTo>
                  <a:cubicBezTo>
                    <a:pt x="1373" y="1077"/>
                    <a:pt x="1357" y="1085"/>
                    <a:pt x="1396" y="1085"/>
                  </a:cubicBezTo>
                </a:path>
              </a:pathLst>
            </a:custGeom>
            <a:noFill/>
            <a:ln w="9525" cap="flat" cmpd="sng">
              <a:solidFill>
                <a:srgbClr val="FF3300"/>
              </a:solidFill>
              <a:prstDash val="solid"/>
              <a:round/>
              <a:headEnd/>
              <a:tailEnd/>
            </a:ln>
            <a:effectLst/>
          </p:spPr>
          <p:txBody>
            <a:bodyPr wrap="none" anchor="ctr"/>
            <a:lstStyle/>
            <a:p>
              <a:endParaRPr lang="en-GB" sz="1600"/>
            </a:p>
          </p:txBody>
        </p:sp>
        <p:sp>
          <p:nvSpPr>
            <p:cNvPr id="135364" name="Freeform 196"/>
            <p:cNvSpPr>
              <a:spLocks/>
            </p:cNvSpPr>
            <p:nvPr/>
          </p:nvSpPr>
          <p:spPr bwMode="auto">
            <a:xfrm flipV="1">
              <a:off x="1945" y="2590"/>
              <a:ext cx="1472" cy="1067"/>
            </a:xfrm>
            <a:custGeom>
              <a:avLst/>
              <a:gdLst/>
              <a:ahLst/>
              <a:cxnLst>
                <a:cxn ang="0">
                  <a:pos x="1472" y="1048"/>
                </a:cxn>
                <a:cxn ang="0">
                  <a:pos x="1409" y="1023"/>
                </a:cxn>
                <a:cxn ang="0">
                  <a:pos x="1415" y="991"/>
                </a:cxn>
                <a:cxn ang="0">
                  <a:pos x="1421" y="966"/>
                </a:cxn>
                <a:cxn ang="0">
                  <a:pos x="1415" y="941"/>
                </a:cxn>
                <a:cxn ang="0">
                  <a:pos x="1409" y="909"/>
                </a:cxn>
                <a:cxn ang="0">
                  <a:pos x="1377" y="947"/>
                </a:cxn>
                <a:cxn ang="0">
                  <a:pos x="1352" y="833"/>
                </a:cxn>
                <a:cxn ang="0">
                  <a:pos x="1320" y="695"/>
                </a:cxn>
                <a:cxn ang="0">
                  <a:pos x="1301" y="707"/>
                </a:cxn>
                <a:cxn ang="0">
                  <a:pos x="1295" y="682"/>
                </a:cxn>
                <a:cxn ang="0">
                  <a:pos x="1257" y="587"/>
                </a:cxn>
                <a:cxn ang="0">
                  <a:pos x="1219" y="473"/>
                </a:cxn>
                <a:cxn ang="0">
                  <a:pos x="1200" y="480"/>
                </a:cxn>
                <a:cxn ang="0">
                  <a:pos x="1143" y="385"/>
                </a:cxn>
                <a:cxn ang="0">
                  <a:pos x="1105" y="259"/>
                </a:cxn>
                <a:cxn ang="0">
                  <a:pos x="1080" y="221"/>
                </a:cxn>
                <a:cxn ang="0">
                  <a:pos x="1042" y="170"/>
                </a:cxn>
                <a:cxn ang="0">
                  <a:pos x="1023" y="177"/>
                </a:cxn>
                <a:cxn ang="0">
                  <a:pos x="1017" y="196"/>
                </a:cxn>
                <a:cxn ang="0">
                  <a:pos x="1011" y="177"/>
                </a:cxn>
                <a:cxn ang="0">
                  <a:pos x="966" y="120"/>
                </a:cxn>
                <a:cxn ang="0">
                  <a:pos x="948" y="126"/>
                </a:cxn>
                <a:cxn ang="0">
                  <a:pos x="859" y="57"/>
                </a:cxn>
                <a:cxn ang="0">
                  <a:pos x="853" y="76"/>
                </a:cxn>
                <a:cxn ang="0">
                  <a:pos x="821" y="44"/>
                </a:cxn>
                <a:cxn ang="0">
                  <a:pos x="752" y="19"/>
                </a:cxn>
                <a:cxn ang="0">
                  <a:pos x="689" y="0"/>
                </a:cxn>
                <a:cxn ang="0">
                  <a:pos x="651" y="25"/>
                </a:cxn>
                <a:cxn ang="0">
                  <a:pos x="625" y="50"/>
                </a:cxn>
                <a:cxn ang="0">
                  <a:pos x="619" y="69"/>
                </a:cxn>
                <a:cxn ang="0">
                  <a:pos x="613" y="50"/>
                </a:cxn>
                <a:cxn ang="0">
                  <a:pos x="588" y="25"/>
                </a:cxn>
                <a:cxn ang="0">
                  <a:pos x="569" y="82"/>
                </a:cxn>
                <a:cxn ang="0">
                  <a:pos x="562" y="63"/>
                </a:cxn>
                <a:cxn ang="0">
                  <a:pos x="543" y="50"/>
                </a:cxn>
                <a:cxn ang="0">
                  <a:pos x="512" y="82"/>
                </a:cxn>
                <a:cxn ang="0">
                  <a:pos x="486" y="126"/>
                </a:cxn>
                <a:cxn ang="0">
                  <a:pos x="480" y="151"/>
                </a:cxn>
                <a:cxn ang="0">
                  <a:pos x="474" y="132"/>
                </a:cxn>
                <a:cxn ang="0">
                  <a:pos x="449" y="145"/>
                </a:cxn>
                <a:cxn ang="0">
                  <a:pos x="423" y="208"/>
                </a:cxn>
                <a:cxn ang="0">
                  <a:pos x="417" y="183"/>
                </a:cxn>
                <a:cxn ang="0">
                  <a:pos x="398" y="196"/>
                </a:cxn>
                <a:cxn ang="0">
                  <a:pos x="373" y="252"/>
                </a:cxn>
                <a:cxn ang="0">
                  <a:pos x="335" y="379"/>
                </a:cxn>
                <a:cxn ang="0">
                  <a:pos x="310" y="429"/>
                </a:cxn>
                <a:cxn ang="0">
                  <a:pos x="291" y="518"/>
                </a:cxn>
                <a:cxn ang="0">
                  <a:pos x="240" y="688"/>
                </a:cxn>
                <a:cxn ang="0">
                  <a:pos x="171" y="884"/>
                </a:cxn>
                <a:cxn ang="0">
                  <a:pos x="164" y="865"/>
                </a:cxn>
                <a:cxn ang="0">
                  <a:pos x="158" y="840"/>
                </a:cxn>
                <a:cxn ang="0">
                  <a:pos x="145" y="897"/>
                </a:cxn>
                <a:cxn ang="0">
                  <a:pos x="108" y="1067"/>
                </a:cxn>
                <a:cxn ang="0">
                  <a:pos x="70" y="1055"/>
                </a:cxn>
                <a:cxn ang="0">
                  <a:pos x="0" y="1055"/>
                </a:cxn>
              </a:cxnLst>
              <a:rect l="0" t="0" r="r" b="b"/>
              <a:pathLst>
                <a:path w="1472" h="1067">
                  <a:moveTo>
                    <a:pt x="1472" y="1048"/>
                  </a:moveTo>
                  <a:cubicBezTo>
                    <a:pt x="1451" y="1038"/>
                    <a:pt x="1431" y="1030"/>
                    <a:pt x="1409" y="1023"/>
                  </a:cubicBezTo>
                  <a:cubicBezTo>
                    <a:pt x="1411" y="1012"/>
                    <a:pt x="1413" y="1002"/>
                    <a:pt x="1415" y="991"/>
                  </a:cubicBezTo>
                  <a:cubicBezTo>
                    <a:pt x="1418" y="978"/>
                    <a:pt x="1439" y="902"/>
                    <a:pt x="1421" y="966"/>
                  </a:cubicBezTo>
                  <a:cubicBezTo>
                    <a:pt x="1419" y="958"/>
                    <a:pt x="1417" y="949"/>
                    <a:pt x="1415" y="941"/>
                  </a:cubicBezTo>
                  <a:cubicBezTo>
                    <a:pt x="1413" y="930"/>
                    <a:pt x="1419" y="914"/>
                    <a:pt x="1409" y="909"/>
                  </a:cubicBezTo>
                  <a:cubicBezTo>
                    <a:pt x="1403" y="906"/>
                    <a:pt x="1379" y="944"/>
                    <a:pt x="1377" y="947"/>
                  </a:cubicBezTo>
                  <a:cubicBezTo>
                    <a:pt x="1372" y="890"/>
                    <a:pt x="1373" y="878"/>
                    <a:pt x="1352" y="833"/>
                  </a:cubicBezTo>
                  <a:cubicBezTo>
                    <a:pt x="1343" y="787"/>
                    <a:pt x="1335" y="739"/>
                    <a:pt x="1320" y="695"/>
                  </a:cubicBezTo>
                  <a:cubicBezTo>
                    <a:pt x="1314" y="699"/>
                    <a:pt x="1308" y="710"/>
                    <a:pt x="1301" y="707"/>
                  </a:cubicBezTo>
                  <a:cubicBezTo>
                    <a:pt x="1293" y="703"/>
                    <a:pt x="1297" y="690"/>
                    <a:pt x="1295" y="682"/>
                  </a:cubicBezTo>
                  <a:cubicBezTo>
                    <a:pt x="1286" y="650"/>
                    <a:pt x="1275" y="614"/>
                    <a:pt x="1257" y="587"/>
                  </a:cubicBezTo>
                  <a:cubicBezTo>
                    <a:pt x="1245" y="548"/>
                    <a:pt x="1228" y="512"/>
                    <a:pt x="1219" y="473"/>
                  </a:cubicBezTo>
                  <a:cubicBezTo>
                    <a:pt x="1213" y="475"/>
                    <a:pt x="1204" y="485"/>
                    <a:pt x="1200" y="480"/>
                  </a:cubicBezTo>
                  <a:cubicBezTo>
                    <a:pt x="1173" y="449"/>
                    <a:pt x="1187" y="399"/>
                    <a:pt x="1143" y="385"/>
                  </a:cubicBezTo>
                  <a:cubicBezTo>
                    <a:pt x="1136" y="340"/>
                    <a:pt x="1131" y="297"/>
                    <a:pt x="1105" y="259"/>
                  </a:cubicBezTo>
                  <a:cubicBezTo>
                    <a:pt x="1094" y="225"/>
                    <a:pt x="1106" y="254"/>
                    <a:pt x="1080" y="221"/>
                  </a:cubicBezTo>
                  <a:cubicBezTo>
                    <a:pt x="1067" y="205"/>
                    <a:pt x="1042" y="170"/>
                    <a:pt x="1042" y="170"/>
                  </a:cubicBezTo>
                  <a:cubicBezTo>
                    <a:pt x="1036" y="172"/>
                    <a:pt x="1028" y="172"/>
                    <a:pt x="1023" y="177"/>
                  </a:cubicBezTo>
                  <a:cubicBezTo>
                    <a:pt x="1018" y="182"/>
                    <a:pt x="1024" y="196"/>
                    <a:pt x="1017" y="196"/>
                  </a:cubicBezTo>
                  <a:cubicBezTo>
                    <a:pt x="1010" y="196"/>
                    <a:pt x="1015" y="183"/>
                    <a:pt x="1011" y="177"/>
                  </a:cubicBezTo>
                  <a:cubicBezTo>
                    <a:pt x="998" y="157"/>
                    <a:pt x="966" y="120"/>
                    <a:pt x="966" y="120"/>
                  </a:cubicBezTo>
                  <a:cubicBezTo>
                    <a:pt x="960" y="122"/>
                    <a:pt x="953" y="129"/>
                    <a:pt x="948" y="126"/>
                  </a:cubicBezTo>
                  <a:cubicBezTo>
                    <a:pt x="901" y="96"/>
                    <a:pt x="906" y="72"/>
                    <a:pt x="859" y="57"/>
                  </a:cubicBezTo>
                  <a:cubicBezTo>
                    <a:pt x="857" y="63"/>
                    <a:pt x="859" y="74"/>
                    <a:pt x="853" y="76"/>
                  </a:cubicBezTo>
                  <a:cubicBezTo>
                    <a:pt x="839" y="79"/>
                    <a:pt x="827" y="49"/>
                    <a:pt x="821" y="44"/>
                  </a:cubicBezTo>
                  <a:cubicBezTo>
                    <a:pt x="795" y="24"/>
                    <a:pt x="781" y="25"/>
                    <a:pt x="752" y="19"/>
                  </a:cubicBezTo>
                  <a:cubicBezTo>
                    <a:pt x="718" y="40"/>
                    <a:pt x="719" y="19"/>
                    <a:pt x="689" y="0"/>
                  </a:cubicBezTo>
                  <a:cubicBezTo>
                    <a:pt x="668" y="30"/>
                    <a:pt x="684" y="48"/>
                    <a:pt x="651" y="25"/>
                  </a:cubicBezTo>
                  <a:cubicBezTo>
                    <a:pt x="642" y="33"/>
                    <a:pt x="632" y="40"/>
                    <a:pt x="625" y="50"/>
                  </a:cubicBezTo>
                  <a:cubicBezTo>
                    <a:pt x="621" y="55"/>
                    <a:pt x="626" y="69"/>
                    <a:pt x="619" y="69"/>
                  </a:cubicBezTo>
                  <a:cubicBezTo>
                    <a:pt x="612" y="69"/>
                    <a:pt x="615" y="56"/>
                    <a:pt x="613" y="50"/>
                  </a:cubicBezTo>
                  <a:cubicBezTo>
                    <a:pt x="605" y="25"/>
                    <a:pt x="612" y="33"/>
                    <a:pt x="588" y="25"/>
                  </a:cubicBezTo>
                  <a:cubicBezTo>
                    <a:pt x="587" y="29"/>
                    <a:pt x="579" y="79"/>
                    <a:pt x="569" y="82"/>
                  </a:cubicBezTo>
                  <a:cubicBezTo>
                    <a:pt x="563" y="84"/>
                    <a:pt x="566" y="68"/>
                    <a:pt x="562" y="63"/>
                  </a:cubicBezTo>
                  <a:cubicBezTo>
                    <a:pt x="557" y="57"/>
                    <a:pt x="549" y="54"/>
                    <a:pt x="543" y="50"/>
                  </a:cubicBezTo>
                  <a:cubicBezTo>
                    <a:pt x="529" y="109"/>
                    <a:pt x="551" y="50"/>
                    <a:pt x="512" y="82"/>
                  </a:cubicBezTo>
                  <a:cubicBezTo>
                    <a:pt x="499" y="93"/>
                    <a:pt x="496" y="112"/>
                    <a:pt x="486" y="126"/>
                  </a:cubicBezTo>
                  <a:cubicBezTo>
                    <a:pt x="484" y="134"/>
                    <a:pt x="488" y="147"/>
                    <a:pt x="480" y="151"/>
                  </a:cubicBezTo>
                  <a:cubicBezTo>
                    <a:pt x="474" y="154"/>
                    <a:pt x="481" y="133"/>
                    <a:pt x="474" y="132"/>
                  </a:cubicBezTo>
                  <a:cubicBezTo>
                    <a:pt x="465" y="130"/>
                    <a:pt x="457" y="141"/>
                    <a:pt x="449" y="145"/>
                  </a:cubicBezTo>
                  <a:cubicBezTo>
                    <a:pt x="434" y="166"/>
                    <a:pt x="430" y="183"/>
                    <a:pt x="423" y="208"/>
                  </a:cubicBezTo>
                  <a:cubicBezTo>
                    <a:pt x="421" y="200"/>
                    <a:pt x="425" y="187"/>
                    <a:pt x="417" y="183"/>
                  </a:cubicBezTo>
                  <a:cubicBezTo>
                    <a:pt x="410" y="180"/>
                    <a:pt x="403" y="190"/>
                    <a:pt x="398" y="196"/>
                  </a:cubicBezTo>
                  <a:cubicBezTo>
                    <a:pt x="388" y="209"/>
                    <a:pt x="383" y="236"/>
                    <a:pt x="373" y="252"/>
                  </a:cubicBezTo>
                  <a:cubicBezTo>
                    <a:pt x="367" y="290"/>
                    <a:pt x="353" y="343"/>
                    <a:pt x="335" y="379"/>
                  </a:cubicBezTo>
                  <a:cubicBezTo>
                    <a:pt x="314" y="422"/>
                    <a:pt x="328" y="370"/>
                    <a:pt x="310" y="429"/>
                  </a:cubicBezTo>
                  <a:cubicBezTo>
                    <a:pt x="301" y="458"/>
                    <a:pt x="300" y="489"/>
                    <a:pt x="291" y="518"/>
                  </a:cubicBezTo>
                  <a:cubicBezTo>
                    <a:pt x="241" y="418"/>
                    <a:pt x="312" y="665"/>
                    <a:pt x="240" y="688"/>
                  </a:cubicBezTo>
                  <a:cubicBezTo>
                    <a:pt x="205" y="746"/>
                    <a:pt x="195" y="820"/>
                    <a:pt x="171" y="884"/>
                  </a:cubicBezTo>
                  <a:cubicBezTo>
                    <a:pt x="169" y="878"/>
                    <a:pt x="166" y="871"/>
                    <a:pt x="164" y="865"/>
                  </a:cubicBezTo>
                  <a:cubicBezTo>
                    <a:pt x="162" y="857"/>
                    <a:pt x="166" y="836"/>
                    <a:pt x="158" y="840"/>
                  </a:cubicBezTo>
                  <a:cubicBezTo>
                    <a:pt x="141" y="849"/>
                    <a:pt x="151" y="878"/>
                    <a:pt x="145" y="897"/>
                  </a:cubicBezTo>
                  <a:cubicBezTo>
                    <a:pt x="128" y="953"/>
                    <a:pt x="126" y="1011"/>
                    <a:pt x="108" y="1067"/>
                  </a:cubicBezTo>
                  <a:cubicBezTo>
                    <a:pt x="99" y="1035"/>
                    <a:pt x="93" y="1019"/>
                    <a:pt x="70" y="1055"/>
                  </a:cubicBezTo>
                  <a:cubicBezTo>
                    <a:pt x="36" y="1032"/>
                    <a:pt x="36" y="1055"/>
                    <a:pt x="0" y="1055"/>
                  </a:cubicBezTo>
                </a:path>
              </a:pathLst>
            </a:custGeom>
            <a:noFill/>
            <a:ln w="9525" cap="flat" cmpd="sng">
              <a:solidFill>
                <a:srgbClr val="FF3300"/>
              </a:solidFill>
              <a:prstDash val="solid"/>
              <a:round/>
              <a:headEnd/>
              <a:tailEnd/>
            </a:ln>
            <a:effectLst/>
          </p:spPr>
          <p:txBody>
            <a:bodyPr wrap="none" anchor="ctr"/>
            <a:lstStyle/>
            <a:p>
              <a:endParaRPr lang="en-GB" sz="1600"/>
            </a:p>
          </p:txBody>
        </p:sp>
      </p:grpSp>
      <p:grpSp>
        <p:nvGrpSpPr>
          <p:cNvPr id="5" name="Group 315"/>
          <p:cNvGrpSpPr>
            <a:grpSpLocks/>
          </p:cNvGrpSpPr>
          <p:nvPr/>
        </p:nvGrpSpPr>
        <p:grpSpPr bwMode="auto">
          <a:xfrm>
            <a:off x="909638" y="1371600"/>
            <a:ext cx="3081337" cy="2079625"/>
            <a:chOff x="573" y="990"/>
            <a:chExt cx="1941" cy="1310"/>
          </a:xfrm>
        </p:grpSpPr>
        <p:sp>
          <p:nvSpPr>
            <p:cNvPr id="135367" name="Freeform 199"/>
            <p:cNvSpPr>
              <a:spLocks/>
            </p:cNvSpPr>
            <p:nvPr/>
          </p:nvSpPr>
          <p:spPr bwMode="auto">
            <a:xfrm>
              <a:off x="627" y="1004"/>
              <a:ext cx="1752" cy="1188"/>
            </a:xfrm>
            <a:custGeom>
              <a:avLst/>
              <a:gdLst/>
              <a:ahLst/>
              <a:cxnLst>
                <a:cxn ang="0">
                  <a:pos x="1" y="1818"/>
                </a:cxn>
                <a:cxn ang="0">
                  <a:pos x="33" y="1799"/>
                </a:cxn>
                <a:cxn ang="0">
                  <a:pos x="197" y="1603"/>
                </a:cxn>
                <a:cxn ang="0">
                  <a:pos x="355" y="1167"/>
                </a:cxn>
                <a:cxn ang="0">
                  <a:pos x="538" y="649"/>
                </a:cxn>
                <a:cxn ang="0">
                  <a:pos x="784" y="220"/>
                </a:cxn>
                <a:cxn ang="0">
                  <a:pos x="1024" y="62"/>
                </a:cxn>
                <a:cxn ang="0">
                  <a:pos x="1277" y="24"/>
                </a:cxn>
                <a:cxn ang="0">
                  <a:pos x="1473" y="43"/>
                </a:cxn>
                <a:cxn ang="0">
                  <a:pos x="1845" y="283"/>
                </a:cxn>
                <a:cxn ang="0">
                  <a:pos x="1965" y="548"/>
                </a:cxn>
                <a:cxn ang="0">
                  <a:pos x="2079" y="921"/>
                </a:cxn>
                <a:cxn ang="0">
                  <a:pos x="2186" y="1243"/>
                </a:cxn>
                <a:cxn ang="0">
                  <a:pos x="2319" y="1534"/>
                </a:cxn>
                <a:cxn ang="0">
                  <a:pos x="2458" y="1786"/>
                </a:cxn>
                <a:cxn ang="0">
                  <a:pos x="2572" y="1862"/>
                </a:cxn>
              </a:cxnLst>
              <a:rect l="0" t="0" r="r" b="b"/>
              <a:pathLst>
                <a:path w="2572" h="1862">
                  <a:moveTo>
                    <a:pt x="1" y="1818"/>
                  </a:moveTo>
                  <a:cubicBezTo>
                    <a:pt x="0" y="1826"/>
                    <a:pt x="0" y="1835"/>
                    <a:pt x="33" y="1799"/>
                  </a:cubicBezTo>
                  <a:cubicBezTo>
                    <a:pt x="66" y="1763"/>
                    <a:pt x="143" y="1708"/>
                    <a:pt x="197" y="1603"/>
                  </a:cubicBezTo>
                  <a:cubicBezTo>
                    <a:pt x="251" y="1498"/>
                    <a:pt x="298" y="1326"/>
                    <a:pt x="355" y="1167"/>
                  </a:cubicBezTo>
                  <a:cubicBezTo>
                    <a:pt x="412" y="1008"/>
                    <a:pt x="467" y="807"/>
                    <a:pt x="538" y="649"/>
                  </a:cubicBezTo>
                  <a:cubicBezTo>
                    <a:pt x="609" y="491"/>
                    <a:pt x="703" y="318"/>
                    <a:pt x="784" y="220"/>
                  </a:cubicBezTo>
                  <a:cubicBezTo>
                    <a:pt x="865" y="122"/>
                    <a:pt x="942" y="95"/>
                    <a:pt x="1024" y="62"/>
                  </a:cubicBezTo>
                  <a:cubicBezTo>
                    <a:pt x="1106" y="29"/>
                    <a:pt x="1202" y="27"/>
                    <a:pt x="1277" y="24"/>
                  </a:cubicBezTo>
                  <a:cubicBezTo>
                    <a:pt x="1352" y="21"/>
                    <a:pt x="1378" y="0"/>
                    <a:pt x="1473" y="43"/>
                  </a:cubicBezTo>
                  <a:cubicBezTo>
                    <a:pt x="1568" y="86"/>
                    <a:pt x="1763" y="199"/>
                    <a:pt x="1845" y="283"/>
                  </a:cubicBezTo>
                  <a:cubicBezTo>
                    <a:pt x="1927" y="367"/>
                    <a:pt x="1926" y="442"/>
                    <a:pt x="1965" y="548"/>
                  </a:cubicBezTo>
                  <a:cubicBezTo>
                    <a:pt x="2004" y="654"/>
                    <a:pt x="2042" y="805"/>
                    <a:pt x="2079" y="921"/>
                  </a:cubicBezTo>
                  <a:cubicBezTo>
                    <a:pt x="2116" y="1037"/>
                    <a:pt x="2146" y="1141"/>
                    <a:pt x="2186" y="1243"/>
                  </a:cubicBezTo>
                  <a:cubicBezTo>
                    <a:pt x="2226" y="1345"/>
                    <a:pt x="2274" y="1444"/>
                    <a:pt x="2319" y="1534"/>
                  </a:cubicBezTo>
                  <a:cubicBezTo>
                    <a:pt x="2364" y="1624"/>
                    <a:pt x="2416" y="1731"/>
                    <a:pt x="2458" y="1786"/>
                  </a:cubicBezTo>
                  <a:cubicBezTo>
                    <a:pt x="2500" y="1841"/>
                    <a:pt x="2549" y="1849"/>
                    <a:pt x="2572" y="1862"/>
                  </a:cubicBezTo>
                </a:path>
              </a:pathLst>
            </a:custGeom>
            <a:noFill/>
            <a:ln w="28575" cap="flat" cmpd="sng">
              <a:solidFill>
                <a:srgbClr val="FF3300"/>
              </a:solidFill>
              <a:prstDash val="solid"/>
              <a:round/>
              <a:headEnd/>
              <a:tailEnd/>
            </a:ln>
            <a:effectLst/>
          </p:spPr>
          <p:txBody>
            <a:bodyPr wrap="none" anchor="ctr"/>
            <a:lstStyle/>
            <a:p>
              <a:endParaRPr lang="en-GB"/>
            </a:p>
          </p:txBody>
        </p:sp>
        <p:sp>
          <p:nvSpPr>
            <p:cNvPr id="135368" name="Freeform 200"/>
            <p:cNvSpPr>
              <a:spLocks/>
            </p:cNvSpPr>
            <p:nvPr/>
          </p:nvSpPr>
          <p:spPr bwMode="auto">
            <a:xfrm>
              <a:off x="741" y="1080"/>
              <a:ext cx="1773" cy="1220"/>
            </a:xfrm>
            <a:custGeom>
              <a:avLst/>
              <a:gdLst/>
              <a:ahLst/>
              <a:cxnLst>
                <a:cxn ang="0">
                  <a:pos x="1" y="60"/>
                </a:cxn>
                <a:cxn ang="0">
                  <a:pos x="22" y="72"/>
                </a:cxn>
                <a:cxn ang="0">
                  <a:pos x="134" y="197"/>
                </a:cxn>
                <a:cxn ang="0">
                  <a:pos x="242" y="475"/>
                </a:cxn>
                <a:cxn ang="0">
                  <a:pos x="366" y="806"/>
                </a:cxn>
                <a:cxn ang="0">
                  <a:pos x="534" y="1080"/>
                </a:cxn>
                <a:cxn ang="0">
                  <a:pos x="697" y="1180"/>
                </a:cxn>
                <a:cxn ang="0">
                  <a:pos x="869" y="1205"/>
                </a:cxn>
                <a:cxn ang="0">
                  <a:pos x="1003" y="1193"/>
                </a:cxn>
                <a:cxn ang="0">
                  <a:pos x="1256" y="1039"/>
                </a:cxn>
                <a:cxn ang="0">
                  <a:pos x="1338" y="870"/>
                </a:cxn>
                <a:cxn ang="0">
                  <a:pos x="1415" y="632"/>
                </a:cxn>
                <a:cxn ang="0">
                  <a:pos x="1488" y="427"/>
                </a:cxn>
                <a:cxn ang="0">
                  <a:pos x="1577" y="177"/>
                </a:cxn>
                <a:cxn ang="0">
                  <a:pos x="1673" y="80"/>
                </a:cxn>
                <a:cxn ang="0">
                  <a:pos x="1773" y="0"/>
                </a:cxn>
              </a:cxnLst>
              <a:rect l="0" t="0" r="r" b="b"/>
              <a:pathLst>
                <a:path w="1773" h="1220">
                  <a:moveTo>
                    <a:pt x="1" y="60"/>
                  </a:moveTo>
                  <a:cubicBezTo>
                    <a:pt x="0" y="55"/>
                    <a:pt x="0" y="49"/>
                    <a:pt x="22" y="72"/>
                  </a:cubicBezTo>
                  <a:cubicBezTo>
                    <a:pt x="45" y="95"/>
                    <a:pt x="97" y="130"/>
                    <a:pt x="134" y="197"/>
                  </a:cubicBezTo>
                  <a:cubicBezTo>
                    <a:pt x="171" y="264"/>
                    <a:pt x="203" y="374"/>
                    <a:pt x="242" y="475"/>
                  </a:cubicBezTo>
                  <a:cubicBezTo>
                    <a:pt x="280" y="577"/>
                    <a:pt x="318" y="705"/>
                    <a:pt x="366" y="806"/>
                  </a:cubicBezTo>
                  <a:cubicBezTo>
                    <a:pt x="415" y="907"/>
                    <a:pt x="479" y="1017"/>
                    <a:pt x="534" y="1080"/>
                  </a:cubicBezTo>
                  <a:cubicBezTo>
                    <a:pt x="589" y="1142"/>
                    <a:pt x="641" y="1159"/>
                    <a:pt x="697" y="1180"/>
                  </a:cubicBezTo>
                  <a:cubicBezTo>
                    <a:pt x="753" y="1201"/>
                    <a:pt x="818" y="1203"/>
                    <a:pt x="869" y="1205"/>
                  </a:cubicBezTo>
                  <a:cubicBezTo>
                    <a:pt x="920" y="1207"/>
                    <a:pt x="938" y="1220"/>
                    <a:pt x="1003" y="1193"/>
                  </a:cubicBezTo>
                  <a:cubicBezTo>
                    <a:pt x="1067" y="1165"/>
                    <a:pt x="1200" y="1093"/>
                    <a:pt x="1256" y="1039"/>
                  </a:cubicBezTo>
                  <a:cubicBezTo>
                    <a:pt x="1312" y="986"/>
                    <a:pt x="1311" y="938"/>
                    <a:pt x="1338" y="870"/>
                  </a:cubicBezTo>
                  <a:cubicBezTo>
                    <a:pt x="1364" y="803"/>
                    <a:pt x="1390" y="706"/>
                    <a:pt x="1415" y="632"/>
                  </a:cubicBezTo>
                  <a:cubicBezTo>
                    <a:pt x="1441" y="558"/>
                    <a:pt x="1461" y="503"/>
                    <a:pt x="1488" y="427"/>
                  </a:cubicBezTo>
                  <a:cubicBezTo>
                    <a:pt x="1515" y="351"/>
                    <a:pt x="1546" y="235"/>
                    <a:pt x="1577" y="177"/>
                  </a:cubicBezTo>
                  <a:cubicBezTo>
                    <a:pt x="1608" y="119"/>
                    <a:pt x="1640" y="110"/>
                    <a:pt x="1673" y="80"/>
                  </a:cubicBezTo>
                  <a:cubicBezTo>
                    <a:pt x="1706" y="50"/>
                    <a:pt x="1752" y="17"/>
                    <a:pt x="1773" y="0"/>
                  </a:cubicBezTo>
                </a:path>
              </a:pathLst>
            </a:custGeom>
            <a:noFill/>
            <a:ln w="28575" cap="flat" cmpd="sng">
              <a:solidFill>
                <a:srgbClr val="FF3300"/>
              </a:solidFill>
              <a:prstDash val="solid"/>
              <a:round/>
              <a:headEnd/>
              <a:tailEnd/>
            </a:ln>
            <a:effectLst/>
          </p:spPr>
          <p:txBody>
            <a:bodyPr wrap="none" anchor="ctr"/>
            <a:lstStyle/>
            <a:p>
              <a:endParaRPr lang="en-GB"/>
            </a:p>
          </p:txBody>
        </p:sp>
        <p:sp>
          <p:nvSpPr>
            <p:cNvPr id="135369" name="Freeform 201"/>
            <p:cNvSpPr>
              <a:spLocks/>
            </p:cNvSpPr>
            <p:nvPr/>
          </p:nvSpPr>
          <p:spPr bwMode="auto">
            <a:xfrm>
              <a:off x="696" y="1112"/>
              <a:ext cx="1751" cy="1188"/>
            </a:xfrm>
            <a:custGeom>
              <a:avLst/>
              <a:gdLst/>
              <a:ahLst/>
              <a:cxnLst>
                <a:cxn ang="0">
                  <a:pos x="1" y="28"/>
                </a:cxn>
                <a:cxn ang="0">
                  <a:pos x="22" y="40"/>
                </a:cxn>
                <a:cxn ang="0">
                  <a:pos x="134" y="165"/>
                </a:cxn>
                <a:cxn ang="0">
                  <a:pos x="264" y="372"/>
                </a:cxn>
                <a:cxn ang="0">
                  <a:pos x="366" y="774"/>
                </a:cxn>
                <a:cxn ang="0">
                  <a:pos x="534" y="1048"/>
                </a:cxn>
                <a:cxn ang="0">
                  <a:pos x="697" y="1148"/>
                </a:cxn>
                <a:cxn ang="0">
                  <a:pos x="869" y="1173"/>
                </a:cxn>
                <a:cxn ang="0">
                  <a:pos x="1003" y="1161"/>
                </a:cxn>
                <a:cxn ang="0">
                  <a:pos x="1256" y="1007"/>
                </a:cxn>
                <a:cxn ang="0">
                  <a:pos x="1338" y="838"/>
                </a:cxn>
                <a:cxn ang="0">
                  <a:pos x="1445" y="650"/>
                </a:cxn>
                <a:cxn ang="0">
                  <a:pos x="1502" y="385"/>
                </a:cxn>
                <a:cxn ang="0">
                  <a:pos x="1578" y="183"/>
                </a:cxn>
                <a:cxn ang="0">
                  <a:pos x="1546" y="189"/>
                </a:cxn>
                <a:cxn ang="0">
                  <a:pos x="1673" y="48"/>
                </a:cxn>
                <a:cxn ang="0">
                  <a:pos x="1751" y="0"/>
                </a:cxn>
              </a:cxnLst>
              <a:rect l="0" t="0" r="r" b="b"/>
              <a:pathLst>
                <a:path w="1751" h="1188">
                  <a:moveTo>
                    <a:pt x="1" y="28"/>
                  </a:moveTo>
                  <a:cubicBezTo>
                    <a:pt x="0" y="23"/>
                    <a:pt x="0" y="17"/>
                    <a:pt x="22" y="40"/>
                  </a:cubicBezTo>
                  <a:cubicBezTo>
                    <a:pt x="45" y="63"/>
                    <a:pt x="94" y="110"/>
                    <a:pt x="134" y="165"/>
                  </a:cubicBezTo>
                  <a:cubicBezTo>
                    <a:pt x="174" y="220"/>
                    <a:pt x="225" y="271"/>
                    <a:pt x="264" y="372"/>
                  </a:cubicBezTo>
                  <a:cubicBezTo>
                    <a:pt x="303" y="473"/>
                    <a:pt x="321" y="661"/>
                    <a:pt x="366" y="774"/>
                  </a:cubicBezTo>
                  <a:cubicBezTo>
                    <a:pt x="411" y="887"/>
                    <a:pt x="479" y="985"/>
                    <a:pt x="534" y="1048"/>
                  </a:cubicBezTo>
                  <a:cubicBezTo>
                    <a:pt x="589" y="1110"/>
                    <a:pt x="641" y="1127"/>
                    <a:pt x="697" y="1148"/>
                  </a:cubicBezTo>
                  <a:cubicBezTo>
                    <a:pt x="753" y="1169"/>
                    <a:pt x="818" y="1171"/>
                    <a:pt x="869" y="1173"/>
                  </a:cubicBezTo>
                  <a:cubicBezTo>
                    <a:pt x="920" y="1175"/>
                    <a:pt x="938" y="1188"/>
                    <a:pt x="1003" y="1161"/>
                  </a:cubicBezTo>
                  <a:cubicBezTo>
                    <a:pt x="1067" y="1133"/>
                    <a:pt x="1200" y="1061"/>
                    <a:pt x="1256" y="1007"/>
                  </a:cubicBezTo>
                  <a:cubicBezTo>
                    <a:pt x="1312" y="954"/>
                    <a:pt x="1306" y="898"/>
                    <a:pt x="1338" y="838"/>
                  </a:cubicBezTo>
                  <a:cubicBezTo>
                    <a:pt x="1370" y="778"/>
                    <a:pt x="1418" y="726"/>
                    <a:pt x="1445" y="650"/>
                  </a:cubicBezTo>
                  <a:cubicBezTo>
                    <a:pt x="1472" y="574"/>
                    <a:pt x="1480" y="463"/>
                    <a:pt x="1502" y="385"/>
                  </a:cubicBezTo>
                  <a:cubicBezTo>
                    <a:pt x="1524" y="307"/>
                    <a:pt x="1571" y="216"/>
                    <a:pt x="1578" y="183"/>
                  </a:cubicBezTo>
                  <a:cubicBezTo>
                    <a:pt x="1585" y="150"/>
                    <a:pt x="1530" y="211"/>
                    <a:pt x="1546" y="189"/>
                  </a:cubicBezTo>
                  <a:cubicBezTo>
                    <a:pt x="1562" y="167"/>
                    <a:pt x="1639" y="79"/>
                    <a:pt x="1673" y="48"/>
                  </a:cubicBezTo>
                  <a:cubicBezTo>
                    <a:pt x="1707" y="17"/>
                    <a:pt x="1735" y="8"/>
                    <a:pt x="1751" y="0"/>
                  </a:cubicBezTo>
                </a:path>
              </a:pathLst>
            </a:custGeom>
            <a:noFill/>
            <a:ln w="28575" cap="flat" cmpd="sng">
              <a:solidFill>
                <a:srgbClr val="FF3300"/>
              </a:solidFill>
              <a:prstDash val="solid"/>
              <a:round/>
              <a:headEnd/>
              <a:tailEnd/>
            </a:ln>
            <a:effectLst/>
          </p:spPr>
          <p:txBody>
            <a:bodyPr wrap="none" anchor="ctr"/>
            <a:lstStyle/>
            <a:p>
              <a:endParaRPr lang="en-GB"/>
            </a:p>
          </p:txBody>
        </p:sp>
        <p:sp>
          <p:nvSpPr>
            <p:cNvPr id="135370" name="Freeform 202"/>
            <p:cNvSpPr>
              <a:spLocks/>
            </p:cNvSpPr>
            <p:nvPr/>
          </p:nvSpPr>
          <p:spPr bwMode="auto">
            <a:xfrm>
              <a:off x="712" y="1014"/>
              <a:ext cx="1755" cy="1249"/>
            </a:xfrm>
            <a:custGeom>
              <a:avLst/>
              <a:gdLst/>
              <a:ahLst/>
              <a:cxnLst>
                <a:cxn ang="0">
                  <a:pos x="0" y="1169"/>
                </a:cxn>
                <a:cxn ang="0">
                  <a:pos x="176" y="1237"/>
                </a:cxn>
                <a:cxn ang="0">
                  <a:pos x="370" y="1241"/>
                </a:cxn>
                <a:cxn ang="0">
                  <a:pos x="464" y="1213"/>
                </a:cxn>
                <a:cxn ang="0">
                  <a:pos x="598" y="1044"/>
                </a:cxn>
                <a:cxn ang="0">
                  <a:pos x="733" y="863"/>
                </a:cxn>
                <a:cxn ang="0">
                  <a:pos x="816" y="565"/>
                </a:cxn>
                <a:cxn ang="0">
                  <a:pos x="1023" y="167"/>
                </a:cxn>
                <a:cxn ang="0">
                  <a:pos x="1204" y="25"/>
                </a:cxn>
                <a:cxn ang="0">
                  <a:pos x="1397" y="16"/>
                </a:cxn>
                <a:cxn ang="0">
                  <a:pos x="1579" y="16"/>
                </a:cxn>
                <a:cxn ang="0">
                  <a:pos x="1669" y="53"/>
                </a:cxn>
                <a:cxn ang="0">
                  <a:pos x="1755" y="129"/>
                </a:cxn>
              </a:cxnLst>
              <a:rect l="0" t="0" r="r" b="b"/>
              <a:pathLst>
                <a:path w="1755" h="1249">
                  <a:moveTo>
                    <a:pt x="0" y="1169"/>
                  </a:moveTo>
                  <a:cubicBezTo>
                    <a:pt x="57" y="1197"/>
                    <a:pt x="114" y="1225"/>
                    <a:pt x="176" y="1237"/>
                  </a:cubicBezTo>
                  <a:cubicBezTo>
                    <a:pt x="238" y="1249"/>
                    <a:pt x="322" y="1245"/>
                    <a:pt x="370" y="1241"/>
                  </a:cubicBezTo>
                  <a:cubicBezTo>
                    <a:pt x="417" y="1237"/>
                    <a:pt x="426" y="1246"/>
                    <a:pt x="464" y="1213"/>
                  </a:cubicBezTo>
                  <a:cubicBezTo>
                    <a:pt x="502" y="1180"/>
                    <a:pt x="553" y="1102"/>
                    <a:pt x="598" y="1044"/>
                  </a:cubicBezTo>
                  <a:cubicBezTo>
                    <a:pt x="643" y="986"/>
                    <a:pt x="697" y="943"/>
                    <a:pt x="733" y="863"/>
                  </a:cubicBezTo>
                  <a:cubicBezTo>
                    <a:pt x="769" y="783"/>
                    <a:pt x="768" y="681"/>
                    <a:pt x="816" y="565"/>
                  </a:cubicBezTo>
                  <a:cubicBezTo>
                    <a:pt x="864" y="449"/>
                    <a:pt x="958" y="257"/>
                    <a:pt x="1023" y="167"/>
                  </a:cubicBezTo>
                  <a:cubicBezTo>
                    <a:pt x="1088" y="77"/>
                    <a:pt x="1142" y="50"/>
                    <a:pt x="1204" y="25"/>
                  </a:cubicBezTo>
                  <a:cubicBezTo>
                    <a:pt x="1266" y="0"/>
                    <a:pt x="1335" y="17"/>
                    <a:pt x="1397" y="16"/>
                  </a:cubicBezTo>
                  <a:cubicBezTo>
                    <a:pt x="1459" y="15"/>
                    <a:pt x="1534" y="10"/>
                    <a:pt x="1579" y="16"/>
                  </a:cubicBezTo>
                  <a:cubicBezTo>
                    <a:pt x="1624" y="22"/>
                    <a:pt x="1639" y="34"/>
                    <a:pt x="1669" y="53"/>
                  </a:cubicBezTo>
                  <a:cubicBezTo>
                    <a:pt x="1698" y="71"/>
                    <a:pt x="1726" y="100"/>
                    <a:pt x="1755" y="129"/>
                  </a:cubicBezTo>
                </a:path>
              </a:pathLst>
            </a:custGeom>
            <a:noFill/>
            <a:ln w="28575" cap="flat" cmpd="sng">
              <a:solidFill>
                <a:srgbClr val="FF3300"/>
              </a:solidFill>
              <a:prstDash val="solid"/>
              <a:round/>
              <a:headEnd/>
              <a:tailEnd/>
            </a:ln>
            <a:effectLst/>
          </p:spPr>
          <p:txBody>
            <a:bodyPr wrap="none" anchor="ctr"/>
            <a:lstStyle/>
            <a:p>
              <a:endParaRPr lang="en-GB"/>
            </a:p>
          </p:txBody>
        </p:sp>
        <p:sp>
          <p:nvSpPr>
            <p:cNvPr id="135371" name="Freeform 203"/>
            <p:cNvSpPr>
              <a:spLocks/>
            </p:cNvSpPr>
            <p:nvPr/>
          </p:nvSpPr>
          <p:spPr bwMode="auto">
            <a:xfrm flipH="1">
              <a:off x="627" y="1004"/>
              <a:ext cx="1755" cy="1243"/>
            </a:xfrm>
            <a:custGeom>
              <a:avLst/>
              <a:gdLst/>
              <a:ahLst/>
              <a:cxnLst>
                <a:cxn ang="0">
                  <a:pos x="0" y="1823"/>
                </a:cxn>
                <a:cxn ang="0">
                  <a:pos x="259" y="1930"/>
                </a:cxn>
                <a:cxn ang="0">
                  <a:pos x="543" y="1936"/>
                </a:cxn>
                <a:cxn ang="0">
                  <a:pos x="682" y="1892"/>
                </a:cxn>
                <a:cxn ang="0">
                  <a:pos x="846" y="1760"/>
                </a:cxn>
                <a:cxn ang="0">
                  <a:pos x="1029" y="1551"/>
                </a:cxn>
                <a:cxn ang="0">
                  <a:pos x="1257" y="964"/>
                </a:cxn>
                <a:cxn ang="0">
                  <a:pos x="1503" y="332"/>
                </a:cxn>
                <a:cxn ang="0">
                  <a:pos x="1762" y="111"/>
                </a:cxn>
                <a:cxn ang="0">
                  <a:pos x="2052" y="16"/>
                </a:cxn>
                <a:cxn ang="0">
                  <a:pos x="2318" y="16"/>
                </a:cxn>
                <a:cxn ang="0">
                  <a:pos x="2450" y="73"/>
                </a:cxn>
                <a:cxn ang="0">
                  <a:pos x="2577" y="193"/>
                </a:cxn>
              </a:cxnLst>
              <a:rect l="0" t="0" r="r" b="b"/>
              <a:pathLst>
                <a:path w="2577" h="1949">
                  <a:moveTo>
                    <a:pt x="0" y="1823"/>
                  </a:moveTo>
                  <a:cubicBezTo>
                    <a:pt x="84" y="1867"/>
                    <a:pt x="168" y="1911"/>
                    <a:pt x="259" y="1930"/>
                  </a:cubicBezTo>
                  <a:cubicBezTo>
                    <a:pt x="350" y="1949"/>
                    <a:pt x="473" y="1942"/>
                    <a:pt x="543" y="1936"/>
                  </a:cubicBezTo>
                  <a:cubicBezTo>
                    <a:pt x="613" y="1930"/>
                    <a:pt x="632" y="1921"/>
                    <a:pt x="682" y="1892"/>
                  </a:cubicBezTo>
                  <a:cubicBezTo>
                    <a:pt x="732" y="1863"/>
                    <a:pt x="788" y="1817"/>
                    <a:pt x="846" y="1760"/>
                  </a:cubicBezTo>
                  <a:cubicBezTo>
                    <a:pt x="904" y="1703"/>
                    <a:pt x="961" y="1684"/>
                    <a:pt x="1029" y="1551"/>
                  </a:cubicBezTo>
                  <a:cubicBezTo>
                    <a:pt x="1097" y="1418"/>
                    <a:pt x="1178" y="1167"/>
                    <a:pt x="1257" y="964"/>
                  </a:cubicBezTo>
                  <a:cubicBezTo>
                    <a:pt x="1336" y="761"/>
                    <a:pt x="1419" y="474"/>
                    <a:pt x="1503" y="332"/>
                  </a:cubicBezTo>
                  <a:cubicBezTo>
                    <a:pt x="1587" y="190"/>
                    <a:pt x="1671" y="164"/>
                    <a:pt x="1762" y="111"/>
                  </a:cubicBezTo>
                  <a:cubicBezTo>
                    <a:pt x="1853" y="58"/>
                    <a:pt x="1959" y="32"/>
                    <a:pt x="2052" y="16"/>
                  </a:cubicBezTo>
                  <a:cubicBezTo>
                    <a:pt x="2145" y="0"/>
                    <a:pt x="2252" y="7"/>
                    <a:pt x="2318" y="16"/>
                  </a:cubicBezTo>
                  <a:cubicBezTo>
                    <a:pt x="2384" y="25"/>
                    <a:pt x="2407" y="44"/>
                    <a:pt x="2450" y="73"/>
                  </a:cubicBezTo>
                  <a:cubicBezTo>
                    <a:pt x="2493" y="102"/>
                    <a:pt x="2535" y="147"/>
                    <a:pt x="2577" y="193"/>
                  </a:cubicBezTo>
                </a:path>
              </a:pathLst>
            </a:custGeom>
            <a:noFill/>
            <a:ln w="28575" cap="flat" cmpd="sng">
              <a:solidFill>
                <a:srgbClr val="FF3300"/>
              </a:solidFill>
              <a:prstDash val="solid"/>
              <a:round/>
              <a:headEnd/>
              <a:tailEnd/>
            </a:ln>
            <a:effectLst/>
          </p:spPr>
          <p:txBody>
            <a:bodyPr wrap="none" anchor="ctr"/>
            <a:lstStyle/>
            <a:p>
              <a:endParaRPr lang="en-GB"/>
            </a:p>
          </p:txBody>
        </p:sp>
        <p:sp>
          <p:nvSpPr>
            <p:cNvPr id="135372" name="Freeform 204"/>
            <p:cNvSpPr>
              <a:spLocks/>
            </p:cNvSpPr>
            <p:nvPr/>
          </p:nvSpPr>
          <p:spPr bwMode="auto">
            <a:xfrm flipH="1">
              <a:off x="601" y="1006"/>
              <a:ext cx="1755" cy="1243"/>
            </a:xfrm>
            <a:custGeom>
              <a:avLst/>
              <a:gdLst/>
              <a:ahLst/>
              <a:cxnLst>
                <a:cxn ang="0">
                  <a:pos x="0" y="1823"/>
                </a:cxn>
                <a:cxn ang="0">
                  <a:pos x="259" y="1930"/>
                </a:cxn>
                <a:cxn ang="0">
                  <a:pos x="543" y="1936"/>
                </a:cxn>
                <a:cxn ang="0">
                  <a:pos x="682" y="1892"/>
                </a:cxn>
                <a:cxn ang="0">
                  <a:pos x="846" y="1760"/>
                </a:cxn>
                <a:cxn ang="0">
                  <a:pos x="1029" y="1551"/>
                </a:cxn>
                <a:cxn ang="0">
                  <a:pos x="1257" y="964"/>
                </a:cxn>
                <a:cxn ang="0">
                  <a:pos x="1503" y="332"/>
                </a:cxn>
                <a:cxn ang="0">
                  <a:pos x="1762" y="111"/>
                </a:cxn>
                <a:cxn ang="0">
                  <a:pos x="2052" y="16"/>
                </a:cxn>
                <a:cxn ang="0">
                  <a:pos x="2318" y="16"/>
                </a:cxn>
                <a:cxn ang="0">
                  <a:pos x="2450" y="73"/>
                </a:cxn>
                <a:cxn ang="0">
                  <a:pos x="2577" y="193"/>
                </a:cxn>
              </a:cxnLst>
              <a:rect l="0" t="0" r="r" b="b"/>
              <a:pathLst>
                <a:path w="2577" h="1949">
                  <a:moveTo>
                    <a:pt x="0" y="1823"/>
                  </a:moveTo>
                  <a:cubicBezTo>
                    <a:pt x="84" y="1867"/>
                    <a:pt x="168" y="1911"/>
                    <a:pt x="259" y="1930"/>
                  </a:cubicBezTo>
                  <a:cubicBezTo>
                    <a:pt x="350" y="1949"/>
                    <a:pt x="473" y="1942"/>
                    <a:pt x="543" y="1936"/>
                  </a:cubicBezTo>
                  <a:cubicBezTo>
                    <a:pt x="613" y="1930"/>
                    <a:pt x="632" y="1921"/>
                    <a:pt x="682" y="1892"/>
                  </a:cubicBezTo>
                  <a:cubicBezTo>
                    <a:pt x="732" y="1863"/>
                    <a:pt x="788" y="1817"/>
                    <a:pt x="846" y="1760"/>
                  </a:cubicBezTo>
                  <a:cubicBezTo>
                    <a:pt x="904" y="1703"/>
                    <a:pt x="961" y="1684"/>
                    <a:pt x="1029" y="1551"/>
                  </a:cubicBezTo>
                  <a:cubicBezTo>
                    <a:pt x="1097" y="1418"/>
                    <a:pt x="1178" y="1167"/>
                    <a:pt x="1257" y="964"/>
                  </a:cubicBezTo>
                  <a:cubicBezTo>
                    <a:pt x="1336" y="761"/>
                    <a:pt x="1419" y="474"/>
                    <a:pt x="1503" y="332"/>
                  </a:cubicBezTo>
                  <a:cubicBezTo>
                    <a:pt x="1587" y="190"/>
                    <a:pt x="1671" y="164"/>
                    <a:pt x="1762" y="111"/>
                  </a:cubicBezTo>
                  <a:cubicBezTo>
                    <a:pt x="1853" y="58"/>
                    <a:pt x="1959" y="32"/>
                    <a:pt x="2052" y="16"/>
                  </a:cubicBezTo>
                  <a:cubicBezTo>
                    <a:pt x="2145" y="0"/>
                    <a:pt x="2252" y="7"/>
                    <a:pt x="2318" y="16"/>
                  </a:cubicBezTo>
                  <a:cubicBezTo>
                    <a:pt x="2384" y="25"/>
                    <a:pt x="2407" y="44"/>
                    <a:pt x="2450" y="73"/>
                  </a:cubicBezTo>
                  <a:cubicBezTo>
                    <a:pt x="2493" y="102"/>
                    <a:pt x="2535" y="147"/>
                    <a:pt x="2577" y="193"/>
                  </a:cubicBezTo>
                </a:path>
              </a:pathLst>
            </a:custGeom>
            <a:noFill/>
            <a:ln w="28575" cap="flat" cmpd="sng">
              <a:solidFill>
                <a:srgbClr val="FF3300"/>
              </a:solidFill>
              <a:prstDash val="solid"/>
              <a:round/>
              <a:headEnd/>
              <a:tailEnd/>
            </a:ln>
            <a:effectLst/>
          </p:spPr>
          <p:txBody>
            <a:bodyPr wrap="none" anchor="ctr"/>
            <a:lstStyle/>
            <a:p>
              <a:endParaRPr lang="en-GB"/>
            </a:p>
          </p:txBody>
        </p:sp>
        <p:sp>
          <p:nvSpPr>
            <p:cNvPr id="135373" name="Freeform 205"/>
            <p:cNvSpPr>
              <a:spLocks/>
            </p:cNvSpPr>
            <p:nvPr/>
          </p:nvSpPr>
          <p:spPr bwMode="auto">
            <a:xfrm>
              <a:off x="573" y="1014"/>
              <a:ext cx="1755" cy="1243"/>
            </a:xfrm>
            <a:custGeom>
              <a:avLst/>
              <a:gdLst/>
              <a:ahLst/>
              <a:cxnLst>
                <a:cxn ang="0">
                  <a:pos x="1755" y="1163"/>
                </a:cxn>
                <a:cxn ang="0">
                  <a:pos x="1579" y="1231"/>
                </a:cxn>
                <a:cxn ang="0">
                  <a:pos x="1385" y="1235"/>
                </a:cxn>
                <a:cxn ang="0">
                  <a:pos x="1291" y="1207"/>
                </a:cxn>
                <a:cxn ang="0">
                  <a:pos x="1179" y="1122"/>
                </a:cxn>
                <a:cxn ang="0">
                  <a:pos x="1040" y="837"/>
                </a:cxn>
                <a:cxn ang="0">
                  <a:pos x="899" y="615"/>
                </a:cxn>
                <a:cxn ang="0">
                  <a:pos x="898" y="521"/>
                </a:cxn>
                <a:cxn ang="0">
                  <a:pos x="782" y="315"/>
                </a:cxn>
                <a:cxn ang="0">
                  <a:pos x="555" y="71"/>
                </a:cxn>
                <a:cxn ang="0">
                  <a:pos x="358" y="10"/>
                </a:cxn>
                <a:cxn ang="0">
                  <a:pos x="176" y="10"/>
                </a:cxn>
                <a:cxn ang="0">
                  <a:pos x="86" y="47"/>
                </a:cxn>
                <a:cxn ang="0">
                  <a:pos x="0" y="123"/>
                </a:cxn>
              </a:cxnLst>
              <a:rect l="0" t="0" r="r" b="b"/>
              <a:pathLst>
                <a:path w="1755" h="1243">
                  <a:moveTo>
                    <a:pt x="1755" y="1163"/>
                  </a:moveTo>
                  <a:cubicBezTo>
                    <a:pt x="1698" y="1191"/>
                    <a:pt x="1641" y="1219"/>
                    <a:pt x="1579" y="1231"/>
                  </a:cubicBezTo>
                  <a:cubicBezTo>
                    <a:pt x="1517" y="1243"/>
                    <a:pt x="1433" y="1239"/>
                    <a:pt x="1385" y="1235"/>
                  </a:cubicBezTo>
                  <a:cubicBezTo>
                    <a:pt x="1338" y="1231"/>
                    <a:pt x="1325" y="1225"/>
                    <a:pt x="1291" y="1207"/>
                  </a:cubicBezTo>
                  <a:cubicBezTo>
                    <a:pt x="1256" y="1188"/>
                    <a:pt x="1221" y="1184"/>
                    <a:pt x="1179" y="1122"/>
                  </a:cubicBezTo>
                  <a:cubicBezTo>
                    <a:pt x="1137" y="1060"/>
                    <a:pt x="1087" y="921"/>
                    <a:pt x="1040" y="837"/>
                  </a:cubicBezTo>
                  <a:cubicBezTo>
                    <a:pt x="993" y="753"/>
                    <a:pt x="923" y="668"/>
                    <a:pt x="899" y="615"/>
                  </a:cubicBezTo>
                  <a:cubicBezTo>
                    <a:pt x="875" y="562"/>
                    <a:pt x="917" y="571"/>
                    <a:pt x="898" y="521"/>
                  </a:cubicBezTo>
                  <a:cubicBezTo>
                    <a:pt x="879" y="471"/>
                    <a:pt x="839" y="390"/>
                    <a:pt x="782" y="315"/>
                  </a:cubicBezTo>
                  <a:cubicBezTo>
                    <a:pt x="725" y="240"/>
                    <a:pt x="626" y="122"/>
                    <a:pt x="555" y="71"/>
                  </a:cubicBezTo>
                  <a:cubicBezTo>
                    <a:pt x="484" y="20"/>
                    <a:pt x="421" y="20"/>
                    <a:pt x="358" y="10"/>
                  </a:cubicBezTo>
                  <a:cubicBezTo>
                    <a:pt x="294" y="0"/>
                    <a:pt x="221" y="4"/>
                    <a:pt x="176" y="10"/>
                  </a:cubicBezTo>
                  <a:cubicBezTo>
                    <a:pt x="131" y="16"/>
                    <a:pt x="116" y="28"/>
                    <a:pt x="86" y="47"/>
                  </a:cubicBezTo>
                  <a:cubicBezTo>
                    <a:pt x="57" y="65"/>
                    <a:pt x="29" y="94"/>
                    <a:pt x="0" y="123"/>
                  </a:cubicBezTo>
                </a:path>
              </a:pathLst>
            </a:custGeom>
            <a:noFill/>
            <a:ln w="28575" cap="flat" cmpd="sng">
              <a:solidFill>
                <a:srgbClr val="FF3300"/>
              </a:solidFill>
              <a:prstDash val="solid"/>
              <a:round/>
              <a:headEnd/>
              <a:tailEnd/>
            </a:ln>
            <a:effectLst/>
          </p:spPr>
          <p:txBody>
            <a:bodyPr wrap="none" anchor="ctr"/>
            <a:lstStyle/>
            <a:p>
              <a:endParaRPr lang="en-GB"/>
            </a:p>
          </p:txBody>
        </p:sp>
        <p:sp>
          <p:nvSpPr>
            <p:cNvPr id="135374" name="Freeform 206"/>
            <p:cNvSpPr>
              <a:spLocks/>
            </p:cNvSpPr>
            <p:nvPr/>
          </p:nvSpPr>
          <p:spPr bwMode="auto">
            <a:xfrm>
              <a:off x="627" y="990"/>
              <a:ext cx="1752" cy="1202"/>
            </a:xfrm>
            <a:custGeom>
              <a:avLst/>
              <a:gdLst/>
              <a:ahLst/>
              <a:cxnLst>
                <a:cxn ang="0">
                  <a:pos x="1" y="1174"/>
                </a:cxn>
                <a:cxn ang="0">
                  <a:pos x="22" y="1162"/>
                </a:cxn>
                <a:cxn ang="0">
                  <a:pos x="134" y="1037"/>
                </a:cxn>
                <a:cxn ang="0">
                  <a:pos x="257" y="709"/>
                </a:cxn>
                <a:cxn ang="0">
                  <a:pos x="384" y="343"/>
                </a:cxn>
                <a:cxn ang="0">
                  <a:pos x="534" y="154"/>
                </a:cxn>
                <a:cxn ang="0">
                  <a:pos x="706" y="27"/>
                </a:cxn>
                <a:cxn ang="0">
                  <a:pos x="882" y="2"/>
                </a:cxn>
                <a:cxn ang="0">
                  <a:pos x="1003" y="41"/>
                </a:cxn>
                <a:cxn ang="0">
                  <a:pos x="1257" y="195"/>
                </a:cxn>
                <a:cxn ang="0">
                  <a:pos x="1339" y="364"/>
                </a:cxn>
                <a:cxn ang="0">
                  <a:pos x="1416" y="602"/>
                </a:cxn>
                <a:cxn ang="0">
                  <a:pos x="1489" y="807"/>
                </a:cxn>
                <a:cxn ang="0">
                  <a:pos x="1580" y="993"/>
                </a:cxn>
                <a:cxn ang="0">
                  <a:pos x="1674" y="1154"/>
                </a:cxn>
                <a:cxn ang="0">
                  <a:pos x="1752" y="1202"/>
                </a:cxn>
              </a:cxnLst>
              <a:rect l="0" t="0" r="r" b="b"/>
              <a:pathLst>
                <a:path w="1752" h="1202">
                  <a:moveTo>
                    <a:pt x="1" y="1174"/>
                  </a:moveTo>
                  <a:cubicBezTo>
                    <a:pt x="0" y="1179"/>
                    <a:pt x="0" y="1185"/>
                    <a:pt x="22" y="1162"/>
                  </a:cubicBezTo>
                  <a:cubicBezTo>
                    <a:pt x="45" y="1139"/>
                    <a:pt x="95" y="1112"/>
                    <a:pt x="134" y="1037"/>
                  </a:cubicBezTo>
                  <a:cubicBezTo>
                    <a:pt x="173" y="962"/>
                    <a:pt x="215" y="825"/>
                    <a:pt x="257" y="709"/>
                  </a:cubicBezTo>
                  <a:cubicBezTo>
                    <a:pt x="299" y="593"/>
                    <a:pt x="338" y="435"/>
                    <a:pt x="384" y="343"/>
                  </a:cubicBezTo>
                  <a:cubicBezTo>
                    <a:pt x="430" y="251"/>
                    <a:pt x="481" y="206"/>
                    <a:pt x="534" y="154"/>
                  </a:cubicBezTo>
                  <a:cubicBezTo>
                    <a:pt x="587" y="102"/>
                    <a:pt x="648" y="52"/>
                    <a:pt x="706" y="27"/>
                  </a:cubicBezTo>
                  <a:cubicBezTo>
                    <a:pt x="764" y="2"/>
                    <a:pt x="833" y="0"/>
                    <a:pt x="882" y="2"/>
                  </a:cubicBezTo>
                  <a:cubicBezTo>
                    <a:pt x="931" y="4"/>
                    <a:pt x="941" y="9"/>
                    <a:pt x="1003" y="41"/>
                  </a:cubicBezTo>
                  <a:cubicBezTo>
                    <a:pt x="1065" y="73"/>
                    <a:pt x="1201" y="141"/>
                    <a:pt x="1257" y="195"/>
                  </a:cubicBezTo>
                  <a:cubicBezTo>
                    <a:pt x="1313" y="248"/>
                    <a:pt x="1312" y="296"/>
                    <a:pt x="1339" y="364"/>
                  </a:cubicBezTo>
                  <a:cubicBezTo>
                    <a:pt x="1365" y="431"/>
                    <a:pt x="1391" y="528"/>
                    <a:pt x="1416" y="602"/>
                  </a:cubicBezTo>
                  <a:cubicBezTo>
                    <a:pt x="1441" y="676"/>
                    <a:pt x="1462" y="742"/>
                    <a:pt x="1489" y="807"/>
                  </a:cubicBezTo>
                  <a:cubicBezTo>
                    <a:pt x="1516" y="872"/>
                    <a:pt x="1549" y="935"/>
                    <a:pt x="1580" y="993"/>
                  </a:cubicBezTo>
                  <a:cubicBezTo>
                    <a:pt x="1610" y="1050"/>
                    <a:pt x="1646" y="1118"/>
                    <a:pt x="1674" y="1154"/>
                  </a:cubicBezTo>
                  <a:cubicBezTo>
                    <a:pt x="1703" y="1189"/>
                    <a:pt x="1736" y="1194"/>
                    <a:pt x="1752" y="1202"/>
                  </a:cubicBezTo>
                </a:path>
              </a:pathLst>
            </a:custGeom>
            <a:noFill/>
            <a:ln w="28575" cap="flat" cmpd="sng">
              <a:solidFill>
                <a:srgbClr val="FF3300"/>
              </a:solidFill>
              <a:prstDash val="solid"/>
              <a:round/>
              <a:headEnd/>
              <a:tailEnd/>
            </a:ln>
            <a:effectLst/>
          </p:spPr>
          <p:txBody>
            <a:bodyPr wrap="none" anchor="ctr"/>
            <a:lstStyle/>
            <a:p>
              <a:endParaRPr lang="en-GB"/>
            </a:p>
          </p:txBody>
        </p:sp>
        <p:sp>
          <p:nvSpPr>
            <p:cNvPr id="135375" name="Freeform 207"/>
            <p:cNvSpPr>
              <a:spLocks/>
            </p:cNvSpPr>
            <p:nvPr/>
          </p:nvSpPr>
          <p:spPr bwMode="auto">
            <a:xfrm>
              <a:off x="672" y="1008"/>
              <a:ext cx="1755" cy="1243"/>
            </a:xfrm>
            <a:custGeom>
              <a:avLst/>
              <a:gdLst/>
              <a:ahLst/>
              <a:cxnLst>
                <a:cxn ang="0">
                  <a:pos x="0" y="1163"/>
                </a:cxn>
                <a:cxn ang="0">
                  <a:pos x="176" y="1231"/>
                </a:cxn>
                <a:cxn ang="0">
                  <a:pos x="370" y="1235"/>
                </a:cxn>
                <a:cxn ang="0">
                  <a:pos x="464" y="1207"/>
                </a:cxn>
                <a:cxn ang="0">
                  <a:pos x="576" y="1122"/>
                </a:cxn>
                <a:cxn ang="0">
                  <a:pos x="699" y="884"/>
                </a:cxn>
                <a:cxn ang="0">
                  <a:pos x="838" y="550"/>
                </a:cxn>
                <a:cxn ang="0">
                  <a:pos x="1024" y="212"/>
                </a:cxn>
                <a:cxn ang="0">
                  <a:pos x="1200" y="71"/>
                </a:cxn>
                <a:cxn ang="0">
                  <a:pos x="1397" y="10"/>
                </a:cxn>
                <a:cxn ang="0">
                  <a:pos x="1579" y="10"/>
                </a:cxn>
                <a:cxn ang="0">
                  <a:pos x="1669" y="47"/>
                </a:cxn>
                <a:cxn ang="0">
                  <a:pos x="1755" y="123"/>
                </a:cxn>
              </a:cxnLst>
              <a:rect l="0" t="0" r="r" b="b"/>
              <a:pathLst>
                <a:path w="1755" h="1243">
                  <a:moveTo>
                    <a:pt x="0" y="1163"/>
                  </a:moveTo>
                  <a:cubicBezTo>
                    <a:pt x="57" y="1191"/>
                    <a:pt x="114" y="1219"/>
                    <a:pt x="176" y="1231"/>
                  </a:cubicBezTo>
                  <a:cubicBezTo>
                    <a:pt x="238" y="1243"/>
                    <a:pt x="322" y="1239"/>
                    <a:pt x="370" y="1235"/>
                  </a:cubicBezTo>
                  <a:cubicBezTo>
                    <a:pt x="417" y="1231"/>
                    <a:pt x="430" y="1225"/>
                    <a:pt x="464" y="1207"/>
                  </a:cubicBezTo>
                  <a:cubicBezTo>
                    <a:pt x="499" y="1188"/>
                    <a:pt x="537" y="1176"/>
                    <a:pt x="576" y="1122"/>
                  </a:cubicBezTo>
                  <a:cubicBezTo>
                    <a:pt x="615" y="1068"/>
                    <a:pt x="655" y="979"/>
                    <a:pt x="699" y="884"/>
                  </a:cubicBezTo>
                  <a:cubicBezTo>
                    <a:pt x="743" y="789"/>
                    <a:pt x="784" y="662"/>
                    <a:pt x="838" y="550"/>
                  </a:cubicBezTo>
                  <a:cubicBezTo>
                    <a:pt x="892" y="438"/>
                    <a:pt x="964" y="292"/>
                    <a:pt x="1024" y="212"/>
                  </a:cubicBezTo>
                  <a:cubicBezTo>
                    <a:pt x="1084" y="132"/>
                    <a:pt x="1138" y="105"/>
                    <a:pt x="1200" y="71"/>
                  </a:cubicBezTo>
                  <a:cubicBezTo>
                    <a:pt x="1262" y="37"/>
                    <a:pt x="1334" y="20"/>
                    <a:pt x="1397" y="10"/>
                  </a:cubicBezTo>
                  <a:cubicBezTo>
                    <a:pt x="1461" y="0"/>
                    <a:pt x="1534" y="4"/>
                    <a:pt x="1579" y="10"/>
                  </a:cubicBezTo>
                  <a:cubicBezTo>
                    <a:pt x="1624" y="16"/>
                    <a:pt x="1639" y="28"/>
                    <a:pt x="1669" y="47"/>
                  </a:cubicBezTo>
                  <a:cubicBezTo>
                    <a:pt x="1698" y="65"/>
                    <a:pt x="1726" y="94"/>
                    <a:pt x="1755" y="123"/>
                  </a:cubicBezTo>
                </a:path>
              </a:pathLst>
            </a:custGeom>
            <a:noFill/>
            <a:ln w="28575" cap="flat" cmpd="sng">
              <a:solidFill>
                <a:srgbClr val="FF3300"/>
              </a:solidFill>
              <a:prstDash val="solid"/>
              <a:round/>
              <a:headEnd/>
              <a:tailEnd/>
            </a:ln>
            <a:effectLst/>
          </p:spPr>
          <p:txBody>
            <a:bodyPr wrap="none" anchor="ctr"/>
            <a:lstStyle/>
            <a:p>
              <a:endParaRPr lang="en-GB"/>
            </a:p>
          </p:txBody>
        </p:sp>
      </p:grpSp>
      <p:sp>
        <p:nvSpPr>
          <p:cNvPr id="135376" name="Text Box 208"/>
          <p:cNvSpPr txBox="1">
            <a:spLocks noChangeArrowheads="1"/>
          </p:cNvSpPr>
          <p:nvPr/>
        </p:nvSpPr>
        <p:spPr bwMode="auto">
          <a:xfrm>
            <a:off x="385763" y="333375"/>
            <a:ext cx="3419526" cy="461665"/>
          </a:xfrm>
          <a:prstGeom prst="rect">
            <a:avLst/>
          </a:prstGeom>
          <a:noFill/>
          <a:ln w="28575">
            <a:noFill/>
            <a:miter lim="800000"/>
            <a:headEnd/>
            <a:tailEnd/>
          </a:ln>
          <a:effectLst/>
        </p:spPr>
        <p:txBody>
          <a:bodyPr wrap="none" anchor="ctr">
            <a:spAutoFit/>
          </a:bodyPr>
          <a:lstStyle/>
          <a:p>
            <a:r>
              <a:rPr lang="en-GB" sz="2400" b="1" dirty="0"/>
              <a:t>Different Eye Patterns</a:t>
            </a:r>
          </a:p>
        </p:txBody>
      </p:sp>
      <p:sp>
        <p:nvSpPr>
          <p:cNvPr id="135377" name="Text Box 209"/>
          <p:cNvSpPr txBox="1">
            <a:spLocks noChangeArrowheads="1"/>
          </p:cNvSpPr>
          <p:nvPr/>
        </p:nvSpPr>
        <p:spPr bwMode="auto">
          <a:xfrm>
            <a:off x="6415088" y="3762088"/>
            <a:ext cx="2514600" cy="584775"/>
          </a:xfrm>
          <a:prstGeom prst="rect">
            <a:avLst/>
          </a:prstGeom>
          <a:noFill/>
          <a:ln w="28575">
            <a:noFill/>
            <a:miter lim="800000"/>
            <a:headEnd/>
            <a:tailEnd/>
          </a:ln>
          <a:effectLst/>
        </p:spPr>
        <p:txBody>
          <a:bodyPr anchor="ctr">
            <a:spAutoFit/>
          </a:bodyPr>
          <a:lstStyle/>
          <a:p>
            <a:pPr algn="r"/>
            <a:r>
              <a:rPr lang="en-GB" sz="1600"/>
              <a:t>Signal + timing errors - eye closing</a:t>
            </a:r>
          </a:p>
        </p:txBody>
      </p:sp>
      <p:sp>
        <p:nvSpPr>
          <p:cNvPr id="135378" name="Text Box 210"/>
          <p:cNvSpPr txBox="1">
            <a:spLocks noChangeArrowheads="1"/>
          </p:cNvSpPr>
          <p:nvPr/>
        </p:nvSpPr>
        <p:spPr bwMode="auto">
          <a:xfrm>
            <a:off x="419100" y="3581400"/>
            <a:ext cx="2057400" cy="1569660"/>
          </a:xfrm>
          <a:prstGeom prst="rect">
            <a:avLst/>
          </a:prstGeom>
          <a:noFill/>
          <a:ln w="28575">
            <a:noFill/>
            <a:miter lim="800000"/>
            <a:headEnd/>
            <a:tailEnd/>
          </a:ln>
          <a:effectLst/>
        </p:spPr>
        <p:txBody>
          <a:bodyPr anchor="ctr">
            <a:spAutoFit/>
          </a:bodyPr>
          <a:lstStyle/>
          <a:p>
            <a:pPr algn="l"/>
            <a:r>
              <a:rPr lang="en-GB" sz="1600" dirty="0"/>
              <a:t>Signal only - various small individual random distortions (but likely OK) </a:t>
            </a:r>
          </a:p>
          <a:p>
            <a:pPr algn="l"/>
            <a:r>
              <a:rPr lang="en-GB" sz="1600" dirty="0"/>
              <a:t>- eye is “open”</a:t>
            </a:r>
          </a:p>
        </p:txBody>
      </p:sp>
      <p:sp>
        <p:nvSpPr>
          <p:cNvPr id="135379" name="Text Box 211"/>
          <p:cNvSpPr txBox="1">
            <a:spLocks noChangeArrowheads="1"/>
          </p:cNvSpPr>
          <p:nvPr/>
        </p:nvSpPr>
        <p:spPr bwMode="auto">
          <a:xfrm>
            <a:off x="6096000" y="5407451"/>
            <a:ext cx="2590800" cy="830997"/>
          </a:xfrm>
          <a:prstGeom prst="rect">
            <a:avLst/>
          </a:prstGeom>
          <a:noFill/>
          <a:ln w="28575">
            <a:noFill/>
            <a:miter lim="800000"/>
            <a:headEnd/>
            <a:tailEnd/>
          </a:ln>
          <a:effectLst/>
        </p:spPr>
        <p:txBody>
          <a:bodyPr wrap="square" anchor="ctr">
            <a:spAutoFit/>
          </a:bodyPr>
          <a:lstStyle/>
          <a:p>
            <a:pPr algn="l"/>
            <a:r>
              <a:rPr lang="en-GB" sz="1600" dirty="0"/>
              <a:t>Signal + noise - eye closing (amount depends on noise)</a:t>
            </a:r>
          </a:p>
        </p:txBody>
      </p:sp>
      <p:grpSp>
        <p:nvGrpSpPr>
          <p:cNvPr id="6" name="Group 213"/>
          <p:cNvGrpSpPr>
            <a:grpSpLocks/>
          </p:cNvGrpSpPr>
          <p:nvPr/>
        </p:nvGrpSpPr>
        <p:grpSpPr bwMode="auto">
          <a:xfrm>
            <a:off x="2895600" y="3886200"/>
            <a:ext cx="3127375" cy="2416175"/>
            <a:chOff x="1844" y="2513"/>
            <a:chExt cx="1648" cy="1295"/>
          </a:xfrm>
        </p:grpSpPr>
        <p:sp>
          <p:nvSpPr>
            <p:cNvPr id="135382" name="Freeform 214"/>
            <p:cNvSpPr>
              <a:spLocks/>
            </p:cNvSpPr>
            <p:nvPr/>
          </p:nvSpPr>
          <p:spPr bwMode="auto">
            <a:xfrm>
              <a:off x="1932" y="2569"/>
              <a:ext cx="1484" cy="1164"/>
            </a:xfrm>
            <a:custGeom>
              <a:avLst/>
              <a:gdLst/>
              <a:ahLst/>
              <a:cxnLst>
                <a:cxn ang="0">
                  <a:pos x="13" y="1031"/>
                </a:cxn>
                <a:cxn ang="0">
                  <a:pos x="25" y="1012"/>
                </a:cxn>
                <a:cxn ang="0">
                  <a:pos x="63" y="1019"/>
                </a:cxn>
                <a:cxn ang="0">
                  <a:pos x="120" y="817"/>
                </a:cxn>
                <a:cxn ang="0">
                  <a:pos x="145" y="861"/>
                </a:cxn>
                <a:cxn ang="0">
                  <a:pos x="202" y="760"/>
                </a:cxn>
                <a:cxn ang="0">
                  <a:pos x="253" y="469"/>
                </a:cxn>
                <a:cxn ang="0">
                  <a:pos x="290" y="482"/>
                </a:cxn>
                <a:cxn ang="0">
                  <a:pos x="410" y="223"/>
                </a:cxn>
                <a:cxn ang="0">
                  <a:pos x="511" y="97"/>
                </a:cxn>
                <a:cxn ang="0">
                  <a:pos x="562" y="103"/>
                </a:cxn>
                <a:cxn ang="0">
                  <a:pos x="631" y="90"/>
                </a:cxn>
                <a:cxn ang="0">
                  <a:pos x="682" y="21"/>
                </a:cxn>
                <a:cxn ang="0">
                  <a:pos x="707" y="84"/>
                </a:cxn>
                <a:cxn ang="0">
                  <a:pos x="770" y="46"/>
                </a:cxn>
                <a:cxn ang="0">
                  <a:pos x="789" y="90"/>
                </a:cxn>
                <a:cxn ang="0">
                  <a:pos x="853" y="78"/>
                </a:cxn>
                <a:cxn ang="0">
                  <a:pos x="878" y="135"/>
                </a:cxn>
                <a:cxn ang="0">
                  <a:pos x="890" y="59"/>
                </a:cxn>
                <a:cxn ang="0">
                  <a:pos x="979" y="191"/>
                </a:cxn>
                <a:cxn ang="0">
                  <a:pos x="1023" y="172"/>
                </a:cxn>
                <a:cxn ang="0">
                  <a:pos x="1061" y="242"/>
                </a:cxn>
                <a:cxn ang="0">
                  <a:pos x="1099" y="343"/>
                </a:cxn>
                <a:cxn ang="0">
                  <a:pos x="1118" y="368"/>
                </a:cxn>
                <a:cxn ang="0">
                  <a:pos x="1162" y="406"/>
                </a:cxn>
                <a:cxn ang="0">
                  <a:pos x="1175" y="476"/>
                </a:cxn>
                <a:cxn ang="0">
                  <a:pos x="1213" y="551"/>
                </a:cxn>
                <a:cxn ang="0">
                  <a:pos x="1244" y="627"/>
                </a:cxn>
                <a:cxn ang="0">
                  <a:pos x="1288" y="741"/>
                </a:cxn>
                <a:cxn ang="0">
                  <a:pos x="1314" y="772"/>
                </a:cxn>
                <a:cxn ang="0">
                  <a:pos x="1370" y="1063"/>
                </a:cxn>
                <a:cxn ang="0">
                  <a:pos x="1459" y="1164"/>
                </a:cxn>
                <a:cxn ang="0">
                  <a:pos x="1478" y="1038"/>
                </a:cxn>
              </a:cxnLst>
              <a:rect l="0" t="0" r="r" b="b"/>
              <a:pathLst>
                <a:path w="1484" h="1164">
                  <a:moveTo>
                    <a:pt x="0" y="1057"/>
                  </a:moveTo>
                  <a:cubicBezTo>
                    <a:pt x="4" y="1048"/>
                    <a:pt x="10" y="1040"/>
                    <a:pt x="13" y="1031"/>
                  </a:cubicBezTo>
                  <a:cubicBezTo>
                    <a:pt x="17" y="1019"/>
                    <a:pt x="12" y="1004"/>
                    <a:pt x="19" y="993"/>
                  </a:cubicBezTo>
                  <a:cubicBezTo>
                    <a:pt x="23" y="987"/>
                    <a:pt x="21" y="1007"/>
                    <a:pt x="25" y="1012"/>
                  </a:cubicBezTo>
                  <a:cubicBezTo>
                    <a:pt x="30" y="1018"/>
                    <a:pt x="38" y="1021"/>
                    <a:pt x="44" y="1025"/>
                  </a:cubicBezTo>
                  <a:cubicBezTo>
                    <a:pt x="53" y="997"/>
                    <a:pt x="52" y="960"/>
                    <a:pt x="63" y="1019"/>
                  </a:cubicBezTo>
                  <a:cubicBezTo>
                    <a:pt x="88" y="983"/>
                    <a:pt x="81" y="957"/>
                    <a:pt x="88" y="911"/>
                  </a:cubicBezTo>
                  <a:cubicBezTo>
                    <a:pt x="93" y="879"/>
                    <a:pt x="108" y="847"/>
                    <a:pt x="120" y="817"/>
                  </a:cubicBezTo>
                  <a:cubicBezTo>
                    <a:pt x="124" y="823"/>
                    <a:pt x="129" y="829"/>
                    <a:pt x="133" y="836"/>
                  </a:cubicBezTo>
                  <a:cubicBezTo>
                    <a:pt x="138" y="844"/>
                    <a:pt x="136" y="859"/>
                    <a:pt x="145" y="861"/>
                  </a:cubicBezTo>
                  <a:cubicBezTo>
                    <a:pt x="152" y="863"/>
                    <a:pt x="154" y="849"/>
                    <a:pt x="158" y="842"/>
                  </a:cubicBezTo>
                  <a:cubicBezTo>
                    <a:pt x="175" y="814"/>
                    <a:pt x="184" y="786"/>
                    <a:pt x="202" y="760"/>
                  </a:cubicBezTo>
                  <a:cubicBezTo>
                    <a:pt x="219" y="704"/>
                    <a:pt x="227" y="660"/>
                    <a:pt x="234" y="602"/>
                  </a:cubicBezTo>
                  <a:cubicBezTo>
                    <a:pt x="259" y="682"/>
                    <a:pt x="237" y="514"/>
                    <a:pt x="253" y="469"/>
                  </a:cubicBezTo>
                  <a:cubicBezTo>
                    <a:pt x="259" y="478"/>
                    <a:pt x="261" y="492"/>
                    <a:pt x="271" y="495"/>
                  </a:cubicBezTo>
                  <a:cubicBezTo>
                    <a:pt x="278" y="498"/>
                    <a:pt x="285" y="488"/>
                    <a:pt x="290" y="482"/>
                  </a:cubicBezTo>
                  <a:cubicBezTo>
                    <a:pt x="296" y="475"/>
                    <a:pt x="318" y="406"/>
                    <a:pt x="322" y="393"/>
                  </a:cubicBezTo>
                  <a:cubicBezTo>
                    <a:pt x="332" y="322"/>
                    <a:pt x="354" y="268"/>
                    <a:pt x="410" y="223"/>
                  </a:cubicBezTo>
                  <a:cubicBezTo>
                    <a:pt x="422" y="200"/>
                    <a:pt x="430" y="176"/>
                    <a:pt x="442" y="153"/>
                  </a:cubicBezTo>
                  <a:cubicBezTo>
                    <a:pt x="486" y="183"/>
                    <a:pt x="499" y="134"/>
                    <a:pt x="511" y="97"/>
                  </a:cubicBezTo>
                  <a:cubicBezTo>
                    <a:pt x="524" y="114"/>
                    <a:pt x="541" y="140"/>
                    <a:pt x="549" y="135"/>
                  </a:cubicBezTo>
                  <a:cubicBezTo>
                    <a:pt x="559" y="129"/>
                    <a:pt x="555" y="112"/>
                    <a:pt x="562" y="103"/>
                  </a:cubicBezTo>
                  <a:cubicBezTo>
                    <a:pt x="573" y="89"/>
                    <a:pt x="600" y="65"/>
                    <a:pt x="600" y="65"/>
                  </a:cubicBezTo>
                  <a:cubicBezTo>
                    <a:pt x="614" y="21"/>
                    <a:pt x="618" y="70"/>
                    <a:pt x="631" y="90"/>
                  </a:cubicBezTo>
                  <a:cubicBezTo>
                    <a:pt x="636" y="66"/>
                    <a:pt x="632" y="0"/>
                    <a:pt x="663" y="46"/>
                  </a:cubicBezTo>
                  <a:cubicBezTo>
                    <a:pt x="677" y="89"/>
                    <a:pt x="677" y="38"/>
                    <a:pt x="682" y="21"/>
                  </a:cubicBezTo>
                  <a:cubicBezTo>
                    <a:pt x="684" y="44"/>
                    <a:pt x="679" y="69"/>
                    <a:pt x="688" y="90"/>
                  </a:cubicBezTo>
                  <a:cubicBezTo>
                    <a:pt x="690" y="96"/>
                    <a:pt x="703" y="89"/>
                    <a:pt x="707" y="84"/>
                  </a:cubicBezTo>
                  <a:cubicBezTo>
                    <a:pt x="718" y="70"/>
                    <a:pt x="721" y="38"/>
                    <a:pt x="733" y="21"/>
                  </a:cubicBezTo>
                  <a:cubicBezTo>
                    <a:pt x="737" y="57"/>
                    <a:pt x="741" y="123"/>
                    <a:pt x="770" y="46"/>
                  </a:cubicBezTo>
                  <a:cubicBezTo>
                    <a:pt x="772" y="54"/>
                    <a:pt x="774" y="63"/>
                    <a:pt x="777" y="71"/>
                  </a:cubicBezTo>
                  <a:cubicBezTo>
                    <a:pt x="780" y="78"/>
                    <a:pt x="782" y="93"/>
                    <a:pt x="789" y="90"/>
                  </a:cubicBezTo>
                  <a:cubicBezTo>
                    <a:pt x="802" y="84"/>
                    <a:pt x="809" y="29"/>
                    <a:pt x="815" y="15"/>
                  </a:cubicBezTo>
                  <a:cubicBezTo>
                    <a:pt x="831" y="37"/>
                    <a:pt x="838" y="56"/>
                    <a:pt x="853" y="78"/>
                  </a:cubicBezTo>
                  <a:cubicBezTo>
                    <a:pt x="857" y="91"/>
                    <a:pt x="860" y="104"/>
                    <a:pt x="865" y="116"/>
                  </a:cubicBezTo>
                  <a:cubicBezTo>
                    <a:pt x="868" y="123"/>
                    <a:pt x="872" y="139"/>
                    <a:pt x="878" y="135"/>
                  </a:cubicBezTo>
                  <a:cubicBezTo>
                    <a:pt x="887" y="129"/>
                    <a:pt x="882" y="114"/>
                    <a:pt x="884" y="103"/>
                  </a:cubicBezTo>
                  <a:cubicBezTo>
                    <a:pt x="886" y="88"/>
                    <a:pt x="888" y="74"/>
                    <a:pt x="890" y="59"/>
                  </a:cubicBezTo>
                  <a:cubicBezTo>
                    <a:pt x="912" y="119"/>
                    <a:pt x="939" y="172"/>
                    <a:pt x="966" y="229"/>
                  </a:cubicBezTo>
                  <a:cubicBezTo>
                    <a:pt x="970" y="216"/>
                    <a:pt x="976" y="204"/>
                    <a:pt x="979" y="191"/>
                  </a:cubicBezTo>
                  <a:cubicBezTo>
                    <a:pt x="984" y="166"/>
                    <a:pt x="991" y="116"/>
                    <a:pt x="991" y="116"/>
                  </a:cubicBezTo>
                  <a:cubicBezTo>
                    <a:pt x="1004" y="135"/>
                    <a:pt x="1010" y="153"/>
                    <a:pt x="1023" y="172"/>
                  </a:cubicBezTo>
                  <a:cubicBezTo>
                    <a:pt x="1028" y="196"/>
                    <a:pt x="1036" y="218"/>
                    <a:pt x="1042" y="242"/>
                  </a:cubicBezTo>
                  <a:cubicBezTo>
                    <a:pt x="1057" y="178"/>
                    <a:pt x="1036" y="242"/>
                    <a:pt x="1061" y="242"/>
                  </a:cubicBezTo>
                  <a:cubicBezTo>
                    <a:pt x="1070" y="242"/>
                    <a:pt x="1070" y="225"/>
                    <a:pt x="1074" y="217"/>
                  </a:cubicBezTo>
                  <a:cubicBezTo>
                    <a:pt x="1090" y="259"/>
                    <a:pt x="1094" y="297"/>
                    <a:pt x="1099" y="343"/>
                  </a:cubicBezTo>
                  <a:cubicBezTo>
                    <a:pt x="1103" y="337"/>
                    <a:pt x="1106" y="318"/>
                    <a:pt x="1111" y="324"/>
                  </a:cubicBezTo>
                  <a:cubicBezTo>
                    <a:pt x="1120" y="336"/>
                    <a:pt x="1117" y="353"/>
                    <a:pt x="1118" y="368"/>
                  </a:cubicBezTo>
                  <a:cubicBezTo>
                    <a:pt x="1123" y="428"/>
                    <a:pt x="1114" y="496"/>
                    <a:pt x="1143" y="551"/>
                  </a:cubicBezTo>
                  <a:cubicBezTo>
                    <a:pt x="1147" y="495"/>
                    <a:pt x="1146" y="456"/>
                    <a:pt x="1162" y="406"/>
                  </a:cubicBezTo>
                  <a:cubicBezTo>
                    <a:pt x="1164" y="440"/>
                    <a:pt x="1162" y="474"/>
                    <a:pt x="1168" y="507"/>
                  </a:cubicBezTo>
                  <a:cubicBezTo>
                    <a:pt x="1170" y="517"/>
                    <a:pt x="1173" y="466"/>
                    <a:pt x="1175" y="476"/>
                  </a:cubicBezTo>
                  <a:cubicBezTo>
                    <a:pt x="1193" y="557"/>
                    <a:pt x="1181" y="645"/>
                    <a:pt x="1194" y="728"/>
                  </a:cubicBezTo>
                  <a:cubicBezTo>
                    <a:pt x="1202" y="669"/>
                    <a:pt x="1198" y="608"/>
                    <a:pt x="1213" y="551"/>
                  </a:cubicBezTo>
                  <a:cubicBezTo>
                    <a:pt x="1216" y="538"/>
                    <a:pt x="1220" y="577"/>
                    <a:pt x="1225" y="589"/>
                  </a:cubicBezTo>
                  <a:cubicBezTo>
                    <a:pt x="1230" y="602"/>
                    <a:pt x="1238" y="614"/>
                    <a:pt x="1244" y="627"/>
                  </a:cubicBezTo>
                  <a:cubicBezTo>
                    <a:pt x="1250" y="652"/>
                    <a:pt x="1247" y="702"/>
                    <a:pt x="1276" y="659"/>
                  </a:cubicBezTo>
                  <a:cubicBezTo>
                    <a:pt x="1280" y="686"/>
                    <a:pt x="1281" y="714"/>
                    <a:pt x="1288" y="741"/>
                  </a:cubicBezTo>
                  <a:cubicBezTo>
                    <a:pt x="1293" y="760"/>
                    <a:pt x="1307" y="798"/>
                    <a:pt x="1307" y="798"/>
                  </a:cubicBezTo>
                  <a:cubicBezTo>
                    <a:pt x="1309" y="789"/>
                    <a:pt x="1313" y="763"/>
                    <a:pt x="1314" y="772"/>
                  </a:cubicBezTo>
                  <a:cubicBezTo>
                    <a:pt x="1319" y="814"/>
                    <a:pt x="1315" y="857"/>
                    <a:pt x="1320" y="899"/>
                  </a:cubicBezTo>
                  <a:cubicBezTo>
                    <a:pt x="1326" y="958"/>
                    <a:pt x="1350" y="1009"/>
                    <a:pt x="1370" y="1063"/>
                  </a:cubicBezTo>
                  <a:cubicBezTo>
                    <a:pt x="1386" y="1024"/>
                    <a:pt x="1394" y="984"/>
                    <a:pt x="1402" y="943"/>
                  </a:cubicBezTo>
                  <a:cubicBezTo>
                    <a:pt x="1411" y="1030"/>
                    <a:pt x="1444" y="1083"/>
                    <a:pt x="1459" y="1164"/>
                  </a:cubicBezTo>
                  <a:cubicBezTo>
                    <a:pt x="1464" y="1128"/>
                    <a:pt x="1465" y="1092"/>
                    <a:pt x="1471" y="1057"/>
                  </a:cubicBezTo>
                  <a:cubicBezTo>
                    <a:pt x="1472" y="1050"/>
                    <a:pt x="1471" y="1038"/>
                    <a:pt x="1478" y="1038"/>
                  </a:cubicBezTo>
                  <a:cubicBezTo>
                    <a:pt x="1484" y="1038"/>
                    <a:pt x="1478" y="1051"/>
                    <a:pt x="1478" y="1057"/>
                  </a:cubicBezTo>
                </a:path>
              </a:pathLst>
            </a:custGeom>
            <a:noFill/>
            <a:ln w="9525" cap="flat" cmpd="sng">
              <a:solidFill>
                <a:srgbClr val="FF3300"/>
              </a:solidFill>
              <a:prstDash val="solid"/>
              <a:round/>
              <a:headEnd/>
              <a:tailEnd/>
            </a:ln>
            <a:effectLst/>
          </p:spPr>
          <p:txBody>
            <a:bodyPr wrap="none" anchor="ctr"/>
            <a:lstStyle/>
            <a:p>
              <a:endParaRPr lang="en-GB" sz="1600"/>
            </a:p>
          </p:txBody>
        </p:sp>
        <p:sp>
          <p:nvSpPr>
            <p:cNvPr id="135383" name="Freeform 215"/>
            <p:cNvSpPr>
              <a:spLocks/>
            </p:cNvSpPr>
            <p:nvPr/>
          </p:nvSpPr>
          <p:spPr bwMode="auto">
            <a:xfrm flipV="1">
              <a:off x="1914" y="2613"/>
              <a:ext cx="1484" cy="1164"/>
            </a:xfrm>
            <a:custGeom>
              <a:avLst/>
              <a:gdLst/>
              <a:ahLst/>
              <a:cxnLst>
                <a:cxn ang="0">
                  <a:pos x="13" y="1031"/>
                </a:cxn>
                <a:cxn ang="0">
                  <a:pos x="25" y="1012"/>
                </a:cxn>
                <a:cxn ang="0">
                  <a:pos x="63" y="1019"/>
                </a:cxn>
                <a:cxn ang="0">
                  <a:pos x="120" y="817"/>
                </a:cxn>
                <a:cxn ang="0">
                  <a:pos x="145" y="861"/>
                </a:cxn>
                <a:cxn ang="0">
                  <a:pos x="202" y="760"/>
                </a:cxn>
                <a:cxn ang="0">
                  <a:pos x="253" y="469"/>
                </a:cxn>
                <a:cxn ang="0">
                  <a:pos x="290" y="482"/>
                </a:cxn>
                <a:cxn ang="0">
                  <a:pos x="410" y="223"/>
                </a:cxn>
                <a:cxn ang="0">
                  <a:pos x="511" y="97"/>
                </a:cxn>
                <a:cxn ang="0">
                  <a:pos x="562" y="103"/>
                </a:cxn>
                <a:cxn ang="0">
                  <a:pos x="631" y="90"/>
                </a:cxn>
                <a:cxn ang="0">
                  <a:pos x="682" y="21"/>
                </a:cxn>
                <a:cxn ang="0">
                  <a:pos x="707" y="84"/>
                </a:cxn>
                <a:cxn ang="0">
                  <a:pos x="770" y="46"/>
                </a:cxn>
                <a:cxn ang="0">
                  <a:pos x="789" y="90"/>
                </a:cxn>
                <a:cxn ang="0">
                  <a:pos x="853" y="78"/>
                </a:cxn>
                <a:cxn ang="0">
                  <a:pos x="878" y="135"/>
                </a:cxn>
                <a:cxn ang="0">
                  <a:pos x="890" y="59"/>
                </a:cxn>
                <a:cxn ang="0">
                  <a:pos x="979" y="191"/>
                </a:cxn>
                <a:cxn ang="0">
                  <a:pos x="1023" y="172"/>
                </a:cxn>
                <a:cxn ang="0">
                  <a:pos x="1061" y="242"/>
                </a:cxn>
                <a:cxn ang="0">
                  <a:pos x="1099" y="343"/>
                </a:cxn>
                <a:cxn ang="0">
                  <a:pos x="1118" y="368"/>
                </a:cxn>
                <a:cxn ang="0">
                  <a:pos x="1162" y="406"/>
                </a:cxn>
                <a:cxn ang="0">
                  <a:pos x="1175" y="476"/>
                </a:cxn>
                <a:cxn ang="0">
                  <a:pos x="1213" y="551"/>
                </a:cxn>
                <a:cxn ang="0">
                  <a:pos x="1244" y="627"/>
                </a:cxn>
                <a:cxn ang="0">
                  <a:pos x="1288" y="741"/>
                </a:cxn>
                <a:cxn ang="0">
                  <a:pos x="1314" y="772"/>
                </a:cxn>
                <a:cxn ang="0">
                  <a:pos x="1370" y="1063"/>
                </a:cxn>
                <a:cxn ang="0">
                  <a:pos x="1459" y="1164"/>
                </a:cxn>
                <a:cxn ang="0">
                  <a:pos x="1478" y="1038"/>
                </a:cxn>
              </a:cxnLst>
              <a:rect l="0" t="0" r="r" b="b"/>
              <a:pathLst>
                <a:path w="1484" h="1164">
                  <a:moveTo>
                    <a:pt x="0" y="1057"/>
                  </a:moveTo>
                  <a:cubicBezTo>
                    <a:pt x="4" y="1048"/>
                    <a:pt x="10" y="1040"/>
                    <a:pt x="13" y="1031"/>
                  </a:cubicBezTo>
                  <a:cubicBezTo>
                    <a:pt x="17" y="1019"/>
                    <a:pt x="12" y="1004"/>
                    <a:pt x="19" y="993"/>
                  </a:cubicBezTo>
                  <a:cubicBezTo>
                    <a:pt x="23" y="987"/>
                    <a:pt x="21" y="1007"/>
                    <a:pt x="25" y="1012"/>
                  </a:cubicBezTo>
                  <a:cubicBezTo>
                    <a:pt x="30" y="1018"/>
                    <a:pt x="38" y="1021"/>
                    <a:pt x="44" y="1025"/>
                  </a:cubicBezTo>
                  <a:cubicBezTo>
                    <a:pt x="53" y="997"/>
                    <a:pt x="52" y="960"/>
                    <a:pt x="63" y="1019"/>
                  </a:cubicBezTo>
                  <a:cubicBezTo>
                    <a:pt x="88" y="983"/>
                    <a:pt x="81" y="957"/>
                    <a:pt x="88" y="911"/>
                  </a:cubicBezTo>
                  <a:cubicBezTo>
                    <a:pt x="93" y="879"/>
                    <a:pt x="108" y="847"/>
                    <a:pt x="120" y="817"/>
                  </a:cubicBezTo>
                  <a:cubicBezTo>
                    <a:pt x="124" y="823"/>
                    <a:pt x="129" y="829"/>
                    <a:pt x="133" y="836"/>
                  </a:cubicBezTo>
                  <a:cubicBezTo>
                    <a:pt x="138" y="844"/>
                    <a:pt x="136" y="859"/>
                    <a:pt x="145" y="861"/>
                  </a:cubicBezTo>
                  <a:cubicBezTo>
                    <a:pt x="152" y="863"/>
                    <a:pt x="154" y="849"/>
                    <a:pt x="158" y="842"/>
                  </a:cubicBezTo>
                  <a:cubicBezTo>
                    <a:pt x="175" y="814"/>
                    <a:pt x="184" y="786"/>
                    <a:pt x="202" y="760"/>
                  </a:cubicBezTo>
                  <a:cubicBezTo>
                    <a:pt x="219" y="704"/>
                    <a:pt x="227" y="660"/>
                    <a:pt x="234" y="602"/>
                  </a:cubicBezTo>
                  <a:cubicBezTo>
                    <a:pt x="259" y="682"/>
                    <a:pt x="237" y="514"/>
                    <a:pt x="253" y="469"/>
                  </a:cubicBezTo>
                  <a:cubicBezTo>
                    <a:pt x="259" y="478"/>
                    <a:pt x="261" y="492"/>
                    <a:pt x="271" y="495"/>
                  </a:cubicBezTo>
                  <a:cubicBezTo>
                    <a:pt x="278" y="498"/>
                    <a:pt x="285" y="488"/>
                    <a:pt x="290" y="482"/>
                  </a:cubicBezTo>
                  <a:cubicBezTo>
                    <a:pt x="296" y="475"/>
                    <a:pt x="318" y="406"/>
                    <a:pt x="322" y="393"/>
                  </a:cubicBezTo>
                  <a:cubicBezTo>
                    <a:pt x="332" y="322"/>
                    <a:pt x="354" y="268"/>
                    <a:pt x="410" y="223"/>
                  </a:cubicBezTo>
                  <a:cubicBezTo>
                    <a:pt x="422" y="200"/>
                    <a:pt x="430" y="176"/>
                    <a:pt x="442" y="153"/>
                  </a:cubicBezTo>
                  <a:cubicBezTo>
                    <a:pt x="486" y="183"/>
                    <a:pt x="499" y="134"/>
                    <a:pt x="511" y="97"/>
                  </a:cubicBezTo>
                  <a:cubicBezTo>
                    <a:pt x="524" y="114"/>
                    <a:pt x="541" y="140"/>
                    <a:pt x="549" y="135"/>
                  </a:cubicBezTo>
                  <a:cubicBezTo>
                    <a:pt x="559" y="129"/>
                    <a:pt x="555" y="112"/>
                    <a:pt x="562" y="103"/>
                  </a:cubicBezTo>
                  <a:cubicBezTo>
                    <a:pt x="573" y="89"/>
                    <a:pt x="600" y="65"/>
                    <a:pt x="600" y="65"/>
                  </a:cubicBezTo>
                  <a:cubicBezTo>
                    <a:pt x="614" y="21"/>
                    <a:pt x="618" y="70"/>
                    <a:pt x="631" y="90"/>
                  </a:cubicBezTo>
                  <a:cubicBezTo>
                    <a:pt x="636" y="66"/>
                    <a:pt x="632" y="0"/>
                    <a:pt x="663" y="46"/>
                  </a:cubicBezTo>
                  <a:cubicBezTo>
                    <a:pt x="677" y="89"/>
                    <a:pt x="677" y="38"/>
                    <a:pt x="682" y="21"/>
                  </a:cubicBezTo>
                  <a:cubicBezTo>
                    <a:pt x="684" y="44"/>
                    <a:pt x="679" y="69"/>
                    <a:pt x="688" y="90"/>
                  </a:cubicBezTo>
                  <a:cubicBezTo>
                    <a:pt x="690" y="96"/>
                    <a:pt x="703" y="89"/>
                    <a:pt x="707" y="84"/>
                  </a:cubicBezTo>
                  <a:cubicBezTo>
                    <a:pt x="718" y="70"/>
                    <a:pt x="721" y="38"/>
                    <a:pt x="733" y="21"/>
                  </a:cubicBezTo>
                  <a:cubicBezTo>
                    <a:pt x="737" y="57"/>
                    <a:pt x="741" y="123"/>
                    <a:pt x="770" y="46"/>
                  </a:cubicBezTo>
                  <a:cubicBezTo>
                    <a:pt x="772" y="54"/>
                    <a:pt x="774" y="63"/>
                    <a:pt x="777" y="71"/>
                  </a:cubicBezTo>
                  <a:cubicBezTo>
                    <a:pt x="780" y="78"/>
                    <a:pt x="782" y="93"/>
                    <a:pt x="789" y="90"/>
                  </a:cubicBezTo>
                  <a:cubicBezTo>
                    <a:pt x="802" y="84"/>
                    <a:pt x="809" y="29"/>
                    <a:pt x="815" y="15"/>
                  </a:cubicBezTo>
                  <a:cubicBezTo>
                    <a:pt x="831" y="37"/>
                    <a:pt x="838" y="56"/>
                    <a:pt x="853" y="78"/>
                  </a:cubicBezTo>
                  <a:cubicBezTo>
                    <a:pt x="857" y="91"/>
                    <a:pt x="860" y="104"/>
                    <a:pt x="865" y="116"/>
                  </a:cubicBezTo>
                  <a:cubicBezTo>
                    <a:pt x="868" y="123"/>
                    <a:pt x="872" y="139"/>
                    <a:pt x="878" y="135"/>
                  </a:cubicBezTo>
                  <a:cubicBezTo>
                    <a:pt x="887" y="129"/>
                    <a:pt x="882" y="114"/>
                    <a:pt x="884" y="103"/>
                  </a:cubicBezTo>
                  <a:cubicBezTo>
                    <a:pt x="886" y="88"/>
                    <a:pt x="888" y="74"/>
                    <a:pt x="890" y="59"/>
                  </a:cubicBezTo>
                  <a:cubicBezTo>
                    <a:pt x="912" y="119"/>
                    <a:pt x="939" y="172"/>
                    <a:pt x="966" y="229"/>
                  </a:cubicBezTo>
                  <a:cubicBezTo>
                    <a:pt x="970" y="216"/>
                    <a:pt x="976" y="204"/>
                    <a:pt x="979" y="191"/>
                  </a:cubicBezTo>
                  <a:cubicBezTo>
                    <a:pt x="984" y="166"/>
                    <a:pt x="991" y="116"/>
                    <a:pt x="991" y="116"/>
                  </a:cubicBezTo>
                  <a:cubicBezTo>
                    <a:pt x="1004" y="135"/>
                    <a:pt x="1010" y="153"/>
                    <a:pt x="1023" y="172"/>
                  </a:cubicBezTo>
                  <a:cubicBezTo>
                    <a:pt x="1028" y="196"/>
                    <a:pt x="1036" y="218"/>
                    <a:pt x="1042" y="242"/>
                  </a:cubicBezTo>
                  <a:cubicBezTo>
                    <a:pt x="1057" y="178"/>
                    <a:pt x="1036" y="242"/>
                    <a:pt x="1061" y="242"/>
                  </a:cubicBezTo>
                  <a:cubicBezTo>
                    <a:pt x="1070" y="242"/>
                    <a:pt x="1070" y="225"/>
                    <a:pt x="1074" y="217"/>
                  </a:cubicBezTo>
                  <a:cubicBezTo>
                    <a:pt x="1090" y="259"/>
                    <a:pt x="1094" y="297"/>
                    <a:pt x="1099" y="343"/>
                  </a:cubicBezTo>
                  <a:cubicBezTo>
                    <a:pt x="1103" y="337"/>
                    <a:pt x="1106" y="318"/>
                    <a:pt x="1111" y="324"/>
                  </a:cubicBezTo>
                  <a:cubicBezTo>
                    <a:pt x="1120" y="336"/>
                    <a:pt x="1117" y="353"/>
                    <a:pt x="1118" y="368"/>
                  </a:cubicBezTo>
                  <a:cubicBezTo>
                    <a:pt x="1123" y="428"/>
                    <a:pt x="1114" y="496"/>
                    <a:pt x="1143" y="551"/>
                  </a:cubicBezTo>
                  <a:cubicBezTo>
                    <a:pt x="1147" y="495"/>
                    <a:pt x="1146" y="456"/>
                    <a:pt x="1162" y="406"/>
                  </a:cubicBezTo>
                  <a:cubicBezTo>
                    <a:pt x="1164" y="440"/>
                    <a:pt x="1162" y="474"/>
                    <a:pt x="1168" y="507"/>
                  </a:cubicBezTo>
                  <a:cubicBezTo>
                    <a:pt x="1170" y="517"/>
                    <a:pt x="1173" y="466"/>
                    <a:pt x="1175" y="476"/>
                  </a:cubicBezTo>
                  <a:cubicBezTo>
                    <a:pt x="1193" y="557"/>
                    <a:pt x="1181" y="645"/>
                    <a:pt x="1194" y="728"/>
                  </a:cubicBezTo>
                  <a:cubicBezTo>
                    <a:pt x="1202" y="669"/>
                    <a:pt x="1198" y="608"/>
                    <a:pt x="1213" y="551"/>
                  </a:cubicBezTo>
                  <a:cubicBezTo>
                    <a:pt x="1216" y="538"/>
                    <a:pt x="1220" y="577"/>
                    <a:pt x="1225" y="589"/>
                  </a:cubicBezTo>
                  <a:cubicBezTo>
                    <a:pt x="1230" y="602"/>
                    <a:pt x="1238" y="614"/>
                    <a:pt x="1244" y="627"/>
                  </a:cubicBezTo>
                  <a:cubicBezTo>
                    <a:pt x="1250" y="652"/>
                    <a:pt x="1247" y="702"/>
                    <a:pt x="1276" y="659"/>
                  </a:cubicBezTo>
                  <a:cubicBezTo>
                    <a:pt x="1280" y="686"/>
                    <a:pt x="1281" y="714"/>
                    <a:pt x="1288" y="741"/>
                  </a:cubicBezTo>
                  <a:cubicBezTo>
                    <a:pt x="1293" y="760"/>
                    <a:pt x="1307" y="798"/>
                    <a:pt x="1307" y="798"/>
                  </a:cubicBezTo>
                  <a:cubicBezTo>
                    <a:pt x="1309" y="789"/>
                    <a:pt x="1313" y="763"/>
                    <a:pt x="1314" y="772"/>
                  </a:cubicBezTo>
                  <a:cubicBezTo>
                    <a:pt x="1319" y="814"/>
                    <a:pt x="1315" y="857"/>
                    <a:pt x="1320" y="899"/>
                  </a:cubicBezTo>
                  <a:cubicBezTo>
                    <a:pt x="1326" y="958"/>
                    <a:pt x="1350" y="1009"/>
                    <a:pt x="1370" y="1063"/>
                  </a:cubicBezTo>
                  <a:cubicBezTo>
                    <a:pt x="1386" y="1024"/>
                    <a:pt x="1394" y="984"/>
                    <a:pt x="1402" y="943"/>
                  </a:cubicBezTo>
                  <a:cubicBezTo>
                    <a:pt x="1411" y="1030"/>
                    <a:pt x="1444" y="1083"/>
                    <a:pt x="1459" y="1164"/>
                  </a:cubicBezTo>
                  <a:cubicBezTo>
                    <a:pt x="1464" y="1128"/>
                    <a:pt x="1465" y="1092"/>
                    <a:pt x="1471" y="1057"/>
                  </a:cubicBezTo>
                  <a:cubicBezTo>
                    <a:pt x="1472" y="1050"/>
                    <a:pt x="1471" y="1038"/>
                    <a:pt x="1478" y="1038"/>
                  </a:cubicBezTo>
                  <a:cubicBezTo>
                    <a:pt x="1484" y="1038"/>
                    <a:pt x="1478" y="1051"/>
                    <a:pt x="1478" y="1057"/>
                  </a:cubicBezTo>
                </a:path>
              </a:pathLst>
            </a:custGeom>
            <a:noFill/>
            <a:ln w="9525" cap="flat" cmpd="sng">
              <a:solidFill>
                <a:srgbClr val="FF3300"/>
              </a:solidFill>
              <a:prstDash val="solid"/>
              <a:round/>
              <a:headEnd/>
              <a:tailEnd/>
            </a:ln>
            <a:effectLst/>
          </p:spPr>
          <p:txBody>
            <a:bodyPr wrap="none" anchor="ctr"/>
            <a:lstStyle/>
            <a:p>
              <a:endParaRPr lang="en-GB" sz="1600"/>
            </a:p>
          </p:txBody>
        </p:sp>
        <p:sp>
          <p:nvSpPr>
            <p:cNvPr id="135384" name="Freeform 216"/>
            <p:cNvSpPr>
              <a:spLocks/>
            </p:cNvSpPr>
            <p:nvPr/>
          </p:nvSpPr>
          <p:spPr bwMode="auto">
            <a:xfrm>
              <a:off x="1886" y="2583"/>
              <a:ext cx="1492" cy="1162"/>
            </a:xfrm>
            <a:custGeom>
              <a:avLst/>
              <a:gdLst/>
              <a:ahLst/>
              <a:cxnLst>
                <a:cxn ang="0">
                  <a:pos x="34" y="1093"/>
                </a:cxn>
                <a:cxn ang="0">
                  <a:pos x="72" y="1093"/>
                </a:cxn>
                <a:cxn ang="0">
                  <a:pos x="91" y="1112"/>
                </a:cxn>
                <a:cxn ang="0">
                  <a:pos x="160" y="1086"/>
                </a:cxn>
                <a:cxn ang="0">
                  <a:pos x="173" y="1124"/>
                </a:cxn>
                <a:cxn ang="0">
                  <a:pos x="223" y="1143"/>
                </a:cxn>
                <a:cxn ang="0">
                  <a:pos x="287" y="1143"/>
                </a:cxn>
                <a:cxn ang="0">
                  <a:pos x="337" y="1162"/>
                </a:cxn>
                <a:cxn ang="0">
                  <a:pos x="369" y="1124"/>
                </a:cxn>
                <a:cxn ang="0">
                  <a:pos x="432" y="1105"/>
                </a:cxn>
                <a:cxn ang="0">
                  <a:pos x="495" y="1068"/>
                </a:cxn>
                <a:cxn ang="0">
                  <a:pos x="533" y="1061"/>
                </a:cxn>
                <a:cxn ang="0">
                  <a:pos x="571" y="1061"/>
                </a:cxn>
                <a:cxn ang="0">
                  <a:pos x="590" y="1074"/>
                </a:cxn>
                <a:cxn ang="0">
                  <a:pos x="621" y="954"/>
                </a:cxn>
                <a:cxn ang="0">
                  <a:pos x="628" y="973"/>
                </a:cxn>
                <a:cxn ang="0">
                  <a:pos x="634" y="948"/>
                </a:cxn>
                <a:cxn ang="0">
                  <a:pos x="647" y="922"/>
                </a:cxn>
                <a:cxn ang="0">
                  <a:pos x="691" y="809"/>
                </a:cxn>
                <a:cxn ang="0">
                  <a:pos x="741" y="657"/>
                </a:cxn>
                <a:cxn ang="0">
                  <a:pos x="767" y="606"/>
                </a:cxn>
                <a:cxn ang="0">
                  <a:pos x="798" y="531"/>
                </a:cxn>
                <a:cxn ang="0">
                  <a:pos x="805" y="499"/>
                </a:cxn>
                <a:cxn ang="0">
                  <a:pos x="811" y="480"/>
                </a:cxn>
                <a:cxn ang="0">
                  <a:pos x="823" y="430"/>
                </a:cxn>
                <a:cxn ang="0">
                  <a:pos x="861" y="329"/>
                </a:cxn>
                <a:cxn ang="0">
                  <a:pos x="956" y="120"/>
                </a:cxn>
                <a:cxn ang="0">
                  <a:pos x="988" y="101"/>
                </a:cxn>
                <a:cxn ang="0">
                  <a:pos x="1007" y="63"/>
                </a:cxn>
                <a:cxn ang="0">
                  <a:pos x="1013" y="89"/>
                </a:cxn>
                <a:cxn ang="0">
                  <a:pos x="1019" y="108"/>
                </a:cxn>
                <a:cxn ang="0">
                  <a:pos x="1057" y="57"/>
                </a:cxn>
                <a:cxn ang="0">
                  <a:pos x="1063" y="89"/>
                </a:cxn>
                <a:cxn ang="0">
                  <a:pos x="1070" y="114"/>
                </a:cxn>
                <a:cxn ang="0">
                  <a:pos x="1095" y="82"/>
                </a:cxn>
                <a:cxn ang="0">
                  <a:pos x="1101" y="57"/>
                </a:cxn>
                <a:cxn ang="0">
                  <a:pos x="1108" y="38"/>
                </a:cxn>
                <a:cxn ang="0">
                  <a:pos x="1127" y="82"/>
                </a:cxn>
                <a:cxn ang="0">
                  <a:pos x="1146" y="57"/>
                </a:cxn>
                <a:cxn ang="0">
                  <a:pos x="1152" y="32"/>
                </a:cxn>
                <a:cxn ang="0">
                  <a:pos x="1171" y="82"/>
                </a:cxn>
                <a:cxn ang="0">
                  <a:pos x="1215" y="25"/>
                </a:cxn>
                <a:cxn ang="0">
                  <a:pos x="1259" y="13"/>
                </a:cxn>
                <a:cxn ang="0">
                  <a:pos x="1291" y="44"/>
                </a:cxn>
                <a:cxn ang="0">
                  <a:pos x="1303" y="19"/>
                </a:cxn>
                <a:cxn ang="0">
                  <a:pos x="1335" y="57"/>
                </a:cxn>
                <a:cxn ang="0">
                  <a:pos x="1392" y="0"/>
                </a:cxn>
                <a:cxn ang="0">
                  <a:pos x="1417" y="76"/>
                </a:cxn>
                <a:cxn ang="0">
                  <a:pos x="1442" y="70"/>
                </a:cxn>
                <a:cxn ang="0">
                  <a:pos x="1461" y="70"/>
                </a:cxn>
                <a:cxn ang="0">
                  <a:pos x="1474" y="133"/>
                </a:cxn>
                <a:cxn ang="0">
                  <a:pos x="1487" y="120"/>
                </a:cxn>
              </a:cxnLst>
              <a:rect l="0" t="0" r="r" b="b"/>
              <a:pathLst>
                <a:path w="1492" h="1162">
                  <a:moveTo>
                    <a:pt x="34" y="1093"/>
                  </a:moveTo>
                  <a:cubicBezTo>
                    <a:pt x="106" y="1138"/>
                    <a:pt x="0" y="1080"/>
                    <a:pt x="72" y="1093"/>
                  </a:cubicBezTo>
                  <a:cubicBezTo>
                    <a:pt x="81" y="1095"/>
                    <a:pt x="85" y="1106"/>
                    <a:pt x="91" y="1112"/>
                  </a:cubicBezTo>
                  <a:cubicBezTo>
                    <a:pt x="108" y="1103"/>
                    <a:pt x="141" y="1084"/>
                    <a:pt x="160" y="1086"/>
                  </a:cubicBezTo>
                  <a:cubicBezTo>
                    <a:pt x="161" y="1086"/>
                    <a:pt x="173" y="1123"/>
                    <a:pt x="173" y="1124"/>
                  </a:cubicBezTo>
                  <a:cubicBezTo>
                    <a:pt x="223" y="1112"/>
                    <a:pt x="180" y="1129"/>
                    <a:pt x="223" y="1143"/>
                  </a:cubicBezTo>
                  <a:cubicBezTo>
                    <a:pt x="281" y="1121"/>
                    <a:pt x="264" y="1109"/>
                    <a:pt x="287" y="1143"/>
                  </a:cubicBezTo>
                  <a:cubicBezTo>
                    <a:pt x="337" y="1131"/>
                    <a:pt x="327" y="1099"/>
                    <a:pt x="337" y="1162"/>
                  </a:cubicBezTo>
                  <a:cubicBezTo>
                    <a:pt x="349" y="1150"/>
                    <a:pt x="354" y="1132"/>
                    <a:pt x="369" y="1124"/>
                  </a:cubicBezTo>
                  <a:cubicBezTo>
                    <a:pt x="388" y="1114"/>
                    <a:pt x="411" y="1113"/>
                    <a:pt x="432" y="1105"/>
                  </a:cubicBezTo>
                  <a:cubicBezTo>
                    <a:pt x="471" y="1162"/>
                    <a:pt x="468" y="1081"/>
                    <a:pt x="495" y="1068"/>
                  </a:cubicBezTo>
                  <a:cubicBezTo>
                    <a:pt x="507" y="1062"/>
                    <a:pt x="520" y="1063"/>
                    <a:pt x="533" y="1061"/>
                  </a:cubicBezTo>
                  <a:cubicBezTo>
                    <a:pt x="577" y="994"/>
                    <a:pt x="545" y="1028"/>
                    <a:pt x="571" y="1061"/>
                  </a:cubicBezTo>
                  <a:cubicBezTo>
                    <a:pt x="576" y="1067"/>
                    <a:pt x="584" y="1070"/>
                    <a:pt x="590" y="1074"/>
                  </a:cubicBezTo>
                  <a:cubicBezTo>
                    <a:pt x="600" y="1033"/>
                    <a:pt x="614" y="996"/>
                    <a:pt x="621" y="954"/>
                  </a:cubicBezTo>
                  <a:cubicBezTo>
                    <a:pt x="623" y="960"/>
                    <a:pt x="622" y="976"/>
                    <a:pt x="628" y="973"/>
                  </a:cubicBezTo>
                  <a:cubicBezTo>
                    <a:pt x="636" y="969"/>
                    <a:pt x="631" y="956"/>
                    <a:pt x="634" y="948"/>
                  </a:cubicBezTo>
                  <a:cubicBezTo>
                    <a:pt x="637" y="939"/>
                    <a:pt x="643" y="931"/>
                    <a:pt x="647" y="922"/>
                  </a:cubicBezTo>
                  <a:cubicBezTo>
                    <a:pt x="664" y="883"/>
                    <a:pt x="665" y="843"/>
                    <a:pt x="691" y="809"/>
                  </a:cubicBezTo>
                  <a:cubicBezTo>
                    <a:pt x="707" y="758"/>
                    <a:pt x="725" y="708"/>
                    <a:pt x="741" y="657"/>
                  </a:cubicBezTo>
                  <a:cubicBezTo>
                    <a:pt x="747" y="639"/>
                    <a:pt x="760" y="624"/>
                    <a:pt x="767" y="606"/>
                  </a:cubicBezTo>
                  <a:cubicBezTo>
                    <a:pt x="773" y="575"/>
                    <a:pt x="784" y="559"/>
                    <a:pt x="798" y="531"/>
                  </a:cubicBezTo>
                  <a:cubicBezTo>
                    <a:pt x="800" y="520"/>
                    <a:pt x="802" y="510"/>
                    <a:pt x="805" y="499"/>
                  </a:cubicBezTo>
                  <a:cubicBezTo>
                    <a:pt x="807" y="493"/>
                    <a:pt x="809" y="486"/>
                    <a:pt x="811" y="480"/>
                  </a:cubicBezTo>
                  <a:cubicBezTo>
                    <a:pt x="815" y="463"/>
                    <a:pt x="823" y="430"/>
                    <a:pt x="823" y="430"/>
                  </a:cubicBezTo>
                  <a:cubicBezTo>
                    <a:pt x="829" y="374"/>
                    <a:pt x="816" y="351"/>
                    <a:pt x="861" y="329"/>
                  </a:cubicBezTo>
                  <a:cubicBezTo>
                    <a:pt x="879" y="256"/>
                    <a:pt x="921" y="187"/>
                    <a:pt x="956" y="120"/>
                  </a:cubicBezTo>
                  <a:cubicBezTo>
                    <a:pt x="967" y="153"/>
                    <a:pt x="958" y="145"/>
                    <a:pt x="988" y="101"/>
                  </a:cubicBezTo>
                  <a:cubicBezTo>
                    <a:pt x="1003" y="79"/>
                    <a:pt x="998" y="86"/>
                    <a:pt x="1007" y="63"/>
                  </a:cubicBezTo>
                  <a:cubicBezTo>
                    <a:pt x="1009" y="72"/>
                    <a:pt x="1011" y="80"/>
                    <a:pt x="1013" y="89"/>
                  </a:cubicBezTo>
                  <a:cubicBezTo>
                    <a:pt x="1015" y="95"/>
                    <a:pt x="1014" y="112"/>
                    <a:pt x="1019" y="108"/>
                  </a:cubicBezTo>
                  <a:cubicBezTo>
                    <a:pt x="1036" y="96"/>
                    <a:pt x="1057" y="57"/>
                    <a:pt x="1057" y="57"/>
                  </a:cubicBezTo>
                  <a:cubicBezTo>
                    <a:pt x="1059" y="68"/>
                    <a:pt x="1061" y="78"/>
                    <a:pt x="1063" y="89"/>
                  </a:cubicBezTo>
                  <a:cubicBezTo>
                    <a:pt x="1065" y="97"/>
                    <a:pt x="1062" y="116"/>
                    <a:pt x="1070" y="114"/>
                  </a:cubicBezTo>
                  <a:cubicBezTo>
                    <a:pt x="1083" y="111"/>
                    <a:pt x="1087" y="93"/>
                    <a:pt x="1095" y="82"/>
                  </a:cubicBezTo>
                  <a:cubicBezTo>
                    <a:pt x="1097" y="74"/>
                    <a:pt x="1099" y="65"/>
                    <a:pt x="1101" y="57"/>
                  </a:cubicBezTo>
                  <a:cubicBezTo>
                    <a:pt x="1103" y="51"/>
                    <a:pt x="1102" y="36"/>
                    <a:pt x="1108" y="38"/>
                  </a:cubicBezTo>
                  <a:cubicBezTo>
                    <a:pt x="1112" y="39"/>
                    <a:pt x="1125" y="76"/>
                    <a:pt x="1127" y="82"/>
                  </a:cubicBezTo>
                  <a:cubicBezTo>
                    <a:pt x="1133" y="74"/>
                    <a:pt x="1141" y="66"/>
                    <a:pt x="1146" y="57"/>
                  </a:cubicBezTo>
                  <a:cubicBezTo>
                    <a:pt x="1150" y="49"/>
                    <a:pt x="1144" y="29"/>
                    <a:pt x="1152" y="32"/>
                  </a:cubicBezTo>
                  <a:cubicBezTo>
                    <a:pt x="1156" y="33"/>
                    <a:pt x="1168" y="74"/>
                    <a:pt x="1171" y="82"/>
                  </a:cubicBezTo>
                  <a:cubicBezTo>
                    <a:pt x="1195" y="67"/>
                    <a:pt x="1198" y="49"/>
                    <a:pt x="1215" y="25"/>
                  </a:cubicBezTo>
                  <a:cubicBezTo>
                    <a:pt x="1239" y="60"/>
                    <a:pt x="1244" y="44"/>
                    <a:pt x="1259" y="13"/>
                  </a:cubicBezTo>
                  <a:cubicBezTo>
                    <a:pt x="1269" y="48"/>
                    <a:pt x="1254" y="81"/>
                    <a:pt x="1291" y="44"/>
                  </a:cubicBezTo>
                  <a:cubicBezTo>
                    <a:pt x="1295" y="36"/>
                    <a:pt x="1294" y="21"/>
                    <a:pt x="1303" y="19"/>
                  </a:cubicBezTo>
                  <a:cubicBezTo>
                    <a:pt x="1310" y="18"/>
                    <a:pt x="1332" y="53"/>
                    <a:pt x="1335" y="57"/>
                  </a:cubicBezTo>
                  <a:cubicBezTo>
                    <a:pt x="1363" y="42"/>
                    <a:pt x="1374" y="26"/>
                    <a:pt x="1392" y="0"/>
                  </a:cubicBezTo>
                  <a:cubicBezTo>
                    <a:pt x="1397" y="29"/>
                    <a:pt x="1401" y="51"/>
                    <a:pt x="1417" y="76"/>
                  </a:cubicBezTo>
                  <a:cubicBezTo>
                    <a:pt x="1425" y="74"/>
                    <a:pt x="1435" y="75"/>
                    <a:pt x="1442" y="70"/>
                  </a:cubicBezTo>
                  <a:cubicBezTo>
                    <a:pt x="1459" y="56"/>
                    <a:pt x="1437" y="32"/>
                    <a:pt x="1461" y="70"/>
                  </a:cubicBezTo>
                  <a:cubicBezTo>
                    <a:pt x="1477" y="159"/>
                    <a:pt x="1460" y="67"/>
                    <a:pt x="1474" y="133"/>
                  </a:cubicBezTo>
                  <a:cubicBezTo>
                    <a:pt x="1492" y="217"/>
                    <a:pt x="1487" y="222"/>
                    <a:pt x="1487" y="120"/>
                  </a:cubicBezTo>
                </a:path>
              </a:pathLst>
            </a:custGeom>
            <a:noFill/>
            <a:ln w="9525" cap="flat" cmpd="sng">
              <a:solidFill>
                <a:srgbClr val="FF3300"/>
              </a:solidFill>
              <a:prstDash val="solid"/>
              <a:round/>
              <a:headEnd/>
              <a:tailEnd/>
            </a:ln>
            <a:effectLst/>
          </p:spPr>
          <p:txBody>
            <a:bodyPr wrap="none" anchor="ctr"/>
            <a:lstStyle/>
            <a:p>
              <a:endParaRPr lang="en-GB" sz="1600"/>
            </a:p>
          </p:txBody>
        </p:sp>
        <p:sp>
          <p:nvSpPr>
            <p:cNvPr id="135385" name="Freeform 217"/>
            <p:cNvSpPr>
              <a:spLocks/>
            </p:cNvSpPr>
            <p:nvPr/>
          </p:nvSpPr>
          <p:spPr bwMode="auto">
            <a:xfrm>
              <a:off x="1947" y="2545"/>
              <a:ext cx="1349" cy="1244"/>
            </a:xfrm>
            <a:custGeom>
              <a:avLst/>
              <a:gdLst/>
              <a:ahLst/>
              <a:cxnLst>
                <a:cxn ang="0">
                  <a:pos x="4" y="151"/>
                </a:cxn>
                <a:cxn ang="0">
                  <a:pos x="42" y="95"/>
                </a:cxn>
                <a:cxn ang="0">
                  <a:pos x="67" y="57"/>
                </a:cxn>
                <a:cxn ang="0">
                  <a:pos x="73" y="76"/>
                </a:cxn>
                <a:cxn ang="0">
                  <a:pos x="67" y="95"/>
                </a:cxn>
                <a:cxn ang="0">
                  <a:pos x="99" y="38"/>
                </a:cxn>
                <a:cxn ang="0">
                  <a:pos x="143" y="13"/>
                </a:cxn>
                <a:cxn ang="0">
                  <a:pos x="149" y="69"/>
                </a:cxn>
                <a:cxn ang="0">
                  <a:pos x="168" y="63"/>
                </a:cxn>
                <a:cxn ang="0">
                  <a:pos x="200" y="19"/>
                </a:cxn>
                <a:cxn ang="0">
                  <a:pos x="212" y="101"/>
                </a:cxn>
                <a:cxn ang="0">
                  <a:pos x="231" y="63"/>
                </a:cxn>
                <a:cxn ang="0">
                  <a:pos x="257" y="0"/>
                </a:cxn>
                <a:cxn ang="0">
                  <a:pos x="263" y="95"/>
                </a:cxn>
                <a:cxn ang="0">
                  <a:pos x="295" y="82"/>
                </a:cxn>
                <a:cxn ang="0">
                  <a:pos x="320" y="31"/>
                </a:cxn>
                <a:cxn ang="0">
                  <a:pos x="358" y="63"/>
                </a:cxn>
                <a:cxn ang="0">
                  <a:pos x="383" y="145"/>
                </a:cxn>
                <a:cxn ang="0">
                  <a:pos x="402" y="126"/>
                </a:cxn>
                <a:cxn ang="0">
                  <a:pos x="408" y="107"/>
                </a:cxn>
                <a:cxn ang="0">
                  <a:pos x="433" y="164"/>
                </a:cxn>
                <a:cxn ang="0">
                  <a:pos x="452" y="189"/>
                </a:cxn>
                <a:cxn ang="0">
                  <a:pos x="478" y="158"/>
                </a:cxn>
                <a:cxn ang="0">
                  <a:pos x="484" y="133"/>
                </a:cxn>
                <a:cxn ang="0">
                  <a:pos x="497" y="151"/>
                </a:cxn>
                <a:cxn ang="0">
                  <a:pos x="516" y="227"/>
                </a:cxn>
                <a:cxn ang="0">
                  <a:pos x="547" y="259"/>
                </a:cxn>
                <a:cxn ang="0">
                  <a:pos x="553" y="335"/>
                </a:cxn>
                <a:cxn ang="0">
                  <a:pos x="572" y="322"/>
                </a:cxn>
                <a:cxn ang="0">
                  <a:pos x="579" y="341"/>
                </a:cxn>
                <a:cxn ang="0">
                  <a:pos x="604" y="474"/>
                </a:cxn>
                <a:cxn ang="0">
                  <a:pos x="629" y="398"/>
                </a:cxn>
                <a:cxn ang="0">
                  <a:pos x="673" y="606"/>
                </a:cxn>
                <a:cxn ang="0">
                  <a:pos x="699" y="657"/>
                </a:cxn>
                <a:cxn ang="0">
                  <a:pos x="718" y="638"/>
                </a:cxn>
                <a:cxn ang="0">
                  <a:pos x="737" y="663"/>
                </a:cxn>
                <a:cxn ang="0">
                  <a:pos x="756" y="859"/>
                </a:cxn>
                <a:cxn ang="0">
                  <a:pos x="781" y="859"/>
                </a:cxn>
                <a:cxn ang="0">
                  <a:pos x="800" y="941"/>
                </a:cxn>
                <a:cxn ang="0">
                  <a:pos x="831" y="979"/>
                </a:cxn>
                <a:cxn ang="0">
                  <a:pos x="1015" y="1225"/>
                </a:cxn>
                <a:cxn ang="0">
                  <a:pos x="1059" y="1175"/>
                </a:cxn>
                <a:cxn ang="0">
                  <a:pos x="1078" y="1244"/>
                </a:cxn>
                <a:cxn ang="0">
                  <a:pos x="1135" y="1225"/>
                </a:cxn>
                <a:cxn ang="0">
                  <a:pos x="1198" y="1149"/>
                </a:cxn>
                <a:cxn ang="0">
                  <a:pos x="1204" y="1181"/>
                </a:cxn>
                <a:cxn ang="0">
                  <a:pos x="1210" y="1206"/>
                </a:cxn>
                <a:cxn ang="0">
                  <a:pos x="1236" y="1194"/>
                </a:cxn>
                <a:cxn ang="0">
                  <a:pos x="1261" y="1194"/>
                </a:cxn>
                <a:cxn ang="0">
                  <a:pos x="1280" y="1181"/>
                </a:cxn>
                <a:cxn ang="0">
                  <a:pos x="1305" y="1124"/>
                </a:cxn>
                <a:cxn ang="0">
                  <a:pos x="1330" y="1130"/>
                </a:cxn>
                <a:cxn ang="0">
                  <a:pos x="1349" y="1137"/>
                </a:cxn>
                <a:cxn ang="0">
                  <a:pos x="1330" y="1143"/>
                </a:cxn>
                <a:cxn ang="0">
                  <a:pos x="1273" y="1156"/>
                </a:cxn>
              </a:cxnLst>
              <a:rect l="0" t="0" r="r" b="b"/>
              <a:pathLst>
                <a:path w="1349" h="1244">
                  <a:moveTo>
                    <a:pt x="4" y="151"/>
                  </a:moveTo>
                  <a:cubicBezTo>
                    <a:pt x="46" y="82"/>
                    <a:pt x="0" y="155"/>
                    <a:pt x="42" y="95"/>
                  </a:cubicBezTo>
                  <a:cubicBezTo>
                    <a:pt x="51" y="83"/>
                    <a:pt x="67" y="57"/>
                    <a:pt x="67" y="57"/>
                  </a:cubicBezTo>
                  <a:cubicBezTo>
                    <a:pt x="69" y="63"/>
                    <a:pt x="73" y="69"/>
                    <a:pt x="73" y="76"/>
                  </a:cubicBezTo>
                  <a:cubicBezTo>
                    <a:pt x="73" y="83"/>
                    <a:pt x="64" y="101"/>
                    <a:pt x="67" y="95"/>
                  </a:cubicBezTo>
                  <a:cubicBezTo>
                    <a:pt x="103" y="28"/>
                    <a:pt x="56" y="95"/>
                    <a:pt x="99" y="38"/>
                  </a:cubicBezTo>
                  <a:cubicBezTo>
                    <a:pt x="112" y="81"/>
                    <a:pt x="118" y="36"/>
                    <a:pt x="143" y="13"/>
                  </a:cubicBezTo>
                  <a:cubicBezTo>
                    <a:pt x="145" y="32"/>
                    <a:pt x="141" y="52"/>
                    <a:pt x="149" y="69"/>
                  </a:cubicBezTo>
                  <a:cubicBezTo>
                    <a:pt x="152" y="75"/>
                    <a:pt x="163" y="68"/>
                    <a:pt x="168" y="63"/>
                  </a:cubicBezTo>
                  <a:cubicBezTo>
                    <a:pt x="181" y="50"/>
                    <a:pt x="200" y="19"/>
                    <a:pt x="200" y="19"/>
                  </a:cubicBezTo>
                  <a:cubicBezTo>
                    <a:pt x="208" y="45"/>
                    <a:pt x="192" y="81"/>
                    <a:pt x="212" y="101"/>
                  </a:cubicBezTo>
                  <a:cubicBezTo>
                    <a:pt x="222" y="111"/>
                    <a:pt x="225" y="76"/>
                    <a:pt x="231" y="63"/>
                  </a:cubicBezTo>
                  <a:cubicBezTo>
                    <a:pt x="240" y="42"/>
                    <a:pt x="249" y="21"/>
                    <a:pt x="257" y="0"/>
                  </a:cubicBezTo>
                  <a:cubicBezTo>
                    <a:pt x="259" y="32"/>
                    <a:pt x="250" y="66"/>
                    <a:pt x="263" y="95"/>
                  </a:cubicBezTo>
                  <a:cubicBezTo>
                    <a:pt x="268" y="105"/>
                    <a:pt x="287" y="90"/>
                    <a:pt x="295" y="82"/>
                  </a:cubicBezTo>
                  <a:cubicBezTo>
                    <a:pt x="308" y="68"/>
                    <a:pt x="309" y="47"/>
                    <a:pt x="320" y="31"/>
                  </a:cubicBezTo>
                  <a:cubicBezTo>
                    <a:pt x="325" y="93"/>
                    <a:pt x="324" y="147"/>
                    <a:pt x="358" y="63"/>
                  </a:cubicBezTo>
                  <a:cubicBezTo>
                    <a:pt x="367" y="90"/>
                    <a:pt x="374" y="118"/>
                    <a:pt x="383" y="145"/>
                  </a:cubicBezTo>
                  <a:cubicBezTo>
                    <a:pt x="389" y="139"/>
                    <a:pt x="397" y="133"/>
                    <a:pt x="402" y="126"/>
                  </a:cubicBezTo>
                  <a:cubicBezTo>
                    <a:pt x="406" y="120"/>
                    <a:pt x="403" y="103"/>
                    <a:pt x="408" y="107"/>
                  </a:cubicBezTo>
                  <a:cubicBezTo>
                    <a:pt x="419" y="115"/>
                    <a:pt x="428" y="148"/>
                    <a:pt x="433" y="164"/>
                  </a:cubicBezTo>
                  <a:cubicBezTo>
                    <a:pt x="444" y="244"/>
                    <a:pt x="431" y="220"/>
                    <a:pt x="452" y="189"/>
                  </a:cubicBezTo>
                  <a:cubicBezTo>
                    <a:pt x="459" y="178"/>
                    <a:pt x="469" y="168"/>
                    <a:pt x="478" y="158"/>
                  </a:cubicBezTo>
                  <a:cubicBezTo>
                    <a:pt x="480" y="150"/>
                    <a:pt x="476" y="136"/>
                    <a:pt x="484" y="133"/>
                  </a:cubicBezTo>
                  <a:cubicBezTo>
                    <a:pt x="491" y="130"/>
                    <a:pt x="494" y="144"/>
                    <a:pt x="497" y="151"/>
                  </a:cubicBezTo>
                  <a:cubicBezTo>
                    <a:pt x="507" y="175"/>
                    <a:pt x="507" y="203"/>
                    <a:pt x="516" y="227"/>
                  </a:cubicBezTo>
                  <a:cubicBezTo>
                    <a:pt x="555" y="176"/>
                    <a:pt x="538" y="223"/>
                    <a:pt x="547" y="259"/>
                  </a:cubicBezTo>
                  <a:cubicBezTo>
                    <a:pt x="549" y="284"/>
                    <a:pt x="544" y="311"/>
                    <a:pt x="553" y="335"/>
                  </a:cubicBezTo>
                  <a:cubicBezTo>
                    <a:pt x="556" y="342"/>
                    <a:pt x="565" y="320"/>
                    <a:pt x="572" y="322"/>
                  </a:cubicBezTo>
                  <a:cubicBezTo>
                    <a:pt x="579" y="324"/>
                    <a:pt x="577" y="335"/>
                    <a:pt x="579" y="341"/>
                  </a:cubicBezTo>
                  <a:cubicBezTo>
                    <a:pt x="603" y="265"/>
                    <a:pt x="581" y="428"/>
                    <a:pt x="604" y="474"/>
                  </a:cubicBezTo>
                  <a:cubicBezTo>
                    <a:pt x="610" y="444"/>
                    <a:pt x="616" y="425"/>
                    <a:pt x="629" y="398"/>
                  </a:cubicBezTo>
                  <a:cubicBezTo>
                    <a:pt x="652" y="465"/>
                    <a:pt x="652" y="538"/>
                    <a:pt x="673" y="606"/>
                  </a:cubicBezTo>
                  <a:cubicBezTo>
                    <a:pt x="699" y="544"/>
                    <a:pt x="687" y="463"/>
                    <a:pt x="699" y="657"/>
                  </a:cubicBezTo>
                  <a:cubicBezTo>
                    <a:pt x="705" y="651"/>
                    <a:pt x="714" y="630"/>
                    <a:pt x="718" y="638"/>
                  </a:cubicBezTo>
                  <a:cubicBezTo>
                    <a:pt x="738" y="683"/>
                    <a:pt x="709" y="772"/>
                    <a:pt x="737" y="663"/>
                  </a:cubicBezTo>
                  <a:cubicBezTo>
                    <a:pt x="741" y="765"/>
                    <a:pt x="742" y="782"/>
                    <a:pt x="756" y="859"/>
                  </a:cubicBezTo>
                  <a:cubicBezTo>
                    <a:pt x="759" y="847"/>
                    <a:pt x="764" y="798"/>
                    <a:pt x="781" y="859"/>
                  </a:cubicBezTo>
                  <a:cubicBezTo>
                    <a:pt x="811" y="963"/>
                    <a:pt x="767" y="892"/>
                    <a:pt x="800" y="941"/>
                  </a:cubicBezTo>
                  <a:cubicBezTo>
                    <a:pt x="811" y="975"/>
                    <a:pt x="789" y="1021"/>
                    <a:pt x="831" y="979"/>
                  </a:cubicBezTo>
                  <a:cubicBezTo>
                    <a:pt x="913" y="1087"/>
                    <a:pt x="932" y="1116"/>
                    <a:pt x="1015" y="1225"/>
                  </a:cubicBezTo>
                  <a:cubicBezTo>
                    <a:pt x="1033" y="1171"/>
                    <a:pt x="1027" y="1222"/>
                    <a:pt x="1059" y="1175"/>
                  </a:cubicBezTo>
                  <a:cubicBezTo>
                    <a:pt x="1074" y="1223"/>
                    <a:pt x="1068" y="1200"/>
                    <a:pt x="1078" y="1244"/>
                  </a:cubicBezTo>
                  <a:cubicBezTo>
                    <a:pt x="1109" y="1223"/>
                    <a:pt x="1109" y="1186"/>
                    <a:pt x="1135" y="1225"/>
                  </a:cubicBezTo>
                  <a:cubicBezTo>
                    <a:pt x="1164" y="1203"/>
                    <a:pt x="1175" y="1178"/>
                    <a:pt x="1198" y="1149"/>
                  </a:cubicBezTo>
                  <a:cubicBezTo>
                    <a:pt x="1200" y="1160"/>
                    <a:pt x="1202" y="1170"/>
                    <a:pt x="1204" y="1181"/>
                  </a:cubicBezTo>
                  <a:cubicBezTo>
                    <a:pt x="1206" y="1189"/>
                    <a:pt x="1202" y="1203"/>
                    <a:pt x="1210" y="1206"/>
                  </a:cubicBezTo>
                  <a:cubicBezTo>
                    <a:pt x="1219" y="1210"/>
                    <a:pt x="1227" y="1198"/>
                    <a:pt x="1236" y="1194"/>
                  </a:cubicBezTo>
                  <a:cubicBezTo>
                    <a:pt x="1264" y="1149"/>
                    <a:pt x="1231" y="1188"/>
                    <a:pt x="1261" y="1194"/>
                  </a:cubicBezTo>
                  <a:cubicBezTo>
                    <a:pt x="1269" y="1195"/>
                    <a:pt x="1274" y="1185"/>
                    <a:pt x="1280" y="1181"/>
                  </a:cubicBezTo>
                  <a:cubicBezTo>
                    <a:pt x="1292" y="1162"/>
                    <a:pt x="1298" y="1145"/>
                    <a:pt x="1305" y="1124"/>
                  </a:cubicBezTo>
                  <a:cubicBezTo>
                    <a:pt x="1317" y="1187"/>
                    <a:pt x="1301" y="1145"/>
                    <a:pt x="1330" y="1130"/>
                  </a:cubicBezTo>
                  <a:cubicBezTo>
                    <a:pt x="1336" y="1127"/>
                    <a:pt x="1343" y="1135"/>
                    <a:pt x="1349" y="1137"/>
                  </a:cubicBezTo>
                  <a:cubicBezTo>
                    <a:pt x="1349" y="1137"/>
                    <a:pt x="1336" y="1140"/>
                    <a:pt x="1330" y="1143"/>
                  </a:cubicBezTo>
                  <a:cubicBezTo>
                    <a:pt x="1288" y="1161"/>
                    <a:pt x="1322" y="1156"/>
                    <a:pt x="1273" y="1156"/>
                  </a:cubicBezTo>
                </a:path>
              </a:pathLst>
            </a:custGeom>
            <a:noFill/>
            <a:ln w="9525" cap="flat" cmpd="sng">
              <a:solidFill>
                <a:srgbClr val="FF3300"/>
              </a:solidFill>
              <a:prstDash val="solid"/>
              <a:round/>
              <a:headEnd/>
              <a:tailEnd/>
            </a:ln>
            <a:effectLst/>
          </p:spPr>
          <p:txBody>
            <a:bodyPr wrap="none" anchor="ctr"/>
            <a:lstStyle/>
            <a:p>
              <a:endParaRPr lang="en-GB" sz="1600"/>
            </a:p>
          </p:txBody>
        </p:sp>
        <p:sp>
          <p:nvSpPr>
            <p:cNvPr id="135386" name="Freeform 218"/>
            <p:cNvSpPr>
              <a:spLocks/>
            </p:cNvSpPr>
            <p:nvPr/>
          </p:nvSpPr>
          <p:spPr bwMode="auto">
            <a:xfrm>
              <a:off x="1971" y="2554"/>
              <a:ext cx="1396" cy="1243"/>
            </a:xfrm>
            <a:custGeom>
              <a:avLst/>
              <a:gdLst/>
              <a:ahLst/>
              <a:cxnLst>
                <a:cxn ang="0">
                  <a:pos x="0" y="156"/>
                </a:cxn>
                <a:cxn ang="0">
                  <a:pos x="50" y="81"/>
                </a:cxn>
                <a:cxn ang="0">
                  <a:pos x="76" y="62"/>
                </a:cxn>
                <a:cxn ang="0">
                  <a:pos x="107" y="17"/>
                </a:cxn>
                <a:cxn ang="0">
                  <a:pos x="139" y="100"/>
                </a:cxn>
                <a:cxn ang="0">
                  <a:pos x="196" y="74"/>
                </a:cxn>
                <a:cxn ang="0">
                  <a:pos x="240" y="43"/>
                </a:cxn>
                <a:cxn ang="0">
                  <a:pos x="253" y="93"/>
                </a:cxn>
                <a:cxn ang="0">
                  <a:pos x="303" y="68"/>
                </a:cxn>
                <a:cxn ang="0">
                  <a:pos x="328" y="112"/>
                </a:cxn>
                <a:cxn ang="0">
                  <a:pos x="379" y="62"/>
                </a:cxn>
                <a:cxn ang="0">
                  <a:pos x="417" y="125"/>
                </a:cxn>
                <a:cxn ang="0">
                  <a:pos x="429" y="106"/>
                </a:cxn>
                <a:cxn ang="0">
                  <a:pos x="436" y="137"/>
                </a:cxn>
                <a:cxn ang="0">
                  <a:pos x="455" y="207"/>
                </a:cxn>
                <a:cxn ang="0">
                  <a:pos x="486" y="213"/>
                </a:cxn>
                <a:cxn ang="0">
                  <a:pos x="518" y="207"/>
                </a:cxn>
                <a:cxn ang="0">
                  <a:pos x="524" y="226"/>
                </a:cxn>
                <a:cxn ang="0">
                  <a:pos x="543" y="232"/>
                </a:cxn>
                <a:cxn ang="0">
                  <a:pos x="549" y="283"/>
                </a:cxn>
                <a:cxn ang="0">
                  <a:pos x="562" y="321"/>
                </a:cxn>
                <a:cxn ang="0">
                  <a:pos x="606" y="359"/>
                </a:cxn>
                <a:cxn ang="0">
                  <a:pos x="625" y="415"/>
                </a:cxn>
                <a:cxn ang="0">
                  <a:pos x="669" y="580"/>
                </a:cxn>
                <a:cxn ang="0">
                  <a:pos x="695" y="719"/>
                </a:cxn>
                <a:cxn ang="0">
                  <a:pos x="701" y="693"/>
                </a:cxn>
                <a:cxn ang="0">
                  <a:pos x="707" y="712"/>
                </a:cxn>
                <a:cxn ang="0">
                  <a:pos x="714" y="731"/>
                </a:cxn>
                <a:cxn ang="0">
                  <a:pos x="733" y="807"/>
                </a:cxn>
                <a:cxn ang="0">
                  <a:pos x="739" y="895"/>
                </a:cxn>
                <a:cxn ang="0">
                  <a:pos x="758" y="927"/>
                </a:cxn>
                <a:cxn ang="0">
                  <a:pos x="802" y="1041"/>
                </a:cxn>
                <a:cxn ang="0">
                  <a:pos x="846" y="1041"/>
                </a:cxn>
                <a:cxn ang="0">
                  <a:pos x="922" y="1116"/>
                </a:cxn>
                <a:cxn ang="0">
                  <a:pos x="947" y="1186"/>
                </a:cxn>
                <a:cxn ang="0">
                  <a:pos x="979" y="1243"/>
                </a:cxn>
                <a:cxn ang="0">
                  <a:pos x="998" y="1192"/>
                </a:cxn>
                <a:cxn ang="0">
                  <a:pos x="1036" y="1161"/>
                </a:cxn>
                <a:cxn ang="0">
                  <a:pos x="1048" y="1180"/>
                </a:cxn>
                <a:cxn ang="0">
                  <a:pos x="1074" y="1192"/>
                </a:cxn>
                <a:cxn ang="0">
                  <a:pos x="1162" y="1167"/>
                </a:cxn>
                <a:cxn ang="0">
                  <a:pos x="1232" y="1161"/>
                </a:cxn>
                <a:cxn ang="0">
                  <a:pos x="1295" y="1110"/>
                </a:cxn>
                <a:cxn ang="0">
                  <a:pos x="1358" y="1123"/>
                </a:cxn>
                <a:cxn ang="0">
                  <a:pos x="1396" y="1085"/>
                </a:cxn>
              </a:cxnLst>
              <a:rect l="0" t="0" r="r" b="b"/>
              <a:pathLst>
                <a:path w="1396" h="1243">
                  <a:moveTo>
                    <a:pt x="0" y="156"/>
                  </a:moveTo>
                  <a:cubicBezTo>
                    <a:pt x="17" y="134"/>
                    <a:pt x="32" y="101"/>
                    <a:pt x="50" y="81"/>
                  </a:cubicBezTo>
                  <a:cubicBezTo>
                    <a:pt x="57" y="73"/>
                    <a:pt x="68" y="70"/>
                    <a:pt x="76" y="62"/>
                  </a:cubicBezTo>
                  <a:cubicBezTo>
                    <a:pt x="85" y="53"/>
                    <a:pt x="100" y="29"/>
                    <a:pt x="107" y="17"/>
                  </a:cubicBezTo>
                  <a:cubicBezTo>
                    <a:pt x="114" y="59"/>
                    <a:pt x="111" y="72"/>
                    <a:pt x="139" y="100"/>
                  </a:cubicBezTo>
                  <a:cubicBezTo>
                    <a:pt x="166" y="91"/>
                    <a:pt x="176" y="91"/>
                    <a:pt x="196" y="74"/>
                  </a:cubicBezTo>
                  <a:cubicBezTo>
                    <a:pt x="233" y="42"/>
                    <a:pt x="206" y="54"/>
                    <a:pt x="240" y="43"/>
                  </a:cubicBezTo>
                  <a:cubicBezTo>
                    <a:pt x="240" y="44"/>
                    <a:pt x="252" y="93"/>
                    <a:pt x="253" y="93"/>
                  </a:cubicBezTo>
                  <a:cubicBezTo>
                    <a:pt x="271" y="96"/>
                    <a:pt x="285" y="74"/>
                    <a:pt x="303" y="68"/>
                  </a:cubicBezTo>
                  <a:cubicBezTo>
                    <a:pt x="325" y="0"/>
                    <a:pt x="322" y="29"/>
                    <a:pt x="328" y="112"/>
                  </a:cubicBezTo>
                  <a:cubicBezTo>
                    <a:pt x="362" y="87"/>
                    <a:pt x="348" y="81"/>
                    <a:pt x="379" y="62"/>
                  </a:cubicBezTo>
                  <a:cubicBezTo>
                    <a:pt x="389" y="104"/>
                    <a:pt x="361" y="152"/>
                    <a:pt x="417" y="125"/>
                  </a:cubicBezTo>
                  <a:cubicBezTo>
                    <a:pt x="421" y="119"/>
                    <a:pt x="423" y="102"/>
                    <a:pt x="429" y="106"/>
                  </a:cubicBezTo>
                  <a:cubicBezTo>
                    <a:pt x="438" y="112"/>
                    <a:pt x="434" y="127"/>
                    <a:pt x="436" y="137"/>
                  </a:cubicBezTo>
                  <a:cubicBezTo>
                    <a:pt x="447" y="193"/>
                    <a:pt x="435" y="157"/>
                    <a:pt x="455" y="207"/>
                  </a:cubicBezTo>
                  <a:cubicBezTo>
                    <a:pt x="502" y="175"/>
                    <a:pt x="449" y="202"/>
                    <a:pt x="486" y="213"/>
                  </a:cubicBezTo>
                  <a:cubicBezTo>
                    <a:pt x="496" y="216"/>
                    <a:pt x="507" y="209"/>
                    <a:pt x="518" y="207"/>
                  </a:cubicBezTo>
                  <a:cubicBezTo>
                    <a:pt x="520" y="213"/>
                    <a:pt x="519" y="221"/>
                    <a:pt x="524" y="226"/>
                  </a:cubicBezTo>
                  <a:cubicBezTo>
                    <a:pt x="529" y="231"/>
                    <a:pt x="540" y="226"/>
                    <a:pt x="543" y="232"/>
                  </a:cubicBezTo>
                  <a:cubicBezTo>
                    <a:pt x="550" y="248"/>
                    <a:pt x="545" y="266"/>
                    <a:pt x="549" y="283"/>
                  </a:cubicBezTo>
                  <a:cubicBezTo>
                    <a:pt x="552" y="296"/>
                    <a:pt x="558" y="308"/>
                    <a:pt x="562" y="321"/>
                  </a:cubicBezTo>
                  <a:cubicBezTo>
                    <a:pt x="610" y="273"/>
                    <a:pt x="599" y="288"/>
                    <a:pt x="606" y="359"/>
                  </a:cubicBezTo>
                  <a:cubicBezTo>
                    <a:pt x="653" y="327"/>
                    <a:pt x="629" y="392"/>
                    <a:pt x="625" y="415"/>
                  </a:cubicBezTo>
                  <a:cubicBezTo>
                    <a:pt x="631" y="518"/>
                    <a:pt x="607" y="533"/>
                    <a:pt x="669" y="580"/>
                  </a:cubicBezTo>
                  <a:cubicBezTo>
                    <a:pt x="682" y="626"/>
                    <a:pt x="685" y="673"/>
                    <a:pt x="695" y="719"/>
                  </a:cubicBezTo>
                  <a:cubicBezTo>
                    <a:pt x="697" y="710"/>
                    <a:pt x="693" y="697"/>
                    <a:pt x="701" y="693"/>
                  </a:cubicBezTo>
                  <a:cubicBezTo>
                    <a:pt x="707" y="690"/>
                    <a:pt x="705" y="706"/>
                    <a:pt x="707" y="712"/>
                  </a:cubicBezTo>
                  <a:cubicBezTo>
                    <a:pt x="709" y="718"/>
                    <a:pt x="712" y="725"/>
                    <a:pt x="714" y="731"/>
                  </a:cubicBezTo>
                  <a:cubicBezTo>
                    <a:pt x="722" y="756"/>
                    <a:pt x="733" y="807"/>
                    <a:pt x="733" y="807"/>
                  </a:cubicBezTo>
                  <a:cubicBezTo>
                    <a:pt x="735" y="836"/>
                    <a:pt x="733" y="866"/>
                    <a:pt x="739" y="895"/>
                  </a:cubicBezTo>
                  <a:cubicBezTo>
                    <a:pt x="742" y="907"/>
                    <a:pt x="753" y="916"/>
                    <a:pt x="758" y="927"/>
                  </a:cubicBezTo>
                  <a:cubicBezTo>
                    <a:pt x="776" y="965"/>
                    <a:pt x="778" y="1005"/>
                    <a:pt x="802" y="1041"/>
                  </a:cubicBezTo>
                  <a:cubicBezTo>
                    <a:pt x="813" y="1006"/>
                    <a:pt x="817" y="1030"/>
                    <a:pt x="846" y="1041"/>
                  </a:cubicBezTo>
                  <a:cubicBezTo>
                    <a:pt x="878" y="1083"/>
                    <a:pt x="874" y="1098"/>
                    <a:pt x="922" y="1116"/>
                  </a:cubicBezTo>
                  <a:cubicBezTo>
                    <a:pt x="940" y="1142"/>
                    <a:pt x="936" y="1157"/>
                    <a:pt x="947" y="1186"/>
                  </a:cubicBezTo>
                  <a:cubicBezTo>
                    <a:pt x="955" y="1206"/>
                    <a:pt x="969" y="1224"/>
                    <a:pt x="979" y="1243"/>
                  </a:cubicBezTo>
                  <a:cubicBezTo>
                    <a:pt x="986" y="1226"/>
                    <a:pt x="987" y="1206"/>
                    <a:pt x="998" y="1192"/>
                  </a:cubicBezTo>
                  <a:cubicBezTo>
                    <a:pt x="1008" y="1179"/>
                    <a:pt x="1024" y="1173"/>
                    <a:pt x="1036" y="1161"/>
                  </a:cubicBezTo>
                  <a:cubicBezTo>
                    <a:pt x="1040" y="1167"/>
                    <a:pt x="1041" y="1177"/>
                    <a:pt x="1048" y="1180"/>
                  </a:cubicBezTo>
                  <a:cubicBezTo>
                    <a:pt x="1082" y="1193"/>
                    <a:pt x="1056" y="1144"/>
                    <a:pt x="1074" y="1192"/>
                  </a:cubicBezTo>
                  <a:cubicBezTo>
                    <a:pt x="1145" y="1157"/>
                    <a:pt x="1114" y="1156"/>
                    <a:pt x="1162" y="1167"/>
                  </a:cubicBezTo>
                  <a:cubicBezTo>
                    <a:pt x="1192" y="1160"/>
                    <a:pt x="1201" y="1153"/>
                    <a:pt x="1232" y="1161"/>
                  </a:cubicBezTo>
                  <a:cubicBezTo>
                    <a:pt x="1251" y="1141"/>
                    <a:pt x="1295" y="1110"/>
                    <a:pt x="1295" y="1110"/>
                  </a:cubicBezTo>
                  <a:cubicBezTo>
                    <a:pt x="1314" y="1140"/>
                    <a:pt x="1327" y="1138"/>
                    <a:pt x="1358" y="1123"/>
                  </a:cubicBezTo>
                  <a:cubicBezTo>
                    <a:pt x="1373" y="1077"/>
                    <a:pt x="1357" y="1085"/>
                    <a:pt x="1396" y="1085"/>
                  </a:cubicBezTo>
                </a:path>
              </a:pathLst>
            </a:custGeom>
            <a:noFill/>
            <a:ln w="9525" cap="flat" cmpd="sng">
              <a:solidFill>
                <a:srgbClr val="FF3300"/>
              </a:solidFill>
              <a:prstDash val="solid"/>
              <a:round/>
              <a:headEnd/>
              <a:tailEnd/>
            </a:ln>
            <a:effectLst/>
          </p:spPr>
          <p:txBody>
            <a:bodyPr wrap="none" anchor="ctr"/>
            <a:lstStyle/>
            <a:p>
              <a:endParaRPr lang="en-GB" sz="1600"/>
            </a:p>
          </p:txBody>
        </p:sp>
        <p:sp>
          <p:nvSpPr>
            <p:cNvPr id="135387" name="Freeform 219"/>
            <p:cNvSpPr>
              <a:spLocks/>
            </p:cNvSpPr>
            <p:nvPr/>
          </p:nvSpPr>
          <p:spPr bwMode="auto">
            <a:xfrm>
              <a:off x="1863" y="2596"/>
              <a:ext cx="1472" cy="1067"/>
            </a:xfrm>
            <a:custGeom>
              <a:avLst/>
              <a:gdLst/>
              <a:ahLst/>
              <a:cxnLst>
                <a:cxn ang="0">
                  <a:pos x="1472" y="1048"/>
                </a:cxn>
                <a:cxn ang="0">
                  <a:pos x="1409" y="1023"/>
                </a:cxn>
                <a:cxn ang="0">
                  <a:pos x="1415" y="991"/>
                </a:cxn>
                <a:cxn ang="0">
                  <a:pos x="1421" y="966"/>
                </a:cxn>
                <a:cxn ang="0">
                  <a:pos x="1415" y="941"/>
                </a:cxn>
                <a:cxn ang="0">
                  <a:pos x="1409" y="909"/>
                </a:cxn>
                <a:cxn ang="0">
                  <a:pos x="1377" y="947"/>
                </a:cxn>
                <a:cxn ang="0">
                  <a:pos x="1352" y="833"/>
                </a:cxn>
                <a:cxn ang="0">
                  <a:pos x="1320" y="695"/>
                </a:cxn>
                <a:cxn ang="0">
                  <a:pos x="1301" y="707"/>
                </a:cxn>
                <a:cxn ang="0">
                  <a:pos x="1295" y="682"/>
                </a:cxn>
                <a:cxn ang="0">
                  <a:pos x="1257" y="587"/>
                </a:cxn>
                <a:cxn ang="0">
                  <a:pos x="1219" y="473"/>
                </a:cxn>
                <a:cxn ang="0">
                  <a:pos x="1200" y="480"/>
                </a:cxn>
                <a:cxn ang="0">
                  <a:pos x="1143" y="385"/>
                </a:cxn>
                <a:cxn ang="0">
                  <a:pos x="1105" y="259"/>
                </a:cxn>
                <a:cxn ang="0">
                  <a:pos x="1080" y="221"/>
                </a:cxn>
                <a:cxn ang="0">
                  <a:pos x="1042" y="170"/>
                </a:cxn>
                <a:cxn ang="0">
                  <a:pos x="1023" y="177"/>
                </a:cxn>
                <a:cxn ang="0">
                  <a:pos x="1017" y="196"/>
                </a:cxn>
                <a:cxn ang="0">
                  <a:pos x="1011" y="177"/>
                </a:cxn>
                <a:cxn ang="0">
                  <a:pos x="966" y="120"/>
                </a:cxn>
                <a:cxn ang="0">
                  <a:pos x="948" y="126"/>
                </a:cxn>
                <a:cxn ang="0">
                  <a:pos x="859" y="57"/>
                </a:cxn>
                <a:cxn ang="0">
                  <a:pos x="853" y="76"/>
                </a:cxn>
                <a:cxn ang="0">
                  <a:pos x="821" y="44"/>
                </a:cxn>
                <a:cxn ang="0">
                  <a:pos x="752" y="19"/>
                </a:cxn>
                <a:cxn ang="0">
                  <a:pos x="689" y="0"/>
                </a:cxn>
                <a:cxn ang="0">
                  <a:pos x="651" y="25"/>
                </a:cxn>
                <a:cxn ang="0">
                  <a:pos x="625" y="50"/>
                </a:cxn>
                <a:cxn ang="0">
                  <a:pos x="619" y="69"/>
                </a:cxn>
                <a:cxn ang="0">
                  <a:pos x="613" y="50"/>
                </a:cxn>
                <a:cxn ang="0">
                  <a:pos x="588" y="25"/>
                </a:cxn>
                <a:cxn ang="0">
                  <a:pos x="569" y="82"/>
                </a:cxn>
                <a:cxn ang="0">
                  <a:pos x="562" y="63"/>
                </a:cxn>
                <a:cxn ang="0">
                  <a:pos x="543" y="50"/>
                </a:cxn>
                <a:cxn ang="0">
                  <a:pos x="512" y="82"/>
                </a:cxn>
                <a:cxn ang="0">
                  <a:pos x="486" y="126"/>
                </a:cxn>
                <a:cxn ang="0">
                  <a:pos x="480" y="151"/>
                </a:cxn>
                <a:cxn ang="0">
                  <a:pos x="474" y="132"/>
                </a:cxn>
                <a:cxn ang="0">
                  <a:pos x="449" y="145"/>
                </a:cxn>
                <a:cxn ang="0">
                  <a:pos x="423" y="208"/>
                </a:cxn>
                <a:cxn ang="0">
                  <a:pos x="417" y="183"/>
                </a:cxn>
                <a:cxn ang="0">
                  <a:pos x="398" y="196"/>
                </a:cxn>
                <a:cxn ang="0">
                  <a:pos x="373" y="252"/>
                </a:cxn>
                <a:cxn ang="0">
                  <a:pos x="335" y="379"/>
                </a:cxn>
                <a:cxn ang="0">
                  <a:pos x="310" y="429"/>
                </a:cxn>
                <a:cxn ang="0">
                  <a:pos x="291" y="518"/>
                </a:cxn>
                <a:cxn ang="0">
                  <a:pos x="240" y="688"/>
                </a:cxn>
                <a:cxn ang="0">
                  <a:pos x="171" y="884"/>
                </a:cxn>
                <a:cxn ang="0">
                  <a:pos x="164" y="865"/>
                </a:cxn>
                <a:cxn ang="0">
                  <a:pos x="158" y="840"/>
                </a:cxn>
                <a:cxn ang="0">
                  <a:pos x="145" y="897"/>
                </a:cxn>
                <a:cxn ang="0">
                  <a:pos x="108" y="1067"/>
                </a:cxn>
                <a:cxn ang="0">
                  <a:pos x="70" y="1055"/>
                </a:cxn>
                <a:cxn ang="0">
                  <a:pos x="0" y="1055"/>
                </a:cxn>
              </a:cxnLst>
              <a:rect l="0" t="0" r="r" b="b"/>
              <a:pathLst>
                <a:path w="1472" h="1067">
                  <a:moveTo>
                    <a:pt x="1472" y="1048"/>
                  </a:moveTo>
                  <a:cubicBezTo>
                    <a:pt x="1451" y="1038"/>
                    <a:pt x="1431" y="1030"/>
                    <a:pt x="1409" y="1023"/>
                  </a:cubicBezTo>
                  <a:cubicBezTo>
                    <a:pt x="1411" y="1012"/>
                    <a:pt x="1413" y="1002"/>
                    <a:pt x="1415" y="991"/>
                  </a:cubicBezTo>
                  <a:cubicBezTo>
                    <a:pt x="1418" y="978"/>
                    <a:pt x="1439" y="902"/>
                    <a:pt x="1421" y="966"/>
                  </a:cubicBezTo>
                  <a:cubicBezTo>
                    <a:pt x="1419" y="958"/>
                    <a:pt x="1417" y="949"/>
                    <a:pt x="1415" y="941"/>
                  </a:cubicBezTo>
                  <a:cubicBezTo>
                    <a:pt x="1413" y="930"/>
                    <a:pt x="1419" y="914"/>
                    <a:pt x="1409" y="909"/>
                  </a:cubicBezTo>
                  <a:cubicBezTo>
                    <a:pt x="1403" y="906"/>
                    <a:pt x="1379" y="944"/>
                    <a:pt x="1377" y="947"/>
                  </a:cubicBezTo>
                  <a:cubicBezTo>
                    <a:pt x="1372" y="890"/>
                    <a:pt x="1373" y="878"/>
                    <a:pt x="1352" y="833"/>
                  </a:cubicBezTo>
                  <a:cubicBezTo>
                    <a:pt x="1343" y="787"/>
                    <a:pt x="1335" y="739"/>
                    <a:pt x="1320" y="695"/>
                  </a:cubicBezTo>
                  <a:cubicBezTo>
                    <a:pt x="1314" y="699"/>
                    <a:pt x="1308" y="710"/>
                    <a:pt x="1301" y="707"/>
                  </a:cubicBezTo>
                  <a:cubicBezTo>
                    <a:pt x="1293" y="703"/>
                    <a:pt x="1297" y="690"/>
                    <a:pt x="1295" y="682"/>
                  </a:cubicBezTo>
                  <a:cubicBezTo>
                    <a:pt x="1286" y="650"/>
                    <a:pt x="1275" y="614"/>
                    <a:pt x="1257" y="587"/>
                  </a:cubicBezTo>
                  <a:cubicBezTo>
                    <a:pt x="1245" y="548"/>
                    <a:pt x="1228" y="512"/>
                    <a:pt x="1219" y="473"/>
                  </a:cubicBezTo>
                  <a:cubicBezTo>
                    <a:pt x="1213" y="475"/>
                    <a:pt x="1204" y="485"/>
                    <a:pt x="1200" y="480"/>
                  </a:cubicBezTo>
                  <a:cubicBezTo>
                    <a:pt x="1173" y="449"/>
                    <a:pt x="1187" y="399"/>
                    <a:pt x="1143" y="385"/>
                  </a:cubicBezTo>
                  <a:cubicBezTo>
                    <a:pt x="1136" y="340"/>
                    <a:pt x="1131" y="297"/>
                    <a:pt x="1105" y="259"/>
                  </a:cubicBezTo>
                  <a:cubicBezTo>
                    <a:pt x="1094" y="225"/>
                    <a:pt x="1106" y="254"/>
                    <a:pt x="1080" y="221"/>
                  </a:cubicBezTo>
                  <a:cubicBezTo>
                    <a:pt x="1067" y="205"/>
                    <a:pt x="1042" y="170"/>
                    <a:pt x="1042" y="170"/>
                  </a:cubicBezTo>
                  <a:cubicBezTo>
                    <a:pt x="1036" y="172"/>
                    <a:pt x="1028" y="172"/>
                    <a:pt x="1023" y="177"/>
                  </a:cubicBezTo>
                  <a:cubicBezTo>
                    <a:pt x="1018" y="182"/>
                    <a:pt x="1024" y="196"/>
                    <a:pt x="1017" y="196"/>
                  </a:cubicBezTo>
                  <a:cubicBezTo>
                    <a:pt x="1010" y="196"/>
                    <a:pt x="1015" y="183"/>
                    <a:pt x="1011" y="177"/>
                  </a:cubicBezTo>
                  <a:cubicBezTo>
                    <a:pt x="998" y="157"/>
                    <a:pt x="966" y="120"/>
                    <a:pt x="966" y="120"/>
                  </a:cubicBezTo>
                  <a:cubicBezTo>
                    <a:pt x="960" y="122"/>
                    <a:pt x="953" y="129"/>
                    <a:pt x="948" y="126"/>
                  </a:cubicBezTo>
                  <a:cubicBezTo>
                    <a:pt x="901" y="96"/>
                    <a:pt x="906" y="72"/>
                    <a:pt x="859" y="57"/>
                  </a:cubicBezTo>
                  <a:cubicBezTo>
                    <a:pt x="857" y="63"/>
                    <a:pt x="859" y="74"/>
                    <a:pt x="853" y="76"/>
                  </a:cubicBezTo>
                  <a:cubicBezTo>
                    <a:pt x="839" y="79"/>
                    <a:pt x="827" y="49"/>
                    <a:pt x="821" y="44"/>
                  </a:cubicBezTo>
                  <a:cubicBezTo>
                    <a:pt x="795" y="24"/>
                    <a:pt x="781" y="25"/>
                    <a:pt x="752" y="19"/>
                  </a:cubicBezTo>
                  <a:cubicBezTo>
                    <a:pt x="718" y="40"/>
                    <a:pt x="719" y="19"/>
                    <a:pt x="689" y="0"/>
                  </a:cubicBezTo>
                  <a:cubicBezTo>
                    <a:pt x="668" y="30"/>
                    <a:pt x="684" y="48"/>
                    <a:pt x="651" y="25"/>
                  </a:cubicBezTo>
                  <a:cubicBezTo>
                    <a:pt x="642" y="33"/>
                    <a:pt x="632" y="40"/>
                    <a:pt x="625" y="50"/>
                  </a:cubicBezTo>
                  <a:cubicBezTo>
                    <a:pt x="621" y="55"/>
                    <a:pt x="626" y="69"/>
                    <a:pt x="619" y="69"/>
                  </a:cubicBezTo>
                  <a:cubicBezTo>
                    <a:pt x="612" y="69"/>
                    <a:pt x="615" y="56"/>
                    <a:pt x="613" y="50"/>
                  </a:cubicBezTo>
                  <a:cubicBezTo>
                    <a:pt x="605" y="25"/>
                    <a:pt x="612" y="33"/>
                    <a:pt x="588" y="25"/>
                  </a:cubicBezTo>
                  <a:cubicBezTo>
                    <a:pt x="587" y="29"/>
                    <a:pt x="579" y="79"/>
                    <a:pt x="569" y="82"/>
                  </a:cubicBezTo>
                  <a:cubicBezTo>
                    <a:pt x="563" y="84"/>
                    <a:pt x="566" y="68"/>
                    <a:pt x="562" y="63"/>
                  </a:cubicBezTo>
                  <a:cubicBezTo>
                    <a:pt x="557" y="57"/>
                    <a:pt x="549" y="54"/>
                    <a:pt x="543" y="50"/>
                  </a:cubicBezTo>
                  <a:cubicBezTo>
                    <a:pt x="529" y="109"/>
                    <a:pt x="551" y="50"/>
                    <a:pt x="512" y="82"/>
                  </a:cubicBezTo>
                  <a:cubicBezTo>
                    <a:pt x="499" y="93"/>
                    <a:pt x="496" y="112"/>
                    <a:pt x="486" y="126"/>
                  </a:cubicBezTo>
                  <a:cubicBezTo>
                    <a:pt x="484" y="134"/>
                    <a:pt x="488" y="147"/>
                    <a:pt x="480" y="151"/>
                  </a:cubicBezTo>
                  <a:cubicBezTo>
                    <a:pt x="474" y="154"/>
                    <a:pt x="481" y="133"/>
                    <a:pt x="474" y="132"/>
                  </a:cubicBezTo>
                  <a:cubicBezTo>
                    <a:pt x="465" y="130"/>
                    <a:pt x="457" y="141"/>
                    <a:pt x="449" y="145"/>
                  </a:cubicBezTo>
                  <a:cubicBezTo>
                    <a:pt x="434" y="166"/>
                    <a:pt x="430" y="183"/>
                    <a:pt x="423" y="208"/>
                  </a:cubicBezTo>
                  <a:cubicBezTo>
                    <a:pt x="421" y="200"/>
                    <a:pt x="425" y="187"/>
                    <a:pt x="417" y="183"/>
                  </a:cubicBezTo>
                  <a:cubicBezTo>
                    <a:pt x="410" y="180"/>
                    <a:pt x="403" y="190"/>
                    <a:pt x="398" y="196"/>
                  </a:cubicBezTo>
                  <a:cubicBezTo>
                    <a:pt x="388" y="209"/>
                    <a:pt x="383" y="236"/>
                    <a:pt x="373" y="252"/>
                  </a:cubicBezTo>
                  <a:cubicBezTo>
                    <a:pt x="367" y="290"/>
                    <a:pt x="353" y="343"/>
                    <a:pt x="335" y="379"/>
                  </a:cubicBezTo>
                  <a:cubicBezTo>
                    <a:pt x="314" y="422"/>
                    <a:pt x="328" y="370"/>
                    <a:pt x="310" y="429"/>
                  </a:cubicBezTo>
                  <a:cubicBezTo>
                    <a:pt x="301" y="458"/>
                    <a:pt x="300" y="489"/>
                    <a:pt x="291" y="518"/>
                  </a:cubicBezTo>
                  <a:cubicBezTo>
                    <a:pt x="241" y="418"/>
                    <a:pt x="312" y="665"/>
                    <a:pt x="240" y="688"/>
                  </a:cubicBezTo>
                  <a:cubicBezTo>
                    <a:pt x="205" y="746"/>
                    <a:pt x="195" y="820"/>
                    <a:pt x="171" y="884"/>
                  </a:cubicBezTo>
                  <a:cubicBezTo>
                    <a:pt x="169" y="878"/>
                    <a:pt x="166" y="871"/>
                    <a:pt x="164" y="865"/>
                  </a:cubicBezTo>
                  <a:cubicBezTo>
                    <a:pt x="162" y="857"/>
                    <a:pt x="166" y="836"/>
                    <a:pt x="158" y="840"/>
                  </a:cubicBezTo>
                  <a:cubicBezTo>
                    <a:pt x="141" y="849"/>
                    <a:pt x="151" y="878"/>
                    <a:pt x="145" y="897"/>
                  </a:cubicBezTo>
                  <a:cubicBezTo>
                    <a:pt x="128" y="953"/>
                    <a:pt x="126" y="1011"/>
                    <a:pt x="108" y="1067"/>
                  </a:cubicBezTo>
                  <a:cubicBezTo>
                    <a:pt x="99" y="1035"/>
                    <a:pt x="93" y="1019"/>
                    <a:pt x="70" y="1055"/>
                  </a:cubicBezTo>
                  <a:cubicBezTo>
                    <a:pt x="36" y="1032"/>
                    <a:pt x="36" y="1055"/>
                    <a:pt x="0" y="1055"/>
                  </a:cubicBezTo>
                </a:path>
              </a:pathLst>
            </a:custGeom>
            <a:noFill/>
            <a:ln w="9525" cap="flat" cmpd="sng">
              <a:solidFill>
                <a:srgbClr val="FF3300"/>
              </a:solidFill>
              <a:prstDash val="solid"/>
              <a:round/>
              <a:headEnd/>
              <a:tailEnd/>
            </a:ln>
            <a:effectLst/>
          </p:spPr>
          <p:txBody>
            <a:bodyPr wrap="none" anchor="ctr"/>
            <a:lstStyle/>
            <a:p>
              <a:endParaRPr lang="en-GB" sz="1600"/>
            </a:p>
          </p:txBody>
        </p:sp>
        <p:sp>
          <p:nvSpPr>
            <p:cNvPr id="135388" name="Freeform 220"/>
            <p:cNvSpPr>
              <a:spLocks/>
            </p:cNvSpPr>
            <p:nvPr/>
          </p:nvSpPr>
          <p:spPr bwMode="auto">
            <a:xfrm>
              <a:off x="1913" y="2569"/>
              <a:ext cx="1484" cy="1164"/>
            </a:xfrm>
            <a:custGeom>
              <a:avLst/>
              <a:gdLst/>
              <a:ahLst/>
              <a:cxnLst>
                <a:cxn ang="0">
                  <a:pos x="13" y="1031"/>
                </a:cxn>
                <a:cxn ang="0">
                  <a:pos x="25" y="1012"/>
                </a:cxn>
                <a:cxn ang="0">
                  <a:pos x="63" y="1019"/>
                </a:cxn>
                <a:cxn ang="0">
                  <a:pos x="120" y="817"/>
                </a:cxn>
                <a:cxn ang="0">
                  <a:pos x="145" y="861"/>
                </a:cxn>
                <a:cxn ang="0">
                  <a:pos x="202" y="760"/>
                </a:cxn>
                <a:cxn ang="0">
                  <a:pos x="253" y="469"/>
                </a:cxn>
                <a:cxn ang="0">
                  <a:pos x="290" y="482"/>
                </a:cxn>
                <a:cxn ang="0">
                  <a:pos x="410" y="223"/>
                </a:cxn>
                <a:cxn ang="0">
                  <a:pos x="511" y="97"/>
                </a:cxn>
                <a:cxn ang="0">
                  <a:pos x="562" y="103"/>
                </a:cxn>
                <a:cxn ang="0">
                  <a:pos x="631" y="90"/>
                </a:cxn>
                <a:cxn ang="0">
                  <a:pos x="682" y="21"/>
                </a:cxn>
                <a:cxn ang="0">
                  <a:pos x="707" y="84"/>
                </a:cxn>
                <a:cxn ang="0">
                  <a:pos x="770" y="46"/>
                </a:cxn>
                <a:cxn ang="0">
                  <a:pos x="789" y="90"/>
                </a:cxn>
                <a:cxn ang="0">
                  <a:pos x="853" y="78"/>
                </a:cxn>
                <a:cxn ang="0">
                  <a:pos x="878" y="135"/>
                </a:cxn>
                <a:cxn ang="0">
                  <a:pos x="890" y="59"/>
                </a:cxn>
                <a:cxn ang="0">
                  <a:pos x="979" y="191"/>
                </a:cxn>
                <a:cxn ang="0">
                  <a:pos x="1023" y="172"/>
                </a:cxn>
                <a:cxn ang="0">
                  <a:pos x="1061" y="242"/>
                </a:cxn>
                <a:cxn ang="0">
                  <a:pos x="1099" y="343"/>
                </a:cxn>
                <a:cxn ang="0">
                  <a:pos x="1118" y="368"/>
                </a:cxn>
                <a:cxn ang="0">
                  <a:pos x="1162" y="406"/>
                </a:cxn>
                <a:cxn ang="0">
                  <a:pos x="1175" y="476"/>
                </a:cxn>
                <a:cxn ang="0">
                  <a:pos x="1213" y="551"/>
                </a:cxn>
                <a:cxn ang="0">
                  <a:pos x="1244" y="627"/>
                </a:cxn>
                <a:cxn ang="0">
                  <a:pos x="1288" y="741"/>
                </a:cxn>
                <a:cxn ang="0">
                  <a:pos x="1314" y="772"/>
                </a:cxn>
                <a:cxn ang="0">
                  <a:pos x="1370" y="1063"/>
                </a:cxn>
                <a:cxn ang="0">
                  <a:pos x="1459" y="1164"/>
                </a:cxn>
                <a:cxn ang="0">
                  <a:pos x="1478" y="1038"/>
                </a:cxn>
              </a:cxnLst>
              <a:rect l="0" t="0" r="r" b="b"/>
              <a:pathLst>
                <a:path w="1484" h="1164">
                  <a:moveTo>
                    <a:pt x="0" y="1057"/>
                  </a:moveTo>
                  <a:cubicBezTo>
                    <a:pt x="4" y="1048"/>
                    <a:pt x="10" y="1040"/>
                    <a:pt x="13" y="1031"/>
                  </a:cubicBezTo>
                  <a:cubicBezTo>
                    <a:pt x="17" y="1019"/>
                    <a:pt x="12" y="1004"/>
                    <a:pt x="19" y="993"/>
                  </a:cubicBezTo>
                  <a:cubicBezTo>
                    <a:pt x="23" y="987"/>
                    <a:pt x="21" y="1007"/>
                    <a:pt x="25" y="1012"/>
                  </a:cubicBezTo>
                  <a:cubicBezTo>
                    <a:pt x="30" y="1018"/>
                    <a:pt x="38" y="1021"/>
                    <a:pt x="44" y="1025"/>
                  </a:cubicBezTo>
                  <a:cubicBezTo>
                    <a:pt x="53" y="997"/>
                    <a:pt x="52" y="960"/>
                    <a:pt x="63" y="1019"/>
                  </a:cubicBezTo>
                  <a:cubicBezTo>
                    <a:pt x="88" y="983"/>
                    <a:pt x="81" y="957"/>
                    <a:pt x="88" y="911"/>
                  </a:cubicBezTo>
                  <a:cubicBezTo>
                    <a:pt x="93" y="879"/>
                    <a:pt x="108" y="847"/>
                    <a:pt x="120" y="817"/>
                  </a:cubicBezTo>
                  <a:cubicBezTo>
                    <a:pt x="124" y="823"/>
                    <a:pt x="129" y="829"/>
                    <a:pt x="133" y="836"/>
                  </a:cubicBezTo>
                  <a:cubicBezTo>
                    <a:pt x="138" y="844"/>
                    <a:pt x="136" y="859"/>
                    <a:pt x="145" y="861"/>
                  </a:cubicBezTo>
                  <a:cubicBezTo>
                    <a:pt x="152" y="863"/>
                    <a:pt x="154" y="849"/>
                    <a:pt x="158" y="842"/>
                  </a:cubicBezTo>
                  <a:cubicBezTo>
                    <a:pt x="175" y="814"/>
                    <a:pt x="184" y="786"/>
                    <a:pt x="202" y="760"/>
                  </a:cubicBezTo>
                  <a:cubicBezTo>
                    <a:pt x="219" y="704"/>
                    <a:pt x="227" y="660"/>
                    <a:pt x="234" y="602"/>
                  </a:cubicBezTo>
                  <a:cubicBezTo>
                    <a:pt x="259" y="682"/>
                    <a:pt x="237" y="514"/>
                    <a:pt x="253" y="469"/>
                  </a:cubicBezTo>
                  <a:cubicBezTo>
                    <a:pt x="259" y="478"/>
                    <a:pt x="261" y="492"/>
                    <a:pt x="271" y="495"/>
                  </a:cubicBezTo>
                  <a:cubicBezTo>
                    <a:pt x="278" y="498"/>
                    <a:pt x="285" y="488"/>
                    <a:pt x="290" y="482"/>
                  </a:cubicBezTo>
                  <a:cubicBezTo>
                    <a:pt x="296" y="475"/>
                    <a:pt x="318" y="406"/>
                    <a:pt x="322" y="393"/>
                  </a:cubicBezTo>
                  <a:cubicBezTo>
                    <a:pt x="332" y="322"/>
                    <a:pt x="354" y="268"/>
                    <a:pt x="410" y="223"/>
                  </a:cubicBezTo>
                  <a:cubicBezTo>
                    <a:pt x="422" y="200"/>
                    <a:pt x="430" y="176"/>
                    <a:pt x="442" y="153"/>
                  </a:cubicBezTo>
                  <a:cubicBezTo>
                    <a:pt x="486" y="183"/>
                    <a:pt x="499" y="134"/>
                    <a:pt x="511" y="97"/>
                  </a:cubicBezTo>
                  <a:cubicBezTo>
                    <a:pt x="524" y="114"/>
                    <a:pt x="541" y="140"/>
                    <a:pt x="549" y="135"/>
                  </a:cubicBezTo>
                  <a:cubicBezTo>
                    <a:pt x="559" y="129"/>
                    <a:pt x="555" y="112"/>
                    <a:pt x="562" y="103"/>
                  </a:cubicBezTo>
                  <a:cubicBezTo>
                    <a:pt x="573" y="89"/>
                    <a:pt x="600" y="65"/>
                    <a:pt x="600" y="65"/>
                  </a:cubicBezTo>
                  <a:cubicBezTo>
                    <a:pt x="614" y="21"/>
                    <a:pt x="618" y="70"/>
                    <a:pt x="631" y="90"/>
                  </a:cubicBezTo>
                  <a:cubicBezTo>
                    <a:pt x="636" y="66"/>
                    <a:pt x="632" y="0"/>
                    <a:pt x="663" y="46"/>
                  </a:cubicBezTo>
                  <a:cubicBezTo>
                    <a:pt x="677" y="89"/>
                    <a:pt x="677" y="38"/>
                    <a:pt x="682" y="21"/>
                  </a:cubicBezTo>
                  <a:cubicBezTo>
                    <a:pt x="684" y="44"/>
                    <a:pt x="679" y="69"/>
                    <a:pt x="688" y="90"/>
                  </a:cubicBezTo>
                  <a:cubicBezTo>
                    <a:pt x="690" y="96"/>
                    <a:pt x="703" y="89"/>
                    <a:pt x="707" y="84"/>
                  </a:cubicBezTo>
                  <a:cubicBezTo>
                    <a:pt x="718" y="70"/>
                    <a:pt x="721" y="38"/>
                    <a:pt x="733" y="21"/>
                  </a:cubicBezTo>
                  <a:cubicBezTo>
                    <a:pt x="737" y="57"/>
                    <a:pt x="741" y="123"/>
                    <a:pt x="770" y="46"/>
                  </a:cubicBezTo>
                  <a:cubicBezTo>
                    <a:pt x="772" y="54"/>
                    <a:pt x="774" y="63"/>
                    <a:pt x="777" y="71"/>
                  </a:cubicBezTo>
                  <a:cubicBezTo>
                    <a:pt x="780" y="78"/>
                    <a:pt x="782" y="93"/>
                    <a:pt x="789" y="90"/>
                  </a:cubicBezTo>
                  <a:cubicBezTo>
                    <a:pt x="802" y="84"/>
                    <a:pt x="809" y="29"/>
                    <a:pt x="815" y="15"/>
                  </a:cubicBezTo>
                  <a:cubicBezTo>
                    <a:pt x="831" y="37"/>
                    <a:pt x="838" y="56"/>
                    <a:pt x="853" y="78"/>
                  </a:cubicBezTo>
                  <a:cubicBezTo>
                    <a:pt x="857" y="91"/>
                    <a:pt x="860" y="104"/>
                    <a:pt x="865" y="116"/>
                  </a:cubicBezTo>
                  <a:cubicBezTo>
                    <a:pt x="868" y="123"/>
                    <a:pt x="872" y="139"/>
                    <a:pt x="878" y="135"/>
                  </a:cubicBezTo>
                  <a:cubicBezTo>
                    <a:pt x="887" y="129"/>
                    <a:pt x="882" y="114"/>
                    <a:pt x="884" y="103"/>
                  </a:cubicBezTo>
                  <a:cubicBezTo>
                    <a:pt x="886" y="88"/>
                    <a:pt x="888" y="74"/>
                    <a:pt x="890" y="59"/>
                  </a:cubicBezTo>
                  <a:cubicBezTo>
                    <a:pt x="912" y="119"/>
                    <a:pt x="939" y="172"/>
                    <a:pt x="966" y="229"/>
                  </a:cubicBezTo>
                  <a:cubicBezTo>
                    <a:pt x="970" y="216"/>
                    <a:pt x="976" y="204"/>
                    <a:pt x="979" y="191"/>
                  </a:cubicBezTo>
                  <a:cubicBezTo>
                    <a:pt x="984" y="166"/>
                    <a:pt x="991" y="116"/>
                    <a:pt x="991" y="116"/>
                  </a:cubicBezTo>
                  <a:cubicBezTo>
                    <a:pt x="1004" y="135"/>
                    <a:pt x="1010" y="153"/>
                    <a:pt x="1023" y="172"/>
                  </a:cubicBezTo>
                  <a:cubicBezTo>
                    <a:pt x="1028" y="196"/>
                    <a:pt x="1036" y="218"/>
                    <a:pt x="1042" y="242"/>
                  </a:cubicBezTo>
                  <a:cubicBezTo>
                    <a:pt x="1057" y="178"/>
                    <a:pt x="1036" y="242"/>
                    <a:pt x="1061" y="242"/>
                  </a:cubicBezTo>
                  <a:cubicBezTo>
                    <a:pt x="1070" y="242"/>
                    <a:pt x="1070" y="225"/>
                    <a:pt x="1074" y="217"/>
                  </a:cubicBezTo>
                  <a:cubicBezTo>
                    <a:pt x="1090" y="259"/>
                    <a:pt x="1094" y="297"/>
                    <a:pt x="1099" y="343"/>
                  </a:cubicBezTo>
                  <a:cubicBezTo>
                    <a:pt x="1103" y="337"/>
                    <a:pt x="1106" y="318"/>
                    <a:pt x="1111" y="324"/>
                  </a:cubicBezTo>
                  <a:cubicBezTo>
                    <a:pt x="1120" y="336"/>
                    <a:pt x="1117" y="353"/>
                    <a:pt x="1118" y="368"/>
                  </a:cubicBezTo>
                  <a:cubicBezTo>
                    <a:pt x="1123" y="428"/>
                    <a:pt x="1114" y="496"/>
                    <a:pt x="1143" y="551"/>
                  </a:cubicBezTo>
                  <a:cubicBezTo>
                    <a:pt x="1147" y="495"/>
                    <a:pt x="1146" y="456"/>
                    <a:pt x="1162" y="406"/>
                  </a:cubicBezTo>
                  <a:cubicBezTo>
                    <a:pt x="1164" y="440"/>
                    <a:pt x="1162" y="474"/>
                    <a:pt x="1168" y="507"/>
                  </a:cubicBezTo>
                  <a:cubicBezTo>
                    <a:pt x="1170" y="517"/>
                    <a:pt x="1173" y="466"/>
                    <a:pt x="1175" y="476"/>
                  </a:cubicBezTo>
                  <a:cubicBezTo>
                    <a:pt x="1193" y="557"/>
                    <a:pt x="1181" y="645"/>
                    <a:pt x="1194" y="728"/>
                  </a:cubicBezTo>
                  <a:cubicBezTo>
                    <a:pt x="1202" y="669"/>
                    <a:pt x="1198" y="608"/>
                    <a:pt x="1213" y="551"/>
                  </a:cubicBezTo>
                  <a:cubicBezTo>
                    <a:pt x="1216" y="538"/>
                    <a:pt x="1220" y="577"/>
                    <a:pt x="1225" y="589"/>
                  </a:cubicBezTo>
                  <a:cubicBezTo>
                    <a:pt x="1230" y="602"/>
                    <a:pt x="1238" y="614"/>
                    <a:pt x="1244" y="627"/>
                  </a:cubicBezTo>
                  <a:cubicBezTo>
                    <a:pt x="1250" y="652"/>
                    <a:pt x="1247" y="702"/>
                    <a:pt x="1276" y="659"/>
                  </a:cubicBezTo>
                  <a:cubicBezTo>
                    <a:pt x="1280" y="686"/>
                    <a:pt x="1281" y="714"/>
                    <a:pt x="1288" y="741"/>
                  </a:cubicBezTo>
                  <a:cubicBezTo>
                    <a:pt x="1293" y="760"/>
                    <a:pt x="1307" y="798"/>
                    <a:pt x="1307" y="798"/>
                  </a:cubicBezTo>
                  <a:cubicBezTo>
                    <a:pt x="1309" y="789"/>
                    <a:pt x="1313" y="763"/>
                    <a:pt x="1314" y="772"/>
                  </a:cubicBezTo>
                  <a:cubicBezTo>
                    <a:pt x="1319" y="814"/>
                    <a:pt x="1315" y="857"/>
                    <a:pt x="1320" y="899"/>
                  </a:cubicBezTo>
                  <a:cubicBezTo>
                    <a:pt x="1326" y="958"/>
                    <a:pt x="1350" y="1009"/>
                    <a:pt x="1370" y="1063"/>
                  </a:cubicBezTo>
                  <a:cubicBezTo>
                    <a:pt x="1386" y="1024"/>
                    <a:pt x="1394" y="984"/>
                    <a:pt x="1402" y="943"/>
                  </a:cubicBezTo>
                  <a:cubicBezTo>
                    <a:pt x="1411" y="1030"/>
                    <a:pt x="1444" y="1083"/>
                    <a:pt x="1459" y="1164"/>
                  </a:cubicBezTo>
                  <a:cubicBezTo>
                    <a:pt x="1464" y="1128"/>
                    <a:pt x="1465" y="1092"/>
                    <a:pt x="1471" y="1057"/>
                  </a:cubicBezTo>
                  <a:cubicBezTo>
                    <a:pt x="1472" y="1050"/>
                    <a:pt x="1471" y="1038"/>
                    <a:pt x="1478" y="1038"/>
                  </a:cubicBezTo>
                  <a:cubicBezTo>
                    <a:pt x="1484" y="1038"/>
                    <a:pt x="1478" y="1051"/>
                    <a:pt x="1478" y="1057"/>
                  </a:cubicBezTo>
                </a:path>
              </a:pathLst>
            </a:custGeom>
            <a:noFill/>
            <a:ln w="9525" cap="flat" cmpd="sng">
              <a:solidFill>
                <a:srgbClr val="FF3300"/>
              </a:solidFill>
              <a:prstDash val="solid"/>
              <a:round/>
              <a:headEnd/>
              <a:tailEnd/>
            </a:ln>
            <a:effectLst/>
          </p:spPr>
          <p:txBody>
            <a:bodyPr wrap="none" anchor="ctr"/>
            <a:lstStyle/>
            <a:p>
              <a:endParaRPr lang="en-GB" sz="1600"/>
            </a:p>
          </p:txBody>
        </p:sp>
        <p:sp>
          <p:nvSpPr>
            <p:cNvPr id="135389" name="Freeform 221"/>
            <p:cNvSpPr>
              <a:spLocks/>
            </p:cNvSpPr>
            <p:nvPr/>
          </p:nvSpPr>
          <p:spPr bwMode="auto">
            <a:xfrm flipV="1">
              <a:off x="1895" y="2556"/>
              <a:ext cx="1484" cy="1164"/>
            </a:xfrm>
            <a:custGeom>
              <a:avLst/>
              <a:gdLst/>
              <a:ahLst/>
              <a:cxnLst>
                <a:cxn ang="0">
                  <a:pos x="13" y="1031"/>
                </a:cxn>
                <a:cxn ang="0">
                  <a:pos x="25" y="1012"/>
                </a:cxn>
                <a:cxn ang="0">
                  <a:pos x="63" y="1019"/>
                </a:cxn>
                <a:cxn ang="0">
                  <a:pos x="120" y="817"/>
                </a:cxn>
                <a:cxn ang="0">
                  <a:pos x="145" y="861"/>
                </a:cxn>
                <a:cxn ang="0">
                  <a:pos x="202" y="760"/>
                </a:cxn>
                <a:cxn ang="0">
                  <a:pos x="253" y="469"/>
                </a:cxn>
                <a:cxn ang="0">
                  <a:pos x="290" y="482"/>
                </a:cxn>
                <a:cxn ang="0">
                  <a:pos x="410" y="223"/>
                </a:cxn>
                <a:cxn ang="0">
                  <a:pos x="511" y="97"/>
                </a:cxn>
                <a:cxn ang="0">
                  <a:pos x="562" y="103"/>
                </a:cxn>
                <a:cxn ang="0">
                  <a:pos x="631" y="90"/>
                </a:cxn>
                <a:cxn ang="0">
                  <a:pos x="682" y="21"/>
                </a:cxn>
                <a:cxn ang="0">
                  <a:pos x="707" y="84"/>
                </a:cxn>
                <a:cxn ang="0">
                  <a:pos x="770" y="46"/>
                </a:cxn>
                <a:cxn ang="0">
                  <a:pos x="789" y="90"/>
                </a:cxn>
                <a:cxn ang="0">
                  <a:pos x="853" y="78"/>
                </a:cxn>
                <a:cxn ang="0">
                  <a:pos x="878" y="135"/>
                </a:cxn>
                <a:cxn ang="0">
                  <a:pos x="890" y="59"/>
                </a:cxn>
                <a:cxn ang="0">
                  <a:pos x="979" y="191"/>
                </a:cxn>
                <a:cxn ang="0">
                  <a:pos x="1023" y="172"/>
                </a:cxn>
                <a:cxn ang="0">
                  <a:pos x="1061" y="242"/>
                </a:cxn>
                <a:cxn ang="0">
                  <a:pos x="1099" y="343"/>
                </a:cxn>
                <a:cxn ang="0">
                  <a:pos x="1118" y="368"/>
                </a:cxn>
                <a:cxn ang="0">
                  <a:pos x="1162" y="406"/>
                </a:cxn>
                <a:cxn ang="0">
                  <a:pos x="1175" y="476"/>
                </a:cxn>
                <a:cxn ang="0">
                  <a:pos x="1213" y="551"/>
                </a:cxn>
                <a:cxn ang="0">
                  <a:pos x="1244" y="627"/>
                </a:cxn>
                <a:cxn ang="0">
                  <a:pos x="1288" y="741"/>
                </a:cxn>
                <a:cxn ang="0">
                  <a:pos x="1314" y="772"/>
                </a:cxn>
                <a:cxn ang="0">
                  <a:pos x="1370" y="1063"/>
                </a:cxn>
                <a:cxn ang="0">
                  <a:pos x="1459" y="1164"/>
                </a:cxn>
                <a:cxn ang="0">
                  <a:pos x="1478" y="1038"/>
                </a:cxn>
              </a:cxnLst>
              <a:rect l="0" t="0" r="r" b="b"/>
              <a:pathLst>
                <a:path w="1484" h="1164">
                  <a:moveTo>
                    <a:pt x="0" y="1057"/>
                  </a:moveTo>
                  <a:cubicBezTo>
                    <a:pt x="4" y="1048"/>
                    <a:pt x="10" y="1040"/>
                    <a:pt x="13" y="1031"/>
                  </a:cubicBezTo>
                  <a:cubicBezTo>
                    <a:pt x="17" y="1019"/>
                    <a:pt x="12" y="1004"/>
                    <a:pt x="19" y="993"/>
                  </a:cubicBezTo>
                  <a:cubicBezTo>
                    <a:pt x="23" y="987"/>
                    <a:pt x="21" y="1007"/>
                    <a:pt x="25" y="1012"/>
                  </a:cubicBezTo>
                  <a:cubicBezTo>
                    <a:pt x="30" y="1018"/>
                    <a:pt x="38" y="1021"/>
                    <a:pt x="44" y="1025"/>
                  </a:cubicBezTo>
                  <a:cubicBezTo>
                    <a:pt x="53" y="997"/>
                    <a:pt x="52" y="960"/>
                    <a:pt x="63" y="1019"/>
                  </a:cubicBezTo>
                  <a:cubicBezTo>
                    <a:pt x="88" y="983"/>
                    <a:pt x="81" y="957"/>
                    <a:pt x="88" y="911"/>
                  </a:cubicBezTo>
                  <a:cubicBezTo>
                    <a:pt x="93" y="879"/>
                    <a:pt x="108" y="847"/>
                    <a:pt x="120" y="817"/>
                  </a:cubicBezTo>
                  <a:cubicBezTo>
                    <a:pt x="124" y="823"/>
                    <a:pt x="129" y="829"/>
                    <a:pt x="133" y="836"/>
                  </a:cubicBezTo>
                  <a:cubicBezTo>
                    <a:pt x="138" y="844"/>
                    <a:pt x="136" y="859"/>
                    <a:pt x="145" y="861"/>
                  </a:cubicBezTo>
                  <a:cubicBezTo>
                    <a:pt x="152" y="863"/>
                    <a:pt x="154" y="849"/>
                    <a:pt x="158" y="842"/>
                  </a:cubicBezTo>
                  <a:cubicBezTo>
                    <a:pt x="175" y="814"/>
                    <a:pt x="184" y="786"/>
                    <a:pt x="202" y="760"/>
                  </a:cubicBezTo>
                  <a:cubicBezTo>
                    <a:pt x="219" y="704"/>
                    <a:pt x="227" y="660"/>
                    <a:pt x="234" y="602"/>
                  </a:cubicBezTo>
                  <a:cubicBezTo>
                    <a:pt x="259" y="682"/>
                    <a:pt x="237" y="514"/>
                    <a:pt x="253" y="469"/>
                  </a:cubicBezTo>
                  <a:cubicBezTo>
                    <a:pt x="259" y="478"/>
                    <a:pt x="261" y="492"/>
                    <a:pt x="271" y="495"/>
                  </a:cubicBezTo>
                  <a:cubicBezTo>
                    <a:pt x="278" y="498"/>
                    <a:pt x="285" y="488"/>
                    <a:pt x="290" y="482"/>
                  </a:cubicBezTo>
                  <a:cubicBezTo>
                    <a:pt x="296" y="475"/>
                    <a:pt x="318" y="406"/>
                    <a:pt x="322" y="393"/>
                  </a:cubicBezTo>
                  <a:cubicBezTo>
                    <a:pt x="332" y="322"/>
                    <a:pt x="354" y="268"/>
                    <a:pt x="410" y="223"/>
                  </a:cubicBezTo>
                  <a:cubicBezTo>
                    <a:pt x="422" y="200"/>
                    <a:pt x="430" y="176"/>
                    <a:pt x="442" y="153"/>
                  </a:cubicBezTo>
                  <a:cubicBezTo>
                    <a:pt x="486" y="183"/>
                    <a:pt x="499" y="134"/>
                    <a:pt x="511" y="97"/>
                  </a:cubicBezTo>
                  <a:cubicBezTo>
                    <a:pt x="524" y="114"/>
                    <a:pt x="541" y="140"/>
                    <a:pt x="549" y="135"/>
                  </a:cubicBezTo>
                  <a:cubicBezTo>
                    <a:pt x="559" y="129"/>
                    <a:pt x="555" y="112"/>
                    <a:pt x="562" y="103"/>
                  </a:cubicBezTo>
                  <a:cubicBezTo>
                    <a:pt x="573" y="89"/>
                    <a:pt x="600" y="65"/>
                    <a:pt x="600" y="65"/>
                  </a:cubicBezTo>
                  <a:cubicBezTo>
                    <a:pt x="614" y="21"/>
                    <a:pt x="618" y="70"/>
                    <a:pt x="631" y="90"/>
                  </a:cubicBezTo>
                  <a:cubicBezTo>
                    <a:pt x="636" y="66"/>
                    <a:pt x="632" y="0"/>
                    <a:pt x="663" y="46"/>
                  </a:cubicBezTo>
                  <a:cubicBezTo>
                    <a:pt x="677" y="89"/>
                    <a:pt x="677" y="38"/>
                    <a:pt x="682" y="21"/>
                  </a:cubicBezTo>
                  <a:cubicBezTo>
                    <a:pt x="684" y="44"/>
                    <a:pt x="679" y="69"/>
                    <a:pt x="688" y="90"/>
                  </a:cubicBezTo>
                  <a:cubicBezTo>
                    <a:pt x="690" y="96"/>
                    <a:pt x="703" y="89"/>
                    <a:pt x="707" y="84"/>
                  </a:cubicBezTo>
                  <a:cubicBezTo>
                    <a:pt x="718" y="70"/>
                    <a:pt x="721" y="38"/>
                    <a:pt x="733" y="21"/>
                  </a:cubicBezTo>
                  <a:cubicBezTo>
                    <a:pt x="737" y="57"/>
                    <a:pt x="741" y="123"/>
                    <a:pt x="770" y="46"/>
                  </a:cubicBezTo>
                  <a:cubicBezTo>
                    <a:pt x="772" y="54"/>
                    <a:pt x="774" y="63"/>
                    <a:pt x="777" y="71"/>
                  </a:cubicBezTo>
                  <a:cubicBezTo>
                    <a:pt x="780" y="78"/>
                    <a:pt x="782" y="93"/>
                    <a:pt x="789" y="90"/>
                  </a:cubicBezTo>
                  <a:cubicBezTo>
                    <a:pt x="802" y="84"/>
                    <a:pt x="809" y="29"/>
                    <a:pt x="815" y="15"/>
                  </a:cubicBezTo>
                  <a:cubicBezTo>
                    <a:pt x="831" y="37"/>
                    <a:pt x="838" y="56"/>
                    <a:pt x="853" y="78"/>
                  </a:cubicBezTo>
                  <a:cubicBezTo>
                    <a:pt x="857" y="91"/>
                    <a:pt x="860" y="104"/>
                    <a:pt x="865" y="116"/>
                  </a:cubicBezTo>
                  <a:cubicBezTo>
                    <a:pt x="868" y="123"/>
                    <a:pt x="872" y="139"/>
                    <a:pt x="878" y="135"/>
                  </a:cubicBezTo>
                  <a:cubicBezTo>
                    <a:pt x="887" y="129"/>
                    <a:pt x="882" y="114"/>
                    <a:pt x="884" y="103"/>
                  </a:cubicBezTo>
                  <a:cubicBezTo>
                    <a:pt x="886" y="88"/>
                    <a:pt x="888" y="74"/>
                    <a:pt x="890" y="59"/>
                  </a:cubicBezTo>
                  <a:cubicBezTo>
                    <a:pt x="912" y="119"/>
                    <a:pt x="939" y="172"/>
                    <a:pt x="966" y="229"/>
                  </a:cubicBezTo>
                  <a:cubicBezTo>
                    <a:pt x="970" y="216"/>
                    <a:pt x="976" y="204"/>
                    <a:pt x="979" y="191"/>
                  </a:cubicBezTo>
                  <a:cubicBezTo>
                    <a:pt x="984" y="166"/>
                    <a:pt x="991" y="116"/>
                    <a:pt x="991" y="116"/>
                  </a:cubicBezTo>
                  <a:cubicBezTo>
                    <a:pt x="1004" y="135"/>
                    <a:pt x="1010" y="153"/>
                    <a:pt x="1023" y="172"/>
                  </a:cubicBezTo>
                  <a:cubicBezTo>
                    <a:pt x="1028" y="196"/>
                    <a:pt x="1036" y="218"/>
                    <a:pt x="1042" y="242"/>
                  </a:cubicBezTo>
                  <a:cubicBezTo>
                    <a:pt x="1057" y="178"/>
                    <a:pt x="1036" y="242"/>
                    <a:pt x="1061" y="242"/>
                  </a:cubicBezTo>
                  <a:cubicBezTo>
                    <a:pt x="1070" y="242"/>
                    <a:pt x="1070" y="225"/>
                    <a:pt x="1074" y="217"/>
                  </a:cubicBezTo>
                  <a:cubicBezTo>
                    <a:pt x="1090" y="259"/>
                    <a:pt x="1094" y="297"/>
                    <a:pt x="1099" y="343"/>
                  </a:cubicBezTo>
                  <a:cubicBezTo>
                    <a:pt x="1103" y="337"/>
                    <a:pt x="1106" y="318"/>
                    <a:pt x="1111" y="324"/>
                  </a:cubicBezTo>
                  <a:cubicBezTo>
                    <a:pt x="1120" y="336"/>
                    <a:pt x="1117" y="353"/>
                    <a:pt x="1118" y="368"/>
                  </a:cubicBezTo>
                  <a:cubicBezTo>
                    <a:pt x="1123" y="428"/>
                    <a:pt x="1114" y="496"/>
                    <a:pt x="1143" y="551"/>
                  </a:cubicBezTo>
                  <a:cubicBezTo>
                    <a:pt x="1147" y="495"/>
                    <a:pt x="1146" y="456"/>
                    <a:pt x="1162" y="406"/>
                  </a:cubicBezTo>
                  <a:cubicBezTo>
                    <a:pt x="1164" y="440"/>
                    <a:pt x="1162" y="474"/>
                    <a:pt x="1168" y="507"/>
                  </a:cubicBezTo>
                  <a:cubicBezTo>
                    <a:pt x="1170" y="517"/>
                    <a:pt x="1173" y="466"/>
                    <a:pt x="1175" y="476"/>
                  </a:cubicBezTo>
                  <a:cubicBezTo>
                    <a:pt x="1193" y="557"/>
                    <a:pt x="1181" y="645"/>
                    <a:pt x="1194" y="728"/>
                  </a:cubicBezTo>
                  <a:cubicBezTo>
                    <a:pt x="1202" y="669"/>
                    <a:pt x="1198" y="608"/>
                    <a:pt x="1213" y="551"/>
                  </a:cubicBezTo>
                  <a:cubicBezTo>
                    <a:pt x="1216" y="538"/>
                    <a:pt x="1220" y="577"/>
                    <a:pt x="1225" y="589"/>
                  </a:cubicBezTo>
                  <a:cubicBezTo>
                    <a:pt x="1230" y="602"/>
                    <a:pt x="1238" y="614"/>
                    <a:pt x="1244" y="627"/>
                  </a:cubicBezTo>
                  <a:cubicBezTo>
                    <a:pt x="1250" y="652"/>
                    <a:pt x="1247" y="702"/>
                    <a:pt x="1276" y="659"/>
                  </a:cubicBezTo>
                  <a:cubicBezTo>
                    <a:pt x="1280" y="686"/>
                    <a:pt x="1281" y="714"/>
                    <a:pt x="1288" y="741"/>
                  </a:cubicBezTo>
                  <a:cubicBezTo>
                    <a:pt x="1293" y="760"/>
                    <a:pt x="1307" y="798"/>
                    <a:pt x="1307" y="798"/>
                  </a:cubicBezTo>
                  <a:cubicBezTo>
                    <a:pt x="1309" y="789"/>
                    <a:pt x="1313" y="763"/>
                    <a:pt x="1314" y="772"/>
                  </a:cubicBezTo>
                  <a:cubicBezTo>
                    <a:pt x="1319" y="814"/>
                    <a:pt x="1315" y="857"/>
                    <a:pt x="1320" y="899"/>
                  </a:cubicBezTo>
                  <a:cubicBezTo>
                    <a:pt x="1326" y="958"/>
                    <a:pt x="1350" y="1009"/>
                    <a:pt x="1370" y="1063"/>
                  </a:cubicBezTo>
                  <a:cubicBezTo>
                    <a:pt x="1386" y="1024"/>
                    <a:pt x="1394" y="984"/>
                    <a:pt x="1402" y="943"/>
                  </a:cubicBezTo>
                  <a:cubicBezTo>
                    <a:pt x="1411" y="1030"/>
                    <a:pt x="1444" y="1083"/>
                    <a:pt x="1459" y="1164"/>
                  </a:cubicBezTo>
                  <a:cubicBezTo>
                    <a:pt x="1464" y="1128"/>
                    <a:pt x="1465" y="1092"/>
                    <a:pt x="1471" y="1057"/>
                  </a:cubicBezTo>
                  <a:cubicBezTo>
                    <a:pt x="1472" y="1050"/>
                    <a:pt x="1471" y="1038"/>
                    <a:pt x="1478" y="1038"/>
                  </a:cubicBezTo>
                  <a:cubicBezTo>
                    <a:pt x="1484" y="1038"/>
                    <a:pt x="1478" y="1051"/>
                    <a:pt x="1478" y="1057"/>
                  </a:cubicBezTo>
                </a:path>
              </a:pathLst>
            </a:custGeom>
            <a:noFill/>
            <a:ln w="9525" cap="flat" cmpd="sng">
              <a:solidFill>
                <a:srgbClr val="FF3300"/>
              </a:solidFill>
              <a:prstDash val="solid"/>
              <a:round/>
              <a:headEnd/>
              <a:tailEnd/>
            </a:ln>
            <a:effectLst/>
          </p:spPr>
          <p:txBody>
            <a:bodyPr wrap="none" anchor="ctr"/>
            <a:lstStyle/>
            <a:p>
              <a:endParaRPr lang="en-GB" sz="1600"/>
            </a:p>
          </p:txBody>
        </p:sp>
        <p:sp>
          <p:nvSpPr>
            <p:cNvPr id="135390" name="Freeform 222"/>
            <p:cNvSpPr>
              <a:spLocks/>
            </p:cNvSpPr>
            <p:nvPr/>
          </p:nvSpPr>
          <p:spPr bwMode="auto">
            <a:xfrm>
              <a:off x="1867" y="2583"/>
              <a:ext cx="1492" cy="1162"/>
            </a:xfrm>
            <a:custGeom>
              <a:avLst/>
              <a:gdLst/>
              <a:ahLst/>
              <a:cxnLst>
                <a:cxn ang="0">
                  <a:pos x="34" y="1093"/>
                </a:cxn>
                <a:cxn ang="0">
                  <a:pos x="72" y="1093"/>
                </a:cxn>
                <a:cxn ang="0">
                  <a:pos x="91" y="1112"/>
                </a:cxn>
                <a:cxn ang="0">
                  <a:pos x="160" y="1086"/>
                </a:cxn>
                <a:cxn ang="0">
                  <a:pos x="173" y="1124"/>
                </a:cxn>
                <a:cxn ang="0">
                  <a:pos x="223" y="1143"/>
                </a:cxn>
                <a:cxn ang="0">
                  <a:pos x="287" y="1143"/>
                </a:cxn>
                <a:cxn ang="0">
                  <a:pos x="337" y="1162"/>
                </a:cxn>
                <a:cxn ang="0">
                  <a:pos x="369" y="1124"/>
                </a:cxn>
                <a:cxn ang="0">
                  <a:pos x="432" y="1105"/>
                </a:cxn>
                <a:cxn ang="0">
                  <a:pos x="495" y="1068"/>
                </a:cxn>
                <a:cxn ang="0">
                  <a:pos x="533" y="1061"/>
                </a:cxn>
                <a:cxn ang="0">
                  <a:pos x="571" y="1061"/>
                </a:cxn>
                <a:cxn ang="0">
                  <a:pos x="590" y="1074"/>
                </a:cxn>
                <a:cxn ang="0">
                  <a:pos x="621" y="954"/>
                </a:cxn>
                <a:cxn ang="0">
                  <a:pos x="628" y="973"/>
                </a:cxn>
                <a:cxn ang="0">
                  <a:pos x="634" y="948"/>
                </a:cxn>
                <a:cxn ang="0">
                  <a:pos x="647" y="922"/>
                </a:cxn>
                <a:cxn ang="0">
                  <a:pos x="691" y="809"/>
                </a:cxn>
                <a:cxn ang="0">
                  <a:pos x="741" y="657"/>
                </a:cxn>
                <a:cxn ang="0">
                  <a:pos x="767" y="606"/>
                </a:cxn>
                <a:cxn ang="0">
                  <a:pos x="798" y="531"/>
                </a:cxn>
                <a:cxn ang="0">
                  <a:pos x="805" y="499"/>
                </a:cxn>
                <a:cxn ang="0">
                  <a:pos x="811" y="480"/>
                </a:cxn>
                <a:cxn ang="0">
                  <a:pos x="823" y="430"/>
                </a:cxn>
                <a:cxn ang="0">
                  <a:pos x="861" y="329"/>
                </a:cxn>
                <a:cxn ang="0">
                  <a:pos x="956" y="120"/>
                </a:cxn>
                <a:cxn ang="0">
                  <a:pos x="988" y="101"/>
                </a:cxn>
                <a:cxn ang="0">
                  <a:pos x="1007" y="63"/>
                </a:cxn>
                <a:cxn ang="0">
                  <a:pos x="1013" y="89"/>
                </a:cxn>
                <a:cxn ang="0">
                  <a:pos x="1019" y="108"/>
                </a:cxn>
                <a:cxn ang="0">
                  <a:pos x="1057" y="57"/>
                </a:cxn>
                <a:cxn ang="0">
                  <a:pos x="1063" y="89"/>
                </a:cxn>
                <a:cxn ang="0">
                  <a:pos x="1070" y="114"/>
                </a:cxn>
                <a:cxn ang="0">
                  <a:pos x="1095" y="82"/>
                </a:cxn>
                <a:cxn ang="0">
                  <a:pos x="1101" y="57"/>
                </a:cxn>
                <a:cxn ang="0">
                  <a:pos x="1108" y="38"/>
                </a:cxn>
                <a:cxn ang="0">
                  <a:pos x="1127" y="82"/>
                </a:cxn>
                <a:cxn ang="0">
                  <a:pos x="1146" y="57"/>
                </a:cxn>
                <a:cxn ang="0">
                  <a:pos x="1152" y="32"/>
                </a:cxn>
                <a:cxn ang="0">
                  <a:pos x="1171" y="82"/>
                </a:cxn>
                <a:cxn ang="0">
                  <a:pos x="1215" y="25"/>
                </a:cxn>
                <a:cxn ang="0">
                  <a:pos x="1259" y="13"/>
                </a:cxn>
                <a:cxn ang="0">
                  <a:pos x="1291" y="44"/>
                </a:cxn>
                <a:cxn ang="0">
                  <a:pos x="1303" y="19"/>
                </a:cxn>
                <a:cxn ang="0">
                  <a:pos x="1335" y="57"/>
                </a:cxn>
                <a:cxn ang="0">
                  <a:pos x="1392" y="0"/>
                </a:cxn>
                <a:cxn ang="0">
                  <a:pos x="1417" y="76"/>
                </a:cxn>
                <a:cxn ang="0">
                  <a:pos x="1442" y="70"/>
                </a:cxn>
                <a:cxn ang="0">
                  <a:pos x="1461" y="70"/>
                </a:cxn>
                <a:cxn ang="0">
                  <a:pos x="1474" y="133"/>
                </a:cxn>
                <a:cxn ang="0">
                  <a:pos x="1487" y="120"/>
                </a:cxn>
              </a:cxnLst>
              <a:rect l="0" t="0" r="r" b="b"/>
              <a:pathLst>
                <a:path w="1492" h="1162">
                  <a:moveTo>
                    <a:pt x="34" y="1093"/>
                  </a:moveTo>
                  <a:cubicBezTo>
                    <a:pt x="106" y="1138"/>
                    <a:pt x="0" y="1080"/>
                    <a:pt x="72" y="1093"/>
                  </a:cubicBezTo>
                  <a:cubicBezTo>
                    <a:pt x="81" y="1095"/>
                    <a:pt x="85" y="1106"/>
                    <a:pt x="91" y="1112"/>
                  </a:cubicBezTo>
                  <a:cubicBezTo>
                    <a:pt x="108" y="1103"/>
                    <a:pt x="141" y="1084"/>
                    <a:pt x="160" y="1086"/>
                  </a:cubicBezTo>
                  <a:cubicBezTo>
                    <a:pt x="161" y="1086"/>
                    <a:pt x="173" y="1123"/>
                    <a:pt x="173" y="1124"/>
                  </a:cubicBezTo>
                  <a:cubicBezTo>
                    <a:pt x="223" y="1112"/>
                    <a:pt x="180" y="1129"/>
                    <a:pt x="223" y="1143"/>
                  </a:cubicBezTo>
                  <a:cubicBezTo>
                    <a:pt x="281" y="1121"/>
                    <a:pt x="264" y="1109"/>
                    <a:pt x="287" y="1143"/>
                  </a:cubicBezTo>
                  <a:cubicBezTo>
                    <a:pt x="337" y="1131"/>
                    <a:pt x="327" y="1099"/>
                    <a:pt x="337" y="1162"/>
                  </a:cubicBezTo>
                  <a:cubicBezTo>
                    <a:pt x="349" y="1150"/>
                    <a:pt x="354" y="1132"/>
                    <a:pt x="369" y="1124"/>
                  </a:cubicBezTo>
                  <a:cubicBezTo>
                    <a:pt x="388" y="1114"/>
                    <a:pt x="411" y="1113"/>
                    <a:pt x="432" y="1105"/>
                  </a:cubicBezTo>
                  <a:cubicBezTo>
                    <a:pt x="471" y="1162"/>
                    <a:pt x="468" y="1081"/>
                    <a:pt x="495" y="1068"/>
                  </a:cubicBezTo>
                  <a:cubicBezTo>
                    <a:pt x="507" y="1062"/>
                    <a:pt x="520" y="1063"/>
                    <a:pt x="533" y="1061"/>
                  </a:cubicBezTo>
                  <a:cubicBezTo>
                    <a:pt x="577" y="994"/>
                    <a:pt x="545" y="1028"/>
                    <a:pt x="571" y="1061"/>
                  </a:cubicBezTo>
                  <a:cubicBezTo>
                    <a:pt x="576" y="1067"/>
                    <a:pt x="584" y="1070"/>
                    <a:pt x="590" y="1074"/>
                  </a:cubicBezTo>
                  <a:cubicBezTo>
                    <a:pt x="600" y="1033"/>
                    <a:pt x="614" y="996"/>
                    <a:pt x="621" y="954"/>
                  </a:cubicBezTo>
                  <a:cubicBezTo>
                    <a:pt x="623" y="960"/>
                    <a:pt x="622" y="976"/>
                    <a:pt x="628" y="973"/>
                  </a:cubicBezTo>
                  <a:cubicBezTo>
                    <a:pt x="636" y="969"/>
                    <a:pt x="631" y="956"/>
                    <a:pt x="634" y="948"/>
                  </a:cubicBezTo>
                  <a:cubicBezTo>
                    <a:pt x="637" y="939"/>
                    <a:pt x="643" y="931"/>
                    <a:pt x="647" y="922"/>
                  </a:cubicBezTo>
                  <a:cubicBezTo>
                    <a:pt x="664" y="883"/>
                    <a:pt x="665" y="843"/>
                    <a:pt x="691" y="809"/>
                  </a:cubicBezTo>
                  <a:cubicBezTo>
                    <a:pt x="707" y="758"/>
                    <a:pt x="725" y="708"/>
                    <a:pt x="741" y="657"/>
                  </a:cubicBezTo>
                  <a:cubicBezTo>
                    <a:pt x="747" y="639"/>
                    <a:pt x="760" y="624"/>
                    <a:pt x="767" y="606"/>
                  </a:cubicBezTo>
                  <a:cubicBezTo>
                    <a:pt x="773" y="575"/>
                    <a:pt x="784" y="559"/>
                    <a:pt x="798" y="531"/>
                  </a:cubicBezTo>
                  <a:cubicBezTo>
                    <a:pt x="800" y="520"/>
                    <a:pt x="802" y="510"/>
                    <a:pt x="805" y="499"/>
                  </a:cubicBezTo>
                  <a:cubicBezTo>
                    <a:pt x="807" y="493"/>
                    <a:pt x="809" y="486"/>
                    <a:pt x="811" y="480"/>
                  </a:cubicBezTo>
                  <a:cubicBezTo>
                    <a:pt x="815" y="463"/>
                    <a:pt x="823" y="430"/>
                    <a:pt x="823" y="430"/>
                  </a:cubicBezTo>
                  <a:cubicBezTo>
                    <a:pt x="829" y="374"/>
                    <a:pt x="816" y="351"/>
                    <a:pt x="861" y="329"/>
                  </a:cubicBezTo>
                  <a:cubicBezTo>
                    <a:pt x="879" y="256"/>
                    <a:pt x="921" y="187"/>
                    <a:pt x="956" y="120"/>
                  </a:cubicBezTo>
                  <a:cubicBezTo>
                    <a:pt x="967" y="153"/>
                    <a:pt x="958" y="145"/>
                    <a:pt x="988" y="101"/>
                  </a:cubicBezTo>
                  <a:cubicBezTo>
                    <a:pt x="1003" y="79"/>
                    <a:pt x="998" y="86"/>
                    <a:pt x="1007" y="63"/>
                  </a:cubicBezTo>
                  <a:cubicBezTo>
                    <a:pt x="1009" y="72"/>
                    <a:pt x="1011" y="80"/>
                    <a:pt x="1013" y="89"/>
                  </a:cubicBezTo>
                  <a:cubicBezTo>
                    <a:pt x="1015" y="95"/>
                    <a:pt x="1014" y="112"/>
                    <a:pt x="1019" y="108"/>
                  </a:cubicBezTo>
                  <a:cubicBezTo>
                    <a:pt x="1036" y="96"/>
                    <a:pt x="1057" y="57"/>
                    <a:pt x="1057" y="57"/>
                  </a:cubicBezTo>
                  <a:cubicBezTo>
                    <a:pt x="1059" y="68"/>
                    <a:pt x="1061" y="78"/>
                    <a:pt x="1063" y="89"/>
                  </a:cubicBezTo>
                  <a:cubicBezTo>
                    <a:pt x="1065" y="97"/>
                    <a:pt x="1062" y="116"/>
                    <a:pt x="1070" y="114"/>
                  </a:cubicBezTo>
                  <a:cubicBezTo>
                    <a:pt x="1083" y="111"/>
                    <a:pt x="1087" y="93"/>
                    <a:pt x="1095" y="82"/>
                  </a:cubicBezTo>
                  <a:cubicBezTo>
                    <a:pt x="1097" y="74"/>
                    <a:pt x="1099" y="65"/>
                    <a:pt x="1101" y="57"/>
                  </a:cubicBezTo>
                  <a:cubicBezTo>
                    <a:pt x="1103" y="51"/>
                    <a:pt x="1102" y="36"/>
                    <a:pt x="1108" y="38"/>
                  </a:cubicBezTo>
                  <a:cubicBezTo>
                    <a:pt x="1112" y="39"/>
                    <a:pt x="1125" y="76"/>
                    <a:pt x="1127" y="82"/>
                  </a:cubicBezTo>
                  <a:cubicBezTo>
                    <a:pt x="1133" y="74"/>
                    <a:pt x="1141" y="66"/>
                    <a:pt x="1146" y="57"/>
                  </a:cubicBezTo>
                  <a:cubicBezTo>
                    <a:pt x="1150" y="49"/>
                    <a:pt x="1144" y="29"/>
                    <a:pt x="1152" y="32"/>
                  </a:cubicBezTo>
                  <a:cubicBezTo>
                    <a:pt x="1156" y="33"/>
                    <a:pt x="1168" y="74"/>
                    <a:pt x="1171" y="82"/>
                  </a:cubicBezTo>
                  <a:cubicBezTo>
                    <a:pt x="1195" y="67"/>
                    <a:pt x="1198" y="49"/>
                    <a:pt x="1215" y="25"/>
                  </a:cubicBezTo>
                  <a:cubicBezTo>
                    <a:pt x="1239" y="60"/>
                    <a:pt x="1244" y="44"/>
                    <a:pt x="1259" y="13"/>
                  </a:cubicBezTo>
                  <a:cubicBezTo>
                    <a:pt x="1269" y="48"/>
                    <a:pt x="1254" y="81"/>
                    <a:pt x="1291" y="44"/>
                  </a:cubicBezTo>
                  <a:cubicBezTo>
                    <a:pt x="1295" y="36"/>
                    <a:pt x="1294" y="21"/>
                    <a:pt x="1303" y="19"/>
                  </a:cubicBezTo>
                  <a:cubicBezTo>
                    <a:pt x="1310" y="18"/>
                    <a:pt x="1332" y="53"/>
                    <a:pt x="1335" y="57"/>
                  </a:cubicBezTo>
                  <a:cubicBezTo>
                    <a:pt x="1363" y="42"/>
                    <a:pt x="1374" y="26"/>
                    <a:pt x="1392" y="0"/>
                  </a:cubicBezTo>
                  <a:cubicBezTo>
                    <a:pt x="1397" y="29"/>
                    <a:pt x="1401" y="51"/>
                    <a:pt x="1417" y="76"/>
                  </a:cubicBezTo>
                  <a:cubicBezTo>
                    <a:pt x="1425" y="74"/>
                    <a:pt x="1435" y="75"/>
                    <a:pt x="1442" y="70"/>
                  </a:cubicBezTo>
                  <a:cubicBezTo>
                    <a:pt x="1459" y="56"/>
                    <a:pt x="1437" y="32"/>
                    <a:pt x="1461" y="70"/>
                  </a:cubicBezTo>
                  <a:cubicBezTo>
                    <a:pt x="1477" y="159"/>
                    <a:pt x="1460" y="67"/>
                    <a:pt x="1474" y="133"/>
                  </a:cubicBezTo>
                  <a:cubicBezTo>
                    <a:pt x="1492" y="217"/>
                    <a:pt x="1487" y="222"/>
                    <a:pt x="1487" y="120"/>
                  </a:cubicBezTo>
                </a:path>
              </a:pathLst>
            </a:custGeom>
            <a:noFill/>
            <a:ln w="9525" cap="flat" cmpd="sng">
              <a:solidFill>
                <a:srgbClr val="FF3300"/>
              </a:solidFill>
              <a:prstDash val="solid"/>
              <a:round/>
              <a:headEnd/>
              <a:tailEnd/>
            </a:ln>
            <a:effectLst/>
          </p:spPr>
          <p:txBody>
            <a:bodyPr wrap="none" anchor="ctr"/>
            <a:lstStyle/>
            <a:p>
              <a:endParaRPr lang="en-GB" sz="1600"/>
            </a:p>
          </p:txBody>
        </p:sp>
        <p:sp>
          <p:nvSpPr>
            <p:cNvPr id="135391" name="Freeform 223"/>
            <p:cNvSpPr>
              <a:spLocks/>
            </p:cNvSpPr>
            <p:nvPr/>
          </p:nvSpPr>
          <p:spPr bwMode="auto">
            <a:xfrm>
              <a:off x="1967" y="2513"/>
              <a:ext cx="1349" cy="1244"/>
            </a:xfrm>
            <a:custGeom>
              <a:avLst/>
              <a:gdLst/>
              <a:ahLst/>
              <a:cxnLst>
                <a:cxn ang="0">
                  <a:pos x="4" y="151"/>
                </a:cxn>
                <a:cxn ang="0">
                  <a:pos x="42" y="95"/>
                </a:cxn>
                <a:cxn ang="0">
                  <a:pos x="67" y="57"/>
                </a:cxn>
                <a:cxn ang="0">
                  <a:pos x="73" y="76"/>
                </a:cxn>
                <a:cxn ang="0">
                  <a:pos x="67" y="95"/>
                </a:cxn>
                <a:cxn ang="0">
                  <a:pos x="99" y="38"/>
                </a:cxn>
                <a:cxn ang="0">
                  <a:pos x="143" y="13"/>
                </a:cxn>
                <a:cxn ang="0">
                  <a:pos x="149" y="69"/>
                </a:cxn>
                <a:cxn ang="0">
                  <a:pos x="168" y="63"/>
                </a:cxn>
                <a:cxn ang="0">
                  <a:pos x="200" y="19"/>
                </a:cxn>
                <a:cxn ang="0">
                  <a:pos x="212" y="101"/>
                </a:cxn>
                <a:cxn ang="0">
                  <a:pos x="231" y="63"/>
                </a:cxn>
                <a:cxn ang="0">
                  <a:pos x="257" y="0"/>
                </a:cxn>
                <a:cxn ang="0">
                  <a:pos x="263" y="95"/>
                </a:cxn>
                <a:cxn ang="0">
                  <a:pos x="295" y="82"/>
                </a:cxn>
                <a:cxn ang="0">
                  <a:pos x="320" y="31"/>
                </a:cxn>
                <a:cxn ang="0">
                  <a:pos x="358" y="63"/>
                </a:cxn>
                <a:cxn ang="0">
                  <a:pos x="383" y="145"/>
                </a:cxn>
                <a:cxn ang="0">
                  <a:pos x="402" y="126"/>
                </a:cxn>
                <a:cxn ang="0">
                  <a:pos x="408" y="107"/>
                </a:cxn>
                <a:cxn ang="0">
                  <a:pos x="433" y="164"/>
                </a:cxn>
                <a:cxn ang="0">
                  <a:pos x="452" y="189"/>
                </a:cxn>
                <a:cxn ang="0">
                  <a:pos x="478" y="158"/>
                </a:cxn>
                <a:cxn ang="0">
                  <a:pos x="484" y="133"/>
                </a:cxn>
                <a:cxn ang="0">
                  <a:pos x="497" y="151"/>
                </a:cxn>
                <a:cxn ang="0">
                  <a:pos x="516" y="227"/>
                </a:cxn>
                <a:cxn ang="0">
                  <a:pos x="547" y="259"/>
                </a:cxn>
                <a:cxn ang="0">
                  <a:pos x="553" y="335"/>
                </a:cxn>
                <a:cxn ang="0">
                  <a:pos x="572" y="322"/>
                </a:cxn>
                <a:cxn ang="0">
                  <a:pos x="579" y="341"/>
                </a:cxn>
                <a:cxn ang="0">
                  <a:pos x="604" y="474"/>
                </a:cxn>
                <a:cxn ang="0">
                  <a:pos x="629" y="398"/>
                </a:cxn>
                <a:cxn ang="0">
                  <a:pos x="673" y="606"/>
                </a:cxn>
                <a:cxn ang="0">
                  <a:pos x="699" y="657"/>
                </a:cxn>
                <a:cxn ang="0">
                  <a:pos x="718" y="638"/>
                </a:cxn>
                <a:cxn ang="0">
                  <a:pos x="737" y="663"/>
                </a:cxn>
                <a:cxn ang="0">
                  <a:pos x="756" y="859"/>
                </a:cxn>
                <a:cxn ang="0">
                  <a:pos x="781" y="859"/>
                </a:cxn>
                <a:cxn ang="0">
                  <a:pos x="800" y="941"/>
                </a:cxn>
                <a:cxn ang="0">
                  <a:pos x="831" y="979"/>
                </a:cxn>
                <a:cxn ang="0">
                  <a:pos x="989" y="1194"/>
                </a:cxn>
                <a:cxn ang="0">
                  <a:pos x="1059" y="1175"/>
                </a:cxn>
                <a:cxn ang="0">
                  <a:pos x="1078" y="1244"/>
                </a:cxn>
                <a:cxn ang="0">
                  <a:pos x="1135" y="1225"/>
                </a:cxn>
                <a:cxn ang="0">
                  <a:pos x="1198" y="1149"/>
                </a:cxn>
                <a:cxn ang="0">
                  <a:pos x="1204" y="1181"/>
                </a:cxn>
                <a:cxn ang="0">
                  <a:pos x="1210" y="1206"/>
                </a:cxn>
                <a:cxn ang="0">
                  <a:pos x="1236" y="1194"/>
                </a:cxn>
                <a:cxn ang="0">
                  <a:pos x="1261" y="1194"/>
                </a:cxn>
                <a:cxn ang="0">
                  <a:pos x="1280" y="1181"/>
                </a:cxn>
                <a:cxn ang="0">
                  <a:pos x="1305" y="1124"/>
                </a:cxn>
                <a:cxn ang="0">
                  <a:pos x="1330" y="1130"/>
                </a:cxn>
                <a:cxn ang="0">
                  <a:pos x="1349" y="1137"/>
                </a:cxn>
                <a:cxn ang="0">
                  <a:pos x="1330" y="1143"/>
                </a:cxn>
                <a:cxn ang="0">
                  <a:pos x="1273" y="1156"/>
                </a:cxn>
              </a:cxnLst>
              <a:rect l="0" t="0" r="r" b="b"/>
              <a:pathLst>
                <a:path w="1349" h="1244">
                  <a:moveTo>
                    <a:pt x="4" y="151"/>
                  </a:moveTo>
                  <a:cubicBezTo>
                    <a:pt x="46" y="82"/>
                    <a:pt x="0" y="155"/>
                    <a:pt x="42" y="95"/>
                  </a:cubicBezTo>
                  <a:cubicBezTo>
                    <a:pt x="51" y="83"/>
                    <a:pt x="67" y="57"/>
                    <a:pt x="67" y="57"/>
                  </a:cubicBezTo>
                  <a:cubicBezTo>
                    <a:pt x="69" y="63"/>
                    <a:pt x="73" y="69"/>
                    <a:pt x="73" y="76"/>
                  </a:cubicBezTo>
                  <a:cubicBezTo>
                    <a:pt x="73" y="83"/>
                    <a:pt x="64" y="101"/>
                    <a:pt x="67" y="95"/>
                  </a:cubicBezTo>
                  <a:cubicBezTo>
                    <a:pt x="103" y="28"/>
                    <a:pt x="56" y="95"/>
                    <a:pt x="99" y="38"/>
                  </a:cubicBezTo>
                  <a:cubicBezTo>
                    <a:pt x="112" y="81"/>
                    <a:pt x="118" y="36"/>
                    <a:pt x="143" y="13"/>
                  </a:cubicBezTo>
                  <a:cubicBezTo>
                    <a:pt x="145" y="32"/>
                    <a:pt x="141" y="52"/>
                    <a:pt x="149" y="69"/>
                  </a:cubicBezTo>
                  <a:cubicBezTo>
                    <a:pt x="152" y="75"/>
                    <a:pt x="163" y="68"/>
                    <a:pt x="168" y="63"/>
                  </a:cubicBezTo>
                  <a:cubicBezTo>
                    <a:pt x="181" y="50"/>
                    <a:pt x="200" y="19"/>
                    <a:pt x="200" y="19"/>
                  </a:cubicBezTo>
                  <a:cubicBezTo>
                    <a:pt x="208" y="45"/>
                    <a:pt x="192" y="81"/>
                    <a:pt x="212" y="101"/>
                  </a:cubicBezTo>
                  <a:cubicBezTo>
                    <a:pt x="222" y="111"/>
                    <a:pt x="225" y="76"/>
                    <a:pt x="231" y="63"/>
                  </a:cubicBezTo>
                  <a:cubicBezTo>
                    <a:pt x="240" y="42"/>
                    <a:pt x="249" y="21"/>
                    <a:pt x="257" y="0"/>
                  </a:cubicBezTo>
                  <a:cubicBezTo>
                    <a:pt x="259" y="32"/>
                    <a:pt x="250" y="66"/>
                    <a:pt x="263" y="95"/>
                  </a:cubicBezTo>
                  <a:cubicBezTo>
                    <a:pt x="268" y="105"/>
                    <a:pt x="287" y="90"/>
                    <a:pt x="295" y="82"/>
                  </a:cubicBezTo>
                  <a:cubicBezTo>
                    <a:pt x="308" y="68"/>
                    <a:pt x="309" y="47"/>
                    <a:pt x="320" y="31"/>
                  </a:cubicBezTo>
                  <a:cubicBezTo>
                    <a:pt x="325" y="93"/>
                    <a:pt x="324" y="147"/>
                    <a:pt x="358" y="63"/>
                  </a:cubicBezTo>
                  <a:cubicBezTo>
                    <a:pt x="367" y="90"/>
                    <a:pt x="374" y="118"/>
                    <a:pt x="383" y="145"/>
                  </a:cubicBezTo>
                  <a:cubicBezTo>
                    <a:pt x="389" y="139"/>
                    <a:pt x="397" y="133"/>
                    <a:pt x="402" y="126"/>
                  </a:cubicBezTo>
                  <a:cubicBezTo>
                    <a:pt x="406" y="120"/>
                    <a:pt x="403" y="103"/>
                    <a:pt x="408" y="107"/>
                  </a:cubicBezTo>
                  <a:cubicBezTo>
                    <a:pt x="419" y="115"/>
                    <a:pt x="428" y="148"/>
                    <a:pt x="433" y="164"/>
                  </a:cubicBezTo>
                  <a:cubicBezTo>
                    <a:pt x="444" y="244"/>
                    <a:pt x="431" y="220"/>
                    <a:pt x="452" y="189"/>
                  </a:cubicBezTo>
                  <a:cubicBezTo>
                    <a:pt x="459" y="178"/>
                    <a:pt x="469" y="168"/>
                    <a:pt x="478" y="158"/>
                  </a:cubicBezTo>
                  <a:cubicBezTo>
                    <a:pt x="480" y="150"/>
                    <a:pt x="476" y="136"/>
                    <a:pt x="484" y="133"/>
                  </a:cubicBezTo>
                  <a:cubicBezTo>
                    <a:pt x="491" y="130"/>
                    <a:pt x="494" y="144"/>
                    <a:pt x="497" y="151"/>
                  </a:cubicBezTo>
                  <a:cubicBezTo>
                    <a:pt x="507" y="175"/>
                    <a:pt x="507" y="203"/>
                    <a:pt x="516" y="227"/>
                  </a:cubicBezTo>
                  <a:cubicBezTo>
                    <a:pt x="555" y="176"/>
                    <a:pt x="538" y="223"/>
                    <a:pt x="547" y="259"/>
                  </a:cubicBezTo>
                  <a:cubicBezTo>
                    <a:pt x="549" y="284"/>
                    <a:pt x="544" y="311"/>
                    <a:pt x="553" y="335"/>
                  </a:cubicBezTo>
                  <a:cubicBezTo>
                    <a:pt x="556" y="342"/>
                    <a:pt x="565" y="320"/>
                    <a:pt x="572" y="322"/>
                  </a:cubicBezTo>
                  <a:cubicBezTo>
                    <a:pt x="579" y="324"/>
                    <a:pt x="577" y="335"/>
                    <a:pt x="579" y="341"/>
                  </a:cubicBezTo>
                  <a:cubicBezTo>
                    <a:pt x="603" y="265"/>
                    <a:pt x="581" y="428"/>
                    <a:pt x="604" y="474"/>
                  </a:cubicBezTo>
                  <a:cubicBezTo>
                    <a:pt x="610" y="444"/>
                    <a:pt x="616" y="425"/>
                    <a:pt x="629" y="398"/>
                  </a:cubicBezTo>
                  <a:cubicBezTo>
                    <a:pt x="652" y="465"/>
                    <a:pt x="652" y="538"/>
                    <a:pt x="673" y="606"/>
                  </a:cubicBezTo>
                  <a:cubicBezTo>
                    <a:pt x="699" y="544"/>
                    <a:pt x="687" y="463"/>
                    <a:pt x="699" y="657"/>
                  </a:cubicBezTo>
                  <a:cubicBezTo>
                    <a:pt x="705" y="651"/>
                    <a:pt x="714" y="630"/>
                    <a:pt x="718" y="638"/>
                  </a:cubicBezTo>
                  <a:cubicBezTo>
                    <a:pt x="738" y="683"/>
                    <a:pt x="709" y="772"/>
                    <a:pt x="737" y="663"/>
                  </a:cubicBezTo>
                  <a:cubicBezTo>
                    <a:pt x="741" y="765"/>
                    <a:pt x="742" y="782"/>
                    <a:pt x="756" y="859"/>
                  </a:cubicBezTo>
                  <a:cubicBezTo>
                    <a:pt x="759" y="847"/>
                    <a:pt x="764" y="798"/>
                    <a:pt x="781" y="859"/>
                  </a:cubicBezTo>
                  <a:cubicBezTo>
                    <a:pt x="811" y="963"/>
                    <a:pt x="767" y="892"/>
                    <a:pt x="800" y="941"/>
                  </a:cubicBezTo>
                  <a:cubicBezTo>
                    <a:pt x="811" y="975"/>
                    <a:pt x="789" y="1021"/>
                    <a:pt x="831" y="979"/>
                  </a:cubicBezTo>
                  <a:cubicBezTo>
                    <a:pt x="913" y="1087"/>
                    <a:pt x="906" y="1085"/>
                    <a:pt x="989" y="1194"/>
                  </a:cubicBezTo>
                  <a:cubicBezTo>
                    <a:pt x="1007" y="1140"/>
                    <a:pt x="1027" y="1222"/>
                    <a:pt x="1059" y="1175"/>
                  </a:cubicBezTo>
                  <a:cubicBezTo>
                    <a:pt x="1074" y="1223"/>
                    <a:pt x="1068" y="1200"/>
                    <a:pt x="1078" y="1244"/>
                  </a:cubicBezTo>
                  <a:cubicBezTo>
                    <a:pt x="1109" y="1223"/>
                    <a:pt x="1109" y="1186"/>
                    <a:pt x="1135" y="1225"/>
                  </a:cubicBezTo>
                  <a:cubicBezTo>
                    <a:pt x="1164" y="1203"/>
                    <a:pt x="1175" y="1178"/>
                    <a:pt x="1198" y="1149"/>
                  </a:cubicBezTo>
                  <a:cubicBezTo>
                    <a:pt x="1200" y="1160"/>
                    <a:pt x="1202" y="1170"/>
                    <a:pt x="1204" y="1181"/>
                  </a:cubicBezTo>
                  <a:cubicBezTo>
                    <a:pt x="1206" y="1189"/>
                    <a:pt x="1202" y="1203"/>
                    <a:pt x="1210" y="1206"/>
                  </a:cubicBezTo>
                  <a:cubicBezTo>
                    <a:pt x="1219" y="1210"/>
                    <a:pt x="1227" y="1198"/>
                    <a:pt x="1236" y="1194"/>
                  </a:cubicBezTo>
                  <a:cubicBezTo>
                    <a:pt x="1264" y="1149"/>
                    <a:pt x="1231" y="1188"/>
                    <a:pt x="1261" y="1194"/>
                  </a:cubicBezTo>
                  <a:cubicBezTo>
                    <a:pt x="1269" y="1195"/>
                    <a:pt x="1274" y="1185"/>
                    <a:pt x="1280" y="1181"/>
                  </a:cubicBezTo>
                  <a:cubicBezTo>
                    <a:pt x="1292" y="1162"/>
                    <a:pt x="1298" y="1145"/>
                    <a:pt x="1305" y="1124"/>
                  </a:cubicBezTo>
                  <a:cubicBezTo>
                    <a:pt x="1317" y="1187"/>
                    <a:pt x="1301" y="1145"/>
                    <a:pt x="1330" y="1130"/>
                  </a:cubicBezTo>
                  <a:cubicBezTo>
                    <a:pt x="1336" y="1127"/>
                    <a:pt x="1343" y="1135"/>
                    <a:pt x="1349" y="1137"/>
                  </a:cubicBezTo>
                  <a:cubicBezTo>
                    <a:pt x="1349" y="1137"/>
                    <a:pt x="1336" y="1140"/>
                    <a:pt x="1330" y="1143"/>
                  </a:cubicBezTo>
                  <a:cubicBezTo>
                    <a:pt x="1288" y="1161"/>
                    <a:pt x="1322" y="1156"/>
                    <a:pt x="1273" y="1156"/>
                  </a:cubicBezTo>
                </a:path>
              </a:pathLst>
            </a:custGeom>
            <a:noFill/>
            <a:ln w="9525" cap="flat" cmpd="sng">
              <a:solidFill>
                <a:srgbClr val="FF3300"/>
              </a:solidFill>
              <a:prstDash val="solid"/>
              <a:round/>
              <a:headEnd/>
              <a:tailEnd/>
            </a:ln>
            <a:effectLst/>
          </p:spPr>
          <p:txBody>
            <a:bodyPr wrap="none" anchor="ctr"/>
            <a:lstStyle/>
            <a:p>
              <a:endParaRPr lang="en-GB" sz="1600"/>
            </a:p>
          </p:txBody>
        </p:sp>
        <p:sp>
          <p:nvSpPr>
            <p:cNvPr id="135392" name="Freeform 224"/>
            <p:cNvSpPr>
              <a:spLocks/>
            </p:cNvSpPr>
            <p:nvPr/>
          </p:nvSpPr>
          <p:spPr bwMode="auto">
            <a:xfrm>
              <a:off x="1976" y="2560"/>
              <a:ext cx="1396" cy="1206"/>
            </a:xfrm>
            <a:custGeom>
              <a:avLst/>
              <a:gdLst/>
              <a:ahLst/>
              <a:cxnLst>
                <a:cxn ang="0">
                  <a:pos x="0" y="156"/>
                </a:cxn>
                <a:cxn ang="0">
                  <a:pos x="50" y="81"/>
                </a:cxn>
                <a:cxn ang="0">
                  <a:pos x="76" y="62"/>
                </a:cxn>
                <a:cxn ang="0">
                  <a:pos x="107" y="17"/>
                </a:cxn>
                <a:cxn ang="0">
                  <a:pos x="139" y="100"/>
                </a:cxn>
                <a:cxn ang="0">
                  <a:pos x="196" y="74"/>
                </a:cxn>
                <a:cxn ang="0">
                  <a:pos x="240" y="43"/>
                </a:cxn>
                <a:cxn ang="0">
                  <a:pos x="253" y="93"/>
                </a:cxn>
                <a:cxn ang="0">
                  <a:pos x="303" y="68"/>
                </a:cxn>
                <a:cxn ang="0">
                  <a:pos x="328" y="112"/>
                </a:cxn>
                <a:cxn ang="0">
                  <a:pos x="379" y="62"/>
                </a:cxn>
                <a:cxn ang="0">
                  <a:pos x="417" y="125"/>
                </a:cxn>
                <a:cxn ang="0">
                  <a:pos x="429" y="106"/>
                </a:cxn>
                <a:cxn ang="0">
                  <a:pos x="436" y="137"/>
                </a:cxn>
                <a:cxn ang="0">
                  <a:pos x="455" y="207"/>
                </a:cxn>
                <a:cxn ang="0">
                  <a:pos x="486" y="213"/>
                </a:cxn>
                <a:cxn ang="0">
                  <a:pos x="518" y="207"/>
                </a:cxn>
                <a:cxn ang="0">
                  <a:pos x="524" y="226"/>
                </a:cxn>
                <a:cxn ang="0">
                  <a:pos x="543" y="232"/>
                </a:cxn>
                <a:cxn ang="0">
                  <a:pos x="549" y="283"/>
                </a:cxn>
                <a:cxn ang="0">
                  <a:pos x="562" y="321"/>
                </a:cxn>
                <a:cxn ang="0">
                  <a:pos x="606" y="359"/>
                </a:cxn>
                <a:cxn ang="0">
                  <a:pos x="625" y="415"/>
                </a:cxn>
                <a:cxn ang="0">
                  <a:pos x="669" y="580"/>
                </a:cxn>
                <a:cxn ang="0">
                  <a:pos x="695" y="719"/>
                </a:cxn>
                <a:cxn ang="0">
                  <a:pos x="701" y="693"/>
                </a:cxn>
                <a:cxn ang="0">
                  <a:pos x="707" y="712"/>
                </a:cxn>
                <a:cxn ang="0">
                  <a:pos x="714" y="731"/>
                </a:cxn>
                <a:cxn ang="0">
                  <a:pos x="733" y="807"/>
                </a:cxn>
                <a:cxn ang="0">
                  <a:pos x="739" y="895"/>
                </a:cxn>
                <a:cxn ang="0">
                  <a:pos x="758" y="927"/>
                </a:cxn>
                <a:cxn ang="0">
                  <a:pos x="802" y="1041"/>
                </a:cxn>
                <a:cxn ang="0">
                  <a:pos x="846" y="1041"/>
                </a:cxn>
                <a:cxn ang="0">
                  <a:pos x="922" y="1116"/>
                </a:cxn>
                <a:cxn ang="0">
                  <a:pos x="947" y="1186"/>
                </a:cxn>
                <a:cxn ang="0">
                  <a:pos x="960" y="1161"/>
                </a:cxn>
                <a:cxn ang="0">
                  <a:pos x="998" y="1192"/>
                </a:cxn>
                <a:cxn ang="0">
                  <a:pos x="1036" y="1161"/>
                </a:cxn>
                <a:cxn ang="0">
                  <a:pos x="1048" y="1180"/>
                </a:cxn>
                <a:cxn ang="0">
                  <a:pos x="1074" y="1192"/>
                </a:cxn>
                <a:cxn ang="0">
                  <a:pos x="1162" y="1167"/>
                </a:cxn>
                <a:cxn ang="0">
                  <a:pos x="1232" y="1161"/>
                </a:cxn>
                <a:cxn ang="0">
                  <a:pos x="1295" y="1110"/>
                </a:cxn>
                <a:cxn ang="0">
                  <a:pos x="1358" y="1123"/>
                </a:cxn>
                <a:cxn ang="0">
                  <a:pos x="1396" y="1085"/>
                </a:cxn>
              </a:cxnLst>
              <a:rect l="0" t="0" r="r" b="b"/>
              <a:pathLst>
                <a:path w="1396" h="1206">
                  <a:moveTo>
                    <a:pt x="0" y="156"/>
                  </a:moveTo>
                  <a:cubicBezTo>
                    <a:pt x="17" y="134"/>
                    <a:pt x="32" y="101"/>
                    <a:pt x="50" y="81"/>
                  </a:cubicBezTo>
                  <a:cubicBezTo>
                    <a:pt x="57" y="73"/>
                    <a:pt x="68" y="70"/>
                    <a:pt x="76" y="62"/>
                  </a:cubicBezTo>
                  <a:cubicBezTo>
                    <a:pt x="85" y="53"/>
                    <a:pt x="100" y="29"/>
                    <a:pt x="107" y="17"/>
                  </a:cubicBezTo>
                  <a:cubicBezTo>
                    <a:pt x="114" y="59"/>
                    <a:pt x="111" y="72"/>
                    <a:pt x="139" y="100"/>
                  </a:cubicBezTo>
                  <a:cubicBezTo>
                    <a:pt x="166" y="91"/>
                    <a:pt x="176" y="91"/>
                    <a:pt x="196" y="74"/>
                  </a:cubicBezTo>
                  <a:cubicBezTo>
                    <a:pt x="233" y="42"/>
                    <a:pt x="206" y="54"/>
                    <a:pt x="240" y="43"/>
                  </a:cubicBezTo>
                  <a:cubicBezTo>
                    <a:pt x="240" y="44"/>
                    <a:pt x="252" y="93"/>
                    <a:pt x="253" y="93"/>
                  </a:cubicBezTo>
                  <a:cubicBezTo>
                    <a:pt x="271" y="96"/>
                    <a:pt x="285" y="74"/>
                    <a:pt x="303" y="68"/>
                  </a:cubicBezTo>
                  <a:cubicBezTo>
                    <a:pt x="325" y="0"/>
                    <a:pt x="322" y="29"/>
                    <a:pt x="328" y="112"/>
                  </a:cubicBezTo>
                  <a:cubicBezTo>
                    <a:pt x="362" y="87"/>
                    <a:pt x="348" y="81"/>
                    <a:pt x="379" y="62"/>
                  </a:cubicBezTo>
                  <a:cubicBezTo>
                    <a:pt x="389" y="104"/>
                    <a:pt x="361" y="152"/>
                    <a:pt x="417" y="125"/>
                  </a:cubicBezTo>
                  <a:cubicBezTo>
                    <a:pt x="421" y="119"/>
                    <a:pt x="423" y="102"/>
                    <a:pt x="429" y="106"/>
                  </a:cubicBezTo>
                  <a:cubicBezTo>
                    <a:pt x="438" y="112"/>
                    <a:pt x="434" y="127"/>
                    <a:pt x="436" y="137"/>
                  </a:cubicBezTo>
                  <a:cubicBezTo>
                    <a:pt x="447" y="193"/>
                    <a:pt x="435" y="157"/>
                    <a:pt x="455" y="207"/>
                  </a:cubicBezTo>
                  <a:cubicBezTo>
                    <a:pt x="502" y="175"/>
                    <a:pt x="449" y="202"/>
                    <a:pt x="486" y="213"/>
                  </a:cubicBezTo>
                  <a:cubicBezTo>
                    <a:pt x="496" y="216"/>
                    <a:pt x="507" y="209"/>
                    <a:pt x="518" y="207"/>
                  </a:cubicBezTo>
                  <a:cubicBezTo>
                    <a:pt x="520" y="213"/>
                    <a:pt x="519" y="221"/>
                    <a:pt x="524" y="226"/>
                  </a:cubicBezTo>
                  <a:cubicBezTo>
                    <a:pt x="529" y="231"/>
                    <a:pt x="540" y="226"/>
                    <a:pt x="543" y="232"/>
                  </a:cubicBezTo>
                  <a:cubicBezTo>
                    <a:pt x="550" y="248"/>
                    <a:pt x="545" y="266"/>
                    <a:pt x="549" y="283"/>
                  </a:cubicBezTo>
                  <a:cubicBezTo>
                    <a:pt x="552" y="296"/>
                    <a:pt x="558" y="308"/>
                    <a:pt x="562" y="321"/>
                  </a:cubicBezTo>
                  <a:cubicBezTo>
                    <a:pt x="610" y="273"/>
                    <a:pt x="599" y="288"/>
                    <a:pt x="606" y="359"/>
                  </a:cubicBezTo>
                  <a:cubicBezTo>
                    <a:pt x="653" y="327"/>
                    <a:pt x="629" y="392"/>
                    <a:pt x="625" y="415"/>
                  </a:cubicBezTo>
                  <a:cubicBezTo>
                    <a:pt x="631" y="518"/>
                    <a:pt x="607" y="533"/>
                    <a:pt x="669" y="580"/>
                  </a:cubicBezTo>
                  <a:cubicBezTo>
                    <a:pt x="682" y="626"/>
                    <a:pt x="685" y="673"/>
                    <a:pt x="695" y="719"/>
                  </a:cubicBezTo>
                  <a:cubicBezTo>
                    <a:pt x="697" y="710"/>
                    <a:pt x="693" y="697"/>
                    <a:pt x="701" y="693"/>
                  </a:cubicBezTo>
                  <a:cubicBezTo>
                    <a:pt x="707" y="690"/>
                    <a:pt x="705" y="706"/>
                    <a:pt x="707" y="712"/>
                  </a:cubicBezTo>
                  <a:cubicBezTo>
                    <a:pt x="709" y="718"/>
                    <a:pt x="712" y="725"/>
                    <a:pt x="714" y="731"/>
                  </a:cubicBezTo>
                  <a:cubicBezTo>
                    <a:pt x="722" y="756"/>
                    <a:pt x="733" y="807"/>
                    <a:pt x="733" y="807"/>
                  </a:cubicBezTo>
                  <a:cubicBezTo>
                    <a:pt x="735" y="836"/>
                    <a:pt x="733" y="866"/>
                    <a:pt x="739" y="895"/>
                  </a:cubicBezTo>
                  <a:cubicBezTo>
                    <a:pt x="742" y="907"/>
                    <a:pt x="753" y="916"/>
                    <a:pt x="758" y="927"/>
                  </a:cubicBezTo>
                  <a:cubicBezTo>
                    <a:pt x="776" y="965"/>
                    <a:pt x="778" y="1005"/>
                    <a:pt x="802" y="1041"/>
                  </a:cubicBezTo>
                  <a:cubicBezTo>
                    <a:pt x="813" y="1006"/>
                    <a:pt x="817" y="1030"/>
                    <a:pt x="846" y="1041"/>
                  </a:cubicBezTo>
                  <a:cubicBezTo>
                    <a:pt x="878" y="1083"/>
                    <a:pt x="874" y="1098"/>
                    <a:pt x="922" y="1116"/>
                  </a:cubicBezTo>
                  <a:cubicBezTo>
                    <a:pt x="940" y="1142"/>
                    <a:pt x="936" y="1157"/>
                    <a:pt x="947" y="1186"/>
                  </a:cubicBezTo>
                  <a:cubicBezTo>
                    <a:pt x="955" y="1206"/>
                    <a:pt x="950" y="1142"/>
                    <a:pt x="960" y="1161"/>
                  </a:cubicBezTo>
                  <a:cubicBezTo>
                    <a:pt x="967" y="1144"/>
                    <a:pt x="987" y="1206"/>
                    <a:pt x="998" y="1192"/>
                  </a:cubicBezTo>
                  <a:cubicBezTo>
                    <a:pt x="1008" y="1179"/>
                    <a:pt x="1024" y="1173"/>
                    <a:pt x="1036" y="1161"/>
                  </a:cubicBezTo>
                  <a:cubicBezTo>
                    <a:pt x="1040" y="1167"/>
                    <a:pt x="1041" y="1177"/>
                    <a:pt x="1048" y="1180"/>
                  </a:cubicBezTo>
                  <a:cubicBezTo>
                    <a:pt x="1082" y="1193"/>
                    <a:pt x="1056" y="1144"/>
                    <a:pt x="1074" y="1192"/>
                  </a:cubicBezTo>
                  <a:cubicBezTo>
                    <a:pt x="1145" y="1157"/>
                    <a:pt x="1114" y="1156"/>
                    <a:pt x="1162" y="1167"/>
                  </a:cubicBezTo>
                  <a:cubicBezTo>
                    <a:pt x="1192" y="1160"/>
                    <a:pt x="1201" y="1153"/>
                    <a:pt x="1232" y="1161"/>
                  </a:cubicBezTo>
                  <a:cubicBezTo>
                    <a:pt x="1251" y="1141"/>
                    <a:pt x="1295" y="1110"/>
                    <a:pt x="1295" y="1110"/>
                  </a:cubicBezTo>
                  <a:cubicBezTo>
                    <a:pt x="1314" y="1140"/>
                    <a:pt x="1327" y="1138"/>
                    <a:pt x="1358" y="1123"/>
                  </a:cubicBezTo>
                  <a:cubicBezTo>
                    <a:pt x="1373" y="1077"/>
                    <a:pt x="1357" y="1085"/>
                    <a:pt x="1396" y="1085"/>
                  </a:cubicBezTo>
                </a:path>
              </a:pathLst>
            </a:custGeom>
            <a:noFill/>
            <a:ln w="9525" cap="flat" cmpd="sng">
              <a:solidFill>
                <a:srgbClr val="FF3300"/>
              </a:solidFill>
              <a:prstDash val="solid"/>
              <a:round/>
              <a:headEnd/>
              <a:tailEnd/>
            </a:ln>
            <a:effectLst/>
          </p:spPr>
          <p:txBody>
            <a:bodyPr wrap="none" anchor="ctr"/>
            <a:lstStyle/>
            <a:p>
              <a:endParaRPr lang="en-GB" sz="1600"/>
            </a:p>
          </p:txBody>
        </p:sp>
        <p:sp>
          <p:nvSpPr>
            <p:cNvPr id="135393" name="Freeform 225"/>
            <p:cNvSpPr>
              <a:spLocks/>
            </p:cNvSpPr>
            <p:nvPr/>
          </p:nvSpPr>
          <p:spPr bwMode="auto">
            <a:xfrm>
              <a:off x="1844" y="2596"/>
              <a:ext cx="1472" cy="1067"/>
            </a:xfrm>
            <a:custGeom>
              <a:avLst/>
              <a:gdLst/>
              <a:ahLst/>
              <a:cxnLst>
                <a:cxn ang="0">
                  <a:pos x="1472" y="1048"/>
                </a:cxn>
                <a:cxn ang="0">
                  <a:pos x="1409" y="1023"/>
                </a:cxn>
                <a:cxn ang="0">
                  <a:pos x="1415" y="991"/>
                </a:cxn>
                <a:cxn ang="0">
                  <a:pos x="1421" y="966"/>
                </a:cxn>
                <a:cxn ang="0">
                  <a:pos x="1415" y="941"/>
                </a:cxn>
                <a:cxn ang="0">
                  <a:pos x="1409" y="909"/>
                </a:cxn>
                <a:cxn ang="0">
                  <a:pos x="1377" y="947"/>
                </a:cxn>
                <a:cxn ang="0">
                  <a:pos x="1352" y="833"/>
                </a:cxn>
                <a:cxn ang="0">
                  <a:pos x="1320" y="695"/>
                </a:cxn>
                <a:cxn ang="0">
                  <a:pos x="1301" y="707"/>
                </a:cxn>
                <a:cxn ang="0">
                  <a:pos x="1295" y="682"/>
                </a:cxn>
                <a:cxn ang="0">
                  <a:pos x="1257" y="587"/>
                </a:cxn>
                <a:cxn ang="0">
                  <a:pos x="1219" y="473"/>
                </a:cxn>
                <a:cxn ang="0">
                  <a:pos x="1200" y="480"/>
                </a:cxn>
                <a:cxn ang="0">
                  <a:pos x="1143" y="385"/>
                </a:cxn>
                <a:cxn ang="0">
                  <a:pos x="1105" y="259"/>
                </a:cxn>
                <a:cxn ang="0">
                  <a:pos x="1080" y="221"/>
                </a:cxn>
                <a:cxn ang="0">
                  <a:pos x="1042" y="170"/>
                </a:cxn>
                <a:cxn ang="0">
                  <a:pos x="1023" y="177"/>
                </a:cxn>
                <a:cxn ang="0">
                  <a:pos x="1017" y="196"/>
                </a:cxn>
                <a:cxn ang="0">
                  <a:pos x="1011" y="177"/>
                </a:cxn>
                <a:cxn ang="0">
                  <a:pos x="966" y="120"/>
                </a:cxn>
                <a:cxn ang="0">
                  <a:pos x="948" y="126"/>
                </a:cxn>
                <a:cxn ang="0">
                  <a:pos x="859" y="57"/>
                </a:cxn>
                <a:cxn ang="0">
                  <a:pos x="853" y="76"/>
                </a:cxn>
                <a:cxn ang="0">
                  <a:pos x="821" y="44"/>
                </a:cxn>
                <a:cxn ang="0">
                  <a:pos x="752" y="19"/>
                </a:cxn>
                <a:cxn ang="0">
                  <a:pos x="689" y="0"/>
                </a:cxn>
                <a:cxn ang="0">
                  <a:pos x="651" y="25"/>
                </a:cxn>
                <a:cxn ang="0">
                  <a:pos x="625" y="50"/>
                </a:cxn>
                <a:cxn ang="0">
                  <a:pos x="619" y="69"/>
                </a:cxn>
                <a:cxn ang="0">
                  <a:pos x="613" y="50"/>
                </a:cxn>
                <a:cxn ang="0">
                  <a:pos x="588" y="25"/>
                </a:cxn>
                <a:cxn ang="0">
                  <a:pos x="569" y="82"/>
                </a:cxn>
                <a:cxn ang="0">
                  <a:pos x="562" y="63"/>
                </a:cxn>
                <a:cxn ang="0">
                  <a:pos x="543" y="50"/>
                </a:cxn>
                <a:cxn ang="0">
                  <a:pos x="512" y="82"/>
                </a:cxn>
                <a:cxn ang="0">
                  <a:pos x="486" y="126"/>
                </a:cxn>
                <a:cxn ang="0">
                  <a:pos x="480" y="151"/>
                </a:cxn>
                <a:cxn ang="0">
                  <a:pos x="474" y="132"/>
                </a:cxn>
                <a:cxn ang="0">
                  <a:pos x="449" y="145"/>
                </a:cxn>
                <a:cxn ang="0">
                  <a:pos x="423" y="208"/>
                </a:cxn>
                <a:cxn ang="0">
                  <a:pos x="417" y="183"/>
                </a:cxn>
                <a:cxn ang="0">
                  <a:pos x="398" y="196"/>
                </a:cxn>
                <a:cxn ang="0">
                  <a:pos x="373" y="252"/>
                </a:cxn>
                <a:cxn ang="0">
                  <a:pos x="335" y="379"/>
                </a:cxn>
                <a:cxn ang="0">
                  <a:pos x="310" y="429"/>
                </a:cxn>
                <a:cxn ang="0">
                  <a:pos x="291" y="518"/>
                </a:cxn>
                <a:cxn ang="0">
                  <a:pos x="240" y="688"/>
                </a:cxn>
                <a:cxn ang="0">
                  <a:pos x="171" y="884"/>
                </a:cxn>
                <a:cxn ang="0">
                  <a:pos x="164" y="865"/>
                </a:cxn>
                <a:cxn ang="0">
                  <a:pos x="158" y="840"/>
                </a:cxn>
                <a:cxn ang="0">
                  <a:pos x="145" y="897"/>
                </a:cxn>
                <a:cxn ang="0">
                  <a:pos x="108" y="1067"/>
                </a:cxn>
                <a:cxn ang="0">
                  <a:pos x="70" y="1055"/>
                </a:cxn>
                <a:cxn ang="0">
                  <a:pos x="0" y="1055"/>
                </a:cxn>
              </a:cxnLst>
              <a:rect l="0" t="0" r="r" b="b"/>
              <a:pathLst>
                <a:path w="1472" h="1067">
                  <a:moveTo>
                    <a:pt x="1472" y="1048"/>
                  </a:moveTo>
                  <a:cubicBezTo>
                    <a:pt x="1451" y="1038"/>
                    <a:pt x="1431" y="1030"/>
                    <a:pt x="1409" y="1023"/>
                  </a:cubicBezTo>
                  <a:cubicBezTo>
                    <a:pt x="1411" y="1012"/>
                    <a:pt x="1413" y="1002"/>
                    <a:pt x="1415" y="991"/>
                  </a:cubicBezTo>
                  <a:cubicBezTo>
                    <a:pt x="1418" y="978"/>
                    <a:pt x="1439" y="902"/>
                    <a:pt x="1421" y="966"/>
                  </a:cubicBezTo>
                  <a:cubicBezTo>
                    <a:pt x="1419" y="958"/>
                    <a:pt x="1417" y="949"/>
                    <a:pt x="1415" y="941"/>
                  </a:cubicBezTo>
                  <a:cubicBezTo>
                    <a:pt x="1413" y="930"/>
                    <a:pt x="1419" y="914"/>
                    <a:pt x="1409" y="909"/>
                  </a:cubicBezTo>
                  <a:cubicBezTo>
                    <a:pt x="1403" y="906"/>
                    <a:pt x="1379" y="944"/>
                    <a:pt x="1377" y="947"/>
                  </a:cubicBezTo>
                  <a:cubicBezTo>
                    <a:pt x="1372" y="890"/>
                    <a:pt x="1373" y="878"/>
                    <a:pt x="1352" y="833"/>
                  </a:cubicBezTo>
                  <a:cubicBezTo>
                    <a:pt x="1343" y="787"/>
                    <a:pt x="1335" y="739"/>
                    <a:pt x="1320" y="695"/>
                  </a:cubicBezTo>
                  <a:cubicBezTo>
                    <a:pt x="1314" y="699"/>
                    <a:pt x="1308" y="710"/>
                    <a:pt x="1301" y="707"/>
                  </a:cubicBezTo>
                  <a:cubicBezTo>
                    <a:pt x="1293" y="703"/>
                    <a:pt x="1297" y="690"/>
                    <a:pt x="1295" y="682"/>
                  </a:cubicBezTo>
                  <a:cubicBezTo>
                    <a:pt x="1286" y="650"/>
                    <a:pt x="1275" y="614"/>
                    <a:pt x="1257" y="587"/>
                  </a:cubicBezTo>
                  <a:cubicBezTo>
                    <a:pt x="1245" y="548"/>
                    <a:pt x="1228" y="512"/>
                    <a:pt x="1219" y="473"/>
                  </a:cubicBezTo>
                  <a:cubicBezTo>
                    <a:pt x="1213" y="475"/>
                    <a:pt x="1204" y="485"/>
                    <a:pt x="1200" y="480"/>
                  </a:cubicBezTo>
                  <a:cubicBezTo>
                    <a:pt x="1173" y="449"/>
                    <a:pt x="1187" y="399"/>
                    <a:pt x="1143" y="385"/>
                  </a:cubicBezTo>
                  <a:cubicBezTo>
                    <a:pt x="1136" y="340"/>
                    <a:pt x="1131" y="297"/>
                    <a:pt x="1105" y="259"/>
                  </a:cubicBezTo>
                  <a:cubicBezTo>
                    <a:pt x="1094" y="225"/>
                    <a:pt x="1106" y="254"/>
                    <a:pt x="1080" y="221"/>
                  </a:cubicBezTo>
                  <a:cubicBezTo>
                    <a:pt x="1067" y="205"/>
                    <a:pt x="1042" y="170"/>
                    <a:pt x="1042" y="170"/>
                  </a:cubicBezTo>
                  <a:cubicBezTo>
                    <a:pt x="1036" y="172"/>
                    <a:pt x="1028" y="172"/>
                    <a:pt x="1023" y="177"/>
                  </a:cubicBezTo>
                  <a:cubicBezTo>
                    <a:pt x="1018" y="182"/>
                    <a:pt x="1024" y="196"/>
                    <a:pt x="1017" y="196"/>
                  </a:cubicBezTo>
                  <a:cubicBezTo>
                    <a:pt x="1010" y="196"/>
                    <a:pt x="1015" y="183"/>
                    <a:pt x="1011" y="177"/>
                  </a:cubicBezTo>
                  <a:cubicBezTo>
                    <a:pt x="998" y="157"/>
                    <a:pt x="966" y="120"/>
                    <a:pt x="966" y="120"/>
                  </a:cubicBezTo>
                  <a:cubicBezTo>
                    <a:pt x="960" y="122"/>
                    <a:pt x="953" y="129"/>
                    <a:pt x="948" y="126"/>
                  </a:cubicBezTo>
                  <a:cubicBezTo>
                    <a:pt x="901" y="96"/>
                    <a:pt x="906" y="72"/>
                    <a:pt x="859" y="57"/>
                  </a:cubicBezTo>
                  <a:cubicBezTo>
                    <a:pt x="857" y="63"/>
                    <a:pt x="859" y="74"/>
                    <a:pt x="853" y="76"/>
                  </a:cubicBezTo>
                  <a:cubicBezTo>
                    <a:pt x="839" y="79"/>
                    <a:pt x="827" y="49"/>
                    <a:pt x="821" y="44"/>
                  </a:cubicBezTo>
                  <a:cubicBezTo>
                    <a:pt x="795" y="24"/>
                    <a:pt x="781" y="25"/>
                    <a:pt x="752" y="19"/>
                  </a:cubicBezTo>
                  <a:cubicBezTo>
                    <a:pt x="718" y="40"/>
                    <a:pt x="719" y="19"/>
                    <a:pt x="689" y="0"/>
                  </a:cubicBezTo>
                  <a:cubicBezTo>
                    <a:pt x="668" y="30"/>
                    <a:pt x="684" y="48"/>
                    <a:pt x="651" y="25"/>
                  </a:cubicBezTo>
                  <a:cubicBezTo>
                    <a:pt x="642" y="33"/>
                    <a:pt x="632" y="40"/>
                    <a:pt x="625" y="50"/>
                  </a:cubicBezTo>
                  <a:cubicBezTo>
                    <a:pt x="621" y="55"/>
                    <a:pt x="626" y="69"/>
                    <a:pt x="619" y="69"/>
                  </a:cubicBezTo>
                  <a:cubicBezTo>
                    <a:pt x="612" y="69"/>
                    <a:pt x="615" y="56"/>
                    <a:pt x="613" y="50"/>
                  </a:cubicBezTo>
                  <a:cubicBezTo>
                    <a:pt x="605" y="25"/>
                    <a:pt x="612" y="33"/>
                    <a:pt x="588" y="25"/>
                  </a:cubicBezTo>
                  <a:cubicBezTo>
                    <a:pt x="587" y="29"/>
                    <a:pt x="579" y="79"/>
                    <a:pt x="569" y="82"/>
                  </a:cubicBezTo>
                  <a:cubicBezTo>
                    <a:pt x="563" y="84"/>
                    <a:pt x="566" y="68"/>
                    <a:pt x="562" y="63"/>
                  </a:cubicBezTo>
                  <a:cubicBezTo>
                    <a:pt x="557" y="57"/>
                    <a:pt x="549" y="54"/>
                    <a:pt x="543" y="50"/>
                  </a:cubicBezTo>
                  <a:cubicBezTo>
                    <a:pt x="529" y="109"/>
                    <a:pt x="551" y="50"/>
                    <a:pt x="512" y="82"/>
                  </a:cubicBezTo>
                  <a:cubicBezTo>
                    <a:pt x="499" y="93"/>
                    <a:pt x="496" y="112"/>
                    <a:pt x="486" y="126"/>
                  </a:cubicBezTo>
                  <a:cubicBezTo>
                    <a:pt x="484" y="134"/>
                    <a:pt x="488" y="147"/>
                    <a:pt x="480" y="151"/>
                  </a:cubicBezTo>
                  <a:cubicBezTo>
                    <a:pt x="474" y="154"/>
                    <a:pt x="481" y="133"/>
                    <a:pt x="474" y="132"/>
                  </a:cubicBezTo>
                  <a:cubicBezTo>
                    <a:pt x="465" y="130"/>
                    <a:pt x="457" y="141"/>
                    <a:pt x="449" y="145"/>
                  </a:cubicBezTo>
                  <a:cubicBezTo>
                    <a:pt x="434" y="166"/>
                    <a:pt x="430" y="183"/>
                    <a:pt x="423" y="208"/>
                  </a:cubicBezTo>
                  <a:cubicBezTo>
                    <a:pt x="421" y="200"/>
                    <a:pt x="425" y="187"/>
                    <a:pt x="417" y="183"/>
                  </a:cubicBezTo>
                  <a:cubicBezTo>
                    <a:pt x="410" y="180"/>
                    <a:pt x="403" y="190"/>
                    <a:pt x="398" y="196"/>
                  </a:cubicBezTo>
                  <a:cubicBezTo>
                    <a:pt x="388" y="209"/>
                    <a:pt x="383" y="236"/>
                    <a:pt x="373" y="252"/>
                  </a:cubicBezTo>
                  <a:cubicBezTo>
                    <a:pt x="367" y="290"/>
                    <a:pt x="353" y="343"/>
                    <a:pt x="335" y="379"/>
                  </a:cubicBezTo>
                  <a:cubicBezTo>
                    <a:pt x="314" y="422"/>
                    <a:pt x="328" y="370"/>
                    <a:pt x="310" y="429"/>
                  </a:cubicBezTo>
                  <a:cubicBezTo>
                    <a:pt x="301" y="458"/>
                    <a:pt x="300" y="489"/>
                    <a:pt x="291" y="518"/>
                  </a:cubicBezTo>
                  <a:cubicBezTo>
                    <a:pt x="241" y="418"/>
                    <a:pt x="312" y="665"/>
                    <a:pt x="240" y="688"/>
                  </a:cubicBezTo>
                  <a:cubicBezTo>
                    <a:pt x="205" y="746"/>
                    <a:pt x="195" y="820"/>
                    <a:pt x="171" y="884"/>
                  </a:cubicBezTo>
                  <a:cubicBezTo>
                    <a:pt x="169" y="878"/>
                    <a:pt x="166" y="871"/>
                    <a:pt x="164" y="865"/>
                  </a:cubicBezTo>
                  <a:cubicBezTo>
                    <a:pt x="162" y="857"/>
                    <a:pt x="166" y="836"/>
                    <a:pt x="158" y="840"/>
                  </a:cubicBezTo>
                  <a:cubicBezTo>
                    <a:pt x="141" y="849"/>
                    <a:pt x="151" y="878"/>
                    <a:pt x="145" y="897"/>
                  </a:cubicBezTo>
                  <a:cubicBezTo>
                    <a:pt x="128" y="953"/>
                    <a:pt x="126" y="1011"/>
                    <a:pt x="108" y="1067"/>
                  </a:cubicBezTo>
                  <a:cubicBezTo>
                    <a:pt x="99" y="1035"/>
                    <a:pt x="93" y="1019"/>
                    <a:pt x="70" y="1055"/>
                  </a:cubicBezTo>
                  <a:cubicBezTo>
                    <a:pt x="36" y="1032"/>
                    <a:pt x="36" y="1055"/>
                    <a:pt x="0" y="1055"/>
                  </a:cubicBezTo>
                </a:path>
              </a:pathLst>
            </a:custGeom>
            <a:noFill/>
            <a:ln w="9525" cap="flat" cmpd="sng">
              <a:solidFill>
                <a:srgbClr val="FF3300"/>
              </a:solidFill>
              <a:prstDash val="solid"/>
              <a:round/>
              <a:headEnd/>
              <a:tailEnd/>
            </a:ln>
            <a:effectLst/>
          </p:spPr>
          <p:txBody>
            <a:bodyPr wrap="none" anchor="ctr"/>
            <a:lstStyle/>
            <a:p>
              <a:endParaRPr lang="en-GB" sz="1600"/>
            </a:p>
          </p:txBody>
        </p:sp>
        <p:sp>
          <p:nvSpPr>
            <p:cNvPr id="135394" name="Freeform 226"/>
            <p:cNvSpPr>
              <a:spLocks/>
            </p:cNvSpPr>
            <p:nvPr/>
          </p:nvSpPr>
          <p:spPr bwMode="auto">
            <a:xfrm>
              <a:off x="1964" y="2569"/>
              <a:ext cx="1484" cy="1164"/>
            </a:xfrm>
            <a:custGeom>
              <a:avLst/>
              <a:gdLst/>
              <a:ahLst/>
              <a:cxnLst>
                <a:cxn ang="0">
                  <a:pos x="13" y="1031"/>
                </a:cxn>
                <a:cxn ang="0">
                  <a:pos x="25" y="1012"/>
                </a:cxn>
                <a:cxn ang="0">
                  <a:pos x="63" y="1019"/>
                </a:cxn>
                <a:cxn ang="0">
                  <a:pos x="120" y="817"/>
                </a:cxn>
                <a:cxn ang="0">
                  <a:pos x="145" y="861"/>
                </a:cxn>
                <a:cxn ang="0">
                  <a:pos x="202" y="760"/>
                </a:cxn>
                <a:cxn ang="0">
                  <a:pos x="253" y="469"/>
                </a:cxn>
                <a:cxn ang="0">
                  <a:pos x="290" y="482"/>
                </a:cxn>
                <a:cxn ang="0">
                  <a:pos x="410" y="223"/>
                </a:cxn>
                <a:cxn ang="0">
                  <a:pos x="511" y="97"/>
                </a:cxn>
                <a:cxn ang="0">
                  <a:pos x="562" y="103"/>
                </a:cxn>
                <a:cxn ang="0">
                  <a:pos x="631" y="90"/>
                </a:cxn>
                <a:cxn ang="0">
                  <a:pos x="682" y="21"/>
                </a:cxn>
                <a:cxn ang="0">
                  <a:pos x="707" y="84"/>
                </a:cxn>
                <a:cxn ang="0">
                  <a:pos x="770" y="46"/>
                </a:cxn>
                <a:cxn ang="0">
                  <a:pos x="789" y="90"/>
                </a:cxn>
                <a:cxn ang="0">
                  <a:pos x="853" y="78"/>
                </a:cxn>
                <a:cxn ang="0">
                  <a:pos x="878" y="135"/>
                </a:cxn>
                <a:cxn ang="0">
                  <a:pos x="890" y="59"/>
                </a:cxn>
                <a:cxn ang="0">
                  <a:pos x="979" y="191"/>
                </a:cxn>
                <a:cxn ang="0">
                  <a:pos x="1023" y="172"/>
                </a:cxn>
                <a:cxn ang="0">
                  <a:pos x="1061" y="242"/>
                </a:cxn>
                <a:cxn ang="0">
                  <a:pos x="1099" y="343"/>
                </a:cxn>
                <a:cxn ang="0">
                  <a:pos x="1118" y="368"/>
                </a:cxn>
                <a:cxn ang="0">
                  <a:pos x="1162" y="406"/>
                </a:cxn>
                <a:cxn ang="0">
                  <a:pos x="1175" y="476"/>
                </a:cxn>
                <a:cxn ang="0">
                  <a:pos x="1213" y="551"/>
                </a:cxn>
                <a:cxn ang="0">
                  <a:pos x="1244" y="627"/>
                </a:cxn>
                <a:cxn ang="0">
                  <a:pos x="1288" y="741"/>
                </a:cxn>
                <a:cxn ang="0">
                  <a:pos x="1314" y="772"/>
                </a:cxn>
                <a:cxn ang="0">
                  <a:pos x="1370" y="1063"/>
                </a:cxn>
                <a:cxn ang="0">
                  <a:pos x="1459" y="1164"/>
                </a:cxn>
                <a:cxn ang="0">
                  <a:pos x="1478" y="1038"/>
                </a:cxn>
              </a:cxnLst>
              <a:rect l="0" t="0" r="r" b="b"/>
              <a:pathLst>
                <a:path w="1484" h="1164">
                  <a:moveTo>
                    <a:pt x="0" y="1057"/>
                  </a:moveTo>
                  <a:cubicBezTo>
                    <a:pt x="4" y="1048"/>
                    <a:pt x="10" y="1040"/>
                    <a:pt x="13" y="1031"/>
                  </a:cubicBezTo>
                  <a:cubicBezTo>
                    <a:pt x="17" y="1019"/>
                    <a:pt x="12" y="1004"/>
                    <a:pt x="19" y="993"/>
                  </a:cubicBezTo>
                  <a:cubicBezTo>
                    <a:pt x="23" y="987"/>
                    <a:pt x="21" y="1007"/>
                    <a:pt x="25" y="1012"/>
                  </a:cubicBezTo>
                  <a:cubicBezTo>
                    <a:pt x="30" y="1018"/>
                    <a:pt x="38" y="1021"/>
                    <a:pt x="44" y="1025"/>
                  </a:cubicBezTo>
                  <a:cubicBezTo>
                    <a:pt x="53" y="997"/>
                    <a:pt x="52" y="960"/>
                    <a:pt x="63" y="1019"/>
                  </a:cubicBezTo>
                  <a:cubicBezTo>
                    <a:pt x="88" y="983"/>
                    <a:pt x="81" y="957"/>
                    <a:pt x="88" y="911"/>
                  </a:cubicBezTo>
                  <a:cubicBezTo>
                    <a:pt x="93" y="879"/>
                    <a:pt x="108" y="847"/>
                    <a:pt x="120" y="817"/>
                  </a:cubicBezTo>
                  <a:cubicBezTo>
                    <a:pt x="124" y="823"/>
                    <a:pt x="129" y="829"/>
                    <a:pt x="133" y="836"/>
                  </a:cubicBezTo>
                  <a:cubicBezTo>
                    <a:pt x="138" y="844"/>
                    <a:pt x="136" y="859"/>
                    <a:pt x="145" y="861"/>
                  </a:cubicBezTo>
                  <a:cubicBezTo>
                    <a:pt x="152" y="863"/>
                    <a:pt x="154" y="849"/>
                    <a:pt x="158" y="842"/>
                  </a:cubicBezTo>
                  <a:cubicBezTo>
                    <a:pt x="175" y="814"/>
                    <a:pt x="184" y="786"/>
                    <a:pt x="202" y="760"/>
                  </a:cubicBezTo>
                  <a:cubicBezTo>
                    <a:pt x="219" y="704"/>
                    <a:pt x="227" y="660"/>
                    <a:pt x="234" y="602"/>
                  </a:cubicBezTo>
                  <a:cubicBezTo>
                    <a:pt x="259" y="682"/>
                    <a:pt x="237" y="514"/>
                    <a:pt x="253" y="469"/>
                  </a:cubicBezTo>
                  <a:cubicBezTo>
                    <a:pt x="259" y="478"/>
                    <a:pt x="261" y="492"/>
                    <a:pt x="271" y="495"/>
                  </a:cubicBezTo>
                  <a:cubicBezTo>
                    <a:pt x="278" y="498"/>
                    <a:pt x="285" y="488"/>
                    <a:pt x="290" y="482"/>
                  </a:cubicBezTo>
                  <a:cubicBezTo>
                    <a:pt x="296" y="475"/>
                    <a:pt x="318" y="406"/>
                    <a:pt x="322" y="393"/>
                  </a:cubicBezTo>
                  <a:cubicBezTo>
                    <a:pt x="332" y="322"/>
                    <a:pt x="354" y="268"/>
                    <a:pt x="410" y="223"/>
                  </a:cubicBezTo>
                  <a:cubicBezTo>
                    <a:pt x="422" y="200"/>
                    <a:pt x="430" y="176"/>
                    <a:pt x="442" y="153"/>
                  </a:cubicBezTo>
                  <a:cubicBezTo>
                    <a:pt x="486" y="183"/>
                    <a:pt x="499" y="134"/>
                    <a:pt x="511" y="97"/>
                  </a:cubicBezTo>
                  <a:cubicBezTo>
                    <a:pt x="524" y="114"/>
                    <a:pt x="541" y="140"/>
                    <a:pt x="549" y="135"/>
                  </a:cubicBezTo>
                  <a:cubicBezTo>
                    <a:pt x="559" y="129"/>
                    <a:pt x="555" y="112"/>
                    <a:pt x="562" y="103"/>
                  </a:cubicBezTo>
                  <a:cubicBezTo>
                    <a:pt x="573" y="89"/>
                    <a:pt x="600" y="65"/>
                    <a:pt x="600" y="65"/>
                  </a:cubicBezTo>
                  <a:cubicBezTo>
                    <a:pt x="614" y="21"/>
                    <a:pt x="618" y="70"/>
                    <a:pt x="631" y="90"/>
                  </a:cubicBezTo>
                  <a:cubicBezTo>
                    <a:pt x="636" y="66"/>
                    <a:pt x="632" y="0"/>
                    <a:pt x="663" y="46"/>
                  </a:cubicBezTo>
                  <a:cubicBezTo>
                    <a:pt x="677" y="89"/>
                    <a:pt x="677" y="38"/>
                    <a:pt x="682" y="21"/>
                  </a:cubicBezTo>
                  <a:cubicBezTo>
                    <a:pt x="684" y="44"/>
                    <a:pt x="679" y="69"/>
                    <a:pt x="688" y="90"/>
                  </a:cubicBezTo>
                  <a:cubicBezTo>
                    <a:pt x="690" y="96"/>
                    <a:pt x="703" y="89"/>
                    <a:pt x="707" y="84"/>
                  </a:cubicBezTo>
                  <a:cubicBezTo>
                    <a:pt x="718" y="70"/>
                    <a:pt x="721" y="38"/>
                    <a:pt x="733" y="21"/>
                  </a:cubicBezTo>
                  <a:cubicBezTo>
                    <a:pt x="737" y="57"/>
                    <a:pt x="741" y="123"/>
                    <a:pt x="770" y="46"/>
                  </a:cubicBezTo>
                  <a:cubicBezTo>
                    <a:pt x="772" y="54"/>
                    <a:pt x="774" y="63"/>
                    <a:pt x="777" y="71"/>
                  </a:cubicBezTo>
                  <a:cubicBezTo>
                    <a:pt x="780" y="78"/>
                    <a:pt x="782" y="93"/>
                    <a:pt x="789" y="90"/>
                  </a:cubicBezTo>
                  <a:cubicBezTo>
                    <a:pt x="802" y="84"/>
                    <a:pt x="809" y="29"/>
                    <a:pt x="815" y="15"/>
                  </a:cubicBezTo>
                  <a:cubicBezTo>
                    <a:pt x="831" y="37"/>
                    <a:pt x="838" y="56"/>
                    <a:pt x="853" y="78"/>
                  </a:cubicBezTo>
                  <a:cubicBezTo>
                    <a:pt x="857" y="91"/>
                    <a:pt x="860" y="104"/>
                    <a:pt x="865" y="116"/>
                  </a:cubicBezTo>
                  <a:cubicBezTo>
                    <a:pt x="868" y="123"/>
                    <a:pt x="872" y="139"/>
                    <a:pt x="878" y="135"/>
                  </a:cubicBezTo>
                  <a:cubicBezTo>
                    <a:pt x="887" y="129"/>
                    <a:pt x="882" y="114"/>
                    <a:pt x="884" y="103"/>
                  </a:cubicBezTo>
                  <a:cubicBezTo>
                    <a:pt x="886" y="88"/>
                    <a:pt x="888" y="74"/>
                    <a:pt x="890" y="59"/>
                  </a:cubicBezTo>
                  <a:cubicBezTo>
                    <a:pt x="912" y="119"/>
                    <a:pt x="939" y="172"/>
                    <a:pt x="966" y="229"/>
                  </a:cubicBezTo>
                  <a:cubicBezTo>
                    <a:pt x="970" y="216"/>
                    <a:pt x="976" y="204"/>
                    <a:pt x="979" y="191"/>
                  </a:cubicBezTo>
                  <a:cubicBezTo>
                    <a:pt x="984" y="166"/>
                    <a:pt x="991" y="116"/>
                    <a:pt x="991" y="116"/>
                  </a:cubicBezTo>
                  <a:cubicBezTo>
                    <a:pt x="1004" y="135"/>
                    <a:pt x="1010" y="153"/>
                    <a:pt x="1023" y="172"/>
                  </a:cubicBezTo>
                  <a:cubicBezTo>
                    <a:pt x="1028" y="196"/>
                    <a:pt x="1036" y="218"/>
                    <a:pt x="1042" y="242"/>
                  </a:cubicBezTo>
                  <a:cubicBezTo>
                    <a:pt x="1057" y="178"/>
                    <a:pt x="1036" y="242"/>
                    <a:pt x="1061" y="242"/>
                  </a:cubicBezTo>
                  <a:cubicBezTo>
                    <a:pt x="1070" y="242"/>
                    <a:pt x="1070" y="225"/>
                    <a:pt x="1074" y="217"/>
                  </a:cubicBezTo>
                  <a:cubicBezTo>
                    <a:pt x="1090" y="259"/>
                    <a:pt x="1094" y="297"/>
                    <a:pt x="1099" y="343"/>
                  </a:cubicBezTo>
                  <a:cubicBezTo>
                    <a:pt x="1103" y="337"/>
                    <a:pt x="1106" y="318"/>
                    <a:pt x="1111" y="324"/>
                  </a:cubicBezTo>
                  <a:cubicBezTo>
                    <a:pt x="1120" y="336"/>
                    <a:pt x="1117" y="353"/>
                    <a:pt x="1118" y="368"/>
                  </a:cubicBezTo>
                  <a:cubicBezTo>
                    <a:pt x="1123" y="428"/>
                    <a:pt x="1114" y="496"/>
                    <a:pt x="1143" y="551"/>
                  </a:cubicBezTo>
                  <a:cubicBezTo>
                    <a:pt x="1147" y="495"/>
                    <a:pt x="1146" y="456"/>
                    <a:pt x="1162" y="406"/>
                  </a:cubicBezTo>
                  <a:cubicBezTo>
                    <a:pt x="1164" y="440"/>
                    <a:pt x="1162" y="474"/>
                    <a:pt x="1168" y="507"/>
                  </a:cubicBezTo>
                  <a:cubicBezTo>
                    <a:pt x="1170" y="517"/>
                    <a:pt x="1173" y="466"/>
                    <a:pt x="1175" y="476"/>
                  </a:cubicBezTo>
                  <a:cubicBezTo>
                    <a:pt x="1193" y="557"/>
                    <a:pt x="1181" y="645"/>
                    <a:pt x="1194" y="728"/>
                  </a:cubicBezTo>
                  <a:cubicBezTo>
                    <a:pt x="1202" y="669"/>
                    <a:pt x="1198" y="608"/>
                    <a:pt x="1213" y="551"/>
                  </a:cubicBezTo>
                  <a:cubicBezTo>
                    <a:pt x="1216" y="538"/>
                    <a:pt x="1220" y="577"/>
                    <a:pt x="1225" y="589"/>
                  </a:cubicBezTo>
                  <a:cubicBezTo>
                    <a:pt x="1230" y="602"/>
                    <a:pt x="1238" y="614"/>
                    <a:pt x="1244" y="627"/>
                  </a:cubicBezTo>
                  <a:cubicBezTo>
                    <a:pt x="1250" y="652"/>
                    <a:pt x="1247" y="702"/>
                    <a:pt x="1276" y="659"/>
                  </a:cubicBezTo>
                  <a:cubicBezTo>
                    <a:pt x="1280" y="686"/>
                    <a:pt x="1281" y="714"/>
                    <a:pt x="1288" y="741"/>
                  </a:cubicBezTo>
                  <a:cubicBezTo>
                    <a:pt x="1293" y="760"/>
                    <a:pt x="1307" y="798"/>
                    <a:pt x="1307" y="798"/>
                  </a:cubicBezTo>
                  <a:cubicBezTo>
                    <a:pt x="1309" y="789"/>
                    <a:pt x="1313" y="763"/>
                    <a:pt x="1314" y="772"/>
                  </a:cubicBezTo>
                  <a:cubicBezTo>
                    <a:pt x="1319" y="814"/>
                    <a:pt x="1315" y="857"/>
                    <a:pt x="1320" y="899"/>
                  </a:cubicBezTo>
                  <a:cubicBezTo>
                    <a:pt x="1326" y="958"/>
                    <a:pt x="1350" y="1009"/>
                    <a:pt x="1370" y="1063"/>
                  </a:cubicBezTo>
                  <a:cubicBezTo>
                    <a:pt x="1386" y="1024"/>
                    <a:pt x="1394" y="984"/>
                    <a:pt x="1402" y="943"/>
                  </a:cubicBezTo>
                  <a:cubicBezTo>
                    <a:pt x="1411" y="1030"/>
                    <a:pt x="1444" y="1083"/>
                    <a:pt x="1459" y="1164"/>
                  </a:cubicBezTo>
                  <a:cubicBezTo>
                    <a:pt x="1464" y="1128"/>
                    <a:pt x="1465" y="1092"/>
                    <a:pt x="1471" y="1057"/>
                  </a:cubicBezTo>
                  <a:cubicBezTo>
                    <a:pt x="1472" y="1050"/>
                    <a:pt x="1471" y="1038"/>
                    <a:pt x="1478" y="1038"/>
                  </a:cubicBezTo>
                  <a:cubicBezTo>
                    <a:pt x="1484" y="1038"/>
                    <a:pt x="1478" y="1051"/>
                    <a:pt x="1478" y="1057"/>
                  </a:cubicBezTo>
                </a:path>
              </a:pathLst>
            </a:custGeom>
            <a:noFill/>
            <a:ln w="9525" cap="flat" cmpd="sng">
              <a:solidFill>
                <a:srgbClr val="FF3300"/>
              </a:solidFill>
              <a:prstDash val="solid"/>
              <a:round/>
              <a:headEnd/>
              <a:tailEnd/>
            </a:ln>
            <a:effectLst/>
          </p:spPr>
          <p:txBody>
            <a:bodyPr wrap="none" anchor="ctr"/>
            <a:lstStyle/>
            <a:p>
              <a:endParaRPr lang="en-GB" sz="1600"/>
            </a:p>
          </p:txBody>
        </p:sp>
        <p:sp>
          <p:nvSpPr>
            <p:cNvPr id="135395" name="Freeform 227"/>
            <p:cNvSpPr>
              <a:spLocks/>
            </p:cNvSpPr>
            <p:nvPr/>
          </p:nvSpPr>
          <p:spPr bwMode="auto">
            <a:xfrm flipV="1">
              <a:off x="1946" y="2613"/>
              <a:ext cx="1484" cy="1164"/>
            </a:xfrm>
            <a:custGeom>
              <a:avLst/>
              <a:gdLst/>
              <a:ahLst/>
              <a:cxnLst>
                <a:cxn ang="0">
                  <a:pos x="13" y="1031"/>
                </a:cxn>
                <a:cxn ang="0">
                  <a:pos x="25" y="1012"/>
                </a:cxn>
                <a:cxn ang="0">
                  <a:pos x="63" y="1019"/>
                </a:cxn>
                <a:cxn ang="0">
                  <a:pos x="120" y="817"/>
                </a:cxn>
                <a:cxn ang="0">
                  <a:pos x="145" y="861"/>
                </a:cxn>
                <a:cxn ang="0">
                  <a:pos x="202" y="760"/>
                </a:cxn>
                <a:cxn ang="0">
                  <a:pos x="253" y="469"/>
                </a:cxn>
                <a:cxn ang="0">
                  <a:pos x="290" y="482"/>
                </a:cxn>
                <a:cxn ang="0">
                  <a:pos x="410" y="223"/>
                </a:cxn>
                <a:cxn ang="0">
                  <a:pos x="511" y="97"/>
                </a:cxn>
                <a:cxn ang="0">
                  <a:pos x="562" y="103"/>
                </a:cxn>
                <a:cxn ang="0">
                  <a:pos x="631" y="90"/>
                </a:cxn>
                <a:cxn ang="0">
                  <a:pos x="682" y="21"/>
                </a:cxn>
                <a:cxn ang="0">
                  <a:pos x="707" y="84"/>
                </a:cxn>
                <a:cxn ang="0">
                  <a:pos x="770" y="46"/>
                </a:cxn>
                <a:cxn ang="0">
                  <a:pos x="789" y="90"/>
                </a:cxn>
                <a:cxn ang="0">
                  <a:pos x="853" y="78"/>
                </a:cxn>
                <a:cxn ang="0">
                  <a:pos x="878" y="135"/>
                </a:cxn>
                <a:cxn ang="0">
                  <a:pos x="890" y="59"/>
                </a:cxn>
                <a:cxn ang="0">
                  <a:pos x="979" y="191"/>
                </a:cxn>
                <a:cxn ang="0">
                  <a:pos x="1023" y="172"/>
                </a:cxn>
                <a:cxn ang="0">
                  <a:pos x="1061" y="242"/>
                </a:cxn>
                <a:cxn ang="0">
                  <a:pos x="1099" y="343"/>
                </a:cxn>
                <a:cxn ang="0">
                  <a:pos x="1118" y="368"/>
                </a:cxn>
                <a:cxn ang="0">
                  <a:pos x="1162" y="406"/>
                </a:cxn>
                <a:cxn ang="0">
                  <a:pos x="1175" y="476"/>
                </a:cxn>
                <a:cxn ang="0">
                  <a:pos x="1213" y="551"/>
                </a:cxn>
                <a:cxn ang="0">
                  <a:pos x="1244" y="627"/>
                </a:cxn>
                <a:cxn ang="0">
                  <a:pos x="1288" y="741"/>
                </a:cxn>
                <a:cxn ang="0">
                  <a:pos x="1314" y="772"/>
                </a:cxn>
                <a:cxn ang="0">
                  <a:pos x="1370" y="1063"/>
                </a:cxn>
                <a:cxn ang="0">
                  <a:pos x="1459" y="1164"/>
                </a:cxn>
                <a:cxn ang="0">
                  <a:pos x="1478" y="1038"/>
                </a:cxn>
              </a:cxnLst>
              <a:rect l="0" t="0" r="r" b="b"/>
              <a:pathLst>
                <a:path w="1484" h="1164">
                  <a:moveTo>
                    <a:pt x="0" y="1057"/>
                  </a:moveTo>
                  <a:cubicBezTo>
                    <a:pt x="4" y="1048"/>
                    <a:pt x="10" y="1040"/>
                    <a:pt x="13" y="1031"/>
                  </a:cubicBezTo>
                  <a:cubicBezTo>
                    <a:pt x="17" y="1019"/>
                    <a:pt x="12" y="1004"/>
                    <a:pt x="19" y="993"/>
                  </a:cubicBezTo>
                  <a:cubicBezTo>
                    <a:pt x="23" y="987"/>
                    <a:pt x="21" y="1007"/>
                    <a:pt x="25" y="1012"/>
                  </a:cubicBezTo>
                  <a:cubicBezTo>
                    <a:pt x="30" y="1018"/>
                    <a:pt x="38" y="1021"/>
                    <a:pt x="44" y="1025"/>
                  </a:cubicBezTo>
                  <a:cubicBezTo>
                    <a:pt x="53" y="997"/>
                    <a:pt x="52" y="960"/>
                    <a:pt x="63" y="1019"/>
                  </a:cubicBezTo>
                  <a:cubicBezTo>
                    <a:pt x="88" y="983"/>
                    <a:pt x="81" y="957"/>
                    <a:pt x="88" y="911"/>
                  </a:cubicBezTo>
                  <a:cubicBezTo>
                    <a:pt x="93" y="879"/>
                    <a:pt x="108" y="847"/>
                    <a:pt x="120" y="817"/>
                  </a:cubicBezTo>
                  <a:cubicBezTo>
                    <a:pt x="124" y="823"/>
                    <a:pt x="129" y="829"/>
                    <a:pt x="133" y="836"/>
                  </a:cubicBezTo>
                  <a:cubicBezTo>
                    <a:pt x="138" y="844"/>
                    <a:pt x="136" y="859"/>
                    <a:pt x="145" y="861"/>
                  </a:cubicBezTo>
                  <a:cubicBezTo>
                    <a:pt x="152" y="863"/>
                    <a:pt x="154" y="849"/>
                    <a:pt x="158" y="842"/>
                  </a:cubicBezTo>
                  <a:cubicBezTo>
                    <a:pt x="175" y="814"/>
                    <a:pt x="184" y="786"/>
                    <a:pt x="202" y="760"/>
                  </a:cubicBezTo>
                  <a:cubicBezTo>
                    <a:pt x="219" y="704"/>
                    <a:pt x="227" y="660"/>
                    <a:pt x="234" y="602"/>
                  </a:cubicBezTo>
                  <a:cubicBezTo>
                    <a:pt x="259" y="682"/>
                    <a:pt x="237" y="514"/>
                    <a:pt x="253" y="469"/>
                  </a:cubicBezTo>
                  <a:cubicBezTo>
                    <a:pt x="259" y="478"/>
                    <a:pt x="261" y="492"/>
                    <a:pt x="271" y="495"/>
                  </a:cubicBezTo>
                  <a:cubicBezTo>
                    <a:pt x="278" y="498"/>
                    <a:pt x="285" y="488"/>
                    <a:pt x="290" y="482"/>
                  </a:cubicBezTo>
                  <a:cubicBezTo>
                    <a:pt x="296" y="475"/>
                    <a:pt x="318" y="406"/>
                    <a:pt x="322" y="393"/>
                  </a:cubicBezTo>
                  <a:cubicBezTo>
                    <a:pt x="332" y="322"/>
                    <a:pt x="354" y="268"/>
                    <a:pt x="410" y="223"/>
                  </a:cubicBezTo>
                  <a:cubicBezTo>
                    <a:pt x="422" y="200"/>
                    <a:pt x="430" y="176"/>
                    <a:pt x="442" y="153"/>
                  </a:cubicBezTo>
                  <a:cubicBezTo>
                    <a:pt x="486" y="183"/>
                    <a:pt x="499" y="134"/>
                    <a:pt x="511" y="97"/>
                  </a:cubicBezTo>
                  <a:cubicBezTo>
                    <a:pt x="524" y="114"/>
                    <a:pt x="541" y="140"/>
                    <a:pt x="549" y="135"/>
                  </a:cubicBezTo>
                  <a:cubicBezTo>
                    <a:pt x="559" y="129"/>
                    <a:pt x="555" y="112"/>
                    <a:pt x="562" y="103"/>
                  </a:cubicBezTo>
                  <a:cubicBezTo>
                    <a:pt x="573" y="89"/>
                    <a:pt x="600" y="65"/>
                    <a:pt x="600" y="65"/>
                  </a:cubicBezTo>
                  <a:cubicBezTo>
                    <a:pt x="614" y="21"/>
                    <a:pt x="618" y="70"/>
                    <a:pt x="631" y="90"/>
                  </a:cubicBezTo>
                  <a:cubicBezTo>
                    <a:pt x="636" y="66"/>
                    <a:pt x="632" y="0"/>
                    <a:pt x="663" y="46"/>
                  </a:cubicBezTo>
                  <a:cubicBezTo>
                    <a:pt x="677" y="89"/>
                    <a:pt x="677" y="38"/>
                    <a:pt x="682" y="21"/>
                  </a:cubicBezTo>
                  <a:cubicBezTo>
                    <a:pt x="684" y="44"/>
                    <a:pt x="679" y="69"/>
                    <a:pt x="688" y="90"/>
                  </a:cubicBezTo>
                  <a:cubicBezTo>
                    <a:pt x="690" y="96"/>
                    <a:pt x="703" y="89"/>
                    <a:pt x="707" y="84"/>
                  </a:cubicBezTo>
                  <a:cubicBezTo>
                    <a:pt x="718" y="70"/>
                    <a:pt x="721" y="38"/>
                    <a:pt x="733" y="21"/>
                  </a:cubicBezTo>
                  <a:cubicBezTo>
                    <a:pt x="737" y="57"/>
                    <a:pt x="741" y="123"/>
                    <a:pt x="770" y="46"/>
                  </a:cubicBezTo>
                  <a:cubicBezTo>
                    <a:pt x="772" y="54"/>
                    <a:pt x="774" y="63"/>
                    <a:pt x="777" y="71"/>
                  </a:cubicBezTo>
                  <a:cubicBezTo>
                    <a:pt x="780" y="78"/>
                    <a:pt x="782" y="93"/>
                    <a:pt x="789" y="90"/>
                  </a:cubicBezTo>
                  <a:cubicBezTo>
                    <a:pt x="802" y="84"/>
                    <a:pt x="809" y="29"/>
                    <a:pt x="815" y="15"/>
                  </a:cubicBezTo>
                  <a:cubicBezTo>
                    <a:pt x="831" y="37"/>
                    <a:pt x="838" y="56"/>
                    <a:pt x="853" y="78"/>
                  </a:cubicBezTo>
                  <a:cubicBezTo>
                    <a:pt x="857" y="91"/>
                    <a:pt x="860" y="104"/>
                    <a:pt x="865" y="116"/>
                  </a:cubicBezTo>
                  <a:cubicBezTo>
                    <a:pt x="868" y="123"/>
                    <a:pt x="872" y="139"/>
                    <a:pt x="878" y="135"/>
                  </a:cubicBezTo>
                  <a:cubicBezTo>
                    <a:pt x="887" y="129"/>
                    <a:pt x="882" y="114"/>
                    <a:pt x="884" y="103"/>
                  </a:cubicBezTo>
                  <a:cubicBezTo>
                    <a:pt x="886" y="88"/>
                    <a:pt x="888" y="74"/>
                    <a:pt x="890" y="59"/>
                  </a:cubicBezTo>
                  <a:cubicBezTo>
                    <a:pt x="912" y="119"/>
                    <a:pt x="939" y="172"/>
                    <a:pt x="966" y="229"/>
                  </a:cubicBezTo>
                  <a:cubicBezTo>
                    <a:pt x="970" y="216"/>
                    <a:pt x="976" y="204"/>
                    <a:pt x="979" y="191"/>
                  </a:cubicBezTo>
                  <a:cubicBezTo>
                    <a:pt x="984" y="166"/>
                    <a:pt x="991" y="116"/>
                    <a:pt x="991" y="116"/>
                  </a:cubicBezTo>
                  <a:cubicBezTo>
                    <a:pt x="1004" y="135"/>
                    <a:pt x="1010" y="153"/>
                    <a:pt x="1023" y="172"/>
                  </a:cubicBezTo>
                  <a:cubicBezTo>
                    <a:pt x="1028" y="196"/>
                    <a:pt x="1036" y="218"/>
                    <a:pt x="1042" y="242"/>
                  </a:cubicBezTo>
                  <a:cubicBezTo>
                    <a:pt x="1057" y="178"/>
                    <a:pt x="1036" y="242"/>
                    <a:pt x="1061" y="242"/>
                  </a:cubicBezTo>
                  <a:cubicBezTo>
                    <a:pt x="1070" y="242"/>
                    <a:pt x="1070" y="225"/>
                    <a:pt x="1074" y="217"/>
                  </a:cubicBezTo>
                  <a:cubicBezTo>
                    <a:pt x="1090" y="259"/>
                    <a:pt x="1094" y="297"/>
                    <a:pt x="1099" y="343"/>
                  </a:cubicBezTo>
                  <a:cubicBezTo>
                    <a:pt x="1103" y="337"/>
                    <a:pt x="1106" y="318"/>
                    <a:pt x="1111" y="324"/>
                  </a:cubicBezTo>
                  <a:cubicBezTo>
                    <a:pt x="1120" y="336"/>
                    <a:pt x="1117" y="353"/>
                    <a:pt x="1118" y="368"/>
                  </a:cubicBezTo>
                  <a:cubicBezTo>
                    <a:pt x="1123" y="428"/>
                    <a:pt x="1114" y="496"/>
                    <a:pt x="1143" y="551"/>
                  </a:cubicBezTo>
                  <a:cubicBezTo>
                    <a:pt x="1147" y="495"/>
                    <a:pt x="1146" y="456"/>
                    <a:pt x="1162" y="406"/>
                  </a:cubicBezTo>
                  <a:cubicBezTo>
                    <a:pt x="1164" y="440"/>
                    <a:pt x="1162" y="474"/>
                    <a:pt x="1168" y="507"/>
                  </a:cubicBezTo>
                  <a:cubicBezTo>
                    <a:pt x="1170" y="517"/>
                    <a:pt x="1173" y="466"/>
                    <a:pt x="1175" y="476"/>
                  </a:cubicBezTo>
                  <a:cubicBezTo>
                    <a:pt x="1193" y="557"/>
                    <a:pt x="1181" y="645"/>
                    <a:pt x="1194" y="728"/>
                  </a:cubicBezTo>
                  <a:cubicBezTo>
                    <a:pt x="1202" y="669"/>
                    <a:pt x="1198" y="608"/>
                    <a:pt x="1213" y="551"/>
                  </a:cubicBezTo>
                  <a:cubicBezTo>
                    <a:pt x="1216" y="538"/>
                    <a:pt x="1220" y="577"/>
                    <a:pt x="1225" y="589"/>
                  </a:cubicBezTo>
                  <a:cubicBezTo>
                    <a:pt x="1230" y="602"/>
                    <a:pt x="1238" y="614"/>
                    <a:pt x="1244" y="627"/>
                  </a:cubicBezTo>
                  <a:cubicBezTo>
                    <a:pt x="1250" y="652"/>
                    <a:pt x="1247" y="702"/>
                    <a:pt x="1276" y="659"/>
                  </a:cubicBezTo>
                  <a:cubicBezTo>
                    <a:pt x="1280" y="686"/>
                    <a:pt x="1281" y="714"/>
                    <a:pt x="1288" y="741"/>
                  </a:cubicBezTo>
                  <a:cubicBezTo>
                    <a:pt x="1293" y="760"/>
                    <a:pt x="1307" y="798"/>
                    <a:pt x="1307" y="798"/>
                  </a:cubicBezTo>
                  <a:cubicBezTo>
                    <a:pt x="1309" y="789"/>
                    <a:pt x="1313" y="763"/>
                    <a:pt x="1314" y="772"/>
                  </a:cubicBezTo>
                  <a:cubicBezTo>
                    <a:pt x="1319" y="814"/>
                    <a:pt x="1315" y="857"/>
                    <a:pt x="1320" y="899"/>
                  </a:cubicBezTo>
                  <a:cubicBezTo>
                    <a:pt x="1326" y="958"/>
                    <a:pt x="1350" y="1009"/>
                    <a:pt x="1370" y="1063"/>
                  </a:cubicBezTo>
                  <a:cubicBezTo>
                    <a:pt x="1386" y="1024"/>
                    <a:pt x="1394" y="984"/>
                    <a:pt x="1402" y="943"/>
                  </a:cubicBezTo>
                  <a:cubicBezTo>
                    <a:pt x="1411" y="1030"/>
                    <a:pt x="1444" y="1083"/>
                    <a:pt x="1459" y="1164"/>
                  </a:cubicBezTo>
                  <a:cubicBezTo>
                    <a:pt x="1464" y="1128"/>
                    <a:pt x="1465" y="1092"/>
                    <a:pt x="1471" y="1057"/>
                  </a:cubicBezTo>
                  <a:cubicBezTo>
                    <a:pt x="1472" y="1050"/>
                    <a:pt x="1471" y="1038"/>
                    <a:pt x="1478" y="1038"/>
                  </a:cubicBezTo>
                  <a:cubicBezTo>
                    <a:pt x="1484" y="1038"/>
                    <a:pt x="1478" y="1051"/>
                    <a:pt x="1478" y="1057"/>
                  </a:cubicBezTo>
                </a:path>
              </a:pathLst>
            </a:custGeom>
            <a:noFill/>
            <a:ln w="9525" cap="flat" cmpd="sng">
              <a:solidFill>
                <a:srgbClr val="FF3300"/>
              </a:solidFill>
              <a:prstDash val="solid"/>
              <a:round/>
              <a:headEnd/>
              <a:tailEnd/>
            </a:ln>
            <a:effectLst/>
          </p:spPr>
          <p:txBody>
            <a:bodyPr wrap="none" anchor="ctr"/>
            <a:lstStyle/>
            <a:p>
              <a:endParaRPr lang="en-GB" sz="1600"/>
            </a:p>
          </p:txBody>
        </p:sp>
        <p:sp>
          <p:nvSpPr>
            <p:cNvPr id="135396" name="Freeform 228"/>
            <p:cNvSpPr>
              <a:spLocks/>
            </p:cNvSpPr>
            <p:nvPr/>
          </p:nvSpPr>
          <p:spPr bwMode="auto">
            <a:xfrm>
              <a:off x="1918" y="2583"/>
              <a:ext cx="1492" cy="1162"/>
            </a:xfrm>
            <a:custGeom>
              <a:avLst/>
              <a:gdLst/>
              <a:ahLst/>
              <a:cxnLst>
                <a:cxn ang="0">
                  <a:pos x="34" y="1093"/>
                </a:cxn>
                <a:cxn ang="0">
                  <a:pos x="72" y="1093"/>
                </a:cxn>
                <a:cxn ang="0">
                  <a:pos x="91" y="1112"/>
                </a:cxn>
                <a:cxn ang="0">
                  <a:pos x="160" y="1086"/>
                </a:cxn>
                <a:cxn ang="0">
                  <a:pos x="173" y="1124"/>
                </a:cxn>
                <a:cxn ang="0">
                  <a:pos x="223" y="1143"/>
                </a:cxn>
                <a:cxn ang="0">
                  <a:pos x="287" y="1143"/>
                </a:cxn>
                <a:cxn ang="0">
                  <a:pos x="337" y="1162"/>
                </a:cxn>
                <a:cxn ang="0">
                  <a:pos x="369" y="1124"/>
                </a:cxn>
                <a:cxn ang="0">
                  <a:pos x="432" y="1105"/>
                </a:cxn>
                <a:cxn ang="0">
                  <a:pos x="495" y="1068"/>
                </a:cxn>
                <a:cxn ang="0">
                  <a:pos x="533" y="1061"/>
                </a:cxn>
                <a:cxn ang="0">
                  <a:pos x="571" y="1061"/>
                </a:cxn>
                <a:cxn ang="0">
                  <a:pos x="590" y="1074"/>
                </a:cxn>
                <a:cxn ang="0">
                  <a:pos x="621" y="954"/>
                </a:cxn>
                <a:cxn ang="0">
                  <a:pos x="628" y="973"/>
                </a:cxn>
                <a:cxn ang="0">
                  <a:pos x="634" y="948"/>
                </a:cxn>
                <a:cxn ang="0">
                  <a:pos x="647" y="922"/>
                </a:cxn>
                <a:cxn ang="0">
                  <a:pos x="691" y="809"/>
                </a:cxn>
                <a:cxn ang="0">
                  <a:pos x="741" y="657"/>
                </a:cxn>
                <a:cxn ang="0">
                  <a:pos x="767" y="606"/>
                </a:cxn>
                <a:cxn ang="0">
                  <a:pos x="798" y="531"/>
                </a:cxn>
                <a:cxn ang="0">
                  <a:pos x="805" y="499"/>
                </a:cxn>
                <a:cxn ang="0">
                  <a:pos x="811" y="480"/>
                </a:cxn>
                <a:cxn ang="0">
                  <a:pos x="823" y="430"/>
                </a:cxn>
                <a:cxn ang="0">
                  <a:pos x="861" y="329"/>
                </a:cxn>
                <a:cxn ang="0">
                  <a:pos x="956" y="120"/>
                </a:cxn>
                <a:cxn ang="0">
                  <a:pos x="988" y="101"/>
                </a:cxn>
                <a:cxn ang="0">
                  <a:pos x="1007" y="63"/>
                </a:cxn>
                <a:cxn ang="0">
                  <a:pos x="1013" y="89"/>
                </a:cxn>
                <a:cxn ang="0">
                  <a:pos x="1019" y="108"/>
                </a:cxn>
                <a:cxn ang="0">
                  <a:pos x="1057" y="57"/>
                </a:cxn>
                <a:cxn ang="0">
                  <a:pos x="1063" y="89"/>
                </a:cxn>
                <a:cxn ang="0">
                  <a:pos x="1070" y="114"/>
                </a:cxn>
                <a:cxn ang="0">
                  <a:pos x="1095" y="82"/>
                </a:cxn>
                <a:cxn ang="0">
                  <a:pos x="1101" y="57"/>
                </a:cxn>
                <a:cxn ang="0">
                  <a:pos x="1108" y="38"/>
                </a:cxn>
                <a:cxn ang="0">
                  <a:pos x="1127" y="82"/>
                </a:cxn>
                <a:cxn ang="0">
                  <a:pos x="1146" y="57"/>
                </a:cxn>
                <a:cxn ang="0">
                  <a:pos x="1152" y="32"/>
                </a:cxn>
                <a:cxn ang="0">
                  <a:pos x="1171" y="82"/>
                </a:cxn>
                <a:cxn ang="0">
                  <a:pos x="1215" y="25"/>
                </a:cxn>
                <a:cxn ang="0">
                  <a:pos x="1259" y="13"/>
                </a:cxn>
                <a:cxn ang="0">
                  <a:pos x="1291" y="44"/>
                </a:cxn>
                <a:cxn ang="0">
                  <a:pos x="1303" y="19"/>
                </a:cxn>
                <a:cxn ang="0">
                  <a:pos x="1335" y="57"/>
                </a:cxn>
                <a:cxn ang="0">
                  <a:pos x="1392" y="0"/>
                </a:cxn>
                <a:cxn ang="0">
                  <a:pos x="1417" y="76"/>
                </a:cxn>
                <a:cxn ang="0">
                  <a:pos x="1442" y="70"/>
                </a:cxn>
                <a:cxn ang="0">
                  <a:pos x="1461" y="70"/>
                </a:cxn>
                <a:cxn ang="0">
                  <a:pos x="1474" y="133"/>
                </a:cxn>
                <a:cxn ang="0">
                  <a:pos x="1487" y="120"/>
                </a:cxn>
              </a:cxnLst>
              <a:rect l="0" t="0" r="r" b="b"/>
              <a:pathLst>
                <a:path w="1492" h="1162">
                  <a:moveTo>
                    <a:pt x="34" y="1093"/>
                  </a:moveTo>
                  <a:cubicBezTo>
                    <a:pt x="106" y="1138"/>
                    <a:pt x="0" y="1080"/>
                    <a:pt x="72" y="1093"/>
                  </a:cubicBezTo>
                  <a:cubicBezTo>
                    <a:pt x="81" y="1095"/>
                    <a:pt x="85" y="1106"/>
                    <a:pt x="91" y="1112"/>
                  </a:cubicBezTo>
                  <a:cubicBezTo>
                    <a:pt x="108" y="1103"/>
                    <a:pt x="141" y="1084"/>
                    <a:pt x="160" y="1086"/>
                  </a:cubicBezTo>
                  <a:cubicBezTo>
                    <a:pt x="161" y="1086"/>
                    <a:pt x="173" y="1123"/>
                    <a:pt x="173" y="1124"/>
                  </a:cubicBezTo>
                  <a:cubicBezTo>
                    <a:pt x="223" y="1112"/>
                    <a:pt x="180" y="1129"/>
                    <a:pt x="223" y="1143"/>
                  </a:cubicBezTo>
                  <a:cubicBezTo>
                    <a:pt x="281" y="1121"/>
                    <a:pt x="264" y="1109"/>
                    <a:pt x="287" y="1143"/>
                  </a:cubicBezTo>
                  <a:cubicBezTo>
                    <a:pt x="337" y="1131"/>
                    <a:pt x="327" y="1099"/>
                    <a:pt x="337" y="1162"/>
                  </a:cubicBezTo>
                  <a:cubicBezTo>
                    <a:pt x="349" y="1150"/>
                    <a:pt x="354" y="1132"/>
                    <a:pt x="369" y="1124"/>
                  </a:cubicBezTo>
                  <a:cubicBezTo>
                    <a:pt x="388" y="1114"/>
                    <a:pt x="411" y="1113"/>
                    <a:pt x="432" y="1105"/>
                  </a:cubicBezTo>
                  <a:cubicBezTo>
                    <a:pt x="471" y="1162"/>
                    <a:pt x="468" y="1081"/>
                    <a:pt x="495" y="1068"/>
                  </a:cubicBezTo>
                  <a:cubicBezTo>
                    <a:pt x="507" y="1062"/>
                    <a:pt x="520" y="1063"/>
                    <a:pt x="533" y="1061"/>
                  </a:cubicBezTo>
                  <a:cubicBezTo>
                    <a:pt x="577" y="994"/>
                    <a:pt x="545" y="1028"/>
                    <a:pt x="571" y="1061"/>
                  </a:cubicBezTo>
                  <a:cubicBezTo>
                    <a:pt x="576" y="1067"/>
                    <a:pt x="584" y="1070"/>
                    <a:pt x="590" y="1074"/>
                  </a:cubicBezTo>
                  <a:cubicBezTo>
                    <a:pt x="600" y="1033"/>
                    <a:pt x="614" y="996"/>
                    <a:pt x="621" y="954"/>
                  </a:cubicBezTo>
                  <a:cubicBezTo>
                    <a:pt x="623" y="960"/>
                    <a:pt x="622" y="976"/>
                    <a:pt x="628" y="973"/>
                  </a:cubicBezTo>
                  <a:cubicBezTo>
                    <a:pt x="636" y="969"/>
                    <a:pt x="631" y="956"/>
                    <a:pt x="634" y="948"/>
                  </a:cubicBezTo>
                  <a:cubicBezTo>
                    <a:pt x="637" y="939"/>
                    <a:pt x="643" y="931"/>
                    <a:pt x="647" y="922"/>
                  </a:cubicBezTo>
                  <a:cubicBezTo>
                    <a:pt x="664" y="883"/>
                    <a:pt x="665" y="843"/>
                    <a:pt x="691" y="809"/>
                  </a:cubicBezTo>
                  <a:cubicBezTo>
                    <a:pt x="707" y="758"/>
                    <a:pt x="725" y="708"/>
                    <a:pt x="741" y="657"/>
                  </a:cubicBezTo>
                  <a:cubicBezTo>
                    <a:pt x="747" y="639"/>
                    <a:pt x="760" y="624"/>
                    <a:pt x="767" y="606"/>
                  </a:cubicBezTo>
                  <a:cubicBezTo>
                    <a:pt x="773" y="575"/>
                    <a:pt x="784" y="559"/>
                    <a:pt x="798" y="531"/>
                  </a:cubicBezTo>
                  <a:cubicBezTo>
                    <a:pt x="800" y="520"/>
                    <a:pt x="802" y="510"/>
                    <a:pt x="805" y="499"/>
                  </a:cubicBezTo>
                  <a:cubicBezTo>
                    <a:pt x="807" y="493"/>
                    <a:pt x="809" y="486"/>
                    <a:pt x="811" y="480"/>
                  </a:cubicBezTo>
                  <a:cubicBezTo>
                    <a:pt x="815" y="463"/>
                    <a:pt x="823" y="430"/>
                    <a:pt x="823" y="430"/>
                  </a:cubicBezTo>
                  <a:cubicBezTo>
                    <a:pt x="829" y="374"/>
                    <a:pt x="816" y="351"/>
                    <a:pt x="861" y="329"/>
                  </a:cubicBezTo>
                  <a:cubicBezTo>
                    <a:pt x="879" y="256"/>
                    <a:pt x="921" y="187"/>
                    <a:pt x="956" y="120"/>
                  </a:cubicBezTo>
                  <a:cubicBezTo>
                    <a:pt x="967" y="153"/>
                    <a:pt x="958" y="145"/>
                    <a:pt x="988" y="101"/>
                  </a:cubicBezTo>
                  <a:cubicBezTo>
                    <a:pt x="1003" y="79"/>
                    <a:pt x="998" y="86"/>
                    <a:pt x="1007" y="63"/>
                  </a:cubicBezTo>
                  <a:cubicBezTo>
                    <a:pt x="1009" y="72"/>
                    <a:pt x="1011" y="80"/>
                    <a:pt x="1013" y="89"/>
                  </a:cubicBezTo>
                  <a:cubicBezTo>
                    <a:pt x="1015" y="95"/>
                    <a:pt x="1014" y="112"/>
                    <a:pt x="1019" y="108"/>
                  </a:cubicBezTo>
                  <a:cubicBezTo>
                    <a:pt x="1036" y="96"/>
                    <a:pt x="1057" y="57"/>
                    <a:pt x="1057" y="57"/>
                  </a:cubicBezTo>
                  <a:cubicBezTo>
                    <a:pt x="1059" y="68"/>
                    <a:pt x="1061" y="78"/>
                    <a:pt x="1063" y="89"/>
                  </a:cubicBezTo>
                  <a:cubicBezTo>
                    <a:pt x="1065" y="97"/>
                    <a:pt x="1062" y="116"/>
                    <a:pt x="1070" y="114"/>
                  </a:cubicBezTo>
                  <a:cubicBezTo>
                    <a:pt x="1083" y="111"/>
                    <a:pt x="1087" y="93"/>
                    <a:pt x="1095" y="82"/>
                  </a:cubicBezTo>
                  <a:cubicBezTo>
                    <a:pt x="1097" y="74"/>
                    <a:pt x="1099" y="65"/>
                    <a:pt x="1101" y="57"/>
                  </a:cubicBezTo>
                  <a:cubicBezTo>
                    <a:pt x="1103" y="51"/>
                    <a:pt x="1102" y="36"/>
                    <a:pt x="1108" y="38"/>
                  </a:cubicBezTo>
                  <a:cubicBezTo>
                    <a:pt x="1112" y="39"/>
                    <a:pt x="1125" y="76"/>
                    <a:pt x="1127" y="82"/>
                  </a:cubicBezTo>
                  <a:cubicBezTo>
                    <a:pt x="1133" y="74"/>
                    <a:pt x="1141" y="66"/>
                    <a:pt x="1146" y="57"/>
                  </a:cubicBezTo>
                  <a:cubicBezTo>
                    <a:pt x="1150" y="49"/>
                    <a:pt x="1144" y="29"/>
                    <a:pt x="1152" y="32"/>
                  </a:cubicBezTo>
                  <a:cubicBezTo>
                    <a:pt x="1156" y="33"/>
                    <a:pt x="1168" y="74"/>
                    <a:pt x="1171" y="82"/>
                  </a:cubicBezTo>
                  <a:cubicBezTo>
                    <a:pt x="1195" y="67"/>
                    <a:pt x="1198" y="49"/>
                    <a:pt x="1215" y="25"/>
                  </a:cubicBezTo>
                  <a:cubicBezTo>
                    <a:pt x="1239" y="60"/>
                    <a:pt x="1244" y="44"/>
                    <a:pt x="1259" y="13"/>
                  </a:cubicBezTo>
                  <a:cubicBezTo>
                    <a:pt x="1269" y="48"/>
                    <a:pt x="1254" y="81"/>
                    <a:pt x="1291" y="44"/>
                  </a:cubicBezTo>
                  <a:cubicBezTo>
                    <a:pt x="1295" y="36"/>
                    <a:pt x="1294" y="21"/>
                    <a:pt x="1303" y="19"/>
                  </a:cubicBezTo>
                  <a:cubicBezTo>
                    <a:pt x="1310" y="18"/>
                    <a:pt x="1332" y="53"/>
                    <a:pt x="1335" y="57"/>
                  </a:cubicBezTo>
                  <a:cubicBezTo>
                    <a:pt x="1363" y="42"/>
                    <a:pt x="1374" y="26"/>
                    <a:pt x="1392" y="0"/>
                  </a:cubicBezTo>
                  <a:cubicBezTo>
                    <a:pt x="1397" y="29"/>
                    <a:pt x="1401" y="51"/>
                    <a:pt x="1417" y="76"/>
                  </a:cubicBezTo>
                  <a:cubicBezTo>
                    <a:pt x="1425" y="74"/>
                    <a:pt x="1435" y="75"/>
                    <a:pt x="1442" y="70"/>
                  </a:cubicBezTo>
                  <a:cubicBezTo>
                    <a:pt x="1459" y="56"/>
                    <a:pt x="1437" y="32"/>
                    <a:pt x="1461" y="70"/>
                  </a:cubicBezTo>
                  <a:cubicBezTo>
                    <a:pt x="1477" y="159"/>
                    <a:pt x="1460" y="67"/>
                    <a:pt x="1474" y="133"/>
                  </a:cubicBezTo>
                  <a:cubicBezTo>
                    <a:pt x="1492" y="217"/>
                    <a:pt x="1487" y="222"/>
                    <a:pt x="1487" y="120"/>
                  </a:cubicBezTo>
                </a:path>
              </a:pathLst>
            </a:custGeom>
            <a:noFill/>
            <a:ln w="9525" cap="flat" cmpd="sng">
              <a:solidFill>
                <a:srgbClr val="FF3300"/>
              </a:solidFill>
              <a:prstDash val="solid"/>
              <a:round/>
              <a:headEnd/>
              <a:tailEnd/>
            </a:ln>
            <a:effectLst/>
          </p:spPr>
          <p:txBody>
            <a:bodyPr wrap="none" anchor="ctr"/>
            <a:lstStyle/>
            <a:p>
              <a:endParaRPr lang="en-GB" sz="1600"/>
            </a:p>
          </p:txBody>
        </p:sp>
        <p:sp>
          <p:nvSpPr>
            <p:cNvPr id="135397" name="Freeform 229"/>
            <p:cNvSpPr>
              <a:spLocks/>
            </p:cNvSpPr>
            <p:nvPr/>
          </p:nvSpPr>
          <p:spPr bwMode="auto">
            <a:xfrm>
              <a:off x="1999" y="2533"/>
              <a:ext cx="1349" cy="1269"/>
            </a:xfrm>
            <a:custGeom>
              <a:avLst/>
              <a:gdLst/>
              <a:ahLst/>
              <a:cxnLst>
                <a:cxn ang="0">
                  <a:pos x="4" y="151"/>
                </a:cxn>
                <a:cxn ang="0">
                  <a:pos x="42" y="95"/>
                </a:cxn>
                <a:cxn ang="0">
                  <a:pos x="67" y="57"/>
                </a:cxn>
                <a:cxn ang="0">
                  <a:pos x="73" y="76"/>
                </a:cxn>
                <a:cxn ang="0">
                  <a:pos x="67" y="95"/>
                </a:cxn>
                <a:cxn ang="0">
                  <a:pos x="99" y="38"/>
                </a:cxn>
                <a:cxn ang="0">
                  <a:pos x="143" y="13"/>
                </a:cxn>
                <a:cxn ang="0">
                  <a:pos x="149" y="69"/>
                </a:cxn>
                <a:cxn ang="0">
                  <a:pos x="168" y="63"/>
                </a:cxn>
                <a:cxn ang="0">
                  <a:pos x="200" y="19"/>
                </a:cxn>
                <a:cxn ang="0">
                  <a:pos x="212" y="101"/>
                </a:cxn>
                <a:cxn ang="0">
                  <a:pos x="231" y="63"/>
                </a:cxn>
                <a:cxn ang="0">
                  <a:pos x="257" y="0"/>
                </a:cxn>
                <a:cxn ang="0">
                  <a:pos x="263" y="95"/>
                </a:cxn>
                <a:cxn ang="0">
                  <a:pos x="295" y="82"/>
                </a:cxn>
                <a:cxn ang="0">
                  <a:pos x="320" y="31"/>
                </a:cxn>
                <a:cxn ang="0">
                  <a:pos x="358" y="63"/>
                </a:cxn>
                <a:cxn ang="0">
                  <a:pos x="383" y="145"/>
                </a:cxn>
                <a:cxn ang="0">
                  <a:pos x="402" y="126"/>
                </a:cxn>
                <a:cxn ang="0">
                  <a:pos x="408" y="107"/>
                </a:cxn>
                <a:cxn ang="0">
                  <a:pos x="433" y="164"/>
                </a:cxn>
                <a:cxn ang="0">
                  <a:pos x="452" y="189"/>
                </a:cxn>
                <a:cxn ang="0">
                  <a:pos x="478" y="158"/>
                </a:cxn>
                <a:cxn ang="0">
                  <a:pos x="484" y="133"/>
                </a:cxn>
                <a:cxn ang="0">
                  <a:pos x="497" y="151"/>
                </a:cxn>
                <a:cxn ang="0">
                  <a:pos x="516" y="227"/>
                </a:cxn>
                <a:cxn ang="0">
                  <a:pos x="547" y="259"/>
                </a:cxn>
                <a:cxn ang="0">
                  <a:pos x="553" y="335"/>
                </a:cxn>
                <a:cxn ang="0">
                  <a:pos x="572" y="322"/>
                </a:cxn>
                <a:cxn ang="0">
                  <a:pos x="579" y="341"/>
                </a:cxn>
                <a:cxn ang="0">
                  <a:pos x="604" y="474"/>
                </a:cxn>
                <a:cxn ang="0">
                  <a:pos x="629" y="398"/>
                </a:cxn>
                <a:cxn ang="0">
                  <a:pos x="673" y="606"/>
                </a:cxn>
                <a:cxn ang="0">
                  <a:pos x="699" y="657"/>
                </a:cxn>
                <a:cxn ang="0">
                  <a:pos x="718" y="638"/>
                </a:cxn>
                <a:cxn ang="0">
                  <a:pos x="737" y="663"/>
                </a:cxn>
                <a:cxn ang="0">
                  <a:pos x="756" y="859"/>
                </a:cxn>
                <a:cxn ang="0">
                  <a:pos x="781" y="859"/>
                </a:cxn>
                <a:cxn ang="0">
                  <a:pos x="800" y="941"/>
                </a:cxn>
                <a:cxn ang="0">
                  <a:pos x="831" y="979"/>
                </a:cxn>
                <a:cxn ang="0">
                  <a:pos x="983" y="1225"/>
                </a:cxn>
                <a:cxn ang="0">
                  <a:pos x="995" y="1244"/>
                </a:cxn>
                <a:cxn ang="0">
                  <a:pos x="1059" y="1175"/>
                </a:cxn>
                <a:cxn ang="0">
                  <a:pos x="1078" y="1244"/>
                </a:cxn>
                <a:cxn ang="0">
                  <a:pos x="1135" y="1225"/>
                </a:cxn>
                <a:cxn ang="0">
                  <a:pos x="1198" y="1149"/>
                </a:cxn>
                <a:cxn ang="0">
                  <a:pos x="1204" y="1181"/>
                </a:cxn>
                <a:cxn ang="0">
                  <a:pos x="1210" y="1206"/>
                </a:cxn>
                <a:cxn ang="0">
                  <a:pos x="1236" y="1194"/>
                </a:cxn>
                <a:cxn ang="0">
                  <a:pos x="1261" y="1194"/>
                </a:cxn>
                <a:cxn ang="0">
                  <a:pos x="1280" y="1181"/>
                </a:cxn>
                <a:cxn ang="0">
                  <a:pos x="1305" y="1124"/>
                </a:cxn>
                <a:cxn ang="0">
                  <a:pos x="1330" y="1130"/>
                </a:cxn>
                <a:cxn ang="0">
                  <a:pos x="1349" y="1137"/>
                </a:cxn>
                <a:cxn ang="0">
                  <a:pos x="1330" y="1143"/>
                </a:cxn>
                <a:cxn ang="0">
                  <a:pos x="1273" y="1156"/>
                </a:cxn>
              </a:cxnLst>
              <a:rect l="0" t="0" r="r" b="b"/>
              <a:pathLst>
                <a:path w="1349" h="1269">
                  <a:moveTo>
                    <a:pt x="4" y="151"/>
                  </a:moveTo>
                  <a:cubicBezTo>
                    <a:pt x="46" y="82"/>
                    <a:pt x="0" y="155"/>
                    <a:pt x="42" y="95"/>
                  </a:cubicBezTo>
                  <a:cubicBezTo>
                    <a:pt x="51" y="83"/>
                    <a:pt x="67" y="57"/>
                    <a:pt x="67" y="57"/>
                  </a:cubicBezTo>
                  <a:cubicBezTo>
                    <a:pt x="69" y="63"/>
                    <a:pt x="73" y="69"/>
                    <a:pt x="73" y="76"/>
                  </a:cubicBezTo>
                  <a:cubicBezTo>
                    <a:pt x="73" y="83"/>
                    <a:pt x="64" y="101"/>
                    <a:pt x="67" y="95"/>
                  </a:cubicBezTo>
                  <a:cubicBezTo>
                    <a:pt x="103" y="28"/>
                    <a:pt x="56" y="95"/>
                    <a:pt x="99" y="38"/>
                  </a:cubicBezTo>
                  <a:cubicBezTo>
                    <a:pt x="112" y="81"/>
                    <a:pt x="118" y="36"/>
                    <a:pt x="143" y="13"/>
                  </a:cubicBezTo>
                  <a:cubicBezTo>
                    <a:pt x="145" y="32"/>
                    <a:pt x="141" y="52"/>
                    <a:pt x="149" y="69"/>
                  </a:cubicBezTo>
                  <a:cubicBezTo>
                    <a:pt x="152" y="75"/>
                    <a:pt x="163" y="68"/>
                    <a:pt x="168" y="63"/>
                  </a:cubicBezTo>
                  <a:cubicBezTo>
                    <a:pt x="181" y="50"/>
                    <a:pt x="200" y="19"/>
                    <a:pt x="200" y="19"/>
                  </a:cubicBezTo>
                  <a:cubicBezTo>
                    <a:pt x="208" y="45"/>
                    <a:pt x="192" y="81"/>
                    <a:pt x="212" y="101"/>
                  </a:cubicBezTo>
                  <a:cubicBezTo>
                    <a:pt x="222" y="111"/>
                    <a:pt x="225" y="76"/>
                    <a:pt x="231" y="63"/>
                  </a:cubicBezTo>
                  <a:cubicBezTo>
                    <a:pt x="240" y="42"/>
                    <a:pt x="249" y="21"/>
                    <a:pt x="257" y="0"/>
                  </a:cubicBezTo>
                  <a:cubicBezTo>
                    <a:pt x="259" y="32"/>
                    <a:pt x="250" y="66"/>
                    <a:pt x="263" y="95"/>
                  </a:cubicBezTo>
                  <a:cubicBezTo>
                    <a:pt x="268" y="105"/>
                    <a:pt x="287" y="90"/>
                    <a:pt x="295" y="82"/>
                  </a:cubicBezTo>
                  <a:cubicBezTo>
                    <a:pt x="308" y="68"/>
                    <a:pt x="309" y="47"/>
                    <a:pt x="320" y="31"/>
                  </a:cubicBezTo>
                  <a:cubicBezTo>
                    <a:pt x="325" y="93"/>
                    <a:pt x="324" y="147"/>
                    <a:pt x="358" y="63"/>
                  </a:cubicBezTo>
                  <a:cubicBezTo>
                    <a:pt x="367" y="90"/>
                    <a:pt x="374" y="118"/>
                    <a:pt x="383" y="145"/>
                  </a:cubicBezTo>
                  <a:cubicBezTo>
                    <a:pt x="389" y="139"/>
                    <a:pt x="397" y="133"/>
                    <a:pt x="402" y="126"/>
                  </a:cubicBezTo>
                  <a:cubicBezTo>
                    <a:pt x="406" y="120"/>
                    <a:pt x="403" y="103"/>
                    <a:pt x="408" y="107"/>
                  </a:cubicBezTo>
                  <a:cubicBezTo>
                    <a:pt x="419" y="115"/>
                    <a:pt x="428" y="148"/>
                    <a:pt x="433" y="164"/>
                  </a:cubicBezTo>
                  <a:cubicBezTo>
                    <a:pt x="444" y="244"/>
                    <a:pt x="431" y="220"/>
                    <a:pt x="452" y="189"/>
                  </a:cubicBezTo>
                  <a:cubicBezTo>
                    <a:pt x="459" y="178"/>
                    <a:pt x="469" y="168"/>
                    <a:pt x="478" y="158"/>
                  </a:cubicBezTo>
                  <a:cubicBezTo>
                    <a:pt x="480" y="150"/>
                    <a:pt x="476" y="136"/>
                    <a:pt x="484" y="133"/>
                  </a:cubicBezTo>
                  <a:cubicBezTo>
                    <a:pt x="491" y="130"/>
                    <a:pt x="494" y="144"/>
                    <a:pt x="497" y="151"/>
                  </a:cubicBezTo>
                  <a:cubicBezTo>
                    <a:pt x="507" y="175"/>
                    <a:pt x="507" y="203"/>
                    <a:pt x="516" y="227"/>
                  </a:cubicBezTo>
                  <a:cubicBezTo>
                    <a:pt x="555" y="176"/>
                    <a:pt x="538" y="223"/>
                    <a:pt x="547" y="259"/>
                  </a:cubicBezTo>
                  <a:cubicBezTo>
                    <a:pt x="549" y="284"/>
                    <a:pt x="544" y="311"/>
                    <a:pt x="553" y="335"/>
                  </a:cubicBezTo>
                  <a:cubicBezTo>
                    <a:pt x="556" y="342"/>
                    <a:pt x="565" y="320"/>
                    <a:pt x="572" y="322"/>
                  </a:cubicBezTo>
                  <a:cubicBezTo>
                    <a:pt x="579" y="324"/>
                    <a:pt x="577" y="335"/>
                    <a:pt x="579" y="341"/>
                  </a:cubicBezTo>
                  <a:cubicBezTo>
                    <a:pt x="603" y="265"/>
                    <a:pt x="581" y="428"/>
                    <a:pt x="604" y="474"/>
                  </a:cubicBezTo>
                  <a:cubicBezTo>
                    <a:pt x="610" y="444"/>
                    <a:pt x="616" y="425"/>
                    <a:pt x="629" y="398"/>
                  </a:cubicBezTo>
                  <a:cubicBezTo>
                    <a:pt x="652" y="465"/>
                    <a:pt x="652" y="538"/>
                    <a:pt x="673" y="606"/>
                  </a:cubicBezTo>
                  <a:cubicBezTo>
                    <a:pt x="699" y="544"/>
                    <a:pt x="687" y="463"/>
                    <a:pt x="699" y="657"/>
                  </a:cubicBezTo>
                  <a:cubicBezTo>
                    <a:pt x="705" y="651"/>
                    <a:pt x="714" y="630"/>
                    <a:pt x="718" y="638"/>
                  </a:cubicBezTo>
                  <a:cubicBezTo>
                    <a:pt x="738" y="683"/>
                    <a:pt x="709" y="772"/>
                    <a:pt x="737" y="663"/>
                  </a:cubicBezTo>
                  <a:cubicBezTo>
                    <a:pt x="741" y="765"/>
                    <a:pt x="742" y="782"/>
                    <a:pt x="756" y="859"/>
                  </a:cubicBezTo>
                  <a:cubicBezTo>
                    <a:pt x="759" y="847"/>
                    <a:pt x="764" y="798"/>
                    <a:pt x="781" y="859"/>
                  </a:cubicBezTo>
                  <a:cubicBezTo>
                    <a:pt x="811" y="963"/>
                    <a:pt x="767" y="892"/>
                    <a:pt x="800" y="941"/>
                  </a:cubicBezTo>
                  <a:cubicBezTo>
                    <a:pt x="811" y="975"/>
                    <a:pt x="789" y="1021"/>
                    <a:pt x="831" y="979"/>
                  </a:cubicBezTo>
                  <a:cubicBezTo>
                    <a:pt x="862" y="1040"/>
                    <a:pt x="953" y="1165"/>
                    <a:pt x="983" y="1225"/>
                  </a:cubicBezTo>
                  <a:cubicBezTo>
                    <a:pt x="1010" y="1269"/>
                    <a:pt x="982" y="1252"/>
                    <a:pt x="995" y="1244"/>
                  </a:cubicBezTo>
                  <a:cubicBezTo>
                    <a:pt x="1013" y="1190"/>
                    <a:pt x="1027" y="1222"/>
                    <a:pt x="1059" y="1175"/>
                  </a:cubicBezTo>
                  <a:cubicBezTo>
                    <a:pt x="1074" y="1223"/>
                    <a:pt x="1068" y="1200"/>
                    <a:pt x="1078" y="1244"/>
                  </a:cubicBezTo>
                  <a:cubicBezTo>
                    <a:pt x="1109" y="1223"/>
                    <a:pt x="1109" y="1186"/>
                    <a:pt x="1135" y="1225"/>
                  </a:cubicBezTo>
                  <a:cubicBezTo>
                    <a:pt x="1164" y="1203"/>
                    <a:pt x="1175" y="1178"/>
                    <a:pt x="1198" y="1149"/>
                  </a:cubicBezTo>
                  <a:cubicBezTo>
                    <a:pt x="1200" y="1160"/>
                    <a:pt x="1202" y="1170"/>
                    <a:pt x="1204" y="1181"/>
                  </a:cubicBezTo>
                  <a:cubicBezTo>
                    <a:pt x="1206" y="1189"/>
                    <a:pt x="1202" y="1203"/>
                    <a:pt x="1210" y="1206"/>
                  </a:cubicBezTo>
                  <a:cubicBezTo>
                    <a:pt x="1219" y="1210"/>
                    <a:pt x="1227" y="1198"/>
                    <a:pt x="1236" y="1194"/>
                  </a:cubicBezTo>
                  <a:cubicBezTo>
                    <a:pt x="1264" y="1149"/>
                    <a:pt x="1231" y="1188"/>
                    <a:pt x="1261" y="1194"/>
                  </a:cubicBezTo>
                  <a:cubicBezTo>
                    <a:pt x="1269" y="1195"/>
                    <a:pt x="1274" y="1185"/>
                    <a:pt x="1280" y="1181"/>
                  </a:cubicBezTo>
                  <a:cubicBezTo>
                    <a:pt x="1292" y="1162"/>
                    <a:pt x="1298" y="1145"/>
                    <a:pt x="1305" y="1124"/>
                  </a:cubicBezTo>
                  <a:cubicBezTo>
                    <a:pt x="1317" y="1187"/>
                    <a:pt x="1301" y="1145"/>
                    <a:pt x="1330" y="1130"/>
                  </a:cubicBezTo>
                  <a:cubicBezTo>
                    <a:pt x="1336" y="1127"/>
                    <a:pt x="1343" y="1135"/>
                    <a:pt x="1349" y="1137"/>
                  </a:cubicBezTo>
                  <a:cubicBezTo>
                    <a:pt x="1349" y="1137"/>
                    <a:pt x="1336" y="1140"/>
                    <a:pt x="1330" y="1143"/>
                  </a:cubicBezTo>
                  <a:cubicBezTo>
                    <a:pt x="1288" y="1161"/>
                    <a:pt x="1322" y="1156"/>
                    <a:pt x="1273" y="1156"/>
                  </a:cubicBezTo>
                </a:path>
              </a:pathLst>
            </a:custGeom>
            <a:noFill/>
            <a:ln w="9525" cap="flat" cmpd="sng">
              <a:solidFill>
                <a:srgbClr val="FF3300"/>
              </a:solidFill>
              <a:prstDash val="solid"/>
              <a:round/>
              <a:headEnd/>
              <a:tailEnd/>
            </a:ln>
            <a:effectLst/>
          </p:spPr>
          <p:txBody>
            <a:bodyPr wrap="none" anchor="ctr"/>
            <a:lstStyle/>
            <a:p>
              <a:endParaRPr lang="en-GB" sz="1600"/>
            </a:p>
          </p:txBody>
        </p:sp>
        <p:sp>
          <p:nvSpPr>
            <p:cNvPr id="135398" name="Freeform 230"/>
            <p:cNvSpPr>
              <a:spLocks/>
            </p:cNvSpPr>
            <p:nvPr/>
          </p:nvSpPr>
          <p:spPr bwMode="auto">
            <a:xfrm>
              <a:off x="2047" y="2559"/>
              <a:ext cx="1396" cy="1206"/>
            </a:xfrm>
            <a:custGeom>
              <a:avLst/>
              <a:gdLst/>
              <a:ahLst/>
              <a:cxnLst>
                <a:cxn ang="0">
                  <a:pos x="0" y="156"/>
                </a:cxn>
                <a:cxn ang="0">
                  <a:pos x="50" y="81"/>
                </a:cxn>
                <a:cxn ang="0">
                  <a:pos x="76" y="62"/>
                </a:cxn>
                <a:cxn ang="0">
                  <a:pos x="107" y="17"/>
                </a:cxn>
                <a:cxn ang="0">
                  <a:pos x="139" y="100"/>
                </a:cxn>
                <a:cxn ang="0">
                  <a:pos x="196" y="74"/>
                </a:cxn>
                <a:cxn ang="0">
                  <a:pos x="240" y="43"/>
                </a:cxn>
                <a:cxn ang="0">
                  <a:pos x="253" y="93"/>
                </a:cxn>
                <a:cxn ang="0">
                  <a:pos x="303" y="68"/>
                </a:cxn>
                <a:cxn ang="0">
                  <a:pos x="328" y="112"/>
                </a:cxn>
                <a:cxn ang="0">
                  <a:pos x="379" y="62"/>
                </a:cxn>
                <a:cxn ang="0">
                  <a:pos x="417" y="125"/>
                </a:cxn>
                <a:cxn ang="0">
                  <a:pos x="429" y="106"/>
                </a:cxn>
                <a:cxn ang="0">
                  <a:pos x="436" y="137"/>
                </a:cxn>
                <a:cxn ang="0">
                  <a:pos x="455" y="207"/>
                </a:cxn>
                <a:cxn ang="0">
                  <a:pos x="486" y="213"/>
                </a:cxn>
                <a:cxn ang="0">
                  <a:pos x="518" y="207"/>
                </a:cxn>
                <a:cxn ang="0">
                  <a:pos x="524" y="226"/>
                </a:cxn>
                <a:cxn ang="0">
                  <a:pos x="543" y="232"/>
                </a:cxn>
                <a:cxn ang="0">
                  <a:pos x="549" y="283"/>
                </a:cxn>
                <a:cxn ang="0">
                  <a:pos x="562" y="321"/>
                </a:cxn>
                <a:cxn ang="0">
                  <a:pos x="606" y="359"/>
                </a:cxn>
                <a:cxn ang="0">
                  <a:pos x="625" y="415"/>
                </a:cxn>
                <a:cxn ang="0">
                  <a:pos x="669" y="580"/>
                </a:cxn>
                <a:cxn ang="0">
                  <a:pos x="695" y="719"/>
                </a:cxn>
                <a:cxn ang="0">
                  <a:pos x="701" y="693"/>
                </a:cxn>
                <a:cxn ang="0">
                  <a:pos x="707" y="712"/>
                </a:cxn>
                <a:cxn ang="0">
                  <a:pos x="714" y="731"/>
                </a:cxn>
                <a:cxn ang="0">
                  <a:pos x="733" y="807"/>
                </a:cxn>
                <a:cxn ang="0">
                  <a:pos x="739" y="895"/>
                </a:cxn>
                <a:cxn ang="0">
                  <a:pos x="758" y="927"/>
                </a:cxn>
                <a:cxn ang="0">
                  <a:pos x="802" y="1041"/>
                </a:cxn>
                <a:cxn ang="0">
                  <a:pos x="846" y="1041"/>
                </a:cxn>
                <a:cxn ang="0">
                  <a:pos x="922" y="1116"/>
                </a:cxn>
                <a:cxn ang="0">
                  <a:pos x="947" y="1186"/>
                </a:cxn>
                <a:cxn ang="0">
                  <a:pos x="934" y="1186"/>
                </a:cxn>
                <a:cxn ang="0">
                  <a:pos x="998" y="1192"/>
                </a:cxn>
                <a:cxn ang="0">
                  <a:pos x="1036" y="1161"/>
                </a:cxn>
                <a:cxn ang="0">
                  <a:pos x="1048" y="1180"/>
                </a:cxn>
                <a:cxn ang="0">
                  <a:pos x="1074" y="1192"/>
                </a:cxn>
                <a:cxn ang="0">
                  <a:pos x="1162" y="1167"/>
                </a:cxn>
                <a:cxn ang="0">
                  <a:pos x="1232" y="1161"/>
                </a:cxn>
                <a:cxn ang="0">
                  <a:pos x="1295" y="1110"/>
                </a:cxn>
                <a:cxn ang="0">
                  <a:pos x="1358" y="1123"/>
                </a:cxn>
                <a:cxn ang="0">
                  <a:pos x="1396" y="1085"/>
                </a:cxn>
              </a:cxnLst>
              <a:rect l="0" t="0" r="r" b="b"/>
              <a:pathLst>
                <a:path w="1396" h="1206">
                  <a:moveTo>
                    <a:pt x="0" y="156"/>
                  </a:moveTo>
                  <a:cubicBezTo>
                    <a:pt x="17" y="134"/>
                    <a:pt x="32" y="101"/>
                    <a:pt x="50" y="81"/>
                  </a:cubicBezTo>
                  <a:cubicBezTo>
                    <a:pt x="57" y="73"/>
                    <a:pt x="68" y="70"/>
                    <a:pt x="76" y="62"/>
                  </a:cubicBezTo>
                  <a:cubicBezTo>
                    <a:pt x="85" y="53"/>
                    <a:pt x="100" y="29"/>
                    <a:pt x="107" y="17"/>
                  </a:cubicBezTo>
                  <a:cubicBezTo>
                    <a:pt x="114" y="59"/>
                    <a:pt x="111" y="72"/>
                    <a:pt x="139" y="100"/>
                  </a:cubicBezTo>
                  <a:cubicBezTo>
                    <a:pt x="166" y="91"/>
                    <a:pt x="176" y="91"/>
                    <a:pt x="196" y="74"/>
                  </a:cubicBezTo>
                  <a:cubicBezTo>
                    <a:pt x="233" y="42"/>
                    <a:pt x="206" y="54"/>
                    <a:pt x="240" y="43"/>
                  </a:cubicBezTo>
                  <a:cubicBezTo>
                    <a:pt x="240" y="44"/>
                    <a:pt x="252" y="93"/>
                    <a:pt x="253" y="93"/>
                  </a:cubicBezTo>
                  <a:cubicBezTo>
                    <a:pt x="271" y="96"/>
                    <a:pt x="285" y="74"/>
                    <a:pt x="303" y="68"/>
                  </a:cubicBezTo>
                  <a:cubicBezTo>
                    <a:pt x="325" y="0"/>
                    <a:pt x="322" y="29"/>
                    <a:pt x="328" y="112"/>
                  </a:cubicBezTo>
                  <a:cubicBezTo>
                    <a:pt x="362" y="87"/>
                    <a:pt x="348" y="81"/>
                    <a:pt x="379" y="62"/>
                  </a:cubicBezTo>
                  <a:cubicBezTo>
                    <a:pt x="389" y="104"/>
                    <a:pt x="361" y="152"/>
                    <a:pt x="417" y="125"/>
                  </a:cubicBezTo>
                  <a:cubicBezTo>
                    <a:pt x="421" y="119"/>
                    <a:pt x="423" y="102"/>
                    <a:pt x="429" y="106"/>
                  </a:cubicBezTo>
                  <a:cubicBezTo>
                    <a:pt x="438" y="112"/>
                    <a:pt x="434" y="127"/>
                    <a:pt x="436" y="137"/>
                  </a:cubicBezTo>
                  <a:cubicBezTo>
                    <a:pt x="447" y="193"/>
                    <a:pt x="435" y="157"/>
                    <a:pt x="455" y="207"/>
                  </a:cubicBezTo>
                  <a:cubicBezTo>
                    <a:pt x="502" y="175"/>
                    <a:pt x="449" y="202"/>
                    <a:pt x="486" y="213"/>
                  </a:cubicBezTo>
                  <a:cubicBezTo>
                    <a:pt x="496" y="216"/>
                    <a:pt x="507" y="209"/>
                    <a:pt x="518" y="207"/>
                  </a:cubicBezTo>
                  <a:cubicBezTo>
                    <a:pt x="520" y="213"/>
                    <a:pt x="519" y="221"/>
                    <a:pt x="524" y="226"/>
                  </a:cubicBezTo>
                  <a:cubicBezTo>
                    <a:pt x="529" y="231"/>
                    <a:pt x="540" y="226"/>
                    <a:pt x="543" y="232"/>
                  </a:cubicBezTo>
                  <a:cubicBezTo>
                    <a:pt x="550" y="248"/>
                    <a:pt x="545" y="266"/>
                    <a:pt x="549" y="283"/>
                  </a:cubicBezTo>
                  <a:cubicBezTo>
                    <a:pt x="552" y="296"/>
                    <a:pt x="558" y="308"/>
                    <a:pt x="562" y="321"/>
                  </a:cubicBezTo>
                  <a:cubicBezTo>
                    <a:pt x="610" y="273"/>
                    <a:pt x="599" y="288"/>
                    <a:pt x="606" y="359"/>
                  </a:cubicBezTo>
                  <a:cubicBezTo>
                    <a:pt x="653" y="327"/>
                    <a:pt x="629" y="392"/>
                    <a:pt x="625" y="415"/>
                  </a:cubicBezTo>
                  <a:cubicBezTo>
                    <a:pt x="631" y="518"/>
                    <a:pt x="607" y="533"/>
                    <a:pt x="669" y="580"/>
                  </a:cubicBezTo>
                  <a:cubicBezTo>
                    <a:pt x="682" y="626"/>
                    <a:pt x="685" y="673"/>
                    <a:pt x="695" y="719"/>
                  </a:cubicBezTo>
                  <a:cubicBezTo>
                    <a:pt x="697" y="710"/>
                    <a:pt x="693" y="697"/>
                    <a:pt x="701" y="693"/>
                  </a:cubicBezTo>
                  <a:cubicBezTo>
                    <a:pt x="707" y="690"/>
                    <a:pt x="705" y="706"/>
                    <a:pt x="707" y="712"/>
                  </a:cubicBezTo>
                  <a:cubicBezTo>
                    <a:pt x="709" y="718"/>
                    <a:pt x="712" y="725"/>
                    <a:pt x="714" y="731"/>
                  </a:cubicBezTo>
                  <a:cubicBezTo>
                    <a:pt x="722" y="756"/>
                    <a:pt x="733" y="807"/>
                    <a:pt x="733" y="807"/>
                  </a:cubicBezTo>
                  <a:cubicBezTo>
                    <a:pt x="735" y="836"/>
                    <a:pt x="733" y="866"/>
                    <a:pt x="739" y="895"/>
                  </a:cubicBezTo>
                  <a:cubicBezTo>
                    <a:pt x="742" y="907"/>
                    <a:pt x="753" y="916"/>
                    <a:pt x="758" y="927"/>
                  </a:cubicBezTo>
                  <a:cubicBezTo>
                    <a:pt x="776" y="965"/>
                    <a:pt x="778" y="1005"/>
                    <a:pt x="802" y="1041"/>
                  </a:cubicBezTo>
                  <a:cubicBezTo>
                    <a:pt x="813" y="1006"/>
                    <a:pt x="817" y="1030"/>
                    <a:pt x="846" y="1041"/>
                  </a:cubicBezTo>
                  <a:cubicBezTo>
                    <a:pt x="878" y="1083"/>
                    <a:pt x="874" y="1098"/>
                    <a:pt x="922" y="1116"/>
                  </a:cubicBezTo>
                  <a:cubicBezTo>
                    <a:pt x="940" y="1142"/>
                    <a:pt x="936" y="1157"/>
                    <a:pt x="947" y="1186"/>
                  </a:cubicBezTo>
                  <a:cubicBezTo>
                    <a:pt x="955" y="1206"/>
                    <a:pt x="924" y="1167"/>
                    <a:pt x="934" y="1186"/>
                  </a:cubicBezTo>
                  <a:cubicBezTo>
                    <a:pt x="941" y="1169"/>
                    <a:pt x="987" y="1206"/>
                    <a:pt x="998" y="1192"/>
                  </a:cubicBezTo>
                  <a:cubicBezTo>
                    <a:pt x="1008" y="1179"/>
                    <a:pt x="1024" y="1173"/>
                    <a:pt x="1036" y="1161"/>
                  </a:cubicBezTo>
                  <a:cubicBezTo>
                    <a:pt x="1040" y="1167"/>
                    <a:pt x="1041" y="1177"/>
                    <a:pt x="1048" y="1180"/>
                  </a:cubicBezTo>
                  <a:cubicBezTo>
                    <a:pt x="1082" y="1193"/>
                    <a:pt x="1056" y="1144"/>
                    <a:pt x="1074" y="1192"/>
                  </a:cubicBezTo>
                  <a:cubicBezTo>
                    <a:pt x="1145" y="1157"/>
                    <a:pt x="1114" y="1156"/>
                    <a:pt x="1162" y="1167"/>
                  </a:cubicBezTo>
                  <a:cubicBezTo>
                    <a:pt x="1192" y="1160"/>
                    <a:pt x="1201" y="1153"/>
                    <a:pt x="1232" y="1161"/>
                  </a:cubicBezTo>
                  <a:cubicBezTo>
                    <a:pt x="1251" y="1141"/>
                    <a:pt x="1295" y="1110"/>
                    <a:pt x="1295" y="1110"/>
                  </a:cubicBezTo>
                  <a:cubicBezTo>
                    <a:pt x="1314" y="1140"/>
                    <a:pt x="1327" y="1138"/>
                    <a:pt x="1358" y="1123"/>
                  </a:cubicBezTo>
                  <a:cubicBezTo>
                    <a:pt x="1373" y="1077"/>
                    <a:pt x="1357" y="1085"/>
                    <a:pt x="1396" y="1085"/>
                  </a:cubicBezTo>
                </a:path>
              </a:pathLst>
            </a:custGeom>
            <a:noFill/>
            <a:ln w="9525" cap="flat" cmpd="sng">
              <a:solidFill>
                <a:srgbClr val="FF3300"/>
              </a:solidFill>
              <a:prstDash val="solid"/>
              <a:round/>
              <a:headEnd/>
              <a:tailEnd/>
            </a:ln>
            <a:effectLst/>
          </p:spPr>
          <p:txBody>
            <a:bodyPr wrap="none" anchor="ctr"/>
            <a:lstStyle/>
            <a:p>
              <a:endParaRPr lang="en-GB" sz="1600"/>
            </a:p>
          </p:txBody>
        </p:sp>
        <p:sp>
          <p:nvSpPr>
            <p:cNvPr id="135399" name="Freeform 231"/>
            <p:cNvSpPr>
              <a:spLocks/>
            </p:cNvSpPr>
            <p:nvPr/>
          </p:nvSpPr>
          <p:spPr bwMode="auto">
            <a:xfrm>
              <a:off x="1895" y="2596"/>
              <a:ext cx="1472" cy="1067"/>
            </a:xfrm>
            <a:custGeom>
              <a:avLst/>
              <a:gdLst/>
              <a:ahLst/>
              <a:cxnLst>
                <a:cxn ang="0">
                  <a:pos x="1472" y="1048"/>
                </a:cxn>
                <a:cxn ang="0">
                  <a:pos x="1409" y="1023"/>
                </a:cxn>
                <a:cxn ang="0">
                  <a:pos x="1415" y="991"/>
                </a:cxn>
                <a:cxn ang="0">
                  <a:pos x="1421" y="966"/>
                </a:cxn>
                <a:cxn ang="0">
                  <a:pos x="1415" y="941"/>
                </a:cxn>
                <a:cxn ang="0">
                  <a:pos x="1409" y="909"/>
                </a:cxn>
                <a:cxn ang="0">
                  <a:pos x="1377" y="947"/>
                </a:cxn>
                <a:cxn ang="0">
                  <a:pos x="1352" y="833"/>
                </a:cxn>
                <a:cxn ang="0">
                  <a:pos x="1320" y="695"/>
                </a:cxn>
                <a:cxn ang="0">
                  <a:pos x="1301" y="707"/>
                </a:cxn>
                <a:cxn ang="0">
                  <a:pos x="1295" y="682"/>
                </a:cxn>
                <a:cxn ang="0">
                  <a:pos x="1257" y="587"/>
                </a:cxn>
                <a:cxn ang="0">
                  <a:pos x="1219" y="473"/>
                </a:cxn>
                <a:cxn ang="0">
                  <a:pos x="1200" y="480"/>
                </a:cxn>
                <a:cxn ang="0">
                  <a:pos x="1143" y="385"/>
                </a:cxn>
                <a:cxn ang="0">
                  <a:pos x="1105" y="259"/>
                </a:cxn>
                <a:cxn ang="0">
                  <a:pos x="1080" y="221"/>
                </a:cxn>
                <a:cxn ang="0">
                  <a:pos x="1042" y="170"/>
                </a:cxn>
                <a:cxn ang="0">
                  <a:pos x="1023" y="177"/>
                </a:cxn>
                <a:cxn ang="0">
                  <a:pos x="1017" y="196"/>
                </a:cxn>
                <a:cxn ang="0">
                  <a:pos x="1011" y="177"/>
                </a:cxn>
                <a:cxn ang="0">
                  <a:pos x="966" y="120"/>
                </a:cxn>
                <a:cxn ang="0">
                  <a:pos x="948" y="126"/>
                </a:cxn>
                <a:cxn ang="0">
                  <a:pos x="859" y="57"/>
                </a:cxn>
                <a:cxn ang="0">
                  <a:pos x="853" y="76"/>
                </a:cxn>
                <a:cxn ang="0">
                  <a:pos x="821" y="44"/>
                </a:cxn>
                <a:cxn ang="0">
                  <a:pos x="752" y="19"/>
                </a:cxn>
                <a:cxn ang="0">
                  <a:pos x="689" y="0"/>
                </a:cxn>
                <a:cxn ang="0">
                  <a:pos x="651" y="25"/>
                </a:cxn>
                <a:cxn ang="0">
                  <a:pos x="625" y="50"/>
                </a:cxn>
                <a:cxn ang="0">
                  <a:pos x="619" y="69"/>
                </a:cxn>
                <a:cxn ang="0">
                  <a:pos x="613" y="50"/>
                </a:cxn>
                <a:cxn ang="0">
                  <a:pos x="588" y="25"/>
                </a:cxn>
                <a:cxn ang="0">
                  <a:pos x="569" y="82"/>
                </a:cxn>
                <a:cxn ang="0">
                  <a:pos x="562" y="63"/>
                </a:cxn>
                <a:cxn ang="0">
                  <a:pos x="543" y="50"/>
                </a:cxn>
                <a:cxn ang="0">
                  <a:pos x="512" y="82"/>
                </a:cxn>
                <a:cxn ang="0">
                  <a:pos x="486" y="126"/>
                </a:cxn>
                <a:cxn ang="0">
                  <a:pos x="480" y="151"/>
                </a:cxn>
                <a:cxn ang="0">
                  <a:pos x="474" y="132"/>
                </a:cxn>
                <a:cxn ang="0">
                  <a:pos x="449" y="145"/>
                </a:cxn>
                <a:cxn ang="0">
                  <a:pos x="423" y="208"/>
                </a:cxn>
                <a:cxn ang="0">
                  <a:pos x="417" y="183"/>
                </a:cxn>
                <a:cxn ang="0">
                  <a:pos x="398" y="196"/>
                </a:cxn>
                <a:cxn ang="0">
                  <a:pos x="373" y="252"/>
                </a:cxn>
                <a:cxn ang="0">
                  <a:pos x="335" y="379"/>
                </a:cxn>
                <a:cxn ang="0">
                  <a:pos x="310" y="429"/>
                </a:cxn>
                <a:cxn ang="0">
                  <a:pos x="291" y="518"/>
                </a:cxn>
                <a:cxn ang="0">
                  <a:pos x="240" y="688"/>
                </a:cxn>
                <a:cxn ang="0">
                  <a:pos x="171" y="884"/>
                </a:cxn>
                <a:cxn ang="0">
                  <a:pos x="164" y="865"/>
                </a:cxn>
                <a:cxn ang="0">
                  <a:pos x="158" y="840"/>
                </a:cxn>
                <a:cxn ang="0">
                  <a:pos x="145" y="897"/>
                </a:cxn>
                <a:cxn ang="0">
                  <a:pos x="108" y="1067"/>
                </a:cxn>
                <a:cxn ang="0">
                  <a:pos x="70" y="1055"/>
                </a:cxn>
                <a:cxn ang="0">
                  <a:pos x="0" y="1055"/>
                </a:cxn>
              </a:cxnLst>
              <a:rect l="0" t="0" r="r" b="b"/>
              <a:pathLst>
                <a:path w="1472" h="1067">
                  <a:moveTo>
                    <a:pt x="1472" y="1048"/>
                  </a:moveTo>
                  <a:cubicBezTo>
                    <a:pt x="1451" y="1038"/>
                    <a:pt x="1431" y="1030"/>
                    <a:pt x="1409" y="1023"/>
                  </a:cubicBezTo>
                  <a:cubicBezTo>
                    <a:pt x="1411" y="1012"/>
                    <a:pt x="1413" y="1002"/>
                    <a:pt x="1415" y="991"/>
                  </a:cubicBezTo>
                  <a:cubicBezTo>
                    <a:pt x="1418" y="978"/>
                    <a:pt x="1439" y="902"/>
                    <a:pt x="1421" y="966"/>
                  </a:cubicBezTo>
                  <a:cubicBezTo>
                    <a:pt x="1419" y="958"/>
                    <a:pt x="1417" y="949"/>
                    <a:pt x="1415" y="941"/>
                  </a:cubicBezTo>
                  <a:cubicBezTo>
                    <a:pt x="1413" y="930"/>
                    <a:pt x="1419" y="914"/>
                    <a:pt x="1409" y="909"/>
                  </a:cubicBezTo>
                  <a:cubicBezTo>
                    <a:pt x="1403" y="906"/>
                    <a:pt x="1379" y="944"/>
                    <a:pt x="1377" y="947"/>
                  </a:cubicBezTo>
                  <a:cubicBezTo>
                    <a:pt x="1372" y="890"/>
                    <a:pt x="1373" y="878"/>
                    <a:pt x="1352" y="833"/>
                  </a:cubicBezTo>
                  <a:cubicBezTo>
                    <a:pt x="1343" y="787"/>
                    <a:pt x="1335" y="739"/>
                    <a:pt x="1320" y="695"/>
                  </a:cubicBezTo>
                  <a:cubicBezTo>
                    <a:pt x="1314" y="699"/>
                    <a:pt x="1308" y="710"/>
                    <a:pt x="1301" y="707"/>
                  </a:cubicBezTo>
                  <a:cubicBezTo>
                    <a:pt x="1293" y="703"/>
                    <a:pt x="1297" y="690"/>
                    <a:pt x="1295" y="682"/>
                  </a:cubicBezTo>
                  <a:cubicBezTo>
                    <a:pt x="1286" y="650"/>
                    <a:pt x="1275" y="614"/>
                    <a:pt x="1257" y="587"/>
                  </a:cubicBezTo>
                  <a:cubicBezTo>
                    <a:pt x="1245" y="548"/>
                    <a:pt x="1228" y="512"/>
                    <a:pt x="1219" y="473"/>
                  </a:cubicBezTo>
                  <a:cubicBezTo>
                    <a:pt x="1213" y="475"/>
                    <a:pt x="1204" y="485"/>
                    <a:pt x="1200" y="480"/>
                  </a:cubicBezTo>
                  <a:cubicBezTo>
                    <a:pt x="1173" y="449"/>
                    <a:pt x="1187" y="399"/>
                    <a:pt x="1143" y="385"/>
                  </a:cubicBezTo>
                  <a:cubicBezTo>
                    <a:pt x="1136" y="340"/>
                    <a:pt x="1131" y="297"/>
                    <a:pt x="1105" y="259"/>
                  </a:cubicBezTo>
                  <a:cubicBezTo>
                    <a:pt x="1094" y="225"/>
                    <a:pt x="1106" y="254"/>
                    <a:pt x="1080" y="221"/>
                  </a:cubicBezTo>
                  <a:cubicBezTo>
                    <a:pt x="1067" y="205"/>
                    <a:pt x="1042" y="170"/>
                    <a:pt x="1042" y="170"/>
                  </a:cubicBezTo>
                  <a:cubicBezTo>
                    <a:pt x="1036" y="172"/>
                    <a:pt x="1028" y="172"/>
                    <a:pt x="1023" y="177"/>
                  </a:cubicBezTo>
                  <a:cubicBezTo>
                    <a:pt x="1018" y="182"/>
                    <a:pt x="1024" y="196"/>
                    <a:pt x="1017" y="196"/>
                  </a:cubicBezTo>
                  <a:cubicBezTo>
                    <a:pt x="1010" y="196"/>
                    <a:pt x="1015" y="183"/>
                    <a:pt x="1011" y="177"/>
                  </a:cubicBezTo>
                  <a:cubicBezTo>
                    <a:pt x="998" y="157"/>
                    <a:pt x="966" y="120"/>
                    <a:pt x="966" y="120"/>
                  </a:cubicBezTo>
                  <a:cubicBezTo>
                    <a:pt x="960" y="122"/>
                    <a:pt x="953" y="129"/>
                    <a:pt x="948" y="126"/>
                  </a:cubicBezTo>
                  <a:cubicBezTo>
                    <a:pt x="901" y="96"/>
                    <a:pt x="906" y="72"/>
                    <a:pt x="859" y="57"/>
                  </a:cubicBezTo>
                  <a:cubicBezTo>
                    <a:pt x="857" y="63"/>
                    <a:pt x="859" y="74"/>
                    <a:pt x="853" y="76"/>
                  </a:cubicBezTo>
                  <a:cubicBezTo>
                    <a:pt x="839" y="79"/>
                    <a:pt x="827" y="49"/>
                    <a:pt x="821" y="44"/>
                  </a:cubicBezTo>
                  <a:cubicBezTo>
                    <a:pt x="795" y="24"/>
                    <a:pt x="781" y="25"/>
                    <a:pt x="752" y="19"/>
                  </a:cubicBezTo>
                  <a:cubicBezTo>
                    <a:pt x="718" y="40"/>
                    <a:pt x="719" y="19"/>
                    <a:pt x="689" y="0"/>
                  </a:cubicBezTo>
                  <a:cubicBezTo>
                    <a:pt x="668" y="30"/>
                    <a:pt x="684" y="48"/>
                    <a:pt x="651" y="25"/>
                  </a:cubicBezTo>
                  <a:cubicBezTo>
                    <a:pt x="642" y="33"/>
                    <a:pt x="632" y="40"/>
                    <a:pt x="625" y="50"/>
                  </a:cubicBezTo>
                  <a:cubicBezTo>
                    <a:pt x="621" y="55"/>
                    <a:pt x="626" y="69"/>
                    <a:pt x="619" y="69"/>
                  </a:cubicBezTo>
                  <a:cubicBezTo>
                    <a:pt x="612" y="69"/>
                    <a:pt x="615" y="56"/>
                    <a:pt x="613" y="50"/>
                  </a:cubicBezTo>
                  <a:cubicBezTo>
                    <a:pt x="605" y="25"/>
                    <a:pt x="612" y="33"/>
                    <a:pt x="588" y="25"/>
                  </a:cubicBezTo>
                  <a:cubicBezTo>
                    <a:pt x="587" y="29"/>
                    <a:pt x="579" y="79"/>
                    <a:pt x="569" y="82"/>
                  </a:cubicBezTo>
                  <a:cubicBezTo>
                    <a:pt x="563" y="84"/>
                    <a:pt x="566" y="68"/>
                    <a:pt x="562" y="63"/>
                  </a:cubicBezTo>
                  <a:cubicBezTo>
                    <a:pt x="557" y="57"/>
                    <a:pt x="549" y="54"/>
                    <a:pt x="543" y="50"/>
                  </a:cubicBezTo>
                  <a:cubicBezTo>
                    <a:pt x="529" y="109"/>
                    <a:pt x="551" y="50"/>
                    <a:pt x="512" y="82"/>
                  </a:cubicBezTo>
                  <a:cubicBezTo>
                    <a:pt x="499" y="93"/>
                    <a:pt x="496" y="112"/>
                    <a:pt x="486" y="126"/>
                  </a:cubicBezTo>
                  <a:cubicBezTo>
                    <a:pt x="484" y="134"/>
                    <a:pt x="488" y="147"/>
                    <a:pt x="480" y="151"/>
                  </a:cubicBezTo>
                  <a:cubicBezTo>
                    <a:pt x="474" y="154"/>
                    <a:pt x="481" y="133"/>
                    <a:pt x="474" y="132"/>
                  </a:cubicBezTo>
                  <a:cubicBezTo>
                    <a:pt x="465" y="130"/>
                    <a:pt x="457" y="141"/>
                    <a:pt x="449" y="145"/>
                  </a:cubicBezTo>
                  <a:cubicBezTo>
                    <a:pt x="434" y="166"/>
                    <a:pt x="430" y="183"/>
                    <a:pt x="423" y="208"/>
                  </a:cubicBezTo>
                  <a:cubicBezTo>
                    <a:pt x="421" y="200"/>
                    <a:pt x="425" y="187"/>
                    <a:pt x="417" y="183"/>
                  </a:cubicBezTo>
                  <a:cubicBezTo>
                    <a:pt x="410" y="180"/>
                    <a:pt x="403" y="190"/>
                    <a:pt x="398" y="196"/>
                  </a:cubicBezTo>
                  <a:cubicBezTo>
                    <a:pt x="388" y="209"/>
                    <a:pt x="383" y="236"/>
                    <a:pt x="373" y="252"/>
                  </a:cubicBezTo>
                  <a:cubicBezTo>
                    <a:pt x="367" y="290"/>
                    <a:pt x="353" y="343"/>
                    <a:pt x="335" y="379"/>
                  </a:cubicBezTo>
                  <a:cubicBezTo>
                    <a:pt x="314" y="422"/>
                    <a:pt x="328" y="370"/>
                    <a:pt x="310" y="429"/>
                  </a:cubicBezTo>
                  <a:cubicBezTo>
                    <a:pt x="301" y="458"/>
                    <a:pt x="300" y="489"/>
                    <a:pt x="291" y="518"/>
                  </a:cubicBezTo>
                  <a:cubicBezTo>
                    <a:pt x="241" y="418"/>
                    <a:pt x="312" y="665"/>
                    <a:pt x="240" y="688"/>
                  </a:cubicBezTo>
                  <a:cubicBezTo>
                    <a:pt x="205" y="746"/>
                    <a:pt x="195" y="820"/>
                    <a:pt x="171" y="884"/>
                  </a:cubicBezTo>
                  <a:cubicBezTo>
                    <a:pt x="169" y="878"/>
                    <a:pt x="166" y="871"/>
                    <a:pt x="164" y="865"/>
                  </a:cubicBezTo>
                  <a:cubicBezTo>
                    <a:pt x="162" y="857"/>
                    <a:pt x="166" y="836"/>
                    <a:pt x="158" y="840"/>
                  </a:cubicBezTo>
                  <a:cubicBezTo>
                    <a:pt x="141" y="849"/>
                    <a:pt x="151" y="878"/>
                    <a:pt x="145" y="897"/>
                  </a:cubicBezTo>
                  <a:cubicBezTo>
                    <a:pt x="128" y="953"/>
                    <a:pt x="126" y="1011"/>
                    <a:pt x="108" y="1067"/>
                  </a:cubicBezTo>
                  <a:cubicBezTo>
                    <a:pt x="99" y="1035"/>
                    <a:pt x="93" y="1019"/>
                    <a:pt x="70" y="1055"/>
                  </a:cubicBezTo>
                  <a:cubicBezTo>
                    <a:pt x="36" y="1032"/>
                    <a:pt x="36" y="1055"/>
                    <a:pt x="0" y="1055"/>
                  </a:cubicBezTo>
                </a:path>
              </a:pathLst>
            </a:custGeom>
            <a:noFill/>
            <a:ln w="9525" cap="flat" cmpd="sng">
              <a:solidFill>
                <a:srgbClr val="FF3300"/>
              </a:solidFill>
              <a:prstDash val="solid"/>
              <a:round/>
              <a:headEnd/>
              <a:tailEnd/>
            </a:ln>
            <a:effectLst/>
          </p:spPr>
          <p:txBody>
            <a:bodyPr wrap="none" anchor="ctr"/>
            <a:lstStyle/>
            <a:p>
              <a:endParaRPr lang="en-GB" sz="1600"/>
            </a:p>
          </p:txBody>
        </p:sp>
        <p:sp>
          <p:nvSpPr>
            <p:cNvPr id="135400" name="Freeform 232"/>
            <p:cNvSpPr>
              <a:spLocks/>
            </p:cNvSpPr>
            <p:nvPr/>
          </p:nvSpPr>
          <p:spPr bwMode="auto">
            <a:xfrm>
              <a:off x="1945" y="2569"/>
              <a:ext cx="1484" cy="1164"/>
            </a:xfrm>
            <a:custGeom>
              <a:avLst/>
              <a:gdLst/>
              <a:ahLst/>
              <a:cxnLst>
                <a:cxn ang="0">
                  <a:pos x="13" y="1031"/>
                </a:cxn>
                <a:cxn ang="0">
                  <a:pos x="25" y="1012"/>
                </a:cxn>
                <a:cxn ang="0">
                  <a:pos x="63" y="1019"/>
                </a:cxn>
                <a:cxn ang="0">
                  <a:pos x="120" y="817"/>
                </a:cxn>
                <a:cxn ang="0">
                  <a:pos x="145" y="861"/>
                </a:cxn>
                <a:cxn ang="0">
                  <a:pos x="202" y="760"/>
                </a:cxn>
                <a:cxn ang="0">
                  <a:pos x="253" y="469"/>
                </a:cxn>
                <a:cxn ang="0">
                  <a:pos x="290" y="482"/>
                </a:cxn>
                <a:cxn ang="0">
                  <a:pos x="410" y="223"/>
                </a:cxn>
                <a:cxn ang="0">
                  <a:pos x="511" y="97"/>
                </a:cxn>
                <a:cxn ang="0">
                  <a:pos x="562" y="103"/>
                </a:cxn>
                <a:cxn ang="0">
                  <a:pos x="631" y="90"/>
                </a:cxn>
                <a:cxn ang="0">
                  <a:pos x="682" y="21"/>
                </a:cxn>
                <a:cxn ang="0">
                  <a:pos x="707" y="84"/>
                </a:cxn>
                <a:cxn ang="0">
                  <a:pos x="770" y="46"/>
                </a:cxn>
                <a:cxn ang="0">
                  <a:pos x="789" y="90"/>
                </a:cxn>
                <a:cxn ang="0">
                  <a:pos x="853" y="78"/>
                </a:cxn>
                <a:cxn ang="0">
                  <a:pos x="878" y="135"/>
                </a:cxn>
                <a:cxn ang="0">
                  <a:pos x="890" y="59"/>
                </a:cxn>
                <a:cxn ang="0">
                  <a:pos x="979" y="191"/>
                </a:cxn>
                <a:cxn ang="0">
                  <a:pos x="1023" y="172"/>
                </a:cxn>
                <a:cxn ang="0">
                  <a:pos x="1061" y="242"/>
                </a:cxn>
                <a:cxn ang="0">
                  <a:pos x="1099" y="343"/>
                </a:cxn>
                <a:cxn ang="0">
                  <a:pos x="1118" y="368"/>
                </a:cxn>
                <a:cxn ang="0">
                  <a:pos x="1162" y="406"/>
                </a:cxn>
                <a:cxn ang="0">
                  <a:pos x="1175" y="476"/>
                </a:cxn>
                <a:cxn ang="0">
                  <a:pos x="1213" y="551"/>
                </a:cxn>
                <a:cxn ang="0">
                  <a:pos x="1244" y="627"/>
                </a:cxn>
                <a:cxn ang="0">
                  <a:pos x="1288" y="741"/>
                </a:cxn>
                <a:cxn ang="0">
                  <a:pos x="1314" y="772"/>
                </a:cxn>
                <a:cxn ang="0">
                  <a:pos x="1370" y="1063"/>
                </a:cxn>
                <a:cxn ang="0">
                  <a:pos x="1459" y="1164"/>
                </a:cxn>
                <a:cxn ang="0">
                  <a:pos x="1478" y="1038"/>
                </a:cxn>
              </a:cxnLst>
              <a:rect l="0" t="0" r="r" b="b"/>
              <a:pathLst>
                <a:path w="1484" h="1164">
                  <a:moveTo>
                    <a:pt x="0" y="1057"/>
                  </a:moveTo>
                  <a:cubicBezTo>
                    <a:pt x="4" y="1048"/>
                    <a:pt x="10" y="1040"/>
                    <a:pt x="13" y="1031"/>
                  </a:cubicBezTo>
                  <a:cubicBezTo>
                    <a:pt x="17" y="1019"/>
                    <a:pt x="12" y="1004"/>
                    <a:pt x="19" y="993"/>
                  </a:cubicBezTo>
                  <a:cubicBezTo>
                    <a:pt x="23" y="987"/>
                    <a:pt x="21" y="1007"/>
                    <a:pt x="25" y="1012"/>
                  </a:cubicBezTo>
                  <a:cubicBezTo>
                    <a:pt x="30" y="1018"/>
                    <a:pt x="38" y="1021"/>
                    <a:pt x="44" y="1025"/>
                  </a:cubicBezTo>
                  <a:cubicBezTo>
                    <a:pt x="53" y="997"/>
                    <a:pt x="52" y="960"/>
                    <a:pt x="63" y="1019"/>
                  </a:cubicBezTo>
                  <a:cubicBezTo>
                    <a:pt x="88" y="983"/>
                    <a:pt x="81" y="957"/>
                    <a:pt x="88" y="911"/>
                  </a:cubicBezTo>
                  <a:cubicBezTo>
                    <a:pt x="93" y="879"/>
                    <a:pt x="108" y="847"/>
                    <a:pt x="120" y="817"/>
                  </a:cubicBezTo>
                  <a:cubicBezTo>
                    <a:pt x="124" y="823"/>
                    <a:pt x="129" y="829"/>
                    <a:pt x="133" y="836"/>
                  </a:cubicBezTo>
                  <a:cubicBezTo>
                    <a:pt x="138" y="844"/>
                    <a:pt x="136" y="859"/>
                    <a:pt x="145" y="861"/>
                  </a:cubicBezTo>
                  <a:cubicBezTo>
                    <a:pt x="152" y="863"/>
                    <a:pt x="154" y="849"/>
                    <a:pt x="158" y="842"/>
                  </a:cubicBezTo>
                  <a:cubicBezTo>
                    <a:pt x="175" y="814"/>
                    <a:pt x="184" y="786"/>
                    <a:pt x="202" y="760"/>
                  </a:cubicBezTo>
                  <a:cubicBezTo>
                    <a:pt x="219" y="704"/>
                    <a:pt x="227" y="660"/>
                    <a:pt x="234" y="602"/>
                  </a:cubicBezTo>
                  <a:cubicBezTo>
                    <a:pt x="259" y="682"/>
                    <a:pt x="237" y="514"/>
                    <a:pt x="253" y="469"/>
                  </a:cubicBezTo>
                  <a:cubicBezTo>
                    <a:pt x="259" y="478"/>
                    <a:pt x="261" y="492"/>
                    <a:pt x="271" y="495"/>
                  </a:cubicBezTo>
                  <a:cubicBezTo>
                    <a:pt x="278" y="498"/>
                    <a:pt x="285" y="488"/>
                    <a:pt x="290" y="482"/>
                  </a:cubicBezTo>
                  <a:cubicBezTo>
                    <a:pt x="296" y="475"/>
                    <a:pt x="318" y="406"/>
                    <a:pt x="322" y="393"/>
                  </a:cubicBezTo>
                  <a:cubicBezTo>
                    <a:pt x="332" y="322"/>
                    <a:pt x="354" y="268"/>
                    <a:pt x="410" y="223"/>
                  </a:cubicBezTo>
                  <a:cubicBezTo>
                    <a:pt x="422" y="200"/>
                    <a:pt x="430" y="176"/>
                    <a:pt x="442" y="153"/>
                  </a:cubicBezTo>
                  <a:cubicBezTo>
                    <a:pt x="486" y="183"/>
                    <a:pt x="499" y="134"/>
                    <a:pt x="511" y="97"/>
                  </a:cubicBezTo>
                  <a:cubicBezTo>
                    <a:pt x="524" y="114"/>
                    <a:pt x="541" y="140"/>
                    <a:pt x="549" y="135"/>
                  </a:cubicBezTo>
                  <a:cubicBezTo>
                    <a:pt x="559" y="129"/>
                    <a:pt x="555" y="112"/>
                    <a:pt x="562" y="103"/>
                  </a:cubicBezTo>
                  <a:cubicBezTo>
                    <a:pt x="573" y="89"/>
                    <a:pt x="600" y="65"/>
                    <a:pt x="600" y="65"/>
                  </a:cubicBezTo>
                  <a:cubicBezTo>
                    <a:pt x="614" y="21"/>
                    <a:pt x="618" y="70"/>
                    <a:pt x="631" y="90"/>
                  </a:cubicBezTo>
                  <a:cubicBezTo>
                    <a:pt x="636" y="66"/>
                    <a:pt x="632" y="0"/>
                    <a:pt x="663" y="46"/>
                  </a:cubicBezTo>
                  <a:cubicBezTo>
                    <a:pt x="677" y="89"/>
                    <a:pt x="677" y="38"/>
                    <a:pt x="682" y="21"/>
                  </a:cubicBezTo>
                  <a:cubicBezTo>
                    <a:pt x="684" y="44"/>
                    <a:pt x="679" y="69"/>
                    <a:pt x="688" y="90"/>
                  </a:cubicBezTo>
                  <a:cubicBezTo>
                    <a:pt x="690" y="96"/>
                    <a:pt x="703" y="89"/>
                    <a:pt x="707" y="84"/>
                  </a:cubicBezTo>
                  <a:cubicBezTo>
                    <a:pt x="718" y="70"/>
                    <a:pt x="721" y="38"/>
                    <a:pt x="733" y="21"/>
                  </a:cubicBezTo>
                  <a:cubicBezTo>
                    <a:pt x="737" y="57"/>
                    <a:pt x="741" y="123"/>
                    <a:pt x="770" y="46"/>
                  </a:cubicBezTo>
                  <a:cubicBezTo>
                    <a:pt x="772" y="54"/>
                    <a:pt x="774" y="63"/>
                    <a:pt x="777" y="71"/>
                  </a:cubicBezTo>
                  <a:cubicBezTo>
                    <a:pt x="780" y="78"/>
                    <a:pt x="782" y="93"/>
                    <a:pt x="789" y="90"/>
                  </a:cubicBezTo>
                  <a:cubicBezTo>
                    <a:pt x="802" y="84"/>
                    <a:pt x="809" y="29"/>
                    <a:pt x="815" y="15"/>
                  </a:cubicBezTo>
                  <a:cubicBezTo>
                    <a:pt x="831" y="37"/>
                    <a:pt x="838" y="56"/>
                    <a:pt x="853" y="78"/>
                  </a:cubicBezTo>
                  <a:cubicBezTo>
                    <a:pt x="857" y="91"/>
                    <a:pt x="860" y="104"/>
                    <a:pt x="865" y="116"/>
                  </a:cubicBezTo>
                  <a:cubicBezTo>
                    <a:pt x="868" y="123"/>
                    <a:pt x="872" y="139"/>
                    <a:pt x="878" y="135"/>
                  </a:cubicBezTo>
                  <a:cubicBezTo>
                    <a:pt x="887" y="129"/>
                    <a:pt x="882" y="114"/>
                    <a:pt x="884" y="103"/>
                  </a:cubicBezTo>
                  <a:cubicBezTo>
                    <a:pt x="886" y="88"/>
                    <a:pt x="888" y="74"/>
                    <a:pt x="890" y="59"/>
                  </a:cubicBezTo>
                  <a:cubicBezTo>
                    <a:pt x="912" y="119"/>
                    <a:pt x="939" y="172"/>
                    <a:pt x="966" y="229"/>
                  </a:cubicBezTo>
                  <a:cubicBezTo>
                    <a:pt x="970" y="216"/>
                    <a:pt x="976" y="204"/>
                    <a:pt x="979" y="191"/>
                  </a:cubicBezTo>
                  <a:cubicBezTo>
                    <a:pt x="984" y="166"/>
                    <a:pt x="991" y="116"/>
                    <a:pt x="991" y="116"/>
                  </a:cubicBezTo>
                  <a:cubicBezTo>
                    <a:pt x="1004" y="135"/>
                    <a:pt x="1010" y="153"/>
                    <a:pt x="1023" y="172"/>
                  </a:cubicBezTo>
                  <a:cubicBezTo>
                    <a:pt x="1028" y="196"/>
                    <a:pt x="1036" y="218"/>
                    <a:pt x="1042" y="242"/>
                  </a:cubicBezTo>
                  <a:cubicBezTo>
                    <a:pt x="1057" y="178"/>
                    <a:pt x="1036" y="242"/>
                    <a:pt x="1061" y="242"/>
                  </a:cubicBezTo>
                  <a:cubicBezTo>
                    <a:pt x="1070" y="242"/>
                    <a:pt x="1070" y="225"/>
                    <a:pt x="1074" y="217"/>
                  </a:cubicBezTo>
                  <a:cubicBezTo>
                    <a:pt x="1090" y="259"/>
                    <a:pt x="1094" y="297"/>
                    <a:pt x="1099" y="343"/>
                  </a:cubicBezTo>
                  <a:cubicBezTo>
                    <a:pt x="1103" y="337"/>
                    <a:pt x="1106" y="318"/>
                    <a:pt x="1111" y="324"/>
                  </a:cubicBezTo>
                  <a:cubicBezTo>
                    <a:pt x="1120" y="336"/>
                    <a:pt x="1117" y="353"/>
                    <a:pt x="1118" y="368"/>
                  </a:cubicBezTo>
                  <a:cubicBezTo>
                    <a:pt x="1123" y="428"/>
                    <a:pt x="1114" y="496"/>
                    <a:pt x="1143" y="551"/>
                  </a:cubicBezTo>
                  <a:cubicBezTo>
                    <a:pt x="1147" y="495"/>
                    <a:pt x="1146" y="456"/>
                    <a:pt x="1162" y="406"/>
                  </a:cubicBezTo>
                  <a:cubicBezTo>
                    <a:pt x="1164" y="440"/>
                    <a:pt x="1162" y="474"/>
                    <a:pt x="1168" y="507"/>
                  </a:cubicBezTo>
                  <a:cubicBezTo>
                    <a:pt x="1170" y="517"/>
                    <a:pt x="1173" y="466"/>
                    <a:pt x="1175" y="476"/>
                  </a:cubicBezTo>
                  <a:cubicBezTo>
                    <a:pt x="1193" y="557"/>
                    <a:pt x="1181" y="645"/>
                    <a:pt x="1194" y="728"/>
                  </a:cubicBezTo>
                  <a:cubicBezTo>
                    <a:pt x="1202" y="669"/>
                    <a:pt x="1198" y="608"/>
                    <a:pt x="1213" y="551"/>
                  </a:cubicBezTo>
                  <a:cubicBezTo>
                    <a:pt x="1216" y="538"/>
                    <a:pt x="1220" y="577"/>
                    <a:pt x="1225" y="589"/>
                  </a:cubicBezTo>
                  <a:cubicBezTo>
                    <a:pt x="1230" y="602"/>
                    <a:pt x="1238" y="614"/>
                    <a:pt x="1244" y="627"/>
                  </a:cubicBezTo>
                  <a:cubicBezTo>
                    <a:pt x="1250" y="652"/>
                    <a:pt x="1247" y="702"/>
                    <a:pt x="1276" y="659"/>
                  </a:cubicBezTo>
                  <a:cubicBezTo>
                    <a:pt x="1280" y="686"/>
                    <a:pt x="1281" y="714"/>
                    <a:pt x="1288" y="741"/>
                  </a:cubicBezTo>
                  <a:cubicBezTo>
                    <a:pt x="1293" y="760"/>
                    <a:pt x="1307" y="798"/>
                    <a:pt x="1307" y="798"/>
                  </a:cubicBezTo>
                  <a:cubicBezTo>
                    <a:pt x="1309" y="789"/>
                    <a:pt x="1313" y="763"/>
                    <a:pt x="1314" y="772"/>
                  </a:cubicBezTo>
                  <a:cubicBezTo>
                    <a:pt x="1319" y="814"/>
                    <a:pt x="1315" y="857"/>
                    <a:pt x="1320" y="899"/>
                  </a:cubicBezTo>
                  <a:cubicBezTo>
                    <a:pt x="1326" y="958"/>
                    <a:pt x="1350" y="1009"/>
                    <a:pt x="1370" y="1063"/>
                  </a:cubicBezTo>
                  <a:cubicBezTo>
                    <a:pt x="1386" y="1024"/>
                    <a:pt x="1394" y="984"/>
                    <a:pt x="1402" y="943"/>
                  </a:cubicBezTo>
                  <a:cubicBezTo>
                    <a:pt x="1411" y="1030"/>
                    <a:pt x="1444" y="1083"/>
                    <a:pt x="1459" y="1164"/>
                  </a:cubicBezTo>
                  <a:cubicBezTo>
                    <a:pt x="1464" y="1128"/>
                    <a:pt x="1465" y="1092"/>
                    <a:pt x="1471" y="1057"/>
                  </a:cubicBezTo>
                  <a:cubicBezTo>
                    <a:pt x="1472" y="1050"/>
                    <a:pt x="1471" y="1038"/>
                    <a:pt x="1478" y="1038"/>
                  </a:cubicBezTo>
                  <a:cubicBezTo>
                    <a:pt x="1484" y="1038"/>
                    <a:pt x="1478" y="1051"/>
                    <a:pt x="1478" y="1057"/>
                  </a:cubicBezTo>
                </a:path>
              </a:pathLst>
            </a:custGeom>
            <a:noFill/>
            <a:ln w="9525" cap="flat" cmpd="sng">
              <a:solidFill>
                <a:srgbClr val="FF3300"/>
              </a:solidFill>
              <a:prstDash val="solid"/>
              <a:round/>
              <a:headEnd/>
              <a:tailEnd/>
            </a:ln>
            <a:effectLst/>
          </p:spPr>
          <p:txBody>
            <a:bodyPr wrap="none" anchor="ctr"/>
            <a:lstStyle/>
            <a:p>
              <a:endParaRPr lang="en-GB" sz="1600"/>
            </a:p>
          </p:txBody>
        </p:sp>
        <p:sp>
          <p:nvSpPr>
            <p:cNvPr id="135401" name="Freeform 233"/>
            <p:cNvSpPr>
              <a:spLocks/>
            </p:cNvSpPr>
            <p:nvPr/>
          </p:nvSpPr>
          <p:spPr bwMode="auto">
            <a:xfrm flipV="1">
              <a:off x="1965" y="2594"/>
              <a:ext cx="1484" cy="1164"/>
            </a:xfrm>
            <a:custGeom>
              <a:avLst/>
              <a:gdLst/>
              <a:ahLst/>
              <a:cxnLst>
                <a:cxn ang="0">
                  <a:pos x="13" y="1031"/>
                </a:cxn>
                <a:cxn ang="0">
                  <a:pos x="25" y="1012"/>
                </a:cxn>
                <a:cxn ang="0">
                  <a:pos x="63" y="1019"/>
                </a:cxn>
                <a:cxn ang="0">
                  <a:pos x="120" y="817"/>
                </a:cxn>
                <a:cxn ang="0">
                  <a:pos x="145" y="861"/>
                </a:cxn>
                <a:cxn ang="0">
                  <a:pos x="202" y="760"/>
                </a:cxn>
                <a:cxn ang="0">
                  <a:pos x="253" y="469"/>
                </a:cxn>
                <a:cxn ang="0">
                  <a:pos x="290" y="482"/>
                </a:cxn>
                <a:cxn ang="0">
                  <a:pos x="410" y="223"/>
                </a:cxn>
                <a:cxn ang="0">
                  <a:pos x="511" y="97"/>
                </a:cxn>
                <a:cxn ang="0">
                  <a:pos x="562" y="103"/>
                </a:cxn>
                <a:cxn ang="0">
                  <a:pos x="631" y="90"/>
                </a:cxn>
                <a:cxn ang="0">
                  <a:pos x="682" y="21"/>
                </a:cxn>
                <a:cxn ang="0">
                  <a:pos x="707" y="84"/>
                </a:cxn>
                <a:cxn ang="0">
                  <a:pos x="770" y="46"/>
                </a:cxn>
                <a:cxn ang="0">
                  <a:pos x="789" y="90"/>
                </a:cxn>
                <a:cxn ang="0">
                  <a:pos x="853" y="78"/>
                </a:cxn>
                <a:cxn ang="0">
                  <a:pos x="878" y="135"/>
                </a:cxn>
                <a:cxn ang="0">
                  <a:pos x="890" y="59"/>
                </a:cxn>
                <a:cxn ang="0">
                  <a:pos x="979" y="191"/>
                </a:cxn>
                <a:cxn ang="0">
                  <a:pos x="1023" y="172"/>
                </a:cxn>
                <a:cxn ang="0">
                  <a:pos x="1061" y="242"/>
                </a:cxn>
                <a:cxn ang="0">
                  <a:pos x="1099" y="343"/>
                </a:cxn>
                <a:cxn ang="0">
                  <a:pos x="1118" y="368"/>
                </a:cxn>
                <a:cxn ang="0">
                  <a:pos x="1162" y="406"/>
                </a:cxn>
                <a:cxn ang="0">
                  <a:pos x="1175" y="476"/>
                </a:cxn>
                <a:cxn ang="0">
                  <a:pos x="1213" y="551"/>
                </a:cxn>
                <a:cxn ang="0">
                  <a:pos x="1244" y="627"/>
                </a:cxn>
                <a:cxn ang="0">
                  <a:pos x="1288" y="741"/>
                </a:cxn>
                <a:cxn ang="0">
                  <a:pos x="1314" y="772"/>
                </a:cxn>
                <a:cxn ang="0">
                  <a:pos x="1370" y="1063"/>
                </a:cxn>
                <a:cxn ang="0">
                  <a:pos x="1459" y="1164"/>
                </a:cxn>
                <a:cxn ang="0">
                  <a:pos x="1478" y="1038"/>
                </a:cxn>
              </a:cxnLst>
              <a:rect l="0" t="0" r="r" b="b"/>
              <a:pathLst>
                <a:path w="1484" h="1164">
                  <a:moveTo>
                    <a:pt x="0" y="1057"/>
                  </a:moveTo>
                  <a:cubicBezTo>
                    <a:pt x="4" y="1048"/>
                    <a:pt x="10" y="1040"/>
                    <a:pt x="13" y="1031"/>
                  </a:cubicBezTo>
                  <a:cubicBezTo>
                    <a:pt x="17" y="1019"/>
                    <a:pt x="12" y="1004"/>
                    <a:pt x="19" y="993"/>
                  </a:cubicBezTo>
                  <a:cubicBezTo>
                    <a:pt x="23" y="987"/>
                    <a:pt x="21" y="1007"/>
                    <a:pt x="25" y="1012"/>
                  </a:cubicBezTo>
                  <a:cubicBezTo>
                    <a:pt x="30" y="1018"/>
                    <a:pt x="38" y="1021"/>
                    <a:pt x="44" y="1025"/>
                  </a:cubicBezTo>
                  <a:cubicBezTo>
                    <a:pt x="53" y="997"/>
                    <a:pt x="52" y="960"/>
                    <a:pt x="63" y="1019"/>
                  </a:cubicBezTo>
                  <a:cubicBezTo>
                    <a:pt x="88" y="983"/>
                    <a:pt x="81" y="957"/>
                    <a:pt x="88" y="911"/>
                  </a:cubicBezTo>
                  <a:cubicBezTo>
                    <a:pt x="93" y="879"/>
                    <a:pt x="108" y="847"/>
                    <a:pt x="120" y="817"/>
                  </a:cubicBezTo>
                  <a:cubicBezTo>
                    <a:pt x="124" y="823"/>
                    <a:pt x="129" y="829"/>
                    <a:pt x="133" y="836"/>
                  </a:cubicBezTo>
                  <a:cubicBezTo>
                    <a:pt x="138" y="844"/>
                    <a:pt x="136" y="859"/>
                    <a:pt x="145" y="861"/>
                  </a:cubicBezTo>
                  <a:cubicBezTo>
                    <a:pt x="152" y="863"/>
                    <a:pt x="154" y="849"/>
                    <a:pt x="158" y="842"/>
                  </a:cubicBezTo>
                  <a:cubicBezTo>
                    <a:pt x="175" y="814"/>
                    <a:pt x="184" y="786"/>
                    <a:pt x="202" y="760"/>
                  </a:cubicBezTo>
                  <a:cubicBezTo>
                    <a:pt x="219" y="704"/>
                    <a:pt x="227" y="660"/>
                    <a:pt x="234" y="602"/>
                  </a:cubicBezTo>
                  <a:cubicBezTo>
                    <a:pt x="259" y="682"/>
                    <a:pt x="237" y="514"/>
                    <a:pt x="253" y="469"/>
                  </a:cubicBezTo>
                  <a:cubicBezTo>
                    <a:pt x="259" y="478"/>
                    <a:pt x="261" y="492"/>
                    <a:pt x="271" y="495"/>
                  </a:cubicBezTo>
                  <a:cubicBezTo>
                    <a:pt x="278" y="498"/>
                    <a:pt x="285" y="488"/>
                    <a:pt x="290" y="482"/>
                  </a:cubicBezTo>
                  <a:cubicBezTo>
                    <a:pt x="296" y="475"/>
                    <a:pt x="318" y="406"/>
                    <a:pt x="322" y="393"/>
                  </a:cubicBezTo>
                  <a:cubicBezTo>
                    <a:pt x="332" y="322"/>
                    <a:pt x="354" y="268"/>
                    <a:pt x="410" y="223"/>
                  </a:cubicBezTo>
                  <a:cubicBezTo>
                    <a:pt x="422" y="200"/>
                    <a:pt x="430" y="176"/>
                    <a:pt x="442" y="153"/>
                  </a:cubicBezTo>
                  <a:cubicBezTo>
                    <a:pt x="486" y="183"/>
                    <a:pt x="499" y="134"/>
                    <a:pt x="511" y="97"/>
                  </a:cubicBezTo>
                  <a:cubicBezTo>
                    <a:pt x="524" y="114"/>
                    <a:pt x="541" y="140"/>
                    <a:pt x="549" y="135"/>
                  </a:cubicBezTo>
                  <a:cubicBezTo>
                    <a:pt x="559" y="129"/>
                    <a:pt x="555" y="112"/>
                    <a:pt x="562" y="103"/>
                  </a:cubicBezTo>
                  <a:cubicBezTo>
                    <a:pt x="573" y="89"/>
                    <a:pt x="600" y="65"/>
                    <a:pt x="600" y="65"/>
                  </a:cubicBezTo>
                  <a:cubicBezTo>
                    <a:pt x="614" y="21"/>
                    <a:pt x="618" y="70"/>
                    <a:pt x="631" y="90"/>
                  </a:cubicBezTo>
                  <a:cubicBezTo>
                    <a:pt x="636" y="66"/>
                    <a:pt x="632" y="0"/>
                    <a:pt x="663" y="46"/>
                  </a:cubicBezTo>
                  <a:cubicBezTo>
                    <a:pt x="677" y="89"/>
                    <a:pt x="677" y="38"/>
                    <a:pt x="682" y="21"/>
                  </a:cubicBezTo>
                  <a:cubicBezTo>
                    <a:pt x="684" y="44"/>
                    <a:pt x="679" y="69"/>
                    <a:pt x="688" y="90"/>
                  </a:cubicBezTo>
                  <a:cubicBezTo>
                    <a:pt x="690" y="96"/>
                    <a:pt x="703" y="89"/>
                    <a:pt x="707" y="84"/>
                  </a:cubicBezTo>
                  <a:cubicBezTo>
                    <a:pt x="718" y="70"/>
                    <a:pt x="721" y="38"/>
                    <a:pt x="733" y="21"/>
                  </a:cubicBezTo>
                  <a:cubicBezTo>
                    <a:pt x="737" y="57"/>
                    <a:pt x="741" y="123"/>
                    <a:pt x="770" y="46"/>
                  </a:cubicBezTo>
                  <a:cubicBezTo>
                    <a:pt x="772" y="54"/>
                    <a:pt x="774" y="63"/>
                    <a:pt x="777" y="71"/>
                  </a:cubicBezTo>
                  <a:cubicBezTo>
                    <a:pt x="780" y="78"/>
                    <a:pt x="782" y="93"/>
                    <a:pt x="789" y="90"/>
                  </a:cubicBezTo>
                  <a:cubicBezTo>
                    <a:pt x="802" y="84"/>
                    <a:pt x="809" y="29"/>
                    <a:pt x="815" y="15"/>
                  </a:cubicBezTo>
                  <a:cubicBezTo>
                    <a:pt x="831" y="37"/>
                    <a:pt x="838" y="56"/>
                    <a:pt x="853" y="78"/>
                  </a:cubicBezTo>
                  <a:cubicBezTo>
                    <a:pt x="857" y="91"/>
                    <a:pt x="860" y="104"/>
                    <a:pt x="865" y="116"/>
                  </a:cubicBezTo>
                  <a:cubicBezTo>
                    <a:pt x="868" y="123"/>
                    <a:pt x="872" y="139"/>
                    <a:pt x="878" y="135"/>
                  </a:cubicBezTo>
                  <a:cubicBezTo>
                    <a:pt x="887" y="129"/>
                    <a:pt x="882" y="114"/>
                    <a:pt x="884" y="103"/>
                  </a:cubicBezTo>
                  <a:cubicBezTo>
                    <a:pt x="886" y="88"/>
                    <a:pt x="888" y="74"/>
                    <a:pt x="890" y="59"/>
                  </a:cubicBezTo>
                  <a:cubicBezTo>
                    <a:pt x="912" y="119"/>
                    <a:pt x="939" y="172"/>
                    <a:pt x="966" y="229"/>
                  </a:cubicBezTo>
                  <a:cubicBezTo>
                    <a:pt x="970" y="216"/>
                    <a:pt x="976" y="204"/>
                    <a:pt x="979" y="191"/>
                  </a:cubicBezTo>
                  <a:cubicBezTo>
                    <a:pt x="984" y="166"/>
                    <a:pt x="991" y="116"/>
                    <a:pt x="991" y="116"/>
                  </a:cubicBezTo>
                  <a:cubicBezTo>
                    <a:pt x="1004" y="135"/>
                    <a:pt x="1010" y="153"/>
                    <a:pt x="1023" y="172"/>
                  </a:cubicBezTo>
                  <a:cubicBezTo>
                    <a:pt x="1028" y="196"/>
                    <a:pt x="1036" y="218"/>
                    <a:pt x="1042" y="242"/>
                  </a:cubicBezTo>
                  <a:cubicBezTo>
                    <a:pt x="1057" y="178"/>
                    <a:pt x="1036" y="242"/>
                    <a:pt x="1061" y="242"/>
                  </a:cubicBezTo>
                  <a:cubicBezTo>
                    <a:pt x="1070" y="242"/>
                    <a:pt x="1070" y="225"/>
                    <a:pt x="1074" y="217"/>
                  </a:cubicBezTo>
                  <a:cubicBezTo>
                    <a:pt x="1090" y="259"/>
                    <a:pt x="1094" y="297"/>
                    <a:pt x="1099" y="343"/>
                  </a:cubicBezTo>
                  <a:cubicBezTo>
                    <a:pt x="1103" y="337"/>
                    <a:pt x="1106" y="318"/>
                    <a:pt x="1111" y="324"/>
                  </a:cubicBezTo>
                  <a:cubicBezTo>
                    <a:pt x="1120" y="336"/>
                    <a:pt x="1117" y="353"/>
                    <a:pt x="1118" y="368"/>
                  </a:cubicBezTo>
                  <a:cubicBezTo>
                    <a:pt x="1123" y="428"/>
                    <a:pt x="1114" y="496"/>
                    <a:pt x="1143" y="551"/>
                  </a:cubicBezTo>
                  <a:cubicBezTo>
                    <a:pt x="1147" y="495"/>
                    <a:pt x="1146" y="456"/>
                    <a:pt x="1162" y="406"/>
                  </a:cubicBezTo>
                  <a:cubicBezTo>
                    <a:pt x="1164" y="440"/>
                    <a:pt x="1162" y="474"/>
                    <a:pt x="1168" y="507"/>
                  </a:cubicBezTo>
                  <a:cubicBezTo>
                    <a:pt x="1170" y="517"/>
                    <a:pt x="1173" y="466"/>
                    <a:pt x="1175" y="476"/>
                  </a:cubicBezTo>
                  <a:cubicBezTo>
                    <a:pt x="1193" y="557"/>
                    <a:pt x="1181" y="645"/>
                    <a:pt x="1194" y="728"/>
                  </a:cubicBezTo>
                  <a:cubicBezTo>
                    <a:pt x="1202" y="669"/>
                    <a:pt x="1198" y="608"/>
                    <a:pt x="1213" y="551"/>
                  </a:cubicBezTo>
                  <a:cubicBezTo>
                    <a:pt x="1216" y="538"/>
                    <a:pt x="1220" y="577"/>
                    <a:pt x="1225" y="589"/>
                  </a:cubicBezTo>
                  <a:cubicBezTo>
                    <a:pt x="1230" y="602"/>
                    <a:pt x="1238" y="614"/>
                    <a:pt x="1244" y="627"/>
                  </a:cubicBezTo>
                  <a:cubicBezTo>
                    <a:pt x="1250" y="652"/>
                    <a:pt x="1247" y="702"/>
                    <a:pt x="1276" y="659"/>
                  </a:cubicBezTo>
                  <a:cubicBezTo>
                    <a:pt x="1280" y="686"/>
                    <a:pt x="1281" y="714"/>
                    <a:pt x="1288" y="741"/>
                  </a:cubicBezTo>
                  <a:cubicBezTo>
                    <a:pt x="1293" y="760"/>
                    <a:pt x="1307" y="798"/>
                    <a:pt x="1307" y="798"/>
                  </a:cubicBezTo>
                  <a:cubicBezTo>
                    <a:pt x="1309" y="789"/>
                    <a:pt x="1313" y="763"/>
                    <a:pt x="1314" y="772"/>
                  </a:cubicBezTo>
                  <a:cubicBezTo>
                    <a:pt x="1319" y="814"/>
                    <a:pt x="1315" y="857"/>
                    <a:pt x="1320" y="899"/>
                  </a:cubicBezTo>
                  <a:cubicBezTo>
                    <a:pt x="1326" y="958"/>
                    <a:pt x="1350" y="1009"/>
                    <a:pt x="1370" y="1063"/>
                  </a:cubicBezTo>
                  <a:cubicBezTo>
                    <a:pt x="1386" y="1024"/>
                    <a:pt x="1394" y="984"/>
                    <a:pt x="1402" y="943"/>
                  </a:cubicBezTo>
                  <a:cubicBezTo>
                    <a:pt x="1411" y="1030"/>
                    <a:pt x="1444" y="1083"/>
                    <a:pt x="1459" y="1164"/>
                  </a:cubicBezTo>
                  <a:cubicBezTo>
                    <a:pt x="1464" y="1128"/>
                    <a:pt x="1465" y="1092"/>
                    <a:pt x="1471" y="1057"/>
                  </a:cubicBezTo>
                  <a:cubicBezTo>
                    <a:pt x="1472" y="1050"/>
                    <a:pt x="1471" y="1038"/>
                    <a:pt x="1478" y="1038"/>
                  </a:cubicBezTo>
                  <a:cubicBezTo>
                    <a:pt x="1484" y="1038"/>
                    <a:pt x="1478" y="1051"/>
                    <a:pt x="1478" y="1057"/>
                  </a:cubicBezTo>
                </a:path>
              </a:pathLst>
            </a:custGeom>
            <a:noFill/>
            <a:ln w="9525" cap="flat" cmpd="sng">
              <a:solidFill>
                <a:srgbClr val="FF3300"/>
              </a:solidFill>
              <a:prstDash val="solid"/>
              <a:round/>
              <a:headEnd/>
              <a:tailEnd/>
            </a:ln>
            <a:effectLst/>
          </p:spPr>
          <p:txBody>
            <a:bodyPr wrap="none" anchor="ctr"/>
            <a:lstStyle/>
            <a:p>
              <a:endParaRPr lang="en-GB" sz="1600"/>
            </a:p>
          </p:txBody>
        </p:sp>
        <p:sp>
          <p:nvSpPr>
            <p:cNvPr id="135402" name="Freeform 234"/>
            <p:cNvSpPr>
              <a:spLocks/>
            </p:cNvSpPr>
            <p:nvPr/>
          </p:nvSpPr>
          <p:spPr bwMode="auto">
            <a:xfrm>
              <a:off x="1899" y="2583"/>
              <a:ext cx="1492" cy="1162"/>
            </a:xfrm>
            <a:custGeom>
              <a:avLst/>
              <a:gdLst/>
              <a:ahLst/>
              <a:cxnLst>
                <a:cxn ang="0">
                  <a:pos x="34" y="1093"/>
                </a:cxn>
                <a:cxn ang="0">
                  <a:pos x="72" y="1093"/>
                </a:cxn>
                <a:cxn ang="0">
                  <a:pos x="91" y="1112"/>
                </a:cxn>
                <a:cxn ang="0">
                  <a:pos x="160" y="1086"/>
                </a:cxn>
                <a:cxn ang="0">
                  <a:pos x="173" y="1124"/>
                </a:cxn>
                <a:cxn ang="0">
                  <a:pos x="223" y="1143"/>
                </a:cxn>
                <a:cxn ang="0">
                  <a:pos x="287" y="1143"/>
                </a:cxn>
                <a:cxn ang="0">
                  <a:pos x="337" y="1162"/>
                </a:cxn>
                <a:cxn ang="0">
                  <a:pos x="369" y="1124"/>
                </a:cxn>
                <a:cxn ang="0">
                  <a:pos x="432" y="1105"/>
                </a:cxn>
                <a:cxn ang="0">
                  <a:pos x="495" y="1068"/>
                </a:cxn>
                <a:cxn ang="0">
                  <a:pos x="533" y="1061"/>
                </a:cxn>
                <a:cxn ang="0">
                  <a:pos x="571" y="1061"/>
                </a:cxn>
                <a:cxn ang="0">
                  <a:pos x="590" y="1074"/>
                </a:cxn>
                <a:cxn ang="0">
                  <a:pos x="621" y="954"/>
                </a:cxn>
                <a:cxn ang="0">
                  <a:pos x="628" y="973"/>
                </a:cxn>
                <a:cxn ang="0">
                  <a:pos x="634" y="948"/>
                </a:cxn>
                <a:cxn ang="0">
                  <a:pos x="647" y="922"/>
                </a:cxn>
                <a:cxn ang="0">
                  <a:pos x="691" y="809"/>
                </a:cxn>
                <a:cxn ang="0">
                  <a:pos x="741" y="657"/>
                </a:cxn>
                <a:cxn ang="0">
                  <a:pos x="767" y="606"/>
                </a:cxn>
                <a:cxn ang="0">
                  <a:pos x="798" y="531"/>
                </a:cxn>
                <a:cxn ang="0">
                  <a:pos x="805" y="499"/>
                </a:cxn>
                <a:cxn ang="0">
                  <a:pos x="811" y="480"/>
                </a:cxn>
                <a:cxn ang="0">
                  <a:pos x="823" y="430"/>
                </a:cxn>
                <a:cxn ang="0">
                  <a:pos x="861" y="329"/>
                </a:cxn>
                <a:cxn ang="0">
                  <a:pos x="956" y="120"/>
                </a:cxn>
                <a:cxn ang="0">
                  <a:pos x="988" y="101"/>
                </a:cxn>
                <a:cxn ang="0">
                  <a:pos x="1007" y="63"/>
                </a:cxn>
                <a:cxn ang="0">
                  <a:pos x="1013" y="89"/>
                </a:cxn>
                <a:cxn ang="0">
                  <a:pos x="1019" y="108"/>
                </a:cxn>
                <a:cxn ang="0">
                  <a:pos x="1057" y="57"/>
                </a:cxn>
                <a:cxn ang="0">
                  <a:pos x="1063" y="89"/>
                </a:cxn>
                <a:cxn ang="0">
                  <a:pos x="1070" y="114"/>
                </a:cxn>
                <a:cxn ang="0">
                  <a:pos x="1095" y="82"/>
                </a:cxn>
                <a:cxn ang="0">
                  <a:pos x="1101" y="57"/>
                </a:cxn>
                <a:cxn ang="0">
                  <a:pos x="1108" y="38"/>
                </a:cxn>
                <a:cxn ang="0">
                  <a:pos x="1127" y="82"/>
                </a:cxn>
                <a:cxn ang="0">
                  <a:pos x="1146" y="57"/>
                </a:cxn>
                <a:cxn ang="0">
                  <a:pos x="1152" y="32"/>
                </a:cxn>
                <a:cxn ang="0">
                  <a:pos x="1171" y="82"/>
                </a:cxn>
                <a:cxn ang="0">
                  <a:pos x="1215" y="25"/>
                </a:cxn>
                <a:cxn ang="0">
                  <a:pos x="1259" y="13"/>
                </a:cxn>
                <a:cxn ang="0">
                  <a:pos x="1291" y="44"/>
                </a:cxn>
                <a:cxn ang="0">
                  <a:pos x="1303" y="19"/>
                </a:cxn>
                <a:cxn ang="0">
                  <a:pos x="1335" y="57"/>
                </a:cxn>
                <a:cxn ang="0">
                  <a:pos x="1392" y="0"/>
                </a:cxn>
                <a:cxn ang="0">
                  <a:pos x="1417" y="76"/>
                </a:cxn>
                <a:cxn ang="0">
                  <a:pos x="1442" y="70"/>
                </a:cxn>
                <a:cxn ang="0">
                  <a:pos x="1461" y="70"/>
                </a:cxn>
                <a:cxn ang="0">
                  <a:pos x="1474" y="133"/>
                </a:cxn>
                <a:cxn ang="0">
                  <a:pos x="1487" y="120"/>
                </a:cxn>
              </a:cxnLst>
              <a:rect l="0" t="0" r="r" b="b"/>
              <a:pathLst>
                <a:path w="1492" h="1162">
                  <a:moveTo>
                    <a:pt x="34" y="1093"/>
                  </a:moveTo>
                  <a:cubicBezTo>
                    <a:pt x="106" y="1138"/>
                    <a:pt x="0" y="1080"/>
                    <a:pt x="72" y="1093"/>
                  </a:cubicBezTo>
                  <a:cubicBezTo>
                    <a:pt x="81" y="1095"/>
                    <a:pt x="85" y="1106"/>
                    <a:pt x="91" y="1112"/>
                  </a:cubicBezTo>
                  <a:cubicBezTo>
                    <a:pt x="108" y="1103"/>
                    <a:pt x="141" y="1084"/>
                    <a:pt x="160" y="1086"/>
                  </a:cubicBezTo>
                  <a:cubicBezTo>
                    <a:pt x="161" y="1086"/>
                    <a:pt x="173" y="1123"/>
                    <a:pt x="173" y="1124"/>
                  </a:cubicBezTo>
                  <a:cubicBezTo>
                    <a:pt x="223" y="1112"/>
                    <a:pt x="180" y="1129"/>
                    <a:pt x="223" y="1143"/>
                  </a:cubicBezTo>
                  <a:cubicBezTo>
                    <a:pt x="281" y="1121"/>
                    <a:pt x="264" y="1109"/>
                    <a:pt x="287" y="1143"/>
                  </a:cubicBezTo>
                  <a:cubicBezTo>
                    <a:pt x="337" y="1131"/>
                    <a:pt x="327" y="1099"/>
                    <a:pt x="337" y="1162"/>
                  </a:cubicBezTo>
                  <a:cubicBezTo>
                    <a:pt x="349" y="1150"/>
                    <a:pt x="354" y="1132"/>
                    <a:pt x="369" y="1124"/>
                  </a:cubicBezTo>
                  <a:cubicBezTo>
                    <a:pt x="388" y="1114"/>
                    <a:pt x="411" y="1113"/>
                    <a:pt x="432" y="1105"/>
                  </a:cubicBezTo>
                  <a:cubicBezTo>
                    <a:pt x="471" y="1162"/>
                    <a:pt x="468" y="1081"/>
                    <a:pt x="495" y="1068"/>
                  </a:cubicBezTo>
                  <a:cubicBezTo>
                    <a:pt x="507" y="1062"/>
                    <a:pt x="520" y="1063"/>
                    <a:pt x="533" y="1061"/>
                  </a:cubicBezTo>
                  <a:cubicBezTo>
                    <a:pt x="577" y="994"/>
                    <a:pt x="545" y="1028"/>
                    <a:pt x="571" y="1061"/>
                  </a:cubicBezTo>
                  <a:cubicBezTo>
                    <a:pt x="576" y="1067"/>
                    <a:pt x="584" y="1070"/>
                    <a:pt x="590" y="1074"/>
                  </a:cubicBezTo>
                  <a:cubicBezTo>
                    <a:pt x="600" y="1033"/>
                    <a:pt x="614" y="996"/>
                    <a:pt x="621" y="954"/>
                  </a:cubicBezTo>
                  <a:cubicBezTo>
                    <a:pt x="623" y="960"/>
                    <a:pt x="622" y="976"/>
                    <a:pt x="628" y="973"/>
                  </a:cubicBezTo>
                  <a:cubicBezTo>
                    <a:pt x="636" y="969"/>
                    <a:pt x="631" y="956"/>
                    <a:pt x="634" y="948"/>
                  </a:cubicBezTo>
                  <a:cubicBezTo>
                    <a:pt x="637" y="939"/>
                    <a:pt x="643" y="931"/>
                    <a:pt x="647" y="922"/>
                  </a:cubicBezTo>
                  <a:cubicBezTo>
                    <a:pt x="664" y="883"/>
                    <a:pt x="665" y="843"/>
                    <a:pt x="691" y="809"/>
                  </a:cubicBezTo>
                  <a:cubicBezTo>
                    <a:pt x="707" y="758"/>
                    <a:pt x="725" y="708"/>
                    <a:pt x="741" y="657"/>
                  </a:cubicBezTo>
                  <a:cubicBezTo>
                    <a:pt x="747" y="639"/>
                    <a:pt x="760" y="624"/>
                    <a:pt x="767" y="606"/>
                  </a:cubicBezTo>
                  <a:cubicBezTo>
                    <a:pt x="773" y="575"/>
                    <a:pt x="784" y="559"/>
                    <a:pt x="798" y="531"/>
                  </a:cubicBezTo>
                  <a:cubicBezTo>
                    <a:pt x="800" y="520"/>
                    <a:pt x="802" y="510"/>
                    <a:pt x="805" y="499"/>
                  </a:cubicBezTo>
                  <a:cubicBezTo>
                    <a:pt x="807" y="493"/>
                    <a:pt x="809" y="486"/>
                    <a:pt x="811" y="480"/>
                  </a:cubicBezTo>
                  <a:cubicBezTo>
                    <a:pt x="815" y="463"/>
                    <a:pt x="823" y="430"/>
                    <a:pt x="823" y="430"/>
                  </a:cubicBezTo>
                  <a:cubicBezTo>
                    <a:pt x="829" y="374"/>
                    <a:pt x="816" y="351"/>
                    <a:pt x="861" y="329"/>
                  </a:cubicBezTo>
                  <a:cubicBezTo>
                    <a:pt x="879" y="256"/>
                    <a:pt x="921" y="187"/>
                    <a:pt x="956" y="120"/>
                  </a:cubicBezTo>
                  <a:cubicBezTo>
                    <a:pt x="967" y="153"/>
                    <a:pt x="958" y="145"/>
                    <a:pt x="988" y="101"/>
                  </a:cubicBezTo>
                  <a:cubicBezTo>
                    <a:pt x="1003" y="79"/>
                    <a:pt x="998" y="86"/>
                    <a:pt x="1007" y="63"/>
                  </a:cubicBezTo>
                  <a:cubicBezTo>
                    <a:pt x="1009" y="72"/>
                    <a:pt x="1011" y="80"/>
                    <a:pt x="1013" y="89"/>
                  </a:cubicBezTo>
                  <a:cubicBezTo>
                    <a:pt x="1015" y="95"/>
                    <a:pt x="1014" y="112"/>
                    <a:pt x="1019" y="108"/>
                  </a:cubicBezTo>
                  <a:cubicBezTo>
                    <a:pt x="1036" y="96"/>
                    <a:pt x="1057" y="57"/>
                    <a:pt x="1057" y="57"/>
                  </a:cubicBezTo>
                  <a:cubicBezTo>
                    <a:pt x="1059" y="68"/>
                    <a:pt x="1061" y="78"/>
                    <a:pt x="1063" y="89"/>
                  </a:cubicBezTo>
                  <a:cubicBezTo>
                    <a:pt x="1065" y="97"/>
                    <a:pt x="1062" y="116"/>
                    <a:pt x="1070" y="114"/>
                  </a:cubicBezTo>
                  <a:cubicBezTo>
                    <a:pt x="1083" y="111"/>
                    <a:pt x="1087" y="93"/>
                    <a:pt x="1095" y="82"/>
                  </a:cubicBezTo>
                  <a:cubicBezTo>
                    <a:pt x="1097" y="74"/>
                    <a:pt x="1099" y="65"/>
                    <a:pt x="1101" y="57"/>
                  </a:cubicBezTo>
                  <a:cubicBezTo>
                    <a:pt x="1103" y="51"/>
                    <a:pt x="1102" y="36"/>
                    <a:pt x="1108" y="38"/>
                  </a:cubicBezTo>
                  <a:cubicBezTo>
                    <a:pt x="1112" y="39"/>
                    <a:pt x="1125" y="76"/>
                    <a:pt x="1127" y="82"/>
                  </a:cubicBezTo>
                  <a:cubicBezTo>
                    <a:pt x="1133" y="74"/>
                    <a:pt x="1141" y="66"/>
                    <a:pt x="1146" y="57"/>
                  </a:cubicBezTo>
                  <a:cubicBezTo>
                    <a:pt x="1150" y="49"/>
                    <a:pt x="1144" y="29"/>
                    <a:pt x="1152" y="32"/>
                  </a:cubicBezTo>
                  <a:cubicBezTo>
                    <a:pt x="1156" y="33"/>
                    <a:pt x="1168" y="74"/>
                    <a:pt x="1171" y="82"/>
                  </a:cubicBezTo>
                  <a:cubicBezTo>
                    <a:pt x="1195" y="67"/>
                    <a:pt x="1198" y="49"/>
                    <a:pt x="1215" y="25"/>
                  </a:cubicBezTo>
                  <a:cubicBezTo>
                    <a:pt x="1239" y="60"/>
                    <a:pt x="1244" y="44"/>
                    <a:pt x="1259" y="13"/>
                  </a:cubicBezTo>
                  <a:cubicBezTo>
                    <a:pt x="1269" y="48"/>
                    <a:pt x="1254" y="81"/>
                    <a:pt x="1291" y="44"/>
                  </a:cubicBezTo>
                  <a:cubicBezTo>
                    <a:pt x="1295" y="36"/>
                    <a:pt x="1294" y="21"/>
                    <a:pt x="1303" y="19"/>
                  </a:cubicBezTo>
                  <a:cubicBezTo>
                    <a:pt x="1310" y="18"/>
                    <a:pt x="1332" y="53"/>
                    <a:pt x="1335" y="57"/>
                  </a:cubicBezTo>
                  <a:cubicBezTo>
                    <a:pt x="1363" y="42"/>
                    <a:pt x="1374" y="26"/>
                    <a:pt x="1392" y="0"/>
                  </a:cubicBezTo>
                  <a:cubicBezTo>
                    <a:pt x="1397" y="29"/>
                    <a:pt x="1401" y="51"/>
                    <a:pt x="1417" y="76"/>
                  </a:cubicBezTo>
                  <a:cubicBezTo>
                    <a:pt x="1425" y="74"/>
                    <a:pt x="1435" y="75"/>
                    <a:pt x="1442" y="70"/>
                  </a:cubicBezTo>
                  <a:cubicBezTo>
                    <a:pt x="1459" y="56"/>
                    <a:pt x="1437" y="32"/>
                    <a:pt x="1461" y="70"/>
                  </a:cubicBezTo>
                  <a:cubicBezTo>
                    <a:pt x="1477" y="159"/>
                    <a:pt x="1460" y="67"/>
                    <a:pt x="1474" y="133"/>
                  </a:cubicBezTo>
                  <a:cubicBezTo>
                    <a:pt x="1492" y="217"/>
                    <a:pt x="1487" y="222"/>
                    <a:pt x="1487" y="120"/>
                  </a:cubicBezTo>
                </a:path>
              </a:pathLst>
            </a:custGeom>
            <a:noFill/>
            <a:ln w="9525" cap="flat" cmpd="sng">
              <a:solidFill>
                <a:srgbClr val="FF3300"/>
              </a:solidFill>
              <a:prstDash val="solid"/>
              <a:round/>
              <a:headEnd/>
              <a:tailEnd/>
            </a:ln>
            <a:effectLst/>
          </p:spPr>
          <p:txBody>
            <a:bodyPr wrap="none" anchor="ctr"/>
            <a:lstStyle/>
            <a:p>
              <a:endParaRPr lang="en-GB" sz="1600"/>
            </a:p>
          </p:txBody>
        </p:sp>
        <p:sp>
          <p:nvSpPr>
            <p:cNvPr id="135403" name="Freeform 235"/>
            <p:cNvSpPr>
              <a:spLocks/>
            </p:cNvSpPr>
            <p:nvPr/>
          </p:nvSpPr>
          <p:spPr bwMode="auto">
            <a:xfrm>
              <a:off x="2011" y="2558"/>
              <a:ext cx="1349" cy="1244"/>
            </a:xfrm>
            <a:custGeom>
              <a:avLst/>
              <a:gdLst/>
              <a:ahLst/>
              <a:cxnLst>
                <a:cxn ang="0">
                  <a:pos x="4" y="151"/>
                </a:cxn>
                <a:cxn ang="0">
                  <a:pos x="42" y="95"/>
                </a:cxn>
                <a:cxn ang="0">
                  <a:pos x="67" y="57"/>
                </a:cxn>
                <a:cxn ang="0">
                  <a:pos x="73" y="76"/>
                </a:cxn>
                <a:cxn ang="0">
                  <a:pos x="67" y="95"/>
                </a:cxn>
                <a:cxn ang="0">
                  <a:pos x="99" y="38"/>
                </a:cxn>
                <a:cxn ang="0">
                  <a:pos x="143" y="13"/>
                </a:cxn>
                <a:cxn ang="0">
                  <a:pos x="149" y="69"/>
                </a:cxn>
                <a:cxn ang="0">
                  <a:pos x="168" y="63"/>
                </a:cxn>
                <a:cxn ang="0">
                  <a:pos x="200" y="19"/>
                </a:cxn>
                <a:cxn ang="0">
                  <a:pos x="212" y="101"/>
                </a:cxn>
                <a:cxn ang="0">
                  <a:pos x="231" y="63"/>
                </a:cxn>
                <a:cxn ang="0">
                  <a:pos x="257" y="0"/>
                </a:cxn>
                <a:cxn ang="0">
                  <a:pos x="263" y="95"/>
                </a:cxn>
                <a:cxn ang="0">
                  <a:pos x="295" y="82"/>
                </a:cxn>
                <a:cxn ang="0">
                  <a:pos x="320" y="31"/>
                </a:cxn>
                <a:cxn ang="0">
                  <a:pos x="358" y="63"/>
                </a:cxn>
                <a:cxn ang="0">
                  <a:pos x="383" y="145"/>
                </a:cxn>
                <a:cxn ang="0">
                  <a:pos x="402" y="126"/>
                </a:cxn>
                <a:cxn ang="0">
                  <a:pos x="408" y="107"/>
                </a:cxn>
                <a:cxn ang="0">
                  <a:pos x="433" y="164"/>
                </a:cxn>
                <a:cxn ang="0">
                  <a:pos x="452" y="189"/>
                </a:cxn>
                <a:cxn ang="0">
                  <a:pos x="478" y="158"/>
                </a:cxn>
                <a:cxn ang="0">
                  <a:pos x="484" y="133"/>
                </a:cxn>
                <a:cxn ang="0">
                  <a:pos x="497" y="151"/>
                </a:cxn>
                <a:cxn ang="0">
                  <a:pos x="516" y="227"/>
                </a:cxn>
                <a:cxn ang="0">
                  <a:pos x="547" y="259"/>
                </a:cxn>
                <a:cxn ang="0">
                  <a:pos x="553" y="335"/>
                </a:cxn>
                <a:cxn ang="0">
                  <a:pos x="572" y="322"/>
                </a:cxn>
                <a:cxn ang="0">
                  <a:pos x="579" y="341"/>
                </a:cxn>
                <a:cxn ang="0">
                  <a:pos x="604" y="474"/>
                </a:cxn>
                <a:cxn ang="0">
                  <a:pos x="629" y="398"/>
                </a:cxn>
                <a:cxn ang="0">
                  <a:pos x="673" y="606"/>
                </a:cxn>
                <a:cxn ang="0">
                  <a:pos x="699" y="657"/>
                </a:cxn>
                <a:cxn ang="0">
                  <a:pos x="718" y="638"/>
                </a:cxn>
                <a:cxn ang="0">
                  <a:pos x="737" y="663"/>
                </a:cxn>
                <a:cxn ang="0">
                  <a:pos x="756" y="859"/>
                </a:cxn>
                <a:cxn ang="0">
                  <a:pos x="781" y="859"/>
                </a:cxn>
                <a:cxn ang="0">
                  <a:pos x="800" y="941"/>
                </a:cxn>
                <a:cxn ang="0">
                  <a:pos x="831" y="979"/>
                </a:cxn>
                <a:cxn ang="0">
                  <a:pos x="995" y="1206"/>
                </a:cxn>
                <a:cxn ang="0">
                  <a:pos x="1059" y="1175"/>
                </a:cxn>
                <a:cxn ang="0">
                  <a:pos x="1078" y="1244"/>
                </a:cxn>
                <a:cxn ang="0">
                  <a:pos x="1135" y="1225"/>
                </a:cxn>
                <a:cxn ang="0">
                  <a:pos x="1198" y="1149"/>
                </a:cxn>
                <a:cxn ang="0">
                  <a:pos x="1204" y="1181"/>
                </a:cxn>
                <a:cxn ang="0">
                  <a:pos x="1210" y="1206"/>
                </a:cxn>
                <a:cxn ang="0">
                  <a:pos x="1236" y="1194"/>
                </a:cxn>
                <a:cxn ang="0">
                  <a:pos x="1261" y="1194"/>
                </a:cxn>
                <a:cxn ang="0">
                  <a:pos x="1280" y="1181"/>
                </a:cxn>
                <a:cxn ang="0">
                  <a:pos x="1305" y="1124"/>
                </a:cxn>
                <a:cxn ang="0">
                  <a:pos x="1330" y="1130"/>
                </a:cxn>
                <a:cxn ang="0">
                  <a:pos x="1349" y="1137"/>
                </a:cxn>
                <a:cxn ang="0">
                  <a:pos x="1330" y="1143"/>
                </a:cxn>
                <a:cxn ang="0">
                  <a:pos x="1273" y="1156"/>
                </a:cxn>
              </a:cxnLst>
              <a:rect l="0" t="0" r="r" b="b"/>
              <a:pathLst>
                <a:path w="1349" h="1244">
                  <a:moveTo>
                    <a:pt x="4" y="151"/>
                  </a:moveTo>
                  <a:cubicBezTo>
                    <a:pt x="46" y="82"/>
                    <a:pt x="0" y="155"/>
                    <a:pt x="42" y="95"/>
                  </a:cubicBezTo>
                  <a:cubicBezTo>
                    <a:pt x="51" y="83"/>
                    <a:pt x="67" y="57"/>
                    <a:pt x="67" y="57"/>
                  </a:cubicBezTo>
                  <a:cubicBezTo>
                    <a:pt x="69" y="63"/>
                    <a:pt x="73" y="69"/>
                    <a:pt x="73" y="76"/>
                  </a:cubicBezTo>
                  <a:cubicBezTo>
                    <a:pt x="73" y="83"/>
                    <a:pt x="64" y="101"/>
                    <a:pt x="67" y="95"/>
                  </a:cubicBezTo>
                  <a:cubicBezTo>
                    <a:pt x="103" y="28"/>
                    <a:pt x="56" y="95"/>
                    <a:pt x="99" y="38"/>
                  </a:cubicBezTo>
                  <a:cubicBezTo>
                    <a:pt x="112" y="81"/>
                    <a:pt x="118" y="36"/>
                    <a:pt x="143" y="13"/>
                  </a:cubicBezTo>
                  <a:cubicBezTo>
                    <a:pt x="145" y="32"/>
                    <a:pt x="141" y="52"/>
                    <a:pt x="149" y="69"/>
                  </a:cubicBezTo>
                  <a:cubicBezTo>
                    <a:pt x="152" y="75"/>
                    <a:pt x="163" y="68"/>
                    <a:pt x="168" y="63"/>
                  </a:cubicBezTo>
                  <a:cubicBezTo>
                    <a:pt x="181" y="50"/>
                    <a:pt x="200" y="19"/>
                    <a:pt x="200" y="19"/>
                  </a:cubicBezTo>
                  <a:cubicBezTo>
                    <a:pt x="208" y="45"/>
                    <a:pt x="192" y="81"/>
                    <a:pt x="212" y="101"/>
                  </a:cubicBezTo>
                  <a:cubicBezTo>
                    <a:pt x="222" y="111"/>
                    <a:pt x="225" y="76"/>
                    <a:pt x="231" y="63"/>
                  </a:cubicBezTo>
                  <a:cubicBezTo>
                    <a:pt x="240" y="42"/>
                    <a:pt x="249" y="21"/>
                    <a:pt x="257" y="0"/>
                  </a:cubicBezTo>
                  <a:cubicBezTo>
                    <a:pt x="259" y="32"/>
                    <a:pt x="250" y="66"/>
                    <a:pt x="263" y="95"/>
                  </a:cubicBezTo>
                  <a:cubicBezTo>
                    <a:pt x="268" y="105"/>
                    <a:pt x="287" y="90"/>
                    <a:pt x="295" y="82"/>
                  </a:cubicBezTo>
                  <a:cubicBezTo>
                    <a:pt x="308" y="68"/>
                    <a:pt x="309" y="47"/>
                    <a:pt x="320" y="31"/>
                  </a:cubicBezTo>
                  <a:cubicBezTo>
                    <a:pt x="325" y="93"/>
                    <a:pt x="324" y="147"/>
                    <a:pt x="358" y="63"/>
                  </a:cubicBezTo>
                  <a:cubicBezTo>
                    <a:pt x="367" y="90"/>
                    <a:pt x="374" y="118"/>
                    <a:pt x="383" y="145"/>
                  </a:cubicBezTo>
                  <a:cubicBezTo>
                    <a:pt x="389" y="139"/>
                    <a:pt x="397" y="133"/>
                    <a:pt x="402" y="126"/>
                  </a:cubicBezTo>
                  <a:cubicBezTo>
                    <a:pt x="406" y="120"/>
                    <a:pt x="403" y="103"/>
                    <a:pt x="408" y="107"/>
                  </a:cubicBezTo>
                  <a:cubicBezTo>
                    <a:pt x="419" y="115"/>
                    <a:pt x="428" y="148"/>
                    <a:pt x="433" y="164"/>
                  </a:cubicBezTo>
                  <a:cubicBezTo>
                    <a:pt x="444" y="244"/>
                    <a:pt x="431" y="220"/>
                    <a:pt x="452" y="189"/>
                  </a:cubicBezTo>
                  <a:cubicBezTo>
                    <a:pt x="459" y="178"/>
                    <a:pt x="469" y="168"/>
                    <a:pt x="478" y="158"/>
                  </a:cubicBezTo>
                  <a:cubicBezTo>
                    <a:pt x="480" y="150"/>
                    <a:pt x="476" y="136"/>
                    <a:pt x="484" y="133"/>
                  </a:cubicBezTo>
                  <a:cubicBezTo>
                    <a:pt x="491" y="130"/>
                    <a:pt x="494" y="144"/>
                    <a:pt x="497" y="151"/>
                  </a:cubicBezTo>
                  <a:cubicBezTo>
                    <a:pt x="507" y="175"/>
                    <a:pt x="507" y="203"/>
                    <a:pt x="516" y="227"/>
                  </a:cubicBezTo>
                  <a:cubicBezTo>
                    <a:pt x="555" y="176"/>
                    <a:pt x="538" y="223"/>
                    <a:pt x="547" y="259"/>
                  </a:cubicBezTo>
                  <a:cubicBezTo>
                    <a:pt x="549" y="284"/>
                    <a:pt x="544" y="311"/>
                    <a:pt x="553" y="335"/>
                  </a:cubicBezTo>
                  <a:cubicBezTo>
                    <a:pt x="556" y="342"/>
                    <a:pt x="565" y="320"/>
                    <a:pt x="572" y="322"/>
                  </a:cubicBezTo>
                  <a:cubicBezTo>
                    <a:pt x="579" y="324"/>
                    <a:pt x="577" y="335"/>
                    <a:pt x="579" y="341"/>
                  </a:cubicBezTo>
                  <a:cubicBezTo>
                    <a:pt x="603" y="265"/>
                    <a:pt x="581" y="428"/>
                    <a:pt x="604" y="474"/>
                  </a:cubicBezTo>
                  <a:cubicBezTo>
                    <a:pt x="610" y="444"/>
                    <a:pt x="616" y="425"/>
                    <a:pt x="629" y="398"/>
                  </a:cubicBezTo>
                  <a:cubicBezTo>
                    <a:pt x="652" y="465"/>
                    <a:pt x="652" y="538"/>
                    <a:pt x="673" y="606"/>
                  </a:cubicBezTo>
                  <a:cubicBezTo>
                    <a:pt x="699" y="544"/>
                    <a:pt x="687" y="463"/>
                    <a:pt x="699" y="657"/>
                  </a:cubicBezTo>
                  <a:cubicBezTo>
                    <a:pt x="705" y="651"/>
                    <a:pt x="714" y="630"/>
                    <a:pt x="718" y="638"/>
                  </a:cubicBezTo>
                  <a:cubicBezTo>
                    <a:pt x="738" y="683"/>
                    <a:pt x="709" y="772"/>
                    <a:pt x="737" y="663"/>
                  </a:cubicBezTo>
                  <a:cubicBezTo>
                    <a:pt x="741" y="765"/>
                    <a:pt x="742" y="782"/>
                    <a:pt x="756" y="859"/>
                  </a:cubicBezTo>
                  <a:cubicBezTo>
                    <a:pt x="759" y="847"/>
                    <a:pt x="764" y="798"/>
                    <a:pt x="781" y="859"/>
                  </a:cubicBezTo>
                  <a:cubicBezTo>
                    <a:pt x="811" y="963"/>
                    <a:pt x="767" y="892"/>
                    <a:pt x="800" y="941"/>
                  </a:cubicBezTo>
                  <a:cubicBezTo>
                    <a:pt x="811" y="975"/>
                    <a:pt x="789" y="1021"/>
                    <a:pt x="831" y="979"/>
                  </a:cubicBezTo>
                  <a:cubicBezTo>
                    <a:pt x="913" y="1087"/>
                    <a:pt x="912" y="1097"/>
                    <a:pt x="995" y="1206"/>
                  </a:cubicBezTo>
                  <a:cubicBezTo>
                    <a:pt x="1013" y="1152"/>
                    <a:pt x="1027" y="1222"/>
                    <a:pt x="1059" y="1175"/>
                  </a:cubicBezTo>
                  <a:cubicBezTo>
                    <a:pt x="1074" y="1223"/>
                    <a:pt x="1068" y="1200"/>
                    <a:pt x="1078" y="1244"/>
                  </a:cubicBezTo>
                  <a:cubicBezTo>
                    <a:pt x="1109" y="1223"/>
                    <a:pt x="1109" y="1186"/>
                    <a:pt x="1135" y="1225"/>
                  </a:cubicBezTo>
                  <a:cubicBezTo>
                    <a:pt x="1164" y="1203"/>
                    <a:pt x="1175" y="1178"/>
                    <a:pt x="1198" y="1149"/>
                  </a:cubicBezTo>
                  <a:cubicBezTo>
                    <a:pt x="1200" y="1160"/>
                    <a:pt x="1202" y="1170"/>
                    <a:pt x="1204" y="1181"/>
                  </a:cubicBezTo>
                  <a:cubicBezTo>
                    <a:pt x="1206" y="1189"/>
                    <a:pt x="1202" y="1203"/>
                    <a:pt x="1210" y="1206"/>
                  </a:cubicBezTo>
                  <a:cubicBezTo>
                    <a:pt x="1219" y="1210"/>
                    <a:pt x="1227" y="1198"/>
                    <a:pt x="1236" y="1194"/>
                  </a:cubicBezTo>
                  <a:cubicBezTo>
                    <a:pt x="1264" y="1149"/>
                    <a:pt x="1231" y="1188"/>
                    <a:pt x="1261" y="1194"/>
                  </a:cubicBezTo>
                  <a:cubicBezTo>
                    <a:pt x="1269" y="1195"/>
                    <a:pt x="1274" y="1185"/>
                    <a:pt x="1280" y="1181"/>
                  </a:cubicBezTo>
                  <a:cubicBezTo>
                    <a:pt x="1292" y="1162"/>
                    <a:pt x="1298" y="1145"/>
                    <a:pt x="1305" y="1124"/>
                  </a:cubicBezTo>
                  <a:cubicBezTo>
                    <a:pt x="1317" y="1187"/>
                    <a:pt x="1301" y="1145"/>
                    <a:pt x="1330" y="1130"/>
                  </a:cubicBezTo>
                  <a:cubicBezTo>
                    <a:pt x="1336" y="1127"/>
                    <a:pt x="1343" y="1135"/>
                    <a:pt x="1349" y="1137"/>
                  </a:cubicBezTo>
                  <a:cubicBezTo>
                    <a:pt x="1349" y="1137"/>
                    <a:pt x="1336" y="1140"/>
                    <a:pt x="1330" y="1143"/>
                  </a:cubicBezTo>
                  <a:cubicBezTo>
                    <a:pt x="1288" y="1161"/>
                    <a:pt x="1322" y="1156"/>
                    <a:pt x="1273" y="1156"/>
                  </a:cubicBezTo>
                </a:path>
              </a:pathLst>
            </a:custGeom>
            <a:noFill/>
            <a:ln w="9525" cap="flat" cmpd="sng">
              <a:solidFill>
                <a:srgbClr val="FF3300"/>
              </a:solidFill>
              <a:prstDash val="solid"/>
              <a:round/>
              <a:headEnd/>
              <a:tailEnd/>
            </a:ln>
            <a:effectLst/>
          </p:spPr>
          <p:txBody>
            <a:bodyPr wrap="none" anchor="ctr"/>
            <a:lstStyle/>
            <a:p>
              <a:endParaRPr lang="en-GB" sz="1600"/>
            </a:p>
          </p:txBody>
        </p:sp>
        <p:sp>
          <p:nvSpPr>
            <p:cNvPr id="135404" name="Freeform 236"/>
            <p:cNvSpPr>
              <a:spLocks/>
            </p:cNvSpPr>
            <p:nvPr/>
          </p:nvSpPr>
          <p:spPr bwMode="auto">
            <a:xfrm>
              <a:off x="2046" y="2559"/>
              <a:ext cx="1396" cy="1206"/>
            </a:xfrm>
            <a:custGeom>
              <a:avLst/>
              <a:gdLst/>
              <a:ahLst/>
              <a:cxnLst>
                <a:cxn ang="0">
                  <a:pos x="0" y="156"/>
                </a:cxn>
                <a:cxn ang="0">
                  <a:pos x="50" y="81"/>
                </a:cxn>
                <a:cxn ang="0">
                  <a:pos x="76" y="62"/>
                </a:cxn>
                <a:cxn ang="0">
                  <a:pos x="107" y="17"/>
                </a:cxn>
                <a:cxn ang="0">
                  <a:pos x="139" y="100"/>
                </a:cxn>
                <a:cxn ang="0">
                  <a:pos x="196" y="74"/>
                </a:cxn>
                <a:cxn ang="0">
                  <a:pos x="240" y="43"/>
                </a:cxn>
                <a:cxn ang="0">
                  <a:pos x="253" y="93"/>
                </a:cxn>
                <a:cxn ang="0">
                  <a:pos x="303" y="68"/>
                </a:cxn>
                <a:cxn ang="0">
                  <a:pos x="328" y="112"/>
                </a:cxn>
                <a:cxn ang="0">
                  <a:pos x="379" y="62"/>
                </a:cxn>
                <a:cxn ang="0">
                  <a:pos x="417" y="125"/>
                </a:cxn>
                <a:cxn ang="0">
                  <a:pos x="429" y="106"/>
                </a:cxn>
                <a:cxn ang="0">
                  <a:pos x="436" y="137"/>
                </a:cxn>
                <a:cxn ang="0">
                  <a:pos x="455" y="207"/>
                </a:cxn>
                <a:cxn ang="0">
                  <a:pos x="486" y="213"/>
                </a:cxn>
                <a:cxn ang="0">
                  <a:pos x="518" y="207"/>
                </a:cxn>
                <a:cxn ang="0">
                  <a:pos x="524" y="226"/>
                </a:cxn>
                <a:cxn ang="0">
                  <a:pos x="543" y="232"/>
                </a:cxn>
                <a:cxn ang="0">
                  <a:pos x="549" y="283"/>
                </a:cxn>
                <a:cxn ang="0">
                  <a:pos x="562" y="321"/>
                </a:cxn>
                <a:cxn ang="0">
                  <a:pos x="606" y="359"/>
                </a:cxn>
                <a:cxn ang="0">
                  <a:pos x="625" y="415"/>
                </a:cxn>
                <a:cxn ang="0">
                  <a:pos x="669" y="580"/>
                </a:cxn>
                <a:cxn ang="0">
                  <a:pos x="695" y="719"/>
                </a:cxn>
                <a:cxn ang="0">
                  <a:pos x="701" y="693"/>
                </a:cxn>
                <a:cxn ang="0">
                  <a:pos x="707" y="712"/>
                </a:cxn>
                <a:cxn ang="0">
                  <a:pos x="714" y="731"/>
                </a:cxn>
                <a:cxn ang="0">
                  <a:pos x="733" y="807"/>
                </a:cxn>
                <a:cxn ang="0">
                  <a:pos x="739" y="895"/>
                </a:cxn>
                <a:cxn ang="0">
                  <a:pos x="758" y="927"/>
                </a:cxn>
                <a:cxn ang="0">
                  <a:pos x="802" y="1041"/>
                </a:cxn>
                <a:cxn ang="0">
                  <a:pos x="846" y="1041"/>
                </a:cxn>
                <a:cxn ang="0">
                  <a:pos x="922" y="1116"/>
                </a:cxn>
                <a:cxn ang="0">
                  <a:pos x="947" y="1186"/>
                </a:cxn>
                <a:cxn ang="0">
                  <a:pos x="947" y="1161"/>
                </a:cxn>
                <a:cxn ang="0">
                  <a:pos x="998" y="1192"/>
                </a:cxn>
                <a:cxn ang="0">
                  <a:pos x="1036" y="1161"/>
                </a:cxn>
                <a:cxn ang="0">
                  <a:pos x="1048" y="1180"/>
                </a:cxn>
                <a:cxn ang="0">
                  <a:pos x="1074" y="1192"/>
                </a:cxn>
                <a:cxn ang="0">
                  <a:pos x="1162" y="1167"/>
                </a:cxn>
                <a:cxn ang="0">
                  <a:pos x="1232" y="1161"/>
                </a:cxn>
                <a:cxn ang="0">
                  <a:pos x="1295" y="1110"/>
                </a:cxn>
                <a:cxn ang="0">
                  <a:pos x="1358" y="1123"/>
                </a:cxn>
                <a:cxn ang="0">
                  <a:pos x="1396" y="1085"/>
                </a:cxn>
              </a:cxnLst>
              <a:rect l="0" t="0" r="r" b="b"/>
              <a:pathLst>
                <a:path w="1396" h="1206">
                  <a:moveTo>
                    <a:pt x="0" y="156"/>
                  </a:moveTo>
                  <a:cubicBezTo>
                    <a:pt x="17" y="134"/>
                    <a:pt x="32" y="101"/>
                    <a:pt x="50" y="81"/>
                  </a:cubicBezTo>
                  <a:cubicBezTo>
                    <a:pt x="57" y="73"/>
                    <a:pt x="68" y="70"/>
                    <a:pt x="76" y="62"/>
                  </a:cubicBezTo>
                  <a:cubicBezTo>
                    <a:pt x="85" y="53"/>
                    <a:pt x="100" y="29"/>
                    <a:pt x="107" y="17"/>
                  </a:cubicBezTo>
                  <a:cubicBezTo>
                    <a:pt x="114" y="59"/>
                    <a:pt x="111" y="72"/>
                    <a:pt x="139" y="100"/>
                  </a:cubicBezTo>
                  <a:cubicBezTo>
                    <a:pt x="166" y="91"/>
                    <a:pt x="176" y="91"/>
                    <a:pt x="196" y="74"/>
                  </a:cubicBezTo>
                  <a:cubicBezTo>
                    <a:pt x="233" y="42"/>
                    <a:pt x="206" y="54"/>
                    <a:pt x="240" y="43"/>
                  </a:cubicBezTo>
                  <a:cubicBezTo>
                    <a:pt x="240" y="44"/>
                    <a:pt x="252" y="93"/>
                    <a:pt x="253" y="93"/>
                  </a:cubicBezTo>
                  <a:cubicBezTo>
                    <a:pt x="271" y="96"/>
                    <a:pt x="285" y="74"/>
                    <a:pt x="303" y="68"/>
                  </a:cubicBezTo>
                  <a:cubicBezTo>
                    <a:pt x="325" y="0"/>
                    <a:pt x="322" y="29"/>
                    <a:pt x="328" y="112"/>
                  </a:cubicBezTo>
                  <a:cubicBezTo>
                    <a:pt x="362" y="87"/>
                    <a:pt x="348" y="81"/>
                    <a:pt x="379" y="62"/>
                  </a:cubicBezTo>
                  <a:cubicBezTo>
                    <a:pt x="389" y="104"/>
                    <a:pt x="361" y="152"/>
                    <a:pt x="417" y="125"/>
                  </a:cubicBezTo>
                  <a:cubicBezTo>
                    <a:pt x="421" y="119"/>
                    <a:pt x="423" y="102"/>
                    <a:pt x="429" y="106"/>
                  </a:cubicBezTo>
                  <a:cubicBezTo>
                    <a:pt x="438" y="112"/>
                    <a:pt x="434" y="127"/>
                    <a:pt x="436" y="137"/>
                  </a:cubicBezTo>
                  <a:cubicBezTo>
                    <a:pt x="447" y="193"/>
                    <a:pt x="435" y="157"/>
                    <a:pt x="455" y="207"/>
                  </a:cubicBezTo>
                  <a:cubicBezTo>
                    <a:pt x="502" y="175"/>
                    <a:pt x="449" y="202"/>
                    <a:pt x="486" y="213"/>
                  </a:cubicBezTo>
                  <a:cubicBezTo>
                    <a:pt x="496" y="216"/>
                    <a:pt x="507" y="209"/>
                    <a:pt x="518" y="207"/>
                  </a:cubicBezTo>
                  <a:cubicBezTo>
                    <a:pt x="520" y="213"/>
                    <a:pt x="519" y="221"/>
                    <a:pt x="524" y="226"/>
                  </a:cubicBezTo>
                  <a:cubicBezTo>
                    <a:pt x="529" y="231"/>
                    <a:pt x="540" y="226"/>
                    <a:pt x="543" y="232"/>
                  </a:cubicBezTo>
                  <a:cubicBezTo>
                    <a:pt x="550" y="248"/>
                    <a:pt x="545" y="266"/>
                    <a:pt x="549" y="283"/>
                  </a:cubicBezTo>
                  <a:cubicBezTo>
                    <a:pt x="552" y="296"/>
                    <a:pt x="558" y="308"/>
                    <a:pt x="562" y="321"/>
                  </a:cubicBezTo>
                  <a:cubicBezTo>
                    <a:pt x="610" y="273"/>
                    <a:pt x="599" y="288"/>
                    <a:pt x="606" y="359"/>
                  </a:cubicBezTo>
                  <a:cubicBezTo>
                    <a:pt x="653" y="327"/>
                    <a:pt x="629" y="392"/>
                    <a:pt x="625" y="415"/>
                  </a:cubicBezTo>
                  <a:cubicBezTo>
                    <a:pt x="631" y="518"/>
                    <a:pt x="607" y="533"/>
                    <a:pt x="669" y="580"/>
                  </a:cubicBezTo>
                  <a:cubicBezTo>
                    <a:pt x="682" y="626"/>
                    <a:pt x="685" y="673"/>
                    <a:pt x="695" y="719"/>
                  </a:cubicBezTo>
                  <a:cubicBezTo>
                    <a:pt x="697" y="710"/>
                    <a:pt x="693" y="697"/>
                    <a:pt x="701" y="693"/>
                  </a:cubicBezTo>
                  <a:cubicBezTo>
                    <a:pt x="707" y="690"/>
                    <a:pt x="705" y="706"/>
                    <a:pt x="707" y="712"/>
                  </a:cubicBezTo>
                  <a:cubicBezTo>
                    <a:pt x="709" y="718"/>
                    <a:pt x="712" y="725"/>
                    <a:pt x="714" y="731"/>
                  </a:cubicBezTo>
                  <a:cubicBezTo>
                    <a:pt x="722" y="756"/>
                    <a:pt x="733" y="807"/>
                    <a:pt x="733" y="807"/>
                  </a:cubicBezTo>
                  <a:cubicBezTo>
                    <a:pt x="735" y="836"/>
                    <a:pt x="733" y="866"/>
                    <a:pt x="739" y="895"/>
                  </a:cubicBezTo>
                  <a:cubicBezTo>
                    <a:pt x="742" y="907"/>
                    <a:pt x="753" y="916"/>
                    <a:pt x="758" y="927"/>
                  </a:cubicBezTo>
                  <a:cubicBezTo>
                    <a:pt x="776" y="965"/>
                    <a:pt x="778" y="1005"/>
                    <a:pt x="802" y="1041"/>
                  </a:cubicBezTo>
                  <a:cubicBezTo>
                    <a:pt x="813" y="1006"/>
                    <a:pt x="817" y="1030"/>
                    <a:pt x="846" y="1041"/>
                  </a:cubicBezTo>
                  <a:cubicBezTo>
                    <a:pt x="878" y="1083"/>
                    <a:pt x="874" y="1098"/>
                    <a:pt x="922" y="1116"/>
                  </a:cubicBezTo>
                  <a:cubicBezTo>
                    <a:pt x="940" y="1142"/>
                    <a:pt x="936" y="1157"/>
                    <a:pt x="947" y="1186"/>
                  </a:cubicBezTo>
                  <a:cubicBezTo>
                    <a:pt x="955" y="1206"/>
                    <a:pt x="937" y="1142"/>
                    <a:pt x="947" y="1161"/>
                  </a:cubicBezTo>
                  <a:cubicBezTo>
                    <a:pt x="954" y="1144"/>
                    <a:pt x="987" y="1206"/>
                    <a:pt x="998" y="1192"/>
                  </a:cubicBezTo>
                  <a:cubicBezTo>
                    <a:pt x="1008" y="1179"/>
                    <a:pt x="1024" y="1173"/>
                    <a:pt x="1036" y="1161"/>
                  </a:cubicBezTo>
                  <a:cubicBezTo>
                    <a:pt x="1040" y="1167"/>
                    <a:pt x="1041" y="1177"/>
                    <a:pt x="1048" y="1180"/>
                  </a:cubicBezTo>
                  <a:cubicBezTo>
                    <a:pt x="1082" y="1193"/>
                    <a:pt x="1056" y="1144"/>
                    <a:pt x="1074" y="1192"/>
                  </a:cubicBezTo>
                  <a:cubicBezTo>
                    <a:pt x="1145" y="1157"/>
                    <a:pt x="1114" y="1156"/>
                    <a:pt x="1162" y="1167"/>
                  </a:cubicBezTo>
                  <a:cubicBezTo>
                    <a:pt x="1192" y="1160"/>
                    <a:pt x="1201" y="1153"/>
                    <a:pt x="1232" y="1161"/>
                  </a:cubicBezTo>
                  <a:cubicBezTo>
                    <a:pt x="1251" y="1141"/>
                    <a:pt x="1295" y="1110"/>
                    <a:pt x="1295" y="1110"/>
                  </a:cubicBezTo>
                  <a:cubicBezTo>
                    <a:pt x="1314" y="1140"/>
                    <a:pt x="1327" y="1138"/>
                    <a:pt x="1358" y="1123"/>
                  </a:cubicBezTo>
                  <a:cubicBezTo>
                    <a:pt x="1373" y="1077"/>
                    <a:pt x="1357" y="1085"/>
                    <a:pt x="1396" y="1085"/>
                  </a:cubicBezTo>
                </a:path>
              </a:pathLst>
            </a:custGeom>
            <a:noFill/>
            <a:ln w="9525" cap="flat" cmpd="sng">
              <a:solidFill>
                <a:srgbClr val="FF3300"/>
              </a:solidFill>
              <a:prstDash val="solid"/>
              <a:round/>
              <a:headEnd/>
              <a:tailEnd/>
            </a:ln>
            <a:effectLst/>
          </p:spPr>
          <p:txBody>
            <a:bodyPr wrap="none" anchor="ctr"/>
            <a:lstStyle/>
            <a:p>
              <a:endParaRPr lang="en-GB" sz="1600"/>
            </a:p>
          </p:txBody>
        </p:sp>
        <p:sp>
          <p:nvSpPr>
            <p:cNvPr id="135405" name="Freeform 237"/>
            <p:cNvSpPr>
              <a:spLocks/>
            </p:cNvSpPr>
            <p:nvPr/>
          </p:nvSpPr>
          <p:spPr bwMode="auto">
            <a:xfrm>
              <a:off x="1876" y="2596"/>
              <a:ext cx="1472" cy="1067"/>
            </a:xfrm>
            <a:custGeom>
              <a:avLst/>
              <a:gdLst/>
              <a:ahLst/>
              <a:cxnLst>
                <a:cxn ang="0">
                  <a:pos x="1472" y="1048"/>
                </a:cxn>
                <a:cxn ang="0">
                  <a:pos x="1409" y="1023"/>
                </a:cxn>
                <a:cxn ang="0">
                  <a:pos x="1415" y="991"/>
                </a:cxn>
                <a:cxn ang="0">
                  <a:pos x="1421" y="966"/>
                </a:cxn>
                <a:cxn ang="0">
                  <a:pos x="1415" y="941"/>
                </a:cxn>
                <a:cxn ang="0">
                  <a:pos x="1409" y="909"/>
                </a:cxn>
                <a:cxn ang="0">
                  <a:pos x="1377" y="947"/>
                </a:cxn>
                <a:cxn ang="0">
                  <a:pos x="1352" y="833"/>
                </a:cxn>
                <a:cxn ang="0">
                  <a:pos x="1320" y="695"/>
                </a:cxn>
                <a:cxn ang="0">
                  <a:pos x="1301" y="707"/>
                </a:cxn>
                <a:cxn ang="0">
                  <a:pos x="1295" y="682"/>
                </a:cxn>
                <a:cxn ang="0">
                  <a:pos x="1257" y="587"/>
                </a:cxn>
                <a:cxn ang="0">
                  <a:pos x="1219" y="473"/>
                </a:cxn>
                <a:cxn ang="0">
                  <a:pos x="1200" y="480"/>
                </a:cxn>
                <a:cxn ang="0">
                  <a:pos x="1143" y="385"/>
                </a:cxn>
                <a:cxn ang="0">
                  <a:pos x="1105" y="259"/>
                </a:cxn>
                <a:cxn ang="0">
                  <a:pos x="1080" y="221"/>
                </a:cxn>
                <a:cxn ang="0">
                  <a:pos x="1042" y="170"/>
                </a:cxn>
                <a:cxn ang="0">
                  <a:pos x="1023" y="177"/>
                </a:cxn>
                <a:cxn ang="0">
                  <a:pos x="1017" y="196"/>
                </a:cxn>
                <a:cxn ang="0">
                  <a:pos x="1011" y="177"/>
                </a:cxn>
                <a:cxn ang="0">
                  <a:pos x="966" y="120"/>
                </a:cxn>
                <a:cxn ang="0">
                  <a:pos x="948" y="126"/>
                </a:cxn>
                <a:cxn ang="0">
                  <a:pos x="859" y="57"/>
                </a:cxn>
                <a:cxn ang="0">
                  <a:pos x="853" y="76"/>
                </a:cxn>
                <a:cxn ang="0">
                  <a:pos x="821" y="44"/>
                </a:cxn>
                <a:cxn ang="0">
                  <a:pos x="752" y="19"/>
                </a:cxn>
                <a:cxn ang="0">
                  <a:pos x="689" y="0"/>
                </a:cxn>
                <a:cxn ang="0">
                  <a:pos x="651" y="25"/>
                </a:cxn>
                <a:cxn ang="0">
                  <a:pos x="625" y="50"/>
                </a:cxn>
                <a:cxn ang="0">
                  <a:pos x="619" y="69"/>
                </a:cxn>
                <a:cxn ang="0">
                  <a:pos x="613" y="50"/>
                </a:cxn>
                <a:cxn ang="0">
                  <a:pos x="588" y="25"/>
                </a:cxn>
                <a:cxn ang="0">
                  <a:pos x="569" y="82"/>
                </a:cxn>
                <a:cxn ang="0">
                  <a:pos x="562" y="63"/>
                </a:cxn>
                <a:cxn ang="0">
                  <a:pos x="543" y="50"/>
                </a:cxn>
                <a:cxn ang="0">
                  <a:pos x="512" y="82"/>
                </a:cxn>
                <a:cxn ang="0">
                  <a:pos x="486" y="126"/>
                </a:cxn>
                <a:cxn ang="0">
                  <a:pos x="480" y="151"/>
                </a:cxn>
                <a:cxn ang="0">
                  <a:pos x="474" y="132"/>
                </a:cxn>
                <a:cxn ang="0">
                  <a:pos x="449" y="145"/>
                </a:cxn>
                <a:cxn ang="0">
                  <a:pos x="423" y="208"/>
                </a:cxn>
                <a:cxn ang="0">
                  <a:pos x="417" y="183"/>
                </a:cxn>
                <a:cxn ang="0">
                  <a:pos x="398" y="196"/>
                </a:cxn>
                <a:cxn ang="0">
                  <a:pos x="373" y="252"/>
                </a:cxn>
                <a:cxn ang="0">
                  <a:pos x="335" y="379"/>
                </a:cxn>
                <a:cxn ang="0">
                  <a:pos x="310" y="429"/>
                </a:cxn>
                <a:cxn ang="0">
                  <a:pos x="291" y="518"/>
                </a:cxn>
                <a:cxn ang="0">
                  <a:pos x="240" y="688"/>
                </a:cxn>
                <a:cxn ang="0">
                  <a:pos x="171" y="884"/>
                </a:cxn>
                <a:cxn ang="0">
                  <a:pos x="164" y="865"/>
                </a:cxn>
                <a:cxn ang="0">
                  <a:pos x="158" y="840"/>
                </a:cxn>
                <a:cxn ang="0">
                  <a:pos x="145" y="897"/>
                </a:cxn>
                <a:cxn ang="0">
                  <a:pos x="108" y="1067"/>
                </a:cxn>
                <a:cxn ang="0">
                  <a:pos x="70" y="1055"/>
                </a:cxn>
                <a:cxn ang="0">
                  <a:pos x="0" y="1055"/>
                </a:cxn>
              </a:cxnLst>
              <a:rect l="0" t="0" r="r" b="b"/>
              <a:pathLst>
                <a:path w="1472" h="1067">
                  <a:moveTo>
                    <a:pt x="1472" y="1048"/>
                  </a:moveTo>
                  <a:cubicBezTo>
                    <a:pt x="1451" y="1038"/>
                    <a:pt x="1431" y="1030"/>
                    <a:pt x="1409" y="1023"/>
                  </a:cubicBezTo>
                  <a:cubicBezTo>
                    <a:pt x="1411" y="1012"/>
                    <a:pt x="1413" y="1002"/>
                    <a:pt x="1415" y="991"/>
                  </a:cubicBezTo>
                  <a:cubicBezTo>
                    <a:pt x="1418" y="978"/>
                    <a:pt x="1439" y="902"/>
                    <a:pt x="1421" y="966"/>
                  </a:cubicBezTo>
                  <a:cubicBezTo>
                    <a:pt x="1419" y="958"/>
                    <a:pt x="1417" y="949"/>
                    <a:pt x="1415" y="941"/>
                  </a:cubicBezTo>
                  <a:cubicBezTo>
                    <a:pt x="1413" y="930"/>
                    <a:pt x="1419" y="914"/>
                    <a:pt x="1409" y="909"/>
                  </a:cubicBezTo>
                  <a:cubicBezTo>
                    <a:pt x="1403" y="906"/>
                    <a:pt x="1379" y="944"/>
                    <a:pt x="1377" y="947"/>
                  </a:cubicBezTo>
                  <a:cubicBezTo>
                    <a:pt x="1372" y="890"/>
                    <a:pt x="1373" y="878"/>
                    <a:pt x="1352" y="833"/>
                  </a:cubicBezTo>
                  <a:cubicBezTo>
                    <a:pt x="1343" y="787"/>
                    <a:pt x="1335" y="739"/>
                    <a:pt x="1320" y="695"/>
                  </a:cubicBezTo>
                  <a:cubicBezTo>
                    <a:pt x="1314" y="699"/>
                    <a:pt x="1308" y="710"/>
                    <a:pt x="1301" y="707"/>
                  </a:cubicBezTo>
                  <a:cubicBezTo>
                    <a:pt x="1293" y="703"/>
                    <a:pt x="1297" y="690"/>
                    <a:pt x="1295" y="682"/>
                  </a:cubicBezTo>
                  <a:cubicBezTo>
                    <a:pt x="1286" y="650"/>
                    <a:pt x="1275" y="614"/>
                    <a:pt x="1257" y="587"/>
                  </a:cubicBezTo>
                  <a:cubicBezTo>
                    <a:pt x="1245" y="548"/>
                    <a:pt x="1228" y="512"/>
                    <a:pt x="1219" y="473"/>
                  </a:cubicBezTo>
                  <a:cubicBezTo>
                    <a:pt x="1213" y="475"/>
                    <a:pt x="1204" y="485"/>
                    <a:pt x="1200" y="480"/>
                  </a:cubicBezTo>
                  <a:cubicBezTo>
                    <a:pt x="1173" y="449"/>
                    <a:pt x="1187" y="399"/>
                    <a:pt x="1143" y="385"/>
                  </a:cubicBezTo>
                  <a:cubicBezTo>
                    <a:pt x="1136" y="340"/>
                    <a:pt x="1131" y="297"/>
                    <a:pt x="1105" y="259"/>
                  </a:cubicBezTo>
                  <a:cubicBezTo>
                    <a:pt x="1094" y="225"/>
                    <a:pt x="1106" y="254"/>
                    <a:pt x="1080" y="221"/>
                  </a:cubicBezTo>
                  <a:cubicBezTo>
                    <a:pt x="1067" y="205"/>
                    <a:pt x="1042" y="170"/>
                    <a:pt x="1042" y="170"/>
                  </a:cubicBezTo>
                  <a:cubicBezTo>
                    <a:pt x="1036" y="172"/>
                    <a:pt x="1028" y="172"/>
                    <a:pt x="1023" y="177"/>
                  </a:cubicBezTo>
                  <a:cubicBezTo>
                    <a:pt x="1018" y="182"/>
                    <a:pt x="1024" y="196"/>
                    <a:pt x="1017" y="196"/>
                  </a:cubicBezTo>
                  <a:cubicBezTo>
                    <a:pt x="1010" y="196"/>
                    <a:pt x="1015" y="183"/>
                    <a:pt x="1011" y="177"/>
                  </a:cubicBezTo>
                  <a:cubicBezTo>
                    <a:pt x="998" y="157"/>
                    <a:pt x="966" y="120"/>
                    <a:pt x="966" y="120"/>
                  </a:cubicBezTo>
                  <a:cubicBezTo>
                    <a:pt x="960" y="122"/>
                    <a:pt x="953" y="129"/>
                    <a:pt x="948" y="126"/>
                  </a:cubicBezTo>
                  <a:cubicBezTo>
                    <a:pt x="901" y="96"/>
                    <a:pt x="906" y="72"/>
                    <a:pt x="859" y="57"/>
                  </a:cubicBezTo>
                  <a:cubicBezTo>
                    <a:pt x="857" y="63"/>
                    <a:pt x="859" y="74"/>
                    <a:pt x="853" y="76"/>
                  </a:cubicBezTo>
                  <a:cubicBezTo>
                    <a:pt x="839" y="79"/>
                    <a:pt x="827" y="49"/>
                    <a:pt x="821" y="44"/>
                  </a:cubicBezTo>
                  <a:cubicBezTo>
                    <a:pt x="795" y="24"/>
                    <a:pt x="781" y="25"/>
                    <a:pt x="752" y="19"/>
                  </a:cubicBezTo>
                  <a:cubicBezTo>
                    <a:pt x="718" y="40"/>
                    <a:pt x="719" y="19"/>
                    <a:pt x="689" y="0"/>
                  </a:cubicBezTo>
                  <a:cubicBezTo>
                    <a:pt x="668" y="30"/>
                    <a:pt x="684" y="48"/>
                    <a:pt x="651" y="25"/>
                  </a:cubicBezTo>
                  <a:cubicBezTo>
                    <a:pt x="642" y="33"/>
                    <a:pt x="632" y="40"/>
                    <a:pt x="625" y="50"/>
                  </a:cubicBezTo>
                  <a:cubicBezTo>
                    <a:pt x="621" y="55"/>
                    <a:pt x="626" y="69"/>
                    <a:pt x="619" y="69"/>
                  </a:cubicBezTo>
                  <a:cubicBezTo>
                    <a:pt x="612" y="69"/>
                    <a:pt x="615" y="56"/>
                    <a:pt x="613" y="50"/>
                  </a:cubicBezTo>
                  <a:cubicBezTo>
                    <a:pt x="605" y="25"/>
                    <a:pt x="612" y="33"/>
                    <a:pt x="588" y="25"/>
                  </a:cubicBezTo>
                  <a:cubicBezTo>
                    <a:pt x="587" y="29"/>
                    <a:pt x="579" y="79"/>
                    <a:pt x="569" y="82"/>
                  </a:cubicBezTo>
                  <a:cubicBezTo>
                    <a:pt x="563" y="84"/>
                    <a:pt x="566" y="68"/>
                    <a:pt x="562" y="63"/>
                  </a:cubicBezTo>
                  <a:cubicBezTo>
                    <a:pt x="557" y="57"/>
                    <a:pt x="549" y="54"/>
                    <a:pt x="543" y="50"/>
                  </a:cubicBezTo>
                  <a:cubicBezTo>
                    <a:pt x="529" y="109"/>
                    <a:pt x="551" y="50"/>
                    <a:pt x="512" y="82"/>
                  </a:cubicBezTo>
                  <a:cubicBezTo>
                    <a:pt x="499" y="93"/>
                    <a:pt x="496" y="112"/>
                    <a:pt x="486" y="126"/>
                  </a:cubicBezTo>
                  <a:cubicBezTo>
                    <a:pt x="484" y="134"/>
                    <a:pt x="488" y="147"/>
                    <a:pt x="480" y="151"/>
                  </a:cubicBezTo>
                  <a:cubicBezTo>
                    <a:pt x="474" y="154"/>
                    <a:pt x="481" y="133"/>
                    <a:pt x="474" y="132"/>
                  </a:cubicBezTo>
                  <a:cubicBezTo>
                    <a:pt x="465" y="130"/>
                    <a:pt x="457" y="141"/>
                    <a:pt x="449" y="145"/>
                  </a:cubicBezTo>
                  <a:cubicBezTo>
                    <a:pt x="434" y="166"/>
                    <a:pt x="430" y="183"/>
                    <a:pt x="423" y="208"/>
                  </a:cubicBezTo>
                  <a:cubicBezTo>
                    <a:pt x="421" y="200"/>
                    <a:pt x="425" y="187"/>
                    <a:pt x="417" y="183"/>
                  </a:cubicBezTo>
                  <a:cubicBezTo>
                    <a:pt x="410" y="180"/>
                    <a:pt x="403" y="190"/>
                    <a:pt x="398" y="196"/>
                  </a:cubicBezTo>
                  <a:cubicBezTo>
                    <a:pt x="388" y="209"/>
                    <a:pt x="383" y="236"/>
                    <a:pt x="373" y="252"/>
                  </a:cubicBezTo>
                  <a:cubicBezTo>
                    <a:pt x="367" y="290"/>
                    <a:pt x="353" y="343"/>
                    <a:pt x="335" y="379"/>
                  </a:cubicBezTo>
                  <a:cubicBezTo>
                    <a:pt x="314" y="422"/>
                    <a:pt x="328" y="370"/>
                    <a:pt x="310" y="429"/>
                  </a:cubicBezTo>
                  <a:cubicBezTo>
                    <a:pt x="301" y="458"/>
                    <a:pt x="300" y="489"/>
                    <a:pt x="291" y="518"/>
                  </a:cubicBezTo>
                  <a:cubicBezTo>
                    <a:pt x="241" y="418"/>
                    <a:pt x="312" y="665"/>
                    <a:pt x="240" y="688"/>
                  </a:cubicBezTo>
                  <a:cubicBezTo>
                    <a:pt x="205" y="746"/>
                    <a:pt x="195" y="820"/>
                    <a:pt x="171" y="884"/>
                  </a:cubicBezTo>
                  <a:cubicBezTo>
                    <a:pt x="169" y="878"/>
                    <a:pt x="166" y="871"/>
                    <a:pt x="164" y="865"/>
                  </a:cubicBezTo>
                  <a:cubicBezTo>
                    <a:pt x="162" y="857"/>
                    <a:pt x="166" y="836"/>
                    <a:pt x="158" y="840"/>
                  </a:cubicBezTo>
                  <a:cubicBezTo>
                    <a:pt x="141" y="849"/>
                    <a:pt x="151" y="878"/>
                    <a:pt x="145" y="897"/>
                  </a:cubicBezTo>
                  <a:cubicBezTo>
                    <a:pt x="128" y="953"/>
                    <a:pt x="126" y="1011"/>
                    <a:pt x="108" y="1067"/>
                  </a:cubicBezTo>
                  <a:cubicBezTo>
                    <a:pt x="99" y="1035"/>
                    <a:pt x="93" y="1019"/>
                    <a:pt x="70" y="1055"/>
                  </a:cubicBezTo>
                  <a:cubicBezTo>
                    <a:pt x="36" y="1032"/>
                    <a:pt x="36" y="1055"/>
                    <a:pt x="0" y="1055"/>
                  </a:cubicBezTo>
                </a:path>
              </a:pathLst>
            </a:custGeom>
            <a:noFill/>
            <a:ln w="9525" cap="flat" cmpd="sng">
              <a:solidFill>
                <a:srgbClr val="FF3300"/>
              </a:solidFill>
              <a:prstDash val="solid"/>
              <a:round/>
              <a:headEnd/>
              <a:tailEnd/>
            </a:ln>
            <a:effectLst/>
          </p:spPr>
          <p:txBody>
            <a:bodyPr wrap="none" anchor="ctr"/>
            <a:lstStyle/>
            <a:p>
              <a:endParaRPr lang="en-GB" sz="1600"/>
            </a:p>
          </p:txBody>
        </p:sp>
        <p:sp>
          <p:nvSpPr>
            <p:cNvPr id="135406" name="Freeform 238"/>
            <p:cNvSpPr>
              <a:spLocks/>
            </p:cNvSpPr>
            <p:nvPr/>
          </p:nvSpPr>
          <p:spPr bwMode="auto">
            <a:xfrm flipV="1">
              <a:off x="1976" y="2550"/>
              <a:ext cx="1484" cy="1164"/>
            </a:xfrm>
            <a:custGeom>
              <a:avLst/>
              <a:gdLst/>
              <a:ahLst/>
              <a:cxnLst>
                <a:cxn ang="0">
                  <a:pos x="13" y="1031"/>
                </a:cxn>
                <a:cxn ang="0">
                  <a:pos x="25" y="1012"/>
                </a:cxn>
                <a:cxn ang="0">
                  <a:pos x="63" y="1019"/>
                </a:cxn>
                <a:cxn ang="0">
                  <a:pos x="120" y="817"/>
                </a:cxn>
                <a:cxn ang="0">
                  <a:pos x="145" y="861"/>
                </a:cxn>
                <a:cxn ang="0">
                  <a:pos x="202" y="760"/>
                </a:cxn>
                <a:cxn ang="0">
                  <a:pos x="253" y="469"/>
                </a:cxn>
                <a:cxn ang="0">
                  <a:pos x="290" y="482"/>
                </a:cxn>
                <a:cxn ang="0">
                  <a:pos x="410" y="223"/>
                </a:cxn>
                <a:cxn ang="0">
                  <a:pos x="511" y="97"/>
                </a:cxn>
                <a:cxn ang="0">
                  <a:pos x="562" y="103"/>
                </a:cxn>
                <a:cxn ang="0">
                  <a:pos x="631" y="90"/>
                </a:cxn>
                <a:cxn ang="0">
                  <a:pos x="682" y="21"/>
                </a:cxn>
                <a:cxn ang="0">
                  <a:pos x="707" y="84"/>
                </a:cxn>
                <a:cxn ang="0">
                  <a:pos x="770" y="46"/>
                </a:cxn>
                <a:cxn ang="0">
                  <a:pos x="789" y="90"/>
                </a:cxn>
                <a:cxn ang="0">
                  <a:pos x="853" y="78"/>
                </a:cxn>
                <a:cxn ang="0">
                  <a:pos x="878" y="135"/>
                </a:cxn>
                <a:cxn ang="0">
                  <a:pos x="890" y="59"/>
                </a:cxn>
                <a:cxn ang="0">
                  <a:pos x="979" y="191"/>
                </a:cxn>
                <a:cxn ang="0">
                  <a:pos x="1023" y="172"/>
                </a:cxn>
                <a:cxn ang="0">
                  <a:pos x="1061" y="242"/>
                </a:cxn>
                <a:cxn ang="0">
                  <a:pos x="1099" y="343"/>
                </a:cxn>
                <a:cxn ang="0">
                  <a:pos x="1118" y="368"/>
                </a:cxn>
                <a:cxn ang="0">
                  <a:pos x="1162" y="406"/>
                </a:cxn>
                <a:cxn ang="0">
                  <a:pos x="1175" y="476"/>
                </a:cxn>
                <a:cxn ang="0">
                  <a:pos x="1213" y="551"/>
                </a:cxn>
                <a:cxn ang="0">
                  <a:pos x="1244" y="627"/>
                </a:cxn>
                <a:cxn ang="0">
                  <a:pos x="1288" y="741"/>
                </a:cxn>
                <a:cxn ang="0">
                  <a:pos x="1314" y="772"/>
                </a:cxn>
                <a:cxn ang="0">
                  <a:pos x="1370" y="1063"/>
                </a:cxn>
                <a:cxn ang="0">
                  <a:pos x="1459" y="1164"/>
                </a:cxn>
                <a:cxn ang="0">
                  <a:pos x="1478" y="1038"/>
                </a:cxn>
              </a:cxnLst>
              <a:rect l="0" t="0" r="r" b="b"/>
              <a:pathLst>
                <a:path w="1484" h="1164">
                  <a:moveTo>
                    <a:pt x="0" y="1057"/>
                  </a:moveTo>
                  <a:cubicBezTo>
                    <a:pt x="4" y="1048"/>
                    <a:pt x="10" y="1040"/>
                    <a:pt x="13" y="1031"/>
                  </a:cubicBezTo>
                  <a:cubicBezTo>
                    <a:pt x="17" y="1019"/>
                    <a:pt x="12" y="1004"/>
                    <a:pt x="19" y="993"/>
                  </a:cubicBezTo>
                  <a:cubicBezTo>
                    <a:pt x="23" y="987"/>
                    <a:pt x="21" y="1007"/>
                    <a:pt x="25" y="1012"/>
                  </a:cubicBezTo>
                  <a:cubicBezTo>
                    <a:pt x="30" y="1018"/>
                    <a:pt x="38" y="1021"/>
                    <a:pt x="44" y="1025"/>
                  </a:cubicBezTo>
                  <a:cubicBezTo>
                    <a:pt x="53" y="997"/>
                    <a:pt x="52" y="960"/>
                    <a:pt x="63" y="1019"/>
                  </a:cubicBezTo>
                  <a:cubicBezTo>
                    <a:pt x="88" y="983"/>
                    <a:pt x="81" y="957"/>
                    <a:pt x="88" y="911"/>
                  </a:cubicBezTo>
                  <a:cubicBezTo>
                    <a:pt x="93" y="879"/>
                    <a:pt x="108" y="847"/>
                    <a:pt x="120" y="817"/>
                  </a:cubicBezTo>
                  <a:cubicBezTo>
                    <a:pt x="124" y="823"/>
                    <a:pt x="129" y="829"/>
                    <a:pt x="133" y="836"/>
                  </a:cubicBezTo>
                  <a:cubicBezTo>
                    <a:pt x="138" y="844"/>
                    <a:pt x="136" y="859"/>
                    <a:pt x="145" y="861"/>
                  </a:cubicBezTo>
                  <a:cubicBezTo>
                    <a:pt x="152" y="863"/>
                    <a:pt x="154" y="849"/>
                    <a:pt x="158" y="842"/>
                  </a:cubicBezTo>
                  <a:cubicBezTo>
                    <a:pt x="175" y="814"/>
                    <a:pt x="184" y="786"/>
                    <a:pt x="202" y="760"/>
                  </a:cubicBezTo>
                  <a:cubicBezTo>
                    <a:pt x="219" y="704"/>
                    <a:pt x="227" y="660"/>
                    <a:pt x="234" y="602"/>
                  </a:cubicBezTo>
                  <a:cubicBezTo>
                    <a:pt x="259" y="682"/>
                    <a:pt x="237" y="514"/>
                    <a:pt x="253" y="469"/>
                  </a:cubicBezTo>
                  <a:cubicBezTo>
                    <a:pt x="259" y="478"/>
                    <a:pt x="261" y="492"/>
                    <a:pt x="271" y="495"/>
                  </a:cubicBezTo>
                  <a:cubicBezTo>
                    <a:pt x="278" y="498"/>
                    <a:pt x="285" y="488"/>
                    <a:pt x="290" y="482"/>
                  </a:cubicBezTo>
                  <a:cubicBezTo>
                    <a:pt x="296" y="475"/>
                    <a:pt x="318" y="406"/>
                    <a:pt x="322" y="393"/>
                  </a:cubicBezTo>
                  <a:cubicBezTo>
                    <a:pt x="332" y="322"/>
                    <a:pt x="354" y="268"/>
                    <a:pt x="410" y="223"/>
                  </a:cubicBezTo>
                  <a:cubicBezTo>
                    <a:pt x="422" y="200"/>
                    <a:pt x="430" y="176"/>
                    <a:pt x="442" y="153"/>
                  </a:cubicBezTo>
                  <a:cubicBezTo>
                    <a:pt x="486" y="183"/>
                    <a:pt x="499" y="134"/>
                    <a:pt x="511" y="97"/>
                  </a:cubicBezTo>
                  <a:cubicBezTo>
                    <a:pt x="524" y="114"/>
                    <a:pt x="541" y="140"/>
                    <a:pt x="549" y="135"/>
                  </a:cubicBezTo>
                  <a:cubicBezTo>
                    <a:pt x="559" y="129"/>
                    <a:pt x="555" y="112"/>
                    <a:pt x="562" y="103"/>
                  </a:cubicBezTo>
                  <a:cubicBezTo>
                    <a:pt x="573" y="89"/>
                    <a:pt x="600" y="65"/>
                    <a:pt x="600" y="65"/>
                  </a:cubicBezTo>
                  <a:cubicBezTo>
                    <a:pt x="614" y="21"/>
                    <a:pt x="618" y="70"/>
                    <a:pt x="631" y="90"/>
                  </a:cubicBezTo>
                  <a:cubicBezTo>
                    <a:pt x="636" y="66"/>
                    <a:pt x="632" y="0"/>
                    <a:pt x="663" y="46"/>
                  </a:cubicBezTo>
                  <a:cubicBezTo>
                    <a:pt x="677" y="89"/>
                    <a:pt x="677" y="38"/>
                    <a:pt x="682" y="21"/>
                  </a:cubicBezTo>
                  <a:cubicBezTo>
                    <a:pt x="684" y="44"/>
                    <a:pt x="679" y="69"/>
                    <a:pt x="688" y="90"/>
                  </a:cubicBezTo>
                  <a:cubicBezTo>
                    <a:pt x="690" y="96"/>
                    <a:pt x="703" y="89"/>
                    <a:pt x="707" y="84"/>
                  </a:cubicBezTo>
                  <a:cubicBezTo>
                    <a:pt x="718" y="70"/>
                    <a:pt x="721" y="38"/>
                    <a:pt x="733" y="21"/>
                  </a:cubicBezTo>
                  <a:cubicBezTo>
                    <a:pt x="737" y="57"/>
                    <a:pt x="741" y="123"/>
                    <a:pt x="770" y="46"/>
                  </a:cubicBezTo>
                  <a:cubicBezTo>
                    <a:pt x="772" y="54"/>
                    <a:pt x="774" y="63"/>
                    <a:pt x="777" y="71"/>
                  </a:cubicBezTo>
                  <a:cubicBezTo>
                    <a:pt x="780" y="78"/>
                    <a:pt x="782" y="93"/>
                    <a:pt x="789" y="90"/>
                  </a:cubicBezTo>
                  <a:cubicBezTo>
                    <a:pt x="802" y="84"/>
                    <a:pt x="809" y="29"/>
                    <a:pt x="815" y="15"/>
                  </a:cubicBezTo>
                  <a:cubicBezTo>
                    <a:pt x="831" y="37"/>
                    <a:pt x="838" y="56"/>
                    <a:pt x="853" y="78"/>
                  </a:cubicBezTo>
                  <a:cubicBezTo>
                    <a:pt x="857" y="91"/>
                    <a:pt x="860" y="104"/>
                    <a:pt x="865" y="116"/>
                  </a:cubicBezTo>
                  <a:cubicBezTo>
                    <a:pt x="868" y="123"/>
                    <a:pt x="872" y="139"/>
                    <a:pt x="878" y="135"/>
                  </a:cubicBezTo>
                  <a:cubicBezTo>
                    <a:pt x="887" y="129"/>
                    <a:pt x="882" y="114"/>
                    <a:pt x="884" y="103"/>
                  </a:cubicBezTo>
                  <a:cubicBezTo>
                    <a:pt x="886" y="88"/>
                    <a:pt x="888" y="74"/>
                    <a:pt x="890" y="59"/>
                  </a:cubicBezTo>
                  <a:cubicBezTo>
                    <a:pt x="912" y="119"/>
                    <a:pt x="939" y="172"/>
                    <a:pt x="966" y="229"/>
                  </a:cubicBezTo>
                  <a:cubicBezTo>
                    <a:pt x="970" y="216"/>
                    <a:pt x="976" y="204"/>
                    <a:pt x="979" y="191"/>
                  </a:cubicBezTo>
                  <a:cubicBezTo>
                    <a:pt x="984" y="166"/>
                    <a:pt x="991" y="116"/>
                    <a:pt x="991" y="116"/>
                  </a:cubicBezTo>
                  <a:cubicBezTo>
                    <a:pt x="1004" y="135"/>
                    <a:pt x="1010" y="153"/>
                    <a:pt x="1023" y="172"/>
                  </a:cubicBezTo>
                  <a:cubicBezTo>
                    <a:pt x="1028" y="196"/>
                    <a:pt x="1036" y="218"/>
                    <a:pt x="1042" y="242"/>
                  </a:cubicBezTo>
                  <a:cubicBezTo>
                    <a:pt x="1057" y="178"/>
                    <a:pt x="1036" y="242"/>
                    <a:pt x="1061" y="242"/>
                  </a:cubicBezTo>
                  <a:cubicBezTo>
                    <a:pt x="1070" y="242"/>
                    <a:pt x="1070" y="225"/>
                    <a:pt x="1074" y="217"/>
                  </a:cubicBezTo>
                  <a:cubicBezTo>
                    <a:pt x="1090" y="259"/>
                    <a:pt x="1094" y="297"/>
                    <a:pt x="1099" y="343"/>
                  </a:cubicBezTo>
                  <a:cubicBezTo>
                    <a:pt x="1103" y="337"/>
                    <a:pt x="1106" y="318"/>
                    <a:pt x="1111" y="324"/>
                  </a:cubicBezTo>
                  <a:cubicBezTo>
                    <a:pt x="1120" y="336"/>
                    <a:pt x="1117" y="353"/>
                    <a:pt x="1118" y="368"/>
                  </a:cubicBezTo>
                  <a:cubicBezTo>
                    <a:pt x="1123" y="428"/>
                    <a:pt x="1114" y="496"/>
                    <a:pt x="1143" y="551"/>
                  </a:cubicBezTo>
                  <a:cubicBezTo>
                    <a:pt x="1147" y="495"/>
                    <a:pt x="1146" y="456"/>
                    <a:pt x="1162" y="406"/>
                  </a:cubicBezTo>
                  <a:cubicBezTo>
                    <a:pt x="1164" y="440"/>
                    <a:pt x="1162" y="474"/>
                    <a:pt x="1168" y="507"/>
                  </a:cubicBezTo>
                  <a:cubicBezTo>
                    <a:pt x="1170" y="517"/>
                    <a:pt x="1173" y="466"/>
                    <a:pt x="1175" y="476"/>
                  </a:cubicBezTo>
                  <a:cubicBezTo>
                    <a:pt x="1193" y="557"/>
                    <a:pt x="1181" y="645"/>
                    <a:pt x="1194" y="728"/>
                  </a:cubicBezTo>
                  <a:cubicBezTo>
                    <a:pt x="1202" y="669"/>
                    <a:pt x="1198" y="608"/>
                    <a:pt x="1213" y="551"/>
                  </a:cubicBezTo>
                  <a:cubicBezTo>
                    <a:pt x="1216" y="538"/>
                    <a:pt x="1220" y="577"/>
                    <a:pt x="1225" y="589"/>
                  </a:cubicBezTo>
                  <a:cubicBezTo>
                    <a:pt x="1230" y="602"/>
                    <a:pt x="1238" y="614"/>
                    <a:pt x="1244" y="627"/>
                  </a:cubicBezTo>
                  <a:cubicBezTo>
                    <a:pt x="1250" y="652"/>
                    <a:pt x="1247" y="702"/>
                    <a:pt x="1276" y="659"/>
                  </a:cubicBezTo>
                  <a:cubicBezTo>
                    <a:pt x="1280" y="686"/>
                    <a:pt x="1281" y="714"/>
                    <a:pt x="1288" y="741"/>
                  </a:cubicBezTo>
                  <a:cubicBezTo>
                    <a:pt x="1293" y="760"/>
                    <a:pt x="1307" y="798"/>
                    <a:pt x="1307" y="798"/>
                  </a:cubicBezTo>
                  <a:cubicBezTo>
                    <a:pt x="1309" y="789"/>
                    <a:pt x="1313" y="763"/>
                    <a:pt x="1314" y="772"/>
                  </a:cubicBezTo>
                  <a:cubicBezTo>
                    <a:pt x="1319" y="814"/>
                    <a:pt x="1315" y="857"/>
                    <a:pt x="1320" y="899"/>
                  </a:cubicBezTo>
                  <a:cubicBezTo>
                    <a:pt x="1326" y="958"/>
                    <a:pt x="1350" y="1009"/>
                    <a:pt x="1370" y="1063"/>
                  </a:cubicBezTo>
                  <a:cubicBezTo>
                    <a:pt x="1386" y="1024"/>
                    <a:pt x="1394" y="984"/>
                    <a:pt x="1402" y="943"/>
                  </a:cubicBezTo>
                  <a:cubicBezTo>
                    <a:pt x="1411" y="1030"/>
                    <a:pt x="1444" y="1083"/>
                    <a:pt x="1459" y="1164"/>
                  </a:cubicBezTo>
                  <a:cubicBezTo>
                    <a:pt x="1464" y="1128"/>
                    <a:pt x="1465" y="1092"/>
                    <a:pt x="1471" y="1057"/>
                  </a:cubicBezTo>
                  <a:cubicBezTo>
                    <a:pt x="1472" y="1050"/>
                    <a:pt x="1471" y="1038"/>
                    <a:pt x="1478" y="1038"/>
                  </a:cubicBezTo>
                  <a:cubicBezTo>
                    <a:pt x="1484" y="1038"/>
                    <a:pt x="1478" y="1051"/>
                    <a:pt x="1478" y="1057"/>
                  </a:cubicBezTo>
                </a:path>
              </a:pathLst>
            </a:custGeom>
            <a:noFill/>
            <a:ln w="9525" cap="flat" cmpd="sng">
              <a:solidFill>
                <a:srgbClr val="FF3300"/>
              </a:solidFill>
              <a:prstDash val="solid"/>
              <a:round/>
              <a:headEnd/>
              <a:tailEnd/>
            </a:ln>
            <a:effectLst/>
          </p:spPr>
          <p:txBody>
            <a:bodyPr wrap="none" anchor="ctr"/>
            <a:lstStyle/>
            <a:p>
              <a:endParaRPr lang="en-GB" sz="1600"/>
            </a:p>
          </p:txBody>
        </p:sp>
        <p:sp>
          <p:nvSpPr>
            <p:cNvPr id="135407" name="Freeform 239"/>
            <p:cNvSpPr>
              <a:spLocks/>
            </p:cNvSpPr>
            <p:nvPr/>
          </p:nvSpPr>
          <p:spPr bwMode="auto">
            <a:xfrm>
              <a:off x="1958" y="2594"/>
              <a:ext cx="1484" cy="1164"/>
            </a:xfrm>
            <a:custGeom>
              <a:avLst/>
              <a:gdLst/>
              <a:ahLst/>
              <a:cxnLst>
                <a:cxn ang="0">
                  <a:pos x="13" y="1031"/>
                </a:cxn>
                <a:cxn ang="0">
                  <a:pos x="25" y="1012"/>
                </a:cxn>
                <a:cxn ang="0">
                  <a:pos x="63" y="1019"/>
                </a:cxn>
                <a:cxn ang="0">
                  <a:pos x="120" y="817"/>
                </a:cxn>
                <a:cxn ang="0">
                  <a:pos x="145" y="861"/>
                </a:cxn>
                <a:cxn ang="0">
                  <a:pos x="202" y="760"/>
                </a:cxn>
                <a:cxn ang="0">
                  <a:pos x="253" y="469"/>
                </a:cxn>
                <a:cxn ang="0">
                  <a:pos x="290" y="482"/>
                </a:cxn>
                <a:cxn ang="0">
                  <a:pos x="410" y="223"/>
                </a:cxn>
                <a:cxn ang="0">
                  <a:pos x="511" y="97"/>
                </a:cxn>
                <a:cxn ang="0">
                  <a:pos x="562" y="103"/>
                </a:cxn>
                <a:cxn ang="0">
                  <a:pos x="631" y="90"/>
                </a:cxn>
                <a:cxn ang="0">
                  <a:pos x="682" y="21"/>
                </a:cxn>
                <a:cxn ang="0">
                  <a:pos x="707" y="84"/>
                </a:cxn>
                <a:cxn ang="0">
                  <a:pos x="770" y="46"/>
                </a:cxn>
                <a:cxn ang="0">
                  <a:pos x="789" y="90"/>
                </a:cxn>
                <a:cxn ang="0">
                  <a:pos x="853" y="78"/>
                </a:cxn>
                <a:cxn ang="0">
                  <a:pos x="878" y="135"/>
                </a:cxn>
                <a:cxn ang="0">
                  <a:pos x="890" y="59"/>
                </a:cxn>
                <a:cxn ang="0">
                  <a:pos x="979" y="191"/>
                </a:cxn>
                <a:cxn ang="0">
                  <a:pos x="1023" y="172"/>
                </a:cxn>
                <a:cxn ang="0">
                  <a:pos x="1061" y="242"/>
                </a:cxn>
                <a:cxn ang="0">
                  <a:pos x="1099" y="343"/>
                </a:cxn>
                <a:cxn ang="0">
                  <a:pos x="1118" y="368"/>
                </a:cxn>
                <a:cxn ang="0">
                  <a:pos x="1162" y="406"/>
                </a:cxn>
                <a:cxn ang="0">
                  <a:pos x="1175" y="476"/>
                </a:cxn>
                <a:cxn ang="0">
                  <a:pos x="1213" y="551"/>
                </a:cxn>
                <a:cxn ang="0">
                  <a:pos x="1244" y="627"/>
                </a:cxn>
                <a:cxn ang="0">
                  <a:pos x="1288" y="741"/>
                </a:cxn>
                <a:cxn ang="0">
                  <a:pos x="1314" y="772"/>
                </a:cxn>
                <a:cxn ang="0">
                  <a:pos x="1370" y="1063"/>
                </a:cxn>
                <a:cxn ang="0">
                  <a:pos x="1459" y="1164"/>
                </a:cxn>
                <a:cxn ang="0">
                  <a:pos x="1478" y="1038"/>
                </a:cxn>
              </a:cxnLst>
              <a:rect l="0" t="0" r="r" b="b"/>
              <a:pathLst>
                <a:path w="1484" h="1164">
                  <a:moveTo>
                    <a:pt x="0" y="1057"/>
                  </a:moveTo>
                  <a:cubicBezTo>
                    <a:pt x="4" y="1048"/>
                    <a:pt x="10" y="1040"/>
                    <a:pt x="13" y="1031"/>
                  </a:cubicBezTo>
                  <a:cubicBezTo>
                    <a:pt x="17" y="1019"/>
                    <a:pt x="12" y="1004"/>
                    <a:pt x="19" y="993"/>
                  </a:cubicBezTo>
                  <a:cubicBezTo>
                    <a:pt x="23" y="987"/>
                    <a:pt x="21" y="1007"/>
                    <a:pt x="25" y="1012"/>
                  </a:cubicBezTo>
                  <a:cubicBezTo>
                    <a:pt x="30" y="1018"/>
                    <a:pt x="38" y="1021"/>
                    <a:pt x="44" y="1025"/>
                  </a:cubicBezTo>
                  <a:cubicBezTo>
                    <a:pt x="53" y="997"/>
                    <a:pt x="52" y="960"/>
                    <a:pt x="63" y="1019"/>
                  </a:cubicBezTo>
                  <a:cubicBezTo>
                    <a:pt x="88" y="983"/>
                    <a:pt x="81" y="957"/>
                    <a:pt x="88" y="911"/>
                  </a:cubicBezTo>
                  <a:cubicBezTo>
                    <a:pt x="93" y="879"/>
                    <a:pt x="108" y="847"/>
                    <a:pt x="120" y="817"/>
                  </a:cubicBezTo>
                  <a:cubicBezTo>
                    <a:pt x="124" y="823"/>
                    <a:pt x="129" y="829"/>
                    <a:pt x="133" y="836"/>
                  </a:cubicBezTo>
                  <a:cubicBezTo>
                    <a:pt x="138" y="844"/>
                    <a:pt x="136" y="859"/>
                    <a:pt x="145" y="861"/>
                  </a:cubicBezTo>
                  <a:cubicBezTo>
                    <a:pt x="152" y="863"/>
                    <a:pt x="154" y="849"/>
                    <a:pt x="158" y="842"/>
                  </a:cubicBezTo>
                  <a:cubicBezTo>
                    <a:pt x="175" y="814"/>
                    <a:pt x="184" y="786"/>
                    <a:pt x="202" y="760"/>
                  </a:cubicBezTo>
                  <a:cubicBezTo>
                    <a:pt x="219" y="704"/>
                    <a:pt x="227" y="660"/>
                    <a:pt x="234" y="602"/>
                  </a:cubicBezTo>
                  <a:cubicBezTo>
                    <a:pt x="259" y="682"/>
                    <a:pt x="237" y="514"/>
                    <a:pt x="253" y="469"/>
                  </a:cubicBezTo>
                  <a:cubicBezTo>
                    <a:pt x="259" y="478"/>
                    <a:pt x="261" y="492"/>
                    <a:pt x="271" y="495"/>
                  </a:cubicBezTo>
                  <a:cubicBezTo>
                    <a:pt x="278" y="498"/>
                    <a:pt x="285" y="488"/>
                    <a:pt x="290" y="482"/>
                  </a:cubicBezTo>
                  <a:cubicBezTo>
                    <a:pt x="296" y="475"/>
                    <a:pt x="318" y="406"/>
                    <a:pt x="322" y="393"/>
                  </a:cubicBezTo>
                  <a:cubicBezTo>
                    <a:pt x="332" y="322"/>
                    <a:pt x="354" y="268"/>
                    <a:pt x="410" y="223"/>
                  </a:cubicBezTo>
                  <a:cubicBezTo>
                    <a:pt x="422" y="200"/>
                    <a:pt x="430" y="176"/>
                    <a:pt x="442" y="153"/>
                  </a:cubicBezTo>
                  <a:cubicBezTo>
                    <a:pt x="486" y="183"/>
                    <a:pt x="499" y="134"/>
                    <a:pt x="511" y="97"/>
                  </a:cubicBezTo>
                  <a:cubicBezTo>
                    <a:pt x="524" y="114"/>
                    <a:pt x="541" y="140"/>
                    <a:pt x="549" y="135"/>
                  </a:cubicBezTo>
                  <a:cubicBezTo>
                    <a:pt x="559" y="129"/>
                    <a:pt x="555" y="112"/>
                    <a:pt x="562" y="103"/>
                  </a:cubicBezTo>
                  <a:cubicBezTo>
                    <a:pt x="573" y="89"/>
                    <a:pt x="600" y="65"/>
                    <a:pt x="600" y="65"/>
                  </a:cubicBezTo>
                  <a:cubicBezTo>
                    <a:pt x="614" y="21"/>
                    <a:pt x="618" y="70"/>
                    <a:pt x="631" y="90"/>
                  </a:cubicBezTo>
                  <a:cubicBezTo>
                    <a:pt x="636" y="66"/>
                    <a:pt x="632" y="0"/>
                    <a:pt x="663" y="46"/>
                  </a:cubicBezTo>
                  <a:cubicBezTo>
                    <a:pt x="677" y="89"/>
                    <a:pt x="677" y="38"/>
                    <a:pt x="682" y="21"/>
                  </a:cubicBezTo>
                  <a:cubicBezTo>
                    <a:pt x="684" y="44"/>
                    <a:pt x="679" y="69"/>
                    <a:pt x="688" y="90"/>
                  </a:cubicBezTo>
                  <a:cubicBezTo>
                    <a:pt x="690" y="96"/>
                    <a:pt x="703" y="89"/>
                    <a:pt x="707" y="84"/>
                  </a:cubicBezTo>
                  <a:cubicBezTo>
                    <a:pt x="718" y="70"/>
                    <a:pt x="721" y="38"/>
                    <a:pt x="733" y="21"/>
                  </a:cubicBezTo>
                  <a:cubicBezTo>
                    <a:pt x="737" y="57"/>
                    <a:pt x="741" y="123"/>
                    <a:pt x="770" y="46"/>
                  </a:cubicBezTo>
                  <a:cubicBezTo>
                    <a:pt x="772" y="54"/>
                    <a:pt x="774" y="63"/>
                    <a:pt x="777" y="71"/>
                  </a:cubicBezTo>
                  <a:cubicBezTo>
                    <a:pt x="780" y="78"/>
                    <a:pt x="782" y="93"/>
                    <a:pt x="789" y="90"/>
                  </a:cubicBezTo>
                  <a:cubicBezTo>
                    <a:pt x="802" y="84"/>
                    <a:pt x="809" y="29"/>
                    <a:pt x="815" y="15"/>
                  </a:cubicBezTo>
                  <a:cubicBezTo>
                    <a:pt x="831" y="37"/>
                    <a:pt x="838" y="56"/>
                    <a:pt x="853" y="78"/>
                  </a:cubicBezTo>
                  <a:cubicBezTo>
                    <a:pt x="857" y="91"/>
                    <a:pt x="860" y="104"/>
                    <a:pt x="865" y="116"/>
                  </a:cubicBezTo>
                  <a:cubicBezTo>
                    <a:pt x="868" y="123"/>
                    <a:pt x="872" y="139"/>
                    <a:pt x="878" y="135"/>
                  </a:cubicBezTo>
                  <a:cubicBezTo>
                    <a:pt x="887" y="129"/>
                    <a:pt x="882" y="114"/>
                    <a:pt x="884" y="103"/>
                  </a:cubicBezTo>
                  <a:cubicBezTo>
                    <a:pt x="886" y="88"/>
                    <a:pt x="888" y="74"/>
                    <a:pt x="890" y="59"/>
                  </a:cubicBezTo>
                  <a:cubicBezTo>
                    <a:pt x="912" y="119"/>
                    <a:pt x="939" y="172"/>
                    <a:pt x="966" y="229"/>
                  </a:cubicBezTo>
                  <a:cubicBezTo>
                    <a:pt x="970" y="216"/>
                    <a:pt x="976" y="204"/>
                    <a:pt x="979" y="191"/>
                  </a:cubicBezTo>
                  <a:cubicBezTo>
                    <a:pt x="984" y="166"/>
                    <a:pt x="991" y="116"/>
                    <a:pt x="991" y="116"/>
                  </a:cubicBezTo>
                  <a:cubicBezTo>
                    <a:pt x="1004" y="135"/>
                    <a:pt x="1010" y="153"/>
                    <a:pt x="1023" y="172"/>
                  </a:cubicBezTo>
                  <a:cubicBezTo>
                    <a:pt x="1028" y="196"/>
                    <a:pt x="1036" y="218"/>
                    <a:pt x="1042" y="242"/>
                  </a:cubicBezTo>
                  <a:cubicBezTo>
                    <a:pt x="1057" y="178"/>
                    <a:pt x="1036" y="242"/>
                    <a:pt x="1061" y="242"/>
                  </a:cubicBezTo>
                  <a:cubicBezTo>
                    <a:pt x="1070" y="242"/>
                    <a:pt x="1070" y="225"/>
                    <a:pt x="1074" y="217"/>
                  </a:cubicBezTo>
                  <a:cubicBezTo>
                    <a:pt x="1090" y="259"/>
                    <a:pt x="1094" y="297"/>
                    <a:pt x="1099" y="343"/>
                  </a:cubicBezTo>
                  <a:cubicBezTo>
                    <a:pt x="1103" y="337"/>
                    <a:pt x="1106" y="318"/>
                    <a:pt x="1111" y="324"/>
                  </a:cubicBezTo>
                  <a:cubicBezTo>
                    <a:pt x="1120" y="336"/>
                    <a:pt x="1117" y="353"/>
                    <a:pt x="1118" y="368"/>
                  </a:cubicBezTo>
                  <a:cubicBezTo>
                    <a:pt x="1123" y="428"/>
                    <a:pt x="1114" y="496"/>
                    <a:pt x="1143" y="551"/>
                  </a:cubicBezTo>
                  <a:cubicBezTo>
                    <a:pt x="1147" y="495"/>
                    <a:pt x="1146" y="456"/>
                    <a:pt x="1162" y="406"/>
                  </a:cubicBezTo>
                  <a:cubicBezTo>
                    <a:pt x="1164" y="440"/>
                    <a:pt x="1162" y="474"/>
                    <a:pt x="1168" y="507"/>
                  </a:cubicBezTo>
                  <a:cubicBezTo>
                    <a:pt x="1170" y="517"/>
                    <a:pt x="1173" y="466"/>
                    <a:pt x="1175" y="476"/>
                  </a:cubicBezTo>
                  <a:cubicBezTo>
                    <a:pt x="1193" y="557"/>
                    <a:pt x="1181" y="645"/>
                    <a:pt x="1194" y="728"/>
                  </a:cubicBezTo>
                  <a:cubicBezTo>
                    <a:pt x="1202" y="669"/>
                    <a:pt x="1198" y="608"/>
                    <a:pt x="1213" y="551"/>
                  </a:cubicBezTo>
                  <a:cubicBezTo>
                    <a:pt x="1216" y="538"/>
                    <a:pt x="1220" y="577"/>
                    <a:pt x="1225" y="589"/>
                  </a:cubicBezTo>
                  <a:cubicBezTo>
                    <a:pt x="1230" y="602"/>
                    <a:pt x="1238" y="614"/>
                    <a:pt x="1244" y="627"/>
                  </a:cubicBezTo>
                  <a:cubicBezTo>
                    <a:pt x="1250" y="652"/>
                    <a:pt x="1247" y="702"/>
                    <a:pt x="1276" y="659"/>
                  </a:cubicBezTo>
                  <a:cubicBezTo>
                    <a:pt x="1280" y="686"/>
                    <a:pt x="1281" y="714"/>
                    <a:pt x="1288" y="741"/>
                  </a:cubicBezTo>
                  <a:cubicBezTo>
                    <a:pt x="1293" y="760"/>
                    <a:pt x="1307" y="798"/>
                    <a:pt x="1307" y="798"/>
                  </a:cubicBezTo>
                  <a:cubicBezTo>
                    <a:pt x="1309" y="789"/>
                    <a:pt x="1313" y="763"/>
                    <a:pt x="1314" y="772"/>
                  </a:cubicBezTo>
                  <a:cubicBezTo>
                    <a:pt x="1319" y="814"/>
                    <a:pt x="1315" y="857"/>
                    <a:pt x="1320" y="899"/>
                  </a:cubicBezTo>
                  <a:cubicBezTo>
                    <a:pt x="1326" y="958"/>
                    <a:pt x="1350" y="1009"/>
                    <a:pt x="1370" y="1063"/>
                  </a:cubicBezTo>
                  <a:cubicBezTo>
                    <a:pt x="1386" y="1024"/>
                    <a:pt x="1394" y="984"/>
                    <a:pt x="1402" y="943"/>
                  </a:cubicBezTo>
                  <a:cubicBezTo>
                    <a:pt x="1411" y="1030"/>
                    <a:pt x="1444" y="1083"/>
                    <a:pt x="1459" y="1164"/>
                  </a:cubicBezTo>
                  <a:cubicBezTo>
                    <a:pt x="1464" y="1128"/>
                    <a:pt x="1465" y="1092"/>
                    <a:pt x="1471" y="1057"/>
                  </a:cubicBezTo>
                  <a:cubicBezTo>
                    <a:pt x="1472" y="1050"/>
                    <a:pt x="1471" y="1038"/>
                    <a:pt x="1478" y="1038"/>
                  </a:cubicBezTo>
                  <a:cubicBezTo>
                    <a:pt x="1484" y="1038"/>
                    <a:pt x="1478" y="1051"/>
                    <a:pt x="1478" y="1057"/>
                  </a:cubicBezTo>
                </a:path>
              </a:pathLst>
            </a:custGeom>
            <a:noFill/>
            <a:ln w="9525" cap="flat" cmpd="sng">
              <a:solidFill>
                <a:srgbClr val="FF3300"/>
              </a:solidFill>
              <a:prstDash val="solid"/>
              <a:round/>
              <a:headEnd/>
              <a:tailEnd/>
            </a:ln>
            <a:effectLst/>
          </p:spPr>
          <p:txBody>
            <a:bodyPr wrap="none" anchor="ctr"/>
            <a:lstStyle/>
            <a:p>
              <a:endParaRPr lang="en-GB" sz="1600"/>
            </a:p>
          </p:txBody>
        </p:sp>
        <p:sp>
          <p:nvSpPr>
            <p:cNvPr id="135408" name="Freeform 240"/>
            <p:cNvSpPr>
              <a:spLocks/>
            </p:cNvSpPr>
            <p:nvPr/>
          </p:nvSpPr>
          <p:spPr bwMode="auto">
            <a:xfrm flipV="1">
              <a:off x="1930" y="2564"/>
              <a:ext cx="1492" cy="1162"/>
            </a:xfrm>
            <a:custGeom>
              <a:avLst/>
              <a:gdLst/>
              <a:ahLst/>
              <a:cxnLst>
                <a:cxn ang="0">
                  <a:pos x="34" y="1093"/>
                </a:cxn>
                <a:cxn ang="0">
                  <a:pos x="72" y="1093"/>
                </a:cxn>
                <a:cxn ang="0">
                  <a:pos x="91" y="1112"/>
                </a:cxn>
                <a:cxn ang="0">
                  <a:pos x="160" y="1086"/>
                </a:cxn>
                <a:cxn ang="0">
                  <a:pos x="173" y="1124"/>
                </a:cxn>
                <a:cxn ang="0">
                  <a:pos x="223" y="1143"/>
                </a:cxn>
                <a:cxn ang="0">
                  <a:pos x="287" y="1143"/>
                </a:cxn>
                <a:cxn ang="0">
                  <a:pos x="337" y="1162"/>
                </a:cxn>
                <a:cxn ang="0">
                  <a:pos x="369" y="1124"/>
                </a:cxn>
                <a:cxn ang="0">
                  <a:pos x="432" y="1105"/>
                </a:cxn>
                <a:cxn ang="0">
                  <a:pos x="495" y="1068"/>
                </a:cxn>
                <a:cxn ang="0">
                  <a:pos x="533" y="1061"/>
                </a:cxn>
                <a:cxn ang="0">
                  <a:pos x="571" y="1061"/>
                </a:cxn>
                <a:cxn ang="0">
                  <a:pos x="590" y="1074"/>
                </a:cxn>
                <a:cxn ang="0">
                  <a:pos x="621" y="954"/>
                </a:cxn>
                <a:cxn ang="0">
                  <a:pos x="628" y="973"/>
                </a:cxn>
                <a:cxn ang="0">
                  <a:pos x="634" y="948"/>
                </a:cxn>
                <a:cxn ang="0">
                  <a:pos x="647" y="922"/>
                </a:cxn>
                <a:cxn ang="0">
                  <a:pos x="691" y="809"/>
                </a:cxn>
                <a:cxn ang="0">
                  <a:pos x="741" y="657"/>
                </a:cxn>
                <a:cxn ang="0">
                  <a:pos x="767" y="606"/>
                </a:cxn>
                <a:cxn ang="0">
                  <a:pos x="798" y="531"/>
                </a:cxn>
                <a:cxn ang="0">
                  <a:pos x="805" y="499"/>
                </a:cxn>
                <a:cxn ang="0">
                  <a:pos x="811" y="480"/>
                </a:cxn>
                <a:cxn ang="0">
                  <a:pos x="823" y="430"/>
                </a:cxn>
                <a:cxn ang="0">
                  <a:pos x="861" y="329"/>
                </a:cxn>
                <a:cxn ang="0">
                  <a:pos x="956" y="120"/>
                </a:cxn>
                <a:cxn ang="0">
                  <a:pos x="988" y="101"/>
                </a:cxn>
                <a:cxn ang="0">
                  <a:pos x="1007" y="63"/>
                </a:cxn>
                <a:cxn ang="0">
                  <a:pos x="1013" y="89"/>
                </a:cxn>
                <a:cxn ang="0">
                  <a:pos x="1019" y="108"/>
                </a:cxn>
                <a:cxn ang="0">
                  <a:pos x="1057" y="57"/>
                </a:cxn>
                <a:cxn ang="0">
                  <a:pos x="1063" y="89"/>
                </a:cxn>
                <a:cxn ang="0">
                  <a:pos x="1070" y="114"/>
                </a:cxn>
                <a:cxn ang="0">
                  <a:pos x="1095" y="82"/>
                </a:cxn>
                <a:cxn ang="0">
                  <a:pos x="1101" y="57"/>
                </a:cxn>
                <a:cxn ang="0">
                  <a:pos x="1108" y="38"/>
                </a:cxn>
                <a:cxn ang="0">
                  <a:pos x="1127" y="82"/>
                </a:cxn>
                <a:cxn ang="0">
                  <a:pos x="1146" y="57"/>
                </a:cxn>
                <a:cxn ang="0">
                  <a:pos x="1152" y="32"/>
                </a:cxn>
                <a:cxn ang="0">
                  <a:pos x="1171" y="82"/>
                </a:cxn>
                <a:cxn ang="0">
                  <a:pos x="1215" y="25"/>
                </a:cxn>
                <a:cxn ang="0">
                  <a:pos x="1259" y="13"/>
                </a:cxn>
                <a:cxn ang="0">
                  <a:pos x="1291" y="44"/>
                </a:cxn>
                <a:cxn ang="0">
                  <a:pos x="1303" y="19"/>
                </a:cxn>
                <a:cxn ang="0">
                  <a:pos x="1335" y="57"/>
                </a:cxn>
                <a:cxn ang="0">
                  <a:pos x="1392" y="0"/>
                </a:cxn>
                <a:cxn ang="0">
                  <a:pos x="1417" y="76"/>
                </a:cxn>
                <a:cxn ang="0">
                  <a:pos x="1442" y="70"/>
                </a:cxn>
                <a:cxn ang="0">
                  <a:pos x="1461" y="70"/>
                </a:cxn>
                <a:cxn ang="0">
                  <a:pos x="1474" y="133"/>
                </a:cxn>
                <a:cxn ang="0">
                  <a:pos x="1487" y="120"/>
                </a:cxn>
              </a:cxnLst>
              <a:rect l="0" t="0" r="r" b="b"/>
              <a:pathLst>
                <a:path w="1492" h="1162">
                  <a:moveTo>
                    <a:pt x="34" y="1093"/>
                  </a:moveTo>
                  <a:cubicBezTo>
                    <a:pt x="106" y="1138"/>
                    <a:pt x="0" y="1080"/>
                    <a:pt x="72" y="1093"/>
                  </a:cubicBezTo>
                  <a:cubicBezTo>
                    <a:pt x="81" y="1095"/>
                    <a:pt x="85" y="1106"/>
                    <a:pt x="91" y="1112"/>
                  </a:cubicBezTo>
                  <a:cubicBezTo>
                    <a:pt x="108" y="1103"/>
                    <a:pt x="141" y="1084"/>
                    <a:pt x="160" y="1086"/>
                  </a:cubicBezTo>
                  <a:cubicBezTo>
                    <a:pt x="161" y="1086"/>
                    <a:pt x="173" y="1123"/>
                    <a:pt x="173" y="1124"/>
                  </a:cubicBezTo>
                  <a:cubicBezTo>
                    <a:pt x="223" y="1112"/>
                    <a:pt x="180" y="1129"/>
                    <a:pt x="223" y="1143"/>
                  </a:cubicBezTo>
                  <a:cubicBezTo>
                    <a:pt x="281" y="1121"/>
                    <a:pt x="264" y="1109"/>
                    <a:pt x="287" y="1143"/>
                  </a:cubicBezTo>
                  <a:cubicBezTo>
                    <a:pt x="337" y="1131"/>
                    <a:pt x="327" y="1099"/>
                    <a:pt x="337" y="1162"/>
                  </a:cubicBezTo>
                  <a:cubicBezTo>
                    <a:pt x="349" y="1150"/>
                    <a:pt x="354" y="1132"/>
                    <a:pt x="369" y="1124"/>
                  </a:cubicBezTo>
                  <a:cubicBezTo>
                    <a:pt x="388" y="1114"/>
                    <a:pt x="411" y="1113"/>
                    <a:pt x="432" y="1105"/>
                  </a:cubicBezTo>
                  <a:cubicBezTo>
                    <a:pt x="471" y="1162"/>
                    <a:pt x="468" y="1081"/>
                    <a:pt x="495" y="1068"/>
                  </a:cubicBezTo>
                  <a:cubicBezTo>
                    <a:pt x="507" y="1062"/>
                    <a:pt x="520" y="1063"/>
                    <a:pt x="533" y="1061"/>
                  </a:cubicBezTo>
                  <a:cubicBezTo>
                    <a:pt x="577" y="994"/>
                    <a:pt x="545" y="1028"/>
                    <a:pt x="571" y="1061"/>
                  </a:cubicBezTo>
                  <a:cubicBezTo>
                    <a:pt x="576" y="1067"/>
                    <a:pt x="584" y="1070"/>
                    <a:pt x="590" y="1074"/>
                  </a:cubicBezTo>
                  <a:cubicBezTo>
                    <a:pt x="600" y="1033"/>
                    <a:pt x="614" y="996"/>
                    <a:pt x="621" y="954"/>
                  </a:cubicBezTo>
                  <a:cubicBezTo>
                    <a:pt x="623" y="960"/>
                    <a:pt x="622" y="976"/>
                    <a:pt x="628" y="973"/>
                  </a:cubicBezTo>
                  <a:cubicBezTo>
                    <a:pt x="636" y="969"/>
                    <a:pt x="631" y="956"/>
                    <a:pt x="634" y="948"/>
                  </a:cubicBezTo>
                  <a:cubicBezTo>
                    <a:pt x="637" y="939"/>
                    <a:pt x="643" y="931"/>
                    <a:pt x="647" y="922"/>
                  </a:cubicBezTo>
                  <a:cubicBezTo>
                    <a:pt x="664" y="883"/>
                    <a:pt x="665" y="843"/>
                    <a:pt x="691" y="809"/>
                  </a:cubicBezTo>
                  <a:cubicBezTo>
                    <a:pt x="707" y="758"/>
                    <a:pt x="725" y="708"/>
                    <a:pt x="741" y="657"/>
                  </a:cubicBezTo>
                  <a:cubicBezTo>
                    <a:pt x="747" y="639"/>
                    <a:pt x="760" y="624"/>
                    <a:pt x="767" y="606"/>
                  </a:cubicBezTo>
                  <a:cubicBezTo>
                    <a:pt x="773" y="575"/>
                    <a:pt x="784" y="559"/>
                    <a:pt x="798" y="531"/>
                  </a:cubicBezTo>
                  <a:cubicBezTo>
                    <a:pt x="800" y="520"/>
                    <a:pt x="802" y="510"/>
                    <a:pt x="805" y="499"/>
                  </a:cubicBezTo>
                  <a:cubicBezTo>
                    <a:pt x="807" y="493"/>
                    <a:pt x="809" y="486"/>
                    <a:pt x="811" y="480"/>
                  </a:cubicBezTo>
                  <a:cubicBezTo>
                    <a:pt x="815" y="463"/>
                    <a:pt x="823" y="430"/>
                    <a:pt x="823" y="430"/>
                  </a:cubicBezTo>
                  <a:cubicBezTo>
                    <a:pt x="829" y="374"/>
                    <a:pt x="816" y="351"/>
                    <a:pt x="861" y="329"/>
                  </a:cubicBezTo>
                  <a:cubicBezTo>
                    <a:pt x="879" y="256"/>
                    <a:pt x="921" y="187"/>
                    <a:pt x="956" y="120"/>
                  </a:cubicBezTo>
                  <a:cubicBezTo>
                    <a:pt x="967" y="153"/>
                    <a:pt x="958" y="145"/>
                    <a:pt x="988" y="101"/>
                  </a:cubicBezTo>
                  <a:cubicBezTo>
                    <a:pt x="1003" y="79"/>
                    <a:pt x="998" y="86"/>
                    <a:pt x="1007" y="63"/>
                  </a:cubicBezTo>
                  <a:cubicBezTo>
                    <a:pt x="1009" y="72"/>
                    <a:pt x="1011" y="80"/>
                    <a:pt x="1013" y="89"/>
                  </a:cubicBezTo>
                  <a:cubicBezTo>
                    <a:pt x="1015" y="95"/>
                    <a:pt x="1014" y="112"/>
                    <a:pt x="1019" y="108"/>
                  </a:cubicBezTo>
                  <a:cubicBezTo>
                    <a:pt x="1036" y="96"/>
                    <a:pt x="1057" y="57"/>
                    <a:pt x="1057" y="57"/>
                  </a:cubicBezTo>
                  <a:cubicBezTo>
                    <a:pt x="1059" y="68"/>
                    <a:pt x="1061" y="78"/>
                    <a:pt x="1063" y="89"/>
                  </a:cubicBezTo>
                  <a:cubicBezTo>
                    <a:pt x="1065" y="97"/>
                    <a:pt x="1062" y="116"/>
                    <a:pt x="1070" y="114"/>
                  </a:cubicBezTo>
                  <a:cubicBezTo>
                    <a:pt x="1083" y="111"/>
                    <a:pt x="1087" y="93"/>
                    <a:pt x="1095" y="82"/>
                  </a:cubicBezTo>
                  <a:cubicBezTo>
                    <a:pt x="1097" y="74"/>
                    <a:pt x="1099" y="65"/>
                    <a:pt x="1101" y="57"/>
                  </a:cubicBezTo>
                  <a:cubicBezTo>
                    <a:pt x="1103" y="51"/>
                    <a:pt x="1102" y="36"/>
                    <a:pt x="1108" y="38"/>
                  </a:cubicBezTo>
                  <a:cubicBezTo>
                    <a:pt x="1112" y="39"/>
                    <a:pt x="1125" y="76"/>
                    <a:pt x="1127" y="82"/>
                  </a:cubicBezTo>
                  <a:cubicBezTo>
                    <a:pt x="1133" y="74"/>
                    <a:pt x="1141" y="66"/>
                    <a:pt x="1146" y="57"/>
                  </a:cubicBezTo>
                  <a:cubicBezTo>
                    <a:pt x="1150" y="49"/>
                    <a:pt x="1144" y="29"/>
                    <a:pt x="1152" y="32"/>
                  </a:cubicBezTo>
                  <a:cubicBezTo>
                    <a:pt x="1156" y="33"/>
                    <a:pt x="1168" y="74"/>
                    <a:pt x="1171" y="82"/>
                  </a:cubicBezTo>
                  <a:cubicBezTo>
                    <a:pt x="1195" y="67"/>
                    <a:pt x="1198" y="49"/>
                    <a:pt x="1215" y="25"/>
                  </a:cubicBezTo>
                  <a:cubicBezTo>
                    <a:pt x="1239" y="60"/>
                    <a:pt x="1244" y="44"/>
                    <a:pt x="1259" y="13"/>
                  </a:cubicBezTo>
                  <a:cubicBezTo>
                    <a:pt x="1269" y="48"/>
                    <a:pt x="1254" y="81"/>
                    <a:pt x="1291" y="44"/>
                  </a:cubicBezTo>
                  <a:cubicBezTo>
                    <a:pt x="1295" y="36"/>
                    <a:pt x="1294" y="21"/>
                    <a:pt x="1303" y="19"/>
                  </a:cubicBezTo>
                  <a:cubicBezTo>
                    <a:pt x="1310" y="18"/>
                    <a:pt x="1332" y="53"/>
                    <a:pt x="1335" y="57"/>
                  </a:cubicBezTo>
                  <a:cubicBezTo>
                    <a:pt x="1363" y="42"/>
                    <a:pt x="1374" y="26"/>
                    <a:pt x="1392" y="0"/>
                  </a:cubicBezTo>
                  <a:cubicBezTo>
                    <a:pt x="1397" y="29"/>
                    <a:pt x="1401" y="51"/>
                    <a:pt x="1417" y="76"/>
                  </a:cubicBezTo>
                  <a:cubicBezTo>
                    <a:pt x="1425" y="74"/>
                    <a:pt x="1435" y="75"/>
                    <a:pt x="1442" y="70"/>
                  </a:cubicBezTo>
                  <a:cubicBezTo>
                    <a:pt x="1459" y="56"/>
                    <a:pt x="1437" y="32"/>
                    <a:pt x="1461" y="70"/>
                  </a:cubicBezTo>
                  <a:cubicBezTo>
                    <a:pt x="1477" y="159"/>
                    <a:pt x="1460" y="67"/>
                    <a:pt x="1474" y="133"/>
                  </a:cubicBezTo>
                  <a:cubicBezTo>
                    <a:pt x="1492" y="217"/>
                    <a:pt x="1487" y="222"/>
                    <a:pt x="1487" y="120"/>
                  </a:cubicBezTo>
                </a:path>
              </a:pathLst>
            </a:custGeom>
            <a:noFill/>
            <a:ln w="9525" cap="flat" cmpd="sng">
              <a:solidFill>
                <a:srgbClr val="FF3300"/>
              </a:solidFill>
              <a:prstDash val="solid"/>
              <a:round/>
              <a:headEnd/>
              <a:tailEnd/>
            </a:ln>
            <a:effectLst/>
          </p:spPr>
          <p:txBody>
            <a:bodyPr wrap="none" anchor="ctr"/>
            <a:lstStyle/>
            <a:p>
              <a:endParaRPr lang="en-GB" sz="1600"/>
            </a:p>
          </p:txBody>
        </p:sp>
        <p:sp>
          <p:nvSpPr>
            <p:cNvPr id="135409" name="Freeform 241"/>
            <p:cNvSpPr>
              <a:spLocks/>
            </p:cNvSpPr>
            <p:nvPr/>
          </p:nvSpPr>
          <p:spPr bwMode="auto">
            <a:xfrm flipV="1">
              <a:off x="1960" y="2539"/>
              <a:ext cx="1349" cy="1244"/>
            </a:xfrm>
            <a:custGeom>
              <a:avLst/>
              <a:gdLst/>
              <a:ahLst/>
              <a:cxnLst>
                <a:cxn ang="0">
                  <a:pos x="4" y="151"/>
                </a:cxn>
                <a:cxn ang="0">
                  <a:pos x="42" y="95"/>
                </a:cxn>
                <a:cxn ang="0">
                  <a:pos x="67" y="57"/>
                </a:cxn>
                <a:cxn ang="0">
                  <a:pos x="73" y="76"/>
                </a:cxn>
                <a:cxn ang="0">
                  <a:pos x="67" y="95"/>
                </a:cxn>
                <a:cxn ang="0">
                  <a:pos x="99" y="38"/>
                </a:cxn>
                <a:cxn ang="0">
                  <a:pos x="143" y="13"/>
                </a:cxn>
                <a:cxn ang="0">
                  <a:pos x="149" y="69"/>
                </a:cxn>
                <a:cxn ang="0">
                  <a:pos x="168" y="63"/>
                </a:cxn>
                <a:cxn ang="0">
                  <a:pos x="200" y="19"/>
                </a:cxn>
                <a:cxn ang="0">
                  <a:pos x="212" y="101"/>
                </a:cxn>
                <a:cxn ang="0">
                  <a:pos x="231" y="63"/>
                </a:cxn>
                <a:cxn ang="0">
                  <a:pos x="257" y="0"/>
                </a:cxn>
                <a:cxn ang="0">
                  <a:pos x="263" y="95"/>
                </a:cxn>
                <a:cxn ang="0">
                  <a:pos x="295" y="82"/>
                </a:cxn>
                <a:cxn ang="0">
                  <a:pos x="320" y="31"/>
                </a:cxn>
                <a:cxn ang="0">
                  <a:pos x="358" y="63"/>
                </a:cxn>
                <a:cxn ang="0">
                  <a:pos x="383" y="145"/>
                </a:cxn>
                <a:cxn ang="0">
                  <a:pos x="402" y="126"/>
                </a:cxn>
                <a:cxn ang="0">
                  <a:pos x="408" y="107"/>
                </a:cxn>
                <a:cxn ang="0">
                  <a:pos x="433" y="164"/>
                </a:cxn>
                <a:cxn ang="0">
                  <a:pos x="452" y="189"/>
                </a:cxn>
                <a:cxn ang="0">
                  <a:pos x="478" y="158"/>
                </a:cxn>
                <a:cxn ang="0">
                  <a:pos x="484" y="133"/>
                </a:cxn>
                <a:cxn ang="0">
                  <a:pos x="497" y="151"/>
                </a:cxn>
                <a:cxn ang="0">
                  <a:pos x="516" y="227"/>
                </a:cxn>
                <a:cxn ang="0">
                  <a:pos x="547" y="259"/>
                </a:cxn>
                <a:cxn ang="0">
                  <a:pos x="553" y="335"/>
                </a:cxn>
                <a:cxn ang="0">
                  <a:pos x="572" y="322"/>
                </a:cxn>
                <a:cxn ang="0">
                  <a:pos x="579" y="341"/>
                </a:cxn>
                <a:cxn ang="0">
                  <a:pos x="604" y="474"/>
                </a:cxn>
                <a:cxn ang="0">
                  <a:pos x="629" y="398"/>
                </a:cxn>
                <a:cxn ang="0">
                  <a:pos x="673" y="606"/>
                </a:cxn>
                <a:cxn ang="0">
                  <a:pos x="699" y="657"/>
                </a:cxn>
                <a:cxn ang="0">
                  <a:pos x="718" y="638"/>
                </a:cxn>
                <a:cxn ang="0">
                  <a:pos x="737" y="663"/>
                </a:cxn>
                <a:cxn ang="0">
                  <a:pos x="756" y="859"/>
                </a:cxn>
                <a:cxn ang="0">
                  <a:pos x="781" y="859"/>
                </a:cxn>
                <a:cxn ang="0">
                  <a:pos x="800" y="941"/>
                </a:cxn>
                <a:cxn ang="0">
                  <a:pos x="831" y="979"/>
                </a:cxn>
                <a:cxn ang="0">
                  <a:pos x="1015" y="1225"/>
                </a:cxn>
                <a:cxn ang="0">
                  <a:pos x="1059" y="1175"/>
                </a:cxn>
                <a:cxn ang="0">
                  <a:pos x="1078" y="1244"/>
                </a:cxn>
                <a:cxn ang="0">
                  <a:pos x="1135" y="1225"/>
                </a:cxn>
                <a:cxn ang="0">
                  <a:pos x="1198" y="1149"/>
                </a:cxn>
                <a:cxn ang="0">
                  <a:pos x="1204" y="1181"/>
                </a:cxn>
                <a:cxn ang="0">
                  <a:pos x="1210" y="1206"/>
                </a:cxn>
                <a:cxn ang="0">
                  <a:pos x="1236" y="1194"/>
                </a:cxn>
                <a:cxn ang="0">
                  <a:pos x="1261" y="1194"/>
                </a:cxn>
                <a:cxn ang="0">
                  <a:pos x="1280" y="1181"/>
                </a:cxn>
                <a:cxn ang="0">
                  <a:pos x="1305" y="1124"/>
                </a:cxn>
                <a:cxn ang="0">
                  <a:pos x="1330" y="1130"/>
                </a:cxn>
                <a:cxn ang="0">
                  <a:pos x="1349" y="1137"/>
                </a:cxn>
                <a:cxn ang="0">
                  <a:pos x="1330" y="1143"/>
                </a:cxn>
                <a:cxn ang="0">
                  <a:pos x="1273" y="1156"/>
                </a:cxn>
              </a:cxnLst>
              <a:rect l="0" t="0" r="r" b="b"/>
              <a:pathLst>
                <a:path w="1349" h="1244">
                  <a:moveTo>
                    <a:pt x="4" y="151"/>
                  </a:moveTo>
                  <a:cubicBezTo>
                    <a:pt x="46" y="82"/>
                    <a:pt x="0" y="155"/>
                    <a:pt x="42" y="95"/>
                  </a:cubicBezTo>
                  <a:cubicBezTo>
                    <a:pt x="51" y="83"/>
                    <a:pt x="67" y="57"/>
                    <a:pt x="67" y="57"/>
                  </a:cubicBezTo>
                  <a:cubicBezTo>
                    <a:pt x="69" y="63"/>
                    <a:pt x="73" y="69"/>
                    <a:pt x="73" y="76"/>
                  </a:cubicBezTo>
                  <a:cubicBezTo>
                    <a:pt x="73" y="83"/>
                    <a:pt x="64" y="101"/>
                    <a:pt x="67" y="95"/>
                  </a:cubicBezTo>
                  <a:cubicBezTo>
                    <a:pt x="103" y="28"/>
                    <a:pt x="56" y="95"/>
                    <a:pt x="99" y="38"/>
                  </a:cubicBezTo>
                  <a:cubicBezTo>
                    <a:pt x="112" y="81"/>
                    <a:pt x="118" y="36"/>
                    <a:pt x="143" y="13"/>
                  </a:cubicBezTo>
                  <a:cubicBezTo>
                    <a:pt x="145" y="32"/>
                    <a:pt x="141" y="52"/>
                    <a:pt x="149" y="69"/>
                  </a:cubicBezTo>
                  <a:cubicBezTo>
                    <a:pt x="152" y="75"/>
                    <a:pt x="163" y="68"/>
                    <a:pt x="168" y="63"/>
                  </a:cubicBezTo>
                  <a:cubicBezTo>
                    <a:pt x="181" y="50"/>
                    <a:pt x="200" y="19"/>
                    <a:pt x="200" y="19"/>
                  </a:cubicBezTo>
                  <a:cubicBezTo>
                    <a:pt x="208" y="45"/>
                    <a:pt x="192" y="81"/>
                    <a:pt x="212" y="101"/>
                  </a:cubicBezTo>
                  <a:cubicBezTo>
                    <a:pt x="222" y="111"/>
                    <a:pt x="225" y="76"/>
                    <a:pt x="231" y="63"/>
                  </a:cubicBezTo>
                  <a:cubicBezTo>
                    <a:pt x="240" y="42"/>
                    <a:pt x="249" y="21"/>
                    <a:pt x="257" y="0"/>
                  </a:cubicBezTo>
                  <a:cubicBezTo>
                    <a:pt x="259" y="32"/>
                    <a:pt x="250" y="66"/>
                    <a:pt x="263" y="95"/>
                  </a:cubicBezTo>
                  <a:cubicBezTo>
                    <a:pt x="268" y="105"/>
                    <a:pt x="287" y="90"/>
                    <a:pt x="295" y="82"/>
                  </a:cubicBezTo>
                  <a:cubicBezTo>
                    <a:pt x="308" y="68"/>
                    <a:pt x="309" y="47"/>
                    <a:pt x="320" y="31"/>
                  </a:cubicBezTo>
                  <a:cubicBezTo>
                    <a:pt x="325" y="93"/>
                    <a:pt x="324" y="147"/>
                    <a:pt x="358" y="63"/>
                  </a:cubicBezTo>
                  <a:cubicBezTo>
                    <a:pt x="367" y="90"/>
                    <a:pt x="374" y="118"/>
                    <a:pt x="383" y="145"/>
                  </a:cubicBezTo>
                  <a:cubicBezTo>
                    <a:pt x="389" y="139"/>
                    <a:pt x="397" y="133"/>
                    <a:pt x="402" y="126"/>
                  </a:cubicBezTo>
                  <a:cubicBezTo>
                    <a:pt x="406" y="120"/>
                    <a:pt x="403" y="103"/>
                    <a:pt x="408" y="107"/>
                  </a:cubicBezTo>
                  <a:cubicBezTo>
                    <a:pt x="419" y="115"/>
                    <a:pt x="428" y="148"/>
                    <a:pt x="433" y="164"/>
                  </a:cubicBezTo>
                  <a:cubicBezTo>
                    <a:pt x="444" y="244"/>
                    <a:pt x="431" y="220"/>
                    <a:pt x="452" y="189"/>
                  </a:cubicBezTo>
                  <a:cubicBezTo>
                    <a:pt x="459" y="178"/>
                    <a:pt x="469" y="168"/>
                    <a:pt x="478" y="158"/>
                  </a:cubicBezTo>
                  <a:cubicBezTo>
                    <a:pt x="480" y="150"/>
                    <a:pt x="476" y="136"/>
                    <a:pt x="484" y="133"/>
                  </a:cubicBezTo>
                  <a:cubicBezTo>
                    <a:pt x="491" y="130"/>
                    <a:pt x="494" y="144"/>
                    <a:pt x="497" y="151"/>
                  </a:cubicBezTo>
                  <a:cubicBezTo>
                    <a:pt x="507" y="175"/>
                    <a:pt x="507" y="203"/>
                    <a:pt x="516" y="227"/>
                  </a:cubicBezTo>
                  <a:cubicBezTo>
                    <a:pt x="555" y="176"/>
                    <a:pt x="538" y="223"/>
                    <a:pt x="547" y="259"/>
                  </a:cubicBezTo>
                  <a:cubicBezTo>
                    <a:pt x="549" y="284"/>
                    <a:pt x="544" y="311"/>
                    <a:pt x="553" y="335"/>
                  </a:cubicBezTo>
                  <a:cubicBezTo>
                    <a:pt x="556" y="342"/>
                    <a:pt x="565" y="320"/>
                    <a:pt x="572" y="322"/>
                  </a:cubicBezTo>
                  <a:cubicBezTo>
                    <a:pt x="579" y="324"/>
                    <a:pt x="577" y="335"/>
                    <a:pt x="579" y="341"/>
                  </a:cubicBezTo>
                  <a:cubicBezTo>
                    <a:pt x="603" y="265"/>
                    <a:pt x="581" y="428"/>
                    <a:pt x="604" y="474"/>
                  </a:cubicBezTo>
                  <a:cubicBezTo>
                    <a:pt x="610" y="444"/>
                    <a:pt x="616" y="425"/>
                    <a:pt x="629" y="398"/>
                  </a:cubicBezTo>
                  <a:cubicBezTo>
                    <a:pt x="652" y="465"/>
                    <a:pt x="652" y="538"/>
                    <a:pt x="673" y="606"/>
                  </a:cubicBezTo>
                  <a:cubicBezTo>
                    <a:pt x="699" y="544"/>
                    <a:pt x="687" y="463"/>
                    <a:pt x="699" y="657"/>
                  </a:cubicBezTo>
                  <a:cubicBezTo>
                    <a:pt x="705" y="651"/>
                    <a:pt x="714" y="630"/>
                    <a:pt x="718" y="638"/>
                  </a:cubicBezTo>
                  <a:cubicBezTo>
                    <a:pt x="738" y="683"/>
                    <a:pt x="709" y="772"/>
                    <a:pt x="737" y="663"/>
                  </a:cubicBezTo>
                  <a:cubicBezTo>
                    <a:pt x="741" y="765"/>
                    <a:pt x="742" y="782"/>
                    <a:pt x="756" y="859"/>
                  </a:cubicBezTo>
                  <a:cubicBezTo>
                    <a:pt x="759" y="847"/>
                    <a:pt x="764" y="798"/>
                    <a:pt x="781" y="859"/>
                  </a:cubicBezTo>
                  <a:cubicBezTo>
                    <a:pt x="811" y="963"/>
                    <a:pt x="767" y="892"/>
                    <a:pt x="800" y="941"/>
                  </a:cubicBezTo>
                  <a:cubicBezTo>
                    <a:pt x="811" y="975"/>
                    <a:pt x="789" y="1021"/>
                    <a:pt x="831" y="979"/>
                  </a:cubicBezTo>
                  <a:cubicBezTo>
                    <a:pt x="913" y="1087"/>
                    <a:pt x="932" y="1116"/>
                    <a:pt x="1015" y="1225"/>
                  </a:cubicBezTo>
                  <a:cubicBezTo>
                    <a:pt x="1033" y="1171"/>
                    <a:pt x="1027" y="1222"/>
                    <a:pt x="1059" y="1175"/>
                  </a:cubicBezTo>
                  <a:cubicBezTo>
                    <a:pt x="1074" y="1223"/>
                    <a:pt x="1068" y="1200"/>
                    <a:pt x="1078" y="1244"/>
                  </a:cubicBezTo>
                  <a:cubicBezTo>
                    <a:pt x="1109" y="1223"/>
                    <a:pt x="1109" y="1186"/>
                    <a:pt x="1135" y="1225"/>
                  </a:cubicBezTo>
                  <a:cubicBezTo>
                    <a:pt x="1164" y="1203"/>
                    <a:pt x="1175" y="1178"/>
                    <a:pt x="1198" y="1149"/>
                  </a:cubicBezTo>
                  <a:cubicBezTo>
                    <a:pt x="1200" y="1160"/>
                    <a:pt x="1202" y="1170"/>
                    <a:pt x="1204" y="1181"/>
                  </a:cubicBezTo>
                  <a:cubicBezTo>
                    <a:pt x="1206" y="1189"/>
                    <a:pt x="1202" y="1203"/>
                    <a:pt x="1210" y="1206"/>
                  </a:cubicBezTo>
                  <a:cubicBezTo>
                    <a:pt x="1219" y="1210"/>
                    <a:pt x="1227" y="1198"/>
                    <a:pt x="1236" y="1194"/>
                  </a:cubicBezTo>
                  <a:cubicBezTo>
                    <a:pt x="1264" y="1149"/>
                    <a:pt x="1231" y="1188"/>
                    <a:pt x="1261" y="1194"/>
                  </a:cubicBezTo>
                  <a:cubicBezTo>
                    <a:pt x="1269" y="1195"/>
                    <a:pt x="1274" y="1185"/>
                    <a:pt x="1280" y="1181"/>
                  </a:cubicBezTo>
                  <a:cubicBezTo>
                    <a:pt x="1292" y="1162"/>
                    <a:pt x="1298" y="1145"/>
                    <a:pt x="1305" y="1124"/>
                  </a:cubicBezTo>
                  <a:cubicBezTo>
                    <a:pt x="1317" y="1187"/>
                    <a:pt x="1301" y="1145"/>
                    <a:pt x="1330" y="1130"/>
                  </a:cubicBezTo>
                  <a:cubicBezTo>
                    <a:pt x="1336" y="1127"/>
                    <a:pt x="1343" y="1135"/>
                    <a:pt x="1349" y="1137"/>
                  </a:cubicBezTo>
                  <a:cubicBezTo>
                    <a:pt x="1349" y="1137"/>
                    <a:pt x="1336" y="1140"/>
                    <a:pt x="1330" y="1143"/>
                  </a:cubicBezTo>
                  <a:cubicBezTo>
                    <a:pt x="1288" y="1161"/>
                    <a:pt x="1322" y="1156"/>
                    <a:pt x="1273" y="1156"/>
                  </a:cubicBezTo>
                </a:path>
              </a:pathLst>
            </a:custGeom>
            <a:noFill/>
            <a:ln w="9525" cap="flat" cmpd="sng">
              <a:solidFill>
                <a:srgbClr val="FF3300"/>
              </a:solidFill>
              <a:prstDash val="solid"/>
              <a:round/>
              <a:headEnd/>
              <a:tailEnd/>
            </a:ln>
            <a:effectLst/>
          </p:spPr>
          <p:txBody>
            <a:bodyPr wrap="none" anchor="ctr"/>
            <a:lstStyle/>
            <a:p>
              <a:endParaRPr lang="en-GB" sz="1600"/>
            </a:p>
          </p:txBody>
        </p:sp>
        <p:sp>
          <p:nvSpPr>
            <p:cNvPr id="135410" name="Freeform 242"/>
            <p:cNvSpPr>
              <a:spLocks/>
            </p:cNvSpPr>
            <p:nvPr/>
          </p:nvSpPr>
          <p:spPr bwMode="auto">
            <a:xfrm flipV="1">
              <a:off x="1983" y="2553"/>
              <a:ext cx="1396" cy="1243"/>
            </a:xfrm>
            <a:custGeom>
              <a:avLst/>
              <a:gdLst/>
              <a:ahLst/>
              <a:cxnLst>
                <a:cxn ang="0">
                  <a:pos x="0" y="156"/>
                </a:cxn>
                <a:cxn ang="0">
                  <a:pos x="50" y="81"/>
                </a:cxn>
                <a:cxn ang="0">
                  <a:pos x="76" y="62"/>
                </a:cxn>
                <a:cxn ang="0">
                  <a:pos x="107" y="17"/>
                </a:cxn>
                <a:cxn ang="0">
                  <a:pos x="139" y="100"/>
                </a:cxn>
                <a:cxn ang="0">
                  <a:pos x="196" y="74"/>
                </a:cxn>
                <a:cxn ang="0">
                  <a:pos x="240" y="43"/>
                </a:cxn>
                <a:cxn ang="0">
                  <a:pos x="253" y="93"/>
                </a:cxn>
                <a:cxn ang="0">
                  <a:pos x="303" y="68"/>
                </a:cxn>
                <a:cxn ang="0">
                  <a:pos x="328" y="112"/>
                </a:cxn>
                <a:cxn ang="0">
                  <a:pos x="379" y="62"/>
                </a:cxn>
                <a:cxn ang="0">
                  <a:pos x="417" y="125"/>
                </a:cxn>
                <a:cxn ang="0">
                  <a:pos x="429" y="106"/>
                </a:cxn>
                <a:cxn ang="0">
                  <a:pos x="436" y="137"/>
                </a:cxn>
                <a:cxn ang="0">
                  <a:pos x="455" y="207"/>
                </a:cxn>
                <a:cxn ang="0">
                  <a:pos x="486" y="213"/>
                </a:cxn>
                <a:cxn ang="0">
                  <a:pos x="518" y="207"/>
                </a:cxn>
                <a:cxn ang="0">
                  <a:pos x="524" y="226"/>
                </a:cxn>
                <a:cxn ang="0">
                  <a:pos x="543" y="232"/>
                </a:cxn>
                <a:cxn ang="0">
                  <a:pos x="549" y="283"/>
                </a:cxn>
                <a:cxn ang="0">
                  <a:pos x="562" y="321"/>
                </a:cxn>
                <a:cxn ang="0">
                  <a:pos x="606" y="359"/>
                </a:cxn>
                <a:cxn ang="0">
                  <a:pos x="625" y="415"/>
                </a:cxn>
                <a:cxn ang="0">
                  <a:pos x="669" y="580"/>
                </a:cxn>
                <a:cxn ang="0">
                  <a:pos x="695" y="719"/>
                </a:cxn>
                <a:cxn ang="0">
                  <a:pos x="701" y="693"/>
                </a:cxn>
                <a:cxn ang="0">
                  <a:pos x="707" y="712"/>
                </a:cxn>
                <a:cxn ang="0">
                  <a:pos x="714" y="731"/>
                </a:cxn>
                <a:cxn ang="0">
                  <a:pos x="733" y="807"/>
                </a:cxn>
                <a:cxn ang="0">
                  <a:pos x="739" y="895"/>
                </a:cxn>
                <a:cxn ang="0">
                  <a:pos x="758" y="927"/>
                </a:cxn>
                <a:cxn ang="0">
                  <a:pos x="802" y="1041"/>
                </a:cxn>
                <a:cxn ang="0">
                  <a:pos x="846" y="1041"/>
                </a:cxn>
                <a:cxn ang="0">
                  <a:pos x="922" y="1116"/>
                </a:cxn>
                <a:cxn ang="0">
                  <a:pos x="947" y="1186"/>
                </a:cxn>
                <a:cxn ang="0">
                  <a:pos x="979" y="1243"/>
                </a:cxn>
                <a:cxn ang="0">
                  <a:pos x="998" y="1192"/>
                </a:cxn>
                <a:cxn ang="0">
                  <a:pos x="1036" y="1161"/>
                </a:cxn>
                <a:cxn ang="0">
                  <a:pos x="1048" y="1180"/>
                </a:cxn>
                <a:cxn ang="0">
                  <a:pos x="1074" y="1192"/>
                </a:cxn>
                <a:cxn ang="0">
                  <a:pos x="1162" y="1167"/>
                </a:cxn>
                <a:cxn ang="0">
                  <a:pos x="1232" y="1161"/>
                </a:cxn>
                <a:cxn ang="0">
                  <a:pos x="1295" y="1110"/>
                </a:cxn>
                <a:cxn ang="0">
                  <a:pos x="1358" y="1123"/>
                </a:cxn>
                <a:cxn ang="0">
                  <a:pos x="1396" y="1085"/>
                </a:cxn>
              </a:cxnLst>
              <a:rect l="0" t="0" r="r" b="b"/>
              <a:pathLst>
                <a:path w="1396" h="1243">
                  <a:moveTo>
                    <a:pt x="0" y="156"/>
                  </a:moveTo>
                  <a:cubicBezTo>
                    <a:pt x="17" y="134"/>
                    <a:pt x="32" y="101"/>
                    <a:pt x="50" y="81"/>
                  </a:cubicBezTo>
                  <a:cubicBezTo>
                    <a:pt x="57" y="73"/>
                    <a:pt x="68" y="70"/>
                    <a:pt x="76" y="62"/>
                  </a:cubicBezTo>
                  <a:cubicBezTo>
                    <a:pt x="85" y="53"/>
                    <a:pt x="100" y="29"/>
                    <a:pt x="107" y="17"/>
                  </a:cubicBezTo>
                  <a:cubicBezTo>
                    <a:pt x="114" y="59"/>
                    <a:pt x="111" y="72"/>
                    <a:pt x="139" y="100"/>
                  </a:cubicBezTo>
                  <a:cubicBezTo>
                    <a:pt x="166" y="91"/>
                    <a:pt x="176" y="91"/>
                    <a:pt x="196" y="74"/>
                  </a:cubicBezTo>
                  <a:cubicBezTo>
                    <a:pt x="233" y="42"/>
                    <a:pt x="206" y="54"/>
                    <a:pt x="240" y="43"/>
                  </a:cubicBezTo>
                  <a:cubicBezTo>
                    <a:pt x="240" y="44"/>
                    <a:pt x="252" y="93"/>
                    <a:pt x="253" y="93"/>
                  </a:cubicBezTo>
                  <a:cubicBezTo>
                    <a:pt x="271" y="96"/>
                    <a:pt x="285" y="74"/>
                    <a:pt x="303" y="68"/>
                  </a:cubicBezTo>
                  <a:cubicBezTo>
                    <a:pt x="325" y="0"/>
                    <a:pt x="322" y="29"/>
                    <a:pt x="328" y="112"/>
                  </a:cubicBezTo>
                  <a:cubicBezTo>
                    <a:pt x="362" y="87"/>
                    <a:pt x="348" y="81"/>
                    <a:pt x="379" y="62"/>
                  </a:cubicBezTo>
                  <a:cubicBezTo>
                    <a:pt x="389" y="104"/>
                    <a:pt x="361" y="152"/>
                    <a:pt x="417" y="125"/>
                  </a:cubicBezTo>
                  <a:cubicBezTo>
                    <a:pt x="421" y="119"/>
                    <a:pt x="423" y="102"/>
                    <a:pt x="429" y="106"/>
                  </a:cubicBezTo>
                  <a:cubicBezTo>
                    <a:pt x="438" y="112"/>
                    <a:pt x="434" y="127"/>
                    <a:pt x="436" y="137"/>
                  </a:cubicBezTo>
                  <a:cubicBezTo>
                    <a:pt x="447" y="193"/>
                    <a:pt x="435" y="157"/>
                    <a:pt x="455" y="207"/>
                  </a:cubicBezTo>
                  <a:cubicBezTo>
                    <a:pt x="502" y="175"/>
                    <a:pt x="449" y="202"/>
                    <a:pt x="486" y="213"/>
                  </a:cubicBezTo>
                  <a:cubicBezTo>
                    <a:pt x="496" y="216"/>
                    <a:pt x="507" y="209"/>
                    <a:pt x="518" y="207"/>
                  </a:cubicBezTo>
                  <a:cubicBezTo>
                    <a:pt x="520" y="213"/>
                    <a:pt x="519" y="221"/>
                    <a:pt x="524" y="226"/>
                  </a:cubicBezTo>
                  <a:cubicBezTo>
                    <a:pt x="529" y="231"/>
                    <a:pt x="540" y="226"/>
                    <a:pt x="543" y="232"/>
                  </a:cubicBezTo>
                  <a:cubicBezTo>
                    <a:pt x="550" y="248"/>
                    <a:pt x="545" y="266"/>
                    <a:pt x="549" y="283"/>
                  </a:cubicBezTo>
                  <a:cubicBezTo>
                    <a:pt x="552" y="296"/>
                    <a:pt x="558" y="308"/>
                    <a:pt x="562" y="321"/>
                  </a:cubicBezTo>
                  <a:cubicBezTo>
                    <a:pt x="610" y="273"/>
                    <a:pt x="599" y="288"/>
                    <a:pt x="606" y="359"/>
                  </a:cubicBezTo>
                  <a:cubicBezTo>
                    <a:pt x="653" y="327"/>
                    <a:pt x="629" y="392"/>
                    <a:pt x="625" y="415"/>
                  </a:cubicBezTo>
                  <a:cubicBezTo>
                    <a:pt x="631" y="518"/>
                    <a:pt x="607" y="533"/>
                    <a:pt x="669" y="580"/>
                  </a:cubicBezTo>
                  <a:cubicBezTo>
                    <a:pt x="682" y="626"/>
                    <a:pt x="685" y="673"/>
                    <a:pt x="695" y="719"/>
                  </a:cubicBezTo>
                  <a:cubicBezTo>
                    <a:pt x="697" y="710"/>
                    <a:pt x="693" y="697"/>
                    <a:pt x="701" y="693"/>
                  </a:cubicBezTo>
                  <a:cubicBezTo>
                    <a:pt x="707" y="690"/>
                    <a:pt x="705" y="706"/>
                    <a:pt x="707" y="712"/>
                  </a:cubicBezTo>
                  <a:cubicBezTo>
                    <a:pt x="709" y="718"/>
                    <a:pt x="712" y="725"/>
                    <a:pt x="714" y="731"/>
                  </a:cubicBezTo>
                  <a:cubicBezTo>
                    <a:pt x="722" y="756"/>
                    <a:pt x="733" y="807"/>
                    <a:pt x="733" y="807"/>
                  </a:cubicBezTo>
                  <a:cubicBezTo>
                    <a:pt x="735" y="836"/>
                    <a:pt x="733" y="866"/>
                    <a:pt x="739" y="895"/>
                  </a:cubicBezTo>
                  <a:cubicBezTo>
                    <a:pt x="742" y="907"/>
                    <a:pt x="753" y="916"/>
                    <a:pt x="758" y="927"/>
                  </a:cubicBezTo>
                  <a:cubicBezTo>
                    <a:pt x="776" y="965"/>
                    <a:pt x="778" y="1005"/>
                    <a:pt x="802" y="1041"/>
                  </a:cubicBezTo>
                  <a:cubicBezTo>
                    <a:pt x="813" y="1006"/>
                    <a:pt x="817" y="1030"/>
                    <a:pt x="846" y="1041"/>
                  </a:cubicBezTo>
                  <a:cubicBezTo>
                    <a:pt x="878" y="1083"/>
                    <a:pt x="874" y="1098"/>
                    <a:pt x="922" y="1116"/>
                  </a:cubicBezTo>
                  <a:cubicBezTo>
                    <a:pt x="940" y="1142"/>
                    <a:pt x="936" y="1157"/>
                    <a:pt x="947" y="1186"/>
                  </a:cubicBezTo>
                  <a:cubicBezTo>
                    <a:pt x="955" y="1206"/>
                    <a:pt x="969" y="1224"/>
                    <a:pt x="979" y="1243"/>
                  </a:cubicBezTo>
                  <a:cubicBezTo>
                    <a:pt x="986" y="1226"/>
                    <a:pt x="987" y="1206"/>
                    <a:pt x="998" y="1192"/>
                  </a:cubicBezTo>
                  <a:cubicBezTo>
                    <a:pt x="1008" y="1179"/>
                    <a:pt x="1024" y="1173"/>
                    <a:pt x="1036" y="1161"/>
                  </a:cubicBezTo>
                  <a:cubicBezTo>
                    <a:pt x="1040" y="1167"/>
                    <a:pt x="1041" y="1177"/>
                    <a:pt x="1048" y="1180"/>
                  </a:cubicBezTo>
                  <a:cubicBezTo>
                    <a:pt x="1082" y="1193"/>
                    <a:pt x="1056" y="1144"/>
                    <a:pt x="1074" y="1192"/>
                  </a:cubicBezTo>
                  <a:cubicBezTo>
                    <a:pt x="1145" y="1157"/>
                    <a:pt x="1114" y="1156"/>
                    <a:pt x="1162" y="1167"/>
                  </a:cubicBezTo>
                  <a:cubicBezTo>
                    <a:pt x="1192" y="1160"/>
                    <a:pt x="1201" y="1153"/>
                    <a:pt x="1232" y="1161"/>
                  </a:cubicBezTo>
                  <a:cubicBezTo>
                    <a:pt x="1251" y="1141"/>
                    <a:pt x="1295" y="1110"/>
                    <a:pt x="1295" y="1110"/>
                  </a:cubicBezTo>
                  <a:cubicBezTo>
                    <a:pt x="1314" y="1140"/>
                    <a:pt x="1327" y="1138"/>
                    <a:pt x="1358" y="1123"/>
                  </a:cubicBezTo>
                  <a:cubicBezTo>
                    <a:pt x="1373" y="1077"/>
                    <a:pt x="1357" y="1085"/>
                    <a:pt x="1396" y="1085"/>
                  </a:cubicBezTo>
                </a:path>
              </a:pathLst>
            </a:custGeom>
            <a:noFill/>
            <a:ln w="9525" cap="flat" cmpd="sng">
              <a:solidFill>
                <a:srgbClr val="FF3300"/>
              </a:solidFill>
              <a:prstDash val="solid"/>
              <a:round/>
              <a:headEnd/>
              <a:tailEnd/>
            </a:ln>
            <a:effectLst/>
          </p:spPr>
          <p:txBody>
            <a:bodyPr wrap="none" anchor="ctr"/>
            <a:lstStyle/>
            <a:p>
              <a:endParaRPr lang="en-GB" sz="1600"/>
            </a:p>
          </p:txBody>
        </p:sp>
        <p:sp>
          <p:nvSpPr>
            <p:cNvPr id="135411" name="Freeform 243"/>
            <p:cNvSpPr>
              <a:spLocks/>
            </p:cNvSpPr>
            <p:nvPr/>
          </p:nvSpPr>
          <p:spPr bwMode="auto">
            <a:xfrm flipV="1">
              <a:off x="1907" y="2577"/>
              <a:ext cx="1472" cy="1067"/>
            </a:xfrm>
            <a:custGeom>
              <a:avLst/>
              <a:gdLst/>
              <a:ahLst/>
              <a:cxnLst>
                <a:cxn ang="0">
                  <a:pos x="1472" y="1048"/>
                </a:cxn>
                <a:cxn ang="0">
                  <a:pos x="1409" y="1023"/>
                </a:cxn>
                <a:cxn ang="0">
                  <a:pos x="1415" y="991"/>
                </a:cxn>
                <a:cxn ang="0">
                  <a:pos x="1421" y="966"/>
                </a:cxn>
                <a:cxn ang="0">
                  <a:pos x="1415" y="941"/>
                </a:cxn>
                <a:cxn ang="0">
                  <a:pos x="1409" y="909"/>
                </a:cxn>
                <a:cxn ang="0">
                  <a:pos x="1377" y="947"/>
                </a:cxn>
                <a:cxn ang="0">
                  <a:pos x="1352" y="833"/>
                </a:cxn>
                <a:cxn ang="0">
                  <a:pos x="1320" y="695"/>
                </a:cxn>
                <a:cxn ang="0">
                  <a:pos x="1301" y="707"/>
                </a:cxn>
                <a:cxn ang="0">
                  <a:pos x="1295" y="682"/>
                </a:cxn>
                <a:cxn ang="0">
                  <a:pos x="1257" y="587"/>
                </a:cxn>
                <a:cxn ang="0">
                  <a:pos x="1219" y="473"/>
                </a:cxn>
                <a:cxn ang="0">
                  <a:pos x="1200" y="480"/>
                </a:cxn>
                <a:cxn ang="0">
                  <a:pos x="1143" y="385"/>
                </a:cxn>
                <a:cxn ang="0">
                  <a:pos x="1105" y="259"/>
                </a:cxn>
                <a:cxn ang="0">
                  <a:pos x="1080" y="221"/>
                </a:cxn>
                <a:cxn ang="0">
                  <a:pos x="1042" y="170"/>
                </a:cxn>
                <a:cxn ang="0">
                  <a:pos x="1023" y="177"/>
                </a:cxn>
                <a:cxn ang="0">
                  <a:pos x="1017" y="196"/>
                </a:cxn>
                <a:cxn ang="0">
                  <a:pos x="1011" y="177"/>
                </a:cxn>
                <a:cxn ang="0">
                  <a:pos x="966" y="120"/>
                </a:cxn>
                <a:cxn ang="0">
                  <a:pos x="948" y="126"/>
                </a:cxn>
                <a:cxn ang="0">
                  <a:pos x="859" y="57"/>
                </a:cxn>
                <a:cxn ang="0">
                  <a:pos x="853" y="76"/>
                </a:cxn>
                <a:cxn ang="0">
                  <a:pos x="821" y="44"/>
                </a:cxn>
                <a:cxn ang="0">
                  <a:pos x="752" y="19"/>
                </a:cxn>
                <a:cxn ang="0">
                  <a:pos x="689" y="0"/>
                </a:cxn>
                <a:cxn ang="0">
                  <a:pos x="651" y="25"/>
                </a:cxn>
                <a:cxn ang="0">
                  <a:pos x="625" y="50"/>
                </a:cxn>
                <a:cxn ang="0">
                  <a:pos x="619" y="69"/>
                </a:cxn>
                <a:cxn ang="0">
                  <a:pos x="613" y="50"/>
                </a:cxn>
                <a:cxn ang="0">
                  <a:pos x="588" y="25"/>
                </a:cxn>
                <a:cxn ang="0">
                  <a:pos x="569" y="82"/>
                </a:cxn>
                <a:cxn ang="0">
                  <a:pos x="562" y="63"/>
                </a:cxn>
                <a:cxn ang="0">
                  <a:pos x="543" y="50"/>
                </a:cxn>
                <a:cxn ang="0">
                  <a:pos x="512" y="82"/>
                </a:cxn>
                <a:cxn ang="0">
                  <a:pos x="486" y="126"/>
                </a:cxn>
                <a:cxn ang="0">
                  <a:pos x="480" y="151"/>
                </a:cxn>
                <a:cxn ang="0">
                  <a:pos x="474" y="132"/>
                </a:cxn>
                <a:cxn ang="0">
                  <a:pos x="449" y="145"/>
                </a:cxn>
                <a:cxn ang="0">
                  <a:pos x="423" y="208"/>
                </a:cxn>
                <a:cxn ang="0">
                  <a:pos x="417" y="183"/>
                </a:cxn>
                <a:cxn ang="0">
                  <a:pos x="398" y="196"/>
                </a:cxn>
                <a:cxn ang="0">
                  <a:pos x="373" y="252"/>
                </a:cxn>
                <a:cxn ang="0">
                  <a:pos x="335" y="379"/>
                </a:cxn>
                <a:cxn ang="0">
                  <a:pos x="310" y="429"/>
                </a:cxn>
                <a:cxn ang="0">
                  <a:pos x="291" y="518"/>
                </a:cxn>
                <a:cxn ang="0">
                  <a:pos x="240" y="688"/>
                </a:cxn>
                <a:cxn ang="0">
                  <a:pos x="171" y="884"/>
                </a:cxn>
                <a:cxn ang="0">
                  <a:pos x="164" y="865"/>
                </a:cxn>
                <a:cxn ang="0">
                  <a:pos x="158" y="840"/>
                </a:cxn>
                <a:cxn ang="0">
                  <a:pos x="145" y="897"/>
                </a:cxn>
                <a:cxn ang="0">
                  <a:pos x="108" y="1067"/>
                </a:cxn>
                <a:cxn ang="0">
                  <a:pos x="70" y="1055"/>
                </a:cxn>
                <a:cxn ang="0">
                  <a:pos x="0" y="1055"/>
                </a:cxn>
              </a:cxnLst>
              <a:rect l="0" t="0" r="r" b="b"/>
              <a:pathLst>
                <a:path w="1472" h="1067">
                  <a:moveTo>
                    <a:pt x="1472" y="1048"/>
                  </a:moveTo>
                  <a:cubicBezTo>
                    <a:pt x="1451" y="1038"/>
                    <a:pt x="1431" y="1030"/>
                    <a:pt x="1409" y="1023"/>
                  </a:cubicBezTo>
                  <a:cubicBezTo>
                    <a:pt x="1411" y="1012"/>
                    <a:pt x="1413" y="1002"/>
                    <a:pt x="1415" y="991"/>
                  </a:cubicBezTo>
                  <a:cubicBezTo>
                    <a:pt x="1418" y="978"/>
                    <a:pt x="1439" y="902"/>
                    <a:pt x="1421" y="966"/>
                  </a:cubicBezTo>
                  <a:cubicBezTo>
                    <a:pt x="1419" y="958"/>
                    <a:pt x="1417" y="949"/>
                    <a:pt x="1415" y="941"/>
                  </a:cubicBezTo>
                  <a:cubicBezTo>
                    <a:pt x="1413" y="930"/>
                    <a:pt x="1419" y="914"/>
                    <a:pt x="1409" y="909"/>
                  </a:cubicBezTo>
                  <a:cubicBezTo>
                    <a:pt x="1403" y="906"/>
                    <a:pt x="1379" y="944"/>
                    <a:pt x="1377" y="947"/>
                  </a:cubicBezTo>
                  <a:cubicBezTo>
                    <a:pt x="1372" y="890"/>
                    <a:pt x="1373" y="878"/>
                    <a:pt x="1352" y="833"/>
                  </a:cubicBezTo>
                  <a:cubicBezTo>
                    <a:pt x="1343" y="787"/>
                    <a:pt x="1335" y="739"/>
                    <a:pt x="1320" y="695"/>
                  </a:cubicBezTo>
                  <a:cubicBezTo>
                    <a:pt x="1314" y="699"/>
                    <a:pt x="1308" y="710"/>
                    <a:pt x="1301" y="707"/>
                  </a:cubicBezTo>
                  <a:cubicBezTo>
                    <a:pt x="1293" y="703"/>
                    <a:pt x="1297" y="690"/>
                    <a:pt x="1295" y="682"/>
                  </a:cubicBezTo>
                  <a:cubicBezTo>
                    <a:pt x="1286" y="650"/>
                    <a:pt x="1275" y="614"/>
                    <a:pt x="1257" y="587"/>
                  </a:cubicBezTo>
                  <a:cubicBezTo>
                    <a:pt x="1245" y="548"/>
                    <a:pt x="1228" y="512"/>
                    <a:pt x="1219" y="473"/>
                  </a:cubicBezTo>
                  <a:cubicBezTo>
                    <a:pt x="1213" y="475"/>
                    <a:pt x="1204" y="485"/>
                    <a:pt x="1200" y="480"/>
                  </a:cubicBezTo>
                  <a:cubicBezTo>
                    <a:pt x="1173" y="449"/>
                    <a:pt x="1187" y="399"/>
                    <a:pt x="1143" y="385"/>
                  </a:cubicBezTo>
                  <a:cubicBezTo>
                    <a:pt x="1136" y="340"/>
                    <a:pt x="1131" y="297"/>
                    <a:pt x="1105" y="259"/>
                  </a:cubicBezTo>
                  <a:cubicBezTo>
                    <a:pt x="1094" y="225"/>
                    <a:pt x="1106" y="254"/>
                    <a:pt x="1080" y="221"/>
                  </a:cubicBezTo>
                  <a:cubicBezTo>
                    <a:pt x="1067" y="205"/>
                    <a:pt x="1042" y="170"/>
                    <a:pt x="1042" y="170"/>
                  </a:cubicBezTo>
                  <a:cubicBezTo>
                    <a:pt x="1036" y="172"/>
                    <a:pt x="1028" y="172"/>
                    <a:pt x="1023" y="177"/>
                  </a:cubicBezTo>
                  <a:cubicBezTo>
                    <a:pt x="1018" y="182"/>
                    <a:pt x="1024" y="196"/>
                    <a:pt x="1017" y="196"/>
                  </a:cubicBezTo>
                  <a:cubicBezTo>
                    <a:pt x="1010" y="196"/>
                    <a:pt x="1015" y="183"/>
                    <a:pt x="1011" y="177"/>
                  </a:cubicBezTo>
                  <a:cubicBezTo>
                    <a:pt x="998" y="157"/>
                    <a:pt x="966" y="120"/>
                    <a:pt x="966" y="120"/>
                  </a:cubicBezTo>
                  <a:cubicBezTo>
                    <a:pt x="960" y="122"/>
                    <a:pt x="953" y="129"/>
                    <a:pt x="948" y="126"/>
                  </a:cubicBezTo>
                  <a:cubicBezTo>
                    <a:pt x="901" y="96"/>
                    <a:pt x="906" y="72"/>
                    <a:pt x="859" y="57"/>
                  </a:cubicBezTo>
                  <a:cubicBezTo>
                    <a:pt x="857" y="63"/>
                    <a:pt x="859" y="74"/>
                    <a:pt x="853" y="76"/>
                  </a:cubicBezTo>
                  <a:cubicBezTo>
                    <a:pt x="839" y="79"/>
                    <a:pt x="827" y="49"/>
                    <a:pt x="821" y="44"/>
                  </a:cubicBezTo>
                  <a:cubicBezTo>
                    <a:pt x="795" y="24"/>
                    <a:pt x="781" y="25"/>
                    <a:pt x="752" y="19"/>
                  </a:cubicBezTo>
                  <a:cubicBezTo>
                    <a:pt x="718" y="40"/>
                    <a:pt x="719" y="19"/>
                    <a:pt x="689" y="0"/>
                  </a:cubicBezTo>
                  <a:cubicBezTo>
                    <a:pt x="668" y="30"/>
                    <a:pt x="684" y="48"/>
                    <a:pt x="651" y="25"/>
                  </a:cubicBezTo>
                  <a:cubicBezTo>
                    <a:pt x="642" y="33"/>
                    <a:pt x="632" y="40"/>
                    <a:pt x="625" y="50"/>
                  </a:cubicBezTo>
                  <a:cubicBezTo>
                    <a:pt x="621" y="55"/>
                    <a:pt x="626" y="69"/>
                    <a:pt x="619" y="69"/>
                  </a:cubicBezTo>
                  <a:cubicBezTo>
                    <a:pt x="612" y="69"/>
                    <a:pt x="615" y="56"/>
                    <a:pt x="613" y="50"/>
                  </a:cubicBezTo>
                  <a:cubicBezTo>
                    <a:pt x="605" y="25"/>
                    <a:pt x="612" y="33"/>
                    <a:pt x="588" y="25"/>
                  </a:cubicBezTo>
                  <a:cubicBezTo>
                    <a:pt x="587" y="29"/>
                    <a:pt x="579" y="79"/>
                    <a:pt x="569" y="82"/>
                  </a:cubicBezTo>
                  <a:cubicBezTo>
                    <a:pt x="563" y="84"/>
                    <a:pt x="566" y="68"/>
                    <a:pt x="562" y="63"/>
                  </a:cubicBezTo>
                  <a:cubicBezTo>
                    <a:pt x="557" y="57"/>
                    <a:pt x="549" y="54"/>
                    <a:pt x="543" y="50"/>
                  </a:cubicBezTo>
                  <a:cubicBezTo>
                    <a:pt x="529" y="109"/>
                    <a:pt x="551" y="50"/>
                    <a:pt x="512" y="82"/>
                  </a:cubicBezTo>
                  <a:cubicBezTo>
                    <a:pt x="499" y="93"/>
                    <a:pt x="496" y="112"/>
                    <a:pt x="486" y="126"/>
                  </a:cubicBezTo>
                  <a:cubicBezTo>
                    <a:pt x="484" y="134"/>
                    <a:pt x="488" y="147"/>
                    <a:pt x="480" y="151"/>
                  </a:cubicBezTo>
                  <a:cubicBezTo>
                    <a:pt x="474" y="154"/>
                    <a:pt x="481" y="133"/>
                    <a:pt x="474" y="132"/>
                  </a:cubicBezTo>
                  <a:cubicBezTo>
                    <a:pt x="465" y="130"/>
                    <a:pt x="457" y="141"/>
                    <a:pt x="449" y="145"/>
                  </a:cubicBezTo>
                  <a:cubicBezTo>
                    <a:pt x="434" y="166"/>
                    <a:pt x="430" y="183"/>
                    <a:pt x="423" y="208"/>
                  </a:cubicBezTo>
                  <a:cubicBezTo>
                    <a:pt x="421" y="200"/>
                    <a:pt x="425" y="187"/>
                    <a:pt x="417" y="183"/>
                  </a:cubicBezTo>
                  <a:cubicBezTo>
                    <a:pt x="410" y="180"/>
                    <a:pt x="403" y="190"/>
                    <a:pt x="398" y="196"/>
                  </a:cubicBezTo>
                  <a:cubicBezTo>
                    <a:pt x="388" y="209"/>
                    <a:pt x="383" y="236"/>
                    <a:pt x="373" y="252"/>
                  </a:cubicBezTo>
                  <a:cubicBezTo>
                    <a:pt x="367" y="290"/>
                    <a:pt x="353" y="343"/>
                    <a:pt x="335" y="379"/>
                  </a:cubicBezTo>
                  <a:cubicBezTo>
                    <a:pt x="314" y="422"/>
                    <a:pt x="328" y="370"/>
                    <a:pt x="310" y="429"/>
                  </a:cubicBezTo>
                  <a:cubicBezTo>
                    <a:pt x="301" y="458"/>
                    <a:pt x="300" y="489"/>
                    <a:pt x="291" y="518"/>
                  </a:cubicBezTo>
                  <a:cubicBezTo>
                    <a:pt x="241" y="418"/>
                    <a:pt x="312" y="665"/>
                    <a:pt x="240" y="688"/>
                  </a:cubicBezTo>
                  <a:cubicBezTo>
                    <a:pt x="205" y="746"/>
                    <a:pt x="195" y="820"/>
                    <a:pt x="171" y="884"/>
                  </a:cubicBezTo>
                  <a:cubicBezTo>
                    <a:pt x="169" y="878"/>
                    <a:pt x="166" y="871"/>
                    <a:pt x="164" y="865"/>
                  </a:cubicBezTo>
                  <a:cubicBezTo>
                    <a:pt x="162" y="857"/>
                    <a:pt x="166" y="836"/>
                    <a:pt x="158" y="840"/>
                  </a:cubicBezTo>
                  <a:cubicBezTo>
                    <a:pt x="141" y="849"/>
                    <a:pt x="151" y="878"/>
                    <a:pt x="145" y="897"/>
                  </a:cubicBezTo>
                  <a:cubicBezTo>
                    <a:pt x="128" y="953"/>
                    <a:pt x="126" y="1011"/>
                    <a:pt x="108" y="1067"/>
                  </a:cubicBezTo>
                  <a:cubicBezTo>
                    <a:pt x="99" y="1035"/>
                    <a:pt x="93" y="1019"/>
                    <a:pt x="70" y="1055"/>
                  </a:cubicBezTo>
                  <a:cubicBezTo>
                    <a:pt x="36" y="1032"/>
                    <a:pt x="36" y="1055"/>
                    <a:pt x="0" y="1055"/>
                  </a:cubicBezTo>
                </a:path>
              </a:pathLst>
            </a:custGeom>
            <a:noFill/>
            <a:ln w="9525" cap="flat" cmpd="sng">
              <a:solidFill>
                <a:srgbClr val="FF3300"/>
              </a:solidFill>
              <a:prstDash val="solid"/>
              <a:round/>
              <a:headEnd/>
              <a:tailEnd/>
            </a:ln>
            <a:effectLst/>
          </p:spPr>
          <p:txBody>
            <a:bodyPr wrap="none" anchor="ctr"/>
            <a:lstStyle/>
            <a:p>
              <a:endParaRPr lang="en-GB" sz="1600"/>
            </a:p>
          </p:txBody>
        </p:sp>
        <p:sp>
          <p:nvSpPr>
            <p:cNvPr id="135412" name="Freeform 244"/>
            <p:cNvSpPr>
              <a:spLocks/>
            </p:cNvSpPr>
            <p:nvPr/>
          </p:nvSpPr>
          <p:spPr bwMode="auto">
            <a:xfrm flipV="1">
              <a:off x="1957" y="2550"/>
              <a:ext cx="1484" cy="1164"/>
            </a:xfrm>
            <a:custGeom>
              <a:avLst/>
              <a:gdLst/>
              <a:ahLst/>
              <a:cxnLst>
                <a:cxn ang="0">
                  <a:pos x="13" y="1031"/>
                </a:cxn>
                <a:cxn ang="0">
                  <a:pos x="25" y="1012"/>
                </a:cxn>
                <a:cxn ang="0">
                  <a:pos x="63" y="1019"/>
                </a:cxn>
                <a:cxn ang="0">
                  <a:pos x="120" y="817"/>
                </a:cxn>
                <a:cxn ang="0">
                  <a:pos x="145" y="861"/>
                </a:cxn>
                <a:cxn ang="0">
                  <a:pos x="202" y="760"/>
                </a:cxn>
                <a:cxn ang="0">
                  <a:pos x="253" y="469"/>
                </a:cxn>
                <a:cxn ang="0">
                  <a:pos x="290" y="482"/>
                </a:cxn>
                <a:cxn ang="0">
                  <a:pos x="410" y="223"/>
                </a:cxn>
                <a:cxn ang="0">
                  <a:pos x="511" y="97"/>
                </a:cxn>
                <a:cxn ang="0">
                  <a:pos x="562" y="103"/>
                </a:cxn>
                <a:cxn ang="0">
                  <a:pos x="631" y="90"/>
                </a:cxn>
                <a:cxn ang="0">
                  <a:pos x="682" y="21"/>
                </a:cxn>
                <a:cxn ang="0">
                  <a:pos x="707" y="84"/>
                </a:cxn>
                <a:cxn ang="0">
                  <a:pos x="770" y="46"/>
                </a:cxn>
                <a:cxn ang="0">
                  <a:pos x="789" y="90"/>
                </a:cxn>
                <a:cxn ang="0">
                  <a:pos x="853" y="78"/>
                </a:cxn>
                <a:cxn ang="0">
                  <a:pos x="878" y="135"/>
                </a:cxn>
                <a:cxn ang="0">
                  <a:pos x="890" y="59"/>
                </a:cxn>
                <a:cxn ang="0">
                  <a:pos x="979" y="191"/>
                </a:cxn>
                <a:cxn ang="0">
                  <a:pos x="1023" y="172"/>
                </a:cxn>
                <a:cxn ang="0">
                  <a:pos x="1061" y="242"/>
                </a:cxn>
                <a:cxn ang="0">
                  <a:pos x="1099" y="343"/>
                </a:cxn>
                <a:cxn ang="0">
                  <a:pos x="1118" y="368"/>
                </a:cxn>
                <a:cxn ang="0">
                  <a:pos x="1162" y="406"/>
                </a:cxn>
                <a:cxn ang="0">
                  <a:pos x="1175" y="476"/>
                </a:cxn>
                <a:cxn ang="0">
                  <a:pos x="1213" y="551"/>
                </a:cxn>
                <a:cxn ang="0">
                  <a:pos x="1244" y="627"/>
                </a:cxn>
                <a:cxn ang="0">
                  <a:pos x="1288" y="741"/>
                </a:cxn>
                <a:cxn ang="0">
                  <a:pos x="1314" y="772"/>
                </a:cxn>
                <a:cxn ang="0">
                  <a:pos x="1370" y="1063"/>
                </a:cxn>
                <a:cxn ang="0">
                  <a:pos x="1459" y="1164"/>
                </a:cxn>
                <a:cxn ang="0">
                  <a:pos x="1478" y="1038"/>
                </a:cxn>
              </a:cxnLst>
              <a:rect l="0" t="0" r="r" b="b"/>
              <a:pathLst>
                <a:path w="1484" h="1164">
                  <a:moveTo>
                    <a:pt x="0" y="1057"/>
                  </a:moveTo>
                  <a:cubicBezTo>
                    <a:pt x="4" y="1048"/>
                    <a:pt x="10" y="1040"/>
                    <a:pt x="13" y="1031"/>
                  </a:cubicBezTo>
                  <a:cubicBezTo>
                    <a:pt x="17" y="1019"/>
                    <a:pt x="12" y="1004"/>
                    <a:pt x="19" y="993"/>
                  </a:cubicBezTo>
                  <a:cubicBezTo>
                    <a:pt x="23" y="987"/>
                    <a:pt x="21" y="1007"/>
                    <a:pt x="25" y="1012"/>
                  </a:cubicBezTo>
                  <a:cubicBezTo>
                    <a:pt x="30" y="1018"/>
                    <a:pt x="38" y="1021"/>
                    <a:pt x="44" y="1025"/>
                  </a:cubicBezTo>
                  <a:cubicBezTo>
                    <a:pt x="53" y="997"/>
                    <a:pt x="52" y="960"/>
                    <a:pt x="63" y="1019"/>
                  </a:cubicBezTo>
                  <a:cubicBezTo>
                    <a:pt x="88" y="983"/>
                    <a:pt x="81" y="957"/>
                    <a:pt x="88" y="911"/>
                  </a:cubicBezTo>
                  <a:cubicBezTo>
                    <a:pt x="93" y="879"/>
                    <a:pt x="108" y="847"/>
                    <a:pt x="120" y="817"/>
                  </a:cubicBezTo>
                  <a:cubicBezTo>
                    <a:pt x="124" y="823"/>
                    <a:pt x="129" y="829"/>
                    <a:pt x="133" y="836"/>
                  </a:cubicBezTo>
                  <a:cubicBezTo>
                    <a:pt x="138" y="844"/>
                    <a:pt x="136" y="859"/>
                    <a:pt x="145" y="861"/>
                  </a:cubicBezTo>
                  <a:cubicBezTo>
                    <a:pt x="152" y="863"/>
                    <a:pt x="154" y="849"/>
                    <a:pt x="158" y="842"/>
                  </a:cubicBezTo>
                  <a:cubicBezTo>
                    <a:pt x="175" y="814"/>
                    <a:pt x="184" y="786"/>
                    <a:pt x="202" y="760"/>
                  </a:cubicBezTo>
                  <a:cubicBezTo>
                    <a:pt x="219" y="704"/>
                    <a:pt x="227" y="660"/>
                    <a:pt x="234" y="602"/>
                  </a:cubicBezTo>
                  <a:cubicBezTo>
                    <a:pt x="259" y="682"/>
                    <a:pt x="237" y="514"/>
                    <a:pt x="253" y="469"/>
                  </a:cubicBezTo>
                  <a:cubicBezTo>
                    <a:pt x="259" y="478"/>
                    <a:pt x="261" y="492"/>
                    <a:pt x="271" y="495"/>
                  </a:cubicBezTo>
                  <a:cubicBezTo>
                    <a:pt x="278" y="498"/>
                    <a:pt x="285" y="488"/>
                    <a:pt x="290" y="482"/>
                  </a:cubicBezTo>
                  <a:cubicBezTo>
                    <a:pt x="296" y="475"/>
                    <a:pt x="318" y="406"/>
                    <a:pt x="322" y="393"/>
                  </a:cubicBezTo>
                  <a:cubicBezTo>
                    <a:pt x="332" y="322"/>
                    <a:pt x="354" y="268"/>
                    <a:pt x="410" y="223"/>
                  </a:cubicBezTo>
                  <a:cubicBezTo>
                    <a:pt x="422" y="200"/>
                    <a:pt x="430" y="176"/>
                    <a:pt x="442" y="153"/>
                  </a:cubicBezTo>
                  <a:cubicBezTo>
                    <a:pt x="486" y="183"/>
                    <a:pt x="499" y="134"/>
                    <a:pt x="511" y="97"/>
                  </a:cubicBezTo>
                  <a:cubicBezTo>
                    <a:pt x="524" y="114"/>
                    <a:pt x="541" y="140"/>
                    <a:pt x="549" y="135"/>
                  </a:cubicBezTo>
                  <a:cubicBezTo>
                    <a:pt x="559" y="129"/>
                    <a:pt x="555" y="112"/>
                    <a:pt x="562" y="103"/>
                  </a:cubicBezTo>
                  <a:cubicBezTo>
                    <a:pt x="573" y="89"/>
                    <a:pt x="600" y="65"/>
                    <a:pt x="600" y="65"/>
                  </a:cubicBezTo>
                  <a:cubicBezTo>
                    <a:pt x="614" y="21"/>
                    <a:pt x="618" y="70"/>
                    <a:pt x="631" y="90"/>
                  </a:cubicBezTo>
                  <a:cubicBezTo>
                    <a:pt x="636" y="66"/>
                    <a:pt x="632" y="0"/>
                    <a:pt x="663" y="46"/>
                  </a:cubicBezTo>
                  <a:cubicBezTo>
                    <a:pt x="677" y="89"/>
                    <a:pt x="677" y="38"/>
                    <a:pt x="682" y="21"/>
                  </a:cubicBezTo>
                  <a:cubicBezTo>
                    <a:pt x="684" y="44"/>
                    <a:pt x="679" y="69"/>
                    <a:pt x="688" y="90"/>
                  </a:cubicBezTo>
                  <a:cubicBezTo>
                    <a:pt x="690" y="96"/>
                    <a:pt x="703" y="89"/>
                    <a:pt x="707" y="84"/>
                  </a:cubicBezTo>
                  <a:cubicBezTo>
                    <a:pt x="718" y="70"/>
                    <a:pt x="721" y="38"/>
                    <a:pt x="733" y="21"/>
                  </a:cubicBezTo>
                  <a:cubicBezTo>
                    <a:pt x="737" y="57"/>
                    <a:pt x="741" y="123"/>
                    <a:pt x="770" y="46"/>
                  </a:cubicBezTo>
                  <a:cubicBezTo>
                    <a:pt x="772" y="54"/>
                    <a:pt x="774" y="63"/>
                    <a:pt x="777" y="71"/>
                  </a:cubicBezTo>
                  <a:cubicBezTo>
                    <a:pt x="780" y="78"/>
                    <a:pt x="782" y="93"/>
                    <a:pt x="789" y="90"/>
                  </a:cubicBezTo>
                  <a:cubicBezTo>
                    <a:pt x="802" y="84"/>
                    <a:pt x="809" y="29"/>
                    <a:pt x="815" y="15"/>
                  </a:cubicBezTo>
                  <a:cubicBezTo>
                    <a:pt x="831" y="37"/>
                    <a:pt x="838" y="56"/>
                    <a:pt x="853" y="78"/>
                  </a:cubicBezTo>
                  <a:cubicBezTo>
                    <a:pt x="857" y="91"/>
                    <a:pt x="860" y="104"/>
                    <a:pt x="865" y="116"/>
                  </a:cubicBezTo>
                  <a:cubicBezTo>
                    <a:pt x="868" y="123"/>
                    <a:pt x="872" y="139"/>
                    <a:pt x="878" y="135"/>
                  </a:cubicBezTo>
                  <a:cubicBezTo>
                    <a:pt x="887" y="129"/>
                    <a:pt x="882" y="114"/>
                    <a:pt x="884" y="103"/>
                  </a:cubicBezTo>
                  <a:cubicBezTo>
                    <a:pt x="886" y="88"/>
                    <a:pt x="888" y="74"/>
                    <a:pt x="890" y="59"/>
                  </a:cubicBezTo>
                  <a:cubicBezTo>
                    <a:pt x="912" y="119"/>
                    <a:pt x="939" y="172"/>
                    <a:pt x="966" y="229"/>
                  </a:cubicBezTo>
                  <a:cubicBezTo>
                    <a:pt x="970" y="216"/>
                    <a:pt x="976" y="204"/>
                    <a:pt x="979" y="191"/>
                  </a:cubicBezTo>
                  <a:cubicBezTo>
                    <a:pt x="984" y="166"/>
                    <a:pt x="991" y="116"/>
                    <a:pt x="991" y="116"/>
                  </a:cubicBezTo>
                  <a:cubicBezTo>
                    <a:pt x="1004" y="135"/>
                    <a:pt x="1010" y="153"/>
                    <a:pt x="1023" y="172"/>
                  </a:cubicBezTo>
                  <a:cubicBezTo>
                    <a:pt x="1028" y="196"/>
                    <a:pt x="1036" y="218"/>
                    <a:pt x="1042" y="242"/>
                  </a:cubicBezTo>
                  <a:cubicBezTo>
                    <a:pt x="1057" y="178"/>
                    <a:pt x="1036" y="242"/>
                    <a:pt x="1061" y="242"/>
                  </a:cubicBezTo>
                  <a:cubicBezTo>
                    <a:pt x="1070" y="242"/>
                    <a:pt x="1070" y="225"/>
                    <a:pt x="1074" y="217"/>
                  </a:cubicBezTo>
                  <a:cubicBezTo>
                    <a:pt x="1090" y="259"/>
                    <a:pt x="1094" y="297"/>
                    <a:pt x="1099" y="343"/>
                  </a:cubicBezTo>
                  <a:cubicBezTo>
                    <a:pt x="1103" y="337"/>
                    <a:pt x="1106" y="318"/>
                    <a:pt x="1111" y="324"/>
                  </a:cubicBezTo>
                  <a:cubicBezTo>
                    <a:pt x="1120" y="336"/>
                    <a:pt x="1117" y="353"/>
                    <a:pt x="1118" y="368"/>
                  </a:cubicBezTo>
                  <a:cubicBezTo>
                    <a:pt x="1123" y="428"/>
                    <a:pt x="1114" y="496"/>
                    <a:pt x="1143" y="551"/>
                  </a:cubicBezTo>
                  <a:cubicBezTo>
                    <a:pt x="1147" y="495"/>
                    <a:pt x="1146" y="456"/>
                    <a:pt x="1162" y="406"/>
                  </a:cubicBezTo>
                  <a:cubicBezTo>
                    <a:pt x="1164" y="440"/>
                    <a:pt x="1162" y="474"/>
                    <a:pt x="1168" y="507"/>
                  </a:cubicBezTo>
                  <a:cubicBezTo>
                    <a:pt x="1170" y="517"/>
                    <a:pt x="1173" y="466"/>
                    <a:pt x="1175" y="476"/>
                  </a:cubicBezTo>
                  <a:cubicBezTo>
                    <a:pt x="1193" y="557"/>
                    <a:pt x="1181" y="645"/>
                    <a:pt x="1194" y="728"/>
                  </a:cubicBezTo>
                  <a:cubicBezTo>
                    <a:pt x="1202" y="669"/>
                    <a:pt x="1198" y="608"/>
                    <a:pt x="1213" y="551"/>
                  </a:cubicBezTo>
                  <a:cubicBezTo>
                    <a:pt x="1216" y="538"/>
                    <a:pt x="1220" y="577"/>
                    <a:pt x="1225" y="589"/>
                  </a:cubicBezTo>
                  <a:cubicBezTo>
                    <a:pt x="1230" y="602"/>
                    <a:pt x="1238" y="614"/>
                    <a:pt x="1244" y="627"/>
                  </a:cubicBezTo>
                  <a:cubicBezTo>
                    <a:pt x="1250" y="652"/>
                    <a:pt x="1247" y="702"/>
                    <a:pt x="1276" y="659"/>
                  </a:cubicBezTo>
                  <a:cubicBezTo>
                    <a:pt x="1280" y="686"/>
                    <a:pt x="1281" y="714"/>
                    <a:pt x="1288" y="741"/>
                  </a:cubicBezTo>
                  <a:cubicBezTo>
                    <a:pt x="1293" y="760"/>
                    <a:pt x="1307" y="798"/>
                    <a:pt x="1307" y="798"/>
                  </a:cubicBezTo>
                  <a:cubicBezTo>
                    <a:pt x="1309" y="789"/>
                    <a:pt x="1313" y="763"/>
                    <a:pt x="1314" y="772"/>
                  </a:cubicBezTo>
                  <a:cubicBezTo>
                    <a:pt x="1319" y="814"/>
                    <a:pt x="1315" y="857"/>
                    <a:pt x="1320" y="899"/>
                  </a:cubicBezTo>
                  <a:cubicBezTo>
                    <a:pt x="1326" y="958"/>
                    <a:pt x="1350" y="1009"/>
                    <a:pt x="1370" y="1063"/>
                  </a:cubicBezTo>
                  <a:cubicBezTo>
                    <a:pt x="1386" y="1024"/>
                    <a:pt x="1394" y="984"/>
                    <a:pt x="1402" y="943"/>
                  </a:cubicBezTo>
                  <a:cubicBezTo>
                    <a:pt x="1411" y="1030"/>
                    <a:pt x="1444" y="1083"/>
                    <a:pt x="1459" y="1164"/>
                  </a:cubicBezTo>
                  <a:cubicBezTo>
                    <a:pt x="1464" y="1128"/>
                    <a:pt x="1465" y="1092"/>
                    <a:pt x="1471" y="1057"/>
                  </a:cubicBezTo>
                  <a:cubicBezTo>
                    <a:pt x="1472" y="1050"/>
                    <a:pt x="1471" y="1038"/>
                    <a:pt x="1478" y="1038"/>
                  </a:cubicBezTo>
                  <a:cubicBezTo>
                    <a:pt x="1484" y="1038"/>
                    <a:pt x="1478" y="1051"/>
                    <a:pt x="1478" y="1057"/>
                  </a:cubicBezTo>
                </a:path>
              </a:pathLst>
            </a:custGeom>
            <a:noFill/>
            <a:ln w="9525" cap="flat" cmpd="sng">
              <a:solidFill>
                <a:srgbClr val="FF3300"/>
              </a:solidFill>
              <a:prstDash val="solid"/>
              <a:round/>
              <a:headEnd/>
              <a:tailEnd/>
            </a:ln>
            <a:effectLst/>
          </p:spPr>
          <p:txBody>
            <a:bodyPr wrap="none" anchor="ctr"/>
            <a:lstStyle/>
            <a:p>
              <a:endParaRPr lang="en-GB" sz="1600"/>
            </a:p>
          </p:txBody>
        </p:sp>
        <p:sp>
          <p:nvSpPr>
            <p:cNvPr id="135413" name="Freeform 245"/>
            <p:cNvSpPr>
              <a:spLocks/>
            </p:cNvSpPr>
            <p:nvPr/>
          </p:nvSpPr>
          <p:spPr bwMode="auto">
            <a:xfrm>
              <a:off x="1939" y="2594"/>
              <a:ext cx="1484" cy="1164"/>
            </a:xfrm>
            <a:custGeom>
              <a:avLst/>
              <a:gdLst/>
              <a:ahLst/>
              <a:cxnLst>
                <a:cxn ang="0">
                  <a:pos x="13" y="1031"/>
                </a:cxn>
                <a:cxn ang="0">
                  <a:pos x="25" y="1012"/>
                </a:cxn>
                <a:cxn ang="0">
                  <a:pos x="63" y="1019"/>
                </a:cxn>
                <a:cxn ang="0">
                  <a:pos x="120" y="817"/>
                </a:cxn>
                <a:cxn ang="0">
                  <a:pos x="145" y="861"/>
                </a:cxn>
                <a:cxn ang="0">
                  <a:pos x="202" y="760"/>
                </a:cxn>
                <a:cxn ang="0">
                  <a:pos x="253" y="469"/>
                </a:cxn>
                <a:cxn ang="0">
                  <a:pos x="290" y="482"/>
                </a:cxn>
                <a:cxn ang="0">
                  <a:pos x="410" y="223"/>
                </a:cxn>
                <a:cxn ang="0">
                  <a:pos x="511" y="97"/>
                </a:cxn>
                <a:cxn ang="0">
                  <a:pos x="562" y="103"/>
                </a:cxn>
                <a:cxn ang="0">
                  <a:pos x="631" y="90"/>
                </a:cxn>
                <a:cxn ang="0">
                  <a:pos x="682" y="21"/>
                </a:cxn>
                <a:cxn ang="0">
                  <a:pos x="707" y="84"/>
                </a:cxn>
                <a:cxn ang="0">
                  <a:pos x="770" y="46"/>
                </a:cxn>
                <a:cxn ang="0">
                  <a:pos x="789" y="90"/>
                </a:cxn>
                <a:cxn ang="0">
                  <a:pos x="853" y="78"/>
                </a:cxn>
                <a:cxn ang="0">
                  <a:pos x="878" y="135"/>
                </a:cxn>
                <a:cxn ang="0">
                  <a:pos x="890" y="59"/>
                </a:cxn>
                <a:cxn ang="0">
                  <a:pos x="979" y="191"/>
                </a:cxn>
                <a:cxn ang="0">
                  <a:pos x="1023" y="172"/>
                </a:cxn>
                <a:cxn ang="0">
                  <a:pos x="1061" y="242"/>
                </a:cxn>
                <a:cxn ang="0">
                  <a:pos x="1099" y="343"/>
                </a:cxn>
                <a:cxn ang="0">
                  <a:pos x="1118" y="368"/>
                </a:cxn>
                <a:cxn ang="0">
                  <a:pos x="1162" y="406"/>
                </a:cxn>
                <a:cxn ang="0">
                  <a:pos x="1175" y="476"/>
                </a:cxn>
                <a:cxn ang="0">
                  <a:pos x="1213" y="551"/>
                </a:cxn>
                <a:cxn ang="0">
                  <a:pos x="1244" y="627"/>
                </a:cxn>
                <a:cxn ang="0">
                  <a:pos x="1288" y="741"/>
                </a:cxn>
                <a:cxn ang="0">
                  <a:pos x="1314" y="772"/>
                </a:cxn>
                <a:cxn ang="0">
                  <a:pos x="1370" y="1063"/>
                </a:cxn>
                <a:cxn ang="0">
                  <a:pos x="1459" y="1164"/>
                </a:cxn>
                <a:cxn ang="0">
                  <a:pos x="1478" y="1038"/>
                </a:cxn>
              </a:cxnLst>
              <a:rect l="0" t="0" r="r" b="b"/>
              <a:pathLst>
                <a:path w="1484" h="1164">
                  <a:moveTo>
                    <a:pt x="0" y="1057"/>
                  </a:moveTo>
                  <a:cubicBezTo>
                    <a:pt x="4" y="1048"/>
                    <a:pt x="10" y="1040"/>
                    <a:pt x="13" y="1031"/>
                  </a:cubicBezTo>
                  <a:cubicBezTo>
                    <a:pt x="17" y="1019"/>
                    <a:pt x="12" y="1004"/>
                    <a:pt x="19" y="993"/>
                  </a:cubicBezTo>
                  <a:cubicBezTo>
                    <a:pt x="23" y="987"/>
                    <a:pt x="21" y="1007"/>
                    <a:pt x="25" y="1012"/>
                  </a:cubicBezTo>
                  <a:cubicBezTo>
                    <a:pt x="30" y="1018"/>
                    <a:pt x="38" y="1021"/>
                    <a:pt x="44" y="1025"/>
                  </a:cubicBezTo>
                  <a:cubicBezTo>
                    <a:pt x="53" y="997"/>
                    <a:pt x="52" y="960"/>
                    <a:pt x="63" y="1019"/>
                  </a:cubicBezTo>
                  <a:cubicBezTo>
                    <a:pt x="88" y="983"/>
                    <a:pt x="81" y="957"/>
                    <a:pt x="88" y="911"/>
                  </a:cubicBezTo>
                  <a:cubicBezTo>
                    <a:pt x="93" y="879"/>
                    <a:pt x="108" y="847"/>
                    <a:pt x="120" y="817"/>
                  </a:cubicBezTo>
                  <a:cubicBezTo>
                    <a:pt x="124" y="823"/>
                    <a:pt x="129" y="829"/>
                    <a:pt x="133" y="836"/>
                  </a:cubicBezTo>
                  <a:cubicBezTo>
                    <a:pt x="138" y="844"/>
                    <a:pt x="136" y="859"/>
                    <a:pt x="145" y="861"/>
                  </a:cubicBezTo>
                  <a:cubicBezTo>
                    <a:pt x="152" y="863"/>
                    <a:pt x="154" y="849"/>
                    <a:pt x="158" y="842"/>
                  </a:cubicBezTo>
                  <a:cubicBezTo>
                    <a:pt x="175" y="814"/>
                    <a:pt x="184" y="786"/>
                    <a:pt x="202" y="760"/>
                  </a:cubicBezTo>
                  <a:cubicBezTo>
                    <a:pt x="219" y="704"/>
                    <a:pt x="227" y="660"/>
                    <a:pt x="234" y="602"/>
                  </a:cubicBezTo>
                  <a:cubicBezTo>
                    <a:pt x="259" y="682"/>
                    <a:pt x="237" y="514"/>
                    <a:pt x="253" y="469"/>
                  </a:cubicBezTo>
                  <a:cubicBezTo>
                    <a:pt x="259" y="478"/>
                    <a:pt x="261" y="492"/>
                    <a:pt x="271" y="495"/>
                  </a:cubicBezTo>
                  <a:cubicBezTo>
                    <a:pt x="278" y="498"/>
                    <a:pt x="285" y="488"/>
                    <a:pt x="290" y="482"/>
                  </a:cubicBezTo>
                  <a:cubicBezTo>
                    <a:pt x="296" y="475"/>
                    <a:pt x="318" y="406"/>
                    <a:pt x="322" y="393"/>
                  </a:cubicBezTo>
                  <a:cubicBezTo>
                    <a:pt x="332" y="322"/>
                    <a:pt x="354" y="268"/>
                    <a:pt x="410" y="223"/>
                  </a:cubicBezTo>
                  <a:cubicBezTo>
                    <a:pt x="422" y="200"/>
                    <a:pt x="430" y="176"/>
                    <a:pt x="442" y="153"/>
                  </a:cubicBezTo>
                  <a:cubicBezTo>
                    <a:pt x="486" y="183"/>
                    <a:pt x="499" y="134"/>
                    <a:pt x="511" y="97"/>
                  </a:cubicBezTo>
                  <a:cubicBezTo>
                    <a:pt x="524" y="114"/>
                    <a:pt x="541" y="140"/>
                    <a:pt x="549" y="135"/>
                  </a:cubicBezTo>
                  <a:cubicBezTo>
                    <a:pt x="559" y="129"/>
                    <a:pt x="555" y="112"/>
                    <a:pt x="562" y="103"/>
                  </a:cubicBezTo>
                  <a:cubicBezTo>
                    <a:pt x="573" y="89"/>
                    <a:pt x="600" y="65"/>
                    <a:pt x="600" y="65"/>
                  </a:cubicBezTo>
                  <a:cubicBezTo>
                    <a:pt x="614" y="21"/>
                    <a:pt x="618" y="70"/>
                    <a:pt x="631" y="90"/>
                  </a:cubicBezTo>
                  <a:cubicBezTo>
                    <a:pt x="636" y="66"/>
                    <a:pt x="632" y="0"/>
                    <a:pt x="663" y="46"/>
                  </a:cubicBezTo>
                  <a:cubicBezTo>
                    <a:pt x="677" y="89"/>
                    <a:pt x="677" y="38"/>
                    <a:pt x="682" y="21"/>
                  </a:cubicBezTo>
                  <a:cubicBezTo>
                    <a:pt x="684" y="44"/>
                    <a:pt x="679" y="69"/>
                    <a:pt x="688" y="90"/>
                  </a:cubicBezTo>
                  <a:cubicBezTo>
                    <a:pt x="690" y="96"/>
                    <a:pt x="703" y="89"/>
                    <a:pt x="707" y="84"/>
                  </a:cubicBezTo>
                  <a:cubicBezTo>
                    <a:pt x="718" y="70"/>
                    <a:pt x="721" y="38"/>
                    <a:pt x="733" y="21"/>
                  </a:cubicBezTo>
                  <a:cubicBezTo>
                    <a:pt x="737" y="57"/>
                    <a:pt x="741" y="123"/>
                    <a:pt x="770" y="46"/>
                  </a:cubicBezTo>
                  <a:cubicBezTo>
                    <a:pt x="772" y="54"/>
                    <a:pt x="774" y="63"/>
                    <a:pt x="777" y="71"/>
                  </a:cubicBezTo>
                  <a:cubicBezTo>
                    <a:pt x="780" y="78"/>
                    <a:pt x="782" y="93"/>
                    <a:pt x="789" y="90"/>
                  </a:cubicBezTo>
                  <a:cubicBezTo>
                    <a:pt x="802" y="84"/>
                    <a:pt x="809" y="29"/>
                    <a:pt x="815" y="15"/>
                  </a:cubicBezTo>
                  <a:cubicBezTo>
                    <a:pt x="831" y="37"/>
                    <a:pt x="838" y="56"/>
                    <a:pt x="853" y="78"/>
                  </a:cubicBezTo>
                  <a:cubicBezTo>
                    <a:pt x="857" y="91"/>
                    <a:pt x="860" y="104"/>
                    <a:pt x="865" y="116"/>
                  </a:cubicBezTo>
                  <a:cubicBezTo>
                    <a:pt x="868" y="123"/>
                    <a:pt x="872" y="139"/>
                    <a:pt x="878" y="135"/>
                  </a:cubicBezTo>
                  <a:cubicBezTo>
                    <a:pt x="887" y="129"/>
                    <a:pt x="882" y="114"/>
                    <a:pt x="884" y="103"/>
                  </a:cubicBezTo>
                  <a:cubicBezTo>
                    <a:pt x="886" y="88"/>
                    <a:pt x="888" y="74"/>
                    <a:pt x="890" y="59"/>
                  </a:cubicBezTo>
                  <a:cubicBezTo>
                    <a:pt x="912" y="119"/>
                    <a:pt x="939" y="172"/>
                    <a:pt x="966" y="229"/>
                  </a:cubicBezTo>
                  <a:cubicBezTo>
                    <a:pt x="970" y="216"/>
                    <a:pt x="976" y="204"/>
                    <a:pt x="979" y="191"/>
                  </a:cubicBezTo>
                  <a:cubicBezTo>
                    <a:pt x="984" y="166"/>
                    <a:pt x="991" y="116"/>
                    <a:pt x="991" y="116"/>
                  </a:cubicBezTo>
                  <a:cubicBezTo>
                    <a:pt x="1004" y="135"/>
                    <a:pt x="1010" y="153"/>
                    <a:pt x="1023" y="172"/>
                  </a:cubicBezTo>
                  <a:cubicBezTo>
                    <a:pt x="1028" y="196"/>
                    <a:pt x="1036" y="218"/>
                    <a:pt x="1042" y="242"/>
                  </a:cubicBezTo>
                  <a:cubicBezTo>
                    <a:pt x="1057" y="178"/>
                    <a:pt x="1036" y="242"/>
                    <a:pt x="1061" y="242"/>
                  </a:cubicBezTo>
                  <a:cubicBezTo>
                    <a:pt x="1070" y="242"/>
                    <a:pt x="1070" y="225"/>
                    <a:pt x="1074" y="217"/>
                  </a:cubicBezTo>
                  <a:cubicBezTo>
                    <a:pt x="1090" y="259"/>
                    <a:pt x="1094" y="297"/>
                    <a:pt x="1099" y="343"/>
                  </a:cubicBezTo>
                  <a:cubicBezTo>
                    <a:pt x="1103" y="337"/>
                    <a:pt x="1106" y="318"/>
                    <a:pt x="1111" y="324"/>
                  </a:cubicBezTo>
                  <a:cubicBezTo>
                    <a:pt x="1120" y="336"/>
                    <a:pt x="1117" y="353"/>
                    <a:pt x="1118" y="368"/>
                  </a:cubicBezTo>
                  <a:cubicBezTo>
                    <a:pt x="1123" y="428"/>
                    <a:pt x="1114" y="496"/>
                    <a:pt x="1143" y="551"/>
                  </a:cubicBezTo>
                  <a:cubicBezTo>
                    <a:pt x="1147" y="495"/>
                    <a:pt x="1146" y="456"/>
                    <a:pt x="1162" y="406"/>
                  </a:cubicBezTo>
                  <a:cubicBezTo>
                    <a:pt x="1164" y="440"/>
                    <a:pt x="1162" y="474"/>
                    <a:pt x="1168" y="507"/>
                  </a:cubicBezTo>
                  <a:cubicBezTo>
                    <a:pt x="1170" y="517"/>
                    <a:pt x="1173" y="466"/>
                    <a:pt x="1175" y="476"/>
                  </a:cubicBezTo>
                  <a:cubicBezTo>
                    <a:pt x="1193" y="557"/>
                    <a:pt x="1181" y="645"/>
                    <a:pt x="1194" y="728"/>
                  </a:cubicBezTo>
                  <a:cubicBezTo>
                    <a:pt x="1202" y="669"/>
                    <a:pt x="1198" y="608"/>
                    <a:pt x="1213" y="551"/>
                  </a:cubicBezTo>
                  <a:cubicBezTo>
                    <a:pt x="1216" y="538"/>
                    <a:pt x="1220" y="577"/>
                    <a:pt x="1225" y="589"/>
                  </a:cubicBezTo>
                  <a:cubicBezTo>
                    <a:pt x="1230" y="602"/>
                    <a:pt x="1238" y="614"/>
                    <a:pt x="1244" y="627"/>
                  </a:cubicBezTo>
                  <a:cubicBezTo>
                    <a:pt x="1250" y="652"/>
                    <a:pt x="1247" y="702"/>
                    <a:pt x="1276" y="659"/>
                  </a:cubicBezTo>
                  <a:cubicBezTo>
                    <a:pt x="1280" y="686"/>
                    <a:pt x="1281" y="714"/>
                    <a:pt x="1288" y="741"/>
                  </a:cubicBezTo>
                  <a:cubicBezTo>
                    <a:pt x="1293" y="760"/>
                    <a:pt x="1307" y="798"/>
                    <a:pt x="1307" y="798"/>
                  </a:cubicBezTo>
                  <a:cubicBezTo>
                    <a:pt x="1309" y="789"/>
                    <a:pt x="1313" y="763"/>
                    <a:pt x="1314" y="772"/>
                  </a:cubicBezTo>
                  <a:cubicBezTo>
                    <a:pt x="1319" y="814"/>
                    <a:pt x="1315" y="857"/>
                    <a:pt x="1320" y="899"/>
                  </a:cubicBezTo>
                  <a:cubicBezTo>
                    <a:pt x="1326" y="958"/>
                    <a:pt x="1350" y="1009"/>
                    <a:pt x="1370" y="1063"/>
                  </a:cubicBezTo>
                  <a:cubicBezTo>
                    <a:pt x="1386" y="1024"/>
                    <a:pt x="1394" y="984"/>
                    <a:pt x="1402" y="943"/>
                  </a:cubicBezTo>
                  <a:cubicBezTo>
                    <a:pt x="1411" y="1030"/>
                    <a:pt x="1444" y="1083"/>
                    <a:pt x="1459" y="1164"/>
                  </a:cubicBezTo>
                  <a:cubicBezTo>
                    <a:pt x="1464" y="1128"/>
                    <a:pt x="1465" y="1092"/>
                    <a:pt x="1471" y="1057"/>
                  </a:cubicBezTo>
                  <a:cubicBezTo>
                    <a:pt x="1472" y="1050"/>
                    <a:pt x="1471" y="1038"/>
                    <a:pt x="1478" y="1038"/>
                  </a:cubicBezTo>
                  <a:cubicBezTo>
                    <a:pt x="1484" y="1038"/>
                    <a:pt x="1478" y="1051"/>
                    <a:pt x="1478" y="1057"/>
                  </a:cubicBezTo>
                </a:path>
              </a:pathLst>
            </a:custGeom>
            <a:noFill/>
            <a:ln w="9525" cap="flat" cmpd="sng">
              <a:solidFill>
                <a:srgbClr val="FF3300"/>
              </a:solidFill>
              <a:prstDash val="solid"/>
              <a:round/>
              <a:headEnd/>
              <a:tailEnd/>
            </a:ln>
            <a:effectLst/>
          </p:spPr>
          <p:txBody>
            <a:bodyPr wrap="none" anchor="ctr"/>
            <a:lstStyle/>
            <a:p>
              <a:endParaRPr lang="en-GB" sz="1600"/>
            </a:p>
          </p:txBody>
        </p:sp>
        <p:sp>
          <p:nvSpPr>
            <p:cNvPr id="135414" name="Freeform 246"/>
            <p:cNvSpPr>
              <a:spLocks/>
            </p:cNvSpPr>
            <p:nvPr/>
          </p:nvSpPr>
          <p:spPr bwMode="auto">
            <a:xfrm flipV="1">
              <a:off x="1911" y="2564"/>
              <a:ext cx="1492" cy="1162"/>
            </a:xfrm>
            <a:custGeom>
              <a:avLst/>
              <a:gdLst/>
              <a:ahLst/>
              <a:cxnLst>
                <a:cxn ang="0">
                  <a:pos x="34" y="1093"/>
                </a:cxn>
                <a:cxn ang="0">
                  <a:pos x="72" y="1093"/>
                </a:cxn>
                <a:cxn ang="0">
                  <a:pos x="91" y="1112"/>
                </a:cxn>
                <a:cxn ang="0">
                  <a:pos x="160" y="1086"/>
                </a:cxn>
                <a:cxn ang="0">
                  <a:pos x="173" y="1124"/>
                </a:cxn>
                <a:cxn ang="0">
                  <a:pos x="223" y="1143"/>
                </a:cxn>
                <a:cxn ang="0">
                  <a:pos x="287" y="1143"/>
                </a:cxn>
                <a:cxn ang="0">
                  <a:pos x="337" y="1162"/>
                </a:cxn>
                <a:cxn ang="0">
                  <a:pos x="369" y="1124"/>
                </a:cxn>
                <a:cxn ang="0">
                  <a:pos x="432" y="1105"/>
                </a:cxn>
                <a:cxn ang="0">
                  <a:pos x="495" y="1068"/>
                </a:cxn>
                <a:cxn ang="0">
                  <a:pos x="533" y="1061"/>
                </a:cxn>
                <a:cxn ang="0">
                  <a:pos x="571" y="1061"/>
                </a:cxn>
                <a:cxn ang="0">
                  <a:pos x="590" y="1074"/>
                </a:cxn>
                <a:cxn ang="0">
                  <a:pos x="621" y="954"/>
                </a:cxn>
                <a:cxn ang="0">
                  <a:pos x="628" y="973"/>
                </a:cxn>
                <a:cxn ang="0">
                  <a:pos x="634" y="948"/>
                </a:cxn>
                <a:cxn ang="0">
                  <a:pos x="647" y="922"/>
                </a:cxn>
                <a:cxn ang="0">
                  <a:pos x="691" y="809"/>
                </a:cxn>
                <a:cxn ang="0">
                  <a:pos x="741" y="657"/>
                </a:cxn>
                <a:cxn ang="0">
                  <a:pos x="767" y="606"/>
                </a:cxn>
                <a:cxn ang="0">
                  <a:pos x="798" y="531"/>
                </a:cxn>
                <a:cxn ang="0">
                  <a:pos x="805" y="499"/>
                </a:cxn>
                <a:cxn ang="0">
                  <a:pos x="811" y="480"/>
                </a:cxn>
                <a:cxn ang="0">
                  <a:pos x="823" y="430"/>
                </a:cxn>
                <a:cxn ang="0">
                  <a:pos x="861" y="329"/>
                </a:cxn>
                <a:cxn ang="0">
                  <a:pos x="956" y="120"/>
                </a:cxn>
                <a:cxn ang="0">
                  <a:pos x="988" y="101"/>
                </a:cxn>
                <a:cxn ang="0">
                  <a:pos x="1007" y="63"/>
                </a:cxn>
                <a:cxn ang="0">
                  <a:pos x="1013" y="89"/>
                </a:cxn>
                <a:cxn ang="0">
                  <a:pos x="1019" y="108"/>
                </a:cxn>
                <a:cxn ang="0">
                  <a:pos x="1057" y="57"/>
                </a:cxn>
                <a:cxn ang="0">
                  <a:pos x="1063" y="89"/>
                </a:cxn>
                <a:cxn ang="0">
                  <a:pos x="1070" y="114"/>
                </a:cxn>
                <a:cxn ang="0">
                  <a:pos x="1095" y="82"/>
                </a:cxn>
                <a:cxn ang="0">
                  <a:pos x="1101" y="57"/>
                </a:cxn>
                <a:cxn ang="0">
                  <a:pos x="1108" y="38"/>
                </a:cxn>
                <a:cxn ang="0">
                  <a:pos x="1127" y="82"/>
                </a:cxn>
                <a:cxn ang="0">
                  <a:pos x="1146" y="57"/>
                </a:cxn>
                <a:cxn ang="0">
                  <a:pos x="1152" y="32"/>
                </a:cxn>
                <a:cxn ang="0">
                  <a:pos x="1171" y="82"/>
                </a:cxn>
                <a:cxn ang="0">
                  <a:pos x="1215" y="25"/>
                </a:cxn>
                <a:cxn ang="0">
                  <a:pos x="1259" y="13"/>
                </a:cxn>
                <a:cxn ang="0">
                  <a:pos x="1291" y="44"/>
                </a:cxn>
                <a:cxn ang="0">
                  <a:pos x="1303" y="19"/>
                </a:cxn>
                <a:cxn ang="0">
                  <a:pos x="1335" y="57"/>
                </a:cxn>
                <a:cxn ang="0">
                  <a:pos x="1392" y="0"/>
                </a:cxn>
                <a:cxn ang="0">
                  <a:pos x="1417" y="76"/>
                </a:cxn>
                <a:cxn ang="0">
                  <a:pos x="1442" y="70"/>
                </a:cxn>
                <a:cxn ang="0">
                  <a:pos x="1461" y="70"/>
                </a:cxn>
                <a:cxn ang="0">
                  <a:pos x="1474" y="133"/>
                </a:cxn>
                <a:cxn ang="0">
                  <a:pos x="1487" y="120"/>
                </a:cxn>
              </a:cxnLst>
              <a:rect l="0" t="0" r="r" b="b"/>
              <a:pathLst>
                <a:path w="1492" h="1162">
                  <a:moveTo>
                    <a:pt x="34" y="1093"/>
                  </a:moveTo>
                  <a:cubicBezTo>
                    <a:pt x="106" y="1138"/>
                    <a:pt x="0" y="1080"/>
                    <a:pt x="72" y="1093"/>
                  </a:cubicBezTo>
                  <a:cubicBezTo>
                    <a:pt x="81" y="1095"/>
                    <a:pt x="85" y="1106"/>
                    <a:pt x="91" y="1112"/>
                  </a:cubicBezTo>
                  <a:cubicBezTo>
                    <a:pt x="108" y="1103"/>
                    <a:pt x="141" y="1084"/>
                    <a:pt x="160" y="1086"/>
                  </a:cubicBezTo>
                  <a:cubicBezTo>
                    <a:pt x="161" y="1086"/>
                    <a:pt x="173" y="1123"/>
                    <a:pt x="173" y="1124"/>
                  </a:cubicBezTo>
                  <a:cubicBezTo>
                    <a:pt x="223" y="1112"/>
                    <a:pt x="180" y="1129"/>
                    <a:pt x="223" y="1143"/>
                  </a:cubicBezTo>
                  <a:cubicBezTo>
                    <a:pt x="281" y="1121"/>
                    <a:pt x="264" y="1109"/>
                    <a:pt x="287" y="1143"/>
                  </a:cubicBezTo>
                  <a:cubicBezTo>
                    <a:pt x="337" y="1131"/>
                    <a:pt x="327" y="1099"/>
                    <a:pt x="337" y="1162"/>
                  </a:cubicBezTo>
                  <a:cubicBezTo>
                    <a:pt x="349" y="1150"/>
                    <a:pt x="354" y="1132"/>
                    <a:pt x="369" y="1124"/>
                  </a:cubicBezTo>
                  <a:cubicBezTo>
                    <a:pt x="388" y="1114"/>
                    <a:pt x="411" y="1113"/>
                    <a:pt x="432" y="1105"/>
                  </a:cubicBezTo>
                  <a:cubicBezTo>
                    <a:pt x="471" y="1162"/>
                    <a:pt x="468" y="1081"/>
                    <a:pt x="495" y="1068"/>
                  </a:cubicBezTo>
                  <a:cubicBezTo>
                    <a:pt x="507" y="1062"/>
                    <a:pt x="520" y="1063"/>
                    <a:pt x="533" y="1061"/>
                  </a:cubicBezTo>
                  <a:cubicBezTo>
                    <a:pt x="577" y="994"/>
                    <a:pt x="545" y="1028"/>
                    <a:pt x="571" y="1061"/>
                  </a:cubicBezTo>
                  <a:cubicBezTo>
                    <a:pt x="576" y="1067"/>
                    <a:pt x="584" y="1070"/>
                    <a:pt x="590" y="1074"/>
                  </a:cubicBezTo>
                  <a:cubicBezTo>
                    <a:pt x="600" y="1033"/>
                    <a:pt x="614" y="996"/>
                    <a:pt x="621" y="954"/>
                  </a:cubicBezTo>
                  <a:cubicBezTo>
                    <a:pt x="623" y="960"/>
                    <a:pt x="622" y="976"/>
                    <a:pt x="628" y="973"/>
                  </a:cubicBezTo>
                  <a:cubicBezTo>
                    <a:pt x="636" y="969"/>
                    <a:pt x="631" y="956"/>
                    <a:pt x="634" y="948"/>
                  </a:cubicBezTo>
                  <a:cubicBezTo>
                    <a:pt x="637" y="939"/>
                    <a:pt x="643" y="931"/>
                    <a:pt x="647" y="922"/>
                  </a:cubicBezTo>
                  <a:cubicBezTo>
                    <a:pt x="664" y="883"/>
                    <a:pt x="665" y="843"/>
                    <a:pt x="691" y="809"/>
                  </a:cubicBezTo>
                  <a:cubicBezTo>
                    <a:pt x="707" y="758"/>
                    <a:pt x="725" y="708"/>
                    <a:pt x="741" y="657"/>
                  </a:cubicBezTo>
                  <a:cubicBezTo>
                    <a:pt x="747" y="639"/>
                    <a:pt x="760" y="624"/>
                    <a:pt x="767" y="606"/>
                  </a:cubicBezTo>
                  <a:cubicBezTo>
                    <a:pt x="773" y="575"/>
                    <a:pt x="784" y="559"/>
                    <a:pt x="798" y="531"/>
                  </a:cubicBezTo>
                  <a:cubicBezTo>
                    <a:pt x="800" y="520"/>
                    <a:pt x="802" y="510"/>
                    <a:pt x="805" y="499"/>
                  </a:cubicBezTo>
                  <a:cubicBezTo>
                    <a:pt x="807" y="493"/>
                    <a:pt x="809" y="486"/>
                    <a:pt x="811" y="480"/>
                  </a:cubicBezTo>
                  <a:cubicBezTo>
                    <a:pt x="815" y="463"/>
                    <a:pt x="823" y="430"/>
                    <a:pt x="823" y="430"/>
                  </a:cubicBezTo>
                  <a:cubicBezTo>
                    <a:pt x="829" y="374"/>
                    <a:pt x="816" y="351"/>
                    <a:pt x="861" y="329"/>
                  </a:cubicBezTo>
                  <a:cubicBezTo>
                    <a:pt x="879" y="256"/>
                    <a:pt x="921" y="187"/>
                    <a:pt x="956" y="120"/>
                  </a:cubicBezTo>
                  <a:cubicBezTo>
                    <a:pt x="967" y="153"/>
                    <a:pt x="958" y="145"/>
                    <a:pt x="988" y="101"/>
                  </a:cubicBezTo>
                  <a:cubicBezTo>
                    <a:pt x="1003" y="79"/>
                    <a:pt x="998" y="86"/>
                    <a:pt x="1007" y="63"/>
                  </a:cubicBezTo>
                  <a:cubicBezTo>
                    <a:pt x="1009" y="72"/>
                    <a:pt x="1011" y="80"/>
                    <a:pt x="1013" y="89"/>
                  </a:cubicBezTo>
                  <a:cubicBezTo>
                    <a:pt x="1015" y="95"/>
                    <a:pt x="1014" y="112"/>
                    <a:pt x="1019" y="108"/>
                  </a:cubicBezTo>
                  <a:cubicBezTo>
                    <a:pt x="1036" y="96"/>
                    <a:pt x="1057" y="57"/>
                    <a:pt x="1057" y="57"/>
                  </a:cubicBezTo>
                  <a:cubicBezTo>
                    <a:pt x="1059" y="68"/>
                    <a:pt x="1061" y="78"/>
                    <a:pt x="1063" y="89"/>
                  </a:cubicBezTo>
                  <a:cubicBezTo>
                    <a:pt x="1065" y="97"/>
                    <a:pt x="1062" y="116"/>
                    <a:pt x="1070" y="114"/>
                  </a:cubicBezTo>
                  <a:cubicBezTo>
                    <a:pt x="1083" y="111"/>
                    <a:pt x="1087" y="93"/>
                    <a:pt x="1095" y="82"/>
                  </a:cubicBezTo>
                  <a:cubicBezTo>
                    <a:pt x="1097" y="74"/>
                    <a:pt x="1099" y="65"/>
                    <a:pt x="1101" y="57"/>
                  </a:cubicBezTo>
                  <a:cubicBezTo>
                    <a:pt x="1103" y="51"/>
                    <a:pt x="1102" y="36"/>
                    <a:pt x="1108" y="38"/>
                  </a:cubicBezTo>
                  <a:cubicBezTo>
                    <a:pt x="1112" y="39"/>
                    <a:pt x="1125" y="76"/>
                    <a:pt x="1127" y="82"/>
                  </a:cubicBezTo>
                  <a:cubicBezTo>
                    <a:pt x="1133" y="74"/>
                    <a:pt x="1141" y="66"/>
                    <a:pt x="1146" y="57"/>
                  </a:cubicBezTo>
                  <a:cubicBezTo>
                    <a:pt x="1150" y="49"/>
                    <a:pt x="1144" y="29"/>
                    <a:pt x="1152" y="32"/>
                  </a:cubicBezTo>
                  <a:cubicBezTo>
                    <a:pt x="1156" y="33"/>
                    <a:pt x="1168" y="74"/>
                    <a:pt x="1171" y="82"/>
                  </a:cubicBezTo>
                  <a:cubicBezTo>
                    <a:pt x="1195" y="67"/>
                    <a:pt x="1198" y="49"/>
                    <a:pt x="1215" y="25"/>
                  </a:cubicBezTo>
                  <a:cubicBezTo>
                    <a:pt x="1239" y="60"/>
                    <a:pt x="1244" y="44"/>
                    <a:pt x="1259" y="13"/>
                  </a:cubicBezTo>
                  <a:cubicBezTo>
                    <a:pt x="1269" y="48"/>
                    <a:pt x="1254" y="81"/>
                    <a:pt x="1291" y="44"/>
                  </a:cubicBezTo>
                  <a:cubicBezTo>
                    <a:pt x="1295" y="36"/>
                    <a:pt x="1294" y="21"/>
                    <a:pt x="1303" y="19"/>
                  </a:cubicBezTo>
                  <a:cubicBezTo>
                    <a:pt x="1310" y="18"/>
                    <a:pt x="1332" y="53"/>
                    <a:pt x="1335" y="57"/>
                  </a:cubicBezTo>
                  <a:cubicBezTo>
                    <a:pt x="1363" y="42"/>
                    <a:pt x="1374" y="26"/>
                    <a:pt x="1392" y="0"/>
                  </a:cubicBezTo>
                  <a:cubicBezTo>
                    <a:pt x="1397" y="29"/>
                    <a:pt x="1401" y="51"/>
                    <a:pt x="1417" y="76"/>
                  </a:cubicBezTo>
                  <a:cubicBezTo>
                    <a:pt x="1425" y="74"/>
                    <a:pt x="1435" y="75"/>
                    <a:pt x="1442" y="70"/>
                  </a:cubicBezTo>
                  <a:cubicBezTo>
                    <a:pt x="1459" y="56"/>
                    <a:pt x="1437" y="32"/>
                    <a:pt x="1461" y="70"/>
                  </a:cubicBezTo>
                  <a:cubicBezTo>
                    <a:pt x="1477" y="159"/>
                    <a:pt x="1460" y="67"/>
                    <a:pt x="1474" y="133"/>
                  </a:cubicBezTo>
                  <a:cubicBezTo>
                    <a:pt x="1492" y="217"/>
                    <a:pt x="1487" y="222"/>
                    <a:pt x="1487" y="120"/>
                  </a:cubicBezTo>
                </a:path>
              </a:pathLst>
            </a:custGeom>
            <a:noFill/>
            <a:ln w="9525" cap="flat" cmpd="sng">
              <a:solidFill>
                <a:srgbClr val="FF3300"/>
              </a:solidFill>
              <a:prstDash val="solid"/>
              <a:round/>
              <a:headEnd/>
              <a:tailEnd/>
            </a:ln>
            <a:effectLst/>
          </p:spPr>
          <p:txBody>
            <a:bodyPr wrap="none" anchor="ctr"/>
            <a:lstStyle/>
            <a:p>
              <a:endParaRPr lang="en-GB" sz="1600"/>
            </a:p>
          </p:txBody>
        </p:sp>
        <p:sp>
          <p:nvSpPr>
            <p:cNvPr id="135415" name="Freeform 247"/>
            <p:cNvSpPr>
              <a:spLocks/>
            </p:cNvSpPr>
            <p:nvPr/>
          </p:nvSpPr>
          <p:spPr bwMode="auto">
            <a:xfrm flipV="1">
              <a:off x="1941" y="2539"/>
              <a:ext cx="1349" cy="1244"/>
            </a:xfrm>
            <a:custGeom>
              <a:avLst/>
              <a:gdLst/>
              <a:ahLst/>
              <a:cxnLst>
                <a:cxn ang="0">
                  <a:pos x="4" y="151"/>
                </a:cxn>
                <a:cxn ang="0">
                  <a:pos x="42" y="95"/>
                </a:cxn>
                <a:cxn ang="0">
                  <a:pos x="67" y="57"/>
                </a:cxn>
                <a:cxn ang="0">
                  <a:pos x="73" y="76"/>
                </a:cxn>
                <a:cxn ang="0">
                  <a:pos x="67" y="95"/>
                </a:cxn>
                <a:cxn ang="0">
                  <a:pos x="99" y="38"/>
                </a:cxn>
                <a:cxn ang="0">
                  <a:pos x="143" y="13"/>
                </a:cxn>
                <a:cxn ang="0">
                  <a:pos x="149" y="69"/>
                </a:cxn>
                <a:cxn ang="0">
                  <a:pos x="168" y="63"/>
                </a:cxn>
                <a:cxn ang="0">
                  <a:pos x="200" y="19"/>
                </a:cxn>
                <a:cxn ang="0">
                  <a:pos x="212" y="101"/>
                </a:cxn>
                <a:cxn ang="0">
                  <a:pos x="231" y="63"/>
                </a:cxn>
                <a:cxn ang="0">
                  <a:pos x="257" y="0"/>
                </a:cxn>
                <a:cxn ang="0">
                  <a:pos x="263" y="95"/>
                </a:cxn>
                <a:cxn ang="0">
                  <a:pos x="295" y="82"/>
                </a:cxn>
                <a:cxn ang="0">
                  <a:pos x="320" y="31"/>
                </a:cxn>
                <a:cxn ang="0">
                  <a:pos x="358" y="63"/>
                </a:cxn>
                <a:cxn ang="0">
                  <a:pos x="383" y="145"/>
                </a:cxn>
                <a:cxn ang="0">
                  <a:pos x="402" y="126"/>
                </a:cxn>
                <a:cxn ang="0">
                  <a:pos x="408" y="107"/>
                </a:cxn>
                <a:cxn ang="0">
                  <a:pos x="433" y="164"/>
                </a:cxn>
                <a:cxn ang="0">
                  <a:pos x="452" y="189"/>
                </a:cxn>
                <a:cxn ang="0">
                  <a:pos x="478" y="158"/>
                </a:cxn>
                <a:cxn ang="0">
                  <a:pos x="484" y="133"/>
                </a:cxn>
                <a:cxn ang="0">
                  <a:pos x="497" y="151"/>
                </a:cxn>
                <a:cxn ang="0">
                  <a:pos x="516" y="227"/>
                </a:cxn>
                <a:cxn ang="0">
                  <a:pos x="547" y="259"/>
                </a:cxn>
                <a:cxn ang="0">
                  <a:pos x="553" y="335"/>
                </a:cxn>
                <a:cxn ang="0">
                  <a:pos x="572" y="322"/>
                </a:cxn>
                <a:cxn ang="0">
                  <a:pos x="579" y="341"/>
                </a:cxn>
                <a:cxn ang="0">
                  <a:pos x="604" y="474"/>
                </a:cxn>
                <a:cxn ang="0">
                  <a:pos x="629" y="398"/>
                </a:cxn>
                <a:cxn ang="0">
                  <a:pos x="673" y="606"/>
                </a:cxn>
                <a:cxn ang="0">
                  <a:pos x="699" y="657"/>
                </a:cxn>
                <a:cxn ang="0">
                  <a:pos x="718" y="638"/>
                </a:cxn>
                <a:cxn ang="0">
                  <a:pos x="737" y="663"/>
                </a:cxn>
                <a:cxn ang="0">
                  <a:pos x="756" y="859"/>
                </a:cxn>
                <a:cxn ang="0">
                  <a:pos x="781" y="859"/>
                </a:cxn>
                <a:cxn ang="0">
                  <a:pos x="800" y="941"/>
                </a:cxn>
                <a:cxn ang="0">
                  <a:pos x="831" y="979"/>
                </a:cxn>
                <a:cxn ang="0">
                  <a:pos x="989" y="1194"/>
                </a:cxn>
                <a:cxn ang="0">
                  <a:pos x="1059" y="1175"/>
                </a:cxn>
                <a:cxn ang="0">
                  <a:pos x="1078" y="1244"/>
                </a:cxn>
                <a:cxn ang="0">
                  <a:pos x="1135" y="1225"/>
                </a:cxn>
                <a:cxn ang="0">
                  <a:pos x="1198" y="1149"/>
                </a:cxn>
                <a:cxn ang="0">
                  <a:pos x="1204" y="1181"/>
                </a:cxn>
                <a:cxn ang="0">
                  <a:pos x="1210" y="1206"/>
                </a:cxn>
                <a:cxn ang="0">
                  <a:pos x="1236" y="1194"/>
                </a:cxn>
                <a:cxn ang="0">
                  <a:pos x="1261" y="1194"/>
                </a:cxn>
                <a:cxn ang="0">
                  <a:pos x="1280" y="1181"/>
                </a:cxn>
                <a:cxn ang="0">
                  <a:pos x="1305" y="1124"/>
                </a:cxn>
                <a:cxn ang="0">
                  <a:pos x="1330" y="1130"/>
                </a:cxn>
                <a:cxn ang="0">
                  <a:pos x="1349" y="1137"/>
                </a:cxn>
                <a:cxn ang="0">
                  <a:pos x="1330" y="1143"/>
                </a:cxn>
                <a:cxn ang="0">
                  <a:pos x="1273" y="1156"/>
                </a:cxn>
              </a:cxnLst>
              <a:rect l="0" t="0" r="r" b="b"/>
              <a:pathLst>
                <a:path w="1349" h="1244">
                  <a:moveTo>
                    <a:pt x="4" y="151"/>
                  </a:moveTo>
                  <a:cubicBezTo>
                    <a:pt x="46" y="82"/>
                    <a:pt x="0" y="155"/>
                    <a:pt x="42" y="95"/>
                  </a:cubicBezTo>
                  <a:cubicBezTo>
                    <a:pt x="51" y="83"/>
                    <a:pt x="67" y="57"/>
                    <a:pt x="67" y="57"/>
                  </a:cubicBezTo>
                  <a:cubicBezTo>
                    <a:pt x="69" y="63"/>
                    <a:pt x="73" y="69"/>
                    <a:pt x="73" y="76"/>
                  </a:cubicBezTo>
                  <a:cubicBezTo>
                    <a:pt x="73" y="83"/>
                    <a:pt x="64" y="101"/>
                    <a:pt x="67" y="95"/>
                  </a:cubicBezTo>
                  <a:cubicBezTo>
                    <a:pt x="103" y="28"/>
                    <a:pt x="56" y="95"/>
                    <a:pt x="99" y="38"/>
                  </a:cubicBezTo>
                  <a:cubicBezTo>
                    <a:pt x="112" y="81"/>
                    <a:pt x="118" y="36"/>
                    <a:pt x="143" y="13"/>
                  </a:cubicBezTo>
                  <a:cubicBezTo>
                    <a:pt x="145" y="32"/>
                    <a:pt x="141" y="52"/>
                    <a:pt x="149" y="69"/>
                  </a:cubicBezTo>
                  <a:cubicBezTo>
                    <a:pt x="152" y="75"/>
                    <a:pt x="163" y="68"/>
                    <a:pt x="168" y="63"/>
                  </a:cubicBezTo>
                  <a:cubicBezTo>
                    <a:pt x="181" y="50"/>
                    <a:pt x="200" y="19"/>
                    <a:pt x="200" y="19"/>
                  </a:cubicBezTo>
                  <a:cubicBezTo>
                    <a:pt x="208" y="45"/>
                    <a:pt x="192" y="81"/>
                    <a:pt x="212" y="101"/>
                  </a:cubicBezTo>
                  <a:cubicBezTo>
                    <a:pt x="222" y="111"/>
                    <a:pt x="225" y="76"/>
                    <a:pt x="231" y="63"/>
                  </a:cubicBezTo>
                  <a:cubicBezTo>
                    <a:pt x="240" y="42"/>
                    <a:pt x="249" y="21"/>
                    <a:pt x="257" y="0"/>
                  </a:cubicBezTo>
                  <a:cubicBezTo>
                    <a:pt x="259" y="32"/>
                    <a:pt x="250" y="66"/>
                    <a:pt x="263" y="95"/>
                  </a:cubicBezTo>
                  <a:cubicBezTo>
                    <a:pt x="268" y="105"/>
                    <a:pt x="287" y="90"/>
                    <a:pt x="295" y="82"/>
                  </a:cubicBezTo>
                  <a:cubicBezTo>
                    <a:pt x="308" y="68"/>
                    <a:pt x="309" y="47"/>
                    <a:pt x="320" y="31"/>
                  </a:cubicBezTo>
                  <a:cubicBezTo>
                    <a:pt x="325" y="93"/>
                    <a:pt x="324" y="147"/>
                    <a:pt x="358" y="63"/>
                  </a:cubicBezTo>
                  <a:cubicBezTo>
                    <a:pt x="367" y="90"/>
                    <a:pt x="374" y="118"/>
                    <a:pt x="383" y="145"/>
                  </a:cubicBezTo>
                  <a:cubicBezTo>
                    <a:pt x="389" y="139"/>
                    <a:pt x="397" y="133"/>
                    <a:pt x="402" y="126"/>
                  </a:cubicBezTo>
                  <a:cubicBezTo>
                    <a:pt x="406" y="120"/>
                    <a:pt x="403" y="103"/>
                    <a:pt x="408" y="107"/>
                  </a:cubicBezTo>
                  <a:cubicBezTo>
                    <a:pt x="419" y="115"/>
                    <a:pt x="428" y="148"/>
                    <a:pt x="433" y="164"/>
                  </a:cubicBezTo>
                  <a:cubicBezTo>
                    <a:pt x="444" y="244"/>
                    <a:pt x="431" y="220"/>
                    <a:pt x="452" y="189"/>
                  </a:cubicBezTo>
                  <a:cubicBezTo>
                    <a:pt x="459" y="178"/>
                    <a:pt x="469" y="168"/>
                    <a:pt x="478" y="158"/>
                  </a:cubicBezTo>
                  <a:cubicBezTo>
                    <a:pt x="480" y="150"/>
                    <a:pt x="476" y="136"/>
                    <a:pt x="484" y="133"/>
                  </a:cubicBezTo>
                  <a:cubicBezTo>
                    <a:pt x="491" y="130"/>
                    <a:pt x="494" y="144"/>
                    <a:pt x="497" y="151"/>
                  </a:cubicBezTo>
                  <a:cubicBezTo>
                    <a:pt x="507" y="175"/>
                    <a:pt x="507" y="203"/>
                    <a:pt x="516" y="227"/>
                  </a:cubicBezTo>
                  <a:cubicBezTo>
                    <a:pt x="555" y="176"/>
                    <a:pt x="538" y="223"/>
                    <a:pt x="547" y="259"/>
                  </a:cubicBezTo>
                  <a:cubicBezTo>
                    <a:pt x="549" y="284"/>
                    <a:pt x="544" y="311"/>
                    <a:pt x="553" y="335"/>
                  </a:cubicBezTo>
                  <a:cubicBezTo>
                    <a:pt x="556" y="342"/>
                    <a:pt x="565" y="320"/>
                    <a:pt x="572" y="322"/>
                  </a:cubicBezTo>
                  <a:cubicBezTo>
                    <a:pt x="579" y="324"/>
                    <a:pt x="577" y="335"/>
                    <a:pt x="579" y="341"/>
                  </a:cubicBezTo>
                  <a:cubicBezTo>
                    <a:pt x="603" y="265"/>
                    <a:pt x="581" y="428"/>
                    <a:pt x="604" y="474"/>
                  </a:cubicBezTo>
                  <a:cubicBezTo>
                    <a:pt x="610" y="444"/>
                    <a:pt x="616" y="425"/>
                    <a:pt x="629" y="398"/>
                  </a:cubicBezTo>
                  <a:cubicBezTo>
                    <a:pt x="652" y="465"/>
                    <a:pt x="652" y="538"/>
                    <a:pt x="673" y="606"/>
                  </a:cubicBezTo>
                  <a:cubicBezTo>
                    <a:pt x="699" y="544"/>
                    <a:pt x="687" y="463"/>
                    <a:pt x="699" y="657"/>
                  </a:cubicBezTo>
                  <a:cubicBezTo>
                    <a:pt x="705" y="651"/>
                    <a:pt x="714" y="630"/>
                    <a:pt x="718" y="638"/>
                  </a:cubicBezTo>
                  <a:cubicBezTo>
                    <a:pt x="738" y="683"/>
                    <a:pt x="709" y="772"/>
                    <a:pt x="737" y="663"/>
                  </a:cubicBezTo>
                  <a:cubicBezTo>
                    <a:pt x="741" y="765"/>
                    <a:pt x="742" y="782"/>
                    <a:pt x="756" y="859"/>
                  </a:cubicBezTo>
                  <a:cubicBezTo>
                    <a:pt x="759" y="847"/>
                    <a:pt x="764" y="798"/>
                    <a:pt x="781" y="859"/>
                  </a:cubicBezTo>
                  <a:cubicBezTo>
                    <a:pt x="811" y="963"/>
                    <a:pt x="767" y="892"/>
                    <a:pt x="800" y="941"/>
                  </a:cubicBezTo>
                  <a:cubicBezTo>
                    <a:pt x="811" y="975"/>
                    <a:pt x="789" y="1021"/>
                    <a:pt x="831" y="979"/>
                  </a:cubicBezTo>
                  <a:cubicBezTo>
                    <a:pt x="913" y="1087"/>
                    <a:pt x="906" y="1085"/>
                    <a:pt x="989" y="1194"/>
                  </a:cubicBezTo>
                  <a:cubicBezTo>
                    <a:pt x="1007" y="1140"/>
                    <a:pt x="1027" y="1222"/>
                    <a:pt x="1059" y="1175"/>
                  </a:cubicBezTo>
                  <a:cubicBezTo>
                    <a:pt x="1074" y="1223"/>
                    <a:pt x="1068" y="1200"/>
                    <a:pt x="1078" y="1244"/>
                  </a:cubicBezTo>
                  <a:cubicBezTo>
                    <a:pt x="1109" y="1223"/>
                    <a:pt x="1109" y="1186"/>
                    <a:pt x="1135" y="1225"/>
                  </a:cubicBezTo>
                  <a:cubicBezTo>
                    <a:pt x="1164" y="1203"/>
                    <a:pt x="1175" y="1178"/>
                    <a:pt x="1198" y="1149"/>
                  </a:cubicBezTo>
                  <a:cubicBezTo>
                    <a:pt x="1200" y="1160"/>
                    <a:pt x="1202" y="1170"/>
                    <a:pt x="1204" y="1181"/>
                  </a:cubicBezTo>
                  <a:cubicBezTo>
                    <a:pt x="1206" y="1189"/>
                    <a:pt x="1202" y="1203"/>
                    <a:pt x="1210" y="1206"/>
                  </a:cubicBezTo>
                  <a:cubicBezTo>
                    <a:pt x="1219" y="1210"/>
                    <a:pt x="1227" y="1198"/>
                    <a:pt x="1236" y="1194"/>
                  </a:cubicBezTo>
                  <a:cubicBezTo>
                    <a:pt x="1264" y="1149"/>
                    <a:pt x="1231" y="1188"/>
                    <a:pt x="1261" y="1194"/>
                  </a:cubicBezTo>
                  <a:cubicBezTo>
                    <a:pt x="1269" y="1195"/>
                    <a:pt x="1274" y="1185"/>
                    <a:pt x="1280" y="1181"/>
                  </a:cubicBezTo>
                  <a:cubicBezTo>
                    <a:pt x="1292" y="1162"/>
                    <a:pt x="1298" y="1145"/>
                    <a:pt x="1305" y="1124"/>
                  </a:cubicBezTo>
                  <a:cubicBezTo>
                    <a:pt x="1317" y="1187"/>
                    <a:pt x="1301" y="1145"/>
                    <a:pt x="1330" y="1130"/>
                  </a:cubicBezTo>
                  <a:cubicBezTo>
                    <a:pt x="1336" y="1127"/>
                    <a:pt x="1343" y="1135"/>
                    <a:pt x="1349" y="1137"/>
                  </a:cubicBezTo>
                  <a:cubicBezTo>
                    <a:pt x="1349" y="1137"/>
                    <a:pt x="1336" y="1140"/>
                    <a:pt x="1330" y="1143"/>
                  </a:cubicBezTo>
                  <a:cubicBezTo>
                    <a:pt x="1288" y="1161"/>
                    <a:pt x="1322" y="1156"/>
                    <a:pt x="1273" y="1156"/>
                  </a:cubicBezTo>
                </a:path>
              </a:pathLst>
            </a:custGeom>
            <a:noFill/>
            <a:ln w="9525" cap="flat" cmpd="sng">
              <a:solidFill>
                <a:srgbClr val="FF3300"/>
              </a:solidFill>
              <a:prstDash val="solid"/>
              <a:round/>
              <a:headEnd/>
              <a:tailEnd/>
            </a:ln>
            <a:effectLst/>
          </p:spPr>
          <p:txBody>
            <a:bodyPr wrap="none" anchor="ctr"/>
            <a:lstStyle/>
            <a:p>
              <a:endParaRPr lang="en-GB" sz="1600"/>
            </a:p>
          </p:txBody>
        </p:sp>
        <p:sp>
          <p:nvSpPr>
            <p:cNvPr id="135416" name="Freeform 248"/>
            <p:cNvSpPr>
              <a:spLocks/>
            </p:cNvSpPr>
            <p:nvPr/>
          </p:nvSpPr>
          <p:spPr bwMode="auto">
            <a:xfrm flipV="1">
              <a:off x="1964" y="2553"/>
              <a:ext cx="1396" cy="1206"/>
            </a:xfrm>
            <a:custGeom>
              <a:avLst/>
              <a:gdLst/>
              <a:ahLst/>
              <a:cxnLst>
                <a:cxn ang="0">
                  <a:pos x="0" y="156"/>
                </a:cxn>
                <a:cxn ang="0">
                  <a:pos x="50" y="81"/>
                </a:cxn>
                <a:cxn ang="0">
                  <a:pos x="76" y="62"/>
                </a:cxn>
                <a:cxn ang="0">
                  <a:pos x="107" y="17"/>
                </a:cxn>
                <a:cxn ang="0">
                  <a:pos x="139" y="100"/>
                </a:cxn>
                <a:cxn ang="0">
                  <a:pos x="196" y="74"/>
                </a:cxn>
                <a:cxn ang="0">
                  <a:pos x="240" y="43"/>
                </a:cxn>
                <a:cxn ang="0">
                  <a:pos x="253" y="93"/>
                </a:cxn>
                <a:cxn ang="0">
                  <a:pos x="303" y="68"/>
                </a:cxn>
                <a:cxn ang="0">
                  <a:pos x="328" y="112"/>
                </a:cxn>
                <a:cxn ang="0">
                  <a:pos x="379" y="62"/>
                </a:cxn>
                <a:cxn ang="0">
                  <a:pos x="417" y="125"/>
                </a:cxn>
                <a:cxn ang="0">
                  <a:pos x="429" y="106"/>
                </a:cxn>
                <a:cxn ang="0">
                  <a:pos x="436" y="137"/>
                </a:cxn>
                <a:cxn ang="0">
                  <a:pos x="455" y="207"/>
                </a:cxn>
                <a:cxn ang="0">
                  <a:pos x="486" y="213"/>
                </a:cxn>
                <a:cxn ang="0">
                  <a:pos x="518" y="207"/>
                </a:cxn>
                <a:cxn ang="0">
                  <a:pos x="524" y="226"/>
                </a:cxn>
                <a:cxn ang="0">
                  <a:pos x="543" y="232"/>
                </a:cxn>
                <a:cxn ang="0">
                  <a:pos x="549" y="283"/>
                </a:cxn>
                <a:cxn ang="0">
                  <a:pos x="562" y="321"/>
                </a:cxn>
                <a:cxn ang="0">
                  <a:pos x="606" y="359"/>
                </a:cxn>
                <a:cxn ang="0">
                  <a:pos x="625" y="415"/>
                </a:cxn>
                <a:cxn ang="0">
                  <a:pos x="669" y="580"/>
                </a:cxn>
                <a:cxn ang="0">
                  <a:pos x="695" y="719"/>
                </a:cxn>
                <a:cxn ang="0">
                  <a:pos x="701" y="693"/>
                </a:cxn>
                <a:cxn ang="0">
                  <a:pos x="707" y="712"/>
                </a:cxn>
                <a:cxn ang="0">
                  <a:pos x="714" y="731"/>
                </a:cxn>
                <a:cxn ang="0">
                  <a:pos x="733" y="807"/>
                </a:cxn>
                <a:cxn ang="0">
                  <a:pos x="739" y="895"/>
                </a:cxn>
                <a:cxn ang="0">
                  <a:pos x="758" y="927"/>
                </a:cxn>
                <a:cxn ang="0">
                  <a:pos x="802" y="1041"/>
                </a:cxn>
                <a:cxn ang="0">
                  <a:pos x="846" y="1041"/>
                </a:cxn>
                <a:cxn ang="0">
                  <a:pos x="922" y="1116"/>
                </a:cxn>
                <a:cxn ang="0">
                  <a:pos x="947" y="1186"/>
                </a:cxn>
                <a:cxn ang="0">
                  <a:pos x="960" y="1161"/>
                </a:cxn>
                <a:cxn ang="0">
                  <a:pos x="998" y="1192"/>
                </a:cxn>
                <a:cxn ang="0">
                  <a:pos x="1036" y="1161"/>
                </a:cxn>
                <a:cxn ang="0">
                  <a:pos x="1048" y="1180"/>
                </a:cxn>
                <a:cxn ang="0">
                  <a:pos x="1074" y="1192"/>
                </a:cxn>
                <a:cxn ang="0">
                  <a:pos x="1162" y="1167"/>
                </a:cxn>
                <a:cxn ang="0">
                  <a:pos x="1232" y="1161"/>
                </a:cxn>
                <a:cxn ang="0">
                  <a:pos x="1295" y="1110"/>
                </a:cxn>
                <a:cxn ang="0">
                  <a:pos x="1358" y="1123"/>
                </a:cxn>
                <a:cxn ang="0">
                  <a:pos x="1396" y="1085"/>
                </a:cxn>
              </a:cxnLst>
              <a:rect l="0" t="0" r="r" b="b"/>
              <a:pathLst>
                <a:path w="1396" h="1206">
                  <a:moveTo>
                    <a:pt x="0" y="156"/>
                  </a:moveTo>
                  <a:cubicBezTo>
                    <a:pt x="17" y="134"/>
                    <a:pt x="32" y="101"/>
                    <a:pt x="50" y="81"/>
                  </a:cubicBezTo>
                  <a:cubicBezTo>
                    <a:pt x="57" y="73"/>
                    <a:pt x="68" y="70"/>
                    <a:pt x="76" y="62"/>
                  </a:cubicBezTo>
                  <a:cubicBezTo>
                    <a:pt x="85" y="53"/>
                    <a:pt x="100" y="29"/>
                    <a:pt x="107" y="17"/>
                  </a:cubicBezTo>
                  <a:cubicBezTo>
                    <a:pt x="114" y="59"/>
                    <a:pt x="111" y="72"/>
                    <a:pt x="139" y="100"/>
                  </a:cubicBezTo>
                  <a:cubicBezTo>
                    <a:pt x="166" y="91"/>
                    <a:pt x="176" y="91"/>
                    <a:pt x="196" y="74"/>
                  </a:cubicBezTo>
                  <a:cubicBezTo>
                    <a:pt x="233" y="42"/>
                    <a:pt x="206" y="54"/>
                    <a:pt x="240" y="43"/>
                  </a:cubicBezTo>
                  <a:cubicBezTo>
                    <a:pt x="240" y="44"/>
                    <a:pt x="252" y="93"/>
                    <a:pt x="253" y="93"/>
                  </a:cubicBezTo>
                  <a:cubicBezTo>
                    <a:pt x="271" y="96"/>
                    <a:pt x="285" y="74"/>
                    <a:pt x="303" y="68"/>
                  </a:cubicBezTo>
                  <a:cubicBezTo>
                    <a:pt x="325" y="0"/>
                    <a:pt x="322" y="29"/>
                    <a:pt x="328" y="112"/>
                  </a:cubicBezTo>
                  <a:cubicBezTo>
                    <a:pt x="362" y="87"/>
                    <a:pt x="348" y="81"/>
                    <a:pt x="379" y="62"/>
                  </a:cubicBezTo>
                  <a:cubicBezTo>
                    <a:pt x="389" y="104"/>
                    <a:pt x="361" y="152"/>
                    <a:pt x="417" y="125"/>
                  </a:cubicBezTo>
                  <a:cubicBezTo>
                    <a:pt x="421" y="119"/>
                    <a:pt x="423" y="102"/>
                    <a:pt x="429" y="106"/>
                  </a:cubicBezTo>
                  <a:cubicBezTo>
                    <a:pt x="438" y="112"/>
                    <a:pt x="434" y="127"/>
                    <a:pt x="436" y="137"/>
                  </a:cubicBezTo>
                  <a:cubicBezTo>
                    <a:pt x="447" y="193"/>
                    <a:pt x="435" y="157"/>
                    <a:pt x="455" y="207"/>
                  </a:cubicBezTo>
                  <a:cubicBezTo>
                    <a:pt x="502" y="175"/>
                    <a:pt x="449" y="202"/>
                    <a:pt x="486" y="213"/>
                  </a:cubicBezTo>
                  <a:cubicBezTo>
                    <a:pt x="496" y="216"/>
                    <a:pt x="507" y="209"/>
                    <a:pt x="518" y="207"/>
                  </a:cubicBezTo>
                  <a:cubicBezTo>
                    <a:pt x="520" y="213"/>
                    <a:pt x="519" y="221"/>
                    <a:pt x="524" y="226"/>
                  </a:cubicBezTo>
                  <a:cubicBezTo>
                    <a:pt x="529" y="231"/>
                    <a:pt x="540" y="226"/>
                    <a:pt x="543" y="232"/>
                  </a:cubicBezTo>
                  <a:cubicBezTo>
                    <a:pt x="550" y="248"/>
                    <a:pt x="545" y="266"/>
                    <a:pt x="549" y="283"/>
                  </a:cubicBezTo>
                  <a:cubicBezTo>
                    <a:pt x="552" y="296"/>
                    <a:pt x="558" y="308"/>
                    <a:pt x="562" y="321"/>
                  </a:cubicBezTo>
                  <a:cubicBezTo>
                    <a:pt x="610" y="273"/>
                    <a:pt x="599" y="288"/>
                    <a:pt x="606" y="359"/>
                  </a:cubicBezTo>
                  <a:cubicBezTo>
                    <a:pt x="653" y="327"/>
                    <a:pt x="629" y="392"/>
                    <a:pt x="625" y="415"/>
                  </a:cubicBezTo>
                  <a:cubicBezTo>
                    <a:pt x="631" y="518"/>
                    <a:pt x="607" y="533"/>
                    <a:pt x="669" y="580"/>
                  </a:cubicBezTo>
                  <a:cubicBezTo>
                    <a:pt x="682" y="626"/>
                    <a:pt x="685" y="673"/>
                    <a:pt x="695" y="719"/>
                  </a:cubicBezTo>
                  <a:cubicBezTo>
                    <a:pt x="697" y="710"/>
                    <a:pt x="693" y="697"/>
                    <a:pt x="701" y="693"/>
                  </a:cubicBezTo>
                  <a:cubicBezTo>
                    <a:pt x="707" y="690"/>
                    <a:pt x="705" y="706"/>
                    <a:pt x="707" y="712"/>
                  </a:cubicBezTo>
                  <a:cubicBezTo>
                    <a:pt x="709" y="718"/>
                    <a:pt x="712" y="725"/>
                    <a:pt x="714" y="731"/>
                  </a:cubicBezTo>
                  <a:cubicBezTo>
                    <a:pt x="722" y="756"/>
                    <a:pt x="733" y="807"/>
                    <a:pt x="733" y="807"/>
                  </a:cubicBezTo>
                  <a:cubicBezTo>
                    <a:pt x="735" y="836"/>
                    <a:pt x="733" y="866"/>
                    <a:pt x="739" y="895"/>
                  </a:cubicBezTo>
                  <a:cubicBezTo>
                    <a:pt x="742" y="907"/>
                    <a:pt x="753" y="916"/>
                    <a:pt x="758" y="927"/>
                  </a:cubicBezTo>
                  <a:cubicBezTo>
                    <a:pt x="776" y="965"/>
                    <a:pt x="778" y="1005"/>
                    <a:pt x="802" y="1041"/>
                  </a:cubicBezTo>
                  <a:cubicBezTo>
                    <a:pt x="813" y="1006"/>
                    <a:pt x="817" y="1030"/>
                    <a:pt x="846" y="1041"/>
                  </a:cubicBezTo>
                  <a:cubicBezTo>
                    <a:pt x="878" y="1083"/>
                    <a:pt x="874" y="1098"/>
                    <a:pt x="922" y="1116"/>
                  </a:cubicBezTo>
                  <a:cubicBezTo>
                    <a:pt x="940" y="1142"/>
                    <a:pt x="936" y="1157"/>
                    <a:pt x="947" y="1186"/>
                  </a:cubicBezTo>
                  <a:cubicBezTo>
                    <a:pt x="955" y="1206"/>
                    <a:pt x="950" y="1142"/>
                    <a:pt x="960" y="1161"/>
                  </a:cubicBezTo>
                  <a:cubicBezTo>
                    <a:pt x="967" y="1144"/>
                    <a:pt x="987" y="1206"/>
                    <a:pt x="998" y="1192"/>
                  </a:cubicBezTo>
                  <a:cubicBezTo>
                    <a:pt x="1008" y="1179"/>
                    <a:pt x="1024" y="1173"/>
                    <a:pt x="1036" y="1161"/>
                  </a:cubicBezTo>
                  <a:cubicBezTo>
                    <a:pt x="1040" y="1167"/>
                    <a:pt x="1041" y="1177"/>
                    <a:pt x="1048" y="1180"/>
                  </a:cubicBezTo>
                  <a:cubicBezTo>
                    <a:pt x="1082" y="1193"/>
                    <a:pt x="1056" y="1144"/>
                    <a:pt x="1074" y="1192"/>
                  </a:cubicBezTo>
                  <a:cubicBezTo>
                    <a:pt x="1145" y="1157"/>
                    <a:pt x="1114" y="1156"/>
                    <a:pt x="1162" y="1167"/>
                  </a:cubicBezTo>
                  <a:cubicBezTo>
                    <a:pt x="1192" y="1160"/>
                    <a:pt x="1201" y="1153"/>
                    <a:pt x="1232" y="1161"/>
                  </a:cubicBezTo>
                  <a:cubicBezTo>
                    <a:pt x="1251" y="1141"/>
                    <a:pt x="1295" y="1110"/>
                    <a:pt x="1295" y="1110"/>
                  </a:cubicBezTo>
                  <a:cubicBezTo>
                    <a:pt x="1314" y="1140"/>
                    <a:pt x="1327" y="1138"/>
                    <a:pt x="1358" y="1123"/>
                  </a:cubicBezTo>
                  <a:cubicBezTo>
                    <a:pt x="1373" y="1077"/>
                    <a:pt x="1357" y="1085"/>
                    <a:pt x="1396" y="1085"/>
                  </a:cubicBezTo>
                </a:path>
              </a:pathLst>
            </a:custGeom>
            <a:noFill/>
            <a:ln w="9525" cap="flat" cmpd="sng">
              <a:solidFill>
                <a:srgbClr val="FF3300"/>
              </a:solidFill>
              <a:prstDash val="solid"/>
              <a:round/>
              <a:headEnd/>
              <a:tailEnd/>
            </a:ln>
            <a:effectLst/>
          </p:spPr>
          <p:txBody>
            <a:bodyPr wrap="none" anchor="ctr"/>
            <a:lstStyle/>
            <a:p>
              <a:endParaRPr lang="en-GB" sz="1600"/>
            </a:p>
          </p:txBody>
        </p:sp>
        <p:sp>
          <p:nvSpPr>
            <p:cNvPr id="135417" name="Freeform 249"/>
            <p:cNvSpPr>
              <a:spLocks/>
            </p:cNvSpPr>
            <p:nvPr/>
          </p:nvSpPr>
          <p:spPr bwMode="auto">
            <a:xfrm flipV="1">
              <a:off x="1888" y="2577"/>
              <a:ext cx="1472" cy="1067"/>
            </a:xfrm>
            <a:custGeom>
              <a:avLst/>
              <a:gdLst/>
              <a:ahLst/>
              <a:cxnLst>
                <a:cxn ang="0">
                  <a:pos x="1472" y="1048"/>
                </a:cxn>
                <a:cxn ang="0">
                  <a:pos x="1409" y="1023"/>
                </a:cxn>
                <a:cxn ang="0">
                  <a:pos x="1415" y="991"/>
                </a:cxn>
                <a:cxn ang="0">
                  <a:pos x="1421" y="966"/>
                </a:cxn>
                <a:cxn ang="0">
                  <a:pos x="1415" y="941"/>
                </a:cxn>
                <a:cxn ang="0">
                  <a:pos x="1409" y="909"/>
                </a:cxn>
                <a:cxn ang="0">
                  <a:pos x="1377" y="947"/>
                </a:cxn>
                <a:cxn ang="0">
                  <a:pos x="1352" y="833"/>
                </a:cxn>
                <a:cxn ang="0">
                  <a:pos x="1320" y="695"/>
                </a:cxn>
                <a:cxn ang="0">
                  <a:pos x="1301" y="707"/>
                </a:cxn>
                <a:cxn ang="0">
                  <a:pos x="1295" y="682"/>
                </a:cxn>
                <a:cxn ang="0">
                  <a:pos x="1257" y="587"/>
                </a:cxn>
                <a:cxn ang="0">
                  <a:pos x="1219" y="473"/>
                </a:cxn>
                <a:cxn ang="0">
                  <a:pos x="1200" y="480"/>
                </a:cxn>
                <a:cxn ang="0">
                  <a:pos x="1143" y="385"/>
                </a:cxn>
                <a:cxn ang="0">
                  <a:pos x="1105" y="259"/>
                </a:cxn>
                <a:cxn ang="0">
                  <a:pos x="1080" y="221"/>
                </a:cxn>
                <a:cxn ang="0">
                  <a:pos x="1042" y="170"/>
                </a:cxn>
                <a:cxn ang="0">
                  <a:pos x="1023" y="177"/>
                </a:cxn>
                <a:cxn ang="0">
                  <a:pos x="1017" y="196"/>
                </a:cxn>
                <a:cxn ang="0">
                  <a:pos x="1011" y="177"/>
                </a:cxn>
                <a:cxn ang="0">
                  <a:pos x="966" y="120"/>
                </a:cxn>
                <a:cxn ang="0">
                  <a:pos x="948" y="126"/>
                </a:cxn>
                <a:cxn ang="0">
                  <a:pos x="859" y="57"/>
                </a:cxn>
                <a:cxn ang="0">
                  <a:pos x="853" y="76"/>
                </a:cxn>
                <a:cxn ang="0">
                  <a:pos x="821" y="44"/>
                </a:cxn>
                <a:cxn ang="0">
                  <a:pos x="752" y="19"/>
                </a:cxn>
                <a:cxn ang="0">
                  <a:pos x="689" y="0"/>
                </a:cxn>
                <a:cxn ang="0">
                  <a:pos x="651" y="25"/>
                </a:cxn>
                <a:cxn ang="0">
                  <a:pos x="625" y="50"/>
                </a:cxn>
                <a:cxn ang="0">
                  <a:pos x="619" y="69"/>
                </a:cxn>
                <a:cxn ang="0">
                  <a:pos x="613" y="50"/>
                </a:cxn>
                <a:cxn ang="0">
                  <a:pos x="588" y="25"/>
                </a:cxn>
                <a:cxn ang="0">
                  <a:pos x="569" y="82"/>
                </a:cxn>
                <a:cxn ang="0">
                  <a:pos x="562" y="63"/>
                </a:cxn>
                <a:cxn ang="0">
                  <a:pos x="543" y="50"/>
                </a:cxn>
                <a:cxn ang="0">
                  <a:pos x="512" y="82"/>
                </a:cxn>
                <a:cxn ang="0">
                  <a:pos x="486" y="126"/>
                </a:cxn>
                <a:cxn ang="0">
                  <a:pos x="480" y="151"/>
                </a:cxn>
                <a:cxn ang="0">
                  <a:pos x="474" y="132"/>
                </a:cxn>
                <a:cxn ang="0">
                  <a:pos x="449" y="145"/>
                </a:cxn>
                <a:cxn ang="0">
                  <a:pos x="423" y="208"/>
                </a:cxn>
                <a:cxn ang="0">
                  <a:pos x="417" y="183"/>
                </a:cxn>
                <a:cxn ang="0">
                  <a:pos x="398" y="196"/>
                </a:cxn>
                <a:cxn ang="0">
                  <a:pos x="373" y="252"/>
                </a:cxn>
                <a:cxn ang="0">
                  <a:pos x="335" y="379"/>
                </a:cxn>
                <a:cxn ang="0">
                  <a:pos x="310" y="429"/>
                </a:cxn>
                <a:cxn ang="0">
                  <a:pos x="291" y="518"/>
                </a:cxn>
                <a:cxn ang="0">
                  <a:pos x="240" y="688"/>
                </a:cxn>
                <a:cxn ang="0">
                  <a:pos x="171" y="884"/>
                </a:cxn>
                <a:cxn ang="0">
                  <a:pos x="164" y="865"/>
                </a:cxn>
                <a:cxn ang="0">
                  <a:pos x="158" y="840"/>
                </a:cxn>
                <a:cxn ang="0">
                  <a:pos x="145" y="897"/>
                </a:cxn>
                <a:cxn ang="0">
                  <a:pos x="108" y="1067"/>
                </a:cxn>
                <a:cxn ang="0">
                  <a:pos x="70" y="1055"/>
                </a:cxn>
                <a:cxn ang="0">
                  <a:pos x="0" y="1055"/>
                </a:cxn>
              </a:cxnLst>
              <a:rect l="0" t="0" r="r" b="b"/>
              <a:pathLst>
                <a:path w="1472" h="1067">
                  <a:moveTo>
                    <a:pt x="1472" y="1048"/>
                  </a:moveTo>
                  <a:cubicBezTo>
                    <a:pt x="1451" y="1038"/>
                    <a:pt x="1431" y="1030"/>
                    <a:pt x="1409" y="1023"/>
                  </a:cubicBezTo>
                  <a:cubicBezTo>
                    <a:pt x="1411" y="1012"/>
                    <a:pt x="1413" y="1002"/>
                    <a:pt x="1415" y="991"/>
                  </a:cubicBezTo>
                  <a:cubicBezTo>
                    <a:pt x="1418" y="978"/>
                    <a:pt x="1439" y="902"/>
                    <a:pt x="1421" y="966"/>
                  </a:cubicBezTo>
                  <a:cubicBezTo>
                    <a:pt x="1419" y="958"/>
                    <a:pt x="1417" y="949"/>
                    <a:pt x="1415" y="941"/>
                  </a:cubicBezTo>
                  <a:cubicBezTo>
                    <a:pt x="1413" y="930"/>
                    <a:pt x="1419" y="914"/>
                    <a:pt x="1409" y="909"/>
                  </a:cubicBezTo>
                  <a:cubicBezTo>
                    <a:pt x="1403" y="906"/>
                    <a:pt x="1379" y="944"/>
                    <a:pt x="1377" y="947"/>
                  </a:cubicBezTo>
                  <a:cubicBezTo>
                    <a:pt x="1372" y="890"/>
                    <a:pt x="1373" y="878"/>
                    <a:pt x="1352" y="833"/>
                  </a:cubicBezTo>
                  <a:cubicBezTo>
                    <a:pt x="1343" y="787"/>
                    <a:pt x="1335" y="739"/>
                    <a:pt x="1320" y="695"/>
                  </a:cubicBezTo>
                  <a:cubicBezTo>
                    <a:pt x="1314" y="699"/>
                    <a:pt x="1308" y="710"/>
                    <a:pt x="1301" y="707"/>
                  </a:cubicBezTo>
                  <a:cubicBezTo>
                    <a:pt x="1293" y="703"/>
                    <a:pt x="1297" y="690"/>
                    <a:pt x="1295" y="682"/>
                  </a:cubicBezTo>
                  <a:cubicBezTo>
                    <a:pt x="1286" y="650"/>
                    <a:pt x="1275" y="614"/>
                    <a:pt x="1257" y="587"/>
                  </a:cubicBezTo>
                  <a:cubicBezTo>
                    <a:pt x="1245" y="548"/>
                    <a:pt x="1228" y="512"/>
                    <a:pt x="1219" y="473"/>
                  </a:cubicBezTo>
                  <a:cubicBezTo>
                    <a:pt x="1213" y="475"/>
                    <a:pt x="1204" y="485"/>
                    <a:pt x="1200" y="480"/>
                  </a:cubicBezTo>
                  <a:cubicBezTo>
                    <a:pt x="1173" y="449"/>
                    <a:pt x="1187" y="399"/>
                    <a:pt x="1143" y="385"/>
                  </a:cubicBezTo>
                  <a:cubicBezTo>
                    <a:pt x="1136" y="340"/>
                    <a:pt x="1131" y="297"/>
                    <a:pt x="1105" y="259"/>
                  </a:cubicBezTo>
                  <a:cubicBezTo>
                    <a:pt x="1094" y="225"/>
                    <a:pt x="1106" y="254"/>
                    <a:pt x="1080" y="221"/>
                  </a:cubicBezTo>
                  <a:cubicBezTo>
                    <a:pt x="1067" y="205"/>
                    <a:pt x="1042" y="170"/>
                    <a:pt x="1042" y="170"/>
                  </a:cubicBezTo>
                  <a:cubicBezTo>
                    <a:pt x="1036" y="172"/>
                    <a:pt x="1028" y="172"/>
                    <a:pt x="1023" y="177"/>
                  </a:cubicBezTo>
                  <a:cubicBezTo>
                    <a:pt x="1018" y="182"/>
                    <a:pt x="1024" y="196"/>
                    <a:pt x="1017" y="196"/>
                  </a:cubicBezTo>
                  <a:cubicBezTo>
                    <a:pt x="1010" y="196"/>
                    <a:pt x="1015" y="183"/>
                    <a:pt x="1011" y="177"/>
                  </a:cubicBezTo>
                  <a:cubicBezTo>
                    <a:pt x="998" y="157"/>
                    <a:pt x="966" y="120"/>
                    <a:pt x="966" y="120"/>
                  </a:cubicBezTo>
                  <a:cubicBezTo>
                    <a:pt x="960" y="122"/>
                    <a:pt x="953" y="129"/>
                    <a:pt x="948" y="126"/>
                  </a:cubicBezTo>
                  <a:cubicBezTo>
                    <a:pt x="901" y="96"/>
                    <a:pt x="906" y="72"/>
                    <a:pt x="859" y="57"/>
                  </a:cubicBezTo>
                  <a:cubicBezTo>
                    <a:pt x="857" y="63"/>
                    <a:pt x="859" y="74"/>
                    <a:pt x="853" y="76"/>
                  </a:cubicBezTo>
                  <a:cubicBezTo>
                    <a:pt x="839" y="79"/>
                    <a:pt x="827" y="49"/>
                    <a:pt x="821" y="44"/>
                  </a:cubicBezTo>
                  <a:cubicBezTo>
                    <a:pt x="795" y="24"/>
                    <a:pt x="781" y="25"/>
                    <a:pt x="752" y="19"/>
                  </a:cubicBezTo>
                  <a:cubicBezTo>
                    <a:pt x="718" y="40"/>
                    <a:pt x="719" y="19"/>
                    <a:pt x="689" y="0"/>
                  </a:cubicBezTo>
                  <a:cubicBezTo>
                    <a:pt x="668" y="30"/>
                    <a:pt x="684" y="48"/>
                    <a:pt x="651" y="25"/>
                  </a:cubicBezTo>
                  <a:cubicBezTo>
                    <a:pt x="642" y="33"/>
                    <a:pt x="632" y="40"/>
                    <a:pt x="625" y="50"/>
                  </a:cubicBezTo>
                  <a:cubicBezTo>
                    <a:pt x="621" y="55"/>
                    <a:pt x="626" y="69"/>
                    <a:pt x="619" y="69"/>
                  </a:cubicBezTo>
                  <a:cubicBezTo>
                    <a:pt x="612" y="69"/>
                    <a:pt x="615" y="56"/>
                    <a:pt x="613" y="50"/>
                  </a:cubicBezTo>
                  <a:cubicBezTo>
                    <a:pt x="605" y="25"/>
                    <a:pt x="612" y="33"/>
                    <a:pt x="588" y="25"/>
                  </a:cubicBezTo>
                  <a:cubicBezTo>
                    <a:pt x="587" y="29"/>
                    <a:pt x="579" y="79"/>
                    <a:pt x="569" y="82"/>
                  </a:cubicBezTo>
                  <a:cubicBezTo>
                    <a:pt x="563" y="84"/>
                    <a:pt x="566" y="68"/>
                    <a:pt x="562" y="63"/>
                  </a:cubicBezTo>
                  <a:cubicBezTo>
                    <a:pt x="557" y="57"/>
                    <a:pt x="549" y="54"/>
                    <a:pt x="543" y="50"/>
                  </a:cubicBezTo>
                  <a:cubicBezTo>
                    <a:pt x="529" y="109"/>
                    <a:pt x="551" y="50"/>
                    <a:pt x="512" y="82"/>
                  </a:cubicBezTo>
                  <a:cubicBezTo>
                    <a:pt x="499" y="93"/>
                    <a:pt x="496" y="112"/>
                    <a:pt x="486" y="126"/>
                  </a:cubicBezTo>
                  <a:cubicBezTo>
                    <a:pt x="484" y="134"/>
                    <a:pt x="488" y="147"/>
                    <a:pt x="480" y="151"/>
                  </a:cubicBezTo>
                  <a:cubicBezTo>
                    <a:pt x="474" y="154"/>
                    <a:pt x="481" y="133"/>
                    <a:pt x="474" y="132"/>
                  </a:cubicBezTo>
                  <a:cubicBezTo>
                    <a:pt x="465" y="130"/>
                    <a:pt x="457" y="141"/>
                    <a:pt x="449" y="145"/>
                  </a:cubicBezTo>
                  <a:cubicBezTo>
                    <a:pt x="434" y="166"/>
                    <a:pt x="430" y="183"/>
                    <a:pt x="423" y="208"/>
                  </a:cubicBezTo>
                  <a:cubicBezTo>
                    <a:pt x="421" y="200"/>
                    <a:pt x="425" y="187"/>
                    <a:pt x="417" y="183"/>
                  </a:cubicBezTo>
                  <a:cubicBezTo>
                    <a:pt x="410" y="180"/>
                    <a:pt x="403" y="190"/>
                    <a:pt x="398" y="196"/>
                  </a:cubicBezTo>
                  <a:cubicBezTo>
                    <a:pt x="388" y="209"/>
                    <a:pt x="383" y="236"/>
                    <a:pt x="373" y="252"/>
                  </a:cubicBezTo>
                  <a:cubicBezTo>
                    <a:pt x="367" y="290"/>
                    <a:pt x="353" y="343"/>
                    <a:pt x="335" y="379"/>
                  </a:cubicBezTo>
                  <a:cubicBezTo>
                    <a:pt x="314" y="422"/>
                    <a:pt x="328" y="370"/>
                    <a:pt x="310" y="429"/>
                  </a:cubicBezTo>
                  <a:cubicBezTo>
                    <a:pt x="301" y="458"/>
                    <a:pt x="300" y="489"/>
                    <a:pt x="291" y="518"/>
                  </a:cubicBezTo>
                  <a:cubicBezTo>
                    <a:pt x="241" y="418"/>
                    <a:pt x="312" y="665"/>
                    <a:pt x="240" y="688"/>
                  </a:cubicBezTo>
                  <a:cubicBezTo>
                    <a:pt x="205" y="746"/>
                    <a:pt x="195" y="820"/>
                    <a:pt x="171" y="884"/>
                  </a:cubicBezTo>
                  <a:cubicBezTo>
                    <a:pt x="169" y="878"/>
                    <a:pt x="166" y="871"/>
                    <a:pt x="164" y="865"/>
                  </a:cubicBezTo>
                  <a:cubicBezTo>
                    <a:pt x="162" y="857"/>
                    <a:pt x="166" y="836"/>
                    <a:pt x="158" y="840"/>
                  </a:cubicBezTo>
                  <a:cubicBezTo>
                    <a:pt x="141" y="849"/>
                    <a:pt x="151" y="878"/>
                    <a:pt x="145" y="897"/>
                  </a:cubicBezTo>
                  <a:cubicBezTo>
                    <a:pt x="128" y="953"/>
                    <a:pt x="126" y="1011"/>
                    <a:pt x="108" y="1067"/>
                  </a:cubicBezTo>
                  <a:cubicBezTo>
                    <a:pt x="99" y="1035"/>
                    <a:pt x="93" y="1019"/>
                    <a:pt x="70" y="1055"/>
                  </a:cubicBezTo>
                  <a:cubicBezTo>
                    <a:pt x="36" y="1032"/>
                    <a:pt x="36" y="1055"/>
                    <a:pt x="0" y="1055"/>
                  </a:cubicBezTo>
                </a:path>
              </a:pathLst>
            </a:custGeom>
            <a:noFill/>
            <a:ln w="9525" cap="flat" cmpd="sng">
              <a:solidFill>
                <a:srgbClr val="FF3300"/>
              </a:solidFill>
              <a:prstDash val="solid"/>
              <a:round/>
              <a:headEnd/>
              <a:tailEnd/>
            </a:ln>
            <a:effectLst/>
          </p:spPr>
          <p:txBody>
            <a:bodyPr wrap="none" anchor="ctr"/>
            <a:lstStyle/>
            <a:p>
              <a:endParaRPr lang="en-GB" sz="1600"/>
            </a:p>
          </p:txBody>
        </p:sp>
        <p:sp>
          <p:nvSpPr>
            <p:cNvPr id="135418" name="Freeform 250"/>
            <p:cNvSpPr>
              <a:spLocks/>
            </p:cNvSpPr>
            <p:nvPr/>
          </p:nvSpPr>
          <p:spPr bwMode="auto">
            <a:xfrm flipV="1">
              <a:off x="2008" y="2550"/>
              <a:ext cx="1484" cy="1164"/>
            </a:xfrm>
            <a:custGeom>
              <a:avLst/>
              <a:gdLst/>
              <a:ahLst/>
              <a:cxnLst>
                <a:cxn ang="0">
                  <a:pos x="13" y="1031"/>
                </a:cxn>
                <a:cxn ang="0">
                  <a:pos x="25" y="1012"/>
                </a:cxn>
                <a:cxn ang="0">
                  <a:pos x="63" y="1019"/>
                </a:cxn>
                <a:cxn ang="0">
                  <a:pos x="120" y="817"/>
                </a:cxn>
                <a:cxn ang="0">
                  <a:pos x="145" y="861"/>
                </a:cxn>
                <a:cxn ang="0">
                  <a:pos x="202" y="760"/>
                </a:cxn>
                <a:cxn ang="0">
                  <a:pos x="253" y="469"/>
                </a:cxn>
                <a:cxn ang="0">
                  <a:pos x="290" y="482"/>
                </a:cxn>
                <a:cxn ang="0">
                  <a:pos x="410" y="223"/>
                </a:cxn>
                <a:cxn ang="0">
                  <a:pos x="511" y="97"/>
                </a:cxn>
                <a:cxn ang="0">
                  <a:pos x="562" y="103"/>
                </a:cxn>
                <a:cxn ang="0">
                  <a:pos x="631" y="90"/>
                </a:cxn>
                <a:cxn ang="0">
                  <a:pos x="682" y="21"/>
                </a:cxn>
                <a:cxn ang="0">
                  <a:pos x="707" y="84"/>
                </a:cxn>
                <a:cxn ang="0">
                  <a:pos x="770" y="46"/>
                </a:cxn>
                <a:cxn ang="0">
                  <a:pos x="789" y="90"/>
                </a:cxn>
                <a:cxn ang="0">
                  <a:pos x="853" y="78"/>
                </a:cxn>
                <a:cxn ang="0">
                  <a:pos x="878" y="135"/>
                </a:cxn>
                <a:cxn ang="0">
                  <a:pos x="890" y="59"/>
                </a:cxn>
                <a:cxn ang="0">
                  <a:pos x="979" y="191"/>
                </a:cxn>
                <a:cxn ang="0">
                  <a:pos x="1023" y="172"/>
                </a:cxn>
                <a:cxn ang="0">
                  <a:pos x="1061" y="242"/>
                </a:cxn>
                <a:cxn ang="0">
                  <a:pos x="1099" y="343"/>
                </a:cxn>
                <a:cxn ang="0">
                  <a:pos x="1118" y="368"/>
                </a:cxn>
                <a:cxn ang="0">
                  <a:pos x="1162" y="406"/>
                </a:cxn>
                <a:cxn ang="0">
                  <a:pos x="1175" y="476"/>
                </a:cxn>
                <a:cxn ang="0">
                  <a:pos x="1213" y="551"/>
                </a:cxn>
                <a:cxn ang="0">
                  <a:pos x="1244" y="627"/>
                </a:cxn>
                <a:cxn ang="0">
                  <a:pos x="1288" y="741"/>
                </a:cxn>
                <a:cxn ang="0">
                  <a:pos x="1314" y="772"/>
                </a:cxn>
                <a:cxn ang="0">
                  <a:pos x="1370" y="1063"/>
                </a:cxn>
                <a:cxn ang="0">
                  <a:pos x="1459" y="1164"/>
                </a:cxn>
                <a:cxn ang="0">
                  <a:pos x="1478" y="1038"/>
                </a:cxn>
              </a:cxnLst>
              <a:rect l="0" t="0" r="r" b="b"/>
              <a:pathLst>
                <a:path w="1484" h="1164">
                  <a:moveTo>
                    <a:pt x="0" y="1057"/>
                  </a:moveTo>
                  <a:cubicBezTo>
                    <a:pt x="4" y="1048"/>
                    <a:pt x="10" y="1040"/>
                    <a:pt x="13" y="1031"/>
                  </a:cubicBezTo>
                  <a:cubicBezTo>
                    <a:pt x="17" y="1019"/>
                    <a:pt x="12" y="1004"/>
                    <a:pt x="19" y="993"/>
                  </a:cubicBezTo>
                  <a:cubicBezTo>
                    <a:pt x="23" y="987"/>
                    <a:pt x="21" y="1007"/>
                    <a:pt x="25" y="1012"/>
                  </a:cubicBezTo>
                  <a:cubicBezTo>
                    <a:pt x="30" y="1018"/>
                    <a:pt x="38" y="1021"/>
                    <a:pt x="44" y="1025"/>
                  </a:cubicBezTo>
                  <a:cubicBezTo>
                    <a:pt x="53" y="997"/>
                    <a:pt x="52" y="960"/>
                    <a:pt x="63" y="1019"/>
                  </a:cubicBezTo>
                  <a:cubicBezTo>
                    <a:pt x="88" y="983"/>
                    <a:pt x="81" y="957"/>
                    <a:pt x="88" y="911"/>
                  </a:cubicBezTo>
                  <a:cubicBezTo>
                    <a:pt x="93" y="879"/>
                    <a:pt x="108" y="847"/>
                    <a:pt x="120" y="817"/>
                  </a:cubicBezTo>
                  <a:cubicBezTo>
                    <a:pt x="124" y="823"/>
                    <a:pt x="129" y="829"/>
                    <a:pt x="133" y="836"/>
                  </a:cubicBezTo>
                  <a:cubicBezTo>
                    <a:pt x="138" y="844"/>
                    <a:pt x="136" y="859"/>
                    <a:pt x="145" y="861"/>
                  </a:cubicBezTo>
                  <a:cubicBezTo>
                    <a:pt x="152" y="863"/>
                    <a:pt x="154" y="849"/>
                    <a:pt x="158" y="842"/>
                  </a:cubicBezTo>
                  <a:cubicBezTo>
                    <a:pt x="175" y="814"/>
                    <a:pt x="184" y="786"/>
                    <a:pt x="202" y="760"/>
                  </a:cubicBezTo>
                  <a:cubicBezTo>
                    <a:pt x="219" y="704"/>
                    <a:pt x="227" y="660"/>
                    <a:pt x="234" y="602"/>
                  </a:cubicBezTo>
                  <a:cubicBezTo>
                    <a:pt x="259" y="682"/>
                    <a:pt x="237" y="514"/>
                    <a:pt x="253" y="469"/>
                  </a:cubicBezTo>
                  <a:cubicBezTo>
                    <a:pt x="259" y="478"/>
                    <a:pt x="261" y="492"/>
                    <a:pt x="271" y="495"/>
                  </a:cubicBezTo>
                  <a:cubicBezTo>
                    <a:pt x="278" y="498"/>
                    <a:pt x="285" y="488"/>
                    <a:pt x="290" y="482"/>
                  </a:cubicBezTo>
                  <a:cubicBezTo>
                    <a:pt x="296" y="475"/>
                    <a:pt x="318" y="406"/>
                    <a:pt x="322" y="393"/>
                  </a:cubicBezTo>
                  <a:cubicBezTo>
                    <a:pt x="332" y="322"/>
                    <a:pt x="354" y="268"/>
                    <a:pt x="410" y="223"/>
                  </a:cubicBezTo>
                  <a:cubicBezTo>
                    <a:pt x="422" y="200"/>
                    <a:pt x="430" y="176"/>
                    <a:pt x="442" y="153"/>
                  </a:cubicBezTo>
                  <a:cubicBezTo>
                    <a:pt x="486" y="183"/>
                    <a:pt x="499" y="134"/>
                    <a:pt x="511" y="97"/>
                  </a:cubicBezTo>
                  <a:cubicBezTo>
                    <a:pt x="524" y="114"/>
                    <a:pt x="541" y="140"/>
                    <a:pt x="549" y="135"/>
                  </a:cubicBezTo>
                  <a:cubicBezTo>
                    <a:pt x="559" y="129"/>
                    <a:pt x="555" y="112"/>
                    <a:pt x="562" y="103"/>
                  </a:cubicBezTo>
                  <a:cubicBezTo>
                    <a:pt x="573" y="89"/>
                    <a:pt x="600" y="65"/>
                    <a:pt x="600" y="65"/>
                  </a:cubicBezTo>
                  <a:cubicBezTo>
                    <a:pt x="614" y="21"/>
                    <a:pt x="618" y="70"/>
                    <a:pt x="631" y="90"/>
                  </a:cubicBezTo>
                  <a:cubicBezTo>
                    <a:pt x="636" y="66"/>
                    <a:pt x="632" y="0"/>
                    <a:pt x="663" y="46"/>
                  </a:cubicBezTo>
                  <a:cubicBezTo>
                    <a:pt x="677" y="89"/>
                    <a:pt x="677" y="38"/>
                    <a:pt x="682" y="21"/>
                  </a:cubicBezTo>
                  <a:cubicBezTo>
                    <a:pt x="684" y="44"/>
                    <a:pt x="679" y="69"/>
                    <a:pt x="688" y="90"/>
                  </a:cubicBezTo>
                  <a:cubicBezTo>
                    <a:pt x="690" y="96"/>
                    <a:pt x="703" y="89"/>
                    <a:pt x="707" y="84"/>
                  </a:cubicBezTo>
                  <a:cubicBezTo>
                    <a:pt x="718" y="70"/>
                    <a:pt x="721" y="38"/>
                    <a:pt x="733" y="21"/>
                  </a:cubicBezTo>
                  <a:cubicBezTo>
                    <a:pt x="737" y="57"/>
                    <a:pt x="741" y="123"/>
                    <a:pt x="770" y="46"/>
                  </a:cubicBezTo>
                  <a:cubicBezTo>
                    <a:pt x="772" y="54"/>
                    <a:pt x="774" y="63"/>
                    <a:pt x="777" y="71"/>
                  </a:cubicBezTo>
                  <a:cubicBezTo>
                    <a:pt x="780" y="78"/>
                    <a:pt x="782" y="93"/>
                    <a:pt x="789" y="90"/>
                  </a:cubicBezTo>
                  <a:cubicBezTo>
                    <a:pt x="802" y="84"/>
                    <a:pt x="809" y="29"/>
                    <a:pt x="815" y="15"/>
                  </a:cubicBezTo>
                  <a:cubicBezTo>
                    <a:pt x="831" y="37"/>
                    <a:pt x="838" y="56"/>
                    <a:pt x="853" y="78"/>
                  </a:cubicBezTo>
                  <a:cubicBezTo>
                    <a:pt x="857" y="91"/>
                    <a:pt x="860" y="104"/>
                    <a:pt x="865" y="116"/>
                  </a:cubicBezTo>
                  <a:cubicBezTo>
                    <a:pt x="868" y="123"/>
                    <a:pt x="872" y="139"/>
                    <a:pt x="878" y="135"/>
                  </a:cubicBezTo>
                  <a:cubicBezTo>
                    <a:pt x="887" y="129"/>
                    <a:pt x="882" y="114"/>
                    <a:pt x="884" y="103"/>
                  </a:cubicBezTo>
                  <a:cubicBezTo>
                    <a:pt x="886" y="88"/>
                    <a:pt x="888" y="74"/>
                    <a:pt x="890" y="59"/>
                  </a:cubicBezTo>
                  <a:cubicBezTo>
                    <a:pt x="912" y="119"/>
                    <a:pt x="939" y="172"/>
                    <a:pt x="966" y="229"/>
                  </a:cubicBezTo>
                  <a:cubicBezTo>
                    <a:pt x="970" y="216"/>
                    <a:pt x="976" y="204"/>
                    <a:pt x="979" y="191"/>
                  </a:cubicBezTo>
                  <a:cubicBezTo>
                    <a:pt x="984" y="166"/>
                    <a:pt x="991" y="116"/>
                    <a:pt x="991" y="116"/>
                  </a:cubicBezTo>
                  <a:cubicBezTo>
                    <a:pt x="1004" y="135"/>
                    <a:pt x="1010" y="153"/>
                    <a:pt x="1023" y="172"/>
                  </a:cubicBezTo>
                  <a:cubicBezTo>
                    <a:pt x="1028" y="196"/>
                    <a:pt x="1036" y="218"/>
                    <a:pt x="1042" y="242"/>
                  </a:cubicBezTo>
                  <a:cubicBezTo>
                    <a:pt x="1057" y="178"/>
                    <a:pt x="1036" y="242"/>
                    <a:pt x="1061" y="242"/>
                  </a:cubicBezTo>
                  <a:cubicBezTo>
                    <a:pt x="1070" y="242"/>
                    <a:pt x="1070" y="225"/>
                    <a:pt x="1074" y="217"/>
                  </a:cubicBezTo>
                  <a:cubicBezTo>
                    <a:pt x="1090" y="259"/>
                    <a:pt x="1094" y="297"/>
                    <a:pt x="1099" y="343"/>
                  </a:cubicBezTo>
                  <a:cubicBezTo>
                    <a:pt x="1103" y="337"/>
                    <a:pt x="1106" y="318"/>
                    <a:pt x="1111" y="324"/>
                  </a:cubicBezTo>
                  <a:cubicBezTo>
                    <a:pt x="1120" y="336"/>
                    <a:pt x="1117" y="353"/>
                    <a:pt x="1118" y="368"/>
                  </a:cubicBezTo>
                  <a:cubicBezTo>
                    <a:pt x="1123" y="428"/>
                    <a:pt x="1114" y="496"/>
                    <a:pt x="1143" y="551"/>
                  </a:cubicBezTo>
                  <a:cubicBezTo>
                    <a:pt x="1147" y="495"/>
                    <a:pt x="1146" y="456"/>
                    <a:pt x="1162" y="406"/>
                  </a:cubicBezTo>
                  <a:cubicBezTo>
                    <a:pt x="1164" y="440"/>
                    <a:pt x="1162" y="474"/>
                    <a:pt x="1168" y="507"/>
                  </a:cubicBezTo>
                  <a:cubicBezTo>
                    <a:pt x="1170" y="517"/>
                    <a:pt x="1173" y="466"/>
                    <a:pt x="1175" y="476"/>
                  </a:cubicBezTo>
                  <a:cubicBezTo>
                    <a:pt x="1193" y="557"/>
                    <a:pt x="1181" y="645"/>
                    <a:pt x="1194" y="728"/>
                  </a:cubicBezTo>
                  <a:cubicBezTo>
                    <a:pt x="1202" y="669"/>
                    <a:pt x="1198" y="608"/>
                    <a:pt x="1213" y="551"/>
                  </a:cubicBezTo>
                  <a:cubicBezTo>
                    <a:pt x="1216" y="538"/>
                    <a:pt x="1220" y="577"/>
                    <a:pt x="1225" y="589"/>
                  </a:cubicBezTo>
                  <a:cubicBezTo>
                    <a:pt x="1230" y="602"/>
                    <a:pt x="1238" y="614"/>
                    <a:pt x="1244" y="627"/>
                  </a:cubicBezTo>
                  <a:cubicBezTo>
                    <a:pt x="1250" y="652"/>
                    <a:pt x="1247" y="702"/>
                    <a:pt x="1276" y="659"/>
                  </a:cubicBezTo>
                  <a:cubicBezTo>
                    <a:pt x="1280" y="686"/>
                    <a:pt x="1281" y="714"/>
                    <a:pt x="1288" y="741"/>
                  </a:cubicBezTo>
                  <a:cubicBezTo>
                    <a:pt x="1293" y="760"/>
                    <a:pt x="1307" y="798"/>
                    <a:pt x="1307" y="798"/>
                  </a:cubicBezTo>
                  <a:cubicBezTo>
                    <a:pt x="1309" y="789"/>
                    <a:pt x="1313" y="763"/>
                    <a:pt x="1314" y="772"/>
                  </a:cubicBezTo>
                  <a:cubicBezTo>
                    <a:pt x="1319" y="814"/>
                    <a:pt x="1315" y="857"/>
                    <a:pt x="1320" y="899"/>
                  </a:cubicBezTo>
                  <a:cubicBezTo>
                    <a:pt x="1326" y="958"/>
                    <a:pt x="1350" y="1009"/>
                    <a:pt x="1370" y="1063"/>
                  </a:cubicBezTo>
                  <a:cubicBezTo>
                    <a:pt x="1386" y="1024"/>
                    <a:pt x="1394" y="984"/>
                    <a:pt x="1402" y="943"/>
                  </a:cubicBezTo>
                  <a:cubicBezTo>
                    <a:pt x="1411" y="1030"/>
                    <a:pt x="1444" y="1083"/>
                    <a:pt x="1459" y="1164"/>
                  </a:cubicBezTo>
                  <a:cubicBezTo>
                    <a:pt x="1464" y="1128"/>
                    <a:pt x="1465" y="1092"/>
                    <a:pt x="1471" y="1057"/>
                  </a:cubicBezTo>
                  <a:cubicBezTo>
                    <a:pt x="1472" y="1050"/>
                    <a:pt x="1471" y="1038"/>
                    <a:pt x="1478" y="1038"/>
                  </a:cubicBezTo>
                  <a:cubicBezTo>
                    <a:pt x="1484" y="1038"/>
                    <a:pt x="1478" y="1051"/>
                    <a:pt x="1478" y="1057"/>
                  </a:cubicBezTo>
                </a:path>
              </a:pathLst>
            </a:custGeom>
            <a:noFill/>
            <a:ln w="9525" cap="flat" cmpd="sng">
              <a:solidFill>
                <a:srgbClr val="FF3300"/>
              </a:solidFill>
              <a:prstDash val="solid"/>
              <a:round/>
              <a:headEnd/>
              <a:tailEnd/>
            </a:ln>
            <a:effectLst/>
          </p:spPr>
          <p:txBody>
            <a:bodyPr wrap="none" anchor="ctr"/>
            <a:lstStyle/>
            <a:p>
              <a:endParaRPr lang="en-GB" sz="1600"/>
            </a:p>
          </p:txBody>
        </p:sp>
        <p:sp>
          <p:nvSpPr>
            <p:cNvPr id="135419" name="Freeform 251"/>
            <p:cNvSpPr>
              <a:spLocks/>
            </p:cNvSpPr>
            <p:nvPr/>
          </p:nvSpPr>
          <p:spPr bwMode="auto">
            <a:xfrm>
              <a:off x="1990" y="2594"/>
              <a:ext cx="1484" cy="1164"/>
            </a:xfrm>
            <a:custGeom>
              <a:avLst/>
              <a:gdLst/>
              <a:ahLst/>
              <a:cxnLst>
                <a:cxn ang="0">
                  <a:pos x="13" y="1031"/>
                </a:cxn>
                <a:cxn ang="0">
                  <a:pos x="25" y="1012"/>
                </a:cxn>
                <a:cxn ang="0">
                  <a:pos x="63" y="1019"/>
                </a:cxn>
                <a:cxn ang="0">
                  <a:pos x="120" y="817"/>
                </a:cxn>
                <a:cxn ang="0">
                  <a:pos x="145" y="861"/>
                </a:cxn>
                <a:cxn ang="0">
                  <a:pos x="202" y="760"/>
                </a:cxn>
                <a:cxn ang="0">
                  <a:pos x="253" y="469"/>
                </a:cxn>
                <a:cxn ang="0">
                  <a:pos x="290" y="482"/>
                </a:cxn>
                <a:cxn ang="0">
                  <a:pos x="410" y="223"/>
                </a:cxn>
                <a:cxn ang="0">
                  <a:pos x="511" y="97"/>
                </a:cxn>
                <a:cxn ang="0">
                  <a:pos x="562" y="103"/>
                </a:cxn>
                <a:cxn ang="0">
                  <a:pos x="631" y="90"/>
                </a:cxn>
                <a:cxn ang="0">
                  <a:pos x="682" y="21"/>
                </a:cxn>
                <a:cxn ang="0">
                  <a:pos x="707" y="84"/>
                </a:cxn>
                <a:cxn ang="0">
                  <a:pos x="770" y="46"/>
                </a:cxn>
                <a:cxn ang="0">
                  <a:pos x="789" y="90"/>
                </a:cxn>
                <a:cxn ang="0">
                  <a:pos x="853" y="78"/>
                </a:cxn>
                <a:cxn ang="0">
                  <a:pos x="878" y="135"/>
                </a:cxn>
                <a:cxn ang="0">
                  <a:pos x="890" y="59"/>
                </a:cxn>
                <a:cxn ang="0">
                  <a:pos x="979" y="191"/>
                </a:cxn>
                <a:cxn ang="0">
                  <a:pos x="1023" y="172"/>
                </a:cxn>
                <a:cxn ang="0">
                  <a:pos x="1061" y="242"/>
                </a:cxn>
                <a:cxn ang="0">
                  <a:pos x="1099" y="343"/>
                </a:cxn>
                <a:cxn ang="0">
                  <a:pos x="1118" y="368"/>
                </a:cxn>
                <a:cxn ang="0">
                  <a:pos x="1162" y="406"/>
                </a:cxn>
                <a:cxn ang="0">
                  <a:pos x="1175" y="476"/>
                </a:cxn>
                <a:cxn ang="0">
                  <a:pos x="1213" y="551"/>
                </a:cxn>
                <a:cxn ang="0">
                  <a:pos x="1244" y="627"/>
                </a:cxn>
                <a:cxn ang="0">
                  <a:pos x="1288" y="741"/>
                </a:cxn>
                <a:cxn ang="0">
                  <a:pos x="1314" y="772"/>
                </a:cxn>
                <a:cxn ang="0">
                  <a:pos x="1370" y="1063"/>
                </a:cxn>
                <a:cxn ang="0">
                  <a:pos x="1459" y="1164"/>
                </a:cxn>
                <a:cxn ang="0">
                  <a:pos x="1478" y="1038"/>
                </a:cxn>
              </a:cxnLst>
              <a:rect l="0" t="0" r="r" b="b"/>
              <a:pathLst>
                <a:path w="1484" h="1164">
                  <a:moveTo>
                    <a:pt x="0" y="1057"/>
                  </a:moveTo>
                  <a:cubicBezTo>
                    <a:pt x="4" y="1048"/>
                    <a:pt x="10" y="1040"/>
                    <a:pt x="13" y="1031"/>
                  </a:cubicBezTo>
                  <a:cubicBezTo>
                    <a:pt x="17" y="1019"/>
                    <a:pt x="12" y="1004"/>
                    <a:pt x="19" y="993"/>
                  </a:cubicBezTo>
                  <a:cubicBezTo>
                    <a:pt x="23" y="987"/>
                    <a:pt x="21" y="1007"/>
                    <a:pt x="25" y="1012"/>
                  </a:cubicBezTo>
                  <a:cubicBezTo>
                    <a:pt x="30" y="1018"/>
                    <a:pt x="38" y="1021"/>
                    <a:pt x="44" y="1025"/>
                  </a:cubicBezTo>
                  <a:cubicBezTo>
                    <a:pt x="53" y="997"/>
                    <a:pt x="52" y="960"/>
                    <a:pt x="63" y="1019"/>
                  </a:cubicBezTo>
                  <a:cubicBezTo>
                    <a:pt x="88" y="983"/>
                    <a:pt x="81" y="957"/>
                    <a:pt x="88" y="911"/>
                  </a:cubicBezTo>
                  <a:cubicBezTo>
                    <a:pt x="93" y="879"/>
                    <a:pt x="108" y="847"/>
                    <a:pt x="120" y="817"/>
                  </a:cubicBezTo>
                  <a:cubicBezTo>
                    <a:pt x="124" y="823"/>
                    <a:pt x="129" y="829"/>
                    <a:pt x="133" y="836"/>
                  </a:cubicBezTo>
                  <a:cubicBezTo>
                    <a:pt x="138" y="844"/>
                    <a:pt x="136" y="859"/>
                    <a:pt x="145" y="861"/>
                  </a:cubicBezTo>
                  <a:cubicBezTo>
                    <a:pt x="152" y="863"/>
                    <a:pt x="154" y="849"/>
                    <a:pt x="158" y="842"/>
                  </a:cubicBezTo>
                  <a:cubicBezTo>
                    <a:pt x="175" y="814"/>
                    <a:pt x="184" y="786"/>
                    <a:pt x="202" y="760"/>
                  </a:cubicBezTo>
                  <a:cubicBezTo>
                    <a:pt x="219" y="704"/>
                    <a:pt x="227" y="660"/>
                    <a:pt x="234" y="602"/>
                  </a:cubicBezTo>
                  <a:cubicBezTo>
                    <a:pt x="259" y="682"/>
                    <a:pt x="237" y="514"/>
                    <a:pt x="253" y="469"/>
                  </a:cubicBezTo>
                  <a:cubicBezTo>
                    <a:pt x="259" y="478"/>
                    <a:pt x="261" y="492"/>
                    <a:pt x="271" y="495"/>
                  </a:cubicBezTo>
                  <a:cubicBezTo>
                    <a:pt x="278" y="498"/>
                    <a:pt x="285" y="488"/>
                    <a:pt x="290" y="482"/>
                  </a:cubicBezTo>
                  <a:cubicBezTo>
                    <a:pt x="296" y="475"/>
                    <a:pt x="318" y="406"/>
                    <a:pt x="322" y="393"/>
                  </a:cubicBezTo>
                  <a:cubicBezTo>
                    <a:pt x="332" y="322"/>
                    <a:pt x="354" y="268"/>
                    <a:pt x="410" y="223"/>
                  </a:cubicBezTo>
                  <a:cubicBezTo>
                    <a:pt x="422" y="200"/>
                    <a:pt x="430" y="176"/>
                    <a:pt x="442" y="153"/>
                  </a:cubicBezTo>
                  <a:cubicBezTo>
                    <a:pt x="486" y="183"/>
                    <a:pt x="499" y="134"/>
                    <a:pt x="511" y="97"/>
                  </a:cubicBezTo>
                  <a:cubicBezTo>
                    <a:pt x="524" y="114"/>
                    <a:pt x="541" y="140"/>
                    <a:pt x="549" y="135"/>
                  </a:cubicBezTo>
                  <a:cubicBezTo>
                    <a:pt x="559" y="129"/>
                    <a:pt x="555" y="112"/>
                    <a:pt x="562" y="103"/>
                  </a:cubicBezTo>
                  <a:cubicBezTo>
                    <a:pt x="573" y="89"/>
                    <a:pt x="600" y="65"/>
                    <a:pt x="600" y="65"/>
                  </a:cubicBezTo>
                  <a:cubicBezTo>
                    <a:pt x="614" y="21"/>
                    <a:pt x="618" y="70"/>
                    <a:pt x="631" y="90"/>
                  </a:cubicBezTo>
                  <a:cubicBezTo>
                    <a:pt x="636" y="66"/>
                    <a:pt x="632" y="0"/>
                    <a:pt x="663" y="46"/>
                  </a:cubicBezTo>
                  <a:cubicBezTo>
                    <a:pt x="677" y="89"/>
                    <a:pt x="677" y="38"/>
                    <a:pt x="682" y="21"/>
                  </a:cubicBezTo>
                  <a:cubicBezTo>
                    <a:pt x="684" y="44"/>
                    <a:pt x="679" y="69"/>
                    <a:pt x="688" y="90"/>
                  </a:cubicBezTo>
                  <a:cubicBezTo>
                    <a:pt x="690" y="96"/>
                    <a:pt x="703" y="89"/>
                    <a:pt x="707" y="84"/>
                  </a:cubicBezTo>
                  <a:cubicBezTo>
                    <a:pt x="718" y="70"/>
                    <a:pt x="721" y="38"/>
                    <a:pt x="733" y="21"/>
                  </a:cubicBezTo>
                  <a:cubicBezTo>
                    <a:pt x="737" y="57"/>
                    <a:pt x="741" y="123"/>
                    <a:pt x="770" y="46"/>
                  </a:cubicBezTo>
                  <a:cubicBezTo>
                    <a:pt x="772" y="54"/>
                    <a:pt x="774" y="63"/>
                    <a:pt x="777" y="71"/>
                  </a:cubicBezTo>
                  <a:cubicBezTo>
                    <a:pt x="780" y="78"/>
                    <a:pt x="782" y="93"/>
                    <a:pt x="789" y="90"/>
                  </a:cubicBezTo>
                  <a:cubicBezTo>
                    <a:pt x="802" y="84"/>
                    <a:pt x="809" y="29"/>
                    <a:pt x="815" y="15"/>
                  </a:cubicBezTo>
                  <a:cubicBezTo>
                    <a:pt x="831" y="37"/>
                    <a:pt x="838" y="56"/>
                    <a:pt x="853" y="78"/>
                  </a:cubicBezTo>
                  <a:cubicBezTo>
                    <a:pt x="857" y="91"/>
                    <a:pt x="860" y="104"/>
                    <a:pt x="865" y="116"/>
                  </a:cubicBezTo>
                  <a:cubicBezTo>
                    <a:pt x="868" y="123"/>
                    <a:pt x="872" y="139"/>
                    <a:pt x="878" y="135"/>
                  </a:cubicBezTo>
                  <a:cubicBezTo>
                    <a:pt x="887" y="129"/>
                    <a:pt x="882" y="114"/>
                    <a:pt x="884" y="103"/>
                  </a:cubicBezTo>
                  <a:cubicBezTo>
                    <a:pt x="886" y="88"/>
                    <a:pt x="888" y="74"/>
                    <a:pt x="890" y="59"/>
                  </a:cubicBezTo>
                  <a:cubicBezTo>
                    <a:pt x="912" y="119"/>
                    <a:pt x="939" y="172"/>
                    <a:pt x="966" y="229"/>
                  </a:cubicBezTo>
                  <a:cubicBezTo>
                    <a:pt x="970" y="216"/>
                    <a:pt x="976" y="204"/>
                    <a:pt x="979" y="191"/>
                  </a:cubicBezTo>
                  <a:cubicBezTo>
                    <a:pt x="984" y="166"/>
                    <a:pt x="991" y="116"/>
                    <a:pt x="991" y="116"/>
                  </a:cubicBezTo>
                  <a:cubicBezTo>
                    <a:pt x="1004" y="135"/>
                    <a:pt x="1010" y="153"/>
                    <a:pt x="1023" y="172"/>
                  </a:cubicBezTo>
                  <a:cubicBezTo>
                    <a:pt x="1028" y="196"/>
                    <a:pt x="1036" y="218"/>
                    <a:pt x="1042" y="242"/>
                  </a:cubicBezTo>
                  <a:cubicBezTo>
                    <a:pt x="1057" y="178"/>
                    <a:pt x="1036" y="242"/>
                    <a:pt x="1061" y="242"/>
                  </a:cubicBezTo>
                  <a:cubicBezTo>
                    <a:pt x="1070" y="242"/>
                    <a:pt x="1070" y="225"/>
                    <a:pt x="1074" y="217"/>
                  </a:cubicBezTo>
                  <a:cubicBezTo>
                    <a:pt x="1090" y="259"/>
                    <a:pt x="1094" y="297"/>
                    <a:pt x="1099" y="343"/>
                  </a:cubicBezTo>
                  <a:cubicBezTo>
                    <a:pt x="1103" y="337"/>
                    <a:pt x="1106" y="318"/>
                    <a:pt x="1111" y="324"/>
                  </a:cubicBezTo>
                  <a:cubicBezTo>
                    <a:pt x="1120" y="336"/>
                    <a:pt x="1117" y="353"/>
                    <a:pt x="1118" y="368"/>
                  </a:cubicBezTo>
                  <a:cubicBezTo>
                    <a:pt x="1123" y="428"/>
                    <a:pt x="1114" y="496"/>
                    <a:pt x="1143" y="551"/>
                  </a:cubicBezTo>
                  <a:cubicBezTo>
                    <a:pt x="1147" y="495"/>
                    <a:pt x="1146" y="456"/>
                    <a:pt x="1162" y="406"/>
                  </a:cubicBezTo>
                  <a:cubicBezTo>
                    <a:pt x="1164" y="440"/>
                    <a:pt x="1162" y="474"/>
                    <a:pt x="1168" y="507"/>
                  </a:cubicBezTo>
                  <a:cubicBezTo>
                    <a:pt x="1170" y="517"/>
                    <a:pt x="1173" y="466"/>
                    <a:pt x="1175" y="476"/>
                  </a:cubicBezTo>
                  <a:cubicBezTo>
                    <a:pt x="1193" y="557"/>
                    <a:pt x="1181" y="645"/>
                    <a:pt x="1194" y="728"/>
                  </a:cubicBezTo>
                  <a:cubicBezTo>
                    <a:pt x="1202" y="669"/>
                    <a:pt x="1198" y="608"/>
                    <a:pt x="1213" y="551"/>
                  </a:cubicBezTo>
                  <a:cubicBezTo>
                    <a:pt x="1216" y="538"/>
                    <a:pt x="1220" y="577"/>
                    <a:pt x="1225" y="589"/>
                  </a:cubicBezTo>
                  <a:cubicBezTo>
                    <a:pt x="1230" y="602"/>
                    <a:pt x="1238" y="614"/>
                    <a:pt x="1244" y="627"/>
                  </a:cubicBezTo>
                  <a:cubicBezTo>
                    <a:pt x="1250" y="652"/>
                    <a:pt x="1247" y="702"/>
                    <a:pt x="1276" y="659"/>
                  </a:cubicBezTo>
                  <a:cubicBezTo>
                    <a:pt x="1280" y="686"/>
                    <a:pt x="1281" y="714"/>
                    <a:pt x="1288" y="741"/>
                  </a:cubicBezTo>
                  <a:cubicBezTo>
                    <a:pt x="1293" y="760"/>
                    <a:pt x="1307" y="798"/>
                    <a:pt x="1307" y="798"/>
                  </a:cubicBezTo>
                  <a:cubicBezTo>
                    <a:pt x="1309" y="789"/>
                    <a:pt x="1313" y="763"/>
                    <a:pt x="1314" y="772"/>
                  </a:cubicBezTo>
                  <a:cubicBezTo>
                    <a:pt x="1319" y="814"/>
                    <a:pt x="1315" y="857"/>
                    <a:pt x="1320" y="899"/>
                  </a:cubicBezTo>
                  <a:cubicBezTo>
                    <a:pt x="1326" y="958"/>
                    <a:pt x="1350" y="1009"/>
                    <a:pt x="1370" y="1063"/>
                  </a:cubicBezTo>
                  <a:cubicBezTo>
                    <a:pt x="1386" y="1024"/>
                    <a:pt x="1394" y="984"/>
                    <a:pt x="1402" y="943"/>
                  </a:cubicBezTo>
                  <a:cubicBezTo>
                    <a:pt x="1411" y="1030"/>
                    <a:pt x="1444" y="1083"/>
                    <a:pt x="1459" y="1164"/>
                  </a:cubicBezTo>
                  <a:cubicBezTo>
                    <a:pt x="1464" y="1128"/>
                    <a:pt x="1465" y="1092"/>
                    <a:pt x="1471" y="1057"/>
                  </a:cubicBezTo>
                  <a:cubicBezTo>
                    <a:pt x="1472" y="1050"/>
                    <a:pt x="1471" y="1038"/>
                    <a:pt x="1478" y="1038"/>
                  </a:cubicBezTo>
                  <a:cubicBezTo>
                    <a:pt x="1484" y="1038"/>
                    <a:pt x="1478" y="1051"/>
                    <a:pt x="1478" y="1057"/>
                  </a:cubicBezTo>
                </a:path>
              </a:pathLst>
            </a:custGeom>
            <a:noFill/>
            <a:ln w="9525" cap="flat" cmpd="sng">
              <a:solidFill>
                <a:srgbClr val="FF3300"/>
              </a:solidFill>
              <a:prstDash val="solid"/>
              <a:round/>
              <a:headEnd/>
              <a:tailEnd/>
            </a:ln>
            <a:effectLst/>
          </p:spPr>
          <p:txBody>
            <a:bodyPr wrap="none" anchor="ctr"/>
            <a:lstStyle/>
            <a:p>
              <a:endParaRPr lang="en-GB" sz="1600"/>
            </a:p>
          </p:txBody>
        </p:sp>
        <p:sp>
          <p:nvSpPr>
            <p:cNvPr id="135420" name="Freeform 252"/>
            <p:cNvSpPr>
              <a:spLocks/>
            </p:cNvSpPr>
            <p:nvPr/>
          </p:nvSpPr>
          <p:spPr bwMode="auto">
            <a:xfrm flipV="1">
              <a:off x="1911" y="2570"/>
              <a:ext cx="1492" cy="1162"/>
            </a:xfrm>
            <a:custGeom>
              <a:avLst/>
              <a:gdLst/>
              <a:ahLst/>
              <a:cxnLst>
                <a:cxn ang="0">
                  <a:pos x="34" y="1093"/>
                </a:cxn>
                <a:cxn ang="0">
                  <a:pos x="72" y="1093"/>
                </a:cxn>
                <a:cxn ang="0">
                  <a:pos x="91" y="1112"/>
                </a:cxn>
                <a:cxn ang="0">
                  <a:pos x="160" y="1086"/>
                </a:cxn>
                <a:cxn ang="0">
                  <a:pos x="173" y="1124"/>
                </a:cxn>
                <a:cxn ang="0">
                  <a:pos x="223" y="1143"/>
                </a:cxn>
                <a:cxn ang="0">
                  <a:pos x="287" y="1143"/>
                </a:cxn>
                <a:cxn ang="0">
                  <a:pos x="337" y="1162"/>
                </a:cxn>
                <a:cxn ang="0">
                  <a:pos x="369" y="1124"/>
                </a:cxn>
                <a:cxn ang="0">
                  <a:pos x="432" y="1105"/>
                </a:cxn>
                <a:cxn ang="0">
                  <a:pos x="495" y="1068"/>
                </a:cxn>
                <a:cxn ang="0">
                  <a:pos x="533" y="1061"/>
                </a:cxn>
                <a:cxn ang="0">
                  <a:pos x="571" y="1061"/>
                </a:cxn>
                <a:cxn ang="0">
                  <a:pos x="590" y="1074"/>
                </a:cxn>
                <a:cxn ang="0">
                  <a:pos x="621" y="954"/>
                </a:cxn>
                <a:cxn ang="0">
                  <a:pos x="628" y="973"/>
                </a:cxn>
                <a:cxn ang="0">
                  <a:pos x="634" y="948"/>
                </a:cxn>
                <a:cxn ang="0">
                  <a:pos x="647" y="922"/>
                </a:cxn>
                <a:cxn ang="0">
                  <a:pos x="691" y="809"/>
                </a:cxn>
                <a:cxn ang="0">
                  <a:pos x="741" y="657"/>
                </a:cxn>
                <a:cxn ang="0">
                  <a:pos x="767" y="606"/>
                </a:cxn>
                <a:cxn ang="0">
                  <a:pos x="798" y="531"/>
                </a:cxn>
                <a:cxn ang="0">
                  <a:pos x="805" y="499"/>
                </a:cxn>
                <a:cxn ang="0">
                  <a:pos x="811" y="480"/>
                </a:cxn>
                <a:cxn ang="0">
                  <a:pos x="823" y="430"/>
                </a:cxn>
                <a:cxn ang="0">
                  <a:pos x="861" y="329"/>
                </a:cxn>
                <a:cxn ang="0">
                  <a:pos x="956" y="120"/>
                </a:cxn>
                <a:cxn ang="0">
                  <a:pos x="988" y="101"/>
                </a:cxn>
                <a:cxn ang="0">
                  <a:pos x="1007" y="63"/>
                </a:cxn>
                <a:cxn ang="0">
                  <a:pos x="1013" y="89"/>
                </a:cxn>
                <a:cxn ang="0">
                  <a:pos x="1019" y="108"/>
                </a:cxn>
                <a:cxn ang="0">
                  <a:pos x="1057" y="57"/>
                </a:cxn>
                <a:cxn ang="0">
                  <a:pos x="1063" y="89"/>
                </a:cxn>
                <a:cxn ang="0">
                  <a:pos x="1070" y="114"/>
                </a:cxn>
                <a:cxn ang="0">
                  <a:pos x="1095" y="82"/>
                </a:cxn>
                <a:cxn ang="0">
                  <a:pos x="1101" y="57"/>
                </a:cxn>
                <a:cxn ang="0">
                  <a:pos x="1108" y="38"/>
                </a:cxn>
                <a:cxn ang="0">
                  <a:pos x="1127" y="82"/>
                </a:cxn>
                <a:cxn ang="0">
                  <a:pos x="1146" y="57"/>
                </a:cxn>
                <a:cxn ang="0">
                  <a:pos x="1152" y="32"/>
                </a:cxn>
                <a:cxn ang="0">
                  <a:pos x="1171" y="82"/>
                </a:cxn>
                <a:cxn ang="0">
                  <a:pos x="1215" y="25"/>
                </a:cxn>
                <a:cxn ang="0">
                  <a:pos x="1259" y="13"/>
                </a:cxn>
                <a:cxn ang="0">
                  <a:pos x="1291" y="44"/>
                </a:cxn>
                <a:cxn ang="0">
                  <a:pos x="1303" y="19"/>
                </a:cxn>
                <a:cxn ang="0">
                  <a:pos x="1335" y="57"/>
                </a:cxn>
                <a:cxn ang="0">
                  <a:pos x="1392" y="0"/>
                </a:cxn>
                <a:cxn ang="0">
                  <a:pos x="1417" y="76"/>
                </a:cxn>
                <a:cxn ang="0">
                  <a:pos x="1442" y="70"/>
                </a:cxn>
                <a:cxn ang="0">
                  <a:pos x="1461" y="70"/>
                </a:cxn>
                <a:cxn ang="0">
                  <a:pos x="1474" y="133"/>
                </a:cxn>
                <a:cxn ang="0">
                  <a:pos x="1487" y="120"/>
                </a:cxn>
              </a:cxnLst>
              <a:rect l="0" t="0" r="r" b="b"/>
              <a:pathLst>
                <a:path w="1492" h="1162">
                  <a:moveTo>
                    <a:pt x="34" y="1093"/>
                  </a:moveTo>
                  <a:cubicBezTo>
                    <a:pt x="106" y="1138"/>
                    <a:pt x="0" y="1080"/>
                    <a:pt x="72" y="1093"/>
                  </a:cubicBezTo>
                  <a:cubicBezTo>
                    <a:pt x="81" y="1095"/>
                    <a:pt x="85" y="1106"/>
                    <a:pt x="91" y="1112"/>
                  </a:cubicBezTo>
                  <a:cubicBezTo>
                    <a:pt x="108" y="1103"/>
                    <a:pt x="141" y="1084"/>
                    <a:pt x="160" y="1086"/>
                  </a:cubicBezTo>
                  <a:cubicBezTo>
                    <a:pt x="161" y="1086"/>
                    <a:pt x="173" y="1123"/>
                    <a:pt x="173" y="1124"/>
                  </a:cubicBezTo>
                  <a:cubicBezTo>
                    <a:pt x="223" y="1112"/>
                    <a:pt x="180" y="1129"/>
                    <a:pt x="223" y="1143"/>
                  </a:cubicBezTo>
                  <a:cubicBezTo>
                    <a:pt x="281" y="1121"/>
                    <a:pt x="264" y="1109"/>
                    <a:pt x="287" y="1143"/>
                  </a:cubicBezTo>
                  <a:cubicBezTo>
                    <a:pt x="337" y="1131"/>
                    <a:pt x="327" y="1099"/>
                    <a:pt x="337" y="1162"/>
                  </a:cubicBezTo>
                  <a:cubicBezTo>
                    <a:pt x="349" y="1150"/>
                    <a:pt x="354" y="1132"/>
                    <a:pt x="369" y="1124"/>
                  </a:cubicBezTo>
                  <a:cubicBezTo>
                    <a:pt x="388" y="1114"/>
                    <a:pt x="411" y="1113"/>
                    <a:pt x="432" y="1105"/>
                  </a:cubicBezTo>
                  <a:cubicBezTo>
                    <a:pt x="471" y="1162"/>
                    <a:pt x="468" y="1081"/>
                    <a:pt x="495" y="1068"/>
                  </a:cubicBezTo>
                  <a:cubicBezTo>
                    <a:pt x="507" y="1062"/>
                    <a:pt x="520" y="1063"/>
                    <a:pt x="533" y="1061"/>
                  </a:cubicBezTo>
                  <a:cubicBezTo>
                    <a:pt x="577" y="994"/>
                    <a:pt x="545" y="1028"/>
                    <a:pt x="571" y="1061"/>
                  </a:cubicBezTo>
                  <a:cubicBezTo>
                    <a:pt x="576" y="1067"/>
                    <a:pt x="584" y="1070"/>
                    <a:pt x="590" y="1074"/>
                  </a:cubicBezTo>
                  <a:cubicBezTo>
                    <a:pt x="600" y="1033"/>
                    <a:pt x="614" y="996"/>
                    <a:pt x="621" y="954"/>
                  </a:cubicBezTo>
                  <a:cubicBezTo>
                    <a:pt x="623" y="960"/>
                    <a:pt x="622" y="976"/>
                    <a:pt x="628" y="973"/>
                  </a:cubicBezTo>
                  <a:cubicBezTo>
                    <a:pt x="636" y="969"/>
                    <a:pt x="631" y="956"/>
                    <a:pt x="634" y="948"/>
                  </a:cubicBezTo>
                  <a:cubicBezTo>
                    <a:pt x="637" y="939"/>
                    <a:pt x="643" y="931"/>
                    <a:pt x="647" y="922"/>
                  </a:cubicBezTo>
                  <a:cubicBezTo>
                    <a:pt x="664" y="883"/>
                    <a:pt x="665" y="843"/>
                    <a:pt x="691" y="809"/>
                  </a:cubicBezTo>
                  <a:cubicBezTo>
                    <a:pt x="707" y="758"/>
                    <a:pt x="725" y="708"/>
                    <a:pt x="741" y="657"/>
                  </a:cubicBezTo>
                  <a:cubicBezTo>
                    <a:pt x="747" y="639"/>
                    <a:pt x="760" y="624"/>
                    <a:pt x="767" y="606"/>
                  </a:cubicBezTo>
                  <a:cubicBezTo>
                    <a:pt x="773" y="575"/>
                    <a:pt x="784" y="559"/>
                    <a:pt x="798" y="531"/>
                  </a:cubicBezTo>
                  <a:cubicBezTo>
                    <a:pt x="800" y="520"/>
                    <a:pt x="802" y="510"/>
                    <a:pt x="805" y="499"/>
                  </a:cubicBezTo>
                  <a:cubicBezTo>
                    <a:pt x="807" y="493"/>
                    <a:pt x="809" y="486"/>
                    <a:pt x="811" y="480"/>
                  </a:cubicBezTo>
                  <a:cubicBezTo>
                    <a:pt x="815" y="463"/>
                    <a:pt x="823" y="430"/>
                    <a:pt x="823" y="430"/>
                  </a:cubicBezTo>
                  <a:cubicBezTo>
                    <a:pt x="829" y="374"/>
                    <a:pt x="816" y="351"/>
                    <a:pt x="861" y="329"/>
                  </a:cubicBezTo>
                  <a:cubicBezTo>
                    <a:pt x="879" y="256"/>
                    <a:pt x="921" y="187"/>
                    <a:pt x="956" y="120"/>
                  </a:cubicBezTo>
                  <a:cubicBezTo>
                    <a:pt x="967" y="153"/>
                    <a:pt x="958" y="145"/>
                    <a:pt x="988" y="101"/>
                  </a:cubicBezTo>
                  <a:cubicBezTo>
                    <a:pt x="1003" y="79"/>
                    <a:pt x="998" y="86"/>
                    <a:pt x="1007" y="63"/>
                  </a:cubicBezTo>
                  <a:cubicBezTo>
                    <a:pt x="1009" y="72"/>
                    <a:pt x="1011" y="80"/>
                    <a:pt x="1013" y="89"/>
                  </a:cubicBezTo>
                  <a:cubicBezTo>
                    <a:pt x="1015" y="95"/>
                    <a:pt x="1014" y="112"/>
                    <a:pt x="1019" y="108"/>
                  </a:cubicBezTo>
                  <a:cubicBezTo>
                    <a:pt x="1036" y="96"/>
                    <a:pt x="1057" y="57"/>
                    <a:pt x="1057" y="57"/>
                  </a:cubicBezTo>
                  <a:cubicBezTo>
                    <a:pt x="1059" y="68"/>
                    <a:pt x="1061" y="78"/>
                    <a:pt x="1063" y="89"/>
                  </a:cubicBezTo>
                  <a:cubicBezTo>
                    <a:pt x="1065" y="97"/>
                    <a:pt x="1062" y="116"/>
                    <a:pt x="1070" y="114"/>
                  </a:cubicBezTo>
                  <a:cubicBezTo>
                    <a:pt x="1083" y="111"/>
                    <a:pt x="1087" y="93"/>
                    <a:pt x="1095" y="82"/>
                  </a:cubicBezTo>
                  <a:cubicBezTo>
                    <a:pt x="1097" y="74"/>
                    <a:pt x="1099" y="65"/>
                    <a:pt x="1101" y="57"/>
                  </a:cubicBezTo>
                  <a:cubicBezTo>
                    <a:pt x="1103" y="51"/>
                    <a:pt x="1102" y="36"/>
                    <a:pt x="1108" y="38"/>
                  </a:cubicBezTo>
                  <a:cubicBezTo>
                    <a:pt x="1112" y="39"/>
                    <a:pt x="1125" y="76"/>
                    <a:pt x="1127" y="82"/>
                  </a:cubicBezTo>
                  <a:cubicBezTo>
                    <a:pt x="1133" y="74"/>
                    <a:pt x="1141" y="66"/>
                    <a:pt x="1146" y="57"/>
                  </a:cubicBezTo>
                  <a:cubicBezTo>
                    <a:pt x="1150" y="49"/>
                    <a:pt x="1144" y="29"/>
                    <a:pt x="1152" y="32"/>
                  </a:cubicBezTo>
                  <a:cubicBezTo>
                    <a:pt x="1156" y="33"/>
                    <a:pt x="1168" y="74"/>
                    <a:pt x="1171" y="82"/>
                  </a:cubicBezTo>
                  <a:cubicBezTo>
                    <a:pt x="1195" y="67"/>
                    <a:pt x="1198" y="49"/>
                    <a:pt x="1215" y="25"/>
                  </a:cubicBezTo>
                  <a:cubicBezTo>
                    <a:pt x="1239" y="60"/>
                    <a:pt x="1244" y="44"/>
                    <a:pt x="1259" y="13"/>
                  </a:cubicBezTo>
                  <a:cubicBezTo>
                    <a:pt x="1269" y="48"/>
                    <a:pt x="1254" y="81"/>
                    <a:pt x="1291" y="44"/>
                  </a:cubicBezTo>
                  <a:cubicBezTo>
                    <a:pt x="1295" y="36"/>
                    <a:pt x="1294" y="21"/>
                    <a:pt x="1303" y="19"/>
                  </a:cubicBezTo>
                  <a:cubicBezTo>
                    <a:pt x="1310" y="18"/>
                    <a:pt x="1332" y="53"/>
                    <a:pt x="1335" y="57"/>
                  </a:cubicBezTo>
                  <a:cubicBezTo>
                    <a:pt x="1363" y="42"/>
                    <a:pt x="1374" y="26"/>
                    <a:pt x="1392" y="0"/>
                  </a:cubicBezTo>
                  <a:cubicBezTo>
                    <a:pt x="1397" y="29"/>
                    <a:pt x="1401" y="51"/>
                    <a:pt x="1417" y="76"/>
                  </a:cubicBezTo>
                  <a:cubicBezTo>
                    <a:pt x="1425" y="74"/>
                    <a:pt x="1435" y="75"/>
                    <a:pt x="1442" y="70"/>
                  </a:cubicBezTo>
                  <a:cubicBezTo>
                    <a:pt x="1459" y="56"/>
                    <a:pt x="1437" y="32"/>
                    <a:pt x="1461" y="70"/>
                  </a:cubicBezTo>
                  <a:cubicBezTo>
                    <a:pt x="1477" y="159"/>
                    <a:pt x="1460" y="67"/>
                    <a:pt x="1474" y="133"/>
                  </a:cubicBezTo>
                  <a:cubicBezTo>
                    <a:pt x="1492" y="217"/>
                    <a:pt x="1487" y="222"/>
                    <a:pt x="1487" y="120"/>
                  </a:cubicBezTo>
                </a:path>
              </a:pathLst>
            </a:custGeom>
            <a:noFill/>
            <a:ln w="9525" cap="flat" cmpd="sng">
              <a:solidFill>
                <a:srgbClr val="FF3300"/>
              </a:solidFill>
              <a:prstDash val="solid"/>
              <a:round/>
              <a:headEnd/>
              <a:tailEnd/>
            </a:ln>
            <a:effectLst/>
          </p:spPr>
          <p:txBody>
            <a:bodyPr wrap="none" anchor="ctr"/>
            <a:lstStyle/>
            <a:p>
              <a:endParaRPr lang="en-GB" sz="1600"/>
            </a:p>
          </p:txBody>
        </p:sp>
        <p:sp>
          <p:nvSpPr>
            <p:cNvPr id="135421" name="Freeform 253"/>
            <p:cNvSpPr>
              <a:spLocks/>
            </p:cNvSpPr>
            <p:nvPr/>
          </p:nvSpPr>
          <p:spPr bwMode="auto">
            <a:xfrm flipV="1">
              <a:off x="1992" y="2539"/>
              <a:ext cx="1349" cy="1269"/>
            </a:xfrm>
            <a:custGeom>
              <a:avLst/>
              <a:gdLst/>
              <a:ahLst/>
              <a:cxnLst>
                <a:cxn ang="0">
                  <a:pos x="4" y="151"/>
                </a:cxn>
                <a:cxn ang="0">
                  <a:pos x="42" y="95"/>
                </a:cxn>
                <a:cxn ang="0">
                  <a:pos x="67" y="57"/>
                </a:cxn>
                <a:cxn ang="0">
                  <a:pos x="73" y="76"/>
                </a:cxn>
                <a:cxn ang="0">
                  <a:pos x="67" y="95"/>
                </a:cxn>
                <a:cxn ang="0">
                  <a:pos x="99" y="38"/>
                </a:cxn>
                <a:cxn ang="0">
                  <a:pos x="143" y="13"/>
                </a:cxn>
                <a:cxn ang="0">
                  <a:pos x="149" y="69"/>
                </a:cxn>
                <a:cxn ang="0">
                  <a:pos x="168" y="63"/>
                </a:cxn>
                <a:cxn ang="0">
                  <a:pos x="200" y="19"/>
                </a:cxn>
                <a:cxn ang="0">
                  <a:pos x="212" y="101"/>
                </a:cxn>
                <a:cxn ang="0">
                  <a:pos x="231" y="63"/>
                </a:cxn>
                <a:cxn ang="0">
                  <a:pos x="257" y="0"/>
                </a:cxn>
                <a:cxn ang="0">
                  <a:pos x="263" y="95"/>
                </a:cxn>
                <a:cxn ang="0">
                  <a:pos x="295" y="82"/>
                </a:cxn>
                <a:cxn ang="0">
                  <a:pos x="320" y="31"/>
                </a:cxn>
                <a:cxn ang="0">
                  <a:pos x="358" y="63"/>
                </a:cxn>
                <a:cxn ang="0">
                  <a:pos x="383" y="145"/>
                </a:cxn>
                <a:cxn ang="0">
                  <a:pos x="402" y="126"/>
                </a:cxn>
                <a:cxn ang="0">
                  <a:pos x="408" y="107"/>
                </a:cxn>
                <a:cxn ang="0">
                  <a:pos x="433" y="164"/>
                </a:cxn>
                <a:cxn ang="0">
                  <a:pos x="452" y="189"/>
                </a:cxn>
                <a:cxn ang="0">
                  <a:pos x="478" y="158"/>
                </a:cxn>
                <a:cxn ang="0">
                  <a:pos x="484" y="133"/>
                </a:cxn>
                <a:cxn ang="0">
                  <a:pos x="497" y="151"/>
                </a:cxn>
                <a:cxn ang="0">
                  <a:pos x="516" y="227"/>
                </a:cxn>
                <a:cxn ang="0">
                  <a:pos x="547" y="259"/>
                </a:cxn>
                <a:cxn ang="0">
                  <a:pos x="553" y="335"/>
                </a:cxn>
                <a:cxn ang="0">
                  <a:pos x="572" y="322"/>
                </a:cxn>
                <a:cxn ang="0">
                  <a:pos x="579" y="341"/>
                </a:cxn>
                <a:cxn ang="0">
                  <a:pos x="604" y="474"/>
                </a:cxn>
                <a:cxn ang="0">
                  <a:pos x="629" y="398"/>
                </a:cxn>
                <a:cxn ang="0">
                  <a:pos x="673" y="606"/>
                </a:cxn>
                <a:cxn ang="0">
                  <a:pos x="699" y="657"/>
                </a:cxn>
                <a:cxn ang="0">
                  <a:pos x="718" y="638"/>
                </a:cxn>
                <a:cxn ang="0">
                  <a:pos x="737" y="663"/>
                </a:cxn>
                <a:cxn ang="0">
                  <a:pos x="756" y="859"/>
                </a:cxn>
                <a:cxn ang="0">
                  <a:pos x="781" y="859"/>
                </a:cxn>
                <a:cxn ang="0">
                  <a:pos x="800" y="941"/>
                </a:cxn>
                <a:cxn ang="0">
                  <a:pos x="831" y="979"/>
                </a:cxn>
                <a:cxn ang="0">
                  <a:pos x="983" y="1225"/>
                </a:cxn>
                <a:cxn ang="0">
                  <a:pos x="995" y="1244"/>
                </a:cxn>
                <a:cxn ang="0">
                  <a:pos x="1059" y="1175"/>
                </a:cxn>
                <a:cxn ang="0">
                  <a:pos x="1078" y="1244"/>
                </a:cxn>
                <a:cxn ang="0">
                  <a:pos x="1135" y="1225"/>
                </a:cxn>
                <a:cxn ang="0">
                  <a:pos x="1198" y="1149"/>
                </a:cxn>
                <a:cxn ang="0">
                  <a:pos x="1204" y="1181"/>
                </a:cxn>
                <a:cxn ang="0">
                  <a:pos x="1210" y="1206"/>
                </a:cxn>
                <a:cxn ang="0">
                  <a:pos x="1236" y="1194"/>
                </a:cxn>
                <a:cxn ang="0">
                  <a:pos x="1261" y="1194"/>
                </a:cxn>
                <a:cxn ang="0">
                  <a:pos x="1280" y="1181"/>
                </a:cxn>
                <a:cxn ang="0">
                  <a:pos x="1305" y="1124"/>
                </a:cxn>
                <a:cxn ang="0">
                  <a:pos x="1330" y="1130"/>
                </a:cxn>
                <a:cxn ang="0">
                  <a:pos x="1349" y="1137"/>
                </a:cxn>
                <a:cxn ang="0">
                  <a:pos x="1330" y="1143"/>
                </a:cxn>
                <a:cxn ang="0">
                  <a:pos x="1273" y="1156"/>
                </a:cxn>
              </a:cxnLst>
              <a:rect l="0" t="0" r="r" b="b"/>
              <a:pathLst>
                <a:path w="1349" h="1269">
                  <a:moveTo>
                    <a:pt x="4" y="151"/>
                  </a:moveTo>
                  <a:cubicBezTo>
                    <a:pt x="46" y="82"/>
                    <a:pt x="0" y="155"/>
                    <a:pt x="42" y="95"/>
                  </a:cubicBezTo>
                  <a:cubicBezTo>
                    <a:pt x="51" y="83"/>
                    <a:pt x="67" y="57"/>
                    <a:pt x="67" y="57"/>
                  </a:cubicBezTo>
                  <a:cubicBezTo>
                    <a:pt x="69" y="63"/>
                    <a:pt x="73" y="69"/>
                    <a:pt x="73" y="76"/>
                  </a:cubicBezTo>
                  <a:cubicBezTo>
                    <a:pt x="73" y="83"/>
                    <a:pt x="64" y="101"/>
                    <a:pt x="67" y="95"/>
                  </a:cubicBezTo>
                  <a:cubicBezTo>
                    <a:pt x="103" y="28"/>
                    <a:pt x="56" y="95"/>
                    <a:pt x="99" y="38"/>
                  </a:cubicBezTo>
                  <a:cubicBezTo>
                    <a:pt x="112" y="81"/>
                    <a:pt x="118" y="36"/>
                    <a:pt x="143" y="13"/>
                  </a:cubicBezTo>
                  <a:cubicBezTo>
                    <a:pt x="145" y="32"/>
                    <a:pt x="141" y="52"/>
                    <a:pt x="149" y="69"/>
                  </a:cubicBezTo>
                  <a:cubicBezTo>
                    <a:pt x="152" y="75"/>
                    <a:pt x="163" y="68"/>
                    <a:pt x="168" y="63"/>
                  </a:cubicBezTo>
                  <a:cubicBezTo>
                    <a:pt x="181" y="50"/>
                    <a:pt x="200" y="19"/>
                    <a:pt x="200" y="19"/>
                  </a:cubicBezTo>
                  <a:cubicBezTo>
                    <a:pt x="208" y="45"/>
                    <a:pt x="192" y="81"/>
                    <a:pt x="212" y="101"/>
                  </a:cubicBezTo>
                  <a:cubicBezTo>
                    <a:pt x="222" y="111"/>
                    <a:pt x="225" y="76"/>
                    <a:pt x="231" y="63"/>
                  </a:cubicBezTo>
                  <a:cubicBezTo>
                    <a:pt x="240" y="42"/>
                    <a:pt x="249" y="21"/>
                    <a:pt x="257" y="0"/>
                  </a:cubicBezTo>
                  <a:cubicBezTo>
                    <a:pt x="259" y="32"/>
                    <a:pt x="250" y="66"/>
                    <a:pt x="263" y="95"/>
                  </a:cubicBezTo>
                  <a:cubicBezTo>
                    <a:pt x="268" y="105"/>
                    <a:pt x="287" y="90"/>
                    <a:pt x="295" y="82"/>
                  </a:cubicBezTo>
                  <a:cubicBezTo>
                    <a:pt x="308" y="68"/>
                    <a:pt x="309" y="47"/>
                    <a:pt x="320" y="31"/>
                  </a:cubicBezTo>
                  <a:cubicBezTo>
                    <a:pt x="325" y="93"/>
                    <a:pt x="324" y="147"/>
                    <a:pt x="358" y="63"/>
                  </a:cubicBezTo>
                  <a:cubicBezTo>
                    <a:pt x="367" y="90"/>
                    <a:pt x="374" y="118"/>
                    <a:pt x="383" y="145"/>
                  </a:cubicBezTo>
                  <a:cubicBezTo>
                    <a:pt x="389" y="139"/>
                    <a:pt x="397" y="133"/>
                    <a:pt x="402" y="126"/>
                  </a:cubicBezTo>
                  <a:cubicBezTo>
                    <a:pt x="406" y="120"/>
                    <a:pt x="403" y="103"/>
                    <a:pt x="408" y="107"/>
                  </a:cubicBezTo>
                  <a:cubicBezTo>
                    <a:pt x="419" y="115"/>
                    <a:pt x="428" y="148"/>
                    <a:pt x="433" y="164"/>
                  </a:cubicBezTo>
                  <a:cubicBezTo>
                    <a:pt x="444" y="244"/>
                    <a:pt x="431" y="220"/>
                    <a:pt x="452" y="189"/>
                  </a:cubicBezTo>
                  <a:cubicBezTo>
                    <a:pt x="459" y="178"/>
                    <a:pt x="469" y="168"/>
                    <a:pt x="478" y="158"/>
                  </a:cubicBezTo>
                  <a:cubicBezTo>
                    <a:pt x="480" y="150"/>
                    <a:pt x="476" y="136"/>
                    <a:pt x="484" y="133"/>
                  </a:cubicBezTo>
                  <a:cubicBezTo>
                    <a:pt x="491" y="130"/>
                    <a:pt x="494" y="144"/>
                    <a:pt x="497" y="151"/>
                  </a:cubicBezTo>
                  <a:cubicBezTo>
                    <a:pt x="507" y="175"/>
                    <a:pt x="507" y="203"/>
                    <a:pt x="516" y="227"/>
                  </a:cubicBezTo>
                  <a:cubicBezTo>
                    <a:pt x="555" y="176"/>
                    <a:pt x="538" y="223"/>
                    <a:pt x="547" y="259"/>
                  </a:cubicBezTo>
                  <a:cubicBezTo>
                    <a:pt x="549" y="284"/>
                    <a:pt x="544" y="311"/>
                    <a:pt x="553" y="335"/>
                  </a:cubicBezTo>
                  <a:cubicBezTo>
                    <a:pt x="556" y="342"/>
                    <a:pt x="565" y="320"/>
                    <a:pt x="572" y="322"/>
                  </a:cubicBezTo>
                  <a:cubicBezTo>
                    <a:pt x="579" y="324"/>
                    <a:pt x="577" y="335"/>
                    <a:pt x="579" y="341"/>
                  </a:cubicBezTo>
                  <a:cubicBezTo>
                    <a:pt x="603" y="265"/>
                    <a:pt x="581" y="428"/>
                    <a:pt x="604" y="474"/>
                  </a:cubicBezTo>
                  <a:cubicBezTo>
                    <a:pt x="610" y="444"/>
                    <a:pt x="616" y="425"/>
                    <a:pt x="629" y="398"/>
                  </a:cubicBezTo>
                  <a:cubicBezTo>
                    <a:pt x="652" y="465"/>
                    <a:pt x="652" y="538"/>
                    <a:pt x="673" y="606"/>
                  </a:cubicBezTo>
                  <a:cubicBezTo>
                    <a:pt x="699" y="544"/>
                    <a:pt x="687" y="463"/>
                    <a:pt x="699" y="657"/>
                  </a:cubicBezTo>
                  <a:cubicBezTo>
                    <a:pt x="705" y="651"/>
                    <a:pt x="714" y="630"/>
                    <a:pt x="718" y="638"/>
                  </a:cubicBezTo>
                  <a:cubicBezTo>
                    <a:pt x="738" y="683"/>
                    <a:pt x="709" y="772"/>
                    <a:pt x="737" y="663"/>
                  </a:cubicBezTo>
                  <a:cubicBezTo>
                    <a:pt x="741" y="765"/>
                    <a:pt x="742" y="782"/>
                    <a:pt x="756" y="859"/>
                  </a:cubicBezTo>
                  <a:cubicBezTo>
                    <a:pt x="759" y="847"/>
                    <a:pt x="764" y="798"/>
                    <a:pt x="781" y="859"/>
                  </a:cubicBezTo>
                  <a:cubicBezTo>
                    <a:pt x="811" y="963"/>
                    <a:pt x="767" y="892"/>
                    <a:pt x="800" y="941"/>
                  </a:cubicBezTo>
                  <a:cubicBezTo>
                    <a:pt x="811" y="975"/>
                    <a:pt x="789" y="1021"/>
                    <a:pt x="831" y="979"/>
                  </a:cubicBezTo>
                  <a:cubicBezTo>
                    <a:pt x="862" y="1040"/>
                    <a:pt x="953" y="1165"/>
                    <a:pt x="983" y="1225"/>
                  </a:cubicBezTo>
                  <a:cubicBezTo>
                    <a:pt x="1010" y="1269"/>
                    <a:pt x="982" y="1252"/>
                    <a:pt x="995" y="1244"/>
                  </a:cubicBezTo>
                  <a:cubicBezTo>
                    <a:pt x="1013" y="1190"/>
                    <a:pt x="1027" y="1222"/>
                    <a:pt x="1059" y="1175"/>
                  </a:cubicBezTo>
                  <a:cubicBezTo>
                    <a:pt x="1074" y="1223"/>
                    <a:pt x="1068" y="1200"/>
                    <a:pt x="1078" y="1244"/>
                  </a:cubicBezTo>
                  <a:cubicBezTo>
                    <a:pt x="1109" y="1223"/>
                    <a:pt x="1109" y="1186"/>
                    <a:pt x="1135" y="1225"/>
                  </a:cubicBezTo>
                  <a:cubicBezTo>
                    <a:pt x="1164" y="1203"/>
                    <a:pt x="1175" y="1178"/>
                    <a:pt x="1198" y="1149"/>
                  </a:cubicBezTo>
                  <a:cubicBezTo>
                    <a:pt x="1200" y="1160"/>
                    <a:pt x="1202" y="1170"/>
                    <a:pt x="1204" y="1181"/>
                  </a:cubicBezTo>
                  <a:cubicBezTo>
                    <a:pt x="1206" y="1189"/>
                    <a:pt x="1202" y="1203"/>
                    <a:pt x="1210" y="1206"/>
                  </a:cubicBezTo>
                  <a:cubicBezTo>
                    <a:pt x="1219" y="1210"/>
                    <a:pt x="1227" y="1198"/>
                    <a:pt x="1236" y="1194"/>
                  </a:cubicBezTo>
                  <a:cubicBezTo>
                    <a:pt x="1264" y="1149"/>
                    <a:pt x="1231" y="1188"/>
                    <a:pt x="1261" y="1194"/>
                  </a:cubicBezTo>
                  <a:cubicBezTo>
                    <a:pt x="1269" y="1195"/>
                    <a:pt x="1274" y="1185"/>
                    <a:pt x="1280" y="1181"/>
                  </a:cubicBezTo>
                  <a:cubicBezTo>
                    <a:pt x="1292" y="1162"/>
                    <a:pt x="1298" y="1145"/>
                    <a:pt x="1305" y="1124"/>
                  </a:cubicBezTo>
                  <a:cubicBezTo>
                    <a:pt x="1317" y="1187"/>
                    <a:pt x="1301" y="1145"/>
                    <a:pt x="1330" y="1130"/>
                  </a:cubicBezTo>
                  <a:cubicBezTo>
                    <a:pt x="1336" y="1127"/>
                    <a:pt x="1343" y="1135"/>
                    <a:pt x="1349" y="1137"/>
                  </a:cubicBezTo>
                  <a:cubicBezTo>
                    <a:pt x="1349" y="1137"/>
                    <a:pt x="1336" y="1140"/>
                    <a:pt x="1330" y="1143"/>
                  </a:cubicBezTo>
                  <a:cubicBezTo>
                    <a:pt x="1288" y="1161"/>
                    <a:pt x="1322" y="1156"/>
                    <a:pt x="1273" y="1156"/>
                  </a:cubicBezTo>
                </a:path>
              </a:pathLst>
            </a:custGeom>
            <a:noFill/>
            <a:ln w="9525" cap="flat" cmpd="sng">
              <a:solidFill>
                <a:srgbClr val="FF3300"/>
              </a:solidFill>
              <a:prstDash val="solid"/>
              <a:round/>
              <a:headEnd/>
              <a:tailEnd/>
            </a:ln>
            <a:effectLst/>
          </p:spPr>
          <p:txBody>
            <a:bodyPr wrap="none" anchor="ctr"/>
            <a:lstStyle/>
            <a:p>
              <a:endParaRPr lang="en-GB" sz="1600"/>
            </a:p>
          </p:txBody>
        </p:sp>
        <p:sp>
          <p:nvSpPr>
            <p:cNvPr id="135422" name="Freeform 254"/>
            <p:cNvSpPr>
              <a:spLocks/>
            </p:cNvSpPr>
            <p:nvPr/>
          </p:nvSpPr>
          <p:spPr bwMode="auto">
            <a:xfrm flipV="1">
              <a:off x="2015" y="2553"/>
              <a:ext cx="1396" cy="1206"/>
            </a:xfrm>
            <a:custGeom>
              <a:avLst/>
              <a:gdLst/>
              <a:ahLst/>
              <a:cxnLst>
                <a:cxn ang="0">
                  <a:pos x="0" y="156"/>
                </a:cxn>
                <a:cxn ang="0">
                  <a:pos x="50" y="81"/>
                </a:cxn>
                <a:cxn ang="0">
                  <a:pos x="76" y="62"/>
                </a:cxn>
                <a:cxn ang="0">
                  <a:pos x="107" y="17"/>
                </a:cxn>
                <a:cxn ang="0">
                  <a:pos x="139" y="100"/>
                </a:cxn>
                <a:cxn ang="0">
                  <a:pos x="196" y="74"/>
                </a:cxn>
                <a:cxn ang="0">
                  <a:pos x="240" y="43"/>
                </a:cxn>
                <a:cxn ang="0">
                  <a:pos x="253" y="93"/>
                </a:cxn>
                <a:cxn ang="0">
                  <a:pos x="303" y="68"/>
                </a:cxn>
                <a:cxn ang="0">
                  <a:pos x="328" y="112"/>
                </a:cxn>
                <a:cxn ang="0">
                  <a:pos x="379" y="62"/>
                </a:cxn>
                <a:cxn ang="0">
                  <a:pos x="417" y="125"/>
                </a:cxn>
                <a:cxn ang="0">
                  <a:pos x="429" y="106"/>
                </a:cxn>
                <a:cxn ang="0">
                  <a:pos x="436" y="137"/>
                </a:cxn>
                <a:cxn ang="0">
                  <a:pos x="455" y="207"/>
                </a:cxn>
                <a:cxn ang="0">
                  <a:pos x="486" y="213"/>
                </a:cxn>
                <a:cxn ang="0">
                  <a:pos x="518" y="207"/>
                </a:cxn>
                <a:cxn ang="0">
                  <a:pos x="524" y="226"/>
                </a:cxn>
                <a:cxn ang="0">
                  <a:pos x="543" y="232"/>
                </a:cxn>
                <a:cxn ang="0">
                  <a:pos x="549" y="283"/>
                </a:cxn>
                <a:cxn ang="0">
                  <a:pos x="562" y="321"/>
                </a:cxn>
                <a:cxn ang="0">
                  <a:pos x="606" y="359"/>
                </a:cxn>
                <a:cxn ang="0">
                  <a:pos x="625" y="415"/>
                </a:cxn>
                <a:cxn ang="0">
                  <a:pos x="669" y="580"/>
                </a:cxn>
                <a:cxn ang="0">
                  <a:pos x="695" y="719"/>
                </a:cxn>
                <a:cxn ang="0">
                  <a:pos x="701" y="693"/>
                </a:cxn>
                <a:cxn ang="0">
                  <a:pos x="707" y="712"/>
                </a:cxn>
                <a:cxn ang="0">
                  <a:pos x="714" y="731"/>
                </a:cxn>
                <a:cxn ang="0">
                  <a:pos x="733" y="807"/>
                </a:cxn>
                <a:cxn ang="0">
                  <a:pos x="739" y="895"/>
                </a:cxn>
                <a:cxn ang="0">
                  <a:pos x="758" y="927"/>
                </a:cxn>
                <a:cxn ang="0">
                  <a:pos x="802" y="1041"/>
                </a:cxn>
                <a:cxn ang="0">
                  <a:pos x="846" y="1041"/>
                </a:cxn>
                <a:cxn ang="0">
                  <a:pos x="922" y="1116"/>
                </a:cxn>
                <a:cxn ang="0">
                  <a:pos x="947" y="1186"/>
                </a:cxn>
                <a:cxn ang="0">
                  <a:pos x="934" y="1186"/>
                </a:cxn>
                <a:cxn ang="0">
                  <a:pos x="998" y="1192"/>
                </a:cxn>
                <a:cxn ang="0">
                  <a:pos x="1036" y="1161"/>
                </a:cxn>
                <a:cxn ang="0">
                  <a:pos x="1048" y="1180"/>
                </a:cxn>
                <a:cxn ang="0">
                  <a:pos x="1074" y="1192"/>
                </a:cxn>
                <a:cxn ang="0">
                  <a:pos x="1162" y="1167"/>
                </a:cxn>
                <a:cxn ang="0">
                  <a:pos x="1232" y="1161"/>
                </a:cxn>
                <a:cxn ang="0">
                  <a:pos x="1295" y="1110"/>
                </a:cxn>
                <a:cxn ang="0">
                  <a:pos x="1358" y="1123"/>
                </a:cxn>
                <a:cxn ang="0">
                  <a:pos x="1396" y="1085"/>
                </a:cxn>
              </a:cxnLst>
              <a:rect l="0" t="0" r="r" b="b"/>
              <a:pathLst>
                <a:path w="1396" h="1206">
                  <a:moveTo>
                    <a:pt x="0" y="156"/>
                  </a:moveTo>
                  <a:cubicBezTo>
                    <a:pt x="17" y="134"/>
                    <a:pt x="32" y="101"/>
                    <a:pt x="50" y="81"/>
                  </a:cubicBezTo>
                  <a:cubicBezTo>
                    <a:pt x="57" y="73"/>
                    <a:pt x="68" y="70"/>
                    <a:pt x="76" y="62"/>
                  </a:cubicBezTo>
                  <a:cubicBezTo>
                    <a:pt x="85" y="53"/>
                    <a:pt x="100" y="29"/>
                    <a:pt x="107" y="17"/>
                  </a:cubicBezTo>
                  <a:cubicBezTo>
                    <a:pt x="114" y="59"/>
                    <a:pt x="111" y="72"/>
                    <a:pt x="139" y="100"/>
                  </a:cubicBezTo>
                  <a:cubicBezTo>
                    <a:pt x="166" y="91"/>
                    <a:pt x="176" y="91"/>
                    <a:pt x="196" y="74"/>
                  </a:cubicBezTo>
                  <a:cubicBezTo>
                    <a:pt x="233" y="42"/>
                    <a:pt x="206" y="54"/>
                    <a:pt x="240" y="43"/>
                  </a:cubicBezTo>
                  <a:cubicBezTo>
                    <a:pt x="240" y="44"/>
                    <a:pt x="252" y="93"/>
                    <a:pt x="253" y="93"/>
                  </a:cubicBezTo>
                  <a:cubicBezTo>
                    <a:pt x="271" y="96"/>
                    <a:pt x="285" y="74"/>
                    <a:pt x="303" y="68"/>
                  </a:cubicBezTo>
                  <a:cubicBezTo>
                    <a:pt x="325" y="0"/>
                    <a:pt x="322" y="29"/>
                    <a:pt x="328" y="112"/>
                  </a:cubicBezTo>
                  <a:cubicBezTo>
                    <a:pt x="362" y="87"/>
                    <a:pt x="348" y="81"/>
                    <a:pt x="379" y="62"/>
                  </a:cubicBezTo>
                  <a:cubicBezTo>
                    <a:pt x="389" y="104"/>
                    <a:pt x="361" y="152"/>
                    <a:pt x="417" y="125"/>
                  </a:cubicBezTo>
                  <a:cubicBezTo>
                    <a:pt x="421" y="119"/>
                    <a:pt x="423" y="102"/>
                    <a:pt x="429" y="106"/>
                  </a:cubicBezTo>
                  <a:cubicBezTo>
                    <a:pt x="438" y="112"/>
                    <a:pt x="434" y="127"/>
                    <a:pt x="436" y="137"/>
                  </a:cubicBezTo>
                  <a:cubicBezTo>
                    <a:pt x="447" y="193"/>
                    <a:pt x="435" y="157"/>
                    <a:pt x="455" y="207"/>
                  </a:cubicBezTo>
                  <a:cubicBezTo>
                    <a:pt x="502" y="175"/>
                    <a:pt x="449" y="202"/>
                    <a:pt x="486" y="213"/>
                  </a:cubicBezTo>
                  <a:cubicBezTo>
                    <a:pt x="496" y="216"/>
                    <a:pt x="507" y="209"/>
                    <a:pt x="518" y="207"/>
                  </a:cubicBezTo>
                  <a:cubicBezTo>
                    <a:pt x="520" y="213"/>
                    <a:pt x="519" y="221"/>
                    <a:pt x="524" y="226"/>
                  </a:cubicBezTo>
                  <a:cubicBezTo>
                    <a:pt x="529" y="231"/>
                    <a:pt x="540" y="226"/>
                    <a:pt x="543" y="232"/>
                  </a:cubicBezTo>
                  <a:cubicBezTo>
                    <a:pt x="550" y="248"/>
                    <a:pt x="545" y="266"/>
                    <a:pt x="549" y="283"/>
                  </a:cubicBezTo>
                  <a:cubicBezTo>
                    <a:pt x="552" y="296"/>
                    <a:pt x="558" y="308"/>
                    <a:pt x="562" y="321"/>
                  </a:cubicBezTo>
                  <a:cubicBezTo>
                    <a:pt x="610" y="273"/>
                    <a:pt x="599" y="288"/>
                    <a:pt x="606" y="359"/>
                  </a:cubicBezTo>
                  <a:cubicBezTo>
                    <a:pt x="653" y="327"/>
                    <a:pt x="629" y="392"/>
                    <a:pt x="625" y="415"/>
                  </a:cubicBezTo>
                  <a:cubicBezTo>
                    <a:pt x="631" y="518"/>
                    <a:pt x="607" y="533"/>
                    <a:pt x="669" y="580"/>
                  </a:cubicBezTo>
                  <a:cubicBezTo>
                    <a:pt x="682" y="626"/>
                    <a:pt x="685" y="673"/>
                    <a:pt x="695" y="719"/>
                  </a:cubicBezTo>
                  <a:cubicBezTo>
                    <a:pt x="697" y="710"/>
                    <a:pt x="693" y="697"/>
                    <a:pt x="701" y="693"/>
                  </a:cubicBezTo>
                  <a:cubicBezTo>
                    <a:pt x="707" y="690"/>
                    <a:pt x="705" y="706"/>
                    <a:pt x="707" y="712"/>
                  </a:cubicBezTo>
                  <a:cubicBezTo>
                    <a:pt x="709" y="718"/>
                    <a:pt x="712" y="725"/>
                    <a:pt x="714" y="731"/>
                  </a:cubicBezTo>
                  <a:cubicBezTo>
                    <a:pt x="722" y="756"/>
                    <a:pt x="733" y="807"/>
                    <a:pt x="733" y="807"/>
                  </a:cubicBezTo>
                  <a:cubicBezTo>
                    <a:pt x="735" y="836"/>
                    <a:pt x="733" y="866"/>
                    <a:pt x="739" y="895"/>
                  </a:cubicBezTo>
                  <a:cubicBezTo>
                    <a:pt x="742" y="907"/>
                    <a:pt x="753" y="916"/>
                    <a:pt x="758" y="927"/>
                  </a:cubicBezTo>
                  <a:cubicBezTo>
                    <a:pt x="776" y="965"/>
                    <a:pt x="778" y="1005"/>
                    <a:pt x="802" y="1041"/>
                  </a:cubicBezTo>
                  <a:cubicBezTo>
                    <a:pt x="813" y="1006"/>
                    <a:pt x="817" y="1030"/>
                    <a:pt x="846" y="1041"/>
                  </a:cubicBezTo>
                  <a:cubicBezTo>
                    <a:pt x="878" y="1083"/>
                    <a:pt x="874" y="1098"/>
                    <a:pt x="922" y="1116"/>
                  </a:cubicBezTo>
                  <a:cubicBezTo>
                    <a:pt x="940" y="1142"/>
                    <a:pt x="936" y="1157"/>
                    <a:pt x="947" y="1186"/>
                  </a:cubicBezTo>
                  <a:cubicBezTo>
                    <a:pt x="955" y="1206"/>
                    <a:pt x="924" y="1167"/>
                    <a:pt x="934" y="1186"/>
                  </a:cubicBezTo>
                  <a:cubicBezTo>
                    <a:pt x="941" y="1169"/>
                    <a:pt x="987" y="1206"/>
                    <a:pt x="998" y="1192"/>
                  </a:cubicBezTo>
                  <a:cubicBezTo>
                    <a:pt x="1008" y="1179"/>
                    <a:pt x="1024" y="1173"/>
                    <a:pt x="1036" y="1161"/>
                  </a:cubicBezTo>
                  <a:cubicBezTo>
                    <a:pt x="1040" y="1167"/>
                    <a:pt x="1041" y="1177"/>
                    <a:pt x="1048" y="1180"/>
                  </a:cubicBezTo>
                  <a:cubicBezTo>
                    <a:pt x="1082" y="1193"/>
                    <a:pt x="1056" y="1144"/>
                    <a:pt x="1074" y="1192"/>
                  </a:cubicBezTo>
                  <a:cubicBezTo>
                    <a:pt x="1145" y="1157"/>
                    <a:pt x="1114" y="1156"/>
                    <a:pt x="1162" y="1167"/>
                  </a:cubicBezTo>
                  <a:cubicBezTo>
                    <a:pt x="1192" y="1160"/>
                    <a:pt x="1201" y="1153"/>
                    <a:pt x="1232" y="1161"/>
                  </a:cubicBezTo>
                  <a:cubicBezTo>
                    <a:pt x="1251" y="1141"/>
                    <a:pt x="1295" y="1110"/>
                    <a:pt x="1295" y="1110"/>
                  </a:cubicBezTo>
                  <a:cubicBezTo>
                    <a:pt x="1314" y="1140"/>
                    <a:pt x="1327" y="1138"/>
                    <a:pt x="1358" y="1123"/>
                  </a:cubicBezTo>
                  <a:cubicBezTo>
                    <a:pt x="1373" y="1077"/>
                    <a:pt x="1357" y="1085"/>
                    <a:pt x="1396" y="1085"/>
                  </a:cubicBezTo>
                </a:path>
              </a:pathLst>
            </a:custGeom>
            <a:noFill/>
            <a:ln w="9525" cap="flat" cmpd="sng">
              <a:solidFill>
                <a:srgbClr val="FF3300"/>
              </a:solidFill>
              <a:prstDash val="solid"/>
              <a:round/>
              <a:headEnd/>
              <a:tailEnd/>
            </a:ln>
            <a:effectLst/>
          </p:spPr>
          <p:txBody>
            <a:bodyPr wrap="none" anchor="ctr"/>
            <a:lstStyle/>
            <a:p>
              <a:endParaRPr lang="en-GB" sz="1600"/>
            </a:p>
          </p:txBody>
        </p:sp>
        <p:sp>
          <p:nvSpPr>
            <p:cNvPr id="135423" name="Freeform 255"/>
            <p:cNvSpPr>
              <a:spLocks/>
            </p:cNvSpPr>
            <p:nvPr/>
          </p:nvSpPr>
          <p:spPr bwMode="auto">
            <a:xfrm flipV="1">
              <a:off x="1939" y="2577"/>
              <a:ext cx="1472" cy="1067"/>
            </a:xfrm>
            <a:custGeom>
              <a:avLst/>
              <a:gdLst/>
              <a:ahLst/>
              <a:cxnLst>
                <a:cxn ang="0">
                  <a:pos x="1472" y="1048"/>
                </a:cxn>
                <a:cxn ang="0">
                  <a:pos x="1409" y="1023"/>
                </a:cxn>
                <a:cxn ang="0">
                  <a:pos x="1415" y="991"/>
                </a:cxn>
                <a:cxn ang="0">
                  <a:pos x="1421" y="966"/>
                </a:cxn>
                <a:cxn ang="0">
                  <a:pos x="1415" y="941"/>
                </a:cxn>
                <a:cxn ang="0">
                  <a:pos x="1409" y="909"/>
                </a:cxn>
                <a:cxn ang="0">
                  <a:pos x="1377" y="947"/>
                </a:cxn>
                <a:cxn ang="0">
                  <a:pos x="1352" y="833"/>
                </a:cxn>
                <a:cxn ang="0">
                  <a:pos x="1320" y="695"/>
                </a:cxn>
                <a:cxn ang="0">
                  <a:pos x="1301" y="707"/>
                </a:cxn>
                <a:cxn ang="0">
                  <a:pos x="1295" y="682"/>
                </a:cxn>
                <a:cxn ang="0">
                  <a:pos x="1257" y="587"/>
                </a:cxn>
                <a:cxn ang="0">
                  <a:pos x="1219" y="473"/>
                </a:cxn>
                <a:cxn ang="0">
                  <a:pos x="1200" y="480"/>
                </a:cxn>
                <a:cxn ang="0">
                  <a:pos x="1143" y="385"/>
                </a:cxn>
                <a:cxn ang="0">
                  <a:pos x="1105" y="259"/>
                </a:cxn>
                <a:cxn ang="0">
                  <a:pos x="1080" y="221"/>
                </a:cxn>
                <a:cxn ang="0">
                  <a:pos x="1042" y="170"/>
                </a:cxn>
                <a:cxn ang="0">
                  <a:pos x="1023" y="177"/>
                </a:cxn>
                <a:cxn ang="0">
                  <a:pos x="1017" y="196"/>
                </a:cxn>
                <a:cxn ang="0">
                  <a:pos x="1011" y="177"/>
                </a:cxn>
                <a:cxn ang="0">
                  <a:pos x="966" y="120"/>
                </a:cxn>
                <a:cxn ang="0">
                  <a:pos x="948" y="126"/>
                </a:cxn>
                <a:cxn ang="0">
                  <a:pos x="859" y="57"/>
                </a:cxn>
                <a:cxn ang="0">
                  <a:pos x="853" y="76"/>
                </a:cxn>
                <a:cxn ang="0">
                  <a:pos x="821" y="44"/>
                </a:cxn>
                <a:cxn ang="0">
                  <a:pos x="752" y="19"/>
                </a:cxn>
                <a:cxn ang="0">
                  <a:pos x="689" y="0"/>
                </a:cxn>
                <a:cxn ang="0">
                  <a:pos x="651" y="25"/>
                </a:cxn>
                <a:cxn ang="0">
                  <a:pos x="625" y="50"/>
                </a:cxn>
                <a:cxn ang="0">
                  <a:pos x="619" y="69"/>
                </a:cxn>
                <a:cxn ang="0">
                  <a:pos x="613" y="50"/>
                </a:cxn>
                <a:cxn ang="0">
                  <a:pos x="588" y="25"/>
                </a:cxn>
                <a:cxn ang="0">
                  <a:pos x="569" y="82"/>
                </a:cxn>
                <a:cxn ang="0">
                  <a:pos x="562" y="63"/>
                </a:cxn>
                <a:cxn ang="0">
                  <a:pos x="543" y="50"/>
                </a:cxn>
                <a:cxn ang="0">
                  <a:pos x="512" y="82"/>
                </a:cxn>
                <a:cxn ang="0">
                  <a:pos x="486" y="126"/>
                </a:cxn>
                <a:cxn ang="0">
                  <a:pos x="480" y="151"/>
                </a:cxn>
                <a:cxn ang="0">
                  <a:pos x="474" y="132"/>
                </a:cxn>
                <a:cxn ang="0">
                  <a:pos x="449" y="145"/>
                </a:cxn>
                <a:cxn ang="0">
                  <a:pos x="423" y="208"/>
                </a:cxn>
                <a:cxn ang="0">
                  <a:pos x="417" y="183"/>
                </a:cxn>
                <a:cxn ang="0">
                  <a:pos x="398" y="196"/>
                </a:cxn>
                <a:cxn ang="0">
                  <a:pos x="373" y="252"/>
                </a:cxn>
                <a:cxn ang="0">
                  <a:pos x="335" y="379"/>
                </a:cxn>
                <a:cxn ang="0">
                  <a:pos x="310" y="429"/>
                </a:cxn>
                <a:cxn ang="0">
                  <a:pos x="291" y="518"/>
                </a:cxn>
                <a:cxn ang="0">
                  <a:pos x="240" y="688"/>
                </a:cxn>
                <a:cxn ang="0">
                  <a:pos x="171" y="884"/>
                </a:cxn>
                <a:cxn ang="0">
                  <a:pos x="164" y="865"/>
                </a:cxn>
                <a:cxn ang="0">
                  <a:pos x="158" y="840"/>
                </a:cxn>
                <a:cxn ang="0">
                  <a:pos x="145" y="897"/>
                </a:cxn>
                <a:cxn ang="0">
                  <a:pos x="108" y="1067"/>
                </a:cxn>
                <a:cxn ang="0">
                  <a:pos x="70" y="1055"/>
                </a:cxn>
                <a:cxn ang="0">
                  <a:pos x="0" y="1055"/>
                </a:cxn>
              </a:cxnLst>
              <a:rect l="0" t="0" r="r" b="b"/>
              <a:pathLst>
                <a:path w="1472" h="1067">
                  <a:moveTo>
                    <a:pt x="1472" y="1048"/>
                  </a:moveTo>
                  <a:cubicBezTo>
                    <a:pt x="1451" y="1038"/>
                    <a:pt x="1431" y="1030"/>
                    <a:pt x="1409" y="1023"/>
                  </a:cubicBezTo>
                  <a:cubicBezTo>
                    <a:pt x="1411" y="1012"/>
                    <a:pt x="1413" y="1002"/>
                    <a:pt x="1415" y="991"/>
                  </a:cubicBezTo>
                  <a:cubicBezTo>
                    <a:pt x="1418" y="978"/>
                    <a:pt x="1439" y="902"/>
                    <a:pt x="1421" y="966"/>
                  </a:cubicBezTo>
                  <a:cubicBezTo>
                    <a:pt x="1419" y="958"/>
                    <a:pt x="1417" y="949"/>
                    <a:pt x="1415" y="941"/>
                  </a:cubicBezTo>
                  <a:cubicBezTo>
                    <a:pt x="1413" y="930"/>
                    <a:pt x="1419" y="914"/>
                    <a:pt x="1409" y="909"/>
                  </a:cubicBezTo>
                  <a:cubicBezTo>
                    <a:pt x="1403" y="906"/>
                    <a:pt x="1379" y="944"/>
                    <a:pt x="1377" y="947"/>
                  </a:cubicBezTo>
                  <a:cubicBezTo>
                    <a:pt x="1372" y="890"/>
                    <a:pt x="1373" y="878"/>
                    <a:pt x="1352" y="833"/>
                  </a:cubicBezTo>
                  <a:cubicBezTo>
                    <a:pt x="1343" y="787"/>
                    <a:pt x="1335" y="739"/>
                    <a:pt x="1320" y="695"/>
                  </a:cubicBezTo>
                  <a:cubicBezTo>
                    <a:pt x="1314" y="699"/>
                    <a:pt x="1308" y="710"/>
                    <a:pt x="1301" y="707"/>
                  </a:cubicBezTo>
                  <a:cubicBezTo>
                    <a:pt x="1293" y="703"/>
                    <a:pt x="1297" y="690"/>
                    <a:pt x="1295" y="682"/>
                  </a:cubicBezTo>
                  <a:cubicBezTo>
                    <a:pt x="1286" y="650"/>
                    <a:pt x="1275" y="614"/>
                    <a:pt x="1257" y="587"/>
                  </a:cubicBezTo>
                  <a:cubicBezTo>
                    <a:pt x="1245" y="548"/>
                    <a:pt x="1228" y="512"/>
                    <a:pt x="1219" y="473"/>
                  </a:cubicBezTo>
                  <a:cubicBezTo>
                    <a:pt x="1213" y="475"/>
                    <a:pt x="1204" y="485"/>
                    <a:pt x="1200" y="480"/>
                  </a:cubicBezTo>
                  <a:cubicBezTo>
                    <a:pt x="1173" y="449"/>
                    <a:pt x="1187" y="399"/>
                    <a:pt x="1143" y="385"/>
                  </a:cubicBezTo>
                  <a:cubicBezTo>
                    <a:pt x="1136" y="340"/>
                    <a:pt x="1131" y="297"/>
                    <a:pt x="1105" y="259"/>
                  </a:cubicBezTo>
                  <a:cubicBezTo>
                    <a:pt x="1094" y="225"/>
                    <a:pt x="1106" y="254"/>
                    <a:pt x="1080" y="221"/>
                  </a:cubicBezTo>
                  <a:cubicBezTo>
                    <a:pt x="1067" y="205"/>
                    <a:pt x="1042" y="170"/>
                    <a:pt x="1042" y="170"/>
                  </a:cubicBezTo>
                  <a:cubicBezTo>
                    <a:pt x="1036" y="172"/>
                    <a:pt x="1028" y="172"/>
                    <a:pt x="1023" y="177"/>
                  </a:cubicBezTo>
                  <a:cubicBezTo>
                    <a:pt x="1018" y="182"/>
                    <a:pt x="1024" y="196"/>
                    <a:pt x="1017" y="196"/>
                  </a:cubicBezTo>
                  <a:cubicBezTo>
                    <a:pt x="1010" y="196"/>
                    <a:pt x="1015" y="183"/>
                    <a:pt x="1011" y="177"/>
                  </a:cubicBezTo>
                  <a:cubicBezTo>
                    <a:pt x="998" y="157"/>
                    <a:pt x="966" y="120"/>
                    <a:pt x="966" y="120"/>
                  </a:cubicBezTo>
                  <a:cubicBezTo>
                    <a:pt x="960" y="122"/>
                    <a:pt x="953" y="129"/>
                    <a:pt x="948" y="126"/>
                  </a:cubicBezTo>
                  <a:cubicBezTo>
                    <a:pt x="901" y="96"/>
                    <a:pt x="906" y="72"/>
                    <a:pt x="859" y="57"/>
                  </a:cubicBezTo>
                  <a:cubicBezTo>
                    <a:pt x="857" y="63"/>
                    <a:pt x="859" y="74"/>
                    <a:pt x="853" y="76"/>
                  </a:cubicBezTo>
                  <a:cubicBezTo>
                    <a:pt x="839" y="79"/>
                    <a:pt x="827" y="49"/>
                    <a:pt x="821" y="44"/>
                  </a:cubicBezTo>
                  <a:cubicBezTo>
                    <a:pt x="795" y="24"/>
                    <a:pt x="781" y="25"/>
                    <a:pt x="752" y="19"/>
                  </a:cubicBezTo>
                  <a:cubicBezTo>
                    <a:pt x="718" y="40"/>
                    <a:pt x="719" y="19"/>
                    <a:pt x="689" y="0"/>
                  </a:cubicBezTo>
                  <a:cubicBezTo>
                    <a:pt x="668" y="30"/>
                    <a:pt x="684" y="48"/>
                    <a:pt x="651" y="25"/>
                  </a:cubicBezTo>
                  <a:cubicBezTo>
                    <a:pt x="642" y="33"/>
                    <a:pt x="632" y="40"/>
                    <a:pt x="625" y="50"/>
                  </a:cubicBezTo>
                  <a:cubicBezTo>
                    <a:pt x="621" y="55"/>
                    <a:pt x="626" y="69"/>
                    <a:pt x="619" y="69"/>
                  </a:cubicBezTo>
                  <a:cubicBezTo>
                    <a:pt x="612" y="69"/>
                    <a:pt x="615" y="56"/>
                    <a:pt x="613" y="50"/>
                  </a:cubicBezTo>
                  <a:cubicBezTo>
                    <a:pt x="605" y="25"/>
                    <a:pt x="612" y="33"/>
                    <a:pt x="588" y="25"/>
                  </a:cubicBezTo>
                  <a:cubicBezTo>
                    <a:pt x="587" y="29"/>
                    <a:pt x="579" y="79"/>
                    <a:pt x="569" y="82"/>
                  </a:cubicBezTo>
                  <a:cubicBezTo>
                    <a:pt x="563" y="84"/>
                    <a:pt x="566" y="68"/>
                    <a:pt x="562" y="63"/>
                  </a:cubicBezTo>
                  <a:cubicBezTo>
                    <a:pt x="557" y="57"/>
                    <a:pt x="549" y="54"/>
                    <a:pt x="543" y="50"/>
                  </a:cubicBezTo>
                  <a:cubicBezTo>
                    <a:pt x="529" y="109"/>
                    <a:pt x="551" y="50"/>
                    <a:pt x="512" y="82"/>
                  </a:cubicBezTo>
                  <a:cubicBezTo>
                    <a:pt x="499" y="93"/>
                    <a:pt x="496" y="112"/>
                    <a:pt x="486" y="126"/>
                  </a:cubicBezTo>
                  <a:cubicBezTo>
                    <a:pt x="484" y="134"/>
                    <a:pt x="488" y="147"/>
                    <a:pt x="480" y="151"/>
                  </a:cubicBezTo>
                  <a:cubicBezTo>
                    <a:pt x="474" y="154"/>
                    <a:pt x="481" y="133"/>
                    <a:pt x="474" y="132"/>
                  </a:cubicBezTo>
                  <a:cubicBezTo>
                    <a:pt x="465" y="130"/>
                    <a:pt x="457" y="141"/>
                    <a:pt x="449" y="145"/>
                  </a:cubicBezTo>
                  <a:cubicBezTo>
                    <a:pt x="434" y="166"/>
                    <a:pt x="430" y="183"/>
                    <a:pt x="423" y="208"/>
                  </a:cubicBezTo>
                  <a:cubicBezTo>
                    <a:pt x="421" y="200"/>
                    <a:pt x="425" y="187"/>
                    <a:pt x="417" y="183"/>
                  </a:cubicBezTo>
                  <a:cubicBezTo>
                    <a:pt x="410" y="180"/>
                    <a:pt x="403" y="190"/>
                    <a:pt x="398" y="196"/>
                  </a:cubicBezTo>
                  <a:cubicBezTo>
                    <a:pt x="388" y="209"/>
                    <a:pt x="383" y="236"/>
                    <a:pt x="373" y="252"/>
                  </a:cubicBezTo>
                  <a:cubicBezTo>
                    <a:pt x="367" y="290"/>
                    <a:pt x="353" y="343"/>
                    <a:pt x="335" y="379"/>
                  </a:cubicBezTo>
                  <a:cubicBezTo>
                    <a:pt x="314" y="422"/>
                    <a:pt x="328" y="370"/>
                    <a:pt x="310" y="429"/>
                  </a:cubicBezTo>
                  <a:cubicBezTo>
                    <a:pt x="301" y="458"/>
                    <a:pt x="300" y="489"/>
                    <a:pt x="291" y="518"/>
                  </a:cubicBezTo>
                  <a:cubicBezTo>
                    <a:pt x="241" y="418"/>
                    <a:pt x="312" y="665"/>
                    <a:pt x="240" y="688"/>
                  </a:cubicBezTo>
                  <a:cubicBezTo>
                    <a:pt x="205" y="746"/>
                    <a:pt x="195" y="820"/>
                    <a:pt x="171" y="884"/>
                  </a:cubicBezTo>
                  <a:cubicBezTo>
                    <a:pt x="169" y="878"/>
                    <a:pt x="166" y="871"/>
                    <a:pt x="164" y="865"/>
                  </a:cubicBezTo>
                  <a:cubicBezTo>
                    <a:pt x="162" y="857"/>
                    <a:pt x="166" y="836"/>
                    <a:pt x="158" y="840"/>
                  </a:cubicBezTo>
                  <a:cubicBezTo>
                    <a:pt x="141" y="849"/>
                    <a:pt x="151" y="878"/>
                    <a:pt x="145" y="897"/>
                  </a:cubicBezTo>
                  <a:cubicBezTo>
                    <a:pt x="128" y="953"/>
                    <a:pt x="126" y="1011"/>
                    <a:pt x="108" y="1067"/>
                  </a:cubicBezTo>
                  <a:cubicBezTo>
                    <a:pt x="99" y="1035"/>
                    <a:pt x="93" y="1019"/>
                    <a:pt x="70" y="1055"/>
                  </a:cubicBezTo>
                  <a:cubicBezTo>
                    <a:pt x="36" y="1032"/>
                    <a:pt x="36" y="1055"/>
                    <a:pt x="0" y="1055"/>
                  </a:cubicBezTo>
                </a:path>
              </a:pathLst>
            </a:custGeom>
            <a:noFill/>
            <a:ln w="9525" cap="flat" cmpd="sng">
              <a:solidFill>
                <a:srgbClr val="FF3300"/>
              </a:solidFill>
              <a:prstDash val="solid"/>
              <a:round/>
              <a:headEnd/>
              <a:tailEnd/>
            </a:ln>
            <a:effectLst/>
          </p:spPr>
          <p:txBody>
            <a:bodyPr wrap="none" anchor="ctr"/>
            <a:lstStyle/>
            <a:p>
              <a:endParaRPr lang="en-GB" sz="1600"/>
            </a:p>
          </p:txBody>
        </p:sp>
        <p:sp>
          <p:nvSpPr>
            <p:cNvPr id="135424" name="Freeform 256"/>
            <p:cNvSpPr>
              <a:spLocks/>
            </p:cNvSpPr>
            <p:nvPr/>
          </p:nvSpPr>
          <p:spPr bwMode="auto">
            <a:xfrm flipV="1">
              <a:off x="1989" y="2550"/>
              <a:ext cx="1484" cy="1164"/>
            </a:xfrm>
            <a:custGeom>
              <a:avLst/>
              <a:gdLst/>
              <a:ahLst/>
              <a:cxnLst>
                <a:cxn ang="0">
                  <a:pos x="13" y="1031"/>
                </a:cxn>
                <a:cxn ang="0">
                  <a:pos x="25" y="1012"/>
                </a:cxn>
                <a:cxn ang="0">
                  <a:pos x="63" y="1019"/>
                </a:cxn>
                <a:cxn ang="0">
                  <a:pos x="120" y="817"/>
                </a:cxn>
                <a:cxn ang="0">
                  <a:pos x="145" y="861"/>
                </a:cxn>
                <a:cxn ang="0">
                  <a:pos x="202" y="760"/>
                </a:cxn>
                <a:cxn ang="0">
                  <a:pos x="253" y="469"/>
                </a:cxn>
                <a:cxn ang="0">
                  <a:pos x="290" y="482"/>
                </a:cxn>
                <a:cxn ang="0">
                  <a:pos x="410" y="223"/>
                </a:cxn>
                <a:cxn ang="0">
                  <a:pos x="511" y="97"/>
                </a:cxn>
                <a:cxn ang="0">
                  <a:pos x="562" y="103"/>
                </a:cxn>
                <a:cxn ang="0">
                  <a:pos x="631" y="90"/>
                </a:cxn>
                <a:cxn ang="0">
                  <a:pos x="682" y="21"/>
                </a:cxn>
                <a:cxn ang="0">
                  <a:pos x="707" y="84"/>
                </a:cxn>
                <a:cxn ang="0">
                  <a:pos x="770" y="46"/>
                </a:cxn>
                <a:cxn ang="0">
                  <a:pos x="789" y="90"/>
                </a:cxn>
                <a:cxn ang="0">
                  <a:pos x="853" y="78"/>
                </a:cxn>
                <a:cxn ang="0">
                  <a:pos x="878" y="135"/>
                </a:cxn>
                <a:cxn ang="0">
                  <a:pos x="890" y="59"/>
                </a:cxn>
                <a:cxn ang="0">
                  <a:pos x="979" y="191"/>
                </a:cxn>
                <a:cxn ang="0">
                  <a:pos x="1023" y="172"/>
                </a:cxn>
                <a:cxn ang="0">
                  <a:pos x="1061" y="242"/>
                </a:cxn>
                <a:cxn ang="0">
                  <a:pos x="1099" y="343"/>
                </a:cxn>
                <a:cxn ang="0">
                  <a:pos x="1118" y="368"/>
                </a:cxn>
                <a:cxn ang="0">
                  <a:pos x="1162" y="406"/>
                </a:cxn>
                <a:cxn ang="0">
                  <a:pos x="1175" y="476"/>
                </a:cxn>
                <a:cxn ang="0">
                  <a:pos x="1213" y="551"/>
                </a:cxn>
                <a:cxn ang="0">
                  <a:pos x="1244" y="627"/>
                </a:cxn>
                <a:cxn ang="0">
                  <a:pos x="1288" y="741"/>
                </a:cxn>
                <a:cxn ang="0">
                  <a:pos x="1314" y="772"/>
                </a:cxn>
                <a:cxn ang="0">
                  <a:pos x="1370" y="1063"/>
                </a:cxn>
                <a:cxn ang="0">
                  <a:pos x="1459" y="1164"/>
                </a:cxn>
                <a:cxn ang="0">
                  <a:pos x="1478" y="1038"/>
                </a:cxn>
              </a:cxnLst>
              <a:rect l="0" t="0" r="r" b="b"/>
              <a:pathLst>
                <a:path w="1484" h="1164">
                  <a:moveTo>
                    <a:pt x="0" y="1057"/>
                  </a:moveTo>
                  <a:cubicBezTo>
                    <a:pt x="4" y="1048"/>
                    <a:pt x="10" y="1040"/>
                    <a:pt x="13" y="1031"/>
                  </a:cubicBezTo>
                  <a:cubicBezTo>
                    <a:pt x="17" y="1019"/>
                    <a:pt x="12" y="1004"/>
                    <a:pt x="19" y="993"/>
                  </a:cubicBezTo>
                  <a:cubicBezTo>
                    <a:pt x="23" y="987"/>
                    <a:pt x="21" y="1007"/>
                    <a:pt x="25" y="1012"/>
                  </a:cubicBezTo>
                  <a:cubicBezTo>
                    <a:pt x="30" y="1018"/>
                    <a:pt x="38" y="1021"/>
                    <a:pt x="44" y="1025"/>
                  </a:cubicBezTo>
                  <a:cubicBezTo>
                    <a:pt x="53" y="997"/>
                    <a:pt x="52" y="960"/>
                    <a:pt x="63" y="1019"/>
                  </a:cubicBezTo>
                  <a:cubicBezTo>
                    <a:pt x="88" y="983"/>
                    <a:pt x="81" y="957"/>
                    <a:pt x="88" y="911"/>
                  </a:cubicBezTo>
                  <a:cubicBezTo>
                    <a:pt x="93" y="879"/>
                    <a:pt x="108" y="847"/>
                    <a:pt x="120" y="817"/>
                  </a:cubicBezTo>
                  <a:cubicBezTo>
                    <a:pt x="124" y="823"/>
                    <a:pt x="129" y="829"/>
                    <a:pt x="133" y="836"/>
                  </a:cubicBezTo>
                  <a:cubicBezTo>
                    <a:pt x="138" y="844"/>
                    <a:pt x="136" y="859"/>
                    <a:pt x="145" y="861"/>
                  </a:cubicBezTo>
                  <a:cubicBezTo>
                    <a:pt x="152" y="863"/>
                    <a:pt x="154" y="849"/>
                    <a:pt x="158" y="842"/>
                  </a:cubicBezTo>
                  <a:cubicBezTo>
                    <a:pt x="175" y="814"/>
                    <a:pt x="184" y="786"/>
                    <a:pt x="202" y="760"/>
                  </a:cubicBezTo>
                  <a:cubicBezTo>
                    <a:pt x="219" y="704"/>
                    <a:pt x="227" y="660"/>
                    <a:pt x="234" y="602"/>
                  </a:cubicBezTo>
                  <a:cubicBezTo>
                    <a:pt x="259" y="682"/>
                    <a:pt x="237" y="514"/>
                    <a:pt x="253" y="469"/>
                  </a:cubicBezTo>
                  <a:cubicBezTo>
                    <a:pt x="259" y="478"/>
                    <a:pt x="261" y="492"/>
                    <a:pt x="271" y="495"/>
                  </a:cubicBezTo>
                  <a:cubicBezTo>
                    <a:pt x="278" y="498"/>
                    <a:pt x="285" y="488"/>
                    <a:pt x="290" y="482"/>
                  </a:cubicBezTo>
                  <a:cubicBezTo>
                    <a:pt x="296" y="475"/>
                    <a:pt x="318" y="406"/>
                    <a:pt x="322" y="393"/>
                  </a:cubicBezTo>
                  <a:cubicBezTo>
                    <a:pt x="332" y="322"/>
                    <a:pt x="354" y="268"/>
                    <a:pt x="410" y="223"/>
                  </a:cubicBezTo>
                  <a:cubicBezTo>
                    <a:pt x="422" y="200"/>
                    <a:pt x="430" y="176"/>
                    <a:pt x="442" y="153"/>
                  </a:cubicBezTo>
                  <a:cubicBezTo>
                    <a:pt x="486" y="183"/>
                    <a:pt x="499" y="134"/>
                    <a:pt x="511" y="97"/>
                  </a:cubicBezTo>
                  <a:cubicBezTo>
                    <a:pt x="524" y="114"/>
                    <a:pt x="541" y="140"/>
                    <a:pt x="549" y="135"/>
                  </a:cubicBezTo>
                  <a:cubicBezTo>
                    <a:pt x="559" y="129"/>
                    <a:pt x="555" y="112"/>
                    <a:pt x="562" y="103"/>
                  </a:cubicBezTo>
                  <a:cubicBezTo>
                    <a:pt x="573" y="89"/>
                    <a:pt x="600" y="65"/>
                    <a:pt x="600" y="65"/>
                  </a:cubicBezTo>
                  <a:cubicBezTo>
                    <a:pt x="614" y="21"/>
                    <a:pt x="618" y="70"/>
                    <a:pt x="631" y="90"/>
                  </a:cubicBezTo>
                  <a:cubicBezTo>
                    <a:pt x="636" y="66"/>
                    <a:pt x="632" y="0"/>
                    <a:pt x="663" y="46"/>
                  </a:cubicBezTo>
                  <a:cubicBezTo>
                    <a:pt x="677" y="89"/>
                    <a:pt x="677" y="38"/>
                    <a:pt x="682" y="21"/>
                  </a:cubicBezTo>
                  <a:cubicBezTo>
                    <a:pt x="684" y="44"/>
                    <a:pt x="679" y="69"/>
                    <a:pt x="688" y="90"/>
                  </a:cubicBezTo>
                  <a:cubicBezTo>
                    <a:pt x="690" y="96"/>
                    <a:pt x="703" y="89"/>
                    <a:pt x="707" y="84"/>
                  </a:cubicBezTo>
                  <a:cubicBezTo>
                    <a:pt x="718" y="70"/>
                    <a:pt x="721" y="38"/>
                    <a:pt x="733" y="21"/>
                  </a:cubicBezTo>
                  <a:cubicBezTo>
                    <a:pt x="737" y="57"/>
                    <a:pt x="741" y="123"/>
                    <a:pt x="770" y="46"/>
                  </a:cubicBezTo>
                  <a:cubicBezTo>
                    <a:pt x="772" y="54"/>
                    <a:pt x="774" y="63"/>
                    <a:pt x="777" y="71"/>
                  </a:cubicBezTo>
                  <a:cubicBezTo>
                    <a:pt x="780" y="78"/>
                    <a:pt x="782" y="93"/>
                    <a:pt x="789" y="90"/>
                  </a:cubicBezTo>
                  <a:cubicBezTo>
                    <a:pt x="802" y="84"/>
                    <a:pt x="809" y="29"/>
                    <a:pt x="815" y="15"/>
                  </a:cubicBezTo>
                  <a:cubicBezTo>
                    <a:pt x="831" y="37"/>
                    <a:pt x="838" y="56"/>
                    <a:pt x="853" y="78"/>
                  </a:cubicBezTo>
                  <a:cubicBezTo>
                    <a:pt x="857" y="91"/>
                    <a:pt x="860" y="104"/>
                    <a:pt x="865" y="116"/>
                  </a:cubicBezTo>
                  <a:cubicBezTo>
                    <a:pt x="868" y="123"/>
                    <a:pt x="872" y="139"/>
                    <a:pt x="878" y="135"/>
                  </a:cubicBezTo>
                  <a:cubicBezTo>
                    <a:pt x="887" y="129"/>
                    <a:pt x="882" y="114"/>
                    <a:pt x="884" y="103"/>
                  </a:cubicBezTo>
                  <a:cubicBezTo>
                    <a:pt x="886" y="88"/>
                    <a:pt x="888" y="74"/>
                    <a:pt x="890" y="59"/>
                  </a:cubicBezTo>
                  <a:cubicBezTo>
                    <a:pt x="912" y="119"/>
                    <a:pt x="939" y="172"/>
                    <a:pt x="966" y="229"/>
                  </a:cubicBezTo>
                  <a:cubicBezTo>
                    <a:pt x="970" y="216"/>
                    <a:pt x="976" y="204"/>
                    <a:pt x="979" y="191"/>
                  </a:cubicBezTo>
                  <a:cubicBezTo>
                    <a:pt x="984" y="166"/>
                    <a:pt x="991" y="116"/>
                    <a:pt x="991" y="116"/>
                  </a:cubicBezTo>
                  <a:cubicBezTo>
                    <a:pt x="1004" y="135"/>
                    <a:pt x="1010" y="153"/>
                    <a:pt x="1023" y="172"/>
                  </a:cubicBezTo>
                  <a:cubicBezTo>
                    <a:pt x="1028" y="196"/>
                    <a:pt x="1036" y="218"/>
                    <a:pt x="1042" y="242"/>
                  </a:cubicBezTo>
                  <a:cubicBezTo>
                    <a:pt x="1057" y="178"/>
                    <a:pt x="1036" y="242"/>
                    <a:pt x="1061" y="242"/>
                  </a:cubicBezTo>
                  <a:cubicBezTo>
                    <a:pt x="1070" y="242"/>
                    <a:pt x="1070" y="225"/>
                    <a:pt x="1074" y="217"/>
                  </a:cubicBezTo>
                  <a:cubicBezTo>
                    <a:pt x="1090" y="259"/>
                    <a:pt x="1094" y="297"/>
                    <a:pt x="1099" y="343"/>
                  </a:cubicBezTo>
                  <a:cubicBezTo>
                    <a:pt x="1103" y="337"/>
                    <a:pt x="1106" y="318"/>
                    <a:pt x="1111" y="324"/>
                  </a:cubicBezTo>
                  <a:cubicBezTo>
                    <a:pt x="1120" y="336"/>
                    <a:pt x="1117" y="353"/>
                    <a:pt x="1118" y="368"/>
                  </a:cubicBezTo>
                  <a:cubicBezTo>
                    <a:pt x="1123" y="428"/>
                    <a:pt x="1114" y="496"/>
                    <a:pt x="1143" y="551"/>
                  </a:cubicBezTo>
                  <a:cubicBezTo>
                    <a:pt x="1147" y="495"/>
                    <a:pt x="1146" y="456"/>
                    <a:pt x="1162" y="406"/>
                  </a:cubicBezTo>
                  <a:cubicBezTo>
                    <a:pt x="1164" y="440"/>
                    <a:pt x="1162" y="474"/>
                    <a:pt x="1168" y="507"/>
                  </a:cubicBezTo>
                  <a:cubicBezTo>
                    <a:pt x="1170" y="517"/>
                    <a:pt x="1173" y="466"/>
                    <a:pt x="1175" y="476"/>
                  </a:cubicBezTo>
                  <a:cubicBezTo>
                    <a:pt x="1193" y="557"/>
                    <a:pt x="1181" y="645"/>
                    <a:pt x="1194" y="728"/>
                  </a:cubicBezTo>
                  <a:cubicBezTo>
                    <a:pt x="1202" y="669"/>
                    <a:pt x="1198" y="608"/>
                    <a:pt x="1213" y="551"/>
                  </a:cubicBezTo>
                  <a:cubicBezTo>
                    <a:pt x="1216" y="538"/>
                    <a:pt x="1220" y="577"/>
                    <a:pt x="1225" y="589"/>
                  </a:cubicBezTo>
                  <a:cubicBezTo>
                    <a:pt x="1230" y="602"/>
                    <a:pt x="1238" y="614"/>
                    <a:pt x="1244" y="627"/>
                  </a:cubicBezTo>
                  <a:cubicBezTo>
                    <a:pt x="1250" y="652"/>
                    <a:pt x="1247" y="702"/>
                    <a:pt x="1276" y="659"/>
                  </a:cubicBezTo>
                  <a:cubicBezTo>
                    <a:pt x="1280" y="686"/>
                    <a:pt x="1281" y="714"/>
                    <a:pt x="1288" y="741"/>
                  </a:cubicBezTo>
                  <a:cubicBezTo>
                    <a:pt x="1293" y="760"/>
                    <a:pt x="1307" y="798"/>
                    <a:pt x="1307" y="798"/>
                  </a:cubicBezTo>
                  <a:cubicBezTo>
                    <a:pt x="1309" y="789"/>
                    <a:pt x="1313" y="763"/>
                    <a:pt x="1314" y="772"/>
                  </a:cubicBezTo>
                  <a:cubicBezTo>
                    <a:pt x="1319" y="814"/>
                    <a:pt x="1315" y="857"/>
                    <a:pt x="1320" y="899"/>
                  </a:cubicBezTo>
                  <a:cubicBezTo>
                    <a:pt x="1326" y="958"/>
                    <a:pt x="1350" y="1009"/>
                    <a:pt x="1370" y="1063"/>
                  </a:cubicBezTo>
                  <a:cubicBezTo>
                    <a:pt x="1386" y="1024"/>
                    <a:pt x="1394" y="984"/>
                    <a:pt x="1402" y="943"/>
                  </a:cubicBezTo>
                  <a:cubicBezTo>
                    <a:pt x="1411" y="1030"/>
                    <a:pt x="1444" y="1083"/>
                    <a:pt x="1459" y="1164"/>
                  </a:cubicBezTo>
                  <a:cubicBezTo>
                    <a:pt x="1464" y="1128"/>
                    <a:pt x="1465" y="1092"/>
                    <a:pt x="1471" y="1057"/>
                  </a:cubicBezTo>
                  <a:cubicBezTo>
                    <a:pt x="1472" y="1050"/>
                    <a:pt x="1471" y="1038"/>
                    <a:pt x="1478" y="1038"/>
                  </a:cubicBezTo>
                  <a:cubicBezTo>
                    <a:pt x="1484" y="1038"/>
                    <a:pt x="1478" y="1051"/>
                    <a:pt x="1478" y="1057"/>
                  </a:cubicBezTo>
                </a:path>
              </a:pathLst>
            </a:custGeom>
            <a:noFill/>
            <a:ln w="9525" cap="flat" cmpd="sng">
              <a:solidFill>
                <a:srgbClr val="FF3300"/>
              </a:solidFill>
              <a:prstDash val="solid"/>
              <a:round/>
              <a:headEnd/>
              <a:tailEnd/>
            </a:ln>
            <a:effectLst/>
          </p:spPr>
          <p:txBody>
            <a:bodyPr wrap="none" anchor="ctr"/>
            <a:lstStyle/>
            <a:p>
              <a:endParaRPr lang="en-GB" sz="1600"/>
            </a:p>
          </p:txBody>
        </p:sp>
        <p:sp>
          <p:nvSpPr>
            <p:cNvPr id="135425" name="Freeform 257"/>
            <p:cNvSpPr>
              <a:spLocks/>
            </p:cNvSpPr>
            <p:nvPr/>
          </p:nvSpPr>
          <p:spPr bwMode="auto">
            <a:xfrm>
              <a:off x="1971" y="2594"/>
              <a:ext cx="1484" cy="1164"/>
            </a:xfrm>
            <a:custGeom>
              <a:avLst/>
              <a:gdLst/>
              <a:ahLst/>
              <a:cxnLst>
                <a:cxn ang="0">
                  <a:pos x="13" y="1031"/>
                </a:cxn>
                <a:cxn ang="0">
                  <a:pos x="25" y="1012"/>
                </a:cxn>
                <a:cxn ang="0">
                  <a:pos x="63" y="1019"/>
                </a:cxn>
                <a:cxn ang="0">
                  <a:pos x="120" y="817"/>
                </a:cxn>
                <a:cxn ang="0">
                  <a:pos x="145" y="861"/>
                </a:cxn>
                <a:cxn ang="0">
                  <a:pos x="202" y="760"/>
                </a:cxn>
                <a:cxn ang="0">
                  <a:pos x="253" y="469"/>
                </a:cxn>
                <a:cxn ang="0">
                  <a:pos x="290" y="482"/>
                </a:cxn>
                <a:cxn ang="0">
                  <a:pos x="410" y="223"/>
                </a:cxn>
                <a:cxn ang="0">
                  <a:pos x="511" y="97"/>
                </a:cxn>
                <a:cxn ang="0">
                  <a:pos x="562" y="103"/>
                </a:cxn>
                <a:cxn ang="0">
                  <a:pos x="631" y="90"/>
                </a:cxn>
                <a:cxn ang="0">
                  <a:pos x="682" y="21"/>
                </a:cxn>
                <a:cxn ang="0">
                  <a:pos x="707" y="84"/>
                </a:cxn>
                <a:cxn ang="0">
                  <a:pos x="770" y="46"/>
                </a:cxn>
                <a:cxn ang="0">
                  <a:pos x="789" y="90"/>
                </a:cxn>
                <a:cxn ang="0">
                  <a:pos x="853" y="78"/>
                </a:cxn>
                <a:cxn ang="0">
                  <a:pos x="878" y="135"/>
                </a:cxn>
                <a:cxn ang="0">
                  <a:pos x="890" y="59"/>
                </a:cxn>
                <a:cxn ang="0">
                  <a:pos x="979" y="191"/>
                </a:cxn>
                <a:cxn ang="0">
                  <a:pos x="1023" y="172"/>
                </a:cxn>
                <a:cxn ang="0">
                  <a:pos x="1061" y="242"/>
                </a:cxn>
                <a:cxn ang="0">
                  <a:pos x="1099" y="343"/>
                </a:cxn>
                <a:cxn ang="0">
                  <a:pos x="1118" y="368"/>
                </a:cxn>
                <a:cxn ang="0">
                  <a:pos x="1162" y="406"/>
                </a:cxn>
                <a:cxn ang="0">
                  <a:pos x="1175" y="476"/>
                </a:cxn>
                <a:cxn ang="0">
                  <a:pos x="1213" y="551"/>
                </a:cxn>
                <a:cxn ang="0">
                  <a:pos x="1244" y="627"/>
                </a:cxn>
                <a:cxn ang="0">
                  <a:pos x="1288" y="741"/>
                </a:cxn>
                <a:cxn ang="0">
                  <a:pos x="1314" y="772"/>
                </a:cxn>
                <a:cxn ang="0">
                  <a:pos x="1370" y="1063"/>
                </a:cxn>
                <a:cxn ang="0">
                  <a:pos x="1459" y="1164"/>
                </a:cxn>
                <a:cxn ang="0">
                  <a:pos x="1478" y="1038"/>
                </a:cxn>
              </a:cxnLst>
              <a:rect l="0" t="0" r="r" b="b"/>
              <a:pathLst>
                <a:path w="1484" h="1164">
                  <a:moveTo>
                    <a:pt x="0" y="1057"/>
                  </a:moveTo>
                  <a:cubicBezTo>
                    <a:pt x="4" y="1048"/>
                    <a:pt x="10" y="1040"/>
                    <a:pt x="13" y="1031"/>
                  </a:cubicBezTo>
                  <a:cubicBezTo>
                    <a:pt x="17" y="1019"/>
                    <a:pt x="12" y="1004"/>
                    <a:pt x="19" y="993"/>
                  </a:cubicBezTo>
                  <a:cubicBezTo>
                    <a:pt x="23" y="987"/>
                    <a:pt x="21" y="1007"/>
                    <a:pt x="25" y="1012"/>
                  </a:cubicBezTo>
                  <a:cubicBezTo>
                    <a:pt x="30" y="1018"/>
                    <a:pt x="38" y="1021"/>
                    <a:pt x="44" y="1025"/>
                  </a:cubicBezTo>
                  <a:cubicBezTo>
                    <a:pt x="53" y="997"/>
                    <a:pt x="52" y="960"/>
                    <a:pt x="63" y="1019"/>
                  </a:cubicBezTo>
                  <a:cubicBezTo>
                    <a:pt x="88" y="983"/>
                    <a:pt x="81" y="957"/>
                    <a:pt x="88" y="911"/>
                  </a:cubicBezTo>
                  <a:cubicBezTo>
                    <a:pt x="93" y="879"/>
                    <a:pt x="108" y="847"/>
                    <a:pt x="120" y="817"/>
                  </a:cubicBezTo>
                  <a:cubicBezTo>
                    <a:pt x="124" y="823"/>
                    <a:pt x="129" y="829"/>
                    <a:pt x="133" y="836"/>
                  </a:cubicBezTo>
                  <a:cubicBezTo>
                    <a:pt x="138" y="844"/>
                    <a:pt x="136" y="859"/>
                    <a:pt x="145" y="861"/>
                  </a:cubicBezTo>
                  <a:cubicBezTo>
                    <a:pt x="152" y="863"/>
                    <a:pt x="154" y="849"/>
                    <a:pt x="158" y="842"/>
                  </a:cubicBezTo>
                  <a:cubicBezTo>
                    <a:pt x="175" y="814"/>
                    <a:pt x="184" y="786"/>
                    <a:pt x="202" y="760"/>
                  </a:cubicBezTo>
                  <a:cubicBezTo>
                    <a:pt x="219" y="704"/>
                    <a:pt x="227" y="660"/>
                    <a:pt x="234" y="602"/>
                  </a:cubicBezTo>
                  <a:cubicBezTo>
                    <a:pt x="259" y="682"/>
                    <a:pt x="237" y="514"/>
                    <a:pt x="253" y="469"/>
                  </a:cubicBezTo>
                  <a:cubicBezTo>
                    <a:pt x="259" y="478"/>
                    <a:pt x="261" y="492"/>
                    <a:pt x="271" y="495"/>
                  </a:cubicBezTo>
                  <a:cubicBezTo>
                    <a:pt x="278" y="498"/>
                    <a:pt x="285" y="488"/>
                    <a:pt x="290" y="482"/>
                  </a:cubicBezTo>
                  <a:cubicBezTo>
                    <a:pt x="296" y="475"/>
                    <a:pt x="318" y="406"/>
                    <a:pt x="322" y="393"/>
                  </a:cubicBezTo>
                  <a:cubicBezTo>
                    <a:pt x="332" y="322"/>
                    <a:pt x="354" y="268"/>
                    <a:pt x="410" y="223"/>
                  </a:cubicBezTo>
                  <a:cubicBezTo>
                    <a:pt x="422" y="200"/>
                    <a:pt x="430" y="176"/>
                    <a:pt x="442" y="153"/>
                  </a:cubicBezTo>
                  <a:cubicBezTo>
                    <a:pt x="486" y="183"/>
                    <a:pt x="499" y="134"/>
                    <a:pt x="511" y="97"/>
                  </a:cubicBezTo>
                  <a:cubicBezTo>
                    <a:pt x="524" y="114"/>
                    <a:pt x="541" y="140"/>
                    <a:pt x="549" y="135"/>
                  </a:cubicBezTo>
                  <a:cubicBezTo>
                    <a:pt x="559" y="129"/>
                    <a:pt x="555" y="112"/>
                    <a:pt x="562" y="103"/>
                  </a:cubicBezTo>
                  <a:cubicBezTo>
                    <a:pt x="573" y="89"/>
                    <a:pt x="600" y="65"/>
                    <a:pt x="600" y="65"/>
                  </a:cubicBezTo>
                  <a:cubicBezTo>
                    <a:pt x="614" y="21"/>
                    <a:pt x="618" y="70"/>
                    <a:pt x="631" y="90"/>
                  </a:cubicBezTo>
                  <a:cubicBezTo>
                    <a:pt x="636" y="66"/>
                    <a:pt x="632" y="0"/>
                    <a:pt x="663" y="46"/>
                  </a:cubicBezTo>
                  <a:cubicBezTo>
                    <a:pt x="677" y="89"/>
                    <a:pt x="677" y="38"/>
                    <a:pt x="682" y="21"/>
                  </a:cubicBezTo>
                  <a:cubicBezTo>
                    <a:pt x="684" y="44"/>
                    <a:pt x="679" y="69"/>
                    <a:pt x="688" y="90"/>
                  </a:cubicBezTo>
                  <a:cubicBezTo>
                    <a:pt x="690" y="96"/>
                    <a:pt x="703" y="89"/>
                    <a:pt x="707" y="84"/>
                  </a:cubicBezTo>
                  <a:cubicBezTo>
                    <a:pt x="718" y="70"/>
                    <a:pt x="721" y="38"/>
                    <a:pt x="733" y="21"/>
                  </a:cubicBezTo>
                  <a:cubicBezTo>
                    <a:pt x="737" y="57"/>
                    <a:pt x="741" y="123"/>
                    <a:pt x="770" y="46"/>
                  </a:cubicBezTo>
                  <a:cubicBezTo>
                    <a:pt x="772" y="54"/>
                    <a:pt x="774" y="63"/>
                    <a:pt x="777" y="71"/>
                  </a:cubicBezTo>
                  <a:cubicBezTo>
                    <a:pt x="780" y="78"/>
                    <a:pt x="782" y="93"/>
                    <a:pt x="789" y="90"/>
                  </a:cubicBezTo>
                  <a:cubicBezTo>
                    <a:pt x="802" y="84"/>
                    <a:pt x="809" y="29"/>
                    <a:pt x="815" y="15"/>
                  </a:cubicBezTo>
                  <a:cubicBezTo>
                    <a:pt x="831" y="37"/>
                    <a:pt x="838" y="56"/>
                    <a:pt x="853" y="78"/>
                  </a:cubicBezTo>
                  <a:cubicBezTo>
                    <a:pt x="857" y="91"/>
                    <a:pt x="860" y="104"/>
                    <a:pt x="865" y="116"/>
                  </a:cubicBezTo>
                  <a:cubicBezTo>
                    <a:pt x="868" y="123"/>
                    <a:pt x="872" y="139"/>
                    <a:pt x="878" y="135"/>
                  </a:cubicBezTo>
                  <a:cubicBezTo>
                    <a:pt x="887" y="129"/>
                    <a:pt x="882" y="114"/>
                    <a:pt x="884" y="103"/>
                  </a:cubicBezTo>
                  <a:cubicBezTo>
                    <a:pt x="886" y="88"/>
                    <a:pt x="888" y="74"/>
                    <a:pt x="890" y="59"/>
                  </a:cubicBezTo>
                  <a:cubicBezTo>
                    <a:pt x="912" y="119"/>
                    <a:pt x="939" y="172"/>
                    <a:pt x="966" y="229"/>
                  </a:cubicBezTo>
                  <a:cubicBezTo>
                    <a:pt x="970" y="216"/>
                    <a:pt x="976" y="204"/>
                    <a:pt x="979" y="191"/>
                  </a:cubicBezTo>
                  <a:cubicBezTo>
                    <a:pt x="984" y="166"/>
                    <a:pt x="991" y="116"/>
                    <a:pt x="991" y="116"/>
                  </a:cubicBezTo>
                  <a:cubicBezTo>
                    <a:pt x="1004" y="135"/>
                    <a:pt x="1010" y="153"/>
                    <a:pt x="1023" y="172"/>
                  </a:cubicBezTo>
                  <a:cubicBezTo>
                    <a:pt x="1028" y="196"/>
                    <a:pt x="1036" y="218"/>
                    <a:pt x="1042" y="242"/>
                  </a:cubicBezTo>
                  <a:cubicBezTo>
                    <a:pt x="1057" y="178"/>
                    <a:pt x="1036" y="242"/>
                    <a:pt x="1061" y="242"/>
                  </a:cubicBezTo>
                  <a:cubicBezTo>
                    <a:pt x="1070" y="242"/>
                    <a:pt x="1070" y="225"/>
                    <a:pt x="1074" y="217"/>
                  </a:cubicBezTo>
                  <a:cubicBezTo>
                    <a:pt x="1090" y="259"/>
                    <a:pt x="1094" y="297"/>
                    <a:pt x="1099" y="343"/>
                  </a:cubicBezTo>
                  <a:cubicBezTo>
                    <a:pt x="1103" y="337"/>
                    <a:pt x="1106" y="318"/>
                    <a:pt x="1111" y="324"/>
                  </a:cubicBezTo>
                  <a:cubicBezTo>
                    <a:pt x="1120" y="336"/>
                    <a:pt x="1117" y="353"/>
                    <a:pt x="1118" y="368"/>
                  </a:cubicBezTo>
                  <a:cubicBezTo>
                    <a:pt x="1123" y="428"/>
                    <a:pt x="1114" y="496"/>
                    <a:pt x="1143" y="551"/>
                  </a:cubicBezTo>
                  <a:cubicBezTo>
                    <a:pt x="1147" y="495"/>
                    <a:pt x="1146" y="456"/>
                    <a:pt x="1162" y="406"/>
                  </a:cubicBezTo>
                  <a:cubicBezTo>
                    <a:pt x="1164" y="440"/>
                    <a:pt x="1162" y="474"/>
                    <a:pt x="1168" y="507"/>
                  </a:cubicBezTo>
                  <a:cubicBezTo>
                    <a:pt x="1170" y="517"/>
                    <a:pt x="1173" y="466"/>
                    <a:pt x="1175" y="476"/>
                  </a:cubicBezTo>
                  <a:cubicBezTo>
                    <a:pt x="1193" y="557"/>
                    <a:pt x="1181" y="645"/>
                    <a:pt x="1194" y="728"/>
                  </a:cubicBezTo>
                  <a:cubicBezTo>
                    <a:pt x="1202" y="669"/>
                    <a:pt x="1198" y="608"/>
                    <a:pt x="1213" y="551"/>
                  </a:cubicBezTo>
                  <a:cubicBezTo>
                    <a:pt x="1216" y="538"/>
                    <a:pt x="1220" y="577"/>
                    <a:pt x="1225" y="589"/>
                  </a:cubicBezTo>
                  <a:cubicBezTo>
                    <a:pt x="1230" y="602"/>
                    <a:pt x="1238" y="614"/>
                    <a:pt x="1244" y="627"/>
                  </a:cubicBezTo>
                  <a:cubicBezTo>
                    <a:pt x="1250" y="652"/>
                    <a:pt x="1247" y="702"/>
                    <a:pt x="1276" y="659"/>
                  </a:cubicBezTo>
                  <a:cubicBezTo>
                    <a:pt x="1280" y="686"/>
                    <a:pt x="1281" y="714"/>
                    <a:pt x="1288" y="741"/>
                  </a:cubicBezTo>
                  <a:cubicBezTo>
                    <a:pt x="1293" y="760"/>
                    <a:pt x="1307" y="798"/>
                    <a:pt x="1307" y="798"/>
                  </a:cubicBezTo>
                  <a:cubicBezTo>
                    <a:pt x="1309" y="789"/>
                    <a:pt x="1313" y="763"/>
                    <a:pt x="1314" y="772"/>
                  </a:cubicBezTo>
                  <a:cubicBezTo>
                    <a:pt x="1319" y="814"/>
                    <a:pt x="1315" y="857"/>
                    <a:pt x="1320" y="899"/>
                  </a:cubicBezTo>
                  <a:cubicBezTo>
                    <a:pt x="1326" y="958"/>
                    <a:pt x="1350" y="1009"/>
                    <a:pt x="1370" y="1063"/>
                  </a:cubicBezTo>
                  <a:cubicBezTo>
                    <a:pt x="1386" y="1024"/>
                    <a:pt x="1394" y="984"/>
                    <a:pt x="1402" y="943"/>
                  </a:cubicBezTo>
                  <a:cubicBezTo>
                    <a:pt x="1411" y="1030"/>
                    <a:pt x="1444" y="1083"/>
                    <a:pt x="1459" y="1164"/>
                  </a:cubicBezTo>
                  <a:cubicBezTo>
                    <a:pt x="1464" y="1128"/>
                    <a:pt x="1465" y="1092"/>
                    <a:pt x="1471" y="1057"/>
                  </a:cubicBezTo>
                  <a:cubicBezTo>
                    <a:pt x="1472" y="1050"/>
                    <a:pt x="1471" y="1038"/>
                    <a:pt x="1478" y="1038"/>
                  </a:cubicBezTo>
                  <a:cubicBezTo>
                    <a:pt x="1484" y="1038"/>
                    <a:pt x="1478" y="1051"/>
                    <a:pt x="1478" y="1057"/>
                  </a:cubicBezTo>
                </a:path>
              </a:pathLst>
            </a:custGeom>
            <a:noFill/>
            <a:ln w="9525" cap="flat" cmpd="sng">
              <a:solidFill>
                <a:srgbClr val="FF3300"/>
              </a:solidFill>
              <a:prstDash val="solid"/>
              <a:round/>
              <a:headEnd/>
              <a:tailEnd/>
            </a:ln>
            <a:effectLst/>
          </p:spPr>
          <p:txBody>
            <a:bodyPr wrap="none" anchor="ctr"/>
            <a:lstStyle/>
            <a:p>
              <a:endParaRPr lang="en-GB" sz="1600"/>
            </a:p>
          </p:txBody>
        </p:sp>
        <p:sp>
          <p:nvSpPr>
            <p:cNvPr id="135426" name="Freeform 258"/>
            <p:cNvSpPr>
              <a:spLocks/>
            </p:cNvSpPr>
            <p:nvPr/>
          </p:nvSpPr>
          <p:spPr bwMode="auto">
            <a:xfrm flipV="1">
              <a:off x="1898" y="2564"/>
              <a:ext cx="1492" cy="1162"/>
            </a:xfrm>
            <a:custGeom>
              <a:avLst/>
              <a:gdLst/>
              <a:ahLst/>
              <a:cxnLst>
                <a:cxn ang="0">
                  <a:pos x="34" y="1093"/>
                </a:cxn>
                <a:cxn ang="0">
                  <a:pos x="72" y="1093"/>
                </a:cxn>
                <a:cxn ang="0">
                  <a:pos x="91" y="1112"/>
                </a:cxn>
                <a:cxn ang="0">
                  <a:pos x="160" y="1086"/>
                </a:cxn>
                <a:cxn ang="0">
                  <a:pos x="173" y="1124"/>
                </a:cxn>
                <a:cxn ang="0">
                  <a:pos x="223" y="1143"/>
                </a:cxn>
                <a:cxn ang="0">
                  <a:pos x="287" y="1143"/>
                </a:cxn>
                <a:cxn ang="0">
                  <a:pos x="337" y="1162"/>
                </a:cxn>
                <a:cxn ang="0">
                  <a:pos x="369" y="1124"/>
                </a:cxn>
                <a:cxn ang="0">
                  <a:pos x="432" y="1105"/>
                </a:cxn>
                <a:cxn ang="0">
                  <a:pos x="495" y="1068"/>
                </a:cxn>
                <a:cxn ang="0">
                  <a:pos x="533" y="1061"/>
                </a:cxn>
                <a:cxn ang="0">
                  <a:pos x="571" y="1061"/>
                </a:cxn>
                <a:cxn ang="0">
                  <a:pos x="590" y="1074"/>
                </a:cxn>
                <a:cxn ang="0">
                  <a:pos x="621" y="954"/>
                </a:cxn>
                <a:cxn ang="0">
                  <a:pos x="628" y="973"/>
                </a:cxn>
                <a:cxn ang="0">
                  <a:pos x="634" y="948"/>
                </a:cxn>
                <a:cxn ang="0">
                  <a:pos x="647" y="922"/>
                </a:cxn>
                <a:cxn ang="0">
                  <a:pos x="691" y="809"/>
                </a:cxn>
                <a:cxn ang="0">
                  <a:pos x="741" y="657"/>
                </a:cxn>
                <a:cxn ang="0">
                  <a:pos x="767" y="606"/>
                </a:cxn>
                <a:cxn ang="0">
                  <a:pos x="798" y="531"/>
                </a:cxn>
                <a:cxn ang="0">
                  <a:pos x="805" y="499"/>
                </a:cxn>
                <a:cxn ang="0">
                  <a:pos x="811" y="480"/>
                </a:cxn>
                <a:cxn ang="0">
                  <a:pos x="823" y="430"/>
                </a:cxn>
                <a:cxn ang="0">
                  <a:pos x="861" y="329"/>
                </a:cxn>
                <a:cxn ang="0">
                  <a:pos x="956" y="120"/>
                </a:cxn>
                <a:cxn ang="0">
                  <a:pos x="988" y="101"/>
                </a:cxn>
                <a:cxn ang="0">
                  <a:pos x="1007" y="63"/>
                </a:cxn>
                <a:cxn ang="0">
                  <a:pos x="1013" y="89"/>
                </a:cxn>
                <a:cxn ang="0">
                  <a:pos x="1019" y="108"/>
                </a:cxn>
                <a:cxn ang="0">
                  <a:pos x="1057" y="57"/>
                </a:cxn>
                <a:cxn ang="0">
                  <a:pos x="1063" y="89"/>
                </a:cxn>
                <a:cxn ang="0">
                  <a:pos x="1070" y="114"/>
                </a:cxn>
                <a:cxn ang="0">
                  <a:pos x="1095" y="82"/>
                </a:cxn>
                <a:cxn ang="0">
                  <a:pos x="1101" y="57"/>
                </a:cxn>
                <a:cxn ang="0">
                  <a:pos x="1108" y="38"/>
                </a:cxn>
                <a:cxn ang="0">
                  <a:pos x="1127" y="82"/>
                </a:cxn>
                <a:cxn ang="0">
                  <a:pos x="1146" y="57"/>
                </a:cxn>
                <a:cxn ang="0">
                  <a:pos x="1152" y="32"/>
                </a:cxn>
                <a:cxn ang="0">
                  <a:pos x="1171" y="82"/>
                </a:cxn>
                <a:cxn ang="0">
                  <a:pos x="1215" y="25"/>
                </a:cxn>
                <a:cxn ang="0">
                  <a:pos x="1259" y="13"/>
                </a:cxn>
                <a:cxn ang="0">
                  <a:pos x="1291" y="44"/>
                </a:cxn>
                <a:cxn ang="0">
                  <a:pos x="1303" y="19"/>
                </a:cxn>
                <a:cxn ang="0">
                  <a:pos x="1335" y="57"/>
                </a:cxn>
                <a:cxn ang="0">
                  <a:pos x="1392" y="0"/>
                </a:cxn>
                <a:cxn ang="0">
                  <a:pos x="1417" y="76"/>
                </a:cxn>
                <a:cxn ang="0">
                  <a:pos x="1442" y="70"/>
                </a:cxn>
                <a:cxn ang="0">
                  <a:pos x="1461" y="70"/>
                </a:cxn>
                <a:cxn ang="0">
                  <a:pos x="1474" y="133"/>
                </a:cxn>
                <a:cxn ang="0">
                  <a:pos x="1487" y="120"/>
                </a:cxn>
              </a:cxnLst>
              <a:rect l="0" t="0" r="r" b="b"/>
              <a:pathLst>
                <a:path w="1492" h="1162">
                  <a:moveTo>
                    <a:pt x="34" y="1093"/>
                  </a:moveTo>
                  <a:cubicBezTo>
                    <a:pt x="106" y="1138"/>
                    <a:pt x="0" y="1080"/>
                    <a:pt x="72" y="1093"/>
                  </a:cubicBezTo>
                  <a:cubicBezTo>
                    <a:pt x="81" y="1095"/>
                    <a:pt x="85" y="1106"/>
                    <a:pt x="91" y="1112"/>
                  </a:cubicBezTo>
                  <a:cubicBezTo>
                    <a:pt x="108" y="1103"/>
                    <a:pt x="141" y="1084"/>
                    <a:pt x="160" y="1086"/>
                  </a:cubicBezTo>
                  <a:cubicBezTo>
                    <a:pt x="161" y="1086"/>
                    <a:pt x="173" y="1123"/>
                    <a:pt x="173" y="1124"/>
                  </a:cubicBezTo>
                  <a:cubicBezTo>
                    <a:pt x="223" y="1112"/>
                    <a:pt x="180" y="1129"/>
                    <a:pt x="223" y="1143"/>
                  </a:cubicBezTo>
                  <a:cubicBezTo>
                    <a:pt x="281" y="1121"/>
                    <a:pt x="264" y="1109"/>
                    <a:pt x="287" y="1143"/>
                  </a:cubicBezTo>
                  <a:cubicBezTo>
                    <a:pt x="337" y="1131"/>
                    <a:pt x="327" y="1099"/>
                    <a:pt x="337" y="1162"/>
                  </a:cubicBezTo>
                  <a:cubicBezTo>
                    <a:pt x="349" y="1150"/>
                    <a:pt x="354" y="1132"/>
                    <a:pt x="369" y="1124"/>
                  </a:cubicBezTo>
                  <a:cubicBezTo>
                    <a:pt x="388" y="1114"/>
                    <a:pt x="411" y="1113"/>
                    <a:pt x="432" y="1105"/>
                  </a:cubicBezTo>
                  <a:cubicBezTo>
                    <a:pt x="471" y="1162"/>
                    <a:pt x="468" y="1081"/>
                    <a:pt x="495" y="1068"/>
                  </a:cubicBezTo>
                  <a:cubicBezTo>
                    <a:pt x="507" y="1062"/>
                    <a:pt x="520" y="1063"/>
                    <a:pt x="533" y="1061"/>
                  </a:cubicBezTo>
                  <a:cubicBezTo>
                    <a:pt x="577" y="994"/>
                    <a:pt x="545" y="1028"/>
                    <a:pt x="571" y="1061"/>
                  </a:cubicBezTo>
                  <a:cubicBezTo>
                    <a:pt x="576" y="1067"/>
                    <a:pt x="584" y="1070"/>
                    <a:pt x="590" y="1074"/>
                  </a:cubicBezTo>
                  <a:cubicBezTo>
                    <a:pt x="600" y="1033"/>
                    <a:pt x="614" y="996"/>
                    <a:pt x="621" y="954"/>
                  </a:cubicBezTo>
                  <a:cubicBezTo>
                    <a:pt x="623" y="960"/>
                    <a:pt x="622" y="976"/>
                    <a:pt x="628" y="973"/>
                  </a:cubicBezTo>
                  <a:cubicBezTo>
                    <a:pt x="636" y="969"/>
                    <a:pt x="631" y="956"/>
                    <a:pt x="634" y="948"/>
                  </a:cubicBezTo>
                  <a:cubicBezTo>
                    <a:pt x="637" y="939"/>
                    <a:pt x="643" y="931"/>
                    <a:pt x="647" y="922"/>
                  </a:cubicBezTo>
                  <a:cubicBezTo>
                    <a:pt x="664" y="883"/>
                    <a:pt x="665" y="843"/>
                    <a:pt x="691" y="809"/>
                  </a:cubicBezTo>
                  <a:cubicBezTo>
                    <a:pt x="707" y="758"/>
                    <a:pt x="725" y="708"/>
                    <a:pt x="741" y="657"/>
                  </a:cubicBezTo>
                  <a:cubicBezTo>
                    <a:pt x="747" y="639"/>
                    <a:pt x="760" y="624"/>
                    <a:pt x="767" y="606"/>
                  </a:cubicBezTo>
                  <a:cubicBezTo>
                    <a:pt x="773" y="575"/>
                    <a:pt x="784" y="559"/>
                    <a:pt x="798" y="531"/>
                  </a:cubicBezTo>
                  <a:cubicBezTo>
                    <a:pt x="800" y="520"/>
                    <a:pt x="802" y="510"/>
                    <a:pt x="805" y="499"/>
                  </a:cubicBezTo>
                  <a:cubicBezTo>
                    <a:pt x="807" y="493"/>
                    <a:pt x="809" y="486"/>
                    <a:pt x="811" y="480"/>
                  </a:cubicBezTo>
                  <a:cubicBezTo>
                    <a:pt x="815" y="463"/>
                    <a:pt x="823" y="430"/>
                    <a:pt x="823" y="430"/>
                  </a:cubicBezTo>
                  <a:cubicBezTo>
                    <a:pt x="829" y="374"/>
                    <a:pt x="816" y="351"/>
                    <a:pt x="861" y="329"/>
                  </a:cubicBezTo>
                  <a:cubicBezTo>
                    <a:pt x="879" y="256"/>
                    <a:pt x="921" y="187"/>
                    <a:pt x="956" y="120"/>
                  </a:cubicBezTo>
                  <a:cubicBezTo>
                    <a:pt x="967" y="153"/>
                    <a:pt x="958" y="145"/>
                    <a:pt x="988" y="101"/>
                  </a:cubicBezTo>
                  <a:cubicBezTo>
                    <a:pt x="1003" y="79"/>
                    <a:pt x="998" y="86"/>
                    <a:pt x="1007" y="63"/>
                  </a:cubicBezTo>
                  <a:cubicBezTo>
                    <a:pt x="1009" y="72"/>
                    <a:pt x="1011" y="80"/>
                    <a:pt x="1013" y="89"/>
                  </a:cubicBezTo>
                  <a:cubicBezTo>
                    <a:pt x="1015" y="95"/>
                    <a:pt x="1014" y="112"/>
                    <a:pt x="1019" y="108"/>
                  </a:cubicBezTo>
                  <a:cubicBezTo>
                    <a:pt x="1036" y="96"/>
                    <a:pt x="1057" y="57"/>
                    <a:pt x="1057" y="57"/>
                  </a:cubicBezTo>
                  <a:cubicBezTo>
                    <a:pt x="1059" y="68"/>
                    <a:pt x="1061" y="78"/>
                    <a:pt x="1063" y="89"/>
                  </a:cubicBezTo>
                  <a:cubicBezTo>
                    <a:pt x="1065" y="97"/>
                    <a:pt x="1062" y="116"/>
                    <a:pt x="1070" y="114"/>
                  </a:cubicBezTo>
                  <a:cubicBezTo>
                    <a:pt x="1083" y="111"/>
                    <a:pt x="1087" y="93"/>
                    <a:pt x="1095" y="82"/>
                  </a:cubicBezTo>
                  <a:cubicBezTo>
                    <a:pt x="1097" y="74"/>
                    <a:pt x="1099" y="65"/>
                    <a:pt x="1101" y="57"/>
                  </a:cubicBezTo>
                  <a:cubicBezTo>
                    <a:pt x="1103" y="51"/>
                    <a:pt x="1102" y="36"/>
                    <a:pt x="1108" y="38"/>
                  </a:cubicBezTo>
                  <a:cubicBezTo>
                    <a:pt x="1112" y="39"/>
                    <a:pt x="1125" y="76"/>
                    <a:pt x="1127" y="82"/>
                  </a:cubicBezTo>
                  <a:cubicBezTo>
                    <a:pt x="1133" y="74"/>
                    <a:pt x="1141" y="66"/>
                    <a:pt x="1146" y="57"/>
                  </a:cubicBezTo>
                  <a:cubicBezTo>
                    <a:pt x="1150" y="49"/>
                    <a:pt x="1144" y="29"/>
                    <a:pt x="1152" y="32"/>
                  </a:cubicBezTo>
                  <a:cubicBezTo>
                    <a:pt x="1156" y="33"/>
                    <a:pt x="1168" y="74"/>
                    <a:pt x="1171" y="82"/>
                  </a:cubicBezTo>
                  <a:cubicBezTo>
                    <a:pt x="1195" y="67"/>
                    <a:pt x="1198" y="49"/>
                    <a:pt x="1215" y="25"/>
                  </a:cubicBezTo>
                  <a:cubicBezTo>
                    <a:pt x="1239" y="60"/>
                    <a:pt x="1244" y="44"/>
                    <a:pt x="1259" y="13"/>
                  </a:cubicBezTo>
                  <a:cubicBezTo>
                    <a:pt x="1269" y="48"/>
                    <a:pt x="1254" y="81"/>
                    <a:pt x="1291" y="44"/>
                  </a:cubicBezTo>
                  <a:cubicBezTo>
                    <a:pt x="1295" y="36"/>
                    <a:pt x="1294" y="21"/>
                    <a:pt x="1303" y="19"/>
                  </a:cubicBezTo>
                  <a:cubicBezTo>
                    <a:pt x="1310" y="18"/>
                    <a:pt x="1332" y="53"/>
                    <a:pt x="1335" y="57"/>
                  </a:cubicBezTo>
                  <a:cubicBezTo>
                    <a:pt x="1363" y="42"/>
                    <a:pt x="1374" y="26"/>
                    <a:pt x="1392" y="0"/>
                  </a:cubicBezTo>
                  <a:cubicBezTo>
                    <a:pt x="1397" y="29"/>
                    <a:pt x="1401" y="51"/>
                    <a:pt x="1417" y="76"/>
                  </a:cubicBezTo>
                  <a:cubicBezTo>
                    <a:pt x="1425" y="74"/>
                    <a:pt x="1435" y="75"/>
                    <a:pt x="1442" y="70"/>
                  </a:cubicBezTo>
                  <a:cubicBezTo>
                    <a:pt x="1459" y="56"/>
                    <a:pt x="1437" y="32"/>
                    <a:pt x="1461" y="70"/>
                  </a:cubicBezTo>
                  <a:cubicBezTo>
                    <a:pt x="1477" y="159"/>
                    <a:pt x="1460" y="67"/>
                    <a:pt x="1474" y="133"/>
                  </a:cubicBezTo>
                  <a:cubicBezTo>
                    <a:pt x="1492" y="217"/>
                    <a:pt x="1487" y="222"/>
                    <a:pt x="1487" y="120"/>
                  </a:cubicBezTo>
                </a:path>
              </a:pathLst>
            </a:custGeom>
            <a:noFill/>
            <a:ln w="9525" cap="flat" cmpd="sng">
              <a:solidFill>
                <a:srgbClr val="FF3300"/>
              </a:solidFill>
              <a:prstDash val="solid"/>
              <a:round/>
              <a:headEnd/>
              <a:tailEnd/>
            </a:ln>
            <a:effectLst/>
          </p:spPr>
          <p:txBody>
            <a:bodyPr wrap="none" anchor="ctr"/>
            <a:lstStyle/>
            <a:p>
              <a:endParaRPr lang="en-GB" sz="1600"/>
            </a:p>
          </p:txBody>
        </p:sp>
        <p:sp>
          <p:nvSpPr>
            <p:cNvPr id="135427" name="Freeform 259"/>
            <p:cNvSpPr>
              <a:spLocks/>
            </p:cNvSpPr>
            <p:nvPr/>
          </p:nvSpPr>
          <p:spPr bwMode="auto">
            <a:xfrm flipV="1">
              <a:off x="1973" y="2539"/>
              <a:ext cx="1349" cy="1244"/>
            </a:xfrm>
            <a:custGeom>
              <a:avLst/>
              <a:gdLst/>
              <a:ahLst/>
              <a:cxnLst>
                <a:cxn ang="0">
                  <a:pos x="4" y="151"/>
                </a:cxn>
                <a:cxn ang="0">
                  <a:pos x="42" y="95"/>
                </a:cxn>
                <a:cxn ang="0">
                  <a:pos x="67" y="57"/>
                </a:cxn>
                <a:cxn ang="0">
                  <a:pos x="73" y="76"/>
                </a:cxn>
                <a:cxn ang="0">
                  <a:pos x="67" y="95"/>
                </a:cxn>
                <a:cxn ang="0">
                  <a:pos x="99" y="38"/>
                </a:cxn>
                <a:cxn ang="0">
                  <a:pos x="143" y="13"/>
                </a:cxn>
                <a:cxn ang="0">
                  <a:pos x="149" y="69"/>
                </a:cxn>
                <a:cxn ang="0">
                  <a:pos x="168" y="63"/>
                </a:cxn>
                <a:cxn ang="0">
                  <a:pos x="200" y="19"/>
                </a:cxn>
                <a:cxn ang="0">
                  <a:pos x="212" y="101"/>
                </a:cxn>
                <a:cxn ang="0">
                  <a:pos x="231" y="63"/>
                </a:cxn>
                <a:cxn ang="0">
                  <a:pos x="257" y="0"/>
                </a:cxn>
                <a:cxn ang="0">
                  <a:pos x="263" y="95"/>
                </a:cxn>
                <a:cxn ang="0">
                  <a:pos x="295" y="82"/>
                </a:cxn>
                <a:cxn ang="0">
                  <a:pos x="320" y="31"/>
                </a:cxn>
                <a:cxn ang="0">
                  <a:pos x="358" y="63"/>
                </a:cxn>
                <a:cxn ang="0">
                  <a:pos x="383" y="145"/>
                </a:cxn>
                <a:cxn ang="0">
                  <a:pos x="402" y="126"/>
                </a:cxn>
                <a:cxn ang="0">
                  <a:pos x="408" y="107"/>
                </a:cxn>
                <a:cxn ang="0">
                  <a:pos x="433" y="164"/>
                </a:cxn>
                <a:cxn ang="0">
                  <a:pos x="452" y="189"/>
                </a:cxn>
                <a:cxn ang="0">
                  <a:pos x="478" y="158"/>
                </a:cxn>
                <a:cxn ang="0">
                  <a:pos x="484" y="133"/>
                </a:cxn>
                <a:cxn ang="0">
                  <a:pos x="497" y="151"/>
                </a:cxn>
                <a:cxn ang="0">
                  <a:pos x="516" y="227"/>
                </a:cxn>
                <a:cxn ang="0">
                  <a:pos x="547" y="259"/>
                </a:cxn>
                <a:cxn ang="0">
                  <a:pos x="553" y="335"/>
                </a:cxn>
                <a:cxn ang="0">
                  <a:pos x="572" y="322"/>
                </a:cxn>
                <a:cxn ang="0">
                  <a:pos x="579" y="341"/>
                </a:cxn>
                <a:cxn ang="0">
                  <a:pos x="604" y="474"/>
                </a:cxn>
                <a:cxn ang="0">
                  <a:pos x="629" y="398"/>
                </a:cxn>
                <a:cxn ang="0">
                  <a:pos x="673" y="606"/>
                </a:cxn>
                <a:cxn ang="0">
                  <a:pos x="699" y="657"/>
                </a:cxn>
                <a:cxn ang="0">
                  <a:pos x="718" y="638"/>
                </a:cxn>
                <a:cxn ang="0">
                  <a:pos x="737" y="663"/>
                </a:cxn>
                <a:cxn ang="0">
                  <a:pos x="756" y="859"/>
                </a:cxn>
                <a:cxn ang="0">
                  <a:pos x="781" y="859"/>
                </a:cxn>
                <a:cxn ang="0">
                  <a:pos x="800" y="941"/>
                </a:cxn>
                <a:cxn ang="0">
                  <a:pos x="831" y="979"/>
                </a:cxn>
                <a:cxn ang="0">
                  <a:pos x="995" y="1206"/>
                </a:cxn>
                <a:cxn ang="0">
                  <a:pos x="1059" y="1175"/>
                </a:cxn>
                <a:cxn ang="0">
                  <a:pos x="1078" y="1244"/>
                </a:cxn>
                <a:cxn ang="0">
                  <a:pos x="1135" y="1225"/>
                </a:cxn>
                <a:cxn ang="0">
                  <a:pos x="1198" y="1149"/>
                </a:cxn>
                <a:cxn ang="0">
                  <a:pos x="1204" y="1181"/>
                </a:cxn>
                <a:cxn ang="0">
                  <a:pos x="1210" y="1206"/>
                </a:cxn>
                <a:cxn ang="0">
                  <a:pos x="1236" y="1194"/>
                </a:cxn>
                <a:cxn ang="0">
                  <a:pos x="1261" y="1194"/>
                </a:cxn>
                <a:cxn ang="0">
                  <a:pos x="1280" y="1181"/>
                </a:cxn>
                <a:cxn ang="0">
                  <a:pos x="1305" y="1124"/>
                </a:cxn>
                <a:cxn ang="0">
                  <a:pos x="1330" y="1130"/>
                </a:cxn>
                <a:cxn ang="0">
                  <a:pos x="1349" y="1137"/>
                </a:cxn>
                <a:cxn ang="0">
                  <a:pos x="1330" y="1143"/>
                </a:cxn>
                <a:cxn ang="0">
                  <a:pos x="1273" y="1156"/>
                </a:cxn>
              </a:cxnLst>
              <a:rect l="0" t="0" r="r" b="b"/>
              <a:pathLst>
                <a:path w="1349" h="1244">
                  <a:moveTo>
                    <a:pt x="4" y="151"/>
                  </a:moveTo>
                  <a:cubicBezTo>
                    <a:pt x="46" y="82"/>
                    <a:pt x="0" y="155"/>
                    <a:pt x="42" y="95"/>
                  </a:cubicBezTo>
                  <a:cubicBezTo>
                    <a:pt x="51" y="83"/>
                    <a:pt x="67" y="57"/>
                    <a:pt x="67" y="57"/>
                  </a:cubicBezTo>
                  <a:cubicBezTo>
                    <a:pt x="69" y="63"/>
                    <a:pt x="73" y="69"/>
                    <a:pt x="73" y="76"/>
                  </a:cubicBezTo>
                  <a:cubicBezTo>
                    <a:pt x="73" y="83"/>
                    <a:pt x="64" y="101"/>
                    <a:pt x="67" y="95"/>
                  </a:cubicBezTo>
                  <a:cubicBezTo>
                    <a:pt x="103" y="28"/>
                    <a:pt x="56" y="95"/>
                    <a:pt x="99" y="38"/>
                  </a:cubicBezTo>
                  <a:cubicBezTo>
                    <a:pt x="112" y="81"/>
                    <a:pt x="118" y="36"/>
                    <a:pt x="143" y="13"/>
                  </a:cubicBezTo>
                  <a:cubicBezTo>
                    <a:pt x="145" y="32"/>
                    <a:pt x="141" y="52"/>
                    <a:pt x="149" y="69"/>
                  </a:cubicBezTo>
                  <a:cubicBezTo>
                    <a:pt x="152" y="75"/>
                    <a:pt x="163" y="68"/>
                    <a:pt x="168" y="63"/>
                  </a:cubicBezTo>
                  <a:cubicBezTo>
                    <a:pt x="181" y="50"/>
                    <a:pt x="200" y="19"/>
                    <a:pt x="200" y="19"/>
                  </a:cubicBezTo>
                  <a:cubicBezTo>
                    <a:pt x="208" y="45"/>
                    <a:pt x="192" y="81"/>
                    <a:pt x="212" y="101"/>
                  </a:cubicBezTo>
                  <a:cubicBezTo>
                    <a:pt x="222" y="111"/>
                    <a:pt x="225" y="76"/>
                    <a:pt x="231" y="63"/>
                  </a:cubicBezTo>
                  <a:cubicBezTo>
                    <a:pt x="240" y="42"/>
                    <a:pt x="249" y="21"/>
                    <a:pt x="257" y="0"/>
                  </a:cubicBezTo>
                  <a:cubicBezTo>
                    <a:pt x="259" y="32"/>
                    <a:pt x="250" y="66"/>
                    <a:pt x="263" y="95"/>
                  </a:cubicBezTo>
                  <a:cubicBezTo>
                    <a:pt x="268" y="105"/>
                    <a:pt x="287" y="90"/>
                    <a:pt x="295" y="82"/>
                  </a:cubicBezTo>
                  <a:cubicBezTo>
                    <a:pt x="308" y="68"/>
                    <a:pt x="309" y="47"/>
                    <a:pt x="320" y="31"/>
                  </a:cubicBezTo>
                  <a:cubicBezTo>
                    <a:pt x="325" y="93"/>
                    <a:pt x="324" y="147"/>
                    <a:pt x="358" y="63"/>
                  </a:cubicBezTo>
                  <a:cubicBezTo>
                    <a:pt x="367" y="90"/>
                    <a:pt x="374" y="118"/>
                    <a:pt x="383" y="145"/>
                  </a:cubicBezTo>
                  <a:cubicBezTo>
                    <a:pt x="389" y="139"/>
                    <a:pt x="397" y="133"/>
                    <a:pt x="402" y="126"/>
                  </a:cubicBezTo>
                  <a:cubicBezTo>
                    <a:pt x="406" y="120"/>
                    <a:pt x="403" y="103"/>
                    <a:pt x="408" y="107"/>
                  </a:cubicBezTo>
                  <a:cubicBezTo>
                    <a:pt x="419" y="115"/>
                    <a:pt x="428" y="148"/>
                    <a:pt x="433" y="164"/>
                  </a:cubicBezTo>
                  <a:cubicBezTo>
                    <a:pt x="444" y="244"/>
                    <a:pt x="431" y="220"/>
                    <a:pt x="452" y="189"/>
                  </a:cubicBezTo>
                  <a:cubicBezTo>
                    <a:pt x="459" y="178"/>
                    <a:pt x="469" y="168"/>
                    <a:pt x="478" y="158"/>
                  </a:cubicBezTo>
                  <a:cubicBezTo>
                    <a:pt x="480" y="150"/>
                    <a:pt x="476" y="136"/>
                    <a:pt x="484" y="133"/>
                  </a:cubicBezTo>
                  <a:cubicBezTo>
                    <a:pt x="491" y="130"/>
                    <a:pt x="494" y="144"/>
                    <a:pt x="497" y="151"/>
                  </a:cubicBezTo>
                  <a:cubicBezTo>
                    <a:pt x="507" y="175"/>
                    <a:pt x="507" y="203"/>
                    <a:pt x="516" y="227"/>
                  </a:cubicBezTo>
                  <a:cubicBezTo>
                    <a:pt x="555" y="176"/>
                    <a:pt x="538" y="223"/>
                    <a:pt x="547" y="259"/>
                  </a:cubicBezTo>
                  <a:cubicBezTo>
                    <a:pt x="549" y="284"/>
                    <a:pt x="544" y="311"/>
                    <a:pt x="553" y="335"/>
                  </a:cubicBezTo>
                  <a:cubicBezTo>
                    <a:pt x="556" y="342"/>
                    <a:pt x="565" y="320"/>
                    <a:pt x="572" y="322"/>
                  </a:cubicBezTo>
                  <a:cubicBezTo>
                    <a:pt x="579" y="324"/>
                    <a:pt x="577" y="335"/>
                    <a:pt x="579" y="341"/>
                  </a:cubicBezTo>
                  <a:cubicBezTo>
                    <a:pt x="603" y="265"/>
                    <a:pt x="581" y="428"/>
                    <a:pt x="604" y="474"/>
                  </a:cubicBezTo>
                  <a:cubicBezTo>
                    <a:pt x="610" y="444"/>
                    <a:pt x="616" y="425"/>
                    <a:pt x="629" y="398"/>
                  </a:cubicBezTo>
                  <a:cubicBezTo>
                    <a:pt x="652" y="465"/>
                    <a:pt x="652" y="538"/>
                    <a:pt x="673" y="606"/>
                  </a:cubicBezTo>
                  <a:cubicBezTo>
                    <a:pt x="699" y="544"/>
                    <a:pt x="687" y="463"/>
                    <a:pt x="699" y="657"/>
                  </a:cubicBezTo>
                  <a:cubicBezTo>
                    <a:pt x="705" y="651"/>
                    <a:pt x="714" y="630"/>
                    <a:pt x="718" y="638"/>
                  </a:cubicBezTo>
                  <a:cubicBezTo>
                    <a:pt x="738" y="683"/>
                    <a:pt x="709" y="772"/>
                    <a:pt x="737" y="663"/>
                  </a:cubicBezTo>
                  <a:cubicBezTo>
                    <a:pt x="741" y="765"/>
                    <a:pt x="742" y="782"/>
                    <a:pt x="756" y="859"/>
                  </a:cubicBezTo>
                  <a:cubicBezTo>
                    <a:pt x="759" y="847"/>
                    <a:pt x="764" y="798"/>
                    <a:pt x="781" y="859"/>
                  </a:cubicBezTo>
                  <a:cubicBezTo>
                    <a:pt x="811" y="963"/>
                    <a:pt x="767" y="892"/>
                    <a:pt x="800" y="941"/>
                  </a:cubicBezTo>
                  <a:cubicBezTo>
                    <a:pt x="811" y="975"/>
                    <a:pt x="789" y="1021"/>
                    <a:pt x="831" y="979"/>
                  </a:cubicBezTo>
                  <a:cubicBezTo>
                    <a:pt x="913" y="1087"/>
                    <a:pt x="912" y="1097"/>
                    <a:pt x="995" y="1206"/>
                  </a:cubicBezTo>
                  <a:cubicBezTo>
                    <a:pt x="1013" y="1152"/>
                    <a:pt x="1027" y="1222"/>
                    <a:pt x="1059" y="1175"/>
                  </a:cubicBezTo>
                  <a:cubicBezTo>
                    <a:pt x="1074" y="1223"/>
                    <a:pt x="1068" y="1200"/>
                    <a:pt x="1078" y="1244"/>
                  </a:cubicBezTo>
                  <a:cubicBezTo>
                    <a:pt x="1109" y="1223"/>
                    <a:pt x="1109" y="1186"/>
                    <a:pt x="1135" y="1225"/>
                  </a:cubicBezTo>
                  <a:cubicBezTo>
                    <a:pt x="1164" y="1203"/>
                    <a:pt x="1175" y="1178"/>
                    <a:pt x="1198" y="1149"/>
                  </a:cubicBezTo>
                  <a:cubicBezTo>
                    <a:pt x="1200" y="1160"/>
                    <a:pt x="1202" y="1170"/>
                    <a:pt x="1204" y="1181"/>
                  </a:cubicBezTo>
                  <a:cubicBezTo>
                    <a:pt x="1206" y="1189"/>
                    <a:pt x="1202" y="1203"/>
                    <a:pt x="1210" y="1206"/>
                  </a:cubicBezTo>
                  <a:cubicBezTo>
                    <a:pt x="1219" y="1210"/>
                    <a:pt x="1227" y="1198"/>
                    <a:pt x="1236" y="1194"/>
                  </a:cubicBezTo>
                  <a:cubicBezTo>
                    <a:pt x="1264" y="1149"/>
                    <a:pt x="1231" y="1188"/>
                    <a:pt x="1261" y="1194"/>
                  </a:cubicBezTo>
                  <a:cubicBezTo>
                    <a:pt x="1269" y="1195"/>
                    <a:pt x="1274" y="1185"/>
                    <a:pt x="1280" y="1181"/>
                  </a:cubicBezTo>
                  <a:cubicBezTo>
                    <a:pt x="1292" y="1162"/>
                    <a:pt x="1298" y="1145"/>
                    <a:pt x="1305" y="1124"/>
                  </a:cubicBezTo>
                  <a:cubicBezTo>
                    <a:pt x="1317" y="1187"/>
                    <a:pt x="1301" y="1145"/>
                    <a:pt x="1330" y="1130"/>
                  </a:cubicBezTo>
                  <a:cubicBezTo>
                    <a:pt x="1336" y="1127"/>
                    <a:pt x="1343" y="1135"/>
                    <a:pt x="1349" y="1137"/>
                  </a:cubicBezTo>
                  <a:cubicBezTo>
                    <a:pt x="1349" y="1137"/>
                    <a:pt x="1336" y="1140"/>
                    <a:pt x="1330" y="1143"/>
                  </a:cubicBezTo>
                  <a:cubicBezTo>
                    <a:pt x="1288" y="1161"/>
                    <a:pt x="1322" y="1156"/>
                    <a:pt x="1273" y="1156"/>
                  </a:cubicBezTo>
                </a:path>
              </a:pathLst>
            </a:custGeom>
            <a:noFill/>
            <a:ln w="9525" cap="flat" cmpd="sng">
              <a:solidFill>
                <a:srgbClr val="FF3300"/>
              </a:solidFill>
              <a:prstDash val="solid"/>
              <a:round/>
              <a:headEnd/>
              <a:tailEnd/>
            </a:ln>
            <a:effectLst/>
          </p:spPr>
          <p:txBody>
            <a:bodyPr wrap="none" anchor="ctr"/>
            <a:lstStyle/>
            <a:p>
              <a:endParaRPr lang="en-GB" sz="1600"/>
            </a:p>
          </p:txBody>
        </p:sp>
        <p:sp>
          <p:nvSpPr>
            <p:cNvPr id="135428" name="Freeform 260"/>
            <p:cNvSpPr>
              <a:spLocks/>
            </p:cNvSpPr>
            <p:nvPr/>
          </p:nvSpPr>
          <p:spPr bwMode="auto">
            <a:xfrm flipV="1">
              <a:off x="1996" y="2553"/>
              <a:ext cx="1396" cy="1206"/>
            </a:xfrm>
            <a:custGeom>
              <a:avLst/>
              <a:gdLst/>
              <a:ahLst/>
              <a:cxnLst>
                <a:cxn ang="0">
                  <a:pos x="0" y="156"/>
                </a:cxn>
                <a:cxn ang="0">
                  <a:pos x="50" y="81"/>
                </a:cxn>
                <a:cxn ang="0">
                  <a:pos x="76" y="62"/>
                </a:cxn>
                <a:cxn ang="0">
                  <a:pos x="107" y="17"/>
                </a:cxn>
                <a:cxn ang="0">
                  <a:pos x="139" y="100"/>
                </a:cxn>
                <a:cxn ang="0">
                  <a:pos x="196" y="74"/>
                </a:cxn>
                <a:cxn ang="0">
                  <a:pos x="240" y="43"/>
                </a:cxn>
                <a:cxn ang="0">
                  <a:pos x="253" y="93"/>
                </a:cxn>
                <a:cxn ang="0">
                  <a:pos x="303" y="68"/>
                </a:cxn>
                <a:cxn ang="0">
                  <a:pos x="328" y="112"/>
                </a:cxn>
                <a:cxn ang="0">
                  <a:pos x="379" y="62"/>
                </a:cxn>
                <a:cxn ang="0">
                  <a:pos x="417" y="125"/>
                </a:cxn>
                <a:cxn ang="0">
                  <a:pos x="429" y="106"/>
                </a:cxn>
                <a:cxn ang="0">
                  <a:pos x="436" y="137"/>
                </a:cxn>
                <a:cxn ang="0">
                  <a:pos x="455" y="207"/>
                </a:cxn>
                <a:cxn ang="0">
                  <a:pos x="486" y="213"/>
                </a:cxn>
                <a:cxn ang="0">
                  <a:pos x="518" y="207"/>
                </a:cxn>
                <a:cxn ang="0">
                  <a:pos x="524" y="226"/>
                </a:cxn>
                <a:cxn ang="0">
                  <a:pos x="543" y="232"/>
                </a:cxn>
                <a:cxn ang="0">
                  <a:pos x="549" y="283"/>
                </a:cxn>
                <a:cxn ang="0">
                  <a:pos x="562" y="321"/>
                </a:cxn>
                <a:cxn ang="0">
                  <a:pos x="606" y="359"/>
                </a:cxn>
                <a:cxn ang="0">
                  <a:pos x="625" y="415"/>
                </a:cxn>
                <a:cxn ang="0">
                  <a:pos x="669" y="580"/>
                </a:cxn>
                <a:cxn ang="0">
                  <a:pos x="695" y="719"/>
                </a:cxn>
                <a:cxn ang="0">
                  <a:pos x="701" y="693"/>
                </a:cxn>
                <a:cxn ang="0">
                  <a:pos x="707" y="712"/>
                </a:cxn>
                <a:cxn ang="0">
                  <a:pos x="714" y="731"/>
                </a:cxn>
                <a:cxn ang="0">
                  <a:pos x="733" y="807"/>
                </a:cxn>
                <a:cxn ang="0">
                  <a:pos x="739" y="895"/>
                </a:cxn>
                <a:cxn ang="0">
                  <a:pos x="758" y="927"/>
                </a:cxn>
                <a:cxn ang="0">
                  <a:pos x="802" y="1041"/>
                </a:cxn>
                <a:cxn ang="0">
                  <a:pos x="846" y="1041"/>
                </a:cxn>
                <a:cxn ang="0">
                  <a:pos x="922" y="1116"/>
                </a:cxn>
                <a:cxn ang="0">
                  <a:pos x="947" y="1186"/>
                </a:cxn>
                <a:cxn ang="0">
                  <a:pos x="947" y="1161"/>
                </a:cxn>
                <a:cxn ang="0">
                  <a:pos x="998" y="1192"/>
                </a:cxn>
                <a:cxn ang="0">
                  <a:pos x="1036" y="1161"/>
                </a:cxn>
                <a:cxn ang="0">
                  <a:pos x="1048" y="1180"/>
                </a:cxn>
                <a:cxn ang="0">
                  <a:pos x="1074" y="1192"/>
                </a:cxn>
                <a:cxn ang="0">
                  <a:pos x="1162" y="1167"/>
                </a:cxn>
                <a:cxn ang="0">
                  <a:pos x="1232" y="1161"/>
                </a:cxn>
                <a:cxn ang="0">
                  <a:pos x="1295" y="1110"/>
                </a:cxn>
                <a:cxn ang="0">
                  <a:pos x="1358" y="1123"/>
                </a:cxn>
                <a:cxn ang="0">
                  <a:pos x="1396" y="1085"/>
                </a:cxn>
              </a:cxnLst>
              <a:rect l="0" t="0" r="r" b="b"/>
              <a:pathLst>
                <a:path w="1396" h="1206">
                  <a:moveTo>
                    <a:pt x="0" y="156"/>
                  </a:moveTo>
                  <a:cubicBezTo>
                    <a:pt x="17" y="134"/>
                    <a:pt x="32" y="101"/>
                    <a:pt x="50" y="81"/>
                  </a:cubicBezTo>
                  <a:cubicBezTo>
                    <a:pt x="57" y="73"/>
                    <a:pt x="68" y="70"/>
                    <a:pt x="76" y="62"/>
                  </a:cubicBezTo>
                  <a:cubicBezTo>
                    <a:pt x="85" y="53"/>
                    <a:pt x="100" y="29"/>
                    <a:pt x="107" y="17"/>
                  </a:cubicBezTo>
                  <a:cubicBezTo>
                    <a:pt x="114" y="59"/>
                    <a:pt x="111" y="72"/>
                    <a:pt x="139" y="100"/>
                  </a:cubicBezTo>
                  <a:cubicBezTo>
                    <a:pt x="166" y="91"/>
                    <a:pt x="176" y="91"/>
                    <a:pt x="196" y="74"/>
                  </a:cubicBezTo>
                  <a:cubicBezTo>
                    <a:pt x="233" y="42"/>
                    <a:pt x="206" y="54"/>
                    <a:pt x="240" y="43"/>
                  </a:cubicBezTo>
                  <a:cubicBezTo>
                    <a:pt x="240" y="44"/>
                    <a:pt x="252" y="93"/>
                    <a:pt x="253" y="93"/>
                  </a:cubicBezTo>
                  <a:cubicBezTo>
                    <a:pt x="271" y="96"/>
                    <a:pt x="285" y="74"/>
                    <a:pt x="303" y="68"/>
                  </a:cubicBezTo>
                  <a:cubicBezTo>
                    <a:pt x="325" y="0"/>
                    <a:pt x="322" y="29"/>
                    <a:pt x="328" y="112"/>
                  </a:cubicBezTo>
                  <a:cubicBezTo>
                    <a:pt x="362" y="87"/>
                    <a:pt x="348" y="81"/>
                    <a:pt x="379" y="62"/>
                  </a:cubicBezTo>
                  <a:cubicBezTo>
                    <a:pt x="389" y="104"/>
                    <a:pt x="361" y="152"/>
                    <a:pt x="417" y="125"/>
                  </a:cubicBezTo>
                  <a:cubicBezTo>
                    <a:pt x="421" y="119"/>
                    <a:pt x="423" y="102"/>
                    <a:pt x="429" y="106"/>
                  </a:cubicBezTo>
                  <a:cubicBezTo>
                    <a:pt x="438" y="112"/>
                    <a:pt x="434" y="127"/>
                    <a:pt x="436" y="137"/>
                  </a:cubicBezTo>
                  <a:cubicBezTo>
                    <a:pt x="447" y="193"/>
                    <a:pt x="435" y="157"/>
                    <a:pt x="455" y="207"/>
                  </a:cubicBezTo>
                  <a:cubicBezTo>
                    <a:pt x="502" y="175"/>
                    <a:pt x="449" y="202"/>
                    <a:pt x="486" y="213"/>
                  </a:cubicBezTo>
                  <a:cubicBezTo>
                    <a:pt x="496" y="216"/>
                    <a:pt x="507" y="209"/>
                    <a:pt x="518" y="207"/>
                  </a:cubicBezTo>
                  <a:cubicBezTo>
                    <a:pt x="520" y="213"/>
                    <a:pt x="519" y="221"/>
                    <a:pt x="524" y="226"/>
                  </a:cubicBezTo>
                  <a:cubicBezTo>
                    <a:pt x="529" y="231"/>
                    <a:pt x="540" y="226"/>
                    <a:pt x="543" y="232"/>
                  </a:cubicBezTo>
                  <a:cubicBezTo>
                    <a:pt x="550" y="248"/>
                    <a:pt x="545" y="266"/>
                    <a:pt x="549" y="283"/>
                  </a:cubicBezTo>
                  <a:cubicBezTo>
                    <a:pt x="552" y="296"/>
                    <a:pt x="558" y="308"/>
                    <a:pt x="562" y="321"/>
                  </a:cubicBezTo>
                  <a:cubicBezTo>
                    <a:pt x="610" y="273"/>
                    <a:pt x="599" y="288"/>
                    <a:pt x="606" y="359"/>
                  </a:cubicBezTo>
                  <a:cubicBezTo>
                    <a:pt x="653" y="327"/>
                    <a:pt x="629" y="392"/>
                    <a:pt x="625" y="415"/>
                  </a:cubicBezTo>
                  <a:cubicBezTo>
                    <a:pt x="631" y="518"/>
                    <a:pt x="607" y="533"/>
                    <a:pt x="669" y="580"/>
                  </a:cubicBezTo>
                  <a:cubicBezTo>
                    <a:pt x="682" y="626"/>
                    <a:pt x="685" y="673"/>
                    <a:pt x="695" y="719"/>
                  </a:cubicBezTo>
                  <a:cubicBezTo>
                    <a:pt x="697" y="710"/>
                    <a:pt x="693" y="697"/>
                    <a:pt x="701" y="693"/>
                  </a:cubicBezTo>
                  <a:cubicBezTo>
                    <a:pt x="707" y="690"/>
                    <a:pt x="705" y="706"/>
                    <a:pt x="707" y="712"/>
                  </a:cubicBezTo>
                  <a:cubicBezTo>
                    <a:pt x="709" y="718"/>
                    <a:pt x="712" y="725"/>
                    <a:pt x="714" y="731"/>
                  </a:cubicBezTo>
                  <a:cubicBezTo>
                    <a:pt x="722" y="756"/>
                    <a:pt x="733" y="807"/>
                    <a:pt x="733" y="807"/>
                  </a:cubicBezTo>
                  <a:cubicBezTo>
                    <a:pt x="735" y="836"/>
                    <a:pt x="733" y="866"/>
                    <a:pt x="739" y="895"/>
                  </a:cubicBezTo>
                  <a:cubicBezTo>
                    <a:pt x="742" y="907"/>
                    <a:pt x="753" y="916"/>
                    <a:pt x="758" y="927"/>
                  </a:cubicBezTo>
                  <a:cubicBezTo>
                    <a:pt x="776" y="965"/>
                    <a:pt x="778" y="1005"/>
                    <a:pt x="802" y="1041"/>
                  </a:cubicBezTo>
                  <a:cubicBezTo>
                    <a:pt x="813" y="1006"/>
                    <a:pt x="817" y="1030"/>
                    <a:pt x="846" y="1041"/>
                  </a:cubicBezTo>
                  <a:cubicBezTo>
                    <a:pt x="878" y="1083"/>
                    <a:pt x="874" y="1098"/>
                    <a:pt x="922" y="1116"/>
                  </a:cubicBezTo>
                  <a:cubicBezTo>
                    <a:pt x="940" y="1142"/>
                    <a:pt x="936" y="1157"/>
                    <a:pt x="947" y="1186"/>
                  </a:cubicBezTo>
                  <a:cubicBezTo>
                    <a:pt x="955" y="1206"/>
                    <a:pt x="937" y="1142"/>
                    <a:pt x="947" y="1161"/>
                  </a:cubicBezTo>
                  <a:cubicBezTo>
                    <a:pt x="954" y="1144"/>
                    <a:pt x="987" y="1206"/>
                    <a:pt x="998" y="1192"/>
                  </a:cubicBezTo>
                  <a:cubicBezTo>
                    <a:pt x="1008" y="1179"/>
                    <a:pt x="1024" y="1173"/>
                    <a:pt x="1036" y="1161"/>
                  </a:cubicBezTo>
                  <a:cubicBezTo>
                    <a:pt x="1040" y="1167"/>
                    <a:pt x="1041" y="1177"/>
                    <a:pt x="1048" y="1180"/>
                  </a:cubicBezTo>
                  <a:cubicBezTo>
                    <a:pt x="1082" y="1193"/>
                    <a:pt x="1056" y="1144"/>
                    <a:pt x="1074" y="1192"/>
                  </a:cubicBezTo>
                  <a:cubicBezTo>
                    <a:pt x="1145" y="1157"/>
                    <a:pt x="1114" y="1156"/>
                    <a:pt x="1162" y="1167"/>
                  </a:cubicBezTo>
                  <a:cubicBezTo>
                    <a:pt x="1192" y="1160"/>
                    <a:pt x="1201" y="1153"/>
                    <a:pt x="1232" y="1161"/>
                  </a:cubicBezTo>
                  <a:cubicBezTo>
                    <a:pt x="1251" y="1141"/>
                    <a:pt x="1295" y="1110"/>
                    <a:pt x="1295" y="1110"/>
                  </a:cubicBezTo>
                  <a:cubicBezTo>
                    <a:pt x="1314" y="1140"/>
                    <a:pt x="1327" y="1138"/>
                    <a:pt x="1358" y="1123"/>
                  </a:cubicBezTo>
                  <a:cubicBezTo>
                    <a:pt x="1373" y="1077"/>
                    <a:pt x="1357" y="1085"/>
                    <a:pt x="1396" y="1085"/>
                  </a:cubicBezTo>
                </a:path>
              </a:pathLst>
            </a:custGeom>
            <a:noFill/>
            <a:ln w="9525" cap="flat" cmpd="sng">
              <a:solidFill>
                <a:srgbClr val="FF3300"/>
              </a:solidFill>
              <a:prstDash val="solid"/>
              <a:round/>
              <a:headEnd/>
              <a:tailEnd/>
            </a:ln>
            <a:effectLst/>
          </p:spPr>
          <p:txBody>
            <a:bodyPr wrap="none" anchor="ctr"/>
            <a:lstStyle/>
            <a:p>
              <a:endParaRPr lang="en-GB" sz="1600"/>
            </a:p>
          </p:txBody>
        </p:sp>
        <p:sp>
          <p:nvSpPr>
            <p:cNvPr id="135429" name="Freeform 261"/>
            <p:cNvSpPr>
              <a:spLocks/>
            </p:cNvSpPr>
            <p:nvPr/>
          </p:nvSpPr>
          <p:spPr bwMode="auto">
            <a:xfrm flipV="1">
              <a:off x="1945" y="2590"/>
              <a:ext cx="1472" cy="1067"/>
            </a:xfrm>
            <a:custGeom>
              <a:avLst/>
              <a:gdLst/>
              <a:ahLst/>
              <a:cxnLst>
                <a:cxn ang="0">
                  <a:pos x="1472" y="1048"/>
                </a:cxn>
                <a:cxn ang="0">
                  <a:pos x="1409" y="1023"/>
                </a:cxn>
                <a:cxn ang="0">
                  <a:pos x="1415" y="991"/>
                </a:cxn>
                <a:cxn ang="0">
                  <a:pos x="1421" y="966"/>
                </a:cxn>
                <a:cxn ang="0">
                  <a:pos x="1415" y="941"/>
                </a:cxn>
                <a:cxn ang="0">
                  <a:pos x="1409" y="909"/>
                </a:cxn>
                <a:cxn ang="0">
                  <a:pos x="1377" y="947"/>
                </a:cxn>
                <a:cxn ang="0">
                  <a:pos x="1352" y="833"/>
                </a:cxn>
                <a:cxn ang="0">
                  <a:pos x="1320" y="695"/>
                </a:cxn>
                <a:cxn ang="0">
                  <a:pos x="1301" y="707"/>
                </a:cxn>
                <a:cxn ang="0">
                  <a:pos x="1295" y="682"/>
                </a:cxn>
                <a:cxn ang="0">
                  <a:pos x="1257" y="587"/>
                </a:cxn>
                <a:cxn ang="0">
                  <a:pos x="1219" y="473"/>
                </a:cxn>
                <a:cxn ang="0">
                  <a:pos x="1200" y="480"/>
                </a:cxn>
                <a:cxn ang="0">
                  <a:pos x="1143" y="385"/>
                </a:cxn>
                <a:cxn ang="0">
                  <a:pos x="1105" y="259"/>
                </a:cxn>
                <a:cxn ang="0">
                  <a:pos x="1080" y="221"/>
                </a:cxn>
                <a:cxn ang="0">
                  <a:pos x="1042" y="170"/>
                </a:cxn>
                <a:cxn ang="0">
                  <a:pos x="1023" y="177"/>
                </a:cxn>
                <a:cxn ang="0">
                  <a:pos x="1017" y="196"/>
                </a:cxn>
                <a:cxn ang="0">
                  <a:pos x="1011" y="177"/>
                </a:cxn>
                <a:cxn ang="0">
                  <a:pos x="966" y="120"/>
                </a:cxn>
                <a:cxn ang="0">
                  <a:pos x="948" y="126"/>
                </a:cxn>
                <a:cxn ang="0">
                  <a:pos x="859" y="57"/>
                </a:cxn>
                <a:cxn ang="0">
                  <a:pos x="853" y="76"/>
                </a:cxn>
                <a:cxn ang="0">
                  <a:pos x="821" y="44"/>
                </a:cxn>
                <a:cxn ang="0">
                  <a:pos x="752" y="19"/>
                </a:cxn>
                <a:cxn ang="0">
                  <a:pos x="689" y="0"/>
                </a:cxn>
                <a:cxn ang="0">
                  <a:pos x="651" y="25"/>
                </a:cxn>
                <a:cxn ang="0">
                  <a:pos x="625" y="50"/>
                </a:cxn>
                <a:cxn ang="0">
                  <a:pos x="619" y="69"/>
                </a:cxn>
                <a:cxn ang="0">
                  <a:pos x="613" y="50"/>
                </a:cxn>
                <a:cxn ang="0">
                  <a:pos x="588" y="25"/>
                </a:cxn>
                <a:cxn ang="0">
                  <a:pos x="569" y="82"/>
                </a:cxn>
                <a:cxn ang="0">
                  <a:pos x="562" y="63"/>
                </a:cxn>
                <a:cxn ang="0">
                  <a:pos x="543" y="50"/>
                </a:cxn>
                <a:cxn ang="0">
                  <a:pos x="512" y="82"/>
                </a:cxn>
                <a:cxn ang="0">
                  <a:pos x="486" y="126"/>
                </a:cxn>
                <a:cxn ang="0">
                  <a:pos x="480" y="151"/>
                </a:cxn>
                <a:cxn ang="0">
                  <a:pos x="474" y="132"/>
                </a:cxn>
                <a:cxn ang="0">
                  <a:pos x="449" y="145"/>
                </a:cxn>
                <a:cxn ang="0">
                  <a:pos x="423" y="208"/>
                </a:cxn>
                <a:cxn ang="0">
                  <a:pos x="417" y="183"/>
                </a:cxn>
                <a:cxn ang="0">
                  <a:pos x="398" y="196"/>
                </a:cxn>
                <a:cxn ang="0">
                  <a:pos x="373" y="252"/>
                </a:cxn>
                <a:cxn ang="0">
                  <a:pos x="335" y="379"/>
                </a:cxn>
                <a:cxn ang="0">
                  <a:pos x="310" y="429"/>
                </a:cxn>
                <a:cxn ang="0">
                  <a:pos x="291" y="518"/>
                </a:cxn>
                <a:cxn ang="0">
                  <a:pos x="240" y="688"/>
                </a:cxn>
                <a:cxn ang="0">
                  <a:pos x="171" y="884"/>
                </a:cxn>
                <a:cxn ang="0">
                  <a:pos x="164" y="865"/>
                </a:cxn>
                <a:cxn ang="0">
                  <a:pos x="158" y="840"/>
                </a:cxn>
                <a:cxn ang="0">
                  <a:pos x="145" y="897"/>
                </a:cxn>
                <a:cxn ang="0">
                  <a:pos x="108" y="1067"/>
                </a:cxn>
                <a:cxn ang="0">
                  <a:pos x="70" y="1055"/>
                </a:cxn>
                <a:cxn ang="0">
                  <a:pos x="0" y="1055"/>
                </a:cxn>
              </a:cxnLst>
              <a:rect l="0" t="0" r="r" b="b"/>
              <a:pathLst>
                <a:path w="1472" h="1067">
                  <a:moveTo>
                    <a:pt x="1472" y="1048"/>
                  </a:moveTo>
                  <a:cubicBezTo>
                    <a:pt x="1451" y="1038"/>
                    <a:pt x="1431" y="1030"/>
                    <a:pt x="1409" y="1023"/>
                  </a:cubicBezTo>
                  <a:cubicBezTo>
                    <a:pt x="1411" y="1012"/>
                    <a:pt x="1413" y="1002"/>
                    <a:pt x="1415" y="991"/>
                  </a:cubicBezTo>
                  <a:cubicBezTo>
                    <a:pt x="1418" y="978"/>
                    <a:pt x="1439" y="902"/>
                    <a:pt x="1421" y="966"/>
                  </a:cubicBezTo>
                  <a:cubicBezTo>
                    <a:pt x="1419" y="958"/>
                    <a:pt x="1417" y="949"/>
                    <a:pt x="1415" y="941"/>
                  </a:cubicBezTo>
                  <a:cubicBezTo>
                    <a:pt x="1413" y="930"/>
                    <a:pt x="1419" y="914"/>
                    <a:pt x="1409" y="909"/>
                  </a:cubicBezTo>
                  <a:cubicBezTo>
                    <a:pt x="1403" y="906"/>
                    <a:pt x="1379" y="944"/>
                    <a:pt x="1377" y="947"/>
                  </a:cubicBezTo>
                  <a:cubicBezTo>
                    <a:pt x="1372" y="890"/>
                    <a:pt x="1373" y="878"/>
                    <a:pt x="1352" y="833"/>
                  </a:cubicBezTo>
                  <a:cubicBezTo>
                    <a:pt x="1343" y="787"/>
                    <a:pt x="1335" y="739"/>
                    <a:pt x="1320" y="695"/>
                  </a:cubicBezTo>
                  <a:cubicBezTo>
                    <a:pt x="1314" y="699"/>
                    <a:pt x="1308" y="710"/>
                    <a:pt x="1301" y="707"/>
                  </a:cubicBezTo>
                  <a:cubicBezTo>
                    <a:pt x="1293" y="703"/>
                    <a:pt x="1297" y="690"/>
                    <a:pt x="1295" y="682"/>
                  </a:cubicBezTo>
                  <a:cubicBezTo>
                    <a:pt x="1286" y="650"/>
                    <a:pt x="1275" y="614"/>
                    <a:pt x="1257" y="587"/>
                  </a:cubicBezTo>
                  <a:cubicBezTo>
                    <a:pt x="1245" y="548"/>
                    <a:pt x="1228" y="512"/>
                    <a:pt x="1219" y="473"/>
                  </a:cubicBezTo>
                  <a:cubicBezTo>
                    <a:pt x="1213" y="475"/>
                    <a:pt x="1204" y="485"/>
                    <a:pt x="1200" y="480"/>
                  </a:cubicBezTo>
                  <a:cubicBezTo>
                    <a:pt x="1173" y="449"/>
                    <a:pt x="1187" y="399"/>
                    <a:pt x="1143" y="385"/>
                  </a:cubicBezTo>
                  <a:cubicBezTo>
                    <a:pt x="1136" y="340"/>
                    <a:pt x="1131" y="297"/>
                    <a:pt x="1105" y="259"/>
                  </a:cubicBezTo>
                  <a:cubicBezTo>
                    <a:pt x="1094" y="225"/>
                    <a:pt x="1106" y="254"/>
                    <a:pt x="1080" y="221"/>
                  </a:cubicBezTo>
                  <a:cubicBezTo>
                    <a:pt x="1067" y="205"/>
                    <a:pt x="1042" y="170"/>
                    <a:pt x="1042" y="170"/>
                  </a:cubicBezTo>
                  <a:cubicBezTo>
                    <a:pt x="1036" y="172"/>
                    <a:pt x="1028" y="172"/>
                    <a:pt x="1023" y="177"/>
                  </a:cubicBezTo>
                  <a:cubicBezTo>
                    <a:pt x="1018" y="182"/>
                    <a:pt x="1024" y="196"/>
                    <a:pt x="1017" y="196"/>
                  </a:cubicBezTo>
                  <a:cubicBezTo>
                    <a:pt x="1010" y="196"/>
                    <a:pt x="1015" y="183"/>
                    <a:pt x="1011" y="177"/>
                  </a:cubicBezTo>
                  <a:cubicBezTo>
                    <a:pt x="998" y="157"/>
                    <a:pt x="966" y="120"/>
                    <a:pt x="966" y="120"/>
                  </a:cubicBezTo>
                  <a:cubicBezTo>
                    <a:pt x="960" y="122"/>
                    <a:pt x="953" y="129"/>
                    <a:pt x="948" y="126"/>
                  </a:cubicBezTo>
                  <a:cubicBezTo>
                    <a:pt x="901" y="96"/>
                    <a:pt x="906" y="72"/>
                    <a:pt x="859" y="57"/>
                  </a:cubicBezTo>
                  <a:cubicBezTo>
                    <a:pt x="857" y="63"/>
                    <a:pt x="859" y="74"/>
                    <a:pt x="853" y="76"/>
                  </a:cubicBezTo>
                  <a:cubicBezTo>
                    <a:pt x="839" y="79"/>
                    <a:pt x="827" y="49"/>
                    <a:pt x="821" y="44"/>
                  </a:cubicBezTo>
                  <a:cubicBezTo>
                    <a:pt x="795" y="24"/>
                    <a:pt x="781" y="25"/>
                    <a:pt x="752" y="19"/>
                  </a:cubicBezTo>
                  <a:cubicBezTo>
                    <a:pt x="718" y="40"/>
                    <a:pt x="719" y="19"/>
                    <a:pt x="689" y="0"/>
                  </a:cubicBezTo>
                  <a:cubicBezTo>
                    <a:pt x="668" y="30"/>
                    <a:pt x="684" y="48"/>
                    <a:pt x="651" y="25"/>
                  </a:cubicBezTo>
                  <a:cubicBezTo>
                    <a:pt x="642" y="33"/>
                    <a:pt x="632" y="40"/>
                    <a:pt x="625" y="50"/>
                  </a:cubicBezTo>
                  <a:cubicBezTo>
                    <a:pt x="621" y="55"/>
                    <a:pt x="626" y="69"/>
                    <a:pt x="619" y="69"/>
                  </a:cubicBezTo>
                  <a:cubicBezTo>
                    <a:pt x="612" y="69"/>
                    <a:pt x="615" y="56"/>
                    <a:pt x="613" y="50"/>
                  </a:cubicBezTo>
                  <a:cubicBezTo>
                    <a:pt x="605" y="25"/>
                    <a:pt x="612" y="33"/>
                    <a:pt x="588" y="25"/>
                  </a:cubicBezTo>
                  <a:cubicBezTo>
                    <a:pt x="587" y="29"/>
                    <a:pt x="579" y="79"/>
                    <a:pt x="569" y="82"/>
                  </a:cubicBezTo>
                  <a:cubicBezTo>
                    <a:pt x="563" y="84"/>
                    <a:pt x="566" y="68"/>
                    <a:pt x="562" y="63"/>
                  </a:cubicBezTo>
                  <a:cubicBezTo>
                    <a:pt x="557" y="57"/>
                    <a:pt x="549" y="54"/>
                    <a:pt x="543" y="50"/>
                  </a:cubicBezTo>
                  <a:cubicBezTo>
                    <a:pt x="529" y="109"/>
                    <a:pt x="551" y="50"/>
                    <a:pt x="512" y="82"/>
                  </a:cubicBezTo>
                  <a:cubicBezTo>
                    <a:pt x="499" y="93"/>
                    <a:pt x="496" y="112"/>
                    <a:pt x="486" y="126"/>
                  </a:cubicBezTo>
                  <a:cubicBezTo>
                    <a:pt x="484" y="134"/>
                    <a:pt x="488" y="147"/>
                    <a:pt x="480" y="151"/>
                  </a:cubicBezTo>
                  <a:cubicBezTo>
                    <a:pt x="474" y="154"/>
                    <a:pt x="481" y="133"/>
                    <a:pt x="474" y="132"/>
                  </a:cubicBezTo>
                  <a:cubicBezTo>
                    <a:pt x="465" y="130"/>
                    <a:pt x="457" y="141"/>
                    <a:pt x="449" y="145"/>
                  </a:cubicBezTo>
                  <a:cubicBezTo>
                    <a:pt x="434" y="166"/>
                    <a:pt x="430" y="183"/>
                    <a:pt x="423" y="208"/>
                  </a:cubicBezTo>
                  <a:cubicBezTo>
                    <a:pt x="421" y="200"/>
                    <a:pt x="425" y="187"/>
                    <a:pt x="417" y="183"/>
                  </a:cubicBezTo>
                  <a:cubicBezTo>
                    <a:pt x="410" y="180"/>
                    <a:pt x="403" y="190"/>
                    <a:pt x="398" y="196"/>
                  </a:cubicBezTo>
                  <a:cubicBezTo>
                    <a:pt x="388" y="209"/>
                    <a:pt x="383" y="236"/>
                    <a:pt x="373" y="252"/>
                  </a:cubicBezTo>
                  <a:cubicBezTo>
                    <a:pt x="367" y="290"/>
                    <a:pt x="353" y="343"/>
                    <a:pt x="335" y="379"/>
                  </a:cubicBezTo>
                  <a:cubicBezTo>
                    <a:pt x="314" y="422"/>
                    <a:pt x="328" y="370"/>
                    <a:pt x="310" y="429"/>
                  </a:cubicBezTo>
                  <a:cubicBezTo>
                    <a:pt x="301" y="458"/>
                    <a:pt x="300" y="489"/>
                    <a:pt x="291" y="518"/>
                  </a:cubicBezTo>
                  <a:cubicBezTo>
                    <a:pt x="241" y="418"/>
                    <a:pt x="312" y="665"/>
                    <a:pt x="240" y="688"/>
                  </a:cubicBezTo>
                  <a:cubicBezTo>
                    <a:pt x="205" y="746"/>
                    <a:pt x="195" y="820"/>
                    <a:pt x="171" y="884"/>
                  </a:cubicBezTo>
                  <a:cubicBezTo>
                    <a:pt x="169" y="878"/>
                    <a:pt x="166" y="871"/>
                    <a:pt x="164" y="865"/>
                  </a:cubicBezTo>
                  <a:cubicBezTo>
                    <a:pt x="162" y="857"/>
                    <a:pt x="166" y="836"/>
                    <a:pt x="158" y="840"/>
                  </a:cubicBezTo>
                  <a:cubicBezTo>
                    <a:pt x="141" y="849"/>
                    <a:pt x="151" y="878"/>
                    <a:pt x="145" y="897"/>
                  </a:cubicBezTo>
                  <a:cubicBezTo>
                    <a:pt x="128" y="953"/>
                    <a:pt x="126" y="1011"/>
                    <a:pt x="108" y="1067"/>
                  </a:cubicBezTo>
                  <a:cubicBezTo>
                    <a:pt x="99" y="1035"/>
                    <a:pt x="93" y="1019"/>
                    <a:pt x="70" y="1055"/>
                  </a:cubicBezTo>
                  <a:cubicBezTo>
                    <a:pt x="36" y="1032"/>
                    <a:pt x="36" y="1055"/>
                    <a:pt x="0" y="1055"/>
                  </a:cubicBezTo>
                </a:path>
              </a:pathLst>
            </a:custGeom>
            <a:noFill/>
            <a:ln w="9525" cap="flat" cmpd="sng">
              <a:solidFill>
                <a:srgbClr val="FF3300"/>
              </a:solidFill>
              <a:prstDash val="solid"/>
              <a:round/>
              <a:headEnd/>
              <a:tailEnd/>
            </a:ln>
            <a:effectLst/>
          </p:spPr>
          <p:txBody>
            <a:bodyPr wrap="none" anchor="ctr"/>
            <a:lstStyle/>
            <a:p>
              <a:endParaRPr lang="en-GB" sz="1600"/>
            </a:p>
          </p:txBody>
        </p:sp>
      </p:grpSp>
      <p:grpSp>
        <p:nvGrpSpPr>
          <p:cNvPr id="7" name="Group 262"/>
          <p:cNvGrpSpPr>
            <a:grpSpLocks/>
          </p:cNvGrpSpPr>
          <p:nvPr/>
        </p:nvGrpSpPr>
        <p:grpSpPr bwMode="auto">
          <a:xfrm>
            <a:off x="2819400" y="3886200"/>
            <a:ext cx="3127375" cy="2416175"/>
            <a:chOff x="1844" y="2513"/>
            <a:chExt cx="1648" cy="1295"/>
          </a:xfrm>
        </p:grpSpPr>
        <p:sp>
          <p:nvSpPr>
            <p:cNvPr id="135431" name="Freeform 263"/>
            <p:cNvSpPr>
              <a:spLocks/>
            </p:cNvSpPr>
            <p:nvPr/>
          </p:nvSpPr>
          <p:spPr bwMode="auto">
            <a:xfrm>
              <a:off x="1932" y="2569"/>
              <a:ext cx="1484" cy="1164"/>
            </a:xfrm>
            <a:custGeom>
              <a:avLst/>
              <a:gdLst/>
              <a:ahLst/>
              <a:cxnLst>
                <a:cxn ang="0">
                  <a:pos x="13" y="1031"/>
                </a:cxn>
                <a:cxn ang="0">
                  <a:pos x="25" y="1012"/>
                </a:cxn>
                <a:cxn ang="0">
                  <a:pos x="63" y="1019"/>
                </a:cxn>
                <a:cxn ang="0">
                  <a:pos x="120" y="817"/>
                </a:cxn>
                <a:cxn ang="0">
                  <a:pos x="145" y="861"/>
                </a:cxn>
                <a:cxn ang="0">
                  <a:pos x="202" y="760"/>
                </a:cxn>
                <a:cxn ang="0">
                  <a:pos x="253" y="469"/>
                </a:cxn>
                <a:cxn ang="0">
                  <a:pos x="290" y="482"/>
                </a:cxn>
                <a:cxn ang="0">
                  <a:pos x="410" y="223"/>
                </a:cxn>
                <a:cxn ang="0">
                  <a:pos x="511" y="97"/>
                </a:cxn>
                <a:cxn ang="0">
                  <a:pos x="562" y="103"/>
                </a:cxn>
                <a:cxn ang="0">
                  <a:pos x="631" y="90"/>
                </a:cxn>
                <a:cxn ang="0">
                  <a:pos x="682" y="21"/>
                </a:cxn>
                <a:cxn ang="0">
                  <a:pos x="707" y="84"/>
                </a:cxn>
                <a:cxn ang="0">
                  <a:pos x="770" y="46"/>
                </a:cxn>
                <a:cxn ang="0">
                  <a:pos x="789" y="90"/>
                </a:cxn>
                <a:cxn ang="0">
                  <a:pos x="853" y="78"/>
                </a:cxn>
                <a:cxn ang="0">
                  <a:pos x="878" y="135"/>
                </a:cxn>
                <a:cxn ang="0">
                  <a:pos x="890" y="59"/>
                </a:cxn>
                <a:cxn ang="0">
                  <a:pos x="979" y="191"/>
                </a:cxn>
                <a:cxn ang="0">
                  <a:pos x="1023" y="172"/>
                </a:cxn>
                <a:cxn ang="0">
                  <a:pos x="1061" y="242"/>
                </a:cxn>
                <a:cxn ang="0">
                  <a:pos x="1099" y="343"/>
                </a:cxn>
                <a:cxn ang="0">
                  <a:pos x="1118" y="368"/>
                </a:cxn>
                <a:cxn ang="0">
                  <a:pos x="1162" y="406"/>
                </a:cxn>
                <a:cxn ang="0">
                  <a:pos x="1175" y="476"/>
                </a:cxn>
                <a:cxn ang="0">
                  <a:pos x="1213" y="551"/>
                </a:cxn>
                <a:cxn ang="0">
                  <a:pos x="1244" y="627"/>
                </a:cxn>
                <a:cxn ang="0">
                  <a:pos x="1288" y="741"/>
                </a:cxn>
                <a:cxn ang="0">
                  <a:pos x="1314" y="772"/>
                </a:cxn>
                <a:cxn ang="0">
                  <a:pos x="1370" y="1063"/>
                </a:cxn>
                <a:cxn ang="0">
                  <a:pos x="1459" y="1164"/>
                </a:cxn>
                <a:cxn ang="0">
                  <a:pos x="1478" y="1038"/>
                </a:cxn>
              </a:cxnLst>
              <a:rect l="0" t="0" r="r" b="b"/>
              <a:pathLst>
                <a:path w="1484" h="1164">
                  <a:moveTo>
                    <a:pt x="0" y="1057"/>
                  </a:moveTo>
                  <a:cubicBezTo>
                    <a:pt x="4" y="1048"/>
                    <a:pt x="10" y="1040"/>
                    <a:pt x="13" y="1031"/>
                  </a:cubicBezTo>
                  <a:cubicBezTo>
                    <a:pt x="17" y="1019"/>
                    <a:pt x="12" y="1004"/>
                    <a:pt x="19" y="993"/>
                  </a:cubicBezTo>
                  <a:cubicBezTo>
                    <a:pt x="23" y="987"/>
                    <a:pt x="21" y="1007"/>
                    <a:pt x="25" y="1012"/>
                  </a:cubicBezTo>
                  <a:cubicBezTo>
                    <a:pt x="30" y="1018"/>
                    <a:pt x="38" y="1021"/>
                    <a:pt x="44" y="1025"/>
                  </a:cubicBezTo>
                  <a:cubicBezTo>
                    <a:pt x="53" y="997"/>
                    <a:pt x="52" y="960"/>
                    <a:pt x="63" y="1019"/>
                  </a:cubicBezTo>
                  <a:cubicBezTo>
                    <a:pt x="88" y="983"/>
                    <a:pt x="81" y="957"/>
                    <a:pt x="88" y="911"/>
                  </a:cubicBezTo>
                  <a:cubicBezTo>
                    <a:pt x="93" y="879"/>
                    <a:pt x="108" y="847"/>
                    <a:pt x="120" y="817"/>
                  </a:cubicBezTo>
                  <a:cubicBezTo>
                    <a:pt x="124" y="823"/>
                    <a:pt x="129" y="829"/>
                    <a:pt x="133" y="836"/>
                  </a:cubicBezTo>
                  <a:cubicBezTo>
                    <a:pt x="138" y="844"/>
                    <a:pt x="136" y="859"/>
                    <a:pt x="145" y="861"/>
                  </a:cubicBezTo>
                  <a:cubicBezTo>
                    <a:pt x="152" y="863"/>
                    <a:pt x="154" y="849"/>
                    <a:pt x="158" y="842"/>
                  </a:cubicBezTo>
                  <a:cubicBezTo>
                    <a:pt x="175" y="814"/>
                    <a:pt x="184" y="786"/>
                    <a:pt x="202" y="760"/>
                  </a:cubicBezTo>
                  <a:cubicBezTo>
                    <a:pt x="219" y="704"/>
                    <a:pt x="227" y="660"/>
                    <a:pt x="234" y="602"/>
                  </a:cubicBezTo>
                  <a:cubicBezTo>
                    <a:pt x="259" y="682"/>
                    <a:pt x="237" y="514"/>
                    <a:pt x="253" y="469"/>
                  </a:cubicBezTo>
                  <a:cubicBezTo>
                    <a:pt x="259" y="478"/>
                    <a:pt x="261" y="492"/>
                    <a:pt x="271" y="495"/>
                  </a:cubicBezTo>
                  <a:cubicBezTo>
                    <a:pt x="278" y="498"/>
                    <a:pt x="285" y="488"/>
                    <a:pt x="290" y="482"/>
                  </a:cubicBezTo>
                  <a:cubicBezTo>
                    <a:pt x="296" y="475"/>
                    <a:pt x="318" y="406"/>
                    <a:pt x="322" y="393"/>
                  </a:cubicBezTo>
                  <a:cubicBezTo>
                    <a:pt x="332" y="322"/>
                    <a:pt x="354" y="268"/>
                    <a:pt x="410" y="223"/>
                  </a:cubicBezTo>
                  <a:cubicBezTo>
                    <a:pt x="422" y="200"/>
                    <a:pt x="430" y="176"/>
                    <a:pt x="442" y="153"/>
                  </a:cubicBezTo>
                  <a:cubicBezTo>
                    <a:pt x="486" y="183"/>
                    <a:pt x="499" y="134"/>
                    <a:pt x="511" y="97"/>
                  </a:cubicBezTo>
                  <a:cubicBezTo>
                    <a:pt x="524" y="114"/>
                    <a:pt x="541" y="140"/>
                    <a:pt x="549" y="135"/>
                  </a:cubicBezTo>
                  <a:cubicBezTo>
                    <a:pt x="559" y="129"/>
                    <a:pt x="555" y="112"/>
                    <a:pt x="562" y="103"/>
                  </a:cubicBezTo>
                  <a:cubicBezTo>
                    <a:pt x="573" y="89"/>
                    <a:pt x="600" y="65"/>
                    <a:pt x="600" y="65"/>
                  </a:cubicBezTo>
                  <a:cubicBezTo>
                    <a:pt x="614" y="21"/>
                    <a:pt x="618" y="70"/>
                    <a:pt x="631" y="90"/>
                  </a:cubicBezTo>
                  <a:cubicBezTo>
                    <a:pt x="636" y="66"/>
                    <a:pt x="632" y="0"/>
                    <a:pt x="663" y="46"/>
                  </a:cubicBezTo>
                  <a:cubicBezTo>
                    <a:pt x="677" y="89"/>
                    <a:pt x="677" y="38"/>
                    <a:pt x="682" y="21"/>
                  </a:cubicBezTo>
                  <a:cubicBezTo>
                    <a:pt x="684" y="44"/>
                    <a:pt x="679" y="69"/>
                    <a:pt x="688" y="90"/>
                  </a:cubicBezTo>
                  <a:cubicBezTo>
                    <a:pt x="690" y="96"/>
                    <a:pt x="703" y="89"/>
                    <a:pt x="707" y="84"/>
                  </a:cubicBezTo>
                  <a:cubicBezTo>
                    <a:pt x="718" y="70"/>
                    <a:pt x="721" y="38"/>
                    <a:pt x="733" y="21"/>
                  </a:cubicBezTo>
                  <a:cubicBezTo>
                    <a:pt x="737" y="57"/>
                    <a:pt x="741" y="123"/>
                    <a:pt x="770" y="46"/>
                  </a:cubicBezTo>
                  <a:cubicBezTo>
                    <a:pt x="772" y="54"/>
                    <a:pt x="774" y="63"/>
                    <a:pt x="777" y="71"/>
                  </a:cubicBezTo>
                  <a:cubicBezTo>
                    <a:pt x="780" y="78"/>
                    <a:pt x="782" y="93"/>
                    <a:pt x="789" y="90"/>
                  </a:cubicBezTo>
                  <a:cubicBezTo>
                    <a:pt x="802" y="84"/>
                    <a:pt x="809" y="29"/>
                    <a:pt x="815" y="15"/>
                  </a:cubicBezTo>
                  <a:cubicBezTo>
                    <a:pt x="831" y="37"/>
                    <a:pt x="838" y="56"/>
                    <a:pt x="853" y="78"/>
                  </a:cubicBezTo>
                  <a:cubicBezTo>
                    <a:pt x="857" y="91"/>
                    <a:pt x="860" y="104"/>
                    <a:pt x="865" y="116"/>
                  </a:cubicBezTo>
                  <a:cubicBezTo>
                    <a:pt x="868" y="123"/>
                    <a:pt x="872" y="139"/>
                    <a:pt x="878" y="135"/>
                  </a:cubicBezTo>
                  <a:cubicBezTo>
                    <a:pt x="887" y="129"/>
                    <a:pt x="882" y="114"/>
                    <a:pt x="884" y="103"/>
                  </a:cubicBezTo>
                  <a:cubicBezTo>
                    <a:pt x="886" y="88"/>
                    <a:pt x="888" y="74"/>
                    <a:pt x="890" y="59"/>
                  </a:cubicBezTo>
                  <a:cubicBezTo>
                    <a:pt x="912" y="119"/>
                    <a:pt x="939" y="172"/>
                    <a:pt x="966" y="229"/>
                  </a:cubicBezTo>
                  <a:cubicBezTo>
                    <a:pt x="970" y="216"/>
                    <a:pt x="976" y="204"/>
                    <a:pt x="979" y="191"/>
                  </a:cubicBezTo>
                  <a:cubicBezTo>
                    <a:pt x="984" y="166"/>
                    <a:pt x="991" y="116"/>
                    <a:pt x="991" y="116"/>
                  </a:cubicBezTo>
                  <a:cubicBezTo>
                    <a:pt x="1004" y="135"/>
                    <a:pt x="1010" y="153"/>
                    <a:pt x="1023" y="172"/>
                  </a:cubicBezTo>
                  <a:cubicBezTo>
                    <a:pt x="1028" y="196"/>
                    <a:pt x="1036" y="218"/>
                    <a:pt x="1042" y="242"/>
                  </a:cubicBezTo>
                  <a:cubicBezTo>
                    <a:pt x="1057" y="178"/>
                    <a:pt x="1036" y="242"/>
                    <a:pt x="1061" y="242"/>
                  </a:cubicBezTo>
                  <a:cubicBezTo>
                    <a:pt x="1070" y="242"/>
                    <a:pt x="1070" y="225"/>
                    <a:pt x="1074" y="217"/>
                  </a:cubicBezTo>
                  <a:cubicBezTo>
                    <a:pt x="1090" y="259"/>
                    <a:pt x="1094" y="297"/>
                    <a:pt x="1099" y="343"/>
                  </a:cubicBezTo>
                  <a:cubicBezTo>
                    <a:pt x="1103" y="337"/>
                    <a:pt x="1106" y="318"/>
                    <a:pt x="1111" y="324"/>
                  </a:cubicBezTo>
                  <a:cubicBezTo>
                    <a:pt x="1120" y="336"/>
                    <a:pt x="1117" y="353"/>
                    <a:pt x="1118" y="368"/>
                  </a:cubicBezTo>
                  <a:cubicBezTo>
                    <a:pt x="1123" y="428"/>
                    <a:pt x="1114" y="496"/>
                    <a:pt x="1143" y="551"/>
                  </a:cubicBezTo>
                  <a:cubicBezTo>
                    <a:pt x="1147" y="495"/>
                    <a:pt x="1146" y="456"/>
                    <a:pt x="1162" y="406"/>
                  </a:cubicBezTo>
                  <a:cubicBezTo>
                    <a:pt x="1164" y="440"/>
                    <a:pt x="1162" y="474"/>
                    <a:pt x="1168" y="507"/>
                  </a:cubicBezTo>
                  <a:cubicBezTo>
                    <a:pt x="1170" y="517"/>
                    <a:pt x="1173" y="466"/>
                    <a:pt x="1175" y="476"/>
                  </a:cubicBezTo>
                  <a:cubicBezTo>
                    <a:pt x="1193" y="557"/>
                    <a:pt x="1181" y="645"/>
                    <a:pt x="1194" y="728"/>
                  </a:cubicBezTo>
                  <a:cubicBezTo>
                    <a:pt x="1202" y="669"/>
                    <a:pt x="1198" y="608"/>
                    <a:pt x="1213" y="551"/>
                  </a:cubicBezTo>
                  <a:cubicBezTo>
                    <a:pt x="1216" y="538"/>
                    <a:pt x="1220" y="577"/>
                    <a:pt x="1225" y="589"/>
                  </a:cubicBezTo>
                  <a:cubicBezTo>
                    <a:pt x="1230" y="602"/>
                    <a:pt x="1238" y="614"/>
                    <a:pt x="1244" y="627"/>
                  </a:cubicBezTo>
                  <a:cubicBezTo>
                    <a:pt x="1250" y="652"/>
                    <a:pt x="1247" y="702"/>
                    <a:pt x="1276" y="659"/>
                  </a:cubicBezTo>
                  <a:cubicBezTo>
                    <a:pt x="1280" y="686"/>
                    <a:pt x="1281" y="714"/>
                    <a:pt x="1288" y="741"/>
                  </a:cubicBezTo>
                  <a:cubicBezTo>
                    <a:pt x="1293" y="760"/>
                    <a:pt x="1307" y="798"/>
                    <a:pt x="1307" y="798"/>
                  </a:cubicBezTo>
                  <a:cubicBezTo>
                    <a:pt x="1309" y="789"/>
                    <a:pt x="1313" y="763"/>
                    <a:pt x="1314" y="772"/>
                  </a:cubicBezTo>
                  <a:cubicBezTo>
                    <a:pt x="1319" y="814"/>
                    <a:pt x="1315" y="857"/>
                    <a:pt x="1320" y="899"/>
                  </a:cubicBezTo>
                  <a:cubicBezTo>
                    <a:pt x="1326" y="958"/>
                    <a:pt x="1350" y="1009"/>
                    <a:pt x="1370" y="1063"/>
                  </a:cubicBezTo>
                  <a:cubicBezTo>
                    <a:pt x="1386" y="1024"/>
                    <a:pt x="1394" y="984"/>
                    <a:pt x="1402" y="943"/>
                  </a:cubicBezTo>
                  <a:cubicBezTo>
                    <a:pt x="1411" y="1030"/>
                    <a:pt x="1444" y="1083"/>
                    <a:pt x="1459" y="1164"/>
                  </a:cubicBezTo>
                  <a:cubicBezTo>
                    <a:pt x="1464" y="1128"/>
                    <a:pt x="1465" y="1092"/>
                    <a:pt x="1471" y="1057"/>
                  </a:cubicBezTo>
                  <a:cubicBezTo>
                    <a:pt x="1472" y="1050"/>
                    <a:pt x="1471" y="1038"/>
                    <a:pt x="1478" y="1038"/>
                  </a:cubicBezTo>
                  <a:cubicBezTo>
                    <a:pt x="1484" y="1038"/>
                    <a:pt x="1478" y="1051"/>
                    <a:pt x="1478" y="1057"/>
                  </a:cubicBezTo>
                </a:path>
              </a:pathLst>
            </a:custGeom>
            <a:noFill/>
            <a:ln w="9525" cap="flat" cmpd="sng">
              <a:solidFill>
                <a:srgbClr val="FF3300"/>
              </a:solidFill>
              <a:prstDash val="solid"/>
              <a:round/>
              <a:headEnd/>
              <a:tailEnd/>
            </a:ln>
            <a:effectLst/>
          </p:spPr>
          <p:txBody>
            <a:bodyPr wrap="none" anchor="ctr"/>
            <a:lstStyle/>
            <a:p>
              <a:endParaRPr lang="en-GB" sz="1600"/>
            </a:p>
          </p:txBody>
        </p:sp>
        <p:sp>
          <p:nvSpPr>
            <p:cNvPr id="135432" name="Freeform 264"/>
            <p:cNvSpPr>
              <a:spLocks/>
            </p:cNvSpPr>
            <p:nvPr/>
          </p:nvSpPr>
          <p:spPr bwMode="auto">
            <a:xfrm flipV="1">
              <a:off x="1914" y="2613"/>
              <a:ext cx="1484" cy="1164"/>
            </a:xfrm>
            <a:custGeom>
              <a:avLst/>
              <a:gdLst/>
              <a:ahLst/>
              <a:cxnLst>
                <a:cxn ang="0">
                  <a:pos x="13" y="1031"/>
                </a:cxn>
                <a:cxn ang="0">
                  <a:pos x="25" y="1012"/>
                </a:cxn>
                <a:cxn ang="0">
                  <a:pos x="63" y="1019"/>
                </a:cxn>
                <a:cxn ang="0">
                  <a:pos x="120" y="817"/>
                </a:cxn>
                <a:cxn ang="0">
                  <a:pos x="145" y="861"/>
                </a:cxn>
                <a:cxn ang="0">
                  <a:pos x="202" y="760"/>
                </a:cxn>
                <a:cxn ang="0">
                  <a:pos x="253" y="469"/>
                </a:cxn>
                <a:cxn ang="0">
                  <a:pos x="290" y="482"/>
                </a:cxn>
                <a:cxn ang="0">
                  <a:pos x="410" y="223"/>
                </a:cxn>
                <a:cxn ang="0">
                  <a:pos x="511" y="97"/>
                </a:cxn>
                <a:cxn ang="0">
                  <a:pos x="562" y="103"/>
                </a:cxn>
                <a:cxn ang="0">
                  <a:pos x="631" y="90"/>
                </a:cxn>
                <a:cxn ang="0">
                  <a:pos x="682" y="21"/>
                </a:cxn>
                <a:cxn ang="0">
                  <a:pos x="707" y="84"/>
                </a:cxn>
                <a:cxn ang="0">
                  <a:pos x="770" y="46"/>
                </a:cxn>
                <a:cxn ang="0">
                  <a:pos x="789" y="90"/>
                </a:cxn>
                <a:cxn ang="0">
                  <a:pos x="853" y="78"/>
                </a:cxn>
                <a:cxn ang="0">
                  <a:pos x="878" y="135"/>
                </a:cxn>
                <a:cxn ang="0">
                  <a:pos x="890" y="59"/>
                </a:cxn>
                <a:cxn ang="0">
                  <a:pos x="979" y="191"/>
                </a:cxn>
                <a:cxn ang="0">
                  <a:pos x="1023" y="172"/>
                </a:cxn>
                <a:cxn ang="0">
                  <a:pos x="1061" y="242"/>
                </a:cxn>
                <a:cxn ang="0">
                  <a:pos x="1099" y="343"/>
                </a:cxn>
                <a:cxn ang="0">
                  <a:pos x="1118" y="368"/>
                </a:cxn>
                <a:cxn ang="0">
                  <a:pos x="1162" y="406"/>
                </a:cxn>
                <a:cxn ang="0">
                  <a:pos x="1175" y="476"/>
                </a:cxn>
                <a:cxn ang="0">
                  <a:pos x="1213" y="551"/>
                </a:cxn>
                <a:cxn ang="0">
                  <a:pos x="1244" y="627"/>
                </a:cxn>
                <a:cxn ang="0">
                  <a:pos x="1288" y="741"/>
                </a:cxn>
                <a:cxn ang="0">
                  <a:pos x="1314" y="772"/>
                </a:cxn>
                <a:cxn ang="0">
                  <a:pos x="1370" y="1063"/>
                </a:cxn>
                <a:cxn ang="0">
                  <a:pos x="1459" y="1164"/>
                </a:cxn>
                <a:cxn ang="0">
                  <a:pos x="1478" y="1038"/>
                </a:cxn>
              </a:cxnLst>
              <a:rect l="0" t="0" r="r" b="b"/>
              <a:pathLst>
                <a:path w="1484" h="1164">
                  <a:moveTo>
                    <a:pt x="0" y="1057"/>
                  </a:moveTo>
                  <a:cubicBezTo>
                    <a:pt x="4" y="1048"/>
                    <a:pt x="10" y="1040"/>
                    <a:pt x="13" y="1031"/>
                  </a:cubicBezTo>
                  <a:cubicBezTo>
                    <a:pt x="17" y="1019"/>
                    <a:pt x="12" y="1004"/>
                    <a:pt x="19" y="993"/>
                  </a:cubicBezTo>
                  <a:cubicBezTo>
                    <a:pt x="23" y="987"/>
                    <a:pt x="21" y="1007"/>
                    <a:pt x="25" y="1012"/>
                  </a:cubicBezTo>
                  <a:cubicBezTo>
                    <a:pt x="30" y="1018"/>
                    <a:pt x="38" y="1021"/>
                    <a:pt x="44" y="1025"/>
                  </a:cubicBezTo>
                  <a:cubicBezTo>
                    <a:pt x="53" y="997"/>
                    <a:pt x="52" y="960"/>
                    <a:pt x="63" y="1019"/>
                  </a:cubicBezTo>
                  <a:cubicBezTo>
                    <a:pt x="88" y="983"/>
                    <a:pt x="81" y="957"/>
                    <a:pt x="88" y="911"/>
                  </a:cubicBezTo>
                  <a:cubicBezTo>
                    <a:pt x="93" y="879"/>
                    <a:pt x="108" y="847"/>
                    <a:pt x="120" y="817"/>
                  </a:cubicBezTo>
                  <a:cubicBezTo>
                    <a:pt x="124" y="823"/>
                    <a:pt x="129" y="829"/>
                    <a:pt x="133" y="836"/>
                  </a:cubicBezTo>
                  <a:cubicBezTo>
                    <a:pt x="138" y="844"/>
                    <a:pt x="136" y="859"/>
                    <a:pt x="145" y="861"/>
                  </a:cubicBezTo>
                  <a:cubicBezTo>
                    <a:pt x="152" y="863"/>
                    <a:pt x="154" y="849"/>
                    <a:pt x="158" y="842"/>
                  </a:cubicBezTo>
                  <a:cubicBezTo>
                    <a:pt x="175" y="814"/>
                    <a:pt x="184" y="786"/>
                    <a:pt x="202" y="760"/>
                  </a:cubicBezTo>
                  <a:cubicBezTo>
                    <a:pt x="219" y="704"/>
                    <a:pt x="227" y="660"/>
                    <a:pt x="234" y="602"/>
                  </a:cubicBezTo>
                  <a:cubicBezTo>
                    <a:pt x="259" y="682"/>
                    <a:pt x="237" y="514"/>
                    <a:pt x="253" y="469"/>
                  </a:cubicBezTo>
                  <a:cubicBezTo>
                    <a:pt x="259" y="478"/>
                    <a:pt x="261" y="492"/>
                    <a:pt x="271" y="495"/>
                  </a:cubicBezTo>
                  <a:cubicBezTo>
                    <a:pt x="278" y="498"/>
                    <a:pt x="285" y="488"/>
                    <a:pt x="290" y="482"/>
                  </a:cubicBezTo>
                  <a:cubicBezTo>
                    <a:pt x="296" y="475"/>
                    <a:pt x="318" y="406"/>
                    <a:pt x="322" y="393"/>
                  </a:cubicBezTo>
                  <a:cubicBezTo>
                    <a:pt x="332" y="322"/>
                    <a:pt x="354" y="268"/>
                    <a:pt x="410" y="223"/>
                  </a:cubicBezTo>
                  <a:cubicBezTo>
                    <a:pt x="422" y="200"/>
                    <a:pt x="430" y="176"/>
                    <a:pt x="442" y="153"/>
                  </a:cubicBezTo>
                  <a:cubicBezTo>
                    <a:pt x="486" y="183"/>
                    <a:pt x="499" y="134"/>
                    <a:pt x="511" y="97"/>
                  </a:cubicBezTo>
                  <a:cubicBezTo>
                    <a:pt x="524" y="114"/>
                    <a:pt x="541" y="140"/>
                    <a:pt x="549" y="135"/>
                  </a:cubicBezTo>
                  <a:cubicBezTo>
                    <a:pt x="559" y="129"/>
                    <a:pt x="555" y="112"/>
                    <a:pt x="562" y="103"/>
                  </a:cubicBezTo>
                  <a:cubicBezTo>
                    <a:pt x="573" y="89"/>
                    <a:pt x="600" y="65"/>
                    <a:pt x="600" y="65"/>
                  </a:cubicBezTo>
                  <a:cubicBezTo>
                    <a:pt x="614" y="21"/>
                    <a:pt x="618" y="70"/>
                    <a:pt x="631" y="90"/>
                  </a:cubicBezTo>
                  <a:cubicBezTo>
                    <a:pt x="636" y="66"/>
                    <a:pt x="632" y="0"/>
                    <a:pt x="663" y="46"/>
                  </a:cubicBezTo>
                  <a:cubicBezTo>
                    <a:pt x="677" y="89"/>
                    <a:pt x="677" y="38"/>
                    <a:pt x="682" y="21"/>
                  </a:cubicBezTo>
                  <a:cubicBezTo>
                    <a:pt x="684" y="44"/>
                    <a:pt x="679" y="69"/>
                    <a:pt x="688" y="90"/>
                  </a:cubicBezTo>
                  <a:cubicBezTo>
                    <a:pt x="690" y="96"/>
                    <a:pt x="703" y="89"/>
                    <a:pt x="707" y="84"/>
                  </a:cubicBezTo>
                  <a:cubicBezTo>
                    <a:pt x="718" y="70"/>
                    <a:pt x="721" y="38"/>
                    <a:pt x="733" y="21"/>
                  </a:cubicBezTo>
                  <a:cubicBezTo>
                    <a:pt x="737" y="57"/>
                    <a:pt x="741" y="123"/>
                    <a:pt x="770" y="46"/>
                  </a:cubicBezTo>
                  <a:cubicBezTo>
                    <a:pt x="772" y="54"/>
                    <a:pt x="774" y="63"/>
                    <a:pt x="777" y="71"/>
                  </a:cubicBezTo>
                  <a:cubicBezTo>
                    <a:pt x="780" y="78"/>
                    <a:pt x="782" y="93"/>
                    <a:pt x="789" y="90"/>
                  </a:cubicBezTo>
                  <a:cubicBezTo>
                    <a:pt x="802" y="84"/>
                    <a:pt x="809" y="29"/>
                    <a:pt x="815" y="15"/>
                  </a:cubicBezTo>
                  <a:cubicBezTo>
                    <a:pt x="831" y="37"/>
                    <a:pt x="838" y="56"/>
                    <a:pt x="853" y="78"/>
                  </a:cubicBezTo>
                  <a:cubicBezTo>
                    <a:pt x="857" y="91"/>
                    <a:pt x="860" y="104"/>
                    <a:pt x="865" y="116"/>
                  </a:cubicBezTo>
                  <a:cubicBezTo>
                    <a:pt x="868" y="123"/>
                    <a:pt x="872" y="139"/>
                    <a:pt x="878" y="135"/>
                  </a:cubicBezTo>
                  <a:cubicBezTo>
                    <a:pt x="887" y="129"/>
                    <a:pt x="882" y="114"/>
                    <a:pt x="884" y="103"/>
                  </a:cubicBezTo>
                  <a:cubicBezTo>
                    <a:pt x="886" y="88"/>
                    <a:pt x="888" y="74"/>
                    <a:pt x="890" y="59"/>
                  </a:cubicBezTo>
                  <a:cubicBezTo>
                    <a:pt x="912" y="119"/>
                    <a:pt x="939" y="172"/>
                    <a:pt x="966" y="229"/>
                  </a:cubicBezTo>
                  <a:cubicBezTo>
                    <a:pt x="970" y="216"/>
                    <a:pt x="976" y="204"/>
                    <a:pt x="979" y="191"/>
                  </a:cubicBezTo>
                  <a:cubicBezTo>
                    <a:pt x="984" y="166"/>
                    <a:pt x="991" y="116"/>
                    <a:pt x="991" y="116"/>
                  </a:cubicBezTo>
                  <a:cubicBezTo>
                    <a:pt x="1004" y="135"/>
                    <a:pt x="1010" y="153"/>
                    <a:pt x="1023" y="172"/>
                  </a:cubicBezTo>
                  <a:cubicBezTo>
                    <a:pt x="1028" y="196"/>
                    <a:pt x="1036" y="218"/>
                    <a:pt x="1042" y="242"/>
                  </a:cubicBezTo>
                  <a:cubicBezTo>
                    <a:pt x="1057" y="178"/>
                    <a:pt x="1036" y="242"/>
                    <a:pt x="1061" y="242"/>
                  </a:cubicBezTo>
                  <a:cubicBezTo>
                    <a:pt x="1070" y="242"/>
                    <a:pt x="1070" y="225"/>
                    <a:pt x="1074" y="217"/>
                  </a:cubicBezTo>
                  <a:cubicBezTo>
                    <a:pt x="1090" y="259"/>
                    <a:pt x="1094" y="297"/>
                    <a:pt x="1099" y="343"/>
                  </a:cubicBezTo>
                  <a:cubicBezTo>
                    <a:pt x="1103" y="337"/>
                    <a:pt x="1106" y="318"/>
                    <a:pt x="1111" y="324"/>
                  </a:cubicBezTo>
                  <a:cubicBezTo>
                    <a:pt x="1120" y="336"/>
                    <a:pt x="1117" y="353"/>
                    <a:pt x="1118" y="368"/>
                  </a:cubicBezTo>
                  <a:cubicBezTo>
                    <a:pt x="1123" y="428"/>
                    <a:pt x="1114" y="496"/>
                    <a:pt x="1143" y="551"/>
                  </a:cubicBezTo>
                  <a:cubicBezTo>
                    <a:pt x="1147" y="495"/>
                    <a:pt x="1146" y="456"/>
                    <a:pt x="1162" y="406"/>
                  </a:cubicBezTo>
                  <a:cubicBezTo>
                    <a:pt x="1164" y="440"/>
                    <a:pt x="1162" y="474"/>
                    <a:pt x="1168" y="507"/>
                  </a:cubicBezTo>
                  <a:cubicBezTo>
                    <a:pt x="1170" y="517"/>
                    <a:pt x="1173" y="466"/>
                    <a:pt x="1175" y="476"/>
                  </a:cubicBezTo>
                  <a:cubicBezTo>
                    <a:pt x="1193" y="557"/>
                    <a:pt x="1181" y="645"/>
                    <a:pt x="1194" y="728"/>
                  </a:cubicBezTo>
                  <a:cubicBezTo>
                    <a:pt x="1202" y="669"/>
                    <a:pt x="1198" y="608"/>
                    <a:pt x="1213" y="551"/>
                  </a:cubicBezTo>
                  <a:cubicBezTo>
                    <a:pt x="1216" y="538"/>
                    <a:pt x="1220" y="577"/>
                    <a:pt x="1225" y="589"/>
                  </a:cubicBezTo>
                  <a:cubicBezTo>
                    <a:pt x="1230" y="602"/>
                    <a:pt x="1238" y="614"/>
                    <a:pt x="1244" y="627"/>
                  </a:cubicBezTo>
                  <a:cubicBezTo>
                    <a:pt x="1250" y="652"/>
                    <a:pt x="1247" y="702"/>
                    <a:pt x="1276" y="659"/>
                  </a:cubicBezTo>
                  <a:cubicBezTo>
                    <a:pt x="1280" y="686"/>
                    <a:pt x="1281" y="714"/>
                    <a:pt x="1288" y="741"/>
                  </a:cubicBezTo>
                  <a:cubicBezTo>
                    <a:pt x="1293" y="760"/>
                    <a:pt x="1307" y="798"/>
                    <a:pt x="1307" y="798"/>
                  </a:cubicBezTo>
                  <a:cubicBezTo>
                    <a:pt x="1309" y="789"/>
                    <a:pt x="1313" y="763"/>
                    <a:pt x="1314" y="772"/>
                  </a:cubicBezTo>
                  <a:cubicBezTo>
                    <a:pt x="1319" y="814"/>
                    <a:pt x="1315" y="857"/>
                    <a:pt x="1320" y="899"/>
                  </a:cubicBezTo>
                  <a:cubicBezTo>
                    <a:pt x="1326" y="958"/>
                    <a:pt x="1350" y="1009"/>
                    <a:pt x="1370" y="1063"/>
                  </a:cubicBezTo>
                  <a:cubicBezTo>
                    <a:pt x="1386" y="1024"/>
                    <a:pt x="1394" y="984"/>
                    <a:pt x="1402" y="943"/>
                  </a:cubicBezTo>
                  <a:cubicBezTo>
                    <a:pt x="1411" y="1030"/>
                    <a:pt x="1444" y="1083"/>
                    <a:pt x="1459" y="1164"/>
                  </a:cubicBezTo>
                  <a:cubicBezTo>
                    <a:pt x="1464" y="1128"/>
                    <a:pt x="1465" y="1092"/>
                    <a:pt x="1471" y="1057"/>
                  </a:cubicBezTo>
                  <a:cubicBezTo>
                    <a:pt x="1472" y="1050"/>
                    <a:pt x="1471" y="1038"/>
                    <a:pt x="1478" y="1038"/>
                  </a:cubicBezTo>
                  <a:cubicBezTo>
                    <a:pt x="1484" y="1038"/>
                    <a:pt x="1478" y="1051"/>
                    <a:pt x="1478" y="1057"/>
                  </a:cubicBezTo>
                </a:path>
              </a:pathLst>
            </a:custGeom>
            <a:noFill/>
            <a:ln w="9525" cap="flat" cmpd="sng">
              <a:solidFill>
                <a:srgbClr val="FF3300"/>
              </a:solidFill>
              <a:prstDash val="solid"/>
              <a:round/>
              <a:headEnd/>
              <a:tailEnd/>
            </a:ln>
            <a:effectLst/>
          </p:spPr>
          <p:txBody>
            <a:bodyPr wrap="none" anchor="ctr"/>
            <a:lstStyle/>
            <a:p>
              <a:endParaRPr lang="en-GB" sz="1600"/>
            </a:p>
          </p:txBody>
        </p:sp>
        <p:sp>
          <p:nvSpPr>
            <p:cNvPr id="135433" name="Freeform 265"/>
            <p:cNvSpPr>
              <a:spLocks/>
            </p:cNvSpPr>
            <p:nvPr/>
          </p:nvSpPr>
          <p:spPr bwMode="auto">
            <a:xfrm>
              <a:off x="1886" y="2583"/>
              <a:ext cx="1492" cy="1162"/>
            </a:xfrm>
            <a:custGeom>
              <a:avLst/>
              <a:gdLst/>
              <a:ahLst/>
              <a:cxnLst>
                <a:cxn ang="0">
                  <a:pos x="34" y="1093"/>
                </a:cxn>
                <a:cxn ang="0">
                  <a:pos x="72" y="1093"/>
                </a:cxn>
                <a:cxn ang="0">
                  <a:pos x="91" y="1112"/>
                </a:cxn>
                <a:cxn ang="0">
                  <a:pos x="160" y="1086"/>
                </a:cxn>
                <a:cxn ang="0">
                  <a:pos x="173" y="1124"/>
                </a:cxn>
                <a:cxn ang="0">
                  <a:pos x="223" y="1143"/>
                </a:cxn>
                <a:cxn ang="0">
                  <a:pos x="287" y="1143"/>
                </a:cxn>
                <a:cxn ang="0">
                  <a:pos x="337" y="1162"/>
                </a:cxn>
                <a:cxn ang="0">
                  <a:pos x="369" y="1124"/>
                </a:cxn>
                <a:cxn ang="0">
                  <a:pos x="432" y="1105"/>
                </a:cxn>
                <a:cxn ang="0">
                  <a:pos x="495" y="1068"/>
                </a:cxn>
                <a:cxn ang="0">
                  <a:pos x="533" y="1061"/>
                </a:cxn>
                <a:cxn ang="0">
                  <a:pos x="571" y="1061"/>
                </a:cxn>
                <a:cxn ang="0">
                  <a:pos x="590" y="1074"/>
                </a:cxn>
                <a:cxn ang="0">
                  <a:pos x="621" y="954"/>
                </a:cxn>
                <a:cxn ang="0">
                  <a:pos x="628" y="973"/>
                </a:cxn>
                <a:cxn ang="0">
                  <a:pos x="634" y="948"/>
                </a:cxn>
                <a:cxn ang="0">
                  <a:pos x="647" y="922"/>
                </a:cxn>
                <a:cxn ang="0">
                  <a:pos x="691" y="809"/>
                </a:cxn>
                <a:cxn ang="0">
                  <a:pos x="741" y="657"/>
                </a:cxn>
                <a:cxn ang="0">
                  <a:pos x="767" y="606"/>
                </a:cxn>
                <a:cxn ang="0">
                  <a:pos x="798" y="531"/>
                </a:cxn>
                <a:cxn ang="0">
                  <a:pos x="805" y="499"/>
                </a:cxn>
                <a:cxn ang="0">
                  <a:pos x="811" y="480"/>
                </a:cxn>
                <a:cxn ang="0">
                  <a:pos x="823" y="430"/>
                </a:cxn>
                <a:cxn ang="0">
                  <a:pos x="861" y="329"/>
                </a:cxn>
                <a:cxn ang="0">
                  <a:pos x="956" y="120"/>
                </a:cxn>
                <a:cxn ang="0">
                  <a:pos x="988" y="101"/>
                </a:cxn>
                <a:cxn ang="0">
                  <a:pos x="1007" y="63"/>
                </a:cxn>
                <a:cxn ang="0">
                  <a:pos x="1013" y="89"/>
                </a:cxn>
                <a:cxn ang="0">
                  <a:pos x="1019" y="108"/>
                </a:cxn>
                <a:cxn ang="0">
                  <a:pos x="1057" y="57"/>
                </a:cxn>
                <a:cxn ang="0">
                  <a:pos x="1063" y="89"/>
                </a:cxn>
                <a:cxn ang="0">
                  <a:pos x="1070" y="114"/>
                </a:cxn>
                <a:cxn ang="0">
                  <a:pos x="1095" y="82"/>
                </a:cxn>
                <a:cxn ang="0">
                  <a:pos x="1101" y="57"/>
                </a:cxn>
                <a:cxn ang="0">
                  <a:pos x="1108" y="38"/>
                </a:cxn>
                <a:cxn ang="0">
                  <a:pos x="1127" y="82"/>
                </a:cxn>
                <a:cxn ang="0">
                  <a:pos x="1146" y="57"/>
                </a:cxn>
                <a:cxn ang="0">
                  <a:pos x="1152" y="32"/>
                </a:cxn>
                <a:cxn ang="0">
                  <a:pos x="1171" y="82"/>
                </a:cxn>
                <a:cxn ang="0">
                  <a:pos x="1215" y="25"/>
                </a:cxn>
                <a:cxn ang="0">
                  <a:pos x="1259" y="13"/>
                </a:cxn>
                <a:cxn ang="0">
                  <a:pos x="1291" y="44"/>
                </a:cxn>
                <a:cxn ang="0">
                  <a:pos x="1303" y="19"/>
                </a:cxn>
                <a:cxn ang="0">
                  <a:pos x="1335" y="57"/>
                </a:cxn>
                <a:cxn ang="0">
                  <a:pos x="1392" y="0"/>
                </a:cxn>
                <a:cxn ang="0">
                  <a:pos x="1417" y="76"/>
                </a:cxn>
                <a:cxn ang="0">
                  <a:pos x="1442" y="70"/>
                </a:cxn>
                <a:cxn ang="0">
                  <a:pos x="1461" y="70"/>
                </a:cxn>
                <a:cxn ang="0">
                  <a:pos x="1474" y="133"/>
                </a:cxn>
                <a:cxn ang="0">
                  <a:pos x="1487" y="120"/>
                </a:cxn>
              </a:cxnLst>
              <a:rect l="0" t="0" r="r" b="b"/>
              <a:pathLst>
                <a:path w="1492" h="1162">
                  <a:moveTo>
                    <a:pt x="34" y="1093"/>
                  </a:moveTo>
                  <a:cubicBezTo>
                    <a:pt x="106" y="1138"/>
                    <a:pt x="0" y="1080"/>
                    <a:pt x="72" y="1093"/>
                  </a:cubicBezTo>
                  <a:cubicBezTo>
                    <a:pt x="81" y="1095"/>
                    <a:pt x="85" y="1106"/>
                    <a:pt x="91" y="1112"/>
                  </a:cubicBezTo>
                  <a:cubicBezTo>
                    <a:pt x="108" y="1103"/>
                    <a:pt x="141" y="1084"/>
                    <a:pt x="160" y="1086"/>
                  </a:cubicBezTo>
                  <a:cubicBezTo>
                    <a:pt x="161" y="1086"/>
                    <a:pt x="173" y="1123"/>
                    <a:pt x="173" y="1124"/>
                  </a:cubicBezTo>
                  <a:cubicBezTo>
                    <a:pt x="223" y="1112"/>
                    <a:pt x="180" y="1129"/>
                    <a:pt x="223" y="1143"/>
                  </a:cubicBezTo>
                  <a:cubicBezTo>
                    <a:pt x="281" y="1121"/>
                    <a:pt x="264" y="1109"/>
                    <a:pt x="287" y="1143"/>
                  </a:cubicBezTo>
                  <a:cubicBezTo>
                    <a:pt x="337" y="1131"/>
                    <a:pt x="327" y="1099"/>
                    <a:pt x="337" y="1162"/>
                  </a:cubicBezTo>
                  <a:cubicBezTo>
                    <a:pt x="349" y="1150"/>
                    <a:pt x="354" y="1132"/>
                    <a:pt x="369" y="1124"/>
                  </a:cubicBezTo>
                  <a:cubicBezTo>
                    <a:pt x="388" y="1114"/>
                    <a:pt x="411" y="1113"/>
                    <a:pt x="432" y="1105"/>
                  </a:cubicBezTo>
                  <a:cubicBezTo>
                    <a:pt x="471" y="1162"/>
                    <a:pt x="468" y="1081"/>
                    <a:pt x="495" y="1068"/>
                  </a:cubicBezTo>
                  <a:cubicBezTo>
                    <a:pt x="507" y="1062"/>
                    <a:pt x="520" y="1063"/>
                    <a:pt x="533" y="1061"/>
                  </a:cubicBezTo>
                  <a:cubicBezTo>
                    <a:pt x="577" y="994"/>
                    <a:pt x="545" y="1028"/>
                    <a:pt x="571" y="1061"/>
                  </a:cubicBezTo>
                  <a:cubicBezTo>
                    <a:pt x="576" y="1067"/>
                    <a:pt x="584" y="1070"/>
                    <a:pt x="590" y="1074"/>
                  </a:cubicBezTo>
                  <a:cubicBezTo>
                    <a:pt x="600" y="1033"/>
                    <a:pt x="614" y="996"/>
                    <a:pt x="621" y="954"/>
                  </a:cubicBezTo>
                  <a:cubicBezTo>
                    <a:pt x="623" y="960"/>
                    <a:pt x="622" y="976"/>
                    <a:pt x="628" y="973"/>
                  </a:cubicBezTo>
                  <a:cubicBezTo>
                    <a:pt x="636" y="969"/>
                    <a:pt x="631" y="956"/>
                    <a:pt x="634" y="948"/>
                  </a:cubicBezTo>
                  <a:cubicBezTo>
                    <a:pt x="637" y="939"/>
                    <a:pt x="643" y="931"/>
                    <a:pt x="647" y="922"/>
                  </a:cubicBezTo>
                  <a:cubicBezTo>
                    <a:pt x="664" y="883"/>
                    <a:pt x="665" y="843"/>
                    <a:pt x="691" y="809"/>
                  </a:cubicBezTo>
                  <a:cubicBezTo>
                    <a:pt x="707" y="758"/>
                    <a:pt x="725" y="708"/>
                    <a:pt x="741" y="657"/>
                  </a:cubicBezTo>
                  <a:cubicBezTo>
                    <a:pt x="747" y="639"/>
                    <a:pt x="760" y="624"/>
                    <a:pt x="767" y="606"/>
                  </a:cubicBezTo>
                  <a:cubicBezTo>
                    <a:pt x="773" y="575"/>
                    <a:pt x="784" y="559"/>
                    <a:pt x="798" y="531"/>
                  </a:cubicBezTo>
                  <a:cubicBezTo>
                    <a:pt x="800" y="520"/>
                    <a:pt x="802" y="510"/>
                    <a:pt x="805" y="499"/>
                  </a:cubicBezTo>
                  <a:cubicBezTo>
                    <a:pt x="807" y="493"/>
                    <a:pt x="809" y="486"/>
                    <a:pt x="811" y="480"/>
                  </a:cubicBezTo>
                  <a:cubicBezTo>
                    <a:pt x="815" y="463"/>
                    <a:pt x="823" y="430"/>
                    <a:pt x="823" y="430"/>
                  </a:cubicBezTo>
                  <a:cubicBezTo>
                    <a:pt x="829" y="374"/>
                    <a:pt x="816" y="351"/>
                    <a:pt x="861" y="329"/>
                  </a:cubicBezTo>
                  <a:cubicBezTo>
                    <a:pt x="879" y="256"/>
                    <a:pt x="921" y="187"/>
                    <a:pt x="956" y="120"/>
                  </a:cubicBezTo>
                  <a:cubicBezTo>
                    <a:pt x="967" y="153"/>
                    <a:pt x="958" y="145"/>
                    <a:pt x="988" y="101"/>
                  </a:cubicBezTo>
                  <a:cubicBezTo>
                    <a:pt x="1003" y="79"/>
                    <a:pt x="998" y="86"/>
                    <a:pt x="1007" y="63"/>
                  </a:cubicBezTo>
                  <a:cubicBezTo>
                    <a:pt x="1009" y="72"/>
                    <a:pt x="1011" y="80"/>
                    <a:pt x="1013" y="89"/>
                  </a:cubicBezTo>
                  <a:cubicBezTo>
                    <a:pt x="1015" y="95"/>
                    <a:pt x="1014" y="112"/>
                    <a:pt x="1019" y="108"/>
                  </a:cubicBezTo>
                  <a:cubicBezTo>
                    <a:pt x="1036" y="96"/>
                    <a:pt x="1057" y="57"/>
                    <a:pt x="1057" y="57"/>
                  </a:cubicBezTo>
                  <a:cubicBezTo>
                    <a:pt x="1059" y="68"/>
                    <a:pt x="1061" y="78"/>
                    <a:pt x="1063" y="89"/>
                  </a:cubicBezTo>
                  <a:cubicBezTo>
                    <a:pt x="1065" y="97"/>
                    <a:pt x="1062" y="116"/>
                    <a:pt x="1070" y="114"/>
                  </a:cubicBezTo>
                  <a:cubicBezTo>
                    <a:pt x="1083" y="111"/>
                    <a:pt x="1087" y="93"/>
                    <a:pt x="1095" y="82"/>
                  </a:cubicBezTo>
                  <a:cubicBezTo>
                    <a:pt x="1097" y="74"/>
                    <a:pt x="1099" y="65"/>
                    <a:pt x="1101" y="57"/>
                  </a:cubicBezTo>
                  <a:cubicBezTo>
                    <a:pt x="1103" y="51"/>
                    <a:pt x="1102" y="36"/>
                    <a:pt x="1108" y="38"/>
                  </a:cubicBezTo>
                  <a:cubicBezTo>
                    <a:pt x="1112" y="39"/>
                    <a:pt x="1125" y="76"/>
                    <a:pt x="1127" y="82"/>
                  </a:cubicBezTo>
                  <a:cubicBezTo>
                    <a:pt x="1133" y="74"/>
                    <a:pt x="1141" y="66"/>
                    <a:pt x="1146" y="57"/>
                  </a:cubicBezTo>
                  <a:cubicBezTo>
                    <a:pt x="1150" y="49"/>
                    <a:pt x="1144" y="29"/>
                    <a:pt x="1152" y="32"/>
                  </a:cubicBezTo>
                  <a:cubicBezTo>
                    <a:pt x="1156" y="33"/>
                    <a:pt x="1168" y="74"/>
                    <a:pt x="1171" y="82"/>
                  </a:cubicBezTo>
                  <a:cubicBezTo>
                    <a:pt x="1195" y="67"/>
                    <a:pt x="1198" y="49"/>
                    <a:pt x="1215" y="25"/>
                  </a:cubicBezTo>
                  <a:cubicBezTo>
                    <a:pt x="1239" y="60"/>
                    <a:pt x="1244" y="44"/>
                    <a:pt x="1259" y="13"/>
                  </a:cubicBezTo>
                  <a:cubicBezTo>
                    <a:pt x="1269" y="48"/>
                    <a:pt x="1254" y="81"/>
                    <a:pt x="1291" y="44"/>
                  </a:cubicBezTo>
                  <a:cubicBezTo>
                    <a:pt x="1295" y="36"/>
                    <a:pt x="1294" y="21"/>
                    <a:pt x="1303" y="19"/>
                  </a:cubicBezTo>
                  <a:cubicBezTo>
                    <a:pt x="1310" y="18"/>
                    <a:pt x="1332" y="53"/>
                    <a:pt x="1335" y="57"/>
                  </a:cubicBezTo>
                  <a:cubicBezTo>
                    <a:pt x="1363" y="42"/>
                    <a:pt x="1374" y="26"/>
                    <a:pt x="1392" y="0"/>
                  </a:cubicBezTo>
                  <a:cubicBezTo>
                    <a:pt x="1397" y="29"/>
                    <a:pt x="1401" y="51"/>
                    <a:pt x="1417" y="76"/>
                  </a:cubicBezTo>
                  <a:cubicBezTo>
                    <a:pt x="1425" y="74"/>
                    <a:pt x="1435" y="75"/>
                    <a:pt x="1442" y="70"/>
                  </a:cubicBezTo>
                  <a:cubicBezTo>
                    <a:pt x="1459" y="56"/>
                    <a:pt x="1437" y="32"/>
                    <a:pt x="1461" y="70"/>
                  </a:cubicBezTo>
                  <a:cubicBezTo>
                    <a:pt x="1477" y="159"/>
                    <a:pt x="1460" y="67"/>
                    <a:pt x="1474" y="133"/>
                  </a:cubicBezTo>
                  <a:cubicBezTo>
                    <a:pt x="1492" y="217"/>
                    <a:pt x="1487" y="222"/>
                    <a:pt x="1487" y="120"/>
                  </a:cubicBezTo>
                </a:path>
              </a:pathLst>
            </a:custGeom>
            <a:noFill/>
            <a:ln w="9525" cap="flat" cmpd="sng">
              <a:solidFill>
                <a:srgbClr val="FF3300"/>
              </a:solidFill>
              <a:prstDash val="solid"/>
              <a:round/>
              <a:headEnd/>
              <a:tailEnd/>
            </a:ln>
            <a:effectLst/>
          </p:spPr>
          <p:txBody>
            <a:bodyPr wrap="none" anchor="ctr"/>
            <a:lstStyle/>
            <a:p>
              <a:endParaRPr lang="en-GB" sz="1600"/>
            </a:p>
          </p:txBody>
        </p:sp>
        <p:sp>
          <p:nvSpPr>
            <p:cNvPr id="135434" name="Freeform 266"/>
            <p:cNvSpPr>
              <a:spLocks/>
            </p:cNvSpPr>
            <p:nvPr/>
          </p:nvSpPr>
          <p:spPr bwMode="auto">
            <a:xfrm>
              <a:off x="1947" y="2545"/>
              <a:ext cx="1349" cy="1244"/>
            </a:xfrm>
            <a:custGeom>
              <a:avLst/>
              <a:gdLst/>
              <a:ahLst/>
              <a:cxnLst>
                <a:cxn ang="0">
                  <a:pos x="4" y="151"/>
                </a:cxn>
                <a:cxn ang="0">
                  <a:pos x="42" y="95"/>
                </a:cxn>
                <a:cxn ang="0">
                  <a:pos x="67" y="57"/>
                </a:cxn>
                <a:cxn ang="0">
                  <a:pos x="73" y="76"/>
                </a:cxn>
                <a:cxn ang="0">
                  <a:pos x="67" y="95"/>
                </a:cxn>
                <a:cxn ang="0">
                  <a:pos x="99" y="38"/>
                </a:cxn>
                <a:cxn ang="0">
                  <a:pos x="143" y="13"/>
                </a:cxn>
                <a:cxn ang="0">
                  <a:pos x="149" y="69"/>
                </a:cxn>
                <a:cxn ang="0">
                  <a:pos x="168" y="63"/>
                </a:cxn>
                <a:cxn ang="0">
                  <a:pos x="200" y="19"/>
                </a:cxn>
                <a:cxn ang="0">
                  <a:pos x="212" y="101"/>
                </a:cxn>
                <a:cxn ang="0">
                  <a:pos x="231" y="63"/>
                </a:cxn>
                <a:cxn ang="0">
                  <a:pos x="257" y="0"/>
                </a:cxn>
                <a:cxn ang="0">
                  <a:pos x="263" y="95"/>
                </a:cxn>
                <a:cxn ang="0">
                  <a:pos x="295" y="82"/>
                </a:cxn>
                <a:cxn ang="0">
                  <a:pos x="320" y="31"/>
                </a:cxn>
                <a:cxn ang="0">
                  <a:pos x="358" y="63"/>
                </a:cxn>
                <a:cxn ang="0">
                  <a:pos x="383" y="145"/>
                </a:cxn>
                <a:cxn ang="0">
                  <a:pos x="402" y="126"/>
                </a:cxn>
                <a:cxn ang="0">
                  <a:pos x="408" y="107"/>
                </a:cxn>
                <a:cxn ang="0">
                  <a:pos x="433" y="164"/>
                </a:cxn>
                <a:cxn ang="0">
                  <a:pos x="452" y="189"/>
                </a:cxn>
                <a:cxn ang="0">
                  <a:pos x="478" y="158"/>
                </a:cxn>
                <a:cxn ang="0">
                  <a:pos x="484" y="133"/>
                </a:cxn>
                <a:cxn ang="0">
                  <a:pos x="497" y="151"/>
                </a:cxn>
                <a:cxn ang="0">
                  <a:pos x="516" y="227"/>
                </a:cxn>
                <a:cxn ang="0">
                  <a:pos x="547" y="259"/>
                </a:cxn>
                <a:cxn ang="0">
                  <a:pos x="553" y="335"/>
                </a:cxn>
                <a:cxn ang="0">
                  <a:pos x="572" y="322"/>
                </a:cxn>
                <a:cxn ang="0">
                  <a:pos x="579" y="341"/>
                </a:cxn>
                <a:cxn ang="0">
                  <a:pos x="604" y="474"/>
                </a:cxn>
                <a:cxn ang="0">
                  <a:pos x="629" y="398"/>
                </a:cxn>
                <a:cxn ang="0">
                  <a:pos x="673" y="606"/>
                </a:cxn>
                <a:cxn ang="0">
                  <a:pos x="699" y="657"/>
                </a:cxn>
                <a:cxn ang="0">
                  <a:pos x="718" y="638"/>
                </a:cxn>
                <a:cxn ang="0">
                  <a:pos x="737" y="663"/>
                </a:cxn>
                <a:cxn ang="0">
                  <a:pos x="756" y="859"/>
                </a:cxn>
                <a:cxn ang="0">
                  <a:pos x="781" y="859"/>
                </a:cxn>
                <a:cxn ang="0">
                  <a:pos x="800" y="941"/>
                </a:cxn>
                <a:cxn ang="0">
                  <a:pos x="831" y="979"/>
                </a:cxn>
                <a:cxn ang="0">
                  <a:pos x="1015" y="1225"/>
                </a:cxn>
                <a:cxn ang="0">
                  <a:pos x="1059" y="1175"/>
                </a:cxn>
                <a:cxn ang="0">
                  <a:pos x="1078" y="1244"/>
                </a:cxn>
                <a:cxn ang="0">
                  <a:pos x="1135" y="1225"/>
                </a:cxn>
                <a:cxn ang="0">
                  <a:pos x="1198" y="1149"/>
                </a:cxn>
                <a:cxn ang="0">
                  <a:pos x="1204" y="1181"/>
                </a:cxn>
                <a:cxn ang="0">
                  <a:pos x="1210" y="1206"/>
                </a:cxn>
                <a:cxn ang="0">
                  <a:pos x="1236" y="1194"/>
                </a:cxn>
                <a:cxn ang="0">
                  <a:pos x="1261" y="1194"/>
                </a:cxn>
                <a:cxn ang="0">
                  <a:pos x="1280" y="1181"/>
                </a:cxn>
                <a:cxn ang="0">
                  <a:pos x="1305" y="1124"/>
                </a:cxn>
                <a:cxn ang="0">
                  <a:pos x="1330" y="1130"/>
                </a:cxn>
                <a:cxn ang="0">
                  <a:pos x="1349" y="1137"/>
                </a:cxn>
                <a:cxn ang="0">
                  <a:pos x="1330" y="1143"/>
                </a:cxn>
                <a:cxn ang="0">
                  <a:pos x="1273" y="1156"/>
                </a:cxn>
              </a:cxnLst>
              <a:rect l="0" t="0" r="r" b="b"/>
              <a:pathLst>
                <a:path w="1349" h="1244">
                  <a:moveTo>
                    <a:pt x="4" y="151"/>
                  </a:moveTo>
                  <a:cubicBezTo>
                    <a:pt x="46" y="82"/>
                    <a:pt x="0" y="155"/>
                    <a:pt x="42" y="95"/>
                  </a:cubicBezTo>
                  <a:cubicBezTo>
                    <a:pt x="51" y="83"/>
                    <a:pt x="67" y="57"/>
                    <a:pt x="67" y="57"/>
                  </a:cubicBezTo>
                  <a:cubicBezTo>
                    <a:pt x="69" y="63"/>
                    <a:pt x="73" y="69"/>
                    <a:pt x="73" y="76"/>
                  </a:cubicBezTo>
                  <a:cubicBezTo>
                    <a:pt x="73" y="83"/>
                    <a:pt x="64" y="101"/>
                    <a:pt x="67" y="95"/>
                  </a:cubicBezTo>
                  <a:cubicBezTo>
                    <a:pt x="103" y="28"/>
                    <a:pt x="56" y="95"/>
                    <a:pt x="99" y="38"/>
                  </a:cubicBezTo>
                  <a:cubicBezTo>
                    <a:pt x="112" y="81"/>
                    <a:pt x="118" y="36"/>
                    <a:pt x="143" y="13"/>
                  </a:cubicBezTo>
                  <a:cubicBezTo>
                    <a:pt x="145" y="32"/>
                    <a:pt x="141" y="52"/>
                    <a:pt x="149" y="69"/>
                  </a:cubicBezTo>
                  <a:cubicBezTo>
                    <a:pt x="152" y="75"/>
                    <a:pt x="163" y="68"/>
                    <a:pt x="168" y="63"/>
                  </a:cubicBezTo>
                  <a:cubicBezTo>
                    <a:pt x="181" y="50"/>
                    <a:pt x="200" y="19"/>
                    <a:pt x="200" y="19"/>
                  </a:cubicBezTo>
                  <a:cubicBezTo>
                    <a:pt x="208" y="45"/>
                    <a:pt x="192" y="81"/>
                    <a:pt x="212" y="101"/>
                  </a:cubicBezTo>
                  <a:cubicBezTo>
                    <a:pt x="222" y="111"/>
                    <a:pt x="225" y="76"/>
                    <a:pt x="231" y="63"/>
                  </a:cubicBezTo>
                  <a:cubicBezTo>
                    <a:pt x="240" y="42"/>
                    <a:pt x="249" y="21"/>
                    <a:pt x="257" y="0"/>
                  </a:cubicBezTo>
                  <a:cubicBezTo>
                    <a:pt x="259" y="32"/>
                    <a:pt x="250" y="66"/>
                    <a:pt x="263" y="95"/>
                  </a:cubicBezTo>
                  <a:cubicBezTo>
                    <a:pt x="268" y="105"/>
                    <a:pt x="287" y="90"/>
                    <a:pt x="295" y="82"/>
                  </a:cubicBezTo>
                  <a:cubicBezTo>
                    <a:pt x="308" y="68"/>
                    <a:pt x="309" y="47"/>
                    <a:pt x="320" y="31"/>
                  </a:cubicBezTo>
                  <a:cubicBezTo>
                    <a:pt x="325" y="93"/>
                    <a:pt x="324" y="147"/>
                    <a:pt x="358" y="63"/>
                  </a:cubicBezTo>
                  <a:cubicBezTo>
                    <a:pt x="367" y="90"/>
                    <a:pt x="374" y="118"/>
                    <a:pt x="383" y="145"/>
                  </a:cubicBezTo>
                  <a:cubicBezTo>
                    <a:pt x="389" y="139"/>
                    <a:pt x="397" y="133"/>
                    <a:pt x="402" y="126"/>
                  </a:cubicBezTo>
                  <a:cubicBezTo>
                    <a:pt x="406" y="120"/>
                    <a:pt x="403" y="103"/>
                    <a:pt x="408" y="107"/>
                  </a:cubicBezTo>
                  <a:cubicBezTo>
                    <a:pt x="419" y="115"/>
                    <a:pt x="428" y="148"/>
                    <a:pt x="433" y="164"/>
                  </a:cubicBezTo>
                  <a:cubicBezTo>
                    <a:pt x="444" y="244"/>
                    <a:pt x="431" y="220"/>
                    <a:pt x="452" y="189"/>
                  </a:cubicBezTo>
                  <a:cubicBezTo>
                    <a:pt x="459" y="178"/>
                    <a:pt x="469" y="168"/>
                    <a:pt x="478" y="158"/>
                  </a:cubicBezTo>
                  <a:cubicBezTo>
                    <a:pt x="480" y="150"/>
                    <a:pt x="476" y="136"/>
                    <a:pt x="484" y="133"/>
                  </a:cubicBezTo>
                  <a:cubicBezTo>
                    <a:pt x="491" y="130"/>
                    <a:pt x="494" y="144"/>
                    <a:pt x="497" y="151"/>
                  </a:cubicBezTo>
                  <a:cubicBezTo>
                    <a:pt x="507" y="175"/>
                    <a:pt x="507" y="203"/>
                    <a:pt x="516" y="227"/>
                  </a:cubicBezTo>
                  <a:cubicBezTo>
                    <a:pt x="555" y="176"/>
                    <a:pt x="538" y="223"/>
                    <a:pt x="547" y="259"/>
                  </a:cubicBezTo>
                  <a:cubicBezTo>
                    <a:pt x="549" y="284"/>
                    <a:pt x="544" y="311"/>
                    <a:pt x="553" y="335"/>
                  </a:cubicBezTo>
                  <a:cubicBezTo>
                    <a:pt x="556" y="342"/>
                    <a:pt x="565" y="320"/>
                    <a:pt x="572" y="322"/>
                  </a:cubicBezTo>
                  <a:cubicBezTo>
                    <a:pt x="579" y="324"/>
                    <a:pt x="577" y="335"/>
                    <a:pt x="579" y="341"/>
                  </a:cubicBezTo>
                  <a:cubicBezTo>
                    <a:pt x="603" y="265"/>
                    <a:pt x="581" y="428"/>
                    <a:pt x="604" y="474"/>
                  </a:cubicBezTo>
                  <a:cubicBezTo>
                    <a:pt x="610" y="444"/>
                    <a:pt x="616" y="425"/>
                    <a:pt x="629" y="398"/>
                  </a:cubicBezTo>
                  <a:cubicBezTo>
                    <a:pt x="652" y="465"/>
                    <a:pt x="652" y="538"/>
                    <a:pt x="673" y="606"/>
                  </a:cubicBezTo>
                  <a:cubicBezTo>
                    <a:pt x="699" y="544"/>
                    <a:pt x="687" y="463"/>
                    <a:pt x="699" y="657"/>
                  </a:cubicBezTo>
                  <a:cubicBezTo>
                    <a:pt x="705" y="651"/>
                    <a:pt x="714" y="630"/>
                    <a:pt x="718" y="638"/>
                  </a:cubicBezTo>
                  <a:cubicBezTo>
                    <a:pt x="738" y="683"/>
                    <a:pt x="709" y="772"/>
                    <a:pt x="737" y="663"/>
                  </a:cubicBezTo>
                  <a:cubicBezTo>
                    <a:pt x="741" y="765"/>
                    <a:pt x="742" y="782"/>
                    <a:pt x="756" y="859"/>
                  </a:cubicBezTo>
                  <a:cubicBezTo>
                    <a:pt x="759" y="847"/>
                    <a:pt x="764" y="798"/>
                    <a:pt x="781" y="859"/>
                  </a:cubicBezTo>
                  <a:cubicBezTo>
                    <a:pt x="811" y="963"/>
                    <a:pt x="767" y="892"/>
                    <a:pt x="800" y="941"/>
                  </a:cubicBezTo>
                  <a:cubicBezTo>
                    <a:pt x="811" y="975"/>
                    <a:pt x="789" y="1021"/>
                    <a:pt x="831" y="979"/>
                  </a:cubicBezTo>
                  <a:cubicBezTo>
                    <a:pt x="913" y="1087"/>
                    <a:pt x="932" y="1116"/>
                    <a:pt x="1015" y="1225"/>
                  </a:cubicBezTo>
                  <a:cubicBezTo>
                    <a:pt x="1033" y="1171"/>
                    <a:pt x="1027" y="1222"/>
                    <a:pt x="1059" y="1175"/>
                  </a:cubicBezTo>
                  <a:cubicBezTo>
                    <a:pt x="1074" y="1223"/>
                    <a:pt x="1068" y="1200"/>
                    <a:pt x="1078" y="1244"/>
                  </a:cubicBezTo>
                  <a:cubicBezTo>
                    <a:pt x="1109" y="1223"/>
                    <a:pt x="1109" y="1186"/>
                    <a:pt x="1135" y="1225"/>
                  </a:cubicBezTo>
                  <a:cubicBezTo>
                    <a:pt x="1164" y="1203"/>
                    <a:pt x="1175" y="1178"/>
                    <a:pt x="1198" y="1149"/>
                  </a:cubicBezTo>
                  <a:cubicBezTo>
                    <a:pt x="1200" y="1160"/>
                    <a:pt x="1202" y="1170"/>
                    <a:pt x="1204" y="1181"/>
                  </a:cubicBezTo>
                  <a:cubicBezTo>
                    <a:pt x="1206" y="1189"/>
                    <a:pt x="1202" y="1203"/>
                    <a:pt x="1210" y="1206"/>
                  </a:cubicBezTo>
                  <a:cubicBezTo>
                    <a:pt x="1219" y="1210"/>
                    <a:pt x="1227" y="1198"/>
                    <a:pt x="1236" y="1194"/>
                  </a:cubicBezTo>
                  <a:cubicBezTo>
                    <a:pt x="1264" y="1149"/>
                    <a:pt x="1231" y="1188"/>
                    <a:pt x="1261" y="1194"/>
                  </a:cubicBezTo>
                  <a:cubicBezTo>
                    <a:pt x="1269" y="1195"/>
                    <a:pt x="1274" y="1185"/>
                    <a:pt x="1280" y="1181"/>
                  </a:cubicBezTo>
                  <a:cubicBezTo>
                    <a:pt x="1292" y="1162"/>
                    <a:pt x="1298" y="1145"/>
                    <a:pt x="1305" y="1124"/>
                  </a:cubicBezTo>
                  <a:cubicBezTo>
                    <a:pt x="1317" y="1187"/>
                    <a:pt x="1301" y="1145"/>
                    <a:pt x="1330" y="1130"/>
                  </a:cubicBezTo>
                  <a:cubicBezTo>
                    <a:pt x="1336" y="1127"/>
                    <a:pt x="1343" y="1135"/>
                    <a:pt x="1349" y="1137"/>
                  </a:cubicBezTo>
                  <a:cubicBezTo>
                    <a:pt x="1349" y="1137"/>
                    <a:pt x="1336" y="1140"/>
                    <a:pt x="1330" y="1143"/>
                  </a:cubicBezTo>
                  <a:cubicBezTo>
                    <a:pt x="1288" y="1161"/>
                    <a:pt x="1322" y="1156"/>
                    <a:pt x="1273" y="1156"/>
                  </a:cubicBezTo>
                </a:path>
              </a:pathLst>
            </a:custGeom>
            <a:noFill/>
            <a:ln w="9525" cap="flat" cmpd="sng">
              <a:solidFill>
                <a:srgbClr val="FF3300"/>
              </a:solidFill>
              <a:prstDash val="solid"/>
              <a:round/>
              <a:headEnd/>
              <a:tailEnd/>
            </a:ln>
            <a:effectLst/>
          </p:spPr>
          <p:txBody>
            <a:bodyPr wrap="none" anchor="ctr"/>
            <a:lstStyle/>
            <a:p>
              <a:endParaRPr lang="en-GB" sz="1600"/>
            </a:p>
          </p:txBody>
        </p:sp>
        <p:sp>
          <p:nvSpPr>
            <p:cNvPr id="135435" name="Freeform 267"/>
            <p:cNvSpPr>
              <a:spLocks/>
            </p:cNvSpPr>
            <p:nvPr/>
          </p:nvSpPr>
          <p:spPr bwMode="auto">
            <a:xfrm>
              <a:off x="1971" y="2554"/>
              <a:ext cx="1396" cy="1243"/>
            </a:xfrm>
            <a:custGeom>
              <a:avLst/>
              <a:gdLst/>
              <a:ahLst/>
              <a:cxnLst>
                <a:cxn ang="0">
                  <a:pos x="0" y="156"/>
                </a:cxn>
                <a:cxn ang="0">
                  <a:pos x="50" y="81"/>
                </a:cxn>
                <a:cxn ang="0">
                  <a:pos x="76" y="62"/>
                </a:cxn>
                <a:cxn ang="0">
                  <a:pos x="107" y="17"/>
                </a:cxn>
                <a:cxn ang="0">
                  <a:pos x="139" y="100"/>
                </a:cxn>
                <a:cxn ang="0">
                  <a:pos x="196" y="74"/>
                </a:cxn>
                <a:cxn ang="0">
                  <a:pos x="240" y="43"/>
                </a:cxn>
                <a:cxn ang="0">
                  <a:pos x="253" y="93"/>
                </a:cxn>
                <a:cxn ang="0">
                  <a:pos x="303" y="68"/>
                </a:cxn>
                <a:cxn ang="0">
                  <a:pos x="328" y="112"/>
                </a:cxn>
                <a:cxn ang="0">
                  <a:pos x="379" y="62"/>
                </a:cxn>
                <a:cxn ang="0">
                  <a:pos x="417" y="125"/>
                </a:cxn>
                <a:cxn ang="0">
                  <a:pos x="429" y="106"/>
                </a:cxn>
                <a:cxn ang="0">
                  <a:pos x="436" y="137"/>
                </a:cxn>
                <a:cxn ang="0">
                  <a:pos x="455" y="207"/>
                </a:cxn>
                <a:cxn ang="0">
                  <a:pos x="486" y="213"/>
                </a:cxn>
                <a:cxn ang="0">
                  <a:pos x="518" y="207"/>
                </a:cxn>
                <a:cxn ang="0">
                  <a:pos x="524" y="226"/>
                </a:cxn>
                <a:cxn ang="0">
                  <a:pos x="543" y="232"/>
                </a:cxn>
                <a:cxn ang="0">
                  <a:pos x="549" y="283"/>
                </a:cxn>
                <a:cxn ang="0">
                  <a:pos x="562" y="321"/>
                </a:cxn>
                <a:cxn ang="0">
                  <a:pos x="606" y="359"/>
                </a:cxn>
                <a:cxn ang="0">
                  <a:pos x="625" y="415"/>
                </a:cxn>
                <a:cxn ang="0">
                  <a:pos x="669" y="580"/>
                </a:cxn>
                <a:cxn ang="0">
                  <a:pos x="695" y="719"/>
                </a:cxn>
                <a:cxn ang="0">
                  <a:pos x="701" y="693"/>
                </a:cxn>
                <a:cxn ang="0">
                  <a:pos x="707" y="712"/>
                </a:cxn>
                <a:cxn ang="0">
                  <a:pos x="714" y="731"/>
                </a:cxn>
                <a:cxn ang="0">
                  <a:pos x="733" y="807"/>
                </a:cxn>
                <a:cxn ang="0">
                  <a:pos x="739" y="895"/>
                </a:cxn>
                <a:cxn ang="0">
                  <a:pos x="758" y="927"/>
                </a:cxn>
                <a:cxn ang="0">
                  <a:pos x="802" y="1041"/>
                </a:cxn>
                <a:cxn ang="0">
                  <a:pos x="846" y="1041"/>
                </a:cxn>
                <a:cxn ang="0">
                  <a:pos x="922" y="1116"/>
                </a:cxn>
                <a:cxn ang="0">
                  <a:pos x="947" y="1186"/>
                </a:cxn>
                <a:cxn ang="0">
                  <a:pos x="979" y="1243"/>
                </a:cxn>
                <a:cxn ang="0">
                  <a:pos x="998" y="1192"/>
                </a:cxn>
                <a:cxn ang="0">
                  <a:pos x="1036" y="1161"/>
                </a:cxn>
                <a:cxn ang="0">
                  <a:pos x="1048" y="1180"/>
                </a:cxn>
                <a:cxn ang="0">
                  <a:pos x="1074" y="1192"/>
                </a:cxn>
                <a:cxn ang="0">
                  <a:pos x="1162" y="1167"/>
                </a:cxn>
                <a:cxn ang="0">
                  <a:pos x="1232" y="1161"/>
                </a:cxn>
                <a:cxn ang="0">
                  <a:pos x="1295" y="1110"/>
                </a:cxn>
                <a:cxn ang="0">
                  <a:pos x="1358" y="1123"/>
                </a:cxn>
                <a:cxn ang="0">
                  <a:pos x="1396" y="1085"/>
                </a:cxn>
              </a:cxnLst>
              <a:rect l="0" t="0" r="r" b="b"/>
              <a:pathLst>
                <a:path w="1396" h="1243">
                  <a:moveTo>
                    <a:pt x="0" y="156"/>
                  </a:moveTo>
                  <a:cubicBezTo>
                    <a:pt x="17" y="134"/>
                    <a:pt x="32" y="101"/>
                    <a:pt x="50" y="81"/>
                  </a:cubicBezTo>
                  <a:cubicBezTo>
                    <a:pt x="57" y="73"/>
                    <a:pt x="68" y="70"/>
                    <a:pt x="76" y="62"/>
                  </a:cubicBezTo>
                  <a:cubicBezTo>
                    <a:pt x="85" y="53"/>
                    <a:pt x="100" y="29"/>
                    <a:pt x="107" y="17"/>
                  </a:cubicBezTo>
                  <a:cubicBezTo>
                    <a:pt x="114" y="59"/>
                    <a:pt x="111" y="72"/>
                    <a:pt x="139" y="100"/>
                  </a:cubicBezTo>
                  <a:cubicBezTo>
                    <a:pt x="166" y="91"/>
                    <a:pt x="176" y="91"/>
                    <a:pt x="196" y="74"/>
                  </a:cubicBezTo>
                  <a:cubicBezTo>
                    <a:pt x="233" y="42"/>
                    <a:pt x="206" y="54"/>
                    <a:pt x="240" y="43"/>
                  </a:cubicBezTo>
                  <a:cubicBezTo>
                    <a:pt x="240" y="44"/>
                    <a:pt x="252" y="93"/>
                    <a:pt x="253" y="93"/>
                  </a:cubicBezTo>
                  <a:cubicBezTo>
                    <a:pt x="271" y="96"/>
                    <a:pt x="285" y="74"/>
                    <a:pt x="303" y="68"/>
                  </a:cubicBezTo>
                  <a:cubicBezTo>
                    <a:pt x="325" y="0"/>
                    <a:pt x="322" y="29"/>
                    <a:pt x="328" y="112"/>
                  </a:cubicBezTo>
                  <a:cubicBezTo>
                    <a:pt x="362" y="87"/>
                    <a:pt x="348" y="81"/>
                    <a:pt x="379" y="62"/>
                  </a:cubicBezTo>
                  <a:cubicBezTo>
                    <a:pt x="389" y="104"/>
                    <a:pt x="361" y="152"/>
                    <a:pt x="417" y="125"/>
                  </a:cubicBezTo>
                  <a:cubicBezTo>
                    <a:pt x="421" y="119"/>
                    <a:pt x="423" y="102"/>
                    <a:pt x="429" y="106"/>
                  </a:cubicBezTo>
                  <a:cubicBezTo>
                    <a:pt x="438" y="112"/>
                    <a:pt x="434" y="127"/>
                    <a:pt x="436" y="137"/>
                  </a:cubicBezTo>
                  <a:cubicBezTo>
                    <a:pt x="447" y="193"/>
                    <a:pt x="435" y="157"/>
                    <a:pt x="455" y="207"/>
                  </a:cubicBezTo>
                  <a:cubicBezTo>
                    <a:pt x="502" y="175"/>
                    <a:pt x="449" y="202"/>
                    <a:pt x="486" y="213"/>
                  </a:cubicBezTo>
                  <a:cubicBezTo>
                    <a:pt x="496" y="216"/>
                    <a:pt x="507" y="209"/>
                    <a:pt x="518" y="207"/>
                  </a:cubicBezTo>
                  <a:cubicBezTo>
                    <a:pt x="520" y="213"/>
                    <a:pt x="519" y="221"/>
                    <a:pt x="524" y="226"/>
                  </a:cubicBezTo>
                  <a:cubicBezTo>
                    <a:pt x="529" y="231"/>
                    <a:pt x="540" y="226"/>
                    <a:pt x="543" y="232"/>
                  </a:cubicBezTo>
                  <a:cubicBezTo>
                    <a:pt x="550" y="248"/>
                    <a:pt x="545" y="266"/>
                    <a:pt x="549" y="283"/>
                  </a:cubicBezTo>
                  <a:cubicBezTo>
                    <a:pt x="552" y="296"/>
                    <a:pt x="558" y="308"/>
                    <a:pt x="562" y="321"/>
                  </a:cubicBezTo>
                  <a:cubicBezTo>
                    <a:pt x="610" y="273"/>
                    <a:pt x="599" y="288"/>
                    <a:pt x="606" y="359"/>
                  </a:cubicBezTo>
                  <a:cubicBezTo>
                    <a:pt x="653" y="327"/>
                    <a:pt x="629" y="392"/>
                    <a:pt x="625" y="415"/>
                  </a:cubicBezTo>
                  <a:cubicBezTo>
                    <a:pt x="631" y="518"/>
                    <a:pt x="607" y="533"/>
                    <a:pt x="669" y="580"/>
                  </a:cubicBezTo>
                  <a:cubicBezTo>
                    <a:pt x="682" y="626"/>
                    <a:pt x="685" y="673"/>
                    <a:pt x="695" y="719"/>
                  </a:cubicBezTo>
                  <a:cubicBezTo>
                    <a:pt x="697" y="710"/>
                    <a:pt x="693" y="697"/>
                    <a:pt x="701" y="693"/>
                  </a:cubicBezTo>
                  <a:cubicBezTo>
                    <a:pt x="707" y="690"/>
                    <a:pt x="705" y="706"/>
                    <a:pt x="707" y="712"/>
                  </a:cubicBezTo>
                  <a:cubicBezTo>
                    <a:pt x="709" y="718"/>
                    <a:pt x="712" y="725"/>
                    <a:pt x="714" y="731"/>
                  </a:cubicBezTo>
                  <a:cubicBezTo>
                    <a:pt x="722" y="756"/>
                    <a:pt x="733" y="807"/>
                    <a:pt x="733" y="807"/>
                  </a:cubicBezTo>
                  <a:cubicBezTo>
                    <a:pt x="735" y="836"/>
                    <a:pt x="733" y="866"/>
                    <a:pt x="739" y="895"/>
                  </a:cubicBezTo>
                  <a:cubicBezTo>
                    <a:pt x="742" y="907"/>
                    <a:pt x="753" y="916"/>
                    <a:pt x="758" y="927"/>
                  </a:cubicBezTo>
                  <a:cubicBezTo>
                    <a:pt x="776" y="965"/>
                    <a:pt x="778" y="1005"/>
                    <a:pt x="802" y="1041"/>
                  </a:cubicBezTo>
                  <a:cubicBezTo>
                    <a:pt x="813" y="1006"/>
                    <a:pt x="817" y="1030"/>
                    <a:pt x="846" y="1041"/>
                  </a:cubicBezTo>
                  <a:cubicBezTo>
                    <a:pt x="878" y="1083"/>
                    <a:pt x="874" y="1098"/>
                    <a:pt x="922" y="1116"/>
                  </a:cubicBezTo>
                  <a:cubicBezTo>
                    <a:pt x="940" y="1142"/>
                    <a:pt x="936" y="1157"/>
                    <a:pt x="947" y="1186"/>
                  </a:cubicBezTo>
                  <a:cubicBezTo>
                    <a:pt x="955" y="1206"/>
                    <a:pt x="969" y="1224"/>
                    <a:pt x="979" y="1243"/>
                  </a:cubicBezTo>
                  <a:cubicBezTo>
                    <a:pt x="986" y="1226"/>
                    <a:pt x="987" y="1206"/>
                    <a:pt x="998" y="1192"/>
                  </a:cubicBezTo>
                  <a:cubicBezTo>
                    <a:pt x="1008" y="1179"/>
                    <a:pt x="1024" y="1173"/>
                    <a:pt x="1036" y="1161"/>
                  </a:cubicBezTo>
                  <a:cubicBezTo>
                    <a:pt x="1040" y="1167"/>
                    <a:pt x="1041" y="1177"/>
                    <a:pt x="1048" y="1180"/>
                  </a:cubicBezTo>
                  <a:cubicBezTo>
                    <a:pt x="1082" y="1193"/>
                    <a:pt x="1056" y="1144"/>
                    <a:pt x="1074" y="1192"/>
                  </a:cubicBezTo>
                  <a:cubicBezTo>
                    <a:pt x="1145" y="1157"/>
                    <a:pt x="1114" y="1156"/>
                    <a:pt x="1162" y="1167"/>
                  </a:cubicBezTo>
                  <a:cubicBezTo>
                    <a:pt x="1192" y="1160"/>
                    <a:pt x="1201" y="1153"/>
                    <a:pt x="1232" y="1161"/>
                  </a:cubicBezTo>
                  <a:cubicBezTo>
                    <a:pt x="1251" y="1141"/>
                    <a:pt x="1295" y="1110"/>
                    <a:pt x="1295" y="1110"/>
                  </a:cubicBezTo>
                  <a:cubicBezTo>
                    <a:pt x="1314" y="1140"/>
                    <a:pt x="1327" y="1138"/>
                    <a:pt x="1358" y="1123"/>
                  </a:cubicBezTo>
                  <a:cubicBezTo>
                    <a:pt x="1373" y="1077"/>
                    <a:pt x="1357" y="1085"/>
                    <a:pt x="1396" y="1085"/>
                  </a:cubicBezTo>
                </a:path>
              </a:pathLst>
            </a:custGeom>
            <a:noFill/>
            <a:ln w="9525" cap="flat" cmpd="sng">
              <a:solidFill>
                <a:srgbClr val="FF3300"/>
              </a:solidFill>
              <a:prstDash val="solid"/>
              <a:round/>
              <a:headEnd/>
              <a:tailEnd/>
            </a:ln>
            <a:effectLst/>
          </p:spPr>
          <p:txBody>
            <a:bodyPr wrap="none" anchor="ctr"/>
            <a:lstStyle/>
            <a:p>
              <a:endParaRPr lang="en-GB" sz="1600"/>
            </a:p>
          </p:txBody>
        </p:sp>
        <p:sp>
          <p:nvSpPr>
            <p:cNvPr id="135436" name="Freeform 268"/>
            <p:cNvSpPr>
              <a:spLocks/>
            </p:cNvSpPr>
            <p:nvPr/>
          </p:nvSpPr>
          <p:spPr bwMode="auto">
            <a:xfrm>
              <a:off x="1863" y="2596"/>
              <a:ext cx="1472" cy="1067"/>
            </a:xfrm>
            <a:custGeom>
              <a:avLst/>
              <a:gdLst/>
              <a:ahLst/>
              <a:cxnLst>
                <a:cxn ang="0">
                  <a:pos x="1472" y="1048"/>
                </a:cxn>
                <a:cxn ang="0">
                  <a:pos x="1409" y="1023"/>
                </a:cxn>
                <a:cxn ang="0">
                  <a:pos x="1415" y="991"/>
                </a:cxn>
                <a:cxn ang="0">
                  <a:pos x="1421" y="966"/>
                </a:cxn>
                <a:cxn ang="0">
                  <a:pos x="1415" y="941"/>
                </a:cxn>
                <a:cxn ang="0">
                  <a:pos x="1409" y="909"/>
                </a:cxn>
                <a:cxn ang="0">
                  <a:pos x="1377" y="947"/>
                </a:cxn>
                <a:cxn ang="0">
                  <a:pos x="1352" y="833"/>
                </a:cxn>
                <a:cxn ang="0">
                  <a:pos x="1320" y="695"/>
                </a:cxn>
                <a:cxn ang="0">
                  <a:pos x="1301" y="707"/>
                </a:cxn>
                <a:cxn ang="0">
                  <a:pos x="1295" y="682"/>
                </a:cxn>
                <a:cxn ang="0">
                  <a:pos x="1257" y="587"/>
                </a:cxn>
                <a:cxn ang="0">
                  <a:pos x="1219" y="473"/>
                </a:cxn>
                <a:cxn ang="0">
                  <a:pos x="1200" y="480"/>
                </a:cxn>
                <a:cxn ang="0">
                  <a:pos x="1143" y="385"/>
                </a:cxn>
                <a:cxn ang="0">
                  <a:pos x="1105" y="259"/>
                </a:cxn>
                <a:cxn ang="0">
                  <a:pos x="1080" y="221"/>
                </a:cxn>
                <a:cxn ang="0">
                  <a:pos x="1042" y="170"/>
                </a:cxn>
                <a:cxn ang="0">
                  <a:pos x="1023" y="177"/>
                </a:cxn>
                <a:cxn ang="0">
                  <a:pos x="1017" y="196"/>
                </a:cxn>
                <a:cxn ang="0">
                  <a:pos x="1011" y="177"/>
                </a:cxn>
                <a:cxn ang="0">
                  <a:pos x="966" y="120"/>
                </a:cxn>
                <a:cxn ang="0">
                  <a:pos x="948" y="126"/>
                </a:cxn>
                <a:cxn ang="0">
                  <a:pos x="859" y="57"/>
                </a:cxn>
                <a:cxn ang="0">
                  <a:pos x="853" y="76"/>
                </a:cxn>
                <a:cxn ang="0">
                  <a:pos x="821" y="44"/>
                </a:cxn>
                <a:cxn ang="0">
                  <a:pos x="752" y="19"/>
                </a:cxn>
                <a:cxn ang="0">
                  <a:pos x="689" y="0"/>
                </a:cxn>
                <a:cxn ang="0">
                  <a:pos x="651" y="25"/>
                </a:cxn>
                <a:cxn ang="0">
                  <a:pos x="625" y="50"/>
                </a:cxn>
                <a:cxn ang="0">
                  <a:pos x="619" y="69"/>
                </a:cxn>
                <a:cxn ang="0">
                  <a:pos x="613" y="50"/>
                </a:cxn>
                <a:cxn ang="0">
                  <a:pos x="588" y="25"/>
                </a:cxn>
                <a:cxn ang="0">
                  <a:pos x="569" y="82"/>
                </a:cxn>
                <a:cxn ang="0">
                  <a:pos x="562" y="63"/>
                </a:cxn>
                <a:cxn ang="0">
                  <a:pos x="543" y="50"/>
                </a:cxn>
                <a:cxn ang="0">
                  <a:pos x="512" y="82"/>
                </a:cxn>
                <a:cxn ang="0">
                  <a:pos x="486" y="126"/>
                </a:cxn>
                <a:cxn ang="0">
                  <a:pos x="480" y="151"/>
                </a:cxn>
                <a:cxn ang="0">
                  <a:pos x="474" y="132"/>
                </a:cxn>
                <a:cxn ang="0">
                  <a:pos x="449" y="145"/>
                </a:cxn>
                <a:cxn ang="0">
                  <a:pos x="423" y="208"/>
                </a:cxn>
                <a:cxn ang="0">
                  <a:pos x="417" y="183"/>
                </a:cxn>
                <a:cxn ang="0">
                  <a:pos x="398" y="196"/>
                </a:cxn>
                <a:cxn ang="0">
                  <a:pos x="373" y="252"/>
                </a:cxn>
                <a:cxn ang="0">
                  <a:pos x="335" y="379"/>
                </a:cxn>
                <a:cxn ang="0">
                  <a:pos x="310" y="429"/>
                </a:cxn>
                <a:cxn ang="0">
                  <a:pos x="291" y="518"/>
                </a:cxn>
                <a:cxn ang="0">
                  <a:pos x="240" y="688"/>
                </a:cxn>
                <a:cxn ang="0">
                  <a:pos x="171" y="884"/>
                </a:cxn>
                <a:cxn ang="0">
                  <a:pos x="164" y="865"/>
                </a:cxn>
                <a:cxn ang="0">
                  <a:pos x="158" y="840"/>
                </a:cxn>
                <a:cxn ang="0">
                  <a:pos x="145" y="897"/>
                </a:cxn>
                <a:cxn ang="0">
                  <a:pos x="108" y="1067"/>
                </a:cxn>
                <a:cxn ang="0">
                  <a:pos x="70" y="1055"/>
                </a:cxn>
                <a:cxn ang="0">
                  <a:pos x="0" y="1055"/>
                </a:cxn>
              </a:cxnLst>
              <a:rect l="0" t="0" r="r" b="b"/>
              <a:pathLst>
                <a:path w="1472" h="1067">
                  <a:moveTo>
                    <a:pt x="1472" y="1048"/>
                  </a:moveTo>
                  <a:cubicBezTo>
                    <a:pt x="1451" y="1038"/>
                    <a:pt x="1431" y="1030"/>
                    <a:pt x="1409" y="1023"/>
                  </a:cubicBezTo>
                  <a:cubicBezTo>
                    <a:pt x="1411" y="1012"/>
                    <a:pt x="1413" y="1002"/>
                    <a:pt x="1415" y="991"/>
                  </a:cubicBezTo>
                  <a:cubicBezTo>
                    <a:pt x="1418" y="978"/>
                    <a:pt x="1439" y="902"/>
                    <a:pt x="1421" y="966"/>
                  </a:cubicBezTo>
                  <a:cubicBezTo>
                    <a:pt x="1419" y="958"/>
                    <a:pt x="1417" y="949"/>
                    <a:pt x="1415" y="941"/>
                  </a:cubicBezTo>
                  <a:cubicBezTo>
                    <a:pt x="1413" y="930"/>
                    <a:pt x="1419" y="914"/>
                    <a:pt x="1409" y="909"/>
                  </a:cubicBezTo>
                  <a:cubicBezTo>
                    <a:pt x="1403" y="906"/>
                    <a:pt x="1379" y="944"/>
                    <a:pt x="1377" y="947"/>
                  </a:cubicBezTo>
                  <a:cubicBezTo>
                    <a:pt x="1372" y="890"/>
                    <a:pt x="1373" y="878"/>
                    <a:pt x="1352" y="833"/>
                  </a:cubicBezTo>
                  <a:cubicBezTo>
                    <a:pt x="1343" y="787"/>
                    <a:pt x="1335" y="739"/>
                    <a:pt x="1320" y="695"/>
                  </a:cubicBezTo>
                  <a:cubicBezTo>
                    <a:pt x="1314" y="699"/>
                    <a:pt x="1308" y="710"/>
                    <a:pt x="1301" y="707"/>
                  </a:cubicBezTo>
                  <a:cubicBezTo>
                    <a:pt x="1293" y="703"/>
                    <a:pt x="1297" y="690"/>
                    <a:pt x="1295" y="682"/>
                  </a:cubicBezTo>
                  <a:cubicBezTo>
                    <a:pt x="1286" y="650"/>
                    <a:pt x="1275" y="614"/>
                    <a:pt x="1257" y="587"/>
                  </a:cubicBezTo>
                  <a:cubicBezTo>
                    <a:pt x="1245" y="548"/>
                    <a:pt x="1228" y="512"/>
                    <a:pt x="1219" y="473"/>
                  </a:cubicBezTo>
                  <a:cubicBezTo>
                    <a:pt x="1213" y="475"/>
                    <a:pt x="1204" y="485"/>
                    <a:pt x="1200" y="480"/>
                  </a:cubicBezTo>
                  <a:cubicBezTo>
                    <a:pt x="1173" y="449"/>
                    <a:pt x="1187" y="399"/>
                    <a:pt x="1143" y="385"/>
                  </a:cubicBezTo>
                  <a:cubicBezTo>
                    <a:pt x="1136" y="340"/>
                    <a:pt x="1131" y="297"/>
                    <a:pt x="1105" y="259"/>
                  </a:cubicBezTo>
                  <a:cubicBezTo>
                    <a:pt x="1094" y="225"/>
                    <a:pt x="1106" y="254"/>
                    <a:pt x="1080" y="221"/>
                  </a:cubicBezTo>
                  <a:cubicBezTo>
                    <a:pt x="1067" y="205"/>
                    <a:pt x="1042" y="170"/>
                    <a:pt x="1042" y="170"/>
                  </a:cubicBezTo>
                  <a:cubicBezTo>
                    <a:pt x="1036" y="172"/>
                    <a:pt x="1028" y="172"/>
                    <a:pt x="1023" y="177"/>
                  </a:cubicBezTo>
                  <a:cubicBezTo>
                    <a:pt x="1018" y="182"/>
                    <a:pt x="1024" y="196"/>
                    <a:pt x="1017" y="196"/>
                  </a:cubicBezTo>
                  <a:cubicBezTo>
                    <a:pt x="1010" y="196"/>
                    <a:pt x="1015" y="183"/>
                    <a:pt x="1011" y="177"/>
                  </a:cubicBezTo>
                  <a:cubicBezTo>
                    <a:pt x="998" y="157"/>
                    <a:pt x="966" y="120"/>
                    <a:pt x="966" y="120"/>
                  </a:cubicBezTo>
                  <a:cubicBezTo>
                    <a:pt x="960" y="122"/>
                    <a:pt x="953" y="129"/>
                    <a:pt x="948" y="126"/>
                  </a:cubicBezTo>
                  <a:cubicBezTo>
                    <a:pt x="901" y="96"/>
                    <a:pt x="906" y="72"/>
                    <a:pt x="859" y="57"/>
                  </a:cubicBezTo>
                  <a:cubicBezTo>
                    <a:pt x="857" y="63"/>
                    <a:pt x="859" y="74"/>
                    <a:pt x="853" y="76"/>
                  </a:cubicBezTo>
                  <a:cubicBezTo>
                    <a:pt x="839" y="79"/>
                    <a:pt x="827" y="49"/>
                    <a:pt x="821" y="44"/>
                  </a:cubicBezTo>
                  <a:cubicBezTo>
                    <a:pt x="795" y="24"/>
                    <a:pt x="781" y="25"/>
                    <a:pt x="752" y="19"/>
                  </a:cubicBezTo>
                  <a:cubicBezTo>
                    <a:pt x="718" y="40"/>
                    <a:pt x="719" y="19"/>
                    <a:pt x="689" y="0"/>
                  </a:cubicBezTo>
                  <a:cubicBezTo>
                    <a:pt x="668" y="30"/>
                    <a:pt x="684" y="48"/>
                    <a:pt x="651" y="25"/>
                  </a:cubicBezTo>
                  <a:cubicBezTo>
                    <a:pt x="642" y="33"/>
                    <a:pt x="632" y="40"/>
                    <a:pt x="625" y="50"/>
                  </a:cubicBezTo>
                  <a:cubicBezTo>
                    <a:pt x="621" y="55"/>
                    <a:pt x="626" y="69"/>
                    <a:pt x="619" y="69"/>
                  </a:cubicBezTo>
                  <a:cubicBezTo>
                    <a:pt x="612" y="69"/>
                    <a:pt x="615" y="56"/>
                    <a:pt x="613" y="50"/>
                  </a:cubicBezTo>
                  <a:cubicBezTo>
                    <a:pt x="605" y="25"/>
                    <a:pt x="612" y="33"/>
                    <a:pt x="588" y="25"/>
                  </a:cubicBezTo>
                  <a:cubicBezTo>
                    <a:pt x="587" y="29"/>
                    <a:pt x="579" y="79"/>
                    <a:pt x="569" y="82"/>
                  </a:cubicBezTo>
                  <a:cubicBezTo>
                    <a:pt x="563" y="84"/>
                    <a:pt x="566" y="68"/>
                    <a:pt x="562" y="63"/>
                  </a:cubicBezTo>
                  <a:cubicBezTo>
                    <a:pt x="557" y="57"/>
                    <a:pt x="549" y="54"/>
                    <a:pt x="543" y="50"/>
                  </a:cubicBezTo>
                  <a:cubicBezTo>
                    <a:pt x="529" y="109"/>
                    <a:pt x="551" y="50"/>
                    <a:pt x="512" y="82"/>
                  </a:cubicBezTo>
                  <a:cubicBezTo>
                    <a:pt x="499" y="93"/>
                    <a:pt x="496" y="112"/>
                    <a:pt x="486" y="126"/>
                  </a:cubicBezTo>
                  <a:cubicBezTo>
                    <a:pt x="484" y="134"/>
                    <a:pt x="488" y="147"/>
                    <a:pt x="480" y="151"/>
                  </a:cubicBezTo>
                  <a:cubicBezTo>
                    <a:pt x="474" y="154"/>
                    <a:pt x="481" y="133"/>
                    <a:pt x="474" y="132"/>
                  </a:cubicBezTo>
                  <a:cubicBezTo>
                    <a:pt x="465" y="130"/>
                    <a:pt x="457" y="141"/>
                    <a:pt x="449" y="145"/>
                  </a:cubicBezTo>
                  <a:cubicBezTo>
                    <a:pt x="434" y="166"/>
                    <a:pt x="430" y="183"/>
                    <a:pt x="423" y="208"/>
                  </a:cubicBezTo>
                  <a:cubicBezTo>
                    <a:pt x="421" y="200"/>
                    <a:pt x="425" y="187"/>
                    <a:pt x="417" y="183"/>
                  </a:cubicBezTo>
                  <a:cubicBezTo>
                    <a:pt x="410" y="180"/>
                    <a:pt x="403" y="190"/>
                    <a:pt x="398" y="196"/>
                  </a:cubicBezTo>
                  <a:cubicBezTo>
                    <a:pt x="388" y="209"/>
                    <a:pt x="383" y="236"/>
                    <a:pt x="373" y="252"/>
                  </a:cubicBezTo>
                  <a:cubicBezTo>
                    <a:pt x="367" y="290"/>
                    <a:pt x="353" y="343"/>
                    <a:pt x="335" y="379"/>
                  </a:cubicBezTo>
                  <a:cubicBezTo>
                    <a:pt x="314" y="422"/>
                    <a:pt x="328" y="370"/>
                    <a:pt x="310" y="429"/>
                  </a:cubicBezTo>
                  <a:cubicBezTo>
                    <a:pt x="301" y="458"/>
                    <a:pt x="300" y="489"/>
                    <a:pt x="291" y="518"/>
                  </a:cubicBezTo>
                  <a:cubicBezTo>
                    <a:pt x="241" y="418"/>
                    <a:pt x="312" y="665"/>
                    <a:pt x="240" y="688"/>
                  </a:cubicBezTo>
                  <a:cubicBezTo>
                    <a:pt x="205" y="746"/>
                    <a:pt x="195" y="820"/>
                    <a:pt x="171" y="884"/>
                  </a:cubicBezTo>
                  <a:cubicBezTo>
                    <a:pt x="169" y="878"/>
                    <a:pt x="166" y="871"/>
                    <a:pt x="164" y="865"/>
                  </a:cubicBezTo>
                  <a:cubicBezTo>
                    <a:pt x="162" y="857"/>
                    <a:pt x="166" y="836"/>
                    <a:pt x="158" y="840"/>
                  </a:cubicBezTo>
                  <a:cubicBezTo>
                    <a:pt x="141" y="849"/>
                    <a:pt x="151" y="878"/>
                    <a:pt x="145" y="897"/>
                  </a:cubicBezTo>
                  <a:cubicBezTo>
                    <a:pt x="128" y="953"/>
                    <a:pt x="126" y="1011"/>
                    <a:pt x="108" y="1067"/>
                  </a:cubicBezTo>
                  <a:cubicBezTo>
                    <a:pt x="99" y="1035"/>
                    <a:pt x="93" y="1019"/>
                    <a:pt x="70" y="1055"/>
                  </a:cubicBezTo>
                  <a:cubicBezTo>
                    <a:pt x="36" y="1032"/>
                    <a:pt x="36" y="1055"/>
                    <a:pt x="0" y="1055"/>
                  </a:cubicBezTo>
                </a:path>
              </a:pathLst>
            </a:custGeom>
            <a:noFill/>
            <a:ln w="9525" cap="flat" cmpd="sng">
              <a:solidFill>
                <a:srgbClr val="FF3300"/>
              </a:solidFill>
              <a:prstDash val="solid"/>
              <a:round/>
              <a:headEnd/>
              <a:tailEnd/>
            </a:ln>
            <a:effectLst/>
          </p:spPr>
          <p:txBody>
            <a:bodyPr wrap="none" anchor="ctr"/>
            <a:lstStyle/>
            <a:p>
              <a:endParaRPr lang="en-GB" sz="1600"/>
            </a:p>
          </p:txBody>
        </p:sp>
        <p:sp>
          <p:nvSpPr>
            <p:cNvPr id="135437" name="Freeform 269"/>
            <p:cNvSpPr>
              <a:spLocks/>
            </p:cNvSpPr>
            <p:nvPr/>
          </p:nvSpPr>
          <p:spPr bwMode="auto">
            <a:xfrm>
              <a:off x="1913" y="2569"/>
              <a:ext cx="1484" cy="1164"/>
            </a:xfrm>
            <a:custGeom>
              <a:avLst/>
              <a:gdLst/>
              <a:ahLst/>
              <a:cxnLst>
                <a:cxn ang="0">
                  <a:pos x="13" y="1031"/>
                </a:cxn>
                <a:cxn ang="0">
                  <a:pos x="25" y="1012"/>
                </a:cxn>
                <a:cxn ang="0">
                  <a:pos x="63" y="1019"/>
                </a:cxn>
                <a:cxn ang="0">
                  <a:pos x="120" y="817"/>
                </a:cxn>
                <a:cxn ang="0">
                  <a:pos x="145" y="861"/>
                </a:cxn>
                <a:cxn ang="0">
                  <a:pos x="202" y="760"/>
                </a:cxn>
                <a:cxn ang="0">
                  <a:pos x="253" y="469"/>
                </a:cxn>
                <a:cxn ang="0">
                  <a:pos x="290" y="482"/>
                </a:cxn>
                <a:cxn ang="0">
                  <a:pos x="410" y="223"/>
                </a:cxn>
                <a:cxn ang="0">
                  <a:pos x="511" y="97"/>
                </a:cxn>
                <a:cxn ang="0">
                  <a:pos x="562" y="103"/>
                </a:cxn>
                <a:cxn ang="0">
                  <a:pos x="631" y="90"/>
                </a:cxn>
                <a:cxn ang="0">
                  <a:pos x="682" y="21"/>
                </a:cxn>
                <a:cxn ang="0">
                  <a:pos x="707" y="84"/>
                </a:cxn>
                <a:cxn ang="0">
                  <a:pos x="770" y="46"/>
                </a:cxn>
                <a:cxn ang="0">
                  <a:pos x="789" y="90"/>
                </a:cxn>
                <a:cxn ang="0">
                  <a:pos x="853" y="78"/>
                </a:cxn>
                <a:cxn ang="0">
                  <a:pos x="878" y="135"/>
                </a:cxn>
                <a:cxn ang="0">
                  <a:pos x="890" y="59"/>
                </a:cxn>
                <a:cxn ang="0">
                  <a:pos x="979" y="191"/>
                </a:cxn>
                <a:cxn ang="0">
                  <a:pos x="1023" y="172"/>
                </a:cxn>
                <a:cxn ang="0">
                  <a:pos x="1061" y="242"/>
                </a:cxn>
                <a:cxn ang="0">
                  <a:pos x="1099" y="343"/>
                </a:cxn>
                <a:cxn ang="0">
                  <a:pos x="1118" y="368"/>
                </a:cxn>
                <a:cxn ang="0">
                  <a:pos x="1162" y="406"/>
                </a:cxn>
                <a:cxn ang="0">
                  <a:pos x="1175" y="476"/>
                </a:cxn>
                <a:cxn ang="0">
                  <a:pos x="1213" y="551"/>
                </a:cxn>
                <a:cxn ang="0">
                  <a:pos x="1244" y="627"/>
                </a:cxn>
                <a:cxn ang="0">
                  <a:pos x="1288" y="741"/>
                </a:cxn>
                <a:cxn ang="0">
                  <a:pos x="1314" y="772"/>
                </a:cxn>
                <a:cxn ang="0">
                  <a:pos x="1370" y="1063"/>
                </a:cxn>
                <a:cxn ang="0">
                  <a:pos x="1459" y="1164"/>
                </a:cxn>
                <a:cxn ang="0">
                  <a:pos x="1478" y="1038"/>
                </a:cxn>
              </a:cxnLst>
              <a:rect l="0" t="0" r="r" b="b"/>
              <a:pathLst>
                <a:path w="1484" h="1164">
                  <a:moveTo>
                    <a:pt x="0" y="1057"/>
                  </a:moveTo>
                  <a:cubicBezTo>
                    <a:pt x="4" y="1048"/>
                    <a:pt x="10" y="1040"/>
                    <a:pt x="13" y="1031"/>
                  </a:cubicBezTo>
                  <a:cubicBezTo>
                    <a:pt x="17" y="1019"/>
                    <a:pt x="12" y="1004"/>
                    <a:pt x="19" y="993"/>
                  </a:cubicBezTo>
                  <a:cubicBezTo>
                    <a:pt x="23" y="987"/>
                    <a:pt x="21" y="1007"/>
                    <a:pt x="25" y="1012"/>
                  </a:cubicBezTo>
                  <a:cubicBezTo>
                    <a:pt x="30" y="1018"/>
                    <a:pt x="38" y="1021"/>
                    <a:pt x="44" y="1025"/>
                  </a:cubicBezTo>
                  <a:cubicBezTo>
                    <a:pt x="53" y="997"/>
                    <a:pt x="52" y="960"/>
                    <a:pt x="63" y="1019"/>
                  </a:cubicBezTo>
                  <a:cubicBezTo>
                    <a:pt x="88" y="983"/>
                    <a:pt x="81" y="957"/>
                    <a:pt x="88" y="911"/>
                  </a:cubicBezTo>
                  <a:cubicBezTo>
                    <a:pt x="93" y="879"/>
                    <a:pt x="108" y="847"/>
                    <a:pt x="120" y="817"/>
                  </a:cubicBezTo>
                  <a:cubicBezTo>
                    <a:pt x="124" y="823"/>
                    <a:pt x="129" y="829"/>
                    <a:pt x="133" y="836"/>
                  </a:cubicBezTo>
                  <a:cubicBezTo>
                    <a:pt x="138" y="844"/>
                    <a:pt x="136" y="859"/>
                    <a:pt x="145" y="861"/>
                  </a:cubicBezTo>
                  <a:cubicBezTo>
                    <a:pt x="152" y="863"/>
                    <a:pt x="154" y="849"/>
                    <a:pt x="158" y="842"/>
                  </a:cubicBezTo>
                  <a:cubicBezTo>
                    <a:pt x="175" y="814"/>
                    <a:pt x="184" y="786"/>
                    <a:pt x="202" y="760"/>
                  </a:cubicBezTo>
                  <a:cubicBezTo>
                    <a:pt x="219" y="704"/>
                    <a:pt x="227" y="660"/>
                    <a:pt x="234" y="602"/>
                  </a:cubicBezTo>
                  <a:cubicBezTo>
                    <a:pt x="259" y="682"/>
                    <a:pt x="237" y="514"/>
                    <a:pt x="253" y="469"/>
                  </a:cubicBezTo>
                  <a:cubicBezTo>
                    <a:pt x="259" y="478"/>
                    <a:pt x="261" y="492"/>
                    <a:pt x="271" y="495"/>
                  </a:cubicBezTo>
                  <a:cubicBezTo>
                    <a:pt x="278" y="498"/>
                    <a:pt x="285" y="488"/>
                    <a:pt x="290" y="482"/>
                  </a:cubicBezTo>
                  <a:cubicBezTo>
                    <a:pt x="296" y="475"/>
                    <a:pt x="318" y="406"/>
                    <a:pt x="322" y="393"/>
                  </a:cubicBezTo>
                  <a:cubicBezTo>
                    <a:pt x="332" y="322"/>
                    <a:pt x="354" y="268"/>
                    <a:pt x="410" y="223"/>
                  </a:cubicBezTo>
                  <a:cubicBezTo>
                    <a:pt x="422" y="200"/>
                    <a:pt x="430" y="176"/>
                    <a:pt x="442" y="153"/>
                  </a:cubicBezTo>
                  <a:cubicBezTo>
                    <a:pt x="486" y="183"/>
                    <a:pt x="499" y="134"/>
                    <a:pt x="511" y="97"/>
                  </a:cubicBezTo>
                  <a:cubicBezTo>
                    <a:pt x="524" y="114"/>
                    <a:pt x="541" y="140"/>
                    <a:pt x="549" y="135"/>
                  </a:cubicBezTo>
                  <a:cubicBezTo>
                    <a:pt x="559" y="129"/>
                    <a:pt x="555" y="112"/>
                    <a:pt x="562" y="103"/>
                  </a:cubicBezTo>
                  <a:cubicBezTo>
                    <a:pt x="573" y="89"/>
                    <a:pt x="600" y="65"/>
                    <a:pt x="600" y="65"/>
                  </a:cubicBezTo>
                  <a:cubicBezTo>
                    <a:pt x="614" y="21"/>
                    <a:pt x="618" y="70"/>
                    <a:pt x="631" y="90"/>
                  </a:cubicBezTo>
                  <a:cubicBezTo>
                    <a:pt x="636" y="66"/>
                    <a:pt x="632" y="0"/>
                    <a:pt x="663" y="46"/>
                  </a:cubicBezTo>
                  <a:cubicBezTo>
                    <a:pt x="677" y="89"/>
                    <a:pt x="677" y="38"/>
                    <a:pt x="682" y="21"/>
                  </a:cubicBezTo>
                  <a:cubicBezTo>
                    <a:pt x="684" y="44"/>
                    <a:pt x="679" y="69"/>
                    <a:pt x="688" y="90"/>
                  </a:cubicBezTo>
                  <a:cubicBezTo>
                    <a:pt x="690" y="96"/>
                    <a:pt x="703" y="89"/>
                    <a:pt x="707" y="84"/>
                  </a:cubicBezTo>
                  <a:cubicBezTo>
                    <a:pt x="718" y="70"/>
                    <a:pt x="721" y="38"/>
                    <a:pt x="733" y="21"/>
                  </a:cubicBezTo>
                  <a:cubicBezTo>
                    <a:pt x="737" y="57"/>
                    <a:pt x="741" y="123"/>
                    <a:pt x="770" y="46"/>
                  </a:cubicBezTo>
                  <a:cubicBezTo>
                    <a:pt x="772" y="54"/>
                    <a:pt x="774" y="63"/>
                    <a:pt x="777" y="71"/>
                  </a:cubicBezTo>
                  <a:cubicBezTo>
                    <a:pt x="780" y="78"/>
                    <a:pt x="782" y="93"/>
                    <a:pt x="789" y="90"/>
                  </a:cubicBezTo>
                  <a:cubicBezTo>
                    <a:pt x="802" y="84"/>
                    <a:pt x="809" y="29"/>
                    <a:pt x="815" y="15"/>
                  </a:cubicBezTo>
                  <a:cubicBezTo>
                    <a:pt x="831" y="37"/>
                    <a:pt x="838" y="56"/>
                    <a:pt x="853" y="78"/>
                  </a:cubicBezTo>
                  <a:cubicBezTo>
                    <a:pt x="857" y="91"/>
                    <a:pt x="860" y="104"/>
                    <a:pt x="865" y="116"/>
                  </a:cubicBezTo>
                  <a:cubicBezTo>
                    <a:pt x="868" y="123"/>
                    <a:pt x="872" y="139"/>
                    <a:pt x="878" y="135"/>
                  </a:cubicBezTo>
                  <a:cubicBezTo>
                    <a:pt x="887" y="129"/>
                    <a:pt x="882" y="114"/>
                    <a:pt x="884" y="103"/>
                  </a:cubicBezTo>
                  <a:cubicBezTo>
                    <a:pt x="886" y="88"/>
                    <a:pt x="888" y="74"/>
                    <a:pt x="890" y="59"/>
                  </a:cubicBezTo>
                  <a:cubicBezTo>
                    <a:pt x="912" y="119"/>
                    <a:pt x="939" y="172"/>
                    <a:pt x="966" y="229"/>
                  </a:cubicBezTo>
                  <a:cubicBezTo>
                    <a:pt x="970" y="216"/>
                    <a:pt x="976" y="204"/>
                    <a:pt x="979" y="191"/>
                  </a:cubicBezTo>
                  <a:cubicBezTo>
                    <a:pt x="984" y="166"/>
                    <a:pt x="991" y="116"/>
                    <a:pt x="991" y="116"/>
                  </a:cubicBezTo>
                  <a:cubicBezTo>
                    <a:pt x="1004" y="135"/>
                    <a:pt x="1010" y="153"/>
                    <a:pt x="1023" y="172"/>
                  </a:cubicBezTo>
                  <a:cubicBezTo>
                    <a:pt x="1028" y="196"/>
                    <a:pt x="1036" y="218"/>
                    <a:pt x="1042" y="242"/>
                  </a:cubicBezTo>
                  <a:cubicBezTo>
                    <a:pt x="1057" y="178"/>
                    <a:pt x="1036" y="242"/>
                    <a:pt x="1061" y="242"/>
                  </a:cubicBezTo>
                  <a:cubicBezTo>
                    <a:pt x="1070" y="242"/>
                    <a:pt x="1070" y="225"/>
                    <a:pt x="1074" y="217"/>
                  </a:cubicBezTo>
                  <a:cubicBezTo>
                    <a:pt x="1090" y="259"/>
                    <a:pt x="1094" y="297"/>
                    <a:pt x="1099" y="343"/>
                  </a:cubicBezTo>
                  <a:cubicBezTo>
                    <a:pt x="1103" y="337"/>
                    <a:pt x="1106" y="318"/>
                    <a:pt x="1111" y="324"/>
                  </a:cubicBezTo>
                  <a:cubicBezTo>
                    <a:pt x="1120" y="336"/>
                    <a:pt x="1117" y="353"/>
                    <a:pt x="1118" y="368"/>
                  </a:cubicBezTo>
                  <a:cubicBezTo>
                    <a:pt x="1123" y="428"/>
                    <a:pt x="1114" y="496"/>
                    <a:pt x="1143" y="551"/>
                  </a:cubicBezTo>
                  <a:cubicBezTo>
                    <a:pt x="1147" y="495"/>
                    <a:pt x="1146" y="456"/>
                    <a:pt x="1162" y="406"/>
                  </a:cubicBezTo>
                  <a:cubicBezTo>
                    <a:pt x="1164" y="440"/>
                    <a:pt x="1162" y="474"/>
                    <a:pt x="1168" y="507"/>
                  </a:cubicBezTo>
                  <a:cubicBezTo>
                    <a:pt x="1170" y="517"/>
                    <a:pt x="1173" y="466"/>
                    <a:pt x="1175" y="476"/>
                  </a:cubicBezTo>
                  <a:cubicBezTo>
                    <a:pt x="1193" y="557"/>
                    <a:pt x="1181" y="645"/>
                    <a:pt x="1194" y="728"/>
                  </a:cubicBezTo>
                  <a:cubicBezTo>
                    <a:pt x="1202" y="669"/>
                    <a:pt x="1198" y="608"/>
                    <a:pt x="1213" y="551"/>
                  </a:cubicBezTo>
                  <a:cubicBezTo>
                    <a:pt x="1216" y="538"/>
                    <a:pt x="1220" y="577"/>
                    <a:pt x="1225" y="589"/>
                  </a:cubicBezTo>
                  <a:cubicBezTo>
                    <a:pt x="1230" y="602"/>
                    <a:pt x="1238" y="614"/>
                    <a:pt x="1244" y="627"/>
                  </a:cubicBezTo>
                  <a:cubicBezTo>
                    <a:pt x="1250" y="652"/>
                    <a:pt x="1247" y="702"/>
                    <a:pt x="1276" y="659"/>
                  </a:cubicBezTo>
                  <a:cubicBezTo>
                    <a:pt x="1280" y="686"/>
                    <a:pt x="1281" y="714"/>
                    <a:pt x="1288" y="741"/>
                  </a:cubicBezTo>
                  <a:cubicBezTo>
                    <a:pt x="1293" y="760"/>
                    <a:pt x="1307" y="798"/>
                    <a:pt x="1307" y="798"/>
                  </a:cubicBezTo>
                  <a:cubicBezTo>
                    <a:pt x="1309" y="789"/>
                    <a:pt x="1313" y="763"/>
                    <a:pt x="1314" y="772"/>
                  </a:cubicBezTo>
                  <a:cubicBezTo>
                    <a:pt x="1319" y="814"/>
                    <a:pt x="1315" y="857"/>
                    <a:pt x="1320" y="899"/>
                  </a:cubicBezTo>
                  <a:cubicBezTo>
                    <a:pt x="1326" y="958"/>
                    <a:pt x="1350" y="1009"/>
                    <a:pt x="1370" y="1063"/>
                  </a:cubicBezTo>
                  <a:cubicBezTo>
                    <a:pt x="1386" y="1024"/>
                    <a:pt x="1394" y="984"/>
                    <a:pt x="1402" y="943"/>
                  </a:cubicBezTo>
                  <a:cubicBezTo>
                    <a:pt x="1411" y="1030"/>
                    <a:pt x="1444" y="1083"/>
                    <a:pt x="1459" y="1164"/>
                  </a:cubicBezTo>
                  <a:cubicBezTo>
                    <a:pt x="1464" y="1128"/>
                    <a:pt x="1465" y="1092"/>
                    <a:pt x="1471" y="1057"/>
                  </a:cubicBezTo>
                  <a:cubicBezTo>
                    <a:pt x="1472" y="1050"/>
                    <a:pt x="1471" y="1038"/>
                    <a:pt x="1478" y="1038"/>
                  </a:cubicBezTo>
                  <a:cubicBezTo>
                    <a:pt x="1484" y="1038"/>
                    <a:pt x="1478" y="1051"/>
                    <a:pt x="1478" y="1057"/>
                  </a:cubicBezTo>
                </a:path>
              </a:pathLst>
            </a:custGeom>
            <a:noFill/>
            <a:ln w="9525" cap="flat" cmpd="sng">
              <a:solidFill>
                <a:srgbClr val="FF3300"/>
              </a:solidFill>
              <a:prstDash val="solid"/>
              <a:round/>
              <a:headEnd/>
              <a:tailEnd/>
            </a:ln>
            <a:effectLst/>
          </p:spPr>
          <p:txBody>
            <a:bodyPr wrap="none" anchor="ctr"/>
            <a:lstStyle/>
            <a:p>
              <a:endParaRPr lang="en-GB" sz="1600"/>
            </a:p>
          </p:txBody>
        </p:sp>
        <p:sp>
          <p:nvSpPr>
            <p:cNvPr id="135438" name="Freeform 270"/>
            <p:cNvSpPr>
              <a:spLocks/>
            </p:cNvSpPr>
            <p:nvPr/>
          </p:nvSpPr>
          <p:spPr bwMode="auto">
            <a:xfrm flipV="1">
              <a:off x="1895" y="2556"/>
              <a:ext cx="1484" cy="1164"/>
            </a:xfrm>
            <a:custGeom>
              <a:avLst/>
              <a:gdLst/>
              <a:ahLst/>
              <a:cxnLst>
                <a:cxn ang="0">
                  <a:pos x="13" y="1031"/>
                </a:cxn>
                <a:cxn ang="0">
                  <a:pos x="25" y="1012"/>
                </a:cxn>
                <a:cxn ang="0">
                  <a:pos x="63" y="1019"/>
                </a:cxn>
                <a:cxn ang="0">
                  <a:pos x="120" y="817"/>
                </a:cxn>
                <a:cxn ang="0">
                  <a:pos x="145" y="861"/>
                </a:cxn>
                <a:cxn ang="0">
                  <a:pos x="202" y="760"/>
                </a:cxn>
                <a:cxn ang="0">
                  <a:pos x="253" y="469"/>
                </a:cxn>
                <a:cxn ang="0">
                  <a:pos x="290" y="482"/>
                </a:cxn>
                <a:cxn ang="0">
                  <a:pos x="410" y="223"/>
                </a:cxn>
                <a:cxn ang="0">
                  <a:pos x="511" y="97"/>
                </a:cxn>
                <a:cxn ang="0">
                  <a:pos x="562" y="103"/>
                </a:cxn>
                <a:cxn ang="0">
                  <a:pos x="631" y="90"/>
                </a:cxn>
                <a:cxn ang="0">
                  <a:pos x="682" y="21"/>
                </a:cxn>
                <a:cxn ang="0">
                  <a:pos x="707" y="84"/>
                </a:cxn>
                <a:cxn ang="0">
                  <a:pos x="770" y="46"/>
                </a:cxn>
                <a:cxn ang="0">
                  <a:pos x="789" y="90"/>
                </a:cxn>
                <a:cxn ang="0">
                  <a:pos x="853" y="78"/>
                </a:cxn>
                <a:cxn ang="0">
                  <a:pos x="878" y="135"/>
                </a:cxn>
                <a:cxn ang="0">
                  <a:pos x="890" y="59"/>
                </a:cxn>
                <a:cxn ang="0">
                  <a:pos x="979" y="191"/>
                </a:cxn>
                <a:cxn ang="0">
                  <a:pos x="1023" y="172"/>
                </a:cxn>
                <a:cxn ang="0">
                  <a:pos x="1061" y="242"/>
                </a:cxn>
                <a:cxn ang="0">
                  <a:pos x="1099" y="343"/>
                </a:cxn>
                <a:cxn ang="0">
                  <a:pos x="1118" y="368"/>
                </a:cxn>
                <a:cxn ang="0">
                  <a:pos x="1162" y="406"/>
                </a:cxn>
                <a:cxn ang="0">
                  <a:pos x="1175" y="476"/>
                </a:cxn>
                <a:cxn ang="0">
                  <a:pos x="1213" y="551"/>
                </a:cxn>
                <a:cxn ang="0">
                  <a:pos x="1244" y="627"/>
                </a:cxn>
                <a:cxn ang="0">
                  <a:pos x="1288" y="741"/>
                </a:cxn>
                <a:cxn ang="0">
                  <a:pos x="1314" y="772"/>
                </a:cxn>
                <a:cxn ang="0">
                  <a:pos x="1370" y="1063"/>
                </a:cxn>
                <a:cxn ang="0">
                  <a:pos x="1459" y="1164"/>
                </a:cxn>
                <a:cxn ang="0">
                  <a:pos x="1478" y="1038"/>
                </a:cxn>
              </a:cxnLst>
              <a:rect l="0" t="0" r="r" b="b"/>
              <a:pathLst>
                <a:path w="1484" h="1164">
                  <a:moveTo>
                    <a:pt x="0" y="1057"/>
                  </a:moveTo>
                  <a:cubicBezTo>
                    <a:pt x="4" y="1048"/>
                    <a:pt x="10" y="1040"/>
                    <a:pt x="13" y="1031"/>
                  </a:cubicBezTo>
                  <a:cubicBezTo>
                    <a:pt x="17" y="1019"/>
                    <a:pt x="12" y="1004"/>
                    <a:pt x="19" y="993"/>
                  </a:cubicBezTo>
                  <a:cubicBezTo>
                    <a:pt x="23" y="987"/>
                    <a:pt x="21" y="1007"/>
                    <a:pt x="25" y="1012"/>
                  </a:cubicBezTo>
                  <a:cubicBezTo>
                    <a:pt x="30" y="1018"/>
                    <a:pt x="38" y="1021"/>
                    <a:pt x="44" y="1025"/>
                  </a:cubicBezTo>
                  <a:cubicBezTo>
                    <a:pt x="53" y="997"/>
                    <a:pt x="52" y="960"/>
                    <a:pt x="63" y="1019"/>
                  </a:cubicBezTo>
                  <a:cubicBezTo>
                    <a:pt x="88" y="983"/>
                    <a:pt x="81" y="957"/>
                    <a:pt x="88" y="911"/>
                  </a:cubicBezTo>
                  <a:cubicBezTo>
                    <a:pt x="93" y="879"/>
                    <a:pt x="108" y="847"/>
                    <a:pt x="120" y="817"/>
                  </a:cubicBezTo>
                  <a:cubicBezTo>
                    <a:pt x="124" y="823"/>
                    <a:pt x="129" y="829"/>
                    <a:pt x="133" y="836"/>
                  </a:cubicBezTo>
                  <a:cubicBezTo>
                    <a:pt x="138" y="844"/>
                    <a:pt x="136" y="859"/>
                    <a:pt x="145" y="861"/>
                  </a:cubicBezTo>
                  <a:cubicBezTo>
                    <a:pt x="152" y="863"/>
                    <a:pt x="154" y="849"/>
                    <a:pt x="158" y="842"/>
                  </a:cubicBezTo>
                  <a:cubicBezTo>
                    <a:pt x="175" y="814"/>
                    <a:pt x="184" y="786"/>
                    <a:pt x="202" y="760"/>
                  </a:cubicBezTo>
                  <a:cubicBezTo>
                    <a:pt x="219" y="704"/>
                    <a:pt x="227" y="660"/>
                    <a:pt x="234" y="602"/>
                  </a:cubicBezTo>
                  <a:cubicBezTo>
                    <a:pt x="259" y="682"/>
                    <a:pt x="237" y="514"/>
                    <a:pt x="253" y="469"/>
                  </a:cubicBezTo>
                  <a:cubicBezTo>
                    <a:pt x="259" y="478"/>
                    <a:pt x="261" y="492"/>
                    <a:pt x="271" y="495"/>
                  </a:cubicBezTo>
                  <a:cubicBezTo>
                    <a:pt x="278" y="498"/>
                    <a:pt x="285" y="488"/>
                    <a:pt x="290" y="482"/>
                  </a:cubicBezTo>
                  <a:cubicBezTo>
                    <a:pt x="296" y="475"/>
                    <a:pt x="318" y="406"/>
                    <a:pt x="322" y="393"/>
                  </a:cubicBezTo>
                  <a:cubicBezTo>
                    <a:pt x="332" y="322"/>
                    <a:pt x="354" y="268"/>
                    <a:pt x="410" y="223"/>
                  </a:cubicBezTo>
                  <a:cubicBezTo>
                    <a:pt x="422" y="200"/>
                    <a:pt x="430" y="176"/>
                    <a:pt x="442" y="153"/>
                  </a:cubicBezTo>
                  <a:cubicBezTo>
                    <a:pt x="486" y="183"/>
                    <a:pt x="499" y="134"/>
                    <a:pt x="511" y="97"/>
                  </a:cubicBezTo>
                  <a:cubicBezTo>
                    <a:pt x="524" y="114"/>
                    <a:pt x="541" y="140"/>
                    <a:pt x="549" y="135"/>
                  </a:cubicBezTo>
                  <a:cubicBezTo>
                    <a:pt x="559" y="129"/>
                    <a:pt x="555" y="112"/>
                    <a:pt x="562" y="103"/>
                  </a:cubicBezTo>
                  <a:cubicBezTo>
                    <a:pt x="573" y="89"/>
                    <a:pt x="600" y="65"/>
                    <a:pt x="600" y="65"/>
                  </a:cubicBezTo>
                  <a:cubicBezTo>
                    <a:pt x="614" y="21"/>
                    <a:pt x="618" y="70"/>
                    <a:pt x="631" y="90"/>
                  </a:cubicBezTo>
                  <a:cubicBezTo>
                    <a:pt x="636" y="66"/>
                    <a:pt x="632" y="0"/>
                    <a:pt x="663" y="46"/>
                  </a:cubicBezTo>
                  <a:cubicBezTo>
                    <a:pt x="677" y="89"/>
                    <a:pt x="677" y="38"/>
                    <a:pt x="682" y="21"/>
                  </a:cubicBezTo>
                  <a:cubicBezTo>
                    <a:pt x="684" y="44"/>
                    <a:pt x="679" y="69"/>
                    <a:pt x="688" y="90"/>
                  </a:cubicBezTo>
                  <a:cubicBezTo>
                    <a:pt x="690" y="96"/>
                    <a:pt x="703" y="89"/>
                    <a:pt x="707" y="84"/>
                  </a:cubicBezTo>
                  <a:cubicBezTo>
                    <a:pt x="718" y="70"/>
                    <a:pt x="721" y="38"/>
                    <a:pt x="733" y="21"/>
                  </a:cubicBezTo>
                  <a:cubicBezTo>
                    <a:pt x="737" y="57"/>
                    <a:pt x="741" y="123"/>
                    <a:pt x="770" y="46"/>
                  </a:cubicBezTo>
                  <a:cubicBezTo>
                    <a:pt x="772" y="54"/>
                    <a:pt x="774" y="63"/>
                    <a:pt x="777" y="71"/>
                  </a:cubicBezTo>
                  <a:cubicBezTo>
                    <a:pt x="780" y="78"/>
                    <a:pt x="782" y="93"/>
                    <a:pt x="789" y="90"/>
                  </a:cubicBezTo>
                  <a:cubicBezTo>
                    <a:pt x="802" y="84"/>
                    <a:pt x="809" y="29"/>
                    <a:pt x="815" y="15"/>
                  </a:cubicBezTo>
                  <a:cubicBezTo>
                    <a:pt x="831" y="37"/>
                    <a:pt x="838" y="56"/>
                    <a:pt x="853" y="78"/>
                  </a:cubicBezTo>
                  <a:cubicBezTo>
                    <a:pt x="857" y="91"/>
                    <a:pt x="860" y="104"/>
                    <a:pt x="865" y="116"/>
                  </a:cubicBezTo>
                  <a:cubicBezTo>
                    <a:pt x="868" y="123"/>
                    <a:pt x="872" y="139"/>
                    <a:pt x="878" y="135"/>
                  </a:cubicBezTo>
                  <a:cubicBezTo>
                    <a:pt x="887" y="129"/>
                    <a:pt x="882" y="114"/>
                    <a:pt x="884" y="103"/>
                  </a:cubicBezTo>
                  <a:cubicBezTo>
                    <a:pt x="886" y="88"/>
                    <a:pt x="888" y="74"/>
                    <a:pt x="890" y="59"/>
                  </a:cubicBezTo>
                  <a:cubicBezTo>
                    <a:pt x="912" y="119"/>
                    <a:pt x="939" y="172"/>
                    <a:pt x="966" y="229"/>
                  </a:cubicBezTo>
                  <a:cubicBezTo>
                    <a:pt x="970" y="216"/>
                    <a:pt x="976" y="204"/>
                    <a:pt x="979" y="191"/>
                  </a:cubicBezTo>
                  <a:cubicBezTo>
                    <a:pt x="984" y="166"/>
                    <a:pt x="991" y="116"/>
                    <a:pt x="991" y="116"/>
                  </a:cubicBezTo>
                  <a:cubicBezTo>
                    <a:pt x="1004" y="135"/>
                    <a:pt x="1010" y="153"/>
                    <a:pt x="1023" y="172"/>
                  </a:cubicBezTo>
                  <a:cubicBezTo>
                    <a:pt x="1028" y="196"/>
                    <a:pt x="1036" y="218"/>
                    <a:pt x="1042" y="242"/>
                  </a:cubicBezTo>
                  <a:cubicBezTo>
                    <a:pt x="1057" y="178"/>
                    <a:pt x="1036" y="242"/>
                    <a:pt x="1061" y="242"/>
                  </a:cubicBezTo>
                  <a:cubicBezTo>
                    <a:pt x="1070" y="242"/>
                    <a:pt x="1070" y="225"/>
                    <a:pt x="1074" y="217"/>
                  </a:cubicBezTo>
                  <a:cubicBezTo>
                    <a:pt x="1090" y="259"/>
                    <a:pt x="1094" y="297"/>
                    <a:pt x="1099" y="343"/>
                  </a:cubicBezTo>
                  <a:cubicBezTo>
                    <a:pt x="1103" y="337"/>
                    <a:pt x="1106" y="318"/>
                    <a:pt x="1111" y="324"/>
                  </a:cubicBezTo>
                  <a:cubicBezTo>
                    <a:pt x="1120" y="336"/>
                    <a:pt x="1117" y="353"/>
                    <a:pt x="1118" y="368"/>
                  </a:cubicBezTo>
                  <a:cubicBezTo>
                    <a:pt x="1123" y="428"/>
                    <a:pt x="1114" y="496"/>
                    <a:pt x="1143" y="551"/>
                  </a:cubicBezTo>
                  <a:cubicBezTo>
                    <a:pt x="1147" y="495"/>
                    <a:pt x="1146" y="456"/>
                    <a:pt x="1162" y="406"/>
                  </a:cubicBezTo>
                  <a:cubicBezTo>
                    <a:pt x="1164" y="440"/>
                    <a:pt x="1162" y="474"/>
                    <a:pt x="1168" y="507"/>
                  </a:cubicBezTo>
                  <a:cubicBezTo>
                    <a:pt x="1170" y="517"/>
                    <a:pt x="1173" y="466"/>
                    <a:pt x="1175" y="476"/>
                  </a:cubicBezTo>
                  <a:cubicBezTo>
                    <a:pt x="1193" y="557"/>
                    <a:pt x="1181" y="645"/>
                    <a:pt x="1194" y="728"/>
                  </a:cubicBezTo>
                  <a:cubicBezTo>
                    <a:pt x="1202" y="669"/>
                    <a:pt x="1198" y="608"/>
                    <a:pt x="1213" y="551"/>
                  </a:cubicBezTo>
                  <a:cubicBezTo>
                    <a:pt x="1216" y="538"/>
                    <a:pt x="1220" y="577"/>
                    <a:pt x="1225" y="589"/>
                  </a:cubicBezTo>
                  <a:cubicBezTo>
                    <a:pt x="1230" y="602"/>
                    <a:pt x="1238" y="614"/>
                    <a:pt x="1244" y="627"/>
                  </a:cubicBezTo>
                  <a:cubicBezTo>
                    <a:pt x="1250" y="652"/>
                    <a:pt x="1247" y="702"/>
                    <a:pt x="1276" y="659"/>
                  </a:cubicBezTo>
                  <a:cubicBezTo>
                    <a:pt x="1280" y="686"/>
                    <a:pt x="1281" y="714"/>
                    <a:pt x="1288" y="741"/>
                  </a:cubicBezTo>
                  <a:cubicBezTo>
                    <a:pt x="1293" y="760"/>
                    <a:pt x="1307" y="798"/>
                    <a:pt x="1307" y="798"/>
                  </a:cubicBezTo>
                  <a:cubicBezTo>
                    <a:pt x="1309" y="789"/>
                    <a:pt x="1313" y="763"/>
                    <a:pt x="1314" y="772"/>
                  </a:cubicBezTo>
                  <a:cubicBezTo>
                    <a:pt x="1319" y="814"/>
                    <a:pt x="1315" y="857"/>
                    <a:pt x="1320" y="899"/>
                  </a:cubicBezTo>
                  <a:cubicBezTo>
                    <a:pt x="1326" y="958"/>
                    <a:pt x="1350" y="1009"/>
                    <a:pt x="1370" y="1063"/>
                  </a:cubicBezTo>
                  <a:cubicBezTo>
                    <a:pt x="1386" y="1024"/>
                    <a:pt x="1394" y="984"/>
                    <a:pt x="1402" y="943"/>
                  </a:cubicBezTo>
                  <a:cubicBezTo>
                    <a:pt x="1411" y="1030"/>
                    <a:pt x="1444" y="1083"/>
                    <a:pt x="1459" y="1164"/>
                  </a:cubicBezTo>
                  <a:cubicBezTo>
                    <a:pt x="1464" y="1128"/>
                    <a:pt x="1465" y="1092"/>
                    <a:pt x="1471" y="1057"/>
                  </a:cubicBezTo>
                  <a:cubicBezTo>
                    <a:pt x="1472" y="1050"/>
                    <a:pt x="1471" y="1038"/>
                    <a:pt x="1478" y="1038"/>
                  </a:cubicBezTo>
                  <a:cubicBezTo>
                    <a:pt x="1484" y="1038"/>
                    <a:pt x="1478" y="1051"/>
                    <a:pt x="1478" y="1057"/>
                  </a:cubicBezTo>
                </a:path>
              </a:pathLst>
            </a:custGeom>
            <a:noFill/>
            <a:ln w="9525" cap="flat" cmpd="sng">
              <a:solidFill>
                <a:srgbClr val="FF3300"/>
              </a:solidFill>
              <a:prstDash val="solid"/>
              <a:round/>
              <a:headEnd/>
              <a:tailEnd/>
            </a:ln>
            <a:effectLst/>
          </p:spPr>
          <p:txBody>
            <a:bodyPr wrap="none" anchor="ctr"/>
            <a:lstStyle/>
            <a:p>
              <a:endParaRPr lang="en-GB" sz="1600"/>
            </a:p>
          </p:txBody>
        </p:sp>
        <p:sp>
          <p:nvSpPr>
            <p:cNvPr id="135439" name="Freeform 271"/>
            <p:cNvSpPr>
              <a:spLocks/>
            </p:cNvSpPr>
            <p:nvPr/>
          </p:nvSpPr>
          <p:spPr bwMode="auto">
            <a:xfrm>
              <a:off x="1867" y="2583"/>
              <a:ext cx="1492" cy="1162"/>
            </a:xfrm>
            <a:custGeom>
              <a:avLst/>
              <a:gdLst/>
              <a:ahLst/>
              <a:cxnLst>
                <a:cxn ang="0">
                  <a:pos x="34" y="1093"/>
                </a:cxn>
                <a:cxn ang="0">
                  <a:pos x="72" y="1093"/>
                </a:cxn>
                <a:cxn ang="0">
                  <a:pos x="91" y="1112"/>
                </a:cxn>
                <a:cxn ang="0">
                  <a:pos x="160" y="1086"/>
                </a:cxn>
                <a:cxn ang="0">
                  <a:pos x="173" y="1124"/>
                </a:cxn>
                <a:cxn ang="0">
                  <a:pos x="223" y="1143"/>
                </a:cxn>
                <a:cxn ang="0">
                  <a:pos x="287" y="1143"/>
                </a:cxn>
                <a:cxn ang="0">
                  <a:pos x="337" y="1162"/>
                </a:cxn>
                <a:cxn ang="0">
                  <a:pos x="369" y="1124"/>
                </a:cxn>
                <a:cxn ang="0">
                  <a:pos x="432" y="1105"/>
                </a:cxn>
                <a:cxn ang="0">
                  <a:pos x="495" y="1068"/>
                </a:cxn>
                <a:cxn ang="0">
                  <a:pos x="533" y="1061"/>
                </a:cxn>
                <a:cxn ang="0">
                  <a:pos x="571" y="1061"/>
                </a:cxn>
                <a:cxn ang="0">
                  <a:pos x="590" y="1074"/>
                </a:cxn>
                <a:cxn ang="0">
                  <a:pos x="621" y="954"/>
                </a:cxn>
                <a:cxn ang="0">
                  <a:pos x="628" y="973"/>
                </a:cxn>
                <a:cxn ang="0">
                  <a:pos x="634" y="948"/>
                </a:cxn>
                <a:cxn ang="0">
                  <a:pos x="647" y="922"/>
                </a:cxn>
                <a:cxn ang="0">
                  <a:pos x="691" y="809"/>
                </a:cxn>
                <a:cxn ang="0">
                  <a:pos x="741" y="657"/>
                </a:cxn>
                <a:cxn ang="0">
                  <a:pos x="767" y="606"/>
                </a:cxn>
                <a:cxn ang="0">
                  <a:pos x="798" y="531"/>
                </a:cxn>
                <a:cxn ang="0">
                  <a:pos x="805" y="499"/>
                </a:cxn>
                <a:cxn ang="0">
                  <a:pos x="811" y="480"/>
                </a:cxn>
                <a:cxn ang="0">
                  <a:pos x="823" y="430"/>
                </a:cxn>
                <a:cxn ang="0">
                  <a:pos x="861" y="329"/>
                </a:cxn>
                <a:cxn ang="0">
                  <a:pos x="956" y="120"/>
                </a:cxn>
                <a:cxn ang="0">
                  <a:pos x="988" y="101"/>
                </a:cxn>
                <a:cxn ang="0">
                  <a:pos x="1007" y="63"/>
                </a:cxn>
                <a:cxn ang="0">
                  <a:pos x="1013" y="89"/>
                </a:cxn>
                <a:cxn ang="0">
                  <a:pos x="1019" y="108"/>
                </a:cxn>
                <a:cxn ang="0">
                  <a:pos x="1057" y="57"/>
                </a:cxn>
                <a:cxn ang="0">
                  <a:pos x="1063" y="89"/>
                </a:cxn>
                <a:cxn ang="0">
                  <a:pos x="1070" y="114"/>
                </a:cxn>
                <a:cxn ang="0">
                  <a:pos x="1095" y="82"/>
                </a:cxn>
                <a:cxn ang="0">
                  <a:pos x="1101" y="57"/>
                </a:cxn>
                <a:cxn ang="0">
                  <a:pos x="1108" y="38"/>
                </a:cxn>
                <a:cxn ang="0">
                  <a:pos x="1127" y="82"/>
                </a:cxn>
                <a:cxn ang="0">
                  <a:pos x="1146" y="57"/>
                </a:cxn>
                <a:cxn ang="0">
                  <a:pos x="1152" y="32"/>
                </a:cxn>
                <a:cxn ang="0">
                  <a:pos x="1171" y="82"/>
                </a:cxn>
                <a:cxn ang="0">
                  <a:pos x="1215" y="25"/>
                </a:cxn>
                <a:cxn ang="0">
                  <a:pos x="1259" y="13"/>
                </a:cxn>
                <a:cxn ang="0">
                  <a:pos x="1291" y="44"/>
                </a:cxn>
                <a:cxn ang="0">
                  <a:pos x="1303" y="19"/>
                </a:cxn>
                <a:cxn ang="0">
                  <a:pos x="1335" y="57"/>
                </a:cxn>
                <a:cxn ang="0">
                  <a:pos x="1392" y="0"/>
                </a:cxn>
                <a:cxn ang="0">
                  <a:pos x="1417" y="76"/>
                </a:cxn>
                <a:cxn ang="0">
                  <a:pos x="1442" y="70"/>
                </a:cxn>
                <a:cxn ang="0">
                  <a:pos x="1461" y="70"/>
                </a:cxn>
                <a:cxn ang="0">
                  <a:pos x="1474" y="133"/>
                </a:cxn>
                <a:cxn ang="0">
                  <a:pos x="1487" y="120"/>
                </a:cxn>
              </a:cxnLst>
              <a:rect l="0" t="0" r="r" b="b"/>
              <a:pathLst>
                <a:path w="1492" h="1162">
                  <a:moveTo>
                    <a:pt x="34" y="1093"/>
                  </a:moveTo>
                  <a:cubicBezTo>
                    <a:pt x="106" y="1138"/>
                    <a:pt x="0" y="1080"/>
                    <a:pt x="72" y="1093"/>
                  </a:cubicBezTo>
                  <a:cubicBezTo>
                    <a:pt x="81" y="1095"/>
                    <a:pt x="85" y="1106"/>
                    <a:pt x="91" y="1112"/>
                  </a:cubicBezTo>
                  <a:cubicBezTo>
                    <a:pt x="108" y="1103"/>
                    <a:pt x="141" y="1084"/>
                    <a:pt x="160" y="1086"/>
                  </a:cubicBezTo>
                  <a:cubicBezTo>
                    <a:pt x="161" y="1086"/>
                    <a:pt x="173" y="1123"/>
                    <a:pt x="173" y="1124"/>
                  </a:cubicBezTo>
                  <a:cubicBezTo>
                    <a:pt x="223" y="1112"/>
                    <a:pt x="180" y="1129"/>
                    <a:pt x="223" y="1143"/>
                  </a:cubicBezTo>
                  <a:cubicBezTo>
                    <a:pt x="281" y="1121"/>
                    <a:pt x="264" y="1109"/>
                    <a:pt x="287" y="1143"/>
                  </a:cubicBezTo>
                  <a:cubicBezTo>
                    <a:pt x="337" y="1131"/>
                    <a:pt x="327" y="1099"/>
                    <a:pt x="337" y="1162"/>
                  </a:cubicBezTo>
                  <a:cubicBezTo>
                    <a:pt x="349" y="1150"/>
                    <a:pt x="354" y="1132"/>
                    <a:pt x="369" y="1124"/>
                  </a:cubicBezTo>
                  <a:cubicBezTo>
                    <a:pt x="388" y="1114"/>
                    <a:pt x="411" y="1113"/>
                    <a:pt x="432" y="1105"/>
                  </a:cubicBezTo>
                  <a:cubicBezTo>
                    <a:pt x="471" y="1162"/>
                    <a:pt x="468" y="1081"/>
                    <a:pt x="495" y="1068"/>
                  </a:cubicBezTo>
                  <a:cubicBezTo>
                    <a:pt x="507" y="1062"/>
                    <a:pt x="520" y="1063"/>
                    <a:pt x="533" y="1061"/>
                  </a:cubicBezTo>
                  <a:cubicBezTo>
                    <a:pt x="577" y="994"/>
                    <a:pt x="545" y="1028"/>
                    <a:pt x="571" y="1061"/>
                  </a:cubicBezTo>
                  <a:cubicBezTo>
                    <a:pt x="576" y="1067"/>
                    <a:pt x="584" y="1070"/>
                    <a:pt x="590" y="1074"/>
                  </a:cubicBezTo>
                  <a:cubicBezTo>
                    <a:pt x="600" y="1033"/>
                    <a:pt x="614" y="996"/>
                    <a:pt x="621" y="954"/>
                  </a:cubicBezTo>
                  <a:cubicBezTo>
                    <a:pt x="623" y="960"/>
                    <a:pt x="622" y="976"/>
                    <a:pt x="628" y="973"/>
                  </a:cubicBezTo>
                  <a:cubicBezTo>
                    <a:pt x="636" y="969"/>
                    <a:pt x="631" y="956"/>
                    <a:pt x="634" y="948"/>
                  </a:cubicBezTo>
                  <a:cubicBezTo>
                    <a:pt x="637" y="939"/>
                    <a:pt x="643" y="931"/>
                    <a:pt x="647" y="922"/>
                  </a:cubicBezTo>
                  <a:cubicBezTo>
                    <a:pt x="664" y="883"/>
                    <a:pt x="665" y="843"/>
                    <a:pt x="691" y="809"/>
                  </a:cubicBezTo>
                  <a:cubicBezTo>
                    <a:pt x="707" y="758"/>
                    <a:pt x="725" y="708"/>
                    <a:pt x="741" y="657"/>
                  </a:cubicBezTo>
                  <a:cubicBezTo>
                    <a:pt x="747" y="639"/>
                    <a:pt x="760" y="624"/>
                    <a:pt x="767" y="606"/>
                  </a:cubicBezTo>
                  <a:cubicBezTo>
                    <a:pt x="773" y="575"/>
                    <a:pt x="784" y="559"/>
                    <a:pt x="798" y="531"/>
                  </a:cubicBezTo>
                  <a:cubicBezTo>
                    <a:pt x="800" y="520"/>
                    <a:pt x="802" y="510"/>
                    <a:pt x="805" y="499"/>
                  </a:cubicBezTo>
                  <a:cubicBezTo>
                    <a:pt x="807" y="493"/>
                    <a:pt x="809" y="486"/>
                    <a:pt x="811" y="480"/>
                  </a:cubicBezTo>
                  <a:cubicBezTo>
                    <a:pt x="815" y="463"/>
                    <a:pt x="823" y="430"/>
                    <a:pt x="823" y="430"/>
                  </a:cubicBezTo>
                  <a:cubicBezTo>
                    <a:pt x="829" y="374"/>
                    <a:pt x="816" y="351"/>
                    <a:pt x="861" y="329"/>
                  </a:cubicBezTo>
                  <a:cubicBezTo>
                    <a:pt x="879" y="256"/>
                    <a:pt x="921" y="187"/>
                    <a:pt x="956" y="120"/>
                  </a:cubicBezTo>
                  <a:cubicBezTo>
                    <a:pt x="967" y="153"/>
                    <a:pt x="958" y="145"/>
                    <a:pt x="988" y="101"/>
                  </a:cubicBezTo>
                  <a:cubicBezTo>
                    <a:pt x="1003" y="79"/>
                    <a:pt x="998" y="86"/>
                    <a:pt x="1007" y="63"/>
                  </a:cubicBezTo>
                  <a:cubicBezTo>
                    <a:pt x="1009" y="72"/>
                    <a:pt x="1011" y="80"/>
                    <a:pt x="1013" y="89"/>
                  </a:cubicBezTo>
                  <a:cubicBezTo>
                    <a:pt x="1015" y="95"/>
                    <a:pt x="1014" y="112"/>
                    <a:pt x="1019" y="108"/>
                  </a:cubicBezTo>
                  <a:cubicBezTo>
                    <a:pt x="1036" y="96"/>
                    <a:pt x="1057" y="57"/>
                    <a:pt x="1057" y="57"/>
                  </a:cubicBezTo>
                  <a:cubicBezTo>
                    <a:pt x="1059" y="68"/>
                    <a:pt x="1061" y="78"/>
                    <a:pt x="1063" y="89"/>
                  </a:cubicBezTo>
                  <a:cubicBezTo>
                    <a:pt x="1065" y="97"/>
                    <a:pt x="1062" y="116"/>
                    <a:pt x="1070" y="114"/>
                  </a:cubicBezTo>
                  <a:cubicBezTo>
                    <a:pt x="1083" y="111"/>
                    <a:pt x="1087" y="93"/>
                    <a:pt x="1095" y="82"/>
                  </a:cubicBezTo>
                  <a:cubicBezTo>
                    <a:pt x="1097" y="74"/>
                    <a:pt x="1099" y="65"/>
                    <a:pt x="1101" y="57"/>
                  </a:cubicBezTo>
                  <a:cubicBezTo>
                    <a:pt x="1103" y="51"/>
                    <a:pt x="1102" y="36"/>
                    <a:pt x="1108" y="38"/>
                  </a:cubicBezTo>
                  <a:cubicBezTo>
                    <a:pt x="1112" y="39"/>
                    <a:pt x="1125" y="76"/>
                    <a:pt x="1127" y="82"/>
                  </a:cubicBezTo>
                  <a:cubicBezTo>
                    <a:pt x="1133" y="74"/>
                    <a:pt x="1141" y="66"/>
                    <a:pt x="1146" y="57"/>
                  </a:cubicBezTo>
                  <a:cubicBezTo>
                    <a:pt x="1150" y="49"/>
                    <a:pt x="1144" y="29"/>
                    <a:pt x="1152" y="32"/>
                  </a:cubicBezTo>
                  <a:cubicBezTo>
                    <a:pt x="1156" y="33"/>
                    <a:pt x="1168" y="74"/>
                    <a:pt x="1171" y="82"/>
                  </a:cubicBezTo>
                  <a:cubicBezTo>
                    <a:pt x="1195" y="67"/>
                    <a:pt x="1198" y="49"/>
                    <a:pt x="1215" y="25"/>
                  </a:cubicBezTo>
                  <a:cubicBezTo>
                    <a:pt x="1239" y="60"/>
                    <a:pt x="1244" y="44"/>
                    <a:pt x="1259" y="13"/>
                  </a:cubicBezTo>
                  <a:cubicBezTo>
                    <a:pt x="1269" y="48"/>
                    <a:pt x="1254" y="81"/>
                    <a:pt x="1291" y="44"/>
                  </a:cubicBezTo>
                  <a:cubicBezTo>
                    <a:pt x="1295" y="36"/>
                    <a:pt x="1294" y="21"/>
                    <a:pt x="1303" y="19"/>
                  </a:cubicBezTo>
                  <a:cubicBezTo>
                    <a:pt x="1310" y="18"/>
                    <a:pt x="1332" y="53"/>
                    <a:pt x="1335" y="57"/>
                  </a:cubicBezTo>
                  <a:cubicBezTo>
                    <a:pt x="1363" y="42"/>
                    <a:pt x="1374" y="26"/>
                    <a:pt x="1392" y="0"/>
                  </a:cubicBezTo>
                  <a:cubicBezTo>
                    <a:pt x="1397" y="29"/>
                    <a:pt x="1401" y="51"/>
                    <a:pt x="1417" y="76"/>
                  </a:cubicBezTo>
                  <a:cubicBezTo>
                    <a:pt x="1425" y="74"/>
                    <a:pt x="1435" y="75"/>
                    <a:pt x="1442" y="70"/>
                  </a:cubicBezTo>
                  <a:cubicBezTo>
                    <a:pt x="1459" y="56"/>
                    <a:pt x="1437" y="32"/>
                    <a:pt x="1461" y="70"/>
                  </a:cubicBezTo>
                  <a:cubicBezTo>
                    <a:pt x="1477" y="159"/>
                    <a:pt x="1460" y="67"/>
                    <a:pt x="1474" y="133"/>
                  </a:cubicBezTo>
                  <a:cubicBezTo>
                    <a:pt x="1492" y="217"/>
                    <a:pt x="1487" y="222"/>
                    <a:pt x="1487" y="120"/>
                  </a:cubicBezTo>
                </a:path>
              </a:pathLst>
            </a:custGeom>
            <a:noFill/>
            <a:ln w="9525" cap="flat" cmpd="sng">
              <a:solidFill>
                <a:srgbClr val="FF3300"/>
              </a:solidFill>
              <a:prstDash val="solid"/>
              <a:round/>
              <a:headEnd/>
              <a:tailEnd/>
            </a:ln>
            <a:effectLst/>
          </p:spPr>
          <p:txBody>
            <a:bodyPr wrap="none" anchor="ctr"/>
            <a:lstStyle/>
            <a:p>
              <a:endParaRPr lang="en-GB" sz="1600"/>
            </a:p>
          </p:txBody>
        </p:sp>
        <p:sp>
          <p:nvSpPr>
            <p:cNvPr id="135440" name="Freeform 272"/>
            <p:cNvSpPr>
              <a:spLocks/>
            </p:cNvSpPr>
            <p:nvPr/>
          </p:nvSpPr>
          <p:spPr bwMode="auto">
            <a:xfrm>
              <a:off x="1967" y="2513"/>
              <a:ext cx="1349" cy="1244"/>
            </a:xfrm>
            <a:custGeom>
              <a:avLst/>
              <a:gdLst/>
              <a:ahLst/>
              <a:cxnLst>
                <a:cxn ang="0">
                  <a:pos x="4" y="151"/>
                </a:cxn>
                <a:cxn ang="0">
                  <a:pos x="42" y="95"/>
                </a:cxn>
                <a:cxn ang="0">
                  <a:pos x="67" y="57"/>
                </a:cxn>
                <a:cxn ang="0">
                  <a:pos x="73" y="76"/>
                </a:cxn>
                <a:cxn ang="0">
                  <a:pos x="67" y="95"/>
                </a:cxn>
                <a:cxn ang="0">
                  <a:pos x="99" y="38"/>
                </a:cxn>
                <a:cxn ang="0">
                  <a:pos x="143" y="13"/>
                </a:cxn>
                <a:cxn ang="0">
                  <a:pos x="149" y="69"/>
                </a:cxn>
                <a:cxn ang="0">
                  <a:pos x="168" y="63"/>
                </a:cxn>
                <a:cxn ang="0">
                  <a:pos x="200" y="19"/>
                </a:cxn>
                <a:cxn ang="0">
                  <a:pos x="212" y="101"/>
                </a:cxn>
                <a:cxn ang="0">
                  <a:pos x="231" y="63"/>
                </a:cxn>
                <a:cxn ang="0">
                  <a:pos x="257" y="0"/>
                </a:cxn>
                <a:cxn ang="0">
                  <a:pos x="263" y="95"/>
                </a:cxn>
                <a:cxn ang="0">
                  <a:pos x="295" y="82"/>
                </a:cxn>
                <a:cxn ang="0">
                  <a:pos x="320" y="31"/>
                </a:cxn>
                <a:cxn ang="0">
                  <a:pos x="358" y="63"/>
                </a:cxn>
                <a:cxn ang="0">
                  <a:pos x="383" y="145"/>
                </a:cxn>
                <a:cxn ang="0">
                  <a:pos x="402" y="126"/>
                </a:cxn>
                <a:cxn ang="0">
                  <a:pos x="408" y="107"/>
                </a:cxn>
                <a:cxn ang="0">
                  <a:pos x="433" y="164"/>
                </a:cxn>
                <a:cxn ang="0">
                  <a:pos x="452" y="189"/>
                </a:cxn>
                <a:cxn ang="0">
                  <a:pos x="478" y="158"/>
                </a:cxn>
                <a:cxn ang="0">
                  <a:pos x="484" y="133"/>
                </a:cxn>
                <a:cxn ang="0">
                  <a:pos x="497" y="151"/>
                </a:cxn>
                <a:cxn ang="0">
                  <a:pos x="516" y="227"/>
                </a:cxn>
                <a:cxn ang="0">
                  <a:pos x="547" y="259"/>
                </a:cxn>
                <a:cxn ang="0">
                  <a:pos x="553" y="335"/>
                </a:cxn>
                <a:cxn ang="0">
                  <a:pos x="572" y="322"/>
                </a:cxn>
                <a:cxn ang="0">
                  <a:pos x="579" y="341"/>
                </a:cxn>
                <a:cxn ang="0">
                  <a:pos x="604" y="474"/>
                </a:cxn>
                <a:cxn ang="0">
                  <a:pos x="629" y="398"/>
                </a:cxn>
                <a:cxn ang="0">
                  <a:pos x="673" y="606"/>
                </a:cxn>
                <a:cxn ang="0">
                  <a:pos x="699" y="657"/>
                </a:cxn>
                <a:cxn ang="0">
                  <a:pos x="718" y="638"/>
                </a:cxn>
                <a:cxn ang="0">
                  <a:pos x="737" y="663"/>
                </a:cxn>
                <a:cxn ang="0">
                  <a:pos x="756" y="859"/>
                </a:cxn>
                <a:cxn ang="0">
                  <a:pos x="781" y="859"/>
                </a:cxn>
                <a:cxn ang="0">
                  <a:pos x="800" y="941"/>
                </a:cxn>
                <a:cxn ang="0">
                  <a:pos x="831" y="979"/>
                </a:cxn>
                <a:cxn ang="0">
                  <a:pos x="989" y="1194"/>
                </a:cxn>
                <a:cxn ang="0">
                  <a:pos x="1059" y="1175"/>
                </a:cxn>
                <a:cxn ang="0">
                  <a:pos x="1078" y="1244"/>
                </a:cxn>
                <a:cxn ang="0">
                  <a:pos x="1135" y="1225"/>
                </a:cxn>
                <a:cxn ang="0">
                  <a:pos x="1198" y="1149"/>
                </a:cxn>
                <a:cxn ang="0">
                  <a:pos x="1204" y="1181"/>
                </a:cxn>
                <a:cxn ang="0">
                  <a:pos x="1210" y="1206"/>
                </a:cxn>
                <a:cxn ang="0">
                  <a:pos x="1236" y="1194"/>
                </a:cxn>
                <a:cxn ang="0">
                  <a:pos x="1261" y="1194"/>
                </a:cxn>
                <a:cxn ang="0">
                  <a:pos x="1280" y="1181"/>
                </a:cxn>
                <a:cxn ang="0">
                  <a:pos x="1305" y="1124"/>
                </a:cxn>
                <a:cxn ang="0">
                  <a:pos x="1330" y="1130"/>
                </a:cxn>
                <a:cxn ang="0">
                  <a:pos x="1349" y="1137"/>
                </a:cxn>
                <a:cxn ang="0">
                  <a:pos x="1330" y="1143"/>
                </a:cxn>
                <a:cxn ang="0">
                  <a:pos x="1273" y="1156"/>
                </a:cxn>
              </a:cxnLst>
              <a:rect l="0" t="0" r="r" b="b"/>
              <a:pathLst>
                <a:path w="1349" h="1244">
                  <a:moveTo>
                    <a:pt x="4" y="151"/>
                  </a:moveTo>
                  <a:cubicBezTo>
                    <a:pt x="46" y="82"/>
                    <a:pt x="0" y="155"/>
                    <a:pt x="42" y="95"/>
                  </a:cubicBezTo>
                  <a:cubicBezTo>
                    <a:pt x="51" y="83"/>
                    <a:pt x="67" y="57"/>
                    <a:pt x="67" y="57"/>
                  </a:cubicBezTo>
                  <a:cubicBezTo>
                    <a:pt x="69" y="63"/>
                    <a:pt x="73" y="69"/>
                    <a:pt x="73" y="76"/>
                  </a:cubicBezTo>
                  <a:cubicBezTo>
                    <a:pt x="73" y="83"/>
                    <a:pt x="64" y="101"/>
                    <a:pt x="67" y="95"/>
                  </a:cubicBezTo>
                  <a:cubicBezTo>
                    <a:pt x="103" y="28"/>
                    <a:pt x="56" y="95"/>
                    <a:pt x="99" y="38"/>
                  </a:cubicBezTo>
                  <a:cubicBezTo>
                    <a:pt x="112" y="81"/>
                    <a:pt x="118" y="36"/>
                    <a:pt x="143" y="13"/>
                  </a:cubicBezTo>
                  <a:cubicBezTo>
                    <a:pt x="145" y="32"/>
                    <a:pt x="141" y="52"/>
                    <a:pt x="149" y="69"/>
                  </a:cubicBezTo>
                  <a:cubicBezTo>
                    <a:pt x="152" y="75"/>
                    <a:pt x="163" y="68"/>
                    <a:pt x="168" y="63"/>
                  </a:cubicBezTo>
                  <a:cubicBezTo>
                    <a:pt x="181" y="50"/>
                    <a:pt x="200" y="19"/>
                    <a:pt x="200" y="19"/>
                  </a:cubicBezTo>
                  <a:cubicBezTo>
                    <a:pt x="208" y="45"/>
                    <a:pt x="192" y="81"/>
                    <a:pt x="212" y="101"/>
                  </a:cubicBezTo>
                  <a:cubicBezTo>
                    <a:pt x="222" y="111"/>
                    <a:pt x="225" y="76"/>
                    <a:pt x="231" y="63"/>
                  </a:cubicBezTo>
                  <a:cubicBezTo>
                    <a:pt x="240" y="42"/>
                    <a:pt x="249" y="21"/>
                    <a:pt x="257" y="0"/>
                  </a:cubicBezTo>
                  <a:cubicBezTo>
                    <a:pt x="259" y="32"/>
                    <a:pt x="250" y="66"/>
                    <a:pt x="263" y="95"/>
                  </a:cubicBezTo>
                  <a:cubicBezTo>
                    <a:pt x="268" y="105"/>
                    <a:pt x="287" y="90"/>
                    <a:pt x="295" y="82"/>
                  </a:cubicBezTo>
                  <a:cubicBezTo>
                    <a:pt x="308" y="68"/>
                    <a:pt x="309" y="47"/>
                    <a:pt x="320" y="31"/>
                  </a:cubicBezTo>
                  <a:cubicBezTo>
                    <a:pt x="325" y="93"/>
                    <a:pt x="324" y="147"/>
                    <a:pt x="358" y="63"/>
                  </a:cubicBezTo>
                  <a:cubicBezTo>
                    <a:pt x="367" y="90"/>
                    <a:pt x="374" y="118"/>
                    <a:pt x="383" y="145"/>
                  </a:cubicBezTo>
                  <a:cubicBezTo>
                    <a:pt x="389" y="139"/>
                    <a:pt x="397" y="133"/>
                    <a:pt x="402" y="126"/>
                  </a:cubicBezTo>
                  <a:cubicBezTo>
                    <a:pt x="406" y="120"/>
                    <a:pt x="403" y="103"/>
                    <a:pt x="408" y="107"/>
                  </a:cubicBezTo>
                  <a:cubicBezTo>
                    <a:pt x="419" y="115"/>
                    <a:pt x="428" y="148"/>
                    <a:pt x="433" y="164"/>
                  </a:cubicBezTo>
                  <a:cubicBezTo>
                    <a:pt x="444" y="244"/>
                    <a:pt x="431" y="220"/>
                    <a:pt x="452" y="189"/>
                  </a:cubicBezTo>
                  <a:cubicBezTo>
                    <a:pt x="459" y="178"/>
                    <a:pt x="469" y="168"/>
                    <a:pt x="478" y="158"/>
                  </a:cubicBezTo>
                  <a:cubicBezTo>
                    <a:pt x="480" y="150"/>
                    <a:pt x="476" y="136"/>
                    <a:pt x="484" y="133"/>
                  </a:cubicBezTo>
                  <a:cubicBezTo>
                    <a:pt x="491" y="130"/>
                    <a:pt x="494" y="144"/>
                    <a:pt x="497" y="151"/>
                  </a:cubicBezTo>
                  <a:cubicBezTo>
                    <a:pt x="507" y="175"/>
                    <a:pt x="507" y="203"/>
                    <a:pt x="516" y="227"/>
                  </a:cubicBezTo>
                  <a:cubicBezTo>
                    <a:pt x="555" y="176"/>
                    <a:pt x="538" y="223"/>
                    <a:pt x="547" y="259"/>
                  </a:cubicBezTo>
                  <a:cubicBezTo>
                    <a:pt x="549" y="284"/>
                    <a:pt x="544" y="311"/>
                    <a:pt x="553" y="335"/>
                  </a:cubicBezTo>
                  <a:cubicBezTo>
                    <a:pt x="556" y="342"/>
                    <a:pt x="565" y="320"/>
                    <a:pt x="572" y="322"/>
                  </a:cubicBezTo>
                  <a:cubicBezTo>
                    <a:pt x="579" y="324"/>
                    <a:pt x="577" y="335"/>
                    <a:pt x="579" y="341"/>
                  </a:cubicBezTo>
                  <a:cubicBezTo>
                    <a:pt x="603" y="265"/>
                    <a:pt x="581" y="428"/>
                    <a:pt x="604" y="474"/>
                  </a:cubicBezTo>
                  <a:cubicBezTo>
                    <a:pt x="610" y="444"/>
                    <a:pt x="616" y="425"/>
                    <a:pt x="629" y="398"/>
                  </a:cubicBezTo>
                  <a:cubicBezTo>
                    <a:pt x="652" y="465"/>
                    <a:pt x="652" y="538"/>
                    <a:pt x="673" y="606"/>
                  </a:cubicBezTo>
                  <a:cubicBezTo>
                    <a:pt x="699" y="544"/>
                    <a:pt x="687" y="463"/>
                    <a:pt x="699" y="657"/>
                  </a:cubicBezTo>
                  <a:cubicBezTo>
                    <a:pt x="705" y="651"/>
                    <a:pt x="714" y="630"/>
                    <a:pt x="718" y="638"/>
                  </a:cubicBezTo>
                  <a:cubicBezTo>
                    <a:pt x="738" y="683"/>
                    <a:pt x="709" y="772"/>
                    <a:pt x="737" y="663"/>
                  </a:cubicBezTo>
                  <a:cubicBezTo>
                    <a:pt x="741" y="765"/>
                    <a:pt x="742" y="782"/>
                    <a:pt x="756" y="859"/>
                  </a:cubicBezTo>
                  <a:cubicBezTo>
                    <a:pt x="759" y="847"/>
                    <a:pt x="764" y="798"/>
                    <a:pt x="781" y="859"/>
                  </a:cubicBezTo>
                  <a:cubicBezTo>
                    <a:pt x="811" y="963"/>
                    <a:pt x="767" y="892"/>
                    <a:pt x="800" y="941"/>
                  </a:cubicBezTo>
                  <a:cubicBezTo>
                    <a:pt x="811" y="975"/>
                    <a:pt x="789" y="1021"/>
                    <a:pt x="831" y="979"/>
                  </a:cubicBezTo>
                  <a:cubicBezTo>
                    <a:pt x="913" y="1087"/>
                    <a:pt x="906" y="1085"/>
                    <a:pt x="989" y="1194"/>
                  </a:cubicBezTo>
                  <a:cubicBezTo>
                    <a:pt x="1007" y="1140"/>
                    <a:pt x="1027" y="1222"/>
                    <a:pt x="1059" y="1175"/>
                  </a:cubicBezTo>
                  <a:cubicBezTo>
                    <a:pt x="1074" y="1223"/>
                    <a:pt x="1068" y="1200"/>
                    <a:pt x="1078" y="1244"/>
                  </a:cubicBezTo>
                  <a:cubicBezTo>
                    <a:pt x="1109" y="1223"/>
                    <a:pt x="1109" y="1186"/>
                    <a:pt x="1135" y="1225"/>
                  </a:cubicBezTo>
                  <a:cubicBezTo>
                    <a:pt x="1164" y="1203"/>
                    <a:pt x="1175" y="1178"/>
                    <a:pt x="1198" y="1149"/>
                  </a:cubicBezTo>
                  <a:cubicBezTo>
                    <a:pt x="1200" y="1160"/>
                    <a:pt x="1202" y="1170"/>
                    <a:pt x="1204" y="1181"/>
                  </a:cubicBezTo>
                  <a:cubicBezTo>
                    <a:pt x="1206" y="1189"/>
                    <a:pt x="1202" y="1203"/>
                    <a:pt x="1210" y="1206"/>
                  </a:cubicBezTo>
                  <a:cubicBezTo>
                    <a:pt x="1219" y="1210"/>
                    <a:pt x="1227" y="1198"/>
                    <a:pt x="1236" y="1194"/>
                  </a:cubicBezTo>
                  <a:cubicBezTo>
                    <a:pt x="1264" y="1149"/>
                    <a:pt x="1231" y="1188"/>
                    <a:pt x="1261" y="1194"/>
                  </a:cubicBezTo>
                  <a:cubicBezTo>
                    <a:pt x="1269" y="1195"/>
                    <a:pt x="1274" y="1185"/>
                    <a:pt x="1280" y="1181"/>
                  </a:cubicBezTo>
                  <a:cubicBezTo>
                    <a:pt x="1292" y="1162"/>
                    <a:pt x="1298" y="1145"/>
                    <a:pt x="1305" y="1124"/>
                  </a:cubicBezTo>
                  <a:cubicBezTo>
                    <a:pt x="1317" y="1187"/>
                    <a:pt x="1301" y="1145"/>
                    <a:pt x="1330" y="1130"/>
                  </a:cubicBezTo>
                  <a:cubicBezTo>
                    <a:pt x="1336" y="1127"/>
                    <a:pt x="1343" y="1135"/>
                    <a:pt x="1349" y="1137"/>
                  </a:cubicBezTo>
                  <a:cubicBezTo>
                    <a:pt x="1349" y="1137"/>
                    <a:pt x="1336" y="1140"/>
                    <a:pt x="1330" y="1143"/>
                  </a:cubicBezTo>
                  <a:cubicBezTo>
                    <a:pt x="1288" y="1161"/>
                    <a:pt x="1322" y="1156"/>
                    <a:pt x="1273" y="1156"/>
                  </a:cubicBezTo>
                </a:path>
              </a:pathLst>
            </a:custGeom>
            <a:noFill/>
            <a:ln w="9525" cap="flat" cmpd="sng">
              <a:solidFill>
                <a:srgbClr val="FF3300"/>
              </a:solidFill>
              <a:prstDash val="solid"/>
              <a:round/>
              <a:headEnd/>
              <a:tailEnd/>
            </a:ln>
            <a:effectLst/>
          </p:spPr>
          <p:txBody>
            <a:bodyPr wrap="none" anchor="ctr"/>
            <a:lstStyle/>
            <a:p>
              <a:endParaRPr lang="en-GB" sz="1600"/>
            </a:p>
          </p:txBody>
        </p:sp>
        <p:sp>
          <p:nvSpPr>
            <p:cNvPr id="135441" name="Freeform 273"/>
            <p:cNvSpPr>
              <a:spLocks/>
            </p:cNvSpPr>
            <p:nvPr/>
          </p:nvSpPr>
          <p:spPr bwMode="auto">
            <a:xfrm>
              <a:off x="1976" y="2560"/>
              <a:ext cx="1396" cy="1206"/>
            </a:xfrm>
            <a:custGeom>
              <a:avLst/>
              <a:gdLst/>
              <a:ahLst/>
              <a:cxnLst>
                <a:cxn ang="0">
                  <a:pos x="0" y="156"/>
                </a:cxn>
                <a:cxn ang="0">
                  <a:pos x="50" y="81"/>
                </a:cxn>
                <a:cxn ang="0">
                  <a:pos x="76" y="62"/>
                </a:cxn>
                <a:cxn ang="0">
                  <a:pos x="107" y="17"/>
                </a:cxn>
                <a:cxn ang="0">
                  <a:pos x="139" y="100"/>
                </a:cxn>
                <a:cxn ang="0">
                  <a:pos x="196" y="74"/>
                </a:cxn>
                <a:cxn ang="0">
                  <a:pos x="240" y="43"/>
                </a:cxn>
                <a:cxn ang="0">
                  <a:pos x="253" y="93"/>
                </a:cxn>
                <a:cxn ang="0">
                  <a:pos x="303" y="68"/>
                </a:cxn>
                <a:cxn ang="0">
                  <a:pos x="328" y="112"/>
                </a:cxn>
                <a:cxn ang="0">
                  <a:pos x="379" y="62"/>
                </a:cxn>
                <a:cxn ang="0">
                  <a:pos x="417" y="125"/>
                </a:cxn>
                <a:cxn ang="0">
                  <a:pos x="429" y="106"/>
                </a:cxn>
                <a:cxn ang="0">
                  <a:pos x="436" y="137"/>
                </a:cxn>
                <a:cxn ang="0">
                  <a:pos x="455" y="207"/>
                </a:cxn>
                <a:cxn ang="0">
                  <a:pos x="486" y="213"/>
                </a:cxn>
                <a:cxn ang="0">
                  <a:pos x="518" y="207"/>
                </a:cxn>
                <a:cxn ang="0">
                  <a:pos x="524" y="226"/>
                </a:cxn>
                <a:cxn ang="0">
                  <a:pos x="543" y="232"/>
                </a:cxn>
                <a:cxn ang="0">
                  <a:pos x="549" y="283"/>
                </a:cxn>
                <a:cxn ang="0">
                  <a:pos x="562" y="321"/>
                </a:cxn>
                <a:cxn ang="0">
                  <a:pos x="606" y="359"/>
                </a:cxn>
                <a:cxn ang="0">
                  <a:pos x="625" y="415"/>
                </a:cxn>
                <a:cxn ang="0">
                  <a:pos x="669" y="580"/>
                </a:cxn>
                <a:cxn ang="0">
                  <a:pos x="695" y="719"/>
                </a:cxn>
                <a:cxn ang="0">
                  <a:pos x="701" y="693"/>
                </a:cxn>
                <a:cxn ang="0">
                  <a:pos x="707" y="712"/>
                </a:cxn>
                <a:cxn ang="0">
                  <a:pos x="714" y="731"/>
                </a:cxn>
                <a:cxn ang="0">
                  <a:pos x="733" y="807"/>
                </a:cxn>
                <a:cxn ang="0">
                  <a:pos x="739" y="895"/>
                </a:cxn>
                <a:cxn ang="0">
                  <a:pos x="758" y="927"/>
                </a:cxn>
                <a:cxn ang="0">
                  <a:pos x="802" y="1041"/>
                </a:cxn>
                <a:cxn ang="0">
                  <a:pos x="846" y="1041"/>
                </a:cxn>
                <a:cxn ang="0">
                  <a:pos x="922" y="1116"/>
                </a:cxn>
                <a:cxn ang="0">
                  <a:pos x="947" y="1186"/>
                </a:cxn>
                <a:cxn ang="0">
                  <a:pos x="960" y="1161"/>
                </a:cxn>
                <a:cxn ang="0">
                  <a:pos x="998" y="1192"/>
                </a:cxn>
                <a:cxn ang="0">
                  <a:pos x="1036" y="1161"/>
                </a:cxn>
                <a:cxn ang="0">
                  <a:pos x="1048" y="1180"/>
                </a:cxn>
                <a:cxn ang="0">
                  <a:pos x="1074" y="1192"/>
                </a:cxn>
                <a:cxn ang="0">
                  <a:pos x="1162" y="1167"/>
                </a:cxn>
                <a:cxn ang="0">
                  <a:pos x="1232" y="1161"/>
                </a:cxn>
                <a:cxn ang="0">
                  <a:pos x="1295" y="1110"/>
                </a:cxn>
                <a:cxn ang="0">
                  <a:pos x="1358" y="1123"/>
                </a:cxn>
                <a:cxn ang="0">
                  <a:pos x="1396" y="1085"/>
                </a:cxn>
              </a:cxnLst>
              <a:rect l="0" t="0" r="r" b="b"/>
              <a:pathLst>
                <a:path w="1396" h="1206">
                  <a:moveTo>
                    <a:pt x="0" y="156"/>
                  </a:moveTo>
                  <a:cubicBezTo>
                    <a:pt x="17" y="134"/>
                    <a:pt x="32" y="101"/>
                    <a:pt x="50" y="81"/>
                  </a:cubicBezTo>
                  <a:cubicBezTo>
                    <a:pt x="57" y="73"/>
                    <a:pt x="68" y="70"/>
                    <a:pt x="76" y="62"/>
                  </a:cubicBezTo>
                  <a:cubicBezTo>
                    <a:pt x="85" y="53"/>
                    <a:pt x="100" y="29"/>
                    <a:pt x="107" y="17"/>
                  </a:cubicBezTo>
                  <a:cubicBezTo>
                    <a:pt x="114" y="59"/>
                    <a:pt x="111" y="72"/>
                    <a:pt x="139" y="100"/>
                  </a:cubicBezTo>
                  <a:cubicBezTo>
                    <a:pt x="166" y="91"/>
                    <a:pt x="176" y="91"/>
                    <a:pt x="196" y="74"/>
                  </a:cubicBezTo>
                  <a:cubicBezTo>
                    <a:pt x="233" y="42"/>
                    <a:pt x="206" y="54"/>
                    <a:pt x="240" y="43"/>
                  </a:cubicBezTo>
                  <a:cubicBezTo>
                    <a:pt x="240" y="44"/>
                    <a:pt x="252" y="93"/>
                    <a:pt x="253" y="93"/>
                  </a:cubicBezTo>
                  <a:cubicBezTo>
                    <a:pt x="271" y="96"/>
                    <a:pt x="285" y="74"/>
                    <a:pt x="303" y="68"/>
                  </a:cubicBezTo>
                  <a:cubicBezTo>
                    <a:pt x="325" y="0"/>
                    <a:pt x="322" y="29"/>
                    <a:pt x="328" y="112"/>
                  </a:cubicBezTo>
                  <a:cubicBezTo>
                    <a:pt x="362" y="87"/>
                    <a:pt x="348" y="81"/>
                    <a:pt x="379" y="62"/>
                  </a:cubicBezTo>
                  <a:cubicBezTo>
                    <a:pt x="389" y="104"/>
                    <a:pt x="361" y="152"/>
                    <a:pt x="417" y="125"/>
                  </a:cubicBezTo>
                  <a:cubicBezTo>
                    <a:pt x="421" y="119"/>
                    <a:pt x="423" y="102"/>
                    <a:pt x="429" y="106"/>
                  </a:cubicBezTo>
                  <a:cubicBezTo>
                    <a:pt x="438" y="112"/>
                    <a:pt x="434" y="127"/>
                    <a:pt x="436" y="137"/>
                  </a:cubicBezTo>
                  <a:cubicBezTo>
                    <a:pt x="447" y="193"/>
                    <a:pt x="435" y="157"/>
                    <a:pt x="455" y="207"/>
                  </a:cubicBezTo>
                  <a:cubicBezTo>
                    <a:pt x="502" y="175"/>
                    <a:pt x="449" y="202"/>
                    <a:pt x="486" y="213"/>
                  </a:cubicBezTo>
                  <a:cubicBezTo>
                    <a:pt x="496" y="216"/>
                    <a:pt x="507" y="209"/>
                    <a:pt x="518" y="207"/>
                  </a:cubicBezTo>
                  <a:cubicBezTo>
                    <a:pt x="520" y="213"/>
                    <a:pt x="519" y="221"/>
                    <a:pt x="524" y="226"/>
                  </a:cubicBezTo>
                  <a:cubicBezTo>
                    <a:pt x="529" y="231"/>
                    <a:pt x="540" y="226"/>
                    <a:pt x="543" y="232"/>
                  </a:cubicBezTo>
                  <a:cubicBezTo>
                    <a:pt x="550" y="248"/>
                    <a:pt x="545" y="266"/>
                    <a:pt x="549" y="283"/>
                  </a:cubicBezTo>
                  <a:cubicBezTo>
                    <a:pt x="552" y="296"/>
                    <a:pt x="558" y="308"/>
                    <a:pt x="562" y="321"/>
                  </a:cubicBezTo>
                  <a:cubicBezTo>
                    <a:pt x="610" y="273"/>
                    <a:pt x="599" y="288"/>
                    <a:pt x="606" y="359"/>
                  </a:cubicBezTo>
                  <a:cubicBezTo>
                    <a:pt x="653" y="327"/>
                    <a:pt x="629" y="392"/>
                    <a:pt x="625" y="415"/>
                  </a:cubicBezTo>
                  <a:cubicBezTo>
                    <a:pt x="631" y="518"/>
                    <a:pt x="607" y="533"/>
                    <a:pt x="669" y="580"/>
                  </a:cubicBezTo>
                  <a:cubicBezTo>
                    <a:pt x="682" y="626"/>
                    <a:pt x="685" y="673"/>
                    <a:pt x="695" y="719"/>
                  </a:cubicBezTo>
                  <a:cubicBezTo>
                    <a:pt x="697" y="710"/>
                    <a:pt x="693" y="697"/>
                    <a:pt x="701" y="693"/>
                  </a:cubicBezTo>
                  <a:cubicBezTo>
                    <a:pt x="707" y="690"/>
                    <a:pt x="705" y="706"/>
                    <a:pt x="707" y="712"/>
                  </a:cubicBezTo>
                  <a:cubicBezTo>
                    <a:pt x="709" y="718"/>
                    <a:pt x="712" y="725"/>
                    <a:pt x="714" y="731"/>
                  </a:cubicBezTo>
                  <a:cubicBezTo>
                    <a:pt x="722" y="756"/>
                    <a:pt x="733" y="807"/>
                    <a:pt x="733" y="807"/>
                  </a:cubicBezTo>
                  <a:cubicBezTo>
                    <a:pt x="735" y="836"/>
                    <a:pt x="733" y="866"/>
                    <a:pt x="739" y="895"/>
                  </a:cubicBezTo>
                  <a:cubicBezTo>
                    <a:pt x="742" y="907"/>
                    <a:pt x="753" y="916"/>
                    <a:pt x="758" y="927"/>
                  </a:cubicBezTo>
                  <a:cubicBezTo>
                    <a:pt x="776" y="965"/>
                    <a:pt x="778" y="1005"/>
                    <a:pt x="802" y="1041"/>
                  </a:cubicBezTo>
                  <a:cubicBezTo>
                    <a:pt x="813" y="1006"/>
                    <a:pt x="817" y="1030"/>
                    <a:pt x="846" y="1041"/>
                  </a:cubicBezTo>
                  <a:cubicBezTo>
                    <a:pt x="878" y="1083"/>
                    <a:pt x="874" y="1098"/>
                    <a:pt x="922" y="1116"/>
                  </a:cubicBezTo>
                  <a:cubicBezTo>
                    <a:pt x="940" y="1142"/>
                    <a:pt x="936" y="1157"/>
                    <a:pt x="947" y="1186"/>
                  </a:cubicBezTo>
                  <a:cubicBezTo>
                    <a:pt x="955" y="1206"/>
                    <a:pt x="950" y="1142"/>
                    <a:pt x="960" y="1161"/>
                  </a:cubicBezTo>
                  <a:cubicBezTo>
                    <a:pt x="967" y="1144"/>
                    <a:pt x="987" y="1206"/>
                    <a:pt x="998" y="1192"/>
                  </a:cubicBezTo>
                  <a:cubicBezTo>
                    <a:pt x="1008" y="1179"/>
                    <a:pt x="1024" y="1173"/>
                    <a:pt x="1036" y="1161"/>
                  </a:cubicBezTo>
                  <a:cubicBezTo>
                    <a:pt x="1040" y="1167"/>
                    <a:pt x="1041" y="1177"/>
                    <a:pt x="1048" y="1180"/>
                  </a:cubicBezTo>
                  <a:cubicBezTo>
                    <a:pt x="1082" y="1193"/>
                    <a:pt x="1056" y="1144"/>
                    <a:pt x="1074" y="1192"/>
                  </a:cubicBezTo>
                  <a:cubicBezTo>
                    <a:pt x="1145" y="1157"/>
                    <a:pt x="1114" y="1156"/>
                    <a:pt x="1162" y="1167"/>
                  </a:cubicBezTo>
                  <a:cubicBezTo>
                    <a:pt x="1192" y="1160"/>
                    <a:pt x="1201" y="1153"/>
                    <a:pt x="1232" y="1161"/>
                  </a:cubicBezTo>
                  <a:cubicBezTo>
                    <a:pt x="1251" y="1141"/>
                    <a:pt x="1295" y="1110"/>
                    <a:pt x="1295" y="1110"/>
                  </a:cubicBezTo>
                  <a:cubicBezTo>
                    <a:pt x="1314" y="1140"/>
                    <a:pt x="1327" y="1138"/>
                    <a:pt x="1358" y="1123"/>
                  </a:cubicBezTo>
                  <a:cubicBezTo>
                    <a:pt x="1373" y="1077"/>
                    <a:pt x="1357" y="1085"/>
                    <a:pt x="1396" y="1085"/>
                  </a:cubicBezTo>
                </a:path>
              </a:pathLst>
            </a:custGeom>
            <a:noFill/>
            <a:ln w="9525" cap="flat" cmpd="sng">
              <a:solidFill>
                <a:srgbClr val="FF3300"/>
              </a:solidFill>
              <a:prstDash val="solid"/>
              <a:round/>
              <a:headEnd/>
              <a:tailEnd/>
            </a:ln>
            <a:effectLst/>
          </p:spPr>
          <p:txBody>
            <a:bodyPr wrap="none" anchor="ctr"/>
            <a:lstStyle/>
            <a:p>
              <a:endParaRPr lang="en-GB" sz="1600"/>
            </a:p>
          </p:txBody>
        </p:sp>
        <p:sp>
          <p:nvSpPr>
            <p:cNvPr id="135442" name="Freeform 274"/>
            <p:cNvSpPr>
              <a:spLocks/>
            </p:cNvSpPr>
            <p:nvPr/>
          </p:nvSpPr>
          <p:spPr bwMode="auto">
            <a:xfrm>
              <a:off x="1844" y="2596"/>
              <a:ext cx="1472" cy="1067"/>
            </a:xfrm>
            <a:custGeom>
              <a:avLst/>
              <a:gdLst/>
              <a:ahLst/>
              <a:cxnLst>
                <a:cxn ang="0">
                  <a:pos x="1472" y="1048"/>
                </a:cxn>
                <a:cxn ang="0">
                  <a:pos x="1409" y="1023"/>
                </a:cxn>
                <a:cxn ang="0">
                  <a:pos x="1415" y="991"/>
                </a:cxn>
                <a:cxn ang="0">
                  <a:pos x="1421" y="966"/>
                </a:cxn>
                <a:cxn ang="0">
                  <a:pos x="1415" y="941"/>
                </a:cxn>
                <a:cxn ang="0">
                  <a:pos x="1409" y="909"/>
                </a:cxn>
                <a:cxn ang="0">
                  <a:pos x="1377" y="947"/>
                </a:cxn>
                <a:cxn ang="0">
                  <a:pos x="1352" y="833"/>
                </a:cxn>
                <a:cxn ang="0">
                  <a:pos x="1320" y="695"/>
                </a:cxn>
                <a:cxn ang="0">
                  <a:pos x="1301" y="707"/>
                </a:cxn>
                <a:cxn ang="0">
                  <a:pos x="1295" y="682"/>
                </a:cxn>
                <a:cxn ang="0">
                  <a:pos x="1257" y="587"/>
                </a:cxn>
                <a:cxn ang="0">
                  <a:pos x="1219" y="473"/>
                </a:cxn>
                <a:cxn ang="0">
                  <a:pos x="1200" y="480"/>
                </a:cxn>
                <a:cxn ang="0">
                  <a:pos x="1143" y="385"/>
                </a:cxn>
                <a:cxn ang="0">
                  <a:pos x="1105" y="259"/>
                </a:cxn>
                <a:cxn ang="0">
                  <a:pos x="1080" y="221"/>
                </a:cxn>
                <a:cxn ang="0">
                  <a:pos x="1042" y="170"/>
                </a:cxn>
                <a:cxn ang="0">
                  <a:pos x="1023" y="177"/>
                </a:cxn>
                <a:cxn ang="0">
                  <a:pos x="1017" y="196"/>
                </a:cxn>
                <a:cxn ang="0">
                  <a:pos x="1011" y="177"/>
                </a:cxn>
                <a:cxn ang="0">
                  <a:pos x="966" y="120"/>
                </a:cxn>
                <a:cxn ang="0">
                  <a:pos x="948" y="126"/>
                </a:cxn>
                <a:cxn ang="0">
                  <a:pos x="859" y="57"/>
                </a:cxn>
                <a:cxn ang="0">
                  <a:pos x="853" y="76"/>
                </a:cxn>
                <a:cxn ang="0">
                  <a:pos x="821" y="44"/>
                </a:cxn>
                <a:cxn ang="0">
                  <a:pos x="752" y="19"/>
                </a:cxn>
                <a:cxn ang="0">
                  <a:pos x="689" y="0"/>
                </a:cxn>
                <a:cxn ang="0">
                  <a:pos x="651" y="25"/>
                </a:cxn>
                <a:cxn ang="0">
                  <a:pos x="625" y="50"/>
                </a:cxn>
                <a:cxn ang="0">
                  <a:pos x="619" y="69"/>
                </a:cxn>
                <a:cxn ang="0">
                  <a:pos x="613" y="50"/>
                </a:cxn>
                <a:cxn ang="0">
                  <a:pos x="588" y="25"/>
                </a:cxn>
                <a:cxn ang="0">
                  <a:pos x="569" y="82"/>
                </a:cxn>
                <a:cxn ang="0">
                  <a:pos x="562" y="63"/>
                </a:cxn>
                <a:cxn ang="0">
                  <a:pos x="543" y="50"/>
                </a:cxn>
                <a:cxn ang="0">
                  <a:pos x="512" y="82"/>
                </a:cxn>
                <a:cxn ang="0">
                  <a:pos x="486" y="126"/>
                </a:cxn>
                <a:cxn ang="0">
                  <a:pos x="480" y="151"/>
                </a:cxn>
                <a:cxn ang="0">
                  <a:pos x="474" y="132"/>
                </a:cxn>
                <a:cxn ang="0">
                  <a:pos x="449" y="145"/>
                </a:cxn>
                <a:cxn ang="0">
                  <a:pos x="423" y="208"/>
                </a:cxn>
                <a:cxn ang="0">
                  <a:pos x="417" y="183"/>
                </a:cxn>
                <a:cxn ang="0">
                  <a:pos x="398" y="196"/>
                </a:cxn>
                <a:cxn ang="0">
                  <a:pos x="373" y="252"/>
                </a:cxn>
                <a:cxn ang="0">
                  <a:pos x="335" y="379"/>
                </a:cxn>
                <a:cxn ang="0">
                  <a:pos x="310" y="429"/>
                </a:cxn>
                <a:cxn ang="0">
                  <a:pos x="291" y="518"/>
                </a:cxn>
                <a:cxn ang="0">
                  <a:pos x="240" y="688"/>
                </a:cxn>
                <a:cxn ang="0">
                  <a:pos x="171" y="884"/>
                </a:cxn>
                <a:cxn ang="0">
                  <a:pos x="164" y="865"/>
                </a:cxn>
                <a:cxn ang="0">
                  <a:pos x="158" y="840"/>
                </a:cxn>
                <a:cxn ang="0">
                  <a:pos x="145" y="897"/>
                </a:cxn>
                <a:cxn ang="0">
                  <a:pos x="108" y="1067"/>
                </a:cxn>
                <a:cxn ang="0">
                  <a:pos x="70" y="1055"/>
                </a:cxn>
                <a:cxn ang="0">
                  <a:pos x="0" y="1055"/>
                </a:cxn>
              </a:cxnLst>
              <a:rect l="0" t="0" r="r" b="b"/>
              <a:pathLst>
                <a:path w="1472" h="1067">
                  <a:moveTo>
                    <a:pt x="1472" y="1048"/>
                  </a:moveTo>
                  <a:cubicBezTo>
                    <a:pt x="1451" y="1038"/>
                    <a:pt x="1431" y="1030"/>
                    <a:pt x="1409" y="1023"/>
                  </a:cubicBezTo>
                  <a:cubicBezTo>
                    <a:pt x="1411" y="1012"/>
                    <a:pt x="1413" y="1002"/>
                    <a:pt x="1415" y="991"/>
                  </a:cubicBezTo>
                  <a:cubicBezTo>
                    <a:pt x="1418" y="978"/>
                    <a:pt x="1439" y="902"/>
                    <a:pt x="1421" y="966"/>
                  </a:cubicBezTo>
                  <a:cubicBezTo>
                    <a:pt x="1419" y="958"/>
                    <a:pt x="1417" y="949"/>
                    <a:pt x="1415" y="941"/>
                  </a:cubicBezTo>
                  <a:cubicBezTo>
                    <a:pt x="1413" y="930"/>
                    <a:pt x="1419" y="914"/>
                    <a:pt x="1409" y="909"/>
                  </a:cubicBezTo>
                  <a:cubicBezTo>
                    <a:pt x="1403" y="906"/>
                    <a:pt x="1379" y="944"/>
                    <a:pt x="1377" y="947"/>
                  </a:cubicBezTo>
                  <a:cubicBezTo>
                    <a:pt x="1372" y="890"/>
                    <a:pt x="1373" y="878"/>
                    <a:pt x="1352" y="833"/>
                  </a:cubicBezTo>
                  <a:cubicBezTo>
                    <a:pt x="1343" y="787"/>
                    <a:pt x="1335" y="739"/>
                    <a:pt x="1320" y="695"/>
                  </a:cubicBezTo>
                  <a:cubicBezTo>
                    <a:pt x="1314" y="699"/>
                    <a:pt x="1308" y="710"/>
                    <a:pt x="1301" y="707"/>
                  </a:cubicBezTo>
                  <a:cubicBezTo>
                    <a:pt x="1293" y="703"/>
                    <a:pt x="1297" y="690"/>
                    <a:pt x="1295" y="682"/>
                  </a:cubicBezTo>
                  <a:cubicBezTo>
                    <a:pt x="1286" y="650"/>
                    <a:pt x="1275" y="614"/>
                    <a:pt x="1257" y="587"/>
                  </a:cubicBezTo>
                  <a:cubicBezTo>
                    <a:pt x="1245" y="548"/>
                    <a:pt x="1228" y="512"/>
                    <a:pt x="1219" y="473"/>
                  </a:cubicBezTo>
                  <a:cubicBezTo>
                    <a:pt x="1213" y="475"/>
                    <a:pt x="1204" y="485"/>
                    <a:pt x="1200" y="480"/>
                  </a:cubicBezTo>
                  <a:cubicBezTo>
                    <a:pt x="1173" y="449"/>
                    <a:pt x="1187" y="399"/>
                    <a:pt x="1143" y="385"/>
                  </a:cubicBezTo>
                  <a:cubicBezTo>
                    <a:pt x="1136" y="340"/>
                    <a:pt x="1131" y="297"/>
                    <a:pt x="1105" y="259"/>
                  </a:cubicBezTo>
                  <a:cubicBezTo>
                    <a:pt x="1094" y="225"/>
                    <a:pt x="1106" y="254"/>
                    <a:pt x="1080" y="221"/>
                  </a:cubicBezTo>
                  <a:cubicBezTo>
                    <a:pt x="1067" y="205"/>
                    <a:pt x="1042" y="170"/>
                    <a:pt x="1042" y="170"/>
                  </a:cubicBezTo>
                  <a:cubicBezTo>
                    <a:pt x="1036" y="172"/>
                    <a:pt x="1028" y="172"/>
                    <a:pt x="1023" y="177"/>
                  </a:cubicBezTo>
                  <a:cubicBezTo>
                    <a:pt x="1018" y="182"/>
                    <a:pt x="1024" y="196"/>
                    <a:pt x="1017" y="196"/>
                  </a:cubicBezTo>
                  <a:cubicBezTo>
                    <a:pt x="1010" y="196"/>
                    <a:pt x="1015" y="183"/>
                    <a:pt x="1011" y="177"/>
                  </a:cubicBezTo>
                  <a:cubicBezTo>
                    <a:pt x="998" y="157"/>
                    <a:pt x="966" y="120"/>
                    <a:pt x="966" y="120"/>
                  </a:cubicBezTo>
                  <a:cubicBezTo>
                    <a:pt x="960" y="122"/>
                    <a:pt x="953" y="129"/>
                    <a:pt x="948" y="126"/>
                  </a:cubicBezTo>
                  <a:cubicBezTo>
                    <a:pt x="901" y="96"/>
                    <a:pt x="906" y="72"/>
                    <a:pt x="859" y="57"/>
                  </a:cubicBezTo>
                  <a:cubicBezTo>
                    <a:pt x="857" y="63"/>
                    <a:pt x="859" y="74"/>
                    <a:pt x="853" y="76"/>
                  </a:cubicBezTo>
                  <a:cubicBezTo>
                    <a:pt x="839" y="79"/>
                    <a:pt x="827" y="49"/>
                    <a:pt x="821" y="44"/>
                  </a:cubicBezTo>
                  <a:cubicBezTo>
                    <a:pt x="795" y="24"/>
                    <a:pt x="781" y="25"/>
                    <a:pt x="752" y="19"/>
                  </a:cubicBezTo>
                  <a:cubicBezTo>
                    <a:pt x="718" y="40"/>
                    <a:pt x="719" y="19"/>
                    <a:pt x="689" y="0"/>
                  </a:cubicBezTo>
                  <a:cubicBezTo>
                    <a:pt x="668" y="30"/>
                    <a:pt x="684" y="48"/>
                    <a:pt x="651" y="25"/>
                  </a:cubicBezTo>
                  <a:cubicBezTo>
                    <a:pt x="642" y="33"/>
                    <a:pt x="632" y="40"/>
                    <a:pt x="625" y="50"/>
                  </a:cubicBezTo>
                  <a:cubicBezTo>
                    <a:pt x="621" y="55"/>
                    <a:pt x="626" y="69"/>
                    <a:pt x="619" y="69"/>
                  </a:cubicBezTo>
                  <a:cubicBezTo>
                    <a:pt x="612" y="69"/>
                    <a:pt x="615" y="56"/>
                    <a:pt x="613" y="50"/>
                  </a:cubicBezTo>
                  <a:cubicBezTo>
                    <a:pt x="605" y="25"/>
                    <a:pt x="612" y="33"/>
                    <a:pt x="588" y="25"/>
                  </a:cubicBezTo>
                  <a:cubicBezTo>
                    <a:pt x="587" y="29"/>
                    <a:pt x="579" y="79"/>
                    <a:pt x="569" y="82"/>
                  </a:cubicBezTo>
                  <a:cubicBezTo>
                    <a:pt x="563" y="84"/>
                    <a:pt x="566" y="68"/>
                    <a:pt x="562" y="63"/>
                  </a:cubicBezTo>
                  <a:cubicBezTo>
                    <a:pt x="557" y="57"/>
                    <a:pt x="549" y="54"/>
                    <a:pt x="543" y="50"/>
                  </a:cubicBezTo>
                  <a:cubicBezTo>
                    <a:pt x="529" y="109"/>
                    <a:pt x="551" y="50"/>
                    <a:pt x="512" y="82"/>
                  </a:cubicBezTo>
                  <a:cubicBezTo>
                    <a:pt x="499" y="93"/>
                    <a:pt x="496" y="112"/>
                    <a:pt x="486" y="126"/>
                  </a:cubicBezTo>
                  <a:cubicBezTo>
                    <a:pt x="484" y="134"/>
                    <a:pt x="488" y="147"/>
                    <a:pt x="480" y="151"/>
                  </a:cubicBezTo>
                  <a:cubicBezTo>
                    <a:pt x="474" y="154"/>
                    <a:pt x="481" y="133"/>
                    <a:pt x="474" y="132"/>
                  </a:cubicBezTo>
                  <a:cubicBezTo>
                    <a:pt x="465" y="130"/>
                    <a:pt x="457" y="141"/>
                    <a:pt x="449" y="145"/>
                  </a:cubicBezTo>
                  <a:cubicBezTo>
                    <a:pt x="434" y="166"/>
                    <a:pt x="430" y="183"/>
                    <a:pt x="423" y="208"/>
                  </a:cubicBezTo>
                  <a:cubicBezTo>
                    <a:pt x="421" y="200"/>
                    <a:pt x="425" y="187"/>
                    <a:pt x="417" y="183"/>
                  </a:cubicBezTo>
                  <a:cubicBezTo>
                    <a:pt x="410" y="180"/>
                    <a:pt x="403" y="190"/>
                    <a:pt x="398" y="196"/>
                  </a:cubicBezTo>
                  <a:cubicBezTo>
                    <a:pt x="388" y="209"/>
                    <a:pt x="383" y="236"/>
                    <a:pt x="373" y="252"/>
                  </a:cubicBezTo>
                  <a:cubicBezTo>
                    <a:pt x="367" y="290"/>
                    <a:pt x="353" y="343"/>
                    <a:pt x="335" y="379"/>
                  </a:cubicBezTo>
                  <a:cubicBezTo>
                    <a:pt x="314" y="422"/>
                    <a:pt x="328" y="370"/>
                    <a:pt x="310" y="429"/>
                  </a:cubicBezTo>
                  <a:cubicBezTo>
                    <a:pt x="301" y="458"/>
                    <a:pt x="300" y="489"/>
                    <a:pt x="291" y="518"/>
                  </a:cubicBezTo>
                  <a:cubicBezTo>
                    <a:pt x="241" y="418"/>
                    <a:pt x="312" y="665"/>
                    <a:pt x="240" y="688"/>
                  </a:cubicBezTo>
                  <a:cubicBezTo>
                    <a:pt x="205" y="746"/>
                    <a:pt x="195" y="820"/>
                    <a:pt x="171" y="884"/>
                  </a:cubicBezTo>
                  <a:cubicBezTo>
                    <a:pt x="169" y="878"/>
                    <a:pt x="166" y="871"/>
                    <a:pt x="164" y="865"/>
                  </a:cubicBezTo>
                  <a:cubicBezTo>
                    <a:pt x="162" y="857"/>
                    <a:pt x="166" y="836"/>
                    <a:pt x="158" y="840"/>
                  </a:cubicBezTo>
                  <a:cubicBezTo>
                    <a:pt x="141" y="849"/>
                    <a:pt x="151" y="878"/>
                    <a:pt x="145" y="897"/>
                  </a:cubicBezTo>
                  <a:cubicBezTo>
                    <a:pt x="128" y="953"/>
                    <a:pt x="126" y="1011"/>
                    <a:pt x="108" y="1067"/>
                  </a:cubicBezTo>
                  <a:cubicBezTo>
                    <a:pt x="99" y="1035"/>
                    <a:pt x="93" y="1019"/>
                    <a:pt x="70" y="1055"/>
                  </a:cubicBezTo>
                  <a:cubicBezTo>
                    <a:pt x="36" y="1032"/>
                    <a:pt x="36" y="1055"/>
                    <a:pt x="0" y="1055"/>
                  </a:cubicBezTo>
                </a:path>
              </a:pathLst>
            </a:custGeom>
            <a:noFill/>
            <a:ln w="9525" cap="flat" cmpd="sng">
              <a:solidFill>
                <a:srgbClr val="FF3300"/>
              </a:solidFill>
              <a:prstDash val="solid"/>
              <a:round/>
              <a:headEnd/>
              <a:tailEnd/>
            </a:ln>
            <a:effectLst/>
          </p:spPr>
          <p:txBody>
            <a:bodyPr wrap="none" anchor="ctr"/>
            <a:lstStyle/>
            <a:p>
              <a:endParaRPr lang="en-GB" sz="1600"/>
            </a:p>
          </p:txBody>
        </p:sp>
        <p:sp>
          <p:nvSpPr>
            <p:cNvPr id="135443" name="Freeform 275"/>
            <p:cNvSpPr>
              <a:spLocks/>
            </p:cNvSpPr>
            <p:nvPr/>
          </p:nvSpPr>
          <p:spPr bwMode="auto">
            <a:xfrm>
              <a:off x="1964" y="2569"/>
              <a:ext cx="1484" cy="1164"/>
            </a:xfrm>
            <a:custGeom>
              <a:avLst/>
              <a:gdLst/>
              <a:ahLst/>
              <a:cxnLst>
                <a:cxn ang="0">
                  <a:pos x="13" y="1031"/>
                </a:cxn>
                <a:cxn ang="0">
                  <a:pos x="25" y="1012"/>
                </a:cxn>
                <a:cxn ang="0">
                  <a:pos x="63" y="1019"/>
                </a:cxn>
                <a:cxn ang="0">
                  <a:pos x="120" y="817"/>
                </a:cxn>
                <a:cxn ang="0">
                  <a:pos x="145" y="861"/>
                </a:cxn>
                <a:cxn ang="0">
                  <a:pos x="202" y="760"/>
                </a:cxn>
                <a:cxn ang="0">
                  <a:pos x="253" y="469"/>
                </a:cxn>
                <a:cxn ang="0">
                  <a:pos x="290" y="482"/>
                </a:cxn>
                <a:cxn ang="0">
                  <a:pos x="410" y="223"/>
                </a:cxn>
                <a:cxn ang="0">
                  <a:pos x="511" y="97"/>
                </a:cxn>
                <a:cxn ang="0">
                  <a:pos x="562" y="103"/>
                </a:cxn>
                <a:cxn ang="0">
                  <a:pos x="631" y="90"/>
                </a:cxn>
                <a:cxn ang="0">
                  <a:pos x="682" y="21"/>
                </a:cxn>
                <a:cxn ang="0">
                  <a:pos x="707" y="84"/>
                </a:cxn>
                <a:cxn ang="0">
                  <a:pos x="770" y="46"/>
                </a:cxn>
                <a:cxn ang="0">
                  <a:pos x="789" y="90"/>
                </a:cxn>
                <a:cxn ang="0">
                  <a:pos x="853" y="78"/>
                </a:cxn>
                <a:cxn ang="0">
                  <a:pos x="878" y="135"/>
                </a:cxn>
                <a:cxn ang="0">
                  <a:pos x="890" y="59"/>
                </a:cxn>
                <a:cxn ang="0">
                  <a:pos x="979" y="191"/>
                </a:cxn>
                <a:cxn ang="0">
                  <a:pos x="1023" y="172"/>
                </a:cxn>
                <a:cxn ang="0">
                  <a:pos x="1061" y="242"/>
                </a:cxn>
                <a:cxn ang="0">
                  <a:pos x="1099" y="343"/>
                </a:cxn>
                <a:cxn ang="0">
                  <a:pos x="1118" y="368"/>
                </a:cxn>
                <a:cxn ang="0">
                  <a:pos x="1162" y="406"/>
                </a:cxn>
                <a:cxn ang="0">
                  <a:pos x="1175" y="476"/>
                </a:cxn>
                <a:cxn ang="0">
                  <a:pos x="1213" y="551"/>
                </a:cxn>
                <a:cxn ang="0">
                  <a:pos x="1244" y="627"/>
                </a:cxn>
                <a:cxn ang="0">
                  <a:pos x="1288" y="741"/>
                </a:cxn>
                <a:cxn ang="0">
                  <a:pos x="1314" y="772"/>
                </a:cxn>
                <a:cxn ang="0">
                  <a:pos x="1370" y="1063"/>
                </a:cxn>
                <a:cxn ang="0">
                  <a:pos x="1459" y="1164"/>
                </a:cxn>
                <a:cxn ang="0">
                  <a:pos x="1478" y="1038"/>
                </a:cxn>
              </a:cxnLst>
              <a:rect l="0" t="0" r="r" b="b"/>
              <a:pathLst>
                <a:path w="1484" h="1164">
                  <a:moveTo>
                    <a:pt x="0" y="1057"/>
                  </a:moveTo>
                  <a:cubicBezTo>
                    <a:pt x="4" y="1048"/>
                    <a:pt x="10" y="1040"/>
                    <a:pt x="13" y="1031"/>
                  </a:cubicBezTo>
                  <a:cubicBezTo>
                    <a:pt x="17" y="1019"/>
                    <a:pt x="12" y="1004"/>
                    <a:pt x="19" y="993"/>
                  </a:cubicBezTo>
                  <a:cubicBezTo>
                    <a:pt x="23" y="987"/>
                    <a:pt x="21" y="1007"/>
                    <a:pt x="25" y="1012"/>
                  </a:cubicBezTo>
                  <a:cubicBezTo>
                    <a:pt x="30" y="1018"/>
                    <a:pt x="38" y="1021"/>
                    <a:pt x="44" y="1025"/>
                  </a:cubicBezTo>
                  <a:cubicBezTo>
                    <a:pt x="53" y="997"/>
                    <a:pt x="52" y="960"/>
                    <a:pt x="63" y="1019"/>
                  </a:cubicBezTo>
                  <a:cubicBezTo>
                    <a:pt x="88" y="983"/>
                    <a:pt x="81" y="957"/>
                    <a:pt x="88" y="911"/>
                  </a:cubicBezTo>
                  <a:cubicBezTo>
                    <a:pt x="93" y="879"/>
                    <a:pt x="108" y="847"/>
                    <a:pt x="120" y="817"/>
                  </a:cubicBezTo>
                  <a:cubicBezTo>
                    <a:pt x="124" y="823"/>
                    <a:pt x="129" y="829"/>
                    <a:pt x="133" y="836"/>
                  </a:cubicBezTo>
                  <a:cubicBezTo>
                    <a:pt x="138" y="844"/>
                    <a:pt x="136" y="859"/>
                    <a:pt x="145" y="861"/>
                  </a:cubicBezTo>
                  <a:cubicBezTo>
                    <a:pt x="152" y="863"/>
                    <a:pt x="154" y="849"/>
                    <a:pt x="158" y="842"/>
                  </a:cubicBezTo>
                  <a:cubicBezTo>
                    <a:pt x="175" y="814"/>
                    <a:pt x="184" y="786"/>
                    <a:pt x="202" y="760"/>
                  </a:cubicBezTo>
                  <a:cubicBezTo>
                    <a:pt x="219" y="704"/>
                    <a:pt x="227" y="660"/>
                    <a:pt x="234" y="602"/>
                  </a:cubicBezTo>
                  <a:cubicBezTo>
                    <a:pt x="259" y="682"/>
                    <a:pt x="237" y="514"/>
                    <a:pt x="253" y="469"/>
                  </a:cubicBezTo>
                  <a:cubicBezTo>
                    <a:pt x="259" y="478"/>
                    <a:pt x="261" y="492"/>
                    <a:pt x="271" y="495"/>
                  </a:cubicBezTo>
                  <a:cubicBezTo>
                    <a:pt x="278" y="498"/>
                    <a:pt x="285" y="488"/>
                    <a:pt x="290" y="482"/>
                  </a:cubicBezTo>
                  <a:cubicBezTo>
                    <a:pt x="296" y="475"/>
                    <a:pt x="318" y="406"/>
                    <a:pt x="322" y="393"/>
                  </a:cubicBezTo>
                  <a:cubicBezTo>
                    <a:pt x="332" y="322"/>
                    <a:pt x="354" y="268"/>
                    <a:pt x="410" y="223"/>
                  </a:cubicBezTo>
                  <a:cubicBezTo>
                    <a:pt x="422" y="200"/>
                    <a:pt x="430" y="176"/>
                    <a:pt x="442" y="153"/>
                  </a:cubicBezTo>
                  <a:cubicBezTo>
                    <a:pt x="486" y="183"/>
                    <a:pt x="499" y="134"/>
                    <a:pt x="511" y="97"/>
                  </a:cubicBezTo>
                  <a:cubicBezTo>
                    <a:pt x="524" y="114"/>
                    <a:pt x="541" y="140"/>
                    <a:pt x="549" y="135"/>
                  </a:cubicBezTo>
                  <a:cubicBezTo>
                    <a:pt x="559" y="129"/>
                    <a:pt x="555" y="112"/>
                    <a:pt x="562" y="103"/>
                  </a:cubicBezTo>
                  <a:cubicBezTo>
                    <a:pt x="573" y="89"/>
                    <a:pt x="600" y="65"/>
                    <a:pt x="600" y="65"/>
                  </a:cubicBezTo>
                  <a:cubicBezTo>
                    <a:pt x="614" y="21"/>
                    <a:pt x="618" y="70"/>
                    <a:pt x="631" y="90"/>
                  </a:cubicBezTo>
                  <a:cubicBezTo>
                    <a:pt x="636" y="66"/>
                    <a:pt x="632" y="0"/>
                    <a:pt x="663" y="46"/>
                  </a:cubicBezTo>
                  <a:cubicBezTo>
                    <a:pt x="677" y="89"/>
                    <a:pt x="677" y="38"/>
                    <a:pt x="682" y="21"/>
                  </a:cubicBezTo>
                  <a:cubicBezTo>
                    <a:pt x="684" y="44"/>
                    <a:pt x="679" y="69"/>
                    <a:pt x="688" y="90"/>
                  </a:cubicBezTo>
                  <a:cubicBezTo>
                    <a:pt x="690" y="96"/>
                    <a:pt x="703" y="89"/>
                    <a:pt x="707" y="84"/>
                  </a:cubicBezTo>
                  <a:cubicBezTo>
                    <a:pt x="718" y="70"/>
                    <a:pt x="721" y="38"/>
                    <a:pt x="733" y="21"/>
                  </a:cubicBezTo>
                  <a:cubicBezTo>
                    <a:pt x="737" y="57"/>
                    <a:pt x="741" y="123"/>
                    <a:pt x="770" y="46"/>
                  </a:cubicBezTo>
                  <a:cubicBezTo>
                    <a:pt x="772" y="54"/>
                    <a:pt x="774" y="63"/>
                    <a:pt x="777" y="71"/>
                  </a:cubicBezTo>
                  <a:cubicBezTo>
                    <a:pt x="780" y="78"/>
                    <a:pt x="782" y="93"/>
                    <a:pt x="789" y="90"/>
                  </a:cubicBezTo>
                  <a:cubicBezTo>
                    <a:pt x="802" y="84"/>
                    <a:pt x="809" y="29"/>
                    <a:pt x="815" y="15"/>
                  </a:cubicBezTo>
                  <a:cubicBezTo>
                    <a:pt x="831" y="37"/>
                    <a:pt x="838" y="56"/>
                    <a:pt x="853" y="78"/>
                  </a:cubicBezTo>
                  <a:cubicBezTo>
                    <a:pt x="857" y="91"/>
                    <a:pt x="860" y="104"/>
                    <a:pt x="865" y="116"/>
                  </a:cubicBezTo>
                  <a:cubicBezTo>
                    <a:pt x="868" y="123"/>
                    <a:pt x="872" y="139"/>
                    <a:pt x="878" y="135"/>
                  </a:cubicBezTo>
                  <a:cubicBezTo>
                    <a:pt x="887" y="129"/>
                    <a:pt x="882" y="114"/>
                    <a:pt x="884" y="103"/>
                  </a:cubicBezTo>
                  <a:cubicBezTo>
                    <a:pt x="886" y="88"/>
                    <a:pt x="888" y="74"/>
                    <a:pt x="890" y="59"/>
                  </a:cubicBezTo>
                  <a:cubicBezTo>
                    <a:pt x="912" y="119"/>
                    <a:pt x="939" y="172"/>
                    <a:pt x="966" y="229"/>
                  </a:cubicBezTo>
                  <a:cubicBezTo>
                    <a:pt x="970" y="216"/>
                    <a:pt x="976" y="204"/>
                    <a:pt x="979" y="191"/>
                  </a:cubicBezTo>
                  <a:cubicBezTo>
                    <a:pt x="984" y="166"/>
                    <a:pt x="991" y="116"/>
                    <a:pt x="991" y="116"/>
                  </a:cubicBezTo>
                  <a:cubicBezTo>
                    <a:pt x="1004" y="135"/>
                    <a:pt x="1010" y="153"/>
                    <a:pt x="1023" y="172"/>
                  </a:cubicBezTo>
                  <a:cubicBezTo>
                    <a:pt x="1028" y="196"/>
                    <a:pt x="1036" y="218"/>
                    <a:pt x="1042" y="242"/>
                  </a:cubicBezTo>
                  <a:cubicBezTo>
                    <a:pt x="1057" y="178"/>
                    <a:pt x="1036" y="242"/>
                    <a:pt x="1061" y="242"/>
                  </a:cubicBezTo>
                  <a:cubicBezTo>
                    <a:pt x="1070" y="242"/>
                    <a:pt x="1070" y="225"/>
                    <a:pt x="1074" y="217"/>
                  </a:cubicBezTo>
                  <a:cubicBezTo>
                    <a:pt x="1090" y="259"/>
                    <a:pt x="1094" y="297"/>
                    <a:pt x="1099" y="343"/>
                  </a:cubicBezTo>
                  <a:cubicBezTo>
                    <a:pt x="1103" y="337"/>
                    <a:pt x="1106" y="318"/>
                    <a:pt x="1111" y="324"/>
                  </a:cubicBezTo>
                  <a:cubicBezTo>
                    <a:pt x="1120" y="336"/>
                    <a:pt x="1117" y="353"/>
                    <a:pt x="1118" y="368"/>
                  </a:cubicBezTo>
                  <a:cubicBezTo>
                    <a:pt x="1123" y="428"/>
                    <a:pt x="1114" y="496"/>
                    <a:pt x="1143" y="551"/>
                  </a:cubicBezTo>
                  <a:cubicBezTo>
                    <a:pt x="1147" y="495"/>
                    <a:pt x="1146" y="456"/>
                    <a:pt x="1162" y="406"/>
                  </a:cubicBezTo>
                  <a:cubicBezTo>
                    <a:pt x="1164" y="440"/>
                    <a:pt x="1162" y="474"/>
                    <a:pt x="1168" y="507"/>
                  </a:cubicBezTo>
                  <a:cubicBezTo>
                    <a:pt x="1170" y="517"/>
                    <a:pt x="1173" y="466"/>
                    <a:pt x="1175" y="476"/>
                  </a:cubicBezTo>
                  <a:cubicBezTo>
                    <a:pt x="1193" y="557"/>
                    <a:pt x="1181" y="645"/>
                    <a:pt x="1194" y="728"/>
                  </a:cubicBezTo>
                  <a:cubicBezTo>
                    <a:pt x="1202" y="669"/>
                    <a:pt x="1198" y="608"/>
                    <a:pt x="1213" y="551"/>
                  </a:cubicBezTo>
                  <a:cubicBezTo>
                    <a:pt x="1216" y="538"/>
                    <a:pt x="1220" y="577"/>
                    <a:pt x="1225" y="589"/>
                  </a:cubicBezTo>
                  <a:cubicBezTo>
                    <a:pt x="1230" y="602"/>
                    <a:pt x="1238" y="614"/>
                    <a:pt x="1244" y="627"/>
                  </a:cubicBezTo>
                  <a:cubicBezTo>
                    <a:pt x="1250" y="652"/>
                    <a:pt x="1247" y="702"/>
                    <a:pt x="1276" y="659"/>
                  </a:cubicBezTo>
                  <a:cubicBezTo>
                    <a:pt x="1280" y="686"/>
                    <a:pt x="1281" y="714"/>
                    <a:pt x="1288" y="741"/>
                  </a:cubicBezTo>
                  <a:cubicBezTo>
                    <a:pt x="1293" y="760"/>
                    <a:pt x="1307" y="798"/>
                    <a:pt x="1307" y="798"/>
                  </a:cubicBezTo>
                  <a:cubicBezTo>
                    <a:pt x="1309" y="789"/>
                    <a:pt x="1313" y="763"/>
                    <a:pt x="1314" y="772"/>
                  </a:cubicBezTo>
                  <a:cubicBezTo>
                    <a:pt x="1319" y="814"/>
                    <a:pt x="1315" y="857"/>
                    <a:pt x="1320" y="899"/>
                  </a:cubicBezTo>
                  <a:cubicBezTo>
                    <a:pt x="1326" y="958"/>
                    <a:pt x="1350" y="1009"/>
                    <a:pt x="1370" y="1063"/>
                  </a:cubicBezTo>
                  <a:cubicBezTo>
                    <a:pt x="1386" y="1024"/>
                    <a:pt x="1394" y="984"/>
                    <a:pt x="1402" y="943"/>
                  </a:cubicBezTo>
                  <a:cubicBezTo>
                    <a:pt x="1411" y="1030"/>
                    <a:pt x="1444" y="1083"/>
                    <a:pt x="1459" y="1164"/>
                  </a:cubicBezTo>
                  <a:cubicBezTo>
                    <a:pt x="1464" y="1128"/>
                    <a:pt x="1465" y="1092"/>
                    <a:pt x="1471" y="1057"/>
                  </a:cubicBezTo>
                  <a:cubicBezTo>
                    <a:pt x="1472" y="1050"/>
                    <a:pt x="1471" y="1038"/>
                    <a:pt x="1478" y="1038"/>
                  </a:cubicBezTo>
                  <a:cubicBezTo>
                    <a:pt x="1484" y="1038"/>
                    <a:pt x="1478" y="1051"/>
                    <a:pt x="1478" y="1057"/>
                  </a:cubicBezTo>
                </a:path>
              </a:pathLst>
            </a:custGeom>
            <a:noFill/>
            <a:ln w="9525" cap="flat" cmpd="sng">
              <a:solidFill>
                <a:srgbClr val="FF3300"/>
              </a:solidFill>
              <a:prstDash val="solid"/>
              <a:round/>
              <a:headEnd/>
              <a:tailEnd/>
            </a:ln>
            <a:effectLst/>
          </p:spPr>
          <p:txBody>
            <a:bodyPr wrap="none" anchor="ctr"/>
            <a:lstStyle/>
            <a:p>
              <a:endParaRPr lang="en-GB" sz="1600"/>
            </a:p>
          </p:txBody>
        </p:sp>
        <p:sp>
          <p:nvSpPr>
            <p:cNvPr id="135444" name="Freeform 276"/>
            <p:cNvSpPr>
              <a:spLocks/>
            </p:cNvSpPr>
            <p:nvPr/>
          </p:nvSpPr>
          <p:spPr bwMode="auto">
            <a:xfrm flipV="1">
              <a:off x="1946" y="2613"/>
              <a:ext cx="1484" cy="1164"/>
            </a:xfrm>
            <a:custGeom>
              <a:avLst/>
              <a:gdLst/>
              <a:ahLst/>
              <a:cxnLst>
                <a:cxn ang="0">
                  <a:pos x="13" y="1031"/>
                </a:cxn>
                <a:cxn ang="0">
                  <a:pos x="25" y="1012"/>
                </a:cxn>
                <a:cxn ang="0">
                  <a:pos x="63" y="1019"/>
                </a:cxn>
                <a:cxn ang="0">
                  <a:pos x="120" y="817"/>
                </a:cxn>
                <a:cxn ang="0">
                  <a:pos x="145" y="861"/>
                </a:cxn>
                <a:cxn ang="0">
                  <a:pos x="202" y="760"/>
                </a:cxn>
                <a:cxn ang="0">
                  <a:pos x="253" y="469"/>
                </a:cxn>
                <a:cxn ang="0">
                  <a:pos x="290" y="482"/>
                </a:cxn>
                <a:cxn ang="0">
                  <a:pos x="410" y="223"/>
                </a:cxn>
                <a:cxn ang="0">
                  <a:pos x="511" y="97"/>
                </a:cxn>
                <a:cxn ang="0">
                  <a:pos x="562" y="103"/>
                </a:cxn>
                <a:cxn ang="0">
                  <a:pos x="631" y="90"/>
                </a:cxn>
                <a:cxn ang="0">
                  <a:pos x="682" y="21"/>
                </a:cxn>
                <a:cxn ang="0">
                  <a:pos x="707" y="84"/>
                </a:cxn>
                <a:cxn ang="0">
                  <a:pos x="770" y="46"/>
                </a:cxn>
                <a:cxn ang="0">
                  <a:pos x="789" y="90"/>
                </a:cxn>
                <a:cxn ang="0">
                  <a:pos x="853" y="78"/>
                </a:cxn>
                <a:cxn ang="0">
                  <a:pos x="878" y="135"/>
                </a:cxn>
                <a:cxn ang="0">
                  <a:pos x="890" y="59"/>
                </a:cxn>
                <a:cxn ang="0">
                  <a:pos x="979" y="191"/>
                </a:cxn>
                <a:cxn ang="0">
                  <a:pos x="1023" y="172"/>
                </a:cxn>
                <a:cxn ang="0">
                  <a:pos x="1061" y="242"/>
                </a:cxn>
                <a:cxn ang="0">
                  <a:pos x="1099" y="343"/>
                </a:cxn>
                <a:cxn ang="0">
                  <a:pos x="1118" y="368"/>
                </a:cxn>
                <a:cxn ang="0">
                  <a:pos x="1162" y="406"/>
                </a:cxn>
                <a:cxn ang="0">
                  <a:pos x="1175" y="476"/>
                </a:cxn>
                <a:cxn ang="0">
                  <a:pos x="1213" y="551"/>
                </a:cxn>
                <a:cxn ang="0">
                  <a:pos x="1244" y="627"/>
                </a:cxn>
                <a:cxn ang="0">
                  <a:pos x="1288" y="741"/>
                </a:cxn>
                <a:cxn ang="0">
                  <a:pos x="1314" y="772"/>
                </a:cxn>
                <a:cxn ang="0">
                  <a:pos x="1370" y="1063"/>
                </a:cxn>
                <a:cxn ang="0">
                  <a:pos x="1459" y="1164"/>
                </a:cxn>
                <a:cxn ang="0">
                  <a:pos x="1478" y="1038"/>
                </a:cxn>
              </a:cxnLst>
              <a:rect l="0" t="0" r="r" b="b"/>
              <a:pathLst>
                <a:path w="1484" h="1164">
                  <a:moveTo>
                    <a:pt x="0" y="1057"/>
                  </a:moveTo>
                  <a:cubicBezTo>
                    <a:pt x="4" y="1048"/>
                    <a:pt x="10" y="1040"/>
                    <a:pt x="13" y="1031"/>
                  </a:cubicBezTo>
                  <a:cubicBezTo>
                    <a:pt x="17" y="1019"/>
                    <a:pt x="12" y="1004"/>
                    <a:pt x="19" y="993"/>
                  </a:cubicBezTo>
                  <a:cubicBezTo>
                    <a:pt x="23" y="987"/>
                    <a:pt x="21" y="1007"/>
                    <a:pt x="25" y="1012"/>
                  </a:cubicBezTo>
                  <a:cubicBezTo>
                    <a:pt x="30" y="1018"/>
                    <a:pt x="38" y="1021"/>
                    <a:pt x="44" y="1025"/>
                  </a:cubicBezTo>
                  <a:cubicBezTo>
                    <a:pt x="53" y="997"/>
                    <a:pt x="52" y="960"/>
                    <a:pt x="63" y="1019"/>
                  </a:cubicBezTo>
                  <a:cubicBezTo>
                    <a:pt x="88" y="983"/>
                    <a:pt x="81" y="957"/>
                    <a:pt x="88" y="911"/>
                  </a:cubicBezTo>
                  <a:cubicBezTo>
                    <a:pt x="93" y="879"/>
                    <a:pt x="108" y="847"/>
                    <a:pt x="120" y="817"/>
                  </a:cubicBezTo>
                  <a:cubicBezTo>
                    <a:pt x="124" y="823"/>
                    <a:pt x="129" y="829"/>
                    <a:pt x="133" y="836"/>
                  </a:cubicBezTo>
                  <a:cubicBezTo>
                    <a:pt x="138" y="844"/>
                    <a:pt x="136" y="859"/>
                    <a:pt x="145" y="861"/>
                  </a:cubicBezTo>
                  <a:cubicBezTo>
                    <a:pt x="152" y="863"/>
                    <a:pt x="154" y="849"/>
                    <a:pt x="158" y="842"/>
                  </a:cubicBezTo>
                  <a:cubicBezTo>
                    <a:pt x="175" y="814"/>
                    <a:pt x="184" y="786"/>
                    <a:pt x="202" y="760"/>
                  </a:cubicBezTo>
                  <a:cubicBezTo>
                    <a:pt x="219" y="704"/>
                    <a:pt x="227" y="660"/>
                    <a:pt x="234" y="602"/>
                  </a:cubicBezTo>
                  <a:cubicBezTo>
                    <a:pt x="259" y="682"/>
                    <a:pt x="237" y="514"/>
                    <a:pt x="253" y="469"/>
                  </a:cubicBezTo>
                  <a:cubicBezTo>
                    <a:pt x="259" y="478"/>
                    <a:pt x="261" y="492"/>
                    <a:pt x="271" y="495"/>
                  </a:cubicBezTo>
                  <a:cubicBezTo>
                    <a:pt x="278" y="498"/>
                    <a:pt x="285" y="488"/>
                    <a:pt x="290" y="482"/>
                  </a:cubicBezTo>
                  <a:cubicBezTo>
                    <a:pt x="296" y="475"/>
                    <a:pt x="318" y="406"/>
                    <a:pt x="322" y="393"/>
                  </a:cubicBezTo>
                  <a:cubicBezTo>
                    <a:pt x="332" y="322"/>
                    <a:pt x="354" y="268"/>
                    <a:pt x="410" y="223"/>
                  </a:cubicBezTo>
                  <a:cubicBezTo>
                    <a:pt x="422" y="200"/>
                    <a:pt x="430" y="176"/>
                    <a:pt x="442" y="153"/>
                  </a:cubicBezTo>
                  <a:cubicBezTo>
                    <a:pt x="486" y="183"/>
                    <a:pt x="499" y="134"/>
                    <a:pt x="511" y="97"/>
                  </a:cubicBezTo>
                  <a:cubicBezTo>
                    <a:pt x="524" y="114"/>
                    <a:pt x="541" y="140"/>
                    <a:pt x="549" y="135"/>
                  </a:cubicBezTo>
                  <a:cubicBezTo>
                    <a:pt x="559" y="129"/>
                    <a:pt x="555" y="112"/>
                    <a:pt x="562" y="103"/>
                  </a:cubicBezTo>
                  <a:cubicBezTo>
                    <a:pt x="573" y="89"/>
                    <a:pt x="600" y="65"/>
                    <a:pt x="600" y="65"/>
                  </a:cubicBezTo>
                  <a:cubicBezTo>
                    <a:pt x="614" y="21"/>
                    <a:pt x="618" y="70"/>
                    <a:pt x="631" y="90"/>
                  </a:cubicBezTo>
                  <a:cubicBezTo>
                    <a:pt x="636" y="66"/>
                    <a:pt x="632" y="0"/>
                    <a:pt x="663" y="46"/>
                  </a:cubicBezTo>
                  <a:cubicBezTo>
                    <a:pt x="677" y="89"/>
                    <a:pt x="677" y="38"/>
                    <a:pt x="682" y="21"/>
                  </a:cubicBezTo>
                  <a:cubicBezTo>
                    <a:pt x="684" y="44"/>
                    <a:pt x="679" y="69"/>
                    <a:pt x="688" y="90"/>
                  </a:cubicBezTo>
                  <a:cubicBezTo>
                    <a:pt x="690" y="96"/>
                    <a:pt x="703" y="89"/>
                    <a:pt x="707" y="84"/>
                  </a:cubicBezTo>
                  <a:cubicBezTo>
                    <a:pt x="718" y="70"/>
                    <a:pt x="721" y="38"/>
                    <a:pt x="733" y="21"/>
                  </a:cubicBezTo>
                  <a:cubicBezTo>
                    <a:pt x="737" y="57"/>
                    <a:pt x="741" y="123"/>
                    <a:pt x="770" y="46"/>
                  </a:cubicBezTo>
                  <a:cubicBezTo>
                    <a:pt x="772" y="54"/>
                    <a:pt x="774" y="63"/>
                    <a:pt x="777" y="71"/>
                  </a:cubicBezTo>
                  <a:cubicBezTo>
                    <a:pt x="780" y="78"/>
                    <a:pt x="782" y="93"/>
                    <a:pt x="789" y="90"/>
                  </a:cubicBezTo>
                  <a:cubicBezTo>
                    <a:pt x="802" y="84"/>
                    <a:pt x="809" y="29"/>
                    <a:pt x="815" y="15"/>
                  </a:cubicBezTo>
                  <a:cubicBezTo>
                    <a:pt x="831" y="37"/>
                    <a:pt x="838" y="56"/>
                    <a:pt x="853" y="78"/>
                  </a:cubicBezTo>
                  <a:cubicBezTo>
                    <a:pt x="857" y="91"/>
                    <a:pt x="860" y="104"/>
                    <a:pt x="865" y="116"/>
                  </a:cubicBezTo>
                  <a:cubicBezTo>
                    <a:pt x="868" y="123"/>
                    <a:pt x="872" y="139"/>
                    <a:pt x="878" y="135"/>
                  </a:cubicBezTo>
                  <a:cubicBezTo>
                    <a:pt x="887" y="129"/>
                    <a:pt x="882" y="114"/>
                    <a:pt x="884" y="103"/>
                  </a:cubicBezTo>
                  <a:cubicBezTo>
                    <a:pt x="886" y="88"/>
                    <a:pt x="888" y="74"/>
                    <a:pt x="890" y="59"/>
                  </a:cubicBezTo>
                  <a:cubicBezTo>
                    <a:pt x="912" y="119"/>
                    <a:pt x="939" y="172"/>
                    <a:pt x="966" y="229"/>
                  </a:cubicBezTo>
                  <a:cubicBezTo>
                    <a:pt x="970" y="216"/>
                    <a:pt x="976" y="204"/>
                    <a:pt x="979" y="191"/>
                  </a:cubicBezTo>
                  <a:cubicBezTo>
                    <a:pt x="984" y="166"/>
                    <a:pt x="991" y="116"/>
                    <a:pt x="991" y="116"/>
                  </a:cubicBezTo>
                  <a:cubicBezTo>
                    <a:pt x="1004" y="135"/>
                    <a:pt x="1010" y="153"/>
                    <a:pt x="1023" y="172"/>
                  </a:cubicBezTo>
                  <a:cubicBezTo>
                    <a:pt x="1028" y="196"/>
                    <a:pt x="1036" y="218"/>
                    <a:pt x="1042" y="242"/>
                  </a:cubicBezTo>
                  <a:cubicBezTo>
                    <a:pt x="1057" y="178"/>
                    <a:pt x="1036" y="242"/>
                    <a:pt x="1061" y="242"/>
                  </a:cubicBezTo>
                  <a:cubicBezTo>
                    <a:pt x="1070" y="242"/>
                    <a:pt x="1070" y="225"/>
                    <a:pt x="1074" y="217"/>
                  </a:cubicBezTo>
                  <a:cubicBezTo>
                    <a:pt x="1090" y="259"/>
                    <a:pt x="1094" y="297"/>
                    <a:pt x="1099" y="343"/>
                  </a:cubicBezTo>
                  <a:cubicBezTo>
                    <a:pt x="1103" y="337"/>
                    <a:pt x="1106" y="318"/>
                    <a:pt x="1111" y="324"/>
                  </a:cubicBezTo>
                  <a:cubicBezTo>
                    <a:pt x="1120" y="336"/>
                    <a:pt x="1117" y="353"/>
                    <a:pt x="1118" y="368"/>
                  </a:cubicBezTo>
                  <a:cubicBezTo>
                    <a:pt x="1123" y="428"/>
                    <a:pt x="1114" y="496"/>
                    <a:pt x="1143" y="551"/>
                  </a:cubicBezTo>
                  <a:cubicBezTo>
                    <a:pt x="1147" y="495"/>
                    <a:pt x="1146" y="456"/>
                    <a:pt x="1162" y="406"/>
                  </a:cubicBezTo>
                  <a:cubicBezTo>
                    <a:pt x="1164" y="440"/>
                    <a:pt x="1162" y="474"/>
                    <a:pt x="1168" y="507"/>
                  </a:cubicBezTo>
                  <a:cubicBezTo>
                    <a:pt x="1170" y="517"/>
                    <a:pt x="1173" y="466"/>
                    <a:pt x="1175" y="476"/>
                  </a:cubicBezTo>
                  <a:cubicBezTo>
                    <a:pt x="1193" y="557"/>
                    <a:pt x="1181" y="645"/>
                    <a:pt x="1194" y="728"/>
                  </a:cubicBezTo>
                  <a:cubicBezTo>
                    <a:pt x="1202" y="669"/>
                    <a:pt x="1198" y="608"/>
                    <a:pt x="1213" y="551"/>
                  </a:cubicBezTo>
                  <a:cubicBezTo>
                    <a:pt x="1216" y="538"/>
                    <a:pt x="1220" y="577"/>
                    <a:pt x="1225" y="589"/>
                  </a:cubicBezTo>
                  <a:cubicBezTo>
                    <a:pt x="1230" y="602"/>
                    <a:pt x="1238" y="614"/>
                    <a:pt x="1244" y="627"/>
                  </a:cubicBezTo>
                  <a:cubicBezTo>
                    <a:pt x="1250" y="652"/>
                    <a:pt x="1247" y="702"/>
                    <a:pt x="1276" y="659"/>
                  </a:cubicBezTo>
                  <a:cubicBezTo>
                    <a:pt x="1280" y="686"/>
                    <a:pt x="1281" y="714"/>
                    <a:pt x="1288" y="741"/>
                  </a:cubicBezTo>
                  <a:cubicBezTo>
                    <a:pt x="1293" y="760"/>
                    <a:pt x="1307" y="798"/>
                    <a:pt x="1307" y="798"/>
                  </a:cubicBezTo>
                  <a:cubicBezTo>
                    <a:pt x="1309" y="789"/>
                    <a:pt x="1313" y="763"/>
                    <a:pt x="1314" y="772"/>
                  </a:cubicBezTo>
                  <a:cubicBezTo>
                    <a:pt x="1319" y="814"/>
                    <a:pt x="1315" y="857"/>
                    <a:pt x="1320" y="899"/>
                  </a:cubicBezTo>
                  <a:cubicBezTo>
                    <a:pt x="1326" y="958"/>
                    <a:pt x="1350" y="1009"/>
                    <a:pt x="1370" y="1063"/>
                  </a:cubicBezTo>
                  <a:cubicBezTo>
                    <a:pt x="1386" y="1024"/>
                    <a:pt x="1394" y="984"/>
                    <a:pt x="1402" y="943"/>
                  </a:cubicBezTo>
                  <a:cubicBezTo>
                    <a:pt x="1411" y="1030"/>
                    <a:pt x="1444" y="1083"/>
                    <a:pt x="1459" y="1164"/>
                  </a:cubicBezTo>
                  <a:cubicBezTo>
                    <a:pt x="1464" y="1128"/>
                    <a:pt x="1465" y="1092"/>
                    <a:pt x="1471" y="1057"/>
                  </a:cubicBezTo>
                  <a:cubicBezTo>
                    <a:pt x="1472" y="1050"/>
                    <a:pt x="1471" y="1038"/>
                    <a:pt x="1478" y="1038"/>
                  </a:cubicBezTo>
                  <a:cubicBezTo>
                    <a:pt x="1484" y="1038"/>
                    <a:pt x="1478" y="1051"/>
                    <a:pt x="1478" y="1057"/>
                  </a:cubicBezTo>
                </a:path>
              </a:pathLst>
            </a:custGeom>
            <a:noFill/>
            <a:ln w="9525" cap="flat" cmpd="sng">
              <a:solidFill>
                <a:srgbClr val="FF3300"/>
              </a:solidFill>
              <a:prstDash val="solid"/>
              <a:round/>
              <a:headEnd/>
              <a:tailEnd/>
            </a:ln>
            <a:effectLst/>
          </p:spPr>
          <p:txBody>
            <a:bodyPr wrap="none" anchor="ctr"/>
            <a:lstStyle/>
            <a:p>
              <a:endParaRPr lang="en-GB" sz="1600"/>
            </a:p>
          </p:txBody>
        </p:sp>
        <p:sp>
          <p:nvSpPr>
            <p:cNvPr id="135445" name="Freeform 277"/>
            <p:cNvSpPr>
              <a:spLocks/>
            </p:cNvSpPr>
            <p:nvPr/>
          </p:nvSpPr>
          <p:spPr bwMode="auto">
            <a:xfrm>
              <a:off x="1918" y="2583"/>
              <a:ext cx="1492" cy="1162"/>
            </a:xfrm>
            <a:custGeom>
              <a:avLst/>
              <a:gdLst/>
              <a:ahLst/>
              <a:cxnLst>
                <a:cxn ang="0">
                  <a:pos x="34" y="1093"/>
                </a:cxn>
                <a:cxn ang="0">
                  <a:pos x="72" y="1093"/>
                </a:cxn>
                <a:cxn ang="0">
                  <a:pos x="91" y="1112"/>
                </a:cxn>
                <a:cxn ang="0">
                  <a:pos x="160" y="1086"/>
                </a:cxn>
                <a:cxn ang="0">
                  <a:pos x="173" y="1124"/>
                </a:cxn>
                <a:cxn ang="0">
                  <a:pos x="223" y="1143"/>
                </a:cxn>
                <a:cxn ang="0">
                  <a:pos x="287" y="1143"/>
                </a:cxn>
                <a:cxn ang="0">
                  <a:pos x="337" y="1162"/>
                </a:cxn>
                <a:cxn ang="0">
                  <a:pos x="369" y="1124"/>
                </a:cxn>
                <a:cxn ang="0">
                  <a:pos x="432" y="1105"/>
                </a:cxn>
                <a:cxn ang="0">
                  <a:pos x="495" y="1068"/>
                </a:cxn>
                <a:cxn ang="0">
                  <a:pos x="533" y="1061"/>
                </a:cxn>
                <a:cxn ang="0">
                  <a:pos x="571" y="1061"/>
                </a:cxn>
                <a:cxn ang="0">
                  <a:pos x="590" y="1074"/>
                </a:cxn>
                <a:cxn ang="0">
                  <a:pos x="621" y="954"/>
                </a:cxn>
                <a:cxn ang="0">
                  <a:pos x="628" y="973"/>
                </a:cxn>
                <a:cxn ang="0">
                  <a:pos x="634" y="948"/>
                </a:cxn>
                <a:cxn ang="0">
                  <a:pos x="647" y="922"/>
                </a:cxn>
                <a:cxn ang="0">
                  <a:pos x="691" y="809"/>
                </a:cxn>
                <a:cxn ang="0">
                  <a:pos x="741" y="657"/>
                </a:cxn>
                <a:cxn ang="0">
                  <a:pos x="767" y="606"/>
                </a:cxn>
                <a:cxn ang="0">
                  <a:pos x="798" y="531"/>
                </a:cxn>
                <a:cxn ang="0">
                  <a:pos x="805" y="499"/>
                </a:cxn>
                <a:cxn ang="0">
                  <a:pos x="811" y="480"/>
                </a:cxn>
                <a:cxn ang="0">
                  <a:pos x="823" y="430"/>
                </a:cxn>
                <a:cxn ang="0">
                  <a:pos x="861" y="329"/>
                </a:cxn>
                <a:cxn ang="0">
                  <a:pos x="956" y="120"/>
                </a:cxn>
                <a:cxn ang="0">
                  <a:pos x="988" y="101"/>
                </a:cxn>
                <a:cxn ang="0">
                  <a:pos x="1007" y="63"/>
                </a:cxn>
                <a:cxn ang="0">
                  <a:pos x="1013" y="89"/>
                </a:cxn>
                <a:cxn ang="0">
                  <a:pos x="1019" y="108"/>
                </a:cxn>
                <a:cxn ang="0">
                  <a:pos x="1057" y="57"/>
                </a:cxn>
                <a:cxn ang="0">
                  <a:pos x="1063" y="89"/>
                </a:cxn>
                <a:cxn ang="0">
                  <a:pos x="1070" y="114"/>
                </a:cxn>
                <a:cxn ang="0">
                  <a:pos x="1095" y="82"/>
                </a:cxn>
                <a:cxn ang="0">
                  <a:pos x="1101" y="57"/>
                </a:cxn>
                <a:cxn ang="0">
                  <a:pos x="1108" y="38"/>
                </a:cxn>
                <a:cxn ang="0">
                  <a:pos x="1127" y="82"/>
                </a:cxn>
                <a:cxn ang="0">
                  <a:pos x="1146" y="57"/>
                </a:cxn>
                <a:cxn ang="0">
                  <a:pos x="1152" y="32"/>
                </a:cxn>
                <a:cxn ang="0">
                  <a:pos x="1171" y="82"/>
                </a:cxn>
                <a:cxn ang="0">
                  <a:pos x="1215" y="25"/>
                </a:cxn>
                <a:cxn ang="0">
                  <a:pos x="1259" y="13"/>
                </a:cxn>
                <a:cxn ang="0">
                  <a:pos x="1291" y="44"/>
                </a:cxn>
                <a:cxn ang="0">
                  <a:pos x="1303" y="19"/>
                </a:cxn>
                <a:cxn ang="0">
                  <a:pos x="1335" y="57"/>
                </a:cxn>
                <a:cxn ang="0">
                  <a:pos x="1392" y="0"/>
                </a:cxn>
                <a:cxn ang="0">
                  <a:pos x="1417" y="76"/>
                </a:cxn>
                <a:cxn ang="0">
                  <a:pos x="1442" y="70"/>
                </a:cxn>
                <a:cxn ang="0">
                  <a:pos x="1461" y="70"/>
                </a:cxn>
                <a:cxn ang="0">
                  <a:pos x="1474" y="133"/>
                </a:cxn>
                <a:cxn ang="0">
                  <a:pos x="1487" y="120"/>
                </a:cxn>
              </a:cxnLst>
              <a:rect l="0" t="0" r="r" b="b"/>
              <a:pathLst>
                <a:path w="1492" h="1162">
                  <a:moveTo>
                    <a:pt x="34" y="1093"/>
                  </a:moveTo>
                  <a:cubicBezTo>
                    <a:pt x="106" y="1138"/>
                    <a:pt x="0" y="1080"/>
                    <a:pt x="72" y="1093"/>
                  </a:cubicBezTo>
                  <a:cubicBezTo>
                    <a:pt x="81" y="1095"/>
                    <a:pt x="85" y="1106"/>
                    <a:pt x="91" y="1112"/>
                  </a:cubicBezTo>
                  <a:cubicBezTo>
                    <a:pt x="108" y="1103"/>
                    <a:pt x="141" y="1084"/>
                    <a:pt x="160" y="1086"/>
                  </a:cubicBezTo>
                  <a:cubicBezTo>
                    <a:pt x="161" y="1086"/>
                    <a:pt x="173" y="1123"/>
                    <a:pt x="173" y="1124"/>
                  </a:cubicBezTo>
                  <a:cubicBezTo>
                    <a:pt x="223" y="1112"/>
                    <a:pt x="180" y="1129"/>
                    <a:pt x="223" y="1143"/>
                  </a:cubicBezTo>
                  <a:cubicBezTo>
                    <a:pt x="281" y="1121"/>
                    <a:pt x="264" y="1109"/>
                    <a:pt x="287" y="1143"/>
                  </a:cubicBezTo>
                  <a:cubicBezTo>
                    <a:pt x="337" y="1131"/>
                    <a:pt x="327" y="1099"/>
                    <a:pt x="337" y="1162"/>
                  </a:cubicBezTo>
                  <a:cubicBezTo>
                    <a:pt x="349" y="1150"/>
                    <a:pt x="354" y="1132"/>
                    <a:pt x="369" y="1124"/>
                  </a:cubicBezTo>
                  <a:cubicBezTo>
                    <a:pt x="388" y="1114"/>
                    <a:pt x="411" y="1113"/>
                    <a:pt x="432" y="1105"/>
                  </a:cubicBezTo>
                  <a:cubicBezTo>
                    <a:pt x="471" y="1162"/>
                    <a:pt x="468" y="1081"/>
                    <a:pt x="495" y="1068"/>
                  </a:cubicBezTo>
                  <a:cubicBezTo>
                    <a:pt x="507" y="1062"/>
                    <a:pt x="520" y="1063"/>
                    <a:pt x="533" y="1061"/>
                  </a:cubicBezTo>
                  <a:cubicBezTo>
                    <a:pt x="577" y="994"/>
                    <a:pt x="545" y="1028"/>
                    <a:pt x="571" y="1061"/>
                  </a:cubicBezTo>
                  <a:cubicBezTo>
                    <a:pt x="576" y="1067"/>
                    <a:pt x="584" y="1070"/>
                    <a:pt x="590" y="1074"/>
                  </a:cubicBezTo>
                  <a:cubicBezTo>
                    <a:pt x="600" y="1033"/>
                    <a:pt x="614" y="996"/>
                    <a:pt x="621" y="954"/>
                  </a:cubicBezTo>
                  <a:cubicBezTo>
                    <a:pt x="623" y="960"/>
                    <a:pt x="622" y="976"/>
                    <a:pt x="628" y="973"/>
                  </a:cubicBezTo>
                  <a:cubicBezTo>
                    <a:pt x="636" y="969"/>
                    <a:pt x="631" y="956"/>
                    <a:pt x="634" y="948"/>
                  </a:cubicBezTo>
                  <a:cubicBezTo>
                    <a:pt x="637" y="939"/>
                    <a:pt x="643" y="931"/>
                    <a:pt x="647" y="922"/>
                  </a:cubicBezTo>
                  <a:cubicBezTo>
                    <a:pt x="664" y="883"/>
                    <a:pt x="665" y="843"/>
                    <a:pt x="691" y="809"/>
                  </a:cubicBezTo>
                  <a:cubicBezTo>
                    <a:pt x="707" y="758"/>
                    <a:pt x="725" y="708"/>
                    <a:pt x="741" y="657"/>
                  </a:cubicBezTo>
                  <a:cubicBezTo>
                    <a:pt x="747" y="639"/>
                    <a:pt x="760" y="624"/>
                    <a:pt x="767" y="606"/>
                  </a:cubicBezTo>
                  <a:cubicBezTo>
                    <a:pt x="773" y="575"/>
                    <a:pt x="784" y="559"/>
                    <a:pt x="798" y="531"/>
                  </a:cubicBezTo>
                  <a:cubicBezTo>
                    <a:pt x="800" y="520"/>
                    <a:pt x="802" y="510"/>
                    <a:pt x="805" y="499"/>
                  </a:cubicBezTo>
                  <a:cubicBezTo>
                    <a:pt x="807" y="493"/>
                    <a:pt x="809" y="486"/>
                    <a:pt x="811" y="480"/>
                  </a:cubicBezTo>
                  <a:cubicBezTo>
                    <a:pt x="815" y="463"/>
                    <a:pt x="823" y="430"/>
                    <a:pt x="823" y="430"/>
                  </a:cubicBezTo>
                  <a:cubicBezTo>
                    <a:pt x="829" y="374"/>
                    <a:pt x="816" y="351"/>
                    <a:pt x="861" y="329"/>
                  </a:cubicBezTo>
                  <a:cubicBezTo>
                    <a:pt x="879" y="256"/>
                    <a:pt x="921" y="187"/>
                    <a:pt x="956" y="120"/>
                  </a:cubicBezTo>
                  <a:cubicBezTo>
                    <a:pt x="967" y="153"/>
                    <a:pt x="958" y="145"/>
                    <a:pt x="988" y="101"/>
                  </a:cubicBezTo>
                  <a:cubicBezTo>
                    <a:pt x="1003" y="79"/>
                    <a:pt x="998" y="86"/>
                    <a:pt x="1007" y="63"/>
                  </a:cubicBezTo>
                  <a:cubicBezTo>
                    <a:pt x="1009" y="72"/>
                    <a:pt x="1011" y="80"/>
                    <a:pt x="1013" y="89"/>
                  </a:cubicBezTo>
                  <a:cubicBezTo>
                    <a:pt x="1015" y="95"/>
                    <a:pt x="1014" y="112"/>
                    <a:pt x="1019" y="108"/>
                  </a:cubicBezTo>
                  <a:cubicBezTo>
                    <a:pt x="1036" y="96"/>
                    <a:pt x="1057" y="57"/>
                    <a:pt x="1057" y="57"/>
                  </a:cubicBezTo>
                  <a:cubicBezTo>
                    <a:pt x="1059" y="68"/>
                    <a:pt x="1061" y="78"/>
                    <a:pt x="1063" y="89"/>
                  </a:cubicBezTo>
                  <a:cubicBezTo>
                    <a:pt x="1065" y="97"/>
                    <a:pt x="1062" y="116"/>
                    <a:pt x="1070" y="114"/>
                  </a:cubicBezTo>
                  <a:cubicBezTo>
                    <a:pt x="1083" y="111"/>
                    <a:pt x="1087" y="93"/>
                    <a:pt x="1095" y="82"/>
                  </a:cubicBezTo>
                  <a:cubicBezTo>
                    <a:pt x="1097" y="74"/>
                    <a:pt x="1099" y="65"/>
                    <a:pt x="1101" y="57"/>
                  </a:cubicBezTo>
                  <a:cubicBezTo>
                    <a:pt x="1103" y="51"/>
                    <a:pt x="1102" y="36"/>
                    <a:pt x="1108" y="38"/>
                  </a:cubicBezTo>
                  <a:cubicBezTo>
                    <a:pt x="1112" y="39"/>
                    <a:pt x="1125" y="76"/>
                    <a:pt x="1127" y="82"/>
                  </a:cubicBezTo>
                  <a:cubicBezTo>
                    <a:pt x="1133" y="74"/>
                    <a:pt x="1141" y="66"/>
                    <a:pt x="1146" y="57"/>
                  </a:cubicBezTo>
                  <a:cubicBezTo>
                    <a:pt x="1150" y="49"/>
                    <a:pt x="1144" y="29"/>
                    <a:pt x="1152" y="32"/>
                  </a:cubicBezTo>
                  <a:cubicBezTo>
                    <a:pt x="1156" y="33"/>
                    <a:pt x="1168" y="74"/>
                    <a:pt x="1171" y="82"/>
                  </a:cubicBezTo>
                  <a:cubicBezTo>
                    <a:pt x="1195" y="67"/>
                    <a:pt x="1198" y="49"/>
                    <a:pt x="1215" y="25"/>
                  </a:cubicBezTo>
                  <a:cubicBezTo>
                    <a:pt x="1239" y="60"/>
                    <a:pt x="1244" y="44"/>
                    <a:pt x="1259" y="13"/>
                  </a:cubicBezTo>
                  <a:cubicBezTo>
                    <a:pt x="1269" y="48"/>
                    <a:pt x="1254" y="81"/>
                    <a:pt x="1291" y="44"/>
                  </a:cubicBezTo>
                  <a:cubicBezTo>
                    <a:pt x="1295" y="36"/>
                    <a:pt x="1294" y="21"/>
                    <a:pt x="1303" y="19"/>
                  </a:cubicBezTo>
                  <a:cubicBezTo>
                    <a:pt x="1310" y="18"/>
                    <a:pt x="1332" y="53"/>
                    <a:pt x="1335" y="57"/>
                  </a:cubicBezTo>
                  <a:cubicBezTo>
                    <a:pt x="1363" y="42"/>
                    <a:pt x="1374" y="26"/>
                    <a:pt x="1392" y="0"/>
                  </a:cubicBezTo>
                  <a:cubicBezTo>
                    <a:pt x="1397" y="29"/>
                    <a:pt x="1401" y="51"/>
                    <a:pt x="1417" y="76"/>
                  </a:cubicBezTo>
                  <a:cubicBezTo>
                    <a:pt x="1425" y="74"/>
                    <a:pt x="1435" y="75"/>
                    <a:pt x="1442" y="70"/>
                  </a:cubicBezTo>
                  <a:cubicBezTo>
                    <a:pt x="1459" y="56"/>
                    <a:pt x="1437" y="32"/>
                    <a:pt x="1461" y="70"/>
                  </a:cubicBezTo>
                  <a:cubicBezTo>
                    <a:pt x="1477" y="159"/>
                    <a:pt x="1460" y="67"/>
                    <a:pt x="1474" y="133"/>
                  </a:cubicBezTo>
                  <a:cubicBezTo>
                    <a:pt x="1492" y="217"/>
                    <a:pt x="1487" y="222"/>
                    <a:pt x="1487" y="120"/>
                  </a:cubicBezTo>
                </a:path>
              </a:pathLst>
            </a:custGeom>
            <a:noFill/>
            <a:ln w="9525" cap="flat" cmpd="sng">
              <a:solidFill>
                <a:srgbClr val="FF3300"/>
              </a:solidFill>
              <a:prstDash val="solid"/>
              <a:round/>
              <a:headEnd/>
              <a:tailEnd/>
            </a:ln>
            <a:effectLst/>
          </p:spPr>
          <p:txBody>
            <a:bodyPr wrap="none" anchor="ctr"/>
            <a:lstStyle/>
            <a:p>
              <a:endParaRPr lang="en-GB" sz="1600"/>
            </a:p>
          </p:txBody>
        </p:sp>
        <p:sp>
          <p:nvSpPr>
            <p:cNvPr id="135446" name="Freeform 278"/>
            <p:cNvSpPr>
              <a:spLocks/>
            </p:cNvSpPr>
            <p:nvPr/>
          </p:nvSpPr>
          <p:spPr bwMode="auto">
            <a:xfrm>
              <a:off x="1999" y="2533"/>
              <a:ext cx="1349" cy="1269"/>
            </a:xfrm>
            <a:custGeom>
              <a:avLst/>
              <a:gdLst/>
              <a:ahLst/>
              <a:cxnLst>
                <a:cxn ang="0">
                  <a:pos x="4" y="151"/>
                </a:cxn>
                <a:cxn ang="0">
                  <a:pos x="42" y="95"/>
                </a:cxn>
                <a:cxn ang="0">
                  <a:pos x="67" y="57"/>
                </a:cxn>
                <a:cxn ang="0">
                  <a:pos x="73" y="76"/>
                </a:cxn>
                <a:cxn ang="0">
                  <a:pos x="67" y="95"/>
                </a:cxn>
                <a:cxn ang="0">
                  <a:pos x="99" y="38"/>
                </a:cxn>
                <a:cxn ang="0">
                  <a:pos x="143" y="13"/>
                </a:cxn>
                <a:cxn ang="0">
                  <a:pos x="149" y="69"/>
                </a:cxn>
                <a:cxn ang="0">
                  <a:pos x="168" y="63"/>
                </a:cxn>
                <a:cxn ang="0">
                  <a:pos x="200" y="19"/>
                </a:cxn>
                <a:cxn ang="0">
                  <a:pos x="212" y="101"/>
                </a:cxn>
                <a:cxn ang="0">
                  <a:pos x="231" y="63"/>
                </a:cxn>
                <a:cxn ang="0">
                  <a:pos x="257" y="0"/>
                </a:cxn>
                <a:cxn ang="0">
                  <a:pos x="263" y="95"/>
                </a:cxn>
                <a:cxn ang="0">
                  <a:pos x="295" y="82"/>
                </a:cxn>
                <a:cxn ang="0">
                  <a:pos x="320" y="31"/>
                </a:cxn>
                <a:cxn ang="0">
                  <a:pos x="358" y="63"/>
                </a:cxn>
                <a:cxn ang="0">
                  <a:pos x="383" y="145"/>
                </a:cxn>
                <a:cxn ang="0">
                  <a:pos x="402" y="126"/>
                </a:cxn>
                <a:cxn ang="0">
                  <a:pos x="408" y="107"/>
                </a:cxn>
                <a:cxn ang="0">
                  <a:pos x="433" y="164"/>
                </a:cxn>
                <a:cxn ang="0">
                  <a:pos x="452" y="189"/>
                </a:cxn>
                <a:cxn ang="0">
                  <a:pos x="478" y="158"/>
                </a:cxn>
                <a:cxn ang="0">
                  <a:pos x="484" y="133"/>
                </a:cxn>
                <a:cxn ang="0">
                  <a:pos x="497" y="151"/>
                </a:cxn>
                <a:cxn ang="0">
                  <a:pos x="516" y="227"/>
                </a:cxn>
                <a:cxn ang="0">
                  <a:pos x="547" y="259"/>
                </a:cxn>
                <a:cxn ang="0">
                  <a:pos x="553" y="335"/>
                </a:cxn>
                <a:cxn ang="0">
                  <a:pos x="572" y="322"/>
                </a:cxn>
                <a:cxn ang="0">
                  <a:pos x="579" y="341"/>
                </a:cxn>
                <a:cxn ang="0">
                  <a:pos x="604" y="474"/>
                </a:cxn>
                <a:cxn ang="0">
                  <a:pos x="629" y="398"/>
                </a:cxn>
                <a:cxn ang="0">
                  <a:pos x="673" y="606"/>
                </a:cxn>
                <a:cxn ang="0">
                  <a:pos x="699" y="657"/>
                </a:cxn>
                <a:cxn ang="0">
                  <a:pos x="718" y="638"/>
                </a:cxn>
                <a:cxn ang="0">
                  <a:pos x="737" y="663"/>
                </a:cxn>
                <a:cxn ang="0">
                  <a:pos x="756" y="859"/>
                </a:cxn>
                <a:cxn ang="0">
                  <a:pos x="781" y="859"/>
                </a:cxn>
                <a:cxn ang="0">
                  <a:pos x="800" y="941"/>
                </a:cxn>
                <a:cxn ang="0">
                  <a:pos x="831" y="979"/>
                </a:cxn>
                <a:cxn ang="0">
                  <a:pos x="983" y="1225"/>
                </a:cxn>
                <a:cxn ang="0">
                  <a:pos x="995" y="1244"/>
                </a:cxn>
                <a:cxn ang="0">
                  <a:pos x="1059" y="1175"/>
                </a:cxn>
                <a:cxn ang="0">
                  <a:pos x="1078" y="1244"/>
                </a:cxn>
                <a:cxn ang="0">
                  <a:pos x="1135" y="1225"/>
                </a:cxn>
                <a:cxn ang="0">
                  <a:pos x="1198" y="1149"/>
                </a:cxn>
                <a:cxn ang="0">
                  <a:pos x="1204" y="1181"/>
                </a:cxn>
                <a:cxn ang="0">
                  <a:pos x="1210" y="1206"/>
                </a:cxn>
                <a:cxn ang="0">
                  <a:pos x="1236" y="1194"/>
                </a:cxn>
                <a:cxn ang="0">
                  <a:pos x="1261" y="1194"/>
                </a:cxn>
                <a:cxn ang="0">
                  <a:pos x="1280" y="1181"/>
                </a:cxn>
                <a:cxn ang="0">
                  <a:pos x="1305" y="1124"/>
                </a:cxn>
                <a:cxn ang="0">
                  <a:pos x="1330" y="1130"/>
                </a:cxn>
                <a:cxn ang="0">
                  <a:pos x="1349" y="1137"/>
                </a:cxn>
                <a:cxn ang="0">
                  <a:pos x="1330" y="1143"/>
                </a:cxn>
                <a:cxn ang="0">
                  <a:pos x="1273" y="1156"/>
                </a:cxn>
              </a:cxnLst>
              <a:rect l="0" t="0" r="r" b="b"/>
              <a:pathLst>
                <a:path w="1349" h="1269">
                  <a:moveTo>
                    <a:pt x="4" y="151"/>
                  </a:moveTo>
                  <a:cubicBezTo>
                    <a:pt x="46" y="82"/>
                    <a:pt x="0" y="155"/>
                    <a:pt x="42" y="95"/>
                  </a:cubicBezTo>
                  <a:cubicBezTo>
                    <a:pt x="51" y="83"/>
                    <a:pt x="67" y="57"/>
                    <a:pt x="67" y="57"/>
                  </a:cubicBezTo>
                  <a:cubicBezTo>
                    <a:pt x="69" y="63"/>
                    <a:pt x="73" y="69"/>
                    <a:pt x="73" y="76"/>
                  </a:cubicBezTo>
                  <a:cubicBezTo>
                    <a:pt x="73" y="83"/>
                    <a:pt x="64" y="101"/>
                    <a:pt x="67" y="95"/>
                  </a:cubicBezTo>
                  <a:cubicBezTo>
                    <a:pt x="103" y="28"/>
                    <a:pt x="56" y="95"/>
                    <a:pt x="99" y="38"/>
                  </a:cubicBezTo>
                  <a:cubicBezTo>
                    <a:pt x="112" y="81"/>
                    <a:pt x="118" y="36"/>
                    <a:pt x="143" y="13"/>
                  </a:cubicBezTo>
                  <a:cubicBezTo>
                    <a:pt x="145" y="32"/>
                    <a:pt x="141" y="52"/>
                    <a:pt x="149" y="69"/>
                  </a:cubicBezTo>
                  <a:cubicBezTo>
                    <a:pt x="152" y="75"/>
                    <a:pt x="163" y="68"/>
                    <a:pt x="168" y="63"/>
                  </a:cubicBezTo>
                  <a:cubicBezTo>
                    <a:pt x="181" y="50"/>
                    <a:pt x="200" y="19"/>
                    <a:pt x="200" y="19"/>
                  </a:cubicBezTo>
                  <a:cubicBezTo>
                    <a:pt x="208" y="45"/>
                    <a:pt x="192" y="81"/>
                    <a:pt x="212" y="101"/>
                  </a:cubicBezTo>
                  <a:cubicBezTo>
                    <a:pt x="222" y="111"/>
                    <a:pt x="225" y="76"/>
                    <a:pt x="231" y="63"/>
                  </a:cubicBezTo>
                  <a:cubicBezTo>
                    <a:pt x="240" y="42"/>
                    <a:pt x="249" y="21"/>
                    <a:pt x="257" y="0"/>
                  </a:cubicBezTo>
                  <a:cubicBezTo>
                    <a:pt x="259" y="32"/>
                    <a:pt x="250" y="66"/>
                    <a:pt x="263" y="95"/>
                  </a:cubicBezTo>
                  <a:cubicBezTo>
                    <a:pt x="268" y="105"/>
                    <a:pt x="287" y="90"/>
                    <a:pt x="295" y="82"/>
                  </a:cubicBezTo>
                  <a:cubicBezTo>
                    <a:pt x="308" y="68"/>
                    <a:pt x="309" y="47"/>
                    <a:pt x="320" y="31"/>
                  </a:cubicBezTo>
                  <a:cubicBezTo>
                    <a:pt x="325" y="93"/>
                    <a:pt x="324" y="147"/>
                    <a:pt x="358" y="63"/>
                  </a:cubicBezTo>
                  <a:cubicBezTo>
                    <a:pt x="367" y="90"/>
                    <a:pt x="374" y="118"/>
                    <a:pt x="383" y="145"/>
                  </a:cubicBezTo>
                  <a:cubicBezTo>
                    <a:pt x="389" y="139"/>
                    <a:pt x="397" y="133"/>
                    <a:pt x="402" y="126"/>
                  </a:cubicBezTo>
                  <a:cubicBezTo>
                    <a:pt x="406" y="120"/>
                    <a:pt x="403" y="103"/>
                    <a:pt x="408" y="107"/>
                  </a:cubicBezTo>
                  <a:cubicBezTo>
                    <a:pt x="419" y="115"/>
                    <a:pt x="428" y="148"/>
                    <a:pt x="433" y="164"/>
                  </a:cubicBezTo>
                  <a:cubicBezTo>
                    <a:pt x="444" y="244"/>
                    <a:pt x="431" y="220"/>
                    <a:pt x="452" y="189"/>
                  </a:cubicBezTo>
                  <a:cubicBezTo>
                    <a:pt x="459" y="178"/>
                    <a:pt x="469" y="168"/>
                    <a:pt x="478" y="158"/>
                  </a:cubicBezTo>
                  <a:cubicBezTo>
                    <a:pt x="480" y="150"/>
                    <a:pt x="476" y="136"/>
                    <a:pt x="484" y="133"/>
                  </a:cubicBezTo>
                  <a:cubicBezTo>
                    <a:pt x="491" y="130"/>
                    <a:pt x="494" y="144"/>
                    <a:pt x="497" y="151"/>
                  </a:cubicBezTo>
                  <a:cubicBezTo>
                    <a:pt x="507" y="175"/>
                    <a:pt x="507" y="203"/>
                    <a:pt x="516" y="227"/>
                  </a:cubicBezTo>
                  <a:cubicBezTo>
                    <a:pt x="555" y="176"/>
                    <a:pt x="538" y="223"/>
                    <a:pt x="547" y="259"/>
                  </a:cubicBezTo>
                  <a:cubicBezTo>
                    <a:pt x="549" y="284"/>
                    <a:pt x="544" y="311"/>
                    <a:pt x="553" y="335"/>
                  </a:cubicBezTo>
                  <a:cubicBezTo>
                    <a:pt x="556" y="342"/>
                    <a:pt x="565" y="320"/>
                    <a:pt x="572" y="322"/>
                  </a:cubicBezTo>
                  <a:cubicBezTo>
                    <a:pt x="579" y="324"/>
                    <a:pt x="577" y="335"/>
                    <a:pt x="579" y="341"/>
                  </a:cubicBezTo>
                  <a:cubicBezTo>
                    <a:pt x="603" y="265"/>
                    <a:pt x="581" y="428"/>
                    <a:pt x="604" y="474"/>
                  </a:cubicBezTo>
                  <a:cubicBezTo>
                    <a:pt x="610" y="444"/>
                    <a:pt x="616" y="425"/>
                    <a:pt x="629" y="398"/>
                  </a:cubicBezTo>
                  <a:cubicBezTo>
                    <a:pt x="652" y="465"/>
                    <a:pt x="652" y="538"/>
                    <a:pt x="673" y="606"/>
                  </a:cubicBezTo>
                  <a:cubicBezTo>
                    <a:pt x="699" y="544"/>
                    <a:pt x="687" y="463"/>
                    <a:pt x="699" y="657"/>
                  </a:cubicBezTo>
                  <a:cubicBezTo>
                    <a:pt x="705" y="651"/>
                    <a:pt x="714" y="630"/>
                    <a:pt x="718" y="638"/>
                  </a:cubicBezTo>
                  <a:cubicBezTo>
                    <a:pt x="738" y="683"/>
                    <a:pt x="709" y="772"/>
                    <a:pt x="737" y="663"/>
                  </a:cubicBezTo>
                  <a:cubicBezTo>
                    <a:pt x="741" y="765"/>
                    <a:pt x="742" y="782"/>
                    <a:pt x="756" y="859"/>
                  </a:cubicBezTo>
                  <a:cubicBezTo>
                    <a:pt x="759" y="847"/>
                    <a:pt x="764" y="798"/>
                    <a:pt x="781" y="859"/>
                  </a:cubicBezTo>
                  <a:cubicBezTo>
                    <a:pt x="811" y="963"/>
                    <a:pt x="767" y="892"/>
                    <a:pt x="800" y="941"/>
                  </a:cubicBezTo>
                  <a:cubicBezTo>
                    <a:pt x="811" y="975"/>
                    <a:pt x="789" y="1021"/>
                    <a:pt x="831" y="979"/>
                  </a:cubicBezTo>
                  <a:cubicBezTo>
                    <a:pt x="862" y="1040"/>
                    <a:pt x="953" y="1165"/>
                    <a:pt x="983" y="1225"/>
                  </a:cubicBezTo>
                  <a:cubicBezTo>
                    <a:pt x="1010" y="1269"/>
                    <a:pt x="982" y="1252"/>
                    <a:pt x="995" y="1244"/>
                  </a:cubicBezTo>
                  <a:cubicBezTo>
                    <a:pt x="1013" y="1190"/>
                    <a:pt x="1027" y="1222"/>
                    <a:pt x="1059" y="1175"/>
                  </a:cubicBezTo>
                  <a:cubicBezTo>
                    <a:pt x="1074" y="1223"/>
                    <a:pt x="1068" y="1200"/>
                    <a:pt x="1078" y="1244"/>
                  </a:cubicBezTo>
                  <a:cubicBezTo>
                    <a:pt x="1109" y="1223"/>
                    <a:pt x="1109" y="1186"/>
                    <a:pt x="1135" y="1225"/>
                  </a:cubicBezTo>
                  <a:cubicBezTo>
                    <a:pt x="1164" y="1203"/>
                    <a:pt x="1175" y="1178"/>
                    <a:pt x="1198" y="1149"/>
                  </a:cubicBezTo>
                  <a:cubicBezTo>
                    <a:pt x="1200" y="1160"/>
                    <a:pt x="1202" y="1170"/>
                    <a:pt x="1204" y="1181"/>
                  </a:cubicBezTo>
                  <a:cubicBezTo>
                    <a:pt x="1206" y="1189"/>
                    <a:pt x="1202" y="1203"/>
                    <a:pt x="1210" y="1206"/>
                  </a:cubicBezTo>
                  <a:cubicBezTo>
                    <a:pt x="1219" y="1210"/>
                    <a:pt x="1227" y="1198"/>
                    <a:pt x="1236" y="1194"/>
                  </a:cubicBezTo>
                  <a:cubicBezTo>
                    <a:pt x="1264" y="1149"/>
                    <a:pt x="1231" y="1188"/>
                    <a:pt x="1261" y="1194"/>
                  </a:cubicBezTo>
                  <a:cubicBezTo>
                    <a:pt x="1269" y="1195"/>
                    <a:pt x="1274" y="1185"/>
                    <a:pt x="1280" y="1181"/>
                  </a:cubicBezTo>
                  <a:cubicBezTo>
                    <a:pt x="1292" y="1162"/>
                    <a:pt x="1298" y="1145"/>
                    <a:pt x="1305" y="1124"/>
                  </a:cubicBezTo>
                  <a:cubicBezTo>
                    <a:pt x="1317" y="1187"/>
                    <a:pt x="1301" y="1145"/>
                    <a:pt x="1330" y="1130"/>
                  </a:cubicBezTo>
                  <a:cubicBezTo>
                    <a:pt x="1336" y="1127"/>
                    <a:pt x="1343" y="1135"/>
                    <a:pt x="1349" y="1137"/>
                  </a:cubicBezTo>
                  <a:cubicBezTo>
                    <a:pt x="1349" y="1137"/>
                    <a:pt x="1336" y="1140"/>
                    <a:pt x="1330" y="1143"/>
                  </a:cubicBezTo>
                  <a:cubicBezTo>
                    <a:pt x="1288" y="1161"/>
                    <a:pt x="1322" y="1156"/>
                    <a:pt x="1273" y="1156"/>
                  </a:cubicBezTo>
                </a:path>
              </a:pathLst>
            </a:custGeom>
            <a:noFill/>
            <a:ln w="9525" cap="flat" cmpd="sng">
              <a:solidFill>
                <a:srgbClr val="FF3300"/>
              </a:solidFill>
              <a:prstDash val="solid"/>
              <a:round/>
              <a:headEnd/>
              <a:tailEnd/>
            </a:ln>
            <a:effectLst/>
          </p:spPr>
          <p:txBody>
            <a:bodyPr wrap="none" anchor="ctr"/>
            <a:lstStyle/>
            <a:p>
              <a:endParaRPr lang="en-GB" sz="1600"/>
            </a:p>
          </p:txBody>
        </p:sp>
        <p:sp>
          <p:nvSpPr>
            <p:cNvPr id="135447" name="Freeform 279"/>
            <p:cNvSpPr>
              <a:spLocks/>
            </p:cNvSpPr>
            <p:nvPr/>
          </p:nvSpPr>
          <p:spPr bwMode="auto">
            <a:xfrm>
              <a:off x="2047" y="2559"/>
              <a:ext cx="1396" cy="1206"/>
            </a:xfrm>
            <a:custGeom>
              <a:avLst/>
              <a:gdLst/>
              <a:ahLst/>
              <a:cxnLst>
                <a:cxn ang="0">
                  <a:pos x="0" y="156"/>
                </a:cxn>
                <a:cxn ang="0">
                  <a:pos x="50" y="81"/>
                </a:cxn>
                <a:cxn ang="0">
                  <a:pos x="76" y="62"/>
                </a:cxn>
                <a:cxn ang="0">
                  <a:pos x="107" y="17"/>
                </a:cxn>
                <a:cxn ang="0">
                  <a:pos x="139" y="100"/>
                </a:cxn>
                <a:cxn ang="0">
                  <a:pos x="196" y="74"/>
                </a:cxn>
                <a:cxn ang="0">
                  <a:pos x="240" y="43"/>
                </a:cxn>
                <a:cxn ang="0">
                  <a:pos x="253" y="93"/>
                </a:cxn>
                <a:cxn ang="0">
                  <a:pos x="303" y="68"/>
                </a:cxn>
                <a:cxn ang="0">
                  <a:pos x="328" y="112"/>
                </a:cxn>
                <a:cxn ang="0">
                  <a:pos x="379" y="62"/>
                </a:cxn>
                <a:cxn ang="0">
                  <a:pos x="417" y="125"/>
                </a:cxn>
                <a:cxn ang="0">
                  <a:pos x="429" y="106"/>
                </a:cxn>
                <a:cxn ang="0">
                  <a:pos x="436" y="137"/>
                </a:cxn>
                <a:cxn ang="0">
                  <a:pos x="455" y="207"/>
                </a:cxn>
                <a:cxn ang="0">
                  <a:pos x="486" y="213"/>
                </a:cxn>
                <a:cxn ang="0">
                  <a:pos x="518" y="207"/>
                </a:cxn>
                <a:cxn ang="0">
                  <a:pos x="524" y="226"/>
                </a:cxn>
                <a:cxn ang="0">
                  <a:pos x="543" y="232"/>
                </a:cxn>
                <a:cxn ang="0">
                  <a:pos x="549" y="283"/>
                </a:cxn>
                <a:cxn ang="0">
                  <a:pos x="562" y="321"/>
                </a:cxn>
                <a:cxn ang="0">
                  <a:pos x="606" y="359"/>
                </a:cxn>
                <a:cxn ang="0">
                  <a:pos x="625" y="415"/>
                </a:cxn>
                <a:cxn ang="0">
                  <a:pos x="669" y="580"/>
                </a:cxn>
                <a:cxn ang="0">
                  <a:pos x="695" y="719"/>
                </a:cxn>
                <a:cxn ang="0">
                  <a:pos x="701" y="693"/>
                </a:cxn>
                <a:cxn ang="0">
                  <a:pos x="707" y="712"/>
                </a:cxn>
                <a:cxn ang="0">
                  <a:pos x="714" y="731"/>
                </a:cxn>
                <a:cxn ang="0">
                  <a:pos x="733" y="807"/>
                </a:cxn>
                <a:cxn ang="0">
                  <a:pos x="739" y="895"/>
                </a:cxn>
                <a:cxn ang="0">
                  <a:pos x="758" y="927"/>
                </a:cxn>
                <a:cxn ang="0">
                  <a:pos x="802" y="1041"/>
                </a:cxn>
                <a:cxn ang="0">
                  <a:pos x="846" y="1041"/>
                </a:cxn>
                <a:cxn ang="0">
                  <a:pos x="922" y="1116"/>
                </a:cxn>
                <a:cxn ang="0">
                  <a:pos x="947" y="1186"/>
                </a:cxn>
                <a:cxn ang="0">
                  <a:pos x="934" y="1186"/>
                </a:cxn>
                <a:cxn ang="0">
                  <a:pos x="998" y="1192"/>
                </a:cxn>
                <a:cxn ang="0">
                  <a:pos x="1036" y="1161"/>
                </a:cxn>
                <a:cxn ang="0">
                  <a:pos x="1048" y="1180"/>
                </a:cxn>
                <a:cxn ang="0">
                  <a:pos x="1074" y="1192"/>
                </a:cxn>
                <a:cxn ang="0">
                  <a:pos x="1162" y="1167"/>
                </a:cxn>
                <a:cxn ang="0">
                  <a:pos x="1232" y="1161"/>
                </a:cxn>
                <a:cxn ang="0">
                  <a:pos x="1295" y="1110"/>
                </a:cxn>
                <a:cxn ang="0">
                  <a:pos x="1358" y="1123"/>
                </a:cxn>
                <a:cxn ang="0">
                  <a:pos x="1396" y="1085"/>
                </a:cxn>
              </a:cxnLst>
              <a:rect l="0" t="0" r="r" b="b"/>
              <a:pathLst>
                <a:path w="1396" h="1206">
                  <a:moveTo>
                    <a:pt x="0" y="156"/>
                  </a:moveTo>
                  <a:cubicBezTo>
                    <a:pt x="17" y="134"/>
                    <a:pt x="32" y="101"/>
                    <a:pt x="50" y="81"/>
                  </a:cubicBezTo>
                  <a:cubicBezTo>
                    <a:pt x="57" y="73"/>
                    <a:pt x="68" y="70"/>
                    <a:pt x="76" y="62"/>
                  </a:cubicBezTo>
                  <a:cubicBezTo>
                    <a:pt x="85" y="53"/>
                    <a:pt x="100" y="29"/>
                    <a:pt x="107" y="17"/>
                  </a:cubicBezTo>
                  <a:cubicBezTo>
                    <a:pt x="114" y="59"/>
                    <a:pt x="111" y="72"/>
                    <a:pt x="139" y="100"/>
                  </a:cubicBezTo>
                  <a:cubicBezTo>
                    <a:pt x="166" y="91"/>
                    <a:pt x="176" y="91"/>
                    <a:pt x="196" y="74"/>
                  </a:cubicBezTo>
                  <a:cubicBezTo>
                    <a:pt x="233" y="42"/>
                    <a:pt x="206" y="54"/>
                    <a:pt x="240" y="43"/>
                  </a:cubicBezTo>
                  <a:cubicBezTo>
                    <a:pt x="240" y="44"/>
                    <a:pt x="252" y="93"/>
                    <a:pt x="253" y="93"/>
                  </a:cubicBezTo>
                  <a:cubicBezTo>
                    <a:pt x="271" y="96"/>
                    <a:pt x="285" y="74"/>
                    <a:pt x="303" y="68"/>
                  </a:cubicBezTo>
                  <a:cubicBezTo>
                    <a:pt x="325" y="0"/>
                    <a:pt x="322" y="29"/>
                    <a:pt x="328" y="112"/>
                  </a:cubicBezTo>
                  <a:cubicBezTo>
                    <a:pt x="362" y="87"/>
                    <a:pt x="348" y="81"/>
                    <a:pt x="379" y="62"/>
                  </a:cubicBezTo>
                  <a:cubicBezTo>
                    <a:pt x="389" y="104"/>
                    <a:pt x="361" y="152"/>
                    <a:pt x="417" y="125"/>
                  </a:cubicBezTo>
                  <a:cubicBezTo>
                    <a:pt x="421" y="119"/>
                    <a:pt x="423" y="102"/>
                    <a:pt x="429" y="106"/>
                  </a:cubicBezTo>
                  <a:cubicBezTo>
                    <a:pt x="438" y="112"/>
                    <a:pt x="434" y="127"/>
                    <a:pt x="436" y="137"/>
                  </a:cubicBezTo>
                  <a:cubicBezTo>
                    <a:pt x="447" y="193"/>
                    <a:pt x="435" y="157"/>
                    <a:pt x="455" y="207"/>
                  </a:cubicBezTo>
                  <a:cubicBezTo>
                    <a:pt x="502" y="175"/>
                    <a:pt x="449" y="202"/>
                    <a:pt x="486" y="213"/>
                  </a:cubicBezTo>
                  <a:cubicBezTo>
                    <a:pt x="496" y="216"/>
                    <a:pt x="507" y="209"/>
                    <a:pt x="518" y="207"/>
                  </a:cubicBezTo>
                  <a:cubicBezTo>
                    <a:pt x="520" y="213"/>
                    <a:pt x="519" y="221"/>
                    <a:pt x="524" y="226"/>
                  </a:cubicBezTo>
                  <a:cubicBezTo>
                    <a:pt x="529" y="231"/>
                    <a:pt x="540" y="226"/>
                    <a:pt x="543" y="232"/>
                  </a:cubicBezTo>
                  <a:cubicBezTo>
                    <a:pt x="550" y="248"/>
                    <a:pt x="545" y="266"/>
                    <a:pt x="549" y="283"/>
                  </a:cubicBezTo>
                  <a:cubicBezTo>
                    <a:pt x="552" y="296"/>
                    <a:pt x="558" y="308"/>
                    <a:pt x="562" y="321"/>
                  </a:cubicBezTo>
                  <a:cubicBezTo>
                    <a:pt x="610" y="273"/>
                    <a:pt x="599" y="288"/>
                    <a:pt x="606" y="359"/>
                  </a:cubicBezTo>
                  <a:cubicBezTo>
                    <a:pt x="653" y="327"/>
                    <a:pt x="629" y="392"/>
                    <a:pt x="625" y="415"/>
                  </a:cubicBezTo>
                  <a:cubicBezTo>
                    <a:pt x="631" y="518"/>
                    <a:pt x="607" y="533"/>
                    <a:pt x="669" y="580"/>
                  </a:cubicBezTo>
                  <a:cubicBezTo>
                    <a:pt x="682" y="626"/>
                    <a:pt x="685" y="673"/>
                    <a:pt x="695" y="719"/>
                  </a:cubicBezTo>
                  <a:cubicBezTo>
                    <a:pt x="697" y="710"/>
                    <a:pt x="693" y="697"/>
                    <a:pt x="701" y="693"/>
                  </a:cubicBezTo>
                  <a:cubicBezTo>
                    <a:pt x="707" y="690"/>
                    <a:pt x="705" y="706"/>
                    <a:pt x="707" y="712"/>
                  </a:cubicBezTo>
                  <a:cubicBezTo>
                    <a:pt x="709" y="718"/>
                    <a:pt x="712" y="725"/>
                    <a:pt x="714" y="731"/>
                  </a:cubicBezTo>
                  <a:cubicBezTo>
                    <a:pt x="722" y="756"/>
                    <a:pt x="733" y="807"/>
                    <a:pt x="733" y="807"/>
                  </a:cubicBezTo>
                  <a:cubicBezTo>
                    <a:pt x="735" y="836"/>
                    <a:pt x="733" y="866"/>
                    <a:pt x="739" y="895"/>
                  </a:cubicBezTo>
                  <a:cubicBezTo>
                    <a:pt x="742" y="907"/>
                    <a:pt x="753" y="916"/>
                    <a:pt x="758" y="927"/>
                  </a:cubicBezTo>
                  <a:cubicBezTo>
                    <a:pt x="776" y="965"/>
                    <a:pt x="778" y="1005"/>
                    <a:pt x="802" y="1041"/>
                  </a:cubicBezTo>
                  <a:cubicBezTo>
                    <a:pt x="813" y="1006"/>
                    <a:pt x="817" y="1030"/>
                    <a:pt x="846" y="1041"/>
                  </a:cubicBezTo>
                  <a:cubicBezTo>
                    <a:pt x="878" y="1083"/>
                    <a:pt x="874" y="1098"/>
                    <a:pt x="922" y="1116"/>
                  </a:cubicBezTo>
                  <a:cubicBezTo>
                    <a:pt x="940" y="1142"/>
                    <a:pt x="936" y="1157"/>
                    <a:pt x="947" y="1186"/>
                  </a:cubicBezTo>
                  <a:cubicBezTo>
                    <a:pt x="955" y="1206"/>
                    <a:pt x="924" y="1167"/>
                    <a:pt x="934" y="1186"/>
                  </a:cubicBezTo>
                  <a:cubicBezTo>
                    <a:pt x="941" y="1169"/>
                    <a:pt x="987" y="1206"/>
                    <a:pt x="998" y="1192"/>
                  </a:cubicBezTo>
                  <a:cubicBezTo>
                    <a:pt x="1008" y="1179"/>
                    <a:pt x="1024" y="1173"/>
                    <a:pt x="1036" y="1161"/>
                  </a:cubicBezTo>
                  <a:cubicBezTo>
                    <a:pt x="1040" y="1167"/>
                    <a:pt x="1041" y="1177"/>
                    <a:pt x="1048" y="1180"/>
                  </a:cubicBezTo>
                  <a:cubicBezTo>
                    <a:pt x="1082" y="1193"/>
                    <a:pt x="1056" y="1144"/>
                    <a:pt x="1074" y="1192"/>
                  </a:cubicBezTo>
                  <a:cubicBezTo>
                    <a:pt x="1145" y="1157"/>
                    <a:pt x="1114" y="1156"/>
                    <a:pt x="1162" y="1167"/>
                  </a:cubicBezTo>
                  <a:cubicBezTo>
                    <a:pt x="1192" y="1160"/>
                    <a:pt x="1201" y="1153"/>
                    <a:pt x="1232" y="1161"/>
                  </a:cubicBezTo>
                  <a:cubicBezTo>
                    <a:pt x="1251" y="1141"/>
                    <a:pt x="1295" y="1110"/>
                    <a:pt x="1295" y="1110"/>
                  </a:cubicBezTo>
                  <a:cubicBezTo>
                    <a:pt x="1314" y="1140"/>
                    <a:pt x="1327" y="1138"/>
                    <a:pt x="1358" y="1123"/>
                  </a:cubicBezTo>
                  <a:cubicBezTo>
                    <a:pt x="1373" y="1077"/>
                    <a:pt x="1357" y="1085"/>
                    <a:pt x="1396" y="1085"/>
                  </a:cubicBezTo>
                </a:path>
              </a:pathLst>
            </a:custGeom>
            <a:noFill/>
            <a:ln w="9525" cap="flat" cmpd="sng">
              <a:solidFill>
                <a:srgbClr val="FF3300"/>
              </a:solidFill>
              <a:prstDash val="solid"/>
              <a:round/>
              <a:headEnd/>
              <a:tailEnd/>
            </a:ln>
            <a:effectLst/>
          </p:spPr>
          <p:txBody>
            <a:bodyPr wrap="none" anchor="ctr"/>
            <a:lstStyle/>
            <a:p>
              <a:endParaRPr lang="en-GB" sz="1600"/>
            </a:p>
          </p:txBody>
        </p:sp>
        <p:sp>
          <p:nvSpPr>
            <p:cNvPr id="135448" name="Freeform 280"/>
            <p:cNvSpPr>
              <a:spLocks/>
            </p:cNvSpPr>
            <p:nvPr/>
          </p:nvSpPr>
          <p:spPr bwMode="auto">
            <a:xfrm>
              <a:off x="1895" y="2596"/>
              <a:ext cx="1472" cy="1067"/>
            </a:xfrm>
            <a:custGeom>
              <a:avLst/>
              <a:gdLst/>
              <a:ahLst/>
              <a:cxnLst>
                <a:cxn ang="0">
                  <a:pos x="1472" y="1048"/>
                </a:cxn>
                <a:cxn ang="0">
                  <a:pos x="1409" y="1023"/>
                </a:cxn>
                <a:cxn ang="0">
                  <a:pos x="1415" y="991"/>
                </a:cxn>
                <a:cxn ang="0">
                  <a:pos x="1421" y="966"/>
                </a:cxn>
                <a:cxn ang="0">
                  <a:pos x="1415" y="941"/>
                </a:cxn>
                <a:cxn ang="0">
                  <a:pos x="1409" y="909"/>
                </a:cxn>
                <a:cxn ang="0">
                  <a:pos x="1377" y="947"/>
                </a:cxn>
                <a:cxn ang="0">
                  <a:pos x="1352" y="833"/>
                </a:cxn>
                <a:cxn ang="0">
                  <a:pos x="1320" y="695"/>
                </a:cxn>
                <a:cxn ang="0">
                  <a:pos x="1301" y="707"/>
                </a:cxn>
                <a:cxn ang="0">
                  <a:pos x="1295" y="682"/>
                </a:cxn>
                <a:cxn ang="0">
                  <a:pos x="1257" y="587"/>
                </a:cxn>
                <a:cxn ang="0">
                  <a:pos x="1219" y="473"/>
                </a:cxn>
                <a:cxn ang="0">
                  <a:pos x="1200" y="480"/>
                </a:cxn>
                <a:cxn ang="0">
                  <a:pos x="1143" y="385"/>
                </a:cxn>
                <a:cxn ang="0">
                  <a:pos x="1105" y="259"/>
                </a:cxn>
                <a:cxn ang="0">
                  <a:pos x="1080" y="221"/>
                </a:cxn>
                <a:cxn ang="0">
                  <a:pos x="1042" y="170"/>
                </a:cxn>
                <a:cxn ang="0">
                  <a:pos x="1023" y="177"/>
                </a:cxn>
                <a:cxn ang="0">
                  <a:pos x="1017" y="196"/>
                </a:cxn>
                <a:cxn ang="0">
                  <a:pos x="1011" y="177"/>
                </a:cxn>
                <a:cxn ang="0">
                  <a:pos x="966" y="120"/>
                </a:cxn>
                <a:cxn ang="0">
                  <a:pos x="948" y="126"/>
                </a:cxn>
                <a:cxn ang="0">
                  <a:pos x="859" y="57"/>
                </a:cxn>
                <a:cxn ang="0">
                  <a:pos x="853" y="76"/>
                </a:cxn>
                <a:cxn ang="0">
                  <a:pos x="821" y="44"/>
                </a:cxn>
                <a:cxn ang="0">
                  <a:pos x="752" y="19"/>
                </a:cxn>
                <a:cxn ang="0">
                  <a:pos x="689" y="0"/>
                </a:cxn>
                <a:cxn ang="0">
                  <a:pos x="651" y="25"/>
                </a:cxn>
                <a:cxn ang="0">
                  <a:pos x="625" y="50"/>
                </a:cxn>
                <a:cxn ang="0">
                  <a:pos x="619" y="69"/>
                </a:cxn>
                <a:cxn ang="0">
                  <a:pos x="613" y="50"/>
                </a:cxn>
                <a:cxn ang="0">
                  <a:pos x="588" y="25"/>
                </a:cxn>
                <a:cxn ang="0">
                  <a:pos x="569" y="82"/>
                </a:cxn>
                <a:cxn ang="0">
                  <a:pos x="562" y="63"/>
                </a:cxn>
                <a:cxn ang="0">
                  <a:pos x="543" y="50"/>
                </a:cxn>
                <a:cxn ang="0">
                  <a:pos x="512" y="82"/>
                </a:cxn>
                <a:cxn ang="0">
                  <a:pos x="486" y="126"/>
                </a:cxn>
                <a:cxn ang="0">
                  <a:pos x="480" y="151"/>
                </a:cxn>
                <a:cxn ang="0">
                  <a:pos x="474" y="132"/>
                </a:cxn>
                <a:cxn ang="0">
                  <a:pos x="449" y="145"/>
                </a:cxn>
                <a:cxn ang="0">
                  <a:pos x="423" y="208"/>
                </a:cxn>
                <a:cxn ang="0">
                  <a:pos x="417" y="183"/>
                </a:cxn>
                <a:cxn ang="0">
                  <a:pos x="398" y="196"/>
                </a:cxn>
                <a:cxn ang="0">
                  <a:pos x="373" y="252"/>
                </a:cxn>
                <a:cxn ang="0">
                  <a:pos x="335" y="379"/>
                </a:cxn>
                <a:cxn ang="0">
                  <a:pos x="310" y="429"/>
                </a:cxn>
                <a:cxn ang="0">
                  <a:pos x="291" y="518"/>
                </a:cxn>
                <a:cxn ang="0">
                  <a:pos x="240" y="688"/>
                </a:cxn>
                <a:cxn ang="0">
                  <a:pos x="171" y="884"/>
                </a:cxn>
                <a:cxn ang="0">
                  <a:pos x="164" y="865"/>
                </a:cxn>
                <a:cxn ang="0">
                  <a:pos x="158" y="840"/>
                </a:cxn>
                <a:cxn ang="0">
                  <a:pos x="145" y="897"/>
                </a:cxn>
                <a:cxn ang="0">
                  <a:pos x="108" y="1067"/>
                </a:cxn>
                <a:cxn ang="0">
                  <a:pos x="70" y="1055"/>
                </a:cxn>
                <a:cxn ang="0">
                  <a:pos x="0" y="1055"/>
                </a:cxn>
              </a:cxnLst>
              <a:rect l="0" t="0" r="r" b="b"/>
              <a:pathLst>
                <a:path w="1472" h="1067">
                  <a:moveTo>
                    <a:pt x="1472" y="1048"/>
                  </a:moveTo>
                  <a:cubicBezTo>
                    <a:pt x="1451" y="1038"/>
                    <a:pt x="1431" y="1030"/>
                    <a:pt x="1409" y="1023"/>
                  </a:cubicBezTo>
                  <a:cubicBezTo>
                    <a:pt x="1411" y="1012"/>
                    <a:pt x="1413" y="1002"/>
                    <a:pt x="1415" y="991"/>
                  </a:cubicBezTo>
                  <a:cubicBezTo>
                    <a:pt x="1418" y="978"/>
                    <a:pt x="1439" y="902"/>
                    <a:pt x="1421" y="966"/>
                  </a:cubicBezTo>
                  <a:cubicBezTo>
                    <a:pt x="1419" y="958"/>
                    <a:pt x="1417" y="949"/>
                    <a:pt x="1415" y="941"/>
                  </a:cubicBezTo>
                  <a:cubicBezTo>
                    <a:pt x="1413" y="930"/>
                    <a:pt x="1419" y="914"/>
                    <a:pt x="1409" y="909"/>
                  </a:cubicBezTo>
                  <a:cubicBezTo>
                    <a:pt x="1403" y="906"/>
                    <a:pt x="1379" y="944"/>
                    <a:pt x="1377" y="947"/>
                  </a:cubicBezTo>
                  <a:cubicBezTo>
                    <a:pt x="1372" y="890"/>
                    <a:pt x="1373" y="878"/>
                    <a:pt x="1352" y="833"/>
                  </a:cubicBezTo>
                  <a:cubicBezTo>
                    <a:pt x="1343" y="787"/>
                    <a:pt x="1335" y="739"/>
                    <a:pt x="1320" y="695"/>
                  </a:cubicBezTo>
                  <a:cubicBezTo>
                    <a:pt x="1314" y="699"/>
                    <a:pt x="1308" y="710"/>
                    <a:pt x="1301" y="707"/>
                  </a:cubicBezTo>
                  <a:cubicBezTo>
                    <a:pt x="1293" y="703"/>
                    <a:pt x="1297" y="690"/>
                    <a:pt x="1295" y="682"/>
                  </a:cubicBezTo>
                  <a:cubicBezTo>
                    <a:pt x="1286" y="650"/>
                    <a:pt x="1275" y="614"/>
                    <a:pt x="1257" y="587"/>
                  </a:cubicBezTo>
                  <a:cubicBezTo>
                    <a:pt x="1245" y="548"/>
                    <a:pt x="1228" y="512"/>
                    <a:pt x="1219" y="473"/>
                  </a:cubicBezTo>
                  <a:cubicBezTo>
                    <a:pt x="1213" y="475"/>
                    <a:pt x="1204" y="485"/>
                    <a:pt x="1200" y="480"/>
                  </a:cubicBezTo>
                  <a:cubicBezTo>
                    <a:pt x="1173" y="449"/>
                    <a:pt x="1187" y="399"/>
                    <a:pt x="1143" y="385"/>
                  </a:cubicBezTo>
                  <a:cubicBezTo>
                    <a:pt x="1136" y="340"/>
                    <a:pt x="1131" y="297"/>
                    <a:pt x="1105" y="259"/>
                  </a:cubicBezTo>
                  <a:cubicBezTo>
                    <a:pt x="1094" y="225"/>
                    <a:pt x="1106" y="254"/>
                    <a:pt x="1080" y="221"/>
                  </a:cubicBezTo>
                  <a:cubicBezTo>
                    <a:pt x="1067" y="205"/>
                    <a:pt x="1042" y="170"/>
                    <a:pt x="1042" y="170"/>
                  </a:cubicBezTo>
                  <a:cubicBezTo>
                    <a:pt x="1036" y="172"/>
                    <a:pt x="1028" y="172"/>
                    <a:pt x="1023" y="177"/>
                  </a:cubicBezTo>
                  <a:cubicBezTo>
                    <a:pt x="1018" y="182"/>
                    <a:pt x="1024" y="196"/>
                    <a:pt x="1017" y="196"/>
                  </a:cubicBezTo>
                  <a:cubicBezTo>
                    <a:pt x="1010" y="196"/>
                    <a:pt x="1015" y="183"/>
                    <a:pt x="1011" y="177"/>
                  </a:cubicBezTo>
                  <a:cubicBezTo>
                    <a:pt x="998" y="157"/>
                    <a:pt x="966" y="120"/>
                    <a:pt x="966" y="120"/>
                  </a:cubicBezTo>
                  <a:cubicBezTo>
                    <a:pt x="960" y="122"/>
                    <a:pt x="953" y="129"/>
                    <a:pt x="948" y="126"/>
                  </a:cubicBezTo>
                  <a:cubicBezTo>
                    <a:pt x="901" y="96"/>
                    <a:pt x="906" y="72"/>
                    <a:pt x="859" y="57"/>
                  </a:cubicBezTo>
                  <a:cubicBezTo>
                    <a:pt x="857" y="63"/>
                    <a:pt x="859" y="74"/>
                    <a:pt x="853" y="76"/>
                  </a:cubicBezTo>
                  <a:cubicBezTo>
                    <a:pt x="839" y="79"/>
                    <a:pt x="827" y="49"/>
                    <a:pt x="821" y="44"/>
                  </a:cubicBezTo>
                  <a:cubicBezTo>
                    <a:pt x="795" y="24"/>
                    <a:pt x="781" y="25"/>
                    <a:pt x="752" y="19"/>
                  </a:cubicBezTo>
                  <a:cubicBezTo>
                    <a:pt x="718" y="40"/>
                    <a:pt x="719" y="19"/>
                    <a:pt x="689" y="0"/>
                  </a:cubicBezTo>
                  <a:cubicBezTo>
                    <a:pt x="668" y="30"/>
                    <a:pt x="684" y="48"/>
                    <a:pt x="651" y="25"/>
                  </a:cubicBezTo>
                  <a:cubicBezTo>
                    <a:pt x="642" y="33"/>
                    <a:pt x="632" y="40"/>
                    <a:pt x="625" y="50"/>
                  </a:cubicBezTo>
                  <a:cubicBezTo>
                    <a:pt x="621" y="55"/>
                    <a:pt x="626" y="69"/>
                    <a:pt x="619" y="69"/>
                  </a:cubicBezTo>
                  <a:cubicBezTo>
                    <a:pt x="612" y="69"/>
                    <a:pt x="615" y="56"/>
                    <a:pt x="613" y="50"/>
                  </a:cubicBezTo>
                  <a:cubicBezTo>
                    <a:pt x="605" y="25"/>
                    <a:pt x="612" y="33"/>
                    <a:pt x="588" y="25"/>
                  </a:cubicBezTo>
                  <a:cubicBezTo>
                    <a:pt x="587" y="29"/>
                    <a:pt x="579" y="79"/>
                    <a:pt x="569" y="82"/>
                  </a:cubicBezTo>
                  <a:cubicBezTo>
                    <a:pt x="563" y="84"/>
                    <a:pt x="566" y="68"/>
                    <a:pt x="562" y="63"/>
                  </a:cubicBezTo>
                  <a:cubicBezTo>
                    <a:pt x="557" y="57"/>
                    <a:pt x="549" y="54"/>
                    <a:pt x="543" y="50"/>
                  </a:cubicBezTo>
                  <a:cubicBezTo>
                    <a:pt x="529" y="109"/>
                    <a:pt x="551" y="50"/>
                    <a:pt x="512" y="82"/>
                  </a:cubicBezTo>
                  <a:cubicBezTo>
                    <a:pt x="499" y="93"/>
                    <a:pt x="496" y="112"/>
                    <a:pt x="486" y="126"/>
                  </a:cubicBezTo>
                  <a:cubicBezTo>
                    <a:pt x="484" y="134"/>
                    <a:pt x="488" y="147"/>
                    <a:pt x="480" y="151"/>
                  </a:cubicBezTo>
                  <a:cubicBezTo>
                    <a:pt x="474" y="154"/>
                    <a:pt x="481" y="133"/>
                    <a:pt x="474" y="132"/>
                  </a:cubicBezTo>
                  <a:cubicBezTo>
                    <a:pt x="465" y="130"/>
                    <a:pt x="457" y="141"/>
                    <a:pt x="449" y="145"/>
                  </a:cubicBezTo>
                  <a:cubicBezTo>
                    <a:pt x="434" y="166"/>
                    <a:pt x="430" y="183"/>
                    <a:pt x="423" y="208"/>
                  </a:cubicBezTo>
                  <a:cubicBezTo>
                    <a:pt x="421" y="200"/>
                    <a:pt x="425" y="187"/>
                    <a:pt x="417" y="183"/>
                  </a:cubicBezTo>
                  <a:cubicBezTo>
                    <a:pt x="410" y="180"/>
                    <a:pt x="403" y="190"/>
                    <a:pt x="398" y="196"/>
                  </a:cubicBezTo>
                  <a:cubicBezTo>
                    <a:pt x="388" y="209"/>
                    <a:pt x="383" y="236"/>
                    <a:pt x="373" y="252"/>
                  </a:cubicBezTo>
                  <a:cubicBezTo>
                    <a:pt x="367" y="290"/>
                    <a:pt x="353" y="343"/>
                    <a:pt x="335" y="379"/>
                  </a:cubicBezTo>
                  <a:cubicBezTo>
                    <a:pt x="314" y="422"/>
                    <a:pt x="328" y="370"/>
                    <a:pt x="310" y="429"/>
                  </a:cubicBezTo>
                  <a:cubicBezTo>
                    <a:pt x="301" y="458"/>
                    <a:pt x="300" y="489"/>
                    <a:pt x="291" y="518"/>
                  </a:cubicBezTo>
                  <a:cubicBezTo>
                    <a:pt x="241" y="418"/>
                    <a:pt x="312" y="665"/>
                    <a:pt x="240" y="688"/>
                  </a:cubicBezTo>
                  <a:cubicBezTo>
                    <a:pt x="205" y="746"/>
                    <a:pt x="195" y="820"/>
                    <a:pt x="171" y="884"/>
                  </a:cubicBezTo>
                  <a:cubicBezTo>
                    <a:pt x="169" y="878"/>
                    <a:pt x="166" y="871"/>
                    <a:pt x="164" y="865"/>
                  </a:cubicBezTo>
                  <a:cubicBezTo>
                    <a:pt x="162" y="857"/>
                    <a:pt x="166" y="836"/>
                    <a:pt x="158" y="840"/>
                  </a:cubicBezTo>
                  <a:cubicBezTo>
                    <a:pt x="141" y="849"/>
                    <a:pt x="151" y="878"/>
                    <a:pt x="145" y="897"/>
                  </a:cubicBezTo>
                  <a:cubicBezTo>
                    <a:pt x="128" y="953"/>
                    <a:pt x="126" y="1011"/>
                    <a:pt x="108" y="1067"/>
                  </a:cubicBezTo>
                  <a:cubicBezTo>
                    <a:pt x="99" y="1035"/>
                    <a:pt x="93" y="1019"/>
                    <a:pt x="70" y="1055"/>
                  </a:cubicBezTo>
                  <a:cubicBezTo>
                    <a:pt x="36" y="1032"/>
                    <a:pt x="36" y="1055"/>
                    <a:pt x="0" y="1055"/>
                  </a:cubicBezTo>
                </a:path>
              </a:pathLst>
            </a:custGeom>
            <a:noFill/>
            <a:ln w="9525" cap="flat" cmpd="sng">
              <a:solidFill>
                <a:srgbClr val="FF3300"/>
              </a:solidFill>
              <a:prstDash val="solid"/>
              <a:round/>
              <a:headEnd/>
              <a:tailEnd/>
            </a:ln>
            <a:effectLst/>
          </p:spPr>
          <p:txBody>
            <a:bodyPr wrap="none" anchor="ctr"/>
            <a:lstStyle/>
            <a:p>
              <a:endParaRPr lang="en-GB" sz="1600"/>
            </a:p>
          </p:txBody>
        </p:sp>
        <p:sp>
          <p:nvSpPr>
            <p:cNvPr id="135449" name="Freeform 281"/>
            <p:cNvSpPr>
              <a:spLocks/>
            </p:cNvSpPr>
            <p:nvPr/>
          </p:nvSpPr>
          <p:spPr bwMode="auto">
            <a:xfrm>
              <a:off x="1945" y="2569"/>
              <a:ext cx="1484" cy="1164"/>
            </a:xfrm>
            <a:custGeom>
              <a:avLst/>
              <a:gdLst/>
              <a:ahLst/>
              <a:cxnLst>
                <a:cxn ang="0">
                  <a:pos x="13" y="1031"/>
                </a:cxn>
                <a:cxn ang="0">
                  <a:pos x="25" y="1012"/>
                </a:cxn>
                <a:cxn ang="0">
                  <a:pos x="63" y="1019"/>
                </a:cxn>
                <a:cxn ang="0">
                  <a:pos x="120" y="817"/>
                </a:cxn>
                <a:cxn ang="0">
                  <a:pos x="145" y="861"/>
                </a:cxn>
                <a:cxn ang="0">
                  <a:pos x="202" y="760"/>
                </a:cxn>
                <a:cxn ang="0">
                  <a:pos x="253" y="469"/>
                </a:cxn>
                <a:cxn ang="0">
                  <a:pos x="290" y="482"/>
                </a:cxn>
                <a:cxn ang="0">
                  <a:pos x="410" y="223"/>
                </a:cxn>
                <a:cxn ang="0">
                  <a:pos x="511" y="97"/>
                </a:cxn>
                <a:cxn ang="0">
                  <a:pos x="562" y="103"/>
                </a:cxn>
                <a:cxn ang="0">
                  <a:pos x="631" y="90"/>
                </a:cxn>
                <a:cxn ang="0">
                  <a:pos x="682" y="21"/>
                </a:cxn>
                <a:cxn ang="0">
                  <a:pos x="707" y="84"/>
                </a:cxn>
                <a:cxn ang="0">
                  <a:pos x="770" y="46"/>
                </a:cxn>
                <a:cxn ang="0">
                  <a:pos x="789" y="90"/>
                </a:cxn>
                <a:cxn ang="0">
                  <a:pos x="853" y="78"/>
                </a:cxn>
                <a:cxn ang="0">
                  <a:pos x="878" y="135"/>
                </a:cxn>
                <a:cxn ang="0">
                  <a:pos x="890" y="59"/>
                </a:cxn>
                <a:cxn ang="0">
                  <a:pos x="979" y="191"/>
                </a:cxn>
                <a:cxn ang="0">
                  <a:pos x="1023" y="172"/>
                </a:cxn>
                <a:cxn ang="0">
                  <a:pos x="1061" y="242"/>
                </a:cxn>
                <a:cxn ang="0">
                  <a:pos x="1099" y="343"/>
                </a:cxn>
                <a:cxn ang="0">
                  <a:pos x="1118" y="368"/>
                </a:cxn>
                <a:cxn ang="0">
                  <a:pos x="1162" y="406"/>
                </a:cxn>
                <a:cxn ang="0">
                  <a:pos x="1175" y="476"/>
                </a:cxn>
                <a:cxn ang="0">
                  <a:pos x="1213" y="551"/>
                </a:cxn>
                <a:cxn ang="0">
                  <a:pos x="1244" y="627"/>
                </a:cxn>
                <a:cxn ang="0">
                  <a:pos x="1288" y="741"/>
                </a:cxn>
                <a:cxn ang="0">
                  <a:pos x="1314" y="772"/>
                </a:cxn>
                <a:cxn ang="0">
                  <a:pos x="1370" y="1063"/>
                </a:cxn>
                <a:cxn ang="0">
                  <a:pos x="1459" y="1164"/>
                </a:cxn>
                <a:cxn ang="0">
                  <a:pos x="1478" y="1038"/>
                </a:cxn>
              </a:cxnLst>
              <a:rect l="0" t="0" r="r" b="b"/>
              <a:pathLst>
                <a:path w="1484" h="1164">
                  <a:moveTo>
                    <a:pt x="0" y="1057"/>
                  </a:moveTo>
                  <a:cubicBezTo>
                    <a:pt x="4" y="1048"/>
                    <a:pt x="10" y="1040"/>
                    <a:pt x="13" y="1031"/>
                  </a:cubicBezTo>
                  <a:cubicBezTo>
                    <a:pt x="17" y="1019"/>
                    <a:pt x="12" y="1004"/>
                    <a:pt x="19" y="993"/>
                  </a:cubicBezTo>
                  <a:cubicBezTo>
                    <a:pt x="23" y="987"/>
                    <a:pt x="21" y="1007"/>
                    <a:pt x="25" y="1012"/>
                  </a:cubicBezTo>
                  <a:cubicBezTo>
                    <a:pt x="30" y="1018"/>
                    <a:pt x="38" y="1021"/>
                    <a:pt x="44" y="1025"/>
                  </a:cubicBezTo>
                  <a:cubicBezTo>
                    <a:pt x="53" y="997"/>
                    <a:pt x="52" y="960"/>
                    <a:pt x="63" y="1019"/>
                  </a:cubicBezTo>
                  <a:cubicBezTo>
                    <a:pt x="88" y="983"/>
                    <a:pt x="81" y="957"/>
                    <a:pt x="88" y="911"/>
                  </a:cubicBezTo>
                  <a:cubicBezTo>
                    <a:pt x="93" y="879"/>
                    <a:pt x="108" y="847"/>
                    <a:pt x="120" y="817"/>
                  </a:cubicBezTo>
                  <a:cubicBezTo>
                    <a:pt x="124" y="823"/>
                    <a:pt x="129" y="829"/>
                    <a:pt x="133" y="836"/>
                  </a:cubicBezTo>
                  <a:cubicBezTo>
                    <a:pt x="138" y="844"/>
                    <a:pt x="136" y="859"/>
                    <a:pt x="145" y="861"/>
                  </a:cubicBezTo>
                  <a:cubicBezTo>
                    <a:pt x="152" y="863"/>
                    <a:pt x="154" y="849"/>
                    <a:pt x="158" y="842"/>
                  </a:cubicBezTo>
                  <a:cubicBezTo>
                    <a:pt x="175" y="814"/>
                    <a:pt x="184" y="786"/>
                    <a:pt x="202" y="760"/>
                  </a:cubicBezTo>
                  <a:cubicBezTo>
                    <a:pt x="219" y="704"/>
                    <a:pt x="227" y="660"/>
                    <a:pt x="234" y="602"/>
                  </a:cubicBezTo>
                  <a:cubicBezTo>
                    <a:pt x="259" y="682"/>
                    <a:pt x="237" y="514"/>
                    <a:pt x="253" y="469"/>
                  </a:cubicBezTo>
                  <a:cubicBezTo>
                    <a:pt x="259" y="478"/>
                    <a:pt x="261" y="492"/>
                    <a:pt x="271" y="495"/>
                  </a:cubicBezTo>
                  <a:cubicBezTo>
                    <a:pt x="278" y="498"/>
                    <a:pt x="285" y="488"/>
                    <a:pt x="290" y="482"/>
                  </a:cubicBezTo>
                  <a:cubicBezTo>
                    <a:pt x="296" y="475"/>
                    <a:pt x="318" y="406"/>
                    <a:pt x="322" y="393"/>
                  </a:cubicBezTo>
                  <a:cubicBezTo>
                    <a:pt x="332" y="322"/>
                    <a:pt x="354" y="268"/>
                    <a:pt x="410" y="223"/>
                  </a:cubicBezTo>
                  <a:cubicBezTo>
                    <a:pt x="422" y="200"/>
                    <a:pt x="430" y="176"/>
                    <a:pt x="442" y="153"/>
                  </a:cubicBezTo>
                  <a:cubicBezTo>
                    <a:pt x="486" y="183"/>
                    <a:pt x="499" y="134"/>
                    <a:pt x="511" y="97"/>
                  </a:cubicBezTo>
                  <a:cubicBezTo>
                    <a:pt x="524" y="114"/>
                    <a:pt x="541" y="140"/>
                    <a:pt x="549" y="135"/>
                  </a:cubicBezTo>
                  <a:cubicBezTo>
                    <a:pt x="559" y="129"/>
                    <a:pt x="555" y="112"/>
                    <a:pt x="562" y="103"/>
                  </a:cubicBezTo>
                  <a:cubicBezTo>
                    <a:pt x="573" y="89"/>
                    <a:pt x="600" y="65"/>
                    <a:pt x="600" y="65"/>
                  </a:cubicBezTo>
                  <a:cubicBezTo>
                    <a:pt x="614" y="21"/>
                    <a:pt x="618" y="70"/>
                    <a:pt x="631" y="90"/>
                  </a:cubicBezTo>
                  <a:cubicBezTo>
                    <a:pt x="636" y="66"/>
                    <a:pt x="632" y="0"/>
                    <a:pt x="663" y="46"/>
                  </a:cubicBezTo>
                  <a:cubicBezTo>
                    <a:pt x="677" y="89"/>
                    <a:pt x="677" y="38"/>
                    <a:pt x="682" y="21"/>
                  </a:cubicBezTo>
                  <a:cubicBezTo>
                    <a:pt x="684" y="44"/>
                    <a:pt x="679" y="69"/>
                    <a:pt x="688" y="90"/>
                  </a:cubicBezTo>
                  <a:cubicBezTo>
                    <a:pt x="690" y="96"/>
                    <a:pt x="703" y="89"/>
                    <a:pt x="707" y="84"/>
                  </a:cubicBezTo>
                  <a:cubicBezTo>
                    <a:pt x="718" y="70"/>
                    <a:pt x="721" y="38"/>
                    <a:pt x="733" y="21"/>
                  </a:cubicBezTo>
                  <a:cubicBezTo>
                    <a:pt x="737" y="57"/>
                    <a:pt x="741" y="123"/>
                    <a:pt x="770" y="46"/>
                  </a:cubicBezTo>
                  <a:cubicBezTo>
                    <a:pt x="772" y="54"/>
                    <a:pt x="774" y="63"/>
                    <a:pt x="777" y="71"/>
                  </a:cubicBezTo>
                  <a:cubicBezTo>
                    <a:pt x="780" y="78"/>
                    <a:pt x="782" y="93"/>
                    <a:pt x="789" y="90"/>
                  </a:cubicBezTo>
                  <a:cubicBezTo>
                    <a:pt x="802" y="84"/>
                    <a:pt x="809" y="29"/>
                    <a:pt x="815" y="15"/>
                  </a:cubicBezTo>
                  <a:cubicBezTo>
                    <a:pt x="831" y="37"/>
                    <a:pt x="838" y="56"/>
                    <a:pt x="853" y="78"/>
                  </a:cubicBezTo>
                  <a:cubicBezTo>
                    <a:pt x="857" y="91"/>
                    <a:pt x="860" y="104"/>
                    <a:pt x="865" y="116"/>
                  </a:cubicBezTo>
                  <a:cubicBezTo>
                    <a:pt x="868" y="123"/>
                    <a:pt x="872" y="139"/>
                    <a:pt x="878" y="135"/>
                  </a:cubicBezTo>
                  <a:cubicBezTo>
                    <a:pt x="887" y="129"/>
                    <a:pt x="882" y="114"/>
                    <a:pt x="884" y="103"/>
                  </a:cubicBezTo>
                  <a:cubicBezTo>
                    <a:pt x="886" y="88"/>
                    <a:pt x="888" y="74"/>
                    <a:pt x="890" y="59"/>
                  </a:cubicBezTo>
                  <a:cubicBezTo>
                    <a:pt x="912" y="119"/>
                    <a:pt x="939" y="172"/>
                    <a:pt x="966" y="229"/>
                  </a:cubicBezTo>
                  <a:cubicBezTo>
                    <a:pt x="970" y="216"/>
                    <a:pt x="976" y="204"/>
                    <a:pt x="979" y="191"/>
                  </a:cubicBezTo>
                  <a:cubicBezTo>
                    <a:pt x="984" y="166"/>
                    <a:pt x="991" y="116"/>
                    <a:pt x="991" y="116"/>
                  </a:cubicBezTo>
                  <a:cubicBezTo>
                    <a:pt x="1004" y="135"/>
                    <a:pt x="1010" y="153"/>
                    <a:pt x="1023" y="172"/>
                  </a:cubicBezTo>
                  <a:cubicBezTo>
                    <a:pt x="1028" y="196"/>
                    <a:pt x="1036" y="218"/>
                    <a:pt x="1042" y="242"/>
                  </a:cubicBezTo>
                  <a:cubicBezTo>
                    <a:pt x="1057" y="178"/>
                    <a:pt x="1036" y="242"/>
                    <a:pt x="1061" y="242"/>
                  </a:cubicBezTo>
                  <a:cubicBezTo>
                    <a:pt x="1070" y="242"/>
                    <a:pt x="1070" y="225"/>
                    <a:pt x="1074" y="217"/>
                  </a:cubicBezTo>
                  <a:cubicBezTo>
                    <a:pt x="1090" y="259"/>
                    <a:pt x="1094" y="297"/>
                    <a:pt x="1099" y="343"/>
                  </a:cubicBezTo>
                  <a:cubicBezTo>
                    <a:pt x="1103" y="337"/>
                    <a:pt x="1106" y="318"/>
                    <a:pt x="1111" y="324"/>
                  </a:cubicBezTo>
                  <a:cubicBezTo>
                    <a:pt x="1120" y="336"/>
                    <a:pt x="1117" y="353"/>
                    <a:pt x="1118" y="368"/>
                  </a:cubicBezTo>
                  <a:cubicBezTo>
                    <a:pt x="1123" y="428"/>
                    <a:pt x="1114" y="496"/>
                    <a:pt x="1143" y="551"/>
                  </a:cubicBezTo>
                  <a:cubicBezTo>
                    <a:pt x="1147" y="495"/>
                    <a:pt x="1146" y="456"/>
                    <a:pt x="1162" y="406"/>
                  </a:cubicBezTo>
                  <a:cubicBezTo>
                    <a:pt x="1164" y="440"/>
                    <a:pt x="1162" y="474"/>
                    <a:pt x="1168" y="507"/>
                  </a:cubicBezTo>
                  <a:cubicBezTo>
                    <a:pt x="1170" y="517"/>
                    <a:pt x="1173" y="466"/>
                    <a:pt x="1175" y="476"/>
                  </a:cubicBezTo>
                  <a:cubicBezTo>
                    <a:pt x="1193" y="557"/>
                    <a:pt x="1181" y="645"/>
                    <a:pt x="1194" y="728"/>
                  </a:cubicBezTo>
                  <a:cubicBezTo>
                    <a:pt x="1202" y="669"/>
                    <a:pt x="1198" y="608"/>
                    <a:pt x="1213" y="551"/>
                  </a:cubicBezTo>
                  <a:cubicBezTo>
                    <a:pt x="1216" y="538"/>
                    <a:pt x="1220" y="577"/>
                    <a:pt x="1225" y="589"/>
                  </a:cubicBezTo>
                  <a:cubicBezTo>
                    <a:pt x="1230" y="602"/>
                    <a:pt x="1238" y="614"/>
                    <a:pt x="1244" y="627"/>
                  </a:cubicBezTo>
                  <a:cubicBezTo>
                    <a:pt x="1250" y="652"/>
                    <a:pt x="1247" y="702"/>
                    <a:pt x="1276" y="659"/>
                  </a:cubicBezTo>
                  <a:cubicBezTo>
                    <a:pt x="1280" y="686"/>
                    <a:pt x="1281" y="714"/>
                    <a:pt x="1288" y="741"/>
                  </a:cubicBezTo>
                  <a:cubicBezTo>
                    <a:pt x="1293" y="760"/>
                    <a:pt x="1307" y="798"/>
                    <a:pt x="1307" y="798"/>
                  </a:cubicBezTo>
                  <a:cubicBezTo>
                    <a:pt x="1309" y="789"/>
                    <a:pt x="1313" y="763"/>
                    <a:pt x="1314" y="772"/>
                  </a:cubicBezTo>
                  <a:cubicBezTo>
                    <a:pt x="1319" y="814"/>
                    <a:pt x="1315" y="857"/>
                    <a:pt x="1320" y="899"/>
                  </a:cubicBezTo>
                  <a:cubicBezTo>
                    <a:pt x="1326" y="958"/>
                    <a:pt x="1350" y="1009"/>
                    <a:pt x="1370" y="1063"/>
                  </a:cubicBezTo>
                  <a:cubicBezTo>
                    <a:pt x="1386" y="1024"/>
                    <a:pt x="1394" y="984"/>
                    <a:pt x="1402" y="943"/>
                  </a:cubicBezTo>
                  <a:cubicBezTo>
                    <a:pt x="1411" y="1030"/>
                    <a:pt x="1444" y="1083"/>
                    <a:pt x="1459" y="1164"/>
                  </a:cubicBezTo>
                  <a:cubicBezTo>
                    <a:pt x="1464" y="1128"/>
                    <a:pt x="1465" y="1092"/>
                    <a:pt x="1471" y="1057"/>
                  </a:cubicBezTo>
                  <a:cubicBezTo>
                    <a:pt x="1472" y="1050"/>
                    <a:pt x="1471" y="1038"/>
                    <a:pt x="1478" y="1038"/>
                  </a:cubicBezTo>
                  <a:cubicBezTo>
                    <a:pt x="1484" y="1038"/>
                    <a:pt x="1478" y="1051"/>
                    <a:pt x="1478" y="1057"/>
                  </a:cubicBezTo>
                </a:path>
              </a:pathLst>
            </a:custGeom>
            <a:noFill/>
            <a:ln w="9525" cap="flat" cmpd="sng">
              <a:solidFill>
                <a:srgbClr val="FF3300"/>
              </a:solidFill>
              <a:prstDash val="solid"/>
              <a:round/>
              <a:headEnd/>
              <a:tailEnd/>
            </a:ln>
            <a:effectLst/>
          </p:spPr>
          <p:txBody>
            <a:bodyPr wrap="none" anchor="ctr"/>
            <a:lstStyle/>
            <a:p>
              <a:endParaRPr lang="en-GB" sz="1600"/>
            </a:p>
          </p:txBody>
        </p:sp>
        <p:sp>
          <p:nvSpPr>
            <p:cNvPr id="135450" name="Freeform 282"/>
            <p:cNvSpPr>
              <a:spLocks/>
            </p:cNvSpPr>
            <p:nvPr/>
          </p:nvSpPr>
          <p:spPr bwMode="auto">
            <a:xfrm flipV="1">
              <a:off x="1965" y="2594"/>
              <a:ext cx="1484" cy="1164"/>
            </a:xfrm>
            <a:custGeom>
              <a:avLst/>
              <a:gdLst/>
              <a:ahLst/>
              <a:cxnLst>
                <a:cxn ang="0">
                  <a:pos x="13" y="1031"/>
                </a:cxn>
                <a:cxn ang="0">
                  <a:pos x="25" y="1012"/>
                </a:cxn>
                <a:cxn ang="0">
                  <a:pos x="63" y="1019"/>
                </a:cxn>
                <a:cxn ang="0">
                  <a:pos x="120" y="817"/>
                </a:cxn>
                <a:cxn ang="0">
                  <a:pos x="145" y="861"/>
                </a:cxn>
                <a:cxn ang="0">
                  <a:pos x="202" y="760"/>
                </a:cxn>
                <a:cxn ang="0">
                  <a:pos x="253" y="469"/>
                </a:cxn>
                <a:cxn ang="0">
                  <a:pos x="290" y="482"/>
                </a:cxn>
                <a:cxn ang="0">
                  <a:pos x="410" y="223"/>
                </a:cxn>
                <a:cxn ang="0">
                  <a:pos x="511" y="97"/>
                </a:cxn>
                <a:cxn ang="0">
                  <a:pos x="562" y="103"/>
                </a:cxn>
                <a:cxn ang="0">
                  <a:pos x="631" y="90"/>
                </a:cxn>
                <a:cxn ang="0">
                  <a:pos x="682" y="21"/>
                </a:cxn>
                <a:cxn ang="0">
                  <a:pos x="707" y="84"/>
                </a:cxn>
                <a:cxn ang="0">
                  <a:pos x="770" y="46"/>
                </a:cxn>
                <a:cxn ang="0">
                  <a:pos x="789" y="90"/>
                </a:cxn>
                <a:cxn ang="0">
                  <a:pos x="853" y="78"/>
                </a:cxn>
                <a:cxn ang="0">
                  <a:pos x="878" y="135"/>
                </a:cxn>
                <a:cxn ang="0">
                  <a:pos x="890" y="59"/>
                </a:cxn>
                <a:cxn ang="0">
                  <a:pos x="979" y="191"/>
                </a:cxn>
                <a:cxn ang="0">
                  <a:pos x="1023" y="172"/>
                </a:cxn>
                <a:cxn ang="0">
                  <a:pos x="1061" y="242"/>
                </a:cxn>
                <a:cxn ang="0">
                  <a:pos x="1099" y="343"/>
                </a:cxn>
                <a:cxn ang="0">
                  <a:pos x="1118" y="368"/>
                </a:cxn>
                <a:cxn ang="0">
                  <a:pos x="1162" y="406"/>
                </a:cxn>
                <a:cxn ang="0">
                  <a:pos x="1175" y="476"/>
                </a:cxn>
                <a:cxn ang="0">
                  <a:pos x="1213" y="551"/>
                </a:cxn>
                <a:cxn ang="0">
                  <a:pos x="1244" y="627"/>
                </a:cxn>
                <a:cxn ang="0">
                  <a:pos x="1288" y="741"/>
                </a:cxn>
                <a:cxn ang="0">
                  <a:pos x="1314" y="772"/>
                </a:cxn>
                <a:cxn ang="0">
                  <a:pos x="1370" y="1063"/>
                </a:cxn>
                <a:cxn ang="0">
                  <a:pos x="1459" y="1164"/>
                </a:cxn>
                <a:cxn ang="0">
                  <a:pos x="1478" y="1038"/>
                </a:cxn>
              </a:cxnLst>
              <a:rect l="0" t="0" r="r" b="b"/>
              <a:pathLst>
                <a:path w="1484" h="1164">
                  <a:moveTo>
                    <a:pt x="0" y="1057"/>
                  </a:moveTo>
                  <a:cubicBezTo>
                    <a:pt x="4" y="1048"/>
                    <a:pt x="10" y="1040"/>
                    <a:pt x="13" y="1031"/>
                  </a:cubicBezTo>
                  <a:cubicBezTo>
                    <a:pt x="17" y="1019"/>
                    <a:pt x="12" y="1004"/>
                    <a:pt x="19" y="993"/>
                  </a:cubicBezTo>
                  <a:cubicBezTo>
                    <a:pt x="23" y="987"/>
                    <a:pt x="21" y="1007"/>
                    <a:pt x="25" y="1012"/>
                  </a:cubicBezTo>
                  <a:cubicBezTo>
                    <a:pt x="30" y="1018"/>
                    <a:pt x="38" y="1021"/>
                    <a:pt x="44" y="1025"/>
                  </a:cubicBezTo>
                  <a:cubicBezTo>
                    <a:pt x="53" y="997"/>
                    <a:pt x="52" y="960"/>
                    <a:pt x="63" y="1019"/>
                  </a:cubicBezTo>
                  <a:cubicBezTo>
                    <a:pt x="88" y="983"/>
                    <a:pt x="81" y="957"/>
                    <a:pt x="88" y="911"/>
                  </a:cubicBezTo>
                  <a:cubicBezTo>
                    <a:pt x="93" y="879"/>
                    <a:pt x="108" y="847"/>
                    <a:pt x="120" y="817"/>
                  </a:cubicBezTo>
                  <a:cubicBezTo>
                    <a:pt x="124" y="823"/>
                    <a:pt x="129" y="829"/>
                    <a:pt x="133" y="836"/>
                  </a:cubicBezTo>
                  <a:cubicBezTo>
                    <a:pt x="138" y="844"/>
                    <a:pt x="136" y="859"/>
                    <a:pt x="145" y="861"/>
                  </a:cubicBezTo>
                  <a:cubicBezTo>
                    <a:pt x="152" y="863"/>
                    <a:pt x="154" y="849"/>
                    <a:pt x="158" y="842"/>
                  </a:cubicBezTo>
                  <a:cubicBezTo>
                    <a:pt x="175" y="814"/>
                    <a:pt x="184" y="786"/>
                    <a:pt x="202" y="760"/>
                  </a:cubicBezTo>
                  <a:cubicBezTo>
                    <a:pt x="219" y="704"/>
                    <a:pt x="227" y="660"/>
                    <a:pt x="234" y="602"/>
                  </a:cubicBezTo>
                  <a:cubicBezTo>
                    <a:pt x="259" y="682"/>
                    <a:pt x="237" y="514"/>
                    <a:pt x="253" y="469"/>
                  </a:cubicBezTo>
                  <a:cubicBezTo>
                    <a:pt x="259" y="478"/>
                    <a:pt x="261" y="492"/>
                    <a:pt x="271" y="495"/>
                  </a:cubicBezTo>
                  <a:cubicBezTo>
                    <a:pt x="278" y="498"/>
                    <a:pt x="285" y="488"/>
                    <a:pt x="290" y="482"/>
                  </a:cubicBezTo>
                  <a:cubicBezTo>
                    <a:pt x="296" y="475"/>
                    <a:pt x="318" y="406"/>
                    <a:pt x="322" y="393"/>
                  </a:cubicBezTo>
                  <a:cubicBezTo>
                    <a:pt x="332" y="322"/>
                    <a:pt x="354" y="268"/>
                    <a:pt x="410" y="223"/>
                  </a:cubicBezTo>
                  <a:cubicBezTo>
                    <a:pt x="422" y="200"/>
                    <a:pt x="430" y="176"/>
                    <a:pt x="442" y="153"/>
                  </a:cubicBezTo>
                  <a:cubicBezTo>
                    <a:pt x="486" y="183"/>
                    <a:pt x="499" y="134"/>
                    <a:pt x="511" y="97"/>
                  </a:cubicBezTo>
                  <a:cubicBezTo>
                    <a:pt x="524" y="114"/>
                    <a:pt x="541" y="140"/>
                    <a:pt x="549" y="135"/>
                  </a:cubicBezTo>
                  <a:cubicBezTo>
                    <a:pt x="559" y="129"/>
                    <a:pt x="555" y="112"/>
                    <a:pt x="562" y="103"/>
                  </a:cubicBezTo>
                  <a:cubicBezTo>
                    <a:pt x="573" y="89"/>
                    <a:pt x="600" y="65"/>
                    <a:pt x="600" y="65"/>
                  </a:cubicBezTo>
                  <a:cubicBezTo>
                    <a:pt x="614" y="21"/>
                    <a:pt x="618" y="70"/>
                    <a:pt x="631" y="90"/>
                  </a:cubicBezTo>
                  <a:cubicBezTo>
                    <a:pt x="636" y="66"/>
                    <a:pt x="632" y="0"/>
                    <a:pt x="663" y="46"/>
                  </a:cubicBezTo>
                  <a:cubicBezTo>
                    <a:pt x="677" y="89"/>
                    <a:pt x="677" y="38"/>
                    <a:pt x="682" y="21"/>
                  </a:cubicBezTo>
                  <a:cubicBezTo>
                    <a:pt x="684" y="44"/>
                    <a:pt x="679" y="69"/>
                    <a:pt x="688" y="90"/>
                  </a:cubicBezTo>
                  <a:cubicBezTo>
                    <a:pt x="690" y="96"/>
                    <a:pt x="703" y="89"/>
                    <a:pt x="707" y="84"/>
                  </a:cubicBezTo>
                  <a:cubicBezTo>
                    <a:pt x="718" y="70"/>
                    <a:pt x="721" y="38"/>
                    <a:pt x="733" y="21"/>
                  </a:cubicBezTo>
                  <a:cubicBezTo>
                    <a:pt x="737" y="57"/>
                    <a:pt x="741" y="123"/>
                    <a:pt x="770" y="46"/>
                  </a:cubicBezTo>
                  <a:cubicBezTo>
                    <a:pt x="772" y="54"/>
                    <a:pt x="774" y="63"/>
                    <a:pt x="777" y="71"/>
                  </a:cubicBezTo>
                  <a:cubicBezTo>
                    <a:pt x="780" y="78"/>
                    <a:pt x="782" y="93"/>
                    <a:pt x="789" y="90"/>
                  </a:cubicBezTo>
                  <a:cubicBezTo>
                    <a:pt x="802" y="84"/>
                    <a:pt x="809" y="29"/>
                    <a:pt x="815" y="15"/>
                  </a:cubicBezTo>
                  <a:cubicBezTo>
                    <a:pt x="831" y="37"/>
                    <a:pt x="838" y="56"/>
                    <a:pt x="853" y="78"/>
                  </a:cubicBezTo>
                  <a:cubicBezTo>
                    <a:pt x="857" y="91"/>
                    <a:pt x="860" y="104"/>
                    <a:pt x="865" y="116"/>
                  </a:cubicBezTo>
                  <a:cubicBezTo>
                    <a:pt x="868" y="123"/>
                    <a:pt x="872" y="139"/>
                    <a:pt x="878" y="135"/>
                  </a:cubicBezTo>
                  <a:cubicBezTo>
                    <a:pt x="887" y="129"/>
                    <a:pt x="882" y="114"/>
                    <a:pt x="884" y="103"/>
                  </a:cubicBezTo>
                  <a:cubicBezTo>
                    <a:pt x="886" y="88"/>
                    <a:pt x="888" y="74"/>
                    <a:pt x="890" y="59"/>
                  </a:cubicBezTo>
                  <a:cubicBezTo>
                    <a:pt x="912" y="119"/>
                    <a:pt x="939" y="172"/>
                    <a:pt x="966" y="229"/>
                  </a:cubicBezTo>
                  <a:cubicBezTo>
                    <a:pt x="970" y="216"/>
                    <a:pt x="976" y="204"/>
                    <a:pt x="979" y="191"/>
                  </a:cubicBezTo>
                  <a:cubicBezTo>
                    <a:pt x="984" y="166"/>
                    <a:pt x="991" y="116"/>
                    <a:pt x="991" y="116"/>
                  </a:cubicBezTo>
                  <a:cubicBezTo>
                    <a:pt x="1004" y="135"/>
                    <a:pt x="1010" y="153"/>
                    <a:pt x="1023" y="172"/>
                  </a:cubicBezTo>
                  <a:cubicBezTo>
                    <a:pt x="1028" y="196"/>
                    <a:pt x="1036" y="218"/>
                    <a:pt x="1042" y="242"/>
                  </a:cubicBezTo>
                  <a:cubicBezTo>
                    <a:pt x="1057" y="178"/>
                    <a:pt x="1036" y="242"/>
                    <a:pt x="1061" y="242"/>
                  </a:cubicBezTo>
                  <a:cubicBezTo>
                    <a:pt x="1070" y="242"/>
                    <a:pt x="1070" y="225"/>
                    <a:pt x="1074" y="217"/>
                  </a:cubicBezTo>
                  <a:cubicBezTo>
                    <a:pt x="1090" y="259"/>
                    <a:pt x="1094" y="297"/>
                    <a:pt x="1099" y="343"/>
                  </a:cubicBezTo>
                  <a:cubicBezTo>
                    <a:pt x="1103" y="337"/>
                    <a:pt x="1106" y="318"/>
                    <a:pt x="1111" y="324"/>
                  </a:cubicBezTo>
                  <a:cubicBezTo>
                    <a:pt x="1120" y="336"/>
                    <a:pt x="1117" y="353"/>
                    <a:pt x="1118" y="368"/>
                  </a:cubicBezTo>
                  <a:cubicBezTo>
                    <a:pt x="1123" y="428"/>
                    <a:pt x="1114" y="496"/>
                    <a:pt x="1143" y="551"/>
                  </a:cubicBezTo>
                  <a:cubicBezTo>
                    <a:pt x="1147" y="495"/>
                    <a:pt x="1146" y="456"/>
                    <a:pt x="1162" y="406"/>
                  </a:cubicBezTo>
                  <a:cubicBezTo>
                    <a:pt x="1164" y="440"/>
                    <a:pt x="1162" y="474"/>
                    <a:pt x="1168" y="507"/>
                  </a:cubicBezTo>
                  <a:cubicBezTo>
                    <a:pt x="1170" y="517"/>
                    <a:pt x="1173" y="466"/>
                    <a:pt x="1175" y="476"/>
                  </a:cubicBezTo>
                  <a:cubicBezTo>
                    <a:pt x="1193" y="557"/>
                    <a:pt x="1181" y="645"/>
                    <a:pt x="1194" y="728"/>
                  </a:cubicBezTo>
                  <a:cubicBezTo>
                    <a:pt x="1202" y="669"/>
                    <a:pt x="1198" y="608"/>
                    <a:pt x="1213" y="551"/>
                  </a:cubicBezTo>
                  <a:cubicBezTo>
                    <a:pt x="1216" y="538"/>
                    <a:pt x="1220" y="577"/>
                    <a:pt x="1225" y="589"/>
                  </a:cubicBezTo>
                  <a:cubicBezTo>
                    <a:pt x="1230" y="602"/>
                    <a:pt x="1238" y="614"/>
                    <a:pt x="1244" y="627"/>
                  </a:cubicBezTo>
                  <a:cubicBezTo>
                    <a:pt x="1250" y="652"/>
                    <a:pt x="1247" y="702"/>
                    <a:pt x="1276" y="659"/>
                  </a:cubicBezTo>
                  <a:cubicBezTo>
                    <a:pt x="1280" y="686"/>
                    <a:pt x="1281" y="714"/>
                    <a:pt x="1288" y="741"/>
                  </a:cubicBezTo>
                  <a:cubicBezTo>
                    <a:pt x="1293" y="760"/>
                    <a:pt x="1307" y="798"/>
                    <a:pt x="1307" y="798"/>
                  </a:cubicBezTo>
                  <a:cubicBezTo>
                    <a:pt x="1309" y="789"/>
                    <a:pt x="1313" y="763"/>
                    <a:pt x="1314" y="772"/>
                  </a:cubicBezTo>
                  <a:cubicBezTo>
                    <a:pt x="1319" y="814"/>
                    <a:pt x="1315" y="857"/>
                    <a:pt x="1320" y="899"/>
                  </a:cubicBezTo>
                  <a:cubicBezTo>
                    <a:pt x="1326" y="958"/>
                    <a:pt x="1350" y="1009"/>
                    <a:pt x="1370" y="1063"/>
                  </a:cubicBezTo>
                  <a:cubicBezTo>
                    <a:pt x="1386" y="1024"/>
                    <a:pt x="1394" y="984"/>
                    <a:pt x="1402" y="943"/>
                  </a:cubicBezTo>
                  <a:cubicBezTo>
                    <a:pt x="1411" y="1030"/>
                    <a:pt x="1444" y="1083"/>
                    <a:pt x="1459" y="1164"/>
                  </a:cubicBezTo>
                  <a:cubicBezTo>
                    <a:pt x="1464" y="1128"/>
                    <a:pt x="1465" y="1092"/>
                    <a:pt x="1471" y="1057"/>
                  </a:cubicBezTo>
                  <a:cubicBezTo>
                    <a:pt x="1472" y="1050"/>
                    <a:pt x="1471" y="1038"/>
                    <a:pt x="1478" y="1038"/>
                  </a:cubicBezTo>
                  <a:cubicBezTo>
                    <a:pt x="1484" y="1038"/>
                    <a:pt x="1478" y="1051"/>
                    <a:pt x="1478" y="1057"/>
                  </a:cubicBezTo>
                </a:path>
              </a:pathLst>
            </a:custGeom>
            <a:noFill/>
            <a:ln w="9525" cap="flat" cmpd="sng">
              <a:solidFill>
                <a:srgbClr val="FF3300"/>
              </a:solidFill>
              <a:prstDash val="solid"/>
              <a:round/>
              <a:headEnd/>
              <a:tailEnd/>
            </a:ln>
            <a:effectLst/>
          </p:spPr>
          <p:txBody>
            <a:bodyPr wrap="none" anchor="ctr"/>
            <a:lstStyle/>
            <a:p>
              <a:endParaRPr lang="en-GB" sz="1600"/>
            </a:p>
          </p:txBody>
        </p:sp>
        <p:sp>
          <p:nvSpPr>
            <p:cNvPr id="135451" name="Freeform 283"/>
            <p:cNvSpPr>
              <a:spLocks/>
            </p:cNvSpPr>
            <p:nvPr/>
          </p:nvSpPr>
          <p:spPr bwMode="auto">
            <a:xfrm>
              <a:off x="1899" y="2583"/>
              <a:ext cx="1492" cy="1162"/>
            </a:xfrm>
            <a:custGeom>
              <a:avLst/>
              <a:gdLst/>
              <a:ahLst/>
              <a:cxnLst>
                <a:cxn ang="0">
                  <a:pos x="34" y="1093"/>
                </a:cxn>
                <a:cxn ang="0">
                  <a:pos x="72" y="1093"/>
                </a:cxn>
                <a:cxn ang="0">
                  <a:pos x="91" y="1112"/>
                </a:cxn>
                <a:cxn ang="0">
                  <a:pos x="160" y="1086"/>
                </a:cxn>
                <a:cxn ang="0">
                  <a:pos x="173" y="1124"/>
                </a:cxn>
                <a:cxn ang="0">
                  <a:pos x="223" y="1143"/>
                </a:cxn>
                <a:cxn ang="0">
                  <a:pos x="287" y="1143"/>
                </a:cxn>
                <a:cxn ang="0">
                  <a:pos x="337" y="1162"/>
                </a:cxn>
                <a:cxn ang="0">
                  <a:pos x="369" y="1124"/>
                </a:cxn>
                <a:cxn ang="0">
                  <a:pos x="432" y="1105"/>
                </a:cxn>
                <a:cxn ang="0">
                  <a:pos x="495" y="1068"/>
                </a:cxn>
                <a:cxn ang="0">
                  <a:pos x="533" y="1061"/>
                </a:cxn>
                <a:cxn ang="0">
                  <a:pos x="571" y="1061"/>
                </a:cxn>
                <a:cxn ang="0">
                  <a:pos x="590" y="1074"/>
                </a:cxn>
                <a:cxn ang="0">
                  <a:pos x="621" y="954"/>
                </a:cxn>
                <a:cxn ang="0">
                  <a:pos x="628" y="973"/>
                </a:cxn>
                <a:cxn ang="0">
                  <a:pos x="634" y="948"/>
                </a:cxn>
                <a:cxn ang="0">
                  <a:pos x="647" y="922"/>
                </a:cxn>
                <a:cxn ang="0">
                  <a:pos x="691" y="809"/>
                </a:cxn>
                <a:cxn ang="0">
                  <a:pos x="741" y="657"/>
                </a:cxn>
                <a:cxn ang="0">
                  <a:pos x="767" y="606"/>
                </a:cxn>
                <a:cxn ang="0">
                  <a:pos x="798" y="531"/>
                </a:cxn>
                <a:cxn ang="0">
                  <a:pos x="805" y="499"/>
                </a:cxn>
                <a:cxn ang="0">
                  <a:pos x="811" y="480"/>
                </a:cxn>
                <a:cxn ang="0">
                  <a:pos x="823" y="430"/>
                </a:cxn>
                <a:cxn ang="0">
                  <a:pos x="861" y="329"/>
                </a:cxn>
                <a:cxn ang="0">
                  <a:pos x="956" y="120"/>
                </a:cxn>
                <a:cxn ang="0">
                  <a:pos x="988" y="101"/>
                </a:cxn>
                <a:cxn ang="0">
                  <a:pos x="1007" y="63"/>
                </a:cxn>
                <a:cxn ang="0">
                  <a:pos x="1013" y="89"/>
                </a:cxn>
                <a:cxn ang="0">
                  <a:pos x="1019" y="108"/>
                </a:cxn>
                <a:cxn ang="0">
                  <a:pos x="1057" y="57"/>
                </a:cxn>
                <a:cxn ang="0">
                  <a:pos x="1063" y="89"/>
                </a:cxn>
                <a:cxn ang="0">
                  <a:pos x="1070" y="114"/>
                </a:cxn>
                <a:cxn ang="0">
                  <a:pos x="1095" y="82"/>
                </a:cxn>
                <a:cxn ang="0">
                  <a:pos x="1101" y="57"/>
                </a:cxn>
                <a:cxn ang="0">
                  <a:pos x="1108" y="38"/>
                </a:cxn>
                <a:cxn ang="0">
                  <a:pos x="1127" y="82"/>
                </a:cxn>
                <a:cxn ang="0">
                  <a:pos x="1146" y="57"/>
                </a:cxn>
                <a:cxn ang="0">
                  <a:pos x="1152" y="32"/>
                </a:cxn>
                <a:cxn ang="0">
                  <a:pos x="1171" y="82"/>
                </a:cxn>
                <a:cxn ang="0">
                  <a:pos x="1215" y="25"/>
                </a:cxn>
                <a:cxn ang="0">
                  <a:pos x="1259" y="13"/>
                </a:cxn>
                <a:cxn ang="0">
                  <a:pos x="1291" y="44"/>
                </a:cxn>
                <a:cxn ang="0">
                  <a:pos x="1303" y="19"/>
                </a:cxn>
                <a:cxn ang="0">
                  <a:pos x="1335" y="57"/>
                </a:cxn>
                <a:cxn ang="0">
                  <a:pos x="1392" y="0"/>
                </a:cxn>
                <a:cxn ang="0">
                  <a:pos x="1417" y="76"/>
                </a:cxn>
                <a:cxn ang="0">
                  <a:pos x="1442" y="70"/>
                </a:cxn>
                <a:cxn ang="0">
                  <a:pos x="1461" y="70"/>
                </a:cxn>
                <a:cxn ang="0">
                  <a:pos x="1474" y="133"/>
                </a:cxn>
                <a:cxn ang="0">
                  <a:pos x="1487" y="120"/>
                </a:cxn>
              </a:cxnLst>
              <a:rect l="0" t="0" r="r" b="b"/>
              <a:pathLst>
                <a:path w="1492" h="1162">
                  <a:moveTo>
                    <a:pt x="34" y="1093"/>
                  </a:moveTo>
                  <a:cubicBezTo>
                    <a:pt x="106" y="1138"/>
                    <a:pt x="0" y="1080"/>
                    <a:pt x="72" y="1093"/>
                  </a:cubicBezTo>
                  <a:cubicBezTo>
                    <a:pt x="81" y="1095"/>
                    <a:pt x="85" y="1106"/>
                    <a:pt x="91" y="1112"/>
                  </a:cubicBezTo>
                  <a:cubicBezTo>
                    <a:pt x="108" y="1103"/>
                    <a:pt x="141" y="1084"/>
                    <a:pt x="160" y="1086"/>
                  </a:cubicBezTo>
                  <a:cubicBezTo>
                    <a:pt x="161" y="1086"/>
                    <a:pt x="173" y="1123"/>
                    <a:pt x="173" y="1124"/>
                  </a:cubicBezTo>
                  <a:cubicBezTo>
                    <a:pt x="223" y="1112"/>
                    <a:pt x="180" y="1129"/>
                    <a:pt x="223" y="1143"/>
                  </a:cubicBezTo>
                  <a:cubicBezTo>
                    <a:pt x="281" y="1121"/>
                    <a:pt x="264" y="1109"/>
                    <a:pt x="287" y="1143"/>
                  </a:cubicBezTo>
                  <a:cubicBezTo>
                    <a:pt x="337" y="1131"/>
                    <a:pt x="327" y="1099"/>
                    <a:pt x="337" y="1162"/>
                  </a:cubicBezTo>
                  <a:cubicBezTo>
                    <a:pt x="349" y="1150"/>
                    <a:pt x="354" y="1132"/>
                    <a:pt x="369" y="1124"/>
                  </a:cubicBezTo>
                  <a:cubicBezTo>
                    <a:pt x="388" y="1114"/>
                    <a:pt x="411" y="1113"/>
                    <a:pt x="432" y="1105"/>
                  </a:cubicBezTo>
                  <a:cubicBezTo>
                    <a:pt x="471" y="1162"/>
                    <a:pt x="468" y="1081"/>
                    <a:pt x="495" y="1068"/>
                  </a:cubicBezTo>
                  <a:cubicBezTo>
                    <a:pt x="507" y="1062"/>
                    <a:pt x="520" y="1063"/>
                    <a:pt x="533" y="1061"/>
                  </a:cubicBezTo>
                  <a:cubicBezTo>
                    <a:pt x="577" y="994"/>
                    <a:pt x="545" y="1028"/>
                    <a:pt x="571" y="1061"/>
                  </a:cubicBezTo>
                  <a:cubicBezTo>
                    <a:pt x="576" y="1067"/>
                    <a:pt x="584" y="1070"/>
                    <a:pt x="590" y="1074"/>
                  </a:cubicBezTo>
                  <a:cubicBezTo>
                    <a:pt x="600" y="1033"/>
                    <a:pt x="614" y="996"/>
                    <a:pt x="621" y="954"/>
                  </a:cubicBezTo>
                  <a:cubicBezTo>
                    <a:pt x="623" y="960"/>
                    <a:pt x="622" y="976"/>
                    <a:pt x="628" y="973"/>
                  </a:cubicBezTo>
                  <a:cubicBezTo>
                    <a:pt x="636" y="969"/>
                    <a:pt x="631" y="956"/>
                    <a:pt x="634" y="948"/>
                  </a:cubicBezTo>
                  <a:cubicBezTo>
                    <a:pt x="637" y="939"/>
                    <a:pt x="643" y="931"/>
                    <a:pt x="647" y="922"/>
                  </a:cubicBezTo>
                  <a:cubicBezTo>
                    <a:pt x="664" y="883"/>
                    <a:pt x="665" y="843"/>
                    <a:pt x="691" y="809"/>
                  </a:cubicBezTo>
                  <a:cubicBezTo>
                    <a:pt x="707" y="758"/>
                    <a:pt x="725" y="708"/>
                    <a:pt x="741" y="657"/>
                  </a:cubicBezTo>
                  <a:cubicBezTo>
                    <a:pt x="747" y="639"/>
                    <a:pt x="760" y="624"/>
                    <a:pt x="767" y="606"/>
                  </a:cubicBezTo>
                  <a:cubicBezTo>
                    <a:pt x="773" y="575"/>
                    <a:pt x="784" y="559"/>
                    <a:pt x="798" y="531"/>
                  </a:cubicBezTo>
                  <a:cubicBezTo>
                    <a:pt x="800" y="520"/>
                    <a:pt x="802" y="510"/>
                    <a:pt x="805" y="499"/>
                  </a:cubicBezTo>
                  <a:cubicBezTo>
                    <a:pt x="807" y="493"/>
                    <a:pt x="809" y="486"/>
                    <a:pt x="811" y="480"/>
                  </a:cubicBezTo>
                  <a:cubicBezTo>
                    <a:pt x="815" y="463"/>
                    <a:pt x="823" y="430"/>
                    <a:pt x="823" y="430"/>
                  </a:cubicBezTo>
                  <a:cubicBezTo>
                    <a:pt x="829" y="374"/>
                    <a:pt x="816" y="351"/>
                    <a:pt x="861" y="329"/>
                  </a:cubicBezTo>
                  <a:cubicBezTo>
                    <a:pt x="879" y="256"/>
                    <a:pt x="921" y="187"/>
                    <a:pt x="956" y="120"/>
                  </a:cubicBezTo>
                  <a:cubicBezTo>
                    <a:pt x="967" y="153"/>
                    <a:pt x="958" y="145"/>
                    <a:pt x="988" y="101"/>
                  </a:cubicBezTo>
                  <a:cubicBezTo>
                    <a:pt x="1003" y="79"/>
                    <a:pt x="998" y="86"/>
                    <a:pt x="1007" y="63"/>
                  </a:cubicBezTo>
                  <a:cubicBezTo>
                    <a:pt x="1009" y="72"/>
                    <a:pt x="1011" y="80"/>
                    <a:pt x="1013" y="89"/>
                  </a:cubicBezTo>
                  <a:cubicBezTo>
                    <a:pt x="1015" y="95"/>
                    <a:pt x="1014" y="112"/>
                    <a:pt x="1019" y="108"/>
                  </a:cubicBezTo>
                  <a:cubicBezTo>
                    <a:pt x="1036" y="96"/>
                    <a:pt x="1057" y="57"/>
                    <a:pt x="1057" y="57"/>
                  </a:cubicBezTo>
                  <a:cubicBezTo>
                    <a:pt x="1059" y="68"/>
                    <a:pt x="1061" y="78"/>
                    <a:pt x="1063" y="89"/>
                  </a:cubicBezTo>
                  <a:cubicBezTo>
                    <a:pt x="1065" y="97"/>
                    <a:pt x="1062" y="116"/>
                    <a:pt x="1070" y="114"/>
                  </a:cubicBezTo>
                  <a:cubicBezTo>
                    <a:pt x="1083" y="111"/>
                    <a:pt x="1087" y="93"/>
                    <a:pt x="1095" y="82"/>
                  </a:cubicBezTo>
                  <a:cubicBezTo>
                    <a:pt x="1097" y="74"/>
                    <a:pt x="1099" y="65"/>
                    <a:pt x="1101" y="57"/>
                  </a:cubicBezTo>
                  <a:cubicBezTo>
                    <a:pt x="1103" y="51"/>
                    <a:pt x="1102" y="36"/>
                    <a:pt x="1108" y="38"/>
                  </a:cubicBezTo>
                  <a:cubicBezTo>
                    <a:pt x="1112" y="39"/>
                    <a:pt x="1125" y="76"/>
                    <a:pt x="1127" y="82"/>
                  </a:cubicBezTo>
                  <a:cubicBezTo>
                    <a:pt x="1133" y="74"/>
                    <a:pt x="1141" y="66"/>
                    <a:pt x="1146" y="57"/>
                  </a:cubicBezTo>
                  <a:cubicBezTo>
                    <a:pt x="1150" y="49"/>
                    <a:pt x="1144" y="29"/>
                    <a:pt x="1152" y="32"/>
                  </a:cubicBezTo>
                  <a:cubicBezTo>
                    <a:pt x="1156" y="33"/>
                    <a:pt x="1168" y="74"/>
                    <a:pt x="1171" y="82"/>
                  </a:cubicBezTo>
                  <a:cubicBezTo>
                    <a:pt x="1195" y="67"/>
                    <a:pt x="1198" y="49"/>
                    <a:pt x="1215" y="25"/>
                  </a:cubicBezTo>
                  <a:cubicBezTo>
                    <a:pt x="1239" y="60"/>
                    <a:pt x="1244" y="44"/>
                    <a:pt x="1259" y="13"/>
                  </a:cubicBezTo>
                  <a:cubicBezTo>
                    <a:pt x="1269" y="48"/>
                    <a:pt x="1254" y="81"/>
                    <a:pt x="1291" y="44"/>
                  </a:cubicBezTo>
                  <a:cubicBezTo>
                    <a:pt x="1295" y="36"/>
                    <a:pt x="1294" y="21"/>
                    <a:pt x="1303" y="19"/>
                  </a:cubicBezTo>
                  <a:cubicBezTo>
                    <a:pt x="1310" y="18"/>
                    <a:pt x="1332" y="53"/>
                    <a:pt x="1335" y="57"/>
                  </a:cubicBezTo>
                  <a:cubicBezTo>
                    <a:pt x="1363" y="42"/>
                    <a:pt x="1374" y="26"/>
                    <a:pt x="1392" y="0"/>
                  </a:cubicBezTo>
                  <a:cubicBezTo>
                    <a:pt x="1397" y="29"/>
                    <a:pt x="1401" y="51"/>
                    <a:pt x="1417" y="76"/>
                  </a:cubicBezTo>
                  <a:cubicBezTo>
                    <a:pt x="1425" y="74"/>
                    <a:pt x="1435" y="75"/>
                    <a:pt x="1442" y="70"/>
                  </a:cubicBezTo>
                  <a:cubicBezTo>
                    <a:pt x="1459" y="56"/>
                    <a:pt x="1437" y="32"/>
                    <a:pt x="1461" y="70"/>
                  </a:cubicBezTo>
                  <a:cubicBezTo>
                    <a:pt x="1477" y="159"/>
                    <a:pt x="1460" y="67"/>
                    <a:pt x="1474" y="133"/>
                  </a:cubicBezTo>
                  <a:cubicBezTo>
                    <a:pt x="1492" y="217"/>
                    <a:pt x="1487" y="222"/>
                    <a:pt x="1487" y="120"/>
                  </a:cubicBezTo>
                </a:path>
              </a:pathLst>
            </a:custGeom>
            <a:noFill/>
            <a:ln w="9525" cap="flat" cmpd="sng">
              <a:solidFill>
                <a:srgbClr val="FF3300"/>
              </a:solidFill>
              <a:prstDash val="solid"/>
              <a:round/>
              <a:headEnd/>
              <a:tailEnd/>
            </a:ln>
            <a:effectLst/>
          </p:spPr>
          <p:txBody>
            <a:bodyPr wrap="none" anchor="ctr"/>
            <a:lstStyle/>
            <a:p>
              <a:endParaRPr lang="en-GB" sz="1600"/>
            </a:p>
          </p:txBody>
        </p:sp>
        <p:sp>
          <p:nvSpPr>
            <p:cNvPr id="135452" name="Freeform 284"/>
            <p:cNvSpPr>
              <a:spLocks/>
            </p:cNvSpPr>
            <p:nvPr/>
          </p:nvSpPr>
          <p:spPr bwMode="auto">
            <a:xfrm>
              <a:off x="2011" y="2558"/>
              <a:ext cx="1349" cy="1244"/>
            </a:xfrm>
            <a:custGeom>
              <a:avLst/>
              <a:gdLst/>
              <a:ahLst/>
              <a:cxnLst>
                <a:cxn ang="0">
                  <a:pos x="4" y="151"/>
                </a:cxn>
                <a:cxn ang="0">
                  <a:pos x="42" y="95"/>
                </a:cxn>
                <a:cxn ang="0">
                  <a:pos x="67" y="57"/>
                </a:cxn>
                <a:cxn ang="0">
                  <a:pos x="73" y="76"/>
                </a:cxn>
                <a:cxn ang="0">
                  <a:pos x="67" y="95"/>
                </a:cxn>
                <a:cxn ang="0">
                  <a:pos x="99" y="38"/>
                </a:cxn>
                <a:cxn ang="0">
                  <a:pos x="143" y="13"/>
                </a:cxn>
                <a:cxn ang="0">
                  <a:pos x="149" y="69"/>
                </a:cxn>
                <a:cxn ang="0">
                  <a:pos x="168" y="63"/>
                </a:cxn>
                <a:cxn ang="0">
                  <a:pos x="200" y="19"/>
                </a:cxn>
                <a:cxn ang="0">
                  <a:pos x="212" y="101"/>
                </a:cxn>
                <a:cxn ang="0">
                  <a:pos x="231" y="63"/>
                </a:cxn>
                <a:cxn ang="0">
                  <a:pos x="257" y="0"/>
                </a:cxn>
                <a:cxn ang="0">
                  <a:pos x="263" y="95"/>
                </a:cxn>
                <a:cxn ang="0">
                  <a:pos x="295" y="82"/>
                </a:cxn>
                <a:cxn ang="0">
                  <a:pos x="320" y="31"/>
                </a:cxn>
                <a:cxn ang="0">
                  <a:pos x="358" y="63"/>
                </a:cxn>
                <a:cxn ang="0">
                  <a:pos x="383" y="145"/>
                </a:cxn>
                <a:cxn ang="0">
                  <a:pos x="402" y="126"/>
                </a:cxn>
                <a:cxn ang="0">
                  <a:pos x="408" y="107"/>
                </a:cxn>
                <a:cxn ang="0">
                  <a:pos x="433" y="164"/>
                </a:cxn>
                <a:cxn ang="0">
                  <a:pos x="452" y="189"/>
                </a:cxn>
                <a:cxn ang="0">
                  <a:pos x="478" y="158"/>
                </a:cxn>
                <a:cxn ang="0">
                  <a:pos x="484" y="133"/>
                </a:cxn>
                <a:cxn ang="0">
                  <a:pos x="497" y="151"/>
                </a:cxn>
                <a:cxn ang="0">
                  <a:pos x="516" y="227"/>
                </a:cxn>
                <a:cxn ang="0">
                  <a:pos x="547" y="259"/>
                </a:cxn>
                <a:cxn ang="0">
                  <a:pos x="553" y="335"/>
                </a:cxn>
                <a:cxn ang="0">
                  <a:pos x="572" y="322"/>
                </a:cxn>
                <a:cxn ang="0">
                  <a:pos x="579" y="341"/>
                </a:cxn>
                <a:cxn ang="0">
                  <a:pos x="604" y="474"/>
                </a:cxn>
                <a:cxn ang="0">
                  <a:pos x="629" y="398"/>
                </a:cxn>
                <a:cxn ang="0">
                  <a:pos x="673" y="606"/>
                </a:cxn>
                <a:cxn ang="0">
                  <a:pos x="699" y="657"/>
                </a:cxn>
                <a:cxn ang="0">
                  <a:pos x="718" y="638"/>
                </a:cxn>
                <a:cxn ang="0">
                  <a:pos x="737" y="663"/>
                </a:cxn>
                <a:cxn ang="0">
                  <a:pos x="756" y="859"/>
                </a:cxn>
                <a:cxn ang="0">
                  <a:pos x="781" y="859"/>
                </a:cxn>
                <a:cxn ang="0">
                  <a:pos x="800" y="941"/>
                </a:cxn>
                <a:cxn ang="0">
                  <a:pos x="831" y="979"/>
                </a:cxn>
                <a:cxn ang="0">
                  <a:pos x="995" y="1206"/>
                </a:cxn>
                <a:cxn ang="0">
                  <a:pos x="1059" y="1175"/>
                </a:cxn>
                <a:cxn ang="0">
                  <a:pos x="1078" y="1244"/>
                </a:cxn>
                <a:cxn ang="0">
                  <a:pos x="1135" y="1225"/>
                </a:cxn>
                <a:cxn ang="0">
                  <a:pos x="1198" y="1149"/>
                </a:cxn>
                <a:cxn ang="0">
                  <a:pos x="1204" y="1181"/>
                </a:cxn>
                <a:cxn ang="0">
                  <a:pos x="1210" y="1206"/>
                </a:cxn>
                <a:cxn ang="0">
                  <a:pos x="1236" y="1194"/>
                </a:cxn>
                <a:cxn ang="0">
                  <a:pos x="1261" y="1194"/>
                </a:cxn>
                <a:cxn ang="0">
                  <a:pos x="1280" y="1181"/>
                </a:cxn>
                <a:cxn ang="0">
                  <a:pos x="1305" y="1124"/>
                </a:cxn>
                <a:cxn ang="0">
                  <a:pos x="1330" y="1130"/>
                </a:cxn>
                <a:cxn ang="0">
                  <a:pos x="1349" y="1137"/>
                </a:cxn>
                <a:cxn ang="0">
                  <a:pos x="1330" y="1143"/>
                </a:cxn>
                <a:cxn ang="0">
                  <a:pos x="1273" y="1156"/>
                </a:cxn>
              </a:cxnLst>
              <a:rect l="0" t="0" r="r" b="b"/>
              <a:pathLst>
                <a:path w="1349" h="1244">
                  <a:moveTo>
                    <a:pt x="4" y="151"/>
                  </a:moveTo>
                  <a:cubicBezTo>
                    <a:pt x="46" y="82"/>
                    <a:pt x="0" y="155"/>
                    <a:pt x="42" y="95"/>
                  </a:cubicBezTo>
                  <a:cubicBezTo>
                    <a:pt x="51" y="83"/>
                    <a:pt x="67" y="57"/>
                    <a:pt x="67" y="57"/>
                  </a:cubicBezTo>
                  <a:cubicBezTo>
                    <a:pt x="69" y="63"/>
                    <a:pt x="73" y="69"/>
                    <a:pt x="73" y="76"/>
                  </a:cubicBezTo>
                  <a:cubicBezTo>
                    <a:pt x="73" y="83"/>
                    <a:pt x="64" y="101"/>
                    <a:pt x="67" y="95"/>
                  </a:cubicBezTo>
                  <a:cubicBezTo>
                    <a:pt x="103" y="28"/>
                    <a:pt x="56" y="95"/>
                    <a:pt x="99" y="38"/>
                  </a:cubicBezTo>
                  <a:cubicBezTo>
                    <a:pt x="112" y="81"/>
                    <a:pt x="118" y="36"/>
                    <a:pt x="143" y="13"/>
                  </a:cubicBezTo>
                  <a:cubicBezTo>
                    <a:pt x="145" y="32"/>
                    <a:pt x="141" y="52"/>
                    <a:pt x="149" y="69"/>
                  </a:cubicBezTo>
                  <a:cubicBezTo>
                    <a:pt x="152" y="75"/>
                    <a:pt x="163" y="68"/>
                    <a:pt x="168" y="63"/>
                  </a:cubicBezTo>
                  <a:cubicBezTo>
                    <a:pt x="181" y="50"/>
                    <a:pt x="200" y="19"/>
                    <a:pt x="200" y="19"/>
                  </a:cubicBezTo>
                  <a:cubicBezTo>
                    <a:pt x="208" y="45"/>
                    <a:pt x="192" y="81"/>
                    <a:pt x="212" y="101"/>
                  </a:cubicBezTo>
                  <a:cubicBezTo>
                    <a:pt x="222" y="111"/>
                    <a:pt x="225" y="76"/>
                    <a:pt x="231" y="63"/>
                  </a:cubicBezTo>
                  <a:cubicBezTo>
                    <a:pt x="240" y="42"/>
                    <a:pt x="249" y="21"/>
                    <a:pt x="257" y="0"/>
                  </a:cubicBezTo>
                  <a:cubicBezTo>
                    <a:pt x="259" y="32"/>
                    <a:pt x="250" y="66"/>
                    <a:pt x="263" y="95"/>
                  </a:cubicBezTo>
                  <a:cubicBezTo>
                    <a:pt x="268" y="105"/>
                    <a:pt x="287" y="90"/>
                    <a:pt x="295" y="82"/>
                  </a:cubicBezTo>
                  <a:cubicBezTo>
                    <a:pt x="308" y="68"/>
                    <a:pt x="309" y="47"/>
                    <a:pt x="320" y="31"/>
                  </a:cubicBezTo>
                  <a:cubicBezTo>
                    <a:pt x="325" y="93"/>
                    <a:pt x="324" y="147"/>
                    <a:pt x="358" y="63"/>
                  </a:cubicBezTo>
                  <a:cubicBezTo>
                    <a:pt x="367" y="90"/>
                    <a:pt x="374" y="118"/>
                    <a:pt x="383" y="145"/>
                  </a:cubicBezTo>
                  <a:cubicBezTo>
                    <a:pt x="389" y="139"/>
                    <a:pt x="397" y="133"/>
                    <a:pt x="402" y="126"/>
                  </a:cubicBezTo>
                  <a:cubicBezTo>
                    <a:pt x="406" y="120"/>
                    <a:pt x="403" y="103"/>
                    <a:pt x="408" y="107"/>
                  </a:cubicBezTo>
                  <a:cubicBezTo>
                    <a:pt x="419" y="115"/>
                    <a:pt x="428" y="148"/>
                    <a:pt x="433" y="164"/>
                  </a:cubicBezTo>
                  <a:cubicBezTo>
                    <a:pt x="444" y="244"/>
                    <a:pt x="431" y="220"/>
                    <a:pt x="452" y="189"/>
                  </a:cubicBezTo>
                  <a:cubicBezTo>
                    <a:pt x="459" y="178"/>
                    <a:pt x="469" y="168"/>
                    <a:pt x="478" y="158"/>
                  </a:cubicBezTo>
                  <a:cubicBezTo>
                    <a:pt x="480" y="150"/>
                    <a:pt x="476" y="136"/>
                    <a:pt x="484" y="133"/>
                  </a:cubicBezTo>
                  <a:cubicBezTo>
                    <a:pt x="491" y="130"/>
                    <a:pt x="494" y="144"/>
                    <a:pt x="497" y="151"/>
                  </a:cubicBezTo>
                  <a:cubicBezTo>
                    <a:pt x="507" y="175"/>
                    <a:pt x="507" y="203"/>
                    <a:pt x="516" y="227"/>
                  </a:cubicBezTo>
                  <a:cubicBezTo>
                    <a:pt x="555" y="176"/>
                    <a:pt x="538" y="223"/>
                    <a:pt x="547" y="259"/>
                  </a:cubicBezTo>
                  <a:cubicBezTo>
                    <a:pt x="549" y="284"/>
                    <a:pt x="544" y="311"/>
                    <a:pt x="553" y="335"/>
                  </a:cubicBezTo>
                  <a:cubicBezTo>
                    <a:pt x="556" y="342"/>
                    <a:pt x="565" y="320"/>
                    <a:pt x="572" y="322"/>
                  </a:cubicBezTo>
                  <a:cubicBezTo>
                    <a:pt x="579" y="324"/>
                    <a:pt x="577" y="335"/>
                    <a:pt x="579" y="341"/>
                  </a:cubicBezTo>
                  <a:cubicBezTo>
                    <a:pt x="603" y="265"/>
                    <a:pt x="581" y="428"/>
                    <a:pt x="604" y="474"/>
                  </a:cubicBezTo>
                  <a:cubicBezTo>
                    <a:pt x="610" y="444"/>
                    <a:pt x="616" y="425"/>
                    <a:pt x="629" y="398"/>
                  </a:cubicBezTo>
                  <a:cubicBezTo>
                    <a:pt x="652" y="465"/>
                    <a:pt x="652" y="538"/>
                    <a:pt x="673" y="606"/>
                  </a:cubicBezTo>
                  <a:cubicBezTo>
                    <a:pt x="699" y="544"/>
                    <a:pt x="687" y="463"/>
                    <a:pt x="699" y="657"/>
                  </a:cubicBezTo>
                  <a:cubicBezTo>
                    <a:pt x="705" y="651"/>
                    <a:pt x="714" y="630"/>
                    <a:pt x="718" y="638"/>
                  </a:cubicBezTo>
                  <a:cubicBezTo>
                    <a:pt x="738" y="683"/>
                    <a:pt x="709" y="772"/>
                    <a:pt x="737" y="663"/>
                  </a:cubicBezTo>
                  <a:cubicBezTo>
                    <a:pt x="741" y="765"/>
                    <a:pt x="742" y="782"/>
                    <a:pt x="756" y="859"/>
                  </a:cubicBezTo>
                  <a:cubicBezTo>
                    <a:pt x="759" y="847"/>
                    <a:pt x="764" y="798"/>
                    <a:pt x="781" y="859"/>
                  </a:cubicBezTo>
                  <a:cubicBezTo>
                    <a:pt x="811" y="963"/>
                    <a:pt x="767" y="892"/>
                    <a:pt x="800" y="941"/>
                  </a:cubicBezTo>
                  <a:cubicBezTo>
                    <a:pt x="811" y="975"/>
                    <a:pt x="789" y="1021"/>
                    <a:pt x="831" y="979"/>
                  </a:cubicBezTo>
                  <a:cubicBezTo>
                    <a:pt x="913" y="1087"/>
                    <a:pt x="912" y="1097"/>
                    <a:pt x="995" y="1206"/>
                  </a:cubicBezTo>
                  <a:cubicBezTo>
                    <a:pt x="1013" y="1152"/>
                    <a:pt x="1027" y="1222"/>
                    <a:pt x="1059" y="1175"/>
                  </a:cubicBezTo>
                  <a:cubicBezTo>
                    <a:pt x="1074" y="1223"/>
                    <a:pt x="1068" y="1200"/>
                    <a:pt x="1078" y="1244"/>
                  </a:cubicBezTo>
                  <a:cubicBezTo>
                    <a:pt x="1109" y="1223"/>
                    <a:pt x="1109" y="1186"/>
                    <a:pt x="1135" y="1225"/>
                  </a:cubicBezTo>
                  <a:cubicBezTo>
                    <a:pt x="1164" y="1203"/>
                    <a:pt x="1175" y="1178"/>
                    <a:pt x="1198" y="1149"/>
                  </a:cubicBezTo>
                  <a:cubicBezTo>
                    <a:pt x="1200" y="1160"/>
                    <a:pt x="1202" y="1170"/>
                    <a:pt x="1204" y="1181"/>
                  </a:cubicBezTo>
                  <a:cubicBezTo>
                    <a:pt x="1206" y="1189"/>
                    <a:pt x="1202" y="1203"/>
                    <a:pt x="1210" y="1206"/>
                  </a:cubicBezTo>
                  <a:cubicBezTo>
                    <a:pt x="1219" y="1210"/>
                    <a:pt x="1227" y="1198"/>
                    <a:pt x="1236" y="1194"/>
                  </a:cubicBezTo>
                  <a:cubicBezTo>
                    <a:pt x="1264" y="1149"/>
                    <a:pt x="1231" y="1188"/>
                    <a:pt x="1261" y="1194"/>
                  </a:cubicBezTo>
                  <a:cubicBezTo>
                    <a:pt x="1269" y="1195"/>
                    <a:pt x="1274" y="1185"/>
                    <a:pt x="1280" y="1181"/>
                  </a:cubicBezTo>
                  <a:cubicBezTo>
                    <a:pt x="1292" y="1162"/>
                    <a:pt x="1298" y="1145"/>
                    <a:pt x="1305" y="1124"/>
                  </a:cubicBezTo>
                  <a:cubicBezTo>
                    <a:pt x="1317" y="1187"/>
                    <a:pt x="1301" y="1145"/>
                    <a:pt x="1330" y="1130"/>
                  </a:cubicBezTo>
                  <a:cubicBezTo>
                    <a:pt x="1336" y="1127"/>
                    <a:pt x="1343" y="1135"/>
                    <a:pt x="1349" y="1137"/>
                  </a:cubicBezTo>
                  <a:cubicBezTo>
                    <a:pt x="1349" y="1137"/>
                    <a:pt x="1336" y="1140"/>
                    <a:pt x="1330" y="1143"/>
                  </a:cubicBezTo>
                  <a:cubicBezTo>
                    <a:pt x="1288" y="1161"/>
                    <a:pt x="1322" y="1156"/>
                    <a:pt x="1273" y="1156"/>
                  </a:cubicBezTo>
                </a:path>
              </a:pathLst>
            </a:custGeom>
            <a:noFill/>
            <a:ln w="9525" cap="flat" cmpd="sng">
              <a:solidFill>
                <a:srgbClr val="FF3300"/>
              </a:solidFill>
              <a:prstDash val="solid"/>
              <a:round/>
              <a:headEnd/>
              <a:tailEnd/>
            </a:ln>
            <a:effectLst/>
          </p:spPr>
          <p:txBody>
            <a:bodyPr wrap="none" anchor="ctr"/>
            <a:lstStyle/>
            <a:p>
              <a:endParaRPr lang="en-GB" sz="1600"/>
            </a:p>
          </p:txBody>
        </p:sp>
        <p:sp>
          <p:nvSpPr>
            <p:cNvPr id="135453" name="Freeform 285"/>
            <p:cNvSpPr>
              <a:spLocks/>
            </p:cNvSpPr>
            <p:nvPr/>
          </p:nvSpPr>
          <p:spPr bwMode="auto">
            <a:xfrm>
              <a:off x="2046" y="2559"/>
              <a:ext cx="1396" cy="1206"/>
            </a:xfrm>
            <a:custGeom>
              <a:avLst/>
              <a:gdLst/>
              <a:ahLst/>
              <a:cxnLst>
                <a:cxn ang="0">
                  <a:pos x="0" y="156"/>
                </a:cxn>
                <a:cxn ang="0">
                  <a:pos x="50" y="81"/>
                </a:cxn>
                <a:cxn ang="0">
                  <a:pos x="76" y="62"/>
                </a:cxn>
                <a:cxn ang="0">
                  <a:pos x="107" y="17"/>
                </a:cxn>
                <a:cxn ang="0">
                  <a:pos x="139" y="100"/>
                </a:cxn>
                <a:cxn ang="0">
                  <a:pos x="196" y="74"/>
                </a:cxn>
                <a:cxn ang="0">
                  <a:pos x="240" y="43"/>
                </a:cxn>
                <a:cxn ang="0">
                  <a:pos x="253" y="93"/>
                </a:cxn>
                <a:cxn ang="0">
                  <a:pos x="303" y="68"/>
                </a:cxn>
                <a:cxn ang="0">
                  <a:pos x="328" y="112"/>
                </a:cxn>
                <a:cxn ang="0">
                  <a:pos x="379" y="62"/>
                </a:cxn>
                <a:cxn ang="0">
                  <a:pos x="417" y="125"/>
                </a:cxn>
                <a:cxn ang="0">
                  <a:pos x="429" y="106"/>
                </a:cxn>
                <a:cxn ang="0">
                  <a:pos x="436" y="137"/>
                </a:cxn>
                <a:cxn ang="0">
                  <a:pos x="455" y="207"/>
                </a:cxn>
                <a:cxn ang="0">
                  <a:pos x="486" y="213"/>
                </a:cxn>
                <a:cxn ang="0">
                  <a:pos x="518" y="207"/>
                </a:cxn>
                <a:cxn ang="0">
                  <a:pos x="524" y="226"/>
                </a:cxn>
                <a:cxn ang="0">
                  <a:pos x="543" y="232"/>
                </a:cxn>
                <a:cxn ang="0">
                  <a:pos x="549" y="283"/>
                </a:cxn>
                <a:cxn ang="0">
                  <a:pos x="562" y="321"/>
                </a:cxn>
                <a:cxn ang="0">
                  <a:pos x="606" y="359"/>
                </a:cxn>
                <a:cxn ang="0">
                  <a:pos x="625" y="415"/>
                </a:cxn>
                <a:cxn ang="0">
                  <a:pos x="669" y="580"/>
                </a:cxn>
                <a:cxn ang="0">
                  <a:pos x="695" y="719"/>
                </a:cxn>
                <a:cxn ang="0">
                  <a:pos x="701" y="693"/>
                </a:cxn>
                <a:cxn ang="0">
                  <a:pos x="707" y="712"/>
                </a:cxn>
                <a:cxn ang="0">
                  <a:pos x="714" y="731"/>
                </a:cxn>
                <a:cxn ang="0">
                  <a:pos x="733" y="807"/>
                </a:cxn>
                <a:cxn ang="0">
                  <a:pos x="739" y="895"/>
                </a:cxn>
                <a:cxn ang="0">
                  <a:pos x="758" y="927"/>
                </a:cxn>
                <a:cxn ang="0">
                  <a:pos x="802" y="1041"/>
                </a:cxn>
                <a:cxn ang="0">
                  <a:pos x="846" y="1041"/>
                </a:cxn>
                <a:cxn ang="0">
                  <a:pos x="922" y="1116"/>
                </a:cxn>
                <a:cxn ang="0">
                  <a:pos x="947" y="1186"/>
                </a:cxn>
                <a:cxn ang="0">
                  <a:pos x="947" y="1161"/>
                </a:cxn>
                <a:cxn ang="0">
                  <a:pos x="998" y="1192"/>
                </a:cxn>
                <a:cxn ang="0">
                  <a:pos x="1036" y="1161"/>
                </a:cxn>
                <a:cxn ang="0">
                  <a:pos x="1048" y="1180"/>
                </a:cxn>
                <a:cxn ang="0">
                  <a:pos x="1074" y="1192"/>
                </a:cxn>
                <a:cxn ang="0">
                  <a:pos x="1162" y="1167"/>
                </a:cxn>
                <a:cxn ang="0">
                  <a:pos x="1232" y="1161"/>
                </a:cxn>
                <a:cxn ang="0">
                  <a:pos x="1295" y="1110"/>
                </a:cxn>
                <a:cxn ang="0">
                  <a:pos x="1358" y="1123"/>
                </a:cxn>
                <a:cxn ang="0">
                  <a:pos x="1396" y="1085"/>
                </a:cxn>
              </a:cxnLst>
              <a:rect l="0" t="0" r="r" b="b"/>
              <a:pathLst>
                <a:path w="1396" h="1206">
                  <a:moveTo>
                    <a:pt x="0" y="156"/>
                  </a:moveTo>
                  <a:cubicBezTo>
                    <a:pt x="17" y="134"/>
                    <a:pt x="32" y="101"/>
                    <a:pt x="50" y="81"/>
                  </a:cubicBezTo>
                  <a:cubicBezTo>
                    <a:pt x="57" y="73"/>
                    <a:pt x="68" y="70"/>
                    <a:pt x="76" y="62"/>
                  </a:cubicBezTo>
                  <a:cubicBezTo>
                    <a:pt x="85" y="53"/>
                    <a:pt x="100" y="29"/>
                    <a:pt x="107" y="17"/>
                  </a:cubicBezTo>
                  <a:cubicBezTo>
                    <a:pt x="114" y="59"/>
                    <a:pt x="111" y="72"/>
                    <a:pt x="139" y="100"/>
                  </a:cubicBezTo>
                  <a:cubicBezTo>
                    <a:pt x="166" y="91"/>
                    <a:pt x="176" y="91"/>
                    <a:pt x="196" y="74"/>
                  </a:cubicBezTo>
                  <a:cubicBezTo>
                    <a:pt x="233" y="42"/>
                    <a:pt x="206" y="54"/>
                    <a:pt x="240" y="43"/>
                  </a:cubicBezTo>
                  <a:cubicBezTo>
                    <a:pt x="240" y="44"/>
                    <a:pt x="252" y="93"/>
                    <a:pt x="253" y="93"/>
                  </a:cubicBezTo>
                  <a:cubicBezTo>
                    <a:pt x="271" y="96"/>
                    <a:pt x="285" y="74"/>
                    <a:pt x="303" y="68"/>
                  </a:cubicBezTo>
                  <a:cubicBezTo>
                    <a:pt x="325" y="0"/>
                    <a:pt x="322" y="29"/>
                    <a:pt x="328" y="112"/>
                  </a:cubicBezTo>
                  <a:cubicBezTo>
                    <a:pt x="362" y="87"/>
                    <a:pt x="348" y="81"/>
                    <a:pt x="379" y="62"/>
                  </a:cubicBezTo>
                  <a:cubicBezTo>
                    <a:pt x="389" y="104"/>
                    <a:pt x="361" y="152"/>
                    <a:pt x="417" y="125"/>
                  </a:cubicBezTo>
                  <a:cubicBezTo>
                    <a:pt x="421" y="119"/>
                    <a:pt x="423" y="102"/>
                    <a:pt x="429" y="106"/>
                  </a:cubicBezTo>
                  <a:cubicBezTo>
                    <a:pt x="438" y="112"/>
                    <a:pt x="434" y="127"/>
                    <a:pt x="436" y="137"/>
                  </a:cubicBezTo>
                  <a:cubicBezTo>
                    <a:pt x="447" y="193"/>
                    <a:pt x="435" y="157"/>
                    <a:pt x="455" y="207"/>
                  </a:cubicBezTo>
                  <a:cubicBezTo>
                    <a:pt x="502" y="175"/>
                    <a:pt x="449" y="202"/>
                    <a:pt x="486" y="213"/>
                  </a:cubicBezTo>
                  <a:cubicBezTo>
                    <a:pt x="496" y="216"/>
                    <a:pt x="507" y="209"/>
                    <a:pt x="518" y="207"/>
                  </a:cubicBezTo>
                  <a:cubicBezTo>
                    <a:pt x="520" y="213"/>
                    <a:pt x="519" y="221"/>
                    <a:pt x="524" y="226"/>
                  </a:cubicBezTo>
                  <a:cubicBezTo>
                    <a:pt x="529" y="231"/>
                    <a:pt x="540" y="226"/>
                    <a:pt x="543" y="232"/>
                  </a:cubicBezTo>
                  <a:cubicBezTo>
                    <a:pt x="550" y="248"/>
                    <a:pt x="545" y="266"/>
                    <a:pt x="549" y="283"/>
                  </a:cubicBezTo>
                  <a:cubicBezTo>
                    <a:pt x="552" y="296"/>
                    <a:pt x="558" y="308"/>
                    <a:pt x="562" y="321"/>
                  </a:cubicBezTo>
                  <a:cubicBezTo>
                    <a:pt x="610" y="273"/>
                    <a:pt x="599" y="288"/>
                    <a:pt x="606" y="359"/>
                  </a:cubicBezTo>
                  <a:cubicBezTo>
                    <a:pt x="653" y="327"/>
                    <a:pt x="629" y="392"/>
                    <a:pt x="625" y="415"/>
                  </a:cubicBezTo>
                  <a:cubicBezTo>
                    <a:pt x="631" y="518"/>
                    <a:pt x="607" y="533"/>
                    <a:pt x="669" y="580"/>
                  </a:cubicBezTo>
                  <a:cubicBezTo>
                    <a:pt x="682" y="626"/>
                    <a:pt x="685" y="673"/>
                    <a:pt x="695" y="719"/>
                  </a:cubicBezTo>
                  <a:cubicBezTo>
                    <a:pt x="697" y="710"/>
                    <a:pt x="693" y="697"/>
                    <a:pt x="701" y="693"/>
                  </a:cubicBezTo>
                  <a:cubicBezTo>
                    <a:pt x="707" y="690"/>
                    <a:pt x="705" y="706"/>
                    <a:pt x="707" y="712"/>
                  </a:cubicBezTo>
                  <a:cubicBezTo>
                    <a:pt x="709" y="718"/>
                    <a:pt x="712" y="725"/>
                    <a:pt x="714" y="731"/>
                  </a:cubicBezTo>
                  <a:cubicBezTo>
                    <a:pt x="722" y="756"/>
                    <a:pt x="733" y="807"/>
                    <a:pt x="733" y="807"/>
                  </a:cubicBezTo>
                  <a:cubicBezTo>
                    <a:pt x="735" y="836"/>
                    <a:pt x="733" y="866"/>
                    <a:pt x="739" y="895"/>
                  </a:cubicBezTo>
                  <a:cubicBezTo>
                    <a:pt x="742" y="907"/>
                    <a:pt x="753" y="916"/>
                    <a:pt x="758" y="927"/>
                  </a:cubicBezTo>
                  <a:cubicBezTo>
                    <a:pt x="776" y="965"/>
                    <a:pt x="778" y="1005"/>
                    <a:pt x="802" y="1041"/>
                  </a:cubicBezTo>
                  <a:cubicBezTo>
                    <a:pt x="813" y="1006"/>
                    <a:pt x="817" y="1030"/>
                    <a:pt x="846" y="1041"/>
                  </a:cubicBezTo>
                  <a:cubicBezTo>
                    <a:pt x="878" y="1083"/>
                    <a:pt x="874" y="1098"/>
                    <a:pt x="922" y="1116"/>
                  </a:cubicBezTo>
                  <a:cubicBezTo>
                    <a:pt x="940" y="1142"/>
                    <a:pt x="936" y="1157"/>
                    <a:pt x="947" y="1186"/>
                  </a:cubicBezTo>
                  <a:cubicBezTo>
                    <a:pt x="955" y="1206"/>
                    <a:pt x="937" y="1142"/>
                    <a:pt x="947" y="1161"/>
                  </a:cubicBezTo>
                  <a:cubicBezTo>
                    <a:pt x="954" y="1144"/>
                    <a:pt x="987" y="1206"/>
                    <a:pt x="998" y="1192"/>
                  </a:cubicBezTo>
                  <a:cubicBezTo>
                    <a:pt x="1008" y="1179"/>
                    <a:pt x="1024" y="1173"/>
                    <a:pt x="1036" y="1161"/>
                  </a:cubicBezTo>
                  <a:cubicBezTo>
                    <a:pt x="1040" y="1167"/>
                    <a:pt x="1041" y="1177"/>
                    <a:pt x="1048" y="1180"/>
                  </a:cubicBezTo>
                  <a:cubicBezTo>
                    <a:pt x="1082" y="1193"/>
                    <a:pt x="1056" y="1144"/>
                    <a:pt x="1074" y="1192"/>
                  </a:cubicBezTo>
                  <a:cubicBezTo>
                    <a:pt x="1145" y="1157"/>
                    <a:pt x="1114" y="1156"/>
                    <a:pt x="1162" y="1167"/>
                  </a:cubicBezTo>
                  <a:cubicBezTo>
                    <a:pt x="1192" y="1160"/>
                    <a:pt x="1201" y="1153"/>
                    <a:pt x="1232" y="1161"/>
                  </a:cubicBezTo>
                  <a:cubicBezTo>
                    <a:pt x="1251" y="1141"/>
                    <a:pt x="1295" y="1110"/>
                    <a:pt x="1295" y="1110"/>
                  </a:cubicBezTo>
                  <a:cubicBezTo>
                    <a:pt x="1314" y="1140"/>
                    <a:pt x="1327" y="1138"/>
                    <a:pt x="1358" y="1123"/>
                  </a:cubicBezTo>
                  <a:cubicBezTo>
                    <a:pt x="1373" y="1077"/>
                    <a:pt x="1357" y="1085"/>
                    <a:pt x="1396" y="1085"/>
                  </a:cubicBezTo>
                </a:path>
              </a:pathLst>
            </a:custGeom>
            <a:noFill/>
            <a:ln w="9525" cap="flat" cmpd="sng">
              <a:solidFill>
                <a:srgbClr val="FF3300"/>
              </a:solidFill>
              <a:prstDash val="solid"/>
              <a:round/>
              <a:headEnd/>
              <a:tailEnd/>
            </a:ln>
            <a:effectLst/>
          </p:spPr>
          <p:txBody>
            <a:bodyPr wrap="none" anchor="ctr"/>
            <a:lstStyle/>
            <a:p>
              <a:endParaRPr lang="en-GB" sz="1600"/>
            </a:p>
          </p:txBody>
        </p:sp>
        <p:sp>
          <p:nvSpPr>
            <p:cNvPr id="135454" name="Freeform 286"/>
            <p:cNvSpPr>
              <a:spLocks/>
            </p:cNvSpPr>
            <p:nvPr/>
          </p:nvSpPr>
          <p:spPr bwMode="auto">
            <a:xfrm>
              <a:off x="1876" y="2596"/>
              <a:ext cx="1472" cy="1067"/>
            </a:xfrm>
            <a:custGeom>
              <a:avLst/>
              <a:gdLst/>
              <a:ahLst/>
              <a:cxnLst>
                <a:cxn ang="0">
                  <a:pos x="1472" y="1048"/>
                </a:cxn>
                <a:cxn ang="0">
                  <a:pos x="1409" y="1023"/>
                </a:cxn>
                <a:cxn ang="0">
                  <a:pos x="1415" y="991"/>
                </a:cxn>
                <a:cxn ang="0">
                  <a:pos x="1421" y="966"/>
                </a:cxn>
                <a:cxn ang="0">
                  <a:pos x="1415" y="941"/>
                </a:cxn>
                <a:cxn ang="0">
                  <a:pos x="1409" y="909"/>
                </a:cxn>
                <a:cxn ang="0">
                  <a:pos x="1377" y="947"/>
                </a:cxn>
                <a:cxn ang="0">
                  <a:pos x="1352" y="833"/>
                </a:cxn>
                <a:cxn ang="0">
                  <a:pos x="1320" y="695"/>
                </a:cxn>
                <a:cxn ang="0">
                  <a:pos x="1301" y="707"/>
                </a:cxn>
                <a:cxn ang="0">
                  <a:pos x="1295" y="682"/>
                </a:cxn>
                <a:cxn ang="0">
                  <a:pos x="1257" y="587"/>
                </a:cxn>
                <a:cxn ang="0">
                  <a:pos x="1219" y="473"/>
                </a:cxn>
                <a:cxn ang="0">
                  <a:pos x="1200" y="480"/>
                </a:cxn>
                <a:cxn ang="0">
                  <a:pos x="1143" y="385"/>
                </a:cxn>
                <a:cxn ang="0">
                  <a:pos x="1105" y="259"/>
                </a:cxn>
                <a:cxn ang="0">
                  <a:pos x="1080" y="221"/>
                </a:cxn>
                <a:cxn ang="0">
                  <a:pos x="1042" y="170"/>
                </a:cxn>
                <a:cxn ang="0">
                  <a:pos x="1023" y="177"/>
                </a:cxn>
                <a:cxn ang="0">
                  <a:pos x="1017" y="196"/>
                </a:cxn>
                <a:cxn ang="0">
                  <a:pos x="1011" y="177"/>
                </a:cxn>
                <a:cxn ang="0">
                  <a:pos x="966" y="120"/>
                </a:cxn>
                <a:cxn ang="0">
                  <a:pos x="948" y="126"/>
                </a:cxn>
                <a:cxn ang="0">
                  <a:pos x="859" y="57"/>
                </a:cxn>
                <a:cxn ang="0">
                  <a:pos x="853" y="76"/>
                </a:cxn>
                <a:cxn ang="0">
                  <a:pos x="821" y="44"/>
                </a:cxn>
                <a:cxn ang="0">
                  <a:pos x="752" y="19"/>
                </a:cxn>
                <a:cxn ang="0">
                  <a:pos x="689" y="0"/>
                </a:cxn>
                <a:cxn ang="0">
                  <a:pos x="651" y="25"/>
                </a:cxn>
                <a:cxn ang="0">
                  <a:pos x="625" y="50"/>
                </a:cxn>
                <a:cxn ang="0">
                  <a:pos x="619" y="69"/>
                </a:cxn>
                <a:cxn ang="0">
                  <a:pos x="613" y="50"/>
                </a:cxn>
                <a:cxn ang="0">
                  <a:pos x="588" y="25"/>
                </a:cxn>
                <a:cxn ang="0">
                  <a:pos x="569" y="82"/>
                </a:cxn>
                <a:cxn ang="0">
                  <a:pos x="562" y="63"/>
                </a:cxn>
                <a:cxn ang="0">
                  <a:pos x="543" y="50"/>
                </a:cxn>
                <a:cxn ang="0">
                  <a:pos x="512" y="82"/>
                </a:cxn>
                <a:cxn ang="0">
                  <a:pos x="486" y="126"/>
                </a:cxn>
                <a:cxn ang="0">
                  <a:pos x="480" y="151"/>
                </a:cxn>
                <a:cxn ang="0">
                  <a:pos x="474" y="132"/>
                </a:cxn>
                <a:cxn ang="0">
                  <a:pos x="449" y="145"/>
                </a:cxn>
                <a:cxn ang="0">
                  <a:pos x="423" y="208"/>
                </a:cxn>
                <a:cxn ang="0">
                  <a:pos x="417" y="183"/>
                </a:cxn>
                <a:cxn ang="0">
                  <a:pos x="398" y="196"/>
                </a:cxn>
                <a:cxn ang="0">
                  <a:pos x="373" y="252"/>
                </a:cxn>
                <a:cxn ang="0">
                  <a:pos x="335" y="379"/>
                </a:cxn>
                <a:cxn ang="0">
                  <a:pos x="310" y="429"/>
                </a:cxn>
                <a:cxn ang="0">
                  <a:pos x="291" y="518"/>
                </a:cxn>
                <a:cxn ang="0">
                  <a:pos x="240" y="688"/>
                </a:cxn>
                <a:cxn ang="0">
                  <a:pos x="171" y="884"/>
                </a:cxn>
                <a:cxn ang="0">
                  <a:pos x="164" y="865"/>
                </a:cxn>
                <a:cxn ang="0">
                  <a:pos x="158" y="840"/>
                </a:cxn>
                <a:cxn ang="0">
                  <a:pos x="145" y="897"/>
                </a:cxn>
                <a:cxn ang="0">
                  <a:pos x="108" y="1067"/>
                </a:cxn>
                <a:cxn ang="0">
                  <a:pos x="70" y="1055"/>
                </a:cxn>
                <a:cxn ang="0">
                  <a:pos x="0" y="1055"/>
                </a:cxn>
              </a:cxnLst>
              <a:rect l="0" t="0" r="r" b="b"/>
              <a:pathLst>
                <a:path w="1472" h="1067">
                  <a:moveTo>
                    <a:pt x="1472" y="1048"/>
                  </a:moveTo>
                  <a:cubicBezTo>
                    <a:pt x="1451" y="1038"/>
                    <a:pt x="1431" y="1030"/>
                    <a:pt x="1409" y="1023"/>
                  </a:cubicBezTo>
                  <a:cubicBezTo>
                    <a:pt x="1411" y="1012"/>
                    <a:pt x="1413" y="1002"/>
                    <a:pt x="1415" y="991"/>
                  </a:cubicBezTo>
                  <a:cubicBezTo>
                    <a:pt x="1418" y="978"/>
                    <a:pt x="1439" y="902"/>
                    <a:pt x="1421" y="966"/>
                  </a:cubicBezTo>
                  <a:cubicBezTo>
                    <a:pt x="1419" y="958"/>
                    <a:pt x="1417" y="949"/>
                    <a:pt x="1415" y="941"/>
                  </a:cubicBezTo>
                  <a:cubicBezTo>
                    <a:pt x="1413" y="930"/>
                    <a:pt x="1419" y="914"/>
                    <a:pt x="1409" y="909"/>
                  </a:cubicBezTo>
                  <a:cubicBezTo>
                    <a:pt x="1403" y="906"/>
                    <a:pt x="1379" y="944"/>
                    <a:pt x="1377" y="947"/>
                  </a:cubicBezTo>
                  <a:cubicBezTo>
                    <a:pt x="1372" y="890"/>
                    <a:pt x="1373" y="878"/>
                    <a:pt x="1352" y="833"/>
                  </a:cubicBezTo>
                  <a:cubicBezTo>
                    <a:pt x="1343" y="787"/>
                    <a:pt x="1335" y="739"/>
                    <a:pt x="1320" y="695"/>
                  </a:cubicBezTo>
                  <a:cubicBezTo>
                    <a:pt x="1314" y="699"/>
                    <a:pt x="1308" y="710"/>
                    <a:pt x="1301" y="707"/>
                  </a:cubicBezTo>
                  <a:cubicBezTo>
                    <a:pt x="1293" y="703"/>
                    <a:pt x="1297" y="690"/>
                    <a:pt x="1295" y="682"/>
                  </a:cubicBezTo>
                  <a:cubicBezTo>
                    <a:pt x="1286" y="650"/>
                    <a:pt x="1275" y="614"/>
                    <a:pt x="1257" y="587"/>
                  </a:cubicBezTo>
                  <a:cubicBezTo>
                    <a:pt x="1245" y="548"/>
                    <a:pt x="1228" y="512"/>
                    <a:pt x="1219" y="473"/>
                  </a:cubicBezTo>
                  <a:cubicBezTo>
                    <a:pt x="1213" y="475"/>
                    <a:pt x="1204" y="485"/>
                    <a:pt x="1200" y="480"/>
                  </a:cubicBezTo>
                  <a:cubicBezTo>
                    <a:pt x="1173" y="449"/>
                    <a:pt x="1187" y="399"/>
                    <a:pt x="1143" y="385"/>
                  </a:cubicBezTo>
                  <a:cubicBezTo>
                    <a:pt x="1136" y="340"/>
                    <a:pt x="1131" y="297"/>
                    <a:pt x="1105" y="259"/>
                  </a:cubicBezTo>
                  <a:cubicBezTo>
                    <a:pt x="1094" y="225"/>
                    <a:pt x="1106" y="254"/>
                    <a:pt x="1080" y="221"/>
                  </a:cubicBezTo>
                  <a:cubicBezTo>
                    <a:pt x="1067" y="205"/>
                    <a:pt x="1042" y="170"/>
                    <a:pt x="1042" y="170"/>
                  </a:cubicBezTo>
                  <a:cubicBezTo>
                    <a:pt x="1036" y="172"/>
                    <a:pt x="1028" y="172"/>
                    <a:pt x="1023" y="177"/>
                  </a:cubicBezTo>
                  <a:cubicBezTo>
                    <a:pt x="1018" y="182"/>
                    <a:pt x="1024" y="196"/>
                    <a:pt x="1017" y="196"/>
                  </a:cubicBezTo>
                  <a:cubicBezTo>
                    <a:pt x="1010" y="196"/>
                    <a:pt x="1015" y="183"/>
                    <a:pt x="1011" y="177"/>
                  </a:cubicBezTo>
                  <a:cubicBezTo>
                    <a:pt x="998" y="157"/>
                    <a:pt x="966" y="120"/>
                    <a:pt x="966" y="120"/>
                  </a:cubicBezTo>
                  <a:cubicBezTo>
                    <a:pt x="960" y="122"/>
                    <a:pt x="953" y="129"/>
                    <a:pt x="948" y="126"/>
                  </a:cubicBezTo>
                  <a:cubicBezTo>
                    <a:pt x="901" y="96"/>
                    <a:pt x="906" y="72"/>
                    <a:pt x="859" y="57"/>
                  </a:cubicBezTo>
                  <a:cubicBezTo>
                    <a:pt x="857" y="63"/>
                    <a:pt x="859" y="74"/>
                    <a:pt x="853" y="76"/>
                  </a:cubicBezTo>
                  <a:cubicBezTo>
                    <a:pt x="839" y="79"/>
                    <a:pt x="827" y="49"/>
                    <a:pt x="821" y="44"/>
                  </a:cubicBezTo>
                  <a:cubicBezTo>
                    <a:pt x="795" y="24"/>
                    <a:pt x="781" y="25"/>
                    <a:pt x="752" y="19"/>
                  </a:cubicBezTo>
                  <a:cubicBezTo>
                    <a:pt x="718" y="40"/>
                    <a:pt x="719" y="19"/>
                    <a:pt x="689" y="0"/>
                  </a:cubicBezTo>
                  <a:cubicBezTo>
                    <a:pt x="668" y="30"/>
                    <a:pt x="684" y="48"/>
                    <a:pt x="651" y="25"/>
                  </a:cubicBezTo>
                  <a:cubicBezTo>
                    <a:pt x="642" y="33"/>
                    <a:pt x="632" y="40"/>
                    <a:pt x="625" y="50"/>
                  </a:cubicBezTo>
                  <a:cubicBezTo>
                    <a:pt x="621" y="55"/>
                    <a:pt x="626" y="69"/>
                    <a:pt x="619" y="69"/>
                  </a:cubicBezTo>
                  <a:cubicBezTo>
                    <a:pt x="612" y="69"/>
                    <a:pt x="615" y="56"/>
                    <a:pt x="613" y="50"/>
                  </a:cubicBezTo>
                  <a:cubicBezTo>
                    <a:pt x="605" y="25"/>
                    <a:pt x="612" y="33"/>
                    <a:pt x="588" y="25"/>
                  </a:cubicBezTo>
                  <a:cubicBezTo>
                    <a:pt x="587" y="29"/>
                    <a:pt x="579" y="79"/>
                    <a:pt x="569" y="82"/>
                  </a:cubicBezTo>
                  <a:cubicBezTo>
                    <a:pt x="563" y="84"/>
                    <a:pt x="566" y="68"/>
                    <a:pt x="562" y="63"/>
                  </a:cubicBezTo>
                  <a:cubicBezTo>
                    <a:pt x="557" y="57"/>
                    <a:pt x="549" y="54"/>
                    <a:pt x="543" y="50"/>
                  </a:cubicBezTo>
                  <a:cubicBezTo>
                    <a:pt x="529" y="109"/>
                    <a:pt x="551" y="50"/>
                    <a:pt x="512" y="82"/>
                  </a:cubicBezTo>
                  <a:cubicBezTo>
                    <a:pt x="499" y="93"/>
                    <a:pt x="496" y="112"/>
                    <a:pt x="486" y="126"/>
                  </a:cubicBezTo>
                  <a:cubicBezTo>
                    <a:pt x="484" y="134"/>
                    <a:pt x="488" y="147"/>
                    <a:pt x="480" y="151"/>
                  </a:cubicBezTo>
                  <a:cubicBezTo>
                    <a:pt x="474" y="154"/>
                    <a:pt x="481" y="133"/>
                    <a:pt x="474" y="132"/>
                  </a:cubicBezTo>
                  <a:cubicBezTo>
                    <a:pt x="465" y="130"/>
                    <a:pt x="457" y="141"/>
                    <a:pt x="449" y="145"/>
                  </a:cubicBezTo>
                  <a:cubicBezTo>
                    <a:pt x="434" y="166"/>
                    <a:pt x="430" y="183"/>
                    <a:pt x="423" y="208"/>
                  </a:cubicBezTo>
                  <a:cubicBezTo>
                    <a:pt x="421" y="200"/>
                    <a:pt x="425" y="187"/>
                    <a:pt x="417" y="183"/>
                  </a:cubicBezTo>
                  <a:cubicBezTo>
                    <a:pt x="410" y="180"/>
                    <a:pt x="403" y="190"/>
                    <a:pt x="398" y="196"/>
                  </a:cubicBezTo>
                  <a:cubicBezTo>
                    <a:pt x="388" y="209"/>
                    <a:pt x="383" y="236"/>
                    <a:pt x="373" y="252"/>
                  </a:cubicBezTo>
                  <a:cubicBezTo>
                    <a:pt x="367" y="290"/>
                    <a:pt x="353" y="343"/>
                    <a:pt x="335" y="379"/>
                  </a:cubicBezTo>
                  <a:cubicBezTo>
                    <a:pt x="314" y="422"/>
                    <a:pt x="328" y="370"/>
                    <a:pt x="310" y="429"/>
                  </a:cubicBezTo>
                  <a:cubicBezTo>
                    <a:pt x="301" y="458"/>
                    <a:pt x="300" y="489"/>
                    <a:pt x="291" y="518"/>
                  </a:cubicBezTo>
                  <a:cubicBezTo>
                    <a:pt x="241" y="418"/>
                    <a:pt x="312" y="665"/>
                    <a:pt x="240" y="688"/>
                  </a:cubicBezTo>
                  <a:cubicBezTo>
                    <a:pt x="205" y="746"/>
                    <a:pt x="195" y="820"/>
                    <a:pt x="171" y="884"/>
                  </a:cubicBezTo>
                  <a:cubicBezTo>
                    <a:pt x="169" y="878"/>
                    <a:pt x="166" y="871"/>
                    <a:pt x="164" y="865"/>
                  </a:cubicBezTo>
                  <a:cubicBezTo>
                    <a:pt x="162" y="857"/>
                    <a:pt x="166" y="836"/>
                    <a:pt x="158" y="840"/>
                  </a:cubicBezTo>
                  <a:cubicBezTo>
                    <a:pt x="141" y="849"/>
                    <a:pt x="151" y="878"/>
                    <a:pt x="145" y="897"/>
                  </a:cubicBezTo>
                  <a:cubicBezTo>
                    <a:pt x="128" y="953"/>
                    <a:pt x="126" y="1011"/>
                    <a:pt x="108" y="1067"/>
                  </a:cubicBezTo>
                  <a:cubicBezTo>
                    <a:pt x="99" y="1035"/>
                    <a:pt x="93" y="1019"/>
                    <a:pt x="70" y="1055"/>
                  </a:cubicBezTo>
                  <a:cubicBezTo>
                    <a:pt x="36" y="1032"/>
                    <a:pt x="36" y="1055"/>
                    <a:pt x="0" y="1055"/>
                  </a:cubicBezTo>
                </a:path>
              </a:pathLst>
            </a:custGeom>
            <a:noFill/>
            <a:ln w="9525" cap="flat" cmpd="sng">
              <a:solidFill>
                <a:srgbClr val="FF3300"/>
              </a:solidFill>
              <a:prstDash val="solid"/>
              <a:round/>
              <a:headEnd/>
              <a:tailEnd/>
            </a:ln>
            <a:effectLst/>
          </p:spPr>
          <p:txBody>
            <a:bodyPr wrap="none" anchor="ctr"/>
            <a:lstStyle/>
            <a:p>
              <a:endParaRPr lang="en-GB" sz="1600"/>
            </a:p>
          </p:txBody>
        </p:sp>
        <p:sp>
          <p:nvSpPr>
            <p:cNvPr id="135455" name="Freeform 287"/>
            <p:cNvSpPr>
              <a:spLocks/>
            </p:cNvSpPr>
            <p:nvPr/>
          </p:nvSpPr>
          <p:spPr bwMode="auto">
            <a:xfrm flipV="1">
              <a:off x="1976" y="2550"/>
              <a:ext cx="1484" cy="1164"/>
            </a:xfrm>
            <a:custGeom>
              <a:avLst/>
              <a:gdLst/>
              <a:ahLst/>
              <a:cxnLst>
                <a:cxn ang="0">
                  <a:pos x="13" y="1031"/>
                </a:cxn>
                <a:cxn ang="0">
                  <a:pos x="25" y="1012"/>
                </a:cxn>
                <a:cxn ang="0">
                  <a:pos x="63" y="1019"/>
                </a:cxn>
                <a:cxn ang="0">
                  <a:pos x="120" y="817"/>
                </a:cxn>
                <a:cxn ang="0">
                  <a:pos x="145" y="861"/>
                </a:cxn>
                <a:cxn ang="0">
                  <a:pos x="202" y="760"/>
                </a:cxn>
                <a:cxn ang="0">
                  <a:pos x="253" y="469"/>
                </a:cxn>
                <a:cxn ang="0">
                  <a:pos x="290" y="482"/>
                </a:cxn>
                <a:cxn ang="0">
                  <a:pos x="410" y="223"/>
                </a:cxn>
                <a:cxn ang="0">
                  <a:pos x="511" y="97"/>
                </a:cxn>
                <a:cxn ang="0">
                  <a:pos x="562" y="103"/>
                </a:cxn>
                <a:cxn ang="0">
                  <a:pos x="631" y="90"/>
                </a:cxn>
                <a:cxn ang="0">
                  <a:pos x="682" y="21"/>
                </a:cxn>
                <a:cxn ang="0">
                  <a:pos x="707" y="84"/>
                </a:cxn>
                <a:cxn ang="0">
                  <a:pos x="770" y="46"/>
                </a:cxn>
                <a:cxn ang="0">
                  <a:pos x="789" y="90"/>
                </a:cxn>
                <a:cxn ang="0">
                  <a:pos x="853" y="78"/>
                </a:cxn>
                <a:cxn ang="0">
                  <a:pos x="878" y="135"/>
                </a:cxn>
                <a:cxn ang="0">
                  <a:pos x="890" y="59"/>
                </a:cxn>
                <a:cxn ang="0">
                  <a:pos x="979" y="191"/>
                </a:cxn>
                <a:cxn ang="0">
                  <a:pos x="1023" y="172"/>
                </a:cxn>
                <a:cxn ang="0">
                  <a:pos x="1061" y="242"/>
                </a:cxn>
                <a:cxn ang="0">
                  <a:pos x="1099" y="343"/>
                </a:cxn>
                <a:cxn ang="0">
                  <a:pos x="1118" y="368"/>
                </a:cxn>
                <a:cxn ang="0">
                  <a:pos x="1162" y="406"/>
                </a:cxn>
                <a:cxn ang="0">
                  <a:pos x="1175" y="476"/>
                </a:cxn>
                <a:cxn ang="0">
                  <a:pos x="1213" y="551"/>
                </a:cxn>
                <a:cxn ang="0">
                  <a:pos x="1244" y="627"/>
                </a:cxn>
                <a:cxn ang="0">
                  <a:pos x="1288" y="741"/>
                </a:cxn>
                <a:cxn ang="0">
                  <a:pos x="1314" y="772"/>
                </a:cxn>
                <a:cxn ang="0">
                  <a:pos x="1370" y="1063"/>
                </a:cxn>
                <a:cxn ang="0">
                  <a:pos x="1459" y="1164"/>
                </a:cxn>
                <a:cxn ang="0">
                  <a:pos x="1478" y="1038"/>
                </a:cxn>
              </a:cxnLst>
              <a:rect l="0" t="0" r="r" b="b"/>
              <a:pathLst>
                <a:path w="1484" h="1164">
                  <a:moveTo>
                    <a:pt x="0" y="1057"/>
                  </a:moveTo>
                  <a:cubicBezTo>
                    <a:pt x="4" y="1048"/>
                    <a:pt x="10" y="1040"/>
                    <a:pt x="13" y="1031"/>
                  </a:cubicBezTo>
                  <a:cubicBezTo>
                    <a:pt x="17" y="1019"/>
                    <a:pt x="12" y="1004"/>
                    <a:pt x="19" y="993"/>
                  </a:cubicBezTo>
                  <a:cubicBezTo>
                    <a:pt x="23" y="987"/>
                    <a:pt x="21" y="1007"/>
                    <a:pt x="25" y="1012"/>
                  </a:cubicBezTo>
                  <a:cubicBezTo>
                    <a:pt x="30" y="1018"/>
                    <a:pt x="38" y="1021"/>
                    <a:pt x="44" y="1025"/>
                  </a:cubicBezTo>
                  <a:cubicBezTo>
                    <a:pt x="53" y="997"/>
                    <a:pt x="52" y="960"/>
                    <a:pt x="63" y="1019"/>
                  </a:cubicBezTo>
                  <a:cubicBezTo>
                    <a:pt x="88" y="983"/>
                    <a:pt x="81" y="957"/>
                    <a:pt x="88" y="911"/>
                  </a:cubicBezTo>
                  <a:cubicBezTo>
                    <a:pt x="93" y="879"/>
                    <a:pt x="108" y="847"/>
                    <a:pt x="120" y="817"/>
                  </a:cubicBezTo>
                  <a:cubicBezTo>
                    <a:pt x="124" y="823"/>
                    <a:pt x="129" y="829"/>
                    <a:pt x="133" y="836"/>
                  </a:cubicBezTo>
                  <a:cubicBezTo>
                    <a:pt x="138" y="844"/>
                    <a:pt x="136" y="859"/>
                    <a:pt x="145" y="861"/>
                  </a:cubicBezTo>
                  <a:cubicBezTo>
                    <a:pt x="152" y="863"/>
                    <a:pt x="154" y="849"/>
                    <a:pt x="158" y="842"/>
                  </a:cubicBezTo>
                  <a:cubicBezTo>
                    <a:pt x="175" y="814"/>
                    <a:pt x="184" y="786"/>
                    <a:pt x="202" y="760"/>
                  </a:cubicBezTo>
                  <a:cubicBezTo>
                    <a:pt x="219" y="704"/>
                    <a:pt x="227" y="660"/>
                    <a:pt x="234" y="602"/>
                  </a:cubicBezTo>
                  <a:cubicBezTo>
                    <a:pt x="259" y="682"/>
                    <a:pt x="237" y="514"/>
                    <a:pt x="253" y="469"/>
                  </a:cubicBezTo>
                  <a:cubicBezTo>
                    <a:pt x="259" y="478"/>
                    <a:pt x="261" y="492"/>
                    <a:pt x="271" y="495"/>
                  </a:cubicBezTo>
                  <a:cubicBezTo>
                    <a:pt x="278" y="498"/>
                    <a:pt x="285" y="488"/>
                    <a:pt x="290" y="482"/>
                  </a:cubicBezTo>
                  <a:cubicBezTo>
                    <a:pt x="296" y="475"/>
                    <a:pt x="318" y="406"/>
                    <a:pt x="322" y="393"/>
                  </a:cubicBezTo>
                  <a:cubicBezTo>
                    <a:pt x="332" y="322"/>
                    <a:pt x="354" y="268"/>
                    <a:pt x="410" y="223"/>
                  </a:cubicBezTo>
                  <a:cubicBezTo>
                    <a:pt x="422" y="200"/>
                    <a:pt x="430" y="176"/>
                    <a:pt x="442" y="153"/>
                  </a:cubicBezTo>
                  <a:cubicBezTo>
                    <a:pt x="486" y="183"/>
                    <a:pt x="499" y="134"/>
                    <a:pt x="511" y="97"/>
                  </a:cubicBezTo>
                  <a:cubicBezTo>
                    <a:pt x="524" y="114"/>
                    <a:pt x="541" y="140"/>
                    <a:pt x="549" y="135"/>
                  </a:cubicBezTo>
                  <a:cubicBezTo>
                    <a:pt x="559" y="129"/>
                    <a:pt x="555" y="112"/>
                    <a:pt x="562" y="103"/>
                  </a:cubicBezTo>
                  <a:cubicBezTo>
                    <a:pt x="573" y="89"/>
                    <a:pt x="600" y="65"/>
                    <a:pt x="600" y="65"/>
                  </a:cubicBezTo>
                  <a:cubicBezTo>
                    <a:pt x="614" y="21"/>
                    <a:pt x="618" y="70"/>
                    <a:pt x="631" y="90"/>
                  </a:cubicBezTo>
                  <a:cubicBezTo>
                    <a:pt x="636" y="66"/>
                    <a:pt x="632" y="0"/>
                    <a:pt x="663" y="46"/>
                  </a:cubicBezTo>
                  <a:cubicBezTo>
                    <a:pt x="677" y="89"/>
                    <a:pt x="677" y="38"/>
                    <a:pt x="682" y="21"/>
                  </a:cubicBezTo>
                  <a:cubicBezTo>
                    <a:pt x="684" y="44"/>
                    <a:pt x="679" y="69"/>
                    <a:pt x="688" y="90"/>
                  </a:cubicBezTo>
                  <a:cubicBezTo>
                    <a:pt x="690" y="96"/>
                    <a:pt x="703" y="89"/>
                    <a:pt x="707" y="84"/>
                  </a:cubicBezTo>
                  <a:cubicBezTo>
                    <a:pt x="718" y="70"/>
                    <a:pt x="721" y="38"/>
                    <a:pt x="733" y="21"/>
                  </a:cubicBezTo>
                  <a:cubicBezTo>
                    <a:pt x="737" y="57"/>
                    <a:pt x="741" y="123"/>
                    <a:pt x="770" y="46"/>
                  </a:cubicBezTo>
                  <a:cubicBezTo>
                    <a:pt x="772" y="54"/>
                    <a:pt x="774" y="63"/>
                    <a:pt x="777" y="71"/>
                  </a:cubicBezTo>
                  <a:cubicBezTo>
                    <a:pt x="780" y="78"/>
                    <a:pt x="782" y="93"/>
                    <a:pt x="789" y="90"/>
                  </a:cubicBezTo>
                  <a:cubicBezTo>
                    <a:pt x="802" y="84"/>
                    <a:pt x="809" y="29"/>
                    <a:pt x="815" y="15"/>
                  </a:cubicBezTo>
                  <a:cubicBezTo>
                    <a:pt x="831" y="37"/>
                    <a:pt x="838" y="56"/>
                    <a:pt x="853" y="78"/>
                  </a:cubicBezTo>
                  <a:cubicBezTo>
                    <a:pt x="857" y="91"/>
                    <a:pt x="860" y="104"/>
                    <a:pt x="865" y="116"/>
                  </a:cubicBezTo>
                  <a:cubicBezTo>
                    <a:pt x="868" y="123"/>
                    <a:pt x="872" y="139"/>
                    <a:pt x="878" y="135"/>
                  </a:cubicBezTo>
                  <a:cubicBezTo>
                    <a:pt x="887" y="129"/>
                    <a:pt x="882" y="114"/>
                    <a:pt x="884" y="103"/>
                  </a:cubicBezTo>
                  <a:cubicBezTo>
                    <a:pt x="886" y="88"/>
                    <a:pt x="888" y="74"/>
                    <a:pt x="890" y="59"/>
                  </a:cubicBezTo>
                  <a:cubicBezTo>
                    <a:pt x="912" y="119"/>
                    <a:pt x="939" y="172"/>
                    <a:pt x="966" y="229"/>
                  </a:cubicBezTo>
                  <a:cubicBezTo>
                    <a:pt x="970" y="216"/>
                    <a:pt x="976" y="204"/>
                    <a:pt x="979" y="191"/>
                  </a:cubicBezTo>
                  <a:cubicBezTo>
                    <a:pt x="984" y="166"/>
                    <a:pt x="991" y="116"/>
                    <a:pt x="991" y="116"/>
                  </a:cubicBezTo>
                  <a:cubicBezTo>
                    <a:pt x="1004" y="135"/>
                    <a:pt x="1010" y="153"/>
                    <a:pt x="1023" y="172"/>
                  </a:cubicBezTo>
                  <a:cubicBezTo>
                    <a:pt x="1028" y="196"/>
                    <a:pt x="1036" y="218"/>
                    <a:pt x="1042" y="242"/>
                  </a:cubicBezTo>
                  <a:cubicBezTo>
                    <a:pt x="1057" y="178"/>
                    <a:pt x="1036" y="242"/>
                    <a:pt x="1061" y="242"/>
                  </a:cubicBezTo>
                  <a:cubicBezTo>
                    <a:pt x="1070" y="242"/>
                    <a:pt x="1070" y="225"/>
                    <a:pt x="1074" y="217"/>
                  </a:cubicBezTo>
                  <a:cubicBezTo>
                    <a:pt x="1090" y="259"/>
                    <a:pt x="1094" y="297"/>
                    <a:pt x="1099" y="343"/>
                  </a:cubicBezTo>
                  <a:cubicBezTo>
                    <a:pt x="1103" y="337"/>
                    <a:pt x="1106" y="318"/>
                    <a:pt x="1111" y="324"/>
                  </a:cubicBezTo>
                  <a:cubicBezTo>
                    <a:pt x="1120" y="336"/>
                    <a:pt x="1117" y="353"/>
                    <a:pt x="1118" y="368"/>
                  </a:cubicBezTo>
                  <a:cubicBezTo>
                    <a:pt x="1123" y="428"/>
                    <a:pt x="1114" y="496"/>
                    <a:pt x="1143" y="551"/>
                  </a:cubicBezTo>
                  <a:cubicBezTo>
                    <a:pt x="1147" y="495"/>
                    <a:pt x="1146" y="456"/>
                    <a:pt x="1162" y="406"/>
                  </a:cubicBezTo>
                  <a:cubicBezTo>
                    <a:pt x="1164" y="440"/>
                    <a:pt x="1162" y="474"/>
                    <a:pt x="1168" y="507"/>
                  </a:cubicBezTo>
                  <a:cubicBezTo>
                    <a:pt x="1170" y="517"/>
                    <a:pt x="1173" y="466"/>
                    <a:pt x="1175" y="476"/>
                  </a:cubicBezTo>
                  <a:cubicBezTo>
                    <a:pt x="1193" y="557"/>
                    <a:pt x="1181" y="645"/>
                    <a:pt x="1194" y="728"/>
                  </a:cubicBezTo>
                  <a:cubicBezTo>
                    <a:pt x="1202" y="669"/>
                    <a:pt x="1198" y="608"/>
                    <a:pt x="1213" y="551"/>
                  </a:cubicBezTo>
                  <a:cubicBezTo>
                    <a:pt x="1216" y="538"/>
                    <a:pt x="1220" y="577"/>
                    <a:pt x="1225" y="589"/>
                  </a:cubicBezTo>
                  <a:cubicBezTo>
                    <a:pt x="1230" y="602"/>
                    <a:pt x="1238" y="614"/>
                    <a:pt x="1244" y="627"/>
                  </a:cubicBezTo>
                  <a:cubicBezTo>
                    <a:pt x="1250" y="652"/>
                    <a:pt x="1247" y="702"/>
                    <a:pt x="1276" y="659"/>
                  </a:cubicBezTo>
                  <a:cubicBezTo>
                    <a:pt x="1280" y="686"/>
                    <a:pt x="1281" y="714"/>
                    <a:pt x="1288" y="741"/>
                  </a:cubicBezTo>
                  <a:cubicBezTo>
                    <a:pt x="1293" y="760"/>
                    <a:pt x="1307" y="798"/>
                    <a:pt x="1307" y="798"/>
                  </a:cubicBezTo>
                  <a:cubicBezTo>
                    <a:pt x="1309" y="789"/>
                    <a:pt x="1313" y="763"/>
                    <a:pt x="1314" y="772"/>
                  </a:cubicBezTo>
                  <a:cubicBezTo>
                    <a:pt x="1319" y="814"/>
                    <a:pt x="1315" y="857"/>
                    <a:pt x="1320" y="899"/>
                  </a:cubicBezTo>
                  <a:cubicBezTo>
                    <a:pt x="1326" y="958"/>
                    <a:pt x="1350" y="1009"/>
                    <a:pt x="1370" y="1063"/>
                  </a:cubicBezTo>
                  <a:cubicBezTo>
                    <a:pt x="1386" y="1024"/>
                    <a:pt x="1394" y="984"/>
                    <a:pt x="1402" y="943"/>
                  </a:cubicBezTo>
                  <a:cubicBezTo>
                    <a:pt x="1411" y="1030"/>
                    <a:pt x="1444" y="1083"/>
                    <a:pt x="1459" y="1164"/>
                  </a:cubicBezTo>
                  <a:cubicBezTo>
                    <a:pt x="1464" y="1128"/>
                    <a:pt x="1465" y="1092"/>
                    <a:pt x="1471" y="1057"/>
                  </a:cubicBezTo>
                  <a:cubicBezTo>
                    <a:pt x="1472" y="1050"/>
                    <a:pt x="1471" y="1038"/>
                    <a:pt x="1478" y="1038"/>
                  </a:cubicBezTo>
                  <a:cubicBezTo>
                    <a:pt x="1484" y="1038"/>
                    <a:pt x="1478" y="1051"/>
                    <a:pt x="1478" y="1057"/>
                  </a:cubicBezTo>
                </a:path>
              </a:pathLst>
            </a:custGeom>
            <a:noFill/>
            <a:ln w="9525" cap="flat" cmpd="sng">
              <a:solidFill>
                <a:srgbClr val="FF3300"/>
              </a:solidFill>
              <a:prstDash val="solid"/>
              <a:round/>
              <a:headEnd/>
              <a:tailEnd/>
            </a:ln>
            <a:effectLst/>
          </p:spPr>
          <p:txBody>
            <a:bodyPr wrap="none" anchor="ctr"/>
            <a:lstStyle/>
            <a:p>
              <a:endParaRPr lang="en-GB" sz="1600"/>
            </a:p>
          </p:txBody>
        </p:sp>
        <p:sp>
          <p:nvSpPr>
            <p:cNvPr id="135456" name="Freeform 288"/>
            <p:cNvSpPr>
              <a:spLocks/>
            </p:cNvSpPr>
            <p:nvPr/>
          </p:nvSpPr>
          <p:spPr bwMode="auto">
            <a:xfrm>
              <a:off x="1958" y="2594"/>
              <a:ext cx="1484" cy="1164"/>
            </a:xfrm>
            <a:custGeom>
              <a:avLst/>
              <a:gdLst/>
              <a:ahLst/>
              <a:cxnLst>
                <a:cxn ang="0">
                  <a:pos x="13" y="1031"/>
                </a:cxn>
                <a:cxn ang="0">
                  <a:pos x="25" y="1012"/>
                </a:cxn>
                <a:cxn ang="0">
                  <a:pos x="63" y="1019"/>
                </a:cxn>
                <a:cxn ang="0">
                  <a:pos x="120" y="817"/>
                </a:cxn>
                <a:cxn ang="0">
                  <a:pos x="145" y="861"/>
                </a:cxn>
                <a:cxn ang="0">
                  <a:pos x="202" y="760"/>
                </a:cxn>
                <a:cxn ang="0">
                  <a:pos x="253" y="469"/>
                </a:cxn>
                <a:cxn ang="0">
                  <a:pos x="290" y="482"/>
                </a:cxn>
                <a:cxn ang="0">
                  <a:pos x="410" y="223"/>
                </a:cxn>
                <a:cxn ang="0">
                  <a:pos x="511" y="97"/>
                </a:cxn>
                <a:cxn ang="0">
                  <a:pos x="562" y="103"/>
                </a:cxn>
                <a:cxn ang="0">
                  <a:pos x="631" y="90"/>
                </a:cxn>
                <a:cxn ang="0">
                  <a:pos x="682" y="21"/>
                </a:cxn>
                <a:cxn ang="0">
                  <a:pos x="707" y="84"/>
                </a:cxn>
                <a:cxn ang="0">
                  <a:pos x="770" y="46"/>
                </a:cxn>
                <a:cxn ang="0">
                  <a:pos x="789" y="90"/>
                </a:cxn>
                <a:cxn ang="0">
                  <a:pos x="853" y="78"/>
                </a:cxn>
                <a:cxn ang="0">
                  <a:pos x="878" y="135"/>
                </a:cxn>
                <a:cxn ang="0">
                  <a:pos x="890" y="59"/>
                </a:cxn>
                <a:cxn ang="0">
                  <a:pos x="979" y="191"/>
                </a:cxn>
                <a:cxn ang="0">
                  <a:pos x="1023" y="172"/>
                </a:cxn>
                <a:cxn ang="0">
                  <a:pos x="1061" y="242"/>
                </a:cxn>
                <a:cxn ang="0">
                  <a:pos x="1099" y="343"/>
                </a:cxn>
                <a:cxn ang="0">
                  <a:pos x="1118" y="368"/>
                </a:cxn>
                <a:cxn ang="0">
                  <a:pos x="1162" y="406"/>
                </a:cxn>
                <a:cxn ang="0">
                  <a:pos x="1175" y="476"/>
                </a:cxn>
                <a:cxn ang="0">
                  <a:pos x="1213" y="551"/>
                </a:cxn>
                <a:cxn ang="0">
                  <a:pos x="1244" y="627"/>
                </a:cxn>
                <a:cxn ang="0">
                  <a:pos x="1288" y="741"/>
                </a:cxn>
                <a:cxn ang="0">
                  <a:pos x="1314" y="772"/>
                </a:cxn>
                <a:cxn ang="0">
                  <a:pos x="1370" y="1063"/>
                </a:cxn>
                <a:cxn ang="0">
                  <a:pos x="1459" y="1164"/>
                </a:cxn>
                <a:cxn ang="0">
                  <a:pos x="1478" y="1038"/>
                </a:cxn>
              </a:cxnLst>
              <a:rect l="0" t="0" r="r" b="b"/>
              <a:pathLst>
                <a:path w="1484" h="1164">
                  <a:moveTo>
                    <a:pt x="0" y="1057"/>
                  </a:moveTo>
                  <a:cubicBezTo>
                    <a:pt x="4" y="1048"/>
                    <a:pt x="10" y="1040"/>
                    <a:pt x="13" y="1031"/>
                  </a:cubicBezTo>
                  <a:cubicBezTo>
                    <a:pt x="17" y="1019"/>
                    <a:pt x="12" y="1004"/>
                    <a:pt x="19" y="993"/>
                  </a:cubicBezTo>
                  <a:cubicBezTo>
                    <a:pt x="23" y="987"/>
                    <a:pt x="21" y="1007"/>
                    <a:pt x="25" y="1012"/>
                  </a:cubicBezTo>
                  <a:cubicBezTo>
                    <a:pt x="30" y="1018"/>
                    <a:pt x="38" y="1021"/>
                    <a:pt x="44" y="1025"/>
                  </a:cubicBezTo>
                  <a:cubicBezTo>
                    <a:pt x="53" y="997"/>
                    <a:pt x="52" y="960"/>
                    <a:pt x="63" y="1019"/>
                  </a:cubicBezTo>
                  <a:cubicBezTo>
                    <a:pt x="88" y="983"/>
                    <a:pt x="81" y="957"/>
                    <a:pt x="88" y="911"/>
                  </a:cubicBezTo>
                  <a:cubicBezTo>
                    <a:pt x="93" y="879"/>
                    <a:pt x="108" y="847"/>
                    <a:pt x="120" y="817"/>
                  </a:cubicBezTo>
                  <a:cubicBezTo>
                    <a:pt x="124" y="823"/>
                    <a:pt x="129" y="829"/>
                    <a:pt x="133" y="836"/>
                  </a:cubicBezTo>
                  <a:cubicBezTo>
                    <a:pt x="138" y="844"/>
                    <a:pt x="136" y="859"/>
                    <a:pt x="145" y="861"/>
                  </a:cubicBezTo>
                  <a:cubicBezTo>
                    <a:pt x="152" y="863"/>
                    <a:pt x="154" y="849"/>
                    <a:pt x="158" y="842"/>
                  </a:cubicBezTo>
                  <a:cubicBezTo>
                    <a:pt x="175" y="814"/>
                    <a:pt x="184" y="786"/>
                    <a:pt x="202" y="760"/>
                  </a:cubicBezTo>
                  <a:cubicBezTo>
                    <a:pt x="219" y="704"/>
                    <a:pt x="227" y="660"/>
                    <a:pt x="234" y="602"/>
                  </a:cubicBezTo>
                  <a:cubicBezTo>
                    <a:pt x="259" y="682"/>
                    <a:pt x="237" y="514"/>
                    <a:pt x="253" y="469"/>
                  </a:cubicBezTo>
                  <a:cubicBezTo>
                    <a:pt x="259" y="478"/>
                    <a:pt x="261" y="492"/>
                    <a:pt x="271" y="495"/>
                  </a:cubicBezTo>
                  <a:cubicBezTo>
                    <a:pt x="278" y="498"/>
                    <a:pt x="285" y="488"/>
                    <a:pt x="290" y="482"/>
                  </a:cubicBezTo>
                  <a:cubicBezTo>
                    <a:pt x="296" y="475"/>
                    <a:pt x="318" y="406"/>
                    <a:pt x="322" y="393"/>
                  </a:cubicBezTo>
                  <a:cubicBezTo>
                    <a:pt x="332" y="322"/>
                    <a:pt x="354" y="268"/>
                    <a:pt x="410" y="223"/>
                  </a:cubicBezTo>
                  <a:cubicBezTo>
                    <a:pt x="422" y="200"/>
                    <a:pt x="430" y="176"/>
                    <a:pt x="442" y="153"/>
                  </a:cubicBezTo>
                  <a:cubicBezTo>
                    <a:pt x="486" y="183"/>
                    <a:pt x="499" y="134"/>
                    <a:pt x="511" y="97"/>
                  </a:cubicBezTo>
                  <a:cubicBezTo>
                    <a:pt x="524" y="114"/>
                    <a:pt x="541" y="140"/>
                    <a:pt x="549" y="135"/>
                  </a:cubicBezTo>
                  <a:cubicBezTo>
                    <a:pt x="559" y="129"/>
                    <a:pt x="555" y="112"/>
                    <a:pt x="562" y="103"/>
                  </a:cubicBezTo>
                  <a:cubicBezTo>
                    <a:pt x="573" y="89"/>
                    <a:pt x="600" y="65"/>
                    <a:pt x="600" y="65"/>
                  </a:cubicBezTo>
                  <a:cubicBezTo>
                    <a:pt x="614" y="21"/>
                    <a:pt x="618" y="70"/>
                    <a:pt x="631" y="90"/>
                  </a:cubicBezTo>
                  <a:cubicBezTo>
                    <a:pt x="636" y="66"/>
                    <a:pt x="632" y="0"/>
                    <a:pt x="663" y="46"/>
                  </a:cubicBezTo>
                  <a:cubicBezTo>
                    <a:pt x="677" y="89"/>
                    <a:pt x="677" y="38"/>
                    <a:pt x="682" y="21"/>
                  </a:cubicBezTo>
                  <a:cubicBezTo>
                    <a:pt x="684" y="44"/>
                    <a:pt x="679" y="69"/>
                    <a:pt x="688" y="90"/>
                  </a:cubicBezTo>
                  <a:cubicBezTo>
                    <a:pt x="690" y="96"/>
                    <a:pt x="703" y="89"/>
                    <a:pt x="707" y="84"/>
                  </a:cubicBezTo>
                  <a:cubicBezTo>
                    <a:pt x="718" y="70"/>
                    <a:pt x="721" y="38"/>
                    <a:pt x="733" y="21"/>
                  </a:cubicBezTo>
                  <a:cubicBezTo>
                    <a:pt x="737" y="57"/>
                    <a:pt x="741" y="123"/>
                    <a:pt x="770" y="46"/>
                  </a:cubicBezTo>
                  <a:cubicBezTo>
                    <a:pt x="772" y="54"/>
                    <a:pt x="774" y="63"/>
                    <a:pt x="777" y="71"/>
                  </a:cubicBezTo>
                  <a:cubicBezTo>
                    <a:pt x="780" y="78"/>
                    <a:pt x="782" y="93"/>
                    <a:pt x="789" y="90"/>
                  </a:cubicBezTo>
                  <a:cubicBezTo>
                    <a:pt x="802" y="84"/>
                    <a:pt x="809" y="29"/>
                    <a:pt x="815" y="15"/>
                  </a:cubicBezTo>
                  <a:cubicBezTo>
                    <a:pt x="831" y="37"/>
                    <a:pt x="838" y="56"/>
                    <a:pt x="853" y="78"/>
                  </a:cubicBezTo>
                  <a:cubicBezTo>
                    <a:pt x="857" y="91"/>
                    <a:pt x="860" y="104"/>
                    <a:pt x="865" y="116"/>
                  </a:cubicBezTo>
                  <a:cubicBezTo>
                    <a:pt x="868" y="123"/>
                    <a:pt x="872" y="139"/>
                    <a:pt x="878" y="135"/>
                  </a:cubicBezTo>
                  <a:cubicBezTo>
                    <a:pt x="887" y="129"/>
                    <a:pt x="882" y="114"/>
                    <a:pt x="884" y="103"/>
                  </a:cubicBezTo>
                  <a:cubicBezTo>
                    <a:pt x="886" y="88"/>
                    <a:pt x="888" y="74"/>
                    <a:pt x="890" y="59"/>
                  </a:cubicBezTo>
                  <a:cubicBezTo>
                    <a:pt x="912" y="119"/>
                    <a:pt x="939" y="172"/>
                    <a:pt x="966" y="229"/>
                  </a:cubicBezTo>
                  <a:cubicBezTo>
                    <a:pt x="970" y="216"/>
                    <a:pt x="976" y="204"/>
                    <a:pt x="979" y="191"/>
                  </a:cubicBezTo>
                  <a:cubicBezTo>
                    <a:pt x="984" y="166"/>
                    <a:pt x="991" y="116"/>
                    <a:pt x="991" y="116"/>
                  </a:cubicBezTo>
                  <a:cubicBezTo>
                    <a:pt x="1004" y="135"/>
                    <a:pt x="1010" y="153"/>
                    <a:pt x="1023" y="172"/>
                  </a:cubicBezTo>
                  <a:cubicBezTo>
                    <a:pt x="1028" y="196"/>
                    <a:pt x="1036" y="218"/>
                    <a:pt x="1042" y="242"/>
                  </a:cubicBezTo>
                  <a:cubicBezTo>
                    <a:pt x="1057" y="178"/>
                    <a:pt x="1036" y="242"/>
                    <a:pt x="1061" y="242"/>
                  </a:cubicBezTo>
                  <a:cubicBezTo>
                    <a:pt x="1070" y="242"/>
                    <a:pt x="1070" y="225"/>
                    <a:pt x="1074" y="217"/>
                  </a:cubicBezTo>
                  <a:cubicBezTo>
                    <a:pt x="1090" y="259"/>
                    <a:pt x="1094" y="297"/>
                    <a:pt x="1099" y="343"/>
                  </a:cubicBezTo>
                  <a:cubicBezTo>
                    <a:pt x="1103" y="337"/>
                    <a:pt x="1106" y="318"/>
                    <a:pt x="1111" y="324"/>
                  </a:cubicBezTo>
                  <a:cubicBezTo>
                    <a:pt x="1120" y="336"/>
                    <a:pt x="1117" y="353"/>
                    <a:pt x="1118" y="368"/>
                  </a:cubicBezTo>
                  <a:cubicBezTo>
                    <a:pt x="1123" y="428"/>
                    <a:pt x="1114" y="496"/>
                    <a:pt x="1143" y="551"/>
                  </a:cubicBezTo>
                  <a:cubicBezTo>
                    <a:pt x="1147" y="495"/>
                    <a:pt x="1146" y="456"/>
                    <a:pt x="1162" y="406"/>
                  </a:cubicBezTo>
                  <a:cubicBezTo>
                    <a:pt x="1164" y="440"/>
                    <a:pt x="1162" y="474"/>
                    <a:pt x="1168" y="507"/>
                  </a:cubicBezTo>
                  <a:cubicBezTo>
                    <a:pt x="1170" y="517"/>
                    <a:pt x="1173" y="466"/>
                    <a:pt x="1175" y="476"/>
                  </a:cubicBezTo>
                  <a:cubicBezTo>
                    <a:pt x="1193" y="557"/>
                    <a:pt x="1181" y="645"/>
                    <a:pt x="1194" y="728"/>
                  </a:cubicBezTo>
                  <a:cubicBezTo>
                    <a:pt x="1202" y="669"/>
                    <a:pt x="1198" y="608"/>
                    <a:pt x="1213" y="551"/>
                  </a:cubicBezTo>
                  <a:cubicBezTo>
                    <a:pt x="1216" y="538"/>
                    <a:pt x="1220" y="577"/>
                    <a:pt x="1225" y="589"/>
                  </a:cubicBezTo>
                  <a:cubicBezTo>
                    <a:pt x="1230" y="602"/>
                    <a:pt x="1238" y="614"/>
                    <a:pt x="1244" y="627"/>
                  </a:cubicBezTo>
                  <a:cubicBezTo>
                    <a:pt x="1250" y="652"/>
                    <a:pt x="1247" y="702"/>
                    <a:pt x="1276" y="659"/>
                  </a:cubicBezTo>
                  <a:cubicBezTo>
                    <a:pt x="1280" y="686"/>
                    <a:pt x="1281" y="714"/>
                    <a:pt x="1288" y="741"/>
                  </a:cubicBezTo>
                  <a:cubicBezTo>
                    <a:pt x="1293" y="760"/>
                    <a:pt x="1307" y="798"/>
                    <a:pt x="1307" y="798"/>
                  </a:cubicBezTo>
                  <a:cubicBezTo>
                    <a:pt x="1309" y="789"/>
                    <a:pt x="1313" y="763"/>
                    <a:pt x="1314" y="772"/>
                  </a:cubicBezTo>
                  <a:cubicBezTo>
                    <a:pt x="1319" y="814"/>
                    <a:pt x="1315" y="857"/>
                    <a:pt x="1320" y="899"/>
                  </a:cubicBezTo>
                  <a:cubicBezTo>
                    <a:pt x="1326" y="958"/>
                    <a:pt x="1350" y="1009"/>
                    <a:pt x="1370" y="1063"/>
                  </a:cubicBezTo>
                  <a:cubicBezTo>
                    <a:pt x="1386" y="1024"/>
                    <a:pt x="1394" y="984"/>
                    <a:pt x="1402" y="943"/>
                  </a:cubicBezTo>
                  <a:cubicBezTo>
                    <a:pt x="1411" y="1030"/>
                    <a:pt x="1444" y="1083"/>
                    <a:pt x="1459" y="1164"/>
                  </a:cubicBezTo>
                  <a:cubicBezTo>
                    <a:pt x="1464" y="1128"/>
                    <a:pt x="1465" y="1092"/>
                    <a:pt x="1471" y="1057"/>
                  </a:cubicBezTo>
                  <a:cubicBezTo>
                    <a:pt x="1472" y="1050"/>
                    <a:pt x="1471" y="1038"/>
                    <a:pt x="1478" y="1038"/>
                  </a:cubicBezTo>
                  <a:cubicBezTo>
                    <a:pt x="1484" y="1038"/>
                    <a:pt x="1478" y="1051"/>
                    <a:pt x="1478" y="1057"/>
                  </a:cubicBezTo>
                </a:path>
              </a:pathLst>
            </a:custGeom>
            <a:noFill/>
            <a:ln w="9525" cap="flat" cmpd="sng">
              <a:solidFill>
                <a:srgbClr val="FF3300"/>
              </a:solidFill>
              <a:prstDash val="solid"/>
              <a:round/>
              <a:headEnd/>
              <a:tailEnd/>
            </a:ln>
            <a:effectLst/>
          </p:spPr>
          <p:txBody>
            <a:bodyPr wrap="none" anchor="ctr"/>
            <a:lstStyle/>
            <a:p>
              <a:endParaRPr lang="en-GB" sz="1600"/>
            </a:p>
          </p:txBody>
        </p:sp>
        <p:sp>
          <p:nvSpPr>
            <p:cNvPr id="135457" name="Freeform 289"/>
            <p:cNvSpPr>
              <a:spLocks/>
            </p:cNvSpPr>
            <p:nvPr/>
          </p:nvSpPr>
          <p:spPr bwMode="auto">
            <a:xfrm flipV="1">
              <a:off x="1930" y="2564"/>
              <a:ext cx="1492" cy="1162"/>
            </a:xfrm>
            <a:custGeom>
              <a:avLst/>
              <a:gdLst/>
              <a:ahLst/>
              <a:cxnLst>
                <a:cxn ang="0">
                  <a:pos x="34" y="1093"/>
                </a:cxn>
                <a:cxn ang="0">
                  <a:pos x="72" y="1093"/>
                </a:cxn>
                <a:cxn ang="0">
                  <a:pos x="91" y="1112"/>
                </a:cxn>
                <a:cxn ang="0">
                  <a:pos x="160" y="1086"/>
                </a:cxn>
                <a:cxn ang="0">
                  <a:pos x="173" y="1124"/>
                </a:cxn>
                <a:cxn ang="0">
                  <a:pos x="223" y="1143"/>
                </a:cxn>
                <a:cxn ang="0">
                  <a:pos x="287" y="1143"/>
                </a:cxn>
                <a:cxn ang="0">
                  <a:pos x="337" y="1162"/>
                </a:cxn>
                <a:cxn ang="0">
                  <a:pos x="369" y="1124"/>
                </a:cxn>
                <a:cxn ang="0">
                  <a:pos x="432" y="1105"/>
                </a:cxn>
                <a:cxn ang="0">
                  <a:pos x="495" y="1068"/>
                </a:cxn>
                <a:cxn ang="0">
                  <a:pos x="533" y="1061"/>
                </a:cxn>
                <a:cxn ang="0">
                  <a:pos x="571" y="1061"/>
                </a:cxn>
                <a:cxn ang="0">
                  <a:pos x="590" y="1074"/>
                </a:cxn>
                <a:cxn ang="0">
                  <a:pos x="621" y="954"/>
                </a:cxn>
                <a:cxn ang="0">
                  <a:pos x="628" y="973"/>
                </a:cxn>
                <a:cxn ang="0">
                  <a:pos x="634" y="948"/>
                </a:cxn>
                <a:cxn ang="0">
                  <a:pos x="647" y="922"/>
                </a:cxn>
                <a:cxn ang="0">
                  <a:pos x="691" y="809"/>
                </a:cxn>
                <a:cxn ang="0">
                  <a:pos x="741" y="657"/>
                </a:cxn>
                <a:cxn ang="0">
                  <a:pos x="767" y="606"/>
                </a:cxn>
                <a:cxn ang="0">
                  <a:pos x="798" y="531"/>
                </a:cxn>
                <a:cxn ang="0">
                  <a:pos x="805" y="499"/>
                </a:cxn>
                <a:cxn ang="0">
                  <a:pos x="811" y="480"/>
                </a:cxn>
                <a:cxn ang="0">
                  <a:pos x="823" y="430"/>
                </a:cxn>
                <a:cxn ang="0">
                  <a:pos x="861" y="329"/>
                </a:cxn>
                <a:cxn ang="0">
                  <a:pos x="956" y="120"/>
                </a:cxn>
                <a:cxn ang="0">
                  <a:pos x="988" y="101"/>
                </a:cxn>
                <a:cxn ang="0">
                  <a:pos x="1007" y="63"/>
                </a:cxn>
                <a:cxn ang="0">
                  <a:pos x="1013" y="89"/>
                </a:cxn>
                <a:cxn ang="0">
                  <a:pos x="1019" y="108"/>
                </a:cxn>
                <a:cxn ang="0">
                  <a:pos x="1057" y="57"/>
                </a:cxn>
                <a:cxn ang="0">
                  <a:pos x="1063" y="89"/>
                </a:cxn>
                <a:cxn ang="0">
                  <a:pos x="1070" y="114"/>
                </a:cxn>
                <a:cxn ang="0">
                  <a:pos x="1095" y="82"/>
                </a:cxn>
                <a:cxn ang="0">
                  <a:pos x="1101" y="57"/>
                </a:cxn>
                <a:cxn ang="0">
                  <a:pos x="1108" y="38"/>
                </a:cxn>
                <a:cxn ang="0">
                  <a:pos x="1127" y="82"/>
                </a:cxn>
                <a:cxn ang="0">
                  <a:pos x="1146" y="57"/>
                </a:cxn>
                <a:cxn ang="0">
                  <a:pos x="1152" y="32"/>
                </a:cxn>
                <a:cxn ang="0">
                  <a:pos x="1171" y="82"/>
                </a:cxn>
                <a:cxn ang="0">
                  <a:pos x="1215" y="25"/>
                </a:cxn>
                <a:cxn ang="0">
                  <a:pos x="1259" y="13"/>
                </a:cxn>
                <a:cxn ang="0">
                  <a:pos x="1291" y="44"/>
                </a:cxn>
                <a:cxn ang="0">
                  <a:pos x="1303" y="19"/>
                </a:cxn>
                <a:cxn ang="0">
                  <a:pos x="1335" y="57"/>
                </a:cxn>
                <a:cxn ang="0">
                  <a:pos x="1392" y="0"/>
                </a:cxn>
                <a:cxn ang="0">
                  <a:pos x="1417" y="76"/>
                </a:cxn>
                <a:cxn ang="0">
                  <a:pos x="1442" y="70"/>
                </a:cxn>
                <a:cxn ang="0">
                  <a:pos x="1461" y="70"/>
                </a:cxn>
                <a:cxn ang="0">
                  <a:pos x="1474" y="133"/>
                </a:cxn>
                <a:cxn ang="0">
                  <a:pos x="1487" y="120"/>
                </a:cxn>
              </a:cxnLst>
              <a:rect l="0" t="0" r="r" b="b"/>
              <a:pathLst>
                <a:path w="1492" h="1162">
                  <a:moveTo>
                    <a:pt x="34" y="1093"/>
                  </a:moveTo>
                  <a:cubicBezTo>
                    <a:pt x="106" y="1138"/>
                    <a:pt x="0" y="1080"/>
                    <a:pt x="72" y="1093"/>
                  </a:cubicBezTo>
                  <a:cubicBezTo>
                    <a:pt x="81" y="1095"/>
                    <a:pt x="85" y="1106"/>
                    <a:pt x="91" y="1112"/>
                  </a:cubicBezTo>
                  <a:cubicBezTo>
                    <a:pt x="108" y="1103"/>
                    <a:pt x="141" y="1084"/>
                    <a:pt x="160" y="1086"/>
                  </a:cubicBezTo>
                  <a:cubicBezTo>
                    <a:pt x="161" y="1086"/>
                    <a:pt x="173" y="1123"/>
                    <a:pt x="173" y="1124"/>
                  </a:cubicBezTo>
                  <a:cubicBezTo>
                    <a:pt x="223" y="1112"/>
                    <a:pt x="180" y="1129"/>
                    <a:pt x="223" y="1143"/>
                  </a:cubicBezTo>
                  <a:cubicBezTo>
                    <a:pt x="281" y="1121"/>
                    <a:pt x="264" y="1109"/>
                    <a:pt x="287" y="1143"/>
                  </a:cubicBezTo>
                  <a:cubicBezTo>
                    <a:pt x="337" y="1131"/>
                    <a:pt x="327" y="1099"/>
                    <a:pt x="337" y="1162"/>
                  </a:cubicBezTo>
                  <a:cubicBezTo>
                    <a:pt x="349" y="1150"/>
                    <a:pt x="354" y="1132"/>
                    <a:pt x="369" y="1124"/>
                  </a:cubicBezTo>
                  <a:cubicBezTo>
                    <a:pt x="388" y="1114"/>
                    <a:pt x="411" y="1113"/>
                    <a:pt x="432" y="1105"/>
                  </a:cubicBezTo>
                  <a:cubicBezTo>
                    <a:pt x="471" y="1162"/>
                    <a:pt x="468" y="1081"/>
                    <a:pt x="495" y="1068"/>
                  </a:cubicBezTo>
                  <a:cubicBezTo>
                    <a:pt x="507" y="1062"/>
                    <a:pt x="520" y="1063"/>
                    <a:pt x="533" y="1061"/>
                  </a:cubicBezTo>
                  <a:cubicBezTo>
                    <a:pt x="577" y="994"/>
                    <a:pt x="545" y="1028"/>
                    <a:pt x="571" y="1061"/>
                  </a:cubicBezTo>
                  <a:cubicBezTo>
                    <a:pt x="576" y="1067"/>
                    <a:pt x="584" y="1070"/>
                    <a:pt x="590" y="1074"/>
                  </a:cubicBezTo>
                  <a:cubicBezTo>
                    <a:pt x="600" y="1033"/>
                    <a:pt x="614" y="996"/>
                    <a:pt x="621" y="954"/>
                  </a:cubicBezTo>
                  <a:cubicBezTo>
                    <a:pt x="623" y="960"/>
                    <a:pt x="622" y="976"/>
                    <a:pt x="628" y="973"/>
                  </a:cubicBezTo>
                  <a:cubicBezTo>
                    <a:pt x="636" y="969"/>
                    <a:pt x="631" y="956"/>
                    <a:pt x="634" y="948"/>
                  </a:cubicBezTo>
                  <a:cubicBezTo>
                    <a:pt x="637" y="939"/>
                    <a:pt x="643" y="931"/>
                    <a:pt x="647" y="922"/>
                  </a:cubicBezTo>
                  <a:cubicBezTo>
                    <a:pt x="664" y="883"/>
                    <a:pt x="665" y="843"/>
                    <a:pt x="691" y="809"/>
                  </a:cubicBezTo>
                  <a:cubicBezTo>
                    <a:pt x="707" y="758"/>
                    <a:pt x="725" y="708"/>
                    <a:pt x="741" y="657"/>
                  </a:cubicBezTo>
                  <a:cubicBezTo>
                    <a:pt x="747" y="639"/>
                    <a:pt x="760" y="624"/>
                    <a:pt x="767" y="606"/>
                  </a:cubicBezTo>
                  <a:cubicBezTo>
                    <a:pt x="773" y="575"/>
                    <a:pt x="784" y="559"/>
                    <a:pt x="798" y="531"/>
                  </a:cubicBezTo>
                  <a:cubicBezTo>
                    <a:pt x="800" y="520"/>
                    <a:pt x="802" y="510"/>
                    <a:pt x="805" y="499"/>
                  </a:cubicBezTo>
                  <a:cubicBezTo>
                    <a:pt x="807" y="493"/>
                    <a:pt x="809" y="486"/>
                    <a:pt x="811" y="480"/>
                  </a:cubicBezTo>
                  <a:cubicBezTo>
                    <a:pt x="815" y="463"/>
                    <a:pt x="823" y="430"/>
                    <a:pt x="823" y="430"/>
                  </a:cubicBezTo>
                  <a:cubicBezTo>
                    <a:pt x="829" y="374"/>
                    <a:pt x="816" y="351"/>
                    <a:pt x="861" y="329"/>
                  </a:cubicBezTo>
                  <a:cubicBezTo>
                    <a:pt x="879" y="256"/>
                    <a:pt x="921" y="187"/>
                    <a:pt x="956" y="120"/>
                  </a:cubicBezTo>
                  <a:cubicBezTo>
                    <a:pt x="967" y="153"/>
                    <a:pt x="958" y="145"/>
                    <a:pt x="988" y="101"/>
                  </a:cubicBezTo>
                  <a:cubicBezTo>
                    <a:pt x="1003" y="79"/>
                    <a:pt x="998" y="86"/>
                    <a:pt x="1007" y="63"/>
                  </a:cubicBezTo>
                  <a:cubicBezTo>
                    <a:pt x="1009" y="72"/>
                    <a:pt x="1011" y="80"/>
                    <a:pt x="1013" y="89"/>
                  </a:cubicBezTo>
                  <a:cubicBezTo>
                    <a:pt x="1015" y="95"/>
                    <a:pt x="1014" y="112"/>
                    <a:pt x="1019" y="108"/>
                  </a:cubicBezTo>
                  <a:cubicBezTo>
                    <a:pt x="1036" y="96"/>
                    <a:pt x="1057" y="57"/>
                    <a:pt x="1057" y="57"/>
                  </a:cubicBezTo>
                  <a:cubicBezTo>
                    <a:pt x="1059" y="68"/>
                    <a:pt x="1061" y="78"/>
                    <a:pt x="1063" y="89"/>
                  </a:cubicBezTo>
                  <a:cubicBezTo>
                    <a:pt x="1065" y="97"/>
                    <a:pt x="1062" y="116"/>
                    <a:pt x="1070" y="114"/>
                  </a:cubicBezTo>
                  <a:cubicBezTo>
                    <a:pt x="1083" y="111"/>
                    <a:pt x="1087" y="93"/>
                    <a:pt x="1095" y="82"/>
                  </a:cubicBezTo>
                  <a:cubicBezTo>
                    <a:pt x="1097" y="74"/>
                    <a:pt x="1099" y="65"/>
                    <a:pt x="1101" y="57"/>
                  </a:cubicBezTo>
                  <a:cubicBezTo>
                    <a:pt x="1103" y="51"/>
                    <a:pt x="1102" y="36"/>
                    <a:pt x="1108" y="38"/>
                  </a:cubicBezTo>
                  <a:cubicBezTo>
                    <a:pt x="1112" y="39"/>
                    <a:pt x="1125" y="76"/>
                    <a:pt x="1127" y="82"/>
                  </a:cubicBezTo>
                  <a:cubicBezTo>
                    <a:pt x="1133" y="74"/>
                    <a:pt x="1141" y="66"/>
                    <a:pt x="1146" y="57"/>
                  </a:cubicBezTo>
                  <a:cubicBezTo>
                    <a:pt x="1150" y="49"/>
                    <a:pt x="1144" y="29"/>
                    <a:pt x="1152" y="32"/>
                  </a:cubicBezTo>
                  <a:cubicBezTo>
                    <a:pt x="1156" y="33"/>
                    <a:pt x="1168" y="74"/>
                    <a:pt x="1171" y="82"/>
                  </a:cubicBezTo>
                  <a:cubicBezTo>
                    <a:pt x="1195" y="67"/>
                    <a:pt x="1198" y="49"/>
                    <a:pt x="1215" y="25"/>
                  </a:cubicBezTo>
                  <a:cubicBezTo>
                    <a:pt x="1239" y="60"/>
                    <a:pt x="1244" y="44"/>
                    <a:pt x="1259" y="13"/>
                  </a:cubicBezTo>
                  <a:cubicBezTo>
                    <a:pt x="1269" y="48"/>
                    <a:pt x="1254" y="81"/>
                    <a:pt x="1291" y="44"/>
                  </a:cubicBezTo>
                  <a:cubicBezTo>
                    <a:pt x="1295" y="36"/>
                    <a:pt x="1294" y="21"/>
                    <a:pt x="1303" y="19"/>
                  </a:cubicBezTo>
                  <a:cubicBezTo>
                    <a:pt x="1310" y="18"/>
                    <a:pt x="1332" y="53"/>
                    <a:pt x="1335" y="57"/>
                  </a:cubicBezTo>
                  <a:cubicBezTo>
                    <a:pt x="1363" y="42"/>
                    <a:pt x="1374" y="26"/>
                    <a:pt x="1392" y="0"/>
                  </a:cubicBezTo>
                  <a:cubicBezTo>
                    <a:pt x="1397" y="29"/>
                    <a:pt x="1401" y="51"/>
                    <a:pt x="1417" y="76"/>
                  </a:cubicBezTo>
                  <a:cubicBezTo>
                    <a:pt x="1425" y="74"/>
                    <a:pt x="1435" y="75"/>
                    <a:pt x="1442" y="70"/>
                  </a:cubicBezTo>
                  <a:cubicBezTo>
                    <a:pt x="1459" y="56"/>
                    <a:pt x="1437" y="32"/>
                    <a:pt x="1461" y="70"/>
                  </a:cubicBezTo>
                  <a:cubicBezTo>
                    <a:pt x="1477" y="159"/>
                    <a:pt x="1460" y="67"/>
                    <a:pt x="1474" y="133"/>
                  </a:cubicBezTo>
                  <a:cubicBezTo>
                    <a:pt x="1492" y="217"/>
                    <a:pt x="1487" y="222"/>
                    <a:pt x="1487" y="120"/>
                  </a:cubicBezTo>
                </a:path>
              </a:pathLst>
            </a:custGeom>
            <a:noFill/>
            <a:ln w="9525" cap="flat" cmpd="sng">
              <a:solidFill>
                <a:srgbClr val="FF3300"/>
              </a:solidFill>
              <a:prstDash val="solid"/>
              <a:round/>
              <a:headEnd/>
              <a:tailEnd/>
            </a:ln>
            <a:effectLst/>
          </p:spPr>
          <p:txBody>
            <a:bodyPr wrap="none" anchor="ctr"/>
            <a:lstStyle/>
            <a:p>
              <a:endParaRPr lang="en-GB" sz="1600"/>
            </a:p>
          </p:txBody>
        </p:sp>
        <p:sp>
          <p:nvSpPr>
            <p:cNvPr id="135458" name="Freeform 290"/>
            <p:cNvSpPr>
              <a:spLocks/>
            </p:cNvSpPr>
            <p:nvPr/>
          </p:nvSpPr>
          <p:spPr bwMode="auto">
            <a:xfrm flipV="1">
              <a:off x="1960" y="2539"/>
              <a:ext cx="1349" cy="1244"/>
            </a:xfrm>
            <a:custGeom>
              <a:avLst/>
              <a:gdLst/>
              <a:ahLst/>
              <a:cxnLst>
                <a:cxn ang="0">
                  <a:pos x="4" y="151"/>
                </a:cxn>
                <a:cxn ang="0">
                  <a:pos x="42" y="95"/>
                </a:cxn>
                <a:cxn ang="0">
                  <a:pos x="67" y="57"/>
                </a:cxn>
                <a:cxn ang="0">
                  <a:pos x="73" y="76"/>
                </a:cxn>
                <a:cxn ang="0">
                  <a:pos x="67" y="95"/>
                </a:cxn>
                <a:cxn ang="0">
                  <a:pos x="99" y="38"/>
                </a:cxn>
                <a:cxn ang="0">
                  <a:pos x="143" y="13"/>
                </a:cxn>
                <a:cxn ang="0">
                  <a:pos x="149" y="69"/>
                </a:cxn>
                <a:cxn ang="0">
                  <a:pos x="168" y="63"/>
                </a:cxn>
                <a:cxn ang="0">
                  <a:pos x="200" y="19"/>
                </a:cxn>
                <a:cxn ang="0">
                  <a:pos x="212" y="101"/>
                </a:cxn>
                <a:cxn ang="0">
                  <a:pos x="231" y="63"/>
                </a:cxn>
                <a:cxn ang="0">
                  <a:pos x="257" y="0"/>
                </a:cxn>
                <a:cxn ang="0">
                  <a:pos x="263" y="95"/>
                </a:cxn>
                <a:cxn ang="0">
                  <a:pos x="295" y="82"/>
                </a:cxn>
                <a:cxn ang="0">
                  <a:pos x="320" y="31"/>
                </a:cxn>
                <a:cxn ang="0">
                  <a:pos x="358" y="63"/>
                </a:cxn>
                <a:cxn ang="0">
                  <a:pos x="383" y="145"/>
                </a:cxn>
                <a:cxn ang="0">
                  <a:pos x="402" y="126"/>
                </a:cxn>
                <a:cxn ang="0">
                  <a:pos x="408" y="107"/>
                </a:cxn>
                <a:cxn ang="0">
                  <a:pos x="433" y="164"/>
                </a:cxn>
                <a:cxn ang="0">
                  <a:pos x="452" y="189"/>
                </a:cxn>
                <a:cxn ang="0">
                  <a:pos x="478" y="158"/>
                </a:cxn>
                <a:cxn ang="0">
                  <a:pos x="484" y="133"/>
                </a:cxn>
                <a:cxn ang="0">
                  <a:pos x="497" y="151"/>
                </a:cxn>
                <a:cxn ang="0">
                  <a:pos x="516" y="227"/>
                </a:cxn>
                <a:cxn ang="0">
                  <a:pos x="547" y="259"/>
                </a:cxn>
                <a:cxn ang="0">
                  <a:pos x="553" y="335"/>
                </a:cxn>
                <a:cxn ang="0">
                  <a:pos x="572" y="322"/>
                </a:cxn>
                <a:cxn ang="0">
                  <a:pos x="579" y="341"/>
                </a:cxn>
                <a:cxn ang="0">
                  <a:pos x="604" y="474"/>
                </a:cxn>
                <a:cxn ang="0">
                  <a:pos x="629" y="398"/>
                </a:cxn>
                <a:cxn ang="0">
                  <a:pos x="673" y="606"/>
                </a:cxn>
                <a:cxn ang="0">
                  <a:pos x="699" y="657"/>
                </a:cxn>
                <a:cxn ang="0">
                  <a:pos x="718" y="638"/>
                </a:cxn>
                <a:cxn ang="0">
                  <a:pos x="737" y="663"/>
                </a:cxn>
                <a:cxn ang="0">
                  <a:pos x="756" y="859"/>
                </a:cxn>
                <a:cxn ang="0">
                  <a:pos x="781" y="859"/>
                </a:cxn>
                <a:cxn ang="0">
                  <a:pos x="800" y="941"/>
                </a:cxn>
                <a:cxn ang="0">
                  <a:pos x="831" y="979"/>
                </a:cxn>
                <a:cxn ang="0">
                  <a:pos x="1015" y="1225"/>
                </a:cxn>
                <a:cxn ang="0">
                  <a:pos x="1059" y="1175"/>
                </a:cxn>
                <a:cxn ang="0">
                  <a:pos x="1078" y="1244"/>
                </a:cxn>
                <a:cxn ang="0">
                  <a:pos x="1135" y="1225"/>
                </a:cxn>
                <a:cxn ang="0">
                  <a:pos x="1198" y="1149"/>
                </a:cxn>
                <a:cxn ang="0">
                  <a:pos x="1204" y="1181"/>
                </a:cxn>
                <a:cxn ang="0">
                  <a:pos x="1210" y="1206"/>
                </a:cxn>
                <a:cxn ang="0">
                  <a:pos x="1236" y="1194"/>
                </a:cxn>
                <a:cxn ang="0">
                  <a:pos x="1261" y="1194"/>
                </a:cxn>
                <a:cxn ang="0">
                  <a:pos x="1280" y="1181"/>
                </a:cxn>
                <a:cxn ang="0">
                  <a:pos x="1305" y="1124"/>
                </a:cxn>
                <a:cxn ang="0">
                  <a:pos x="1330" y="1130"/>
                </a:cxn>
                <a:cxn ang="0">
                  <a:pos x="1349" y="1137"/>
                </a:cxn>
                <a:cxn ang="0">
                  <a:pos x="1330" y="1143"/>
                </a:cxn>
                <a:cxn ang="0">
                  <a:pos x="1273" y="1156"/>
                </a:cxn>
              </a:cxnLst>
              <a:rect l="0" t="0" r="r" b="b"/>
              <a:pathLst>
                <a:path w="1349" h="1244">
                  <a:moveTo>
                    <a:pt x="4" y="151"/>
                  </a:moveTo>
                  <a:cubicBezTo>
                    <a:pt x="46" y="82"/>
                    <a:pt x="0" y="155"/>
                    <a:pt x="42" y="95"/>
                  </a:cubicBezTo>
                  <a:cubicBezTo>
                    <a:pt x="51" y="83"/>
                    <a:pt x="67" y="57"/>
                    <a:pt x="67" y="57"/>
                  </a:cubicBezTo>
                  <a:cubicBezTo>
                    <a:pt x="69" y="63"/>
                    <a:pt x="73" y="69"/>
                    <a:pt x="73" y="76"/>
                  </a:cubicBezTo>
                  <a:cubicBezTo>
                    <a:pt x="73" y="83"/>
                    <a:pt x="64" y="101"/>
                    <a:pt x="67" y="95"/>
                  </a:cubicBezTo>
                  <a:cubicBezTo>
                    <a:pt x="103" y="28"/>
                    <a:pt x="56" y="95"/>
                    <a:pt x="99" y="38"/>
                  </a:cubicBezTo>
                  <a:cubicBezTo>
                    <a:pt x="112" y="81"/>
                    <a:pt x="118" y="36"/>
                    <a:pt x="143" y="13"/>
                  </a:cubicBezTo>
                  <a:cubicBezTo>
                    <a:pt x="145" y="32"/>
                    <a:pt x="141" y="52"/>
                    <a:pt x="149" y="69"/>
                  </a:cubicBezTo>
                  <a:cubicBezTo>
                    <a:pt x="152" y="75"/>
                    <a:pt x="163" y="68"/>
                    <a:pt x="168" y="63"/>
                  </a:cubicBezTo>
                  <a:cubicBezTo>
                    <a:pt x="181" y="50"/>
                    <a:pt x="200" y="19"/>
                    <a:pt x="200" y="19"/>
                  </a:cubicBezTo>
                  <a:cubicBezTo>
                    <a:pt x="208" y="45"/>
                    <a:pt x="192" y="81"/>
                    <a:pt x="212" y="101"/>
                  </a:cubicBezTo>
                  <a:cubicBezTo>
                    <a:pt x="222" y="111"/>
                    <a:pt x="225" y="76"/>
                    <a:pt x="231" y="63"/>
                  </a:cubicBezTo>
                  <a:cubicBezTo>
                    <a:pt x="240" y="42"/>
                    <a:pt x="249" y="21"/>
                    <a:pt x="257" y="0"/>
                  </a:cubicBezTo>
                  <a:cubicBezTo>
                    <a:pt x="259" y="32"/>
                    <a:pt x="250" y="66"/>
                    <a:pt x="263" y="95"/>
                  </a:cubicBezTo>
                  <a:cubicBezTo>
                    <a:pt x="268" y="105"/>
                    <a:pt x="287" y="90"/>
                    <a:pt x="295" y="82"/>
                  </a:cubicBezTo>
                  <a:cubicBezTo>
                    <a:pt x="308" y="68"/>
                    <a:pt x="309" y="47"/>
                    <a:pt x="320" y="31"/>
                  </a:cubicBezTo>
                  <a:cubicBezTo>
                    <a:pt x="325" y="93"/>
                    <a:pt x="324" y="147"/>
                    <a:pt x="358" y="63"/>
                  </a:cubicBezTo>
                  <a:cubicBezTo>
                    <a:pt x="367" y="90"/>
                    <a:pt x="374" y="118"/>
                    <a:pt x="383" y="145"/>
                  </a:cubicBezTo>
                  <a:cubicBezTo>
                    <a:pt x="389" y="139"/>
                    <a:pt x="397" y="133"/>
                    <a:pt x="402" y="126"/>
                  </a:cubicBezTo>
                  <a:cubicBezTo>
                    <a:pt x="406" y="120"/>
                    <a:pt x="403" y="103"/>
                    <a:pt x="408" y="107"/>
                  </a:cubicBezTo>
                  <a:cubicBezTo>
                    <a:pt x="419" y="115"/>
                    <a:pt x="428" y="148"/>
                    <a:pt x="433" y="164"/>
                  </a:cubicBezTo>
                  <a:cubicBezTo>
                    <a:pt x="444" y="244"/>
                    <a:pt x="431" y="220"/>
                    <a:pt x="452" y="189"/>
                  </a:cubicBezTo>
                  <a:cubicBezTo>
                    <a:pt x="459" y="178"/>
                    <a:pt x="469" y="168"/>
                    <a:pt x="478" y="158"/>
                  </a:cubicBezTo>
                  <a:cubicBezTo>
                    <a:pt x="480" y="150"/>
                    <a:pt x="476" y="136"/>
                    <a:pt x="484" y="133"/>
                  </a:cubicBezTo>
                  <a:cubicBezTo>
                    <a:pt x="491" y="130"/>
                    <a:pt x="494" y="144"/>
                    <a:pt x="497" y="151"/>
                  </a:cubicBezTo>
                  <a:cubicBezTo>
                    <a:pt x="507" y="175"/>
                    <a:pt x="507" y="203"/>
                    <a:pt x="516" y="227"/>
                  </a:cubicBezTo>
                  <a:cubicBezTo>
                    <a:pt x="555" y="176"/>
                    <a:pt x="538" y="223"/>
                    <a:pt x="547" y="259"/>
                  </a:cubicBezTo>
                  <a:cubicBezTo>
                    <a:pt x="549" y="284"/>
                    <a:pt x="544" y="311"/>
                    <a:pt x="553" y="335"/>
                  </a:cubicBezTo>
                  <a:cubicBezTo>
                    <a:pt x="556" y="342"/>
                    <a:pt x="565" y="320"/>
                    <a:pt x="572" y="322"/>
                  </a:cubicBezTo>
                  <a:cubicBezTo>
                    <a:pt x="579" y="324"/>
                    <a:pt x="577" y="335"/>
                    <a:pt x="579" y="341"/>
                  </a:cubicBezTo>
                  <a:cubicBezTo>
                    <a:pt x="603" y="265"/>
                    <a:pt x="581" y="428"/>
                    <a:pt x="604" y="474"/>
                  </a:cubicBezTo>
                  <a:cubicBezTo>
                    <a:pt x="610" y="444"/>
                    <a:pt x="616" y="425"/>
                    <a:pt x="629" y="398"/>
                  </a:cubicBezTo>
                  <a:cubicBezTo>
                    <a:pt x="652" y="465"/>
                    <a:pt x="652" y="538"/>
                    <a:pt x="673" y="606"/>
                  </a:cubicBezTo>
                  <a:cubicBezTo>
                    <a:pt x="699" y="544"/>
                    <a:pt x="687" y="463"/>
                    <a:pt x="699" y="657"/>
                  </a:cubicBezTo>
                  <a:cubicBezTo>
                    <a:pt x="705" y="651"/>
                    <a:pt x="714" y="630"/>
                    <a:pt x="718" y="638"/>
                  </a:cubicBezTo>
                  <a:cubicBezTo>
                    <a:pt x="738" y="683"/>
                    <a:pt x="709" y="772"/>
                    <a:pt x="737" y="663"/>
                  </a:cubicBezTo>
                  <a:cubicBezTo>
                    <a:pt x="741" y="765"/>
                    <a:pt x="742" y="782"/>
                    <a:pt x="756" y="859"/>
                  </a:cubicBezTo>
                  <a:cubicBezTo>
                    <a:pt x="759" y="847"/>
                    <a:pt x="764" y="798"/>
                    <a:pt x="781" y="859"/>
                  </a:cubicBezTo>
                  <a:cubicBezTo>
                    <a:pt x="811" y="963"/>
                    <a:pt x="767" y="892"/>
                    <a:pt x="800" y="941"/>
                  </a:cubicBezTo>
                  <a:cubicBezTo>
                    <a:pt x="811" y="975"/>
                    <a:pt x="789" y="1021"/>
                    <a:pt x="831" y="979"/>
                  </a:cubicBezTo>
                  <a:cubicBezTo>
                    <a:pt x="913" y="1087"/>
                    <a:pt x="932" y="1116"/>
                    <a:pt x="1015" y="1225"/>
                  </a:cubicBezTo>
                  <a:cubicBezTo>
                    <a:pt x="1033" y="1171"/>
                    <a:pt x="1027" y="1222"/>
                    <a:pt x="1059" y="1175"/>
                  </a:cubicBezTo>
                  <a:cubicBezTo>
                    <a:pt x="1074" y="1223"/>
                    <a:pt x="1068" y="1200"/>
                    <a:pt x="1078" y="1244"/>
                  </a:cubicBezTo>
                  <a:cubicBezTo>
                    <a:pt x="1109" y="1223"/>
                    <a:pt x="1109" y="1186"/>
                    <a:pt x="1135" y="1225"/>
                  </a:cubicBezTo>
                  <a:cubicBezTo>
                    <a:pt x="1164" y="1203"/>
                    <a:pt x="1175" y="1178"/>
                    <a:pt x="1198" y="1149"/>
                  </a:cubicBezTo>
                  <a:cubicBezTo>
                    <a:pt x="1200" y="1160"/>
                    <a:pt x="1202" y="1170"/>
                    <a:pt x="1204" y="1181"/>
                  </a:cubicBezTo>
                  <a:cubicBezTo>
                    <a:pt x="1206" y="1189"/>
                    <a:pt x="1202" y="1203"/>
                    <a:pt x="1210" y="1206"/>
                  </a:cubicBezTo>
                  <a:cubicBezTo>
                    <a:pt x="1219" y="1210"/>
                    <a:pt x="1227" y="1198"/>
                    <a:pt x="1236" y="1194"/>
                  </a:cubicBezTo>
                  <a:cubicBezTo>
                    <a:pt x="1264" y="1149"/>
                    <a:pt x="1231" y="1188"/>
                    <a:pt x="1261" y="1194"/>
                  </a:cubicBezTo>
                  <a:cubicBezTo>
                    <a:pt x="1269" y="1195"/>
                    <a:pt x="1274" y="1185"/>
                    <a:pt x="1280" y="1181"/>
                  </a:cubicBezTo>
                  <a:cubicBezTo>
                    <a:pt x="1292" y="1162"/>
                    <a:pt x="1298" y="1145"/>
                    <a:pt x="1305" y="1124"/>
                  </a:cubicBezTo>
                  <a:cubicBezTo>
                    <a:pt x="1317" y="1187"/>
                    <a:pt x="1301" y="1145"/>
                    <a:pt x="1330" y="1130"/>
                  </a:cubicBezTo>
                  <a:cubicBezTo>
                    <a:pt x="1336" y="1127"/>
                    <a:pt x="1343" y="1135"/>
                    <a:pt x="1349" y="1137"/>
                  </a:cubicBezTo>
                  <a:cubicBezTo>
                    <a:pt x="1349" y="1137"/>
                    <a:pt x="1336" y="1140"/>
                    <a:pt x="1330" y="1143"/>
                  </a:cubicBezTo>
                  <a:cubicBezTo>
                    <a:pt x="1288" y="1161"/>
                    <a:pt x="1322" y="1156"/>
                    <a:pt x="1273" y="1156"/>
                  </a:cubicBezTo>
                </a:path>
              </a:pathLst>
            </a:custGeom>
            <a:noFill/>
            <a:ln w="9525" cap="flat" cmpd="sng">
              <a:solidFill>
                <a:srgbClr val="FF3300"/>
              </a:solidFill>
              <a:prstDash val="solid"/>
              <a:round/>
              <a:headEnd/>
              <a:tailEnd/>
            </a:ln>
            <a:effectLst/>
          </p:spPr>
          <p:txBody>
            <a:bodyPr wrap="none" anchor="ctr"/>
            <a:lstStyle/>
            <a:p>
              <a:endParaRPr lang="en-GB" sz="1600"/>
            </a:p>
          </p:txBody>
        </p:sp>
        <p:sp>
          <p:nvSpPr>
            <p:cNvPr id="135459" name="Freeform 291"/>
            <p:cNvSpPr>
              <a:spLocks/>
            </p:cNvSpPr>
            <p:nvPr/>
          </p:nvSpPr>
          <p:spPr bwMode="auto">
            <a:xfrm flipV="1">
              <a:off x="1983" y="2553"/>
              <a:ext cx="1396" cy="1243"/>
            </a:xfrm>
            <a:custGeom>
              <a:avLst/>
              <a:gdLst/>
              <a:ahLst/>
              <a:cxnLst>
                <a:cxn ang="0">
                  <a:pos x="0" y="156"/>
                </a:cxn>
                <a:cxn ang="0">
                  <a:pos x="50" y="81"/>
                </a:cxn>
                <a:cxn ang="0">
                  <a:pos x="76" y="62"/>
                </a:cxn>
                <a:cxn ang="0">
                  <a:pos x="107" y="17"/>
                </a:cxn>
                <a:cxn ang="0">
                  <a:pos x="139" y="100"/>
                </a:cxn>
                <a:cxn ang="0">
                  <a:pos x="196" y="74"/>
                </a:cxn>
                <a:cxn ang="0">
                  <a:pos x="240" y="43"/>
                </a:cxn>
                <a:cxn ang="0">
                  <a:pos x="253" y="93"/>
                </a:cxn>
                <a:cxn ang="0">
                  <a:pos x="303" y="68"/>
                </a:cxn>
                <a:cxn ang="0">
                  <a:pos x="328" y="112"/>
                </a:cxn>
                <a:cxn ang="0">
                  <a:pos x="379" y="62"/>
                </a:cxn>
                <a:cxn ang="0">
                  <a:pos x="417" y="125"/>
                </a:cxn>
                <a:cxn ang="0">
                  <a:pos x="429" y="106"/>
                </a:cxn>
                <a:cxn ang="0">
                  <a:pos x="436" y="137"/>
                </a:cxn>
                <a:cxn ang="0">
                  <a:pos x="455" y="207"/>
                </a:cxn>
                <a:cxn ang="0">
                  <a:pos x="486" y="213"/>
                </a:cxn>
                <a:cxn ang="0">
                  <a:pos x="518" y="207"/>
                </a:cxn>
                <a:cxn ang="0">
                  <a:pos x="524" y="226"/>
                </a:cxn>
                <a:cxn ang="0">
                  <a:pos x="543" y="232"/>
                </a:cxn>
                <a:cxn ang="0">
                  <a:pos x="549" y="283"/>
                </a:cxn>
                <a:cxn ang="0">
                  <a:pos x="562" y="321"/>
                </a:cxn>
                <a:cxn ang="0">
                  <a:pos x="606" y="359"/>
                </a:cxn>
                <a:cxn ang="0">
                  <a:pos x="625" y="415"/>
                </a:cxn>
                <a:cxn ang="0">
                  <a:pos x="669" y="580"/>
                </a:cxn>
                <a:cxn ang="0">
                  <a:pos x="695" y="719"/>
                </a:cxn>
                <a:cxn ang="0">
                  <a:pos x="701" y="693"/>
                </a:cxn>
                <a:cxn ang="0">
                  <a:pos x="707" y="712"/>
                </a:cxn>
                <a:cxn ang="0">
                  <a:pos x="714" y="731"/>
                </a:cxn>
                <a:cxn ang="0">
                  <a:pos x="733" y="807"/>
                </a:cxn>
                <a:cxn ang="0">
                  <a:pos x="739" y="895"/>
                </a:cxn>
                <a:cxn ang="0">
                  <a:pos x="758" y="927"/>
                </a:cxn>
                <a:cxn ang="0">
                  <a:pos x="802" y="1041"/>
                </a:cxn>
                <a:cxn ang="0">
                  <a:pos x="846" y="1041"/>
                </a:cxn>
                <a:cxn ang="0">
                  <a:pos x="922" y="1116"/>
                </a:cxn>
                <a:cxn ang="0">
                  <a:pos x="947" y="1186"/>
                </a:cxn>
                <a:cxn ang="0">
                  <a:pos x="979" y="1243"/>
                </a:cxn>
                <a:cxn ang="0">
                  <a:pos x="998" y="1192"/>
                </a:cxn>
                <a:cxn ang="0">
                  <a:pos x="1036" y="1161"/>
                </a:cxn>
                <a:cxn ang="0">
                  <a:pos x="1048" y="1180"/>
                </a:cxn>
                <a:cxn ang="0">
                  <a:pos x="1074" y="1192"/>
                </a:cxn>
                <a:cxn ang="0">
                  <a:pos x="1162" y="1167"/>
                </a:cxn>
                <a:cxn ang="0">
                  <a:pos x="1232" y="1161"/>
                </a:cxn>
                <a:cxn ang="0">
                  <a:pos x="1295" y="1110"/>
                </a:cxn>
                <a:cxn ang="0">
                  <a:pos x="1358" y="1123"/>
                </a:cxn>
                <a:cxn ang="0">
                  <a:pos x="1396" y="1085"/>
                </a:cxn>
              </a:cxnLst>
              <a:rect l="0" t="0" r="r" b="b"/>
              <a:pathLst>
                <a:path w="1396" h="1243">
                  <a:moveTo>
                    <a:pt x="0" y="156"/>
                  </a:moveTo>
                  <a:cubicBezTo>
                    <a:pt x="17" y="134"/>
                    <a:pt x="32" y="101"/>
                    <a:pt x="50" y="81"/>
                  </a:cubicBezTo>
                  <a:cubicBezTo>
                    <a:pt x="57" y="73"/>
                    <a:pt x="68" y="70"/>
                    <a:pt x="76" y="62"/>
                  </a:cubicBezTo>
                  <a:cubicBezTo>
                    <a:pt x="85" y="53"/>
                    <a:pt x="100" y="29"/>
                    <a:pt x="107" y="17"/>
                  </a:cubicBezTo>
                  <a:cubicBezTo>
                    <a:pt x="114" y="59"/>
                    <a:pt x="111" y="72"/>
                    <a:pt x="139" y="100"/>
                  </a:cubicBezTo>
                  <a:cubicBezTo>
                    <a:pt x="166" y="91"/>
                    <a:pt x="176" y="91"/>
                    <a:pt x="196" y="74"/>
                  </a:cubicBezTo>
                  <a:cubicBezTo>
                    <a:pt x="233" y="42"/>
                    <a:pt x="206" y="54"/>
                    <a:pt x="240" y="43"/>
                  </a:cubicBezTo>
                  <a:cubicBezTo>
                    <a:pt x="240" y="44"/>
                    <a:pt x="252" y="93"/>
                    <a:pt x="253" y="93"/>
                  </a:cubicBezTo>
                  <a:cubicBezTo>
                    <a:pt x="271" y="96"/>
                    <a:pt x="285" y="74"/>
                    <a:pt x="303" y="68"/>
                  </a:cubicBezTo>
                  <a:cubicBezTo>
                    <a:pt x="325" y="0"/>
                    <a:pt x="322" y="29"/>
                    <a:pt x="328" y="112"/>
                  </a:cubicBezTo>
                  <a:cubicBezTo>
                    <a:pt x="362" y="87"/>
                    <a:pt x="348" y="81"/>
                    <a:pt x="379" y="62"/>
                  </a:cubicBezTo>
                  <a:cubicBezTo>
                    <a:pt x="389" y="104"/>
                    <a:pt x="361" y="152"/>
                    <a:pt x="417" y="125"/>
                  </a:cubicBezTo>
                  <a:cubicBezTo>
                    <a:pt x="421" y="119"/>
                    <a:pt x="423" y="102"/>
                    <a:pt x="429" y="106"/>
                  </a:cubicBezTo>
                  <a:cubicBezTo>
                    <a:pt x="438" y="112"/>
                    <a:pt x="434" y="127"/>
                    <a:pt x="436" y="137"/>
                  </a:cubicBezTo>
                  <a:cubicBezTo>
                    <a:pt x="447" y="193"/>
                    <a:pt x="435" y="157"/>
                    <a:pt x="455" y="207"/>
                  </a:cubicBezTo>
                  <a:cubicBezTo>
                    <a:pt x="502" y="175"/>
                    <a:pt x="449" y="202"/>
                    <a:pt x="486" y="213"/>
                  </a:cubicBezTo>
                  <a:cubicBezTo>
                    <a:pt x="496" y="216"/>
                    <a:pt x="507" y="209"/>
                    <a:pt x="518" y="207"/>
                  </a:cubicBezTo>
                  <a:cubicBezTo>
                    <a:pt x="520" y="213"/>
                    <a:pt x="519" y="221"/>
                    <a:pt x="524" y="226"/>
                  </a:cubicBezTo>
                  <a:cubicBezTo>
                    <a:pt x="529" y="231"/>
                    <a:pt x="540" y="226"/>
                    <a:pt x="543" y="232"/>
                  </a:cubicBezTo>
                  <a:cubicBezTo>
                    <a:pt x="550" y="248"/>
                    <a:pt x="545" y="266"/>
                    <a:pt x="549" y="283"/>
                  </a:cubicBezTo>
                  <a:cubicBezTo>
                    <a:pt x="552" y="296"/>
                    <a:pt x="558" y="308"/>
                    <a:pt x="562" y="321"/>
                  </a:cubicBezTo>
                  <a:cubicBezTo>
                    <a:pt x="610" y="273"/>
                    <a:pt x="599" y="288"/>
                    <a:pt x="606" y="359"/>
                  </a:cubicBezTo>
                  <a:cubicBezTo>
                    <a:pt x="653" y="327"/>
                    <a:pt x="629" y="392"/>
                    <a:pt x="625" y="415"/>
                  </a:cubicBezTo>
                  <a:cubicBezTo>
                    <a:pt x="631" y="518"/>
                    <a:pt x="607" y="533"/>
                    <a:pt x="669" y="580"/>
                  </a:cubicBezTo>
                  <a:cubicBezTo>
                    <a:pt x="682" y="626"/>
                    <a:pt x="685" y="673"/>
                    <a:pt x="695" y="719"/>
                  </a:cubicBezTo>
                  <a:cubicBezTo>
                    <a:pt x="697" y="710"/>
                    <a:pt x="693" y="697"/>
                    <a:pt x="701" y="693"/>
                  </a:cubicBezTo>
                  <a:cubicBezTo>
                    <a:pt x="707" y="690"/>
                    <a:pt x="705" y="706"/>
                    <a:pt x="707" y="712"/>
                  </a:cubicBezTo>
                  <a:cubicBezTo>
                    <a:pt x="709" y="718"/>
                    <a:pt x="712" y="725"/>
                    <a:pt x="714" y="731"/>
                  </a:cubicBezTo>
                  <a:cubicBezTo>
                    <a:pt x="722" y="756"/>
                    <a:pt x="733" y="807"/>
                    <a:pt x="733" y="807"/>
                  </a:cubicBezTo>
                  <a:cubicBezTo>
                    <a:pt x="735" y="836"/>
                    <a:pt x="733" y="866"/>
                    <a:pt x="739" y="895"/>
                  </a:cubicBezTo>
                  <a:cubicBezTo>
                    <a:pt x="742" y="907"/>
                    <a:pt x="753" y="916"/>
                    <a:pt x="758" y="927"/>
                  </a:cubicBezTo>
                  <a:cubicBezTo>
                    <a:pt x="776" y="965"/>
                    <a:pt x="778" y="1005"/>
                    <a:pt x="802" y="1041"/>
                  </a:cubicBezTo>
                  <a:cubicBezTo>
                    <a:pt x="813" y="1006"/>
                    <a:pt x="817" y="1030"/>
                    <a:pt x="846" y="1041"/>
                  </a:cubicBezTo>
                  <a:cubicBezTo>
                    <a:pt x="878" y="1083"/>
                    <a:pt x="874" y="1098"/>
                    <a:pt x="922" y="1116"/>
                  </a:cubicBezTo>
                  <a:cubicBezTo>
                    <a:pt x="940" y="1142"/>
                    <a:pt x="936" y="1157"/>
                    <a:pt x="947" y="1186"/>
                  </a:cubicBezTo>
                  <a:cubicBezTo>
                    <a:pt x="955" y="1206"/>
                    <a:pt x="969" y="1224"/>
                    <a:pt x="979" y="1243"/>
                  </a:cubicBezTo>
                  <a:cubicBezTo>
                    <a:pt x="986" y="1226"/>
                    <a:pt x="987" y="1206"/>
                    <a:pt x="998" y="1192"/>
                  </a:cubicBezTo>
                  <a:cubicBezTo>
                    <a:pt x="1008" y="1179"/>
                    <a:pt x="1024" y="1173"/>
                    <a:pt x="1036" y="1161"/>
                  </a:cubicBezTo>
                  <a:cubicBezTo>
                    <a:pt x="1040" y="1167"/>
                    <a:pt x="1041" y="1177"/>
                    <a:pt x="1048" y="1180"/>
                  </a:cubicBezTo>
                  <a:cubicBezTo>
                    <a:pt x="1082" y="1193"/>
                    <a:pt x="1056" y="1144"/>
                    <a:pt x="1074" y="1192"/>
                  </a:cubicBezTo>
                  <a:cubicBezTo>
                    <a:pt x="1145" y="1157"/>
                    <a:pt x="1114" y="1156"/>
                    <a:pt x="1162" y="1167"/>
                  </a:cubicBezTo>
                  <a:cubicBezTo>
                    <a:pt x="1192" y="1160"/>
                    <a:pt x="1201" y="1153"/>
                    <a:pt x="1232" y="1161"/>
                  </a:cubicBezTo>
                  <a:cubicBezTo>
                    <a:pt x="1251" y="1141"/>
                    <a:pt x="1295" y="1110"/>
                    <a:pt x="1295" y="1110"/>
                  </a:cubicBezTo>
                  <a:cubicBezTo>
                    <a:pt x="1314" y="1140"/>
                    <a:pt x="1327" y="1138"/>
                    <a:pt x="1358" y="1123"/>
                  </a:cubicBezTo>
                  <a:cubicBezTo>
                    <a:pt x="1373" y="1077"/>
                    <a:pt x="1357" y="1085"/>
                    <a:pt x="1396" y="1085"/>
                  </a:cubicBezTo>
                </a:path>
              </a:pathLst>
            </a:custGeom>
            <a:noFill/>
            <a:ln w="9525" cap="flat" cmpd="sng">
              <a:solidFill>
                <a:srgbClr val="FF3300"/>
              </a:solidFill>
              <a:prstDash val="solid"/>
              <a:round/>
              <a:headEnd/>
              <a:tailEnd/>
            </a:ln>
            <a:effectLst/>
          </p:spPr>
          <p:txBody>
            <a:bodyPr wrap="none" anchor="ctr"/>
            <a:lstStyle/>
            <a:p>
              <a:endParaRPr lang="en-GB" sz="1600"/>
            </a:p>
          </p:txBody>
        </p:sp>
        <p:sp>
          <p:nvSpPr>
            <p:cNvPr id="135460" name="Freeform 292"/>
            <p:cNvSpPr>
              <a:spLocks/>
            </p:cNvSpPr>
            <p:nvPr/>
          </p:nvSpPr>
          <p:spPr bwMode="auto">
            <a:xfrm flipV="1">
              <a:off x="1907" y="2577"/>
              <a:ext cx="1472" cy="1067"/>
            </a:xfrm>
            <a:custGeom>
              <a:avLst/>
              <a:gdLst/>
              <a:ahLst/>
              <a:cxnLst>
                <a:cxn ang="0">
                  <a:pos x="1472" y="1048"/>
                </a:cxn>
                <a:cxn ang="0">
                  <a:pos x="1409" y="1023"/>
                </a:cxn>
                <a:cxn ang="0">
                  <a:pos x="1415" y="991"/>
                </a:cxn>
                <a:cxn ang="0">
                  <a:pos x="1421" y="966"/>
                </a:cxn>
                <a:cxn ang="0">
                  <a:pos x="1415" y="941"/>
                </a:cxn>
                <a:cxn ang="0">
                  <a:pos x="1409" y="909"/>
                </a:cxn>
                <a:cxn ang="0">
                  <a:pos x="1377" y="947"/>
                </a:cxn>
                <a:cxn ang="0">
                  <a:pos x="1352" y="833"/>
                </a:cxn>
                <a:cxn ang="0">
                  <a:pos x="1320" y="695"/>
                </a:cxn>
                <a:cxn ang="0">
                  <a:pos x="1301" y="707"/>
                </a:cxn>
                <a:cxn ang="0">
                  <a:pos x="1295" y="682"/>
                </a:cxn>
                <a:cxn ang="0">
                  <a:pos x="1257" y="587"/>
                </a:cxn>
                <a:cxn ang="0">
                  <a:pos x="1219" y="473"/>
                </a:cxn>
                <a:cxn ang="0">
                  <a:pos x="1200" y="480"/>
                </a:cxn>
                <a:cxn ang="0">
                  <a:pos x="1143" y="385"/>
                </a:cxn>
                <a:cxn ang="0">
                  <a:pos x="1105" y="259"/>
                </a:cxn>
                <a:cxn ang="0">
                  <a:pos x="1080" y="221"/>
                </a:cxn>
                <a:cxn ang="0">
                  <a:pos x="1042" y="170"/>
                </a:cxn>
                <a:cxn ang="0">
                  <a:pos x="1023" y="177"/>
                </a:cxn>
                <a:cxn ang="0">
                  <a:pos x="1017" y="196"/>
                </a:cxn>
                <a:cxn ang="0">
                  <a:pos x="1011" y="177"/>
                </a:cxn>
                <a:cxn ang="0">
                  <a:pos x="966" y="120"/>
                </a:cxn>
                <a:cxn ang="0">
                  <a:pos x="948" y="126"/>
                </a:cxn>
                <a:cxn ang="0">
                  <a:pos x="859" y="57"/>
                </a:cxn>
                <a:cxn ang="0">
                  <a:pos x="853" y="76"/>
                </a:cxn>
                <a:cxn ang="0">
                  <a:pos x="821" y="44"/>
                </a:cxn>
                <a:cxn ang="0">
                  <a:pos x="752" y="19"/>
                </a:cxn>
                <a:cxn ang="0">
                  <a:pos x="689" y="0"/>
                </a:cxn>
                <a:cxn ang="0">
                  <a:pos x="651" y="25"/>
                </a:cxn>
                <a:cxn ang="0">
                  <a:pos x="625" y="50"/>
                </a:cxn>
                <a:cxn ang="0">
                  <a:pos x="619" y="69"/>
                </a:cxn>
                <a:cxn ang="0">
                  <a:pos x="613" y="50"/>
                </a:cxn>
                <a:cxn ang="0">
                  <a:pos x="588" y="25"/>
                </a:cxn>
                <a:cxn ang="0">
                  <a:pos x="569" y="82"/>
                </a:cxn>
                <a:cxn ang="0">
                  <a:pos x="562" y="63"/>
                </a:cxn>
                <a:cxn ang="0">
                  <a:pos x="543" y="50"/>
                </a:cxn>
                <a:cxn ang="0">
                  <a:pos x="512" y="82"/>
                </a:cxn>
                <a:cxn ang="0">
                  <a:pos x="486" y="126"/>
                </a:cxn>
                <a:cxn ang="0">
                  <a:pos x="480" y="151"/>
                </a:cxn>
                <a:cxn ang="0">
                  <a:pos x="474" y="132"/>
                </a:cxn>
                <a:cxn ang="0">
                  <a:pos x="449" y="145"/>
                </a:cxn>
                <a:cxn ang="0">
                  <a:pos x="423" y="208"/>
                </a:cxn>
                <a:cxn ang="0">
                  <a:pos x="417" y="183"/>
                </a:cxn>
                <a:cxn ang="0">
                  <a:pos x="398" y="196"/>
                </a:cxn>
                <a:cxn ang="0">
                  <a:pos x="373" y="252"/>
                </a:cxn>
                <a:cxn ang="0">
                  <a:pos x="335" y="379"/>
                </a:cxn>
                <a:cxn ang="0">
                  <a:pos x="310" y="429"/>
                </a:cxn>
                <a:cxn ang="0">
                  <a:pos x="291" y="518"/>
                </a:cxn>
                <a:cxn ang="0">
                  <a:pos x="240" y="688"/>
                </a:cxn>
                <a:cxn ang="0">
                  <a:pos x="171" y="884"/>
                </a:cxn>
                <a:cxn ang="0">
                  <a:pos x="164" y="865"/>
                </a:cxn>
                <a:cxn ang="0">
                  <a:pos x="158" y="840"/>
                </a:cxn>
                <a:cxn ang="0">
                  <a:pos x="145" y="897"/>
                </a:cxn>
                <a:cxn ang="0">
                  <a:pos x="108" y="1067"/>
                </a:cxn>
                <a:cxn ang="0">
                  <a:pos x="70" y="1055"/>
                </a:cxn>
                <a:cxn ang="0">
                  <a:pos x="0" y="1055"/>
                </a:cxn>
              </a:cxnLst>
              <a:rect l="0" t="0" r="r" b="b"/>
              <a:pathLst>
                <a:path w="1472" h="1067">
                  <a:moveTo>
                    <a:pt x="1472" y="1048"/>
                  </a:moveTo>
                  <a:cubicBezTo>
                    <a:pt x="1451" y="1038"/>
                    <a:pt x="1431" y="1030"/>
                    <a:pt x="1409" y="1023"/>
                  </a:cubicBezTo>
                  <a:cubicBezTo>
                    <a:pt x="1411" y="1012"/>
                    <a:pt x="1413" y="1002"/>
                    <a:pt x="1415" y="991"/>
                  </a:cubicBezTo>
                  <a:cubicBezTo>
                    <a:pt x="1418" y="978"/>
                    <a:pt x="1439" y="902"/>
                    <a:pt x="1421" y="966"/>
                  </a:cubicBezTo>
                  <a:cubicBezTo>
                    <a:pt x="1419" y="958"/>
                    <a:pt x="1417" y="949"/>
                    <a:pt x="1415" y="941"/>
                  </a:cubicBezTo>
                  <a:cubicBezTo>
                    <a:pt x="1413" y="930"/>
                    <a:pt x="1419" y="914"/>
                    <a:pt x="1409" y="909"/>
                  </a:cubicBezTo>
                  <a:cubicBezTo>
                    <a:pt x="1403" y="906"/>
                    <a:pt x="1379" y="944"/>
                    <a:pt x="1377" y="947"/>
                  </a:cubicBezTo>
                  <a:cubicBezTo>
                    <a:pt x="1372" y="890"/>
                    <a:pt x="1373" y="878"/>
                    <a:pt x="1352" y="833"/>
                  </a:cubicBezTo>
                  <a:cubicBezTo>
                    <a:pt x="1343" y="787"/>
                    <a:pt x="1335" y="739"/>
                    <a:pt x="1320" y="695"/>
                  </a:cubicBezTo>
                  <a:cubicBezTo>
                    <a:pt x="1314" y="699"/>
                    <a:pt x="1308" y="710"/>
                    <a:pt x="1301" y="707"/>
                  </a:cubicBezTo>
                  <a:cubicBezTo>
                    <a:pt x="1293" y="703"/>
                    <a:pt x="1297" y="690"/>
                    <a:pt x="1295" y="682"/>
                  </a:cubicBezTo>
                  <a:cubicBezTo>
                    <a:pt x="1286" y="650"/>
                    <a:pt x="1275" y="614"/>
                    <a:pt x="1257" y="587"/>
                  </a:cubicBezTo>
                  <a:cubicBezTo>
                    <a:pt x="1245" y="548"/>
                    <a:pt x="1228" y="512"/>
                    <a:pt x="1219" y="473"/>
                  </a:cubicBezTo>
                  <a:cubicBezTo>
                    <a:pt x="1213" y="475"/>
                    <a:pt x="1204" y="485"/>
                    <a:pt x="1200" y="480"/>
                  </a:cubicBezTo>
                  <a:cubicBezTo>
                    <a:pt x="1173" y="449"/>
                    <a:pt x="1187" y="399"/>
                    <a:pt x="1143" y="385"/>
                  </a:cubicBezTo>
                  <a:cubicBezTo>
                    <a:pt x="1136" y="340"/>
                    <a:pt x="1131" y="297"/>
                    <a:pt x="1105" y="259"/>
                  </a:cubicBezTo>
                  <a:cubicBezTo>
                    <a:pt x="1094" y="225"/>
                    <a:pt x="1106" y="254"/>
                    <a:pt x="1080" y="221"/>
                  </a:cubicBezTo>
                  <a:cubicBezTo>
                    <a:pt x="1067" y="205"/>
                    <a:pt x="1042" y="170"/>
                    <a:pt x="1042" y="170"/>
                  </a:cubicBezTo>
                  <a:cubicBezTo>
                    <a:pt x="1036" y="172"/>
                    <a:pt x="1028" y="172"/>
                    <a:pt x="1023" y="177"/>
                  </a:cubicBezTo>
                  <a:cubicBezTo>
                    <a:pt x="1018" y="182"/>
                    <a:pt x="1024" y="196"/>
                    <a:pt x="1017" y="196"/>
                  </a:cubicBezTo>
                  <a:cubicBezTo>
                    <a:pt x="1010" y="196"/>
                    <a:pt x="1015" y="183"/>
                    <a:pt x="1011" y="177"/>
                  </a:cubicBezTo>
                  <a:cubicBezTo>
                    <a:pt x="998" y="157"/>
                    <a:pt x="966" y="120"/>
                    <a:pt x="966" y="120"/>
                  </a:cubicBezTo>
                  <a:cubicBezTo>
                    <a:pt x="960" y="122"/>
                    <a:pt x="953" y="129"/>
                    <a:pt x="948" y="126"/>
                  </a:cubicBezTo>
                  <a:cubicBezTo>
                    <a:pt x="901" y="96"/>
                    <a:pt x="906" y="72"/>
                    <a:pt x="859" y="57"/>
                  </a:cubicBezTo>
                  <a:cubicBezTo>
                    <a:pt x="857" y="63"/>
                    <a:pt x="859" y="74"/>
                    <a:pt x="853" y="76"/>
                  </a:cubicBezTo>
                  <a:cubicBezTo>
                    <a:pt x="839" y="79"/>
                    <a:pt x="827" y="49"/>
                    <a:pt x="821" y="44"/>
                  </a:cubicBezTo>
                  <a:cubicBezTo>
                    <a:pt x="795" y="24"/>
                    <a:pt x="781" y="25"/>
                    <a:pt x="752" y="19"/>
                  </a:cubicBezTo>
                  <a:cubicBezTo>
                    <a:pt x="718" y="40"/>
                    <a:pt x="719" y="19"/>
                    <a:pt x="689" y="0"/>
                  </a:cubicBezTo>
                  <a:cubicBezTo>
                    <a:pt x="668" y="30"/>
                    <a:pt x="684" y="48"/>
                    <a:pt x="651" y="25"/>
                  </a:cubicBezTo>
                  <a:cubicBezTo>
                    <a:pt x="642" y="33"/>
                    <a:pt x="632" y="40"/>
                    <a:pt x="625" y="50"/>
                  </a:cubicBezTo>
                  <a:cubicBezTo>
                    <a:pt x="621" y="55"/>
                    <a:pt x="626" y="69"/>
                    <a:pt x="619" y="69"/>
                  </a:cubicBezTo>
                  <a:cubicBezTo>
                    <a:pt x="612" y="69"/>
                    <a:pt x="615" y="56"/>
                    <a:pt x="613" y="50"/>
                  </a:cubicBezTo>
                  <a:cubicBezTo>
                    <a:pt x="605" y="25"/>
                    <a:pt x="612" y="33"/>
                    <a:pt x="588" y="25"/>
                  </a:cubicBezTo>
                  <a:cubicBezTo>
                    <a:pt x="587" y="29"/>
                    <a:pt x="579" y="79"/>
                    <a:pt x="569" y="82"/>
                  </a:cubicBezTo>
                  <a:cubicBezTo>
                    <a:pt x="563" y="84"/>
                    <a:pt x="566" y="68"/>
                    <a:pt x="562" y="63"/>
                  </a:cubicBezTo>
                  <a:cubicBezTo>
                    <a:pt x="557" y="57"/>
                    <a:pt x="549" y="54"/>
                    <a:pt x="543" y="50"/>
                  </a:cubicBezTo>
                  <a:cubicBezTo>
                    <a:pt x="529" y="109"/>
                    <a:pt x="551" y="50"/>
                    <a:pt x="512" y="82"/>
                  </a:cubicBezTo>
                  <a:cubicBezTo>
                    <a:pt x="499" y="93"/>
                    <a:pt x="496" y="112"/>
                    <a:pt x="486" y="126"/>
                  </a:cubicBezTo>
                  <a:cubicBezTo>
                    <a:pt x="484" y="134"/>
                    <a:pt x="488" y="147"/>
                    <a:pt x="480" y="151"/>
                  </a:cubicBezTo>
                  <a:cubicBezTo>
                    <a:pt x="474" y="154"/>
                    <a:pt x="481" y="133"/>
                    <a:pt x="474" y="132"/>
                  </a:cubicBezTo>
                  <a:cubicBezTo>
                    <a:pt x="465" y="130"/>
                    <a:pt x="457" y="141"/>
                    <a:pt x="449" y="145"/>
                  </a:cubicBezTo>
                  <a:cubicBezTo>
                    <a:pt x="434" y="166"/>
                    <a:pt x="430" y="183"/>
                    <a:pt x="423" y="208"/>
                  </a:cubicBezTo>
                  <a:cubicBezTo>
                    <a:pt x="421" y="200"/>
                    <a:pt x="425" y="187"/>
                    <a:pt x="417" y="183"/>
                  </a:cubicBezTo>
                  <a:cubicBezTo>
                    <a:pt x="410" y="180"/>
                    <a:pt x="403" y="190"/>
                    <a:pt x="398" y="196"/>
                  </a:cubicBezTo>
                  <a:cubicBezTo>
                    <a:pt x="388" y="209"/>
                    <a:pt x="383" y="236"/>
                    <a:pt x="373" y="252"/>
                  </a:cubicBezTo>
                  <a:cubicBezTo>
                    <a:pt x="367" y="290"/>
                    <a:pt x="353" y="343"/>
                    <a:pt x="335" y="379"/>
                  </a:cubicBezTo>
                  <a:cubicBezTo>
                    <a:pt x="314" y="422"/>
                    <a:pt x="328" y="370"/>
                    <a:pt x="310" y="429"/>
                  </a:cubicBezTo>
                  <a:cubicBezTo>
                    <a:pt x="301" y="458"/>
                    <a:pt x="300" y="489"/>
                    <a:pt x="291" y="518"/>
                  </a:cubicBezTo>
                  <a:cubicBezTo>
                    <a:pt x="241" y="418"/>
                    <a:pt x="312" y="665"/>
                    <a:pt x="240" y="688"/>
                  </a:cubicBezTo>
                  <a:cubicBezTo>
                    <a:pt x="205" y="746"/>
                    <a:pt x="195" y="820"/>
                    <a:pt x="171" y="884"/>
                  </a:cubicBezTo>
                  <a:cubicBezTo>
                    <a:pt x="169" y="878"/>
                    <a:pt x="166" y="871"/>
                    <a:pt x="164" y="865"/>
                  </a:cubicBezTo>
                  <a:cubicBezTo>
                    <a:pt x="162" y="857"/>
                    <a:pt x="166" y="836"/>
                    <a:pt x="158" y="840"/>
                  </a:cubicBezTo>
                  <a:cubicBezTo>
                    <a:pt x="141" y="849"/>
                    <a:pt x="151" y="878"/>
                    <a:pt x="145" y="897"/>
                  </a:cubicBezTo>
                  <a:cubicBezTo>
                    <a:pt x="128" y="953"/>
                    <a:pt x="126" y="1011"/>
                    <a:pt x="108" y="1067"/>
                  </a:cubicBezTo>
                  <a:cubicBezTo>
                    <a:pt x="99" y="1035"/>
                    <a:pt x="93" y="1019"/>
                    <a:pt x="70" y="1055"/>
                  </a:cubicBezTo>
                  <a:cubicBezTo>
                    <a:pt x="36" y="1032"/>
                    <a:pt x="36" y="1055"/>
                    <a:pt x="0" y="1055"/>
                  </a:cubicBezTo>
                </a:path>
              </a:pathLst>
            </a:custGeom>
            <a:noFill/>
            <a:ln w="9525" cap="flat" cmpd="sng">
              <a:solidFill>
                <a:srgbClr val="FF3300"/>
              </a:solidFill>
              <a:prstDash val="solid"/>
              <a:round/>
              <a:headEnd/>
              <a:tailEnd/>
            </a:ln>
            <a:effectLst/>
          </p:spPr>
          <p:txBody>
            <a:bodyPr wrap="none" anchor="ctr"/>
            <a:lstStyle/>
            <a:p>
              <a:endParaRPr lang="en-GB" sz="1600"/>
            </a:p>
          </p:txBody>
        </p:sp>
        <p:sp>
          <p:nvSpPr>
            <p:cNvPr id="135461" name="Freeform 293"/>
            <p:cNvSpPr>
              <a:spLocks/>
            </p:cNvSpPr>
            <p:nvPr/>
          </p:nvSpPr>
          <p:spPr bwMode="auto">
            <a:xfrm flipV="1">
              <a:off x="1957" y="2550"/>
              <a:ext cx="1484" cy="1164"/>
            </a:xfrm>
            <a:custGeom>
              <a:avLst/>
              <a:gdLst/>
              <a:ahLst/>
              <a:cxnLst>
                <a:cxn ang="0">
                  <a:pos x="13" y="1031"/>
                </a:cxn>
                <a:cxn ang="0">
                  <a:pos x="25" y="1012"/>
                </a:cxn>
                <a:cxn ang="0">
                  <a:pos x="63" y="1019"/>
                </a:cxn>
                <a:cxn ang="0">
                  <a:pos x="120" y="817"/>
                </a:cxn>
                <a:cxn ang="0">
                  <a:pos x="145" y="861"/>
                </a:cxn>
                <a:cxn ang="0">
                  <a:pos x="202" y="760"/>
                </a:cxn>
                <a:cxn ang="0">
                  <a:pos x="253" y="469"/>
                </a:cxn>
                <a:cxn ang="0">
                  <a:pos x="290" y="482"/>
                </a:cxn>
                <a:cxn ang="0">
                  <a:pos x="410" y="223"/>
                </a:cxn>
                <a:cxn ang="0">
                  <a:pos x="511" y="97"/>
                </a:cxn>
                <a:cxn ang="0">
                  <a:pos x="562" y="103"/>
                </a:cxn>
                <a:cxn ang="0">
                  <a:pos x="631" y="90"/>
                </a:cxn>
                <a:cxn ang="0">
                  <a:pos x="682" y="21"/>
                </a:cxn>
                <a:cxn ang="0">
                  <a:pos x="707" y="84"/>
                </a:cxn>
                <a:cxn ang="0">
                  <a:pos x="770" y="46"/>
                </a:cxn>
                <a:cxn ang="0">
                  <a:pos x="789" y="90"/>
                </a:cxn>
                <a:cxn ang="0">
                  <a:pos x="853" y="78"/>
                </a:cxn>
                <a:cxn ang="0">
                  <a:pos x="878" y="135"/>
                </a:cxn>
                <a:cxn ang="0">
                  <a:pos x="890" y="59"/>
                </a:cxn>
                <a:cxn ang="0">
                  <a:pos x="979" y="191"/>
                </a:cxn>
                <a:cxn ang="0">
                  <a:pos x="1023" y="172"/>
                </a:cxn>
                <a:cxn ang="0">
                  <a:pos x="1061" y="242"/>
                </a:cxn>
                <a:cxn ang="0">
                  <a:pos x="1099" y="343"/>
                </a:cxn>
                <a:cxn ang="0">
                  <a:pos x="1118" y="368"/>
                </a:cxn>
                <a:cxn ang="0">
                  <a:pos x="1162" y="406"/>
                </a:cxn>
                <a:cxn ang="0">
                  <a:pos x="1175" y="476"/>
                </a:cxn>
                <a:cxn ang="0">
                  <a:pos x="1213" y="551"/>
                </a:cxn>
                <a:cxn ang="0">
                  <a:pos x="1244" y="627"/>
                </a:cxn>
                <a:cxn ang="0">
                  <a:pos x="1288" y="741"/>
                </a:cxn>
                <a:cxn ang="0">
                  <a:pos x="1314" y="772"/>
                </a:cxn>
                <a:cxn ang="0">
                  <a:pos x="1370" y="1063"/>
                </a:cxn>
                <a:cxn ang="0">
                  <a:pos x="1459" y="1164"/>
                </a:cxn>
                <a:cxn ang="0">
                  <a:pos x="1478" y="1038"/>
                </a:cxn>
              </a:cxnLst>
              <a:rect l="0" t="0" r="r" b="b"/>
              <a:pathLst>
                <a:path w="1484" h="1164">
                  <a:moveTo>
                    <a:pt x="0" y="1057"/>
                  </a:moveTo>
                  <a:cubicBezTo>
                    <a:pt x="4" y="1048"/>
                    <a:pt x="10" y="1040"/>
                    <a:pt x="13" y="1031"/>
                  </a:cubicBezTo>
                  <a:cubicBezTo>
                    <a:pt x="17" y="1019"/>
                    <a:pt x="12" y="1004"/>
                    <a:pt x="19" y="993"/>
                  </a:cubicBezTo>
                  <a:cubicBezTo>
                    <a:pt x="23" y="987"/>
                    <a:pt x="21" y="1007"/>
                    <a:pt x="25" y="1012"/>
                  </a:cubicBezTo>
                  <a:cubicBezTo>
                    <a:pt x="30" y="1018"/>
                    <a:pt x="38" y="1021"/>
                    <a:pt x="44" y="1025"/>
                  </a:cubicBezTo>
                  <a:cubicBezTo>
                    <a:pt x="53" y="997"/>
                    <a:pt x="52" y="960"/>
                    <a:pt x="63" y="1019"/>
                  </a:cubicBezTo>
                  <a:cubicBezTo>
                    <a:pt x="88" y="983"/>
                    <a:pt x="81" y="957"/>
                    <a:pt x="88" y="911"/>
                  </a:cubicBezTo>
                  <a:cubicBezTo>
                    <a:pt x="93" y="879"/>
                    <a:pt x="108" y="847"/>
                    <a:pt x="120" y="817"/>
                  </a:cubicBezTo>
                  <a:cubicBezTo>
                    <a:pt x="124" y="823"/>
                    <a:pt x="129" y="829"/>
                    <a:pt x="133" y="836"/>
                  </a:cubicBezTo>
                  <a:cubicBezTo>
                    <a:pt x="138" y="844"/>
                    <a:pt x="136" y="859"/>
                    <a:pt x="145" y="861"/>
                  </a:cubicBezTo>
                  <a:cubicBezTo>
                    <a:pt x="152" y="863"/>
                    <a:pt x="154" y="849"/>
                    <a:pt x="158" y="842"/>
                  </a:cubicBezTo>
                  <a:cubicBezTo>
                    <a:pt x="175" y="814"/>
                    <a:pt x="184" y="786"/>
                    <a:pt x="202" y="760"/>
                  </a:cubicBezTo>
                  <a:cubicBezTo>
                    <a:pt x="219" y="704"/>
                    <a:pt x="227" y="660"/>
                    <a:pt x="234" y="602"/>
                  </a:cubicBezTo>
                  <a:cubicBezTo>
                    <a:pt x="259" y="682"/>
                    <a:pt x="237" y="514"/>
                    <a:pt x="253" y="469"/>
                  </a:cubicBezTo>
                  <a:cubicBezTo>
                    <a:pt x="259" y="478"/>
                    <a:pt x="261" y="492"/>
                    <a:pt x="271" y="495"/>
                  </a:cubicBezTo>
                  <a:cubicBezTo>
                    <a:pt x="278" y="498"/>
                    <a:pt x="285" y="488"/>
                    <a:pt x="290" y="482"/>
                  </a:cubicBezTo>
                  <a:cubicBezTo>
                    <a:pt x="296" y="475"/>
                    <a:pt x="318" y="406"/>
                    <a:pt x="322" y="393"/>
                  </a:cubicBezTo>
                  <a:cubicBezTo>
                    <a:pt x="332" y="322"/>
                    <a:pt x="354" y="268"/>
                    <a:pt x="410" y="223"/>
                  </a:cubicBezTo>
                  <a:cubicBezTo>
                    <a:pt x="422" y="200"/>
                    <a:pt x="430" y="176"/>
                    <a:pt x="442" y="153"/>
                  </a:cubicBezTo>
                  <a:cubicBezTo>
                    <a:pt x="486" y="183"/>
                    <a:pt x="499" y="134"/>
                    <a:pt x="511" y="97"/>
                  </a:cubicBezTo>
                  <a:cubicBezTo>
                    <a:pt x="524" y="114"/>
                    <a:pt x="541" y="140"/>
                    <a:pt x="549" y="135"/>
                  </a:cubicBezTo>
                  <a:cubicBezTo>
                    <a:pt x="559" y="129"/>
                    <a:pt x="555" y="112"/>
                    <a:pt x="562" y="103"/>
                  </a:cubicBezTo>
                  <a:cubicBezTo>
                    <a:pt x="573" y="89"/>
                    <a:pt x="600" y="65"/>
                    <a:pt x="600" y="65"/>
                  </a:cubicBezTo>
                  <a:cubicBezTo>
                    <a:pt x="614" y="21"/>
                    <a:pt x="618" y="70"/>
                    <a:pt x="631" y="90"/>
                  </a:cubicBezTo>
                  <a:cubicBezTo>
                    <a:pt x="636" y="66"/>
                    <a:pt x="632" y="0"/>
                    <a:pt x="663" y="46"/>
                  </a:cubicBezTo>
                  <a:cubicBezTo>
                    <a:pt x="677" y="89"/>
                    <a:pt x="677" y="38"/>
                    <a:pt x="682" y="21"/>
                  </a:cubicBezTo>
                  <a:cubicBezTo>
                    <a:pt x="684" y="44"/>
                    <a:pt x="679" y="69"/>
                    <a:pt x="688" y="90"/>
                  </a:cubicBezTo>
                  <a:cubicBezTo>
                    <a:pt x="690" y="96"/>
                    <a:pt x="703" y="89"/>
                    <a:pt x="707" y="84"/>
                  </a:cubicBezTo>
                  <a:cubicBezTo>
                    <a:pt x="718" y="70"/>
                    <a:pt x="721" y="38"/>
                    <a:pt x="733" y="21"/>
                  </a:cubicBezTo>
                  <a:cubicBezTo>
                    <a:pt x="737" y="57"/>
                    <a:pt x="741" y="123"/>
                    <a:pt x="770" y="46"/>
                  </a:cubicBezTo>
                  <a:cubicBezTo>
                    <a:pt x="772" y="54"/>
                    <a:pt x="774" y="63"/>
                    <a:pt x="777" y="71"/>
                  </a:cubicBezTo>
                  <a:cubicBezTo>
                    <a:pt x="780" y="78"/>
                    <a:pt x="782" y="93"/>
                    <a:pt x="789" y="90"/>
                  </a:cubicBezTo>
                  <a:cubicBezTo>
                    <a:pt x="802" y="84"/>
                    <a:pt x="809" y="29"/>
                    <a:pt x="815" y="15"/>
                  </a:cubicBezTo>
                  <a:cubicBezTo>
                    <a:pt x="831" y="37"/>
                    <a:pt x="838" y="56"/>
                    <a:pt x="853" y="78"/>
                  </a:cubicBezTo>
                  <a:cubicBezTo>
                    <a:pt x="857" y="91"/>
                    <a:pt x="860" y="104"/>
                    <a:pt x="865" y="116"/>
                  </a:cubicBezTo>
                  <a:cubicBezTo>
                    <a:pt x="868" y="123"/>
                    <a:pt x="872" y="139"/>
                    <a:pt x="878" y="135"/>
                  </a:cubicBezTo>
                  <a:cubicBezTo>
                    <a:pt x="887" y="129"/>
                    <a:pt x="882" y="114"/>
                    <a:pt x="884" y="103"/>
                  </a:cubicBezTo>
                  <a:cubicBezTo>
                    <a:pt x="886" y="88"/>
                    <a:pt x="888" y="74"/>
                    <a:pt x="890" y="59"/>
                  </a:cubicBezTo>
                  <a:cubicBezTo>
                    <a:pt x="912" y="119"/>
                    <a:pt x="939" y="172"/>
                    <a:pt x="966" y="229"/>
                  </a:cubicBezTo>
                  <a:cubicBezTo>
                    <a:pt x="970" y="216"/>
                    <a:pt x="976" y="204"/>
                    <a:pt x="979" y="191"/>
                  </a:cubicBezTo>
                  <a:cubicBezTo>
                    <a:pt x="984" y="166"/>
                    <a:pt x="991" y="116"/>
                    <a:pt x="991" y="116"/>
                  </a:cubicBezTo>
                  <a:cubicBezTo>
                    <a:pt x="1004" y="135"/>
                    <a:pt x="1010" y="153"/>
                    <a:pt x="1023" y="172"/>
                  </a:cubicBezTo>
                  <a:cubicBezTo>
                    <a:pt x="1028" y="196"/>
                    <a:pt x="1036" y="218"/>
                    <a:pt x="1042" y="242"/>
                  </a:cubicBezTo>
                  <a:cubicBezTo>
                    <a:pt x="1057" y="178"/>
                    <a:pt x="1036" y="242"/>
                    <a:pt x="1061" y="242"/>
                  </a:cubicBezTo>
                  <a:cubicBezTo>
                    <a:pt x="1070" y="242"/>
                    <a:pt x="1070" y="225"/>
                    <a:pt x="1074" y="217"/>
                  </a:cubicBezTo>
                  <a:cubicBezTo>
                    <a:pt x="1090" y="259"/>
                    <a:pt x="1094" y="297"/>
                    <a:pt x="1099" y="343"/>
                  </a:cubicBezTo>
                  <a:cubicBezTo>
                    <a:pt x="1103" y="337"/>
                    <a:pt x="1106" y="318"/>
                    <a:pt x="1111" y="324"/>
                  </a:cubicBezTo>
                  <a:cubicBezTo>
                    <a:pt x="1120" y="336"/>
                    <a:pt x="1117" y="353"/>
                    <a:pt x="1118" y="368"/>
                  </a:cubicBezTo>
                  <a:cubicBezTo>
                    <a:pt x="1123" y="428"/>
                    <a:pt x="1114" y="496"/>
                    <a:pt x="1143" y="551"/>
                  </a:cubicBezTo>
                  <a:cubicBezTo>
                    <a:pt x="1147" y="495"/>
                    <a:pt x="1146" y="456"/>
                    <a:pt x="1162" y="406"/>
                  </a:cubicBezTo>
                  <a:cubicBezTo>
                    <a:pt x="1164" y="440"/>
                    <a:pt x="1162" y="474"/>
                    <a:pt x="1168" y="507"/>
                  </a:cubicBezTo>
                  <a:cubicBezTo>
                    <a:pt x="1170" y="517"/>
                    <a:pt x="1173" y="466"/>
                    <a:pt x="1175" y="476"/>
                  </a:cubicBezTo>
                  <a:cubicBezTo>
                    <a:pt x="1193" y="557"/>
                    <a:pt x="1181" y="645"/>
                    <a:pt x="1194" y="728"/>
                  </a:cubicBezTo>
                  <a:cubicBezTo>
                    <a:pt x="1202" y="669"/>
                    <a:pt x="1198" y="608"/>
                    <a:pt x="1213" y="551"/>
                  </a:cubicBezTo>
                  <a:cubicBezTo>
                    <a:pt x="1216" y="538"/>
                    <a:pt x="1220" y="577"/>
                    <a:pt x="1225" y="589"/>
                  </a:cubicBezTo>
                  <a:cubicBezTo>
                    <a:pt x="1230" y="602"/>
                    <a:pt x="1238" y="614"/>
                    <a:pt x="1244" y="627"/>
                  </a:cubicBezTo>
                  <a:cubicBezTo>
                    <a:pt x="1250" y="652"/>
                    <a:pt x="1247" y="702"/>
                    <a:pt x="1276" y="659"/>
                  </a:cubicBezTo>
                  <a:cubicBezTo>
                    <a:pt x="1280" y="686"/>
                    <a:pt x="1281" y="714"/>
                    <a:pt x="1288" y="741"/>
                  </a:cubicBezTo>
                  <a:cubicBezTo>
                    <a:pt x="1293" y="760"/>
                    <a:pt x="1307" y="798"/>
                    <a:pt x="1307" y="798"/>
                  </a:cubicBezTo>
                  <a:cubicBezTo>
                    <a:pt x="1309" y="789"/>
                    <a:pt x="1313" y="763"/>
                    <a:pt x="1314" y="772"/>
                  </a:cubicBezTo>
                  <a:cubicBezTo>
                    <a:pt x="1319" y="814"/>
                    <a:pt x="1315" y="857"/>
                    <a:pt x="1320" y="899"/>
                  </a:cubicBezTo>
                  <a:cubicBezTo>
                    <a:pt x="1326" y="958"/>
                    <a:pt x="1350" y="1009"/>
                    <a:pt x="1370" y="1063"/>
                  </a:cubicBezTo>
                  <a:cubicBezTo>
                    <a:pt x="1386" y="1024"/>
                    <a:pt x="1394" y="984"/>
                    <a:pt x="1402" y="943"/>
                  </a:cubicBezTo>
                  <a:cubicBezTo>
                    <a:pt x="1411" y="1030"/>
                    <a:pt x="1444" y="1083"/>
                    <a:pt x="1459" y="1164"/>
                  </a:cubicBezTo>
                  <a:cubicBezTo>
                    <a:pt x="1464" y="1128"/>
                    <a:pt x="1465" y="1092"/>
                    <a:pt x="1471" y="1057"/>
                  </a:cubicBezTo>
                  <a:cubicBezTo>
                    <a:pt x="1472" y="1050"/>
                    <a:pt x="1471" y="1038"/>
                    <a:pt x="1478" y="1038"/>
                  </a:cubicBezTo>
                  <a:cubicBezTo>
                    <a:pt x="1484" y="1038"/>
                    <a:pt x="1478" y="1051"/>
                    <a:pt x="1478" y="1057"/>
                  </a:cubicBezTo>
                </a:path>
              </a:pathLst>
            </a:custGeom>
            <a:noFill/>
            <a:ln w="9525" cap="flat" cmpd="sng">
              <a:solidFill>
                <a:srgbClr val="FF3300"/>
              </a:solidFill>
              <a:prstDash val="solid"/>
              <a:round/>
              <a:headEnd/>
              <a:tailEnd/>
            </a:ln>
            <a:effectLst/>
          </p:spPr>
          <p:txBody>
            <a:bodyPr wrap="none" anchor="ctr"/>
            <a:lstStyle/>
            <a:p>
              <a:endParaRPr lang="en-GB" sz="1600"/>
            </a:p>
          </p:txBody>
        </p:sp>
        <p:sp>
          <p:nvSpPr>
            <p:cNvPr id="135462" name="Freeform 294"/>
            <p:cNvSpPr>
              <a:spLocks/>
            </p:cNvSpPr>
            <p:nvPr/>
          </p:nvSpPr>
          <p:spPr bwMode="auto">
            <a:xfrm>
              <a:off x="1939" y="2594"/>
              <a:ext cx="1484" cy="1164"/>
            </a:xfrm>
            <a:custGeom>
              <a:avLst/>
              <a:gdLst/>
              <a:ahLst/>
              <a:cxnLst>
                <a:cxn ang="0">
                  <a:pos x="13" y="1031"/>
                </a:cxn>
                <a:cxn ang="0">
                  <a:pos x="25" y="1012"/>
                </a:cxn>
                <a:cxn ang="0">
                  <a:pos x="63" y="1019"/>
                </a:cxn>
                <a:cxn ang="0">
                  <a:pos x="120" y="817"/>
                </a:cxn>
                <a:cxn ang="0">
                  <a:pos x="145" y="861"/>
                </a:cxn>
                <a:cxn ang="0">
                  <a:pos x="202" y="760"/>
                </a:cxn>
                <a:cxn ang="0">
                  <a:pos x="253" y="469"/>
                </a:cxn>
                <a:cxn ang="0">
                  <a:pos x="290" y="482"/>
                </a:cxn>
                <a:cxn ang="0">
                  <a:pos x="410" y="223"/>
                </a:cxn>
                <a:cxn ang="0">
                  <a:pos x="511" y="97"/>
                </a:cxn>
                <a:cxn ang="0">
                  <a:pos x="562" y="103"/>
                </a:cxn>
                <a:cxn ang="0">
                  <a:pos x="631" y="90"/>
                </a:cxn>
                <a:cxn ang="0">
                  <a:pos x="682" y="21"/>
                </a:cxn>
                <a:cxn ang="0">
                  <a:pos x="707" y="84"/>
                </a:cxn>
                <a:cxn ang="0">
                  <a:pos x="770" y="46"/>
                </a:cxn>
                <a:cxn ang="0">
                  <a:pos x="789" y="90"/>
                </a:cxn>
                <a:cxn ang="0">
                  <a:pos x="853" y="78"/>
                </a:cxn>
                <a:cxn ang="0">
                  <a:pos x="878" y="135"/>
                </a:cxn>
                <a:cxn ang="0">
                  <a:pos x="890" y="59"/>
                </a:cxn>
                <a:cxn ang="0">
                  <a:pos x="979" y="191"/>
                </a:cxn>
                <a:cxn ang="0">
                  <a:pos x="1023" y="172"/>
                </a:cxn>
                <a:cxn ang="0">
                  <a:pos x="1061" y="242"/>
                </a:cxn>
                <a:cxn ang="0">
                  <a:pos x="1099" y="343"/>
                </a:cxn>
                <a:cxn ang="0">
                  <a:pos x="1118" y="368"/>
                </a:cxn>
                <a:cxn ang="0">
                  <a:pos x="1162" y="406"/>
                </a:cxn>
                <a:cxn ang="0">
                  <a:pos x="1175" y="476"/>
                </a:cxn>
                <a:cxn ang="0">
                  <a:pos x="1213" y="551"/>
                </a:cxn>
                <a:cxn ang="0">
                  <a:pos x="1244" y="627"/>
                </a:cxn>
                <a:cxn ang="0">
                  <a:pos x="1288" y="741"/>
                </a:cxn>
                <a:cxn ang="0">
                  <a:pos x="1314" y="772"/>
                </a:cxn>
                <a:cxn ang="0">
                  <a:pos x="1370" y="1063"/>
                </a:cxn>
                <a:cxn ang="0">
                  <a:pos x="1459" y="1164"/>
                </a:cxn>
                <a:cxn ang="0">
                  <a:pos x="1478" y="1038"/>
                </a:cxn>
              </a:cxnLst>
              <a:rect l="0" t="0" r="r" b="b"/>
              <a:pathLst>
                <a:path w="1484" h="1164">
                  <a:moveTo>
                    <a:pt x="0" y="1057"/>
                  </a:moveTo>
                  <a:cubicBezTo>
                    <a:pt x="4" y="1048"/>
                    <a:pt x="10" y="1040"/>
                    <a:pt x="13" y="1031"/>
                  </a:cubicBezTo>
                  <a:cubicBezTo>
                    <a:pt x="17" y="1019"/>
                    <a:pt x="12" y="1004"/>
                    <a:pt x="19" y="993"/>
                  </a:cubicBezTo>
                  <a:cubicBezTo>
                    <a:pt x="23" y="987"/>
                    <a:pt x="21" y="1007"/>
                    <a:pt x="25" y="1012"/>
                  </a:cubicBezTo>
                  <a:cubicBezTo>
                    <a:pt x="30" y="1018"/>
                    <a:pt x="38" y="1021"/>
                    <a:pt x="44" y="1025"/>
                  </a:cubicBezTo>
                  <a:cubicBezTo>
                    <a:pt x="53" y="997"/>
                    <a:pt x="52" y="960"/>
                    <a:pt x="63" y="1019"/>
                  </a:cubicBezTo>
                  <a:cubicBezTo>
                    <a:pt x="88" y="983"/>
                    <a:pt x="81" y="957"/>
                    <a:pt x="88" y="911"/>
                  </a:cubicBezTo>
                  <a:cubicBezTo>
                    <a:pt x="93" y="879"/>
                    <a:pt x="108" y="847"/>
                    <a:pt x="120" y="817"/>
                  </a:cubicBezTo>
                  <a:cubicBezTo>
                    <a:pt x="124" y="823"/>
                    <a:pt x="129" y="829"/>
                    <a:pt x="133" y="836"/>
                  </a:cubicBezTo>
                  <a:cubicBezTo>
                    <a:pt x="138" y="844"/>
                    <a:pt x="136" y="859"/>
                    <a:pt x="145" y="861"/>
                  </a:cubicBezTo>
                  <a:cubicBezTo>
                    <a:pt x="152" y="863"/>
                    <a:pt x="154" y="849"/>
                    <a:pt x="158" y="842"/>
                  </a:cubicBezTo>
                  <a:cubicBezTo>
                    <a:pt x="175" y="814"/>
                    <a:pt x="184" y="786"/>
                    <a:pt x="202" y="760"/>
                  </a:cubicBezTo>
                  <a:cubicBezTo>
                    <a:pt x="219" y="704"/>
                    <a:pt x="227" y="660"/>
                    <a:pt x="234" y="602"/>
                  </a:cubicBezTo>
                  <a:cubicBezTo>
                    <a:pt x="259" y="682"/>
                    <a:pt x="237" y="514"/>
                    <a:pt x="253" y="469"/>
                  </a:cubicBezTo>
                  <a:cubicBezTo>
                    <a:pt x="259" y="478"/>
                    <a:pt x="261" y="492"/>
                    <a:pt x="271" y="495"/>
                  </a:cubicBezTo>
                  <a:cubicBezTo>
                    <a:pt x="278" y="498"/>
                    <a:pt x="285" y="488"/>
                    <a:pt x="290" y="482"/>
                  </a:cubicBezTo>
                  <a:cubicBezTo>
                    <a:pt x="296" y="475"/>
                    <a:pt x="318" y="406"/>
                    <a:pt x="322" y="393"/>
                  </a:cubicBezTo>
                  <a:cubicBezTo>
                    <a:pt x="332" y="322"/>
                    <a:pt x="354" y="268"/>
                    <a:pt x="410" y="223"/>
                  </a:cubicBezTo>
                  <a:cubicBezTo>
                    <a:pt x="422" y="200"/>
                    <a:pt x="430" y="176"/>
                    <a:pt x="442" y="153"/>
                  </a:cubicBezTo>
                  <a:cubicBezTo>
                    <a:pt x="486" y="183"/>
                    <a:pt x="499" y="134"/>
                    <a:pt x="511" y="97"/>
                  </a:cubicBezTo>
                  <a:cubicBezTo>
                    <a:pt x="524" y="114"/>
                    <a:pt x="541" y="140"/>
                    <a:pt x="549" y="135"/>
                  </a:cubicBezTo>
                  <a:cubicBezTo>
                    <a:pt x="559" y="129"/>
                    <a:pt x="555" y="112"/>
                    <a:pt x="562" y="103"/>
                  </a:cubicBezTo>
                  <a:cubicBezTo>
                    <a:pt x="573" y="89"/>
                    <a:pt x="600" y="65"/>
                    <a:pt x="600" y="65"/>
                  </a:cubicBezTo>
                  <a:cubicBezTo>
                    <a:pt x="614" y="21"/>
                    <a:pt x="618" y="70"/>
                    <a:pt x="631" y="90"/>
                  </a:cubicBezTo>
                  <a:cubicBezTo>
                    <a:pt x="636" y="66"/>
                    <a:pt x="632" y="0"/>
                    <a:pt x="663" y="46"/>
                  </a:cubicBezTo>
                  <a:cubicBezTo>
                    <a:pt x="677" y="89"/>
                    <a:pt x="677" y="38"/>
                    <a:pt x="682" y="21"/>
                  </a:cubicBezTo>
                  <a:cubicBezTo>
                    <a:pt x="684" y="44"/>
                    <a:pt x="679" y="69"/>
                    <a:pt x="688" y="90"/>
                  </a:cubicBezTo>
                  <a:cubicBezTo>
                    <a:pt x="690" y="96"/>
                    <a:pt x="703" y="89"/>
                    <a:pt x="707" y="84"/>
                  </a:cubicBezTo>
                  <a:cubicBezTo>
                    <a:pt x="718" y="70"/>
                    <a:pt x="721" y="38"/>
                    <a:pt x="733" y="21"/>
                  </a:cubicBezTo>
                  <a:cubicBezTo>
                    <a:pt x="737" y="57"/>
                    <a:pt x="741" y="123"/>
                    <a:pt x="770" y="46"/>
                  </a:cubicBezTo>
                  <a:cubicBezTo>
                    <a:pt x="772" y="54"/>
                    <a:pt x="774" y="63"/>
                    <a:pt x="777" y="71"/>
                  </a:cubicBezTo>
                  <a:cubicBezTo>
                    <a:pt x="780" y="78"/>
                    <a:pt x="782" y="93"/>
                    <a:pt x="789" y="90"/>
                  </a:cubicBezTo>
                  <a:cubicBezTo>
                    <a:pt x="802" y="84"/>
                    <a:pt x="809" y="29"/>
                    <a:pt x="815" y="15"/>
                  </a:cubicBezTo>
                  <a:cubicBezTo>
                    <a:pt x="831" y="37"/>
                    <a:pt x="838" y="56"/>
                    <a:pt x="853" y="78"/>
                  </a:cubicBezTo>
                  <a:cubicBezTo>
                    <a:pt x="857" y="91"/>
                    <a:pt x="860" y="104"/>
                    <a:pt x="865" y="116"/>
                  </a:cubicBezTo>
                  <a:cubicBezTo>
                    <a:pt x="868" y="123"/>
                    <a:pt x="872" y="139"/>
                    <a:pt x="878" y="135"/>
                  </a:cubicBezTo>
                  <a:cubicBezTo>
                    <a:pt x="887" y="129"/>
                    <a:pt x="882" y="114"/>
                    <a:pt x="884" y="103"/>
                  </a:cubicBezTo>
                  <a:cubicBezTo>
                    <a:pt x="886" y="88"/>
                    <a:pt x="888" y="74"/>
                    <a:pt x="890" y="59"/>
                  </a:cubicBezTo>
                  <a:cubicBezTo>
                    <a:pt x="912" y="119"/>
                    <a:pt x="939" y="172"/>
                    <a:pt x="966" y="229"/>
                  </a:cubicBezTo>
                  <a:cubicBezTo>
                    <a:pt x="970" y="216"/>
                    <a:pt x="976" y="204"/>
                    <a:pt x="979" y="191"/>
                  </a:cubicBezTo>
                  <a:cubicBezTo>
                    <a:pt x="984" y="166"/>
                    <a:pt x="991" y="116"/>
                    <a:pt x="991" y="116"/>
                  </a:cubicBezTo>
                  <a:cubicBezTo>
                    <a:pt x="1004" y="135"/>
                    <a:pt x="1010" y="153"/>
                    <a:pt x="1023" y="172"/>
                  </a:cubicBezTo>
                  <a:cubicBezTo>
                    <a:pt x="1028" y="196"/>
                    <a:pt x="1036" y="218"/>
                    <a:pt x="1042" y="242"/>
                  </a:cubicBezTo>
                  <a:cubicBezTo>
                    <a:pt x="1057" y="178"/>
                    <a:pt x="1036" y="242"/>
                    <a:pt x="1061" y="242"/>
                  </a:cubicBezTo>
                  <a:cubicBezTo>
                    <a:pt x="1070" y="242"/>
                    <a:pt x="1070" y="225"/>
                    <a:pt x="1074" y="217"/>
                  </a:cubicBezTo>
                  <a:cubicBezTo>
                    <a:pt x="1090" y="259"/>
                    <a:pt x="1094" y="297"/>
                    <a:pt x="1099" y="343"/>
                  </a:cubicBezTo>
                  <a:cubicBezTo>
                    <a:pt x="1103" y="337"/>
                    <a:pt x="1106" y="318"/>
                    <a:pt x="1111" y="324"/>
                  </a:cubicBezTo>
                  <a:cubicBezTo>
                    <a:pt x="1120" y="336"/>
                    <a:pt x="1117" y="353"/>
                    <a:pt x="1118" y="368"/>
                  </a:cubicBezTo>
                  <a:cubicBezTo>
                    <a:pt x="1123" y="428"/>
                    <a:pt x="1114" y="496"/>
                    <a:pt x="1143" y="551"/>
                  </a:cubicBezTo>
                  <a:cubicBezTo>
                    <a:pt x="1147" y="495"/>
                    <a:pt x="1146" y="456"/>
                    <a:pt x="1162" y="406"/>
                  </a:cubicBezTo>
                  <a:cubicBezTo>
                    <a:pt x="1164" y="440"/>
                    <a:pt x="1162" y="474"/>
                    <a:pt x="1168" y="507"/>
                  </a:cubicBezTo>
                  <a:cubicBezTo>
                    <a:pt x="1170" y="517"/>
                    <a:pt x="1173" y="466"/>
                    <a:pt x="1175" y="476"/>
                  </a:cubicBezTo>
                  <a:cubicBezTo>
                    <a:pt x="1193" y="557"/>
                    <a:pt x="1181" y="645"/>
                    <a:pt x="1194" y="728"/>
                  </a:cubicBezTo>
                  <a:cubicBezTo>
                    <a:pt x="1202" y="669"/>
                    <a:pt x="1198" y="608"/>
                    <a:pt x="1213" y="551"/>
                  </a:cubicBezTo>
                  <a:cubicBezTo>
                    <a:pt x="1216" y="538"/>
                    <a:pt x="1220" y="577"/>
                    <a:pt x="1225" y="589"/>
                  </a:cubicBezTo>
                  <a:cubicBezTo>
                    <a:pt x="1230" y="602"/>
                    <a:pt x="1238" y="614"/>
                    <a:pt x="1244" y="627"/>
                  </a:cubicBezTo>
                  <a:cubicBezTo>
                    <a:pt x="1250" y="652"/>
                    <a:pt x="1247" y="702"/>
                    <a:pt x="1276" y="659"/>
                  </a:cubicBezTo>
                  <a:cubicBezTo>
                    <a:pt x="1280" y="686"/>
                    <a:pt x="1281" y="714"/>
                    <a:pt x="1288" y="741"/>
                  </a:cubicBezTo>
                  <a:cubicBezTo>
                    <a:pt x="1293" y="760"/>
                    <a:pt x="1307" y="798"/>
                    <a:pt x="1307" y="798"/>
                  </a:cubicBezTo>
                  <a:cubicBezTo>
                    <a:pt x="1309" y="789"/>
                    <a:pt x="1313" y="763"/>
                    <a:pt x="1314" y="772"/>
                  </a:cubicBezTo>
                  <a:cubicBezTo>
                    <a:pt x="1319" y="814"/>
                    <a:pt x="1315" y="857"/>
                    <a:pt x="1320" y="899"/>
                  </a:cubicBezTo>
                  <a:cubicBezTo>
                    <a:pt x="1326" y="958"/>
                    <a:pt x="1350" y="1009"/>
                    <a:pt x="1370" y="1063"/>
                  </a:cubicBezTo>
                  <a:cubicBezTo>
                    <a:pt x="1386" y="1024"/>
                    <a:pt x="1394" y="984"/>
                    <a:pt x="1402" y="943"/>
                  </a:cubicBezTo>
                  <a:cubicBezTo>
                    <a:pt x="1411" y="1030"/>
                    <a:pt x="1444" y="1083"/>
                    <a:pt x="1459" y="1164"/>
                  </a:cubicBezTo>
                  <a:cubicBezTo>
                    <a:pt x="1464" y="1128"/>
                    <a:pt x="1465" y="1092"/>
                    <a:pt x="1471" y="1057"/>
                  </a:cubicBezTo>
                  <a:cubicBezTo>
                    <a:pt x="1472" y="1050"/>
                    <a:pt x="1471" y="1038"/>
                    <a:pt x="1478" y="1038"/>
                  </a:cubicBezTo>
                  <a:cubicBezTo>
                    <a:pt x="1484" y="1038"/>
                    <a:pt x="1478" y="1051"/>
                    <a:pt x="1478" y="1057"/>
                  </a:cubicBezTo>
                </a:path>
              </a:pathLst>
            </a:custGeom>
            <a:noFill/>
            <a:ln w="9525" cap="flat" cmpd="sng">
              <a:solidFill>
                <a:srgbClr val="FF3300"/>
              </a:solidFill>
              <a:prstDash val="solid"/>
              <a:round/>
              <a:headEnd/>
              <a:tailEnd/>
            </a:ln>
            <a:effectLst/>
          </p:spPr>
          <p:txBody>
            <a:bodyPr wrap="none" anchor="ctr"/>
            <a:lstStyle/>
            <a:p>
              <a:endParaRPr lang="en-GB" sz="1600"/>
            </a:p>
          </p:txBody>
        </p:sp>
        <p:sp>
          <p:nvSpPr>
            <p:cNvPr id="135463" name="Freeform 295"/>
            <p:cNvSpPr>
              <a:spLocks/>
            </p:cNvSpPr>
            <p:nvPr/>
          </p:nvSpPr>
          <p:spPr bwMode="auto">
            <a:xfrm flipV="1">
              <a:off x="1911" y="2564"/>
              <a:ext cx="1492" cy="1162"/>
            </a:xfrm>
            <a:custGeom>
              <a:avLst/>
              <a:gdLst/>
              <a:ahLst/>
              <a:cxnLst>
                <a:cxn ang="0">
                  <a:pos x="34" y="1093"/>
                </a:cxn>
                <a:cxn ang="0">
                  <a:pos x="72" y="1093"/>
                </a:cxn>
                <a:cxn ang="0">
                  <a:pos x="91" y="1112"/>
                </a:cxn>
                <a:cxn ang="0">
                  <a:pos x="160" y="1086"/>
                </a:cxn>
                <a:cxn ang="0">
                  <a:pos x="173" y="1124"/>
                </a:cxn>
                <a:cxn ang="0">
                  <a:pos x="223" y="1143"/>
                </a:cxn>
                <a:cxn ang="0">
                  <a:pos x="287" y="1143"/>
                </a:cxn>
                <a:cxn ang="0">
                  <a:pos x="337" y="1162"/>
                </a:cxn>
                <a:cxn ang="0">
                  <a:pos x="369" y="1124"/>
                </a:cxn>
                <a:cxn ang="0">
                  <a:pos x="432" y="1105"/>
                </a:cxn>
                <a:cxn ang="0">
                  <a:pos x="495" y="1068"/>
                </a:cxn>
                <a:cxn ang="0">
                  <a:pos x="533" y="1061"/>
                </a:cxn>
                <a:cxn ang="0">
                  <a:pos x="571" y="1061"/>
                </a:cxn>
                <a:cxn ang="0">
                  <a:pos x="590" y="1074"/>
                </a:cxn>
                <a:cxn ang="0">
                  <a:pos x="621" y="954"/>
                </a:cxn>
                <a:cxn ang="0">
                  <a:pos x="628" y="973"/>
                </a:cxn>
                <a:cxn ang="0">
                  <a:pos x="634" y="948"/>
                </a:cxn>
                <a:cxn ang="0">
                  <a:pos x="647" y="922"/>
                </a:cxn>
                <a:cxn ang="0">
                  <a:pos x="691" y="809"/>
                </a:cxn>
                <a:cxn ang="0">
                  <a:pos x="741" y="657"/>
                </a:cxn>
                <a:cxn ang="0">
                  <a:pos x="767" y="606"/>
                </a:cxn>
                <a:cxn ang="0">
                  <a:pos x="798" y="531"/>
                </a:cxn>
                <a:cxn ang="0">
                  <a:pos x="805" y="499"/>
                </a:cxn>
                <a:cxn ang="0">
                  <a:pos x="811" y="480"/>
                </a:cxn>
                <a:cxn ang="0">
                  <a:pos x="823" y="430"/>
                </a:cxn>
                <a:cxn ang="0">
                  <a:pos x="861" y="329"/>
                </a:cxn>
                <a:cxn ang="0">
                  <a:pos x="956" y="120"/>
                </a:cxn>
                <a:cxn ang="0">
                  <a:pos x="988" y="101"/>
                </a:cxn>
                <a:cxn ang="0">
                  <a:pos x="1007" y="63"/>
                </a:cxn>
                <a:cxn ang="0">
                  <a:pos x="1013" y="89"/>
                </a:cxn>
                <a:cxn ang="0">
                  <a:pos x="1019" y="108"/>
                </a:cxn>
                <a:cxn ang="0">
                  <a:pos x="1057" y="57"/>
                </a:cxn>
                <a:cxn ang="0">
                  <a:pos x="1063" y="89"/>
                </a:cxn>
                <a:cxn ang="0">
                  <a:pos x="1070" y="114"/>
                </a:cxn>
                <a:cxn ang="0">
                  <a:pos x="1095" y="82"/>
                </a:cxn>
                <a:cxn ang="0">
                  <a:pos x="1101" y="57"/>
                </a:cxn>
                <a:cxn ang="0">
                  <a:pos x="1108" y="38"/>
                </a:cxn>
                <a:cxn ang="0">
                  <a:pos x="1127" y="82"/>
                </a:cxn>
                <a:cxn ang="0">
                  <a:pos x="1146" y="57"/>
                </a:cxn>
                <a:cxn ang="0">
                  <a:pos x="1152" y="32"/>
                </a:cxn>
                <a:cxn ang="0">
                  <a:pos x="1171" y="82"/>
                </a:cxn>
                <a:cxn ang="0">
                  <a:pos x="1215" y="25"/>
                </a:cxn>
                <a:cxn ang="0">
                  <a:pos x="1259" y="13"/>
                </a:cxn>
                <a:cxn ang="0">
                  <a:pos x="1291" y="44"/>
                </a:cxn>
                <a:cxn ang="0">
                  <a:pos x="1303" y="19"/>
                </a:cxn>
                <a:cxn ang="0">
                  <a:pos x="1335" y="57"/>
                </a:cxn>
                <a:cxn ang="0">
                  <a:pos x="1392" y="0"/>
                </a:cxn>
                <a:cxn ang="0">
                  <a:pos x="1417" y="76"/>
                </a:cxn>
                <a:cxn ang="0">
                  <a:pos x="1442" y="70"/>
                </a:cxn>
                <a:cxn ang="0">
                  <a:pos x="1461" y="70"/>
                </a:cxn>
                <a:cxn ang="0">
                  <a:pos x="1474" y="133"/>
                </a:cxn>
                <a:cxn ang="0">
                  <a:pos x="1487" y="120"/>
                </a:cxn>
              </a:cxnLst>
              <a:rect l="0" t="0" r="r" b="b"/>
              <a:pathLst>
                <a:path w="1492" h="1162">
                  <a:moveTo>
                    <a:pt x="34" y="1093"/>
                  </a:moveTo>
                  <a:cubicBezTo>
                    <a:pt x="106" y="1138"/>
                    <a:pt x="0" y="1080"/>
                    <a:pt x="72" y="1093"/>
                  </a:cubicBezTo>
                  <a:cubicBezTo>
                    <a:pt x="81" y="1095"/>
                    <a:pt x="85" y="1106"/>
                    <a:pt x="91" y="1112"/>
                  </a:cubicBezTo>
                  <a:cubicBezTo>
                    <a:pt x="108" y="1103"/>
                    <a:pt x="141" y="1084"/>
                    <a:pt x="160" y="1086"/>
                  </a:cubicBezTo>
                  <a:cubicBezTo>
                    <a:pt x="161" y="1086"/>
                    <a:pt x="173" y="1123"/>
                    <a:pt x="173" y="1124"/>
                  </a:cubicBezTo>
                  <a:cubicBezTo>
                    <a:pt x="223" y="1112"/>
                    <a:pt x="180" y="1129"/>
                    <a:pt x="223" y="1143"/>
                  </a:cubicBezTo>
                  <a:cubicBezTo>
                    <a:pt x="281" y="1121"/>
                    <a:pt x="264" y="1109"/>
                    <a:pt x="287" y="1143"/>
                  </a:cubicBezTo>
                  <a:cubicBezTo>
                    <a:pt x="337" y="1131"/>
                    <a:pt x="327" y="1099"/>
                    <a:pt x="337" y="1162"/>
                  </a:cubicBezTo>
                  <a:cubicBezTo>
                    <a:pt x="349" y="1150"/>
                    <a:pt x="354" y="1132"/>
                    <a:pt x="369" y="1124"/>
                  </a:cubicBezTo>
                  <a:cubicBezTo>
                    <a:pt x="388" y="1114"/>
                    <a:pt x="411" y="1113"/>
                    <a:pt x="432" y="1105"/>
                  </a:cubicBezTo>
                  <a:cubicBezTo>
                    <a:pt x="471" y="1162"/>
                    <a:pt x="468" y="1081"/>
                    <a:pt x="495" y="1068"/>
                  </a:cubicBezTo>
                  <a:cubicBezTo>
                    <a:pt x="507" y="1062"/>
                    <a:pt x="520" y="1063"/>
                    <a:pt x="533" y="1061"/>
                  </a:cubicBezTo>
                  <a:cubicBezTo>
                    <a:pt x="577" y="994"/>
                    <a:pt x="545" y="1028"/>
                    <a:pt x="571" y="1061"/>
                  </a:cubicBezTo>
                  <a:cubicBezTo>
                    <a:pt x="576" y="1067"/>
                    <a:pt x="584" y="1070"/>
                    <a:pt x="590" y="1074"/>
                  </a:cubicBezTo>
                  <a:cubicBezTo>
                    <a:pt x="600" y="1033"/>
                    <a:pt x="614" y="996"/>
                    <a:pt x="621" y="954"/>
                  </a:cubicBezTo>
                  <a:cubicBezTo>
                    <a:pt x="623" y="960"/>
                    <a:pt x="622" y="976"/>
                    <a:pt x="628" y="973"/>
                  </a:cubicBezTo>
                  <a:cubicBezTo>
                    <a:pt x="636" y="969"/>
                    <a:pt x="631" y="956"/>
                    <a:pt x="634" y="948"/>
                  </a:cubicBezTo>
                  <a:cubicBezTo>
                    <a:pt x="637" y="939"/>
                    <a:pt x="643" y="931"/>
                    <a:pt x="647" y="922"/>
                  </a:cubicBezTo>
                  <a:cubicBezTo>
                    <a:pt x="664" y="883"/>
                    <a:pt x="665" y="843"/>
                    <a:pt x="691" y="809"/>
                  </a:cubicBezTo>
                  <a:cubicBezTo>
                    <a:pt x="707" y="758"/>
                    <a:pt x="725" y="708"/>
                    <a:pt x="741" y="657"/>
                  </a:cubicBezTo>
                  <a:cubicBezTo>
                    <a:pt x="747" y="639"/>
                    <a:pt x="760" y="624"/>
                    <a:pt x="767" y="606"/>
                  </a:cubicBezTo>
                  <a:cubicBezTo>
                    <a:pt x="773" y="575"/>
                    <a:pt x="784" y="559"/>
                    <a:pt x="798" y="531"/>
                  </a:cubicBezTo>
                  <a:cubicBezTo>
                    <a:pt x="800" y="520"/>
                    <a:pt x="802" y="510"/>
                    <a:pt x="805" y="499"/>
                  </a:cubicBezTo>
                  <a:cubicBezTo>
                    <a:pt x="807" y="493"/>
                    <a:pt x="809" y="486"/>
                    <a:pt x="811" y="480"/>
                  </a:cubicBezTo>
                  <a:cubicBezTo>
                    <a:pt x="815" y="463"/>
                    <a:pt x="823" y="430"/>
                    <a:pt x="823" y="430"/>
                  </a:cubicBezTo>
                  <a:cubicBezTo>
                    <a:pt x="829" y="374"/>
                    <a:pt x="816" y="351"/>
                    <a:pt x="861" y="329"/>
                  </a:cubicBezTo>
                  <a:cubicBezTo>
                    <a:pt x="879" y="256"/>
                    <a:pt x="921" y="187"/>
                    <a:pt x="956" y="120"/>
                  </a:cubicBezTo>
                  <a:cubicBezTo>
                    <a:pt x="967" y="153"/>
                    <a:pt x="958" y="145"/>
                    <a:pt x="988" y="101"/>
                  </a:cubicBezTo>
                  <a:cubicBezTo>
                    <a:pt x="1003" y="79"/>
                    <a:pt x="998" y="86"/>
                    <a:pt x="1007" y="63"/>
                  </a:cubicBezTo>
                  <a:cubicBezTo>
                    <a:pt x="1009" y="72"/>
                    <a:pt x="1011" y="80"/>
                    <a:pt x="1013" y="89"/>
                  </a:cubicBezTo>
                  <a:cubicBezTo>
                    <a:pt x="1015" y="95"/>
                    <a:pt x="1014" y="112"/>
                    <a:pt x="1019" y="108"/>
                  </a:cubicBezTo>
                  <a:cubicBezTo>
                    <a:pt x="1036" y="96"/>
                    <a:pt x="1057" y="57"/>
                    <a:pt x="1057" y="57"/>
                  </a:cubicBezTo>
                  <a:cubicBezTo>
                    <a:pt x="1059" y="68"/>
                    <a:pt x="1061" y="78"/>
                    <a:pt x="1063" y="89"/>
                  </a:cubicBezTo>
                  <a:cubicBezTo>
                    <a:pt x="1065" y="97"/>
                    <a:pt x="1062" y="116"/>
                    <a:pt x="1070" y="114"/>
                  </a:cubicBezTo>
                  <a:cubicBezTo>
                    <a:pt x="1083" y="111"/>
                    <a:pt x="1087" y="93"/>
                    <a:pt x="1095" y="82"/>
                  </a:cubicBezTo>
                  <a:cubicBezTo>
                    <a:pt x="1097" y="74"/>
                    <a:pt x="1099" y="65"/>
                    <a:pt x="1101" y="57"/>
                  </a:cubicBezTo>
                  <a:cubicBezTo>
                    <a:pt x="1103" y="51"/>
                    <a:pt x="1102" y="36"/>
                    <a:pt x="1108" y="38"/>
                  </a:cubicBezTo>
                  <a:cubicBezTo>
                    <a:pt x="1112" y="39"/>
                    <a:pt x="1125" y="76"/>
                    <a:pt x="1127" y="82"/>
                  </a:cubicBezTo>
                  <a:cubicBezTo>
                    <a:pt x="1133" y="74"/>
                    <a:pt x="1141" y="66"/>
                    <a:pt x="1146" y="57"/>
                  </a:cubicBezTo>
                  <a:cubicBezTo>
                    <a:pt x="1150" y="49"/>
                    <a:pt x="1144" y="29"/>
                    <a:pt x="1152" y="32"/>
                  </a:cubicBezTo>
                  <a:cubicBezTo>
                    <a:pt x="1156" y="33"/>
                    <a:pt x="1168" y="74"/>
                    <a:pt x="1171" y="82"/>
                  </a:cubicBezTo>
                  <a:cubicBezTo>
                    <a:pt x="1195" y="67"/>
                    <a:pt x="1198" y="49"/>
                    <a:pt x="1215" y="25"/>
                  </a:cubicBezTo>
                  <a:cubicBezTo>
                    <a:pt x="1239" y="60"/>
                    <a:pt x="1244" y="44"/>
                    <a:pt x="1259" y="13"/>
                  </a:cubicBezTo>
                  <a:cubicBezTo>
                    <a:pt x="1269" y="48"/>
                    <a:pt x="1254" y="81"/>
                    <a:pt x="1291" y="44"/>
                  </a:cubicBezTo>
                  <a:cubicBezTo>
                    <a:pt x="1295" y="36"/>
                    <a:pt x="1294" y="21"/>
                    <a:pt x="1303" y="19"/>
                  </a:cubicBezTo>
                  <a:cubicBezTo>
                    <a:pt x="1310" y="18"/>
                    <a:pt x="1332" y="53"/>
                    <a:pt x="1335" y="57"/>
                  </a:cubicBezTo>
                  <a:cubicBezTo>
                    <a:pt x="1363" y="42"/>
                    <a:pt x="1374" y="26"/>
                    <a:pt x="1392" y="0"/>
                  </a:cubicBezTo>
                  <a:cubicBezTo>
                    <a:pt x="1397" y="29"/>
                    <a:pt x="1401" y="51"/>
                    <a:pt x="1417" y="76"/>
                  </a:cubicBezTo>
                  <a:cubicBezTo>
                    <a:pt x="1425" y="74"/>
                    <a:pt x="1435" y="75"/>
                    <a:pt x="1442" y="70"/>
                  </a:cubicBezTo>
                  <a:cubicBezTo>
                    <a:pt x="1459" y="56"/>
                    <a:pt x="1437" y="32"/>
                    <a:pt x="1461" y="70"/>
                  </a:cubicBezTo>
                  <a:cubicBezTo>
                    <a:pt x="1477" y="159"/>
                    <a:pt x="1460" y="67"/>
                    <a:pt x="1474" y="133"/>
                  </a:cubicBezTo>
                  <a:cubicBezTo>
                    <a:pt x="1492" y="217"/>
                    <a:pt x="1487" y="222"/>
                    <a:pt x="1487" y="120"/>
                  </a:cubicBezTo>
                </a:path>
              </a:pathLst>
            </a:custGeom>
            <a:noFill/>
            <a:ln w="9525" cap="flat" cmpd="sng">
              <a:solidFill>
                <a:srgbClr val="FF3300"/>
              </a:solidFill>
              <a:prstDash val="solid"/>
              <a:round/>
              <a:headEnd/>
              <a:tailEnd/>
            </a:ln>
            <a:effectLst/>
          </p:spPr>
          <p:txBody>
            <a:bodyPr wrap="none" anchor="ctr"/>
            <a:lstStyle/>
            <a:p>
              <a:endParaRPr lang="en-GB" sz="1600"/>
            </a:p>
          </p:txBody>
        </p:sp>
        <p:sp>
          <p:nvSpPr>
            <p:cNvPr id="135464" name="Freeform 296"/>
            <p:cNvSpPr>
              <a:spLocks/>
            </p:cNvSpPr>
            <p:nvPr/>
          </p:nvSpPr>
          <p:spPr bwMode="auto">
            <a:xfrm flipV="1">
              <a:off x="1941" y="2539"/>
              <a:ext cx="1349" cy="1244"/>
            </a:xfrm>
            <a:custGeom>
              <a:avLst/>
              <a:gdLst/>
              <a:ahLst/>
              <a:cxnLst>
                <a:cxn ang="0">
                  <a:pos x="4" y="151"/>
                </a:cxn>
                <a:cxn ang="0">
                  <a:pos x="42" y="95"/>
                </a:cxn>
                <a:cxn ang="0">
                  <a:pos x="67" y="57"/>
                </a:cxn>
                <a:cxn ang="0">
                  <a:pos x="73" y="76"/>
                </a:cxn>
                <a:cxn ang="0">
                  <a:pos x="67" y="95"/>
                </a:cxn>
                <a:cxn ang="0">
                  <a:pos x="99" y="38"/>
                </a:cxn>
                <a:cxn ang="0">
                  <a:pos x="143" y="13"/>
                </a:cxn>
                <a:cxn ang="0">
                  <a:pos x="149" y="69"/>
                </a:cxn>
                <a:cxn ang="0">
                  <a:pos x="168" y="63"/>
                </a:cxn>
                <a:cxn ang="0">
                  <a:pos x="200" y="19"/>
                </a:cxn>
                <a:cxn ang="0">
                  <a:pos x="212" y="101"/>
                </a:cxn>
                <a:cxn ang="0">
                  <a:pos x="231" y="63"/>
                </a:cxn>
                <a:cxn ang="0">
                  <a:pos x="257" y="0"/>
                </a:cxn>
                <a:cxn ang="0">
                  <a:pos x="263" y="95"/>
                </a:cxn>
                <a:cxn ang="0">
                  <a:pos x="295" y="82"/>
                </a:cxn>
                <a:cxn ang="0">
                  <a:pos x="320" y="31"/>
                </a:cxn>
                <a:cxn ang="0">
                  <a:pos x="358" y="63"/>
                </a:cxn>
                <a:cxn ang="0">
                  <a:pos x="383" y="145"/>
                </a:cxn>
                <a:cxn ang="0">
                  <a:pos x="402" y="126"/>
                </a:cxn>
                <a:cxn ang="0">
                  <a:pos x="408" y="107"/>
                </a:cxn>
                <a:cxn ang="0">
                  <a:pos x="433" y="164"/>
                </a:cxn>
                <a:cxn ang="0">
                  <a:pos x="452" y="189"/>
                </a:cxn>
                <a:cxn ang="0">
                  <a:pos x="478" y="158"/>
                </a:cxn>
                <a:cxn ang="0">
                  <a:pos x="484" y="133"/>
                </a:cxn>
                <a:cxn ang="0">
                  <a:pos x="497" y="151"/>
                </a:cxn>
                <a:cxn ang="0">
                  <a:pos x="516" y="227"/>
                </a:cxn>
                <a:cxn ang="0">
                  <a:pos x="547" y="259"/>
                </a:cxn>
                <a:cxn ang="0">
                  <a:pos x="553" y="335"/>
                </a:cxn>
                <a:cxn ang="0">
                  <a:pos x="572" y="322"/>
                </a:cxn>
                <a:cxn ang="0">
                  <a:pos x="579" y="341"/>
                </a:cxn>
                <a:cxn ang="0">
                  <a:pos x="604" y="474"/>
                </a:cxn>
                <a:cxn ang="0">
                  <a:pos x="629" y="398"/>
                </a:cxn>
                <a:cxn ang="0">
                  <a:pos x="673" y="606"/>
                </a:cxn>
                <a:cxn ang="0">
                  <a:pos x="699" y="657"/>
                </a:cxn>
                <a:cxn ang="0">
                  <a:pos x="718" y="638"/>
                </a:cxn>
                <a:cxn ang="0">
                  <a:pos x="737" y="663"/>
                </a:cxn>
                <a:cxn ang="0">
                  <a:pos x="756" y="859"/>
                </a:cxn>
                <a:cxn ang="0">
                  <a:pos x="781" y="859"/>
                </a:cxn>
                <a:cxn ang="0">
                  <a:pos x="800" y="941"/>
                </a:cxn>
                <a:cxn ang="0">
                  <a:pos x="831" y="979"/>
                </a:cxn>
                <a:cxn ang="0">
                  <a:pos x="989" y="1194"/>
                </a:cxn>
                <a:cxn ang="0">
                  <a:pos x="1059" y="1175"/>
                </a:cxn>
                <a:cxn ang="0">
                  <a:pos x="1078" y="1244"/>
                </a:cxn>
                <a:cxn ang="0">
                  <a:pos x="1135" y="1225"/>
                </a:cxn>
                <a:cxn ang="0">
                  <a:pos x="1198" y="1149"/>
                </a:cxn>
                <a:cxn ang="0">
                  <a:pos x="1204" y="1181"/>
                </a:cxn>
                <a:cxn ang="0">
                  <a:pos x="1210" y="1206"/>
                </a:cxn>
                <a:cxn ang="0">
                  <a:pos x="1236" y="1194"/>
                </a:cxn>
                <a:cxn ang="0">
                  <a:pos x="1261" y="1194"/>
                </a:cxn>
                <a:cxn ang="0">
                  <a:pos x="1280" y="1181"/>
                </a:cxn>
                <a:cxn ang="0">
                  <a:pos x="1305" y="1124"/>
                </a:cxn>
                <a:cxn ang="0">
                  <a:pos x="1330" y="1130"/>
                </a:cxn>
                <a:cxn ang="0">
                  <a:pos x="1349" y="1137"/>
                </a:cxn>
                <a:cxn ang="0">
                  <a:pos x="1330" y="1143"/>
                </a:cxn>
                <a:cxn ang="0">
                  <a:pos x="1273" y="1156"/>
                </a:cxn>
              </a:cxnLst>
              <a:rect l="0" t="0" r="r" b="b"/>
              <a:pathLst>
                <a:path w="1349" h="1244">
                  <a:moveTo>
                    <a:pt x="4" y="151"/>
                  </a:moveTo>
                  <a:cubicBezTo>
                    <a:pt x="46" y="82"/>
                    <a:pt x="0" y="155"/>
                    <a:pt x="42" y="95"/>
                  </a:cubicBezTo>
                  <a:cubicBezTo>
                    <a:pt x="51" y="83"/>
                    <a:pt x="67" y="57"/>
                    <a:pt x="67" y="57"/>
                  </a:cubicBezTo>
                  <a:cubicBezTo>
                    <a:pt x="69" y="63"/>
                    <a:pt x="73" y="69"/>
                    <a:pt x="73" y="76"/>
                  </a:cubicBezTo>
                  <a:cubicBezTo>
                    <a:pt x="73" y="83"/>
                    <a:pt x="64" y="101"/>
                    <a:pt x="67" y="95"/>
                  </a:cubicBezTo>
                  <a:cubicBezTo>
                    <a:pt x="103" y="28"/>
                    <a:pt x="56" y="95"/>
                    <a:pt x="99" y="38"/>
                  </a:cubicBezTo>
                  <a:cubicBezTo>
                    <a:pt x="112" y="81"/>
                    <a:pt x="118" y="36"/>
                    <a:pt x="143" y="13"/>
                  </a:cubicBezTo>
                  <a:cubicBezTo>
                    <a:pt x="145" y="32"/>
                    <a:pt x="141" y="52"/>
                    <a:pt x="149" y="69"/>
                  </a:cubicBezTo>
                  <a:cubicBezTo>
                    <a:pt x="152" y="75"/>
                    <a:pt x="163" y="68"/>
                    <a:pt x="168" y="63"/>
                  </a:cubicBezTo>
                  <a:cubicBezTo>
                    <a:pt x="181" y="50"/>
                    <a:pt x="200" y="19"/>
                    <a:pt x="200" y="19"/>
                  </a:cubicBezTo>
                  <a:cubicBezTo>
                    <a:pt x="208" y="45"/>
                    <a:pt x="192" y="81"/>
                    <a:pt x="212" y="101"/>
                  </a:cubicBezTo>
                  <a:cubicBezTo>
                    <a:pt x="222" y="111"/>
                    <a:pt x="225" y="76"/>
                    <a:pt x="231" y="63"/>
                  </a:cubicBezTo>
                  <a:cubicBezTo>
                    <a:pt x="240" y="42"/>
                    <a:pt x="249" y="21"/>
                    <a:pt x="257" y="0"/>
                  </a:cubicBezTo>
                  <a:cubicBezTo>
                    <a:pt x="259" y="32"/>
                    <a:pt x="250" y="66"/>
                    <a:pt x="263" y="95"/>
                  </a:cubicBezTo>
                  <a:cubicBezTo>
                    <a:pt x="268" y="105"/>
                    <a:pt x="287" y="90"/>
                    <a:pt x="295" y="82"/>
                  </a:cubicBezTo>
                  <a:cubicBezTo>
                    <a:pt x="308" y="68"/>
                    <a:pt x="309" y="47"/>
                    <a:pt x="320" y="31"/>
                  </a:cubicBezTo>
                  <a:cubicBezTo>
                    <a:pt x="325" y="93"/>
                    <a:pt x="324" y="147"/>
                    <a:pt x="358" y="63"/>
                  </a:cubicBezTo>
                  <a:cubicBezTo>
                    <a:pt x="367" y="90"/>
                    <a:pt x="374" y="118"/>
                    <a:pt x="383" y="145"/>
                  </a:cubicBezTo>
                  <a:cubicBezTo>
                    <a:pt x="389" y="139"/>
                    <a:pt x="397" y="133"/>
                    <a:pt x="402" y="126"/>
                  </a:cubicBezTo>
                  <a:cubicBezTo>
                    <a:pt x="406" y="120"/>
                    <a:pt x="403" y="103"/>
                    <a:pt x="408" y="107"/>
                  </a:cubicBezTo>
                  <a:cubicBezTo>
                    <a:pt x="419" y="115"/>
                    <a:pt x="428" y="148"/>
                    <a:pt x="433" y="164"/>
                  </a:cubicBezTo>
                  <a:cubicBezTo>
                    <a:pt x="444" y="244"/>
                    <a:pt x="431" y="220"/>
                    <a:pt x="452" y="189"/>
                  </a:cubicBezTo>
                  <a:cubicBezTo>
                    <a:pt x="459" y="178"/>
                    <a:pt x="469" y="168"/>
                    <a:pt x="478" y="158"/>
                  </a:cubicBezTo>
                  <a:cubicBezTo>
                    <a:pt x="480" y="150"/>
                    <a:pt x="476" y="136"/>
                    <a:pt x="484" y="133"/>
                  </a:cubicBezTo>
                  <a:cubicBezTo>
                    <a:pt x="491" y="130"/>
                    <a:pt x="494" y="144"/>
                    <a:pt x="497" y="151"/>
                  </a:cubicBezTo>
                  <a:cubicBezTo>
                    <a:pt x="507" y="175"/>
                    <a:pt x="507" y="203"/>
                    <a:pt x="516" y="227"/>
                  </a:cubicBezTo>
                  <a:cubicBezTo>
                    <a:pt x="555" y="176"/>
                    <a:pt x="538" y="223"/>
                    <a:pt x="547" y="259"/>
                  </a:cubicBezTo>
                  <a:cubicBezTo>
                    <a:pt x="549" y="284"/>
                    <a:pt x="544" y="311"/>
                    <a:pt x="553" y="335"/>
                  </a:cubicBezTo>
                  <a:cubicBezTo>
                    <a:pt x="556" y="342"/>
                    <a:pt x="565" y="320"/>
                    <a:pt x="572" y="322"/>
                  </a:cubicBezTo>
                  <a:cubicBezTo>
                    <a:pt x="579" y="324"/>
                    <a:pt x="577" y="335"/>
                    <a:pt x="579" y="341"/>
                  </a:cubicBezTo>
                  <a:cubicBezTo>
                    <a:pt x="603" y="265"/>
                    <a:pt x="581" y="428"/>
                    <a:pt x="604" y="474"/>
                  </a:cubicBezTo>
                  <a:cubicBezTo>
                    <a:pt x="610" y="444"/>
                    <a:pt x="616" y="425"/>
                    <a:pt x="629" y="398"/>
                  </a:cubicBezTo>
                  <a:cubicBezTo>
                    <a:pt x="652" y="465"/>
                    <a:pt x="652" y="538"/>
                    <a:pt x="673" y="606"/>
                  </a:cubicBezTo>
                  <a:cubicBezTo>
                    <a:pt x="699" y="544"/>
                    <a:pt x="687" y="463"/>
                    <a:pt x="699" y="657"/>
                  </a:cubicBezTo>
                  <a:cubicBezTo>
                    <a:pt x="705" y="651"/>
                    <a:pt x="714" y="630"/>
                    <a:pt x="718" y="638"/>
                  </a:cubicBezTo>
                  <a:cubicBezTo>
                    <a:pt x="738" y="683"/>
                    <a:pt x="709" y="772"/>
                    <a:pt x="737" y="663"/>
                  </a:cubicBezTo>
                  <a:cubicBezTo>
                    <a:pt x="741" y="765"/>
                    <a:pt x="742" y="782"/>
                    <a:pt x="756" y="859"/>
                  </a:cubicBezTo>
                  <a:cubicBezTo>
                    <a:pt x="759" y="847"/>
                    <a:pt x="764" y="798"/>
                    <a:pt x="781" y="859"/>
                  </a:cubicBezTo>
                  <a:cubicBezTo>
                    <a:pt x="811" y="963"/>
                    <a:pt x="767" y="892"/>
                    <a:pt x="800" y="941"/>
                  </a:cubicBezTo>
                  <a:cubicBezTo>
                    <a:pt x="811" y="975"/>
                    <a:pt x="789" y="1021"/>
                    <a:pt x="831" y="979"/>
                  </a:cubicBezTo>
                  <a:cubicBezTo>
                    <a:pt x="913" y="1087"/>
                    <a:pt x="906" y="1085"/>
                    <a:pt x="989" y="1194"/>
                  </a:cubicBezTo>
                  <a:cubicBezTo>
                    <a:pt x="1007" y="1140"/>
                    <a:pt x="1027" y="1222"/>
                    <a:pt x="1059" y="1175"/>
                  </a:cubicBezTo>
                  <a:cubicBezTo>
                    <a:pt x="1074" y="1223"/>
                    <a:pt x="1068" y="1200"/>
                    <a:pt x="1078" y="1244"/>
                  </a:cubicBezTo>
                  <a:cubicBezTo>
                    <a:pt x="1109" y="1223"/>
                    <a:pt x="1109" y="1186"/>
                    <a:pt x="1135" y="1225"/>
                  </a:cubicBezTo>
                  <a:cubicBezTo>
                    <a:pt x="1164" y="1203"/>
                    <a:pt x="1175" y="1178"/>
                    <a:pt x="1198" y="1149"/>
                  </a:cubicBezTo>
                  <a:cubicBezTo>
                    <a:pt x="1200" y="1160"/>
                    <a:pt x="1202" y="1170"/>
                    <a:pt x="1204" y="1181"/>
                  </a:cubicBezTo>
                  <a:cubicBezTo>
                    <a:pt x="1206" y="1189"/>
                    <a:pt x="1202" y="1203"/>
                    <a:pt x="1210" y="1206"/>
                  </a:cubicBezTo>
                  <a:cubicBezTo>
                    <a:pt x="1219" y="1210"/>
                    <a:pt x="1227" y="1198"/>
                    <a:pt x="1236" y="1194"/>
                  </a:cubicBezTo>
                  <a:cubicBezTo>
                    <a:pt x="1264" y="1149"/>
                    <a:pt x="1231" y="1188"/>
                    <a:pt x="1261" y="1194"/>
                  </a:cubicBezTo>
                  <a:cubicBezTo>
                    <a:pt x="1269" y="1195"/>
                    <a:pt x="1274" y="1185"/>
                    <a:pt x="1280" y="1181"/>
                  </a:cubicBezTo>
                  <a:cubicBezTo>
                    <a:pt x="1292" y="1162"/>
                    <a:pt x="1298" y="1145"/>
                    <a:pt x="1305" y="1124"/>
                  </a:cubicBezTo>
                  <a:cubicBezTo>
                    <a:pt x="1317" y="1187"/>
                    <a:pt x="1301" y="1145"/>
                    <a:pt x="1330" y="1130"/>
                  </a:cubicBezTo>
                  <a:cubicBezTo>
                    <a:pt x="1336" y="1127"/>
                    <a:pt x="1343" y="1135"/>
                    <a:pt x="1349" y="1137"/>
                  </a:cubicBezTo>
                  <a:cubicBezTo>
                    <a:pt x="1349" y="1137"/>
                    <a:pt x="1336" y="1140"/>
                    <a:pt x="1330" y="1143"/>
                  </a:cubicBezTo>
                  <a:cubicBezTo>
                    <a:pt x="1288" y="1161"/>
                    <a:pt x="1322" y="1156"/>
                    <a:pt x="1273" y="1156"/>
                  </a:cubicBezTo>
                </a:path>
              </a:pathLst>
            </a:custGeom>
            <a:noFill/>
            <a:ln w="9525" cap="flat" cmpd="sng">
              <a:solidFill>
                <a:srgbClr val="FF3300"/>
              </a:solidFill>
              <a:prstDash val="solid"/>
              <a:round/>
              <a:headEnd/>
              <a:tailEnd/>
            </a:ln>
            <a:effectLst/>
          </p:spPr>
          <p:txBody>
            <a:bodyPr wrap="none" anchor="ctr"/>
            <a:lstStyle/>
            <a:p>
              <a:endParaRPr lang="en-GB" sz="1600"/>
            </a:p>
          </p:txBody>
        </p:sp>
        <p:sp>
          <p:nvSpPr>
            <p:cNvPr id="135465" name="Freeform 297"/>
            <p:cNvSpPr>
              <a:spLocks/>
            </p:cNvSpPr>
            <p:nvPr/>
          </p:nvSpPr>
          <p:spPr bwMode="auto">
            <a:xfrm flipV="1">
              <a:off x="1964" y="2553"/>
              <a:ext cx="1396" cy="1206"/>
            </a:xfrm>
            <a:custGeom>
              <a:avLst/>
              <a:gdLst/>
              <a:ahLst/>
              <a:cxnLst>
                <a:cxn ang="0">
                  <a:pos x="0" y="156"/>
                </a:cxn>
                <a:cxn ang="0">
                  <a:pos x="50" y="81"/>
                </a:cxn>
                <a:cxn ang="0">
                  <a:pos x="76" y="62"/>
                </a:cxn>
                <a:cxn ang="0">
                  <a:pos x="107" y="17"/>
                </a:cxn>
                <a:cxn ang="0">
                  <a:pos x="139" y="100"/>
                </a:cxn>
                <a:cxn ang="0">
                  <a:pos x="196" y="74"/>
                </a:cxn>
                <a:cxn ang="0">
                  <a:pos x="240" y="43"/>
                </a:cxn>
                <a:cxn ang="0">
                  <a:pos x="253" y="93"/>
                </a:cxn>
                <a:cxn ang="0">
                  <a:pos x="303" y="68"/>
                </a:cxn>
                <a:cxn ang="0">
                  <a:pos x="328" y="112"/>
                </a:cxn>
                <a:cxn ang="0">
                  <a:pos x="379" y="62"/>
                </a:cxn>
                <a:cxn ang="0">
                  <a:pos x="417" y="125"/>
                </a:cxn>
                <a:cxn ang="0">
                  <a:pos x="429" y="106"/>
                </a:cxn>
                <a:cxn ang="0">
                  <a:pos x="436" y="137"/>
                </a:cxn>
                <a:cxn ang="0">
                  <a:pos x="455" y="207"/>
                </a:cxn>
                <a:cxn ang="0">
                  <a:pos x="486" y="213"/>
                </a:cxn>
                <a:cxn ang="0">
                  <a:pos x="518" y="207"/>
                </a:cxn>
                <a:cxn ang="0">
                  <a:pos x="524" y="226"/>
                </a:cxn>
                <a:cxn ang="0">
                  <a:pos x="543" y="232"/>
                </a:cxn>
                <a:cxn ang="0">
                  <a:pos x="549" y="283"/>
                </a:cxn>
                <a:cxn ang="0">
                  <a:pos x="562" y="321"/>
                </a:cxn>
                <a:cxn ang="0">
                  <a:pos x="606" y="359"/>
                </a:cxn>
                <a:cxn ang="0">
                  <a:pos x="625" y="415"/>
                </a:cxn>
                <a:cxn ang="0">
                  <a:pos x="669" y="580"/>
                </a:cxn>
                <a:cxn ang="0">
                  <a:pos x="695" y="719"/>
                </a:cxn>
                <a:cxn ang="0">
                  <a:pos x="701" y="693"/>
                </a:cxn>
                <a:cxn ang="0">
                  <a:pos x="707" y="712"/>
                </a:cxn>
                <a:cxn ang="0">
                  <a:pos x="714" y="731"/>
                </a:cxn>
                <a:cxn ang="0">
                  <a:pos x="733" y="807"/>
                </a:cxn>
                <a:cxn ang="0">
                  <a:pos x="739" y="895"/>
                </a:cxn>
                <a:cxn ang="0">
                  <a:pos x="758" y="927"/>
                </a:cxn>
                <a:cxn ang="0">
                  <a:pos x="802" y="1041"/>
                </a:cxn>
                <a:cxn ang="0">
                  <a:pos x="846" y="1041"/>
                </a:cxn>
                <a:cxn ang="0">
                  <a:pos x="922" y="1116"/>
                </a:cxn>
                <a:cxn ang="0">
                  <a:pos x="947" y="1186"/>
                </a:cxn>
                <a:cxn ang="0">
                  <a:pos x="960" y="1161"/>
                </a:cxn>
                <a:cxn ang="0">
                  <a:pos x="998" y="1192"/>
                </a:cxn>
                <a:cxn ang="0">
                  <a:pos x="1036" y="1161"/>
                </a:cxn>
                <a:cxn ang="0">
                  <a:pos x="1048" y="1180"/>
                </a:cxn>
                <a:cxn ang="0">
                  <a:pos x="1074" y="1192"/>
                </a:cxn>
                <a:cxn ang="0">
                  <a:pos x="1162" y="1167"/>
                </a:cxn>
                <a:cxn ang="0">
                  <a:pos x="1232" y="1161"/>
                </a:cxn>
                <a:cxn ang="0">
                  <a:pos x="1295" y="1110"/>
                </a:cxn>
                <a:cxn ang="0">
                  <a:pos x="1358" y="1123"/>
                </a:cxn>
                <a:cxn ang="0">
                  <a:pos x="1396" y="1085"/>
                </a:cxn>
              </a:cxnLst>
              <a:rect l="0" t="0" r="r" b="b"/>
              <a:pathLst>
                <a:path w="1396" h="1206">
                  <a:moveTo>
                    <a:pt x="0" y="156"/>
                  </a:moveTo>
                  <a:cubicBezTo>
                    <a:pt x="17" y="134"/>
                    <a:pt x="32" y="101"/>
                    <a:pt x="50" y="81"/>
                  </a:cubicBezTo>
                  <a:cubicBezTo>
                    <a:pt x="57" y="73"/>
                    <a:pt x="68" y="70"/>
                    <a:pt x="76" y="62"/>
                  </a:cubicBezTo>
                  <a:cubicBezTo>
                    <a:pt x="85" y="53"/>
                    <a:pt x="100" y="29"/>
                    <a:pt x="107" y="17"/>
                  </a:cubicBezTo>
                  <a:cubicBezTo>
                    <a:pt x="114" y="59"/>
                    <a:pt x="111" y="72"/>
                    <a:pt x="139" y="100"/>
                  </a:cubicBezTo>
                  <a:cubicBezTo>
                    <a:pt x="166" y="91"/>
                    <a:pt x="176" y="91"/>
                    <a:pt x="196" y="74"/>
                  </a:cubicBezTo>
                  <a:cubicBezTo>
                    <a:pt x="233" y="42"/>
                    <a:pt x="206" y="54"/>
                    <a:pt x="240" y="43"/>
                  </a:cubicBezTo>
                  <a:cubicBezTo>
                    <a:pt x="240" y="44"/>
                    <a:pt x="252" y="93"/>
                    <a:pt x="253" y="93"/>
                  </a:cubicBezTo>
                  <a:cubicBezTo>
                    <a:pt x="271" y="96"/>
                    <a:pt x="285" y="74"/>
                    <a:pt x="303" y="68"/>
                  </a:cubicBezTo>
                  <a:cubicBezTo>
                    <a:pt x="325" y="0"/>
                    <a:pt x="322" y="29"/>
                    <a:pt x="328" y="112"/>
                  </a:cubicBezTo>
                  <a:cubicBezTo>
                    <a:pt x="362" y="87"/>
                    <a:pt x="348" y="81"/>
                    <a:pt x="379" y="62"/>
                  </a:cubicBezTo>
                  <a:cubicBezTo>
                    <a:pt x="389" y="104"/>
                    <a:pt x="361" y="152"/>
                    <a:pt x="417" y="125"/>
                  </a:cubicBezTo>
                  <a:cubicBezTo>
                    <a:pt x="421" y="119"/>
                    <a:pt x="423" y="102"/>
                    <a:pt x="429" y="106"/>
                  </a:cubicBezTo>
                  <a:cubicBezTo>
                    <a:pt x="438" y="112"/>
                    <a:pt x="434" y="127"/>
                    <a:pt x="436" y="137"/>
                  </a:cubicBezTo>
                  <a:cubicBezTo>
                    <a:pt x="447" y="193"/>
                    <a:pt x="435" y="157"/>
                    <a:pt x="455" y="207"/>
                  </a:cubicBezTo>
                  <a:cubicBezTo>
                    <a:pt x="502" y="175"/>
                    <a:pt x="449" y="202"/>
                    <a:pt x="486" y="213"/>
                  </a:cubicBezTo>
                  <a:cubicBezTo>
                    <a:pt x="496" y="216"/>
                    <a:pt x="507" y="209"/>
                    <a:pt x="518" y="207"/>
                  </a:cubicBezTo>
                  <a:cubicBezTo>
                    <a:pt x="520" y="213"/>
                    <a:pt x="519" y="221"/>
                    <a:pt x="524" y="226"/>
                  </a:cubicBezTo>
                  <a:cubicBezTo>
                    <a:pt x="529" y="231"/>
                    <a:pt x="540" y="226"/>
                    <a:pt x="543" y="232"/>
                  </a:cubicBezTo>
                  <a:cubicBezTo>
                    <a:pt x="550" y="248"/>
                    <a:pt x="545" y="266"/>
                    <a:pt x="549" y="283"/>
                  </a:cubicBezTo>
                  <a:cubicBezTo>
                    <a:pt x="552" y="296"/>
                    <a:pt x="558" y="308"/>
                    <a:pt x="562" y="321"/>
                  </a:cubicBezTo>
                  <a:cubicBezTo>
                    <a:pt x="610" y="273"/>
                    <a:pt x="599" y="288"/>
                    <a:pt x="606" y="359"/>
                  </a:cubicBezTo>
                  <a:cubicBezTo>
                    <a:pt x="653" y="327"/>
                    <a:pt x="629" y="392"/>
                    <a:pt x="625" y="415"/>
                  </a:cubicBezTo>
                  <a:cubicBezTo>
                    <a:pt x="631" y="518"/>
                    <a:pt x="607" y="533"/>
                    <a:pt x="669" y="580"/>
                  </a:cubicBezTo>
                  <a:cubicBezTo>
                    <a:pt x="682" y="626"/>
                    <a:pt x="685" y="673"/>
                    <a:pt x="695" y="719"/>
                  </a:cubicBezTo>
                  <a:cubicBezTo>
                    <a:pt x="697" y="710"/>
                    <a:pt x="693" y="697"/>
                    <a:pt x="701" y="693"/>
                  </a:cubicBezTo>
                  <a:cubicBezTo>
                    <a:pt x="707" y="690"/>
                    <a:pt x="705" y="706"/>
                    <a:pt x="707" y="712"/>
                  </a:cubicBezTo>
                  <a:cubicBezTo>
                    <a:pt x="709" y="718"/>
                    <a:pt x="712" y="725"/>
                    <a:pt x="714" y="731"/>
                  </a:cubicBezTo>
                  <a:cubicBezTo>
                    <a:pt x="722" y="756"/>
                    <a:pt x="733" y="807"/>
                    <a:pt x="733" y="807"/>
                  </a:cubicBezTo>
                  <a:cubicBezTo>
                    <a:pt x="735" y="836"/>
                    <a:pt x="733" y="866"/>
                    <a:pt x="739" y="895"/>
                  </a:cubicBezTo>
                  <a:cubicBezTo>
                    <a:pt x="742" y="907"/>
                    <a:pt x="753" y="916"/>
                    <a:pt x="758" y="927"/>
                  </a:cubicBezTo>
                  <a:cubicBezTo>
                    <a:pt x="776" y="965"/>
                    <a:pt x="778" y="1005"/>
                    <a:pt x="802" y="1041"/>
                  </a:cubicBezTo>
                  <a:cubicBezTo>
                    <a:pt x="813" y="1006"/>
                    <a:pt x="817" y="1030"/>
                    <a:pt x="846" y="1041"/>
                  </a:cubicBezTo>
                  <a:cubicBezTo>
                    <a:pt x="878" y="1083"/>
                    <a:pt x="874" y="1098"/>
                    <a:pt x="922" y="1116"/>
                  </a:cubicBezTo>
                  <a:cubicBezTo>
                    <a:pt x="940" y="1142"/>
                    <a:pt x="936" y="1157"/>
                    <a:pt x="947" y="1186"/>
                  </a:cubicBezTo>
                  <a:cubicBezTo>
                    <a:pt x="955" y="1206"/>
                    <a:pt x="950" y="1142"/>
                    <a:pt x="960" y="1161"/>
                  </a:cubicBezTo>
                  <a:cubicBezTo>
                    <a:pt x="967" y="1144"/>
                    <a:pt x="987" y="1206"/>
                    <a:pt x="998" y="1192"/>
                  </a:cubicBezTo>
                  <a:cubicBezTo>
                    <a:pt x="1008" y="1179"/>
                    <a:pt x="1024" y="1173"/>
                    <a:pt x="1036" y="1161"/>
                  </a:cubicBezTo>
                  <a:cubicBezTo>
                    <a:pt x="1040" y="1167"/>
                    <a:pt x="1041" y="1177"/>
                    <a:pt x="1048" y="1180"/>
                  </a:cubicBezTo>
                  <a:cubicBezTo>
                    <a:pt x="1082" y="1193"/>
                    <a:pt x="1056" y="1144"/>
                    <a:pt x="1074" y="1192"/>
                  </a:cubicBezTo>
                  <a:cubicBezTo>
                    <a:pt x="1145" y="1157"/>
                    <a:pt x="1114" y="1156"/>
                    <a:pt x="1162" y="1167"/>
                  </a:cubicBezTo>
                  <a:cubicBezTo>
                    <a:pt x="1192" y="1160"/>
                    <a:pt x="1201" y="1153"/>
                    <a:pt x="1232" y="1161"/>
                  </a:cubicBezTo>
                  <a:cubicBezTo>
                    <a:pt x="1251" y="1141"/>
                    <a:pt x="1295" y="1110"/>
                    <a:pt x="1295" y="1110"/>
                  </a:cubicBezTo>
                  <a:cubicBezTo>
                    <a:pt x="1314" y="1140"/>
                    <a:pt x="1327" y="1138"/>
                    <a:pt x="1358" y="1123"/>
                  </a:cubicBezTo>
                  <a:cubicBezTo>
                    <a:pt x="1373" y="1077"/>
                    <a:pt x="1357" y="1085"/>
                    <a:pt x="1396" y="1085"/>
                  </a:cubicBezTo>
                </a:path>
              </a:pathLst>
            </a:custGeom>
            <a:noFill/>
            <a:ln w="9525" cap="flat" cmpd="sng">
              <a:solidFill>
                <a:srgbClr val="FF3300"/>
              </a:solidFill>
              <a:prstDash val="solid"/>
              <a:round/>
              <a:headEnd/>
              <a:tailEnd/>
            </a:ln>
            <a:effectLst/>
          </p:spPr>
          <p:txBody>
            <a:bodyPr wrap="none" anchor="ctr"/>
            <a:lstStyle/>
            <a:p>
              <a:endParaRPr lang="en-GB" sz="1600"/>
            </a:p>
          </p:txBody>
        </p:sp>
        <p:sp>
          <p:nvSpPr>
            <p:cNvPr id="135466" name="Freeform 298"/>
            <p:cNvSpPr>
              <a:spLocks/>
            </p:cNvSpPr>
            <p:nvPr/>
          </p:nvSpPr>
          <p:spPr bwMode="auto">
            <a:xfrm flipV="1">
              <a:off x="1888" y="2577"/>
              <a:ext cx="1472" cy="1067"/>
            </a:xfrm>
            <a:custGeom>
              <a:avLst/>
              <a:gdLst/>
              <a:ahLst/>
              <a:cxnLst>
                <a:cxn ang="0">
                  <a:pos x="1472" y="1048"/>
                </a:cxn>
                <a:cxn ang="0">
                  <a:pos x="1409" y="1023"/>
                </a:cxn>
                <a:cxn ang="0">
                  <a:pos x="1415" y="991"/>
                </a:cxn>
                <a:cxn ang="0">
                  <a:pos x="1421" y="966"/>
                </a:cxn>
                <a:cxn ang="0">
                  <a:pos x="1415" y="941"/>
                </a:cxn>
                <a:cxn ang="0">
                  <a:pos x="1409" y="909"/>
                </a:cxn>
                <a:cxn ang="0">
                  <a:pos x="1377" y="947"/>
                </a:cxn>
                <a:cxn ang="0">
                  <a:pos x="1352" y="833"/>
                </a:cxn>
                <a:cxn ang="0">
                  <a:pos x="1320" y="695"/>
                </a:cxn>
                <a:cxn ang="0">
                  <a:pos x="1301" y="707"/>
                </a:cxn>
                <a:cxn ang="0">
                  <a:pos x="1295" y="682"/>
                </a:cxn>
                <a:cxn ang="0">
                  <a:pos x="1257" y="587"/>
                </a:cxn>
                <a:cxn ang="0">
                  <a:pos x="1219" y="473"/>
                </a:cxn>
                <a:cxn ang="0">
                  <a:pos x="1200" y="480"/>
                </a:cxn>
                <a:cxn ang="0">
                  <a:pos x="1143" y="385"/>
                </a:cxn>
                <a:cxn ang="0">
                  <a:pos x="1105" y="259"/>
                </a:cxn>
                <a:cxn ang="0">
                  <a:pos x="1080" y="221"/>
                </a:cxn>
                <a:cxn ang="0">
                  <a:pos x="1042" y="170"/>
                </a:cxn>
                <a:cxn ang="0">
                  <a:pos x="1023" y="177"/>
                </a:cxn>
                <a:cxn ang="0">
                  <a:pos x="1017" y="196"/>
                </a:cxn>
                <a:cxn ang="0">
                  <a:pos x="1011" y="177"/>
                </a:cxn>
                <a:cxn ang="0">
                  <a:pos x="966" y="120"/>
                </a:cxn>
                <a:cxn ang="0">
                  <a:pos x="948" y="126"/>
                </a:cxn>
                <a:cxn ang="0">
                  <a:pos x="859" y="57"/>
                </a:cxn>
                <a:cxn ang="0">
                  <a:pos x="853" y="76"/>
                </a:cxn>
                <a:cxn ang="0">
                  <a:pos x="821" y="44"/>
                </a:cxn>
                <a:cxn ang="0">
                  <a:pos x="752" y="19"/>
                </a:cxn>
                <a:cxn ang="0">
                  <a:pos x="689" y="0"/>
                </a:cxn>
                <a:cxn ang="0">
                  <a:pos x="651" y="25"/>
                </a:cxn>
                <a:cxn ang="0">
                  <a:pos x="625" y="50"/>
                </a:cxn>
                <a:cxn ang="0">
                  <a:pos x="619" y="69"/>
                </a:cxn>
                <a:cxn ang="0">
                  <a:pos x="613" y="50"/>
                </a:cxn>
                <a:cxn ang="0">
                  <a:pos x="588" y="25"/>
                </a:cxn>
                <a:cxn ang="0">
                  <a:pos x="569" y="82"/>
                </a:cxn>
                <a:cxn ang="0">
                  <a:pos x="562" y="63"/>
                </a:cxn>
                <a:cxn ang="0">
                  <a:pos x="543" y="50"/>
                </a:cxn>
                <a:cxn ang="0">
                  <a:pos x="512" y="82"/>
                </a:cxn>
                <a:cxn ang="0">
                  <a:pos x="486" y="126"/>
                </a:cxn>
                <a:cxn ang="0">
                  <a:pos x="480" y="151"/>
                </a:cxn>
                <a:cxn ang="0">
                  <a:pos x="474" y="132"/>
                </a:cxn>
                <a:cxn ang="0">
                  <a:pos x="449" y="145"/>
                </a:cxn>
                <a:cxn ang="0">
                  <a:pos x="423" y="208"/>
                </a:cxn>
                <a:cxn ang="0">
                  <a:pos x="417" y="183"/>
                </a:cxn>
                <a:cxn ang="0">
                  <a:pos x="398" y="196"/>
                </a:cxn>
                <a:cxn ang="0">
                  <a:pos x="373" y="252"/>
                </a:cxn>
                <a:cxn ang="0">
                  <a:pos x="335" y="379"/>
                </a:cxn>
                <a:cxn ang="0">
                  <a:pos x="310" y="429"/>
                </a:cxn>
                <a:cxn ang="0">
                  <a:pos x="291" y="518"/>
                </a:cxn>
                <a:cxn ang="0">
                  <a:pos x="240" y="688"/>
                </a:cxn>
                <a:cxn ang="0">
                  <a:pos x="171" y="884"/>
                </a:cxn>
                <a:cxn ang="0">
                  <a:pos x="164" y="865"/>
                </a:cxn>
                <a:cxn ang="0">
                  <a:pos x="158" y="840"/>
                </a:cxn>
                <a:cxn ang="0">
                  <a:pos x="145" y="897"/>
                </a:cxn>
                <a:cxn ang="0">
                  <a:pos x="108" y="1067"/>
                </a:cxn>
                <a:cxn ang="0">
                  <a:pos x="70" y="1055"/>
                </a:cxn>
                <a:cxn ang="0">
                  <a:pos x="0" y="1055"/>
                </a:cxn>
              </a:cxnLst>
              <a:rect l="0" t="0" r="r" b="b"/>
              <a:pathLst>
                <a:path w="1472" h="1067">
                  <a:moveTo>
                    <a:pt x="1472" y="1048"/>
                  </a:moveTo>
                  <a:cubicBezTo>
                    <a:pt x="1451" y="1038"/>
                    <a:pt x="1431" y="1030"/>
                    <a:pt x="1409" y="1023"/>
                  </a:cubicBezTo>
                  <a:cubicBezTo>
                    <a:pt x="1411" y="1012"/>
                    <a:pt x="1413" y="1002"/>
                    <a:pt x="1415" y="991"/>
                  </a:cubicBezTo>
                  <a:cubicBezTo>
                    <a:pt x="1418" y="978"/>
                    <a:pt x="1439" y="902"/>
                    <a:pt x="1421" y="966"/>
                  </a:cubicBezTo>
                  <a:cubicBezTo>
                    <a:pt x="1419" y="958"/>
                    <a:pt x="1417" y="949"/>
                    <a:pt x="1415" y="941"/>
                  </a:cubicBezTo>
                  <a:cubicBezTo>
                    <a:pt x="1413" y="930"/>
                    <a:pt x="1419" y="914"/>
                    <a:pt x="1409" y="909"/>
                  </a:cubicBezTo>
                  <a:cubicBezTo>
                    <a:pt x="1403" y="906"/>
                    <a:pt x="1379" y="944"/>
                    <a:pt x="1377" y="947"/>
                  </a:cubicBezTo>
                  <a:cubicBezTo>
                    <a:pt x="1372" y="890"/>
                    <a:pt x="1373" y="878"/>
                    <a:pt x="1352" y="833"/>
                  </a:cubicBezTo>
                  <a:cubicBezTo>
                    <a:pt x="1343" y="787"/>
                    <a:pt x="1335" y="739"/>
                    <a:pt x="1320" y="695"/>
                  </a:cubicBezTo>
                  <a:cubicBezTo>
                    <a:pt x="1314" y="699"/>
                    <a:pt x="1308" y="710"/>
                    <a:pt x="1301" y="707"/>
                  </a:cubicBezTo>
                  <a:cubicBezTo>
                    <a:pt x="1293" y="703"/>
                    <a:pt x="1297" y="690"/>
                    <a:pt x="1295" y="682"/>
                  </a:cubicBezTo>
                  <a:cubicBezTo>
                    <a:pt x="1286" y="650"/>
                    <a:pt x="1275" y="614"/>
                    <a:pt x="1257" y="587"/>
                  </a:cubicBezTo>
                  <a:cubicBezTo>
                    <a:pt x="1245" y="548"/>
                    <a:pt x="1228" y="512"/>
                    <a:pt x="1219" y="473"/>
                  </a:cubicBezTo>
                  <a:cubicBezTo>
                    <a:pt x="1213" y="475"/>
                    <a:pt x="1204" y="485"/>
                    <a:pt x="1200" y="480"/>
                  </a:cubicBezTo>
                  <a:cubicBezTo>
                    <a:pt x="1173" y="449"/>
                    <a:pt x="1187" y="399"/>
                    <a:pt x="1143" y="385"/>
                  </a:cubicBezTo>
                  <a:cubicBezTo>
                    <a:pt x="1136" y="340"/>
                    <a:pt x="1131" y="297"/>
                    <a:pt x="1105" y="259"/>
                  </a:cubicBezTo>
                  <a:cubicBezTo>
                    <a:pt x="1094" y="225"/>
                    <a:pt x="1106" y="254"/>
                    <a:pt x="1080" y="221"/>
                  </a:cubicBezTo>
                  <a:cubicBezTo>
                    <a:pt x="1067" y="205"/>
                    <a:pt x="1042" y="170"/>
                    <a:pt x="1042" y="170"/>
                  </a:cubicBezTo>
                  <a:cubicBezTo>
                    <a:pt x="1036" y="172"/>
                    <a:pt x="1028" y="172"/>
                    <a:pt x="1023" y="177"/>
                  </a:cubicBezTo>
                  <a:cubicBezTo>
                    <a:pt x="1018" y="182"/>
                    <a:pt x="1024" y="196"/>
                    <a:pt x="1017" y="196"/>
                  </a:cubicBezTo>
                  <a:cubicBezTo>
                    <a:pt x="1010" y="196"/>
                    <a:pt x="1015" y="183"/>
                    <a:pt x="1011" y="177"/>
                  </a:cubicBezTo>
                  <a:cubicBezTo>
                    <a:pt x="998" y="157"/>
                    <a:pt x="966" y="120"/>
                    <a:pt x="966" y="120"/>
                  </a:cubicBezTo>
                  <a:cubicBezTo>
                    <a:pt x="960" y="122"/>
                    <a:pt x="953" y="129"/>
                    <a:pt x="948" y="126"/>
                  </a:cubicBezTo>
                  <a:cubicBezTo>
                    <a:pt x="901" y="96"/>
                    <a:pt x="906" y="72"/>
                    <a:pt x="859" y="57"/>
                  </a:cubicBezTo>
                  <a:cubicBezTo>
                    <a:pt x="857" y="63"/>
                    <a:pt x="859" y="74"/>
                    <a:pt x="853" y="76"/>
                  </a:cubicBezTo>
                  <a:cubicBezTo>
                    <a:pt x="839" y="79"/>
                    <a:pt x="827" y="49"/>
                    <a:pt x="821" y="44"/>
                  </a:cubicBezTo>
                  <a:cubicBezTo>
                    <a:pt x="795" y="24"/>
                    <a:pt x="781" y="25"/>
                    <a:pt x="752" y="19"/>
                  </a:cubicBezTo>
                  <a:cubicBezTo>
                    <a:pt x="718" y="40"/>
                    <a:pt x="719" y="19"/>
                    <a:pt x="689" y="0"/>
                  </a:cubicBezTo>
                  <a:cubicBezTo>
                    <a:pt x="668" y="30"/>
                    <a:pt x="684" y="48"/>
                    <a:pt x="651" y="25"/>
                  </a:cubicBezTo>
                  <a:cubicBezTo>
                    <a:pt x="642" y="33"/>
                    <a:pt x="632" y="40"/>
                    <a:pt x="625" y="50"/>
                  </a:cubicBezTo>
                  <a:cubicBezTo>
                    <a:pt x="621" y="55"/>
                    <a:pt x="626" y="69"/>
                    <a:pt x="619" y="69"/>
                  </a:cubicBezTo>
                  <a:cubicBezTo>
                    <a:pt x="612" y="69"/>
                    <a:pt x="615" y="56"/>
                    <a:pt x="613" y="50"/>
                  </a:cubicBezTo>
                  <a:cubicBezTo>
                    <a:pt x="605" y="25"/>
                    <a:pt x="612" y="33"/>
                    <a:pt x="588" y="25"/>
                  </a:cubicBezTo>
                  <a:cubicBezTo>
                    <a:pt x="587" y="29"/>
                    <a:pt x="579" y="79"/>
                    <a:pt x="569" y="82"/>
                  </a:cubicBezTo>
                  <a:cubicBezTo>
                    <a:pt x="563" y="84"/>
                    <a:pt x="566" y="68"/>
                    <a:pt x="562" y="63"/>
                  </a:cubicBezTo>
                  <a:cubicBezTo>
                    <a:pt x="557" y="57"/>
                    <a:pt x="549" y="54"/>
                    <a:pt x="543" y="50"/>
                  </a:cubicBezTo>
                  <a:cubicBezTo>
                    <a:pt x="529" y="109"/>
                    <a:pt x="551" y="50"/>
                    <a:pt x="512" y="82"/>
                  </a:cubicBezTo>
                  <a:cubicBezTo>
                    <a:pt x="499" y="93"/>
                    <a:pt x="496" y="112"/>
                    <a:pt x="486" y="126"/>
                  </a:cubicBezTo>
                  <a:cubicBezTo>
                    <a:pt x="484" y="134"/>
                    <a:pt x="488" y="147"/>
                    <a:pt x="480" y="151"/>
                  </a:cubicBezTo>
                  <a:cubicBezTo>
                    <a:pt x="474" y="154"/>
                    <a:pt x="481" y="133"/>
                    <a:pt x="474" y="132"/>
                  </a:cubicBezTo>
                  <a:cubicBezTo>
                    <a:pt x="465" y="130"/>
                    <a:pt x="457" y="141"/>
                    <a:pt x="449" y="145"/>
                  </a:cubicBezTo>
                  <a:cubicBezTo>
                    <a:pt x="434" y="166"/>
                    <a:pt x="430" y="183"/>
                    <a:pt x="423" y="208"/>
                  </a:cubicBezTo>
                  <a:cubicBezTo>
                    <a:pt x="421" y="200"/>
                    <a:pt x="425" y="187"/>
                    <a:pt x="417" y="183"/>
                  </a:cubicBezTo>
                  <a:cubicBezTo>
                    <a:pt x="410" y="180"/>
                    <a:pt x="403" y="190"/>
                    <a:pt x="398" y="196"/>
                  </a:cubicBezTo>
                  <a:cubicBezTo>
                    <a:pt x="388" y="209"/>
                    <a:pt x="383" y="236"/>
                    <a:pt x="373" y="252"/>
                  </a:cubicBezTo>
                  <a:cubicBezTo>
                    <a:pt x="367" y="290"/>
                    <a:pt x="353" y="343"/>
                    <a:pt x="335" y="379"/>
                  </a:cubicBezTo>
                  <a:cubicBezTo>
                    <a:pt x="314" y="422"/>
                    <a:pt x="328" y="370"/>
                    <a:pt x="310" y="429"/>
                  </a:cubicBezTo>
                  <a:cubicBezTo>
                    <a:pt x="301" y="458"/>
                    <a:pt x="300" y="489"/>
                    <a:pt x="291" y="518"/>
                  </a:cubicBezTo>
                  <a:cubicBezTo>
                    <a:pt x="241" y="418"/>
                    <a:pt x="312" y="665"/>
                    <a:pt x="240" y="688"/>
                  </a:cubicBezTo>
                  <a:cubicBezTo>
                    <a:pt x="205" y="746"/>
                    <a:pt x="195" y="820"/>
                    <a:pt x="171" y="884"/>
                  </a:cubicBezTo>
                  <a:cubicBezTo>
                    <a:pt x="169" y="878"/>
                    <a:pt x="166" y="871"/>
                    <a:pt x="164" y="865"/>
                  </a:cubicBezTo>
                  <a:cubicBezTo>
                    <a:pt x="162" y="857"/>
                    <a:pt x="166" y="836"/>
                    <a:pt x="158" y="840"/>
                  </a:cubicBezTo>
                  <a:cubicBezTo>
                    <a:pt x="141" y="849"/>
                    <a:pt x="151" y="878"/>
                    <a:pt x="145" y="897"/>
                  </a:cubicBezTo>
                  <a:cubicBezTo>
                    <a:pt x="128" y="953"/>
                    <a:pt x="126" y="1011"/>
                    <a:pt x="108" y="1067"/>
                  </a:cubicBezTo>
                  <a:cubicBezTo>
                    <a:pt x="99" y="1035"/>
                    <a:pt x="93" y="1019"/>
                    <a:pt x="70" y="1055"/>
                  </a:cubicBezTo>
                  <a:cubicBezTo>
                    <a:pt x="36" y="1032"/>
                    <a:pt x="36" y="1055"/>
                    <a:pt x="0" y="1055"/>
                  </a:cubicBezTo>
                </a:path>
              </a:pathLst>
            </a:custGeom>
            <a:noFill/>
            <a:ln w="9525" cap="flat" cmpd="sng">
              <a:solidFill>
                <a:srgbClr val="FF3300"/>
              </a:solidFill>
              <a:prstDash val="solid"/>
              <a:round/>
              <a:headEnd/>
              <a:tailEnd/>
            </a:ln>
            <a:effectLst/>
          </p:spPr>
          <p:txBody>
            <a:bodyPr wrap="none" anchor="ctr"/>
            <a:lstStyle/>
            <a:p>
              <a:endParaRPr lang="en-GB" sz="1600"/>
            </a:p>
          </p:txBody>
        </p:sp>
        <p:sp>
          <p:nvSpPr>
            <p:cNvPr id="135467" name="Freeform 299"/>
            <p:cNvSpPr>
              <a:spLocks/>
            </p:cNvSpPr>
            <p:nvPr/>
          </p:nvSpPr>
          <p:spPr bwMode="auto">
            <a:xfrm flipV="1">
              <a:off x="2008" y="2550"/>
              <a:ext cx="1484" cy="1164"/>
            </a:xfrm>
            <a:custGeom>
              <a:avLst/>
              <a:gdLst/>
              <a:ahLst/>
              <a:cxnLst>
                <a:cxn ang="0">
                  <a:pos x="13" y="1031"/>
                </a:cxn>
                <a:cxn ang="0">
                  <a:pos x="25" y="1012"/>
                </a:cxn>
                <a:cxn ang="0">
                  <a:pos x="63" y="1019"/>
                </a:cxn>
                <a:cxn ang="0">
                  <a:pos x="120" y="817"/>
                </a:cxn>
                <a:cxn ang="0">
                  <a:pos x="145" y="861"/>
                </a:cxn>
                <a:cxn ang="0">
                  <a:pos x="202" y="760"/>
                </a:cxn>
                <a:cxn ang="0">
                  <a:pos x="253" y="469"/>
                </a:cxn>
                <a:cxn ang="0">
                  <a:pos x="290" y="482"/>
                </a:cxn>
                <a:cxn ang="0">
                  <a:pos x="410" y="223"/>
                </a:cxn>
                <a:cxn ang="0">
                  <a:pos x="511" y="97"/>
                </a:cxn>
                <a:cxn ang="0">
                  <a:pos x="562" y="103"/>
                </a:cxn>
                <a:cxn ang="0">
                  <a:pos x="631" y="90"/>
                </a:cxn>
                <a:cxn ang="0">
                  <a:pos x="682" y="21"/>
                </a:cxn>
                <a:cxn ang="0">
                  <a:pos x="707" y="84"/>
                </a:cxn>
                <a:cxn ang="0">
                  <a:pos x="770" y="46"/>
                </a:cxn>
                <a:cxn ang="0">
                  <a:pos x="789" y="90"/>
                </a:cxn>
                <a:cxn ang="0">
                  <a:pos x="853" y="78"/>
                </a:cxn>
                <a:cxn ang="0">
                  <a:pos x="878" y="135"/>
                </a:cxn>
                <a:cxn ang="0">
                  <a:pos x="890" y="59"/>
                </a:cxn>
                <a:cxn ang="0">
                  <a:pos x="979" y="191"/>
                </a:cxn>
                <a:cxn ang="0">
                  <a:pos x="1023" y="172"/>
                </a:cxn>
                <a:cxn ang="0">
                  <a:pos x="1061" y="242"/>
                </a:cxn>
                <a:cxn ang="0">
                  <a:pos x="1099" y="343"/>
                </a:cxn>
                <a:cxn ang="0">
                  <a:pos x="1118" y="368"/>
                </a:cxn>
                <a:cxn ang="0">
                  <a:pos x="1162" y="406"/>
                </a:cxn>
                <a:cxn ang="0">
                  <a:pos x="1175" y="476"/>
                </a:cxn>
                <a:cxn ang="0">
                  <a:pos x="1213" y="551"/>
                </a:cxn>
                <a:cxn ang="0">
                  <a:pos x="1244" y="627"/>
                </a:cxn>
                <a:cxn ang="0">
                  <a:pos x="1288" y="741"/>
                </a:cxn>
                <a:cxn ang="0">
                  <a:pos x="1314" y="772"/>
                </a:cxn>
                <a:cxn ang="0">
                  <a:pos x="1370" y="1063"/>
                </a:cxn>
                <a:cxn ang="0">
                  <a:pos x="1459" y="1164"/>
                </a:cxn>
                <a:cxn ang="0">
                  <a:pos x="1478" y="1038"/>
                </a:cxn>
              </a:cxnLst>
              <a:rect l="0" t="0" r="r" b="b"/>
              <a:pathLst>
                <a:path w="1484" h="1164">
                  <a:moveTo>
                    <a:pt x="0" y="1057"/>
                  </a:moveTo>
                  <a:cubicBezTo>
                    <a:pt x="4" y="1048"/>
                    <a:pt x="10" y="1040"/>
                    <a:pt x="13" y="1031"/>
                  </a:cubicBezTo>
                  <a:cubicBezTo>
                    <a:pt x="17" y="1019"/>
                    <a:pt x="12" y="1004"/>
                    <a:pt x="19" y="993"/>
                  </a:cubicBezTo>
                  <a:cubicBezTo>
                    <a:pt x="23" y="987"/>
                    <a:pt x="21" y="1007"/>
                    <a:pt x="25" y="1012"/>
                  </a:cubicBezTo>
                  <a:cubicBezTo>
                    <a:pt x="30" y="1018"/>
                    <a:pt x="38" y="1021"/>
                    <a:pt x="44" y="1025"/>
                  </a:cubicBezTo>
                  <a:cubicBezTo>
                    <a:pt x="53" y="997"/>
                    <a:pt x="52" y="960"/>
                    <a:pt x="63" y="1019"/>
                  </a:cubicBezTo>
                  <a:cubicBezTo>
                    <a:pt x="88" y="983"/>
                    <a:pt x="81" y="957"/>
                    <a:pt x="88" y="911"/>
                  </a:cubicBezTo>
                  <a:cubicBezTo>
                    <a:pt x="93" y="879"/>
                    <a:pt x="108" y="847"/>
                    <a:pt x="120" y="817"/>
                  </a:cubicBezTo>
                  <a:cubicBezTo>
                    <a:pt x="124" y="823"/>
                    <a:pt x="129" y="829"/>
                    <a:pt x="133" y="836"/>
                  </a:cubicBezTo>
                  <a:cubicBezTo>
                    <a:pt x="138" y="844"/>
                    <a:pt x="136" y="859"/>
                    <a:pt x="145" y="861"/>
                  </a:cubicBezTo>
                  <a:cubicBezTo>
                    <a:pt x="152" y="863"/>
                    <a:pt x="154" y="849"/>
                    <a:pt x="158" y="842"/>
                  </a:cubicBezTo>
                  <a:cubicBezTo>
                    <a:pt x="175" y="814"/>
                    <a:pt x="184" y="786"/>
                    <a:pt x="202" y="760"/>
                  </a:cubicBezTo>
                  <a:cubicBezTo>
                    <a:pt x="219" y="704"/>
                    <a:pt x="227" y="660"/>
                    <a:pt x="234" y="602"/>
                  </a:cubicBezTo>
                  <a:cubicBezTo>
                    <a:pt x="259" y="682"/>
                    <a:pt x="237" y="514"/>
                    <a:pt x="253" y="469"/>
                  </a:cubicBezTo>
                  <a:cubicBezTo>
                    <a:pt x="259" y="478"/>
                    <a:pt x="261" y="492"/>
                    <a:pt x="271" y="495"/>
                  </a:cubicBezTo>
                  <a:cubicBezTo>
                    <a:pt x="278" y="498"/>
                    <a:pt x="285" y="488"/>
                    <a:pt x="290" y="482"/>
                  </a:cubicBezTo>
                  <a:cubicBezTo>
                    <a:pt x="296" y="475"/>
                    <a:pt x="318" y="406"/>
                    <a:pt x="322" y="393"/>
                  </a:cubicBezTo>
                  <a:cubicBezTo>
                    <a:pt x="332" y="322"/>
                    <a:pt x="354" y="268"/>
                    <a:pt x="410" y="223"/>
                  </a:cubicBezTo>
                  <a:cubicBezTo>
                    <a:pt x="422" y="200"/>
                    <a:pt x="430" y="176"/>
                    <a:pt x="442" y="153"/>
                  </a:cubicBezTo>
                  <a:cubicBezTo>
                    <a:pt x="486" y="183"/>
                    <a:pt x="499" y="134"/>
                    <a:pt x="511" y="97"/>
                  </a:cubicBezTo>
                  <a:cubicBezTo>
                    <a:pt x="524" y="114"/>
                    <a:pt x="541" y="140"/>
                    <a:pt x="549" y="135"/>
                  </a:cubicBezTo>
                  <a:cubicBezTo>
                    <a:pt x="559" y="129"/>
                    <a:pt x="555" y="112"/>
                    <a:pt x="562" y="103"/>
                  </a:cubicBezTo>
                  <a:cubicBezTo>
                    <a:pt x="573" y="89"/>
                    <a:pt x="600" y="65"/>
                    <a:pt x="600" y="65"/>
                  </a:cubicBezTo>
                  <a:cubicBezTo>
                    <a:pt x="614" y="21"/>
                    <a:pt x="618" y="70"/>
                    <a:pt x="631" y="90"/>
                  </a:cubicBezTo>
                  <a:cubicBezTo>
                    <a:pt x="636" y="66"/>
                    <a:pt x="632" y="0"/>
                    <a:pt x="663" y="46"/>
                  </a:cubicBezTo>
                  <a:cubicBezTo>
                    <a:pt x="677" y="89"/>
                    <a:pt x="677" y="38"/>
                    <a:pt x="682" y="21"/>
                  </a:cubicBezTo>
                  <a:cubicBezTo>
                    <a:pt x="684" y="44"/>
                    <a:pt x="679" y="69"/>
                    <a:pt x="688" y="90"/>
                  </a:cubicBezTo>
                  <a:cubicBezTo>
                    <a:pt x="690" y="96"/>
                    <a:pt x="703" y="89"/>
                    <a:pt x="707" y="84"/>
                  </a:cubicBezTo>
                  <a:cubicBezTo>
                    <a:pt x="718" y="70"/>
                    <a:pt x="721" y="38"/>
                    <a:pt x="733" y="21"/>
                  </a:cubicBezTo>
                  <a:cubicBezTo>
                    <a:pt x="737" y="57"/>
                    <a:pt x="741" y="123"/>
                    <a:pt x="770" y="46"/>
                  </a:cubicBezTo>
                  <a:cubicBezTo>
                    <a:pt x="772" y="54"/>
                    <a:pt x="774" y="63"/>
                    <a:pt x="777" y="71"/>
                  </a:cubicBezTo>
                  <a:cubicBezTo>
                    <a:pt x="780" y="78"/>
                    <a:pt x="782" y="93"/>
                    <a:pt x="789" y="90"/>
                  </a:cubicBezTo>
                  <a:cubicBezTo>
                    <a:pt x="802" y="84"/>
                    <a:pt x="809" y="29"/>
                    <a:pt x="815" y="15"/>
                  </a:cubicBezTo>
                  <a:cubicBezTo>
                    <a:pt x="831" y="37"/>
                    <a:pt x="838" y="56"/>
                    <a:pt x="853" y="78"/>
                  </a:cubicBezTo>
                  <a:cubicBezTo>
                    <a:pt x="857" y="91"/>
                    <a:pt x="860" y="104"/>
                    <a:pt x="865" y="116"/>
                  </a:cubicBezTo>
                  <a:cubicBezTo>
                    <a:pt x="868" y="123"/>
                    <a:pt x="872" y="139"/>
                    <a:pt x="878" y="135"/>
                  </a:cubicBezTo>
                  <a:cubicBezTo>
                    <a:pt x="887" y="129"/>
                    <a:pt x="882" y="114"/>
                    <a:pt x="884" y="103"/>
                  </a:cubicBezTo>
                  <a:cubicBezTo>
                    <a:pt x="886" y="88"/>
                    <a:pt x="888" y="74"/>
                    <a:pt x="890" y="59"/>
                  </a:cubicBezTo>
                  <a:cubicBezTo>
                    <a:pt x="912" y="119"/>
                    <a:pt x="939" y="172"/>
                    <a:pt x="966" y="229"/>
                  </a:cubicBezTo>
                  <a:cubicBezTo>
                    <a:pt x="970" y="216"/>
                    <a:pt x="976" y="204"/>
                    <a:pt x="979" y="191"/>
                  </a:cubicBezTo>
                  <a:cubicBezTo>
                    <a:pt x="984" y="166"/>
                    <a:pt x="991" y="116"/>
                    <a:pt x="991" y="116"/>
                  </a:cubicBezTo>
                  <a:cubicBezTo>
                    <a:pt x="1004" y="135"/>
                    <a:pt x="1010" y="153"/>
                    <a:pt x="1023" y="172"/>
                  </a:cubicBezTo>
                  <a:cubicBezTo>
                    <a:pt x="1028" y="196"/>
                    <a:pt x="1036" y="218"/>
                    <a:pt x="1042" y="242"/>
                  </a:cubicBezTo>
                  <a:cubicBezTo>
                    <a:pt x="1057" y="178"/>
                    <a:pt x="1036" y="242"/>
                    <a:pt x="1061" y="242"/>
                  </a:cubicBezTo>
                  <a:cubicBezTo>
                    <a:pt x="1070" y="242"/>
                    <a:pt x="1070" y="225"/>
                    <a:pt x="1074" y="217"/>
                  </a:cubicBezTo>
                  <a:cubicBezTo>
                    <a:pt x="1090" y="259"/>
                    <a:pt x="1094" y="297"/>
                    <a:pt x="1099" y="343"/>
                  </a:cubicBezTo>
                  <a:cubicBezTo>
                    <a:pt x="1103" y="337"/>
                    <a:pt x="1106" y="318"/>
                    <a:pt x="1111" y="324"/>
                  </a:cubicBezTo>
                  <a:cubicBezTo>
                    <a:pt x="1120" y="336"/>
                    <a:pt x="1117" y="353"/>
                    <a:pt x="1118" y="368"/>
                  </a:cubicBezTo>
                  <a:cubicBezTo>
                    <a:pt x="1123" y="428"/>
                    <a:pt x="1114" y="496"/>
                    <a:pt x="1143" y="551"/>
                  </a:cubicBezTo>
                  <a:cubicBezTo>
                    <a:pt x="1147" y="495"/>
                    <a:pt x="1146" y="456"/>
                    <a:pt x="1162" y="406"/>
                  </a:cubicBezTo>
                  <a:cubicBezTo>
                    <a:pt x="1164" y="440"/>
                    <a:pt x="1162" y="474"/>
                    <a:pt x="1168" y="507"/>
                  </a:cubicBezTo>
                  <a:cubicBezTo>
                    <a:pt x="1170" y="517"/>
                    <a:pt x="1173" y="466"/>
                    <a:pt x="1175" y="476"/>
                  </a:cubicBezTo>
                  <a:cubicBezTo>
                    <a:pt x="1193" y="557"/>
                    <a:pt x="1181" y="645"/>
                    <a:pt x="1194" y="728"/>
                  </a:cubicBezTo>
                  <a:cubicBezTo>
                    <a:pt x="1202" y="669"/>
                    <a:pt x="1198" y="608"/>
                    <a:pt x="1213" y="551"/>
                  </a:cubicBezTo>
                  <a:cubicBezTo>
                    <a:pt x="1216" y="538"/>
                    <a:pt x="1220" y="577"/>
                    <a:pt x="1225" y="589"/>
                  </a:cubicBezTo>
                  <a:cubicBezTo>
                    <a:pt x="1230" y="602"/>
                    <a:pt x="1238" y="614"/>
                    <a:pt x="1244" y="627"/>
                  </a:cubicBezTo>
                  <a:cubicBezTo>
                    <a:pt x="1250" y="652"/>
                    <a:pt x="1247" y="702"/>
                    <a:pt x="1276" y="659"/>
                  </a:cubicBezTo>
                  <a:cubicBezTo>
                    <a:pt x="1280" y="686"/>
                    <a:pt x="1281" y="714"/>
                    <a:pt x="1288" y="741"/>
                  </a:cubicBezTo>
                  <a:cubicBezTo>
                    <a:pt x="1293" y="760"/>
                    <a:pt x="1307" y="798"/>
                    <a:pt x="1307" y="798"/>
                  </a:cubicBezTo>
                  <a:cubicBezTo>
                    <a:pt x="1309" y="789"/>
                    <a:pt x="1313" y="763"/>
                    <a:pt x="1314" y="772"/>
                  </a:cubicBezTo>
                  <a:cubicBezTo>
                    <a:pt x="1319" y="814"/>
                    <a:pt x="1315" y="857"/>
                    <a:pt x="1320" y="899"/>
                  </a:cubicBezTo>
                  <a:cubicBezTo>
                    <a:pt x="1326" y="958"/>
                    <a:pt x="1350" y="1009"/>
                    <a:pt x="1370" y="1063"/>
                  </a:cubicBezTo>
                  <a:cubicBezTo>
                    <a:pt x="1386" y="1024"/>
                    <a:pt x="1394" y="984"/>
                    <a:pt x="1402" y="943"/>
                  </a:cubicBezTo>
                  <a:cubicBezTo>
                    <a:pt x="1411" y="1030"/>
                    <a:pt x="1444" y="1083"/>
                    <a:pt x="1459" y="1164"/>
                  </a:cubicBezTo>
                  <a:cubicBezTo>
                    <a:pt x="1464" y="1128"/>
                    <a:pt x="1465" y="1092"/>
                    <a:pt x="1471" y="1057"/>
                  </a:cubicBezTo>
                  <a:cubicBezTo>
                    <a:pt x="1472" y="1050"/>
                    <a:pt x="1471" y="1038"/>
                    <a:pt x="1478" y="1038"/>
                  </a:cubicBezTo>
                  <a:cubicBezTo>
                    <a:pt x="1484" y="1038"/>
                    <a:pt x="1478" y="1051"/>
                    <a:pt x="1478" y="1057"/>
                  </a:cubicBezTo>
                </a:path>
              </a:pathLst>
            </a:custGeom>
            <a:noFill/>
            <a:ln w="9525" cap="flat" cmpd="sng">
              <a:solidFill>
                <a:srgbClr val="FF3300"/>
              </a:solidFill>
              <a:prstDash val="solid"/>
              <a:round/>
              <a:headEnd/>
              <a:tailEnd/>
            </a:ln>
            <a:effectLst/>
          </p:spPr>
          <p:txBody>
            <a:bodyPr wrap="none" anchor="ctr"/>
            <a:lstStyle/>
            <a:p>
              <a:endParaRPr lang="en-GB" sz="1600"/>
            </a:p>
          </p:txBody>
        </p:sp>
        <p:sp>
          <p:nvSpPr>
            <p:cNvPr id="135468" name="Freeform 300"/>
            <p:cNvSpPr>
              <a:spLocks/>
            </p:cNvSpPr>
            <p:nvPr/>
          </p:nvSpPr>
          <p:spPr bwMode="auto">
            <a:xfrm>
              <a:off x="1990" y="2594"/>
              <a:ext cx="1484" cy="1164"/>
            </a:xfrm>
            <a:custGeom>
              <a:avLst/>
              <a:gdLst/>
              <a:ahLst/>
              <a:cxnLst>
                <a:cxn ang="0">
                  <a:pos x="13" y="1031"/>
                </a:cxn>
                <a:cxn ang="0">
                  <a:pos x="25" y="1012"/>
                </a:cxn>
                <a:cxn ang="0">
                  <a:pos x="63" y="1019"/>
                </a:cxn>
                <a:cxn ang="0">
                  <a:pos x="120" y="817"/>
                </a:cxn>
                <a:cxn ang="0">
                  <a:pos x="145" y="861"/>
                </a:cxn>
                <a:cxn ang="0">
                  <a:pos x="202" y="760"/>
                </a:cxn>
                <a:cxn ang="0">
                  <a:pos x="253" y="469"/>
                </a:cxn>
                <a:cxn ang="0">
                  <a:pos x="290" y="482"/>
                </a:cxn>
                <a:cxn ang="0">
                  <a:pos x="410" y="223"/>
                </a:cxn>
                <a:cxn ang="0">
                  <a:pos x="511" y="97"/>
                </a:cxn>
                <a:cxn ang="0">
                  <a:pos x="562" y="103"/>
                </a:cxn>
                <a:cxn ang="0">
                  <a:pos x="631" y="90"/>
                </a:cxn>
                <a:cxn ang="0">
                  <a:pos x="682" y="21"/>
                </a:cxn>
                <a:cxn ang="0">
                  <a:pos x="707" y="84"/>
                </a:cxn>
                <a:cxn ang="0">
                  <a:pos x="770" y="46"/>
                </a:cxn>
                <a:cxn ang="0">
                  <a:pos x="789" y="90"/>
                </a:cxn>
                <a:cxn ang="0">
                  <a:pos x="853" y="78"/>
                </a:cxn>
                <a:cxn ang="0">
                  <a:pos x="878" y="135"/>
                </a:cxn>
                <a:cxn ang="0">
                  <a:pos x="890" y="59"/>
                </a:cxn>
                <a:cxn ang="0">
                  <a:pos x="979" y="191"/>
                </a:cxn>
                <a:cxn ang="0">
                  <a:pos x="1023" y="172"/>
                </a:cxn>
                <a:cxn ang="0">
                  <a:pos x="1061" y="242"/>
                </a:cxn>
                <a:cxn ang="0">
                  <a:pos x="1099" y="343"/>
                </a:cxn>
                <a:cxn ang="0">
                  <a:pos x="1118" y="368"/>
                </a:cxn>
                <a:cxn ang="0">
                  <a:pos x="1162" y="406"/>
                </a:cxn>
                <a:cxn ang="0">
                  <a:pos x="1175" y="476"/>
                </a:cxn>
                <a:cxn ang="0">
                  <a:pos x="1213" y="551"/>
                </a:cxn>
                <a:cxn ang="0">
                  <a:pos x="1244" y="627"/>
                </a:cxn>
                <a:cxn ang="0">
                  <a:pos x="1288" y="741"/>
                </a:cxn>
                <a:cxn ang="0">
                  <a:pos x="1314" y="772"/>
                </a:cxn>
                <a:cxn ang="0">
                  <a:pos x="1370" y="1063"/>
                </a:cxn>
                <a:cxn ang="0">
                  <a:pos x="1459" y="1164"/>
                </a:cxn>
                <a:cxn ang="0">
                  <a:pos x="1478" y="1038"/>
                </a:cxn>
              </a:cxnLst>
              <a:rect l="0" t="0" r="r" b="b"/>
              <a:pathLst>
                <a:path w="1484" h="1164">
                  <a:moveTo>
                    <a:pt x="0" y="1057"/>
                  </a:moveTo>
                  <a:cubicBezTo>
                    <a:pt x="4" y="1048"/>
                    <a:pt x="10" y="1040"/>
                    <a:pt x="13" y="1031"/>
                  </a:cubicBezTo>
                  <a:cubicBezTo>
                    <a:pt x="17" y="1019"/>
                    <a:pt x="12" y="1004"/>
                    <a:pt x="19" y="993"/>
                  </a:cubicBezTo>
                  <a:cubicBezTo>
                    <a:pt x="23" y="987"/>
                    <a:pt x="21" y="1007"/>
                    <a:pt x="25" y="1012"/>
                  </a:cubicBezTo>
                  <a:cubicBezTo>
                    <a:pt x="30" y="1018"/>
                    <a:pt x="38" y="1021"/>
                    <a:pt x="44" y="1025"/>
                  </a:cubicBezTo>
                  <a:cubicBezTo>
                    <a:pt x="53" y="997"/>
                    <a:pt x="52" y="960"/>
                    <a:pt x="63" y="1019"/>
                  </a:cubicBezTo>
                  <a:cubicBezTo>
                    <a:pt x="88" y="983"/>
                    <a:pt x="81" y="957"/>
                    <a:pt x="88" y="911"/>
                  </a:cubicBezTo>
                  <a:cubicBezTo>
                    <a:pt x="93" y="879"/>
                    <a:pt x="108" y="847"/>
                    <a:pt x="120" y="817"/>
                  </a:cubicBezTo>
                  <a:cubicBezTo>
                    <a:pt x="124" y="823"/>
                    <a:pt x="129" y="829"/>
                    <a:pt x="133" y="836"/>
                  </a:cubicBezTo>
                  <a:cubicBezTo>
                    <a:pt x="138" y="844"/>
                    <a:pt x="136" y="859"/>
                    <a:pt x="145" y="861"/>
                  </a:cubicBezTo>
                  <a:cubicBezTo>
                    <a:pt x="152" y="863"/>
                    <a:pt x="154" y="849"/>
                    <a:pt x="158" y="842"/>
                  </a:cubicBezTo>
                  <a:cubicBezTo>
                    <a:pt x="175" y="814"/>
                    <a:pt x="184" y="786"/>
                    <a:pt x="202" y="760"/>
                  </a:cubicBezTo>
                  <a:cubicBezTo>
                    <a:pt x="219" y="704"/>
                    <a:pt x="227" y="660"/>
                    <a:pt x="234" y="602"/>
                  </a:cubicBezTo>
                  <a:cubicBezTo>
                    <a:pt x="259" y="682"/>
                    <a:pt x="237" y="514"/>
                    <a:pt x="253" y="469"/>
                  </a:cubicBezTo>
                  <a:cubicBezTo>
                    <a:pt x="259" y="478"/>
                    <a:pt x="261" y="492"/>
                    <a:pt x="271" y="495"/>
                  </a:cubicBezTo>
                  <a:cubicBezTo>
                    <a:pt x="278" y="498"/>
                    <a:pt x="285" y="488"/>
                    <a:pt x="290" y="482"/>
                  </a:cubicBezTo>
                  <a:cubicBezTo>
                    <a:pt x="296" y="475"/>
                    <a:pt x="318" y="406"/>
                    <a:pt x="322" y="393"/>
                  </a:cubicBezTo>
                  <a:cubicBezTo>
                    <a:pt x="332" y="322"/>
                    <a:pt x="354" y="268"/>
                    <a:pt x="410" y="223"/>
                  </a:cubicBezTo>
                  <a:cubicBezTo>
                    <a:pt x="422" y="200"/>
                    <a:pt x="430" y="176"/>
                    <a:pt x="442" y="153"/>
                  </a:cubicBezTo>
                  <a:cubicBezTo>
                    <a:pt x="486" y="183"/>
                    <a:pt x="499" y="134"/>
                    <a:pt x="511" y="97"/>
                  </a:cubicBezTo>
                  <a:cubicBezTo>
                    <a:pt x="524" y="114"/>
                    <a:pt x="541" y="140"/>
                    <a:pt x="549" y="135"/>
                  </a:cubicBezTo>
                  <a:cubicBezTo>
                    <a:pt x="559" y="129"/>
                    <a:pt x="555" y="112"/>
                    <a:pt x="562" y="103"/>
                  </a:cubicBezTo>
                  <a:cubicBezTo>
                    <a:pt x="573" y="89"/>
                    <a:pt x="600" y="65"/>
                    <a:pt x="600" y="65"/>
                  </a:cubicBezTo>
                  <a:cubicBezTo>
                    <a:pt x="614" y="21"/>
                    <a:pt x="618" y="70"/>
                    <a:pt x="631" y="90"/>
                  </a:cubicBezTo>
                  <a:cubicBezTo>
                    <a:pt x="636" y="66"/>
                    <a:pt x="632" y="0"/>
                    <a:pt x="663" y="46"/>
                  </a:cubicBezTo>
                  <a:cubicBezTo>
                    <a:pt x="677" y="89"/>
                    <a:pt x="677" y="38"/>
                    <a:pt x="682" y="21"/>
                  </a:cubicBezTo>
                  <a:cubicBezTo>
                    <a:pt x="684" y="44"/>
                    <a:pt x="679" y="69"/>
                    <a:pt x="688" y="90"/>
                  </a:cubicBezTo>
                  <a:cubicBezTo>
                    <a:pt x="690" y="96"/>
                    <a:pt x="703" y="89"/>
                    <a:pt x="707" y="84"/>
                  </a:cubicBezTo>
                  <a:cubicBezTo>
                    <a:pt x="718" y="70"/>
                    <a:pt x="721" y="38"/>
                    <a:pt x="733" y="21"/>
                  </a:cubicBezTo>
                  <a:cubicBezTo>
                    <a:pt x="737" y="57"/>
                    <a:pt x="741" y="123"/>
                    <a:pt x="770" y="46"/>
                  </a:cubicBezTo>
                  <a:cubicBezTo>
                    <a:pt x="772" y="54"/>
                    <a:pt x="774" y="63"/>
                    <a:pt x="777" y="71"/>
                  </a:cubicBezTo>
                  <a:cubicBezTo>
                    <a:pt x="780" y="78"/>
                    <a:pt x="782" y="93"/>
                    <a:pt x="789" y="90"/>
                  </a:cubicBezTo>
                  <a:cubicBezTo>
                    <a:pt x="802" y="84"/>
                    <a:pt x="809" y="29"/>
                    <a:pt x="815" y="15"/>
                  </a:cubicBezTo>
                  <a:cubicBezTo>
                    <a:pt x="831" y="37"/>
                    <a:pt x="838" y="56"/>
                    <a:pt x="853" y="78"/>
                  </a:cubicBezTo>
                  <a:cubicBezTo>
                    <a:pt x="857" y="91"/>
                    <a:pt x="860" y="104"/>
                    <a:pt x="865" y="116"/>
                  </a:cubicBezTo>
                  <a:cubicBezTo>
                    <a:pt x="868" y="123"/>
                    <a:pt x="872" y="139"/>
                    <a:pt x="878" y="135"/>
                  </a:cubicBezTo>
                  <a:cubicBezTo>
                    <a:pt x="887" y="129"/>
                    <a:pt x="882" y="114"/>
                    <a:pt x="884" y="103"/>
                  </a:cubicBezTo>
                  <a:cubicBezTo>
                    <a:pt x="886" y="88"/>
                    <a:pt x="888" y="74"/>
                    <a:pt x="890" y="59"/>
                  </a:cubicBezTo>
                  <a:cubicBezTo>
                    <a:pt x="912" y="119"/>
                    <a:pt x="939" y="172"/>
                    <a:pt x="966" y="229"/>
                  </a:cubicBezTo>
                  <a:cubicBezTo>
                    <a:pt x="970" y="216"/>
                    <a:pt x="976" y="204"/>
                    <a:pt x="979" y="191"/>
                  </a:cubicBezTo>
                  <a:cubicBezTo>
                    <a:pt x="984" y="166"/>
                    <a:pt x="991" y="116"/>
                    <a:pt x="991" y="116"/>
                  </a:cubicBezTo>
                  <a:cubicBezTo>
                    <a:pt x="1004" y="135"/>
                    <a:pt x="1010" y="153"/>
                    <a:pt x="1023" y="172"/>
                  </a:cubicBezTo>
                  <a:cubicBezTo>
                    <a:pt x="1028" y="196"/>
                    <a:pt x="1036" y="218"/>
                    <a:pt x="1042" y="242"/>
                  </a:cubicBezTo>
                  <a:cubicBezTo>
                    <a:pt x="1057" y="178"/>
                    <a:pt x="1036" y="242"/>
                    <a:pt x="1061" y="242"/>
                  </a:cubicBezTo>
                  <a:cubicBezTo>
                    <a:pt x="1070" y="242"/>
                    <a:pt x="1070" y="225"/>
                    <a:pt x="1074" y="217"/>
                  </a:cubicBezTo>
                  <a:cubicBezTo>
                    <a:pt x="1090" y="259"/>
                    <a:pt x="1094" y="297"/>
                    <a:pt x="1099" y="343"/>
                  </a:cubicBezTo>
                  <a:cubicBezTo>
                    <a:pt x="1103" y="337"/>
                    <a:pt x="1106" y="318"/>
                    <a:pt x="1111" y="324"/>
                  </a:cubicBezTo>
                  <a:cubicBezTo>
                    <a:pt x="1120" y="336"/>
                    <a:pt x="1117" y="353"/>
                    <a:pt x="1118" y="368"/>
                  </a:cubicBezTo>
                  <a:cubicBezTo>
                    <a:pt x="1123" y="428"/>
                    <a:pt x="1114" y="496"/>
                    <a:pt x="1143" y="551"/>
                  </a:cubicBezTo>
                  <a:cubicBezTo>
                    <a:pt x="1147" y="495"/>
                    <a:pt x="1146" y="456"/>
                    <a:pt x="1162" y="406"/>
                  </a:cubicBezTo>
                  <a:cubicBezTo>
                    <a:pt x="1164" y="440"/>
                    <a:pt x="1162" y="474"/>
                    <a:pt x="1168" y="507"/>
                  </a:cubicBezTo>
                  <a:cubicBezTo>
                    <a:pt x="1170" y="517"/>
                    <a:pt x="1173" y="466"/>
                    <a:pt x="1175" y="476"/>
                  </a:cubicBezTo>
                  <a:cubicBezTo>
                    <a:pt x="1193" y="557"/>
                    <a:pt x="1181" y="645"/>
                    <a:pt x="1194" y="728"/>
                  </a:cubicBezTo>
                  <a:cubicBezTo>
                    <a:pt x="1202" y="669"/>
                    <a:pt x="1198" y="608"/>
                    <a:pt x="1213" y="551"/>
                  </a:cubicBezTo>
                  <a:cubicBezTo>
                    <a:pt x="1216" y="538"/>
                    <a:pt x="1220" y="577"/>
                    <a:pt x="1225" y="589"/>
                  </a:cubicBezTo>
                  <a:cubicBezTo>
                    <a:pt x="1230" y="602"/>
                    <a:pt x="1238" y="614"/>
                    <a:pt x="1244" y="627"/>
                  </a:cubicBezTo>
                  <a:cubicBezTo>
                    <a:pt x="1250" y="652"/>
                    <a:pt x="1247" y="702"/>
                    <a:pt x="1276" y="659"/>
                  </a:cubicBezTo>
                  <a:cubicBezTo>
                    <a:pt x="1280" y="686"/>
                    <a:pt x="1281" y="714"/>
                    <a:pt x="1288" y="741"/>
                  </a:cubicBezTo>
                  <a:cubicBezTo>
                    <a:pt x="1293" y="760"/>
                    <a:pt x="1307" y="798"/>
                    <a:pt x="1307" y="798"/>
                  </a:cubicBezTo>
                  <a:cubicBezTo>
                    <a:pt x="1309" y="789"/>
                    <a:pt x="1313" y="763"/>
                    <a:pt x="1314" y="772"/>
                  </a:cubicBezTo>
                  <a:cubicBezTo>
                    <a:pt x="1319" y="814"/>
                    <a:pt x="1315" y="857"/>
                    <a:pt x="1320" y="899"/>
                  </a:cubicBezTo>
                  <a:cubicBezTo>
                    <a:pt x="1326" y="958"/>
                    <a:pt x="1350" y="1009"/>
                    <a:pt x="1370" y="1063"/>
                  </a:cubicBezTo>
                  <a:cubicBezTo>
                    <a:pt x="1386" y="1024"/>
                    <a:pt x="1394" y="984"/>
                    <a:pt x="1402" y="943"/>
                  </a:cubicBezTo>
                  <a:cubicBezTo>
                    <a:pt x="1411" y="1030"/>
                    <a:pt x="1444" y="1083"/>
                    <a:pt x="1459" y="1164"/>
                  </a:cubicBezTo>
                  <a:cubicBezTo>
                    <a:pt x="1464" y="1128"/>
                    <a:pt x="1465" y="1092"/>
                    <a:pt x="1471" y="1057"/>
                  </a:cubicBezTo>
                  <a:cubicBezTo>
                    <a:pt x="1472" y="1050"/>
                    <a:pt x="1471" y="1038"/>
                    <a:pt x="1478" y="1038"/>
                  </a:cubicBezTo>
                  <a:cubicBezTo>
                    <a:pt x="1484" y="1038"/>
                    <a:pt x="1478" y="1051"/>
                    <a:pt x="1478" y="1057"/>
                  </a:cubicBezTo>
                </a:path>
              </a:pathLst>
            </a:custGeom>
            <a:noFill/>
            <a:ln w="9525" cap="flat" cmpd="sng">
              <a:solidFill>
                <a:srgbClr val="FF3300"/>
              </a:solidFill>
              <a:prstDash val="solid"/>
              <a:round/>
              <a:headEnd/>
              <a:tailEnd/>
            </a:ln>
            <a:effectLst/>
          </p:spPr>
          <p:txBody>
            <a:bodyPr wrap="none" anchor="ctr"/>
            <a:lstStyle/>
            <a:p>
              <a:endParaRPr lang="en-GB" sz="1600"/>
            </a:p>
          </p:txBody>
        </p:sp>
        <p:sp>
          <p:nvSpPr>
            <p:cNvPr id="135469" name="Freeform 301"/>
            <p:cNvSpPr>
              <a:spLocks/>
            </p:cNvSpPr>
            <p:nvPr/>
          </p:nvSpPr>
          <p:spPr bwMode="auto">
            <a:xfrm flipV="1">
              <a:off x="1911" y="2570"/>
              <a:ext cx="1492" cy="1162"/>
            </a:xfrm>
            <a:custGeom>
              <a:avLst/>
              <a:gdLst/>
              <a:ahLst/>
              <a:cxnLst>
                <a:cxn ang="0">
                  <a:pos x="34" y="1093"/>
                </a:cxn>
                <a:cxn ang="0">
                  <a:pos x="72" y="1093"/>
                </a:cxn>
                <a:cxn ang="0">
                  <a:pos x="91" y="1112"/>
                </a:cxn>
                <a:cxn ang="0">
                  <a:pos x="160" y="1086"/>
                </a:cxn>
                <a:cxn ang="0">
                  <a:pos x="173" y="1124"/>
                </a:cxn>
                <a:cxn ang="0">
                  <a:pos x="223" y="1143"/>
                </a:cxn>
                <a:cxn ang="0">
                  <a:pos x="287" y="1143"/>
                </a:cxn>
                <a:cxn ang="0">
                  <a:pos x="337" y="1162"/>
                </a:cxn>
                <a:cxn ang="0">
                  <a:pos x="369" y="1124"/>
                </a:cxn>
                <a:cxn ang="0">
                  <a:pos x="432" y="1105"/>
                </a:cxn>
                <a:cxn ang="0">
                  <a:pos x="495" y="1068"/>
                </a:cxn>
                <a:cxn ang="0">
                  <a:pos x="533" y="1061"/>
                </a:cxn>
                <a:cxn ang="0">
                  <a:pos x="571" y="1061"/>
                </a:cxn>
                <a:cxn ang="0">
                  <a:pos x="590" y="1074"/>
                </a:cxn>
                <a:cxn ang="0">
                  <a:pos x="621" y="954"/>
                </a:cxn>
                <a:cxn ang="0">
                  <a:pos x="628" y="973"/>
                </a:cxn>
                <a:cxn ang="0">
                  <a:pos x="634" y="948"/>
                </a:cxn>
                <a:cxn ang="0">
                  <a:pos x="647" y="922"/>
                </a:cxn>
                <a:cxn ang="0">
                  <a:pos x="691" y="809"/>
                </a:cxn>
                <a:cxn ang="0">
                  <a:pos x="741" y="657"/>
                </a:cxn>
                <a:cxn ang="0">
                  <a:pos x="767" y="606"/>
                </a:cxn>
                <a:cxn ang="0">
                  <a:pos x="798" y="531"/>
                </a:cxn>
                <a:cxn ang="0">
                  <a:pos x="805" y="499"/>
                </a:cxn>
                <a:cxn ang="0">
                  <a:pos x="811" y="480"/>
                </a:cxn>
                <a:cxn ang="0">
                  <a:pos x="823" y="430"/>
                </a:cxn>
                <a:cxn ang="0">
                  <a:pos x="861" y="329"/>
                </a:cxn>
                <a:cxn ang="0">
                  <a:pos x="956" y="120"/>
                </a:cxn>
                <a:cxn ang="0">
                  <a:pos x="988" y="101"/>
                </a:cxn>
                <a:cxn ang="0">
                  <a:pos x="1007" y="63"/>
                </a:cxn>
                <a:cxn ang="0">
                  <a:pos x="1013" y="89"/>
                </a:cxn>
                <a:cxn ang="0">
                  <a:pos x="1019" y="108"/>
                </a:cxn>
                <a:cxn ang="0">
                  <a:pos x="1057" y="57"/>
                </a:cxn>
                <a:cxn ang="0">
                  <a:pos x="1063" y="89"/>
                </a:cxn>
                <a:cxn ang="0">
                  <a:pos x="1070" y="114"/>
                </a:cxn>
                <a:cxn ang="0">
                  <a:pos x="1095" y="82"/>
                </a:cxn>
                <a:cxn ang="0">
                  <a:pos x="1101" y="57"/>
                </a:cxn>
                <a:cxn ang="0">
                  <a:pos x="1108" y="38"/>
                </a:cxn>
                <a:cxn ang="0">
                  <a:pos x="1127" y="82"/>
                </a:cxn>
                <a:cxn ang="0">
                  <a:pos x="1146" y="57"/>
                </a:cxn>
                <a:cxn ang="0">
                  <a:pos x="1152" y="32"/>
                </a:cxn>
                <a:cxn ang="0">
                  <a:pos x="1171" y="82"/>
                </a:cxn>
                <a:cxn ang="0">
                  <a:pos x="1215" y="25"/>
                </a:cxn>
                <a:cxn ang="0">
                  <a:pos x="1259" y="13"/>
                </a:cxn>
                <a:cxn ang="0">
                  <a:pos x="1291" y="44"/>
                </a:cxn>
                <a:cxn ang="0">
                  <a:pos x="1303" y="19"/>
                </a:cxn>
                <a:cxn ang="0">
                  <a:pos x="1335" y="57"/>
                </a:cxn>
                <a:cxn ang="0">
                  <a:pos x="1392" y="0"/>
                </a:cxn>
                <a:cxn ang="0">
                  <a:pos x="1417" y="76"/>
                </a:cxn>
                <a:cxn ang="0">
                  <a:pos x="1442" y="70"/>
                </a:cxn>
                <a:cxn ang="0">
                  <a:pos x="1461" y="70"/>
                </a:cxn>
                <a:cxn ang="0">
                  <a:pos x="1474" y="133"/>
                </a:cxn>
                <a:cxn ang="0">
                  <a:pos x="1487" y="120"/>
                </a:cxn>
              </a:cxnLst>
              <a:rect l="0" t="0" r="r" b="b"/>
              <a:pathLst>
                <a:path w="1492" h="1162">
                  <a:moveTo>
                    <a:pt x="34" y="1093"/>
                  </a:moveTo>
                  <a:cubicBezTo>
                    <a:pt x="106" y="1138"/>
                    <a:pt x="0" y="1080"/>
                    <a:pt x="72" y="1093"/>
                  </a:cubicBezTo>
                  <a:cubicBezTo>
                    <a:pt x="81" y="1095"/>
                    <a:pt x="85" y="1106"/>
                    <a:pt x="91" y="1112"/>
                  </a:cubicBezTo>
                  <a:cubicBezTo>
                    <a:pt x="108" y="1103"/>
                    <a:pt x="141" y="1084"/>
                    <a:pt x="160" y="1086"/>
                  </a:cubicBezTo>
                  <a:cubicBezTo>
                    <a:pt x="161" y="1086"/>
                    <a:pt x="173" y="1123"/>
                    <a:pt x="173" y="1124"/>
                  </a:cubicBezTo>
                  <a:cubicBezTo>
                    <a:pt x="223" y="1112"/>
                    <a:pt x="180" y="1129"/>
                    <a:pt x="223" y="1143"/>
                  </a:cubicBezTo>
                  <a:cubicBezTo>
                    <a:pt x="281" y="1121"/>
                    <a:pt x="264" y="1109"/>
                    <a:pt x="287" y="1143"/>
                  </a:cubicBezTo>
                  <a:cubicBezTo>
                    <a:pt x="337" y="1131"/>
                    <a:pt x="327" y="1099"/>
                    <a:pt x="337" y="1162"/>
                  </a:cubicBezTo>
                  <a:cubicBezTo>
                    <a:pt x="349" y="1150"/>
                    <a:pt x="354" y="1132"/>
                    <a:pt x="369" y="1124"/>
                  </a:cubicBezTo>
                  <a:cubicBezTo>
                    <a:pt x="388" y="1114"/>
                    <a:pt x="411" y="1113"/>
                    <a:pt x="432" y="1105"/>
                  </a:cubicBezTo>
                  <a:cubicBezTo>
                    <a:pt x="471" y="1162"/>
                    <a:pt x="468" y="1081"/>
                    <a:pt x="495" y="1068"/>
                  </a:cubicBezTo>
                  <a:cubicBezTo>
                    <a:pt x="507" y="1062"/>
                    <a:pt x="520" y="1063"/>
                    <a:pt x="533" y="1061"/>
                  </a:cubicBezTo>
                  <a:cubicBezTo>
                    <a:pt x="577" y="994"/>
                    <a:pt x="545" y="1028"/>
                    <a:pt x="571" y="1061"/>
                  </a:cubicBezTo>
                  <a:cubicBezTo>
                    <a:pt x="576" y="1067"/>
                    <a:pt x="584" y="1070"/>
                    <a:pt x="590" y="1074"/>
                  </a:cubicBezTo>
                  <a:cubicBezTo>
                    <a:pt x="600" y="1033"/>
                    <a:pt x="614" y="996"/>
                    <a:pt x="621" y="954"/>
                  </a:cubicBezTo>
                  <a:cubicBezTo>
                    <a:pt x="623" y="960"/>
                    <a:pt x="622" y="976"/>
                    <a:pt x="628" y="973"/>
                  </a:cubicBezTo>
                  <a:cubicBezTo>
                    <a:pt x="636" y="969"/>
                    <a:pt x="631" y="956"/>
                    <a:pt x="634" y="948"/>
                  </a:cubicBezTo>
                  <a:cubicBezTo>
                    <a:pt x="637" y="939"/>
                    <a:pt x="643" y="931"/>
                    <a:pt x="647" y="922"/>
                  </a:cubicBezTo>
                  <a:cubicBezTo>
                    <a:pt x="664" y="883"/>
                    <a:pt x="665" y="843"/>
                    <a:pt x="691" y="809"/>
                  </a:cubicBezTo>
                  <a:cubicBezTo>
                    <a:pt x="707" y="758"/>
                    <a:pt x="725" y="708"/>
                    <a:pt x="741" y="657"/>
                  </a:cubicBezTo>
                  <a:cubicBezTo>
                    <a:pt x="747" y="639"/>
                    <a:pt x="760" y="624"/>
                    <a:pt x="767" y="606"/>
                  </a:cubicBezTo>
                  <a:cubicBezTo>
                    <a:pt x="773" y="575"/>
                    <a:pt x="784" y="559"/>
                    <a:pt x="798" y="531"/>
                  </a:cubicBezTo>
                  <a:cubicBezTo>
                    <a:pt x="800" y="520"/>
                    <a:pt x="802" y="510"/>
                    <a:pt x="805" y="499"/>
                  </a:cubicBezTo>
                  <a:cubicBezTo>
                    <a:pt x="807" y="493"/>
                    <a:pt x="809" y="486"/>
                    <a:pt x="811" y="480"/>
                  </a:cubicBezTo>
                  <a:cubicBezTo>
                    <a:pt x="815" y="463"/>
                    <a:pt x="823" y="430"/>
                    <a:pt x="823" y="430"/>
                  </a:cubicBezTo>
                  <a:cubicBezTo>
                    <a:pt x="829" y="374"/>
                    <a:pt x="816" y="351"/>
                    <a:pt x="861" y="329"/>
                  </a:cubicBezTo>
                  <a:cubicBezTo>
                    <a:pt x="879" y="256"/>
                    <a:pt x="921" y="187"/>
                    <a:pt x="956" y="120"/>
                  </a:cubicBezTo>
                  <a:cubicBezTo>
                    <a:pt x="967" y="153"/>
                    <a:pt x="958" y="145"/>
                    <a:pt x="988" y="101"/>
                  </a:cubicBezTo>
                  <a:cubicBezTo>
                    <a:pt x="1003" y="79"/>
                    <a:pt x="998" y="86"/>
                    <a:pt x="1007" y="63"/>
                  </a:cubicBezTo>
                  <a:cubicBezTo>
                    <a:pt x="1009" y="72"/>
                    <a:pt x="1011" y="80"/>
                    <a:pt x="1013" y="89"/>
                  </a:cubicBezTo>
                  <a:cubicBezTo>
                    <a:pt x="1015" y="95"/>
                    <a:pt x="1014" y="112"/>
                    <a:pt x="1019" y="108"/>
                  </a:cubicBezTo>
                  <a:cubicBezTo>
                    <a:pt x="1036" y="96"/>
                    <a:pt x="1057" y="57"/>
                    <a:pt x="1057" y="57"/>
                  </a:cubicBezTo>
                  <a:cubicBezTo>
                    <a:pt x="1059" y="68"/>
                    <a:pt x="1061" y="78"/>
                    <a:pt x="1063" y="89"/>
                  </a:cubicBezTo>
                  <a:cubicBezTo>
                    <a:pt x="1065" y="97"/>
                    <a:pt x="1062" y="116"/>
                    <a:pt x="1070" y="114"/>
                  </a:cubicBezTo>
                  <a:cubicBezTo>
                    <a:pt x="1083" y="111"/>
                    <a:pt x="1087" y="93"/>
                    <a:pt x="1095" y="82"/>
                  </a:cubicBezTo>
                  <a:cubicBezTo>
                    <a:pt x="1097" y="74"/>
                    <a:pt x="1099" y="65"/>
                    <a:pt x="1101" y="57"/>
                  </a:cubicBezTo>
                  <a:cubicBezTo>
                    <a:pt x="1103" y="51"/>
                    <a:pt x="1102" y="36"/>
                    <a:pt x="1108" y="38"/>
                  </a:cubicBezTo>
                  <a:cubicBezTo>
                    <a:pt x="1112" y="39"/>
                    <a:pt x="1125" y="76"/>
                    <a:pt x="1127" y="82"/>
                  </a:cubicBezTo>
                  <a:cubicBezTo>
                    <a:pt x="1133" y="74"/>
                    <a:pt x="1141" y="66"/>
                    <a:pt x="1146" y="57"/>
                  </a:cubicBezTo>
                  <a:cubicBezTo>
                    <a:pt x="1150" y="49"/>
                    <a:pt x="1144" y="29"/>
                    <a:pt x="1152" y="32"/>
                  </a:cubicBezTo>
                  <a:cubicBezTo>
                    <a:pt x="1156" y="33"/>
                    <a:pt x="1168" y="74"/>
                    <a:pt x="1171" y="82"/>
                  </a:cubicBezTo>
                  <a:cubicBezTo>
                    <a:pt x="1195" y="67"/>
                    <a:pt x="1198" y="49"/>
                    <a:pt x="1215" y="25"/>
                  </a:cubicBezTo>
                  <a:cubicBezTo>
                    <a:pt x="1239" y="60"/>
                    <a:pt x="1244" y="44"/>
                    <a:pt x="1259" y="13"/>
                  </a:cubicBezTo>
                  <a:cubicBezTo>
                    <a:pt x="1269" y="48"/>
                    <a:pt x="1254" y="81"/>
                    <a:pt x="1291" y="44"/>
                  </a:cubicBezTo>
                  <a:cubicBezTo>
                    <a:pt x="1295" y="36"/>
                    <a:pt x="1294" y="21"/>
                    <a:pt x="1303" y="19"/>
                  </a:cubicBezTo>
                  <a:cubicBezTo>
                    <a:pt x="1310" y="18"/>
                    <a:pt x="1332" y="53"/>
                    <a:pt x="1335" y="57"/>
                  </a:cubicBezTo>
                  <a:cubicBezTo>
                    <a:pt x="1363" y="42"/>
                    <a:pt x="1374" y="26"/>
                    <a:pt x="1392" y="0"/>
                  </a:cubicBezTo>
                  <a:cubicBezTo>
                    <a:pt x="1397" y="29"/>
                    <a:pt x="1401" y="51"/>
                    <a:pt x="1417" y="76"/>
                  </a:cubicBezTo>
                  <a:cubicBezTo>
                    <a:pt x="1425" y="74"/>
                    <a:pt x="1435" y="75"/>
                    <a:pt x="1442" y="70"/>
                  </a:cubicBezTo>
                  <a:cubicBezTo>
                    <a:pt x="1459" y="56"/>
                    <a:pt x="1437" y="32"/>
                    <a:pt x="1461" y="70"/>
                  </a:cubicBezTo>
                  <a:cubicBezTo>
                    <a:pt x="1477" y="159"/>
                    <a:pt x="1460" y="67"/>
                    <a:pt x="1474" y="133"/>
                  </a:cubicBezTo>
                  <a:cubicBezTo>
                    <a:pt x="1492" y="217"/>
                    <a:pt x="1487" y="222"/>
                    <a:pt x="1487" y="120"/>
                  </a:cubicBezTo>
                </a:path>
              </a:pathLst>
            </a:custGeom>
            <a:noFill/>
            <a:ln w="9525" cap="flat" cmpd="sng">
              <a:solidFill>
                <a:srgbClr val="FF3300"/>
              </a:solidFill>
              <a:prstDash val="solid"/>
              <a:round/>
              <a:headEnd/>
              <a:tailEnd/>
            </a:ln>
            <a:effectLst/>
          </p:spPr>
          <p:txBody>
            <a:bodyPr wrap="none" anchor="ctr"/>
            <a:lstStyle/>
            <a:p>
              <a:endParaRPr lang="en-GB" sz="1600"/>
            </a:p>
          </p:txBody>
        </p:sp>
        <p:sp>
          <p:nvSpPr>
            <p:cNvPr id="135470" name="Freeform 302"/>
            <p:cNvSpPr>
              <a:spLocks/>
            </p:cNvSpPr>
            <p:nvPr/>
          </p:nvSpPr>
          <p:spPr bwMode="auto">
            <a:xfrm flipV="1">
              <a:off x="1992" y="2539"/>
              <a:ext cx="1349" cy="1269"/>
            </a:xfrm>
            <a:custGeom>
              <a:avLst/>
              <a:gdLst/>
              <a:ahLst/>
              <a:cxnLst>
                <a:cxn ang="0">
                  <a:pos x="4" y="151"/>
                </a:cxn>
                <a:cxn ang="0">
                  <a:pos x="42" y="95"/>
                </a:cxn>
                <a:cxn ang="0">
                  <a:pos x="67" y="57"/>
                </a:cxn>
                <a:cxn ang="0">
                  <a:pos x="73" y="76"/>
                </a:cxn>
                <a:cxn ang="0">
                  <a:pos x="67" y="95"/>
                </a:cxn>
                <a:cxn ang="0">
                  <a:pos x="99" y="38"/>
                </a:cxn>
                <a:cxn ang="0">
                  <a:pos x="143" y="13"/>
                </a:cxn>
                <a:cxn ang="0">
                  <a:pos x="149" y="69"/>
                </a:cxn>
                <a:cxn ang="0">
                  <a:pos x="168" y="63"/>
                </a:cxn>
                <a:cxn ang="0">
                  <a:pos x="200" y="19"/>
                </a:cxn>
                <a:cxn ang="0">
                  <a:pos x="212" y="101"/>
                </a:cxn>
                <a:cxn ang="0">
                  <a:pos x="231" y="63"/>
                </a:cxn>
                <a:cxn ang="0">
                  <a:pos x="257" y="0"/>
                </a:cxn>
                <a:cxn ang="0">
                  <a:pos x="263" y="95"/>
                </a:cxn>
                <a:cxn ang="0">
                  <a:pos x="295" y="82"/>
                </a:cxn>
                <a:cxn ang="0">
                  <a:pos x="320" y="31"/>
                </a:cxn>
                <a:cxn ang="0">
                  <a:pos x="358" y="63"/>
                </a:cxn>
                <a:cxn ang="0">
                  <a:pos x="383" y="145"/>
                </a:cxn>
                <a:cxn ang="0">
                  <a:pos x="402" y="126"/>
                </a:cxn>
                <a:cxn ang="0">
                  <a:pos x="408" y="107"/>
                </a:cxn>
                <a:cxn ang="0">
                  <a:pos x="433" y="164"/>
                </a:cxn>
                <a:cxn ang="0">
                  <a:pos x="452" y="189"/>
                </a:cxn>
                <a:cxn ang="0">
                  <a:pos x="478" y="158"/>
                </a:cxn>
                <a:cxn ang="0">
                  <a:pos x="484" y="133"/>
                </a:cxn>
                <a:cxn ang="0">
                  <a:pos x="497" y="151"/>
                </a:cxn>
                <a:cxn ang="0">
                  <a:pos x="516" y="227"/>
                </a:cxn>
                <a:cxn ang="0">
                  <a:pos x="547" y="259"/>
                </a:cxn>
                <a:cxn ang="0">
                  <a:pos x="553" y="335"/>
                </a:cxn>
                <a:cxn ang="0">
                  <a:pos x="572" y="322"/>
                </a:cxn>
                <a:cxn ang="0">
                  <a:pos x="579" y="341"/>
                </a:cxn>
                <a:cxn ang="0">
                  <a:pos x="604" y="474"/>
                </a:cxn>
                <a:cxn ang="0">
                  <a:pos x="629" y="398"/>
                </a:cxn>
                <a:cxn ang="0">
                  <a:pos x="673" y="606"/>
                </a:cxn>
                <a:cxn ang="0">
                  <a:pos x="699" y="657"/>
                </a:cxn>
                <a:cxn ang="0">
                  <a:pos x="718" y="638"/>
                </a:cxn>
                <a:cxn ang="0">
                  <a:pos x="737" y="663"/>
                </a:cxn>
                <a:cxn ang="0">
                  <a:pos x="756" y="859"/>
                </a:cxn>
                <a:cxn ang="0">
                  <a:pos x="781" y="859"/>
                </a:cxn>
                <a:cxn ang="0">
                  <a:pos x="800" y="941"/>
                </a:cxn>
                <a:cxn ang="0">
                  <a:pos x="831" y="979"/>
                </a:cxn>
                <a:cxn ang="0">
                  <a:pos x="983" y="1225"/>
                </a:cxn>
                <a:cxn ang="0">
                  <a:pos x="995" y="1244"/>
                </a:cxn>
                <a:cxn ang="0">
                  <a:pos x="1059" y="1175"/>
                </a:cxn>
                <a:cxn ang="0">
                  <a:pos x="1078" y="1244"/>
                </a:cxn>
                <a:cxn ang="0">
                  <a:pos x="1135" y="1225"/>
                </a:cxn>
                <a:cxn ang="0">
                  <a:pos x="1198" y="1149"/>
                </a:cxn>
                <a:cxn ang="0">
                  <a:pos x="1204" y="1181"/>
                </a:cxn>
                <a:cxn ang="0">
                  <a:pos x="1210" y="1206"/>
                </a:cxn>
                <a:cxn ang="0">
                  <a:pos x="1236" y="1194"/>
                </a:cxn>
                <a:cxn ang="0">
                  <a:pos x="1261" y="1194"/>
                </a:cxn>
                <a:cxn ang="0">
                  <a:pos x="1280" y="1181"/>
                </a:cxn>
                <a:cxn ang="0">
                  <a:pos x="1305" y="1124"/>
                </a:cxn>
                <a:cxn ang="0">
                  <a:pos x="1330" y="1130"/>
                </a:cxn>
                <a:cxn ang="0">
                  <a:pos x="1349" y="1137"/>
                </a:cxn>
                <a:cxn ang="0">
                  <a:pos x="1330" y="1143"/>
                </a:cxn>
                <a:cxn ang="0">
                  <a:pos x="1273" y="1156"/>
                </a:cxn>
              </a:cxnLst>
              <a:rect l="0" t="0" r="r" b="b"/>
              <a:pathLst>
                <a:path w="1349" h="1269">
                  <a:moveTo>
                    <a:pt x="4" y="151"/>
                  </a:moveTo>
                  <a:cubicBezTo>
                    <a:pt x="46" y="82"/>
                    <a:pt x="0" y="155"/>
                    <a:pt x="42" y="95"/>
                  </a:cubicBezTo>
                  <a:cubicBezTo>
                    <a:pt x="51" y="83"/>
                    <a:pt x="67" y="57"/>
                    <a:pt x="67" y="57"/>
                  </a:cubicBezTo>
                  <a:cubicBezTo>
                    <a:pt x="69" y="63"/>
                    <a:pt x="73" y="69"/>
                    <a:pt x="73" y="76"/>
                  </a:cubicBezTo>
                  <a:cubicBezTo>
                    <a:pt x="73" y="83"/>
                    <a:pt x="64" y="101"/>
                    <a:pt x="67" y="95"/>
                  </a:cubicBezTo>
                  <a:cubicBezTo>
                    <a:pt x="103" y="28"/>
                    <a:pt x="56" y="95"/>
                    <a:pt x="99" y="38"/>
                  </a:cubicBezTo>
                  <a:cubicBezTo>
                    <a:pt x="112" y="81"/>
                    <a:pt x="118" y="36"/>
                    <a:pt x="143" y="13"/>
                  </a:cubicBezTo>
                  <a:cubicBezTo>
                    <a:pt x="145" y="32"/>
                    <a:pt x="141" y="52"/>
                    <a:pt x="149" y="69"/>
                  </a:cubicBezTo>
                  <a:cubicBezTo>
                    <a:pt x="152" y="75"/>
                    <a:pt x="163" y="68"/>
                    <a:pt x="168" y="63"/>
                  </a:cubicBezTo>
                  <a:cubicBezTo>
                    <a:pt x="181" y="50"/>
                    <a:pt x="200" y="19"/>
                    <a:pt x="200" y="19"/>
                  </a:cubicBezTo>
                  <a:cubicBezTo>
                    <a:pt x="208" y="45"/>
                    <a:pt x="192" y="81"/>
                    <a:pt x="212" y="101"/>
                  </a:cubicBezTo>
                  <a:cubicBezTo>
                    <a:pt x="222" y="111"/>
                    <a:pt x="225" y="76"/>
                    <a:pt x="231" y="63"/>
                  </a:cubicBezTo>
                  <a:cubicBezTo>
                    <a:pt x="240" y="42"/>
                    <a:pt x="249" y="21"/>
                    <a:pt x="257" y="0"/>
                  </a:cubicBezTo>
                  <a:cubicBezTo>
                    <a:pt x="259" y="32"/>
                    <a:pt x="250" y="66"/>
                    <a:pt x="263" y="95"/>
                  </a:cubicBezTo>
                  <a:cubicBezTo>
                    <a:pt x="268" y="105"/>
                    <a:pt x="287" y="90"/>
                    <a:pt x="295" y="82"/>
                  </a:cubicBezTo>
                  <a:cubicBezTo>
                    <a:pt x="308" y="68"/>
                    <a:pt x="309" y="47"/>
                    <a:pt x="320" y="31"/>
                  </a:cubicBezTo>
                  <a:cubicBezTo>
                    <a:pt x="325" y="93"/>
                    <a:pt x="324" y="147"/>
                    <a:pt x="358" y="63"/>
                  </a:cubicBezTo>
                  <a:cubicBezTo>
                    <a:pt x="367" y="90"/>
                    <a:pt x="374" y="118"/>
                    <a:pt x="383" y="145"/>
                  </a:cubicBezTo>
                  <a:cubicBezTo>
                    <a:pt x="389" y="139"/>
                    <a:pt x="397" y="133"/>
                    <a:pt x="402" y="126"/>
                  </a:cubicBezTo>
                  <a:cubicBezTo>
                    <a:pt x="406" y="120"/>
                    <a:pt x="403" y="103"/>
                    <a:pt x="408" y="107"/>
                  </a:cubicBezTo>
                  <a:cubicBezTo>
                    <a:pt x="419" y="115"/>
                    <a:pt x="428" y="148"/>
                    <a:pt x="433" y="164"/>
                  </a:cubicBezTo>
                  <a:cubicBezTo>
                    <a:pt x="444" y="244"/>
                    <a:pt x="431" y="220"/>
                    <a:pt x="452" y="189"/>
                  </a:cubicBezTo>
                  <a:cubicBezTo>
                    <a:pt x="459" y="178"/>
                    <a:pt x="469" y="168"/>
                    <a:pt x="478" y="158"/>
                  </a:cubicBezTo>
                  <a:cubicBezTo>
                    <a:pt x="480" y="150"/>
                    <a:pt x="476" y="136"/>
                    <a:pt x="484" y="133"/>
                  </a:cubicBezTo>
                  <a:cubicBezTo>
                    <a:pt x="491" y="130"/>
                    <a:pt x="494" y="144"/>
                    <a:pt x="497" y="151"/>
                  </a:cubicBezTo>
                  <a:cubicBezTo>
                    <a:pt x="507" y="175"/>
                    <a:pt x="507" y="203"/>
                    <a:pt x="516" y="227"/>
                  </a:cubicBezTo>
                  <a:cubicBezTo>
                    <a:pt x="555" y="176"/>
                    <a:pt x="538" y="223"/>
                    <a:pt x="547" y="259"/>
                  </a:cubicBezTo>
                  <a:cubicBezTo>
                    <a:pt x="549" y="284"/>
                    <a:pt x="544" y="311"/>
                    <a:pt x="553" y="335"/>
                  </a:cubicBezTo>
                  <a:cubicBezTo>
                    <a:pt x="556" y="342"/>
                    <a:pt x="565" y="320"/>
                    <a:pt x="572" y="322"/>
                  </a:cubicBezTo>
                  <a:cubicBezTo>
                    <a:pt x="579" y="324"/>
                    <a:pt x="577" y="335"/>
                    <a:pt x="579" y="341"/>
                  </a:cubicBezTo>
                  <a:cubicBezTo>
                    <a:pt x="603" y="265"/>
                    <a:pt x="581" y="428"/>
                    <a:pt x="604" y="474"/>
                  </a:cubicBezTo>
                  <a:cubicBezTo>
                    <a:pt x="610" y="444"/>
                    <a:pt x="616" y="425"/>
                    <a:pt x="629" y="398"/>
                  </a:cubicBezTo>
                  <a:cubicBezTo>
                    <a:pt x="652" y="465"/>
                    <a:pt x="652" y="538"/>
                    <a:pt x="673" y="606"/>
                  </a:cubicBezTo>
                  <a:cubicBezTo>
                    <a:pt x="699" y="544"/>
                    <a:pt x="687" y="463"/>
                    <a:pt x="699" y="657"/>
                  </a:cubicBezTo>
                  <a:cubicBezTo>
                    <a:pt x="705" y="651"/>
                    <a:pt x="714" y="630"/>
                    <a:pt x="718" y="638"/>
                  </a:cubicBezTo>
                  <a:cubicBezTo>
                    <a:pt x="738" y="683"/>
                    <a:pt x="709" y="772"/>
                    <a:pt x="737" y="663"/>
                  </a:cubicBezTo>
                  <a:cubicBezTo>
                    <a:pt x="741" y="765"/>
                    <a:pt x="742" y="782"/>
                    <a:pt x="756" y="859"/>
                  </a:cubicBezTo>
                  <a:cubicBezTo>
                    <a:pt x="759" y="847"/>
                    <a:pt x="764" y="798"/>
                    <a:pt x="781" y="859"/>
                  </a:cubicBezTo>
                  <a:cubicBezTo>
                    <a:pt x="811" y="963"/>
                    <a:pt x="767" y="892"/>
                    <a:pt x="800" y="941"/>
                  </a:cubicBezTo>
                  <a:cubicBezTo>
                    <a:pt x="811" y="975"/>
                    <a:pt x="789" y="1021"/>
                    <a:pt x="831" y="979"/>
                  </a:cubicBezTo>
                  <a:cubicBezTo>
                    <a:pt x="862" y="1040"/>
                    <a:pt x="953" y="1165"/>
                    <a:pt x="983" y="1225"/>
                  </a:cubicBezTo>
                  <a:cubicBezTo>
                    <a:pt x="1010" y="1269"/>
                    <a:pt x="982" y="1252"/>
                    <a:pt x="995" y="1244"/>
                  </a:cubicBezTo>
                  <a:cubicBezTo>
                    <a:pt x="1013" y="1190"/>
                    <a:pt x="1027" y="1222"/>
                    <a:pt x="1059" y="1175"/>
                  </a:cubicBezTo>
                  <a:cubicBezTo>
                    <a:pt x="1074" y="1223"/>
                    <a:pt x="1068" y="1200"/>
                    <a:pt x="1078" y="1244"/>
                  </a:cubicBezTo>
                  <a:cubicBezTo>
                    <a:pt x="1109" y="1223"/>
                    <a:pt x="1109" y="1186"/>
                    <a:pt x="1135" y="1225"/>
                  </a:cubicBezTo>
                  <a:cubicBezTo>
                    <a:pt x="1164" y="1203"/>
                    <a:pt x="1175" y="1178"/>
                    <a:pt x="1198" y="1149"/>
                  </a:cubicBezTo>
                  <a:cubicBezTo>
                    <a:pt x="1200" y="1160"/>
                    <a:pt x="1202" y="1170"/>
                    <a:pt x="1204" y="1181"/>
                  </a:cubicBezTo>
                  <a:cubicBezTo>
                    <a:pt x="1206" y="1189"/>
                    <a:pt x="1202" y="1203"/>
                    <a:pt x="1210" y="1206"/>
                  </a:cubicBezTo>
                  <a:cubicBezTo>
                    <a:pt x="1219" y="1210"/>
                    <a:pt x="1227" y="1198"/>
                    <a:pt x="1236" y="1194"/>
                  </a:cubicBezTo>
                  <a:cubicBezTo>
                    <a:pt x="1264" y="1149"/>
                    <a:pt x="1231" y="1188"/>
                    <a:pt x="1261" y="1194"/>
                  </a:cubicBezTo>
                  <a:cubicBezTo>
                    <a:pt x="1269" y="1195"/>
                    <a:pt x="1274" y="1185"/>
                    <a:pt x="1280" y="1181"/>
                  </a:cubicBezTo>
                  <a:cubicBezTo>
                    <a:pt x="1292" y="1162"/>
                    <a:pt x="1298" y="1145"/>
                    <a:pt x="1305" y="1124"/>
                  </a:cubicBezTo>
                  <a:cubicBezTo>
                    <a:pt x="1317" y="1187"/>
                    <a:pt x="1301" y="1145"/>
                    <a:pt x="1330" y="1130"/>
                  </a:cubicBezTo>
                  <a:cubicBezTo>
                    <a:pt x="1336" y="1127"/>
                    <a:pt x="1343" y="1135"/>
                    <a:pt x="1349" y="1137"/>
                  </a:cubicBezTo>
                  <a:cubicBezTo>
                    <a:pt x="1349" y="1137"/>
                    <a:pt x="1336" y="1140"/>
                    <a:pt x="1330" y="1143"/>
                  </a:cubicBezTo>
                  <a:cubicBezTo>
                    <a:pt x="1288" y="1161"/>
                    <a:pt x="1322" y="1156"/>
                    <a:pt x="1273" y="1156"/>
                  </a:cubicBezTo>
                </a:path>
              </a:pathLst>
            </a:custGeom>
            <a:noFill/>
            <a:ln w="9525" cap="flat" cmpd="sng">
              <a:solidFill>
                <a:srgbClr val="FF3300"/>
              </a:solidFill>
              <a:prstDash val="solid"/>
              <a:round/>
              <a:headEnd/>
              <a:tailEnd/>
            </a:ln>
            <a:effectLst/>
          </p:spPr>
          <p:txBody>
            <a:bodyPr wrap="none" anchor="ctr"/>
            <a:lstStyle/>
            <a:p>
              <a:endParaRPr lang="en-GB" sz="1600"/>
            </a:p>
          </p:txBody>
        </p:sp>
        <p:sp>
          <p:nvSpPr>
            <p:cNvPr id="135471" name="Freeform 303"/>
            <p:cNvSpPr>
              <a:spLocks/>
            </p:cNvSpPr>
            <p:nvPr/>
          </p:nvSpPr>
          <p:spPr bwMode="auto">
            <a:xfrm flipV="1">
              <a:off x="2015" y="2553"/>
              <a:ext cx="1396" cy="1206"/>
            </a:xfrm>
            <a:custGeom>
              <a:avLst/>
              <a:gdLst/>
              <a:ahLst/>
              <a:cxnLst>
                <a:cxn ang="0">
                  <a:pos x="0" y="156"/>
                </a:cxn>
                <a:cxn ang="0">
                  <a:pos x="50" y="81"/>
                </a:cxn>
                <a:cxn ang="0">
                  <a:pos x="76" y="62"/>
                </a:cxn>
                <a:cxn ang="0">
                  <a:pos x="107" y="17"/>
                </a:cxn>
                <a:cxn ang="0">
                  <a:pos x="139" y="100"/>
                </a:cxn>
                <a:cxn ang="0">
                  <a:pos x="196" y="74"/>
                </a:cxn>
                <a:cxn ang="0">
                  <a:pos x="240" y="43"/>
                </a:cxn>
                <a:cxn ang="0">
                  <a:pos x="253" y="93"/>
                </a:cxn>
                <a:cxn ang="0">
                  <a:pos x="303" y="68"/>
                </a:cxn>
                <a:cxn ang="0">
                  <a:pos x="328" y="112"/>
                </a:cxn>
                <a:cxn ang="0">
                  <a:pos x="379" y="62"/>
                </a:cxn>
                <a:cxn ang="0">
                  <a:pos x="417" y="125"/>
                </a:cxn>
                <a:cxn ang="0">
                  <a:pos x="429" y="106"/>
                </a:cxn>
                <a:cxn ang="0">
                  <a:pos x="436" y="137"/>
                </a:cxn>
                <a:cxn ang="0">
                  <a:pos x="455" y="207"/>
                </a:cxn>
                <a:cxn ang="0">
                  <a:pos x="486" y="213"/>
                </a:cxn>
                <a:cxn ang="0">
                  <a:pos x="518" y="207"/>
                </a:cxn>
                <a:cxn ang="0">
                  <a:pos x="524" y="226"/>
                </a:cxn>
                <a:cxn ang="0">
                  <a:pos x="543" y="232"/>
                </a:cxn>
                <a:cxn ang="0">
                  <a:pos x="549" y="283"/>
                </a:cxn>
                <a:cxn ang="0">
                  <a:pos x="562" y="321"/>
                </a:cxn>
                <a:cxn ang="0">
                  <a:pos x="606" y="359"/>
                </a:cxn>
                <a:cxn ang="0">
                  <a:pos x="625" y="415"/>
                </a:cxn>
                <a:cxn ang="0">
                  <a:pos x="669" y="580"/>
                </a:cxn>
                <a:cxn ang="0">
                  <a:pos x="695" y="719"/>
                </a:cxn>
                <a:cxn ang="0">
                  <a:pos x="701" y="693"/>
                </a:cxn>
                <a:cxn ang="0">
                  <a:pos x="707" y="712"/>
                </a:cxn>
                <a:cxn ang="0">
                  <a:pos x="714" y="731"/>
                </a:cxn>
                <a:cxn ang="0">
                  <a:pos x="733" y="807"/>
                </a:cxn>
                <a:cxn ang="0">
                  <a:pos x="739" y="895"/>
                </a:cxn>
                <a:cxn ang="0">
                  <a:pos x="758" y="927"/>
                </a:cxn>
                <a:cxn ang="0">
                  <a:pos x="802" y="1041"/>
                </a:cxn>
                <a:cxn ang="0">
                  <a:pos x="846" y="1041"/>
                </a:cxn>
                <a:cxn ang="0">
                  <a:pos x="922" y="1116"/>
                </a:cxn>
                <a:cxn ang="0">
                  <a:pos x="947" y="1186"/>
                </a:cxn>
                <a:cxn ang="0">
                  <a:pos x="934" y="1186"/>
                </a:cxn>
                <a:cxn ang="0">
                  <a:pos x="998" y="1192"/>
                </a:cxn>
                <a:cxn ang="0">
                  <a:pos x="1036" y="1161"/>
                </a:cxn>
                <a:cxn ang="0">
                  <a:pos x="1048" y="1180"/>
                </a:cxn>
                <a:cxn ang="0">
                  <a:pos x="1074" y="1192"/>
                </a:cxn>
                <a:cxn ang="0">
                  <a:pos x="1162" y="1167"/>
                </a:cxn>
                <a:cxn ang="0">
                  <a:pos x="1232" y="1161"/>
                </a:cxn>
                <a:cxn ang="0">
                  <a:pos x="1295" y="1110"/>
                </a:cxn>
                <a:cxn ang="0">
                  <a:pos x="1358" y="1123"/>
                </a:cxn>
                <a:cxn ang="0">
                  <a:pos x="1396" y="1085"/>
                </a:cxn>
              </a:cxnLst>
              <a:rect l="0" t="0" r="r" b="b"/>
              <a:pathLst>
                <a:path w="1396" h="1206">
                  <a:moveTo>
                    <a:pt x="0" y="156"/>
                  </a:moveTo>
                  <a:cubicBezTo>
                    <a:pt x="17" y="134"/>
                    <a:pt x="32" y="101"/>
                    <a:pt x="50" y="81"/>
                  </a:cubicBezTo>
                  <a:cubicBezTo>
                    <a:pt x="57" y="73"/>
                    <a:pt x="68" y="70"/>
                    <a:pt x="76" y="62"/>
                  </a:cubicBezTo>
                  <a:cubicBezTo>
                    <a:pt x="85" y="53"/>
                    <a:pt x="100" y="29"/>
                    <a:pt x="107" y="17"/>
                  </a:cubicBezTo>
                  <a:cubicBezTo>
                    <a:pt x="114" y="59"/>
                    <a:pt x="111" y="72"/>
                    <a:pt x="139" y="100"/>
                  </a:cubicBezTo>
                  <a:cubicBezTo>
                    <a:pt x="166" y="91"/>
                    <a:pt x="176" y="91"/>
                    <a:pt x="196" y="74"/>
                  </a:cubicBezTo>
                  <a:cubicBezTo>
                    <a:pt x="233" y="42"/>
                    <a:pt x="206" y="54"/>
                    <a:pt x="240" y="43"/>
                  </a:cubicBezTo>
                  <a:cubicBezTo>
                    <a:pt x="240" y="44"/>
                    <a:pt x="252" y="93"/>
                    <a:pt x="253" y="93"/>
                  </a:cubicBezTo>
                  <a:cubicBezTo>
                    <a:pt x="271" y="96"/>
                    <a:pt x="285" y="74"/>
                    <a:pt x="303" y="68"/>
                  </a:cubicBezTo>
                  <a:cubicBezTo>
                    <a:pt x="325" y="0"/>
                    <a:pt x="322" y="29"/>
                    <a:pt x="328" y="112"/>
                  </a:cubicBezTo>
                  <a:cubicBezTo>
                    <a:pt x="362" y="87"/>
                    <a:pt x="348" y="81"/>
                    <a:pt x="379" y="62"/>
                  </a:cubicBezTo>
                  <a:cubicBezTo>
                    <a:pt x="389" y="104"/>
                    <a:pt x="361" y="152"/>
                    <a:pt x="417" y="125"/>
                  </a:cubicBezTo>
                  <a:cubicBezTo>
                    <a:pt x="421" y="119"/>
                    <a:pt x="423" y="102"/>
                    <a:pt x="429" y="106"/>
                  </a:cubicBezTo>
                  <a:cubicBezTo>
                    <a:pt x="438" y="112"/>
                    <a:pt x="434" y="127"/>
                    <a:pt x="436" y="137"/>
                  </a:cubicBezTo>
                  <a:cubicBezTo>
                    <a:pt x="447" y="193"/>
                    <a:pt x="435" y="157"/>
                    <a:pt x="455" y="207"/>
                  </a:cubicBezTo>
                  <a:cubicBezTo>
                    <a:pt x="502" y="175"/>
                    <a:pt x="449" y="202"/>
                    <a:pt x="486" y="213"/>
                  </a:cubicBezTo>
                  <a:cubicBezTo>
                    <a:pt x="496" y="216"/>
                    <a:pt x="507" y="209"/>
                    <a:pt x="518" y="207"/>
                  </a:cubicBezTo>
                  <a:cubicBezTo>
                    <a:pt x="520" y="213"/>
                    <a:pt x="519" y="221"/>
                    <a:pt x="524" y="226"/>
                  </a:cubicBezTo>
                  <a:cubicBezTo>
                    <a:pt x="529" y="231"/>
                    <a:pt x="540" y="226"/>
                    <a:pt x="543" y="232"/>
                  </a:cubicBezTo>
                  <a:cubicBezTo>
                    <a:pt x="550" y="248"/>
                    <a:pt x="545" y="266"/>
                    <a:pt x="549" y="283"/>
                  </a:cubicBezTo>
                  <a:cubicBezTo>
                    <a:pt x="552" y="296"/>
                    <a:pt x="558" y="308"/>
                    <a:pt x="562" y="321"/>
                  </a:cubicBezTo>
                  <a:cubicBezTo>
                    <a:pt x="610" y="273"/>
                    <a:pt x="599" y="288"/>
                    <a:pt x="606" y="359"/>
                  </a:cubicBezTo>
                  <a:cubicBezTo>
                    <a:pt x="653" y="327"/>
                    <a:pt x="629" y="392"/>
                    <a:pt x="625" y="415"/>
                  </a:cubicBezTo>
                  <a:cubicBezTo>
                    <a:pt x="631" y="518"/>
                    <a:pt x="607" y="533"/>
                    <a:pt x="669" y="580"/>
                  </a:cubicBezTo>
                  <a:cubicBezTo>
                    <a:pt x="682" y="626"/>
                    <a:pt x="685" y="673"/>
                    <a:pt x="695" y="719"/>
                  </a:cubicBezTo>
                  <a:cubicBezTo>
                    <a:pt x="697" y="710"/>
                    <a:pt x="693" y="697"/>
                    <a:pt x="701" y="693"/>
                  </a:cubicBezTo>
                  <a:cubicBezTo>
                    <a:pt x="707" y="690"/>
                    <a:pt x="705" y="706"/>
                    <a:pt x="707" y="712"/>
                  </a:cubicBezTo>
                  <a:cubicBezTo>
                    <a:pt x="709" y="718"/>
                    <a:pt x="712" y="725"/>
                    <a:pt x="714" y="731"/>
                  </a:cubicBezTo>
                  <a:cubicBezTo>
                    <a:pt x="722" y="756"/>
                    <a:pt x="733" y="807"/>
                    <a:pt x="733" y="807"/>
                  </a:cubicBezTo>
                  <a:cubicBezTo>
                    <a:pt x="735" y="836"/>
                    <a:pt x="733" y="866"/>
                    <a:pt x="739" y="895"/>
                  </a:cubicBezTo>
                  <a:cubicBezTo>
                    <a:pt x="742" y="907"/>
                    <a:pt x="753" y="916"/>
                    <a:pt x="758" y="927"/>
                  </a:cubicBezTo>
                  <a:cubicBezTo>
                    <a:pt x="776" y="965"/>
                    <a:pt x="778" y="1005"/>
                    <a:pt x="802" y="1041"/>
                  </a:cubicBezTo>
                  <a:cubicBezTo>
                    <a:pt x="813" y="1006"/>
                    <a:pt x="817" y="1030"/>
                    <a:pt x="846" y="1041"/>
                  </a:cubicBezTo>
                  <a:cubicBezTo>
                    <a:pt x="878" y="1083"/>
                    <a:pt x="874" y="1098"/>
                    <a:pt x="922" y="1116"/>
                  </a:cubicBezTo>
                  <a:cubicBezTo>
                    <a:pt x="940" y="1142"/>
                    <a:pt x="936" y="1157"/>
                    <a:pt x="947" y="1186"/>
                  </a:cubicBezTo>
                  <a:cubicBezTo>
                    <a:pt x="955" y="1206"/>
                    <a:pt x="924" y="1167"/>
                    <a:pt x="934" y="1186"/>
                  </a:cubicBezTo>
                  <a:cubicBezTo>
                    <a:pt x="941" y="1169"/>
                    <a:pt x="987" y="1206"/>
                    <a:pt x="998" y="1192"/>
                  </a:cubicBezTo>
                  <a:cubicBezTo>
                    <a:pt x="1008" y="1179"/>
                    <a:pt x="1024" y="1173"/>
                    <a:pt x="1036" y="1161"/>
                  </a:cubicBezTo>
                  <a:cubicBezTo>
                    <a:pt x="1040" y="1167"/>
                    <a:pt x="1041" y="1177"/>
                    <a:pt x="1048" y="1180"/>
                  </a:cubicBezTo>
                  <a:cubicBezTo>
                    <a:pt x="1082" y="1193"/>
                    <a:pt x="1056" y="1144"/>
                    <a:pt x="1074" y="1192"/>
                  </a:cubicBezTo>
                  <a:cubicBezTo>
                    <a:pt x="1145" y="1157"/>
                    <a:pt x="1114" y="1156"/>
                    <a:pt x="1162" y="1167"/>
                  </a:cubicBezTo>
                  <a:cubicBezTo>
                    <a:pt x="1192" y="1160"/>
                    <a:pt x="1201" y="1153"/>
                    <a:pt x="1232" y="1161"/>
                  </a:cubicBezTo>
                  <a:cubicBezTo>
                    <a:pt x="1251" y="1141"/>
                    <a:pt x="1295" y="1110"/>
                    <a:pt x="1295" y="1110"/>
                  </a:cubicBezTo>
                  <a:cubicBezTo>
                    <a:pt x="1314" y="1140"/>
                    <a:pt x="1327" y="1138"/>
                    <a:pt x="1358" y="1123"/>
                  </a:cubicBezTo>
                  <a:cubicBezTo>
                    <a:pt x="1373" y="1077"/>
                    <a:pt x="1357" y="1085"/>
                    <a:pt x="1396" y="1085"/>
                  </a:cubicBezTo>
                </a:path>
              </a:pathLst>
            </a:custGeom>
            <a:noFill/>
            <a:ln w="9525" cap="flat" cmpd="sng">
              <a:solidFill>
                <a:srgbClr val="FF3300"/>
              </a:solidFill>
              <a:prstDash val="solid"/>
              <a:round/>
              <a:headEnd/>
              <a:tailEnd/>
            </a:ln>
            <a:effectLst/>
          </p:spPr>
          <p:txBody>
            <a:bodyPr wrap="none" anchor="ctr"/>
            <a:lstStyle/>
            <a:p>
              <a:endParaRPr lang="en-GB" sz="1600"/>
            </a:p>
          </p:txBody>
        </p:sp>
        <p:sp>
          <p:nvSpPr>
            <p:cNvPr id="135472" name="Freeform 304"/>
            <p:cNvSpPr>
              <a:spLocks/>
            </p:cNvSpPr>
            <p:nvPr/>
          </p:nvSpPr>
          <p:spPr bwMode="auto">
            <a:xfrm flipV="1">
              <a:off x="1939" y="2577"/>
              <a:ext cx="1472" cy="1067"/>
            </a:xfrm>
            <a:custGeom>
              <a:avLst/>
              <a:gdLst/>
              <a:ahLst/>
              <a:cxnLst>
                <a:cxn ang="0">
                  <a:pos x="1472" y="1048"/>
                </a:cxn>
                <a:cxn ang="0">
                  <a:pos x="1409" y="1023"/>
                </a:cxn>
                <a:cxn ang="0">
                  <a:pos x="1415" y="991"/>
                </a:cxn>
                <a:cxn ang="0">
                  <a:pos x="1421" y="966"/>
                </a:cxn>
                <a:cxn ang="0">
                  <a:pos x="1415" y="941"/>
                </a:cxn>
                <a:cxn ang="0">
                  <a:pos x="1409" y="909"/>
                </a:cxn>
                <a:cxn ang="0">
                  <a:pos x="1377" y="947"/>
                </a:cxn>
                <a:cxn ang="0">
                  <a:pos x="1352" y="833"/>
                </a:cxn>
                <a:cxn ang="0">
                  <a:pos x="1320" y="695"/>
                </a:cxn>
                <a:cxn ang="0">
                  <a:pos x="1301" y="707"/>
                </a:cxn>
                <a:cxn ang="0">
                  <a:pos x="1295" y="682"/>
                </a:cxn>
                <a:cxn ang="0">
                  <a:pos x="1257" y="587"/>
                </a:cxn>
                <a:cxn ang="0">
                  <a:pos x="1219" y="473"/>
                </a:cxn>
                <a:cxn ang="0">
                  <a:pos x="1200" y="480"/>
                </a:cxn>
                <a:cxn ang="0">
                  <a:pos x="1143" y="385"/>
                </a:cxn>
                <a:cxn ang="0">
                  <a:pos x="1105" y="259"/>
                </a:cxn>
                <a:cxn ang="0">
                  <a:pos x="1080" y="221"/>
                </a:cxn>
                <a:cxn ang="0">
                  <a:pos x="1042" y="170"/>
                </a:cxn>
                <a:cxn ang="0">
                  <a:pos x="1023" y="177"/>
                </a:cxn>
                <a:cxn ang="0">
                  <a:pos x="1017" y="196"/>
                </a:cxn>
                <a:cxn ang="0">
                  <a:pos x="1011" y="177"/>
                </a:cxn>
                <a:cxn ang="0">
                  <a:pos x="966" y="120"/>
                </a:cxn>
                <a:cxn ang="0">
                  <a:pos x="948" y="126"/>
                </a:cxn>
                <a:cxn ang="0">
                  <a:pos x="859" y="57"/>
                </a:cxn>
                <a:cxn ang="0">
                  <a:pos x="853" y="76"/>
                </a:cxn>
                <a:cxn ang="0">
                  <a:pos x="821" y="44"/>
                </a:cxn>
                <a:cxn ang="0">
                  <a:pos x="752" y="19"/>
                </a:cxn>
                <a:cxn ang="0">
                  <a:pos x="689" y="0"/>
                </a:cxn>
                <a:cxn ang="0">
                  <a:pos x="651" y="25"/>
                </a:cxn>
                <a:cxn ang="0">
                  <a:pos x="625" y="50"/>
                </a:cxn>
                <a:cxn ang="0">
                  <a:pos x="619" y="69"/>
                </a:cxn>
                <a:cxn ang="0">
                  <a:pos x="613" y="50"/>
                </a:cxn>
                <a:cxn ang="0">
                  <a:pos x="588" y="25"/>
                </a:cxn>
                <a:cxn ang="0">
                  <a:pos x="569" y="82"/>
                </a:cxn>
                <a:cxn ang="0">
                  <a:pos x="562" y="63"/>
                </a:cxn>
                <a:cxn ang="0">
                  <a:pos x="543" y="50"/>
                </a:cxn>
                <a:cxn ang="0">
                  <a:pos x="512" y="82"/>
                </a:cxn>
                <a:cxn ang="0">
                  <a:pos x="486" y="126"/>
                </a:cxn>
                <a:cxn ang="0">
                  <a:pos x="480" y="151"/>
                </a:cxn>
                <a:cxn ang="0">
                  <a:pos x="474" y="132"/>
                </a:cxn>
                <a:cxn ang="0">
                  <a:pos x="449" y="145"/>
                </a:cxn>
                <a:cxn ang="0">
                  <a:pos x="423" y="208"/>
                </a:cxn>
                <a:cxn ang="0">
                  <a:pos x="417" y="183"/>
                </a:cxn>
                <a:cxn ang="0">
                  <a:pos x="398" y="196"/>
                </a:cxn>
                <a:cxn ang="0">
                  <a:pos x="373" y="252"/>
                </a:cxn>
                <a:cxn ang="0">
                  <a:pos x="335" y="379"/>
                </a:cxn>
                <a:cxn ang="0">
                  <a:pos x="310" y="429"/>
                </a:cxn>
                <a:cxn ang="0">
                  <a:pos x="291" y="518"/>
                </a:cxn>
                <a:cxn ang="0">
                  <a:pos x="240" y="688"/>
                </a:cxn>
                <a:cxn ang="0">
                  <a:pos x="171" y="884"/>
                </a:cxn>
                <a:cxn ang="0">
                  <a:pos x="164" y="865"/>
                </a:cxn>
                <a:cxn ang="0">
                  <a:pos x="158" y="840"/>
                </a:cxn>
                <a:cxn ang="0">
                  <a:pos x="145" y="897"/>
                </a:cxn>
                <a:cxn ang="0">
                  <a:pos x="108" y="1067"/>
                </a:cxn>
                <a:cxn ang="0">
                  <a:pos x="70" y="1055"/>
                </a:cxn>
                <a:cxn ang="0">
                  <a:pos x="0" y="1055"/>
                </a:cxn>
              </a:cxnLst>
              <a:rect l="0" t="0" r="r" b="b"/>
              <a:pathLst>
                <a:path w="1472" h="1067">
                  <a:moveTo>
                    <a:pt x="1472" y="1048"/>
                  </a:moveTo>
                  <a:cubicBezTo>
                    <a:pt x="1451" y="1038"/>
                    <a:pt x="1431" y="1030"/>
                    <a:pt x="1409" y="1023"/>
                  </a:cubicBezTo>
                  <a:cubicBezTo>
                    <a:pt x="1411" y="1012"/>
                    <a:pt x="1413" y="1002"/>
                    <a:pt x="1415" y="991"/>
                  </a:cubicBezTo>
                  <a:cubicBezTo>
                    <a:pt x="1418" y="978"/>
                    <a:pt x="1439" y="902"/>
                    <a:pt x="1421" y="966"/>
                  </a:cubicBezTo>
                  <a:cubicBezTo>
                    <a:pt x="1419" y="958"/>
                    <a:pt x="1417" y="949"/>
                    <a:pt x="1415" y="941"/>
                  </a:cubicBezTo>
                  <a:cubicBezTo>
                    <a:pt x="1413" y="930"/>
                    <a:pt x="1419" y="914"/>
                    <a:pt x="1409" y="909"/>
                  </a:cubicBezTo>
                  <a:cubicBezTo>
                    <a:pt x="1403" y="906"/>
                    <a:pt x="1379" y="944"/>
                    <a:pt x="1377" y="947"/>
                  </a:cubicBezTo>
                  <a:cubicBezTo>
                    <a:pt x="1372" y="890"/>
                    <a:pt x="1373" y="878"/>
                    <a:pt x="1352" y="833"/>
                  </a:cubicBezTo>
                  <a:cubicBezTo>
                    <a:pt x="1343" y="787"/>
                    <a:pt x="1335" y="739"/>
                    <a:pt x="1320" y="695"/>
                  </a:cubicBezTo>
                  <a:cubicBezTo>
                    <a:pt x="1314" y="699"/>
                    <a:pt x="1308" y="710"/>
                    <a:pt x="1301" y="707"/>
                  </a:cubicBezTo>
                  <a:cubicBezTo>
                    <a:pt x="1293" y="703"/>
                    <a:pt x="1297" y="690"/>
                    <a:pt x="1295" y="682"/>
                  </a:cubicBezTo>
                  <a:cubicBezTo>
                    <a:pt x="1286" y="650"/>
                    <a:pt x="1275" y="614"/>
                    <a:pt x="1257" y="587"/>
                  </a:cubicBezTo>
                  <a:cubicBezTo>
                    <a:pt x="1245" y="548"/>
                    <a:pt x="1228" y="512"/>
                    <a:pt x="1219" y="473"/>
                  </a:cubicBezTo>
                  <a:cubicBezTo>
                    <a:pt x="1213" y="475"/>
                    <a:pt x="1204" y="485"/>
                    <a:pt x="1200" y="480"/>
                  </a:cubicBezTo>
                  <a:cubicBezTo>
                    <a:pt x="1173" y="449"/>
                    <a:pt x="1187" y="399"/>
                    <a:pt x="1143" y="385"/>
                  </a:cubicBezTo>
                  <a:cubicBezTo>
                    <a:pt x="1136" y="340"/>
                    <a:pt x="1131" y="297"/>
                    <a:pt x="1105" y="259"/>
                  </a:cubicBezTo>
                  <a:cubicBezTo>
                    <a:pt x="1094" y="225"/>
                    <a:pt x="1106" y="254"/>
                    <a:pt x="1080" y="221"/>
                  </a:cubicBezTo>
                  <a:cubicBezTo>
                    <a:pt x="1067" y="205"/>
                    <a:pt x="1042" y="170"/>
                    <a:pt x="1042" y="170"/>
                  </a:cubicBezTo>
                  <a:cubicBezTo>
                    <a:pt x="1036" y="172"/>
                    <a:pt x="1028" y="172"/>
                    <a:pt x="1023" y="177"/>
                  </a:cubicBezTo>
                  <a:cubicBezTo>
                    <a:pt x="1018" y="182"/>
                    <a:pt x="1024" y="196"/>
                    <a:pt x="1017" y="196"/>
                  </a:cubicBezTo>
                  <a:cubicBezTo>
                    <a:pt x="1010" y="196"/>
                    <a:pt x="1015" y="183"/>
                    <a:pt x="1011" y="177"/>
                  </a:cubicBezTo>
                  <a:cubicBezTo>
                    <a:pt x="998" y="157"/>
                    <a:pt x="966" y="120"/>
                    <a:pt x="966" y="120"/>
                  </a:cubicBezTo>
                  <a:cubicBezTo>
                    <a:pt x="960" y="122"/>
                    <a:pt x="953" y="129"/>
                    <a:pt x="948" y="126"/>
                  </a:cubicBezTo>
                  <a:cubicBezTo>
                    <a:pt x="901" y="96"/>
                    <a:pt x="906" y="72"/>
                    <a:pt x="859" y="57"/>
                  </a:cubicBezTo>
                  <a:cubicBezTo>
                    <a:pt x="857" y="63"/>
                    <a:pt x="859" y="74"/>
                    <a:pt x="853" y="76"/>
                  </a:cubicBezTo>
                  <a:cubicBezTo>
                    <a:pt x="839" y="79"/>
                    <a:pt x="827" y="49"/>
                    <a:pt x="821" y="44"/>
                  </a:cubicBezTo>
                  <a:cubicBezTo>
                    <a:pt x="795" y="24"/>
                    <a:pt x="781" y="25"/>
                    <a:pt x="752" y="19"/>
                  </a:cubicBezTo>
                  <a:cubicBezTo>
                    <a:pt x="718" y="40"/>
                    <a:pt x="719" y="19"/>
                    <a:pt x="689" y="0"/>
                  </a:cubicBezTo>
                  <a:cubicBezTo>
                    <a:pt x="668" y="30"/>
                    <a:pt x="684" y="48"/>
                    <a:pt x="651" y="25"/>
                  </a:cubicBezTo>
                  <a:cubicBezTo>
                    <a:pt x="642" y="33"/>
                    <a:pt x="632" y="40"/>
                    <a:pt x="625" y="50"/>
                  </a:cubicBezTo>
                  <a:cubicBezTo>
                    <a:pt x="621" y="55"/>
                    <a:pt x="626" y="69"/>
                    <a:pt x="619" y="69"/>
                  </a:cubicBezTo>
                  <a:cubicBezTo>
                    <a:pt x="612" y="69"/>
                    <a:pt x="615" y="56"/>
                    <a:pt x="613" y="50"/>
                  </a:cubicBezTo>
                  <a:cubicBezTo>
                    <a:pt x="605" y="25"/>
                    <a:pt x="612" y="33"/>
                    <a:pt x="588" y="25"/>
                  </a:cubicBezTo>
                  <a:cubicBezTo>
                    <a:pt x="587" y="29"/>
                    <a:pt x="579" y="79"/>
                    <a:pt x="569" y="82"/>
                  </a:cubicBezTo>
                  <a:cubicBezTo>
                    <a:pt x="563" y="84"/>
                    <a:pt x="566" y="68"/>
                    <a:pt x="562" y="63"/>
                  </a:cubicBezTo>
                  <a:cubicBezTo>
                    <a:pt x="557" y="57"/>
                    <a:pt x="549" y="54"/>
                    <a:pt x="543" y="50"/>
                  </a:cubicBezTo>
                  <a:cubicBezTo>
                    <a:pt x="529" y="109"/>
                    <a:pt x="551" y="50"/>
                    <a:pt x="512" y="82"/>
                  </a:cubicBezTo>
                  <a:cubicBezTo>
                    <a:pt x="499" y="93"/>
                    <a:pt x="496" y="112"/>
                    <a:pt x="486" y="126"/>
                  </a:cubicBezTo>
                  <a:cubicBezTo>
                    <a:pt x="484" y="134"/>
                    <a:pt x="488" y="147"/>
                    <a:pt x="480" y="151"/>
                  </a:cubicBezTo>
                  <a:cubicBezTo>
                    <a:pt x="474" y="154"/>
                    <a:pt x="481" y="133"/>
                    <a:pt x="474" y="132"/>
                  </a:cubicBezTo>
                  <a:cubicBezTo>
                    <a:pt x="465" y="130"/>
                    <a:pt x="457" y="141"/>
                    <a:pt x="449" y="145"/>
                  </a:cubicBezTo>
                  <a:cubicBezTo>
                    <a:pt x="434" y="166"/>
                    <a:pt x="430" y="183"/>
                    <a:pt x="423" y="208"/>
                  </a:cubicBezTo>
                  <a:cubicBezTo>
                    <a:pt x="421" y="200"/>
                    <a:pt x="425" y="187"/>
                    <a:pt x="417" y="183"/>
                  </a:cubicBezTo>
                  <a:cubicBezTo>
                    <a:pt x="410" y="180"/>
                    <a:pt x="403" y="190"/>
                    <a:pt x="398" y="196"/>
                  </a:cubicBezTo>
                  <a:cubicBezTo>
                    <a:pt x="388" y="209"/>
                    <a:pt x="383" y="236"/>
                    <a:pt x="373" y="252"/>
                  </a:cubicBezTo>
                  <a:cubicBezTo>
                    <a:pt x="367" y="290"/>
                    <a:pt x="353" y="343"/>
                    <a:pt x="335" y="379"/>
                  </a:cubicBezTo>
                  <a:cubicBezTo>
                    <a:pt x="314" y="422"/>
                    <a:pt x="328" y="370"/>
                    <a:pt x="310" y="429"/>
                  </a:cubicBezTo>
                  <a:cubicBezTo>
                    <a:pt x="301" y="458"/>
                    <a:pt x="300" y="489"/>
                    <a:pt x="291" y="518"/>
                  </a:cubicBezTo>
                  <a:cubicBezTo>
                    <a:pt x="241" y="418"/>
                    <a:pt x="312" y="665"/>
                    <a:pt x="240" y="688"/>
                  </a:cubicBezTo>
                  <a:cubicBezTo>
                    <a:pt x="205" y="746"/>
                    <a:pt x="195" y="820"/>
                    <a:pt x="171" y="884"/>
                  </a:cubicBezTo>
                  <a:cubicBezTo>
                    <a:pt x="169" y="878"/>
                    <a:pt x="166" y="871"/>
                    <a:pt x="164" y="865"/>
                  </a:cubicBezTo>
                  <a:cubicBezTo>
                    <a:pt x="162" y="857"/>
                    <a:pt x="166" y="836"/>
                    <a:pt x="158" y="840"/>
                  </a:cubicBezTo>
                  <a:cubicBezTo>
                    <a:pt x="141" y="849"/>
                    <a:pt x="151" y="878"/>
                    <a:pt x="145" y="897"/>
                  </a:cubicBezTo>
                  <a:cubicBezTo>
                    <a:pt x="128" y="953"/>
                    <a:pt x="126" y="1011"/>
                    <a:pt x="108" y="1067"/>
                  </a:cubicBezTo>
                  <a:cubicBezTo>
                    <a:pt x="99" y="1035"/>
                    <a:pt x="93" y="1019"/>
                    <a:pt x="70" y="1055"/>
                  </a:cubicBezTo>
                  <a:cubicBezTo>
                    <a:pt x="36" y="1032"/>
                    <a:pt x="36" y="1055"/>
                    <a:pt x="0" y="1055"/>
                  </a:cubicBezTo>
                </a:path>
              </a:pathLst>
            </a:custGeom>
            <a:noFill/>
            <a:ln w="9525" cap="flat" cmpd="sng">
              <a:solidFill>
                <a:srgbClr val="FF3300"/>
              </a:solidFill>
              <a:prstDash val="solid"/>
              <a:round/>
              <a:headEnd/>
              <a:tailEnd/>
            </a:ln>
            <a:effectLst/>
          </p:spPr>
          <p:txBody>
            <a:bodyPr wrap="none" anchor="ctr"/>
            <a:lstStyle/>
            <a:p>
              <a:endParaRPr lang="en-GB" sz="1600"/>
            </a:p>
          </p:txBody>
        </p:sp>
        <p:sp>
          <p:nvSpPr>
            <p:cNvPr id="135473" name="Freeform 305"/>
            <p:cNvSpPr>
              <a:spLocks/>
            </p:cNvSpPr>
            <p:nvPr/>
          </p:nvSpPr>
          <p:spPr bwMode="auto">
            <a:xfrm flipV="1">
              <a:off x="1989" y="2550"/>
              <a:ext cx="1484" cy="1164"/>
            </a:xfrm>
            <a:custGeom>
              <a:avLst/>
              <a:gdLst/>
              <a:ahLst/>
              <a:cxnLst>
                <a:cxn ang="0">
                  <a:pos x="13" y="1031"/>
                </a:cxn>
                <a:cxn ang="0">
                  <a:pos x="25" y="1012"/>
                </a:cxn>
                <a:cxn ang="0">
                  <a:pos x="63" y="1019"/>
                </a:cxn>
                <a:cxn ang="0">
                  <a:pos x="120" y="817"/>
                </a:cxn>
                <a:cxn ang="0">
                  <a:pos x="145" y="861"/>
                </a:cxn>
                <a:cxn ang="0">
                  <a:pos x="202" y="760"/>
                </a:cxn>
                <a:cxn ang="0">
                  <a:pos x="253" y="469"/>
                </a:cxn>
                <a:cxn ang="0">
                  <a:pos x="290" y="482"/>
                </a:cxn>
                <a:cxn ang="0">
                  <a:pos x="410" y="223"/>
                </a:cxn>
                <a:cxn ang="0">
                  <a:pos x="511" y="97"/>
                </a:cxn>
                <a:cxn ang="0">
                  <a:pos x="562" y="103"/>
                </a:cxn>
                <a:cxn ang="0">
                  <a:pos x="631" y="90"/>
                </a:cxn>
                <a:cxn ang="0">
                  <a:pos x="682" y="21"/>
                </a:cxn>
                <a:cxn ang="0">
                  <a:pos x="707" y="84"/>
                </a:cxn>
                <a:cxn ang="0">
                  <a:pos x="770" y="46"/>
                </a:cxn>
                <a:cxn ang="0">
                  <a:pos x="789" y="90"/>
                </a:cxn>
                <a:cxn ang="0">
                  <a:pos x="853" y="78"/>
                </a:cxn>
                <a:cxn ang="0">
                  <a:pos x="878" y="135"/>
                </a:cxn>
                <a:cxn ang="0">
                  <a:pos x="890" y="59"/>
                </a:cxn>
                <a:cxn ang="0">
                  <a:pos x="979" y="191"/>
                </a:cxn>
                <a:cxn ang="0">
                  <a:pos x="1023" y="172"/>
                </a:cxn>
                <a:cxn ang="0">
                  <a:pos x="1061" y="242"/>
                </a:cxn>
                <a:cxn ang="0">
                  <a:pos x="1099" y="343"/>
                </a:cxn>
                <a:cxn ang="0">
                  <a:pos x="1118" y="368"/>
                </a:cxn>
                <a:cxn ang="0">
                  <a:pos x="1162" y="406"/>
                </a:cxn>
                <a:cxn ang="0">
                  <a:pos x="1175" y="476"/>
                </a:cxn>
                <a:cxn ang="0">
                  <a:pos x="1213" y="551"/>
                </a:cxn>
                <a:cxn ang="0">
                  <a:pos x="1244" y="627"/>
                </a:cxn>
                <a:cxn ang="0">
                  <a:pos x="1288" y="741"/>
                </a:cxn>
                <a:cxn ang="0">
                  <a:pos x="1314" y="772"/>
                </a:cxn>
                <a:cxn ang="0">
                  <a:pos x="1370" y="1063"/>
                </a:cxn>
                <a:cxn ang="0">
                  <a:pos x="1459" y="1164"/>
                </a:cxn>
                <a:cxn ang="0">
                  <a:pos x="1478" y="1038"/>
                </a:cxn>
              </a:cxnLst>
              <a:rect l="0" t="0" r="r" b="b"/>
              <a:pathLst>
                <a:path w="1484" h="1164">
                  <a:moveTo>
                    <a:pt x="0" y="1057"/>
                  </a:moveTo>
                  <a:cubicBezTo>
                    <a:pt x="4" y="1048"/>
                    <a:pt x="10" y="1040"/>
                    <a:pt x="13" y="1031"/>
                  </a:cubicBezTo>
                  <a:cubicBezTo>
                    <a:pt x="17" y="1019"/>
                    <a:pt x="12" y="1004"/>
                    <a:pt x="19" y="993"/>
                  </a:cubicBezTo>
                  <a:cubicBezTo>
                    <a:pt x="23" y="987"/>
                    <a:pt x="21" y="1007"/>
                    <a:pt x="25" y="1012"/>
                  </a:cubicBezTo>
                  <a:cubicBezTo>
                    <a:pt x="30" y="1018"/>
                    <a:pt x="38" y="1021"/>
                    <a:pt x="44" y="1025"/>
                  </a:cubicBezTo>
                  <a:cubicBezTo>
                    <a:pt x="53" y="997"/>
                    <a:pt x="52" y="960"/>
                    <a:pt x="63" y="1019"/>
                  </a:cubicBezTo>
                  <a:cubicBezTo>
                    <a:pt x="88" y="983"/>
                    <a:pt x="81" y="957"/>
                    <a:pt x="88" y="911"/>
                  </a:cubicBezTo>
                  <a:cubicBezTo>
                    <a:pt x="93" y="879"/>
                    <a:pt x="108" y="847"/>
                    <a:pt x="120" y="817"/>
                  </a:cubicBezTo>
                  <a:cubicBezTo>
                    <a:pt x="124" y="823"/>
                    <a:pt x="129" y="829"/>
                    <a:pt x="133" y="836"/>
                  </a:cubicBezTo>
                  <a:cubicBezTo>
                    <a:pt x="138" y="844"/>
                    <a:pt x="136" y="859"/>
                    <a:pt x="145" y="861"/>
                  </a:cubicBezTo>
                  <a:cubicBezTo>
                    <a:pt x="152" y="863"/>
                    <a:pt x="154" y="849"/>
                    <a:pt x="158" y="842"/>
                  </a:cubicBezTo>
                  <a:cubicBezTo>
                    <a:pt x="175" y="814"/>
                    <a:pt x="184" y="786"/>
                    <a:pt x="202" y="760"/>
                  </a:cubicBezTo>
                  <a:cubicBezTo>
                    <a:pt x="219" y="704"/>
                    <a:pt x="227" y="660"/>
                    <a:pt x="234" y="602"/>
                  </a:cubicBezTo>
                  <a:cubicBezTo>
                    <a:pt x="259" y="682"/>
                    <a:pt x="237" y="514"/>
                    <a:pt x="253" y="469"/>
                  </a:cubicBezTo>
                  <a:cubicBezTo>
                    <a:pt x="259" y="478"/>
                    <a:pt x="261" y="492"/>
                    <a:pt x="271" y="495"/>
                  </a:cubicBezTo>
                  <a:cubicBezTo>
                    <a:pt x="278" y="498"/>
                    <a:pt x="285" y="488"/>
                    <a:pt x="290" y="482"/>
                  </a:cubicBezTo>
                  <a:cubicBezTo>
                    <a:pt x="296" y="475"/>
                    <a:pt x="318" y="406"/>
                    <a:pt x="322" y="393"/>
                  </a:cubicBezTo>
                  <a:cubicBezTo>
                    <a:pt x="332" y="322"/>
                    <a:pt x="354" y="268"/>
                    <a:pt x="410" y="223"/>
                  </a:cubicBezTo>
                  <a:cubicBezTo>
                    <a:pt x="422" y="200"/>
                    <a:pt x="430" y="176"/>
                    <a:pt x="442" y="153"/>
                  </a:cubicBezTo>
                  <a:cubicBezTo>
                    <a:pt x="486" y="183"/>
                    <a:pt x="499" y="134"/>
                    <a:pt x="511" y="97"/>
                  </a:cubicBezTo>
                  <a:cubicBezTo>
                    <a:pt x="524" y="114"/>
                    <a:pt x="541" y="140"/>
                    <a:pt x="549" y="135"/>
                  </a:cubicBezTo>
                  <a:cubicBezTo>
                    <a:pt x="559" y="129"/>
                    <a:pt x="555" y="112"/>
                    <a:pt x="562" y="103"/>
                  </a:cubicBezTo>
                  <a:cubicBezTo>
                    <a:pt x="573" y="89"/>
                    <a:pt x="600" y="65"/>
                    <a:pt x="600" y="65"/>
                  </a:cubicBezTo>
                  <a:cubicBezTo>
                    <a:pt x="614" y="21"/>
                    <a:pt x="618" y="70"/>
                    <a:pt x="631" y="90"/>
                  </a:cubicBezTo>
                  <a:cubicBezTo>
                    <a:pt x="636" y="66"/>
                    <a:pt x="632" y="0"/>
                    <a:pt x="663" y="46"/>
                  </a:cubicBezTo>
                  <a:cubicBezTo>
                    <a:pt x="677" y="89"/>
                    <a:pt x="677" y="38"/>
                    <a:pt x="682" y="21"/>
                  </a:cubicBezTo>
                  <a:cubicBezTo>
                    <a:pt x="684" y="44"/>
                    <a:pt x="679" y="69"/>
                    <a:pt x="688" y="90"/>
                  </a:cubicBezTo>
                  <a:cubicBezTo>
                    <a:pt x="690" y="96"/>
                    <a:pt x="703" y="89"/>
                    <a:pt x="707" y="84"/>
                  </a:cubicBezTo>
                  <a:cubicBezTo>
                    <a:pt x="718" y="70"/>
                    <a:pt x="721" y="38"/>
                    <a:pt x="733" y="21"/>
                  </a:cubicBezTo>
                  <a:cubicBezTo>
                    <a:pt x="737" y="57"/>
                    <a:pt x="741" y="123"/>
                    <a:pt x="770" y="46"/>
                  </a:cubicBezTo>
                  <a:cubicBezTo>
                    <a:pt x="772" y="54"/>
                    <a:pt x="774" y="63"/>
                    <a:pt x="777" y="71"/>
                  </a:cubicBezTo>
                  <a:cubicBezTo>
                    <a:pt x="780" y="78"/>
                    <a:pt x="782" y="93"/>
                    <a:pt x="789" y="90"/>
                  </a:cubicBezTo>
                  <a:cubicBezTo>
                    <a:pt x="802" y="84"/>
                    <a:pt x="809" y="29"/>
                    <a:pt x="815" y="15"/>
                  </a:cubicBezTo>
                  <a:cubicBezTo>
                    <a:pt x="831" y="37"/>
                    <a:pt x="838" y="56"/>
                    <a:pt x="853" y="78"/>
                  </a:cubicBezTo>
                  <a:cubicBezTo>
                    <a:pt x="857" y="91"/>
                    <a:pt x="860" y="104"/>
                    <a:pt x="865" y="116"/>
                  </a:cubicBezTo>
                  <a:cubicBezTo>
                    <a:pt x="868" y="123"/>
                    <a:pt x="872" y="139"/>
                    <a:pt x="878" y="135"/>
                  </a:cubicBezTo>
                  <a:cubicBezTo>
                    <a:pt x="887" y="129"/>
                    <a:pt x="882" y="114"/>
                    <a:pt x="884" y="103"/>
                  </a:cubicBezTo>
                  <a:cubicBezTo>
                    <a:pt x="886" y="88"/>
                    <a:pt x="888" y="74"/>
                    <a:pt x="890" y="59"/>
                  </a:cubicBezTo>
                  <a:cubicBezTo>
                    <a:pt x="912" y="119"/>
                    <a:pt x="939" y="172"/>
                    <a:pt x="966" y="229"/>
                  </a:cubicBezTo>
                  <a:cubicBezTo>
                    <a:pt x="970" y="216"/>
                    <a:pt x="976" y="204"/>
                    <a:pt x="979" y="191"/>
                  </a:cubicBezTo>
                  <a:cubicBezTo>
                    <a:pt x="984" y="166"/>
                    <a:pt x="991" y="116"/>
                    <a:pt x="991" y="116"/>
                  </a:cubicBezTo>
                  <a:cubicBezTo>
                    <a:pt x="1004" y="135"/>
                    <a:pt x="1010" y="153"/>
                    <a:pt x="1023" y="172"/>
                  </a:cubicBezTo>
                  <a:cubicBezTo>
                    <a:pt x="1028" y="196"/>
                    <a:pt x="1036" y="218"/>
                    <a:pt x="1042" y="242"/>
                  </a:cubicBezTo>
                  <a:cubicBezTo>
                    <a:pt x="1057" y="178"/>
                    <a:pt x="1036" y="242"/>
                    <a:pt x="1061" y="242"/>
                  </a:cubicBezTo>
                  <a:cubicBezTo>
                    <a:pt x="1070" y="242"/>
                    <a:pt x="1070" y="225"/>
                    <a:pt x="1074" y="217"/>
                  </a:cubicBezTo>
                  <a:cubicBezTo>
                    <a:pt x="1090" y="259"/>
                    <a:pt x="1094" y="297"/>
                    <a:pt x="1099" y="343"/>
                  </a:cubicBezTo>
                  <a:cubicBezTo>
                    <a:pt x="1103" y="337"/>
                    <a:pt x="1106" y="318"/>
                    <a:pt x="1111" y="324"/>
                  </a:cubicBezTo>
                  <a:cubicBezTo>
                    <a:pt x="1120" y="336"/>
                    <a:pt x="1117" y="353"/>
                    <a:pt x="1118" y="368"/>
                  </a:cubicBezTo>
                  <a:cubicBezTo>
                    <a:pt x="1123" y="428"/>
                    <a:pt x="1114" y="496"/>
                    <a:pt x="1143" y="551"/>
                  </a:cubicBezTo>
                  <a:cubicBezTo>
                    <a:pt x="1147" y="495"/>
                    <a:pt x="1146" y="456"/>
                    <a:pt x="1162" y="406"/>
                  </a:cubicBezTo>
                  <a:cubicBezTo>
                    <a:pt x="1164" y="440"/>
                    <a:pt x="1162" y="474"/>
                    <a:pt x="1168" y="507"/>
                  </a:cubicBezTo>
                  <a:cubicBezTo>
                    <a:pt x="1170" y="517"/>
                    <a:pt x="1173" y="466"/>
                    <a:pt x="1175" y="476"/>
                  </a:cubicBezTo>
                  <a:cubicBezTo>
                    <a:pt x="1193" y="557"/>
                    <a:pt x="1181" y="645"/>
                    <a:pt x="1194" y="728"/>
                  </a:cubicBezTo>
                  <a:cubicBezTo>
                    <a:pt x="1202" y="669"/>
                    <a:pt x="1198" y="608"/>
                    <a:pt x="1213" y="551"/>
                  </a:cubicBezTo>
                  <a:cubicBezTo>
                    <a:pt x="1216" y="538"/>
                    <a:pt x="1220" y="577"/>
                    <a:pt x="1225" y="589"/>
                  </a:cubicBezTo>
                  <a:cubicBezTo>
                    <a:pt x="1230" y="602"/>
                    <a:pt x="1238" y="614"/>
                    <a:pt x="1244" y="627"/>
                  </a:cubicBezTo>
                  <a:cubicBezTo>
                    <a:pt x="1250" y="652"/>
                    <a:pt x="1247" y="702"/>
                    <a:pt x="1276" y="659"/>
                  </a:cubicBezTo>
                  <a:cubicBezTo>
                    <a:pt x="1280" y="686"/>
                    <a:pt x="1281" y="714"/>
                    <a:pt x="1288" y="741"/>
                  </a:cubicBezTo>
                  <a:cubicBezTo>
                    <a:pt x="1293" y="760"/>
                    <a:pt x="1307" y="798"/>
                    <a:pt x="1307" y="798"/>
                  </a:cubicBezTo>
                  <a:cubicBezTo>
                    <a:pt x="1309" y="789"/>
                    <a:pt x="1313" y="763"/>
                    <a:pt x="1314" y="772"/>
                  </a:cubicBezTo>
                  <a:cubicBezTo>
                    <a:pt x="1319" y="814"/>
                    <a:pt x="1315" y="857"/>
                    <a:pt x="1320" y="899"/>
                  </a:cubicBezTo>
                  <a:cubicBezTo>
                    <a:pt x="1326" y="958"/>
                    <a:pt x="1350" y="1009"/>
                    <a:pt x="1370" y="1063"/>
                  </a:cubicBezTo>
                  <a:cubicBezTo>
                    <a:pt x="1386" y="1024"/>
                    <a:pt x="1394" y="984"/>
                    <a:pt x="1402" y="943"/>
                  </a:cubicBezTo>
                  <a:cubicBezTo>
                    <a:pt x="1411" y="1030"/>
                    <a:pt x="1444" y="1083"/>
                    <a:pt x="1459" y="1164"/>
                  </a:cubicBezTo>
                  <a:cubicBezTo>
                    <a:pt x="1464" y="1128"/>
                    <a:pt x="1465" y="1092"/>
                    <a:pt x="1471" y="1057"/>
                  </a:cubicBezTo>
                  <a:cubicBezTo>
                    <a:pt x="1472" y="1050"/>
                    <a:pt x="1471" y="1038"/>
                    <a:pt x="1478" y="1038"/>
                  </a:cubicBezTo>
                  <a:cubicBezTo>
                    <a:pt x="1484" y="1038"/>
                    <a:pt x="1478" y="1051"/>
                    <a:pt x="1478" y="1057"/>
                  </a:cubicBezTo>
                </a:path>
              </a:pathLst>
            </a:custGeom>
            <a:noFill/>
            <a:ln w="9525" cap="flat" cmpd="sng">
              <a:solidFill>
                <a:srgbClr val="FF3300"/>
              </a:solidFill>
              <a:prstDash val="solid"/>
              <a:round/>
              <a:headEnd/>
              <a:tailEnd/>
            </a:ln>
            <a:effectLst/>
          </p:spPr>
          <p:txBody>
            <a:bodyPr wrap="none" anchor="ctr"/>
            <a:lstStyle/>
            <a:p>
              <a:endParaRPr lang="en-GB" sz="1600"/>
            </a:p>
          </p:txBody>
        </p:sp>
        <p:sp>
          <p:nvSpPr>
            <p:cNvPr id="135474" name="Freeform 306"/>
            <p:cNvSpPr>
              <a:spLocks/>
            </p:cNvSpPr>
            <p:nvPr/>
          </p:nvSpPr>
          <p:spPr bwMode="auto">
            <a:xfrm>
              <a:off x="1971" y="2594"/>
              <a:ext cx="1484" cy="1164"/>
            </a:xfrm>
            <a:custGeom>
              <a:avLst/>
              <a:gdLst/>
              <a:ahLst/>
              <a:cxnLst>
                <a:cxn ang="0">
                  <a:pos x="13" y="1031"/>
                </a:cxn>
                <a:cxn ang="0">
                  <a:pos x="25" y="1012"/>
                </a:cxn>
                <a:cxn ang="0">
                  <a:pos x="63" y="1019"/>
                </a:cxn>
                <a:cxn ang="0">
                  <a:pos x="120" y="817"/>
                </a:cxn>
                <a:cxn ang="0">
                  <a:pos x="145" y="861"/>
                </a:cxn>
                <a:cxn ang="0">
                  <a:pos x="202" y="760"/>
                </a:cxn>
                <a:cxn ang="0">
                  <a:pos x="253" y="469"/>
                </a:cxn>
                <a:cxn ang="0">
                  <a:pos x="290" y="482"/>
                </a:cxn>
                <a:cxn ang="0">
                  <a:pos x="410" y="223"/>
                </a:cxn>
                <a:cxn ang="0">
                  <a:pos x="511" y="97"/>
                </a:cxn>
                <a:cxn ang="0">
                  <a:pos x="562" y="103"/>
                </a:cxn>
                <a:cxn ang="0">
                  <a:pos x="631" y="90"/>
                </a:cxn>
                <a:cxn ang="0">
                  <a:pos x="682" y="21"/>
                </a:cxn>
                <a:cxn ang="0">
                  <a:pos x="707" y="84"/>
                </a:cxn>
                <a:cxn ang="0">
                  <a:pos x="770" y="46"/>
                </a:cxn>
                <a:cxn ang="0">
                  <a:pos x="789" y="90"/>
                </a:cxn>
                <a:cxn ang="0">
                  <a:pos x="853" y="78"/>
                </a:cxn>
                <a:cxn ang="0">
                  <a:pos x="878" y="135"/>
                </a:cxn>
                <a:cxn ang="0">
                  <a:pos x="890" y="59"/>
                </a:cxn>
                <a:cxn ang="0">
                  <a:pos x="979" y="191"/>
                </a:cxn>
                <a:cxn ang="0">
                  <a:pos x="1023" y="172"/>
                </a:cxn>
                <a:cxn ang="0">
                  <a:pos x="1061" y="242"/>
                </a:cxn>
                <a:cxn ang="0">
                  <a:pos x="1099" y="343"/>
                </a:cxn>
                <a:cxn ang="0">
                  <a:pos x="1118" y="368"/>
                </a:cxn>
                <a:cxn ang="0">
                  <a:pos x="1162" y="406"/>
                </a:cxn>
                <a:cxn ang="0">
                  <a:pos x="1175" y="476"/>
                </a:cxn>
                <a:cxn ang="0">
                  <a:pos x="1213" y="551"/>
                </a:cxn>
                <a:cxn ang="0">
                  <a:pos x="1244" y="627"/>
                </a:cxn>
                <a:cxn ang="0">
                  <a:pos x="1288" y="741"/>
                </a:cxn>
                <a:cxn ang="0">
                  <a:pos x="1314" y="772"/>
                </a:cxn>
                <a:cxn ang="0">
                  <a:pos x="1370" y="1063"/>
                </a:cxn>
                <a:cxn ang="0">
                  <a:pos x="1459" y="1164"/>
                </a:cxn>
                <a:cxn ang="0">
                  <a:pos x="1478" y="1038"/>
                </a:cxn>
              </a:cxnLst>
              <a:rect l="0" t="0" r="r" b="b"/>
              <a:pathLst>
                <a:path w="1484" h="1164">
                  <a:moveTo>
                    <a:pt x="0" y="1057"/>
                  </a:moveTo>
                  <a:cubicBezTo>
                    <a:pt x="4" y="1048"/>
                    <a:pt x="10" y="1040"/>
                    <a:pt x="13" y="1031"/>
                  </a:cubicBezTo>
                  <a:cubicBezTo>
                    <a:pt x="17" y="1019"/>
                    <a:pt x="12" y="1004"/>
                    <a:pt x="19" y="993"/>
                  </a:cubicBezTo>
                  <a:cubicBezTo>
                    <a:pt x="23" y="987"/>
                    <a:pt x="21" y="1007"/>
                    <a:pt x="25" y="1012"/>
                  </a:cubicBezTo>
                  <a:cubicBezTo>
                    <a:pt x="30" y="1018"/>
                    <a:pt x="38" y="1021"/>
                    <a:pt x="44" y="1025"/>
                  </a:cubicBezTo>
                  <a:cubicBezTo>
                    <a:pt x="53" y="997"/>
                    <a:pt x="52" y="960"/>
                    <a:pt x="63" y="1019"/>
                  </a:cubicBezTo>
                  <a:cubicBezTo>
                    <a:pt x="88" y="983"/>
                    <a:pt x="81" y="957"/>
                    <a:pt x="88" y="911"/>
                  </a:cubicBezTo>
                  <a:cubicBezTo>
                    <a:pt x="93" y="879"/>
                    <a:pt x="108" y="847"/>
                    <a:pt x="120" y="817"/>
                  </a:cubicBezTo>
                  <a:cubicBezTo>
                    <a:pt x="124" y="823"/>
                    <a:pt x="129" y="829"/>
                    <a:pt x="133" y="836"/>
                  </a:cubicBezTo>
                  <a:cubicBezTo>
                    <a:pt x="138" y="844"/>
                    <a:pt x="136" y="859"/>
                    <a:pt x="145" y="861"/>
                  </a:cubicBezTo>
                  <a:cubicBezTo>
                    <a:pt x="152" y="863"/>
                    <a:pt x="154" y="849"/>
                    <a:pt x="158" y="842"/>
                  </a:cubicBezTo>
                  <a:cubicBezTo>
                    <a:pt x="175" y="814"/>
                    <a:pt x="184" y="786"/>
                    <a:pt x="202" y="760"/>
                  </a:cubicBezTo>
                  <a:cubicBezTo>
                    <a:pt x="219" y="704"/>
                    <a:pt x="227" y="660"/>
                    <a:pt x="234" y="602"/>
                  </a:cubicBezTo>
                  <a:cubicBezTo>
                    <a:pt x="259" y="682"/>
                    <a:pt x="237" y="514"/>
                    <a:pt x="253" y="469"/>
                  </a:cubicBezTo>
                  <a:cubicBezTo>
                    <a:pt x="259" y="478"/>
                    <a:pt x="261" y="492"/>
                    <a:pt x="271" y="495"/>
                  </a:cubicBezTo>
                  <a:cubicBezTo>
                    <a:pt x="278" y="498"/>
                    <a:pt x="285" y="488"/>
                    <a:pt x="290" y="482"/>
                  </a:cubicBezTo>
                  <a:cubicBezTo>
                    <a:pt x="296" y="475"/>
                    <a:pt x="318" y="406"/>
                    <a:pt x="322" y="393"/>
                  </a:cubicBezTo>
                  <a:cubicBezTo>
                    <a:pt x="332" y="322"/>
                    <a:pt x="354" y="268"/>
                    <a:pt x="410" y="223"/>
                  </a:cubicBezTo>
                  <a:cubicBezTo>
                    <a:pt x="422" y="200"/>
                    <a:pt x="430" y="176"/>
                    <a:pt x="442" y="153"/>
                  </a:cubicBezTo>
                  <a:cubicBezTo>
                    <a:pt x="486" y="183"/>
                    <a:pt x="499" y="134"/>
                    <a:pt x="511" y="97"/>
                  </a:cubicBezTo>
                  <a:cubicBezTo>
                    <a:pt x="524" y="114"/>
                    <a:pt x="541" y="140"/>
                    <a:pt x="549" y="135"/>
                  </a:cubicBezTo>
                  <a:cubicBezTo>
                    <a:pt x="559" y="129"/>
                    <a:pt x="555" y="112"/>
                    <a:pt x="562" y="103"/>
                  </a:cubicBezTo>
                  <a:cubicBezTo>
                    <a:pt x="573" y="89"/>
                    <a:pt x="600" y="65"/>
                    <a:pt x="600" y="65"/>
                  </a:cubicBezTo>
                  <a:cubicBezTo>
                    <a:pt x="614" y="21"/>
                    <a:pt x="618" y="70"/>
                    <a:pt x="631" y="90"/>
                  </a:cubicBezTo>
                  <a:cubicBezTo>
                    <a:pt x="636" y="66"/>
                    <a:pt x="632" y="0"/>
                    <a:pt x="663" y="46"/>
                  </a:cubicBezTo>
                  <a:cubicBezTo>
                    <a:pt x="677" y="89"/>
                    <a:pt x="677" y="38"/>
                    <a:pt x="682" y="21"/>
                  </a:cubicBezTo>
                  <a:cubicBezTo>
                    <a:pt x="684" y="44"/>
                    <a:pt x="679" y="69"/>
                    <a:pt x="688" y="90"/>
                  </a:cubicBezTo>
                  <a:cubicBezTo>
                    <a:pt x="690" y="96"/>
                    <a:pt x="703" y="89"/>
                    <a:pt x="707" y="84"/>
                  </a:cubicBezTo>
                  <a:cubicBezTo>
                    <a:pt x="718" y="70"/>
                    <a:pt x="721" y="38"/>
                    <a:pt x="733" y="21"/>
                  </a:cubicBezTo>
                  <a:cubicBezTo>
                    <a:pt x="737" y="57"/>
                    <a:pt x="741" y="123"/>
                    <a:pt x="770" y="46"/>
                  </a:cubicBezTo>
                  <a:cubicBezTo>
                    <a:pt x="772" y="54"/>
                    <a:pt x="774" y="63"/>
                    <a:pt x="777" y="71"/>
                  </a:cubicBezTo>
                  <a:cubicBezTo>
                    <a:pt x="780" y="78"/>
                    <a:pt x="782" y="93"/>
                    <a:pt x="789" y="90"/>
                  </a:cubicBezTo>
                  <a:cubicBezTo>
                    <a:pt x="802" y="84"/>
                    <a:pt x="809" y="29"/>
                    <a:pt x="815" y="15"/>
                  </a:cubicBezTo>
                  <a:cubicBezTo>
                    <a:pt x="831" y="37"/>
                    <a:pt x="838" y="56"/>
                    <a:pt x="853" y="78"/>
                  </a:cubicBezTo>
                  <a:cubicBezTo>
                    <a:pt x="857" y="91"/>
                    <a:pt x="860" y="104"/>
                    <a:pt x="865" y="116"/>
                  </a:cubicBezTo>
                  <a:cubicBezTo>
                    <a:pt x="868" y="123"/>
                    <a:pt x="872" y="139"/>
                    <a:pt x="878" y="135"/>
                  </a:cubicBezTo>
                  <a:cubicBezTo>
                    <a:pt x="887" y="129"/>
                    <a:pt x="882" y="114"/>
                    <a:pt x="884" y="103"/>
                  </a:cubicBezTo>
                  <a:cubicBezTo>
                    <a:pt x="886" y="88"/>
                    <a:pt x="888" y="74"/>
                    <a:pt x="890" y="59"/>
                  </a:cubicBezTo>
                  <a:cubicBezTo>
                    <a:pt x="912" y="119"/>
                    <a:pt x="939" y="172"/>
                    <a:pt x="966" y="229"/>
                  </a:cubicBezTo>
                  <a:cubicBezTo>
                    <a:pt x="970" y="216"/>
                    <a:pt x="976" y="204"/>
                    <a:pt x="979" y="191"/>
                  </a:cubicBezTo>
                  <a:cubicBezTo>
                    <a:pt x="984" y="166"/>
                    <a:pt x="991" y="116"/>
                    <a:pt x="991" y="116"/>
                  </a:cubicBezTo>
                  <a:cubicBezTo>
                    <a:pt x="1004" y="135"/>
                    <a:pt x="1010" y="153"/>
                    <a:pt x="1023" y="172"/>
                  </a:cubicBezTo>
                  <a:cubicBezTo>
                    <a:pt x="1028" y="196"/>
                    <a:pt x="1036" y="218"/>
                    <a:pt x="1042" y="242"/>
                  </a:cubicBezTo>
                  <a:cubicBezTo>
                    <a:pt x="1057" y="178"/>
                    <a:pt x="1036" y="242"/>
                    <a:pt x="1061" y="242"/>
                  </a:cubicBezTo>
                  <a:cubicBezTo>
                    <a:pt x="1070" y="242"/>
                    <a:pt x="1070" y="225"/>
                    <a:pt x="1074" y="217"/>
                  </a:cubicBezTo>
                  <a:cubicBezTo>
                    <a:pt x="1090" y="259"/>
                    <a:pt x="1094" y="297"/>
                    <a:pt x="1099" y="343"/>
                  </a:cubicBezTo>
                  <a:cubicBezTo>
                    <a:pt x="1103" y="337"/>
                    <a:pt x="1106" y="318"/>
                    <a:pt x="1111" y="324"/>
                  </a:cubicBezTo>
                  <a:cubicBezTo>
                    <a:pt x="1120" y="336"/>
                    <a:pt x="1117" y="353"/>
                    <a:pt x="1118" y="368"/>
                  </a:cubicBezTo>
                  <a:cubicBezTo>
                    <a:pt x="1123" y="428"/>
                    <a:pt x="1114" y="496"/>
                    <a:pt x="1143" y="551"/>
                  </a:cubicBezTo>
                  <a:cubicBezTo>
                    <a:pt x="1147" y="495"/>
                    <a:pt x="1146" y="456"/>
                    <a:pt x="1162" y="406"/>
                  </a:cubicBezTo>
                  <a:cubicBezTo>
                    <a:pt x="1164" y="440"/>
                    <a:pt x="1162" y="474"/>
                    <a:pt x="1168" y="507"/>
                  </a:cubicBezTo>
                  <a:cubicBezTo>
                    <a:pt x="1170" y="517"/>
                    <a:pt x="1173" y="466"/>
                    <a:pt x="1175" y="476"/>
                  </a:cubicBezTo>
                  <a:cubicBezTo>
                    <a:pt x="1193" y="557"/>
                    <a:pt x="1181" y="645"/>
                    <a:pt x="1194" y="728"/>
                  </a:cubicBezTo>
                  <a:cubicBezTo>
                    <a:pt x="1202" y="669"/>
                    <a:pt x="1198" y="608"/>
                    <a:pt x="1213" y="551"/>
                  </a:cubicBezTo>
                  <a:cubicBezTo>
                    <a:pt x="1216" y="538"/>
                    <a:pt x="1220" y="577"/>
                    <a:pt x="1225" y="589"/>
                  </a:cubicBezTo>
                  <a:cubicBezTo>
                    <a:pt x="1230" y="602"/>
                    <a:pt x="1238" y="614"/>
                    <a:pt x="1244" y="627"/>
                  </a:cubicBezTo>
                  <a:cubicBezTo>
                    <a:pt x="1250" y="652"/>
                    <a:pt x="1247" y="702"/>
                    <a:pt x="1276" y="659"/>
                  </a:cubicBezTo>
                  <a:cubicBezTo>
                    <a:pt x="1280" y="686"/>
                    <a:pt x="1281" y="714"/>
                    <a:pt x="1288" y="741"/>
                  </a:cubicBezTo>
                  <a:cubicBezTo>
                    <a:pt x="1293" y="760"/>
                    <a:pt x="1307" y="798"/>
                    <a:pt x="1307" y="798"/>
                  </a:cubicBezTo>
                  <a:cubicBezTo>
                    <a:pt x="1309" y="789"/>
                    <a:pt x="1313" y="763"/>
                    <a:pt x="1314" y="772"/>
                  </a:cubicBezTo>
                  <a:cubicBezTo>
                    <a:pt x="1319" y="814"/>
                    <a:pt x="1315" y="857"/>
                    <a:pt x="1320" y="899"/>
                  </a:cubicBezTo>
                  <a:cubicBezTo>
                    <a:pt x="1326" y="958"/>
                    <a:pt x="1350" y="1009"/>
                    <a:pt x="1370" y="1063"/>
                  </a:cubicBezTo>
                  <a:cubicBezTo>
                    <a:pt x="1386" y="1024"/>
                    <a:pt x="1394" y="984"/>
                    <a:pt x="1402" y="943"/>
                  </a:cubicBezTo>
                  <a:cubicBezTo>
                    <a:pt x="1411" y="1030"/>
                    <a:pt x="1444" y="1083"/>
                    <a:pt x="1459" y="1164"/>
                  </a:cubicBezTo>
                  <a:cubicBezTo>
                    <a:pt x="1464" y="1128"/>
                    <a:pt x="1465" y="1092"/>
                    <a:pt x="1471" y="1057"/>
                  </a:cubicBezTo>
                  <a:cubicBezTo>
                    <a:pt x="1472" y="1050"/>
                    <a:pt x="1471" y="1038"/>
                    <a:pt x="1478" y="1038"/>
                  </a:cubicBezTo>
                  <a:cubicBezTo>
                    <a:pt x="1484" y="1038"/>
                    <a:pt x="1478" y="1051"/>
                    <a:pt x="1478" y="1057"/>
                  </a:cubicBezTo>
                </a:path>
              </a:pathLst>
            </a:custGeom>
            <a:noFill/>
            <a:ln w="9525" cap="flat" cmpd="sng">
              <a:solidFill>
                <a:srgbClr val="FF3300"/>
              </a:solidFill>
              <a:prstDash val="solid"/>
              <a:round/>
              <a:headEnd/>
              <a:tailEnd/>
            </a:ln>
            <a:effectLst/>
          </p:spPr>
          <p:txBody>
            <a:bodyPr wrap="none" anchor="ctr"/>
            <a:lstStyle/>
            <a:p>
              <a:endParaRPr lang="en-GB" sz="1600"/>
            </a:p>
          </p:txBody>
        </p:sp>
        <p:sp>
          <p:nvSpPr>
            <p:cNvPr id="135475" name="Freeform 307"/>
            <p:cNvSpPr>
              <a:spLocks/>
            </p:cNvSpPr>
            <p:nvPr/>
          </p:nvSpPr>
          <p:spPr bwMode="auto">
            <a:xfrm flipV="1">
              <a:off x="1898" y="2564"/>
              <a:ext cx="1492" cy="1162"/>
            </a:xfrm>
            <a:custGeom>
              <a:avLst/>
              <a:gdLst/>
              <a:ahLst/>
              <a:cxnLst>
                <a:cxn ang="0">
                  <a:pos x="34" y="1093"/>
                </a:cxn>
                <a:cxn ang="0">
                  <a:pos x="72" y="1093"/>
                </a:cxn>
                <a:cxn ang="0">
                  <a:pos x="91" y="1112"/>
                </a:cxn>
                <a:cxn ang="0">
                  <a:pos x="160" y="1086"/>
                </a:cxn>
                <a:cxn ang="0">
                  <a:pos x="173" y="1124"/>
                </a:cxn>
                <a:cxn ang="0">
                  <a:pos x="223" y="1143"/>
                </a:cxn>
                <a:cxn ang="0">
                  <a:pos x="287" y="1143"/>
                </a:cxn>
                <a:cxn ang="0">
                  <a:pos x="337" y="1162"/>
                </a:cxn>
                <a:cxn ang="0">
                  <a:pos x="369" y="1124"/>
                </a:cxn>
                <a:cxn ang="0">
                  <a:pos x="432" y="1105"/>
                </a:cxn>
                <a:cxn ang="0">
                  <a:pos x="495" y="1068"/>
                </a:cxn>
                <a:cxn ang="0">
                  <a:pos x="533" y="1061"/>
                </a:cxn>
                <a:cxn ang="0">
                  <a:pos x="571" y="1061"/>
                </a:cxn>
                <a:cxn ang="0">
                  <a:pos x="590" y="1074"/>
                </a:cxn>
                <a:cxn ang="0">
                  <a:pos x="621" y="954"/>
                </a:cxn>
                <a:cxn ang="0">
                  <a:pos x="628" y="973"/>
                </a:cxn>
                <a:cxn ang="0">
                  <a:pos x="634" y="948"/>
                </a:cxn>
                <a:cxn ang="0">
                  <a:pos x="647" y="922"/>
                </a:cxn>
                <a:cxn ang="0">
                  <a:pos x="691" y="809"/>
                </a:cxn>
                <a:cxn ang="0">
                  <a:pos x="741" y="657"/>
                </a:cxn>
                <a:cxn ang="0">
                  <a:pos x="767" y="606"/>
                </a:cxn>
                <a:cxn ang="0">
                  <a:pos x="798" y="531"/>
                </a:cxn>
                <a:cxn ang="0">
                  <a:pos x="805" y="499"/>
                </a:cxn>
                <a:cxn ang="0">
                  <a:pos x="811" y="480"/>
                </a:cxn>
                <a:cxn ang="0">
                  <a:pos x="823" y="430"/>
                </a:cxn>
                <a:cxn ang="0">
                  <a:pos x="861" y="329"/>
                </a:cxn>
                <a:cxn ang="0">
                  <a:pos x="956" y="120"/>
                </a:cxn>
                <a:cxn ang="0">
                  <a:pos x="988" y="101"/>
                </a:cxn>
                <a:cxn ang="0">
                  <a:pos x="1007" y="63"/>
                </a:cxn>
                <a:cxn ang="0">
                  <a:pos x="1013" y="89"/>
                </a:cxn>
                <a:cxn ang="0">
                  <a:pos x="1019" y="108"/>
                </a:cxn>
                <a:cxn ang="0">
                  <a:pos x="1057" y="57"/>
                </a:cxn>
                <a:cxn ang="0">
                  <a:pos x="1063" y="89"/>
                </a:cxn>
                <a:cxn ang="0">
                  <a:pos x="1070" y="114"/>
                </a:cxn>
                <a:cxn ang="0">
                  <a:pos x="1095" y="82"/>
                </a:cxn>
                <a:cxn ang="0">
                  <a:pos x="1101" y="57"/>
                </a:cxn>
                <a:cxn ang="0">
                  <a:pos x="1108" y="38"/>
                </a:cxn>
                <a:cxn ang="0">
                  <a:pos x="1127" y="82"/>
                </a:cxn>
                <a:cxn ang="0">
                  <a:pos x="1146" y="57"/>
                </a:cxn>
                <a:cxn ang="0">
                  <a:pos x="1152" y="32"/>
                </a:cxn>
                <a:cxn ang="0">
                  <a:pos x="1171" y="82"/>
                </a:cxn>
                <a:cxn ang="0">
                  <a:pos x="1215" y="25"/>
                </a:cxn>
                <a:cxn ang="0">
                  <a:pos x="1259" y="13"/>
                </a:cxn>
                <a:cxn ang="0">
                  <a:pos x="1291" y="44"/>
                </a:cxn>
                <a:cxn ang="0">
                  <a:pos x="1303" y="19"/>
                </a:cxn>
                <a:cxn ang="0">
                  <a:pos x="1335" y="57"/>
                </a:cxn>
                <a:cxn ang="0">
                  <a:pos x="1392" y="0"/>
                </a:cxn>
                <a:cxn ang="0">
                  <a:pos x="1417" y="76"/>
                </a:cxn>
                <a:cxn ang="0">
                  <a:pos x="1442" y="70"/>
                </a:cxn>
                <a:cxn ang="0">
                  <a:pos x="1461" y="70"/>
                </a:cxn>
                <a:cxn ang="0">
                  <a:pos x="1474" y="133"/>
                </a:cxn>
                <a:cxn ang="0">
                  <a:pos x="1487" y="120"/>
                </a:cxn>
              </a:cxnLst>
              <a:rect l="0" t="0" r="r" b="b"/>
              <a:pathLst>
                <a:path w="1492" h="1162">
                  <a:moveTo>
                    <a:pt x="34" y="1093"/>
                  </a:moveTo>
                  <a:cubicBezTo>
                    <a:pt x="106" y="1138"/>
                    <a:pt x="0" y="1080"/>
                    <a:pt x="72" y="1093"/>
                  </a:cubicBezTo>
                  <a:cubicBezTo>
                    <a:pt x="81" y="1095"/>
                    <a:pt x="85" y="1106"/>
                    <a:pt x="91" y="1112"/>
                  </a:cubicBezTo>
                  <a:cubicBezTo>
                    <a:pt x="108" y="1103"/>
                    <a:pt x="141" y="1084"/>
                    <a:pt x="160" y="1086"/>
                  </a:cubicBezTo>
                  <a:cubicBezTo>
                    <a:pt x="161" y="1086"/>
                    <a:pt x="173" y="1123"/>
                    <a:pt x="173" y="1124"/>
                  </a:cubicBezTo>
                  <a:cubicBezTo>
                    <a:pt x="223" y="1112"/>
                    <a:pt x="180" y="1129"/>
                    <a:pt x="223" y="1143"/>
                  </a:cubicBezTo>
                  <a:cubicBezTo>
                    <a:pt x="281" y="1121"/>
                    <a:pt x="264" y="1109"/>
                    <a:pt x="287" y="1143"/>
                  </a:cubicBezTo>
                  <a:cubicBezTo>
                    <a:pt x="337" y="1131"/>
                    <a:pt x="327" y="1099"/>
                    <a:pt x="337" y="1162"/>
                  </a:cubicBezTo>
                  <a:cubicBezTo>
                    <a:pt x="349" y="1150"/>
                    <a:pt x="354" y="1132"/>
                    <a:pt x="369" y="1124"/>
                  </a:cubicBezTo>
                  <a:cubicBezTo>
                    <a:pt x="388" y="1114"/>
                    <a:pt x="411" y="1113"/>
                    <a:pt x="432" y="1105"/>
                  </a:cubicBezTo>
                  <a:cubicBezTo>
                    <a:pt x="471" y="1162"/>
                    <a:pt x="468" y="1081"/>
                    <a:pt x="495" y="1068"/>
                  </a:cubicBezTo>
                  <a:cubicBezTo>
                    <a:pt x="507" y="1062"/>
                    <a:pt x="520" y="1063"/>
                    <a:pt x="533" y="1061"/>
                  </a:cubicBezTo>
                  <a:cubicBezTo>
                    <a:pt x="577" y="994"/>
                    <a:pt x="545" y="1028"/>
                    <a:pt x="571" y="1061"/>
                  </a:cubicBezTo>
                  <a:cubicBezTo>
                    <a:pt x="576" y="1067"/>
                    <a:pt x="584" y="1070"/>
                    <a:pt x="590" y="1074"/>
                  </a:cubicBezTo>
                  <a:cubicBezTo>
                    <a:pt x="600" y="1033"/>
                    <a:pt x="614" y="996"/>
                    <a:pt x="621" y="954"/>
                  </a:cubicBezTo>
                  <a:cubicBezTo>
                    <a:pt x="623" y="960"/>
                    <a:pt x="622" y="976"/>
                    <a:pt x="628" y="973"/>
                  </a:cubicBezTo>
                  <a:cubicBezTo>
                    <a:pt x="636" y="969"/>
                    <a:pt x="631" y="956"/>
                    <a:pt x="634" y="948"/>
                  </a:cubicBezTo>
                  <a:cubicBezTo>
                    <a:pt x="637" y="939"/>
                    <a:pt x="643" y="931"/>
                    <a:pt x="647" y="922"/>
                  </a:cubicBezTo>
                  <a:cubicBezTo>
                    <a:pt x="664" y="883"/>
                    <a:pt x="665" y="843"/>
                    <a:pt x="691" y="809"/>
                  </a:cubicBezTo>
                  <a:cubicBezTo>
                    <a:pt x="707" y="758"/>
                    <a:pt x="725" y="708"/>
                    <a:pt x="741" y="657"/>
                  </a:cubicBezTo>
                  <a:cubicBezTo>
                    <a:pt x="747" y="639"/>
                    <a:pt x="760" y="624"/>
                    <a:pt x="767" y="606"/>
                  </a:cubicBezTo>
                  <a:cubicBezTo>
                    <a:pt x="773" y="575"/>
                    <a:pt x="784" y="559"/>
                    <a:pt x="798" y="531"/>
                  </a:cubicBezTo>
                  <a:cubicBezTo>
                    <a:pt x="800" y="520"/>
                    <a:pt x="802" y="510"/>
                    <a:pt x="805" y="499"/>
                  </a:cubicBezTo>
                  <a:cubicBezTo>
                    <a:pt x="807" y="493"/>
                    <a:pt x="809" y="486"/>
                    <a:pt x="811" y="480"/>
                  </a:cubicBezTo>
                  <a:cubicBezTo>
                    <a:pt x="815" y="463"/>
                    <a:pt x="823" y="430"/>
                    <a:pt x="823" y="430"/>
                  </a:cubicBezTo>
                  <a:cubicBezTo>
                    <a:pt x="829" y="374"/>
                    <a:pt x="816" y="351"/>
                    <a:pt x="861" y="329"/>
                  </a:cubicBezTo>
                  <a:cubicBezTo>
                    <a:pt x="879" y="256"/>
                    <a:pt x="921" y="187"/>
                    <a:pt x="956" y="120"/>
                  </a:cubicBezTo>
                  <a:cubicBezTo>
                    <a:pt x="967" y="153"/>
                    <a:pt x="958" y="145"/>
                    <a:pt x="988" y="101"/>
                  </a:cubicBezTo>
                  <a:cubicBezTo>
                    <a:pt x="1003" y="79"/>
                    <a:pt x="998" y="86"/>
                    <a:pt x="1007" y="63"/>
                  </a:cubicBezTo>
                  <a:cubicBezTo>
                    <a:pt x="1009" y="72"/>
                    <a:pt x="1011" y="80"/>
                    <a:pt x="1013" y="89"/>
                  </a:cubicBezTo>
                  <a:cubicBezTo>
                    <a:pt x="1015" y="95"/>
                    <a:pt x="1014" y="112"/>
                    <a:pt x="1019" y="108"/>
                  </a:cubicBezTo>
                  <a:cubicBezTo>
                    <a:pt x="1036" y="96"/>
                    <a:pt x="1057" y="57"/>
                    <a:pt x="1057" y="57"/>
                  </a:cubicBezTo>
                  <a:cubicBezTo>
                    <a:pt x="1059" y="68"/>
                    <a:pt x="1061" y="78"/>
                    <a:pt x="1063" y="89"/>
                  </a:cubicBezTo>
                  <a:cubicBezTo>
                    <a:pt x="1065" y="97"/>
                    <a:pt x="1062" y="116"/>
                    <a:pt x="1070" y="114"/>
                  </a:cubicBezTo>
                  <a:cubicBezTo>
                    <a:pt x="1083" y="111"/>
                    <a:pt x="1087" y="93"/>
                    <a:pt x="1095" y="82"/>
                  </a:cubicBezTo>
                  <a:cubicBezTo>
                    <a:pt x="1097" y="74"/>
                    <a:pt x="1099" y="65"/>
                    <a:pt x="1101" y="57"/>
                  </a:cubicBezTo>
                  <a:cubicBezTo>
                    <a:pt x="1103" y="51"/>
                    <a:pt x="1102" y="36"/>
                    <a:pt x="1108" y="38"/>
                  </a:cubicBezTo>
                  <a:cubicBezTo>
                    <a:pt x="1112" y="39"/>
                    <a:pt x="1125" y="76"/>
                    <a:pt x="1127" y="82"/>
                  </a:cubicBezTo>
                  <a:cubicBezTo>
                    <a:pt x="1133" y="74"/>
                    <a:pt x="1141" y="66"/>
                    <a:pt x="1146" y="57"/>
                  </a:cubicBezTo>
                  <a:cubicBezTo>
                    <a:pt x="1150" y="49"/>
                    <a:pt x="1144" y="29"/>
                    <a:pt x="1152" y="32"/>
                  </a:cubicBezTo>
                  <a:cubicBezTo>
                    <a:pt x="1156" y="33"/>
                    <a:pt x="1168" y="74"/>
                    <a:pt x="1171" y="82"/>
                  </a:cubicBezTo>
                  <a:cubicBezTo>
                    <a:pt x="1195" y="67"/>
                    <a:pt x="1198" y="49"/>
                    <a:pt x="1215" y="25"/>
                  </a:cubicBezTo>
                  <a:cubicBezTo>
                    <a:pt x="1239" y="60"/>
                    <a:pt x="1244" y="44"/>
                    <a:pt x="1259" y="13"/>
                  </a:cubicBezTo>
                  <a:cubicBezTo>
                    <a:pt x="1269" y="48"/>
                    <a:pt x="1254" y="81"/>
                    <a:pt x="1291" y="44"/>
                  </a:cubicBezTo>
                  <a:cubicBezTo>
                    <a:pt x="1295" y="36"/>
                    <a:pt x="1294" y="21"/>
                    <a:pt x="1303" y="19"/>
                  </a:cubicBezTo>
                  <a:cubicBezTo>
                    <a:pt x="1310" y="18"/>
                    <a:pt x="1332" y="53"/>
                    <a:pt x="1335" y="57"/>
                  </a:cubicBezTo>
                  <a:cubicBezTo>
                    <a:pt x="1363" y="42"/>
                    <a:pt x="1374" y="26"/>
                    <a:pt x="1392" y="0"/>
                  </a:cubicBezTo>
                  <a:cubicBezTo>
                    <a:pt x="1397" y="29"/>
                    <a:pt x="1401" y="51"/>
                    <a:pt x="1417" y="76"/>
                  </a:cubicBezTo>
                  <a:cubicBezTo>
                    <a:pt x="1425" y="74"/>
                    <a:pt x="1435" y="75"/>
                    <a:pt x="1442" y="70"/>
                  </a:cubicBezTo>
                  <a:cubicBezTo>
                    <a:pt x="1459" y="56"/>
                    <a:pt x="1437" y="32"/>
                    <a:pt x="1461" y="70"/>
                  </a:cubicBezTo>
                  <a:cubicBezTo>
                    <a:pt x="1477" y="159"/>
                    <a:pt x="1460" y="67"/>
                    <a:pt x="1474" y="133"/>
                  </a:cubicBezTo>
                  <a:cubicBezTo>
                    <a:pt x="1492" y="217"/>
                    <a:pt x="1487" y="222"/>
                    <a:pt x="1487" y="120"/>
                  </a:cubicBezTo>
                </a:path>
              </a:pathLst>
            </a:custGeom>
            <a:noFill/>
            <a:ln w="9525" cap="flat" cmpd="sng">
              <a:solidFill>
                <a:srgbClr val="FF3300"/>
              </a:solidFill>
              <a:prstDash val="solid"/>
              <a:round/>
              <a:headEnd/>
              <a:tailEnd/>
            </a:ln>
            <a:effectLst/>
          </p:spPr>
          <p:txBody>
            <a:bodyPr wrap="none" anchor="ctr"/>
            <a:lstStyle/>
            <a:p>
              <a:endParaRPr lang="en-GB" sz="1600"/>
            </a:p>
          </p:txBody>
        </p:sp>
        <p:sp>
          <p:nvSpPr>
            <p:cNvPr id="135476" name="Freeform 308"/>
            <p:cNvSpPr>
              <a:spLocks/>
            </p:cNvSpPr>
            <p:nvPr/>
          </p:nvSpPr>
          <p:spPr bwMode="auto">
            <a:xfrm flipV="1">
              <a:off x="1973" y="2539"/>
              <a:ext cx="1349" cy="1244"/>
            </a:xfrm>
            <a:custGeom>
              <a:avLst/>
              <a:gdLst/>
              <a:ahLst/>
              <a:cxnLst>
                <a:cxn ang="0">
                  <a:pos x="4" y="151"/>
                </a:cxn>
                <a:cxn ang="0">
                  <a:pos x="42" y="95"/>
                </a:cxn>
                <a:cxn ang="0">
                  <a:pos x="67" y="57"/>
                </a:cxn>
                <a:cxn ang="0">
                  <a:pos x="73" y="76"/>
                </a:cxn>
                <a:cxn ang="0">
                  <a:pos x="67" y="95"/>
                </a:cxn>
                <a:cxn ang="0">
                  <a:pos x="99" y="38"/>
                </a:cxn>
                <a:cxn ang="0">
                  <a:pos x="143" y="13"/>
                </a:cxn>
                <a:cxn ang="0">
                  <a:pos x="149" y="69"/>
                </a:cxn>
                <a:cxn ang="0">
                  <a:pos x="168" y="63"/>
                </a:cxn>
                <a:cxn ang="0">
                  <a:pos x="200" y="19"/>
                </a:cxn>
                <a:cxn ang="0">
                  <a:pos x="212" y="101"/>
                </a:cxn>
                <a:cxn ang="0">
                  <a:pos x="231" y="63"/>
                </a:cxn>
                <a:cxn ang="0">
                  <a:pos x="257" y="0"/>
                </a:cxn>
                <a:cxn ang="0">
                  <a:pos x="263" y="95"/>
                </a:cxn>
                <a:cxn ang="0">
                  <a:pos x="295" y="82"/>
                </a:cxn>
                <a:cxn ang="0">
                  <a:pos x="320" y="31"/>
                </a:cxn>
                <a:cxn ang="0">
                  <a:pos x="358" y="63"/>
                </a:cxn>
                <a:cxn ang="0">
                  <a:pos x="383" y="145"/>
                </a:cxn>
                <a:cxn ang="0">
                  <a:pos x="402" y="126"/>
                </a:cxn>
                <a:cxn ang="0">
                  <a:pos x="408" y="107"/>
                </a:cxn>
                <a:cxn ang="0">
                  <a:pos x="433" y="164"/>
                </a:cxn>
                <a:cxn ang="0">
                  <a:pos x="452" y="189"/>
                </a:cxn>
                <a:cxn ang="0">
                  <a:pos x="478" y="158"/>
                </a:cxn>
                <a:cxn ang="0">
                  <a:pos x="484" y="133"/>
                </a:cxn>
                <a:cxn ang="0">
                  <a:pos x="497" y="151"/>
                </a:cxn>
                <a:cxn ang="0">
                  <a:pos x="516" y="227"/>
                </a:cxn>
                <a:cxn ang="0">
                  <a:pos x="547" y="259"/>
                </a:cxn>
                <a:cxn ang="0">
                  <a:pos x="553" y="335"/>
                </a:cxn>
                <a:cxn ang="0">
                  <a:pos x="572" y="322"/>
                </a:cxn>
                <a:cxn ang="0">
                  <a:pos x="579" y="341"/>
                </a:cxn>
                <a:cxn ang="0">
                  <a:pos x="604" y="474"/>
                </a:cxn>
                <a:cxn ang="0">
                  <a:pos x="629" y="398"/>
                </a:cxn>
                <a:cxn ang="0">
                  <a:pos x="673" y="606"/>
                </a:cxn>
                <a:cxn ang="0">
                  <a:pos x="699" y="657"/>
                </a:cxn>
                <a:cxn ang="0">
                  <a:pos x="718" y="638"/>
                </a:cxn>
                <a:cxn ang="0">
                  <a:pos x="737" y="663"/>
                </a:cxn>
                <a:cxn ang="0">
                  <a:pos x="756" y="859"/>
                </a:cxn>
                <a:cxn ang="0">
                  <a:pos x="781" y="859"/>
                </a:cxn>
                <a:cxn ang="0">
                  <a:pos x="800" y="941"/>
                </a:cxn>
                <a:cxn ang="0">
                  <a:pos x="831" y="979"/>
                </a:cxn>
                <a:cxn ang="0">
                  <a:pos x="995" y="1206"/>
                </a:cxn>
                <a:cxn ang="0">
                  <a:pos x="1059" y="1175"/>
                </a:cxn>
                <a:cxn ang="0">
                  <a:pos x="1078" y="1244"/>
                </a:cxn>
                <a:cxn ang="0">
                  <a:pos x="1135" y="1225"/>
                </a:cxn>
                <a:cxn ang="0">
                  <a:pos x="1198" y="1149"/>
                </a:cxn>
                <a:cxn ang="0">
                  <a:pos x="1204" y="1181"/>
                </a:cxn>
                <a:cxn ang="0">
                  <a:pos x="1210" y="1206"/>
                </a:cxn>
                <a:cxn ang="0">
                  <a:pos x="1236" y="1194"/>
                </a:cxn>
                <a:cxn ang="0">
                  <a:pos x="1261" y="1194"/>
                </a:cxn>
                <a:cxn ang="0">
                  <a:pos x="1280" y="1181"/>
                </a:cxn>
                <a:cxn ang="0">
                  <a:pos x="1305" y="1124"/>
                </a:cxn>
                <a:cxn ang="0">
                  <a:pos x="1330" y="1130"/>
                </a:cxn>
                <a:cxn ang="0">
                  <a:pos x="1349" y="1137"/>
                </a:cxn>
                <a:cxn ang="0">
                  <a:pos x="1330" y="1143"/>
                </a:cxn>
                <a:cxn ang="0">
                  <a:pos x="1273" y="1156"/>
                </a:cxn>
              </a:cxnLst>
              <a:rect l="0" t="0" r="r" b="b"/>
              <a:pathLst>
                <a:path w="1349" h="1244">
                  <a:moveTo>
                    <a:pt x="4" y="151"/>
                  </a:moveTo>
                  <a:cubicBezTo>
                    <a:pt x="46" y="82"/>
                    <a:pt x="0" y="155"/>
                    <a:pt x="42" y="95"/>
                  </a:cubicBezTo>
                  <a:cubicBezTo>
                    <a:pt x="51" y="83"/>
                    <a:pt x="67" y="57"/>
                    <a:pt x="67" y="57"/>
                  </a:cubicBezTo>
                  <a:cubicBezTo>
                    <a:pt x="69" y="63"/>
                    <a:pt x="73" y="69"/>
                    <a:pt x="73" y="76"/>
                  </a:cubicBezTo>
                  <a:cubicBezTo>
                    <a:pt x="73" y="83"/>
                    <a:pt x="64" y="101"/>
                    <a:pt x="67" y="95"/>
                  </a:cubicBezTo>
                  <a:cubicBezTo>
                    <a:pt x="103" y="28"/>
                    <a:pt x="56" y="95"/>
                    <a:pt x="99" y="38"/>
                  </a:cubicBezTo>
                  <a:cubicBezTo>
                    <a:pt x="112" y="81"/>
                    <a:pt x="118" y="36"/>
                    <a:pt x="143" y="13"/>
                  </a:cubicBezTo>
                  <a:cubicBezTo>
                    <a:pt x="145" y="32"/>
                    <a:pt x="141" y="52"/>
                    <a:pt x="149" y="69"/>
                  </a:cubicBezTo>
                  <a:cubicBezTo>
                    <a:pt x="152" y="75"/>
                    <a:pt x="163" y="68"/>
                    <a:pt x="168" y="63"/>
                  </a:cubicBezTo>
                  <a:cubicBezTo>
                    <a:pt x="181" y="50"/>
                    <a:pt x="200" y="19"/>
                    <a:pt x="200" y="19"/>
                  </a:cubicBezTo>
                  <a:cubicBezTo>
                    <a:pt x="208" y="45"/>
                    <a:pt x="192" y="81"/>
                    <a:pt x="212" y="101"/>
                  </a:cubicBezTo>
                  <a:cubicBezTo>
                    <a:pt x="222" y="111"/>
                    <a:pt x="225" y="76"/>
                    <a:pt x="231" y="63"/>
                  </a:cubicBezTo>
                  <a:cubicBezTo>
                    <a:pt x="240" y="42"/>
                    <a:pt x="249" y="21"/>
                    <a:pt x="257" y="0"/>
                  </a:cubicBezTo>
                  <a:cubicBezTo>
                    <a:pt x="259" y="32"/>
                    <a:pt x="250" y="66"/>
                    <a:pt x="263" y="95"/>
                  </a:cubicBezTo>
                  <a:cubicBezTo>
                    <a:pt x="268" y="105"/>
                    <a:pt x="287" y="90"/>
                    <a:pt x="295" y="82"/>
                  </a:cubicBezTo>
                  <a:cubicBezTo>
                    <a:pt x="308" y="68"/>
                    <a:pt x="309" y="47"/>
                    <a:pt x="320" y="31"/>
                  </a:cubicBezTo>
                  <a:cubicBezTo>
                    <a:pt x="325" y="93"/>
                    <a:pt x="324" y="147"/>
                    <a:pt x="358" y="63"/>
                  </a:cubicBezTo>
                  <a:cubicBezTo>
                    <a:pt x="367" y="90"/>
                    <a:pt x="374" y="118"/>
                    <a:pt x="383" y="145"/>
                  </a:cubicBezTo>
                  <a:cubicBezTo>
                    <a:pt x="389" y="139"/>
                    <a:pt x="397" y="133"/>
                    <a:pt x="402" y="126"/>
                  </a:cubicBezTo>
                  <a:cubicBezTo>
                    <a:pt x="406" y="120"/>
                    <a:pt x="403" y="103"/>
                    <a:pt x="408" y="107"/>
                  </a:cubicBezTo>
                  <a:cubicBezTo>
                    <a:pt x="419" y="115"/>
                    <a:pt x="428" y="148"/>
                    <a:pt x="433" y="164"/>
                  </a:cubicBezTo>
                  <a:cubicBezTo>
                    <a:pt x="444" y="244"/>
                    <a:pt x="431" y="220"/>
                    <a:pt x="452" y="189"/>
                  </a:cubicBezTo>
                  <a:cubicBezTo>
                    <a:pt x="459" y="178"/>
                    <a:pt x="469" y="168"/>
                    <a:pt x="478" y="158"/>
                  </a:cubicBezTo>
                  <a:cubicBezTo>
                    <a:pt x="480" y="150"/>
                    <a:pt x="476" y="136"/>
                    <a:pt x="484" y="133"/>
                  </a:cubicBezTo>
                  <a:cubicBezTo>
                    <a:pt x="491" y="130"/>
                    <a:pt x="494" y="144"/>
                    <a:pt x="497" y="151"/>
                  </a:cubicBezTo>
                  <a:cubicBezTo>
                    <a:pt x="507" y="175"/>
                    <a:pt x="507" y="203"/>
                    <a:pt x="516" y="227"/>
                  </a:cubicBezTo>
                  <a:cubicBezTo>
                    <a:pt x="555" y="176"/>
                    <a:pt x="538" y="223"/>
                    <a:pt x="547" y="259"/>
                  </a:cubicBezTo>
                  <a:cubicBezTo>
                    <a:pt x="549" y="284"/>
                    <a:pt x="544" y="311"/>
                    <a:pt x="553" y="335"/>
                  </a:cubicBezTo>
                  <a:cubicBezTo>
                    <a:pt x="556" y="342"/>
                    <a:pt x="565" y="320"/>
                    <a:pt x="572" y="322"/>
                  </a:cubicBezTo>
                  <a:cubicBezTo>
                    <a:pt x="579" y="324"/>
                    <a:pt x="577" y="335"/>
                    <a:pt x="579" y="341"/>
                  </a:cubicBezTo>
                  <a:cubicBezTo>
                    <a:pt x="603" y="265"/>
                    <a:pt x="581" y="428"/>
                    <a:pt x="604" y="474"/>
                  </a:cubicBezTo>
                  <a:cubicBezTo>
                    <a:pt x="610" y="444"/>
                    <a:pt x="616" y="425"/>
                    <a:pt x="629" y="398"/>
                  </a:cubicBezTo>
                  <a:cubicBezTo>
                    <a:pt x="652" y="465"/>
                    <a:pt x="652" y="538"/>
                    <a:pt x="673" y="606"/>
                  </a:cubicBezTo>
                  <a:cubicBezTo>
                    <a:pt x="699" y="544"/>
                    <a:pt x="687" y="463"/>
                    <a:pt x="699" y="657"/>
                  </a:cubicBezTo>
                  <a:cubicBezTo>
                    <a:pt x="705" y="651"/>
                    <a:pt x="714" y="630"/>
                    <a:pt x="718" y="638"/>
                  </a:cubicBezTo>
                  <a:cubicBezTo>
                    <a:pt x="738" y="683"/>
                    <a:pt x="709" y="772"/>
                    <a:pt x="737" y="663"/>
                  </a:cubicBezTo>
                  <a:cubicBezTo>
                    <a:pt x="741" y="765"/>
                    <a:pt x="742" y="782"/>
                    <a:pt x="756" y="859"/>
                  </a:cubicBezTo>
                  <a:cubicBezTo>
                    <a:pt x="759" y="847"/>
                    <a:pt x="764" y="798"/>
                    <a:pt x="781" y="859"/>
                  </a:cubicBezTo>
                  <a:cubicBezTo>
                    <a:pt x="811" y="963"/>
                    <a:pt x="767" y="892"/>
                    <a:pt x="800" y="941"/>
                  </a:cubicBezTo>
                  <a:cubicBezTo>
                    <a:pt x="811" y="975"/>
                    <a:pt x="789" y="1021"/>
                    <a:pt x="831" y="979"/>
                  </a:cubicBezTo>
                  <a:cubicBezTo>
                    <a:pt x="913" y="1087"/>
                    <a:pt x="912" y="1097"/>
                    <a:pt x="995" y="1206"/>
                  </a:cubicBezTo>
                  <a:cubicBezTo>
                    <a:pt x="1013" y="1152"/>
                    <a:pt x="1027" y="1222"/>
                    <a:pt x="1059" y="1175"/>
                  </a:cubicBezTo>
                  <a:cubicBezTo>
                    <a:pt x="1074" y="1223"/>
                    <a:pt x="1068" y="1200"/>
                    <a:pt x="1078" y="1244"/>
                  </a:cubicBezTo>
                  <a:cubicBezTo>
                    <a:pt x="1109" y="1223"/>
                    <a:pt x="1109" y="1186"/>
                    <a:pt x="1135" y="1225"/>
                  </a:cubicBezTo>
                  <a:cubicBezTo>
                    <a:pt x="1164" y="1203"/>
                    <a:pt x="1175" y="1178"/>
                    <a:pt x="1198" y="1149"/>
                  </a:cubicBezTo>
                  <a:cubicBezTo>
                    <a:pt x="1200" y="1160"/>
                    <a:pt x="1202" y="1170"/>
                    <a:pt x="1204" y="1181"/>
                  </a:cubicBezTo>
                  <a:cubicBezTo>
                    <a:pt x="1206" y="1189"/>
                    <a:pt x="1202" y="1203"/>
                    <a:pt x="1210" y="1206"/>
                  </a:cubicBezTo>
                  <a:cubicBezTo>
                    <a:pt x="1219" y="1210"/>
                    <a:pt x="1227" y="1198"/>
                    <a:pt x="1236" y="1194"/>
                  </a:cubicBezTo>
                  <a:cubicBezTo>
                    <a:pt x="1264" y="1149"/>
                    <a:pt x="1231" y="1188"/>
                    <a:pt x="1261" y="1194"/>
                  </a:cubicBezTo>
                  <a:cubicBezTo>
                    <a:pt x="1269" y="1195"/>
                    <a:pt x="1274" y="1185"/>
                    <a:pt x="1280" y="1181"/>
                  </a:cubicBezTo>
                  <a:cubicBezTo>
                    <a:pt x="1292" y="1162"/>
                    <a:pt x="1298" y="1145"/>
                    <a:pt x="1305" y="1124"/>
                  </a:cubicBezTo>
                  <a:cubicBezTo>
                    <a:pt x="1317" y="1187"/>
                    <a:pt x="1301" y="1145"/>
                    <a:pt x="1330" y="1130"/>
                  </a:cubicBezTo>
                  <a:cubicBezTo>
                    <a:pt x="1336" y="1127"/>
                    <a:pt x="1343" y="1135"/>
                    <a:pt x="1349" y="1137"/>
                  </a:cubicBezTo>
                  <a:cubicBezTo>
                    <a:pt x="1349" y="1137"/>
                    <a:pt x="1336" y="1140"/>
                    <a:pt x="1330" y="1143"/>
                  </a:cubicBezTo>
                  <a:cubicBezTo>
                    <a:pt x="1288" y="1161"/>
                    <a:pt x="1322" y="1156"/>
                    <a:pt x="1273" y="1156"/>
                  </a:cubicBezTo>
                </a:path>
              </a:pathLst>
            </a:custGeom>
            <a:noFill/>
            <a:ln w="9525" cap="flat" cmpd="sng">
              <a:solidFill>
                <a:srgbClr val="FF3300"/>
              </a:solidFill>
              <a:prstDash val="solid"/>
              <a:round/>
              <a:headEnd/>
              <a:tailEnd/>
            </a:ln>
            <a:effectLst/>
          </p:spPr>
          <p:txBody>
            <a:bodyPr wrap="none" anchor="ctr"/>
            <a:lstStyle/>
            <a:p>
              <a:endParaRPr lang="en-GB" sz="1600"/>
            </a:p>
          </p:txBody>
        </p:sp>
        <p:sp>
          <p:nvSpPr>
            <p:cNvPr id="135477" name="Freeform 309"/>
            <p:cNvSpPr>
              <a:spLocks/>
            </p:cNvSpPr>
            <p:nvPr/>
          </p:nvSpPr>
          <p:spPr bwMode="auto">
            <a:xfrm flipV="1">
              <a:off x="1996" y="2553"/>
              <a:ext cx="1396" cy="1206"/>
            </a:xfrm>
            <a:custGeom>
              <a:avLst/>
              <a:gdLst/>
              <a:ahLst/>
              <a:cxnLst>
                <a:cxn ang="0">
                  <a:pos x="0" y="156"/>
                </a:cxn>
                <a:cxn ang="0">
                  <a:pos x="50" y="81"/>
                </a:cxn>
                <a:cxn ang="0">
                  <a:pos x="76" y="62"/>
                </a:cxn>
                <a:cxn ang="0">
                  <a:pos x="107" y="17"/>
                </a:cxn>
                <a:cxn ang="0">
                  <a:pos x="139" y="100"/>
                </a:cxn>
                <a:cxn ang="0">
                  <a:pos x="196" y="74"/>
                </a:cxn>
                <a:cxn ang="0">
                  <a:pos x="240" y="43"/>
                </a:cxn>
                <a:cxn ang="0">
                  <a:pos x="253" y="93"/>
                </a:cxn>
                <a:cxn ang="0">
                  <a:pos x="303" y="68"/>
                </a:cxn>
                <a:cxn ang="0">
                  <a:pos x="328" y="112"/>
                </a:cxn>
                <a:cxn ang="0">
                  <a:pos x="379" y="62"/>
                </a:cxn>
                <a:cxn ang="0">
                  <a:pos x="417" y="125"/>
                </a:cxn>
                <a:cxn ang="0">
                  <a:pos x="429" y="106"/>
                </a:cxn>
                <a:cxn ang="0">
                  <a:pos x="436" y="137"/>
                </a:cxn>
                <a:cxn ang="0">
                  <a:pos x="455" y="207"/>
                </a:cxn>
                <a:cxn ang="0">
                  <a:pos x="486" y="213"/>
                </a:cxn>
                <a:cxn ang="0">
                  <a:pos x="518" y="207"/>
                </a:cxn>
                <a:cxn ang="0">
                  <a:pos x="524" y="226"/>
                </a:cxn>
                <a:cxn ang="0">
                  <a:pos x="543" y="232"/>
                </a:cxn>
                <a:cxn ang="0">
                  <a:pos x="549" y="283"/>
                </a:cxn>
                <a:cxn ang="0">
                  <a:pos x="562" y="321"/>
                </a:cxn>
                <a:cxn ang="0">
                  <a:pos x="606" y="359"/>
                </a:cxn>
                <a:cxn ang="0">
                  <a:pos x="625" y="415"/>
                </a:cxn>
                <a:cxn ang="0">
                  <a:pos x="669" y="580"/>
                </a:cxn>
                <a:cxn ang="0">
                  <a:pos x="695" y="719"/>
                </a:cxn>
                <a:cxn ang="0">
                  <a:pos x="701" y="693"/>
                </a:cxn>
                <a:cxn ang="0">
                  <a:pos x="707" y="712"/>
                </a:cxn>
                <a:cxn ang="0">
                  <a:pos x="714" y="731"/>
                </a:cxn>
                <a:cxn ang="0">
                  <a:pos x="733" y="807"/>
                </a:cxn>
                <a:cxn ang="0">
                  <a:pos x="739" y="895"/>
                </a:cxn>
                <a:cxn ang="0">
                  <a:pos x="758" y="927"/>
                </a:cxn>
                <a:cxn ang="0">
                  <a:pos x="802" y="1041"/>
                </a:cxn>
                <a:cxn ang="0">
                  <a:pos x="846" y="1041"/>
                </a:cxn>
                <a:cxn ang="0">
                  <a:pos x="922" y="1116"/>
                </a:cxn>
                <a:cxn ang="0">
                  <a:pos x="947" y="1186"/>
                </a:cxn>
                <a:cxn ang="0">
                  <a:pos x="947" y="1161"/>
                </a:cxn>
                <a:cxn ang="0">
                  <a:pos x="998" y="1192"/>
                </a:cxn>
                <a:cxn ang="0">
                  <a:pos x="1036" y="1161"/>
                </a:cxn>
                <a:cxn ang="0">
                  <a:pos x="1048" y="1180"/>
                </a:cxn>
                <a:cxn ang="0">
                  <a:pos x="1074" y="1192"/>
                </a:cxn>
                <a:cxn ang="0">
                  <a:pos x="1162" y="1167"/>
                </a:cxn>
                <a:cxn ang="0">
                  <a:pos x="1232" y="1161"/>
                </a:cxn>
                <a:cxn ang="0">
                  <a:pos x="1295" y="1110"/>
                </a:cxn>
                <a:cxn ang="0">
                  <a:pos x="1358" y="1123"/>
                </a:cxn>
                <a:cxn ang="0">
                  <a:pos x="1396" y="1085"/>
                </a:cxn>
              </a:cxnLst>
              <a:rect l="0" t="0" r="r" b="b"/>
              <a:pathLst>
                <a:path w="1396" h="1206">
                  <a:moveTo>
                    <a:pt x="0" y="156"/>
                  </a:moveTo>
                  <a:cubicBezTo>
                    <a:pt x="17" y="134"/>
                    <a:pt x="32" y="101"/>
                    <a:pt x="50" y="81"/>
                  </a:cubicBezTo>
                  <a:cubicBezTo>
                    <a:pt x="57" y="73"/>
                    <a:pt x="68" y="70"/>
                    <a:pt x="76" y="62"/>
                  </a:cubicBezTo>
                  <a:cubicBezTo>
                    <a:pt x="85" y="53"/>
                    <a:pt x="100" y="29"/>
                    <a:pt x="107" y="17"/>
                  </a:cubicBezTo>
                  <a:cubicBezTo>
                    <a:pt x="114" y="59"/>
                    <a:pt x="111" y="72"/>
                    <a:pt x="139" y="100"/>
                  </a:cubicBezTo>
                  <a:cubicBezTo>
                    <a:pt x="166" y="91"/>
                    <a:pt x="176" y="91"/>
                    <a:pt x="196" y="74"/>
                  </a:cubicBezTo>
                  <a:cubicBezTo>
                    <a:pt x="233" y="42"/>
                    <a:pt x="206" y="54"/>
                    <a:pt x="240" y="43"/>
                  </a:cubicBezTo>
                  <a:cubicBezTo>
                    <a:pt x="240" y="44"/>
                    <a:pt x="252" y="93"/>
                    <a:pt x="253" y="93"/>
                  </a:cubicBezTo>
                  <a:cubicBezTo>
                    <a:pt x="271" y="96"/>
                    <a:pt x="285" y="74"/>
                    <a:pt x="303" y="68"/>
                  </a:cubicBezTo>
                  <a:cubicBezTo>
                    <a:pt x="325" y="0"/>
                    <a:pt x="322" y="29"/>
                    <a:pt x="328" y="112"/>
                  </a:cubicBezTo>
                  <a:cubicBezTo>
                    <a:pt x="362" y="87"/>
                    <a:pt x="348" y="81"/>
                    <a:pt x="379" y="62"/>
                  </a:cubicBezTo>
                  <a:cubicBezTo>
                    <a:pt x="389" y="104"/>
                    <a:pt x="361" y="152"/>
                    <a:pt x="417" y="125"/>
                  </a:cubicBezTo>
                  <a:cubicBezTo>
                    <a:pt x="421" y="119"/>
                    <a:pt x="423" y="102"/>
                    <a:pt x="429" y="106"/>
                  </a:cubicBezTo>
                  <a:cubicBezTo>
                    <a:pt x="438" y="112"/>
                    <a:pt x="434" y="127"/>
                    <a:pt x="436" y="137"/>
                  </a:cubicBezTo>
                  <a:cubicBezTo>
                    <a:pt x="447" y="193"/>
                    <a:pt x="435" y="157"/>
                    <a:pt x="455" y="207"/>
                  </a:cubicBezTo>
                  <a:cubicBezTo>
                    <a:pt x="502" y="175"/>
                    <a:pt x="449" y="202"/>
                    <a:pt x="486" y="213"/>
                  </a:cubicBezTo>
                  <a:cubicBezTo>
                    <a:pt x="496" y="216"/>
                    <a:pt x="507" y="209"/>
                    <a:pt x="518" y="207"/>
                  </a:cubicBezTo>
                  <a:cubicBezTo>
                    <a:pt x="520" y="213"/>
                    <a:pt x="519" y="221"/>
                    <a:pt x="524" y="226"/>
                  </a:cubicBezTo>
                  <a:cubicBezTo>
                    <a:pt x="529" y="231"/>
                    <a:pt x="540" y="226"/>
                    <a:pt x="543" y="232"/>
                  </a:cubicBezTo>
                  <a:cubicBezTo>
                    <a:pt x="550" y="248"/>
                    <a:pt x="545" y="266"/>
                    <a:pt x="549" y="283"/>
                  </a:cubicBezTo>
                  <a:cubicBezTo>
                    <a:pt x="552" y="296"/>
                    <a:pt x="558" y="308"/>
                    <a:pt x="562" y="321"/>
                  </a:cubicBezTo>
                  <a:cubicBezTo>
                    <a:pt x="610" y="273"/>
                    <a:pt x="599" y="288"/>
                    <a:pt x="606" y="359"/>
                  </a:cubicBezTo>
                  <a:cubicBezTo>
                    <a:pt x="653" y="327"/>
                    <a:pt x="629" y="392"/>
                    <a:pt x="625" y="415"/>
                  </a:cubicBezTo>
                  <a:cubicBezTo>
                    <a:pt x="631" y="518"/>
                    <a:pt x="607" y="533"/>
                    <a:pt x="669" y="580"/>
                  </a:cubicBezTo>
                  <a:cubicBezTo>
                    <a:pt x="682" y="626"/>
                    <a:pt x="685" y="673"/>
                    <a:pt x="695" y="719"/>
                  </a:cubicBezTo>
                  <a:cubicBezTo>
                    <a:pt x="697" y="710"/>
                    <a:pt x="693" y="697"/>
                    <a:pt x="701" y="693"/>
                  </a:cubicBezTo>
                  <a:cubicBezTo>
                    <a:pt x="707" y="690"/>
                    <a:pt x="705" y="706"/>
                    <a:pt x="707" y="712"/>
                  </a:cubicBezTo>
                  <a:cubicBezTo>
                    <a:pt x="709" y="718"/>
                    <a:pt x="712" y="725"/>
                    <a:pt x="714" y="731"/>
                  </a:cubicBezTo>
                  <a:cubicBezTo>
                    <a:pt x="722" y="756"/>
                    <a:pt x="733" y="807"/>
                    <a:pt x="733" y="807"/>
                  </a:cubicBezTo>
                  <a:cubicBezTo>
                    <a:pt x="735" y="836"/>
                    <a:pt x="733" y="866"/>
                    <a:pt x="739" y="895"/>
                  </a:cubicBezTo>
                  <a:cubicBezTo>
                    <a:pt x="742" y="907"/>
                    <a:pt x="753" y="916"/>
                    <a:pt x="758" y="927"/>
                  </a:cubicBezTo>
                  <a:cubicBezTo>
                    <a:pt x="776" y="965"/>
                    <a:pt x="778" y="1005"/>
                    <a:pt x="802" y="1041"/>
                  </a:cubicBezTo>
                  <a:cubicBezTo>
                    <a:pt x="813" y="1006"/>
                    <a:pt x="817" y="1030"/>
                    <a:pt x="846" y="1041"/>
                  </a:cubicBezTo>
                  <a:cubicBezTo>
                    <a:pt x="878" y="1083"/>
                    <a:pt x="874" y="1098"/>
                    <a:pt x="922" y="1116"/>
                  </a:cubicBezTo>
                  <a:cubicBezTo>
                    <a:pt x="940" y="1142"/>
                    <a:pt x="936" y="1157"/>
                    <a:pt x="947" y="1186"/>
                  </a:cubicBezTo>
                  <a:cubicBezTo>
                    <a:pt x="955" y="1206"/>
                    <a:pt x="937" y="1142"/>
                    <a:pt x="947" y="1161"/>
                  </a:cubicBezTo>
                  <a:cubicBezTo>
                    <a:pt x="954" y="1144"/>
                    <a:pt x="987" y="1206"/>
                    <a:pt x="998" y="1192"/>
                  </a:cubicBezTo>
                  <a:cubicBezTo>
                    <a:pt x="1008" y="1179"/>
                    <a:pt x="1024" y="1173"/>
                    <a:pt x="1036" y="1161"/>
                  </a:cubicBezTo>
                  <a:cubicBezTo>
                    <a:pt x="1040" y="1167"/>
                    <a:pt x="1041" y="1177"/>
                    <a:pt x="1048" y="1180"/>
                  </a:cubicBezTo>
                  <a:cubicBezTo>
                    <a:pt x="1082" y="1193"/>
                    <a:pt x="1056" y="1144"/>
                    <a:pt x="1074" y="1192"/>
                  </a:cubicBezTo>
                  <a:cubicBezTo>
                    <a:pt x="1145" y="1157"/>
                    <a:pt x="1114" y="1156"/>
                    <a:pt x="1162" y="1167"/>
                  </a:cubicBezTo>
                  <a:cubicBezTo>
                    <a:pt x="1192" y="1160"/>
                    <a:pt x="1201" y="1153"/>
                    <a:pt x="1232" y="1161"/>
                  </a:cubicBezTo>
                  <a:cubicBezTo>
                    <a:pt x="1251" y="1141"/>
                    <a:pt x="1295" y="1110"/>
                    <a:pt x="1295" y="1110"/>
                  </a:cubicBezTo>
                  <a:cubicBezTo>
                    <a:pt x="1314" y="1140"/>
                    <a:pt x="1327" y="1138"/>
                    <a:pt x="1358" y="1123"/>
                  </a:cubicBezTo>
                  <a:cubicBezTo>
                    <a:pt x="1373" y="1077"/>
                    <a:pt x="1357" y="1085"/>
                    <a:pt x="1396" y="1085"/>
                  </a:cubicBezTo>
                </a:path>
              </a:pathLst>
            </a:custGeom>
            <a:noFill/>
            <a:ln w="9525" cap="flat" cmpd="sng">
              <a:solidFill>
                <a:srgbClr val="FF3300"/>
              </a:solidFill>
              <a:prstDash val="solid"/>
              <a:round/>
              <a:headEnd/>
              <a:tailEnd/>
            </a:ln>
            <a:effectLst/>
          </p:spPr>
          <p:txBody>
            <a:bodyPr wrap="none" anchor="ctr"/>
            <a:lstStyle/>
            <a:p>
              <a:endParaRPr lang="en-GB" sz="1600"/>
            </a:p>
          </p:txBody>
        </p:sp>
        <p:sp>
          <p:nvSpPr>
            <p:cNvPr id="135478" name="Freeform 310"/>
            <p:cNvSpPr>
              <a:spLocks/>
            </p:cNvSpPr>
            <p:nvPr/>
          </p:nvSpPr>
          <p:spPr bwMode="auto">
            <a:xfrm flipV="1">
              <a:off x="1945" y="2590"/>
              <a:ext cx="1472" cy="1067"/>
            </a:xfrm>
            <a:custGeom>
              <a:avLst/>
              <a:gdLst/>
              <a:ahLst/>
              <a:cxnLst>
                <a:cxn ang="0">
                  <a:pos x="1472" y="1048"/>
                </a:cxn>
                <a:cxn ang="0">
                  <a:pos x="1409" y="1023"/>
                </a:cxn>
                <a:cxn ang="0">
                  <a:pos x="1415" y="991"/>
                </a:cxn>
                <a:cxn ang="0">
                  <a:pos x="1421" y="966"/>
                </a:cxn>
                <a:cxn ang="0">
                  <a:pos x="1415" y="941"/>
                </a:cxn>
                <a:cxn ang="0">
                  <a:pos x="1409" y="909"/>
                </a:cxn>
                <a:cxn ang="0">
                  <a:pos x="1377" y="947"/>
                </a:cxn>
                <a:cxn ang="0">
                  <a:pos x="1352" y="833"/>
                </a:cxn>
                <a:cxn ang="0">
                  <a:pos x="1320" y="695"/>
                </a:cxn>
                <a:cxn ang="0">
                  <a:pos x="1301" y="707"/>
                </a:cxn>
                <a:cxn ang="0">
                  <a:pos x="1295" y="682"/>
                </a:cxn>
                <a:cxn ang="0">
                  <a:pos x="1257" y="587"/>
                </a:cxn>
                <a:cxn ang="0">
                  <a:pos x="1219" y="473"/>
                </a:cxn>
                <a:cxn ang="0">
                  <a:pos x="1200" y="480"/>
                </a:cxn>
                <a:cxn ang="0">
                  <a:pos x="1143" y="385"/>
                </a:cxn>
                <a:cxn ang="0">
                  <a:pos x="1105" y="259"/>
                </a:cxn>
                <a:cxn ang="0">
                  <a:pos x="1080" y="221"/>
                </a:cxn>
                <a:cxn ang="0">
                  <a:pos x="1042" y="170"/>
                </a:cxn>
                <a:cxn ang="0">
                  <a:pos x="1023" y="177"/>
                </a:cxn>
                <a:cxn ang="0">
                  <a:pos x="1017" y="196"/>
                </a:cxn>
                <a:cxn ang="0">
                  <a:pos x="1011" y="177"/>
                </a:cxn>
                <a:cxn ang="0">
                  <a:pos x="966" y="120"/>
                </a:cxn>
                <a:cxn ang="0">
                  <a:pos x="948" y="126"/>
                </a:cxn>
                <a:cxn ang="0">
                  <a:pos x="859" y="57"/>
                </a:cxn>
                <a:cxn ang="0">
                  <a:pos x="853" y="76"/>
                </a:cxn>
                <a:cxn ang="0">
                  <a:pos x="821" y="44"/>
                </a:cxn>
                <a:cxn ang="0">
                  <a:pos x="752" y="19"/>
                </a:cxn>
                <a:cxn ang="0">
                  <a:pos x="689" y="0"/>
                </a:cxn>
                <a:cxn ang="0">
                  <a:pos x="651" y="25"/>
                </a:cxn>
                <a:cxn ang="0">
                  <a:pos x="625" y="50"/>
                </a:cxn>
                <a:cxn ang="0">
                  <a:pos x="619" y="69"/>
                </a:cxn>
                <a:cxn ang="0">
                  <a:pos x="613" y="50"/>
                </a:cxn>
                <a:cxn ang="0">
                  <a:pos x="588" y="25"/>
                </a:cxn>
                <a:cxn ang="0">
                  <a:pos x="569" y="82"/>
                </a:cxn>
                <a:cxn ang="0">
                  <a:pos x="562" y="63"/>
                </a:cxn>
                <a:cxn ang="0">
                  <a:pos x="543" y="50"/>
                </a:cxn>
                <a:cxn ang="0">
                  <a:pos x="512" y="82"/>
                </a:cxn>
                <a:cxn ang="0">
                  <a:pos x="486" y="126"/>
                </a:cxn>
                <a:cxn ang="0">
                  <a:pos x="480" y="151"/>
                </a:cxn>
                <a:cxn ang="0">
                  <a:pos x="474" y="132"/>
                </a:cxn>
                <a:cxn ang="0">
                  <a:pos x="449" y="145"/>
                </a:cxn>
                <a:cxn ang="0">
                  <a:pos x="423" y="208"/>
                </a:cxn>
                <a:cxn ang="0">
                  <a:pos x="417" y="183"/>
                </a:cxn>
                <a:cxn ang="0">
                  <a:pos x="398" y="196"/>
                </a:cxn>
                <a:cxn ang="0">
                  <a:pos x="373" y="252"/>
                </a:cxn>
                <a:cxn ang="0">
                  <a:pos x="335" y="379"/>
                </a:cxn>
                <a:cxn ang="0">
                  <a:pos x="310" y="429"/>
                </a:cxn>
                <a:cxn ang="0">
                  <a:pos x="291" y="518"/>
                </a:cxn>
                <a:cxn ang="0">
                  <a:pos x="240" y="688"/>
                </a:cxn>
                <a:cxn ang="0">
                  <a:pos x="171" y="884"/>
                </a:cxn>
                <a:cxn ang="0">
                  <a:pos x="164" y="865"/>
                </a:cxn>
                <a:cxn ang="0">
                  <a:pos x="158" y="840"/>
                </a:cxn>
                <a:cxn ang="0">
                  <a:pos x="145" y="897"/>
                </a:cxn>
                <a:cxn ang="0">
                  <a:pos x="108" y="1067"/>
                </a:cxn>
                <a:cxn ang="0">
                  <a:pos x="70" y="1055"/>
                </a:cxn>
                <a:cxn ang="0">
                  <a:pos x="0" y="1055"/>
                </a:cxn>
              </a:cxnLst>
              <a:rect l="0" t="0" r="r" b="b"/>
              <a:pathLst>
                <a:path w="1472" h="1067">
                  <a:moveTo>
                    <a:pt x="1472" y="1048"/>
                  </a:moveTo>
                  <a:cubicBezTo>
                    <a:pt x="1451" y="1038"/>
                    <a:pt x="1431" y="1030"/>
                    <a:pt x="1409" y="1023"/>
                  </a:cubicBezTo>
                  <a:cubicBezTo>
                    <a:pt x="1411" y="1012"/>
                    <a:pt x="1413" y="1002"/>
                    <a:pt x="1415" y="991"/>
                  </a:cubicBezTo>
                  <a:cubicBezTo>
                    <a:pt x="1418" y="978"/>
                    <a:pt x="1439" y="902"/>
                    <a:pt x="1421" y="966"/>
                  </a:cubicBezTo>
                  <a:cubicBezTo>
                    <a:pt x="1419" y="958"/>
                    <a:pt x="1417" y="949"/>
                    <a:pt x="1415" y="941"/>
                  </a:cubicBezTo>
                  <a:cubicBezTo>
                    <a:pt x="1413" y="930"/>
                    <a:pt x="1419" y="914"/>
                    <a:pt x="1409" y="909"/>
                  </a:cubicBezTo>
                  <a:cubicBezTo>
                    <a:pt x="1403" y="906"/>
                    <a:pt x="1379" y="944"/>
                    <a:pt x="1377" y="947"/>
                  </a:cubicBezTo>
                  <a:cubicBezTo>
                    <a:pt x="1372" y="890"/>
                    <a:pt x="1373" y="878"/>
                    <a:pt x="1352" y="833"/>
                  </a:cubicBezTo>
                  <a:cubicBezTo>
                    <a:pt x="1343" y="787"/>
                    <a:pt x="1335" y="739"/>
                    <a:pt x="1320" y="695"/>
                  </a:cubicBezTo>
                  <a:cubicBezTo>
                    <a:pt x="1314" y="699"/>
                    <a:pt x="1308" y="710"/>
                    <a:pt x="1301" y="707"/>
                  </a:cubicBezTo>
                  <a:cubicBezTo>
                    <a:pt x="1293" y="703"/>
                    <a:pt x="1297" y="690"/>
                    <a:pt x="1295" y="682"/>
                  </a:cubicBezTo>
                  <a:cubicBezTo>
                    <a:pt x="1286" y="650"/>
                    <a:pt x="1275" y="614"/>
                    <a:pt x="1257" y="587"/>
                  </a:cubicBezTo>
                  <a:cubicBezTo>
                    <a:pt x="1245" y="548"/>
                    <a:pt x="1228" y="512"/>
                    <a:pt x="1219" y="473"/>
                  </a:cubicBezTo>
                  <a:cubicBezTo>
                    <a:pt x="1213" y="475"/>
                    <a:pt x="1204" y="485"/>
                    <a:pt x="1200" y="480"/>
                  </a:cubicBezTo>
                  <a:cubicBezTo>
                    <a:pt x="1173" y="449"/>
                    <a:pt x="1187" y="399"/>
                    <a:pt x="1143" y="385"/>
                  </a:cubicBezTo>
                  <a:cubicBezTo>
                    <a:pt x="1136" y="340"/>
                    <a:pt x="1131" y="297"/>
                    <a:pt x="1105" y="259"/>
                  </a:cubicBezTo>
                  <a:cubicBezTo>
                    <a:pt x="1094" y="225"/>
                    <a:pt x="1106" y="254"/>
                    <a:pt x="1080" y="221"/>
                  </a:cubicBezTo>
                  <a:cubicBezTo>
                    <a:pt x="1067" y="205"/>
                    <a:pt x="1042" y="170"/>
                    <a:pt x="1042" y="170"/>
                  </a:cubicBezTo>
                  <a:cubicBezTo>
                    <a:pt x="1036" y="172"/>
                    <a:pt x="1028" y="172"/>
                    <a:pt x="1023" y="177"/>
                  </a:cubicBezTo>
                  <a:cubicBezTo>
                    <a:pt x="1018" y="182"/>
                    <a:pt x="1024" y="196"/>
                    <a:pt x="1017" y="196"/>
                  </a:cubicBezTo>
                  <a:cubicBezTo>
                    <a:pt x="1010" y="196"/>
                    <a:pt x="1015" y="183"/>
                    <a:pt x="1011" y="177"/>
                  </a:cubicBezTo>
                  <a:cubicBezTo>
                    <a:pt x="998" y="157"/>
                    <a:pt x="966" y="120"/>
                    <a:pt x="966" y="120"/>
                  </a:cubicBezTo>
                  <a:cubicBezTo>
                    <a:pt x="960" y="122"/>
                    <a:pt x="953" y="129"/>
                    <a:pt x="948" y="126"/>
                  </a:cubicBezTo>
                  <a:cubicBezTo>
                    <a:pt x="901" y="96"/>
                    <a:pt x="906" y="72"/>
                    <a:pt x="859" y="57"/>
                  </a:cubicBezTo>
                  <a:cubicBezTo>
                    <a:pt x="857" y="63"/>
                    <a:pt x="859" y="74"/>
                    <a:pt x="853" y="76"/>
                  </a:cubicBezTo>
                  <a:cubicBezTo>
                    <a:pt x="839" y="79"/>
                    <a:pt x="827" y="49"/>
                    <a:pt x="821" y="44"/>
                  </a:cubicBezTo>
                  <a:cubicBezTo>
                    <a:pt x="795" y="24"/>
                    <a:pt x="781" y="25"/>
                    <a:pt x="752" y="19"/>
                  </a:cubicBezTo>
                  <a:cubicBezTo>
                    <a:pt x="718" y="40"/>
                    <a:pt x="719" y="19"/>
                    <a:pt x="689" y="0"/>
                  </a:cubicBezTo>
                  <a:cubicBezTo>
                    <a:pt x="668" y="30"/>
                    <a:pt x="684" y="48"/>
                    <a:pt x="651" y="25"/>
                  </a:cubicBezTo>
                  <a:cubicBezTo>
                    <a:pt x="642" y="33"/>
                    <a:pt x="632" y="40"/>
                    <a:pt x="625" y="50"/>
                  </a:cubicBezTo>
                  <a:cubicBezTo>
                    <a:pt x="621" y="55"/>
                    <a:pt x="626" y="69"/>
                    <a:pt x="619" y="69"/>
                  </a:cubicBezTo>
                  <a:cubicBezTo>
                    <a:pt x="612" y="69"/>
                    <a:pt x="615" y="56"/>
                    <a:pt x="613" y="50"/>
                  </a:cubicBezTo>
                  <a:cubicBezTo>
                    <a:pt x="605" y="25"/>
                    <a:pt x="612" y="33"/>
                    <a:pt x="588" y="25"/>
                  </a:cubicBezTo>
                  <a:cubicBezTo>
                    <a:pt x="587" y="29"/>
                    <a:pt x="579" y="79"/>
                    <a:pt x="569" y="82"/>
                  </a:cubicBezTo>
                  <a:cubicBezTo>
                    <a:pt x="563" y="84"/>
                    <a:pt x="566" y="68"/>
                    <a:pt x="562" y="63"/>
                  </a:cubicBezTo>
                  <a:cubicBezTo>
                    <a:pt x="557" y="57"/>
                    <a:pt x="549" y="54"/>
                    <a:pt x="543" y="50"/>
                  </a:cubicBezTo>
                  <a:cubicBezTo>
                    <a:pt x="529" y="109"/>
                    <a:pt x="551" y="50"/>
                    <a:pt x="512" y="82"/>
                  </a:cubicBezTo>
                  <a:cubicBezTo>
                    <a:pt x="499" y="93"/>
                    <a:pt x="496" y="112"/>
                    <a:pt x="486" y="126"/>
                  </a:cubicBezTo>
                  <a:cubicBezTo>
                    <a:pt x="484" y="134"/>
                    <a:pt x="488" y="147"/>
                    <a:pt x="480" y="151"/>
                  </a:cubicBezTo>
                  <a:cubicBezTo>
                    <a:pt x="474" y="154"/>
                    <a:pt x="481" y="133"/>
                    <a:pt x="474" y="132"/>
                  </a:cubicBezTo>
                  <a:cubicBezTo>
                    <a:pt x="465" y="130"/>
                    <a:pt x="457" y="141"/>
                    <a:pt x="449" y="145"/>
                  </a:cubicBezTo>
                  <a:cubicBezTo>
                    <a:pt x="434" y="166"/>
                    <a:pt x="430" y="183"/>
                    <a:pt x="423" y="208"/>
                  </a:cubicBezTo>
                  <a:cubicBezTo>
                    <a:pt x="421" y="200"/>
                    <a:pt x="425" y="187"/>
                    <a:pt x="417" y="183"/>
                  </a:cubicBezTo>
                  <a:cubicBezTo>
                    <a:pt x="410" y="180"/>
                    <a:pt x="403" y="190"/>
                    <a:pt x="398" y="196"/>
                  </a:cubicBezTo>
                  <a:cubicBezTo>
                    <a:pt x="388" y="209"/>
                    <a:pt x="383" y="236"/>
                    <a:pt x="373" y="252"/>
                  </a:cubicBezTo>
                  <a:cubicBezTo>
                    <a:pt x="367" y="290"/>
                    <a:pt x="353" y="343"/>
                    <a:pt x="335" y="379"/>
                  </a:cubicBezTo>
                  <a:cubicBezTo>
                    <a:pt x="314" y="422"/>
                    <a:pt x="328" y="370"/>
                    <a:pt x="310" y="429"/>
                  </a:cubicBezTo>
                  <a:cubicBezTo>
                    <a:pt x="301" y="458"/>
                    <a:pt x="300" y="489"/>
                    <a:pt x="291" y="518"/>
                  </a:cubicBezTo>
                  <a:cubicBezTo>
                    <a:pt x="241" y="418"/>
                    <a:pt x="312" y="665"/>
                    <a:pt x="240" y="688"/>
                  </a:cubicBezTo>
                  <a:cubicBezTo>
                    <a:pt x="205" y="746"/>
                    <a:pt x="195" y="820"/>
                    <a:pt x="171" y="884"/>
                  </a:cubicBezTo>
                  <a:cubicBezTo>
                    <a:pt x="169" y="878"/>
                    <a:pt x="166" y="871"/>
                    <a:pt x="164" y="865"/>
                  </a:cubicBezTo>
                  <a:cubicBezTo>
                    <a:pt x="162" y="857"/>
                    <a:pt x="166" y="836"/>
                    <a:pt x="158" y="840"/>
                  </a:cubicBezTo>
                  <a:cubicBezTo>
                    <a:pt x="141" y="849"/>
                    <a:pt x="151" y="878"/>
                    <a:pt x="145" y="897"/>
                  </a:cubicBezTo>
                  <a:cubicBezTo>
                    <a:pt x="128" y="953"/>
                    <a:pt x="126" y="1011"/>
                    <a:pt x="108" y="1067"/>
                  </a:cubicBezTo>
                  <a:cubicBezTo>
                    <a:pt x="99" y="1035"/>
                    <a:pt x="93" y="1019"/>
                    <a:pt x="70" y="1055"/>
                  </a:cubicBezTo>
                  <a:cubicBezTo>
                    <a:pt x="36" y="1032"/>
                    <a:pt x="36" y="1055"/>
                    <a:pt x="0" y="1055"/>
                  </a:cubicBezTo>
                </a:path>
              </a:pathLst>
            </a:custGeom>
            <a:noFill/>
            <a:ln w="9525" cap="flat" cmpd="sng">
              <a:solidFill>
                <a:srgbClr val="FF3300"/>
              </a:solidFill>
              <a:prstDash val="solid"/>
              <a:round/>
              <a:headEnd/>
              <a:tailEnd/>
            </a:ln>
            <a:effectLst/>
          </p:spPr>
          <p:txBody>
            <a:bodyPr wrap="none" anchor="ctr"/>
            <a:lstStyle/>
            <a:p>
              <a:endParaRPr lang="en-GB" sz="1600"/>
            </a:p>
          </p:txBody>
        </p:sp>
      </p:grpSp>
      <p:sp>
        <p:nvSpPr>
          <p:cNvPr id="135479" name="Line 311"/>
          <p:cNvSpPr>
            <a:spLocks noChangeShapeType="1"/>
          </p:cNvSpPr>
          <p:nvPr/>
        </p:nvSpPr>
        <p:spPr bwMode="auto">
          <a:xfrm flipV="1">
            <a:off x="1143000" y="3152775"/>
            <a:ext cx="304800" cy="381000"/>
          </a:xfrm>
          <a:prstGeom prst="line">
            <a:avLst/>
          </a:prstGeom>
          <a:noFill/>
          <a:ln w="19050">
            <a:solidFill>
              <a:schemeClr val="tx1"/>
            </a:solidFill>
            <a:round/>
            <a:headEnd/>
            <a:tailEnd type="triangle" w="med" len="med"/>
          </a:ln>
          <a:effectLst/>
        </p:spPr>
        <p:txBody>
          <a:bodyPr wrap="none" anchor="ctr"/>
          <a:lstStyle/>
          <a:p>
            <a:endParaRPr lang="en-GB" sz="1600"/>
          </a:p>
        </p:txBody>
      </p:sp>
      <p:sp>
        <p:nvSpPr>
          <p:cNvPr id="135480" name="Line 312"/>
          <p:cNvSpPr>
            <a:spLocks noChangeShapeType="1"/>
          </p:cNvSpPr>
          <p:nvPr/>
        </p:nvSpPr>
        <p:spPr bwMode="auto">
          <a:xfrm flipH="1" flipV="1">
            <a:off x="6948488" y="3200400"/>
            <a:ext cx="76200" cy="609600"/>
          </a:xfrm>
          <a:prstGeom prst="line">
            <a:avLst/>
          </a:prstGeom>
          <a:noFill/>
          <a:ln w="19050">
            <a:solidFill>
              <a:schemeClr val="tx1"/>
            </a:solidFill>
            <a:round/>
            <a:headEnd/>
            <a:tailEnd type="triangle" w="med" len="med"/>
          </a:ln>
          <a:effectLst/>
        </p:spPr>
        <p:txBody>
          <a:bodyPr wrap="none" anchor="ctr"/>
          <a:lstStyle/>
          <a:p>
            <a:endParaRPr lang="en-GB" sz="1600"/>
          </a:p>
        </p:txBody>
      </p:sp>
      <p:sp>
        <p:nvSpPr>
          <p:cNvPr id="135481" name="Line 313"/>
          <p:cNvSpPr>
            <a:spLocks noChangeShapeType="1"/>
          </p:cNvSpPr>
          <p:nvPr/>
        </p:nvSpPr>
        <p:spPr bwMode="auto">
          <a:xfrm flipH="1" flipV="1">
            <a:off x="5715000" y="4953000"/>
            <a:ext cx="457200" cy="533400"/>
          </a:xfrm>
          <a:prstGeom prst="line">
            <a:avLst/>
          </a:prstGeom>
          <a:noFill/>
          <a:ln w="19050">
            <a:solidFill>
              <a:schemeClr val="tx1"/>
            </a:solidFill>
            <a:round/>
            <a:headEnd/>
            <a:tailEnd type="triangle" w="med" len="med"/>
          </a:ln>
          <a:effectLst/>
        </p:spPr>
        <p:txBody>
          <a:bodyPr wrap="none" anchor="ctr"/>
          <a:lstStyle/>
          <a:p>
            <a:endParaRPr lang="en-GB" sz="1600"/>
          </a:p>
        </p:txBody>
      </p:sp>
    </p:spTree>
    <p:extLst>
      <p:ext uri="{BB962C8B-B14F-4D97-AF65-F5344CB8AC3E}">
        <p14:creationId xmlns:p14="http://schemas.microsoft.com/office/powerpoint/2010/main" val="3792643224"/>
      </p:ext>
    </p:extLst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6562" name="Picture 2" descr="Interpreting an eye diagram"/>
          <p:cNvPicPr>
            <a:picLocks noChangeAspect="1" noChangeArrowheads="1"/>
          </p:cNvPicPr>
          <p:nvPr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385763" y="1938067"/>
            <a:ext cx="7665340" cy="4126302"/>
          </a:xfrm>
          <a:prstGeom prst="rect">
            <a:avLst/>
          </a:prstGeom>
          <a:noFill/>
        </p:spPr>
      </p:pic>
      <p:sp>
        <p:nvSpPr>
          <p:cNvPr id="13" name="Rectangle 12"/>
          <p:cNvSpPr/>
          <p:nvPr/>
        </p:nvSpPr>
        <p:spPr>
          <a:xfrm>
            <a:off x="385763" y="799245"/>
            <a:ext cx="7930101" cy="1323439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GB" sz="1600" dirty="0"/>
              <a:t>Can reveal important information</a:t>
            </a:r>
          </a:p>
          <a:p>
            <a:pPr marL="180975" indent="-180975">
              <a:buFont typeface="Arial" pitchFamily="34" charset="0"/>
              <a:buChar char="•"/>
            </a:pPr>
            <a:r>
              <a:rPr lang="en-GB" sz="1600" dirty="0"/>
              <a:t>best point for sampling</a:t>
            </a:r>
          </a:p>
          <a:p>
            <a:pPr marL="180975" indent="-180975">
              <a:buFont typeface="Arial" pitchFamily="34" charset="0"/>
              <a:buChar char="•"/>
            </a:pPr>
            <a:r>
              <a:rPr lang="en-GB" sz="1600" dirty="0"/>
              <a:t>SNR at the sampling point</a:t>
            </a:r>
          </a:p>
          <a:p>
            <a:pPr marL="180975" indent="-180975">
              <a:buFont typeface="Arial" pitchFamily="34" charset="0"/>
              <a:buChar char="•"/>
            </a:pPr>
            <a:r>
              <a:rPr lang="en-GB" sz="1600" dirty="0"/>
              <a:t>amount of jitter and distortion</a:t>
            </a:r>
          </a:p>
          <a:p>
            <a:pPr marL="180975" indent="-180975">
              <a:buFont typeface="Arial" pitchFamily="34" charset="0"/>
              <a:buChar char="•"/>
            </a:pPr>
            <a:r>
              <a:rPr lang="en-GB" sz="1600" dirty="0"/>
              <a:t>time variation at zero crossing - jitter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385763" y="333375"/>
            <a:ext cx="2739853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GB" sz="2400" b="1" dirty="0"/>
              <a:t>ISI – Eye Diagram</a:t>
            </a:r>
          </a:p>
        </p:txBody>
      </p:sp>
      <p:sp>
        <p:nvSpPr>
          <p:cNvPr id="15" name="Rectangle 14"/>
          <p:cNvSpPr/>
          <p:nvPr/>
        </p:nvSpPr>
        <p:spPr>
          <a:xfrm>
            <a:off x="0" y="6106873"/>
            <a:ext cx="4572000" cy="338554"/>
          </a:xfrm>
          <a:prstGeom prst="rect">
            <a:avLst/>
          </a:prstGeom>
          <a:solidFill>
            <a:srgbClr val="CCCCFF"/>
          </a:solidFill>
        </p:spPr>
        <p:txBody>
          <a:bodyPr>
            <a:spAutoFit/>
          </a:bodyPr>
          <a:lstStyle/>
          <a:p>
            <a:r>
              <a:rPr lang="en-GB" sz="800" dirty="0">
                <a:hlinkClick r:id="rId3"/>
              </a:rPr>
              <a:t>http://www.edn.com/design/test-and-measurement/4389368/Eye-Diagram-Basics-Reading-and-applying-eye-diagrams</a:t>
            </a:r>
            <a:r>
              <a:rPr lang="en-GB" sz="800" dirty="0"/>
              <a:t> </a:t>
            </a:r>
          </a:p>
        </p:txBody>
      </p:sp>
    </p:spTree>
    <p:extLst>
      <p:ext uri="{BB962C8B-B14F-4D97-AF65-F5344CB8AC3E}">
        <p14:creationId xmlns:p14="http://schemas.microsoft.com/office/powerpoint/2010/main" val="3840885176"/>
      </p:ext>
    </p:extLst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2" descr="A diagram showing how COFDM splits video signals into many  separate carriers and then bounces them off object until they reform at the receiving station">
            <a:extLst>
              <a:ext uri="{FF2B5EF4-FFF2-40B4-BE49-F238E27FC236}">
                <a16:creationId xmlns:a16="http://schemas.microsoft.com/office/drawing/2014/main" id="{81665EE4-60F7-494D-9C82-739DFDD8CFD1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16974" y="548060"/>
            <a:ext cx="4160837" cy="27051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3" name="TextBox 2">
            <a:extLst>
              <a:ext uri="{FF2B5EF4-FFF2-40B4-BE49-F238E27FC236}">
                <a16:creationId xmlns:a16="http://schemas.microsoft.com/office/drawing/2014/main" id="{0A536D21-EE99-4A0A-9422-9DF8D31E2B81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381000" y="333375"/>
            <a:ext cx="1604963" cy="46196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defRPr sz="1600">
                <a:solidFill>
                  <a:schemeClr val="tx1"/>
                </a:solidFill>
                <a:latin typeface="Lucida Sans Unicode" pitchFamily="34" charset="0"/>
              </a:defRPr>
            </a:lvl1pPr>
            <a:lvl2pPr marL="742950" indent="-285750">
              <a:defRPr sz="1600">
                <a:solidFill>
                  <a:schemeClr val="tx1"/>
                </a:solidFill>
                <a:latin typeface="Lucida Sans Unicode" pitchFamily="34" charset="0"/>
              </a:defRPr>
            </a:lvl2pPr>
            <a:lvl3pPr marL="1143000" indent="-228600">
              <a:defRPr sz="1600">
                <a:solidFill>
                  <a:schemeClr val="tx1"/>
                </a:solidFill>
                <a:latin typeface="Lucida Sans Unicode" pitchFamily="34" charset="0"/>
              </a:defRPr>
            </a:lvl3pPr>
            <a:lvl4pPr marL="1600200" indent="-228600">
              <a:defRPr sz="1600">
                <a:solidFill>
                  <a:schemeClr val="tx1"/>
                </a:solidFill>
                <a:latin typeface="Lucida Sans Unicode" pitchFamily="34" charset="0"/>
              </a:defRPr>
            </a:lvl4pPr>
            <a:lvl5pPr marL="2057400" indent="-228600">
              <a:defRPr sz="1600">
                <a:solidFill>
                  <a:schemeClr val="tx1"/>
                </a:solidFill>
                <a:latin typeface="Lucida Sans Unicode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Lucida Sans Unicode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Lucida Sans Unicode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Lucida Sans Unicode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Lucida Sans Unicode" pitchFamily="34" charset="0"/>
              </a:defRPr>
            </a:lvl9pPr>
          </a:lstStyle>
          <a:p>
            <a:r>
              <a:rPr lang="en-GB" sz="2400" b="1"/>
              <a:t>Multipath</a:t>
            </a:r>
          </a:p>
        </p:txBody>
      </p:sp>
      <p:sp>
        <p:nvSpPr>
          <p:cNvPr id="5" name="TextBox 5">
            <a:extLst>
              <a:ext uri="{FF2B5EF4-FFF2-40B4-BE49-F238E27FC236}">
                <a16:creationId xmlns:a16="http://schemas.microsoft.com/office/drawing/2014/main" id="{10CD9A31-EC42-443C-91F7-C404F13C0A15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5147376" y="368300"/>
            <a:ext cx="3852801" cy="107721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 marL="182563" indent="-182563">
              <a:defRPr sz="1600">
                <a:solidFill>
                  <a:schemeClr val="tx1"/>
                </a:solidFill>
                <a:latin typeface="Lucida Sans Unicode" pitchFamily="34" charset="0"/>
              </a:defRPr>
            </a:lvl1pPr>
            <a:lvl2pPr marL="742950" indent="-285750">
              <a:defRPr sz="1600">
                <a:solidFill>
                  <a:schemeClr val="tx1"/>
                </a:solidFill>
                <a:latin typeface="Lucida Sans Unicode" pitchFamily="34" charset="0"/>
              </a:defRPr>
            </a:lvl2pPr>
            <a:lvl3pPr marL="1143000" indent="-228600">
              <a:defRPr sz="1600">
                <a:solidFill>
                  <a:schemeClr val="tx1"/>
                </a:solidFill>
                <a:latin typeface="Lucida Sans Unicode" pitchFamily="34" charset="0"/>
              </a:defRPr>
            </a:lvl3pPr>
            <a:lvl4pPr marL="1600200" indent="-228600">
              <a:defRPr sz="1600">
                <a:solidFill>
                  <a:schemeClr val="tx1"/>
                </a:solidFill>
                <a:latin typeface="Lucida Sans Unicode" pitchFamily="34" charset="0"/>
              </a:defRPr>
            </a:lvl4pPr>
            <a:lvl5pPr marL="2057400" indent="-228600">
              <a:defRPr sz="1600">
                <a:solidFill>
                  <a:schemeClr val="tx1"/>
                </a:solidFill>
                <a:latin typeface="Lucida Sans Unicode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Lucida Sans Unicode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Lucida Sans Unicode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Lucida Sans Unicode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Lucida Sans Unicode" pitchFamily="34" charset="0"/>
              </a:defRPr>
            </a:lvl9pPr>
          </a:lstStyle>
          <a:p>
            <a:pPr>
              <a:buFont typeface="Arial" pitchFamily="34" charset="0"/>
              <a:buChar char="•"/>
            </a:pPr>
            <a:r>
              <a:rPr lang="en-GB" dirty="0"/>
              <a:t>an undesirable effect – reflections of radio waves hitting various objects in the environment</a:t>
            </a:r>
          </a:p>
          <a:p>
            <a:pPr>
              <a:buFont typeface="Arial" pitchFamily="34" charset="0"/>
              <a:buChar char="•"/>
            </a:pPr>
            <a:r>
              <a:rPr lang="en-GB" dirty="0"/>
              <a:t>unavoidable</a:t>
            </a:r>
          </a:p>
        </p:txBody>
      </p:sp>
      <p:sp>
        <p:nvSpPr>
          <p:cNvPr id="4" name="Rectangle 4">
            <a:extLst>
              <a:ext uri="{FF2B5EF4-FFF2-40B4-BE49-F238E27FC236}">
                <a16:creationId xmlns:a16="http://schemas.microsoft.com/office/drawing/2014/main" id="{3E368797-DF01-4B91-9B56-CE7FFA2A4CF6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5233283"/>
            <a:ext cx="595110" cy="1169551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txBody>
          <a:bodyPr wrap="square">
            <a:spAutoFit/>
          </a:bodyPr>
          <a:lstStyle/>
          <a:p>
            <a:r>
              <a:rPr lang="en-GB" sz="700" dirty="0">
                <a:latin typeface="Lucida Sans Unicode" pitchFamily="34" charset="0"/>
                <a:hlinkClick r:id="rId3"/>
              </a:rPr>
              <a:t>http://www.st-andrews.ac.uk/~www_pa/Scots_Guide/RadCom/part19/page3</a:t>
            </a:r>
            <a:r>
              <a:rPr lang="en-GB" sz="700">
                <a:latin typeface="Lucida Sans Unicode" pitchFamily="34" charset="0"/>
                <a:hlinkClick r:id="rId3"/>
              </a:rPr>
              <a:t>.html</a:t>
            </a:r>
            <a:r>
              <a:rPr lang="en-GB" sz="700">
                <a:latin typeface="Lucida Sans Unicode" pitchFamily="34" charset="0"/>
              </a:rPr>
              <a:t> </a:t>
            </a:r>
            <a:endParaRPr lang="en-GB" sz="700" dirty="0">
              <a:latin typeface="Lucida Sans Unicode" pitchFamily="34" charset="0"/>
            </a:endParaRPr>
          </a:p>
        </p:txBody>
      </p:sp>
      <p:pic>
        <p:nvPicPr>
          <p:cNvPr id="10" name="Picture 9">
            <a:extLst>
              <a:ext uri="{FF2B5EF4-FFF2-40B4-BE49-F238E27FC236}">
                <a16:creationId xmlns:a16="http://schemas.microsoft.com/office/drawing/2014/main" id="{795C3DDA-4268-46B8-B893-F59A241CD87A}"/>
              </a:ext>
            </a:extLst>
          </p:cNvPr>
          <p:cNvPicPr>
            <a:picLocks noChangeAspect="1"/>
          </p:cNvPicPr>
          <p:nvPr/>
        </p:nvPicPr>
        <p:blipFill rotWithShape="1">
          <a:blip r:embed="rId4"/>
          <a:srcRect t="9741"/>
          <a:stretch/>
        </p:blipFill>
        <p:spPr>
          <a:xfrm>
            <a:off x="5262969" y="1807478"/>
            <a:ext cx="2579012" cy="2548998"/>
          </a:xfrm>
          <a:prstGeom prst="rect">
            <a:avLst/>
          </a:prstGeom>
        </p:spPr>
      </p:pic>
      <p:pic>
        <p:nvPicPr>
          <p:cNvPr id="11" name="Picture 10">
            <a:extLst>
              <a:ext uri="{FF2B5EF4-FFF2-40B4-BE49-F238E27FC236}">
                <a16:creationId xmlns:a16="http://schemas.microsoft.com/office/drawing/2014/main" id="{1AF88EA7-BF6F-457A-8DC2-81890F00D035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880269" y="3467844"/>
            <a:ext cx="4097541" cy="2905135"/>
          </a:xfrm>
          <a:prstGeom prst="rect">
            <a:avLst/>
          </a:prstGeom>
        </p:spPr>
      </p:pic>
      <p:sp>
        <p:nvSpPr>
          <p:cNvPr id="12" name="TextBox 5">
            <a:extLst>
              <a:ext uri="{FF2B5EF4-FFF2-40B4-BE49-F238E27FC236}">
                <a16:creationId xmlns:a16="http://schemas.microsoft.com/office/drawing/2014/main" id="{7C2D6DDD-8E79-4A91-9A54-E20D5D5F6F31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5316944" y="5233283"/>
            <a:ext cx="3513667" cy="83099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 marL="182563" indent="-182563">
              <a:defRPr sz="1600">
                <a:solidFill>
                  <a:schemeClr val="tx1"/>
                </a:solidFill>
                <a:latin typeface="Lucida Sans Unicode" pitchFamily="34" charset="0"/>
              </a:defRPr>
            </a:lvl1pPr>
            <a:lvl2pPr marL="742950" indent="-285750">
              <a:defRPr sz="1600">
                <a:solidFill>
                  <a:schemeClr val="tx1"/>
                </a:solidFill>
                <a:latin typeface="Lucida Sans Unicode" pitchFamily="34" charset="0"/>
              </a:defRPr>
            </a:lvl2pPr>
            <a:lvl3pPr marL="1143000" indent="-228600">
              <a:defRPr sz="1600">
                <a:solidFill>
                  <a:schemeClr val="tx1"/>
                </a:solidFill>
                <a:latin typeface="Lucida Sans Unicode" pitchFamily="34" charset="0"/>
              </a:defRPr>
            </a:lvl3pPr>
            <a:lvl4pPr marL="1600200" indent="-228600">
              <a:defRPr sz="1600">
                <a:solidFill>
                  <a:schemeClr val="tx1"/>
                </a:solidFill>
                <a:latin typeface="Lucida Sans Unicode" pitchFamily="34" charset="0"/>
              </a:defRPr>
            </a:lvl4pPr>
            <a:lvl5pPr marL="2057400" indent="-228600">
              <a:defRPr sz="1600">
                <a:solidFill>
                  <a:schemeClr val="tx1"/>
                </a:solidFill>
                <a:latin typeface="Lucida Sans Unicode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Lucida Sans Unicode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Lucida Sans Unicode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Lucida Sans Unicode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Lucida Sans Unicode" pitchFamily="34" charset="0"/>
              </a:defRPr>
            </a:lvl9pPr>
          </a:lstStyle>
          <a:p>
            <a:pPr>
              <a:buFont typeface="Arial" pitchFamily="34" charset="0"/>
              <a:buChar char="•"/>
            </a:pPr>
            <a:r>
              <a:rPr lang="en-GB"/>
              <a:t>i.e. interference between a symbol and its own reflection … another form of ISI</a:t>
            </a:r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1559732150"/>
      </p:ext>
    </p:extLst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 bwMode="auto">
          <a:xfrm>
            <a:off x="0" y="0"/>
            <a:ext cx="9144000" cy="6858001"/>
          </a:xfrm>
          <a:prstGeom prst="rect">
            <a:avLst/>
          </a:prstGeom>
          <a:solidFill>
            <a:schemeClr val="tx1"/>
          </a:solidFill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GB" sz="16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Lucida Sans Unicode" pitchFamily="34" charset="0"/>
            </a:endParaRPr>
          </a:p>
        </p:txBody>
      </p:sp>
      <p:pic>
        <p:nvPicPr>
          <p:cNvPr id="2050" name="Picture 2" descr="BBCHD_testcard_big.jpg (1920×1080)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921" y="857509"/>
            <a:ext cx="9143079" cy="5142982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266834896"/>
      </p:ext>
    </p:extLst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395288" y="2603715"/>
            <a:ext cx="4863832" cy="120032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GB" sz="7200" b="1" dirty="0"/>
              <a:t>Bandwidth</a:t>
            </a:r>
          </a:p>
        </p:txBody>
      </p:sp>
    </p:spTree>
    <p:extLst>
      <p:ext uri="{BB962C8B-B14F-4D97-AF65-F5344CB8AC3E}">
        <p14:creationId xmlns:p14="http://schemas.microsoft.com/office/powerpoint/2010/main" val="1614970087"/>
      </p:ext>
    </p:extLst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218" name="Picture 3"/>
          <p:cNvPicPr>
            <a:picLocks noChangeAspect="1" noChangeArrowheads="1"/>
          </p:cNvPicPr>
          <p:nvPr/>
        </p:nvPicPr>
        <p:blipFill>
          <a:blip r:embed="rId3" cstate="print"/>
          <a:srcRect/>
          <a:stretch>
            <a:fillRect/>
          </a:stretch>
        </p:blipFill>
        <p:spPr bwMode="auto">
          <a:xfrm>
            <a:off x="395288" y="4737100"/>
            <a:ext cx="404812" cy="8191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pic>
        <p:nvPicPr>
          <p:cNvPr id="9219" name="Picture 4"/>
          <p:cNvPicPr>
            <a:picLocks noChangeAspect="1" noChangeArrowheads="1"/>
          </p:cNvPicPr>
          <p:nvPr/>
        </p:nvPicPr>
        <p:blipFill>
          <a:blip r:embed="rId4" cstate="print"/>
          <a:srcRect/>
          <a:stretch>
            <a:fillRect/>
          </a:stretch>
        </p:blipFill>
        <p:spPr bwMode="auto">
          <a:xfrm>
            <a:off x="395288" y="5746750"/>
            <a:ext cx="433387" cy="5016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grpSp>
        <p:nvGrpSpPr>
          <p:cNvPr id="9220" name="Group 10"/>
          <p:cNvGrpSpPr>
            <a:grpSpLocks/>
          </p:cNvGrpSpPr>
          <p:nvPr/>
        </p:nvGrpSpPr>
        <p:grpSpPr bwMode="auto">
          <a:xfrm>
            <a:off x="790575" y="5761038"/>
            <a:ext cx="6623050" cy="457200"/>
            <a:chOff x="785786" y="4929198"/>
            <a:chExt cx="8001056" cy="571504"/>
          </a:xfrm>
        </p:grpSpPr>
        <p:cxnSp>
          <p:nvCxnSpPr>
            <p:cNvPr id="9279" name="Straight Connector 5"/>
            <p:cNvCxnSpPr>
              <a:cxnSpLocks noChangeShapeType="1"/>
            </p:cNvCxnSpPr>
            <p:nvPr/>
          </p:nvCxnSpPr>
          <p:spPr bwMode="auto">
            <a:xfrm>
              <a:off x="785786" y="4929198"/>
              <a:ext cx="8001056" cy="0"/>
            </a:xfrm>
            <a:prstGeom prst="line">
              <a:avLst/>
            </a:prstGeom>
            <a:noFill/>
            <a:ln w="9525" algn="ctr">
              <a:solidFill>
                <a:schemeClr val="tx1"/>
              </a:solidFill>
              <a:round/>
              <a:headEnd/>
              <a:tailEnd/>
            </a:ln>
          </p:spPr>
        </p:cxnSp>
        <p:cxnSp>
          <p:nvCxnSpPr>
            <p:cNvPr id="9280" name="Straight Connector 6"/>
            <p:cNvCxnSpPr>
              <a:cxnSpLocks noChangeShapeType="1"/>
            </p:cNvCxnSpPr>
            <p:nvPr/>
          </p:nvCxnSpPr>
          <p:spPr bwMode="auto">
            <a:xfrm>
              <a:off x="785786" y="5072074"/>
              <a:ext cx="8001056" cy="0"/>
            </a:xfrm>
            <a:prstGeom prst="line">
              <a:avLst/>
            </a:prstGeom>
            <a:noFill/>
            <a:ln w="9525" algn="ctr">
              <a:solidFill>
                <a:schemeClr val="tx1"/>
              </a:solidFill>
              <a:round/>
              <a:headEnd/>
              <a:tailEnd/>
            </a:ln>
          </p:spPr>
        </p:cxnSp>
        <p:cxnSp>
          <p:nvCxnSpPr>
            <p:cNvPr id="9281" name="Straight Connector 7"/>
            <p:cNvCxnSpPr>
              <a:cxnSpLocks noChangeShapeType="1"/>
            </p:cNvCxnSpPr>
            <p:nvPr/>
          </p:nvCxnSpPr>
          <p:spPr bwMode="auto">
            <a:xfrm>
              <a:off x="785786" y="5214950"/>
              <a:ext cx="8001056" cy="0"/>
            </a:xfrm>
            <a:prstGeom prst="line">
              <a:avLst/>
            </a:prstGeom>
            <a:noFill/>
            <a:ln w="9525" algn="ctr">
              <a:solidFill>
                <a:schemeClr val="tx1"/>
              </a:solidFill>
              <a:round/>
              <a:headEnd/>
              <a:tailEnd/>
            </a:ln>
          </p:spPr>
        </p:cxnSp>
        <p:cxnSp>
          <p:nvCxnSpPr>
            <p:cNvPr id="9282" name="Straight Connector 8"/>
            <p:cNvCxnSpPr>
              <a:cxnSpLocks noChangeShapeType="1"/>
            </p:cNvCxnSpPr>
            <p:nvPr/>
          </p:nvCxnSpPr>
          <p:spPr bwMode="auto">
            <a:xfrm>
              <a:off x="785786" y="5357826"/>
              <a:ext cx="8001056" cy="0"/>
            </a:xfrm>
            <a:prstGeom prst="line">
              <a:avLst/>
            </a:prstGeom>
            <a:noFill/>
            <a:ln w="9525" algn="ctr">
              <a:solidFill>
                <a:schemeClr val="tx1"/>
              </a:solidFill>
              <a:round/>
              <a:headEnd/>
              <a:tailEnd/>
            </a:ln>
          </p:spPr>
        </p:cxnSp>
        <p:cxnSp>
          <p:nvCxnSpPr>
            <p:cNvPr id="9283" name="Straight Connector 9"/>
            <p:cNvCxnSpPr>
              <a:cxnSpLocks noChangeShapeType="1"/>
            </p:cNvCxnSpPr>
            <p:nvPr/>
          </p:nvCxnSpPr>
          <p:spPr bwMode="auto">
            <a:xfrm>
              <a:off x="785786" y="5500702"/>
              <a:ext cx="8001056" cy="0"/>
            </a:xfrm>
            <a:prstGeom prst="line">
              <a:avLst/>
            </a:prstGeom>
            <a:noFill/>
            <a:ln w="9525" algn="ctr">
              <a:solidFill>
                <a:schemeClr val="tx1"/>
              </a:solidFill>
              <a:round/>
              <a:headEnd/>
              <a:tailEnd/>
            </a:ln>
          </p:spPr>
        </p:cxnSp>
      </p:grpSp>
      <p:grpSp>
        <p:nvGrpSpPr>
          <p:cNvPr id="9221" name="Group 11"/>
          <p:cNvGrpSpPr>
            <a:grpSpLocks/>
          </p:cNvGrpSpPr>
          <p:nvPr/>
        </p:nvGrpSpPr>
        <p:grpSpPr bwMode="auto">
          <a:xfrm>
            <a:off x="771525" y="4894263"/>
            <a:ext cx="6642100" cy="457200"/>
            <a:chOff x="785786" y="4929198"/>
            <a:chExt cx="8001056" cy="571504"/>
          </a:xfrm>
        </p:grpSpPr>
        <p:cxnSp>
          <p:nvCxnSpPr>
            <p:cNvPr id="9274" name="Straight Connector 12"/>
            <p:cNvCxnSpPr>
              <a:cxnSpLocks noChangeShapeType="1"/>
            </p:cNvCxnSpPr>
            <p:nvPr/>
          </p:nvCxnSpPr>
          <p:spPr bwMode="auto">
            <a:xfrm>
              <a:off x="785786" y="4929198"/>
              <a:ext cx="8001056" cy="0"/>
            </a:xfrm>
            <a:prstGeom prst="line">
              <a:avLst/>
            </a:prstGeom>
            <a:noFill/>
            <a:ln w="9525" algn="ctr">
              <a:solidFill>
                <a:schemeClr val="tx1"/>
              </a:solidFill>
              <a:round/>
              <a:headEnd/>
              <a:tailEnd/>
            </a:ln>
          </p:spPr>
        </p:cxnSp>
        <p:cxnSp>
          <p:nvCxnSpPr>
            <p:cNvPr id="9275" name="Straight Connector 13"/>
            <p:cNvCxnSpPr>
              <a:cxnSpLocks noChangeShapeType="1"/>
            </p:cNvCxnSpPr>
            <p:nvPr/>
          </p:nvCxnSpPr>
          <p:spPr bwMode="auto">
            <a:xfrm>
              <a:off x="785786" y="5072074"/>
              <a:ext cx="8001056" cy="0"/>
            </a:xfrm>
            <a:prstGeom prst="line">
              <a:avLst/>
            </a:prstGeom>
            <a:noFill/>
            <a:ln w="9525" algn="ctr">
              <a:solidFill>
                <a:schemeClr val="tx1"/>
              </a:solidFill>
              <a:round/>
              <a:headEnd/>
              <a:tailEnd/>
            </a:ln>
          </p:spPr>
        </p:cxnSp>
        <p:cxnSp>
          <p:nvCxnSpPr>
            <p:cNvPr id="9276" name="Straight Connector 14"/>
            <p:cNvCxnSpPr>
              <a:cxnSpLocks noChangeShapeType="1"/>
            </p:cNvCxnSpPr>
            <p:nvPr/>
          </p:nvCxnSpPr>
          <p:spPr bwMode="auto">
            <a:xfrm>
              <a:off x="785786" y="5214950"/>
              <a:ext cx="8001056" cy="0"/>
            </a:xfrm>
            <a:prstGeom prst="line">
              <a:avLst/>
            </a:prstGeom>
            <a:noFill/>
            <a:ln w="9525" algn="ctr">
              <a:solidFill>
                <a:schemeClr val="tx1"/>
              </a:solidFill>
              <a:round/>
              <a:headEnd/>
              <a:tailEnd/>
            </a:ln>
          </p:spPr>
        </p:cxnSp>
        <p:cxnSp>
          <p:nvCxnSpPr>
            <p:cNvPr id="9277" name="Straight Connector 15"/>
            <p:cNvCxnSpPr>
              <a:cxnSpLocks noChangeShapeType="1"/>
            </p:cNvCxnSpPr>
            <p:nvPr/>
          </p:nvCxnSpPr>
          <p:spPr bwMode="auto">
            <a:xfrm>
              <a:off x="785786" y="5357826"/>
              <a:ext cx="8001056" cy="0"/>
            </a:xfrm>
            <a:prstGeom prst="line">
              <a:avLst/>
            </a:prstGeom>
            <a:noFill/>
            <a:ln w="9525" algn="ctr">
              <a:solidFill>
                <a:schemeClr val="tx1"/>
              </a:solidFill>
              <a:round/>
              <a:headEnd/>
              <a:tailEnd/>
            </a:ln>
          </p:spPr>
        </p:cxnSp>
        <p:cxnSp>
          <p:nvCxnSpPr>
            <p:cNvPr id="9278" name="Straight Connector 16"/>
            <p:cNvCxnSpPr>
              <a:cxnSpLocks noChangeShapeType="1"/>
            </p:cNvCxnSpPr>
            <p:nvPr/>
          </p:nvCxnSpPr>
          <p:spPr bwMode="auto">
            <a:xfrm>
              <a:off x="785786" y="5500702"/>
              <a:ext cx="8001056" cy="0"/>
            </a:xfrm>
            <a:prstGeom prst="line">
              <a:avLst/>
            </a:prstGeom>
            <a:noFill/>
            <a:ln w="9525" algn="ctr">
              <a:solidFill>
                <a:schemeClr val="tx1"/>
              </a:solidFill>
              <a:round/>
              <a:headEnd/>
              <a:tailEnd/>
            </a:ln>
          </p:spPr>
        </p:cxnSp>
      </p:grpSp>
      <p:grpSp>
        <p:nvGrpSpPr>
          <p:cNvPr id="9222" name="Group 17"/>
          <p:cNvGrpSpPr>
            <a:grpSpLocks/>
          </p:cNvGrpSpPr>
          <p:nvPr/>
        </p:nvGrpSpPr>
        <p:grpSpPr bwMode="auto">
          <a:xfrm>
            <a:off x="6302375" y="4227513"/>
            <a:ext cx="1101725" cy="457200"/>
            <a:chOff x="785786" y="4929198"/>
            <a:chExt cx="8001056" cy="571504"/>
          </a:xfrm>
        </p:grpSpPr>
        <p:cxnSp>
          <p:nvCxnSpPr>
            <p:cNvPr id="9269" name="Straight Connector 18"/>
            <p:cNvCxnSpPr>
              <a:cxnSpLocks noChangeShapeType="1"/>
            </p:cNvCxnSpPr>
            <p:nvPr/>
          </p:nvCxnSpPr>
          <p:spPr bwMode="auto">
            <a:xfrm>
              <a:off x="785786" y="4929198"/>
              <a:ext cx="8001056" cy="0"/>
            </a:xfrm>
            <a:prstGeom prst="line">
              <a:avLst/>
            </a:prstGeom>
            <a:noFill/>
            <a:ln w="9525" algn="ctr">
              <a:solidFill>
                <a:schemeClr val="tx1"/>
              </a:solidFill>
              <a:round/>
              <a:headEnd/>
              <a:tailEnd/>
            </a:ln>
          </p:spPr>
        </p:cxnSp>
        <p:cxnSp>
          <p:nvCxnSpPr>
            <p:cNvPr id="9270" name="Straight Connector 19"/>
            <p:cNvCxnSpPr>
              <a:cxnSpLocks noChangeShapeType="1"/>
            </p:cNvCxnSpPr>
            <p:nvPr/>
          </p:nvCxnSpPr>
          <p:spPr bwMode="auto">
            <a:xfrm>
              <a:off x="785786" y="5072074"/>
              <a:ext cx="8001056" cy="0"/>
            </a:xfrm>
            <a:prstGeom prst="line">
              <a:avLst/>
            </a:prstGeom>
            <a:noFill/>
            <a:ln w="9525" algn="ctr">
              <a:solidFill>
                <a:schemeClr val="tx1"/>
              </a:solidFill>
              <a:round/>
              <a:headEnd/>
              <a:tailEnd/>
            </a:ln>
          </p:spPr>
        </p:cxnSp>
        <p:cxnSp>
          <p:nvCxnSpPr>
            <p:cNvPr id="9271" name="Straight Connector 20"/>
            <p:cNvCxnSpPr>
              <a:cxnSpLocks noChangeShapeType="1"/>
            </p:cNvCxnSpPr>
            <p:nvPr/>
          </p:nvCxnSpPr>
          <p:spPr bwMode="auto">
            <a:xfrm>
              <a:off x="785786" y="5214950"/>
              <a:ext cx="8001056" cy="0"/>
            </a:xfrm>
            <a:prstGeom prst="line">
              <a:avLst/>
            </a:prstGeom>
            <a:noFill/>
            <a:ln w="9525" algn="ctr">
              <a:solidFill>
                <a:schemeClr val="tx1"/>
              </a:solidFill>
              <a:round/>
              <a:headEnd/>
              <a:tailEnd/>
            </a:ln>
          </p:spPr>
        </p:cxnSp>
        <p:cxnSp>
          <p:nvCxnSpPr>
            <p:cNvPr id="9272" name="Straight Connector 21"/>
            <p:cNvCxnSpPr>
              <a:cxnSpLocks noChangeShapeType="1"/>
            </p:cNvCxnSpPr>
            <p:nvPr/>
          </p:nvCxnSpPr>
          <p:spPr bwMode="auto">
            <a:xfrm>
              <a:off x="785786" y="5357826"/>
              <a:ext cx="8001056" cy="0"/>
            </a:xfrm>
            <a:prstGeom prst="line">
              <a:avLst/>
            </a:prstGeom>
            <a:noFill/>
            <a:ln w="9525" algn="ctr">
              <a:solidFill>
                <a:schemeClr val="tx1"/>
              </a:solidFill>
              <a:round/>
              <a:headEnd/>
              <a:tailEnd/>
            </a:ln>
          </p:spPr>
        </p:cxnSp>
        <p:cxnSp>
          <p:nvCxnSpPr>
            <p:cNvPr id="9273" name="Straight Connector 22"/>
            <p:cNvCxnSpPr>
              <a:cxnSpLocks noChangeShapeType="1"/>
            </p:cNvCxnSpPr>
            <p:nvPr/>
          </p:nvCxnSpPr>
          <p:spPr bwMode="auto">
            <a:xfrm>
              <a:off x="785786" y="5500702"/>
              <a:ext cx="8001056" cy="0"/>
            </a:xfrm>
            <a:prstGeom prst="line">
              <a:avLst/>
            </a:prstGeom>
            <a:noFill/>
            <a:ln w="9525" algn="ctr">
              <a:solidFill>
                <a:schemeClr val="tx1"/>
              </a:solidFill>
              <a:round/>
              <a:headEnd/>
              <a:tailEnd/>
            </a:ln>
          </p:spPr>
        </p:cxnSp>
      </p:grpSp>
      <p:pic>
        <p:nvPicPr>
          <p:cNvPr id="9223" name="Picture 6"/>
          <p:cNvPicPr>
            <a:picLocks noChangeAspect="1" noChangeArrowheads="1"/>
          </p:cNvPicPr>
          <p:nvPr/>
        </p:nvPicPr>
        <p:blipFill>
          <a:blip r:embed="rId5" cstate="print"/>
          <a:srcRect/>
          <a:stretch>
            <a:fillRect/>
          </a:stretch>
        </p:blipFill>
        <p:spPr bwMode="auto">
          <a:xfrm>
            <a:off x="1236663" y="3349625"/>
            <a:ext cx="927100" cy="88741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pic>
        <p:nvPicPr>
          <p:cNvPr id="9224" name="Picture 7"/>
          <p:cNvPicPr>
            <a:picLocks noChangeAspect="1" noChangeArrowheads="1"/>
          </p:cNvPicPr>
          <p:nvPr/>
        </p:nvPicPr>
        <p:blipFill>
          <a:blip r:embed="rId6" cstate="print"/>
          <a:srcRect/>
          <a:stretch>
            <a:fillRect/>
          </a:stretch>
        </p:blipFill>
        <p:spPr bwMode="auto">
          <a:xfrm>
            <a:off x="1911350" y="2860675"/>
            <a:ext cx="509588" cy="94932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sp>
        <p:nvSpPr>
          <p:cNvPr id="9225" name="Oval 27"/>
          <p:cNvSpPr>
            <a:spLocks noChangeArrowheads="1"/>
          </p:cNvSpPr>
          <p:nvPr/>
        </p:nvSpPr>
        <p:spPr bwMode="auto">
          <a:xfrm>
            <a:off x="1654175" y="5622925"/>
            <a:ext cx="146050" cy="841375"/>
          </a:xfrm>
          <a:prstGeom prst="ellipse">
            <a:avLst/>
          </a:prstGeom>
          <a:solidFill>
            <a:srgbClr val="7030A0">
              <a:alpha val="21960"/>
            </a:srgbClr>
          </a:solidFill>
          <a:ln w="9525" algn="ctr">
            <a:solidFill>
              <a:srgbClr val="FF00FF"/>
            </a:solidFill>
            <a:round/>
            <a:headEnd/>
            <a:tailEnd/>
          </a:ln>
        </p:spPr>
        <p:txBody>
          <a:bodyPr/>
          <a:lstStyle/>
          <a:p>
            <a:endParaRPr lang="en-US"/>
          </a:p>
        </p:txBody>
      </p:sp>
      <p:sp>
        <p:nvSpPr>
          <p:cNvPr id="9226" name="Oval 28"/>
          <p:cNvSpPr>
            <a:spLocks noChangeArrowheads="1"/>
          </p:cNvSpPr>
          <p:nvPr/>
        </p:nvSpPr>
        <p:spPr bwMode="auto">
          <a:xfrm>
            <a:off x="2058988" y="5194300"/>
            <a:ext cx="173037" cy="762000"/>
          </a:xfrm>
          <a:prstGeom prst="ellipse">
            <a:avLst/>
          </a:prstGeom>
          <a:solidFill>
            <a:srgbClr val="7030A0">
              <a:alpha val="21960"/>
            </a:srgbClr>
          </a:solidFill>
          <a:ln w="9525" algn="ctr">
            <a:solidFill>
              <a:srgbClr val="FF00FF"/>
            </a:solidFill>
            <a:round/>
            <a:headEnd/>
            <a:tailEnd/>
          </a:ln>
        </p:spPr>
        <p:txBody>
          <a:bodyPr/>
          <a:lstStyle/>
          <a:p>
            <a:endParaRPr lang="en-US"/>
          </a:p>
        </p:txBody>
      </p:sp>
      <p:cxnSp>
        <p:nvCxnSpPr>
          <p:cNvPr id="9227" name="Straight Connector 30"/>
          <p:cNvCxnSpPr>
            <a:cxnSpLocks noChangeShapeType="1"/>
          </p:cNvCxnSpPr>
          <p:nvPr/>
        </p:nvCxnSpPr>
        <p:spPr bwMode="auto">
          <a:xfrm rot="5400000">
            <a:off x="1030288" y="4941887"/>
            <a:ext cx="1371600" cy="9525"/>
          </a:xfrm>
          <a:prstGeom prst="line">
            <a:avLst/>
          </a:prstGeom>
          <a:noFill/>
          <a:ln w="9525" algn="ctr">
            <a:solidFill>
              <a:srgbClr val="7030A0"/>
            </a:solidFill>
            <a:round/>
            <a:headEnd/>
            <a:tailEnd/>
          </a:ln>
        </p:spPr>
      </p:cxnSp>
      <p:cxnSp>
        <p:nvCxnSpPr>
          <p:cNvPr id="9228" name="Straight Connector 32"/>
          <p:cNvCxnSpPr>
            <a:cxnSpLocks noChangeShapeType="1"/>
            <a:endCxn id="9226" idx="0"/>
          </p:cNvCxnSpPr>
          <p:nvPr/>
        </p:nvCxnSpPr>
        <p:spPr bwMode="auto">
          <a:xfrm rot="16200000" flipH="1">
            <a:off x="1551782" y="4601368"/>
            <a:ext cx="1181100" cy="4763"/>
          </a:xfrm>
          <a:prstGeom prst="line">
            <a:avLst/>
          </a:prstGeom>
          <a:noFill/>
          <a:ln w="9525" algn="ctr">
            <a:solidFill>
              <a:srgbClr val="7030A0"/>
            </a:solidFill>
            <a:round/>
            <a:headEnd/>
            <a:tailEnd/>
          </a:ln>
        </p:spPr>
      </p:cxnSp>
      <p:pic>
        <p:nvPicPr>
          <p:cNvPr id="9229" name="Picture 9"/>
          <p:cNvPicPr>
            <a:picLocks noChangeAspect="1" noChangeArrowheads="1"/>
          </p:cNvPicPr>
          <p:nvPr/>
        </p:nvPicPr>
        <p:blipFill>
          <a:blip r:embed="rId7" cstate="print"/>
          <a:srcRect/>
          <a:stretch>
            <a:fillRect/>
          </a:stretch>
        </p:blipFill>
        <p:spPr bwMode="auto">
          <a:xfrm>
            <a:off x="2425700" y="3375025"/>
            <a:ext cx="317500" cy="14382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sp>
        <p:nvSpPr>
          <p:cNvPr id="9230" name="Oval 35"/>
          <p:cNvSpPr>
            <a:spLocks noChangeArrowheads="1"/>
          </p:cNvSpPr>
          <p:nvPr/>
        </p:nvSpPr>
        <p:spPr bwMode="auto">
          <a:xfrm>
            <a:off x="2444750" y="5232400"/>
            <a:ext cx="174625" cy="885825"/>
          </a:xfrm>
          <a:prstGeom prst="ellipse">
            <a:avLst/>
          </a:prstGeom>
          <a:solidFill>
            <a:srgbClr val="7030A0">
              <a:alpha val="21960"/>
            </a:srgbClr>
          </a:solidFill>
          <a:ln w="9525" algn="ctr">
            <a:solidFill>
              <a:srgbClr val="FF00FF"/>
            </a:solidFill>
            <a:round/>
            <a:headEnd/>
            <a:tailEnd/>
          </a:ln>
        </p:spPr>
        <p:txBody>
          <a:bodyPr/>
          <a:lstStyle/>
          <a:p>
            <a:endParaRPr lang="en-US"/>
          </a:p>
        </p:txBody>
      </p:sp>
      <p:cxnSp>
        <p:nvCxnSpPr>
          <p:cNvPr id="9231" name="Straight Connector 37"/>
          <p:cNvCxnSpPr>
            <a:cxnSpLocks noChangeShapeType="1"/>
          </p:cNvCxnSpPr>
          <p:nvPr/>
        </p:nvCxnSpPr>
        <p:spPr bwMode="auto">
          <a:xfrm rot="5400000">
            <a:off x="2230438" y="5056187"/>
            <a:ext cx="552450" cy="9525"/>
          </a:xfrm>
          <a:prstGeom prst="line">
            <a:avLst/>
          </a:prstGeom>
          <a:noFill/>
          <a:ln w="9525" algn="ctr">
            <a:solidFill>
              <a:srgbClr val="FF00FF"/>
            </a:solidFill>
            <a:round/>
            <a:headEnd/>
            <a:tailEnd/>
          </a:ln>
        </p:spPr>
      </p:cxnSp>
      <p:pic>
        <p:nvPicPr>
          <p:cNvPr id="9232" name="Picture 11"/>
          <p:cNvPicPr>
            <a:picLocks noChangeAspect="1" noChangeArrowheads="1"/>
          </p:cNvPicPr>
          <p:nvPr/>
        </p:nvPicPr>
        <p:blipFill>
          <a:blip r:embed="rId8" cstate="print"/>
          <a:srcRect/>
          <a:stretch>
            <a:fillRect/>
          </a:stretch>
        </p:blipFill>
        <p:spPr bwMode="auto">
          <a:xfrm>
            <a:off x="5089525" y="2879725"/>
            <a:ext cx="504825" cy="1346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sp>
        <p:nvSpPr>
          <p:cNvPr id="9233" name="Oval 42"/>
          <p:cNvSpPr>
            <a:spLocks noChangeArrowheads="1"/>
          </p:cNvSpPr>
          <p:nvPr/>
        </p:nvSpPr>
        <p:spPr bwMode="auto">
          <a:xfrm>
            <a:off x="5222875" y="4643438"/>
            <a:ext cx="139700" cy="1216025"/>
          </a:xfrm>
          <a:prstGeom prst="ellipse">
            <a:avLst/>
          </a:prstGeom>
          <a:solidFill>
            <a:srgbClr val="7030A0">
              <a:alpha val="21960"/>
            </a:srgbClr>
          </a:solidFill>
          <a:ln w="9525" algn="ctr">
            <a:solidFill>
              <a:srgbClr val="FF00FF"/>
            </a:solidFill>
            <a:round/>
            <a:headEnd/>
            <a:tailEnd/>
          </a:ln>
        </p:spPr>
        <p:txBody>
          <a:bodyPr/>
          <a:lstStyle/>
          <a:p>
            <a:endParaRPr lang="en-US"/>
          </a:p>
        </p:txBody>
      </p:sp>
      <p:cxnSp>
        <p:nvCxnSpPr>
          <p:cNvPr id="9234" name="Straight Connector 43"/>
          <p:cNvCxnSpPr>
            <a:cxnSpLocks noChangeShapeType="1"/>
            <a:endCxn id="9233" idx="0"/>
          </p:cNvCxnSpPr>
          <p:nvPr/>
        </p:nvCxnSpPr>
        <p:spPr bwMode="auto">
          <a:xfrm rot="16200000" flipH="1">
            <a:off x="5099050" y="4449763"/>
            <a:ext cx="384175" cy="3175"/>
          </a:xfrm>
          <a:prstGeom prst="line">
            <a:avLst/>
          </a:prstGeom>
          <a:noFill/>
          <a:ln w="9525" algn="ctr">
            <a:solidFill>
              <a:srgbClr val="7030A0"/>
            </a:solidFill>
            <a:round/>
            <a:headEnd/>
            <a:tailEnd/>
          </a:ln>
        </p:spPr>
      </p:cxnSp>
      <p:pic>
        <p:nvPicPr>
          <p:cNvPr id="9235" name="Picture 12"/>
          <p:cNvPicPr>
            <a:picLocks noChangeAspect="1" noChangeArrowheads="1"/>
          </p:cNvPicPr>
          <p:nvPr/>
        </p:nvPicPr>
        <p:blipFill>
          <a:blip r:embed="rId9" cstate="print"/>
          <a:srcRect/>
          <a:stretch>
            <a:fillRect/>
          </a:stretch>
        </p:blipFill>
        <p:spPr bwMode="auto">
          <a:xfrm>
            <a:off x="3978275" y="1220788"/>
            <a:ext cx="1487488" cy="58102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sp>
        <p:nvSpPr>
          <p:cNvPr id="9236" name="Oval 45"/>
          <p:cNvSpPr>
            <a:spLocks noChangeArrowheads="1"/>
          </p:cNvSpPr>
          <p:nvPr/>
        </p:nvSpPr>
        <p:spPr bwMode="auto">
          <a:xfrm>
            <a:off x="4302125" y="4959350"/>
            <a:ext cx="171450" cy="1116013"/>
          </a:xfrm>
          <a:prstGeom prst="ellipse">
            <a:avLst/>
          </a:prstGeom>
          <a:solidFill>
            <a:srgbClr val="7030A0">
              <a:alpha val="21960"/>
            </a:srgbClr>
          </a:solidFill>
          <a:ln w="9525" algn="ctr">
            <a:solidFill>
              <a:srgbClr val="FF00FF"/>
            </a:solidFill>
            <a:round/>
            <a:headEnd/>
            <a:tailEnd/>
          </a:ln>
        </p:spPr>
        <p:txBody>
          <a:bodyPr/>
          <a:lstStyle/>
          <a:p>
            <a:endParaRPr lang="en-US"/>
          </a:p>
        </p:txBody>
      </p:sp>
      <p:cxnSp>
        <p:nvCxnSpPr>
          <p:cNvPr id="9237" name="Straight Connector 46"/>
          <p:cNvCxnSpPr>
            <a:cxnSpLocks noChangeShapeType="1"/>
          </p:cNvCxnSpPr>
          <p:nvPr/>
        </p:nvCxnSpPr>
        <p:spPr bwMode="auto">
          <a:xfrm rot="5400000">
            <a:off x="2751932" y="3342481"/>
            <a:ext cx="3284538" cy="22225"/>
          </a:xfrm>
          <a:prstGeom prst="line">
            <a:avLst/>
          </a:prstGeom>
          <a:noFill/>
          <a:ln w="9525" algn="ctr">
            <a:solidFill>
              <a:srgbClr val="7030A0"/>
            </a:solidFill>
            <a:round/>
            <a:headEnd/>
            <a:tailEnd/>
          </a:ln>
        </p:spPr>
      </p:cxnSp>
      <p:pic>
        <p:nvPicPr>
          <p:cNvPr id="9238" name="Picture 13"/>
          <p:cNvPicPr>
            <a:picLocks noChangeAspect="1" noChangeArrowheads="1"/>
          </p:cNvPicPr>
          <p:nvPr/>
        </p:nvPicPr>
        <p:blipFill>
          <a:blip r:embed="rId10" cstate="print"/>
          <a:srcRect/>
          <a:stretch>
            <a:fillRect/>
          </a:stretch>
        </p:blipFill>
        <p:spPr bwMode="auto">
          <a:xfrm>
            <a:off x="3232150" y="2730500"/>
            <a:ext cx="1028700" cy="77152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sp>
        <p:nvSpPr>
          <p:cNvPr id="9239" name="Oval 50"/>
          <p:cNvSpPr>
            <a:spLocks noChangeArrowheads="1"/>
          </p:cNvSpPr>
          <p:nvPr/>
        </p:nvSpPr>
        <p:spPr bwMode="auto">
          <a:xfrm>
            <a:off x="3663950" y="5248275"/>
            <a:ext cx="165100" cy="885825"/>
          </a:xfrm>
          <a:prstGeom prst="ellipse">
            <a:avLst/>
          </a:prstGeom>
          <a:solidFill>
            <a:srgbClr val="7030A0">
              <a:alpha val="21960"/>
            </a:srgbClr>
          </a:solidFill>
          <a:ln w="9525" algn="ctr">
            <a:solidFill>
              <a:srgbClr val="FF00FF"/>
            </a:solidFill>
            <a:round/>
            <a:headEnd/>
            <a:tailEnd/>
          </a:ln>
        </p:spPr>
        <p:txBody>
          <a:bodyPr/>
          <a:lstStyle/>
          <a:p>
            <a:endParaRPr lang="en-US"/>
          </a:p>
        </p:txBody>
      </p:sp>
      <p:cxnSp>
        <p:nvCxnSpPr>
          <p:cNvPr id="9240" name="Straight Connector 51"/>
          <p:cNvCxnSpPr>
            <a:cxnSpLocks noChangeShapeType="1"/>
          </p:cNvCxnSpPr>
          <p:nvPr/>
        </p:nvCxnSpPr>
        <p:spPr bwMode="auto">
          <a:xfrm rot="5400000">
            <a:off x="2879725" y="4465638"/>
            <a:ext cx="1727200" cy="12700"/>
          </a:xfrm>
          <a:prstGeom prst="line">
            <a:avLst/>
          </a:prstGeom>
          <a:noFill/>
          <a:ln w="9525" algn="ctr">
            <a:solidFill>
              <a:srgbClr val="7030A0"/>
            </a:solidFill>
            <a:round/>
            <a:headEnd/>
            <a:tailEnd/>
          </a:ln>
        </p:spPr>
      </p:cxnSp>
      <p:pic>
        <p:nvPicPr>
          <p:cNvPr id="9241" name="Picture 14"/>
          <p:cNvPicPr>
            <a:picLocks noChangeAspect="1" noChangeArrowheads="1"/>
          </p:cNvPicPr>
          <p:nvPr/>
        </p:nvPicPr>
        <p:blipFill>
          <a:blip r:embed="rId11" cstate="print"/>
          <a:srcRect/>
          <a:stretch>
            <a:fillRect/>
          </a:stretch>
        </p:blipFill>
        <p:spPr bwMode="auto">
          <a:xfrm>
            <a:off x="4476750" y="1766888"/>
            <a:ext cx="825500" cy="8255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sp>
        <p:nvSpPr>
          <p:cNvPr id="9242" name="Oval 56"/>
          <p:cNvSpPr>
            <a:spLocks noChangeArrowheads="1"/>
          </p:cNvSpPr>
          <p:nvPr/>
        </p:nvSpPr>
        <p:spPr bwMode="auto">
          <a:xfrm>
            <a:off x="4913313" y="4781550"/>
            <a:ext cx="147637" cy="1417638"/>
          </a:xfrm>
          <a:prstGeom prst="ellipse">
            <a:avLst/>
          </a:prstGeom>
          <a:solidFill>
            <a:srgbClr val="7030A0">
              <a:alpha val="21960"/>
            </a:srgbClr>
          </a:solidFill>
          <a:ln w="9525" algn="ctr">
            <a:solidFill>
              <a:srgbClr val="FF00FF"/>
            </a:solidFill>
            <a:round/>
            <a:headEnd/>
            <a:tailEnd/>
          </a:ln>
        </p:spPr>
        <p:txBody>
          <a:bodyPr/>
          <a:lstStyle/>
          <a:p>
            <a:endParaRPr lang="en-US"/>
          </a:p>
        </p:txBody>
      </p:sp>
      <p:cxnSp>
        <p:nvCxnSpPr>
          <p:cNvPr id="9243" name="Straight Connector 57"/>
          <p:cNvCxnSpPr>
            <a:cxnSpLocks noChangeShapeType="1"/>
            <a:endCxn id="9242" idx="0"/>
          </p:cNvCxnSpPr>
          <p:nvPr/>
        </p:nvCxnSpPr>
        <p:spPr bwMode="auto">
          <a:xfrm rot="5400000">
            <a:off x="3763963" y="3554413"/>
            <a:ext cx="2449512" cy="4762"/>
          </a:xfrm>
          <a:prstGeom prst="line">
            <a:avLst/>
          </a:prstGeom>
          <a:noFill/>
          <a:ln w="9525" algn="ctr">
            <a:solidFill>
              <a:srgbClr val="7030A0"/>
            </a:solidFill>
            <a:round/>
            <a:headEnd/>
            <a:tailEnd/>
          </a:ln>
        </p:spPr>
      </p:cxnSp>
      <p:pic>
        <p:nvPicPr>
          <p:cNvPr id="9244" name="Picture 15"/>
          <p:cNvPicPr>
            <a:picLocks noChangeAspect="1" noChangeArrowheads="1"/>
          </p:cNvPicPr>
          <p:nvPr/>
        </p:nvPicPr>
        <p:blipFill>
          <a:blip r:embed="rId12" cstate="print"/>
          <a:srcRect/>
          <a:stretch>
            <a:fillRect/>
          </a:stretch>
        </p:blipFill>
        <p:spPr bwMode="auto">
          <a:xfrm>
            <a:off x="2771775" y="976313"/>
            <a:ext cx="1201738" cy="153352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sp>
        <p:nvSpPr>
          <p:cNvPr id="9245" name="Oval 64"/>
          <p:cNvSpPr>
            <a:spLocks noChangeArrowheads="1"/>
          </p:cNvSpPr>
          <p:nvPr/>
        </p:nvSpPr>
        <p:spPr bwMode="auto">
          <a:xfrm>
            <a:off x="3119438" y="4583113"/>
            <a:ext cx="173037" cy="1663700"/>
          </a:xfrm>
          <a:prstGeom prst="ellipse">
            <a:avLst/>
          </a:prstGeom>
          <a:solidFill>
            <a:srgbClr val="7030A0">
              <a:alpha val="21960"/>
            </a:srgbClr>
          </a:solidFill>
          <a:ln w="9525" algn="ctr">
            <a:solidFill>
              <a:srgbClr val="FF00FF"/>
            </a:solidFill>
            <a:round/>
            <a:headEnd/>
            <a:tailEnd/>
          </a:ln>
        </p:spPr>
        <p:txBody>
          <a:bodyPr/>
          <a:lstStyle/>
          <a:p>
            <a:endParaRPr lang="en-US"/>
          </a:p>
        </p:txBody>
      </p:sp>
      <p:cxnSp>
        <p:nvCxnSpPr>
          <p:cNvPr id="9246" name="Straight Connector 65"/>
          <p:cNvCxnSpPr>
            <a:cxnSpLocks noChangeShapeType="1"/>
          </p:cNvCxnSpPr>
          <p:nvPr/>
        </p:nvCxnSpPr>
        <p:spPr bwMode="auto">
          <a:xfrm rot="5400000">
            <a:off x="2136775" y="3530600"/>
            <a:ext cx="2139950" cy="0"/>
          </a:xfrm>
          <a:prstGeom prst="line">
            <a:avLst/>
          </a:prstGeom>
          <a:noFill/>
          <a:ln w="9525" algn="ctr">
            <a:solidFill>
              <a:srgbClr val="7030A0"/>
            </a:solidFill>
            <a:round/>
            <a:headEnd/>
            <a:tailEnd/>
          </a:ln>
        </p:spPr>
      </p:cxnSp>
      <p:pic>
        <p:nvPicPr>
          <p:cNvPr id="9247" name="Picture 16"/>
          <p:cNvPicPr>
            <a:picLocks noChangeAspect="1" noChangeArrowheads="1"/>
          </p:cNvPicPr>
          <p:nvPr/>
        </p:nvPicPr>
        <p:blipFill>
          <a:blip r:embed="rId13" cstate="print"/>
          <a:srcRect/>
          <a:stretch>
            <a:fillRect/>
          </a:stretch>
        </p:blipFill>
        <p:spPr bwMode="auto">
          <a:xfrm>
            <a:off x="395288" y="2192338"/>
            <a:ext cx="660400" cy="6604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sp>
        <p:nvSpPr>
          <p:cNvPr id="9248" name="Oval 68"/>
          <p:cNvSpPr>
            <a:spLocks noChangeArrowheads="1"/>
          </p:cNvSpPr>
          <p:nvPr/>
        </p:nvSpPr>
        <p:spPr bwMode="auto">
          <a:xfrm>
            <a:off x="860425" y="5640388"/>
            <a:ext cx="133350" cy="762000"/>
          </a:xfrm>
          <a:prstGeom prst="ellipse">
            <a:avLst/>
          </a:prstGeom>
          <a:solidFill>
            <a:srgbClr val="7030A0">
              <a:alpha val="21960"/>
            </a:srgbClr>
          </a:solidFill>
          <a:ln w="9525" algn="ctr">
            <a:solidFill>
              <a:srgbClr val="FF00FF"/>
            </a:solidFill>
            <a:round/>
            <a:headEnd/>
            <a:tailEnd/>
          </a:ln>
        </p:spPr>
        <p:txBody>
          <a:bodyPr/>
          <a:lstStyle/>
          <a:p>
            <a:endParaRPr lang="en-US"/>
          </a:p>
        </p:txBody>
      </p:sp>
      <p:cxnSp>
        <p:nvCxnSpPr>
          <p:cNvPr id="9249" name="Straight Connector 69"/>
          <p:cNvCxnSpPr>
            <a:cxnSpLocks noChangeShapeType="1"/>
          </p:cNvCxnSpPr>
          <p:nvPr/>
        </p:nvCxnSpPr>
        <p:spPr bwMode="auto">
          <a:xfrm rot="5400000">
            <a:off x="-391319" y="4321969"/>
            <a:ext cx="2636838" cy="19050"/>
          </a:xfrm>
          <a:prstGeom prst="line">
            <a:avLst/>
          </a:prstGeom>
          <a:noFill/>
          <a:ln w="9525" algn="ctr">
            <a:solidFill>
              <a:srgbClr val="7030A0"/>
            </a:solidFill>
            <a:round/>
            <a:headEnd/>
            <a:tailEnd/>
          </a:ln>
        </p:spPr>
      </p:cxnSp>
      <p:pic>
        <p:nvPicPr>
          <p:cNvPr id="9250" name="Picture 17"/>
          <p:cNvPicPr>
            <a:picLocks noChangeAspect="1" noChangeArrowheads="1"/>
          </p:cNvPicPr>
          <p:nvPr/>
        </p:nvPicPr>
        <p:blipFill>
          <a:blip r:embed="rId14" cstate="print"/>
          <a:srcRect/>
          <a:stretch>
            <a:fillRect/>
          </a:stretch>
        </p:blipFill>
        <p:spPr bwMode="auto">
          <a:xfrm>
            <a:off x="909638" y="1760538"/>
            <a:ext cx="571500" cy="4445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cxnSp>
        <p:nvCxnSpPr>
          <p:cNvPr id="9251" name="Straight Connector 72"/>
          <p:cNvCxnSpPr>
            <a:cxnSpLocks noChangeShapeType="1"/>
          </p:cNvCxnSpPr>
          <p:nvPr/>
        </p:nvCxnSpPr>
        <p:spPr bwMode="auto">
          <a:xfrm rot="5400000">
            <a:off x="-304800" y="3738563"/>
            <a:ext cx="2976563" cy="7937"/>
          </a:xfrm>
          <a:prstGeom prst="line">
            <a:avLst/>
          </a:prstGeom>
          <a:noFill/>
          <a:ln w="9525" algn="ctr">
            <a:solidFill>
              <a:srgbClr val="7030A0"/>
            </a:solidFill>
            <a:round/>
            <a:headEnd/>
            <a:tailEnd/>
          </a:ln>
        </p:spPr>
      </p:cxnSp>
      <p:sp>
        <p:nvSpPr>
          <p:cNvPr id="9252" name="Oval 73"/>
          <p:cNvSpPr>
            <a:spLocks noChangeArrowheads="1"/>
          </p:cNvSpPr>
          <p:nvPr/>
        </p:nvSpPr>
        <p:spPr bwMode="auto">
          <a:xfrm>
            <a:off x="1136650" y="5191125"/>
            <a:ext cx="103188" cy="909638"/>
          </a:xfrm>
          <a:prstGeom prst="ellipse">
            <a:avLst/>
          </a:prstGeom>
          <a:solidFill>
            <a:srgbClr val="7030A0">
              <a:alpha val="21960"/>
            </a:srgbClr>
          </a:solidFill>
          <a:ln w="9525" algn="ctr">
            <a:solidFill>
              <a:srgbClr val="FF00FF"/>
            </a:solidFill>
            <a:round/>
            <a:headEnd/>
            <a:tailEnd/>
          </a:ln>
        </p:spPr>
        <p:txBody>
          <a:bodyPr/>
          <a:lstStyle/>
          <a:p>
            <a:endParaRPr lang="en-US"/>
          </a:p>
        </p:txBody>
      </p:sp>
      <p:pic>
        <p:nvPicPr>
          <p:cNvPr id="9253" name="Picture 18"/>
          <p:cNvPicPr>
            <a:picLocks noChangeAspect="1" noChangeArrowheads="1"/>
          </p:cNvPicPr>
          <p:nvPr/>
        </p:nvPicPr>
        <p:blipFill>
          <a:blip r:embed="rId15" cstate="print"/>
          <a:srcRect/>
          <a:stretch>
            <a:fillRect/>
          </a:stretch>
        </p:blipFill>
        <p:spPr bwMode="auto">
          <a:xfrm>
            <a:off x="2265363" y="1927225"/>
            <a:ext cx="819150" cy="8318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sp>
        <p:nvSpPr>
          <p:cNvPr id="9254" name="Oval 78"/>
          <p:cNvSpPr>
            <a:spLocks noChangeArrowheads="1"/>
          </p:cNvSpPr>
          <p:nvPr/>
        </p:nvSpPr>
        <p:spPr bwMode="auto">
          <a:xfrm>
            <a:off x="2809875" y="5514975"/>
            <a:ext cx="120650" cy="819150"/>
          </a:xfrm>
          <a:prstGeom prst="ellipse">
            <a:avLst/>
          </a:prstGeom>
          <a:solidFill>
            <a:srgbClr val="7030A0">
              <a:alpha val="21960"/>
            </a:srgbClr>
          </a:solidFill>
          <a:ln w="9525" algn="ctr">
            <a:solidFill>
              <a:srgbClr val="FF00FF"/>
            </a:solidFill>
            <a:round/>
            <a:headEnd/>
            <a:tailEnd/>
          </a:ln>
        </p:spPr>
        <p:txBody>
          <a:bodyPr/>
          <a:lstStyle/>
          <a:p>
            <a:endParaRPr lang="en-US"/>
          </a:p>
        </p:txBody>
      </p:sp>
      <p:cxnSp>
        <p:nvCxnSpPr>
          <p:cNvPr id="9255" name="Straight Connector 79"/>
          <p:cNvCxnSpPr>
            <a:cxnSpLocks noChangeShapeType="1"/>
          </p:cNvCxnSpPr>
          <p:nvPr/>
        </p:nvCxnSpPr>
        <p:spPr bwMode="auto">
          <a:xfrm rot="5400000">
            <a:off x="1476375" y="4052888"/>
            <a:ext cx="2795587" cy="7938"/>
          </a:xfrm>
          <a:prstGeom prst="line">
            <a:avLst/>
          </a:prstGeom>
          <a:noFill/>
          <a:ln w="9525" algn="ctr">
            <a:solidFill>
              <a:srgbClr val="7030A0"/>
            </a:solidFill>
            <a:round/>
            <a:headEnd/>
            <a:tailEnd/>
          </a:ln>
        </p:spPr>
      </p:cxnSp>
      <p:pic>
        <p:nvPicPr>
          <p:cNvPr id="9256" name="Picture 19"/>
          <p:cNvPicPr>
            <a:picLocks noChangeAspect="1" noChangeArrowheads="1"/>
          </p:cNvPicPr>
          <p:nvPr/>
        </p:nvPicPr>
        <p:blipFill>
          <a:blip r:embed="rId16" cstate="print"/>
          <a:srcRect/>
          <a:stretch>
            <a:fillRect/>
          </a:stretch>
        </p:blipFill>
        <p:spPr bwMode="auto">
          <a:xfrm>
            <a:off x="5337175" y="1838325"/>
            <a:ext cx="811213" cy="64928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sp>
        <p:nvSpPr>
          <p:cNvPr id="9257" name="Oval 83"/>
          <p:cNvSpPr>
            <a:spLocks noChangeArrowheads="1"/>
          </p:cNvSpPr>
          <p:nvPr/>
        </p:nvSpPr>
        <p:spPr bwMode="auto">
          <a:xfrm>
            <a:off x="5619750" y="4660900"/>
            <a:ext cx="139700" cy="1216025"/>
          </a:xfrm>
          <a:prstGeom prst="ellipse">
            <a:avLst/>
          </a:prstGeom>
          <a:solidFill>
            <a:srgbClr val="7030A0">
              <a:alpha val="21960"/>
            </a:srgbClr>
          </a:solidFill>
          <a:ln w="9525" algn="ctr">
            <a:solidFill>
              <a:srgbClr val="FF00FF"/>
            </a:solidFill>
            <a:round/>
            <a:headEnd/>
            <a:tailEnd/>
          </a:ln>
        </p:spPr>
        <p:txBody>
          <a:bodyPr/>
          <a:lstStyle/>
          <a:p>
            <a:endParaRPr lang="en-US"/>
          </a:p>
        </p:txBody>
      </p:sp>
      <p:cxnSp>
        <p:nvCxnSpPr>
          <p:cNvPr id="9258" name="Straight Connector 86"/>
          <p:cNvCxnSpPr>
            <a:cxnSpLocks noChangeShapeType="1"/>
            <a:endCxn id="9257" idx="0"/>
          </p:cNvCxnSpPr>
          <p:nvPr/>
        </p:nvCxnSpPr>
        <p:spPr bwMode="auto">
          <a:xfrm rot="5400000">
            <a:off x="4499769" y="3461544"/>
            <a:ext cx="2389187" cy="9525"/>
          </a:xfrm>
          <a:prstGeom prst="line">
            <a:avLst/>
          </a:prstGeom>
          <a:noFill/>
          <a:ln w="9525" algn="ctr">
            <a:solidFill>
              <a:srgbClr val="7030A0"/>
            </a:solidFill>
            <a:round/>
            <a:headEnd/>
            <a:tailEnd/>
          </a:ln>
        </p:spPr>
      </p:cxnSp>
      <p:pic>
        <p:nvPicPr>
          <p:cNvPr id="9259" name="Picture 20"/>
          <p:cNvPicPr>
            <a:picLocks noChangeAspect="1" noChangeArrowheads="1"/>
          </p:cNvPicPr>
          <p:nvPr/>
        </p:nvPicPr>
        <p:blipFill>
          <a:blip r:embed="rId17" cstate="print"/>
          <a:srcRect/>
          <a:stretch>
            <a:fillRect/>
          </a:stretch>
        </p:blipFill>
        <p:spPr bwMode="auto">
          <a:xfrm>
            <a:off x="5838825" y="1214438"/>
            <a:ext cx="714375" cy="52546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sp>
        <p:nvSpPr>
          <p:cNvPr id="9260" name="Oval 92"/>
          <p:cNvSpPr>
            <a:spLocks noChangeArrowheads="1"/>
          </p:cNvSpPr>
          <p:nvPr/>
        </p:nvSpPr>
        <p:spPr bwMode="auto">
          <a:xfrm>
            <a:off x="6102350" y="4902200"/>
            <a:ext cx="131763" cy="517525"/>
          </a:xfrm>
          <a:prstGeom prst="ellipse">
            <a:avLst/>
          </a:prstGeom>
          <a:solidFill>
            <a:srgbClr val="7030A0">
              <a:alpha val="21960"/>
            </a:srgbClr>
          </a:solidFill>
          <a:ln w="9525" algn="ctr">
            <a:solidFill>
              <a:srgbClr val="FF00FF"/>
            </a:solidFill>
            <a:round/>
            <a:headEnd/>
            <a:tailEnd/>
          </a:ln>
        </p:spPr>
        <p:txBody>
          <a:bodyPr/>
          <a:lstStyle/>
          <a:p>
            <a:endParaRPr lang="en-US"/>
          </a:p>
        </p:txBody>
      </p:sp>
      <p:cxnSp>
        <p:nvCxnSpPr>
          <p:cNvPr id="9261" name="Straight Connector 93"/>
          <p:cNvCxnSpPr>
            <a:cxnSpLocks noChangeShapeType="1"/>
          </p:cNvCxnSpPr>
          <p:nvPr/>
        </p:nvCxnSpPr>
        <p:spPr bwMode="auto">
          <a:xfrm rot="16200000" flipH="1">
            <a:off x="4615657" y="3345656"/>
            <a:ext cx="3124200" cy="7937"/>
          </a:xfrm>
          <a:prstGeom prst="line">
            <a:avLst/>
          </a:prstGeom>
          <a:noFill/>
          <a:ln w="9525" algn="ctr">
            <a:solidFill>
              <a:srgbClr val="7030A0"/>
            </a:solidFill>
            <a:round/>
            <a:headEnd/>
            <a:tailEnd/>
          </a:ln>
        </p:spPr>
      </p:cxnSp>
      <p:sp>
        <p:nvSpPr>
          <p:cNvPr id="9262" name="Text Box 21"/>
          <p:cNvSpPr txBox="1">
            <a:spLocks noChangeArrowheads="1"/>
          </p:cNvSpPr>
          <p:nvPr/>
        </p:nvSpPr>
        <p:spPr bwMode="auto">
          <a:xfrm>
            <a:off x="395288" y="331788"/>
            <a:ext cx="6819496" cy="46166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>
            <a:spAutoFit/>
          </a:bodyPr>
          <a:lstStyle/>
          <a:p>
            <a:r>
              <a:rPr lang="en-GB" sz="2400" b="1" dirty="0"/>
              <a:t>Frequencies, Bandwidth – fundamental </a:t>
            </a:r>
            <a:r>
              <a:rPr lang="en-GB" sz="2400" b="1" dirty="0" err="1"/>
              <a:t>freqs</a:t>
            </a:r>
            <a:endParaRPr lang="en-GB" sz="2400" b="1" dirty="0"/>
          </a:p>
        </p:txBody>
      </p:sp>
      <p:sp>
        <p:nvSpPr>
          <p:cNvPr id="9263" name="Right Brace 99"/>
          <p:cNvSpPr>
            <a:spLocks/>
          </p:cNvSpPr>
          <p:nvPr/>
        </p:nvSpPr>
        <p:spPr bwMode="auto">
          <a:xfrm>
            <a:off x="6424613" y="4733925"/>
            <a:ext cx="333375" cy="1704975"/>
          </a:xfrm>
          <a:prstGeom prst="rightBrace">
            <a:avLst>
              <a:gd name="adj1" fmla="val 39991"/>
              <a:gd name="adj2" fmla="val 50000"/>
            </a:avLst>
          </a:prstGeom>
          <a:noFill/>
          <a:ln w="9525" algn="ctr">
            <a:solidFill>
              <a:srgbClr val="7030A0"/>
            </a:solidFill>
            <a:round/>
            <a:headEnd/>
            <a:tailEnd/>
          </a:ln>
        </p:spPr>
        <p:txBody>
          <a:bodyPr/>
          <a:lstStyle/>
          <a:p>
            <a:endParaRPr lang="en-US"/>
          </a:p>
        </p:txBody>
      </p:sp>
      <p:sp>
        <p:nvSpPr>
          <p:cNvPr id="9264" name="TextBox 103"/>
          <p:cNvSpPr txBox="1">
            <a:spLocks noChangeArrowheads="1"/>
          </p:cNvSpPr>
          <p:nvPr/>
        </p:nvSpPr>
        <p:spPr bwMode="auto">
          <a:xfrm rot="-5400000">
            <a:off x="6651625" y="5040313"/>
            <a:ext cx="1290637" cy="36988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>
            <a:spAutoFit/>
          </a:bodyPr>
          <a:lstStyle/>
          <a:p>
            <a:r>
              <a:rPr lang="en-GB" sz="1800"/>
              <a:t>frequency</a:t>
            </a:r>
            <a:endParaRPr lang="en-GB" sz="2400"/>
          </a:p>
        </p:txBody>
      </p:sp>
      <p:sp>
        <p:nvSpPr>
          <p:cNvPr id="9265" name="TextBox 66"/>
          <p:cNvSpPr txBox="1">
            <a:spLocks noChangeArrowheads="1"/>
          </p:cNvSpPr>
          <p:nvPr/>
        </p:nvSpPr>
        <p:spPr bwMode="auto">
          <a:xfrm>
            <a:off x="6791325" y="6134100"/>
            <a:ext cx="876300" cy="33813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>
            <a:spAutoFit/>
          </a:bodyPr>
          <a:lstStyle/>
          <a:p>
            <a:r>
              <a:rPr lang="en-GB"/>
              <a:t>∼80Hz</a:t>
            </a:r>
          </a:p>
        </p:txBody>
      </p:sp>
      <p:sp>
        <p:nvSpPr>
          <p:cNvPr id="9266" name="TextBox 67"/>
          <p:cNvSpPr txBox="1">
            <a:spLocks noChangeArrowheads="1"/>
          </p:cNvSpPr>
          <p:nvPr/>
        </p:nvSpPr>
        <p:spPr bwMode="auto">
          <a:xfrm>
            <a:off x="6764338" y="3835400"/>
            <a:ext cx="881062" cy="33813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>
            <a:spAutoFit/>
          </a:bodyPr>
          <a:lstStyle/>
          <a:p>
            <a:r>
              <a:rPr lang="en-GB"/>
              <a:t>∼2KHz</a:t>
            </a:r>
          </a:p>
        </p:txBody>
      </p:sp>
      <p:sp>
        <p:nvSpPr>
          <p:cNvPr id="9267" name="Right Brace 69"/>
          <p:cNvSpPr>
            <a:spLocks/>
          </p:cNvSpPr>
          <p:nvPr/>
        </p:nvSpPr>
        <p:spPr bwMode="auto">
          <a:xfrm>
            <a:off x="7608888" y="4048125"/>
            <a:ext cx="282575" cy="2228850"/>
          </a:xfrm>
          <a:prstGeom prst="rightBrace">
            <a:avLst>
              <a:gd name="adj1" fmla="val 49225"/>
              <a:gd name="adj2" fmla="val 50000"/>
            </a:avLst>
          </a:prstGeom>
          <a:noFill/>
          <a:ln w="9525" algn="ctr">
            <a:solidFill>
              <a:schemeClr val="tx1"/>
            </a:solidFill>
            <a:round/>
            <a:headEnd/>
            <a:tailEnd/>
          </a:ln>
        </p:spPr>
        <p:txBody>
          <a:bodyPr/>
          <a:lstStyle/>
          <a:p>
            <a:endParaRPr lang="en-US"/>
          </a:p>
        </p:txBody>
      </p:sp>
      <p:sp>
        <p:nvSpPr>
          <p:cNvPr id="9268" name="TextBox 103"/>
          <p:cNvSpPr txBox="1">
            <a:spLocks noChangeArrowheads="1"/>
          </p:cNvSpPr>
          <p:nvPr/>
        </p:nvSpPr>
        <p:spPr bwMode="auto">
          <a:xfrm rot="16200000">
            <a:off x="6905518" y="4925497"/>
            <a:ext cx="2451312" cy="36933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>
            <a:spAutoFit/>
          </a:bodyPr>
          <a:lstStyle/>
          <a:p>
            <a:r>
              <a:rPr lang="en-GB" sz="1800" dirty="0"/>
              <a:t>Bandwidth = ∼2kHz</a:t>
            </a:r>
            <a:endParaRPr lang="en-GB" sz="2400" dirty="0"/>
          </a:p>
        </p:txBody>
      </p:sp>
    </p:spTree>
    <p:extLst>
      <p:ext uri="{BB962C8B-B14F-4D97-AF65-F5344CB8AC3E}">
        <p14:creationId xmlns:p14="http://schemas.microsoft.com/office/powerpoint/2010/main" val="3602202595"/>
      </p:ext>
    </p:extLst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3"/>
          <p:cNvPicPr>
            <a:picLocks noChangeAspect="1" noChangeArrowheads="1"/>
          </p:cNvPicPr>
          <p:nvPr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395288" y="4737100"/>
            <a:ext cx="404812" cy="8191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pic>
        <p:nvPicPr>
          <p:cNvPr id="3" name="Picture 4"/>
          <p:cNvPicPr>
            <a:picLocks noChangeAspect="1" noChangeArrowheads="1"/>
          </p:cNvPicPr>
          <p:nvPr/>
        </p:nvPicPr>
        <p:blipFill>
          <a:blip r:embed="rId3" cstate="print"/>
          <a:srcRect/>
          <a:stretch>
            <a:fillRect/>
          </a:stretch>
        </p:blipFill>
        <p:spPr bwMode="auto">
          <a:xfrm>
            <a:off x="395288" y="5746750"/>
            <a:ext cx="433387" cy="5016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grpSp>
        <p:nvGrpSpPr>
          <p:cNvPr id="4" name="Group 10"/>
          <p:cNvGrpSpPr>
            <a:grpSpLocks/>
          </p:cNvGrpSpPr>
          <p:nvPr/>
        </p:nvGrpSpPr>
        <p:grpSpPr bwMode="auto">
          <a:xfrm>
            <a:off x="790575" y="5761038"/>
            <a:ext cx="6623050" cy="457200"/>
            <a:chOff x="785786" y="4929198"/>
            <a:chExt cx="8001056" cy="571504"/>
          </a:xfrm>
        </p:grpSpPr>
        <p:cxnSp>
          <p:nvCxnSpPr>
            <p:cNvPr id="5" name="Straight Connector 5"/>
            <p:cNvCxnSpPr>
              <a:cxnSpLocks noChangeShapeType="1"/>
            </p:cNvCxnSpPr>
            <p:nvPr/>
          </p:nvCxnSpPr>
          <p:spPr bwMode="auto">
            <a:xfrm>
              <a:off x="785786" y="4929198"/>
              <a:ext cx="8001056" cy="0"/>
            </a:xfrm>
            <a:prstGeom prst="line">
              <a:avLst/>
            </a:prstGeom>
            <a:noFill/>
            <a:ln w="9525" algn="ctr">
              <a:solidFill>
                <a:schemeClr val="tx1"/>
              </a:solidFill>
              <a:round/>
              <a:headEnd/>
              <a:tailEnd/>
            </a:ln>
          </p:spPr>
        </p:cxnSp>
        <p:cxnSp>
          <p:nvCxnSpPr>
            <p:cNvPr id="6" name="Straight Connector 6"/>
            <p:cNvCxnSpPr>
              <a:cxnSpLocks noChangeShapeType="1"/>
            </p:cNvCxnSpPr>
            <p:nvPr/>
          </p:nvCxnSpPr>
          <p:spPr bwMode="auto">
            <a:xfrm>
              <a:off x="785786" y="5072074"/>
              <a:ext cx="8001056" cy="0"/>
            </a:xfrm>
            <a:prstGeom prst="line">
              <a:avLst/>
            </a:prstGeom>
            <a:noFill/>
            <a:ln w="9525" algn="ctr">
              <a:solidFill>
                <a:schemeClr val="tx1"/>
              </a:solidFill>
              <a:round/>
              <a:headEnd/>
              <a:tailEnd/>
            </a:ln>
          </p:spPr>
        </p:cxnSp>
        <p:cxnSp>
          <p:nvCxnSpPr>
            <p:cNvPr id="7" name="Straight Connector 7"/>
            <p:cNvCxnSpPr>
              <a:cxnSpLocks noChangeShapeType="1"/>
            </p:cNvCxnSpPr>
            <p:nvPr/>
          </p:nvCxnSpPr>
          <p:spPr bwMode="auto">
            <a:xfrm>
              <a:off x="785786" y="5214950"/>
              <a:ext cx="8001056" cy="0"/>
            </a:xfrm>
            <a:prstGeom prst="line">
              <a:avLst/>
            </a:prstGeom>
            <a:noFill/>
            <a:ln w="9525" algn="ctr">
              <a:solidFill>
                <a:schemeClr val="tx1"/>
              </a:solidFill>
              <a:round/>
              <a:headEnd/>
              <a:tailEnd/>
            </a:ln>
          </p:spPr>
        </p:cxnSp>
        <p:cxnSp>
          <p:nvCxnSpPr>
            <p:cNvPr id="8" name="Straight Connector 8"/>
            <p:cNvCxnSpPr>
              <a:cxnSpLocks noChangeShapeType="1"/>
            </p:cNvCxnSpPr>
            <p:nvPr/>
          </p:nvCxnSpPr>
          <p:spPr bwMode="auto">
            <a:xfrm>
              <a:off x="785786" y="5357826"/>
              <a:ext cx="8001056" cy="0"/>
            </a:xfrm>
            <a:prstGeom prst="line">
              <a:avLst/>
            </a:prstGeom>
            <a:noFill/>
            <a:ln w="9525" algn="ctr">
              <a:solidFill>
                <a:schemeClr val="tx1"/>
              </a:solidFill>
              <a:round/>
              <a:headEnd/>
              <a:tailEnd/>
            </a:ln>
          </p:spPr>
        </p:cxnSp>
        <p:cxnSp>
          <p:nvCxnSpPr>
            <p:cNvPr id="9" name="Straight Connector 9"/>
            <p:cNvCxnSpPr>
              <a:cxnSpLocks noChangeShapeType="1"/>
            </p:cNvCxnSpPr>
            <p:nvPr/>
          </p:nvCxnSpPr>
          <p:spPr bwMode="auto">
            <a:xfrm>
              <a:off x="785786" y="5500702"/>
              <a:ext cx="8001056" cy="0"/>
            </a:xfrm>
            <a:prstGeom prst="line">
              <a:avLst/>
            </a:prstGeom>
            <a:noFill/>
            <a:ln w="9525" algn="ctr">
              <a:solidFill>
                <a:schemeClr val="tx1"/>
              </a:solidFill>
              <a:round/>
              <a:headEnd/>
              <a:tailEnd/>
            </a:ln>
          </p:spPr>
        </p:cxnSp>
      </p:grpSp>
      <p:grpSp>
        <p:nvGrpSpPr>
          <p:cNvPr id="10" name="Group 11"/>
          <p:cNvGrpSpPr>
            <a:grpSpLocks/>
          </p:cNvGrpSpPr>
          <p:nvPr/>
        </p:nvGrpSpPr>
        <p:grpSpPr bwMode="auto">
          <a:xfrm>
            <a:off x="771525" y="4894263"/>
            <a:ext cx="6642100" cy="457200"/>
            <a:chOff x="785786" y="4929198"/>
            <a:chExt cx="8001056" cy="571504"/>
          </a:xfrm>
        </p:grpSpPr>
        <p:cxnSp>
          <p:nvCxnSpPr>
            <p:cNvPr id="11" name="Straight Connector 12"/>
            <p:cNvCxnSpPr>
              <a:cxnSpLocks noChangeShapeType="1"/>
            </p:cNvCxnSpPr>
            <p:nvPr/>
          </p:nvCxnSpPr>
          <p:spPr bwMode="auto">
            <a:xfrm>
              <a:off x="785786" y="4929198"/>
              <a:ext cx="8001056" cy="0"/>
            </a:xfrm>
            <a:prstGeom prst="line">
              <a:avLst/>
            </a:prstGeom>
            <a:noFill/>
            <a:ln w="9525" algn="ctr">
              <a:solidFill>
                <a:schemeClr val="tx1"/>
              </a:solidFill>
              <a:round/>
              <a:headEnd/>
              <a:tailEnd/>
            </a:ln>
          </p:spPr>
        </p:cxnSp>
        <p:cxnSp>
          <p:nvCxnSpPr>
            <p:cNvPr id="12" name="Straight Connector 13"/>
            <p:cNvCxnSpPr>
              <a:cxnSpLocks noChangeShapeType="1"/>
            </p:cNvCxnSpPr>
            <p:nvPr/>
          </p:nvCxnSpPr>
          <p:spPr bwMode="auto">
            <a:xfrm>
              <a:off x="785786" y="5072074"/>
              <a:ext cx="8001056" cy="0"/>
            </a:xfrm>
            <a:prstGeom prst="line">
              <a:avLst/>
            </a:prstGeom>
            <a:noFill/>
            <a:ln w="9525" algn="ctr">
              <a:solidFill>
                <a:schemeClr val="tx1"/>
              </a:solidFill>
              <a:round/>
              <a:headEnd/>
              <a:tailEnd/>
            </a:ln>
          </p:spPr>
        </p:cxnSp>
        <p:cxnSp>
          <p:nvCxnSpPr>
            <p:cNvPr id="13" name="Straight Connector 14"/>
            <p:cNvCxnSpPr>
              <a:cxnSpLocks noChangeShapeType="1"/>
            </p:cNvCxnSpPr>
            <p:nvPr/>
          </p:nvCxnSpPr>
          <p:spPr bwMode="auto">
            <a:xfrm>
              <a:off x="785786" y="5214950"/>
              <a:ext cx="8001056" cy="0"/>
            </a:xfrm>
            <a:prstGeom prst="line">
              <a:avLst/>
            </a:prstGeom>
            <a:noFill/>
            <a:ln w="9525" algn="ctr">
              <a:solidFill>
                <a:schemeClr val="tx1"/>
              </a:solidFill>
              <a:round/>
              <a:headEnd/>
              <a:tailEnd/>
            </a:ln>
          </p:spPr>
        </p:cxnSp>
        <p:cxnSp>
          <p:nvCxnSpPr>
            <p:cNvPr id="14" name="Straight Connector 15"/>
            <p:cNvCxnSpPr>
              <a:cxnSpLocks noChangeShapeType="1"/>
            </p:cNvCxnSpPr>
            <p:nvPr/>
          </p:nvCxnSpPr>
          <p:spPr bwMode="auto">
            <a:xfrm>
              <a:off x="785786" y="5357826"/>
              <a:ext cx="8001056" cy="0"/>
            </a:xfrm>
            <a:prstGeom prst="line">
              <a:avLst/>
            </a:prstGeom>
            <a:noFill/>
            <a:ln w="9525" algn="ctr">
              <a:solidFill>
                <a:schemeClr val="tx1"/>
              </a:solidFill>
              <a:round/>
              <a:headEnd/>
              <a:tailEnd/>
            </a:ln>
          </p:spPr>
        </p:cxnSp>
        <p:cxnSp>
          <p:nvCxnSpPr>
            <p:cNvPr id="15" name="Straight Connector 16"/>
            <p:cNvCxnSpPr>
              <a:cxnSpLocks noChangeShapeType="1"/>
            </p:cNvCxnSpPr>
            <p:nvPr/>
          </p:nvCxnSpPr>
          <p:spPr bwMode="auto">
            <a:xfrm>
              <a:off x="785786" y="5500702"/>
              <a:ext cx="8001056" cy="0"/>
            </a:xfrm>
            <a:prstGeom prst="line">
              <a:avLst/>
            </a:prstGeom>
            <a:noFill/>
            <a:ln w="9525" algn="ctr">
              <a:solidFill>
                <a:schemeClr val="tx1"/>
              </a:solidFill>
              <a:round/>
              <a:headEnd/>
              <a:tailEnd/>
            </a:ln>
          </p:spPr>
        </p:cxnSp>
      </p:grpSp>
      <p:grpSp>
        <p:nvGrpSpPr>
          <p:cNvPr id="16" name="Group 17"/>
          <p:cNvGrpSpPr>
            <a:grpSpLocks/>
          </p:cNvGrpSpPr>
          <p:nvPr/>
        </p:nvGrpSpPr>
        <p:grpSpPr bwMode="auto">
          <a:xfrm>
            <a:off x="6302375" y="4227513"/>
            <a:ext cx="1101725" cy="457200"/>
            <a:chOff x="785786" y="4929198"/>
            <a:chExt cx="8001056" cy="571504"/>
          </a:xfrm>
        </p:grpSpPr>
        <p:cxnSp>
          <p:nvCxnSpPr>
            <p:cNvPr id="17" name="Straight Connector 18"/>
            <p:cNvCxnSpPr>
              <a:cxnSpLocks noChangeShapeType="1"/>
            </p:cNvCxnSpPr>
            <p:nvPr/>
          </p:nvCxnSpPr>
          <p:spPr bwMode="auto">
            <a:xfrm>
              <a:off x="785786" y="4929198"/>
              <a:ext cx="8001056" cy="0"/>
            </a:xfrm>
            <a:prstGeom prst="line">
              <a:avLst/>
            </a:prstGeom>
            <a:noFill/>
            <a:ln w="9525" algn="ctr">
              <a:solidFill>
                <a:schemeClr val="tx1"/>
              </a:solidFill>
              <a:round/>
              <a:headEnd/>
              <a:tailEnd/>
            </a:ln>
          </p:spPr>
        </p:cxnSp>
        <p:cxnSp>
          <p:nvCxnSpPr>
            <p:cNvPr id="18" name="Straight Connector 19"/>
            <p:cNvCxnSpPr>
              <a:cxnSpLocks noChangeShapeType="1"/>
            </p:cNvCxnSpPr>
            <p:nvPr/>
          </p:nvCxnSpPr>
          <p:spPr bwMode="auto">
            <a:xfrm>
              <a:off x="785786" y="5072074"/>
              <a:ext cx="8001056" cy="0"/>
            </a:xfrm>
            <a:prstGeom prst="line">
              <a:avLst/>
            </a:prstGeom>
            <a:noFill/>
            <a:ln w="9525" algn="ctr">
              <a:solidFill>
                <a:schemeClr val="tx1"/>
              </a:solidFill>
              <a:round/>
              <a:headEnd/>
              <a:tailEnd/>
            </a:ln>
          </p:spPr>
        </p:cxnSp>
        <p:cxnSp>
          <p:nvCxnSpPr>
            <p:cNvPr id="19" name="Straight Connector 20"/>
            <p:cNvCxnSpPr>
              <a:cxnSpLocks noChangeShapeType="1"/>
            </p:cNvCxnSpPr>
            <p:nvPr/>
          </p:nvCxnSpPr>
          <p:spPr bwMode="auto">
            <a:xfrm>
              <a:off x="785786" y="5214950"/>
              <a:ext cx="8001056" cy="0"/>
            </a:xfrm>
            <a:prstGeom prst="line">
              <a:avLst/>
            </a:prstGeom>
            <a:noFill/>
            <a:ln w="9525" algn="ctr">
              <a:solidFill>
                <a:schemeClr val="tx1"/>
              </a:solidFill>
              <a:round/>
              <a:headEnd/>
              <a:tailEnd/>
            </a:ln>
          </p:spPr>
        </p:cxnSp>
        <p:cxnSp>
          <p:nvCxnSpPr>
            <p:cNvPr id="20" name="Straight Connector 21"/>
            <p:cNvCxnSpPr>
              <a:cxnSpLocks noChangeShapeType="1"/>
            </p:cNvCxnSpPr>
            <p:nvPr/>
          </p:nvCxnSpPr>
          <p:spPr bwMode="auto">
            <a:xfrm>
              <a:off x="785786" y="5357826"/>
              <a:ext cx="8001056" cy="0"/>
            </a:xfrm>
            <a:prstGeom prst="line">
              <a:avLst/>
            </a:prstGeom>
            <a:noFill/>
            <a:ln w="9525" algn="ctr">
              <a:solidFill>
                <a:schemeClr val="tx1"/>
              </a:solidFill>
              <a:round/>
              <a:headEnd/>
              <a:tailEnd/>
            </a:ln>
          </p:spPr>
        </p:cxnSp>
        <p:cxnSp>
          <p:nvCxnSpPr>
            <p:cNvPr id="21" name="Straight Connector 22"/>
            <p:cNvCxnSpPr>
              <a:cxnSpLocks noChangeShapeType="1"/>
            </p:cNvCxnSpPr>
            <p:nvPr/>
          </p:nvCxnSpPr>
          <p:spPr bwMode="auto">
            <a:xfrm>
              <a:off x="785786" y="5500702"/>
              <a:ext cx="8001056" cy="0"/>
            </a:xfrm>
            <a:prstGeom prst="line">
              <a:avLst/>
            </a:prstGeom>
            <a:noFill/>
            <a:ln w="9525" algn="ctr">
              <a:solidFill>
                <a:schemeClr val="tx1"/>
              </a:solidFill>
              <a:round/>
              <a:headEnd/>
              <a:tailEnd/>
            </a:ln>
          </p:spPr>
        </p:cxnSp>
      </p:grpSp>
      <p:pic>
        <p:nvPicPr>
          <p:cNvPr id="22" name="Picture 6"/>
          <p:cNvPicPr>
            <a:picLocks noChangeAspect="1" noChangeArrowheads="1"/>
          </p:cNvPicPr>
          <p:nvPr/>
        </p:nvPicPr>
        <p:blipFill>
          <a:blip r:embed="rId4" cstate="print"/>
          <a:srcRect/>
          <a:stretch>
            <a:fillRect/>
          </a:stretch>
        </p:blipFill>
        <p:spPr bwMode="auto">
          <a:xfrm>
            <a:off x="1236663" y="3349625"/>
            <a:ext cx="927100" cy="88741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pic>
        <p:nvPicPr>
          <p:cNvPr id="23" name="Picture 7"/>
          <p:cNvPicPr>
            <a:picLocks noChangeAspect="1" noChangeArrowheads="1"/>
          </p:cNvPicPr>
          <p:nvPr/>
        </p:nvPicPr>
        <p:blipFill>
          <a:blip r:embed="rId5" cstate="print"/>
          <a:srcRect/>
          <a:stretch>
            <a:fillRect/>
          </a:stretch>
        </p:blipFill>
        <p:spPr bwMode="auto">
          <a:xfrm>
            <a:off x="1911350" y="2860675"/>
            <a:ext cx="509588" cy="94932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sp>
        <p:nvSpPr>
          <p:cNvPr id="24" name="Oval 27"/>
          <p:cNvSpPr>
            <a:spLocks noChangeArrowheads="1"/>
          </p:cNvSpPr>
          <p:nvPr/>
        </p:nvSpPr>
        <p:spPr bwMode="auto">
          <a:xfrm>
            <a:off x="1654175" y="5622925"/>
            <a:ext cx="146050" cy="841375"/>
          </a:xfrm>
          <a:prstGeom prst="ellipse">
            <a:avLst/>
          </a:prstGeom>
          <a:solidFill>
            <a:srgbClr val="7030A0">
              <a:alpha val="21960"/>
            </a:srgbClr>
          </a:solidFill>
          <a:ln w="9525" algn="ctr">
            <a:solidFill>
              <a:srgbClr val="FF00FF"/>
            </a:solidFill>
            <a:round/>
            <a:headEnd/>
            <a:tailEnd/>
          </a:ln>
        </p:spPr>
        <p:txBody>
          <a:bodyPr/>
          <a:lstStyle/>
          <a:p>
            <a:endParaRPr lang="en-US"/>
          </a:p>
        </p:txBody>
      </p:sp>
      <p:sp>
        <p:nvSpPr>
          <p:cNvPr id="25" name="Oval 28"/>
          <p:cNvSpPr>
            <a:spLocks noChangeArrowheads="1"/>
          </p:cNvSpPr>
          <p:nvPr/>
        </p:nvSpPr>
        <p:spPr bwMode="auto">
          <a:xfrm>
            <a:off x="2058988" y="5194300"/>
            <a:ext cx="173037" cy="762000"/>
          </a:xfrm>
          <a:prstGeom prst="ellipse">
            <a:avLst/>
          </a:prstGeom>
          <a:solidFill>
            <a:srgbClr val="7030A0">
              <a:alpha val="21960"/>
            </a:srgbClr>
          </a:solidFill>
          <a:ln w="9525" algn="ctr">
            <a:solidFill>
              <a:srgbClr val="FF00FF"/>
            </a:solidFill>
            <a:round/>
            <a:headEnd/>
            <a:tailEnd/>
          </a:ln>
        </p:spPr>
        <p:txBody>
          <a:bodyPr/>
          <a:lstStyle/>
          <a:p>
            <a:endParaRPr lang="en-US"/>
          </a:p>
        </p:txBody>
      </p:sp>
      <p:cxnSp>
        <p:nvCxnSpPr>
          <p:cNvPr id="26" name="Straight Connector 30"/>
          <p:cNvCxnSpPr>
            <a:cxnSpLocks noChangeShapeType="1"/>
          </p:cNvCxnSpPr>
          <p:nvPr/>
        </p:nvCxnSpPr>
        <p:spPr bwMode="auto">
          <a:xfrm rot="5400000">
            <a:off x="1030288" y="4941887"/>
            <a:ext cx="1371600" cy="9525"/>
          </a:xfrm>
          <a:prstGeom prst="line">
            <a:avLst/>
          </a:prstGeom>
          <a:noFill/>
          <a:ln w="9525" algn="ctr">
            <a:solidFill>
              <a:srgbClr val="7030A0"/>
            </a:solidFill>
            <a:round/>
            <a:headEnd/>
            <a:tailEnd/>
          </a:ln>
        </p:spPr>
      </p:cxnSp>
      <p:cxnSp>
        <p:nvCxnSpPr>
          <p:cNvPr id="27" name="Straight Connector 32"/>
          <p:cNvCxnSpPr>
            <a:cxnSpLocks noChangeShapeType="1"/>
            <a:endCxn id="25" idx="0"/>
          </p:cNvCxnSpPr>
          <p:nvPr/>
        </p:nvCxnSpPr>
        <p:spPr bwMode="auto">
          <a:xfrm rot="16200000" flipH="1">
            <a:off x="1551782" y="4601368"/>
            <a:ext cx="1181100" cy="4763"/>
          </a:xfrm>
          <a:prstGeom prst="line">
            <a:avLst/>
          </a:prstGeom>
          <a:noFill/>
          <a:ln w="9525" algn="ctr">
            <a:solidFill>
              <a:srgbClr val="7030A0"/>
            </a:solidFill>
            <a:round/>
            <a:headEnd/>
            <a:tailEnd/>
          </a:ln>
        </p:spPr>
      </p:cxnSp>
      <p:pic>
        <p:nvPicPr>
          <p:cNvPr id="28" name="Picture 9"/>
          <p:cNvPicPr>
            <a:picLocks noChangeAspect="1" noChangeArrowheads="1"/>
          </p:cNvPicPr>
          <p:nvPr/>
        </p:nvPicPr>
        <p:blipFill>
          <a:blip r:embed="rId6" cstate="print"/>
          <a:srcRect/>
          <a:stretch>
            <a:fillRect/>
          </a:stretch>
        </p:blipFill>
        <p:spPr bwMode="auto">
          <a:xfrm>
            <a:off x="2425700" y="3375025"/>
            <a:ext cx="317500" cy="14382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sp>
        <p:nvSpPr>
          <p:cNvPr id="29" name="Oval 35"/>
          <p:cNvSpPr>
            <a:spLocks noChangeArrowheads="1"/>
          </p:cNvSpPr>
          <p:nvPr/>
        </p:nvSpPr>
        <p:spPr bwMode="auto">
          <a:xfrm>
            <a:off x="2444750" y="5232400"/>
            <a:ext cx="174625" cy="885825"/>
          </a:xfrm>
          <a:prstGeom prst="ellipse">
            <a:avLst/>
          </a:prstGeom>
          <a:solidFill>
            <a:srgbClr val="7030A0">
              <a:alpha val="21960"/>
            </a:srgbClr>
          </a:solidFill>
          <a:ln w="9525" algn="ctr">
            <a:solidFill>
              <a:srgbClr val="FF00FF"/>
            </a:solidFill>
            <a:round/>
            <a:headEnd/>
            <a:tailEnd/>
          </a:ln>
        </p:spPr>
        <p:txBody>
          <a:bodyPr/>
          <a:lstStyle/>
          <a:p>
            <a:endParaRPr lang="en-US"/>
          </a:p>
        </p:txBody>
      </p:sp>
      <p:cxnSp>
        <p:nvCxnSpPr>
          <p:cNvPr id="30" name="Straight Connector 37"/>
          <p:cNvCxnSpPr>
            <a:cxnSpLocks noChangeShapeType="1"/>
          </p:cNvCxnSpPr>
          <p:nvPr/>
        </p:nvCxnSpPr>
        <p:spPr bwMode="auto">
          <a:xfrm rot="5400000">
            <a:off x="2230438" y="5056187"/>
            <a:ext cx="552450" cy="9525"/>
          </a:xfrm>
          <a:prstGeom prst="line">
            <a:avLst/>
          </a:prstGeom>
          <a:noFill/>
          <a:ln w="9525" algn="ctr">
            <a:solidFill>
              <a:srgbClr val="FF00FF"/>
            </a:solidFill>
            <a:round/>
            <a:headEnd/>
            <a:tailEnd/>
          </a:ln>
        </p:spPr>
      </p:cxnSp>
      <p:pic>
        <p:nvPicPr>
          <p:cNvPr id="31" name="Picture 11"/>
          <p:cNvPicPr>
            <a:picLocks noChangeAspect="1" noChangeArrowheads="1"/>
          </p:cNvPicPr>
          <p:nvPr/>
        </p:nvPicPr>
        <p:blipFill>
          <a:blip r:embed="rId7" cstate="print"/>
          <a:srcRect/>
          <a:stretch>
            <a:fillRect/>
          </a:stretch>
        </p:blipFill>
        <p:spPr bwMode="auto">
          <a:xfrm>
            <a:off x="5089525" y="2879725"/>
            <a:ext cx="504825" cy="1346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sp>
        <p:nvSpPr>
          <p:cNvPr id="32" name="Oval 42"/>
          <p:cNvSpPr>
            <a:spLocks noChangeArrowheads="1"/>
          </p:cNvSpPr>
          <p:nvPr/>
        </p:nvSpPr>
        <p:spPr bwMode="auto">
          <a:xfrm>
            <a:off x="5222875" y="4643438"/>
            <a:ext cx="139700" cy="1216025"/>
          </a:xfrm>
          <a:prstGeom prst="ellipse">
            <a:avLst/>
          </a:prstGeom>
          <a:solidFill>
            <a:srgbClr val="7030A0">
              <a:alpha val="21960"/>
            </a:srgbClr>
          </a:solidFill>
          <a:ln w="9525" algn="ctr">
            <a:solidFill>
              <a:srgbClr val="FF00FF"/>
            </a:solidFill>
            <a:round/>
            <a:headEnd/>
            <a:tailEnd/>
          </a:ln>
        </p:spPr>
        <p:txBody>
          <a:bodyPr/>
          <a:lstStyle/>
          <a:p>
            <a:endParaRPr lang="en-US"/>
          </a:p>
        </p:txBody>
      </p:sp>
      <p:cxnSp>
        <p:nvCxnSpPr>
          <p:cNvPr id="33" name="Straight Connector 43"/>
          <p:cNvCxnSpPr>
            <a:cxnSpLocks noChangeShapeType="1"/>
            <a:endCxn id="32" idx="0"/>
          </p:cNvCxnSpPr>
          <p:nvPr/>
        </p:nvCxnSpPr>
        <p:spPr bwMode="auto">
          <a:xfrm rot="16200000" flipH="1">
            <a:off x="5099050" y="4449763"/>
            <a:ext cx="384175" cy="3175"/>
          </a:xfrm>
          <a:prstGeom prst="line">
            <a:avLst/>
          </a:prstGeom>
          <a:noFill/>
          <a:ln w="9525" algn="ctr">
            <a:solidFill>
              <a:srgbClr val="7030A0"/>
            </a:solidFill>
            <a:round/>
            <a:headEnd/>
            <a:tailEnd/>
          </a:ln>
        </p:spPr>
      </p:cxnSp>
      <p:pic>
        <p:nvPicPr>
          <p:cNvPr id="34" name="Picture 12"/>
          <p:cNvPicPr>
            <a:picLocks noChangeAspect="1" noChangeArrowheads="1"/>
          </p:cNvPicPr>
          <p:nvPr/>
        </p:nvPicPr>
        <p:blipFill>
          <a:blip r:embed="rId8" cstate="print"/>
          <a:srcRect/>
          <a:stretch>
            <a:fillRect/>
          </a:stretch>
        </p:blipFill>
        <p:spPr bwMode="auto">
          <a:xfrm>
            <a:off x="3978275" y="1220788"/>
            <a:ext cx="1487488" cy="58102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sp>
        <p:nvSpPr>
          <p:cNvPr id="35" name="Oval 45"/>
          <p:cNvSpPr>
            <a:spLocks noChangeArrowheads="1"/>
          </p:cNvSpPr>
          <p:nvPr/>
        </p:nvSpPr>
        <p:spPr bwMode="auto">
          <a:xfrm>
            <a:off x="4302125" y="4959350"/>
            <a:ext cx="171450" cy="1116013"/>
          </a:xfrm>
          <a:prstGeom prst="ellipse">
            <a:avLst/>
          </a:prstGeom>
          <a:solidFill>
            <a:srgbClr val="7030A0">
              <a:alpha val="21960"/>
            </a:srgbClr>
          </a:solidFill>
          <a:ln w="9525" algn="ctr">
            <a:solidFill>
              <a:srgbClr val="FF00FF"/>
            </a:solidFill>
            <a:round/>
            <a:headEnd/>
            <a:tailEnd/>
          </a:ln>
        </p:spPr>
        <p:txBody>
          <a:bodyPr/>
          <a:lstStyle/>
          <a:p>
            <a:endParaRPr lang="en-US"/>
          </a:p>
        </p:txBody>
      </p:sp>
      <p:cxnSp>
        <p:nvCxnSpPr>
          <p:cNvPr id="36" name="Straight Connector 46"/>
          <p:cNvCxnSpPr>
            <a:cxnSpLocks noChangeShapeType="1"/>
          </p:cNvCxnSpPr>
          <p:nvPr/>
        </p:nvCxnSpPr>
        <p:spPr bwMode="auto">
          <a:xfrm rot="5400000">
            <a:off x="2751932" y="3342481"/>
            <a:ext cx="3284538" cy="22225"/>
          </a:xfrm>
          <a:prstGeom prst="line">
            <a:avLst/>
          </a:prstGeom>
          <a:noFill/>
          <a:ln w="9525" algn="ctr">
            <a:solidFill>
              <a:srgbClr val="7030A0"/>
            </a:solidFill>
            <a:round/>
            <a:headEnd/>
            <a:tailEnd/>
          </a:ln>
        </p:spPr>
      </p:cxnSp>
      <p:pic>
        <p:nvPicPr>
          <p:cNvPr id="37" name="Picture 13"/>
          <p:cNvPicPr>
            <a:picLocks noChangeAspect="1" noChangeArrowheads="1"/>
          </p:cNvPicPr>
          <p:nvPr/>
        </p:nvPicPr>
        <p:blipFill>
          <a:blip r:embed="rId9" cstate="print"/>
          <a:srcRect/>
          <a:stretch>
            <a:fillRect/>
          </a:stretch>
        </p:blipFill>
        <p:spPr bwMode="auto">
          <a:xfrm>
            <a:off x="3232150" y="2730500"/>
            <a:ext cx="1028700" cy="77152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sp>
        <p:nvSpPr>
          <p:cNvPr id="38" name="Oval 50"/>
          <p:cNvSpPr>
            <a:spLocks noChangeArrowheads="1"/>
          </p:cNvSpPr>
          <p:nvPr/>
        </p:nvSpPr>
        <p:spPr bwMode="auto">
          <a:xfrm>
            <a:off x="3663950" y="5248275"/>
            <a:ext cx="165100" cy="885825"/>
          </a:xfrm>
          <a:prstGeom prst="ellipse">
            <a:avLst/>
          </a:prstGeom>
          <a:solidFill>
            <a:srgbClr val="7030A0">
              <a:alpha val="21960"/>
            </a:srgbClr>
          </a:solidFill>
          <a:ln w="9525" algn="ctr">
            <a:solidFill>
              <a:srgbClr val="FF00FF"/>
            </a:solidFill>
            <a:round/>
            <a:headEnd/>
            <a:tailEnd/>
          </a:ln>
        </p:spPr>
        <p:txBody>
          <a:bodyPr/>
          <a:lstStyle/>
          <a:p>
            <a:endParaRPr lang="en-US"/>
          </a:p>
        </p:txBody>
      </p:sp>
      <p:cxnSp>
        <p:nvCxnSpPr>
          <p:cNvPr id="39" name="Straight Connector 51"/>
          <p:cNvCxnSpPr>
            <a:cxnSpLocks noChangeShapeType="1"/>
          </p:cNvCxnSpPr>
          <p:nvPr/>
        </p:nvCxnSpPr>
        <p:spPr bwMode="auto">
          <a:xfrm rot="5400000">
            <a:off x="2879725" y="4465638"/>
            <a:ext cx="1727200" cy="12700"/>
          </a:xfrm>
          <a:prstGeom prst="line">
            <a:avLst/>
          </a:prstGeom>
          <a:noFill/>
          <a:ln w="9525" algn="ctr">
            <a:solidFill>
              <a:srgbClr val="7030A0"/>
            </a:solidFill>
            <a:round/>
            <a:headEnd/>
            <a:tailEnd/>
          </a:ln>
        </p:spPr>
      </p:cxnSp>
      <p:pic>
        <p:nvPicPr>
          <p:cNvPr id="40" name="Picture 14"/>
          <p:cNvPicPr>
            <a:picLocks noChangeAspect="1" noChangeArrowheads="1"/>
          </p:cNvPicPr>
          <p:nvPr/>
        </p:nvPicPr>
        <p:blipFill>
          <a:blip r:embed="rId10" cstate="print"/>
          <a:srcRect/>
          <a:stretch>
            <a:fillRect/>
          </a:stretch>
        </p:blipFill>
        <p:spPr bwMode="auto">
          <a:xfrm>
            <a:off x="4476750" y="1766888"/>
            <a:ext cx="825500" cy="8255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sp>
        <p:nvSpPr>
          <p:cNvPr id="41" name="Oval 56"/>
          <p:cNvSpPr>
            <a:spLocks noChangeArrowheads="1"/>
          </p:cNvSpPr>
          <p:nvPr/>
        </p:nvSpPr>
        <p:spPr bwMode="auto">
          <a:xfrm>
            <a:off x="4913313" y="4781550"/>
            <a:ext cx="147637" cy="1417638"/>
          </a:xfrm>
          <a:prstGeom prst="ellipse">
            <a:avLst/>
          </a:prstGeom>
          <a:solidFill>
            <a:srgbClr val="7030A0">
              <a:alpha val="21960"/>
            </a:srgbClr>
          </a:solidFill>
          <a:ln w="9525" algn="ctr">
            <a:solidFill>
              <a:srgbClr val="FF00FF"/>
            </a:solidFill>
            <a:round/>
            <a:headEnd/>
            <a:tailEnd/>
          </a:ln>
        </p:spPr>
        <p:txBody>
          <a:bodyPr/>
          <a:lstStyle/>
          <a:p>
            <a:endParaRPr lang="en-US"/>
          </a:p>
        </p:txBody>
      </p:sp>
      <p:cxnSp>
        <p:nvCxnSpPr>
          <p:cNvPr id="42" name="Straight Connector 57"/>
          <p:cNvCxnSpPr>
            <a:cxnSpLocks noChangeShapeType="1"/>
            <a:endCxn id="41" idx="0"/>
          </p:cNvCxnSpPr>
          <p:nvPr/>
        </p:nvCxnSpPr>
        <p:spPr bwMode="auto">
          <a:xfrm rot="5400000">
            <a:off x="3763963" y="3554413"/>
            <a:ext cx="2449512" cy="4762"/>
          </a:xfrm>
          <a:prstGeom prst="line">
            <a:avLst/>
          </a:prstGeom>
          <a:noFill/>
          <a:ln w="9525" algn="ctr">
            <a:solidFill>
              <a:srgbClr val="7030A0"/>
            </a:solidFill>
            <a:round/>
            <a:headEnd/>
            <a:tailEnd/>
          </a:ln>
        </p:spPr>
      </p:cxnSp>
      <p:pic>
        <p:nvPicPr>
          <p:cNvPr id="43" name="Picture 15"/>
          <p:cNvPicPr>
            <a:picLocks noChangeAspect="1" noChangeArrowheads="1"/>
          </p:cNvPicPr>
          <p:nvPr/>
        </p:nvPicPr>
        <p:blipFill>
          <a:blip r:embed="rId11" cstate="print"/>
          <a:srcRect/>
          <a:stretch>
            <a:fillRect/>
          </a:stretch>
        </p:blipFill>
        <p:spPr bwMode="auto">
          <a:xfrm>
            <a:off x="2771775" y="976313"/>
            <a:ext cx="1201738" cy="153352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sp>
        <p:nvSpPr>
          <p:cNvPr id="44" name="Oval 64"/>
          <p:cNvSpPr>
            <a:spLocks noChangeArrowheads="1"/>
          </p:cNvSpPr>
          <p:nvPr/>
        </p:nvSpPr>
        <p:spPr bwMode="auto">
          <a:xfrm>
            <a:off x="3119438" y="4583113"/>
            <a:ext cx="173037" cy="1663700"/>
          </a:xfrm>
          <a:prstGeom prst="ellipse">
            <a:avLst/>
          </a:prstGeom>
          <a:solidFill>
            <a:srgbClr val="7030A0">
              <a:alpha val="21960"/>
            </a:srgbClr>
          </a:solidFill>
          <a:ln w="9525" algn="ctr">
            <a:solidFill>
              <a:srgbClr val="FF00FF"/>
            </a:solidFill>
            <a:round/>
            <a:headEnd/>
            <a:tailEnd/>
          </a:ln>
        </p:spPr>
        <p:txBody>
          <a:bodyPr/>
          <a:lstStyle/>
          <a:p>
            <a:endParaRPr lang="en-US"/>
          </a:p>
        </p:txBody>
      </p:sp>
      <p:cxnSp>
        <p:nvCxnSpPr>
          <p:cNvPr id="45" name="Straight Connector 65"/>
          <p:cNvCxnSpPr>
            <a:cxnSpLocks noChangeShapeType="1"/>
          </p:cNvCxnSpPr>
          <p:nvPr/>
        </p:nvCxnSpPr>
        <p:spPr bwMode="auto">
          <a:xfrm rot="5400000">
            <a:off x="2136775" y="3530600"/>
            <a:ext cx="2139950" cy="0"/>
          </a:xfrm>
          <a:prstGeom prst="line">
            <a:avLst/>
          </a:prstGeom>
          <a:noFill/>
          <a:ln w="9525" algn="ctr">
            <a:solidFill>
              <a:srgbClr val="7030A0"/>
            </a:solidFill>
            <a:round/>
            <a:headEnd/>
            <a:tailEnd/>
          </a:ln>
        </p:spPr>
      </p:cxnSp>
      <p:pic>
        <p:nvPicPr>
          <p:cNvPr id="46" name="Picture 16"/>
          <p:cNvPicPr>
            <a:picLocks noChangeAspect="1" noChangeArrowheads="1"/>
          </p:cNvPicPr>
          <p:nvPr/>
        </p:nvPicPr>
        <p:blipFill>
          <a:blip r:embed="rId12" cstate="print"/>
          <a:srcRect/>
          <a:stretch>
            <a:fillRect/>
          </a:stretch>
        </p:blipFill>
        <p:spPr bwMode="auto">
          <a:xfrm>
            <a:off x="395288" y="2192338"/>
            <a:ext cx="660400" cy="6604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sp>
        <p:nvSpPr>
          <p:cNvPr id="47" name="Oval 68"/>
          <p:cNvSpPr>
            <a:spLocks noChangeArrowheads="1"/>
          </p:cNvSpPr>
          <p:nvPr/>
        </p:nvSpPr>
        <p:spPr bwMode="auto">
          <a:xfrm>
            <a:off x="860425" y="5640388"/>
            <a:ext cx="133350" cy="762000"/>
          </a:xfrm>
          <a:prstGeom prst="ellipse">
            <a:avLst/>
          </a:prstGeom>
          <a:solidFill>
            <a:srgbClr val="7030A0">
              <a:alpha val="21960"/>
            </a:srgbClr>
          </a:solidFill>
          <a:ln w="9525" algn="ctr">
            <a:solidFill>
              <a:srgbClr val="FF00FF"/>
            </a:solidFill>
            <a:round/>
            <a:headEnd/>
            <a:tailEnd/>
          </a:ln>
        </p:spPr>
        <p:txBody>
          <a:bodyPr/>
          <a:lstStyle/>
          <a:p>
            <a:endParaRPr lang="en-US"/>
          </a:p>
        </p:txBody>
      </p:sp>
      <p:cxnSp>
        <p:nvCxnSpPr>
          <p:cNvPr id="48" name="Straight Connector 69"/>
          <p:cNvCxnSpPr>
            <a:cxnSpLocks noChangeShapeType="1"/>
          </p:cNvCxnSpPr>
          <p:nvPr/>
        </p:nvCxnSpPr>
        <p:spPr bwMode="auto">
          <a:xfrm rot="5400000">
            <a:off x="-391319" y="4321969"/>
            <a:ext cx="2636838" cy="19050"/>
          </a:xfrm>
          <a:prstGeom prst="line">
            <a:avLst/>
          </a:prstGeom>
          <a:noFill/>
          <a:ln w="9525" algn="ctr">
            <a:solidFill>
              <a:srgbClr val="7030A0"/>
            </a:solidFill>
            <a:round/>
            <a:headEnd/>
            <a:tailEnd/>
          </a:ln>
        </p:spPr>
      </p:cxnSp>
      <p:pic>
        <p:nvPicPr>
          <p:cNvPr id="49" name="Picture 17"/>
          <p:cNvPicPr>
            <a:picLocks noChangeAspect="1" noChangeArrowheads="1"/>
          </p:cNvPicPr>
          <p:nvPr/>
        </p:nvPicPr>
        <p:blipFill>
          <a:blip r:embed="rId13" cstate="print"/>
          <a:srcRect/>
          <a:stretch>
            <a:fillRect/>
          </a:stretch>
        </p:blipFill>
        <p:spPr bwMode="auto">
          <a:xfrm>
            <a:off x="909638" y="1760538"/>
            <a:ext cx="571500" cy="4445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cxnSp>
        <p:nvCxnSpPr>
          <p:cNvPr id="50" name="Straight Connector 72"/>
          <p:cNvCxnSpPr>
            <a:cxnSpLocks noChangeShapeType="1"/>
          </p:cNvCxnSpPr>
          <p:nvPr/>
        </p:nvCxnSpPr>
        <p:spPr bwMode="auto">
          <a:xfrm rot="5400000">
            <a:off x="-304800" y="3738563"/>
            <a:ext cx="2976563" cy="7937"/>
          </a:xfrm>
          <a:prstGeom prst="line">
            <a:avLst/>
          </a:prstGeom>
          <a:noFill/>
          <a:ln w="9525" algn="ctr">
            <a:solidFill>
              <a:srgbClr val="7030A0"/>
            </a:solidFill>
            <a:round/>
            <a:headEnd/>
            <a:tailEnd/>
          </a:ln>
        </p:spPr>
      </p:cxnSp>
      <p:sp>
        <p:nvSpPr>
          <p:cNvPr id="51" name="Oval 73"/>
          <p:cNvSpPr>
            <a:spLocks noChangeArrowheads="1"/>
          </p:cNvSpPr>
          <p:nvPr/>
        </p:nvSpPr>
        <p:spPr bwMode="auto">
          <a:xfrm>
            <a:off x="1136650" y="5191125"/>
            <a:ext cx="103188" cy="909638"/>
          </a:xfrm>
          <a:prstGeom prst="ellipse">
            <a:avLst/>
          </a:prstGeom>
          <a:solidFill>
            <a:srgbClr val="7030A0">
              <a:alpha val="21960"/>
            </a:srgbClr>
          </a:solidFill>
          <a:ln w="9525" algn="ctr">
            <a:solidFill>
              <a:srgbClr val="FF00FF"/>
            </a:solidFill>
            <a:round/>
            <a:headEnd/>
            <a:tailEnd/>
          </a:ln>
        </p:spPr>
        <p:txBody>
          <a:bodyPr/>
          <a:lstStyle/>
          <a:p>
            <a:endParaRPr lang="en-US"/>
          </a:p>
        </p:txBody>
      </p:sp>
      <p:pic>
        <p:nvPicPr>
          <p:cNvPr id="52" name="Picture 18"/>
          <p:cNvPicPr>
            <a:picLocks noChangeAspect="1" noChangeArrowheads="1"/>
          </p:cNvPicPr>
          <p:nvPr/>
        </p:nvPicPr>
        <p:blipFill>
          <a:blip r:embed="rId14" cstate="print"/>
          <a:srcRect/>
          <a:stretch>
            <a:fillRect/>
          </a:stretch>
        </p:blipFill>
        <p:spPr bwMode="auto">
          <a:xfrm>
            <a:off x="2265363" y="1927225"/>
            <a:ext cx="819150" cy="8318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sp>
        <p:nvSpPr>
          <p:cNvPr id="53" name="Oval 78"/>
          <p:cNvSpPr>
            <a:spLocks noChangeArrowheads="1"/>
          </p:cNvSpPr>
          <p:nvPr/>
        </p:nvSpPr>
        <p:spPr bwMode="auto">
          <a:xfrm>
            <a:off x="2809875" y="5514975"/>
            <a:ext cx="120650" cy="819150"/>
          </a:xfrm>
          <a:prstGeom prst="ellipse">
            <a:avLst/>
          </a:prstGeom>
          <a:solidFill>
            <a:srgbClr val="7030A0">
              <a:alpha val="21960"/>
            </a:srgbClr>
          </a:solidFill>
          <a:ln w="9525" algn="ctr">
            <a:solidFill>
              <a:srgbClr val="FF00FF"/>
            </a:solidFill>
            <a:round/>
            <a:headEnd/>
            <a:tailEnd/>
          </a:ln>
        </p:spPr>
        <p:txBody>
          <a:bodyPr/>
          <a:lstStyle/>
          <a:p>
            <a:endParaRPr lang="en-US"/>
          </a:p>
        </p:txBody>
      </p:sp>
      <p:cxnSp>
        <p:nvCxnSpPr>
          <p:cNvPr id="54" name="Straight Connector 79"/>
          <p:cNvCxnSpPr>
            <a:cxnSpLocks noChangeShapeType="1"/>
          </p:cNvCxnSpPr>
          <p:nvPr/>
        </p:nvCxnSpPr>
        <p:spPr bwMode="auto">
          <a:xfrm rot="5400000">
            <a:off x="1476375" y="4052888"/>
            <a:ext cx="2795587" cy="7938"/>
          </a:xfrm>
          <a:prstGeom prst="line">
            <a:avLst/>
          </a:prstGeom>
          <a:noFill/>
          <a:ln w="9525" algn="ctr">
            <a:solidFill>
              <a:srgbClr val="7030A0"/>
            </a:solidFill>
            <a:round/>
            <a:headEnd/>
            <a:tailEnd/>
          </a:ln>
        </p:spPr>
      </p:cxnSp>
      <p:pic>
        <p:nvPicPr>
          <p:cNvPr id="55" name="Picture 19"/>
          <p:cNvPicPr>
            <a:picLocks noChangeAspect="1" noChangeArrowheads="1"/>
          </p:cNvPicPr>
          <p:nvPr/>
        </p:nvPicPr>
        <p:blipFill>
          <a:blip r:embed="rId15" cstate="print"/>
          <a:srcRect/>
          <a:stretch>
            <a:fillRect/>
          </a:stretch>
        </p:blipFill>
        <p:spPr bwMode="auto">
          <a:xfrm>
            <a:off x="5337175" y="1838325"/>
            <a:ext cx="811213" cy="64928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sp>
        <p:nvSpPr>
          <p:cNvPr id="56" name="Oval 83"/>
          <p:cNvSpPr>
            <a:spLocks noChangeArrowheads="1"/>
          </p:cNvSpPr>
          <p:nvPr/>
        </p:nvSpPr>
        <p:spPr bwMode="auto">
          <a:xfrm>
            <a:off x="5619750" y="4660900"/>
            <a:ext cx="139700" cy="1216025"/>
          </a:xfrm>
          <a:prstGeom prst="ellipse">
            <a:avLst/>
          </a:prstGeom>
          <a:solidFill>
            <a:srgbClr val="7030A0">
              <a:alpha val="21960"/>
            </a:srgbClr>
          </a:solidFill>
          <a:ln w="9525" algn="ctr">
            <a:solidFill>
              <a:srgbClr val="FF00FF"/>
            </a:solidFill>
            <a:round/>
            <a:headEnd/>
            <a:tailEnd/>
          </a:ln>
        </p:spPr>
        <p:txBody>
          <a:bodyPr/>
          <a:lstStyle/>
          <a:p>
            <a:endParaRPr lang="en-US"/>
          </a:p>
        </p:txBody>
      </p:sp>
      <p:cxnSp>
        <p:nvCxnSpPr>
          <p:cNvPr id="57" name="Straight Connector 86"/>
          <p:cNvCxnSpPr>
            <a:cxnSpLocks noChangeShapeType="1"/>
            <a:endCxn id="56" idx="0"/>
          </p:cNvCxnSpPr>
          <p:nvPr/>
        </p:nvCxnSpPr>
        <p:spPr bwMode="auto">
          <a:xfrm rot="5400000">
            <a:off x="4499769" y="3461544"/>
            <a:ext cx="2389187" cy="9525"/>
          </a:xfrm>
          <a:prstGeom prst="line">
            <a:avLst/>
          </a:prstGeom>
          <a:noFill/>
          <a:ln w="9525" algn="ctr">
            <a:solidFill>
              <a:srgbClr val="7030A0"/>
            </a:solidFill>
            <a:round/>
            <a:headEnd/>
            <a:tailEnd/>
          </a:ln>
        </p:spPr>
      </p:cxnSp>
      <p:pic>
        <p:nvPicPr>
          <p:cNvPr id="58" name="Picture 20"/>
          <p:cNvPicPr>
            <a:picLocks noChangeAspect="1" noChangeArrowheads="1"/>
          </p:cNvPicPr>
          <p:nvPr/>
        </p:nvPicPr>
        <p:blipFill>
          <a:blip r:embed="rId16" cstate="print"/>
          <a:srcRect/>
          <a:stretch>
            <a:fillRect/>
          </a:stretch>
        </p:blipFill>
        <p:spPr bwMode="auto">
          <a:xfrm>
            <a:off x="5838825" y="1214438"/>
            <a:ext cx="714375" cy="52546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sp>
        <p:nvSpPr>
          <p:cNvPr id="59" name="Oval 92"/>
          <p:cNvSpPr>
            <a:spLocks noChangeArrowheads="1"/>
          </p:cNvSpPr>
          <p:nvPr/>
        </p:nvSpPr>
        <p:spPr bwMode="auto">
          <a:xfrm>
            <a:off x="6102350" y="4902200"/>
            <a:ext cx="131763" cy="517525"/>
          </a:xfrm>
          <a:prstGeom prst="ellipse">
            <a:avLst/>
          </a:prstGeom>
          <a:solidFill>
            <a:srgbClr val="7030A0">
              <a:alpha val="21960"/>
            </a:srgbClr>
          </a:solidFill>
          <a:ln w="9525" algn="ctr">
            <a:solidFill>
              <a:srgbClr val="FF00FF"/>
            </a:solidFill>
            <a:round/>
            <a:headEnd/>
            <a:tailEnd/>
          </a:ln>
        </p:spPr>
        <p:txBody>
          <a:bodyPr/>
          <a:lstStyle/>
          <a:p>
            <a:endParaRPr lang="en-US"/>
          </a:p>
        </p:txBody>
      </p:sp>
      <p:cxnSp>
        <p:nvCxnSpPr>
          <p:cNvPr id="60" name="Straight Connector 93"/>
          <p:cNvCxnSpPr>
            <a:cxnSpLocks noChangeShapeType="1"/>
          </p:cNvCxnSpPr>
          <p:nvPr/>
        </p:nvCxnSpPr>
        <p:spPr bwMode="auto">
          <a:xfrm rot="16200000" flipH="1">
            <a:off x="4615657" y="3345656"/>
            <a:ext cx="3124200" cy="7937"/>
          </a:xfrm>
          <a:prstGeom prst="line">
            <a:avLst/>
          </a:prstGeom>
          <a:noFill/>
          <a:ln w="9525" algn="ctr">
            <a:solidFill>
              <a:srgbClr val="7030A0"/>
            </a:solidFill>
            <a:round/>
            <a:headEnd/>
            <a:tailEnd/>
          </a:ln>
        </p:spPr>
      </p:cxnSp>
      <p:sp>
        <p:nvSpPr>
          <p:cNvPr id="61" name="Text Box 21"/>
          <p:cNvSpPr txBox="1">
            <a:spLocks noChangeArrowheads="1"/>
          </p:cNvSpPr>
          <p:nvPr/>
        </p:nvSpPr>
        <p:spPr bwMode="auto">
          <a:xfrm>
            <a:off x="395288" y="331788"/>
            <a:ext cx="6864380" cy="46166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>
            <a:spAutoFit/>
          </a:bodyPr>
          <a:lstStyle/>
          <a:p>
            <a:r>
              <a:rPr lang="en-GB" sz="2400" b="1" dirty="0"/>
              <a:t>Frequencies, Bandwidth – add the harmonics</a:t>
            </a:r>
          </a:p>
        </p:txBody>
      </p:sp>
      <p:sp>
        <p:nvSpPr>
          <p:cNvPr id="62" name="Right Brace 99"/>
          <p:cNvSpPr>
            <a:spLocks/>
          </p:cNvSpPr>
          <p:nvPr/>
        </p:nvSpPr>
        <p:spPr bwMode="auto">
          <a:xfrm>
            <a:off x="6424613" y="4733925"/>
            <a:ext cx="333375" cy="1704975"/>
          </a:xfrm>
          <a:prstGeom prst="rightBrace">
            <a:avLst>
              <a:gd name="adj1" fmla="val 39991"/>
              <a:gd name="adj2" fmla="val 50000"/>
            </a:avLst>
          </a:prstGeom>
          <a:noFill/>
          <a:ln w="9525" algn="ctr">
            <a:solidFill>
              <a:srgbClr val="7030A0"/>
            </a:solidFill>
            <a:round/>
            <a:headEnd/>
            <a:tailEnd/>
          </a:ln>
        </p:spPr>
        <p:txBody>
          <a:bodyPr/>
          <a:lstStyle/>
          <a:p>
            <a:endParaRPr lang="en-US"/>
          </a:p>
        </p:txBody>
      </p:sp>
      <p:sp>
        <p:nvSpPr>
          <p:cNvPr id="63" name="TextBox 103"/>
          <p:cNvSpPr txBox="1">
            <a:spLocks noChangeArrowheads="1"/>
          </p:cNvSpPr>
          <p:nvPr/>
        </p:nvSpPr>
        <p:spPr bwMode="auto">
          <a:xfrm rot="16200000">
            <a:off x="6651625" y="5040313"/>
            <a:ext cx="1290637" cy="36988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>
            <a:spAutoFit/>
          </a:bodyPr>
          <a:lstStyle/>
          <a:p>
            <a:r>
              <a:rPr lang="en-GB" sz="1800"/>
              <a:t>frequency</a:t>
            </a:r>
            <a:endParaRPr lang="en-GB" sz="2400"/>
          </a:p>
        </p:txBody>
      </p:sp>
      <p:sp>
        <p:nvSpPr>
          <p:cNvPr id="64" name="TextBox 66"/>
          <p:cNvSpPr txBox="1">
            <a:spLocks noChangeArrowheads="1"/>
          </p:cNvSpPr>
          <p:nvPr/>
        </p:nvSpPr>
        <p:spPr bwMode="auto">
          <a:xfrm>
            <a:off x="6791325" y="6134100"/>
            <a:ext cx="876300" cy="33813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>
            <a:spAutoFit/>
          </a:bodyPr>
          <a:lstStyle/>
          <a:p>
            <a:r>
              <a:rPr lang="en-GB"/>
              <a:t>∼80Hz</a:t>
            </a:r>
          </a:p>
        </p:txBody>
      </p:sp>
      <p:sp>
        <p:nvSpPr>
          <p:cNvPr id="66" name="Right Brace 69"/>
          <p:cNvSpPr>
            <a:spLocks/>
          </p:cNvSpPr>
          <p:nvPr/>
        </p:nvSpPr>
        <p:spPr bwMode="auto">
          <a:xfrm>
            <a:off x="7608888" y="2886075"/>
            <a:ext cx="282575" cy="3390900"/>
          </a:xfrm>
          <a:prstGeom prst="rightBrace">
            <a:avLst>
              <a:gd name="adj1" fmla="val 49225"/>
              <a:gd name="adj2" fmla="val 50000"/>
            </a:avLst>
          </a:prstGeom>
          <a:noFill/>
          <a:ln w="9525" algn="ctr">
            <a:solidFill>
              <a:schemeClr val="tx1"/>
            </a:solidFill>
            <a:round/>
            <a:headEnd/>
            <a:tailEnd/>
          </a:ln>
        </p:spPr>
        <p:txBody>
          <a:bodyPr/>
          <a:lstStyle/>
          <a:p>
            <a:endParaRPr lang="en-US"/>
          </a:p>
        </p:txBody>
      </p:sp>
      <p:sp>
        <p:nvSpPr>
          <p:cNvPr id="67" name="TextBox 103"/>
          <p:cNvSpPr txBox="1">
            <a:spLocks noChangeArrowheads="1"/>
          </p:cNvSpPr>
          <p:nvPr/>
        </p:nvSpPr>
        <p:spPr bwMode="auto">
          <a:xfrm rot="16200000">
            <a:off x="6360309" y="4453225"/>
            <a:ext cx="3541731" cy="36933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square">
            <a:spAutoFit/>
          </a:bodyPr>
          <a:lstStyle/>
          <a:p>
            <a:pPr algn="ctr"/>
            <a:r>
              <a:rPr lang="en-GB" sz="1800" dirty="0"/>
              <a:t>Bandwidth = ∼20kHz</a:t>
            </a:r>
            <a:endParaRPr lang="en-GB" sz="2400" dirty="0"/>
          </a:p>
        </p:txBody>
      </p:sp>
      <p:grpSp>
        <p:nvGrpSpPr>
          <p:cNvPr id="68" name="Group 17"/>
          <p:cNvGrpSpPr>
            <a:grpSpLocks/>
          </p:cNvGrpSpPr>
          <p:nvPr/>
        </p:nvGrpSpPr>
        <p:grpSpPr bwMode="auto">
          <a:xfrm>
            <a:off x="6330950" y="3551238"/>
            <a:ext cx="1101725" cy="457200"/>
            <a:chOff x="785786" y="4929198"/>
            <a:chExt cx="8001056" cy="571504"/>
          </a:xfrm>
        </p:grpSpPr>
        <p:cxnSp>
          <p:nvCxnSpPr>
            <p:cNvPr id="69" name="Straight Connector 18"/>
            <p:cNvCxnSpPr>
              <a:cxnSpLocks noChangeShapeType="1"/>
            </p:cNvCxnSpPr>
            <p:nvPr/>
          </p:nvCxnSpPr>
          <p:spPr bwMode="auto">
            <a:xfrm>
              <a:off x="785786" y="4929198"/>
              <a:ext cx="8001056" cy="0"/>
            </a:xfrm>
            <a:prstGeom prst="line">
              <a:avLst/>
            </a:prstGeom>
            <a:noFill/>
            <a:ln w="9525" algn="ctr">
              <a:solidFill>
                <a:schemeClr val="tx1"/>
              </a:solidFill>
              <a:round/>
              <a:headEnd/>
              <a:tailEnd/>
            </a:ln>
          </p:spPr>
        </p:cxnSp>
        <p:cxnSp>
          <p:nvCxnSpPr>
            <p:cNvPr id="70" name="Straight Connector 19"/>
            <p:cNvCxnSpPr>
              <a:cxnSpLocks noChangeShapeType="1"/>
            </p:cNvCxnSpPr>
            <p:nvPr/>
          </p:nvCxnSpPr>
          <p:spPr bwMode="auto">
            <a:xfrm>
              <a:off x="785786" y="5072074"/>
              <a:ext cx="8001056" cy="0"/>
            </a:xfrm>
            <a:prstGeom prst="line">
              <a:avLst/>
            </a:prstGeom>
            <a:noFill/>
            <a:ln w="9525" algn="ctr">
              <a:solidFill>
                <a:schemeClr val="tx1"/>
              </a:solidFill>
              <a:round/>
              <a:headEnd/>
              <a:tailEnd/>
            </a:ln>
          </p:spPr>
        </p:cxnSp>
        <p:cxnSp>
          <p:nvCxnSpPr>
            <p:cNvPr id="71" name="Straight Connector 20"/>
            <p:cNvCxnSpPr>
              <a:cxnSpLocks noChangeShapeType="1"/>
            </p:cNvCxnSpPr>
            <p:nvPr/>
          </p:nvCxnSpPr>
          <p:spPr bwMode="auto">
            <a:xfrm>
              <a:off x="785786" y="5214950"/>
              <a:ext cx="8001056" cy="0"/>
            </a:xfrm>
            <a:prstGeom prst="line">
              <a:avLst/>
            </a:prstGeom>
            <a:noFill/>
            <a:ln w="9525" algn="ctr">
              <a:solidFill>
                <a:schemeClr val="tx1"/>
              </a:solidFill>
              <a:round/>
              <a:headEnd/>
              <a:tailEnd/>
            </a:ln>
          </p:spPr>
        </p:cxnSp>
        <p:cxnSp>
          <p:nvCxnSpPr>
            <p:cNvPr id="72" name="Straight Connector 21"/>
            <p:cNvCxnSpPr>
              <a:cxnSpLocks noChangeShapeType="1"/>
            </p:cNvCxnSpPr>
            <p:nvPr/>
          </p:nvCxnSpPr>
          <p:spPr bwMode="auto">
            <a:xfrm>
              <a:off x="785786" y="5357826"/>
              <a:ext cx="8001056" cy="0"/>
            </a:xfrm>
            <a:prstGeom prst="line">
              <a:avLst/>
            </a:prstGeom>
            <a:noFill/>
            <a:ln w="9525" algn="ctr">
              <a:solidFill>
                <a:schemeClr val="tx1"/>
              </a:solidFill>
              <a:round/>
              <a:headEnd/>
              <a:tailEnd/>
            </a:ln>
          </p:spPr>
        </p:cxnSp>
        <p:cxnSp>
          <p:nvCxnSpPr>
            <p:cNvPr id="73" name="Straight Connector 22"/>
            <p:cNvCxnSpPr>
              <a:cxnSpLocks noChangeShapeType="1"/>
            </p:cNvCxnSpPr>
            <p:nvPr/>
          </p:nvCxnSpPr>
          <p:spPr bwMode="auto">
            <a:xfrm>
              <a:off x="785786" y="5500702"/>
              <a:ext cx="8001056" cy="0"/>
            </a:xfrm>
            <a:prstGeom prst="line">
              <a:avLst/>
            </a:prstGeom>
            <a:noFill/>
            <a:ln w="9525" algn="ctr">
              <a:solidFill>
                <a:schemeClr val="tx1"/>
              </a:solidFill>
              <a:round/>
              <a:headEnd/>
              <a:tailEnd/>
            </a:ln>
          </p:spPr>
        </p:cxnSp>
      </p:grpSp>
      <p:grpSp>
        <p:nvGrpSpPr>
          <p:cNvPr id="74" name="Group 17"/>
          <p:cNvGrpSpPr>
            <a:grpSpLocks/>
          </p:cNvGrpSpPr>
          <p:nvPr/>
        </p:nvGrpSpPr>
        <p:grpSpPr bwMode="auto">
          <a:xfrm>
            <a:off x="6350000" y="2884488"/>
            <a:ext cx="1101725" cy="457200"/>
            <a:chOff x="785786" y="4929198"/>
            <a:chExt cx="8001056" cy="571504"/>
          </a:xfrm>
        </p:grpSpPr>
        <p:cxnSp>
          <p:nvCxnSpPr>
            <p:cNvPr id="75" name="Straight Connector 18"/>
            <p:cNvCxnSpPr>
              <a:cxnSpLocks noChangeShapeType="1"/>
            </p:cNvCxnSpPr>
            <p:nvPr/>
          </p:nvCxnSpPr>
          <p:spPr bwMode="auto">
            <a:xfrm>
              <a:off x="785786" y="4929198"/>
              <a:ext cx="8001056" cy="0"/>
            </a:xfrm>
            <a:prstGeom prst="line">
              <a:avLst/>
            </a:prstGeom>
            <a:noFill/>
            <a:ln w="9525" algn="ctr">
              <a:solidFill>
                <a:schemeClr val="tx1"/>
              </a:solidFill>
              <a:round/>
              <a:headEnd/>
              <a:tailEnd/>
            </a:ln>
          </p:spPr>
        </p:cxnSp>
        <p:cxnSp>
          <p:nvCxnSpPr>
            <p:cNvPr id="76" name="Straight Connector 19"/>
            <p:cNvCxnSpPr>
              <a:cxnSpLocks noChangeShapeType="1"/>
            </p:cNvCxnSpPr>
            <p:nvPr/>
          </p:nvCxnSpPr>
          <p:spPr bwMode="auto">
            <a:xfrm>
              <a:off x="785786" y="5072074"/>
              <a:ext cx="8001056" cy="0"/>
            </a:xfrm>
            <a:prstGeom prst="line">
              <a:avLst/>
            </a:prstGeom>
            <a:noFill/>
            <a:ln w="9525" algn="ctr">
              <a:solidFill>
                <a:schemeClr val="tx1"/>
              </a:solidFill>
              <a:round/>
              <a:headEnd/>
              <a:tailEnd/>
            </a:ln>
          </p:spPr>
        </p:cxnSp>
        <p:cxnSp>
          <p:nvCxnSpPr>
            <p:cNvPr id="77" name="Straight Connector 20"/>
            <p:cNvCxnSpPr>
              <a:cxnSpLocks noChangeShapeType="1"/>
            </p:cNvCxnSpPr>
            <p:nvPr/>
          </p:nvCxnSpPr>
          <p:spPr bwMode="auto">
            <a:xfrm>
              <a:off x="785786" y="5214950"/>
              <a:ext cx="8001056" cy="0"/>
            </a:xfrm>
            <a:prstGeom prst="line">
              <a:avLst/>
            </a:prstGeom>
            <a:noFill/>
            <a:ln w="9525" algn="ctr">
              <a:solidFill>
                <a:schemeClr val="tx1"/>
              </a:solidFill>
              <a:round/>
              <a:headEnd/>
              <a:tailEnd/>
            </a:ln>
          </p:spPr>
        </p:cxnSp>
        <p:cxnSp>
          <p:nvCxnSpPr>
            <p:cNvPr id="78" name="Straight Connector 21"/>
            <p:cNvCxnSpPr>
              <a:cxnSpLocks noChangeShapeType="1"/>
            </p:cNvCxnSpPr>
            <p:nvPr/>
          </p:nvCxnSpPr>
          <p:spPr bwMode="auto">
            <a:xfrm>
              <a:off x="785786" y="5357826"/>
              <a:ext cx="8001056" cy="0"/>
            </a:xfrm>
            <a:prstGeom prst="line">
              <a:avLst/>
            </a:prstGeom>
            <a:noFill/>
            <a:ln w="9525" algn="ctr">
              <a:solidFill>
                <a:schemeClr val="tx1"/>
              </a:solidFill>
              <a:round/>
              <a:headEnd/>
              <a:tailEnd/>
            </a:ln>
          </p:spPr>
        </p:cxnSp>
        <p:cxnSp>
          <p:nvCxnSpPr>
            <p:cNvPr id="79" name="Straight Connector 22"/>
            <p:cNvCxnSpPr>
              <a:cxnSpLocks noChangeShapeType="1"/>
            </p:cNvCxnSpPr>
            <p:nvPr/>
          </p:nvCxnSpPr>
          <p:spPr bwMode="auto">
            <a:xfrm>
              <a:off x="785786" y="5500702"/>
              <a:ext cx="8001056" cy="0"/>
            </a:xfrm>
            <a:prstGeom prst="line">
              <a:avLst/>
            </a:prstGeom>
            <a:noFill/>
            <a:ln w="9525" algn="ctr">
              <a:solidFill>
                <a:schemeClr val="tx1"/>
              </a:solidFill>
              <a:round/>
              <a:headEnd/>
              <a:tailEnd/>
            </a:ln>
          </p:spPr>
        </p:cxnSp>
      </p:grpSp>
      <p:cxnSp>
        <p:nvCxnSpPr>
          <p:cNvPr id="81" name="Straight Arrow Connector 80"/>
          <p:cNvCxnSpPr/>
          <p:nvPr/>
        </p:nvCxnSpPr>
        <p:spPr bwMode="auto">
          <a:xfrm>
            <a:off x="6734175" y="714375"/>
            <a:ext cx="238125" cy="2047875"/>
          </a:xfrm>
          <a:prstGeom prst="straightConnector1">
            <a:avLst/>
          </a:prstGeom>
          <a:solidFill>
            <a:schemeClr val="accent1"/>
          </a:solidFill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arrow"/>
          </a:ln>
          <a:effectLst/>
        </p:spPr>
      </p:cxnSp>
    </p:spTree>
    <p:extLst>
      <p:ext uri="{BB962C8B-B14F-4D97-AF65-F5344CB8AC3E}">
        <p14:creationId xmlns:p14="http://schemas.microsoft.com/office/powerpoint/2010/main" val="3576980372"/>
      </p:ext>
    </p:extLst>
  </p:cSld>
  <p:clrMapOvr>
    <a:masterClrMapping/>
  </p:clrMapOvr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0242" name="Group 2"/>
          <p:cNvGrpSpPr>
            <a:grpSpLocks/>
          </p:cNvGrpSpPr>
          <p:nvPr/>
        </p:nvGrpSpPr>
        <p:grpSpPr bwMode="auto">
          <a:xfrm>
            <a:off x="614363" y="1939925"/>
            <a:ext cx="7942262" cy="2671763"/>
            <a:chOff x="469" y="813"/>
            <a:chExt cx="5003" cy="1294"/>
          </a:xfrm>
        </p:grpSpPr>
        <p:sp>
          <p:nvSpPr>
            <p:cNvPr id="10260" name="Line 3"/>
            <p:cNvSpPr>
              <a:spLocks noChangeShapeType="1"/>
            </p:cNvSpPr>
            <p:nvPr/>
          </p:nvSpPr>
          <p:spPr bwMode="auto">
            <a:xfrm flipV="1">
              <a:off x="469" y="1440"/>
              <a:ext cx="5003" cy="11"/>
            </a:xfrm>
            <a:prstGeom prst="line">
              <a:avLst/>
            </a:prstGeom>
            <a:noFill/>
            <a:ln w="9525">
              <a:solidFill>
                <a:srgbClr val="99CCFF"/>
              </a:solidFill>
              <a:prstDash val="dash"/>
              <a:round/>
              <a:headEnd/>
              <a:tailEnd/>
            </a:ln>
          </p:spPr>
          <p:txBody>
            <a:bodyPr wrap="none" anchor="ctr"/>
            <a:lstStyle/>
            <a:p>
              <a:endParaRPr lang="en-GB"/>
            </a:p>
          </p:txBody>
        </p:sp>
        <p:sp>
          <p:nvSpPr>
            <p:cNvPr id="10261" name="Rectangle 4"/>
            <p:cNvSpPr>
              <a:spLocks noChangeArrowheads="1"/>
            </p:cNvSpPr>
            <p:nvPr/>
          </p:nvSpPr>
          <p:spPr bwMode="auto">
            <a:xfrm>
              <a:off x="677" y="813"/>
              <a:ext cx="752" cy="1288"/>
            </a:xfrm>
            <a:prstGeom prst="rect">
              <a:avLst/>
            </a:prstGeom>
            <a:noFill/>
            <a:ln w="9525">
              <a:solidFill>
                <a:srgbClr val="99CCFF"/>
              </a:solidFill>
              <a:prstDash val="dash"/>
              <a:miter lim="800000"/>
              <a:headEnd/>
              <a:tailEnd/>
            </a:ln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10262" name="Rectangle 5"/>
            <p:cNvSpPr>
              <a:spLocks noChangeArrowheads="1"/>
            </p:cNvSpPr>
            <p:nvPr/>
          </p:nvSpPr>
          <p:spPr bwMode="auto">
            <a:xfrm>
              <a:off x="1429" y="819"/>
              <a:ext cx="752" cy="1288"/>
            </a:xfrm>
            <a:prstGeom prst="rect">
              <a:avLst/>
            </a:prstGeom>
            <a:noFill/>
            <a:ln w="9525">
              <a:solidFill>
                <a:srgbClr val="99CCFF"/>
              </a:solidFill>
              <a:prstDash val="dash"/>
              <a:miter lim="800000"/>
              <a:headEnd/>
              <a:tailEnd/>
            </a:ln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10263" name="Rectangle 6"/>
            <p:cNvSpPr>
              <a:spLocks noChangeArrowheads="1"/>
            </p:cNvSpPr>
            <p:nvPr/>
          </p:nvSpPr>
          <p:spPr bwMode="auto">
            <a:xfrm>
              <a:off x="3696" y="816"/>
              <a:ext cx="753" cy="1288"/>
            </a:xfrm>
            <a:prstGeom prst="rect">
              <a:avLst/>
            </a:prstGeom>
            <a:noFill/>
            <a:ln w="9525">
              <a:solidFill>
                <a:srgbClr val="99CCFF"/>
              </a:solidFill>
              <a:prstDash val="dash"/>
              <a:miter lim="800000"/>
              <a:headEnd/>
              <a:tailEnd/>
            </a:ln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10264" name="Rectangle 7"/>
            <p:cNvSpPr>
              <a:spLocks noChangeArrowheads="1"/>
            </p:cNvSpPr>
            <p:nvPr/>
          </p:nvSpPr>
          <p:spPr bwMode="auto">
            <a:xfrm>
              <a:off x="4449" y="816"/>
              <a:ext cx="752" cy="1288"/>
            </a:xfrm>
            <a:prstGeom prst="rect">
              <a:avLst/>
            </a:prstGeom>
            <a:noFill/>
            <a:ln w="9525">
              <a:solidFill>
                <a:srgbClr val="99CCFF"/>
              </a:solidFill>
              <a:prstDash val="dash"/>
              <a:miter lim="800000"/>
              <a:headEnd/>
              <a:tailEnd/>
            </a:ln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10265" name="Rectangle 8"/>
            <p:cNvSpPr>
              <a:spLocks noChangeArrowheads="1"/>
            </p:cNvSpPr>
            <p:nvPr/>
          </p:nvSpPr>
          <p:spPr bwMode="auto">
            <a:xfrm>
              <a:off x="2197" y="816"/>
              <a:ext cx="764" cy="1288"/>
            </a:xfrm>
            <a:prstGeom prst="rect">
              <a:avLst/>
            </a:prstGeom>
            <a:noFill/>
            <a:ln w="9525">
              <a:solidFill>
                <a:srgbClr val="99CCFF"/>
              </a:solidFill>
              <a:prstDash val="dash"/>
              <a:miter lim="800000"/>
              <a:headEnd/>
              <a:tailEnd/>
            </a:ln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10266" name="Rectangle 9"/>
            <p:cNvSpPr>
              <a:spLocks noChangeArrowheads="1"/>
            </p:cNvSpPr>
            <p:nvPr/>
          </p:nvSpPr>
          <p:spPr bwMode="auto">
            <a:xfrm>
              <a:off x="2961" y="816"/>
              <a:ext cx="752" cy="1288"/>
            </a:xfrm>
            <a:prstGeom prst="rect">
              <a:avLst/>
            </a:prstGeom>
            <a:noFill/>
            <a:ln w="9525">
              <a:solidFill>
                <a:srgbClr val="99CCFF"/>
              </a:solidFill>
              <a:prstDash val="dash"/>
              <a:miter lim="800000"/>
              <a:headEnd/>
              <a:tailEnd/>
            </a:ln>
          </p:spPr>
          <p:txBody>
            <a:bodyPr wrap="none" anchor="ctr"/>
            <a:lstStyle/>
            <a:p>
              <a:endParaRPr lang="en-US"/>
            </a:p>
          </p:txBody>
        </p:sp>
      </p:grpSp>
      <p:sp>
        <p:nvSpPr>
          <p:cNvPr id="10243" name="Line 10"/>
          <p:cNvSpPr>
            <a:spLocks noChangeShapeType="1"/>
          </p:cNvSpPr>
          <p:nvPr/>
        </p:nvSpPr>
        <p:spPr bwMode="auto">
          <a:xfrm>
            <a:off x="942975" y="1431925"/>
            <a:ext cx="0" cy="3875088"/>
          </a:xfrm>
          <a:prstGeom prst="line">
            <a:avLst/>
          </a:prstGeom>
          <a:noFill/>
          <a:ln w="28575">
            <a:solidFill>
              <a:schemeClr val="tx1"/>
            </a:solidFill>
            <a:round/>
            <a:headEnd/>
            <a:tailEnd/>
          </a:ln>
        </p:spPr>
        <p:txBody>
          <a:bodyPr wrap="none" anchor="ctr"/>
          <a:lstStyle/>
          <a:p>
            <a:endParaRPr lang="en-GB"/>
          </a:p>
        </p:txBody>
      </p:sp>
      <p:sp>
        <p:nvSpPr>
          <p:cNvPr id="10244" name="Line 11"/>
          <p:cNvSpPr>
            <a:spLocks noChangeShapeType="1"/>
          </p:cNvSpPr>
          <p:nvPr/>
        </p:nvSpPr>
        <p:spPr bwMode="auto">
          <a:xfrm>
            <a:off x="631825" y="3233738"/>
            <a:ext cx="7897813" cy="0"/>
          </a:xfrm>
          <a:prstGeom prst="line">
            <a:avLst/>
          </a:prstGeom>
          <a:noFill/>
          <a:ln w="28575">
            <a:solidFill>
              <a:schemeClr val="tx1"/>
            </a:solidFill>
            <a:round/>
            <a:headEnd/>
            <a:tailEnd/>
          </a:ln>
        </p:spPr>
        <p:txBody>
          <a:bodyPr wrap="none" anchor="ctr"/>
          <a:lstStyle/>
          <a:p>
            <a:endParaRPr lang="en-GB"/>
          </a:p>
        </p:txBody>
      </p:sp>
      <p:grpSp>
        <p:nvGrpSpPr>
          <p:cNvPr id="10245" name="Group 12"/>
          <p:cNvGrpSpPr>
            <a:grpSpLocks/>
          </p:cNvGrpSpPr>
          <p:nvPr/>
        </p:nvGrpSpPr>
        <p:grpSpPr bwMode="auto">
          <a:xfrm>
            <a:off x="7435106" y="3318709"/>
            <a:ext cx="862012" cy="336550"/>
            <a:chOff x="4803" y="2166"/>
            <a:chExt cx="543" cy="163"/>
          </a:xfrm>
        </p:grpSpPr>
        <p:sp>
          <p:nvSpPr>
            <p:cNvPr id="10258" name="Text Box 13"/>
            <p:cNvSpPr txBox="1">
              <a:spLocks noChangeArrowheads="1"/>
            </p:cNvSpPr>
            <p:nvPr/>
          </p:nvSpPr>
          <p:spPr bwMode="auto">
            <a:xfrm>
              <a:off x="4803" y="2166"/>
              <a:ext cx="367" cy="163"/>
            </a:xfrm>
            <a:prstGeom prst="rect">
              <a:avLst/>
            </a:prstGeom>
            <a:noFill/>
            <a:ln w="28575">
              <a:noFill/>
              <a:miter lim="800000"/>
              <a:headEnd/>
              <a:tailEnd/>
            </a:ln>
          </p:spPr>
          <p:txBody>
            <a:bodyPr wrap="none" anchor="ctr">
              <a:spAutoFit/>
            </a:bodyPr>
            <a:lstStyle/>
            <a:p>
              <a:pPr algn="ctr"/>
              <a:r>
                <a:rPr lang="en-GB" i="1"/>
                <a:t>freq</a:t>
              </a:r>
              <a:endParaRPr lang="en-GB"/>
            </a:p>
          </p:txBody>
        </p:sp>
        <p:sp>
          <p:nvSpPr>
            <p:cNvPr id="10259" name="Line 14"/>
            <p:cNvSpPr>
              <a:spLocks noChangeShapeType="1"/>
            </p:cNvSpPr>
            <p:nvPr/>
          </p:nvSpPr>
          <p:spPr bwMode="auto">
            <a:xfrm>
              <a:off x="5117" y="2269"/>
              <a:ext cx="229" cy="0"/>
            </a:xfrm>
            <a:prstGeom prst="line">
              <a:avLst/>
            </a:prstGeom>
            <a:noFill/>
            <a:ln w="12700">
              <a:solidFill>
                <a:schemeClr val="tx1"/>
              </a:solidFill>
              <a:round/>
              <a:headEnd/>
              <a:tailEnd type="triangle" w="med" len="med"/>
            </a:ln>
          </p:spPr>
          <p:txBody>
            <a:bodyPr wrap="none" anchor="ctr"/>
            <a:lstStyle/>
            <a:p>
              <a:endParaRPr lang="en-GB"/>
            </a:p>
          </p:txBody>
        </p:sp>
      </p:grpSp>
      <p:sp>
        <p:nvSpPr>
          <p:cNvPr id="10246" name="Rectangle 15" descr="Wide upward diagonal"/>
          <p:cNvSpPr>
            <a:spLocks noChangeArrowheads="1"/>
          </p:cNvSpPr>
          <p:nvPr/>
        </p:nvSpPr>
        <p:spPr bwMode="auto">
          <a:xfrm>
            <a:off x="1012825" y="2446338"/>
            <a:ext cx="3481388" cy="765175"/>
          </a:xfrm>
          <a:prstGeom prst="rect">
            <a:avLst/>
          </a:prstGeom>
          <a:pattFill prst="wdUpDiag">
            <a:fgClr>
              <a:srgbClr val="FF0000"/>
            </a:fgClr>
            <a:bgClr>
              <a:srgbClr val="FFFFFF"/>
            </a:bgClr>
          </a:pattFill>
          <a:ln w="28575">
            <a:noFill/>
            <a:miter lim="800000"/>
            <a:headEnd/>
            <a:tailEnd/>
          </a:ln>
        </p:spPr>
        <p:txBody>
          <a:bodyPr wrap="none" anchor="ctr"/>
          <a:lstStyle/>
          <a:p>
            <a:endParaRPr lang="en-US"/>
          </a:p>
        </p:txBody>
      </p:sp>
      <p:sp>
        <p:nvSpPr>
          <p:cNvPr id="10247" name="Text Box 16"/>
          <p:cNvSpPr txBox="1">
            <a:spLocks noChangeArrowheads="1"/>
          </p:cNvSpPr>
          <p:nvPr/>
        </p:nvSpPr>
        <p:spPr bwMode="auto">
          <a:xfrm>
            <a:off x="3713163" y="5170891"/>
            <a:ext cx="1157689" cy="400110"/>
          </a:xfrm>
          <a:prstGeom prst="rect">
            <a:avLst/>
          </a:prstGeom>
          <a:noFill/>
          <a:ln w="28575">
            <a:noFill/>
            <a:miter lim="800000"/>
            <a:headEnd/>
            <a:tailEnd/>
          </a:ln>
        </p:spPr>
        <p:txBody>
          <a:bodyPr wrap="none" anchor="ctr">
            <a:spAutoFit/>
          </a:bodyPr>
          <a:lstStyle/>
          <a:p>
            <a:pPr algn="ctr"/>
            <a:r>
              <a:rPr lang="en-GB" sz="2000" dirty="0"/>
              <a:t>~20kHz</a:t>
            </a:r>
          </a:p>
        </p:txBody>
      </p:sp>
      <p:sp>
        <p:nvSpPr>
          <p:cNvPr id="10251" name="Text Box 20"/>
          <p:cNvSpPr txBox="1">
            <a:spLocks noChangeArrowheads="1"/>
          </p:cNvSpPr>
          <p:nvPr/>
        </p:nvSpPr>
        <p:spPr bwMode="auto">
          <a:xfrm>
            <a:off x="395288" y="379404"/>
            <a:ext cx="4655441" cy="461665"/>
          </a:xfrm>
          <a:prstGeom prst="rect">
            <a:avLst/>
          </a:prstGeom>
          <a:noFill/>
          <a:ln w="28575">
            <a:noFill/>
            <a:miter lim="800000"/>
            <a:headEnd/>
            <a:tailEnd/>
          </a:ln>
        </p:spPr>
        <p:txBody>
          <a:bodyPr wrap="none" anchor="ctr">
            <a:spAutoFit/>
          </a:bodyPr>
          <a:lstStyle/>
          <a:p>
            <a:pPr algn="ctr"/>
            <a:r>
              <a:rPr lang="en-GB" sz="2400" b="1"/>
              <a:t>Bandwidth – Analogue Signals</a:t>
            </a:r>
          </a:p>
        </p:txBody>
      </p:sp>
      <p:sp>
        <p:nvSpPr>
          <p:cNvPr id="10255" name="AutoShape 25"/>
          <p:cNvSpPr>
            <a:spLocks/>
          </p:cNvSpPr>
          <p:nvPr/>
        </p:nvSpPr>
        <p:spPr bwMode="auto">
          <a:xfrm rot="-5400000">
            <a:off x="2555081" y="418307"/>
            <a:ext cx="395287" cy="3384550"/>
          </a:xfrm>
          <a:prstGeom prst="rightBrace">
            <a:avLst>
              <a:gd name="adj1" fmla="val 71352"/>
              <a:gd name="adj2" fmla="val 50000"/>
            </a:avLst>
          </a:prstGeom>
          <a:noFill/>
          <a:ln w="9525">
            <a:solidFill>
              <a:schemeClr val="tx1"/>
            </a:solidFill>
            <a:round/>
            <a:headEnd/>
            <a:tailEnd/>
          </a:ln>
        </p:spPr>
        <p:txBody>
          <a:bodyPr wrap="none" anchor="ctr"/>
          <a:lstStyle/>
          <a:p>
            <a:endParaRPr lang="en-US"/>
          </a:p>
        </p:txBody>
      </p:sp>
      <p:sp>
        <p:nvSpPr>
          <p:cNvPr id="10256" name="Text Box 26"/>
          <p:cNvSpPr txBox="1">
            <a:spLocks noChangeArrowheads="1"/>
          </p:cNvSpPr>
          <p:nvPr/>
        </p:nvSpPr>
        <p:spPr bwMode="auto">
          <a:xfrm>
            <a:off x="1674813" y="1500188"/>
            <a:ext cx="2162175" cy="336550"/>
          </a:xfrm>
          <a:prstGeom prst="rect">
            <a:avLst/>
          </a:prstGeom>
          <a:noFill/>
          <a:ln w="9525" algn="ctr">
            <a:noFill/>
            <a:miter lim="800000"/>
            <a:headEnd/>
            <a:tailEnd/>
          </a:ln>
        </p:spPr>
        <p:txBody>
          <a:bodyPr wrap="none">
            <a:spAutoFit/>
          </a:bodyPr>
          <a:lstStyle/>
          <a:p>
            <a:r>
              <a:rPr lang="en-GB"/>
              <a:t>Bandwidth = 20KHz</a:t>
            </a:r>
          </a:p>
        </p:txBody>
      </p:sp>
      <p:sp>
        <p:nvSpPr>
          <p:cNvPr id="10257" name="Text Box 27"/>
          <p:cNvSpPr txBox="1">
            <a:spLocks noChangeArrowheads="1"/>
          </p:cNvSpPr>
          <p:nvPr/>
        </p:nvSpPr>
        <p:spPr bwMode="auto">
          <a:xfrm>
            <a:off x="395288" y="5743286"/>
            <a:ext cx="6635750" cy="581025"/>
          </a:xfrm>
          <a:prstGeom prst="rect">
            <a:avLst/>
          </a:prstGeom>
          <a:noFill/>
          <a:ln w="9525" algn="ctr">
            <a:noFill/>
            <a:miter lim="800000"/>
            <a:headEnd/>
            <a:tailEnd/>
          </a:ln>
        </p:spPr>
        <p:txBody>
          <a:bodyPr wrap="none">
            <a:spAutoFit/>
          </a:bodyPr>
          <a:lstStyle/>
          <a:p>
            <a:r>
              <a:rPr lang="en-GB" b="1" dirty="0"/>
              <a:t>Baseband signals</a:t>
            </a:r>
            <a:r>
              <a:rPr lang="en-GB" dirty="0"/>
              <a:t> – the range of frequencies of the original signal</a:t>
            </a:r>
          </a:p>
          <a:p>
            <a:r>
              <a:rPr lang="en-GB" dirty="0"/>
              <a:t>… unmodulated, not frequency shifted</a:t>
            </a:r>
          </a:p>
        </p:txBody>
      </p:sp>
      <p:pic>
        <p:nvPicPr>
          <p:cNvPr id="6146" name="Picture 2" descr="http://www.pngmart.com/files/1/Human-Ear.png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503613" y="667033"/>
            <a:ext cx="4419600" cy="25146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6148" name="Picture 4" descr="http://2.bp.blogspot.com/_hpQ2iU7yiHA/TGm2eUkh4GI/AAAAAAAAE3M/8-zd9Vb_Dn4/s1600/Singapore+Symphony+Orchestra+SSO+London+Royal+Festive+Hall+2010.jpg"/>
          <p:cNvPicPr>
            <a:picLocks noChangeAspect="1" noChangeArrowheads="1"/>
          </p:cNvPicPr>
          <p:nvPr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345372" y="3302911"/>
            <a:ext cx="2779783" cy="185367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29" name="Line 17"/>
          <p:cNvSpPr>
            <a:spLocks noChangeShapeType="1"/>
          </p:cNvSpPr>
          <p:nvPr/>
        </p:nvSpPr>
        <p:spPr bwMode="auto">
          <a:xfrm flipH="1" flipV="1">
            <a:off x="1009651" y="3285843"/>
            <a:ext cx="3174" cy="1841298"/>
          </a:xfrm>
          <a:prstGeom prst="line">
            <a:avLst/>
          </a:prstGeom>
          <a:noFill/>
          <a:ln w="28575">
            <a:solidFill>
              <a:schemeClr val="tx1"/>
            </a:solidFill>
            <a:round/>
            <a:headEnd/>
            <a:tailEnd type="triangle" w="med" len="med"/>
          </a:ln>
        </p:spPr>
        <p:txBody>
          <a:bodyPr wrap="none" anchor="ctr"/>
          <a:lstStyle/>
          <a:p>
            <a:endParaRPr lang="en-GB"/>
          </a:p>
        </p:txBody>
      </p:sp>
      <p:sp>
        <p:nvSpPr>
          <p:cNvPr id="30" name="Text Box 16"/>
          <p:cNvSpPr txBox="1">
            <a:spLocks noChangeArrowheads="1"/>
          </p:cNvSpPr>
          <p:nvPr/>
        </p:nvSpPr>
        <p:spPr bwMode="auto">
          <a:xfrm>
            <a:off x="913424" y="5150626"/>
            <a:ext cx="1007007" cy="400110"/>
          </a:xfrm>
          <a:prstGeom prst="rect">
            <a:avLst/>
          </a:prstGeom>
          <a:noFill/>
          <a:ln w="28575">
            <a:noFill/>
            <a:miter lim="800000"/>
            <a:headEnd/>
            <a:tailEnd/>
          </a:ln>
        </p:spPr>
        <p:txBody>
          <a:bodyPr wrap="none" anchor="ctr">
            <a:spAutoFit/>
          </a:bodyPr>
          <a:lstStyle/>
          <a:p>
            <a:pPr algn="ctr"/>
            <a:r>
              <a:rPr lang="en-GB" sz="2000" dirty="0"/>
              <a:t>~20Hz</a:t>
            </a:r>
          </a:p>
        </p:txBody>
      </p:sp>
      <p:sp>
        <p:nvSpPr>
          <p:cNvPr id="31" name="Line 17"/>
          <p:cNvSpPr>
            <a:spLocks noChangeShapeType="1"/>
          </p:cNvSpPr>
          <p:nvPr/>
        </p:nvSpPr>
        <p:spPr bwMode="auto">
          <a:xfrm flipH="1" flipV="1">
            <a:off x="4489449" y="3275805"/>
            <a:ext cx="4763" cy="1829907"/>
          </a:xfrm>
          <a:prstGeom prst="line">
            <a:avLst/>
          </a:prstGeom>
          <a:noFill/>
          <a:ln w="28575">
            <a:solidFill>
              <a:schemeClr val="tx1"/>
            </a:solidFill>
            <a:round/>
            <a:headEnd/>
            <a:tailEnd type="triangle" w="med" len="med"/>
          </a:ln>
        </p:spPr>
        <p:txBody>
          <a:bodyPr wrap="none" anchor="ctr"/>
          <a:lstStyle/>
          <a:p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623801922"/>
      </p:ext>
    </p:extLst>
  </p:cSld>
  <p:clrMapOvr>
    <a:masterClrMapping/>
  </p:clrMapOvr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1266" name="Group 2"/>
          <p:cNvGrpSpPr>
            <a:grpSpLocks/>
          </p:cNvGrpSpPr>
          <p:nvPr/>
        </p:nvGrpSpPr>
        <p:grpSpPr bwMode="auto">
          <a:xfrm>
            <a:off x="830263" y="2155825"/>
            <a:ext cx="7942262" cy="2671763"/>
            <a:chOff x="469" y="813"/>
            <a:chExt cx="5003" cy="1294"/>
          </a:xfrm>
        </p:grpSpPr>
        <p:sp>
          <p:nvSpPr>
            <p:cNvPr id="11294" name="Line 3"/>
            <p:cNvSpPr>
              <a:spLocks noChangeShapeType="1"/>
            </p:cNvSpPr>
            <p:nvPr/>
          </p:nvSpPr>
          <p:spPr bwMode="auto">
            <a:xfrm flipV="1">
              <a:off x="469" y="1440"/>
              <a:ext cx="5003" cy="11"/>
            </a:xfrm>
            <a:prstGeom prst="line">
              <a:avLst/>
            </a:prstGeom>
            <a:noFill/>
            <a:ln w="9525">
              <a:solidFill>
                <a:srgbClr val="99CCFF"/>
              </a:solidFill>
              <a:prstDash val="dash"/>
              <a:round/>
              <a:headEnd/>
              <a:tailEnd/>
            </a:ln>
          </p:spPr>
          <p:txBody>
            <a:bodyPr wrap="none" anchor="ctr"/>
            <a:lstStyle/>
            <a:p>
              <a:endParaRPr lang="en-GB"/>
            </a:p>
          </p:txBody>
        </p:sp>
        <p:sp>
          <p:nvSpPr>
            <p:cNvPr id="11295" name="Rectangle 4"/>
            <p:cNvSpPr>
              <a:spLocks noChangeArrowheads="1"/>
            </p:cNvSpPr>
            <p:nvPr/>
          </p:nvSpPr>
          <p:spPr bwMode="auto">
            <a:xfrm>
              <a:off x="677" y="813"/>
              <a:ext cx="752" cy="1288"/>
            </a:xfrm>
            <a:prstGeom prst="rect">
              <a:avLst/>
            </a:prstGeom>
            <a:noFill/>
            <a:ln w="9525">
              <a:solidFill>
                <a:srgbClr val="99CCFF"/>
              </a:solidFill>
              <a:prstDash val="dash"/>
              <a:miter lim="800000"/>
              <a:headEnd/>
              <a:tailEnd/>
            </a:ln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11296" name="Rectangle 5"/>
            <p:cNvSpPr>
              <a:spLocks noChangeArrowheads="1"/>
            </p:cNvSpPr>
            <p:nvPr/>
          </p:nvSpPr>
          <p:spPr bwMode="auto">
            <a:xfrm>
              <a:off x="1429" y="819"/>
              <a:ext cx="752" cy="1288"/>
            </a:xfrm>
            <a:prstGeom prst="rect">
              <a:avLst/>
            </a:prstGeom>
            <a:noFill/>
            <a:ln w="9525">
              <a:solidFill>
                <a:srgbClr val="99CCFF"/>
              </a:solidFill>
              <a:prstDash val="dash"/>
              <a:miter lim="800000"/>
              <a:headEnd/>
              <a:tailEnd/>
            </a:ln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11297" name="Rectangle 6"/>
            <p:cNvSpPr>
              <a:spLocks noChangeArrowheads="1"/>
            </p:cNvSpPr>
            <p:nvPr/>
          </p:nvSpPr>
          <p:spPr bwMode="auto">
            <a:xfrm>
              <a:off x="3696" y="816"/>
              <a:ext cx="753" cy="1288"/>
            </a:xfrm>
            <a:prstGeom prst="rect">
              <a:avLst/>
            </a:prstGeom>
            <a:noFill/>
            <a:ln w="9525">
              <a:solidFill>
                <a:srgbClr val="99CCFF"/>
              </a:solidFill>
              <a:prstDash val="dash"/>
              <a:miter lim="800000"/>
              <a:headEnd/>
              <a:tailEnd/>
            </a:ln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11298" name="Rectangle 7"/>
            <p:cNvSpPr>
              <a:spLocks noChangeArrowheads="1"/>
            </p:cNvSpPr>
            <p:nvPr/>
          </p:nvSpPr>
          <p:spPr bwMode="auto">
            <a:xfrm>
              <a:off x="4449" y="816"/>
              <a:ext cx="752" cy="1288"/>
            </a:xfrm>
            <a:prstGeom prst="rect">
              <a:avLst/>
            </a:prstGeom>
            <a:noFill/>
            <a:ln w="9525">
              <a:solidFill>
                <a:srgbClr val="99CCFF"/>
              </a:solidFill>
              <a:prstDash val="dash"/>
              <a:miter lim="800000"/>
              <a:headEnd/>
              <a:tailEnd/>
            </a:ln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11299" name="Rectangle 8"/>
            <p:cNvSpPr>
              <a:spLocks noChangeArrowheads="1"/>
            </p:cNvSpPr>
            <p:nvPr/>
          </p:nvSpPr>
          <p:spPr bwMode="auto">
            <a:xfrm>
              <a:off x="2197" y="816"/>
              <a:ext cx="764" cy="1288"/>
            </a:xfrm>
            <a:prstGeom prst="rect">
              <a:avLst/>
            </a:prstGeom>
            <a:noFill/>
            <a:ln w="9525">
              <a:solidFill>
                <a:srgbClr val="99CCFF"/>
              </a:solidFill>
              <a:prstDash val="dash"/>
              <a:miter lim="800000"/>
              <a:headEnd/>
              <a:tailEnd/>
            </a:ln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11300" name="Rectangle 9"/>
            <p:cNvSpPr>
              <a:spLocks noChangeArrowheads="1"/>
            </p:cNvSpPr>
            <p:nvPr/>
          </p:nvSpPr>
          <p:spPr bwMode="auto">
            <a:xfrm>
              <a:off x="2961" y="816"/>
              <a:ext cx="752" cy="1288"/>
            </a:xfrm>
            <a:prstGeom prst="rect">
              <a:avLst/>
            </a:prstGeom>
            <a:noFill/>
            <a:ln w="9525">
              <a:solidFill>
                <a:srgbClr val="99CCFF"/>
              </a:solidFill>
              <a:prstDash val="dash"/>
              <a:miter lim="800000"/>
              <a:headEnd/>
              <a:tailEnd/>
            </a:ln>
          </p:spPr>
          <p:txBody>
            <a:bodyPr wrap="none" anchor="ctr"/>
            <a:lstStyle/>
            <a:p>
              <a:endParaRPr lang="en-US"/>
            </a:p>
          </p:txBody>
        </p:sp>
      </p:grpSp>
      <p:sp>
        <p:nvSpPr>
          <p:cNvPr id="11267" name="Line 10"/>
          <p:cNvSpPr>
            <a:spLocks noChangeShapeType="1"/>
          </p:cNvSpPr>
          <p:nvPr/>
        </p:nvSpPr>
        <p:spPr bwMode="auto">
          <a:xfrm>
            <a:off x="1158875" y="1647825"/>
            <a:ext cx="0" cy="3875088"/>
          </a:xfrm>
          <a:prstGeom prst="line">
            <a:avLst/>
          </a:prstGeom>
          <a:noFill/>
          <a:ln w="28575">
            <a:solidFill>
              <a:schemeClr val="tx1"/>
            </a:solidFill>
            <a:round/>
            <a:headEnd/>
            <a:tailEnd/>
          </a:ln>
        </p:spPr>
        <p:txBody>
          <a:bodyPr wrap="none" anchor="ctr"/>
          <a:lstStyle/>
          <a:p>
            <a:endParaRPr lang="en-GB"/>
          </a:p>
        </p:txBody>
      </p:sp>
      <p:sp>
        <p:nvSpPr>
          <p:cNvPr id="11268" name="Line 11"/>
          <p:cNvSpPr>
            <a:spLocks noChangeShapeType="1"/>
          </p:cNvSpPr>
          <p:nvPr/>
        </p:nvSpPr>
        <p:spPr bwMode="auto">
          <a:xfrm>
            <a:off x="847725" y="3449638"/>
            <a:ext cx="7897813" cy="0"/>
          </a:xfrm>
          <a:prstGeom prst="line">
            <a:avLst/>
          </a:prstGeom>
          <a:noFill/>
          <a:ln w="28575">
            <a:solidFill>
              <a:schemeClr val="tx1"/>
            </a:solidFill>
            <a:round/>
            <a:headEnd/>
            <a:tailEnd/>
          </a:ln>
        </p:spPr>
        <p:txBody>
          <a:bodyPr wrap="none" anchor="ctr"/>
          <a:lstStyle/>
          <a:p>
            <a:endParaRPr lang="en-GB"/>
          </a:p>
        </p:txBody>
      </p:sp>
      <p:grpSp>
        <p:nvGrpSpPr>
          <p:cNvPr id="11269" name="Group 12"/>
          <p:cNvGrpSpPr>
            <a:grpSpLocks/>
          </p:cNvGrpSpPr>
          <p:nvPr/>
        </p:nvGrpSpPr>
        <p:grpSpPr bwMode="auto">
          <a:xfrm>
            <a:off x="7710488" y="3575050"/>
            <a:ext cx="862012" cy="336550"/>
            <a:chOff x="4803" y="2166"/>
            <a:chExt cx="543" cy="163"/>
          </a:xfrm>
        </p:grpSpPr>
        <p:sp>
          <p:nvSpPr>
            <p:cNvPr id="11292" name="Text Box 13"/>
            <p:cNvSpPr txBox="1">
              <a:spLocks noChangeArrowheads="1"/>
            </p:cNvSpPr>
            <p:nvPr/>
          </p:nvSpPr>
          <p:spPr bwMode="auto">
            <a:xfrm>
              <a:off x="4803" y="2166"/>
              <a:ext cx="367" cy="163"/>
            </a:xfrm>
            <a:prstGeom prst="rect">
              <a:avLst/>
            </a:prstGeom>
            <a:noFill/>
            <a:ln w="28575">
              <a:noFill/>
              <a:miter lim="800000"/>
              <a:headEnd/>
              <a:tailEnd/>
            </a:ln>
          </p:spPr>
          <p:txBody>
            <a:bodyPr wrap="none" anchor="ctr">
              <a:spAutoFit/>
            </a:bodyPr>
            <a:lstStyle/>
            <a:p>
              <a:pPr algn="ctr"/>
              <a:r>
                <a:rPr lang="en-GB" i="1"/>
                <a:t>freq</a:t>
              </a:r>
              <a:endParaRPr lang="en-GB"/>
            </a:p>
          </p:txBody>
        </p:sp>
        <p:sp>
          <p:nvSpPr>
            <p:cNvPr id="11293" name="Line 14"/>
            <p:cNvSpPr>
              <a:spLocks noChangeShapeType="1"/>
            </p:cNvSpPr>
            <p:nvPr/>
          </p:nvSpPr>
          <p:spPr bwMode="auto">
            <a:xfrm>
              <a:off x="5117" y="2269"/>
              <a:ext cx="229" cy="0"/>
            </a:xfrm>
            <a:prstGeom prst="line">
              <a:avLst/>
            </a:prstGeom>
            <a:noFill/>
            <a:ln w="12700">
              <a:solidFill>
                <a:schemeClr val="tx1"/>
              </a:solidFill>
              <a:round/>
              <a:headEnd/>
              <a:tailEnd type="triangle" w="med" len="med"/>
            </a:ln>
          </p:spPr>
          <p:txBody>
            <a:bodyPr wrap="none" anchor="ctr"/>
            <a:lstStyle/>
            <a:p>
              <a:endParaRPr lang="en-GB"/>
            </a:p>
          </p:txBody>
        </p:sp>
      </p:grpSp>
      <p:sp>
        <p:nvSpPr>
          <p:cNvPr id="11270" name="Rectangle 15" descr="Wide upward diagonal"/>
          <p:cNvSpPr>
            <a:spLocks noChangeArrowheads="1"/>
          </p:cNvSpPr>
          <p:nvPr/>
        </p:nvSpPr>
        <p:spPr bwMode="auto">
          <a:xfrm>
            <a:off x="1228725" y="2662238"/>
            <a:ext cx="7108825" cy="765175"/>
          </a:xfrm>
          <a:prstGeom prst="rect">
            <a:avLst/>
          </a:prstGeom>
          <a:pattFill prst="wdUpDiag">
            <a:fgClr>
              <a:srgbClr val="FF0000"/>
            </a:fgClr>
            <a:bgClr>
              <a:srgbClr val="FFFFFF"/>
            </a:bgClr>
          </a:pattFill>
          <a:ln w="28575">
            <a:noFill/>
            <a:miter lim="800000"/>
            <a:headEnd/>
            <a:tailEnd/>
          </a:ln>
        </p:spPr>
        <p:txBody>
          <a:bodyPr wrap="none" anchor="ctr"/>
          <a:lstStyle/>
          <a:p>
            <a:endParaRPr lang="en-US"/>
          </a:p>
        </p:txBody>
      </p:sp>
      <p:sp>
        <p:nvSpPr>
          <p:cNvPr id="11271" name="Text Box 16"/>
          <p:cNvSpPr txBox="1">
            <a:spLocks noChangeArrowheads="1"/>
          </p:cNvSpPr>
          <p:nvPr/>
        </p:nvSpPr>
        <p:spPr bwMode="auto">
          <a:xfrm>
            <a:off x="7713663" y="4868863"/>
            <a:ext cx="987425" cy="396875"/>
          </a:xfrm>
          <a:prstGeom prst="rect">
            <a:avLst/>
          </a:prstGeom>
          <a:noFill/>
          <a:ln w="28575">
            <a:noFill/>
            <a:miter lim="800000"/>
            <a:headEnd/>
            <a:tailEnd/>
          </a:ln>
        </p:spPr>
        <p:txBody>
          <a:bodyPr wrap="none" anchor="ctr">
            <a:spAutoFit/>
          </a:bodyPr>
          <a:lstStyle/>
          <a:p>
            <a:pPr algn="ctr"/>
            <a:r>
              <a:rPr lang="en-GB" sz="2000"/>
              <a:t>40kHz</a:t>
            </a:r>
          </a:p>
        </p:txBody>
      </p:sp>
      <p:sp>
        <p:nvSpPr>
          <p:cNvPr id="11272" name="Line 17"/>
          <p:cNvSpPr>
            <a:spLocks noChangeShapeType="1"/>
          </p:cNvSpPr>
          <p:nvPr/>
        </p:nvSpPr>
        <p:spPr bwMode="auto">
          <a:xfrm flipV="1">
            <a:off x="8340725" y="3932238"/>
            <a:ext cx="0" cy="844550"/>
          </a:xfrm>
          <a:prstGeom prst="line">
            <a:avLst/>
          </a:prstGeom>
          <a:noFill/>
          <a:ln w="28575">
            <a:solidFill>
              <a:schemeClr val="tx1"/>
            </a:solidFill>
            <a:round/>
            <a:headEnd/>
            <a:tailEnd type="triangle" w="med" len="med"/>
          </a:ln>
        </p:spPr>
        <p:txBody>
          <a:bodyPr wrap="none" anchor="ctr"/>
          <a:lstStyle/>
          <a:p>
            <a:endParaRPr lang="en-GB"/>
          </a:p>
        </p:txBody>
      </p:sp>
      <p:sp>
        <p:nvSpPr>
          <p:cNvPr id="11273" name="Text Box 20"/>
          <p:cNvSpPr txBox="1">
            <a:spLocks noChangeArrowheads="1"/>
          </p:cNvSpPr>
          <p:nvPr/>
        </p:nvSpPr>
        <p:spPr bwMode="auto">
          <a:xfrm>
            <a:off x="395288" y="331788"/>
            <a:ext cx="5969000" cy="457200"/>
          </a:xfrm>
          <a:prstGeom prst="rect">
            <a:avLst/>
          </a:prstGeom>
          <a:noFill/>
          <a:ln w="28575">
            <a:noFill/>
            <a:miter lim="800000"/>
            <a:headEnd/>
            <a:tailEnd/>
          </a:ln>
        </p:spPr>
        <p:txBody>
          <a:bodyPr wrap="none" anchor="ctr">
            <a:spAutoFit/>
          </a:bodyPr>
          <a:lstStyle/>
          <a:p>
            <a:pPr algn="ctr"/>
            <a:r>
              <a:rPr lang="en-GB" sz="2400" b="1"/>
              <a:t>Sampled Bandwidth – Analogue Signals</a:t>
            </a:r>
          </a:p>
        </p:txBody>
      </p:sp>
      <p:sp>
        <p:nvSpPr>
          <p:cNvPr id="11274" name="Text Box 49"/>
          <p:cNvSpPr txBox="1">
            <a:spLocks noChangeArrowheads="1"/>
          </p:cNvSpPr>
          <p:nvPr/>
        </p:nvSpPr>
        <p:spPr bwMode="auto">
          <a:xfrm>
            <a:off x="395288" y="874713"/>
            <a:ext cx="3140075" cy="336550"/>
          </a:xfrm>
          <a:prstGeom prst="rect">
            <a:avLst/>
          </a:prstGeom>
          <a:noFill/>
          <a:ln w="9525" algn="ctr">
            <a:noFill/>
            <a:miter lim="800000"/>
            <a:headEnd/>
            <a:tailEnd/>
          </a:ln>
        </p:spPr>
        <p:txBody>
          <a:bodyPr wrap="none">
            <a:spAutoFit/>
          </a:bodyPr>
          <a:lstStyle/>
          <a:p>
            <a:r>
              <a:rPr lang="en-GB"/>
              <a:t>Telephone bandwidth = 4KHz</a:t>
            </a:r>
          </a:p>
        </p:txBody>
      </p:sp>
      <p:grpSp>
        <p:nvGrpSpPr>
          <p:cNvPr id="11275" name="Group 55"/>
          <p:cNvGrpSpPr>
            <a:grpSpLocks/>
          </p:cNvGrpSpPr>
          <p:nvPr/>
        </p:nvGrpSpPr>
        <p:grpSpPr bwMode="auto">
          <a:xfrm>
            <a:off x="1308100" y="2295525"/>
            <a:ext cx="3400425" cy="246063"/>
            <a:chOff x="824" y="1446"/>
            <a:chExt cx="1633" cy="155"/>
          </a:xfrm>
        </p:grpSpPr>
        <p:sp>
          <p:nvSpPr>
            <p:cNvPr id="11287" name="AutoShape 46"/>
            <p:cNvSpPr>
              <a:spLocks/>
            </p:cNvSpPr>
            <p:nvPr/>
          </p:nvSpPr>
          <p:spPr bwMode="auto">
            <a:xfrm rot="-5400000">
              <a:off x="892" y="1378"/>
              <a:ext cx="144" cy="280"/>
            </a:xfrm>
            <a:prstGeom prst="rightBrace">
              <a:avLst>
                <a:gd name="adj1" fmla="val 41572"/>
                <a:gd name="adj2" fmla="val 50000"/>
              </a:avLst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11288" name="AutoShape 51"/>
            <p:cNvSpPr>
              <a:spLocks/>
            </p:cNvSpPr>
            <p:nvPr/>
          </p:nvSpPr>
          <p:spPr bwMode="auto">
            <a:xfrm rot="-5400000">
              <a:off x="1228" y="1388"/>
              <a:ext cx="144" cy="280"/>
            </a:xfrm>
            <a:prstGeom prst="rightBrace">
              <a:avLst>
                <a:gd name="adj1" fmla="val 41572"/>
                <a:gd name="adj2" fmla="val 50000"/>
              </a:avLst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11289" name="AutoShape 52"/>
            <p:cNvSpPr>
              <a:spLocks/>
            </p:cNvSpPr>
            <p:nvPr/>
          </p:nvSpPr>
          <p:spPr bwMode="auto">
            <a:xfrm rot="-5400000">
              <a:off x="1573" y="1388"/>
              <a:ext cx="144" cy="280"/>
            </a:xfrm>
            <a:prstGeom prst="rightBrace">
              <a:avLst>
                <a:gd name="adj1" fmla="val 41572"/>
                <a:gd name="adj2" fmla="val 50000"/>
              </a:avLst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11290" name="AutoShape 53"/>
            <p:cNvSpPr>
              <a:spLocks/>
            </p:cNvSpPr>
            <p:nvPr/>
          </p:nvSpPr>
          <p:spPr bwMode="auto">
            <a:xfrm rot="-5400000">
              <a:off x="1909" y="1379"/>
              <a:ext cx="144" cy="280"/>
            </a:xfrm>
            <a:prstGeom prst="rightBrace">
              <a:avLst>
                <a:gd name="adj1" fmla="val 41572"/>
                <a:gd name="adj2" fmla="val 50000"/>
              </a:avLst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11291" name="AutoShape 54"/>
            <p:cNvSpPr>
              <a:spLocks/>
            </p:cNvSpPr>
            <p:nvPr/>
          </p:nvSpPr>
          <p:spPr bwMode="auto">
            <a:xfrm rot="-5400000">
              <a:off x="2245" y="1389"/>
              <a:ext cx="144" cy="280"/>
            </a:xfrm>
            <a:prstGeom prst="rightBrace">
              <a:avLst>
                <a:gd name="adj1" fmla="val 41572"/>
                <a:gd name="adj2" fmla="val 50000"/>
              </a:avLst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</p:spPr>
          <p:txBody>
            <a:bodyPr wrap="none" anchor="ctr"/>
            <a:lstStyle/>
            <a:p>
              <a:endParaRPr lang="en-US"/>
            </a:p>
          </p:txBody>
        </p:sp>
      </p:grpSp>
      <p:grpSp>
        <p:nvGrpSpPr>
          <p:cNvPr id="11276" name="Group 56"/>
          <p:cNvGrpSpPr>
            <a:grpSpLocks/>
          </p:cNvGrpSpPr>
          <p:nvPr/>
        </p:nvGrpSpPr>
        <p:grpSpPr bwMode="auto">
          <a:xfrm>
            <a:off x="4857750" y="2295525"/>
            <a:ext cx="3400425" cy="246063"/>
            <a:chOff x="824" y="1446"/>
            <a:chExt cx="1633" cy="155"/>
          </a:xfrm>
        </p:grpSpPr>
        <p:sp>
          <p:nvSpPr>
            <p:cNvPr id="11282" name="AutoShape 57"/>
            <p:cNvSpPr>
              <a:spLocks/>
            </p:cNvSpPr>
            <p:nvPr/>
          </p:nvSpPr>
          <p:spPr bwMode="auto">
            <a:xfrm rot="-5400000">
              <a:off x="892" y="1378"/>
              <a:ext cx="144" cy="280"/>
            </a:xfrm>
            <a:prstGeom prst="rightBrace">
              <a:avLst>
                <a:gd name="adj1" fmla="val 41572"/>
                <a:gd name="adj2" fmla="val 50000"/>
              </a:avLst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11283" name="AutoShape 58"/>
            <p:cNvSpPr>
              <a:spLocks/>
            </p:cNvSpPr>
            <p:nvPr/>
          </p:nvSpPr>
          <p:spPr bwMode="auto">
            <a:xfrm rot="-5400000">
              <a:off x="1228" y="1388"/>
              <a:ext cx="144" cy="280"/>
            </a:xfrm>
            <a:prstGeom prst="rightBrace">
              <a:avLst>
                <a:gd name="adj1" fmla="val 41572"/>
                <a:gd name="adj2" fmla="val 50000"/>
              </a:avLst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11284" name="AutoShape 59"/>
            <p:cNvSpPr>
              <a:spLocks/>
            </p:cNvSpPr>
            <p:nvPr/>
          </p:nvSpPr>
          <p:spPr bwMode="auto">
            <a:xfrm rot="-5400000">
              <a:off x="1573" y="1388"/>
              <a:ext cx="144" cy="280"/>
            </a:xfrm>
            <a:prstGeom prst="rightBrace">
              <a:avLst>
                <a:gd name="adj1" fmla="val 41572"/>
                <a:gd name="adj2" fmla="val 50000"/>
              </a:avLst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11285" name="AutoShape 60"/>
            <p:cNvSpPr>
              <a:spLocks/>
            </p:cNvSpPr>
            <p:nvPr/>
          </p:nvSpPr>
          <p:spPr bwMode="auto">
            <a:xfrm rot="-5400000">
              <a:off x="1909" y="1379"/>
              <a:ext cx="144" cy="280"/>
            </a:xfrm>
            <a:prstGeom prst="rightBrace">
              <a:avLst>
                <a:gd name="adj1" fmla="val 41572"/>
                <a:gd name="adj2" fmla="val 50000"/>
              </a:avLst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11286" name="AutoShape 61"/>
            <p:cNvSpPr>
              <a:spLocks/>
            </p:cNvSpPr>
            <p:nvPr/>
          </p:nvSpPr>
          <p:spPr bwMode="auto">
            <a:xfrm rot="-5400000">
              <a:off x="2245" y="1389"/>
              <a:ext cx="144" cy="280"/>
            </a:xfrm>
            <a:prstGeom prst="rightBrace">
              <a:avLst>
                <a:gd name="adj1" fmla="val 41572"/>
                <a:gd name="adj2" fmla="val 50000"/>
              </a:avLst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</p:spPr>
          <p:txBody>
            <a:bodyPr wrap="none" anchor="ctr"/>
            <a:lstStyle/>
            <a:p>
              <a:endParaRPr lang="en-US"/>
            </a:p>
          </p:txBody>
        </p:sp>
      </p:grpSp>
      <p:sp>
        <p:nvSpPr>
          <p:cNvPr id="11277" name="Line 62"/>
          <p:cNvSpPr>
            <a:spLocks noChangeShapeType="1"/>
          </p:cNvSpPr>
          <p:nvPr/>
        </p:nvSpPr>
        <p:spPr bwMode="auto">
          <a:xfrm>
            <a:off x="1768475" y="1235075"/>
            <a:ext cx="457200" cy="944563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 type="triangle" w="med" len="med"/>
          </a:ln>
        </p:spPr>
        <p:txBody>
          <a:bodyPr/>
          <a:lstStyle/>
          <a:p>
            <a:endParaRPr lang="en-GB"/>
          </a:p>
        </p:txBody>
      </p:sp>
      <p:sp>
        <p:nvSpPr>
          <p:cNvPr id="11278" name="Line 63"/>
          <p:cNvSpPr>
            <a:spLocks noChangeShapeType="1"/>
          </p:cNvSpPr>
          <p:nvPr/>
        </p:nvSpPr>
        <p:spPr bwMode="auto">
          <a:xfrm flipH="1">
            <a:off x="1631950" y="1325563"/>
            <a:ext cx="46038" cy="854075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 type="triangle" w="med" len="med"/>
          </a:ln>
        </p:spPr>
        <p:txBody>
          <a:bodyPr/>
          <a:lstStyle/>
          <a:p>
            <a:endParaRPr lang="en-GB"/>
          </a:p>
        </p:txBody>
      </p:sp>
      <p:sp>
        <p:nvSpPr>
          <p:cNvPr id="11279" name="Text Box 64"/>
          <p:cNvSpPr txBox="1">
            <a:spLocks noChangeArrowheads="1"/>
          </p:cNvSpPr>
          <p:nvPr/>
        </p:nvSpPr>
        <p:spPr bwMode="auto">
          <a:xfrm>
            <a:off x="2713038" y="1787525"/>
            <a:ext cx="5221287" cy="336550"/>
          </a:xfrm>
          <a:prstGeom prst="rect">
            <a:avLst/>
          </a:prstGeom>
          <a:noFill/>
          <a:ln w="9525" algn="ctr">
            <a:noFill/>
            <a:miter lim="800000"/>
            <a:headEnd/>
            <a:tailEnd/>
          </a:ln>
        </p:spPr>
        <p:txBody>
          <a:bodyPr wrap="none">
            <a:spAutoFit/>
          </a:bodyPr>
          <a:lstStyle/>
          <a:p>
            <a:r>
              <a:rPr lang="en-GB" b="1">
                <a:ea typeface="Lucida Sans Unicode" pitchFamily="34" charset="0"/>
                <a:cs typeface="Lucida Sans Unicode" pitchFamily="34" charset="0"/>
              </a:rPr>
              <a:t>∴</a:t>
            </a:r>
            <a:r>
              <a:rPr lang="en-GB">
                <a:ea typeface="Lucida Sans Unicode" pitchFamily="34" charset="0"/>
                <a:cs typeface="Lucida Sans Unicode" pitchFamily="34" charset="0"/>
              </a:rPr>
              <a:t> ten calls can be stacked into a 40KHz bandwidth</a:t>
            </a:r>
          </a:p>
        </p:txBody>
      </p:sp>
      <p:sp>
        <p:nvSpPr>
          <p:cNvPr id="11280" name="AutoShape 25"/>
          <p:cNvSpPr>
            <a:spLocks/>
          </p:cNvSpPr>
          <p:nvPr/>
        </p:nvSpPr>
        <p:spPr bwMode="auto">
          <a:xfrm rot="16200000" flipH="1">
            <a:off x="4612481" y="1897857"/>
            <a:ext cx="301625" cy="7024688"/>
          </a:xfrm>
          <a:prstGeom prst="rightBrace">
            <a:avLst>
              <a:gd name="adj1" fmla="val 71270"/>
              <a:gd name="adj2" fmla="val 50000"/>
            </a:avLst>
          </a:prstGeom>
          <a:noFill/>
          <a:ln w="9525">
            <a:solidFill>
              <a:schemeClr val="tx1"/>
            </a:solidFill>
            <a:round/>
            <a:headEnd/>
            <a:tailEnd/>
          </a:ln>
        </p:spPr>
        <p:txBody>
          <a:bodyPr wrap="none" anchor="ctr"/>
          <a:lstStyle/>
          <a:p>
            <a:endParaRPr lang="en-US"/>
          </a:p>
        </p:txBody>
      </p:sp>
      <p:sp>
        <p:nvSpPr>
          <p:cNvPr id="11281" name="TextBox 35"/>
          <p:cNvSpPr txBox="1">
            <a:spLocks noChangeArrowheads="1"/>
          </p:cNvSpPr>
          <p:nvPr/>
        </p:nvSpPr>
        <p:spPr bwMode="auto">
          <a:xfrm>
            <a:off x="3141663" y="5676900"/>
            <a:ext cx="3394075" cy="33813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>
            <a:spAutoFit/>
          </a:bodyPr>
          <a:lstStyle/>
          <a:p>
            <a:r>
              <a:rPr lang="en-GB"/>
              <a:t>40KHz communications channel</a:t>
            </a:r>
          </a:p>
        </p:txBody>
      </p:sp>
      <p:pic>
        <p:nvPicPr>
          <p:cNvPr id="3" name="Picture 2"/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66202" y="2658956"/>
            <a:ext cx="935336" cy="751103"/>
          </a:xfrm>
          <a:prstGeom prst="rect">
            <a:avLst/>
          </a:prstGeom>
        </p:spPr>
      </p:pic>
      <p:pic>
        <p:nvPicPr>
          <p:cNvPr id="39" name="Picture 38"/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790822" y="2658183"/>
            <a:ext cx="935336" cy="751103"/>
          </a:xfrm>
          <a:prstGeom prst="rect">
            <a:avLst/>
          </a:prstGeom>
        </p:spPr>
      </p:pic>
      <p:pic>
        <p:nvPicPr>
          <p:cNvPr id="40" name="Picture 39"/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548954" y="2675762"/>
            <a:ext cx="935336" cy="751103"/>
          </a:xfrm>
          <a:prstGeom prst="rect">
            <a:avLst/>
          </a:prstGeom>
        </p:spPr>
      </p:pic>
      <p:pic>
        <p:nvPicPr>
          <p:cNvPr id="41" name="Picture 40"/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267734" y="2658183"/>
            <a:ext cx="935336" cy="751103"/>
          </a:xfrm>
          <a:prstGeom prst="rect">
            <a:avLst/>
          </a:prstGeom>
        </p:spPr>
      </p:pic>
      <p:pic>
        <p:nvPicPr>
          <p:cNvPr id="42" name="Picture 41"/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957264" y="2658478"/>
            <a:ext cx="935336" cy="751103"/>
          </a:xfrm>
          <a:prstGeom prst="rect">
            <a:avLst/>
          </a:prstGeom>
        </p:spPr>
      </p:pic>
      <p:pic>
        <p:nvPicPr>
          <p:cNvPr id="43" name="Picture 42"/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702446" y="2666977"/>
            <a:ext cx="935336" cy="751103"/>
          </a:xfrm>
          <a:prstGeom prst="rect">
            <a:avLst/>
          </a:prstGeom>
        </p:spPr>
      </p:pic>
      <p:pic>
        <p:nvPicPr>
          <p:cNvPr id="44" name="Picture 43"/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447628" y="2651811"/>
            <a:ext cx="935336" cy="751103"/>
          </a:xfrm>
          <a:prstGeom prst="rect">
            <a:avLst/>
          </a:prstGeom>
        </p:spPr>
      </p:pic>
      <p:pic>
        <p:nvPicPr>
          <p:cNvPr id="45" name="Picture 44"/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144552" y="2658847"/>
            <a:ext cx="935336" cy="751103"/>
          </a:xfrm>
          <a:prstGeom prst="rect">
            <a:avLst/>
          </a:prstGeom>
        </p:spPr>
      </p:pic>
      <p:pic>
        <p:nvPicPr>
          <p:cNvPr id="46" name="Picture 45"/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466657" y="2650199"/>
            <a:ext cx="935336" cy="751103"/>
          </a:xfrm>
          <a:prstGeom prst="rect">
            <a:avLst/>
          </a:prstGeom>
        </p:spPr>
      </p:pic>
      <p:pic>
        <p:nvPicPr>
          <p:cNvPr id="47" name="Picture 46"/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804594" y="2650199"/>
            <a:ext cx="935336" cy="75110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222318483"/>
      </p:ext>
    </p:extLst>
  </p:cSld>
  <p:clrMapOvr>
    <a:masterClrMapping/>
  </p:clrMapOvr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290" name="TextBox 1"/>
          <p:cNvSpPr txBox="1">
            <a:spLocks noChangeArrowheads="1"/>
          </p:cNvSpPr>
          <p:nvPr/>
        </p:nvSpPr>
        <p:spPr bwMode="auto">
          <a:xfrm>
            <a:off x="395288" y="331788"/>
            <a:ext cx="5922962" cy="46196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>
            <a:spAutoFit/>
          </a:bodyPr>
          <a:lstStyle/>
          <a:p>
            <a:r>
              <a:rPr lang="en-GB" sz="2400" b="1"/>
              <a:t>Digital Signals, Bandwidth and Spectra</a:t>
            </a:r>
          </a:p>
        </p:txBody>
      </p:sp>
      <p:sp>
        <p:nvSpPr>
          <p:cNvPr id="12291" name="TextBox 2"/>
          <p:cNvSpPr txBox="1">
            <a:spLocks noChangeArrowheads="1"/>
          </p:cNvSpPr>
          <p:nvPr/>
        </p:nvSpPr>
        <p:spPr bwMode="auto">
          <a:xfrm>
            <a:off x="395288" y="981075"/>
            <a:ext cx="7791450" cy="4498667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pPr marL="176213" indent="-176213">
              <a:lnSpc>
                <a:spcPct val="150000"/>
              </a:lnSpc>
            </a:pPr>
            <a:r>
              <a:rPr lang="en-GB" b="1"/>
              <a:t>Does Analogue Bandwidth relate to Digital Bandwidth?</a:t>
            </a:r>
          </a:p>
          <a:p>
            <a:pPr marL="176213" indent="-176213">
              <a:lnSpc>
                <a:spcPct val="150000"/>
              </a:lnSpc>
            </a:pPr>
            <a:r>
              <a:rPr lang="en-GB"/>
              <a:t>... it depends ... but not an accurate relationship</a:t>
            </a:r>
          </a:p>
          <a:p>
            <a:pPr marL="176213" indent="-176213">
              <a:lnSpc>
                <a:spcPct val="150000"/>
              </a:lnSpc>
            </a:pPr>
            <a:endParaRPr lang="en-GB" b="1"/>
          </a:p>
          <a:p>
            <a:pPr marL="176213" indent="-176213">
              <a:lnSpc>
                <a:spcPct val="150000"/>
              </a:lnSpc>
            </a:pPr>
            <a:r>
              <a:rPr lang="en-GB" b="1"/>
              <a:t>Digital Bandwidth: Data rate in bits/second </a:t>
            </a:r>
          </a:p>
          <a:p>
            <a:pPr marL="176213" indent="-176213">
              <a:lnSpc>
                <a:spcPct val="150000"/>
              </a:lnSpc>
            </a:pPr>
            <a:r>
              <a:rPr lang="en-GB" b="1"/>
              <a:t>		= bandwidth of the communications channel</a:t>
            </a:r>
          </a:p>
          <a:p>
            <a:pPr marL="176213" indent="-176213">
              <a:lnSpc>
                <a:spcPts val="2200"/>
              </a:lnSpc>
              <a:buFont typeface="Arial" charset="0"/>
              <a:buChar char="•"/>
            </a:pPr>
            <a:r>
              <a:rPr lang="en-GB"/>
              <a:t>e.g. 20kHz signal, sampled at 44.1kHz</a:t>
            </a:r>
          </a:p>
          <a:p>
            <a:pPr marL="633413" lvl="1" indent="-176213"/>
            <a:r>
              <a:rPr lang="en-GB" sz="1100"/>
              <a:t>with 16b coding (= 65536 quantisation levels) 	= 44100 x 16b per second </a:t>
            </a:r>
          </a:p>
          <a:p>
            <a:pPr marL="633413" lvl="1" indent="-176213"/>
            <a:r>
              <a:rPr lang="en-GB" sz="1100"/>
              <a:t>= 705600 b/s = 689kb/s</a:t>
            </a:r>
          </a:p>
          <a:p>
            <a:pPr marL="633413" lvl="1" indent="-176213"/>
            <a:r>
              <a:rPr lang="en-GB" sz="1100"/>
              <a:t>… for stereo = 689 x2 = 1378kb/s = </a:t>
            </a:r>
            <a:r>
              <a:rPr lang="en-GB"/>
              <a:t>1.378Mb/s</a:t>
            </a:r>
          </a:p>
          <a:p>
            <a:pPr marL="176213" indent="-176213">
              <a:lnSpc>
                <a:spcPts val="2200"/>
              </a:lnSpc>
            </a:pPr>
            <a:endParaRPr lang="en-GB"/>
          </a:p>
          <a:p>
            <a:pPr marL="176213" indent="-176213">
              <a:lnSpc>
                <a:spcPts val="2200"/>
              </a:lnSpc>
              <a:buFont typeface="Arial" charset="0"/>
              <a:buChar char="•"/>
            </a:pPr>
            <a:r>
              <a:rPr lang="en-GB"/>
              <a:t>compress to mp3 @320kb/s; bandwidth = 320kb/s </a:t>
            </a:r>
          </a:p>
          <a:p>
            <a:pPr marL="176213" indent="-176213">
              <a:lnSpc>
                <a:spcPts val="2200"/>
              </a:lnSpc>
              <a:buFont typeface="Arial" charset="0"/>
              <a:buChar char="•"/>
            </a:pPr>
            <a:r>
              <a:rPr lang="en-GB"/>
              <a:t>compress this to mp3 (or aac) @128kb/s; bandwidth = 128kb/s </a:t>
            </a:r>
          </a:p>
          <a:p>
            <a:pPr marL="176213" indent="-176213">
              <a:lnSpc>
                <a:spcPts val="2200"/>
              </a:lnSpc>
              <a:buFont typeface="Arial" charset="0"/>
              <a:buChar char="•"/>
            </a:pPr>
            <a:endParaRPr lang="en-GB"/>
          </a:p>
          <a:p>
            <a:pPr marL="176213" indent="-176213">
              <a:lnSpc>
                <a:spcPts val="2200"/>
              </a:lnSpc>
              <a:buFont typeface="Arial" charset="0"/>
              <a:buChar char="•"/>
            </a:pPr>
            <a:r>
              <a:rPr lang="en-GB"/>
              <a:t>typical SD TV channel, avc =&gt;3Mb/s</a:t>
            </a:r>
          </a:p>
          <a:p>
            <a:pPr marL="176213" indent="-176213">
              <a:lnSpc>
                <a:spcPts val="2200"/>
              </a:lnSpc>
              <a:buFont typeface="Arial" charset="0"/>
              <a:buChar char="•"/>
            </a:pPr>
            <a:r>
              <a:rPr lang="en-GB"/>
              <a:t>typical HD TV channel, avc = &gt;8Mb/s</a:t>
            </a:r>
          </a:p>
        </p:txBody>
      </p:sp>
      <p:sp>
        <p:nvSpPr>
          <p:cNvPr id="4" name="Rounded Rectangular Callout 3"/>
          <p:cNvSpPr/>
          <p:nvPr/>
        </p:nvSpPr>
        <p:spPr bwMode="auto">
          <a:xfrm>
            <a:off x="4292600" y="5638800"/>
            <a:ext cx="4689476" cy="812800"/>
          </a:xfrm>
          <a:prstGeom prst="wedgeRoundRectCallout">
            <a:avLst>
              <a:gd name="adj1" fmla="val 28104"/>
              <a:gd name="adj2" fmla="val -168394"/>
              <a:gd name="adj3" fmla="val 16667"/>
            </a:avLst>
          </a:prstGeom>
          <a:solidFill>
            <a:schemeClr val="accent6">
              <a:lumMod val="20000"/>
              <a:lumOff val="80000"/>
            </a:schemeClr>
          </a:solidFill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/>
          <a:lstStyle/>
          <a:p>
            <a:pPr marL="176213" indent="-176213">
              <a:buFont typeface="Arial" panose="020B0604020202020204" pitchFamily="34" charset="0"/>
              <a:buChar char="•"/>
              <a:defRPr/>
            </a:pPr>
            <a:r>
              <a:rPr lang="en-GB" sz="1400"/>
              <a:t>depends </a:t>
            </a:r>
            <a:r>
              <a:rPr lang="en-GB" sz="1400" dirty="0"/>
              <a:t>on no of bits, compression, etc</a:t>
            </a:r>
          </a:p>
          <a:p>
            <a:pPr marL="176213" indent="-176213">
              <a:buFont typeface="Arial" panose="020B0604020202020204" pitchFamily="34" charset="0"/>
              <a:buChar char="•"/>
              <a:defRPr/>
            </a:pPr>
            <a:r>
              <a:rPr lang="en-GB" sz="1400" i="1"/>
              <a:t>but consider the practical transmission channel</a:t>
            </a:r>
          </a:p>
          <a:p>
            <a:pPr>
              <a:defRPr/>
            </a:pPr>
            <a:r>
              <a:rPr lang="en-GB" sz="1400" i="1"/>
              <a:t>    … the modulation level; channel S/N</a:t>
            </a:r>
            <a:endParaRPr lang="en-GB" sz="1400" i="1" dirty="0"/>
          </a:p>
          <a:p>
            <a:pPr>
              <a:defRPr/>
            </a:pPr>
            <a:endParaRPr lang="en-GB" sz="1000" dirty="0"/>
          </a:p>
        </p:txBody>
      </p:sp>
      <p:sp>
        <p:nvSpPr>
          <p:cNvPr id="5" name="Bent Arrow 4"/>
          <p:cNvSpPr/>
          <p:nvPr/>
        </p:nvSpPr>
        <p:spPr bwMode="auto">
          <a:xfrm rot="5400000">
            <a:off x="5503068" y="1840707"/>
            <a:ext cx="3319463" cy="2133600"/>
          </a:xfrm>
          <a:prstGeom prst="bentArrow">
            <a:avLst>
              <a:gd name="adj1" fmla="val 13572"/>
              <a:gd name="adj2" fmla="val 11667"/>
              <a:gd name="adj3" fmla="val 32796"/>
              <a:gd name="adj4" fmla="val 43750"/>
            </a:avLst>
          </a:prstGeom>
          <a:solidFill>
            <a:schemeClr val="accent6">
              <a:lumMod val="20000"/>
              <a:lumOff val="80000"/>
            </a:schemeClr>
          </a:solidFill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/>
          <a:lstStyle/>
          <a:p>
            <a:pPr>
              <a:defRPr/>
            </a:pPr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381110898"/>
      </p:ext>
    </p:extLst>
  </p:cSld>
  <p:clrMapOvr>
    <a:masterClrMapping/>
  </p:clrMapOvr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43362" name="Picture 2"/>
          <p:cNvPicPr>
            <a:picLocks noChangeAspect="1" noChangeArrowheads="1"/>
          </p:cNvPicPr>
          <p:nvPr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0" y="0"/>
            <a:ext cx="9144000" cy="6868341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sp>
        <p:nvSpPr>
          <p:cNvPr id="3" name="Text Box 31"/>
          <p:cNvSpPr txBox="1">
            <a:spLocks noChangeArrowheads="1"/>
          </p:cNvSpPr>
          <p:nvPr/>
        </p:nvSpPr>
        <p:spPr bwMode="auto">
          <a:xfrm>
            <a:off x="319088" y="629180"/>
            <a:ext cx="4984057" cy="2215991"/>
          </a:xfrm>
          <a:prstGeom prst="rect">
            <a:avLst/>
          </a:prstGeom>
          <a:noFill/>
          <a:ln w="9525" algn="ctr">
            <a:noFill/>
            <a:miter lim="800000"/>
            <a:headEnd/>
            <a:tailEnd/>
          </a:ln>
        </p:spPr>
        <p:txBody>
          <a:bodyPr wrap="none">
            <a:spAutoFit/>
          </a:bodyPr>
          <a:lstStyle/>
          <a:p>
            <a:r>
              <a:rPr lang="en-GB" sz="13800" b="1" dirty="0">
                <a:solidFill>
                  <a:srgbClr val="FFFF00"/>
                </a:solidFill>
              </a:rPr>
              <a:t>Noise</a:t>
            </a:r>
            <a:endParaRPr lang="en-US" sz="13800" b="1" dirty="0">
              <a:solidFill>
                <a:srgbClr val="FFFF0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807134439"/>
      </p:ext>
    </p:extLst>
  </p:cSld>
  <p:clrMapOvr>
    <a:masterClrMapping/>
  </p:clrMapOvr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218" name="Text Box 4"/>
          <p:cNvSpPr txBox="1">
            <a:spLocks noChangeArrowheads="1"/>
          </p:cNvSpPr>
          <p:nvPr/>
        </p:nvSpPr>
        <p:spPr bwMode="auto">
          <a:xfrm>
            <a:off x="395288" y="331788"/>
            <a:ext cx="1011237" cy="457200"/>
          </a:xfrm>
          <a:prstGeom prst="rect">
            <a:avLst/>
          </a:prstGeom>
          <a:noFill/>
          <a:ln w="9525" algn="ctr">
            <a:noFill/>
            <a:miter lim="800000"/>
            <a:headEnd/>
            <a:tailEnd/>
          </a:ln>
        </p:spPr>
        <p:txBody>
          <a:bodyPr wrap="none">
            <a:spAutoFit/>
          </a:bodyPr>
          <a:lstStyle/>
          <a:p>
            <a:r>
              <a:rPr lang="en-GB" sz="2400" b="1" dirty="0"/>
              <a:t>Noise</a:t>
            </a:r>
          </a:p>
        </p:txBody>
      </p:sp>
      <p:sp>
        <p:nvSpPr>
          <p:cNvPr id="9219" name="Text Box 65"/>
          <p:cNvSpPr txBox="1">
            <a:spLocks noChangeArrowheads="1"/>
          </p:cNvSpPr>
          <p:nvPr/>
        </p:nvSpPr>
        <p:spPr bwMode="auto">
          <a:xfrm>
            <a:off x="395288" y="788988"/>
            <a:ext cx="8201385" cy="5509200"/>
          </a:xfrm>
          <a:prstGeom prst="rect">
            <a:avLst/>
          </a:prstGeom>
          <a:noFill/>
          <a:ln w="9525" algn="ctr">
            <a:noFill/>
            <a:miter lim="800000"/>
            <a:headEnd/>
            <a:tailEnd/>
          </a:ln>
        </p:spPr>
        <p:txBody>
          <a:bodyPr wrap="square">
            <a:spAutoFit/>
          </a:bodyPr>
          <a:lstStyle/>
          <a:p>
            <a:pPr marL="185738" indent="-185738"/>
            <a:r>
              <a:rPr lang="en-GB" b="1" dirty="0"/>
              <a:t>IMPORTANCE</a:t>
            </a:r>
          </a:p>
          <a:p>
            <a:pPr marL="185738" indent="-185738"/>
            <a:endParaRPr lang="en-GB" dirty="0"/>
          </a:p>
          <a:p>
            <a:pPr marL="185738" indent="-185738">
              <a:buFontTx/>
              <a:buChar char="•"/>
            </a:pPr>
            <a:r>
              <a:rPr lang="en-GB" b="0" dirty="0"/>
              <a:t>for audio or video:  </a:t>
            </a:r>
          </a:p>
          <a:p>
            <a:pPr lvl="1"/>
            <a:r>
              <a:rPr lang="en-GB" b="0" dirty="0"/>
              <a:t>… noise is an obvious disturbance to the original noiseless signal</a:t>
            </a:r>
          </a:p>
          <a:p>
            <a:pPr marL="185738" indent="-185738">
              <a:buFontTx/>
              <a:buChar char="•"/>
            </a:pPr>
            <a:r>
              <a:rPr lang="en-GB" b="0" dirty="0"/>
              <a:t>for data transfer</a:t>
            </a:r>
          </a:p>
          <a:p>
            <a:pPr lvl="1"/>
            <a:r>
              <a:rPr lang="en-GB" dirty="0"/>
              <a:t>… </a:t>
            </a:r>
            <a:r>
              <a:rPr lang="en-GB" b="0" dirty="0"/>
              <a:t>noise can obliterate data;  can reduce data rates;  require retransmissions, etc</a:t>
            </a:r>
          </a:p>
          <a:p>
            <a:pPr marL="185738" indent="-185738">
              <a:buFontTx/>
              <a:buChar char="•"/>
            </a:pPr>
            <a:endParaRPr lang="en-GB" b="0" dirty="0"/>
          </a:p>
          <a:p>
            <a:pPr marL="185738" indent="-185738"/>
            <a:r>
              <a:rPr lang="en-GB" b="1" dirty="0"/>
              <a:t>Nature of noise</a:t>
            </a:r>
          </a:p>
          <a:p>
            <a:pPr marL="185738" indent="-185738">
              <a:buFontTx/>
              <a:buChar char="•"/>
            </a:pPr>
            <a:r>
              <a:rPr lang="en-GB" b="0" dirty="0"/>
              <a:t>typically random – a stochastic process</a:t>
            </a:r>
          </a:p>
          <a:p>
            <a:pPr marL="185738" indent="-185738"/>
            <a:endParaRPr lang="en-GB" b="0" dirty="0"/>
          </a:p>
          <a:p>
            <a:pPr marL="185738" indent="-185738"/>
            <a:r>
              <a:rPr lang="en-GB" b="1" dirty="0"/>
              <a:t>Noise is manifested as a voltage</a:t>
            </a:r>
          </a:p>
          <a:p>
            <a:pPr marL="185738" indent="-185738">
              <a:buFontTx/>
              <a:buChar char="•"/>
            </a:pPr>
            <a:r>
              <a:rPr lang="en-GB" b="0" dirty="0"/>
              <a:t>… alongside the voltage of the original signal </a:t>
            </a:r>
          </a:p>
          <a:p>
            <a:pPr marL="185738" indent="-185738"/>
            <a:endParaRPr lang="en-GB" dirty="0"/>
          </a:p>
          <a:p>
            <a:pPr marL="185738" indent="-185738"/>
            <a:r>
              <a:rPr lang="en-GB" b="1" dirty="0"/>
              <a:t>Various causes of noise </a:t>
            </a:r>
          </a:p>
          <a:p>
            <a:pPr marL="185738" indent="-185738">
              <a:buFontTx/>
              <a:buChar char="•"/>
            </a:pPr>
            <a:r>
              <a:rPr lang="en-GB" b="0" dirty="0"/>
              <a:t>(see noise types …)</a:t>
            </a:r>
          </a:p>
          <a:p>
            <a:pPr marL="185738" indent="-185738">
              <a:buFontTx/>
              <a:buChar char="•"/>
            </a:pPr>
            <a:endParaRPr lang="en-GB" b="0" dirty="0"/>
          </a:p>
          <a:p>
            <a:pPr marL="185738" indent="-185738"/>
            <a:r>
              <a:rPr lang="en-GB" b="1" dirty="0"/>
              <a:t>Need ways to measure and represent noise</a:t>
            </a:r>
          </a:p>
          <a:p>
            <a:pPr marL="185738" indent="-185738">
              <a:buFontTx/>
              <a:buChar char="•"/>
            </a:pPr>
            <a:r>
              <a:rPr lang="en-GB" b="0" dirty="0"/>
              <a:t>signal / noise ratio</a:t>
            </a:r>
          </a:p>
          <a:p>
            <a:pPr marL="185738" indent="-185738">
              <a:buFontTx/>
              <a:buChar char="•"/>
            </a:pPr>
            <a:endParaRPr lang="en-GB" b="0" dirty="0"/>
          </a:p>
          <a:p>
            <a:pPr marL="185738" indent="-185738"/>
            <a:r>
              <a:rPr lang="en-GB" b="1" dirty="0"/>
              <a:t>Useful noise (sometimes)</a:t>
            </a:r>
          </a:p>
          <a:p>
            <a:pPr marL="185738" indent="-185738">
              <a:buFontTx/>
              <a:buChar char="•"/>
            </a:pPr>
            <a:r>
              <a:rPr lang="en-GB" b="0" dirty="0"/>
              <a:t>white and pink noise</a:t>
            </a:r>
          </a:p>
        </p:txBody>
      </p:sp>
    </p:spTree>
    <p:extLst>
      <p:ext uri="{BB962C8B-B14F-4D97-AF65-F5344CB8AC3E}">
        <p14:creationId xmlns:p14="http://schemas.microsoft.com/office/powerpoint/2010/main" val="3592286908"/>
      </p:ext>
    </p:extLst>
  </p:cSld>
  <p:clrMapOvr>
    <a:masterClrMapping/>
  </p:clrMapOvr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243" name="Picture 6"/>
          <p:cNvPicPr>
            <a:picLocks noChangeAspect="1" noChangeArrowheads="1"/>
          </p:cNvPicPr>
          <p:nvPr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418290" y="997195"/>
            <a:ext cx="3282160" cy="2284603"/>
          </a:xfrm>
          <a:prstGeom prst="rect">
            <a:avLst/>
          </a:prstGeom>
          <a:noFill/>
          <a:ln w="9525" algn="ctr">
            <a:noFill/>
            <a:miter lim="800000"/>
            <a:headEnd/>
            <a:tailEnd/>
          </a:ln>
        </p:spPr>
      </p:pic>
      <p:sp>
        <p:nvSpPr>
          <p:cNvPr id="10242" name="Text Box 4"/>
          <p:cNvSpPr txBox="1">
            <a:spLocks noChangeArrowheads="1"/>
          </p:cNvSpPr>
          <p:nvPr/>
        </p:nvSpPr>
        <p:spPr bwMode="auto">
          <a:xfrm>
            <a:off x="395288" y="331788"/>
            <a:ext cx="1011237" cy="457200"/>
          </a:xfrm>
          <a:prstGeom prst="rect">
            <a:avLst/>
          </a:prstGeom>
          <a:noFill/>
          <a:ln w="9525" algn="ctr">
            <a:noFill/>
            <a:miter lim="800000"/>
            <a:headEnd/>
            <a:tailEnd/>
          </a:ln>
        </p:spPr>
        <p:txBody>
          <a:bodyPr wrap="none">
            <a:spAutoFit/>
          </a:bodyPr>
          <a:lstStyle/>
          <a:p>
            <a:r>
              <a:rPr lang="en-GB" sz="2400" b="1" dirty="0"/>
              <a:t>Noise</a:t>
            </a:r>
          </a:p>
        </p:txBody>
      </p:sp>
      <p:sp>
        <p:nvSpPr>
          <p:cNvPr id="10248" name="Line 10"/>
          <p:cNvSpPr>
            <a:spLocks noChangeShapeType="1"/>
          </p:cNvSpPr>
          <p:nvPr/>
        </p:nvSpPr>
        <p:spPr bwMode="auto">
          <a:xfrm>
            <a:off x="5015267" y="1935452"/>
            <a:ext cx="3721100" cy="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</p:spPr>
        <p:txBody>
          <a:bodyPr/>
          <a:lstStyle/>
          <a:p>
            <a:endParaRPr lang="en-GB"/>
          </a:p>
        </p:txBody>
      </p:sp>
      <p:sp>
        <p:nvSpPr>
          <p:cNvPr id="10249" name="Line 11"/>
          <p:cNvSpPr>
            <a:spLocks noChangeShapeType="1"/>
          </p:cNvSpPr>
          <p:nvPr/>
        </p:nvSpPr>
        <p:spPr bwMode="auto">
          <a:xfrm flipH="1">
            <a:off x="4996659" y="672861"/>
            <a:ext cx="52382" cy="2638226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</p:spPr>
        <p:txBody>
          <a:bodyPr/>
          <a:lstStyle/>
          <a:p>
            <a:endParaRPr lang="en-GB"/>
          </a:p>
        </p:txBody>
      </p:sp>
      <p:grpSp>
        <p:nvGrpSpPr>
          <p:cNvPr id="3" name="Group 12"/>
          <p:cNvGrpSpPr>
            <a:grpSpLocks/>
          </p:cNvGrpSpPr>
          <p:nvPr/>
        </p:nvGrpSpPr>
        <p:grpSpPr bwMode="auto">
          <a:xfrm>
            <a:off x="5049041" y="1649732"/>
            <a:ext cx="1703388" cy="522288"/>
            <a:chOff x="3404" y="1080"/>
            <a:chExt cx="1755" cy="819"/>
          </a:xfrm>
        </p:grpSpPr>
        <p:grpSp>
          <p:nvGrpSpPr>
            <p:cNvPr id="4" name="Group 13"/>
            <p:cNvGrpSpPr>
              <a:grpSpLocks/>
            </p:cNvGrpSpPr>
            <p:nvPr/>
          </p:nvGrpSpPr>
          <p:grpSpPr bwMode="auto">
            <a:xfrm>
              <a:off x="3404" y="1080"/>
              <a:ext cx="590" cy="801"/>
              <a:chOff x="3462" y="1100"/>
              <a:chExt cx="1549" cy="801"/>
            </a:xfrm>
          </p:grpSpPr>
          <p:sp>
            <p:nvSpPr>
              <p:cNvPr id="10284" name="Freeform 14"/>
              <p:cNvSpPr>
                <a:spLocks/>
              </p:cNvSpPr>
              <p:nvPr/>
            </p:nvSpPr>
            <p:spPr bwMode="auto">
              <a:xfrm>
                <a:off x="3462" y="1126"/>
                <a:ext cx="313" cy="756"/>
              </a:xfrm>
              <a:custGeom>
                <a:avLst/>
                <a:gdLst>
                  <a:gd name="T0" fmla="*/ 0 w 717"/>
                  <a:gd name="T1" fmla="*/ 756 h 756"/>
                  <a:gd name="T2" fmla="*/ 4 w 717"/>
                  <a:gd name="T3" fmla="*/ 167 h 756"/>
                  <a:gd name="T4" fmla="*/ 5 w 717"/>
                  <a:gd name="T5" fmla="*/ 384 h 756"/>
                  <a:gd name="T6" fmla="*/ 7 w 717"/>
                  <a:gd name="T7" fmla="*/ 103 h 756"/>
                  <a:gd name="T8" fmla="*/ 10 w 717"/>
                  <a:gd name="T9" fmla="*/ 519 h 756"/>
                  <a:gd name="T10" fmla="*/ 11 w 717"/>
                  <a:gd name="T11" fmla="*/ 487 h 756"/>
                  <a:gd name="T12" fmla="*/ 11 w 717"/>
                  <a:gd name="T13" fmla="*/ 359 h 756"/>
                  <a:gd name="T14" fmla="*/ 14 w 717"/>
                  <a:gd name="T15" fmla="*/ 71 h 756"/>
                  <a:gd name="T16" fmla="*/ 16 w 717"/>
                  <a:gd name="T17" fmla="*/ 244 h 756"/>
                  <a:gd name="T18" fmla="*/ 17 w 717"/>
                  <a:gd name="T19" fmla="*/ 96 h 756"/>
                  <a:gd name="T20" fmla="*/ 18 w 717"/>
                  <a:gd name="T21" fmla="*/ 615 h 756"/>
                  <a:gd name="T22" fmla="*/ 21 w 717"/>
                  <a:gd name="T23" fmla="*/ 397 h 756"/>
                  <a:gd name="T24" fmla="*/ 24 w 717"/>
                  <a:gd name="T25" fmla="*/ 519 h 756"/>
                  <a:gd name="T26" fmla="*/ 25 w 717"/>
                  <a:gd name="T27" fmla="*/ 308 h 756"/>
                  <a:gd name="T28" fmla="*/ 28 w 717"/>
                  <a:gd name="T29" fmla="*/ 442 h 756"/>
                  <a:gd name="T30" fmla="*/ 29 w 717"/>
                  <a:gd name="T31" fmla="*/ 352 h 756"/>
                  <a:gd name="T32" fmla="*/ 30 w 717"/>
                  <a:gd name="T33" fmla="*/ 384 h 756"/>
                  <a:gd name="T34" fmla="*/ 31 w 717"/>
                  <a:gd name="T35" fmla="*/ 135 h 756"/>
                  <a:gd name="T36" fmla="*/ 33 w 717"/>
                  <a:gd name="T37" fmla="*/ 301 h 756"/>
                  <a:gd name="T38" fmla="*/ 32 w 717"/>
                  <a:gd name="T39" fmla="*/ 519 h 756"/>
                  <a:gd name="T40" fmla="*/ 34 w 717"/>
                  <a:gd name="T41" fmla="*/ 679 h 756"/>
                  <a:gd name="T42" fmla="*/ 36 w 717"/>
                  <a:gd name="T43" fmla="*/ 628 h 756"/>
                  <a:gd name="T44" fmla="*/ 37 w 717"/>
                  <a:gd name="T45" fmla="*/ 480 h 756"/>
                  <a:gd name="T46" fmla="*/ 38 w 717"/>
                  <a:gd name="T47" fmla="*/ 391 h 756"/>
                  <a:gd name="T48" fmla="*/ 36 w 717"/>
                  <a:gd name="T49" fmla="*/ 506 h 756"/>
                  <a:gd name="T50" fmla="*/ 38 w 717"/>
                  <a:gd name="T51" fmla="*/ 352 h 756"/>
                  <a:gd name="T52" fmla="*/ 39 w 717"/>
                  <a:gd name="T53" fmla="*/ 455 h 756"/>
                  <a:gd name="T54" fmla="*/ 41 w 717"/>
                  <a:gd name="T55" fmla="*/ 519 h 756"/>
                  <a:gd name="T56" fmla="*/ 43 w 717"/>
                  <a:gd name="T57" fmla="*/ 410 h 756"/>
                  <a:gd name="T58" fmla="*/ 44 w 717"/>
                  <a:gd name="T59" fmla="*/ 186 h 756"/>
                  <a:gd name="T60" fmla="*/ 45 w 717"/>
                  <a:gd name="T61" fmla="*/ 231 h 756"/>
                  <a:gd name="T62" fmla="*/ 48 w 717"/>
                  <a:gd name="T63" fmla="*/ 148 h 756"/>
                  <a:gd name="T64" fmla="*/ 48 w 717"/>
                  <a:gd name="T65" fmla="*/ 301 h 756"/>
                  <a:gd name="T66" fmla="*/ 48 w 717"/>
                  <a:gd name="T67" fmla="*/ 730 h 756"/>
                  <a:gd name="T68" fmla="*/ 54 w 717"/>
                  <a:gd name="T69" fmla="*/ 0 h 756"/>
                  <a:gd name="T70" fmla="*/ 54 w 717"/>
                  <a:gd name="T71" fmla="*/ 250 h 756"/>
                  <a:gd name="T72" fmla="*/ 55 w 717"/>
                  <a:gd name="T73" fmla="*/ 333 h 756"/>
                  <a:gd name="T74" fmla="*/ 57 w 717"/>
                  <a:gd name="T75" fmla="*/ 192 h 756"/>
                  <a:gd name="T76" fmla="*/ 59 w 717"/>
                  <a:gd name="T77" fmla="*/ 340 h 756"/>
                  <a:gd name="T78" fmla="*/ 58 w 717"/>
                  <a:gd name="T79" fmla="*/ 429 h 756"/>
                  <a:gd name="T80" fmla="*/ 60 w 717"/>
                  <a:gd name="T81" fmla="*/ 461 h 756"/>
                  <a:gd name="T82" fmla="*/ 0 60000 65536"/>
                  <a:gd name="T83" fmla="*/ 0 60000 65536"/>
                  <a:gd name="T84" fmla="*/ 0 60000 65536"/>
                  <a:gd name="T85" fmla="*/ 0 60000 65536"/>
                  <a:gd name="T86" fmla="*/ 0 60000 65536"/>
                  <a:gd name="T87" fmla="*/ 0 60000 65536"/>
                  <a:gd name="T88" fmla="*/ 0 60000 65536"/>
                  <a:gd name="T89" fmla="*/ 0 60000 65536"/>
                  <a:gd name="T90" fmla="*/ 0 60000 65536"/>
                  <a:gd name="T91" fmla="*/ 0 60000 65536"/>
                  <a:gd name="T92" fmla="*/ 0 60000 65536"/>
                  <a:gd name="T93" fmla="*/ 0 60000 65536"/>
                  <a:gd name="T94" fmla="*/ 0 60000 65536"/>
                  <a:gd name="T95" fmla="*/ 0 60000 65536"/>
                  <a:gd name="T96" fmla="*/ 0 60000 65536"/>
                  <a:gd name="T97" fmla="*/ 0 60000 65536"/>
                  <a:gd name="T98" fmla="*/ 0 60000 65536"/>
                  <a:gd name="T99" fmla="*/ 0 60000 65536"/>
                  <a:gd name="T100" fmla="*/ 0 60000 65536"/>
                  <a:gd name="T101" fmla="*/ 0 60000 65536"/>
                  <a:gd name="T102" fmla="*/ 0 60000 65536"/>
                  <a:gd name="T103" fmla="*/ 0 60000 65536"/>
                  <a:gd name="T104" fmla="*/ 0 60000 65536"/>
                  <a:gd name="T105" fmla="*/ 0 60000 65536"/>
                  <a:gd name="T106" fmla="*/ 0 60000 65536"/>
                  <a:gd name="T107" fmla="*/ 0 60000 65536"/>
                  <a:gd name="T108" fmla="*/ 0 60000 65536"/>
                  <a:gd name="T109" fmla="*/ 0 60000 65536"/>
                  <a:gd name="T110" fmla="*/ 0 60000 65536"/>
                  <a:gd name="T111" fmla="*/ 0 60000 65536"/>
                  <a:gd name="T112" fmla="*/ 0 60000 65536"/>
                  <a:gd name="T113" fmla="*/ 0 60000 65536"/>
                  <a:gd name="T114" fmla="*/ 0 60000 65536"/>
                  <a:gd name="T115" fmla="*/ 0 60000 65536"/>
                  <a:gd name="T116" fmla="*/ 0 60000 65536"/>
                  <a:gd name="T117" fmla="*/ 0 60000 65536"/>
                  <a:gd name="T118" fmla="*/ 0 60000 65536"/>
                  <a:gd name="T119" fmla="*/ 0 60000 65536"/>
                  <a:gd name="T120" fmla="*/ 0 60000 65536"/>
                  <a:gd name="T121" fmla="*/ 0 60000 65536"/>
                  <a:gd name="T122" fmla="*/ 0 60000 65536"/>
                  <a:gd name="T123" fmla="*/ 0 w 717"/>
                  <a:gd name="T124" fmla="*/ 0 h 756"/>
                  <a:gd name="T125" fmla="*/ 717 w 717"/>
                  <a:gd name="T126" fmla="*/ 756 h 756"/>
                </a:gdLst>
                <a:ahLst/>
                <a:cxnLst>
                  <a:cxn ang="T82">
                    <a:pos x="T0" y="T1"/>
                  </a:cxn>
                  <a:cxn ang="T83">
                    <a:pos x="T2" y="T3"/>
                  </a:cxn>
                  <a:cxn ang="T84">
                    <a:pos x="T4" y="T5"/>
                  </a:cxn>
                  <a:cxn ang="T85">
                    <a:pos x="T6" y="T7"/>
                  </a:cxn>
                  <a:cxn ang="T86">
                    <a:pos x="T8" y="T9"/>
                  </a:cxn>
                  <a:cxn ang="T87">
                    <a:pos x="T10" y="T11"/>
                  </a:cxn>
                  <a:cxn ang="T88">
                    <a:pos x="T12" y="T13"/>
                  </a:cxn>
                  <a:cxn ang="T89">
                    <a:pos x="T14" y="T15"/>
                  </a:cxn>
                  <a:cxn ang="T90">
                    <a:pos x="T16" y="T17"/>
                  </a:cxn>
                  <a:cxn ang="T91">
                    <a:pos x="T18" y="T19"/>
                  </a:cxn>
                  <a:cxn ang="T92">
                    <a:pos x="T20" y="T21"/>
                  </a:cxn>
                  <a:cxn ang="T93">
                    <a:pos x="T22" y="T23"/>
                  </a:cxn>
                  <a:cxn ang="T94">
                    <a:pos x="T24" y="T25"/>
                  </a:cxn>
                  <a:cxn ang="T95">
                    <a:pos x="T26" y="T27"/>
                  </a:cxn>
                  <a:cxn ang="T96">
                    <a:pos x="T28" y="T29"/>
                  </a:cxn>
                  <a:cxn ang="T97">
                    <a:pos x="T30" y="T31"/>
                  </a:cxn>
                  <a:cxn ang="T98">
                    <a:pos x="T32" y="T33"/>
                  </a:cxn>
                  <a:cxn ang="T99">
                    <a:pos x="T34" y="T35"/>
                  </a:cxn>
                  <a:cxn ang="T100">
                    <a:pos x="T36" y="T37"/>
                  </a:cxn>
                  <a:cxn ang="T101">
                    <a:pos x="T38" y="T39"/>
                  </a:cxn>
                  <a:cxn ang="T102">
                    <a:pos x="T40" y="T41"/>
                  </a:cxn>
                  <a:cxn ang="T103">
                    <a:pos x="T42" y="T43"/>
                  </a:cxn>
                  <a:cxn ang="T104">
                    <a:pos x="T44" y="T45"/>
                  </a:cxn>
                  <a:cxn ang="T105">
                    <a:pos x="T46" y="T47"/>
                  </a:cxn>
                  <a:cxn ang="T106">
                    <a:pos x="T48" y="T49"/>
                  </a:cxn>
                  <a:cxn ang="T107">
                    <a:pos x="T50" y="T51"/>
                  </a:cxn>
                  <a:cxn ang="T108">
                    <a:pos x="T52" y="T53"/>
                  </a:cxn>
                  <a:cxn ang="T109">
                    <a:pos x="T54" y="T55"/>
                  </a:cxn>
                  <a:cxn ang="T110">
                    <a:pos x="T56" y="T57"/>
                  </a:cxn>
                  <a:cxn ang="T111">
                    <a:pos x="T58" y="T59"/>
                  </a:cxn>
                  <a:cxn ang="T112">
                    <a:pos x="T60" y="T61"/>
                  </a:cxn>
                  <a:cxn ang="T113">
                    <a:pos x="T62" y="T63"/>
                  </a:cxn>
                  <a:cxn ang="T114">
                    <a:pos x="T64" y="T65"/>
                  </a:cxn>
                  <a:cxn ang="T115">
                    <a:pos x="T66" y="T67"/>
                  </a:cxn>
                  <a:cxn ang="T116">
                    <a:pos x="T68" y="T69"/>
                  </a:cxn>
                  <a:cxn ang="T117">
                    <a:pos x="T70" y="T71"/>
                  </a:cxn>
                  <a:cxn ang="T118">
                    <a:pos x="T72" y="T73"/>
                  </a:cxn>
                  <a:cxn ang="T119">
                    <a:pos x="T74" y="T75"/>
                  </a:cxn>
                  <a:cxn ang="T120">
                    <a:pos x="T76" y="T77"/>
                  </a:cxn>
                  <a:cxn ang="T121">
                    <a:pos x="T78" y="T79"/>
                  </a:cxn>
                  <a:cxn ang="T122">
                    <a:pos x="T80" y="T81"/>
                  </a:cxn>
                </a:cxnLst>
                <a:rect l="T123" t="T124" r="T125" b="T126"/>
                <a:pathLst>
                  <a:path w="717" h="756">
                    <a:moveTo>
                      <a:pt x="0" y="756"/>
                    </a:moveTo>
                    <a:lnTo>
                      <a:pt x="52" y="167"/>
                    </a:lnTo>
                    <a:lnTo>
                      <a:pt x="64" y="384"/>
                    </a:lnTo>
                    <a:lnTo>
                      <a:pt x="90" y="103"/>
                    </a:lnTo>
                    <a:lnTo>
                      <a:pt x="116" y="519"/>
                    </a:lnTo>
                    <a:lnTo>
                      <a:pt x="135" y="487"/>
                    </a:lnTo>
                    <a:lnTo>
                      <a:pt x="135" y="359"/>
                    </a:lnTo>
                    <a:lnTo>
                      <a:pt x="167" y="71"/>
                    </a:lnTo>
                    <a:lnTo>
                      <a:pt x="192" y="244"/>
                    </a:lnTo>
                    <a:lnTo>
                      <a:pt x="205" y="96"/>
                    </a:lnTo>
                    <a:lnTo>
                      <a:pt x="218" y="615"/>
                    </a:lnTo>
                    <a:lnTo>
                      <a:pt x="244" y="397"/>
                    </a:lnTo>
                    <a:lnTo>
                      <a:pt x="282" y="519"/>
                    </a:lnTo>
                    <a:lnTo>
                      <a:pt x="308" y="308"/>
                    </a:lnTo>
                    <a:lnTo>
                      <a:pt x="333" y="442"/>
                    </a:lnTo>
                    <a:lnTo>
                      <a:pt x="346" y="352"/>
                    </a:lnTo>
                    <a:lnTo>
                      <a:pt x="365" y="384"/>
                    </a:lnTo>
                    <a:lnTo>
                      <a:pt x="378" y="135"/>
                    </a:lnTo>
                    <a:lnTo>
                      <a:pt x="391" y="301"/>
                    </a:lnTo>
                    <a:lnTo>
                      <a:pt x="384" y="519"/>
                    </a:lnTo>
                    <a:lnTo>
                      <a:pt x="404" y="679"/>
                    </a:lnTo>
                    <a:lnTo>
                      <a:pt x="429" y="628"/>
                    </a:lnTo>
                    <a:lnTo>
                      <a:pt x="442" y="480"/>
                    </a:lnTo>
                    <a:lnTo>
                      <a:pt x="455" y="391"/>
                    </a:lnTo>
                    <a:lnTo>
                      <a:pt x="436" y="506"/>
                    </a:lnTo>
                    <a:lnTo>
                      <a:pt x="461" y="352"/>
                    </a:lnTo>
                    <a:lnTo>
                      <a:pt x="474" y="455"/>
                    </a:lnTo>
                    <a:lnTo>
                      <a:pt x="493" y="519"/>
                    </a:lnTo>
                    <a:lnTo>
                      <a:pt x="512" y="410"/>
                    </a:lnTo>
                    <a:lnTo>
                      <a:pt x="532" y="186"/>
                    </a:lnTo>
                    <a:lnTo>
                      <a:pt x="544" y="231"/>
                    </a:lnTo>
                    <a:lnTo>
                      <a:pt x="570" y="148"/>
                    </a:lnTo>
                    <a:lnTo>
                      <a:pt x="576" y="301"/>
                    </a:lnTo>
                    <a:lnTo>
                      <a:pt x="576" y="730"/>
                    </a:lnTo>
                    <a:lnTo>
                      <a:pt x="647" y="0"/>
                    </a:lnTo>
                    <a:lnTo>
                      <a:pt x="647" y="250"/>
                    </a:lnTo>
                    <a:lnTo>
                      <a:pt x="660" y="333"/>
                    </a:lnTo>
                    <a:lnTo>
                      <a:pt x="685" y="192"/>
                    </a:lnTo>
                    <a:lnTo>
                      <a:pt x="711" y="340"/>
                    </a:lnTo>
                    <a:lnTo>
                      <a:pt x="698" y="429"/>
                    </a:lnTo>
                    <a:lnTo>
                      <a:pt x="717" y="461"/>
                    </a:lnTo>
                  </a:path>
                </a:pathLst>
              </a:custGeom>
              <a:noFill/>
              <a:ln w="9525">
                <a:solidFill>
                  <a:srgbClr val="0079F2"/>
                </a:solidFill>
                <a:round/>
                <a:headEnd/>
                <a:tailEnd/>
              </a:ln>
            </p:spPr>
            <p:txBody>
              <a:bodyPr/>
              <a:lstStyle/>
              <a:p>
                <a:endParaRPr lang="en-GB"/>
              </a:p>
            </p:txBody>
          </p:sp>
          <p:sp>
            <p:nvSpPr>
              <p:cNvPr id="10285" name="Freeform 15"/>
              <p:cNvSpPr>
                <a:spLocks/>
              </p:cNvSpPr>
              <p:nvPr/>
            </p:nvSpPr>
            <p:spPr bwMode="auto">
              <a:xfrm flipH="1" flipV="1">
                <a:off x="3770" y="1145"/>
                <a:ext cx="313" cy="756"/>
              </a:xfrm>
              <a:custGeom>
                <a:avLst/>
                <a:gdLst>
                  <a:gd name="T0" fmla="*/ 0 w 717"/>
                  <a:gd name="T1" fmla="*/ 756 h 756"/>
                  <a:gd name="T2" fmla="*/ 4 w 717"/>
                  <a:gd name="T3" fmla="*/ 167 h 756"/>
                  <a:gd name="T4" fmla="*/ 5 w 717"/>
                  <a:gd name="T5" fmla="*/ 384 h 756"/>
                  <a:gd name="T6" fmla="*/ 7 w 717"/>
                  <a:gd name="T7" fmla="*/ 103 h 756"/>
                  <a:gd name="T8" fmla="*/ 10 w 717"/>
                  <a:gd name="T9" fmla="*/ 519 h 756"/>
                  <a:gd name="T10" fmla="*/ 11 w 717"/>
                  <a:gd name="T11" fmla="*/ 487 h 756"/>
                  <a:gd name="T12" fmla="*/ 11 w 717"/>
                  <a:gd name="T13" fmla="*/ 359 h 756"/>
                  <a:gd name="T14" fmla="*/ 14 w 717"/>
                  <a:gd name="T15" fmla="*/ 71 h 756"/>
                  <a:gd name="T16" fmla="*/ 16 w 717"/>
                  <a:gd name="T17" fmla="*/ 244 h 756"/>
                  <a:gd name="T18" fmla="*/ 17 w 717"/>
                  <a:gd name="T19" fmla="*/ 96 h 756"/>
                  <a:gd name="T20" fmla="*/ 18 w 717"/>
                  <a:gd name="T21" fmla="*/ 615 h 756"/>
                  <a:gd name="T22" fmla="*/ 21 w 717"/>
                  <a:gd name="T23" fmla="*/ 397 h 756"/>
                  <a:gd name="T24" fmla="*/ 24 w 717"/>
                  <a:gd name="T25" fmla="*/ 519 h 756"/>
                  <a:gd name="T26" fmla="*/ 25 w 717"/>
                  <a:gd name="T27" fmla="*/ 308 h 756"/>
                  <a:gd name="T28" fmla="*/ 28 w 717"/>
                  <a:gd name="T29" fmla="*/ 442 h 756"/>
                  <a:gd name="T30" fmla="*/ 29 w 717"/>
                  <a:gd name="T31" fmla="*/ 352 h 756"/>
                  <a:gd name="T32" fmla="*/ 30 w 717"/>
                  <a:gd name="T33" fmla="*/ 384 h 756"/>
                  <a:gd name="T34" fmla="*/ 31 w 717"/>
                  <a:gd name="T35" fmla="*/ 135 h 756"/>
                  <a:gd name="T36" fmla="*/ 33 w 717"/>
                  <a:gd name="T37" fmla="*/ 301 h 756"/>
                  <a:gd name="T38" fmla="*/ 32 w 717"/>
                  <a:gd name="T39" fmla="*/ 519 h 756"/>
                  <a:gd name="T40" fmla="*/ 34 w 717"/>
                  <a:gd name="T41" fmla="*/ 679 h 756"/>
                  <a:gd name="T42" fmla="*/ 36 w 717"/>
                  <a:gd name="T43" fmla="*/ 628 h 756"/>
                  <a:gd name="T44" fmla="*/ 37 w 717"/>
                  <a:gd name="T45" fmla="*/ 480 h 756"/>
                  <a:gd name="T46" fmla="*/ 38 w 717"/>
                  <a:gd name="T47" fmla="*/ 391 h 756"/>
                  <a:gd name="T48" fmla="*/ 36 w 717"/>
                  <a:gd name="T49" fmla="*/ 506 h 756"/>
                  <a:gd name="T50" fmla="*/ 38 w 717"/>
                  <a:gd name="T51" fmla="*/ 352 h 756"/>
                  <a:gd name="T52" fmla="*/ 39 w 717"/>
                  <a:gd name="T53" fmla="*/ 455 h 756"/>
                  <a:gd name="T54" fmla="*/ 41 w 717"/>
                  <a:gd name="T55" fmla="*/ 519 h 756"/>
                  <a:gd name="T56" fmla="*/ 43 w 717"/>
                  <a:gd name="T57" fmla="*/ 410 h 756"/>
                  <a:gd name="T58" fmla="*/ 44 w 717"/>
                  <a:gd name="T59" fmla="*/ 186 h 756"/>
                  <a:gd name="T60" fmla="*/ 45 w 717"/>
                  <a:gd name="T61" fmla="*/ 231 h 756"/>
                  <a:gd name="T62" fmla="*/ 48 w 717"/>
                  <a:gd name="T63" fmla="*/ 148 h 756"/>
                  <a:gd name="T64" fmla="*/ 48 w 717"/>
                  <a:gd name="T65" fmla="*/ 301 h 756"/>
                  <a:gd name="T66" fmla="*/ 48 w 717"/>
                  <a:gd name="T67" fmla="*/ 730 h 756"/>
                  <a:gd name="T68" fmla="*/ 54 w 717"/>
                  <a:gd name="T69" fmla="*/ 0 h 756"/>
                  <a:gd name="T70" fmla="*/ 54 w 717"/>
                  <a:gd name="T71" fmla="*/ 250 h 756"/>
                  <a:gd name="T72" fmla="*/ 55 w 717"/>
                  <a:gd name="T73" fmla="*/ 333 h 756"/>
                  <a:gd name="T74" fmla="*/ 57 w 717"/>
                  <a:gd name="T75" fmla="*/ 192 h 756"/>
                  <a:gd name="T76" fmla="*/ 59 w 717"/>
                  <a:gd name="T77" fmla="*/ 340 h 756"/>
                  <a:gd name="T78" fmla="*/ 58 w 717"/>
                  <a:gd name="T79" fmla="*/ 429 h 756"/>
                  <a:gd name="T80" fmla="*/ 60 w 717"/>
                  <a:gd name="T81" fmla="*/ 461 h 756"/>
                  <a:gd name="T82" fmla="*/ 0 60000 65536"/>
                  <a:gd name="T83" fmla="*/ 0 60000 65536"/>
                  <a:gd name="T84" fmla="*/ 0 60000 65536"/>
                  <a:gd name="T85" fmla="*/ 0 60000 65536"/>
                  <a:gd name="T86" fmla="*/ 0 60000 65536"/>
                  <a:gd name="T87" fmla="*/ 0 60000 65536"/>
                  <a:gd name="T88" fmla="*/ 0 60000 65536"/>
                  <a:gd name="T89" fmla="*/ 0 60000 65536"/>
                  <a:gd name="T90" fmla="*/ 0 60000 65536"/>
                  <a:gd name="T91" fmla="*/ 0 60000 65536"/>
                  <a:gd name="T92" fmla="*/ 0 60000 65536"/>
                  <a:gd name="T93" fmla="*/ 0 60000 65536"/>
                  <a:gd name="T94" fmla="*/ 0 60000 65536"/>
                  <a:gd name="T95" fmla="*/ 0 60000 65536"/>
                  <a:gd name="T96" fmla="*/ 0 60000 65536"/>
                  <a:gd name="T97" fmla="*/ 0 60000 65536"/>
                  <a:gd name="T98" fmla="*/ 0 60000 65536"/>
                  <a:gd name="T99" fmla="*/ 0 60000 65536"/>
                  <a:gd name="T100" fmla="*/ 0 60000 65536"/>
                  <a:gd name="T101" fmla="*/ 0 60000 65536"/>
                  <a:gd name="T102" fmla="*/ 0 60000 65536"/>
                  <a:gd name="T103" fmla="*/ 0 60000 65536"/>
                  <a:gd name="T104" fmla="*/ 0 60000 65536"/>
                  <a:gd name="T105" fmla="*/ 0 60000 65536"/>
                  <a:gd name="T106" fmla="*/ 0 60000 65536"/>
                  <a:gd name="T107" fmla="*/ 0 60000 65536"/>
                  <a:gd name="T108" fmla="*/ 0 60000 65536"/>
                  <a:gd name="T109" fmla="*/ 0 60000 65536"/>
                  <a:gd name="T110" fmla="*/ 0 60000 65536"/>
                  <a:gd name="T111" fmla="*/ 0 60000 65536"/>
                  <a:gd name="T112" fmla="*/ 0 60000 65536"/>
                  <a:gd name="T113" fmla="*/ 0 60000 65536"/>
                  <a:gd name="T114" fmla="*/ 0 60000 65536"/>
                  <a:gd name="T115" fmla="*/ 0 60000 65536"/>
                  <a:gd name="T116" fmla="*/ 0 60000 65536"/>
                  <a:gd name="T117" fmla="*/ 0 60000 65536"/>
                  <a:gd name="T118" fmla="*/ 0 60000 65536"/>
                  <a:gd name="T119" fmla="*/ 0 60000 65536"/>
                  <a:gd name="T120" fmla="*/ 0 60000 65536"/>
                  <a:gd name="T121" fmla="*/ 0 60000 65536"/>
                  <a:gd name="T122" fmla="*/ 0 60000 65536"/>
                  <a:gd name="T123" fmla="*/ 0 w 717"/>
                  <a:gd name="T124" fmla="*/ 0 h 756"/>
                  <a:gd name="T125" fmla="*/ 717 w 717"/>
                  <a:gd name="T126" fmla="*/ 756 h 756"/>
                </a:gdLst>
                <a:ahLst/>
                <a:cxnLst>
                  <a:cxn ang="T82">
                    <a:pos x="T0" y="T1"/>
                  </a:cxn>
                  <a:cxn ang="T83">
                    <a:pos x="T2" y="T3"/>
                  </a:cxn>
                  <a:cxn ang="T84">
                    <a:pos x="T4" y="T5"/>
                  </a:cxn>
                  <a:cxn ang="T85">
                    <a:pos x="T6" y="T7"/>
                  </a:cxn>
                  <a:cxn ang="T86">
                    <a:pos x="T8" y="T9"/>
                  </a:cxn>
                  <a:cxn ang="T87">
                    <a:pos x="T10" y="T11"/>
                  </a:cxn>
                  <a:cxn ang="T88">
                    <a:pos x="T12" y="T13"/>
                  </a:cxn>
                  <a:cxn ang="T89">
                    <a:pos x="T14" y="T15"/>
                  </a:cxn>
                  <a:cxn ang="T90">
                    <a:pos x="T16" y="T17"/>
                  </a:cxn>
                  <a:cxn ang="T91">
                    <a:pos x="T18" y="T19"/>
                  </a:cxn>
                  <a:cxn ang="T92">
                    <a:pos x="T20" y="T21"/>
                  </a:cxn>
                  <a:cxn ang="T93">
                    <a:pos x="T22" y="T23"/>
                  </a:cxn>
                  <a:cxn ang="T94">
                    <a:pos x="T24" y="T25"/>
                  </a:cxn>
                  <a:cxn ang="T95">
                    <a:pos x="T26" y="T27"/>
                  </a:cxn>
                  <a:cxn ang="T96">
                    <a:pos x="T28" y="T29"/>
                  </a:cxn>
                  <a:cxn ang="T97">
                    <a:pos x="T30" y="T31"/>
                  </a:cxn>
                  <a:cxn ang="T98">
                    <a:pos x="T32" y="T33"/>
                  </a:cxn>
                  <a:cxn ang="T99">
                    <a:pos x="T34" y="T35"/>
                  </a:cxn>
                  <a:cxn ang="T100">
                    <a:pos x="T36" y="T37"/>
                  </a:cxn>
                  <a:cxn ang="T101">
                    <a:pos x="T38" y="T39"/>
                  </a:cxn>
                  <a:cxn ang="T102">
                    <a:pos x="T40" y="T41"/>
                  </a:cxn>
                  <a:cxn ang="T103">
                    <a:pos x="T42" y="T43"/>
                  </a:cxn>
                  <a:cxn ang="T104">
                    <a:pos x="T44" y="T45"/>
                  </a:cxn>
                  <a:cxn ang="T105">
                    <a:pos x="T46" y="T47"/>
                  </a:cxn>
                  <a:cxn ang="T106">
                    <a:pos x="T48" y="T49"/>
                  </a:cxn>
                  <a:cxn ang="T107">
                    <a:pos x="T50" y="T51"/>
                  </a:cxn>
                  <a:cxn ang="T108">
                    <a:pos x="T52" y="T53"/>
                  </a:cxn>
                  <a:cxn ang="T109">
                    <a:pos x="T54" y="T55"/>
                  </a:cxn>
                  <a:cxn ang="T110">
                    <a:pos x="T56" y="T57"/>
                  </a:cxn>
                  <a:cxn ang="T111">
                    <a:pos x="T58" y="T59"/>
                  </a:cxn>
                  <a:cxn ang="T112">
                    <a:pos x="T60" y="T61"/>
                  </a:cxn>
                  <a:cxn ang="T113">
                    <a:pos x="T62" y="T63"/>
                  </a:cxn>
                  <a:cxn ang="T114">
                    <a:pos x="T64" y="T65"/>
                  </a:cxn>
                  <a:cxn ang="T115">
                    <a:pos x="T66" y="T67"/>
                  </a:cxn>
                  <a:cxn ang="T116">
                    <a:pos x="T68" y="T69"/>
                  </a:cxn>
                  <a:cxn ang="T117">
                    <a:pos x="T70" y="T71"/>
                  </a:cxn>
                  <a:cxn ang="T118">
                    <a:pos x="T72" y="T73"/>
                  </a:cxn>
                  <a:cxn ang="T119">
                    <a:pos x="T74" y="T75"/>
                  </a:cxn>
                  <a:cxn ang="T120">
                    <a:pos x="T76" y="T77"/>
                  </a:cxn>
                  <a:cxn ang="T121">
                    <a:pos x="T78" y="T79"/>
                  </a:cxn>
                  <a:cxn ang="T122">
                    <a:pos x="T80" y="T81"/>
                  </a:cxn>
                </a:cxnLst>
                <a:rect l="T123" t="T124" r="T125" b="T126"/>
                <a:pathLst>
                  <a:path w="717" h="756">
                    <a:moveTo>
                      <a:pt x="0" y="756"/>
                    </a:moveTo>
                    <a:lnTo>
                      <a:pt x="52" y="167"/>
                    </a:lnTo>
                    <a:lnTo>
                      <a:pt x="64" y="384"/>
                    </a:lnTo>
                    <a:lnTo>
                      <a:pt x="90" y="103"/>
                    </a:lnTo>
                    <a:lnTo>
                      <a:pt x="116" y="519"/>
                    </a:lnTo>
                    <a:lnTo>
                      <a:pt x="135" y="487"/>
                    </a:lnTo>
                    <a:lnTo>
                      <a:pt x="135" y="359"/>
                    </a:lnTo>
                    <a:lnTo>
                      <a:pt x="167" y="71"/>
                    </a:lnTo>
                    <a:lnTo>
                      <a:pt x="192" y="244"/>
                    </a:lnTo>
                    <a:lnTo>
                      <a:pt x="205" y="96"/>
                    </a:lnTo>
                    <a:lnTo>
                      <a:pt x="218" y="615"/>
                    </a:lnTo>
                    <a:lnTo>
                      <a:pt x="244" y="397"/>
                    </a:lnTo>
                    <a:lnTo>
                      <a:pt x="282" y="519"/>
                    </a:lnTo>
                    <a:lnTo>
                      <a:pt x="308" y="308"/>
                    </a:lnTo>
                    <a:lnTo>
                      <a:pt x="333" y="442"/>
                    </a:lnTo>
                    <a:lnTo>
                      <a:pt x="346" y="352"/>
                    </a:lnTo>
                    <a:lnTo>
                      <a:pt x="365" y="384"/>
                    </a:lnTo>
                    <a:lnTo>
                      <a:pt x="378" y="135"/>
                    </a:lnTo>
                    <a:lnTo>
                      <a:pt x="391" y="301"/>
                    </a:lnTo>
                    <a:lnTo>
                      <a:pt x="384" y="519"/>
                    </a:lnTo>
                    <a:lnTo>
                      <a:pt x="404" y="679"/>
                    </a:lnTo>
                    <a:lnTo>
                      <a:pt x="429" y="628"/>
                    </a:lnTo>
                    <a:lnTo>
                      <a:pt x="442" y="480"/>
                    </a:lnTo>
                    <a:lnTo>
                      <a:pt x="455" y="391"/>
                    </a:lnTo>
                    <a:lnTo>
                      <a:pt x="436" y="506"/>
                    </a:lnTo>
                    <a:lnTo>
                      <a:pt x="461" y="352"/>
                    </a:lnTo>
                    <a:lnTo>
                      <a:pt x="474" y="455"/>
                    </a:lnTo>
                    <a:lnTo>
                      <a:pt x="493" y="519"/>
                    </a:lnTo>
                    <a:lnTo>
                      <a:pt x="512" y="410"/>
                    </a:lnTo>
                    <a:lnTo>
                      <a:pt x="532" y="186"/>
                    </a:lnTo>
                    <a:lnTo>
                      <a:pt x="544" y="231"/>
                    </a:lnTo>
                    <a:lnTo>
                      <a:pt x="570" y="148"/>
                    </a:lnTo>
                    <a:lnTo>
                      <a:pt x="576" y="301"/>
                    </a:lnTo>
                    <a:lnTo>
                      <a:pt x="576" y="730"/>
                    </a:lnTo>
                    <a:lnTo>
                      <a:pt x="647" y="0"/>
                    </a:lnTo>
                    <a:lnTo>
                      <a:pt x="647" y="250"/>
                    </a:lnTo>
                    <a:lnTo>
                      <a:pt x="660" y="333"/>
                    </a:lnTo>
                    <a:lnTo>
                      <a:pt x="685" y="192"/>
                    </a:lnTo>
                    <a:lnTo>
                      <a:pt x="711" y="340"/>
                    </a:lnTo>
                    <a:lnTo>
                      <a:pt x="698" y="429"/>
                    </a:lnTo>
                    <a:lnTo>
                      <a:pt x="717" y="461"/>
                    </a:lnTo>
                  </a:path>
                </a:pathLst>
              </a:custGeom>
              <a:noFill/>
              <a:ln w="9525">
                <a:solidFill>
                  <a:srgbClr val="0079F2"/>
                </a:solidFill>
                <a:round/>
                <a:headEnd/>
                <a:tailEnd/>
              </a:ln>
            </p:spPr>
            <p:txBody>
              <a:bodyPr/>
              <a:lstStyle/>
              <a:p>
                <a:endParaRPr lang="en-GB"/>
              </a:p>
            </p:txBody>
          </p:sp>
          <p:sp>
            <p:nvSpPr>
              <p:cNvPr id="10286" name="Freeform 16"/>
              <p:cNvSpPr>
                <a:spLocks/>
              </p:cNvSpPr>
              <p:nvPr/>
            </p:nvSpPr>
            <p:spPr bwMode="auto">
              <a:xfrm flipH="1">
                <a:off x="4077" y="1119"/>
                <a:ext cx="313" cy="756"/>
              </a:xfrm>
              <a:custGeom>
                <a:avLst/>
                <a:gdLst>
                  <a:gd name="T0" fmla="*/ 0 w 717"/>
                  <a:gd name="T1" fmla="*/ 756 h 756"/>
                  <a:gd name="T2" fmla="*/ 4 w 717"/>
                  <a:gd name="T3" fmla="*/ 167 h 756"/>
                  <a:gd name="T4" fmla="*/ 5 w 717"/>
                  <a:gd name="T5" fmla="*/ 384 h 756"/>
                  <a:gd name="T6" fmla="*/ 7 w 717"/>
                  <a:gd name="T7" fmla="*/ 103 h 756"/>
                  <a:gd name="T8" fmla="*/ 10 w 717"/>
                  <a:gd name="T9" fmla="*/ 519 h 756"/>
                  <a:gd name="T10" fmla="*/ 11 w 717"/>
                  <a:gd name="T11" fmla="*/ 487 h 756"/>
                  <a:gd name="T12" fmla="*/ 11 w 717"/>
                  <a:gd name="T13" fmla="*/ 359 h 756"/>
                  <a:gd name="T14" fmla="*/ 14 w 717"/>
                  <a:gd name="T15" fmla="*/ 71 h 756"/>
                  <a:gd name="T16" fmla="*/ 16 w 717"/>
                  <a:gd name="T17" fmla="*/ 244 h 756"/>
                  <a:gd name="T18" fmla="*/ 17 w 717"/>
                  <a:gd name="T19" fmla="*/ 96 h 756"/>
                  <a:gd name="T20" fmla="*/ 18 w 717"/>
                  <a:gd name="T21" fmla="*/ 615 h 756"/>
                  <a:gd name="T22" fmla="*/ 21 w 717"/>
                  <a:gd name="T23" fmla="*/ 397 h 756"/>
                  <a:gd name="T24" fmla="*/ 24 w 717"/>
                  <a:gd name="T25" fmla="*/ 519 h 756"/>
                  <a:gd name="T26" fmla="*/ 25 w 717"/>
                  <a:gd name="T27" fmla="*/ 308 h 756"/>
                  <a:gd name="T28" fmla="*/ 28 w 717"/>
                  <a:gd name="T29" fmla="*/ 442 h 756"/>
                  <a:gd name="T30" fmla="*/ 29 w 717"/>
                  <a:gd name="T31" fmla="*/ 352 h 756"/>
                  <a:gd name="T32" fmla="*/ 30 w 717"/>
                  <a:gd name="T33" fmla="*/ 384 h 756"/>
                  <a:gd name="T34" fmla="*/ 31 w 717"/>
                  <a:gd name="T35" fmla="*/ 135 h 756"/>
                  <a:gd name="T36" fmla="*/ 33 w 717"/>
                  <a:gd name="T37" fmla="*/ 301 h 756"/>
                  <a:gd name="T38" fmla="*/ 32 w 717"/>
                  <a:gd name="T39" fmla="*/ 519 h 756"/>
                  <a:gd name="T40" fmla="*/ 34 w 717"/>
                  <a:gd name="T41" fmla="*/ 679 h 756"/>
                  <a:gd name="T42" fmla="*/ 36 w 717"/>
                  <a:gd name="T43" fmla="*/ 628 h 756"/>
                  <a:gd name="T44" fmla="*/ 37 w 717"/>
                  <a:gd name="T45" fmla="*/ 480 h 756"/>
                  <a:gd name="T46" fmla="*/ 38 w 717"/>
                  <a:gd name="T47" fmla="*/ 391 h 756"/>
                  <a:gd name="T48" fmla="*/ 36 w 717"/>
                  <a:gd name="T49" fmla="*/ 506 h 756"/>
                  <a:gd name="T50" fmla="*/ 38 w 717"/>
                  <a:gd name="T51" fmla="*/ 352 h 756"/>
                  <a:gd name="T52" fmla="*/ 39 w 717"/>
                  <a:gd name="T53" fmla="*/ 455 h 756"/>
                  <a:gd name="T54" fmla="*/ 41 w 717"/>
                  <a:gd name="T55" fmla="*/ 519 h 756"/>
                  <a:gd name="T56" fmla="*/ 43 w 717"/>
                  <a:gd name="T57" fmla="*/ 410 h 756"/>
                  <a:gd name="T58" fmla="*/ 44 w 717"/>
                  <a:gd name="T59" fmla="*/ 186 h 756"/>
                  <a:gd name="T60" fmla="*/ 45 w 717"/>
                  <a:gd name="T61" fmla="*/ 231 h 756"/>
                  <a:gd name="T62" fmla="*/ 48 w 717"/>
                  <a:gd name="T63" fmla="*/ 148 h 756"/>
                  <a:gd name="T64" fmla="*/ 48 w 717"/>
                  <a:gd name="T65" fmla="*/ 301 h 756"/>
                  <a:gd name="T66" fmla="*/ 48 w 717"/>
                  <a:gd name="T67" fmla="*/ 730 h 756"/>
                  <a:gd name="T68" fmla="*/ 54 w 717"/>
                  <a:gd name="T69" fmla="*/ 0 h 756"/>
                  <a:gd name="T70" fmla="*/ 54 w 717"/>
                  <a:gd name="T71" fmla="*/ 250 h 756"/>
                  <a:gd name="T72" fmla="*/ 55 w 717"/>
                  <a:gd name="T73" fmla="*/ 333 h 756"/>
                  <a:gd name="T74" fmla="*/ 57 w 717"/>
                  <a:gd name="T75" fmla="*/ 192 h 756"/>
                  <a:gd name="T76" fmla="*/ 59 w 717"/>
                  <a:gd name="T77" fmla="*/ 340 h 756"/>
                  <a:gd name="T78" fmla="*/ 58 w 717"/>
                  <a:gd name="T79" fmla="*/ 429 h 756"/>
                  <a:gd name="T80" fmla="*/ 60 w 717"/>
                  <a:gd name="T81" fmla="*/ 461 h 756"/>
                  <a:gd name="T82" fmla="*/ 0 60000 65536"/>
                  <a:gd name="T83" fmla="*/ 0 60000 65536"/>
                  <a:gd name="T84" fmla="*/ 0 60000 65536"/>
                  <a:gd name="T85" fmla="*/ 0 60000 65536"/>
                  <a:gd name="T86" fmla="*/ 0 60000 65536"/>
                  <a:gd name="T87" fmla="*/ 0 60000 65536"/>
                  <a:gd name="T88" fmla="*/ 0 60000 65536"/>
                  <a:gd name="T89" fmla="*/ 0 60000 65536"/>
                  <a:gd name="T90" fmla="*/ 0 60000 65536"/>
                  <a:gd name="T91" fmla="*/ 0 60000 65536"/>
                  <a:gd name="T92" fmla="*/ 0 60000 65536"/>
                  <a:gd name="T93" fmla="*/ 0 60000 65536"/>
                  <a:gd name="T94" fmla="*/ 0 60000 65536"/>
                  <a:gd name="T95" fmla="*/ 0 60000 65536"/>
                  <a:gd name="T96" fmla="*/ 0 60000 65536"/>
                  <a:gd name="T97" fmla="*/ 0 60000 65536"/>
                  <a:gd name="T98" fmla="*/ 0 60000 65536"/>
                  <a:gd name="T99" fmla="*/ 0 60000 65536"/>
                  <a:gd name="T100" fmla="*/ 0 60000 65536"/>
                  <a:gd name="T101" fmla="*/ 0 60000 65536"/>
                  <a:gd name="T102" fmla="*/ 0 60000 65536"/>
                  <a:gd name="T103" fmla="*/ 0 60000 65536"/>
                  <a:gd name="T104" fmla="*/ 0 60000 65536"/>
                  <a:gd name="T105" fmla="*/ 0 60000 65536"/>
                  <a:gd name="T106" fmla="*/ 0 60000 65536"/>
                  <a:gd name="T107" fmla="*/ 0 60000 65536"/>
                  <a:gd name="T108" fmla="*/ 0 60000 65536"/>
                  <a:gd name="T109" fmla="*/ 0 60000 65536"/>
                  <a:gd name="T110" fmla="*/ 0 60000 65536"/>
                  <a:gd name="T111" fmla="*/ 0 60000 65536"/>
                  <a:gd name="T112" fmla="*/ 0 60000 65536"/>
                  <a:gd name="T113" fmla="*/ 0 60000 65536"/>
                  <a:gd name="T114" fmla="*/ 0 60000 65536"/>
                  <a:gd name="T115" fmla="*/ 0 60000 65536"/>
                  <a:gd name="T116" fmla="*/ 0 60000 65536"/>
                  <a:gd name="T117" fmla="*/ 0 60000 65536"/>
                  <a:gd name="T118" fmla="*/ 0 60000 65536"/>
                  <a:gd name="T119" fmla="*/ 0 60000 65536"/>
                  <a:gd name="T120" fmla="*/ 0 60000 65536"/>
                  <a:gd name="T121" fmla="*/ 0 60000 65536"/>
                  <a:gd name="T122" fmla="*/ 0 60000 65536"/>
                  <a:gd name="T123" fmla="*/ 0 w 717"/>
                  <a:gd name="T124" fmla="*/ 0 h 756"/>
                  <a:gd name="T125" fmla="*/ 717 w 717"/>
                  <a:gd name="T126" fmla="*/ 756 h 756"/>
                </a:gdLst>
                <a:ahLst/>
                <a:cxnLst>
                  <a:cxn ang="T82">
                    <a:pos x="T0" y="T1"/>
                  </a:cxn>
                  <a:cxn ang="T83">
                    <a:pos x="T2" y="T3"/>
                  </a:cxn>
                  <a:cxn ang="T84">
                    <a:pos x="T4" y="T5"/>
                  </a:cxn>
                  <a:cxn ang="T85">
                    <a:pos x="T6" y="T7"/>
                  </a:cxn>
                  <a:cxn ang="T86">
                    <a:pos x="T8" y="T9"/>
                  </a:cxn>
                  <a:cxn ang="T87">
                    <a:pos x="T10" y="T11"/>
                  </a:cxn>
                  <a:cxn ang="T88">
                    <a:pos x="T12" y="T13"/>
                  </a:cxn>
                  <a:cxn ang="T89">
                    <a:pos x="T14" y="T15"/>
                  </a:cxn>
                  <a:cxn ang="T90">
                    <a:pos x="T16" y="T17"/>
                  </a:cxn>
                  <a:cxn ang="T91">
                    <a:pos x="T18" y="T19"/>
                  </a:cxn>
                  <a:cxn ang="T92">
                    <a:pos x="T20" y="T21"/>
                  </a:cxn>
                  <a:cxn ang="T93">
                    <a:pos x="T22" y="T23"/>
                  </a:cxn>
                  <a:cxn ang="T94">
                    <a:pos x="T24" y="T25"/>
                  </a:cxn>
                  <a:cxn ang="T95">
                    <a:pos x="T26" y="T27"/>
                  </a:cxn>
                  <a:cxn ang="T96">
                    <a:pos x="T28" y="T29"/>
                  </a:cxn>
                  <a:cxn ang="T97">
                    <a:pos x="T30" y="T31"/>
                  </a:cxn>
                  <a:cxn ang="T98">
                    <a:pos x="T32" y="T33"/>
                  </a:cxn>
                  <a:cxn ang="T99">
                    <a:pos x="T34" y="T35"/>
                  </a:cxn>
                  <a:cxn ang="T100">
                    <a:pos x="T36" y="T37"/>
                  </a:cxn>
                  <a:cxn ang="T101">
                    <a:pos x="T38" y="T39"/>
                  </a:cxn>
                  <a:cxn ang="T102">
                    <a:pos x="T40" y="T41"/>
                  </a:cxn>
                  <a:cxn ang="T103">
                    <a:pos x="T42" y="T43"/>
                  </a:cxn>
                  <a:cxn ang="T104">
                    <a:pos x="T44" y="T45"/>
                  </a:cxn>
                  <a:cxn ang="T105">
                    <a:pos x="T46" y="T47"/>
                  </a:cxn>
                  <a:cxn ang="T106">
                    <a:pos x="T48" y="T49"/>
                  </a:cxn>
                  <a:cxn ang="T107">
                    <a:pos x="T50" y="T51"/>
                  </a:cxn>
                  <a:cxn ang="T108">
                    <a:pos x="T52" y="T53"/>
                  </a:cxn>
                  <a:cxn ang="T109">
                    <a:pos x="T54" y="T55"/>
                  </a:cxn>
                  <a:cxn ang="T110">
                    <a:pos x="T56" y="T57"/>
                  </a:cxn>
                  <a:cxn ang="T111">
                    <a:pos x="T58" y="T59"/>
                  </a:cxn>
                  <a:cxn ang="T112">
                    <a:pos x="T60" y="T61"/>
                  </a:cxn>
                  <a:cxn ang="T113">
                    <a:pos x="T62" y="T63"/>
                  </a:cxn>
                  <a:cxn ang="T114">
                    <a:pos x="T64" y="T65"/>
                  </a:cxn>
                  <a:cxn ang="T115">
                    <a:pos x="T66" y="T67"/>
                  </a:cxn>
                  <a:cxn ang="T116">
                    <a:pos x="T68" y="T69"/>
                  </a:cxn>
                  <a:cxn ang="T117">
                    <a:pos x="T70" y="T71"/>
                  </a:cxn>
                  <a:cxn ang="T118">
                    <a:pos x="T72" y="T73"/>
                  </a:cxn>
                  <a:cxn ang="T119">
                    <a:pos x="T74" y="T75"/>
                  </a:cxn>
                  <a:cxn ang="T120">
                    <a:pos x="T76" y="T77"/>
                  </a:cxn>
                  <a:cxn ang="T121">
                    <a:pos x="T78" y="T79"/>
                  </a:cxn>
                  <a:cxn ang="T122">
                    <a:pos x="T80" y="T81"/>
                  </a:cxn>
                </a:cxnLst>
                <a:rect l="T123" t="T124" r="T125" b="T126"/>
                <a:pathLst>
                  <a:path w="717" h="756">
                    <a:moveTo>
                      <a:pt x="0" y="756"/>
                    </a:moveTo>
                    <a:lnTo>
                      <a:pt x="52" y="167"/>
                    </a:lnTo>
                    <a:lnTo>
                      <a:pt x="64" y="384"/>
                    </a:lnTo>
                    <a:lnTo>
                      <a:pt x="90" y="103"/>
                    </a:lnTo>
                    <a:lnTo>
                      <a:pt x="116" y="519"/>
                    </a:lnTo>
                    <a:lnTo>
                      <a:pt x="135" y="487"/>
                    </a:lnTo>
                    <a:lnTo>
                      <a:pt x="135" y="359"/>
                    </a:lnTo>
                    <a:lnTo>
                      <a:pt x="167" y="71"/>
                    </a:lnTo>
                    <a:lnTo>
                      <a:pt x="192" y="244"/>
                    </a:lnTo>
                    <a:lnTo>
                      <a:pt x="205" y="96"/>
                    </a:lnTo>
                    <a:lnTo>
                      <a:pt x="218" y="615"/>
                    </a:lnTo>
                    <a:lnTo>
                      <a:pt x="244" y="397"/>
                    </a:lnTo>
                    <a:lnTo>
                      <a:pt x="282" y="519"/>
                    </a:lnTo>
                    <a:lnTo>
                      <a:pt x="308" y="308"/>
                    </a:lnTo>
                    <a:lnTo>
                      <a:pt x="333" y="442"/>
                    </a:lnTo>
                    <a:lnTo>
                      <a:pt x="346" y="352"/>
                    </a:lnTo>
                    <a:lnTo>
                      <a:pt x="365" y="384"/>
                    </a:lnTo>
                    <a:lnTo>
                      <a:pt x="378" y="135"/>
                    </a:lnTo>
                    <a:lnTo>
                      <a:pt x="391" y="301"/>
                    </a:lnTo>
                    <a:lnTo>
                      <a:pt x="384" y="519"/>
                    </a:lnTo>
                    <a:lnTo>
                      <a:pt x="404" y="679"/>
                    </a:lnTo>
                    <a:lnTo>
                      <a:pt x="429" y="628"/>
                    </a:lnTo>
                    <a:lnTo>
                      <a:pt x="442" y="480"/>
                    </a:lnTo>
                    <a:lnTo>
                      <a:pt x="455" y="391"/>
                    </a:lnTo>
                    <a:lnTo>
                      <a:pt x="436" y="506"/>
                    </a:lnTo>
                    <a:lnTo>
                      <a:pt x="461" y="352"/>
                    </a:lnTo>
                    <a:lnTo>
                      <a:pt x="474" y="455"/>
                    </a:lnTo>
                    <a:lnTo>
                      <a:pt x="493" y="519"/>
                    </a:lnTo>
                    <a:lnTo>
                      <a:pt x="512" y="410"/>
                    </a:lnTo>
                    <a:lnTo>
                      <a:pt x="532" y="186"/>
                    </a:lnTo>
                    <a:lnTo>
                      <a:pt x="544" y="231"/>
                    </a:lnTo>
                    <a:lnTo>
                      <a:pt x="570" y="148"/>
                    </a:lnTo>
                    <a:lnTo>
                      <a:pt x="576" y="301"/>
                    </a:lnTo>
                    <a:lnTo>
                      <a:pt x="576" y="730"/>
                    </a:lnTo>
                    <a:lnTo>
                      <a:pt x="647" y="0"/>
                    </a:lnTo>
                    <a:lnTo>
                      <a:pt x="647" y="250"/>
                    </a:lnTo>
                    <a:lnTo>
                      <a:pt x="660" y="333"/>
                    </a:lnTo>
                    <a:lnTo>
                      <a:pt x="685" y="192"/>
                    </a:lnTo>
                    <a:lnTo>
                      <a:pt x="711" y="340"/>
                    </a:lnTo>
                    <a:lnTo>
                      <a:pt x="698" y="429"/>
                    </a:lnTo>
                    <a:lnTo>
                      <a:pt x="717" y="461"/>
                    </a:lnTo>
                  </a:path>
                </a:pathLst>
              </a:custGeom>
              <a:noFill/>
              <a:ln w="9525">
                <a:solidFill>
                  <a:srgbClr val="0079F2"/>
                </a:solidFill>
                <a:round/>
                <a:headEnd/>
                <a:tailEnd/>
              </a:ln>
            </p:spPr>
            <p:txBody>
              <a:bodyPr/>
              <a:lstStyle/>
              <a:p>
                <a:endParaRPr lang="en-GB"/>
              </a:p>
            </p:txBody>
          </p:sp>
          <p:sp>
            <p:nvSpPr>
              <p:cNvPr id="10287" name="Freeform 17"/>
              <p:cNvSpPr>
                <a:spLocks/>
              </p:cNvSpPr>
              <p:nvPr/>
            </p:nvSpPr>
            <p:spPr bwMode="auto">
              <a:xfrm flipV="1">
                <a:off x="4385" y="1138"/>
                <a:ext cx="313" cy="756"/>
              </a:xfrm>
              <a:custGeom>
                <a:avLst/>
                <a:gdLst>
                  <a:gd name="T0" fmla="*/ 0 w 717"/>
                  <a:gd name="T1" fmla="*/ 756 h 756"/>
                  <a:gd name="T2" fmla="*/ 4 w 717"/>
                  <a:gd name="T3" fmla="*/ 167 h 756"/>
                  <a:gd name="T4" fmla="*/ 5 w 717"/>
                  <a:gd name="T5" fmla="*/ 384 h 756"/>
                  <a:gd name="T6" fmla="*/ 7 w 717"/>
                  <a:gd name="T7" fmla="*/ 103 h 756"/>
                  <a:gd name="T8" fmla="*/ 10 w 717"/>
                  <a:gd name="T9" fmla="*/ 519 h 756"/>
                  <a:gd name="T10" fmla="*/ 11 w 717"/>
                  <a:gd name="T11" fmla="*/ 487 h 756"/>
                  <a:gd name="T12" fmla="*/ 11 w 717"/>
                  <a:gd name="T13" fmla="*/ 359 h 756"/>
                  <a:gd name="T14" fmla="*/ 14 w 717"/>
                  <a:gd name="T15" fmla="*/ 71 h 756"/>
                  <a:gd name="T16" fmla="*/ 16 w 717"/>
                  <a:gd name="T17" fmla="*/ 244 h 756"/>
                  <a:gd name="T18" fmla="*/ 17 w 717"/>
                  <a:gd name="T19" fmla="*/ 96 h 756"/>
                  <a:gd name="T20" fmla="*/ 18 w 717"/>
                  <a:gd name="T21" fmla="*/ 615 h 756"/>
                  <a:gd name="T22" fmla="*/ 21 w 717"/>
                  <a:gd name="T23" fmla="*/ 397 h 756"/>
                  <a:gd name="T24" fmla="*/ 24 w 717"/>
                  <a:gd name="T25" fmla="*/ 519 h 756"/>
                  <a:gd name="T26" fmla="*/ 25 w 717"/>
                  <a:gd name="T27" fmla="*/ 308 h 756"/>
                  <a:gd name="T28" fmla="*/ 28 w 717"/>
                  <a:gd name="T29" fmla="*/ 442 h 756"/>
                  <a:gd name="T30" fmla="*/ 29 w 717"/>
                  <a:gd name="T31" fmla="*/ 352 h 756"/>
                  <a:gd name="T32" fmla="*/ 30 w 717"/>
                  <a:gd name="T33" fmla="*/ 384 h 756"/>
                  <a:gd name="T34" fmla="*/ 31 w 717"/>
                  <a:gd name="T35" fmla="*/ 135 h 756"/>
                  <a:gd name="T36" fmla="*/ 33 w 717"/>
                  <a:gd name="T37" fmla="*/ 301 h 756"/>
                  <a:gd name="T38" fmla="*/ 32 w 717"/>
                  <a:gd name="T39" fmla="*/ 519 h 756"/>
                  <a:gd name="T40" fmla="*/ 34 w 717"/>
                  <a:gd name="T41" fmla="*/ 679 h 756"/>
                  <a:gd name="T42" fmla="*/ 36 w 717"/>
                  <a:gd name="T43" fmla="*/ 628 h 756"/>
                  <a:gd name="T44" fmla="*/ 37 w 717"/>
                  <a:gd name="T45" fmla="*/ 480 h 756"/>
                  <a:gd name="T46" fmla="*/ 38 w 717"/>
                  <a:gd name="T47" fmla="*/ 391 h 756"/>
                  <a:gd name="T48" fmla="*/ 36 w 717"/>
                  <a:gd name="T49" fmla="*/ 506 h 756"/>
                  <a:gd name="T50" fmla="*/ 38 w 717"/>
                  <a:gd name="T51" fmla="*/ 352 h 756"/>
                  <a:gd name="T52" fmla="*/ 39 w 717"/>
                  <a:gd name="T53" fmla="*/ 455 h 756"/>
                  <a:gd name="T54" fmla="*/ 41 w 717"/>
                  <a:gd name="T55" fmla="*/ 519 h 756"/>
                  <a:gd name="T56" fmla="*/ 43 w 717"/>
                  <a:gd name="T57" fmla="*/ 410 h 756"/>
                  <a:gd name="T58" fmla="*/ 44 w 717"/>
                  <a:gd name="T59" fmla="*/ 186 h 756"/>
                  <a:gd name="T60" fmla="*/ 45 w 717"/>
                  <a:gd name="T61" fmla="*/ 231 h 756"/>
                  <a:gd name="T62" fmla="*/ 48 w 717"/>
                  <a:gd name="T63" fmla="*/ 148 h 756"/>
                  <a:gd name="T64" fmla="*/ 48 w 717"/>
                  <a:gd name="T65" fmla="*/ 301 h 756"/>
                  <a:gd name="T66" fmla="*/ 48 w 717"/>
                  <a:gd name="T67" fmla="*/ 730 h 756"/>
                  <a:gd name="T68" fmla="*/ 54 w 717"/>
                  <a:gd name="T69" fmla="*/ 0 h 756"/>
                  <a:gd name="T70" fmla="*/ 54 w 717"/>
                  <a:gd name="T71" fmla="*/ 250 h 756"/>
                  <a:gd name="T72" fmla="*/ 55 w 717"/>
                  <a:gd name="T73" fmla="*/ 333 h 756"/>
                  <a:gd name="T74" fmla="*/ 57 w 717"/>
                  <a:gd name="T75" fmla="*/ 192 h 756"/>
                  <a:gd name="T76" fmla="*/ 59 w 717"/>
                  <a:gd name="T77" fmla="*/ 340 h 756"/>
                  <a:gd name="T78" fmla="*/ 58 w 717"/>
                  <a:gd name="T79" fmla="*/ 429 h 756"/>
                  <a:gd name="T80" fmla="*/ 60 w 717"/>
                  <a:gd name="T81" fmla="*/ 461 h 756"/>
                  <a:gd name="T82" fmla="*/ 0 60000 65536"/>
                  <a:gd name="T83" fmla="*/ 0 60000 65536"/>
                  <a:gd name="T84" fmla="*/ 0 60000 65536"/>
                  <a:gd name="T85" fmla="*/ 0 60000 65536"/>
                  <a:gd name="T86" fmla="*/ 0 60000 65536"/>
                  <a:gd name="T87" fmla="*/ 0 60000 65536"/>
                  <a:gd name="T88" fmla="*/ 0 60000 65536"/>
                  <a:gd name="T89" fmla="*/ 0 60000 65536"/>
                  <a:gd name="T90" fmla="*/ 0 60000 65536"/>
                  <a:gd name="T91" fmla="*/ 0 60000 65536"/>
                  <a:gd name="T92" fmla="*/ 0 60000 65536"/>
                  <a:gd name="T93" fmla="*/ 0 60000 65536"/>
                  <a:gd name="T94" fmla="*/ 0 60000 65536"/>
                  <a:gd name="T95" fmla="*/ 0 60000 65536"/>
                  <a:gd name="T96" fmla="*/ 0 60000 65536"/>
                  <a:gd name="T97" fmla="*/ 0 60000 65536"/>
                  <a:gd name="T98" fmla="*/ 0 60000 65536"/>
                  <a:gd name="T99" fmla="*/ 0 60000 65536"/>
                  <a:gd name="T100" fmla="*/ 0 60000 65536"/>
                  <a:gd name="T101" fmla="*/ 0 60000 65536"/>
                  <a:gd name="T102" fmla="*/ 0 60000 65536"/>
                  <a:gd name="T103" fmla="*/ 0 60000 65536"/>
                  <a:gd name="T104" fmla="*/ 0 60000 65536"/>
                  <a:gd name="T105" fmla="*/ 0 60000 65536"/>
                  <a:gd name="T106" fmla="*/ 0 60000 65536"/>
                  <a:gd name="T107" fmla="*/ 0 60000 65536"/>
                  <a:gd name="T108" fmla="*/ 0 60000 65536"/>
                  <a:gd name="T109" fmla="*/ 0 60000 65536"/>
                  <a:gd name="T110" fmla="*/ 0 60000 65536"/>
                  <a:gd name="T111" fmla="*/ 0 60000 65536"/>
                  <a:gd name="T112" fmla="*/ 0 60000 65536"/>
                  <a:gd name="T113" fmla="*/ 0 60000 65536"/>
                  <a:gd name="T114" fmla="*/ 0 60000 65536"/>
                  <a:gd name="T115" fmla="*/ 0 60000 65536"/>
                  <a:gd name="T116" fmla="*/ 0 60000 65536"/>
                  <a:gd name="T117" fmla="*/ 0 60000 65536"/>
                  <a:gd name="T118" fmla="*/ 0 60000 65536"/>
                  <a:gd name="T119" fmla="*/ 0 60000 65536"/>
                  <a:gd name="T120" fmla="*/ 0 60000 65536"/>
                  <a:gd name="T121" fmla="*/ 0 60000 65536"/>
                  <a:gd name="T122" fmla="*/ 0 60000 65536"/>
                  <a:gd name="T123" fmla="*/ 0 w 717"/>
                  <a:gd name="T124" fmla="*/ 0 h 756"/>
                  <a:gd name="T125" fmla="*/ 717 w 717"/>
                  <a:gd name="T126" fmla="*/ 756 h 756"/>
                </a:gdLst>
                <a:ahLst/>
                <a:cxnLst>
                  <a:cxn ang="T82">
                    <a:pos x="T0" y="T1"/>
                  </a:cxn>
                  <a:cxn ang="T83">
                    <a:pos x="T2" y="T3"/>
                  </a:cxn>
                  <a:cxn ang="T84">
                    <a:pos x="T4" y="T5"/>
                  </a:cxn>
                  <a:cxn ang="T85">
                    <a:pos x="T6" y="T7"/>
                  </a:cxn>
                  <a:cxn ang="T86">
                    <a:pos x="T8" y="T9"/>
                  </a:cxn>
                  <a:cxn ang="T87">
                    <a:pos x="T10" y="T11"/>
                  </a:cxn>
                  <a:cxn ang="T88">
                    <a:pos x="T12" y="T13"/>
                  </a:cxn>
                  <a:cxn ang="T89">
                    <a:pos x="T14" y="T15"/>
                  </a:cxn>
                  <a:cxn ang="T90">
                    <a:pos x="T16" y="T17"/>
                  </a:cxn>
                  <a:cxn ang="T91">
                    <a:pos x="T18" y="T19"/>
                  </a:cxn>
                  <a:cxn ang="T92">
                    <a:pos x="T20" y="T21"/>
                  </a:cxn>
                  <a:cxn ang="T93">
                    <a:pos x="T22" y="T23"/>
                  </a:cxn>
                  <a:cxn ang="T94">
                    <a:pos x="T24" y="T25"/>
                  </a:cxn>
                  <a:cxn ang="T95">
                    <a:pos x="T26" y="T27"/>
                  </a:cxn>
                  <a:cxn ang="T96">
                    <a:pos x="T28" y="T29"/>
                  </a:cxn>
                  <a:cxn ang="T97">
                    <a:pos x="T30" y="T31"/>
                  </a:cxn>
                  <a:cxn ang="T98">
                    <a:pos x="T32" y="T33"/>
                  </a:cxn>
                  <a:cxn ang="T99">
                    <a:pos x="T34" y="T35"/>
                  </a:cxn>
                  <a:cxn ang="T100">
                    <a:pos x="T36" y="T37"/>
                  </a:cxn>
                  <a:cxn ang="T101">
                    <a:pos x="T38" y="T39"/>
                  </a:cxn>
                  <a:cxn ang="T102">
                    <a:pos x="T40" y="T41"/>
                  </a:cxn>
                  <a:cxn ang="T103">
                    <a:pos x="T42" y="T43"/>
                  </a:cxn>
                  <a:cxn ang="T104">
                    <a:pos x="T44" y="T45"/>
                  </a:cxn>
                  <a:cxn ang="T105">
                    <a:pos x="T46" y="T47"/>
                  </a:cxn>
                  <a:cxn ang="T106">
                    <a:pos x="T48" y="T49"/>
                  </a:cxn>
                  <a:cxn ang="T107">
                    <a:pos x="T50" y="T51"/>
                  </a:cxn>
                  <a:cxn ang="T108">
                    <a:pos x="T52" y="T53"/>
                  </a:cxn>
                  <a:cxn ang="T109">
                    <a:pos x="T54" y="T55"/>
                  </a:cxn>
                  <a:cxn ang="T110">
                    <a:pos x="T56" y="T57"/>
                  </a:cxn>
                  <a:cxn ang="T111">
                    <a:pos x="T58" y="T59"/>
                  </a:cxn>
                  <a:cxn ang="T112">
                    <a:pos x="T60" y="T61"/>
                  </a:cxn>
                  <a:cxn ang="T113">
                    <a:pos x="T62" y="T63"/>
                  </a:cxn>
                  <a:cxn ang="T114">
                    <a:pos x="T64" y="T65"/>
                  </a:cxn>
                  <a:cxn ang="T115">
                    <a:pos x="T66" y="T67"/>
                  </a:cxn>
                  <a:cxn ang="T116">
                    <a:pos x="T68" y="T69"/>
                  </a:cxn>
                  <a:cxn ang="T117">
                    <a:pos x="T70" y="T71"/>
                  </a:cxn>
                  <a:cxn ang="T118">
                    <a:pos x="T72" y="T73"/>
                  </a:cxn>
                  <a:cxn ang="T119">
                    <a:pos x="T74" y="T75"/>
                  </a:cxn>
                  <a:cxn ang="T120">
                    <a:pos x="T76" y="T77"/>
                  </a:cxn>
                  <a:cxn ang="T121">
                    <a:pos x="T78" y="T79"/>
                  </a:cxn>
                  <a:cxn ang="T122">
                    <a:pos x="T80" y="T81"/>
                  </a:cxn>
                </a:cxnLst>
                <a:rect l="T123" t="T124" r="T125" b="T126"/>
                <a:pathLst>
                  <a:path w="717" h="756">
                    <a:moveTo>
                      <a:pt x="0" y="756"/>
                    </a:moveTo>
                    <a:lnTo>
                      <a:pt x="52" y="167"/>
                    </a:lnTo>
                    <a:lnTo>
                      <a:pt x="64" y="384"/>
                    </a:lnTo>
                    <a:lnTo>
                      <a:pt x="90" y="103"/>
                    </a:lnTo>
                    <a:lnTo>
                      <a:pt x="116" y="519"/>
                    </a:lnTo>
                    <a:lnTo>
                      <a:pt x="135" y="487"/>
                    </a:lnTo>
                    <a:lnTo>
                      <a:pt x="135" y="359"/>
                    </a:lnTo>
                    <a:lnTo>
                      <a:pt x="167" y="71"/>
                    </a:lnTo>
                    <a:lnTo>
                      <a:pt x="192" y="244"/>
                    </a:lnTo>
                    <a:lnTo>
                      <a:pt x="205" y="96"/>
                    </a:lnTo>
                    <a:lnTo>
                      <a:pt x="218" y="615"/>
                    </a:lnTo>
                    <a:lnTo>
                      <a:pt x="244" y="397"/>
                    </a:lnTo>
                    <a:lnTo>
                      <a:pt x="282" y="519"/>
                    </a:lnTo>
                    <a:lnTo>
                      <a:pt x="308" y="308"/>
                    </a:lnTo>
                    <a:lnTo>
                      <a:pt x="333" y="442"/>
                    </a:lnTo>
                    <a:lnTo>
                      <a:pt x="346" y="352"/>
                    </a:lnTo>
                    <a:lnTo>
                      <a:pt x="365" y="384"/>
                    </a:lnTo>
                    <a:lnTo>
                      <a:pt x="378" y="135"/>
                    </a:lnTo>
                    <a:lnTo>
                      <a:pt x="391" y="301"/>
                    </a:lnTo>
                    <a:lnTo>
                      <a:pt x="384" y="519"/>
                    </a:lnTo>
                    <a:lnTo>
                      <a:pt x="404" y="679"/>
                    </a:lnTo>
                    <a:lnTo>
                      <a:pt x="429" y="628"/>
                    </a:lnTo>
                    <a:lnTo>
                      <a:pt x="442" y="480"/>
                    </a:lnTo>
                    <a:lnTo>
                      <a:pt x="455" y="391"/>
                    </a:lnTo>
                    <a:lnTo>
                      <a:pt x="436" y="506"/>
                    </a:lnTo>
                    <a:lnTo>
                      <a:pt x="461" y="352"/>
                    </a:lnTo>
                    <a:lnTo>
                      <a:pt x="474" y="455"/>
                    </a:lnTo>
                    <a:lnTo>
                      <a:pt x="493" y="519"/>
                    </a:lnTo>
                    <a:lnTo>
                      <a:pt x="512" y="410"/>
                    </a:lnTo>
                    <a:lnTo>
                      <a:pt x="532" y="186"/>
                    </a:lnTo>
                    <a:lnTo>
                      <a:pt x="544" y="231"/>
                    </a:lnTo>
                    <a:lnTo>
                      <a:pt x="570" y="148"/>
                    </a:lnTo>
                    <a:lnTo>
                      <a:pt x="576" y="301"/>
                    </a:lnTo>
                    <a:lnTo>
                      <a:pt x="576" y="730"/>
                    </a:lnTo>
                    <a:lnTo>
                      <a:pt x="647" y="0"/>
                    </a:lnTo>
                    <a:lnTo>
                      <a:pt x="647" y="250"/>
                    </a:lnTo>
                    <a:lnTo>
                      <a:pt x="660" y="333"/>
                    </a:lnTo>
                    <a:lnTo>
                      <a:pt x="685" y="192"/>
                    </a:lnTo>
                    <a:lnTo>
                      <a:pt x="711" y="340"/>
                    </a:lnTo>
                    <a:lnTo>
                      <a:pt x="698" y="429"/>
                    </a:lnTo>
                    <a:lnTo>
                      <a:pt x="717" y="461"/>
                    </a:lnTo>
                  </a:path>
                </a:pathLst>
              </a:custGeom>
              <a:noFill/>
              <a:ln w="9525">
                <a:solidFill>
                  <a:srgbClr val="0079F2"/>
                </a:solidFill>
                <a:round/>
                <a:headEnd/>
                <a:tailEnd/>
              </a:ln>
            </p:spPr>
            <p:txBody>
              <a:bodyPr/>
              <a:lstStyle/>
              <a:p>
                <a:endParaRPr lang="en-GB"/>
              </a:p>
            </p:txBody>
          </p:sp>
          <p:sp>
            <p:nvSpPr>
              <p:cNvPr id="10288" name="Freeform 18"/>
              <p:cNvSpPr>
                <a:spLocks/>
              </p:cNvSpPr>
              <p:nvPr/>
            </p:nvSpPr>
            <p:spPr bwMode="auto">
              <a:xfrm flipH="1">
                <a:off x="4698" y="1100"/>
                <a:ext cx="313" cy="756"/>
              </a:xfrm>
              <a:custGeom>
                <a:avLst/>
                <a:gdLst>
                  <a:gd name="T0" fmla="*/ 0 w 717"/>
                  <a:gd name="T1" fmla="*/ 756 h 756"/>
                  <a:gd name="T2" fmla="*/ 4 w 717"/>
                  <a:gd name="T3" fmla="*/ 167 h 756"/>
                  <a:gd name="T4" fmla="*/ 5 w 717"/>
                  <a:gd name="T5" fmla="*/ 384 h 756"/>
                  <a:gd name="T6" fmla="*/ 7 w 717"/>
                  <a:gd name="T7" fmla="*/ 103 h 756"/>
                  <a:gd name="T8" fmla="*/ 10 w 717"/>
                  <a:gd name="T9" fmla="*/ 519 h 756"/>
                  <a:gd name="T10" fmla="*/ 11 w 717"/>
                  <a:gd name="T11" fmla="*/ 487 h 756"/>
                  <a:gd name="T12" fmla="*/ 11 w 717"/>
                  <a:gd name="T13" fmla="*/ 359 h 756"/>
                  <a:gd name="T14" fmla="*/ 14 w 717"/>
                  <a:gd name="T15" fmla="*/ 71 h 756"/>
                  <a:gd name="T16" fmla="*/ 16 w 717"/>
                  <a:gd name="T17" fmla="*/ 244 h 756"/>
                  <a:gd name="T18" fmla="*/ 17 w 717"/>
                  <a:gd name="T19" fmla="*/ 96 h 756"/>
                  <a:gd name="T20" fmla="*/ 18 w 717"/>
                  <a:gd name="T21" fmla="*/ 615 h 756"/>
                  <a:gd name="T22" fmla="*/ 21 w 717"/>
                  <a:gd name="T23" fmla="*/ 397 h 756"/>
                  <a:gd name="T24" fmla="*/ 24 w 717"/>
                  <a:gd name="T25" fmla="*/ 519 h 756"/>
                  <a:gd name="T26" fmla="*/ 25 w 717"/>
                  <a:gd name="T27" fmla="*/ 308 h 756"/>
                  <a:gd name="T28" fmla="*/ 28 w 717"/>
                  <a:gd name="T29" fmla="*/ 442 h 756"/>
                  <a:gd name="T30" fmla="*/ 29 w 717"/>
                  <a:gd name="T31" fmla="*/ 352 h 756"/>
                  <a:gd name="T32" fmla="*/ 30 w 717"/>
                  <a:gd name="T33" fmla="*/ 384 h 756"/>
                  <a:gd name="T34" fmla="*/ 31 w 717"/>
                  <a:gd name="T35" fmla="*/ 135 h 756"/>
                  <a:gd name="T36" fmla="*/ 33 w 717"/>
                  <a:gd name="T37" fmla="*/ 301 h 756"/>
                  <a:gd name="T38" fmla="*/ 32 w 717"/>
                  <a:gd name="T39" fmla="*/ 519 h 756"/>
                  <a:gd name="T40" fmla="*/ 34 w 717"/>
                  <a:gd name="T41" fmla="*/ 679 h 756"/>
                  <a:gd name="T42" fmla="*/ 36 w 717"/>
                  <a:gd name="T43" fmla="*/ 628 h 756"/>
                  <a:gd name="T44" fmla="*/ 37 w 717"/>
                  <a:gd name="T45" fmla="*/ 480 h 756"/>
                  <a:gd name="T46" fmla="*/ 38 w 717"/>
                  <a:gd name="T47" fmla="*/ 391 h 756"/>
                  <a:gd name="T48" fmla="*/ 36 w 717"/>
                  <a:gd name="T49" fmla="*/ 506 h 756"/>
                  <a:gd name="T50" fmla="*/ 38 w 717"/>
                  <a:gd name="T51" fmla="*/ 352 h 756"/>
                  <a:gd name="T52" fmla="*/ 39 w 717"/>
                  <a:gd name="T53" fmla="*/ 455 h 756"/>
                  <a:gd name="T54" fmla="*/ 41 w 717"/>
                  <a:gd name="T55" fmla="*/ 519 h 756"/>
                  <a:gd name="T56" fmla="*/ 43 w 717"/>
                  <a:gd name="T57" fmla="*/ 410 h 756"/>
                  <a:gd name="T58" fmla="*/ 44 w 717"/>
                  <a:gd name="T59" fmla="*/ 186 h 756"/>
                  <a:gd name="T60" fmla="*/ 45 w 717"/>
                  <a:gd name="T61" fmla="*/ 231 h 756"/>
                  <a:gd name="T62" fmla="*/ 48 w 717"/>
                  <a:gd name="T63" fmla="*/ 148 h 756"/>
                  <a:gd name="T64" fmla="*/ 48 w 717"/>
                  <a:gd name="T65" fmla="*/ 301 h 756"/>
                  <a:gd name="T66" fmla="*/ 48 w 717"/>
                  <a:gd name="T67" fmla="*/ 730 h 756"/>
                  <a:gd name="T68" fmla="*/ 54 w 717"/>
                  <a:gd name="T69" fmla="*/ 0 h 756"/>
                  <a:gd name="T70" fmla="*/ 54 w 717"/>
                  <a:gd name="T71" fmla="*/ 250 h 756"/>
                  <a:gd name="T72" fmla="*/ 55 w 717"/>
                  <a:gd name="T73" fmla="*/ 333 h 756"/>
                  <a:gd name="T74" fmla="*/ 57 w 717"/>
                  <a:gd name="T75" fmla="*/ 192 h 756"/>
                  <a:gd name="T76" fmla="*/ 59 w 717"/>
                  <a:gd name="T77" fmla="*/ 340 h 756"/>
                  <a:gd name="T78" fmla="*/ 58 w 717"/>
                  <a:gd name="T79" fmla="*/ 429 h 756"/>
                  <a:gd name="T80" fmla="*/ 60 w 717"/>
                  <a:gd name="T81" fmla="*/ 461 h 756"/>
                  <a:gd name="T82" fmla="*/ 0 60000 65536"/>
                  <a:gd name="T83" fmla="*/ 0 60000 65536"/>
                  <a:gd name="T84" fmla="*/ 0 60000 65536"/>
                  <a:gd name="T85" fmla="*/ 0 60000 65536"/>
                  <a:gd name="T86" fmla="*/ 0 60000 65536"/>
                  <a:gd name="T87" fmla="*/ 0 60000 65536"/>
                  <a:gd name="T88" fmla="*/ 0 60000 65536"/>
                  <a:gd name="T89" fmla="*/ 0 60000 65536"/>
                  <a:gd name="T90" fmla="*/ 0 60000 65536"/>
                  <a:gd name="T91" fmla="*/ 0 60000 65536"/>
                  <a:gd name="T92" fmla="*/ 0 60000 65536"/>
                  <a:gd name="T93" fmla="*/ 0 60000 65536"/>
                  <a:gd name="T94" fmla="*/ 0 60000 65536"/>
                  <a:gd name="T95" fmla="*/ 0 60000 65536"/>
                  <a:gd name="T96" fmla="*/ 0 60000 65536"/>
                  <a:gd name="T97" fmla="*/ 0 60000 65536"/>
                  <a:gd name="T98" fmla="*/ 0 60000 65536"/>
                  <a:gd name="T99" fmla="*/ 0 60000 65536"/>
                  <a:gd name="T100" fmla="*/ 0 60000 65536"/>
                  <a:gd name="T101" fmla="*/ 0 60000 65536"/>
                  <a:gd name="T102" fmla="*/ 0 60000 65536"/>
                  <a:gd name="T103" fmla="*/ 0 60000 65536"/>
                  <a:gd name="T104" fmla="*/ 0 60000 65536"/>
                  <a:gd name="T105" fmla="*/ 0 60000 65536"/>
                  <a:gd name="T106" fmla="*/ 0 60000 65536"/>
                  <a:gd name="T107" fmla="*/ 0 60000 65536"/>
                  <a:gd name="T108" fmla="*/ 0 60000 65536"/>
                  <a:gd name="T109" fmla="*/ 0 60000 65536"/>
                  <a:gd name="T110" fmla="*/ 0 60000 65536"/>
                  <a:gd name="T111" fmla="*/ 0 60000 65536"/>
                  <a:gd name="T112" fmla="*/ 0 60000 65536"/>
                  <a:gd name="T113" fmla="*/ 0 60000 65536"/>
                  <a:gd name="T114" fmla="*/ 0 60000 65536"/>
                  <a:gd name="T115" fmla="*/ 0 60000 65536"/>
                  <a:gd name="T116" fmla="*/ 0 60000 65536"/>
                  <a:gd name="T117" fmla="*/ 0 60000 65536"/>
                  <a:gd name="T118" fmla="*/ 0 60000 65536"/>
                  <a:gd name="T119" fmla="*/ 0 60000 65536"/>
                  <a:gd name="T120" fmla="*/ 0 60000 65536"/>
                  <a:gd name="T121" fmla="*/ 0 60000 65536"/>
                  <a:gd name="T122" fmla="*/ 0 60000 65536"/>
                  <a:gd name="T123" fmla="*/ 0 w 717"/>
                  <a:gd name="T124" fmla="*/ 0 h 756"/>
                  <a:gd name="T125" fmla="*/ 717 w 717"/>
                  <a:gd name="T126" fmla="*/ 756 h 756"/>
                </a:gdLst>
                <a:ahLst/>
                <a:cxnLst>
                  <a:cxn ang="T82">
                    <a:pos x="T0" y="T1"/>
                  </a:cxn>
                  <a:cxn ang="T83">
                    <a:pos x="T2" y="T3"/>
                  </a:cxn>
                  <a:cxn ang="T84">
                    <a:pos x="T4" y="T5"/>
                  </a:cxn>
                  <a:cxn ang="T85">
                    <a:pos x="T6" y="T7"/>
                  </a:cxn>
                  <a:cxn ang="T86">
                    <a:pos x="T8" y="T9"/>
                  </a:cxn>
                  <a:cxn ang="T87">
                    <a:pos x="T10" y="T11"/>
                  </a:cxn>
                  <a:cxn ang="T88">
                    <a:pos x="T12" y="T13"/>
                  </a:cxn>
                  <a:cxn ang="T89">
                    <a:pos x="T14" y="T15"/>
                  </a:cxn>
                  <a:cxn ang="T90">
                    <a:pos x="T16" y="T17"/>
                  </a:cxn>
                  <a:cxn ang="T91">
                    <a:pos x="T18" y="T19"/>
                  </a:cxn>
                  <a:cxn ang="T92">
                    <a:pos x="T20" y="T21"/>
                  </a:cxn>
                  <a:cxn ang="T93">
                    <a:pos x="T22" y="T23"/>
                  </a:cxn>
                  <a:cxn ang="T94">
                    <a:pos x="T24" y="T25"/>
                  </a:cxn>
                  <a:cxn ang="T95">
                    <a:pos x="T26" y="T27"/>
                  </a:cxn>
                  <a:cxn ang="T96">
                    <a:pos x="T28" y="T29"/>
                  </a:cxn>
                  <a:cxn ang="T97">
                    <a:pos x="T30" y="T31"/>
                  </a:cxn>
                  <a:cxn ang="T98">
                    <a:pos x="T32" y="T33"/>
                  </a:cxn>
                  <a:cxn ang="T99">
                    <a:pos x="T34" y="T35"/>
                  </a:cxn>
                  <a:cxn ang="T100">
                    <a:pos x="T36" y="T37"/>
                  </a:cxn>
                  <a:cxn ang="T101">
                    <a:pos x="T38" y="T39"/>
                  </a:cxn>
                  <a:cxn ang="T102">
                    <a:pos x="T40" y="T41"/>
                  </a:cxn>
                  <a:cxn ang="T103">
                    <a:pos x="T42" y="T43"/>
                  </a:cxn>
                  <a:cxn ang="T104">
                    <a:pos x="T44" y="T45"/>
                  </a:cxn>
                  <a:cxn ang="T105">
                    <a:pos x="T46" y="T47"/>
                  </a:cxn>
                  <a:cxn ang="T106">
                    <a:pos x="T48" y="T49"/>
                  </a:cxn>
                  <a:cxn ang="T107">
                    <a:pos x="T50" y="T51"/>
                  </a:cxn>
                  <a:cxn ang="T108">
                    <a:pos x="T52" y="T53"/>
                  </a:cxn>
                  <a:cxn ang="T109">
                    <a:pos x="T54" y="T55"/>
                  </a:cxn>
                  <a:cxn ang="T110">
                    <a:pos x="T56" y="T57"/>
                  </a:cxn>
                  <a:cxn ang="T111">
                    <a:pos x="T58" y="T59"/>
                  </a:cxn>
                  <a:cxn ang="T112">
                    <a:pos x="T60" y="T61"/>
                  </a:cxn>
                  <a:cxn ang="T113">
                    <a:pos x="T62" y="T63"/>
                  </a:cxn>
                  <a:cxn ang="T114">
                    <a:pos x="T64" y="T65"/>
                  </a:cxn>
                  <a:cxn ang="T115">
                    <a:pos x="T66" y="T67"/>
                  </a:cxn>
                  <a:cxn ang="T116">
                    <a:pos x="T68" y="T69"/>
                  </a:cxn>
                  <a:cxn ang="T117">
                    <a:pos x="T70" y="T71"/>
                  </a:cxn>
                  <a:cxn ang="T118">
                    <a:pos x="T72" y="T73"/>
                  </a:cxn>
                  <a:cxn ang="T119">
                    <a:pos x="T74" y="T75"/>
                  </a:cxn>
                  <a:cxn ang="T120">
                    <a:pos x="T76" y="T77"/>
                  </a:cxn>
                  <a:cxn ang="T121">
                    <a:pos x="T78" y="T79"/>
                  </a:cxn>
                  <a:cxn ang="T122">
                    <a:pos x="T80" y="T81"/>
                  </a:cxn>
                </a:cxnLst>
                <a:rect l="T123" t="T124" r="T125" b="T126"/>
                <a:pathLst>
                  <a:path w="717" h="756">
                    <a:moveTo>
                      <a:pt x="0" y="756"/>
                    </a:moveTo>
                    <a:lnTo>
                      <a:pt x="52" y="167"/>
                    </a:lnTo>
                    <a:lnTo>
                      <a:pt x="64" y="384"/>
                    </a:lnTo>
                    <a:lnTo>
                      <a:pt x="90" y="103"/>
                    </a:lnTo>
                    <a:lnTo>
                      <a:pt x="116" y="519"/>
                    </a:lnTo>
                    <a:lnTo>
                      <a:pt x="135" y="487"/>
                    </a:lnTo>
                    <a:lnTo>
                      <a:pt x="135" y="359"/>
                    </a:lnTo>
                    <a:lnTo>
                      <a:pt x="167" y="71"/>
                    </a:lnTo>
                    <a:lnTo>
                      <a:pt x="192" y="244"/>
                    </a:lnTo>
                    <a:lnTo>
                      <a:pt x="205" y="96"/>
                    </a:lnTo>
                    <a:lnTo>
                      <a:pt x="218" y="615"/>
                    </a:lnTo>
                    <a:lnTo>
                      <a:pt x="244" y="397"/>
                    </a:lnTo>
                    <a:lnTo>
                      <a:pt x="282" y="519"/>
                    </a:lnTo>
                    <a:lnTo>
                      <a:pt x="308" y="308"/>
                    </a:lnTo>
                    <a:lnTo>
                      <a:pt x="333" y="442"/>
                    </a:lnTo>
                    <a:lnTo>
                      <a:pt x="346" y="352"/>
                    </a:lnTo>
                    <a:lnTo>
                      <a:pt x="365" y="384"/>
                    </a:lnTo>
                    <a:lnTo>
                      <a:pt x="378" y="135"/>
                    </a:lnTo>
                    <a:lnTo>
                      <a:pt x="391" y="301"/>
                    </a:lnTo>
                    <a:lnTo>
                      <a:pt x="384" y="519"/>
                    </a:lnTo>
                    <a:lnTo>
                      <a:pt x="404" y="679"/>
                    </a:lnTo>
                    <a:lnTo>
                      <a:pt x="429" y="628"/>
                    </a:lnTo>
                    <a:lnTo>
                      <a:pt x="442" y="480"/>
                    </a:lnTo>
                    <a:lnTo>
                      <a:pt x="455" y="391"/>
                    </a:lnTo>
                    <a:lnTo>
                      <a:pt x="436" y="506"/>
                    </a:lnTo>
                    <a:lnTo>
                      <a:pt x="461" y="352"/>
                    </a:lnTo>
                    <a:lnTo>
                      <a:pt x="474" y="455"/>
                    </a:lnTo>
                    <a:lnTo>
                      <a:pt x="493" y="519"/>
                    </a:lnTo>
                    <a:lnTo>
                      <a:pt x="512" y="410"/>
                    </a:lnTo>
                    <a:lnTo>
                      <a:pt x="532" y="186"/>
                    </a:lnTo>
                    <a:lnTo>
                      <a:pt x="544" y="231"/>
                    </a:lnTo>
                    <a:lnTo>
                      <a:pt x="570" y="148"/>
                    </a:lnTo>
                    <a:lnTo>
                      <a:pt x="576" y="301"/>
                    </a:lnTo>
                    <a:lnTo>
                      <a:pt x="576" y="730"/>
                    </a:lnTo>
                    <a:lnTo>
                      <a:pt x="647" y="0"/>
                    </a:lnTo>
                    <a:lnTo>
                      <a:pt x="647" y="250"/>
                    </a:lnTo>
                    <a:lnTo>
                      <a:pt x="660" y="333"/>
                    </a:lnTo>
                    <a:lnTo>
                      <a:pt x="685" y="192"/>
                    </a:lnTo>
                    <a:lnTo>
                      <a:pt x="711" y="340"/>
                    </a:lnTo>
                    <a:lnTo>
                      <a:pt x="698" y="429"/>
                    </a:lnTo>
                    <a:lnTo>
                      <a:pt x="717" y="461"/>
                    </a:lnTo>
                  </a:path>
                </a:pathLst>
              </a:custGeom>
              <a:noFill/>
              <a:ln w="9525">
                <a:solidFill>
                  <a:srgbClr val="0079F2"/>
                </a:solidFill>
                <a:round/>
                <a:headEnd/>
                <a:tailEnd/>
              </a:ln>
            </p:spPr>
            <p:txBody>
              <a:bodyPr/>
              <a:lstStyle/>
              <a:p>
                <a:endParaRPr lang="en-GB"/>
              </a:p>
            </p:txBody>
          </p:sp>
        </p:grpSp>
        <p:grpSp>
          <p:nvGrpSpPr>
            <p:cNvPr id="5" name="Group 19"/>
            <p:cNvGrpSpPr>
              <a:grpSpLocks/>
            </p:cNvGrpSpPr>
            <p:nvPr/>
          </p:nvGrpSpPr>
          <p:grpSpPr bwMode="auto">
            <a:xfrm flipH="1">
              <a:off x="3986" y="1092"/>
              <a:ext cx="590" cy="801"/>
              <a:chOff x="3462" y="1100"/>
              <a:chExt cx="1549" cy="801"/>
            </a:xfrm>
          </p:grpSpPr>
          <p:sp>
            <p:nvSpPr>
              <p:cNvPr id="10279" name="Freeform 20"/>
              <p:cNvSpPr>
                <a:spLocks/>
              </p:cNvSpPr>
              <p:nvPr/>
            </p:nvSpPr>
            <p:spPr bwMode="auto">
              <a:xfrm>
                <a:off x="3462" y="1126"/>
                <a:ext cx="313" cy="756"/>
              </a:xfrm>
              <a:custGeom>
                <a:avLst/>
                <a:gdLst>
                  <a:gd name="T0" fmla="*/ 0 w 717"/>
                  <a:gd name="T1" fmla="*/ 756 h 756"/>
                  <a:gd name="T2" fmla="*/ 4 w 717"/>
                  <a:gd name="T3" fmla="*/ 167 h 756"/>
                  <a:gd name="T4" fmla="*/ 5 w 717"/>
                  <a:gd name="T5" fmla="*/ 384 h 756"/>
                  <a:gd name="T6" fmla="*/ 7 w 717"/>
                  <a:gd name="T7" fmla="*/ 103 h 756"/>
                  <a:gd name="T8" fmla="*/ 10 w 717"/>
                  <a:gd name="T9" fmla="*/ 519 h 756"/>
                  <a:gd name="T10" fmla="*/ 11 w 717"/>
                  <a:gd name="T11" fmla="*/ 487 h 756"/>
                  <a:gd name="T12" fmla="*/ 11 w 717"/>
                  <a:gd name="T13" fmla="*/ 359 h 756"/>
                  <a:gd name="T14" fmla="*/ 14 w 717"/>
                  <a:gd name="T15" fmla="*/ 71 h 756"/>
                  <a:gd name="T16" fmla="*/ 16 w 717"/>
                  <a:gd name="T17" fmla="*/ 244 h 756"/>
                  <a:gd name="T18" fmla="*/ 17 w 717"/>
                  <a:gd name="T19" fmla="*/ 96 h 756"/>
                  <a:gd name="T20" fmla="*/ 18 w 717"/>
                  <a:gd name="T21" fmla="*/ 615 h 756"/>
                  <a:gd name="T22" fmla="*/ 21 w 717"/>
                  <a:gd name="T23" fmla="*/ 397 h 756"/>
                  <a:gd name="T24" fmla="*/ 24 w 717"/>
                  <a:gd name="T25" fmla="*/ 519 h 756"/>
                  <a:gd name="T26" fmla="*/ 25 w 717"/>
                  <a:gd name="T27" fmla="*/ 308 h 756"/>
                  <a:gd name="T28" fmla="*/ 28 w 717"/>
                  <a:gd name="T29" fmla="*/ 442 h 756"/>
                  <a:gd name="T30" fmla="*/ 29 w 717"/>
                  <a:gd name="T31" fmla="*/ 352 h 756"/>
                  <a:gd name="T32" fmla="*/ 30 w 717"/>
                  <a:gd name="T33" fmla="*/ 384 h 756"/>
                  <a:gd name="T34" fmla="*/ 31 w 717"/>
                  <a:gd name="T35" fmla="*/ 135 h 756"/>
                  <a:gd name="T36" fmla="*/ 33 w 717"/>
                  <a:gd name="T37" fmla="*/ 301 h 756"/>
                  <a:gd name="T38" fmla="*/ 32 w 717"/>
                  <a:gd name="T39" fmla="*/ 519 h 756"/>
                  <a:gd name="T40" fmla="*/ 34 w 717"/>
                  <a:gd name="T41" fmla="*/ 679 h 756"/>
                  <a:gd name="T42" fmla="*/ 36 w 717"/>
                  <a:gd name="T43" fmla="*/ 628 h 756"/>
                  <a:gd name="T44" fmla="*/ 37 w 717"/>
                  <a:gd name="T45" fmla="*/ 480 h 756"/>
                  <a:gd name="T46" fmla="*/ 38 w 717"/>
                  <a:gd name="T47" fmla="*/ 391 h 756"/>
                  <a:gd name="T48" fmla="*/ 36 w 717"/>
                  <a:gd name="T49" fmla="*/ 506 h 756"/>
                  <a:gd name="T50" fmla="*/ 38 w 717"/>
                  <a:gd name="T51" fmla="*/ 352 h 756"/>
                  <a:gd name="T52" fmla="*/ 39 w 717"/>
                  <a:gd name="T53" fmla="*/ 455 h 756"/>
                  <a:gd name="T54" fmla="*/ 41 w 717"/>
                  <a:gd name="T55" fmla="*/ 519 h 756"/>
                  <a:gd name="T56" fmla="*/ 43 w 717"/>
                  <a:gd name="T57" fmla="*/ 410 h 756"/>
                  <a:gd name="T58" fmla="*/ 44 w 717"/>
                  <a:gd name="T59" fmla="*/ 186 h 756"/>
                  <a:gd name="T60" fmla="*/ 45 w 717"/>
                  <a:gd name="T61" fmla="*/ 231 h 756"/>
                  <a:gd name="T62" fmla="*/ 48 w 717"/>
                  <a:gd name="T63" fmla="*/ 148 h 756"/>
                  <a:gd name="T64" fmla="*/ 48 w 717"/>
                  <a:gd name="T65" fmla="*/ 301 h 756"/>
                  <a:gd name="T66" fmla="*/ 48 w 717"/>
                  <a:gd name="T67" fmla="*/ 730 h 756"/>
                  <a:gd name="T68" fmla="*/ 54 w 717"/>
                  <a:gd name="T69" fmla="*/ 0 h 756"/>
                  <a:gd name="T70" fmla="*/ 54 w 717"/>
                  <a:gd name="T71" fmla="*/ 250 h 756"/>
                  <a:gd name="T72" fmla="*/ 55 w 717"/>
                  <a:gd name="T73" fmla="*/ 333 h 756"/>
                  <a:gd name="T74" fmla="*/ 57 w 717"/>
                  <a:gd name="T75" fmla="*/ 192 h 756"/>
                  <a:gd name="T76" fmla="*/ 59 w 717"/>
                  <a:gd name="T77" fmla="*/ 340 h 756"/>
                  <a:gd name="T78" fmla="*/ 58 w 717"/>
                  <a:gd name="T79" fmla="*/ 429 h 756"/>
                  <a:gd name="T80" fmla="*/ 60 w 717"/>
                  <a:gd name="T81" fmla="*/ 461 h 756"/>
                  <a:gd name="T82" fmla="*/ 0 60000 65536"/>
                  <a:gd name="T83" fmla="*/ 0 60000 65536"/>
                  <a:gd name="T84" fmla="*/ 0 60000 65536"/>
                  <a:gd name="T85" fmla="*/ 0 60000 65536"/>
                  <a:gd name="T86" fmla="*/ 0 60000 65536"/>
                  <a:gd name="T87" fmla="*/ 0 60000 65536"/>
                  <a:gd name="T88" fmla="*/ 0 60000 65536"/>
                  <a:gd name="T89" fmla="*/ 0 60000 65536"/>
                  <a:gd name="T90" fmla="*/ 0 60000 65536"/>
                  <a:gd name="T91" fmla="*/ 0 60000 65536"/>
                  <a:gd name="T92" fmla="*/ 0 60000 65536"/>
                  <a:gd name="T93" fmla="*/ 0 60000 65536"/>
                  <a:gd name="T94" fmla="*/ 0 60000 65536"/>
                  <a:gd name="T95" fmla="*/ 0 60000 65536"/>
                  <a:gd name="T96" fmla="*/ 0 60000 65536"/>
                  <a:gd name="T97" fmla="*/ 0 60000 65536"/>
                  <a:gd name="T98" fmla="*/ 0 60000 65536"/>
                  <a:gd name="T99" fmla="*/ 0 60000 65536"/>
                  <a:gd name="T100" fmla="*/ 0 60000 65536"/>
                  <a:gd name="T101" fmla="*/ 0 60000 65536"/>
                  <a:gd name="T102" fmla="*/ 0 60000 65536"/>
                  <a:gd name="T103" fmla="*/ 0 60000 65536"/>
                  <a:gd name="T104" fmla="*/ 0 60000 65536"/>
                  <a:gd name="T105" fmla="*/ 0 60000 65536"/>
                  <a:gd name="T106" fmla="*/ 0 60000 65536"/>
                  <a:gd name="T107" fmla="*/ 0 60000 65536"/>
                  <a:gd name="T108" fmla="*/ 0 60000 65536"/>
                  <a:gd name="T109" fmla="*/ 0 60000 65536"/>
                  <a:gd name="T110" fmla="*/ 0 60000 65536"/>
                  <a:gd name="T111" fmla="*/ 0 60000 65536"/>
                  <a:gd name="T112" fmla="*/ 0 60000 65536"/>
                  <a:gd name="T113" fmla="*/ 0 60000 65536"/>
                  <a:gd name="T114" fmla="*/ 0 60000 65536"/>
                  <a:gd name="T115" fmla="*/ 0 60000 65536"/>
                  <a:gd name="T116" fmla="*/ 0 60000 65536"/>
                  <a:gd name="T117" fmla="*/ 0 60000 65536"/>
                  <a:gd name="T118" fmla="*/ 0 60000 65536"/>
                  <a:gd name="T119" fmla="*/ 0 60000 65536"/>
                  <a:gd name="T120" fmla="*/ 0 60000 65536"/>
                  <a:gd name="T121" fmla="*/ 0 60000 65536"/>
                  <a:gd name="T122" fmla="*/ 0 60000 65536"/>
                  <a:gd name="T123" fmla="*/ 0 w 717"/>
                  <a:gd name="T124" fmla="*/ 0 h 756"/>
                  <a:gd name="T125" fmla="*/ 717 w 717"/>
                  <a:gd name="T126" fmla="*/ 756 h 756"/>
                </a:gdLst>
                <a:ahLst/>
                <a:cxnLst>
                  <a:cxn ang="T82">
                    <a:pos x="T0" y="T1"/>
                  </a:cxn>
                  <a:cxn ang="T83">
                    <a:pos x="T2" y="T3"/>
                  </a:cxn>
                  <a:cxn ang="T84">
                    <a:pos x="T4" y="T5"/>
                  </a:cxn>
                  <a:cxn ang="T85">
                    <a:pos x="T6" y="T7"/>
                  </a:cxn>
                  <a:cxn ang="T86">
                    <a:pos x="T8" y="T9"/>
                  </a:cxn>
                  <a:cxn ang="T87">
                    <a:pos x="T10" y="T11"/>
                  </a:cxn>
                  <a:cxn ang="T88">
                    <a:pos x="T12" y="T13"/>
                  </a:cxn>
                  <a:cxn ang="T89">
                    <a:pos x="T14" y="T15"/>
                  </a:cxn>
                  <a:cxn ang="T90">
                    <a:pos x="T16" y="T17"/>
                  </a:cxn>
                  <a:cxn ang="T91">
                    <a:pos x="T18" y="T19"/>
                  </a:cxn>
                  <a:cxn ang="T92">
                    <a:pos x="T20" y="T21"/>
                  </a:cxn>
                  <a:cxn ang="T93">
                    <a:pos x="T22" y="T23"/>
                  </a:cxn>
                  <a:cxn ang="T94">
                    <a:pos x="T24" y="T25"/>
                  </a:cxn>
                  <a:cxn ang="T95">
                    <a:pos x="T26" y="T27"/>
                  </a:cxn>
                  <a:cxn ang="T96">
                    <a:pos x="T28" y="T29"/>
                  </a:cxn>
                  <a:cxn ang="T97">
                    <a:pos x="T30" y="T31"/>
                  </a:cxn>
                  <a:cxn ang="T98">
                    <a:pos x="T32" y="T33"/>
                  </a:cxn>
                  <a:cxn ang="T99">
                    <a:pos x="T34" y="T35"/>
                  </a:cxn>
                  <a:cxn ang="T100">
                    <a:pos x="T36" y="T37"/>
                  </a:cxn>
                  <a:cxn ang="T101">
                    <a:pos x="T38" y="T39"/>
                  </a:cxn>
                  <a:cxn ang="T102">
                    <a:pos x="T40" y="T41"/>
                  </a:cxn>
                  <a:cxn ang="T103">
                    <a:pos x="T42" y="T43"/>
                  </a:cxn>
                  <a:cxn ang="T104">
                    <a:pos x="T44" y="T45"/>
                  </a:cxn>
                  <a:cxn ang="T105">
                    <a:pos x="T46" y="T47"/>
                  </a:cxn>
                  <a:cxn ang="T106">
                    <a:pos x="T48" y="T49"/>
                  </a:cxn>
                  <a:cxn ang="T107">
                    <a:pos x="T50" y="T51"/>
                  </a:cxn>
                  <a:cxn ang="T108">
                    <a:pos x="T52" y="T53"/>
                  </a:cxn>
                  <a:cxn ang="T109">
                    <a:pos x="T54" y="T55"/>
                  </a:cxn>
                  <a:cxn ang="T110">
                    <a:pos x="T56" y="T57"/>
                  </a:cxn>
                  <a:cxn ang="T111">
                    <a:pos x="T58" y="T59"/>
                  </a:cxn>
                  <a:cxn ang="T112">
                    <a:pos x="T60" y="T61"/>
                  </a:cxn>
                  <a:cxn ang="T113">
                    <a:pos x="T62" y="T63"/>
                  </a:cxn>
                  <a:cxn ang="T114">
                    <a:pos x="T64" y="T65"/>
                  </a:cxn>
                  <a:cxn ang="T115">
                    <a:pos x="T66" y="T67"/>
                  </a:cxn>
                  <a:cxn ang="T116">
                    <a:pos x="T68" y="T69"/>
                  </a:cxn>
                  <a:cxn ang="T117">
                    <a:pos x="T70" y="T71"/>
                  </a:cxn>
                  <a:cxn ang="T118">
                    <a:pos x="T72" y="T73"/>
                  </a:cxn>
                  <a:cxn ang="T119">
                    <a:pos x="T74" y="T75"/>
                  </a:cxn>
                  <a:cxn ang="T120">
                    <a:pos x="T76" y="T77"/>
                  </a:cxn>
                  <a:cxn ang="T121">
                    <a:pos x="T78" y="T79"/>
                  </a:cxn>
                  <a:cxn ang="T122">
                    <a:pos x="T80" y="T81"/>
                  </a:cxn>
                </a:cxnLst>
                <a:rect l="T123" t="T124" r="T125" b="T126"/>
                <a:pathLst>
                  <a:path w="717" h="756">
                    <a:moveTo>
                      <a:pt x="0" y="756"/>
                    </a:moveTo>
                    <a:lnTo>
                      <a:pt x="52" y="167"/>
                    </a:lnTo>
                    <a:lnTo>
                      <a:pt x="64" y="384"/>
                    </a:lnTo>
                    <a:lnTo>
                      <a:pt x="90" y="103"/>
                    </a:lnTo>
                    <a:lnTo>
                      <a:pt x="116" y="519"/>
                    </a:lnTo>
                    <a:lnTo>
                      <a:pt x="135" y="487"/>
                    </a:lnTo>
                    <a:lnTo>
                      <a:pt x="135" y="359"/>
                    </a:lnTo>
                    <a:lnTo>
                      <a:pt x="167" y="71"/>
                    </a:lnTo>
                    <a:lnTo>
                      <a:pt x="192" y="244"/>
                    </a:lnTo>
                    <a:lnTo>
                      <a:pt x="205" y="96"/>
                    </a:lnTo>
                    <a:lnTo>
                      <a:pt x="218" y="615"/>
                    </a:lnTo>
                    <a:lnTo>
                      <a:pt x="244" y="397"/>
                    </a:lnTo>
                    <a:lnTo>
                      <a:pt x="282" y="519"/>
                    </a:lnTo>
                    <a:lnTo>
                      <a:pt x="308" y="308"/>
                    </a:lnTo>
                    <a:lnTo>
                      <a:pt x="333" y="442"/>
                    </a:lnTo>
                    <a:lnTo>
                      <a:pt x="346" y="352"/>
                    </a:lnTo>
                    <a:lnTo>
                      <a:pt x="365" y="384"/>
                    </a:lnTo>
                    <a:lnTo>
                      <a:pt x="378" y="135"/>
                    </a:lnTo>
                    <a:lnTo>
                      <a:pt x="391" y="301"/>
                    </a:lnTo>
                    <a:lnTo>
                      <a:pt x="384" y="519"/>
                    </a:lnTo>
                    <a:lnTo>
                      <a:pt x="404" y="679"/>
                    </a:lnTo>
                    <a:lnTo>
                      <a:pt x="429" y="628"/>
                    </a:lnTo>
                    <a:lnTo>
                      <a:pt x="442" y="480"/>
                    </a:lnTo>
                    <a:lnTo>
                      <a:pt x="455" y="391"/>
                    </a:lnTo>
                    <a:lnTo>
                      <a:pt x="436" y="506"/>
                    </a:lnTo>
                    <a:lnTo>
                      <a:pt x="461" y="352"/>
                    </a:lnTo>
                    <a:lnTo>
                      <a:pt x="474" y="455"/>
                    </a:lnTo>
                    <a:lnTo>
                      <a:pt x="493" y="519"/>
                    </a:lnTo>
                    <a:lnTo>
                      <a:pt x="512" y="410"/>
                    </a:lnTo>
                    <a:lnTo>
                      <a:pt x="532" y="186"/>
                    </a:lnTo>
                    <a:lnTo>
                      <a:pt x="544" y="231"/>
                    </a:lnTo>
                    <a:lnTo>
                      <a:pt x="570" y="148"/>
                    </a:lnTo>
                    <a:lnTo>
                      <a:pt x="576" y="301"/>
                    </a:lnTo>
                    <a:lnTo>
                      <a:pt x="576" y="730"/>
                    </a:lnTo>
                    <a:lnTo>
                      <a:pt x="647" y="0"/>
                    </a:lnTo>
                    <a:lnTo>
                      <a:pt x="647" y="250"/>
                    </a:lnTo>
                    <a:lnTo>
                      <a:pt x="660" y="333"/>
                    </a:lnTo>
                    <a:lnTo>
                      <a:pt x="685" y="192"/>
                    </a:lnTo>
                    <a:lnTo>
                      <a:pt x="711" y="340"/>
                    </a:lnTo>
                    <a:lnTo>
                      <a:pt x="698" y="429"/>
                    </a:lnTo>
                    <a:lnTo>
                      <a:pt x="717" y="461"/>
                    </a:lnTo>
                  </a:path>
                </a:pathLst>
              </a:custGeom>
              <a:noFill/>
              <a:ln w="9525">
                <a:solidFill>
                  <a:srgbClr val="0079F2"/>
                </a:solidFill>
                <a:round/>
                <a:headEnd/>
                <a:tailEnd/>
              </a:ln>
            </p:spPr>
            <p:txBody>
              <a:bodyPr/>
              <a:lstStyle/>
              <a:p>
                <a:endParaRPr lang="en-GB"/>
              </a:p>
            </p:txBody>
          </p:sp>
          <p:sp>
            <p:nvSpPr>
              <p:cNvPr id="10280" name="Freeform 21"/>
              <p:cNvSpPr>
                <a:spLocks/>
              </p:cNvSpPr>
              <p:nvPr/>
            </p:nvSpPr>
            <p:spPr bwMode="auto">
              <a:xfrm flipH="1" flipV="1">
                <a:off x="3770" y="1145"/>
                <a:ext cx="313" cy="756"/>
              </a:xfrm>
              <a:custGeom>
                <a:avLst/>
                <a:gdLst>
                  <a:gd name="T0" fmla="*/ 0 w 717"/>
                  <a:gd name="T1" fmla="*/ 756 h 756"/>
                  <a:gd name="T2" fmla="*/ 4 w 717"/>
                  <a:gd name="T3" fmla="*/ 167 h 756"/>
                  <a:gd name="T4" fmla="*/ 5 w 717"/>
                  <a:gd name="T5" fmla="*/ 384 h 756"/>
                  <a:gd name="T6" fmla="*/ 7 w 717"/>
                  <a:gd name="T7" fmla="*/ 103 h 756"/>
                  <a:gd name="T8" fmla="*/ 10 w 717"/>
                  <a:gd name="T9" fmla="*/ 519 h 756"/>
                  <a:gd name="T10" fmla="*/ 11 w 717"/>
                  <a:gd name="T11" fmla="*/ 487 h 756"/>
                  <a:gd name="T12" fmla="*/ 11 w 717"/>
                  <a:gd name="T13" fmla="*/ 359 h 756"/>
                  <a:gd name="T14" fmla="*/ 14 w 717"/>
                  <a:gd name="T15" fmla="*/ 71 h 756"/>
                  <a:gd name="T16" fmla="*/ 16 w 717"/>
                  <a:gd name="T17" fmla="*/ 244 h 756"/>
                  <a:gd name="T18" fmla="*/ 17 w 717"/>
                  <a:gd name="T19" fmla="*/ 96 h 756"/>
                  <a:gd name="T20" fmla="*/ 18 w 717"/>
                  <a:gd name="T21" fmla="*/ 615 h 756"/>
                  <a:gd name="T22" fmla="*/ 21 w 717"/>
                  <a:gd name="T23" fmla="*/ 397 h 756"/>
                  <a:gd name="T24" fmla="*/ 24 w 717"/>
                  <a:gd name="T25" fmla="*/ 519 h 756"/>
                  <a:gd name="T26" fmla="*/ 25 w 717"/>
                  <a:gd name="T27" fmla="*/ 308 h 756"/>
                  <a:gd name="T28" fmla="*/ 28 w 717"/>
                  <a:gd name="T29" fmla="*/ 442 h 756"/>
                  <a:gd name="T30" fmla="*/ 29 w 717"/>
                  <a:gd name="T31" fmla="*/ 352 h 756"/>
                  <a:gd name="T32" fmla="*/ 30 w 717"/>
                  <a:gd name="T33" fmla="*/ 384 h 756"/>
                  <a:gd name="T34" fmla="*/ 31 w 717"/>
                  <a:gd name="T35" fmla="*/ 135 h 756"/>
                  <a:gd name="T36" fmla="*/ 33 w 717"/>
                  <a:gd name="T37" fmla="*/ 301 h 756"/>
                  <a:gd name="T38" fmla="*/ 32 w 717"/>
                  <a:gd name="T39" fmla="*/ 519 h 756"/>
                  <a:gd name="T40" fmla="*/ 34 w 717"/>
                  <a:gd name="T41" fmla="*/ 679 h 756"/>
                  <a:gd name="T42" fmla="*/ 36 w 717"/>
                  <a:gd name="T43" fmla="*/ 628 h 756"/>
                  <a:gd name="T44" fmla="*/ 37 w 717"/>
                  <a:gd name="T45" fmla="*/ 480 h 756"/>
                  <a:gd name="T46" fmla="*/ 38 w 717"/>
                  <a:gd name="T47" fmla="*/ 391 h 756"/>
                  <a:gd name="T48" fmla="*/ 36 w 717"/>
                  <a:gd name="T49" fmla="*/ 506 h 756"/>
                  <a:gd name="T50" fmla="*/ 38 w 717"/>
                  <a:gd name="T51" fmla="*/ 352 h 756"/>
                  <a:gd name="T52" fmla="*/ 39 w 717"/>
                  <a:gd name="T53" fmla="*/ 455 h 756"/>
                  <a:gd name="T54" fmla="*/ 41 w 717"/>
                  <a:gd name="T55" fmla="*/ 519 h 756"/>
                  <a:gd name="T56" fmla="*/ 43 w 717"/>
                  <a:gd name="T57" fmla="*/ 410 h 756"/>
                  <a:gd name="T58" fmla="*/ 44 w 717"/>
                  <a:gd name="T59" fmla="*/ 186 h 756"/>
                  <a:gd name="T60" fmla="*/ 45 w 717"/>
                  <a:gd name="T61" fmla="*/ 231 h 756"/>
                  <a:gd name="T62" fmla="*/ 48 w 717"/>
                  <a:gd name="T63" fmla="*/ 148 h 756"/>
                  <a:gd name="T64" fmla="*/ 48 w 717"/>
                  <a:gd name="T65" fmla="*/ 301 h 756"/>
                  <a:gd name="T66" fmla="*/ 48 w 717"/>
                  <a:gd name="T67" fmla="*/ 730 h 756"/>
                  <a:gd name="T68" fmla="*/ 54 w 717"/>
                  <a:gd name="T69" fmla="*/ 0 h 756"/>
                  <a:gd name="T70" fmla="*/ 54 w 717"/>
                  <a:gd name="T71" fmla="*/ 250 h 756"/>
                  <a:gd name="T72" fmla="*/ 55 w 717"/>
                  <a:gd name="T73" fmla="*/ 333 h 756"/>
                  <a:gd name="T74" fmla="*/ 57 w 717"/>
                  <a:gd name="T75" fmla="*/ 192 h 756"/>
                  <a:gd name="T76" fmla="*/ 59 w 717"/>
                  <a:gd name="T77" fmla="*/ 340 h 756"/>
                  <a:gd name="T78" fmla="*/ 58 w 717"/>
                  <a:gd name="T79" fmla="*/ 429 h 756"/>
                  <a:gd name="T80" fmla="*/ 60 w 717"/>
                  <a:gd name="T81" fmla="*/ 461 h 756"/>
                  <a:gd name="T82" fmla="*/ 0 60000 65536"/>
                  <a:gd name="T83" fmla="*/ 0 60000 65536"/>
                  <a:gd name="T84" fmla="*/ 0 60000 65536"/>
                  <a:gd name="T85" fmla="*/ 0 60000 65536"/>
                  <a:gd name="T86" fmla="*/ 0 60000 65536"/>
                  <a:gd name="T87" fmla="*/ 0 60000 65536"/>
                  <a:gd name="T88" fmla="*/ 0 60000 65536"/>
                  <a:gd name="T89" fmla="*/ 0 60000 65536"/>
                  <a:gd name="T90" fmla="*/ 0 60000 65536"/>
                  <a:gd name="T91" fmla="*/ 0 60000 65536"/>
                  <a:gd name="T92" fmla="*/ 0 60000 65536"/>
                  <a:gd name="T93" fmla="*/ 0 60000 65536"/>
                  <a:gd name="T94" fmla="*/ 0 60000 65536"/>
                  <a:gd name="T95" fmla="*/ 0 60000 65536"/>
                  <a:gd name="T96" fmla="*/ 0 60000 65536"/>
                  <a:gd name="T97" fmla="*/ 0 60000 65536"/>
                  <a:gd name="T98" fmla="*/ 0 60000 65536"/>
                  <a:gd name="T99" fmla="*/ 0 60000 65536"/>
                  <a:gd name="T100" fmla="*/ 0 60000 65536"/>
                  <a:gd name="T101" fmla="*/ 0 60000 65536"/>
                  <a:gd name="T102" fmla="*/ 0 60000 65536"/>
                  <a:gd name="T103" fmla="*/ 0 60000 65536"/>
                  <a:gd name="T104" fmla="*/ 0 60000 65536"/>
                  <a:gd name="T105" fmla="*/ 0 60000 65536"/>
                  <a:gd name="T106" fmla="*/ 0 60000 65536"/>
                  <a:gd name="T107" fmla="*/ 0 60000 65536"/>
                  <a:gd name="T108" fmla="*/ 0 60000 65536"/>
                  <a:gd name="T109" fmla="*/ 0 60000 65536"/>
                  <a:gd name="T110" fmla="*/ 0 60000 65536"/>
                  <a:gd name="T111" fmla="*/ 0 60000 65536"/>
                  <a:gd name="T112" fmla="*/ 0 60000 65536"/>
                  <a:gd name="T113" fmla="*/ 0 60000 65536"/>
                  <a:gd name="T114" fmla="*/ 0 60000 65536"/>
                  <a:gd name="T115" fmla="*/ 0 60000 65536"/>
                  <a:gd name="T116" fmla="*/ 0 60000 65536"/>
                  <a:gd name="T117" fmla="*/ 0 60000 65536"/>
                  <a:gd name="T118" fmla="*/ 0 60000 65536"/>
                  <a:gd name="T119" fmla="*/ 0 60000 65536"/>
                  <a:gd name="T120" fmla="*/ 0 60000 65536"/>
                  <a:gd name="T121" fmla="*/ 0 60000 65536"/>
                  <a:gd name="T122" fmla="*/ 0 60000 65536"/>
                  <a:gd name="T123" fmla="*/ 0 w 717"/>
                  <a:gd name="T124" fmla="*/ 0 h 756"/>
                  <a:gd name="T125" fmla="*/ 717 w 717"/>
                  <a:gd name="T126" fmla="*/ 756 h 756"/>
                </a:gdLst>
                <a:ahLst/>
                <a:cxnLst>
                  <a:cxn ang="T82">
                    <a:pos x="T0" y="T1"/>
                  </a:cxn>
                  <a:cxn ang="T83">
                    <a:pos x="T2" y="T3"/>
                  </a:cxn>
                  <a:cxn ang="T84">
                    <a:pos x="T4" y="T5"/>
                  </a:cxn>
                  <a:cxn ang="T85">
                    <a:pos x="T6" y="T7"/>
                  </a:cxn>
                  <a:cxn ang="T86">
                    <a:pos x="T8" y="T9"/>
                  </a:cxn>
                  <a:cxn ang="T87">
                    <a:pos x="T10" y="T11"/>
                  </a:cxn>
                  <a:cxn ang="T88">
                    <a:pos x="T12" y="T13"/>
                  </a:cxn>
                  <a:cxn ang="T89">
                    <a:pos x="T14" y="T15"/>
                  </a:cxn>
                  <a:cxn ang="T90">
                    <a:pos x="T16" y="T17"/>
                  </a:cxn>
                  <a:cxn ang="T91">
                    <a:pos x="T18" y="T19"/>
                  </a:cxn>
                  <a:cxn ang="T92">
                    <a:pos x="T20" y="T21"/>
                  </a:cxn>
                  <a:cxn ang="T93">
                    <a:pos x="T22" y="T23"/>
                  </a:cxn>
                  <a:cxn ang="T94">
                    <a:pos x="T24" y="T25"/>
                  </a:cxn>
                  <a:cxn ang="T95">
                    <a:pos x="T26" y="T27"/>
                  </a:cxn>
                  <a:cxn ang="T96">
                    <a:pos x="T28" y="T29"/>
                  </a:cxn>
                  <a:cxn ang="T97">
                    <a:pos x="T30" y="T31"/>
                  </a:cxn>
                  <a:cxn ang="T98">
                    <a:pos x="T32" y="T33"/>
                  </a:cxn>
                  <a:cxn ang="T99">
                    <a:pos x="T34" y="T35"/>
                  </a:cxn>
                  <a:cxn ang="T100">
                    <a:pos x="T36" y="T37"/>
                  </a:cxn>
                  <a:cxn ang="T101">
                    <a:pos x="T38" y="T39"/>
                  </a:cxn>
                  <a:cxn ang="T102">
                    <a:pos x="T40" y="T41"/>
                  </a:cxn>
                  <a:cxn ang="T103">
                    <a:pos x="T42" y="T43"/>
                  </a:cxn>
                  <a:cxn ang="T104">
                    <a:pos x="T44" y="T45"/>
                  </a:cxn>
                  <a:cxn ang="T105">
                    <a:pos x="T46" y="T47"/>
                  </a:cxn>
                  <a:cxn ang="T106">
                    <a:pos x="T48" y="T49"/>
                  </a:cxn>
                  <a:cxn ang="T107">
                    <a:pos x="T50" y="T51"/>
                  </a:cxn>
                  <a:cxn ang="T108">
                    <a:pos x="T52" y="T53"/>
                  </a:cxn>
                  <a:cxn ang="T109">
                    <a:pos x="T54" y="T55"/>
                  </a:cxn>
                  <a:cxn ang="T110">
                    <a:pos x="T56" y="T57"/>
                  </a:cxn>
                  <a:cxn ang="T111">
                    <a:pos x="T58" y="T59"/>
                  </a:cxn>
                  <a:cxn ang="T112">
                    <a:pos x="T60" y="T61"/>
                  </a:cxn>
                  <a:cxn ang="T113">
                    <a:pos x="T62" y="T63"/>
                  </a:cxn>
                  <a:cxn ang="T114">
                    <a:pos x="T64" y="T65"/>
                  </a:cxn>
                  <a:cxn ang="T115">
                    <a:pos x="T66" y="T67"/>
                  </a:cxn>
                  <a:cxn ang="T116">
                    <a:pos x="T68" y="T69"/>
                  </a:cxn>
                  <a:cxn ang="T117">
                    <a:pos x="T70" y="T71"/>
                  </a:cxn>
                  <a:cxn ang="T118">
                    <a:pos x="T72" y="T73"/>
                  </a:cxn>
                  <a:cxn ang="T119">
                    <a:pos x="T74" y="T75"/>
                  </a:cxn>
                  <a:cxn ang="T120">
                    <a:pos x="T76" y="T77"/>
                  </a:cxn>
                  <a:cxn ang="T121">
                    <a:pos x="T78" y="T79"/>
                  </a:cxn>
                  <a:cxn ang="T122">
                    <a:pos x="T80" y="T81"/>
                  </a:cxn>
                </a:cxnLst>
                <a:rect l="T123" t="T124" r="T125" b="T126"/>
                <a:pathLst>
                  <a:path w="717" h="756">
                    <a:moveTo>
                      <a:pt x="0" y="756"/>
                    </a:moveTo>
                    <a:lnTo>
                      <a:pt x="52" y="167"/>
                    </a:lnTo>
                    <a:lnTo>
                      <a:pt x="64" y="384"/>
                    </a:lnTo>
                    <a:lnTo>
                      <a:pt x="90" y="103"/>
                    </a:lnTo>
                    <a:lnTo>
                      <a:pt x="116" y="519"/>
                    </a:lnTo>
                    <a:lnTo>
                      <a:pt x="135" y="487"/>
                    </a:lnTo>
                    <a:lnTo>
                      <a:pt x="135" y="359"/>
                    </a:lnTo>
                    <a:lnTo>
                      <a:pt x="167" y="71"/>
                    </a:lnTo>
                    <a:lnTo>
                      <a:pt x="192" y="244"/>
                    </a:lnTo>
                    <a:lnTo>
                      <a:pt x="205" y="96"/>
                    </a:lnTo>
                    <a:lnTo>
                      <a:pt x="218" y="615"/>
                    </a:lnTo>
                    <a:lnTo>
                      <a:pt x="244" y="397"/>
                    </a:lnTo>
                    <a:lnTo>
                      <a:pt x="282" y="519"/>
                    </a:lnTo>
                    <a:lnTo>
                      <a:pt x="308" y="308"/>
                    </a:lnTo>
                    <a:lnTo>
                      <a:pt x="333" y="442"/>
                    </a:lnTo>
                    <a:lnTo>
                      <a:pt x="346" y="352"/>
                    </a:lnTo>
                    <a:lnTo>
                      <a:pt x="365" y="384"/>
                    </a:lnTo>
                    <a:lnTo>
                      <a:pt x="378" y="135"/>
                    </a:lnTo>
                    <a:lnTo>
                      <a:pt x="391" y="301"/>
                    </a:lnTo>
                    <a:lnTo>
                      <a:pt x="384" y="519"/>
                    </a:lnTo>
                    <a:lnTo>
                      <a:pt x="404" y="679"/>
                    </a:lnTo>
                    <a:lnTo>
                      <a:pt x="429" y="628"/>
                    </a:lnTo>
                    <a:lnTo>
                      <a:pt x="442" y="480"/>
                    </a:lnTo>
                    <a:lnTo>
                      <a:pt x="455" y="391"/>
                    </a:lnTo>
                    <a:lnTo>
                      <a:pt x="436" y="506"/>
                    </a:lnTo>
                    <a:lnTo>
                      <a:pt x="461" y="352"/>
                    </a:lnTo>
                    <a:lnTo>
                      <a:pt x="474" y="455"/>
                    </a:lnTo>
                    <a:lnTo>
                      <a:pt x="493" y="519"/>
                    </a:lnTo>
                    <a:lnTo>
                      <a:pt x="512" y="410"/>
                    </a:lnTo>
                    <a:lnTo>
                      <a:pt x="532" y="186"/>
                    </a:lnTo>
                    <a:lnTo>
                      <a:pt x="544" y="231"/>
                    </a:lnTo>
                    <a:lnTo>
                      <a:pt x="570" y="148"/>
                    </a:lnTo>
                    <a:lnTo>
                      <a:pt x="576" y="301"/>
                    </a:lnTo>
                    <a:lnTo>
                      <a:pt x="576" y="730"/>
                    </a:lnTo>
                    <a:lnTo>
                      <a:pt x="647" y="0"/>
                    </a:lnTo>
                    <a:lnTo>
                      <a:pt x="647" y="250"/>
                    </a:lnTo>
                    <a:lnTo>
                      <a:pt x="660" y="333"/>
                    </a:lnTo>
                    <a:lnTo>
                      <a:pt x="685" y="192"/>
                    </a:lnTo>
                    <a:lnTo>
                      <a:pt x="711" y="340"/>
                    </a:lnTo>
                    <a:lnTo>
                      <a:pt x="698" y="429"/>
                    </a:lnTo>
                    <a:lnTo>
                      <a:pt x="717" y="461"/>
                    </a:lnTo>
                  </a:path>
                </a:pathLst>
              </a:custGeom>
              <a:noFill/>
              <a:ln w="9525">
                <a:solidFill>
                  <a:srgbClr val="0079F2"/>
                </a:solidFill>
                <a:round/>
                <a:headEnd/>
                <a:tailEnd/>
              </a:ln>
            </p:spPr>
            <p:txBody>
              <a:bodyPr/>
              <a:lstStyle/>
              <a:p>
                <a:endParaRPr lang="en-GB"/>
              </a:p>
            </p:txBody>
          </p:sp>
          <p:sp>
            <p:nvSpPr>
              <p:cNvPr id="10281" name="Freeform 22"/>
              <p:cNvSpPr>
                <a:spLocks/>
              </p:cNvSpPr>
              <p:nvPr/>
            </p:nvSpPr>
            <p:spPr bwMode="auto">
              <a:xfrm flipH="1">
                <a:off x="4077" y="1119"/>
                <a:ext cx="313" cy="756"/>
              </a:xfrm>
              <a:custGeom>
                <a:avLst/>
                <a:gdLst>
                  <a:gd name="T0" fmla="*/ 0 w 717"/>
                  <a:gd name="T1" fmla="*/ 756 h 756"/>
                  <a:gd name="T2" fmla="*/ 4 w 717"/>
                  <a:gd name="T3" fmla="*/ 167 h 756"/>
                  <a:gd name="T4" fmla="*/ 5 w 717"/>
                  <a:gd name="T5" fmla="*/ 384 h 756"/>
                  <a:gd name="T6" fmla="*/ 7 w 717"/>
                  <a:gd name="T7" fmla="*/ 103 h 756"/>
                  <a:gd name="T8" fmla="*/ 10 w 717"/>
                  <a:gd name="T9" fmla="*/ 519 h 756"/>
                  <a:gd name="T10" fmla="*/ 11 w 717"/>
                  <a:gd name="T11" fmla="*/ 487 h 756"/>
                  <a:gd name="T12" fmla="*/ 11 w 717"/>
                  <a:gd name="T13" fmla="*/ 359 h 756"/>
                  <a:gd name="T14" fmla="*/ 14 w 717"/>
                  <a:gd name="T15" fmla="*/ 71 h 756"/>
                  <a:gd name="T16" fmla="*/ 16 w 717"/>
                  <a:gd name="T17" fmla="*/ 244 h 756"/>
                  <a:gd name="T18" fmla="*/ 17 w 717"/>
                  <a:gd name="T19" fmla="*/ 96 h 756"/>
                  <a:gd name="T20" fmla="*/ 18 w 717"/>
                  <a:gd name="T21" fmla="*/ 615 h 756"/>
                  <a:gd name="T22" fmla="*/ 21 w 717"/>
                  <a:gd name="T23" fmla="*/ 397 h 756"/>
                  <a:gd name="T24" fmla="*/ 24 w 717"/>
                  <a:gd name="T25" fmla="*/ 519 h 756"/>
                  <a:gd name="T26" fmla="*/ 25 w 717"/>
                  <a:gd name="T27" fmla="*/ 308 h 756"/>
                  <a:gd name="T28" fmla="*/ 28 w 717"/>
                  <a:gd name="T29" fmla="*/ 442 h 756"/>
                  <a:gd name="T30" fmla="*/ 29 w 717"/>
                  <a:gd name="T31" fmla="*/ 352 h 756"/>
                  <a:gd name="T32" fmla="*/ 30 w 717"/>
                  <a:gd name="T33" fmla="*/ 384 h 756"/>
                  <a:gd name="T34" fmla="*/ 31 w 717"/>
                  <a:gd name="T35" fmla="*/ 135 h 756"/>
                  <a:gd name="T36" fmla="*/ 33 w 717"/>
                  <a:gd name="T37" fmla="*/ 301 h 756"/>
                  <a:gd name="T38" fmla="*/ 32 w 717"/>
                  <a:gd name="T39" fmla="*/ 519 h 756"/>
                  <a:gd name="T40" fmla="*/ 34 w 717"/>
                  <a:gd name="T41" fmla="*/ 679 h 756"/>
                  <a:gd name="T42" fmla="*/ 36 w 717"/>
                  <a:gd name="T43" fmla="*/ 628 h 756"/>
                  <a:gd name="T44" fmla="*/ 37 w 717"/>
                  <a:gd name="T45" fmla="*/ 480 h 756"/>
                  <a:gd name="T46" fmla="*/ 38 w 717"/>
                  <a:gd name="T47" fmla="*/ 391 h 756"/>
                  <a:gd name="T48" fmla="*/ 36 w 717"/>
                  <a:gd name="T49" fmla="*/ 506 h 756"/>
                  <a:gd name="T50" fmla="*/ 38 w 717"/>
                  <a:gd name="T51" fmla="*/ 352 h 756"/>
                  <a:gd name="T52" fmla="*/ 39 w 717"/>
                  <a:gd name="T53" fmla="*/ 455 h 756"/>
                  <a:gd name="T54" fmla="*/ 41 w 717"/>
                  <a:gd name="T55" fmla="*/ 519 h 756"/>
                  <a:gd name="T56" fmla="*/ 43 w 717"/>
                  <a:gd name="T57" fmla="*/ 410 h 756"/>
                  <a:gd name="T58" fmla="*/ 44 w 717"/>
                  <a:gd name="T59" fmla="*/ 186 h 756"/>
                  <a:gd name="T60" fmla="*/ 45 w 717"/>
                  <a:gd name="T61" fmla="*/ 231 h 756"/>
                  <a:gd name="T62" fmla="*/ 48 w 717"/>
                  <a:gd name="T63" fmla="*/ 148 h 756"/>
                  <a:gd name="T64" fmla="*/ 48 w 717"/>
                  <a:gd name="T65" fmla="*/ 301 h 756"/>
                  <a:gd name="T66" fmla="*/ 48 w 717"/>
                  <a:gd name="T67" fmla="*/ 730 h 756"/>
                  <a:gd name="T68" fmla="*/ 54 w 717"/>
                  <a:gd name="T69" fmla="*/ 0 h 756"/>
                  <a:gd name="T70" fmla="*/ 54 w 717"/>
                  <a:gd name="T71" fmla="*/ 250 h 756"/>
                  <a:gd name="T72" fmla="*/ 55 w 717"/>
                  <a:gd name="T73" fmla="*/ 333 h 756"/>
                  <a:gd name="T74" fmla="*/ 57 w 717"/>
                  <a:gd name="T75" fmla="*/ 192 h 756"/>
                  <a:gd name="T76" fmla="*/ 59 w 717"/>
                  <a:gd name="T77" fmla="*/ 340 h 756"/>
                  <a:gd name="T78" fmla="*/ 58 w 717"/>
                  <a:gd name="T79" fmla="*/ 429 h 756"/>
                  <a:gd name="T80" fmla="*/ 60 w 717"/>
                  <a:gd name="T81" fmla="*/ 461 h 756"/>
                  <a:gd name="T82" fmla="*/ 0 60000 65536"/>
                  <a:gd name="T83" fmla="*/ 0 60000 65536"/>
                  <a:gd name="T84" fmla="*/ 0 60000 65536"/>
                  <a:gd name="T85" fmla="*/ 0 60000 65536"/>
                  <a:gd name="T86" fmla="*/ 0 60000 65536"/>
                  <a:gd name="T87" fmla="*/ 0 60000 65536"/>
                  <a:gd name="T88" fmla="*/ 0 60000 65536"/>
                  <a:gd name="T89" fmla="*/ 0 60000 65536"/>
                  <a:gd name="T90" fmla="*/ 0 60000 65536"/>
                  <a:gd name="T91" fmla="*/ 0 60000 65536"/>
                  <a:gd name="T92" fmla="*/ 0 60000 65536"/>
                  <a:gd name="T93" fmla="*/ 0 60000 65536"/>
                  <a:gd name="T94" fmla="*/ 0 60000 65536"/>
                  <a:gd name="T95" fmla="*/ 0 60000 65536"/>
                  <a:gd name="T96" fmla="*/ 0 60000 65536"/>
                  <a:gd name="T97" fmla="*/ 0 60000 65536"/>
                  <a:gd name="T98" fmla="*/ 0 60000 65536"/>
                  <a:gd name="T99" fmla="*/ 0 60000 65536"/>
                  <a:gd name="T100" fmla="*/ 0 60000 65536"/>
                  <a:gd name="T101" fmla="*/ 0 60000 65536"/>
                  <a:gd name="T102" fmla="*/ 0 60000 65536"/>
                  <a:gd name="T103" fmla="*/ 0 60000 65536"/>
                  <a:gd name="T104" fmla="*/ 0 60000 65536"/>
                  <a:gd name="T105" fmla="*/ 0 60000 65536"/>
                  <a:gd name="T106" fmla="*/ 0 60000 65536"/>
                  <a:gd name="T107" fmla="*/ 0 60000 65536"/>
                  <a:gd name="T108" fmla="*/ 0 60000 65536"/>
                  <a:gd name="T109" fmla="*/ 0 60000 65536"/>
                  <a:gd name="T110" fmla="*/ 0 60000 65536"/>
                  <a:gd name="T111" fmla="*/ 0 60000 65536"/>
                  <a:gd name="T112" fmla="*/ 0 60000 65536"/>
                  <a:gd name="T113" fmla="*/ 0 60000 65536"/>
                  <a:gd name="T114" fmla="*/ 0 60000 65536"/>
                  <a:gd name="T115" fmla="*/ 0 60000 65536"/>
                  <a:gd name="T116" fmla="*/ 0 60000 65536"/>
                  <a:gd name="T117" fmla="*/ 0 60000 65536"/>
                  <a:gd name="T118" fmla="*/ 0 60000 65536"/>
                  <a:gd name="T119" fmla="*/ 0 60000 65536"/>
                  <a:gd name="T120" fmla="*/ 0 60000 65536"/>
                  <a:gd name="T121" fmla="*/ 0 60000 65536"/>
                  <a:gd name="T122" fmla="*/ 0 60000 65536"/>
                  <a:gd name="T123" fmla="*/ 0 w 717"/>
                  <a:gd name="T124" fmla="*/ 0 h 756"/>
                  <a:gd name="T125" fmla="*/ 717 w 717"/>
                  <a:gd name="T126" fmla="*/ 756 h 756"/>
                </a:gdLst>
                <a:ahLst/>
                <a:cxnLst>
                  <a:cxn ang="T82">
                    <a:pos x="T0" y="T1"/>
                  </a:cxn>
                  <a:cxn ang="T83">
                    <a:pos x="T2" y="T3"/>
                  </a:cxn>
                  <a:cxn ang="T84">
                    <a:pos x="T4" y="T5"/>
                  </a:cxn>
                  <a:cxn ang="T85">
                    <a:pos x="T6" y="T7"/>
                  </a:cxn>
                  <a:cxn ang="T86">
                    <a:pos x="T8" y="T9"/>
                  </a:cxn>
                  <a:cxn ang="T87">
                    <a:pos x="T10" y="T11"/>
                  </a:cxn>
                  <a:cxn ang="T88">
                    <a:pos x="T12" y="T13"/>
                  </a:cxn>
                  <a:cxn ang="T89">
                    <a:pos x="T14" y="T15"/>
                  </a:cxn>
                  <a:cxn ang="T90">
                    <a:pos x="T16" y="T17"/>
                  </a:cxn>
                  <a:cxn ang="T91">
                    <a:pos x="T18" y="T19"/>
                  </a:cxn>
                  <a:cxn ang="T92">
                    <a:pos x="T20" y="T21"/>
                  </a:cxn>
                  <a:cxn ang="T93">
                    <a:pos x="T22" y="T23"/>
                  </a:cxn>
                  <a:cxn ang="T94">
                    <a:pos x="T24" y="T25"/>
                  </a:cxn>
                  <a:cxn ang="T95">
                    <a:pos x="T26" y="T27"/>
                  </a:cxn>
                  <a:cxn ang="T96">
                    <a:pos x="T28" y="T29"/>
                  </a:cxn>
                  <a:cxn ang="T97">
                    <a:pos x="T30" y="T31"/>
                  </a:cxn>
                  <a:cxn ang="T98">
                    <a:pos x="T32" y="T33"/>
                  </a:cxn>
                  <a:cxn ang="T99">
                    <a:pos x="T34" y="T35"/>
                  </a:cxn>
                  <a:cxn ang="T100">
                    <a:pos x="T36" y="T37"/>
                  </a:cxn>
                  <a:cxn ang="T101">
                    <a:pos x="T38" y="T39"/>
                  </a:cxn>
                  <a:cxn ang="T102">
                    <a:pos x="T40" y="T41"/>
                  </a:cxn>
                  <a:cxn ang="T103">
                    <a:pos x="T42" y="T43"/>
                  </a:cxn>
                  <a:cxn ang="T104">
                    <a:pos x="T44" y="T45"/>
                  </a:cxn>
                  <a:cxn ang="T105">
                    <a:pos x="T46" y="T47"/>
                  </a:cxn>
                  <a:cxn ang="T106">
                    <a:pos x="T48" y="T49"/>
                  </a:cxn>
                  <a:cxn ang="T107">
                    <a:pos x="T50" y="T51"/>
                  </a:cxn>
                  <a:cxn ang="T108">
                    <a:pos x="T52" y="T53"/>
                  </a:cxn>
                  <a:cxn ang="T109">
                    <a:pos x="T54" y="T55"/>
                  </a:cxn>
                  <a:cxn ang="T110">
                    <a:pos x="T56" y="T57"/>
                  </a:cxn>
                  <a:cxn ang="T111">
                    <a:pos x="T58" y="T59"/>
                  </a:cxn>
                  <a:cxn ang="T112">
                    <a:pos x="T60" y="T61"/>
                  </a:cxn>
                  <a:cxn ang="T113">
                    <a:pos x="T62" y="T63"/>
                  </a:cxn>
                  <a:cxn ang="T114">
                    <a:pos x="T64" y="T65"/>
                  </a:cxn>
                  <a:cxn ang="T115">
                    <a:pos x="T66" y="T67"/>
                  </a:cxn>
                  <a:cxn ang="T116">
                    <a:pos x="T68" y="T69"/>
                  </a:cxn>
                  <a:cxn ang="T117">
                    <a:pos x="T70" y="T71"/>
                  </a:cxn>
                  <a:cxn ang="T118">
                    <a:pos x="T72" y="T73"/>
                  </a:cxn>
                  <a:cxn ang="T119">
                    <a:pos x="T74" y="T75"/>
                  </a:cxn>
                  <a:cxn ang="T120">
                    <a:pos x="T76" y="T77"/>
                  </a:cxn>
                  <a:cxn ang="T121">
                    <a:pos x="T78" y="T79"/>
                  </a:cxn>
                  <a:cxn ang="T122">
                    <a:pos x="T80" y="T81"/>
                  </a:cxn>
                </a:cxnLst>
                <a:rect l="T123" t="T124" r="T125" b="T126"/>
                <a:pathLst>
                  <a:path w="717" h="756">
                    <a:moveTo>
                      <a:pt x="0" y="756"/>
                    </a:moveTo>
                    <a:lnTo>
                      <a:pt x="52" y="167"/>
                    </a:lnTo>
                    <a:lnTo>
                      <a:pt x="64" y="384"/>
                    </a:lnTo>
                    <a:lnTo>
                      <a:pt x="90" y="103"/>
                    </a:lnTo>
                    <a:lnTo>
                      <a:pt x="116" y="519"/>
                    </a:lnTo>
                    <a:lnTo>
                      <a:pt x="135" y="487"/>
                    </a:lnTo>
                    <a:lnTo>
                      <a:pt x="135" y="359"/>
                    </a:lnTo>
                    <a:lnTo>
                      <a:pt x="167" y="71"/>
                    </a:lnTo>
                    <a:lnTo>
                      <a:pt x="192" y="244"/>
                    </a:lnTo>
                    <a:lnTo>
                      <a:pt x="205" y="96"/>
                    </a:lnTo>
                    <a:lnTo>
                      <a:pt x="218" y="615"/>
                    </a:lnTo>
                    <a:lnTo>
                      <a:pt x="244" y="397"/>
                    </a:lnTo>
                    <a:lnTo>
                      <a:pt x="282" y="519"/>
                    </a:lnTo>
                    <a:lnTo>
                      <a:pt x="308" y="308"/>
                    </a:lnTo>
                    <a:lnTo>
                      <a:pt x="333" y="442"/>
                    </a:lnTo>
                    <a:lnTo>
                      <a:pt x="346" y="352"/>
                    </a:lnTo>
                    <a:lnTo>
                      <a:pt x="365" y="384"/>
                    </a:lnTo>
                    <a:lnTo>
                      <a:pt x="378" y="135"/>
                    </a:lnTo>
                    <a:lnTo>
                      <a:pt x="391" y="301"/>
                    </a:lnTo>
                    <a:lnTo>
                      <a:pt x="384" y="519"/>
                    </a:lnTo>
                    <a:lnTo>
                      <a:pt x="404" y="679"/>
                    </a:lnTo>
                    <a:lnTo>
                      <a:pt x="429" y="628"/>
                    </a:lnTo>
                    <a:lnTo>
                      <a:pt x="442" y="480"/>
                    </a:lnTo>
                    <a:lnTo>
                      <a:pt x="455" y="391"/>
                    </a:lnTo>
                    <a:lnTo>
                      <a:pt x="436" y="506"/>
                    </a:lnTo>
                    <a:lnTo>
                      <a:pt x="461" y="352"/>
                    </a:lnTo>
                    <a:lnTo>
                      <a:pt x="474" y="455"/>
                    </a:lnTo>
                    <a:lnTo>
                      <a:pt x="493" y="519"/>
                    </a:lnTo>
                    <a:lnTo>
                      <a:pt x="512" y="410"/>
                    </a:lnTo>
                    <a:lnTo>
                      <a:pt x="532" y="186"/>
                    </a:lnTo>
                    <a:lnTo>
                      <a:pt x="544" y="231"/>
                    </a:lnTo>
                    <a:lnTo>
                      <a:pt x="570" y="148"/>
                    </a:lnTo>
                    <a:lnTo>
                      <a:pt x="576" y="301"/>
                    </a:lnTo>
                    <a:lnTo>
                      <a:pt x="576" y="730"/>
                    </a:lnTo>
                    <a:lnTo>
                      <a:pt x="647" y="0"/>
                    </a:lnTo>
                    <a:lnTo>
                      <a:pt x="647" y="250"/>
                    </a:lnTo>
                    <a:lnTo>
                      <a:pt x="660" y="333"/>
                    </a:lnTo>
                    <a:lnTo>
                      <a:pt x="685" y="192"/>
                    </a:lnTo>
                    <a:lnTo>
                      <a:pt x="711" y="340"/>
                    </a:lnTo>
                    <a:lnTo>
                      <a:pt x="698" y="429"/>
                    </a:lnTo>
                    <a:lnTo>
                      <a:pt x="717" y="461"/>
                    </a:lnTo>
                  </a:path>
                </a:pathLst>
              </a:custGeom>
              <a:noFill/>
              <a:ln w="9525">
                <a:solidFill>
                  <a:srgbClr val="0079F2"/>
                </a:solidFill>
                <a:round/>
                <a:headEnd/>
                <a:tailEnd/>
              </a:ln>
            </p:spPr>
            <p:txBody>
              <a:bodyPr/>
              <a:lstStyle/>
              <a:p>
                <a:endParaRPr lang="en-GB"/>
              </a:p>
            </p:txBody>
          </p:sp>
          <p:sp>
            <p:nvSpPr>
              <p:cNvPr id="10282" name="Freeform 23"/>
              <p:cNvSpPr>
                <a:spLocks/>
              </p:cNvSpPr>
              <p:nvPr/>
            </p:nvSpPr>
            <p:spPr bwMode="auto">
              <a:xfrm flipV="1">
                <a:off x="4385" y="1138"/>
                <a:ext cx="313" cy="756"/>
              </a:xfrm>
              <a:custGeom>
                <a:avLst/>
                <a:gdLst>
                  <a:gd name="T0" fmla="*/ 0 w 717"/>
                  <a:gd name="T1" fmla="*/ 756 h 756"/>
                  <a:gd name="T2" fmla="*/ 4 w 717"/>
                  <a:gd name="T3" fmla="*/ 167 h 756"/>
                  <a:gd name="T4" fmla="*/ 5 w 717"/>
                  <a:gd name="T5" fmla="*/ 384 h 756"/>
                  <a:gd name="T6" fmla="*/ 7 w 717"/>
                  <a:gd name="T7" fmla="*/ 103 h 756"/>
                  <a:gd name="T8" fmla="*/ 10 w 717"/>
                  <a:gd name="T9" fmla="*/ 519 h 756"/>
                  <a:gd name="T10" fmla="*/ 11 w 717"/>
                  <a:gd name="T11" fmla="*/ 487 h 756"/>
                  <a:gd name="T12" fmla="*/ 11 w 717"/>
                  <a:gd name="T13" fmla="*/ 359 h 756"/>
                  <a:gd name="T14" fmla="*/ 14 w 717"/>
                  <a:gd name="T15" fmla="*/ 71 h 756"/>
                  <a:gd name="T16" fmla="*/ 16 w 717"/>
                  <a:gd name="T17" fmla="*/ 244 h 756"/>
                  <a:gd name="T18" fmla="*/ 17 w 717"/>
                  <a:gd name="T19" fmla="*/ 96 h 756"/>
                  <a:gd name="T20" fmla="*/ 18 w 717"/>
                  <a:gd name="T21" fmla="*/ 615 h 756"/>
                  <a:gd name="T22" fmla="*/ 21 w 717"/>
                  <a:gd name="T23" fmla="*/ 397 h 756"/>
                  <a:gd name="T24" fmla="*/ 24 w 717"/>
                  <a:gd name="T25" fmla="*/ 519 h 756"/>
                  <a:gd name="T26" fmla="*/ 25 w 717"/>
                  <a:gd name="T27" fmla="*/ 308 h 756"/>
                  <a:gd name="T28" fmla="*/ 28 w 717"/>
                  <a:gd name="T29" fmla="*/ 442 h 756"/>
                  <a:gd name="T30" fmla="*/ 29 w 717"/>
                  <a:gd name="T31" fmla="*/ 352 h 756"/>
                  <a:gd name="T32" fmla="*/ 30 w 717"/>
                  <a:gd name="T33" fmla="*/ 384 h 756"/>
                  <a:gd name="T34" fmla="*/ 31 w 717"/>
                  <a:gd name="T35" fmla="*/ 135 h 756"/>
                  <a:gd name="T36" fmla="*/ 33 w 717"/>
                  <a:gd name="T37" fmla="*/ 301 h 756"/>
                  <a:gd name="T38" fmla="*/ 32 w 717"/>
                  <a:gd name="T39" fmla="*/ 519 h 756"/>
                  <a:gd name="T40" fmla="*/ 34 w 717"/>
                  <a:gd name="T41" fmla="*/ 679 h 756"/>
                  <a:gd name="T42" fmla="*/ 36 w 717"/>
                  <a:gd name="T43" fmla="*/ 628 h 756"/>
                  <a:gd name="T44" fmla="*/ 37 w 717"/>
                  <a:gd name="T45" fmla="*/ 480 h 756"/>
                  <a:gd name="T46" fmla="*/ 38 w 717"/>
                  <a:gd name="T47" fmla="*/ 391 h 756"/>
                  <a:gd name="T48" fmla="*/ 36 w 717"/>
                  <a:gd name="T49" fmla="*/ 506 h 756"/>
                  <a:gd name="T50" fmla="*/ 38 w 717"/>
                  <a:gd name="T51" fmla="*/ 352 h 756"/>
                  <a:gd name="T52" fmla="*/ 39 w 717"/>
                  <a:gd name="T53" fmla="*/ 455 h 756"/>
                  <a:gd name="T54" fmla="*/ 41 w 717"/>
                  <a:gd name="T55" fmla="*/ 519 h 756"/>
                  <a:gd name="T56" fmla="*/ 43 w 717"/>
                  <a:gd name="T57" fmla="*/ 410 h 756"/>
                  <a:gd name="T58" fmla="*/ 44 w 717"/>
                  <a:gd name="T59" fmla="*/ 186 h 756"/>
                  <a:gd name="T60" fmla="*/ 45 w 717"/>
                  <a:gd name="T61" fmla="*/ 231 h 756"/>
                  <a:gd name="T62" fmla="*/ 48 w 717"/>
                  <a:gd name="T63" fmla="*/ 148 h 756"/>
                  <a:gd name="T64" fmla="*/ 48 w 717"/>
                  <a:gd name="T65" fmla="*/ 301 h 756"/>
                  <a:gd name="T66" fmla="*/ 48 w 717"/>
                  <a:gd name="T67" fmla="*/ 730 h 756"/>
                  <a:gd name="T68" fmla="*/ 54 w 717"/>
                  <a:gd name="T69" fmla="*/ 0 h 756"/>
                  <a:gd name="T70" fmla="*/ 54 w 717"/>
                  <a:gd name="T71" fmla="*/ 250 h 756"/>
                  <a:gd name="T72" fmla="*/ 55 w 717"/>
                  <a:gd name="T73" fmla="*/ 333 h 756"/>
                  <a:gd name="T74" fmla="*/ 57 w 717"/>
                  <a:gd name="T75" fmla="*/ 192 h 756"/>
                  <a:gd name="T76" fmla="*/ 59 w 717"/>
                  <a:gd name="T77" fmla="*/ 340 h 756"/>
                  <a:gd name="T78" fmla="*/ 58 w 717"/>
                  <a:gd name="T79" fmla="*/ 429 h 756"/>
                  <a:gd name="T80" fmla="*/ 60 w 717"/>
                  <a:gd name="T81" fmla="*/ 461 h 756"/>
                  <a:gd name="T82" fmla="*/ 0 60000 65536"/>
                  <a:gd name="T83" fmla="*/ 0 60000 65536"/>
                  <a:gd name="T84" fmla="*/ 0 60000 65536"/>
                  <a:gd name="T85" fmla="*/ 0 60000 65536"/>
                  <a:gd name="T86" fmla="*/ 0 60000 65536"/>
                  <a:gd name="T87" fmla="*/ 0 60000 65536"/>
                  <a:gd name="T88" fmla="*/ 0 60000 65536"/>
                  <a:gd name="T89" fmla="*/ 0 60000 65536"/>
                  <a:gd name="T90" fmla="*/ 0 60000 65536"/>
                  <a:gd name="T91" fmla="*/ 0 60000 65536"/>
                  <a:gd name="T92" fmla="*/ 0 60000 65536"/>
                  <a:gd name="T93" fmla="*/ 0 60000 65536"/>
                  <a:gd name="T94" fmla="*/ 0 60000 65536"/>
                  <a:gd name="T95" fmla="*/ 0 60000 65536"/>
                  <a:gd name="T96" fmla="*/ 0 60000 65536"/>
                  <a:gd name="T97" fmla="*/ 0 60000 65536"/>
                  <a:gd name="T98" fmla="*/ 0 60000 65536"/>
                  <a:gd name="T99" fmla="*/ 0 60000 65536"/>
                  <a:gd name="T100" fmla="*/ 0 60000 65536"/>
                  <a:gd name="T101" fmla="*/ 0 60000 65536"/>
                  <a:gd name="T102" fmla="*/ 0 60000 65536"/>
                  <a:gd name="T103" fmla="*/ 0 60000 65536"/>
                  <a:gd name="T104" fmla="*/ 0 60000 65536"/>
                  <a:gd name="T105" fmla="*/ 0 60000 65536"/>
                  <a:gd name="T106" fmla="*/ 0 60000 65536"/>
                  <a:gd name="T107" fmla="*/ 0 60000 65536"/>
                  <a:gd name="T108" fmla="*/ 0 60000 65536"/>
                  <a:gd name="T109" fmla="*/ 0 60000 65536"/>
                  <a:gd name="T110" fmla="*/ 0 60000 65536"/>
                  <a:gd name="T111" fmla="*/ 0 60000 65536"/>
                  <a:gd name="T112" fmla="*/ 0 60000 65536"/>
                  <a:gd name="T113" fmla="*/ 0 60000 65536"/>
                  <a:gd name="T114" fmla="*/ 0 60000 65536"/>
                  <a:gd name="T115" fmla="*/ 0 60000 65536"/>
                  <a:gd name="T116" fmla="*/ 0 60000 65536"/>
                  <a:gd name="T117" fmla="*/ 0 60000 65536"/>
                  <a:gd name="T118" fmla="*/ 0 60000 65536"/>
                  <a:gd name="T119" fmla="*/ 0 60000 65536"/>
                  <a:gd name="T120" fmla="*/ 0 60000 65536"/>
                  <a:gd name="T121" fmla="*/ 0 60000 65536"/>
                  <a:gd name="T122" fmla="*/ 0 60000 65536"/>
                  <a:gd name="T123" fmla="*/ 0 w 717"/>
                  <a:gd name="T124" fmla="*/ 0 h 756"/>
                  <a:gd name="T125" fmla="*/ 717 w 717"/>
                  <a:gd name="T126" fmla="*/ 756 h 756"/>
                </a:gdLst>
                <a:ahLst/>
                <a:cxnLst>
                  <a:cxn ang="T82">
                    <a:pos x="T0" y="T1"/>
                  </a:cxn>
                  <a:cxn ang="T83">
                    <a:pos x="T2" y="T3"/>
                  </a:cxn>
                  <a:cxn ang="T84">
                    <a:pos x="T4" y="T5"/>
                  </a:cxn>
                  <a:cxn ang="T85">
                    <a:pos x="T6" y="T7"/>
                  </a:cxn>
                  <a:cxn ang="T86">
                    <a:pos x="T8" y="T9"/>
                  </a:cxn>
                  <a:cxn ang="T87">
                    <a:pos x="T10" y="T11"/>
                  </a:cxn>
                  <a:cxn ang="T88">
                    <a:pos x="T12" y="T13"/>
                  </a:cxn>
                  <a:cxn ang="T89">
                    <a:pos x="T14" y="T15"/>
                  </a:cxn>
                  <a:cxn ang="T90">
                    <a:pos x="T16" y="T17"/>
                  </a:cxn>
                  <a:cxn ang="T91">
                    <a:pos x="T18" y="T19"/>
                  </a:cxn>
                  <a:cxn ang="T92">
                    <a:pos x="T20" y="T21"/>
                  </a:cxn>
                  <a:cxn ang="T93">
                    <a:pos x="T22" y="T23"/>
                  </a:cxn>
                  <a:cxn ang="T94">
                    <a:pos x="T24" y="T25"/>
                  </a:cxn>
                  <a:cxn ang="T95">
                    <a:pos x="T26" y="T27"/>
                  </a:cxn>
                  <a:cxn ang="T96">
                    <a:pos x="T28" y="T29"/>
                  </a:cxn>
                  <a:cxn ang="T97">
                    <a:pos x="T30" y="T31"/>
                  </a:cxn>
                  <a:cxn ang="T98">
                    <a:pos x="T32" y="T33"/>
                  </a:cxn>
                  <a:cxn ang="T99">
                    <a:pos x="T34" y="T35"/>
                  </a:cxn>
                  <a:cxn ang="T100">
                    <a:pos x="T36" y="T37"/>
                  </a:cxn>
                  <a:cxn ang="T101">
                    <a:pos x="T38" y="T39"/>
                  </a:cxn>
                  <a:cxn ang="T102">
                    <a:pos x="T40" y="T41"/>
                  </a:cxn>
                  <a:cxn ang="T103">
                    <a:pos x="T42" y="T43"/>
                  </a:cxn>
                  <a:cxn ang="T104">
                    <a:pos x="T44" y="T45"/>
                  </a:cxn>
                  <a:cxn ang="T105">
                    <a:pos x="T46" y="T47"/>
                  </a:cxn>
                  <a:cxn ang="T106">
                    <a:pos x="T48" y="T49"/>
                  </a:cxn>
                  <a:cxn ang="T107">
                    <a:pos x="T50" y="T51"/>
                  </a:cxn>
                  <a:cxn ang="T108">
                    <a:pos x="T52" y="T53"/>
                  </a:cxn>
                  <a:cxn ang="T109">
                    <a:pos x="T54" y="T55"/>
                  </a:cxn>
                  <a:cxn ang="T110">
                    <a:pos x="T56" y="T57"/>
                  </a:cxn>
                  <a:cxn ang="T111">
                    <a:pos x="T58" y="T59"/>
                  </a:cxn>
                  <a:cxn ang="T112">
                    <a:pos x="T60" y="T61"/>
                  </a:cxn>
                  <a:cxn ang="T113">
                    <a:pos x="T62" y="T63"/>
                  </a:cxn>
                  <a:cxn ang="T114">
                    <a:pos x="T64" y="T65"/>
                  </a:cxn>
                  <a:cxn ang="T115">
                    <a:pos x="T66" y="T67"/>
                  </a:cxn>
                  <a:cxn ang="T116">
                    <a:pos x="T68" y="T69"/>
                  </a:cxn>
                  <a:cxn ang="T117">
                    <a:pos x="T70" y="T71"/>
                  </a:cxn>
                  <a:cxn ang="T118">
                    <a:pos x="T72" y="T73"/>
                  </a:cxn>
                  <a:cxn ang="T119">
                    <a:pos x="T74" y="T75"/>
                  </a:cxn>
                  <a:cxn ang="T120">
                    <a:pos x="T76" y="T77"/>
                  </a:cxn>
                  <a:cxn ang="T121">
                    <a:pos x="T78" y="T79"/>
                  </a:cxn>
                  <a:cxn ang="T122">
                    <a:pos x="T80" y="T81"/>
                  </a:cxn>
                </a:cxnLst>
                <a:rect l="T123" t="T124" r="T125" b="T126"/>
                <a:pathLst>
                  <a:path w="717" h="756">
                    <a:moveTo>
                      <a:pt x="0" y="756"/>
                    </a:moveTo>
                    <a:lnTo>
                      <a:pt x="52" y="167"/>
                    </a:lnTo>
                    <a:lnTo>
                      <a:pt x="64" y="384"/>
                    </a:lnTo>
                    <a:lnTo>
                      <a:pt x="90" y="103"/>
                    </a:lnTo>
                    <a:lnTo>
                      <a:pt x="116" y="519"/>
                    </a:lnTo>
                    <a:lnTo>
                      <a:pt x="135" y="487"/>
                    </a:lnTo>
                    <a:lnTo>
                      <a:pt x="135" y="359"/>
                    </a:lnTo>
                    <a:lnTo>
                      <a:pt x="167" y="71"/>
                    </a:lnTo>
                    <a:lnTo>
                      <a:pt x="192" y="244"/>
                    </a:lnTo>
                    <a:lnTo>
                      <a:pt x="205" y="96"/>
                    </a:lnTo>
                    <a:lnTo>
                      <a:pt x="218" y="615"/>
                    </a:lnTo>
                    <a:lnTo>
                      <a:pt x="244" y="397"/>
                    </a:lnTo>
                    <a:lnTo>
                      <a:pt x="282" y="519"/>
                    </a:lnTo>
                    <a:lnTo>
                      <a:pt x="308" y="308"/>
                    </a:lnTo>
                    <a:lnTo>
                      <a:pt x="333" y="442"/>
                    </a:lnTo>
                    <a:lnTo>
                      <a:pt x="346" y="352"/>
                    </a:lnTo>
                    <a:lnTo>
                      <a:pt x="365" y="384"/>
                    </a:lnTo>
                    <a:lnTo>
                      <a:pt x="378" y="135"/>
                    </a:lnTo>
                    <a:lnTo>
                      <a:pt x="391" y="301"/>
                    </a:lnTo>
                    <a:lnTo>
                      <a:pt x="384" y="519"/>
                    </a:lnTo>
                    <a:lnTo>
                      <a:pt x="404" y="679"/>
                    </a:lnTo>
                    <a:lnTo>
                      <a:pt x="429" y="628"/>
                    </a:lnTo>
                    <a:lnTo>
                      <a:pt x="442" y="480"/>
                    </a:lnTo>
                    <a:lnTo>
                      <a:pt x="455" y="391"/>
                    </a:lnTo>
                    <a:lnTo>
                      <a:pt x="436" y="506"/>
                    </a:lnTo>
                    <a:lnTo>
                      <a:pt x="461" y="352"/>
                    </a:lnTo>
                    <a:lnTo>
                      <a:pt x="474" y="455"/>
                    </a:lnTo>
                    <a:lnTo>
                      <a:pt x="493" y="519"/>
                    </a:lnTo>
                    <a:lnTo>
                      <a:pt x="512" y="410"/>
                    </a:lnTo>
                    <a:lnTo>
                      <a:pt x="532" y="186"/>
                    </a:lnTo>
                    <a:lnTo>
                      <a:pt x="544" y="231"/>
                    </a:lnTo>
                    <a:lnTo>
                      <a:pt x="570" y="148"/>
                    </a:lnTo>
                    <a:lnTo>
                      <a:pt x="576" y="301"/>
                    </a:lnTo>
                    <a:lnTo>
                      <a:pt x="576" y="730"/>
                    </a:lnTo>
                    <a:lnTo>
                      <a:pt x="647" y="0"/>
                    </a:lnTo>
                    <a:lnTo>
                      <a:pt x="647" y="250"/>
                    </a:lnTo>
                    <a:lnTo>
                      <a:pt x="660" y="333"/>
                    </a:lnTo>
                    <a:lnTo>
                      <a:pt x="685" y="192"/>
                    </a:lnTo>
                    <a:lnTo>
                      <a:pt x="711" y="340"/>
                    </a:lnTo>
                    <a:lnTo>
                      <a:pt x="698" y="429"/>
                    </a:lnTo>
                    <a:lnTo>
                      <a:pt x="717" y="461"/>
                    </a:lnTo>
                  </a:path>
                </a:pathLst>
              </a:custGeom>
              <a:noFill/>
              <a:ln w="9525">
                <a:solidFill>
                  <a:srgbClr val="0079F2"/>
                </a:solidFill>
                <a:round/>
                <a:headEnd/>
                <a:tailEnd/>
              </a:ln>
            </p:spPr>
            <p:txBody>
              <a:bodyPr/>
              <a:lstStyle/>
              <a:p>
                <a:endParaRPr lang="en-GB"/>
              </a:p>
            </p:txBody>
          </p:sp>
          <p:sp>
            <p:nvSpPr>
              <p:cNvPr id="10283" name="Freeform 24"/>
              <p:cNvSpPr>
                <a:spLocks/>
              </p:cNvSpPr>
              <p:nvPr/>
            </p:nvSpPr>
            <p:spPr bwMode="auto">
              <a:xfrm flipH="1">
                <a:off x="4698" y="1100"/>
                <a:ext cx="313" cy="756"/>
              </a:xfrm>
              <a:custGeom>
                <a:avLst/>
                <a:gdLst>
                  <a:gd name="T0" fmla="*/ 0 w 717"/>
                  <a:gd name="T1" fmla="*/ 756 h 756"/>
                  <a:gd name="T2" fmla="*/ 4 w 717"/>
                  <a:gd name="T3" fmla="*/ 167 h 756"/>
                  <a:gd name="T4" fmla="*/ 5 w 717"/>
                  <a:gd name="T5" fmla="*/ 384 h 756"/>
                  <a:gd name="T6" fmla="*/ 7 w 717"/>
                  <a:gd name="T7" fmla="*/ 103 h 756"/>
                  <a:gd name="T8" fmla="*/ 10 w 717"/>
                  <a:gd name="T9" fmla="*/ 519 h 756"/>
                  <a:gd name="T10" fmla="*/ 11 w 717"/>
                  <a:gd name="T11" fmla="*/ 487 h 756"/>
                  <a:gd name="T12" fmla="*/ 11 w 717"/>
                  <a:gd name="T13" fmla="*/ 359 h 756"/>
                  <a:gd name="T14" fmla="*/ 14 w 717"/>
                  <a:gd name="T15" fmla="*/ 71 h 756"/>
                  <a:gd name="T16" fmla="*/ 16 w 717"/>
                  <a:gd name="T17" fmla="*/ 244 h 756"/>
                  <a:gd name="T18" fmla="*/ 17 w 717"/>
                  <a:gd name="T19" fmla="*/ 96 h 756"/>
                  <a:gd name="T20" fmla="*/ 18 w 717"/>
                  <a:gd name="T21" fmla="*/ 615 h 756"/>
                  <a:gd name="T22" fmla="*/ 21 w 717"/>
                  <a:gd name="T23" fmla="*/ 397 h 756"/>
                  <a:gd name="T24" fmla="*/ 24 w 717"/>
                  <a:gd name="T25" fmla="*/ 519 h 756"/>
                  <a:gd name="T26" fmla="*/ 25 w 717"/>
                  <a:gd name="T27" fmla="*/ 308 h 756"/>
                  <a:gd name="T28" fmla="*/ 28 w 717"/>
                  <a:gd name="T29" fmla="*/ 442 h 756"/>
                  <a:gd name="T30" fmla="*/ 29 w 717"/>
                  <a:gd name="T31" fmla="*/ 352 h 756"/>
                  <a:gd name="T32" fmla="*/ 30 w 717"/>
                  <a:gd name="T33" fmla="*/ 384 h 756"/>
                  <a:gd name="T34" fmla="*/ 31 w 717"/>
                  <a:gd name="T35" fmla="*/ 135 h 756"/>
                  <a:gd name="T36" fmla="*/ 33 w 717"/>
                  <a:gd name="T37" fmla="*/ 301 h 756"/>
                  <a:gd name="T38" fmla="*/ 32 w 717"/>
                  <a:gd name="T39" fmla="*/ 519 h 756"/>
                  <a:gd name="T40" fmla="*/ 34 w 717"/>
                  <a:gd name="T41" fmla="*/ 679 h 756"/>
                  <a:gd name="T42" fmla="*/ 36 w 717"/>
                  <a:gd name="T43" fmla="*/ 628 h 756"/>
                  <a:gd name="T44" fmla="*/ 37 w 717"/>
                  <a:gd name="T45" fmla="*/ 480 h 756"/>
                  <a:gd name="T46" fmla="*/ 38 w 717"/>
                  <a:gd name="T47" fmla="*/ 391 h 756"/>
                  <a:gd name="T48" fmla="*/ 36 w 717"/>
                  <a:gd name="T49" fmla="*/ 506 h 756"/>
                  <a:gd name="T50" fmla="*/ 38 w 717"/>
                  <a:gd name="T51" fmla="*/ 352 h 756"/>
                  <a:gd name="T52" fmla="*/ 39 w 717"/>
                  <a:gd name="T53" fmla="*/ 455 h 756"/>
                  <a:gd name="T54" fmla="*/ 41 w 717"/>
                  <a:gd name="T55" fmla="*/ 519 h 756"/>
                  <a:gd name="T56" fmla="*/ 43 w 717"/>
                  <a:gd name="T57" fmla="*/ 410 h 756"/>
                  <a:gd name="T58" fmla="*/ 44 w 717"/>
                  <a:gd name="T59" fmla="*/ 186 h 756"/>
                  <a:gd name="T60" fmla="*/ 45 w 717"/>
                  <a:gd name="T61" fmla="*/ 231 h 756"/>
                  <a:gd name="T62" fmla="*/ 48 w 717"/>
                  <a:gd name="T63" fmla="*/ 148 h 756"/>
                  <a:gd name="T64" fmla="*/ 48 w 717"/>
                  <a:gd name="T65" fmla="*/ 301 h 756"/>
                  <a:gd name="T66" fmla="*/ 48 w 717"/>
                  <a:gd name="T67" fmla="*/ 730 h 756"/>
                  <a:gd name="T68" fmla="*/ 54 w 717"/>
                  <a:gd name="T69" fmla="*/ 0 h 756"/>
                  <a:gd name="T70" fmla="*/ 54 w 717"/>
                  <a:gd name="T71" fmla="*/ 250 h 756"/>
                  <a:gd name="T72" fmla="*/ 55 w 717"/>
                  <a:gd name="T73" fmla="*/ 333 h 756"/>
                  <a:gd name="T74" fmla="*/ 57 w 717"/>
                  <a:gd name="T75" fmla="*/ 192 h 756"/>
                  <a:gd name="T76" fmla="*/ 59 w 717"/>
                  <a:gd name="T77" fmla="*/ 340 h 756"/>
                  <a:gd name="T78" fmla="*/ 58 w 717"/>
                  <a:gd name="T79" fmla="*/ 429 h 756"/>
                  <a:gd name="T80" fmla="*/ 60 w 717"/>
                  <a:gd name="T81" fmla="*/ 461 h 756"/>
                  <a:gd name="T82" fmla="*/ 0 60000 65536"/>
                  <a:gd name="T83" fmla="*/ 0 60000 65536"/>
                  <a:gd name="T84" fmla="*/ 0 60000 65536"/>
                  <a:gd name="T85" fmla="*/ 0 60000 65536"/>
                  <a:gd name="T86" fmla="*/ 0 60000 65536"/>
                  <a:gd name="T87" fmla="*/ 0 60000 65536"/>
                  <a:gd name="T88" fmla="*/ 0 60000 65536"/>
                  <a:gd name="T89" fmla="*/ 0 60000 65536"/>
                  <a:gd name="T90" fmla="*/ 0 60000 65536"/>
                  <a:gd name="T91" fmla="*/ 0 60000 65536"/>
                  <a:gd name="T92" fmla="*/ 0 60000 65536"/>
                  <a:gd name="T93" fmla="*/ 0 60000 65536"/>
                  <a:gd name="T94" fmla="*/ 0 60000 65536"/>
                  <a:gd name="T95" fmla="*/ 0 60000 65536"/>
                  <a:gd name="T96" fmla="*/ 0 60000 65536"/>
                  <a:gd name="T97" fmla="*/ 0 60000 65536"/>
                  <a:gd name="T98" fmla="*/ 0 60000 65536"/>
                  <a:gd name="T99" fmla="*/ 0 60000 65536"/>
                  <a:gd name="T100" fmla="*/ 0 60000 65536"/>
                  <a:gd name="T101" fmla="*/ 0 60000 65536"/>
                  <a:gd name="T102" fmla="*/ 0 60000 65536"/>
                  <a:gd name="T103" fmla="*/ 0 60000 65536"/>
                  <a:gd name="T104" fmla="*/ 0 60000 65536"/>
                  <a:gd name="T105" fmla="*/ 0 60000 65536"/>
                  <a:gd name="T106" fmla="*/ 0 60000 65536"/>
                  <a:gd name="T107" fmla="*/ 0 60000 65536"/>
                  <a:gd name="T108" fmla="*/ 0 60000 65536"/>
                  <a:gd name="T109" fmla="*/ 0 60000 65536"/>
                  <a:gd name="T110" fmla="*/ 0 60000 65536"/>
                  <a:gd name="T111" fmla="*/ 0 60000 65536"/>
                  <a:gd name="T112" fmla="*/ 0 60000 65536"/>
                  <a:gd name="T113" fmla="*/ 0 60000 65536"/>
                  <a:gd name="T114" fmla="*/ 0 60000 65536"/>
                  <a:gd name="T115" fmla="*/ 0 60000 65536"/>
                  <a:gd name="T116" fmla="*/ 0 60000 65536"/>
                  <a:gd name="T117" fmla="*/ 0 60000 65536"/>
                  <a:gd name="T118" fmla="*/ 0 60000 65536"/>
                  <a:gd name="T119" fmla="*/ 0 60000 65536"/>
                  <a:gd name="T120" fmla="*/ 0 60000 65536"/>
                  <a:gd name="T121" fmla="*/ 0 60000 65536"/>
                  <a:gd name="T122" fmla="*/ 0 60000 65536"/>
                  <a:gd name="T123" fmla="*/ 0 w 717"/>
                  <a:gd name="T124" fmla="*/ 0 h 756"/>
                  <a:gd name="T125" fmla="*/ 717 w 717"/>
                  <a:gd name="T126" fmla="*/ 756 h 756"/>
                </a:gdLst>
                <a:ahLst/>
                <a:cxnLst>
                  <a:cxn ang="T82">
                    <a:pos x="T0" y="T1"/>
                  </a:cxn>
                  <a:cxn ang="T83">
                    <a:pos x="T2" y="T3"/>
                  </a:cxn>
                  <a:cxn ang="T84">
                    <a:pos x="T4" y="T5"/>
                  </a:cxn>
                  <a:cxn ang="T85">
                    <a:pos x="T6" y="T7"/>
                  </a:cxn>
                  <a:cxn ang="T86">
                    <a:pos x="T8" y="T9"/>
                  </a:cxn>
                  <a:cxn ang="T87">
                    <a:pos x="T10" y="T11"/>
                  </a:cxn>
                  <a:cxn ang="T88">
                    <a:pos x="T12" y="T13"/>
                  </a:cxn>
                  <a:cxn ang="T89">
                    <a:pos x="T14" y="T15"/>
                  </a:cxn>
                  <a:cxn ang="T90">
                    <a:pos x="T16" y="T17"/>
                  </a:cxn>
                  <a:cxn ang="T91">
                    <a:pos x="T18" y="T19"/>
                  </a:cxn>
                  <a:cxn ang="T92">
                    <a:pos x="T20" y="T21"/>
                  </a:cxn>
                  <a:cxn ang="T93">
                    <a:pos x="T22" y="T23"/>
                  </a:cxn>
                  <a:cxn ang="T94">
                    <a:pos x="T24" y="T25"/>
                  </a:cxn>
                  <a:cxn ang="T95">
                    <a:pos x="T26" y="T27"/>
                  </a:cxn>
                  <a:cxn ang="T96">
                    <a:pos x="T28" y="T29"/>
                  </a:cxn>
                  <a:cxn ang="T97">
                    <a:pos x="T30" y="T31"/>
                  </a:cxn>
                  <a:cxn ang="T98">
                    <a:pos x="T32" y="T33"/>
                  </a:cxn>
                  <a:cxn ang="T99">
                    <a:pos x="T34" y="T35"/>
                  </a:cxn>
                  <a:cxn ang="T100">
                    <a:pos x="T36" y="T37"/>
                  </a:cxn>
                  <a:cxn ang="T101">
                    <a:pos x="T38" y="T39"/>
                  </a:cxn>
                  <a:cxn ang="T102">
                    <a:pos x="T40" y="T41"/>
                  </a:cxn>
                  <a:cxn ang="T103">
                    <a:pos x="T42" y="T43"/>
                  </a:cxn>
                  <a:cxn ang="T104">
                    <a:pos x="T44" y="T45"/>
                  </a:cxn>
                  <a:cxn ang="T105">
                    <a:pos x="T46" y="T47"/>
                  </a:cxn>
                  <a:cxn ang="T106">
                    <a:pos x="T48" y="T49"/>
                  </a:cxn>
                  <a:cxn ang="T107">
                    <a:pos x="T50" y="T51"/>
                  </a:cxn>
                  <a:cxn ang="T108">
                    <a:pos x="T52" y="T53"/>
                  </a:cxn>
                  <a:cxn ang="T109">
                    <a:pos x="T54" y="T55"/>
                  </a:cxn>
                  <a:cxn ang="T110">
                    <a:pos x="T56" y="T57"/>
                  </a:cxn>
                  <a:cxn ang="T111">
                    <a:pos x="T58" y="T59"/>
                  </a:cxn>
                  <a:cxn ang="T112">
                    <a:pos x="T60" y="T61"/>
                  </a:cxn>
                  <a:cxn ang="T113">
                    <a:pos x="T62" y="T63"/>
                  </a:cxn>
                  <a:cxn ang="T114">
                    <a:pos x="T64" y="T65"/>
                  </a:cxn>
                  <a:cxn ang="T115">
                    <a:pos x="T66" y="T67"/>
                  </a:cxn>
                  <a:cxn ang="T116">
                    <a:pos x="T68" y="T69"/>
                  </a:cxn>
                  <a:cxn ang="T117">
                    <a:pos x="T70" y="T71"/>
                  </a:cxn>
                  <a:cxn ang="T118">
                    <a:pos x="T72" y="T73"/>
                  </a:cxn>
                  <a:cxn ang="T119">
                    <a:pos x="T74" y="T75"/>
                  </a:cxn>
                  <a:cxn ang="T120">
                    <a:pos x="T76" y="T77"/>
                  </a:cxn>
                  <a:cxn ang="T121">
                    <a:pos x="T78" y="T79"/>
                  </a:cxn>
                  <a:cxn ang="T122">
                    <a:pos x="T80" y="T81"/>
                  </a:cxn>
                </a:cxnLst>
                <a:rect l="T123" t="T124" r="T125" b="T126"/>
                <a:pathLst>
                  <a:path w="717" h="756">
                    <a:moveTo>
                      <a:pt x="0" y="756"/>
                    </a:moveTo>
                    <a:lnTo>
                      <a:pt x="52" y="167"/>
                    </a:lnTo>
                    <a:lnTo>
                      <a:pt x="64" y="384"/>
                    </a:lnTo>
                    <a:lnTo>
                      <a:pt x="90" y="103"/>
                    </a:lnTo>
                    <a:lnTo>
                      <a:pt x="116" y="519"/>
                    </a:lnTo>
                    <a:lnTo>
                      <a:pt x="135" y="487"/>
                    </a:lnTo>
                    <a:lnTo>
                      <a:pt x="135" y="359"/>
                    </a:lnTo>
                    <a:lnTo>
                      <a:pt x="167" y="71"/>
                    </a:lnTo>
                    <a:lnTo>
                      <a:pt x="192" y="244"/>
                    </a:lnTo>
                    <a:lnTo>
                      <a:pt x="205" y="96"/>
                    </a:lnTo>
                    <a:lnTo>
                      <a:pt x="218" y="615"/>
                    </a:lnTo>
                    <a:lnTo>
                      <a:pt x="244" y="397"/>
                    </a:lnTo>
                    <a:lnTo>
                      <a:pt x="282" y="519"/>
                    </a:lnTo>
                    <a:lnTo>
                      <a:pt x="308" y="308"/>
                    </a:lnTo>
                    <a:lnTo>
                      <a:pt x="333" y="442"/>
                    </a:lnTo>
                    <a:lnTo>
                      <a:pt x="346" y="352"/>
                    </a:lnTo>
                    <a:lnTo>
                      <a:pt x="365" y="384"/>
                    </a:lnTo>
                    <a:lnTo>
                      <a:pt x="378" y="135"/>
                    </a:lnTo>
                    <a:lnTo>
                      <a:pt x="391" y="301"/>
                    </a:lnTo>
                    <a:lnTo>
                      <a:pt x="384" y="519"/>
                    </a:lnTo>
                    <a:lnTo>
                      <a:pt x="404" y="679"/>
                    </a:lnTo>
                    <a:lnTo>
                      <a:pt x="429" y="628"/>
                    </a:lnTo>
                    <a:lnTo>
                      <a:pt x="442" y="480"/>
                    </a:lnTo>
                    <a:lnTo>
                      <a:pt x="455" y="391"/>
                    </a:lnTo>
                    <a:lnTo>
                      <a:pt x="436" y="506"/>
                    </a:lnTo>
                    <a:lnTo>
                      <a:pt x="461" y="352"/>
                    </a:lnTo>
                    <a:lnTo>
                      <a:pt x="474" y="455"/>
                    </a:lnTo>
                    <a:lnTo>
                      <a:pt x="493" y="519"/>
                    </a:lnTo>
                    <a:lnTo>
                      <a:pt x="512" y="410"/>
                    </a:lnTo>
                    <a:lnTo>
                      <a:pt x="532" y="186"/>
                    </a:lnTo>
                    <a:lnTo>
                      <a:pt x="544" y="231"/>
                    </a:lnTo>
                    <a:lnTo>
                      <a:pt x="570" y="148"/>
                    </a:lnTo>
                    <a:lnTo>
                      <a:pt x="576" y="301"/>
                    </a:lnTo>
                    <a:lnTo>
                      <a:pt x="576" y="730"/>
                    </a:lnTo>
                    <a:lnTo>
                      <a:pt x="647" y="0"/>
                    </a:lnTo>
                    <a:lnTo>
                      <a:pt x="647" y="250"/>
                    </a:lnTo>
                    <a:lnTo>
                      <a:pt x="660" y="333"/>
                    </a:lnTo>
                    <a:lnTo>
                      <a:pt x="685" y="192"/>
                    </a:lnTo>
                    <a:lnTo>
                      <a:pt x="711" y="340"/>
                    </a:lnTo>
                    <a:lnTo>
                      <a:pt x="698" y="429"/>
                    </a:lnTo>
                    <a:lnTo>
                      <a:pt x="717" y="461"/>
                    </a:lnTo>
                  </a:path>
                </a:pathLst>
              </a:custGeom>
              <a:noFill/>
              <a:ln w="9525">
                <a:solidFill>
                  <a:srgbClr val="0079F2"/>
                </a:solidFill>
                <a:round/>
                <a:headEnd/>
                <a:tailEnd/>
              </a:ln>
            </p:spPr>
            <p:txBody>
              <a:bodyPr/>
              <a:lstStyle/>
              <a:p>
                <a:endParaRPr lang="en-GB"/>
              </a:p>
            </p:txBody>
          </p:sp>
        </p:grpSp>
        <p:grpSp>
          <p:nvGrpSpPr>
            <p:cNvPr id="6" name="Group 25"/>
            <p:cNvGrpSpPr>
              <a:grpSpLocks/>
            </p:cNvGrpSpPr>
            <p:nvPr/>
          </p:nvGrpSpPr>
          <p:grpSpPr bwMode="auto">
            <a:xfrm flipH="1">
              <a:off x="4569" y="1098"/>
              <a:ext cx="590" cy="801"/>
              <a:chOff x="3462" y="1100"/>
              <a:chExt cx="1549" cy="801"/>
            </a:xfrm>
          </p:grpSpPr>
          <p:sp>
            <p:nvSpPr>
              <p:cNvPr id="10274" name="Freeform 26"/>
              <p:cNvSpPr>
                <a:spLocks/>
              </p:cNvSpPr>
              <p:nvPr/>
            </p:nvSpPr>
            <p:spPr bwMode="auto">
              <a:xfrm>
                <a:off x="3462" y="1126"/>
                <a:ext cx="313" cy="756"/>
              </a:xfrm>
              <a:custGeom>
                <a:avLst/>
                <a:gdLst>
                  <a:gd name="T0" fmla="*/ 0 w 717"/>
                  <a:gd name="T1" fmla="*/ 756 h 756"/>
                  <a:gd name="T2" fmla="*/ 4 w 717"/>
                  <a:gd name="T3" fmla="*/ 167 h 756"/>
                  <a:gd name="T4" fmla="*/ 5 w 717"/>
                  <a:gd name="T5" fmla="*/ 384 h 756"/>
                  <a:gd name="T6" fmla="*/ 7 w 717"/>
                  <a:gd name="T7" fmla="*/ 103 h 756"/>
                  <a:gd name="T8" fmla="*/ 10 w 717"/>
                  <a:gd name="T9" fmla="*/ 519 h 756"/>
                  <a:gd name="T10" fmla="*/ 11 w 717"/>
                  <a:gd name="T11" fmla="*/ 487 h 756"/>
                  <a:gd name="T12" fmla="*/ 11 w 717"/>
                  <a:gd name="T13" fmla="*/ 359 h 756"/>
                  <a:gd name="T14" fmla="*/ 14 w 717"/>
                  <a:gd name="T15" fmla="*/ 71 h 756"/>
                  <a:gd name="T16" fmla="*/ 16 w 717"/>
                  <a:gd name="T17" fmla="*/ 244 h 756"/>
                  <a:gd name="T18" fmla="*/ 17 w 717"/>
                  <a:gd name="T19" fmla="*/ 96 h 756"/>
                  <a:gd name="T20" fmla="*/ 18 w 717"/>
                  <a:gd name="T21" fmla="*/ 615 h 756"/>
                  <a:gd name="T22" fmla="*/ 21 w 717"/>
                  <a:gd name="T23" fmla="*/ 397 h 756"/>
                  <a:gd name="T24" fmla="*/ 24 w 717"/>
                  <a:gd name="T25" fmla="*/ 519 h 756"/>
                  <a:gd name="T26" fmla="*/ 25 w 717"/>
                  <a:gd name="T27" fmla="*/ 308 h 756"/>
                  <a:gd name="T28" fmla="*/ 28 w 717"/>
                  <a:gd name="T29" fmla="*/ 442 h 756"/>
                  <a:gd name="T30" fmla="*/ 29 w 717"/>
                  <a:gd name="T31" fmla="*/ 352 h 756"/>
                  <a:gd name="T32" fmla="*/ 30 w 717"/>
                  <a:gd name="T33" fmla="*/ 384 h 756"/>
                  <a:gd name="T34" fmla="*/ 31 w 717"/>
                  <a:gd name="T35" fmla="*/ 135 h 756"/>
                  <a:gd name="T36" fmla="*/ 33 w 717"/>
                  <a:gd name="T37" fmla="*/ 301 h 756"/>
                  <a:gd name="T38" fmla="*/ 32 w 717"/>
                  <a:gd name="T39" fmla="*/ 519 h 756"/>
                  <a:gd name="T40" fmla="*/ 34 w 717"/>
                  <a:gd name="T41" fmla="*/ 679 h 756"/>
                  <a:gd name="T42" fmla="*/ 36 w 717"/>
                  <a:gd name="T43" fmla="*/ 628 h 756"/>
                  <a:gd name="T44" fmla="*/ 37 w 717"/>
                  <a:gd name="T45" fmla="*/ 480 h 756"/>
                  <a:gd name="T46" fmla="*/ 38 w 717"/>
                  <a:gd name="T47" fmla="*/ 391 h 756"/>
                  <a:gd name="T48" fmla="*/ 36 w 717"/>
                  <a:gd name="T49" fmla="*/ 506 h 756"/>
                  <a:gd name="T50" fmla="*/ 38 w 717"/>
                  <a:gd name="T51" fmla="*/ 352 h 756"/>
                  <a:gd name="T52" fmla="*/ 39 w 717"/>
                  <a:gd name="T53" fmla="*/ 455 h 756"/>
                  <a:gd name="T54" fmla="*/ 41 w 717"/>
                  <a:gd name="T55" fmla="*/ 519 h 756"/>
                  <a:gd name="T56" fmla="*/ 43 w 717"/>
                  <a:gd name="T57" fmla="*/ 410 h 756"/>
                  <a:gd name="T58" fmla="*/ 44 w 717"/>
                  <a:gd name="T59" fmla="*/ 186 h 756"/>
                  <a:gd name="T60" fmla="*/ 45 w 717"/>
                  <a:gd name="T61" fmla="*/ 231 h 756"/>
                  <a:gd name="T62" fmla="*/ 48 w 717"/>
                  <a:gd name="T63" fmla="*/ 148 h 756"/>
                  <a:gd name="T64" fmla="*/ 48 w 717"/>
                  <a:gd name="T65" fmla="*/ 301 h 756"/>
                  <a:gd name="T66" fmla="*/ 48 w 717"/>
                  <a:gd name="T67" fmla="*/ 730 h 756"/>
                  <a:gd name="T68" fmla="*/ 54 w 717"/>
                  <a:gd name="T69" fmla="*/ 0 h 756"/>
                  <a:gd name="T70" fmla="*/ 54 w 717"/>
                  <a:gd name="T71" fmla="*/ 250 h 756"/>
                  <a:gd name="T72" fmla="*/ 55 w 717"/>
                  <a:gd name="T73" fmla="*/ 333 h 756"/>
                  <a:gd name="T74" fmla="*/ 57 w 717"/>
                  <a:gd name="T75" fmla="*/ 192 h 756"/>
                  <a:gd name="T76" fmla="*/ 59 w 717"/>
                  <a:gd name="T77" fmla="*/ 340 h 756"/>
                  <a:gd name="T78" fmla="*/ 58 w 717"/>
                  <a:gd name="T79" fmla="*/ 429 h 756"/>
                  <a:gd name="T80" fmla="*/ 60 w 717"/>
                  <a:gd name="T81" fmla="*/ 461 h 756"/>
                  <a:gd name="T82" fmla="*/ 0 60000 65536"/>
                  <a:gd name="T83" fmla="*/ 0 60000 65536"/>
                  <a:gd name="T84" fmla="*/ 0 60000 65536"/>
                  <a:gd name="T85" fmla="*/ 0 60000 65536"/>
                  <a:gd name="T86" fmla="*/ 0 60000 65536"/>
                  <a:gd name="T87" fmla="*/ 0 60000 65536"/>
                  <a:gd name="T88" fmla="*/ 0 60000 65536"/>
                  <a:gd name="T89" fmla="*/ 0 60000 65536"/>
                  <a:gd name="T90" fmla="*/ 0 60000 65536"/>
                  <a:gd name="T91" fmla="*/ 0 60000 65536"/>
                  <a:gd name="T92" fmla="*/ 0 60000 65536"/>
                  <a:gd name="T93" fmla="*/ 0 60000 65536"/>
                  <a:gd name="T94" fmla="*/ 0 60000 65536"/>
                  <a:gd name="T95" fmla="*/ 0 60000 65536"/>
                  <a:gd name="T96" fmla="*/ 0 60000 65536"/>
                  <a:gd name="T97" fmla="*/ 0 60000 65536"/>
                  <a:gd name="T98" fmla="*/ 0 60000 65536"/>
                  <a:gd name="T99" fmla="*/ 0 60000 65536"/>
                  <a:gd name="T100" fmla="*/ 0 60000 65536"/>
                  <a:gd name="T101" fmla="*/ 0 60000 65536"/>
                  <a:gd name="T102" fmla="*/ 0 60000 65536"/>
                  <a:gd name="T103" fmla="*/ 0 60000 65536"/>
                  <a:gd name="T104" fmla="*/ 0 60000 65536"/>
                  <a:gd name="T105" fmla="*/ 0 60000 65536"/>
                  <a:gd name="T106" fmla="*/ 0 60000 65536"/>
                  <a:gd name="T107" fmla="*/ 0 60000 65536"/>
                  <a:gd name="T108" fmla="*/ 0 60000 65536"/>
                  <a:gd name="T109" fmla="*/ 0 60000 65536"/>
                  <a:gd name="T110" fmla="*/ 0 60000 65536"/>
                  <a:gd name="T111" fmla="*/ 0 60000 65536"/>
                  <a:gd name="T112" fmla="*/ 0 60000 65536"/>
                  <a:gd name="T113" fmla="*/ 0 60000 65536"/>
                  <a:gd name="T114" fmla="*/ 0 60000 65536"/>
                  <a:gd name="T115" fmla="*/ 0 60000 65536"/>
                  <a:gd name="T116" fmla="*/ 0 60000 65536"/>
                  <a:gd name="T117" fmla="*/ 0 60000 65536"/>
                  <a:gd name="T118" fmla="*/ 0 60000 65536"/>
                  <a:gd name="T119" fmla="*/ 0 60000 65536"/>
                  <a:gd name="T120" fmla="*/ 0 60000 65536"/>
                  <a:gd name="T121" fmla="*/ 0 60000 65536"/>
                  <a:gd name="T122" fmla="*/ 0 60000 65536"/>
                  <a:gd name="T123" fmla="*/ 0 w 717"/>
                  <a:gd name="T124" fmla="*/ 0 h 756"/>
                  <a:gd name="T125" fmla="*/ 717 w 717"/>
                  <a:gd name="T126" fmla="*/ 756 h 756"/>
                </a:gdLst>
                <a:ahLst/>
                <a:cxnLst>
                  <a:cxn ang="T82">
                    <a:pos x="T0" y="T1"/>
                  </a:cxn>
                  <a:cxn ang="T83">
                    <a:pos x="T2" y="T3"/>
                  </a:cxn>
                  <a:cxn ang="T84">
                    <a:pos x="T4" y="T5"/>
                  </a:cxn>
                  <a:cxn ang="T85">
                    <a:pos x="T6" y="T7"/>
                  </a:cxn>
                  <a:cxn ang="T86">
                    <a:pos x="T8" y="T9"/>
                  </a:cxn>
                  <a:cxn ang="T87">
                    <a:pos x="T10" y="T11"/>
                  </a:cxn>
                  <a:cxn ang="T88">
                    <a:pos x="T12" y="T13"/>
                  </a:cxn>
                  <a:cxn ang="T89">
                    <a:pos x="T14" y="T15"/>
                  </a:cxn>
                  <a:cxn ang="T90">
                    <a:pos x="T16" y="T17"/>
                  </a:cxn>
                  <a:cxn ang="T91">
                    <a:pos x="T18" y="T19"/>
                  </a:cxn>
                  <a:cxn ang="T92">
                    <a:pos x="T20" y="T21"/>
                  </a:cxn>
                  <a:cxn ang="T93">
                    <a:pos x="T22" y="T23"/>
                  </a:cxn>
                  <a:cxn ang="T94">
                    <a:pos x="T24" y="T25"/>
                  </a:cxn>
                  <a:cxn ang="T95">
                    <a:pos x="T26" y="T27"/>
                  </a:cxn>
                  <a:cxn ang="T96">
                    <a:pos x="T28" y="T29"/>
                  </a:cxn>
                  <a:cxn ang="T97">
                    <a:pos x="T30" y="T31"/>
                  </a:cxn>
                  <a:cxn ang="T98">
                    <a:pos x="T32" y="T33"/>
                  </a:cxn>
                  <a:cxn ang="T99">
                    <a:pos x="T34" y="T35"/>
                  </a:cxn>
                  <a:cxn ang="T100">
                    <a:pos x="T36" y="T37"/>
                  </a:cxn>
                  <a:cxn ang="T101">
                    <a:pos x="T38" y="T39"/>
                  </a:cxn>
                  <a:cxn ang="T102">
                    <a:pos x="T40" y="T41"/>
                  </a:cxn>
                  <a:cxn ang="T103">
                    <a:pos x="T42" y="T43"/>
                  </a:cxn>
                  <a:cxn ang="T104">
                    <a:pos x="T44" y="T45"/>
                  </a:cxn>
                  <a:cxn ang="T105">
                    <a:pos x="T46" y="T47"/>
                  </a:cxn>
                  <a:cxn ang="T106">
                    <a:pos x="T48" y="T49"/>
                  </a:cxn>
                  <a:cxn ang="T107">
                    <a:pos x="T50" y="T51"/>
                  </a:cxn>
                  <a:cxn ang="T108">
                    <a:pos x="T52" y="T53"/>
                  </a:cxn>
                  <a:cxn ang="T109">
                    <a:pos x="T54" y="T55"/>
                  </a:cxn>
                  <a:cxn ang="T110">
                    <a:pos x="T56" y="T57"/>
                  </a:cxn>
                  <a:cxn ang="T111">
                    <a:pos x="T58" y="T59"/>
                  </a:cxn>
                  <a:cxn ang="T112">
                    <a:pos x="T60" y="T61"/>
                  </a:cxn>
                  <a:cxn ang="T113">
                    <a:pos x="T62" y="T63"/>
                  </a:cxn>
                  <a:cxn ang="T114">
                    <a:pos x="T64" y="T65"/>
                  </a:cxn>
                  <a:cxn ang="T115">
                    <a:pos x="T66" y="T67"/>
                  </a:cxn>
                  <a:cxn ang="T116">
                    <a:pos x="T68" y="T69"/>
                  </a:cxn>
                  <a:cxn ang="T117">
                    <a:pos x="T70" y="T71"/>
                  </a:cxn>
                  <a:cxn ang="T118">
                    <a:pos x="T72" y="T73"/>
                  </a:cxn>
                  <a:cxn ang="T119">
                    <a:pos x="T74" y="T75"/>
                  </a:cxn>
                  <a:cxn ang="T120">
                    <a:pos x="T76" y="T77"/>
                  </a:cxn>
                  <a:cxn ang="T121">
                    <a:pos x="T78" y="T79"/>
                  </a:cxn>
                  <a:cxn ang="T122">
                    <a:pos x="T80" y="T81"/>
                  </a:cxn>
                </a:cxnLst>
                <a:rect l="T123" t="T124" r="T125" b="T126"/>
                <a:pathLst>
                  <a:path w="717" h="756">
                    <a:moveTo>
                      <a:pt x="0" y="756"/>
                    </a:moveTo>
                    <a:lnTo>
                      <a:pt x="52" y="167"/>
                    </a:lnTo>
                    <a:lnTo>
                      <a:pt x="64" y="384"/>
                    </a:lnTo>
                    <a:lnTo>
                      <a:pt x="90" y="103"/>
                    </a:lnTo>
                    <a:lnTo>
                      <a:pt x="116" y="519"/>
                    </a:lnTo>
                    <a:lnTo>
                      <a:pt x="135" y="487"/>
                    </a:lnTo>
                    <a:lnTo>
                      <a:pt x="135" y="359"/>
                    </a:lnTo>
                    <a:lnTo>
                      <a:pt x="167" y="71"/>
                    </a:lnTo>
                    <a:lnTo>
                      <a:pt x="192" y="244"/>
                    </a:lnTo>
                    <a:lnTo>
                      <a:pt x="205" y="96"/>
                    </a:lnTo>
                    <a:lnTo>
                      <a:pt x="218" y="615"/>
                    </a:lnTo>
                    <a:lnTo>
                      <a:pt x="244" y="397"/>
                    </a:lnTo>
                    <a:lnTo>
                      <a:pt x="282" y="519"/>
                    </a:lnTo>
                    <a:lnTo>
                      <a:pt x="308" y="308"/>
                    </a:lnTo>
                    <a:lnTo>
                      <a:pt x="333" y="442"/>
                    </a:lnTo>
                    <a:lnTo>
                      <a:pt x="346" y="352"/>
                    </a:lnTo>
                    <a:lnTo>
                      <a:pt x="365" y="384"/>
                    </a:lnTo>
                    <a:lnTo>
                      <a:pt x="378" y="135"/>
                    </a:lnTo>
                    <a:lnTo>
                      <a:pt x="391" y="301"/>
                    </a:lnTo>
                    <a:lnTo>
                      <a:pt x="384" y="519"/>
                    </a:lnTo>
                    <a:lnTo>
                      <a:pt x="404" y="679"/>
                    </a:lnTo>
                    <a:lnTo>
                      <a:pt x="429" y="628"/>
                    </a:lnTo>
                    <a:lnTo>
                      <a:pt x="442" y="480"/>
                    </a:lnTo>
                    <a:lnTo>
                      <a:pt x="455" y="391"/>
                    </a:lnTo>
                    <a:lnTo>
                      <a:pt x="436" y="506"/>
                    </a:lnTo>
                    <a:lnTo>
                      <a:pt x="461" y="352"/>
                    </a:lnTo>
                    <a:lnTo>
                      <a:pt x="474" y="455"/>
                    </a:lnTo>
                    <a:lnTo>
                      <a:pt x="493" y="519"/>
                    </a:lnTo>
                    <a:lnTo>
                      <a:pt x="512" y="410"/>
                    </a:lnTo>
                    <a:lnTo>
                      <a:pt x="532" y="186"/>
                    </a:lnTo>
                    <a:lnTo>
                      <a:pt x="544" y="231"/>
                    </a:lnTo>
                    <a:lnTo>
                      <a:pt x="570" y="148"/>
                    </a:lnTo>
                    <a:lnTo>
                      <a:pt x="576" y="301"/>
                    </a:lnTo>
                    <a:lnTo>
                      <a:pt x="576" y="730"/>
                    </a:lnTo>
                    <a:lnTo>
                      <a:pt x="647" y="0"/>
                    </a:lnTo>
                    <a:lnTo>
                      <a:pt x="647" y="250"/>
                    </a:lnTo>
                    <a:lnTo>
                      <a:pt x="660" y="333"/>
                    </a:lnTo>
                    <a:lnTo>
                      <a:pt x="685" y="192"/>
                    </a:lnTo>
                    <a:lnTo>
                      <a:pt x="711" y="340"/>
                    </a:lnTo>
                    <a:lnTo>
                      <a:pt x="698" y="429"/>
                    </a:lnTo>
                    <a:lnTo>
                      <a:pt x="717" y="461"/>
                    </a:lnTo>
                  </a:path>
                </a:pathLst>
              </a:custGeom>
              <a:noFill/>
              <a:ln w="9525">
                <a:solidFill>
                  <a:srgbClr val="0079F2"/>
                </a:solidFill>
                <a:round/>
                <a:headEnd/>
                <a:tailEnd/>
              </a:ln>
            </p:spPr>
            <p:txBody>
              <a:bodyPr/>
              <a:lstStyle/>
              <a:p>
                <a:endParaRPr lang="en-GB"/>
              </a:p>
            </p:txBody>
          </p:sp>
          <p:sp>
            <p:nvSpPr>
              <p:cNvPr id="10275" name="Freeform 27"/>
              <p:cNvSpPr>
                <a:spLocks/>
              </p:cNvSpPr>
              <p:nvPr/>
            </p:nvSpPr>
            <p:spPr bwMode="auto">
              <a:xfrm flipH="1" flipV="1">
                <a:off x="3770" y="1145"/>
                <a:ext cx="313" cy="756"/>
              </a:xfrm>
              <a:custGeom>
                <a:avLst/>
                <a:gdLst>
                  <a:gd name="T0" fmla="*/ 0 w 717"/>
                  <a:gd name="T1" fmla="*/ 756 h 756"/>
                  <a:gd name="T2" fmla="*/ 4 w 717"/>
                  <a:gd name="T3" fmla="*/ 167 h 756"/>
                  <a:gd name="T4" fmla="*/ 5 w 717"/>
                  <a:gd name="T5" fmla="*/ 384 h 756"/>
                  <a:gd name="T6" fmla="*/ 7 w 717"/>
                  <a:gd name="T7" fmla="*/ 103 h 756"/>
                  <a:gd name="T8" fmla="*/ 10 w 717"/>
                  <a:gd name="T9" fmla="*/ 519 h 756"/>
                  <a:gd name="T10" fmla="*/ 11 w 717"/>
                  <a:gd name="T11" fmla="*/ 487 h 756"/>
                  <a:gd name="T12" fmla="*/ 11 w 717"/>
                  <a:gd name="T13" fmla="*/ 359 h 756"/>
                  <a:gd name="T14" fmla="*/ 14 w 717"/>
                  <a:gd name="T15" fmla="*/ 71 h 756"/>
                  <a:gd name="T16" fmla="*/ 16 w 717"/>
                  <a:gd name="T17" fmla="*/ 244 h 756"/>
                  <a:gd name="T18" fmla="*/ 17 w 717"/>
                  <a:gd name="T19" fmla="*/ 96 h 756"/>
                  <a:gd name="T20" fmla="*/ 18 w 717"/>
                  <a:gd name="T21" fmla="*/ 615 h 756"/>
                  <a:gd name="T22" fmla="*/ 21 w 717"/>
                  <a:gd name="T23" fmla="*/ 397 h 756"/>
                  <a:gd name="T24" fmla="*/ 24 w 717"/>
                  <a:gd name="T25" fmla="*/ 519 h 756"/>
                  <a:gd name="T26" fmla="*/ 25 w 717"/>
                  <a:gd name="T27" fmla="*/ 308 h 756"/>
                  <a:gd name="T28" fmla="*/ 28 w 717"/>
                  <a:gd name="T29" fmla="*/ 442 h 756"/>
                  <a:gd name="T30" fmla="*/ 29 w 717"/>
                  <a:gd name="T31" fmla="*/ 352 h 756"/>
                  <a:gd name="T32" fmla="*/ 30 w 717"/>
                  <a:gd name="T33" fmla="*/ 384 h 756"/>
                  <a:gd name="T34" fmla="*/ 31 w 717"/>
                  <a:gd name="T35" fmla="*/ 135 h 756"/>
                  <a:gd name="T36" fmla="*/ 33 w 717"/>
                  <a:gd name="T37" fmla="*/ 301 h 756"/>
                  <a:gd name="T38" fmla="*/ 32 w 717"/>
                  <a:gd name="T39" fmla="*/ 519 h 756"/>
                  <a:gd name="T40" fmla="*/ 34 w 717"/>
                  <a:gd name="T41" fmla="*/ 679 h 756"/>
                  <a:gd name="T42" fmla="*/ 36 w 717"/>
                  <a:gd name="T43" fmla="*/ 628 h 756"/>
                  <a:gd name="T44" fmla="*/ 37 w 717"/>
                  <a:gd name="T45" fmla="*/ 480 h 756"/>
                  <a:gd name="T46" fmla="*/ 38 w 717"/>
                  <a:gd name="T47" fmla="*/ 391 h 756"/>
                  <a:gd name="T48" fmla="*/ 36 w 717"/>
                  <a:gd name="T49" fmla="*/ 506 h 756"/>
                  <a:gd name="T50" fmla="*/ 38 w 717"/>
                  <a:gd name="T51" fmla="*/ 352 h 756"/>
                  <a:gd name="T52" fmla="*/ 39 w 717"/>
                  <a:gd name="T53" fmla="*/ 455 h 756"/>
                  <a:gd name="T54" fmla="*/ 41 w 717"/>
                  <a:gd name="T55" fmla="*/ 519 h 756"/>
                  <a:gd name="T56" fmla="*/ 43 w 717"/>
                  <a:gd name="T57" fmla="*/ 410 h 756"/>
                  <a:gd name="T58" fmla="*/ 44 w 717"/>
                  <a:gd name="T59" fmla="*/ 186 h 756"/>
                  <a:gd name="T60" fmla="*/ 45 w 717"/>
                  <a:gd name="T61" fmla="*/ 231 h 756"/>
                  <a:gd name="T62" fmla="*/ 48 w 717"/>
                  <a:gd name="T63" fmla="*/ 148 h 756"/>
                  <a:gd name="T64" fmla="*/ 48 w 717"/>
                  <a:gd name="T65" fmla="*/ 301 h 756"/>
                  <a:gd name="T66" fmla="*/ 48 w 717"/>
                  <a:gd name="T67" fmla="*/ 730 h 756"/>
                  <a:gd name="T68" fmla="*/ 54 w 717"/>
                  <a:gd name="T69" fmla="*/ 0 h 756"/>
                  <a:gd name="T70" fmla="*/ 54 w 717"/>
                  <a:gd name="T71" fmla="*/ 250 h 756"/>
                  <a:gd name="T72" fmla="*/ 55 w 717"/>
                  <a:gd name="T73" fmla="*/ 333 h 756"/>
                  <a:gd name="T74" fmla="*/ 57 w 717"/>
                  <a:gd name="T75" fmla="*/ 192 h 756"/>
                  <a:gd name="T76" fmla="*/ 59 w 717"/>
                  <a:gd name="T77" fmla="*/ 340 h 756"/>
                  <a:gd name="T78" fmla="*/ 58 w 717"/>
                  <a:gd name="T79" fmla="*/ 429 h 756"/>
                  <a:gd name="T80" fmla="*/ 60 w 717"/>
                  <a:gd name="T81" fmla="*/ 461 h 756"/>
                  <a:gd name="T82" fmla="*/ 0 60000 65536"/>
                  <a:gd name="T83" fmla="*/ 0 60000 65536"/>
                  <a:gd name="T84" fmla="*/ 0 60000 65536"/>
                  <a:gd name="T85" fmla="*/ 0 60000 65536"/>
                  <a:gd name="T86" fmla="*/ 0 60000 65536"/>
                  <a:gd name="T87" fmla="*/ 0 60000 65536"/>
                  <a:gd name="T88" fmla="*/ 0 60000 65536"/>
                  <a:gd name="T89" fmla="*/ 0 60000 65536"/>
                  <a:gd name="T90" fmla="*/ 0 60000 65536"/>
                  <a:gd name="T91" fmla="*/ 0 60000 65536"/>
                  <a:gd name="T92" fmla="*/ 0 60000 65536"/>
                  <a:gd name="T93" fmla="*/ 0 60000 65536"/>
                  <a:gd name="T94" fmla="*/ 0 60000 65536"/>
                  <a:gd name="T95" fmla="*/ 0 60000 65536"/>
                  <a:gd name="T96" fmla="*/ 0 60000 65536"/>
                  <a:gd name="T97" fmla="*/ 0 60000 65536"/>
                  <a:gd name="T98" fmla="*/ 0 60000 65536"/>
                  <a:gd name="T99" fmla="*/ 0 60000 65536"/>
                  <a:gd name="T100" fmla="*/ 0 60000 65536"/>
                  <a:gd name="T101" fmla="*/ 0 60000 65536"/>
                  <a:gd name="T102" fmla="*/ 0 60000 65536"/>
                  <a:gd name="T103" fmla="*/ 0 60000 65536"/>
                  <a:gd name="T104" fmla="*/ 0 60000 65536"/>
                  <a:gd name="T105" fmla="*/ 0 60000 65536"/>
                  <a:gd name="T106" fmla="*/ 0 60000 65536"/>
                  <a:gd name="T107" fmla="*/ 0 60000 65536"/>
                  <a:gd name="T108" fmla="*/ 0 60000 65536"/>
                  <a:gd name="T109" fmla="*/ 0 60000 65536"/>
                  <a:gd name="T110" fmla="*/ 0 60000 65536"/>
                  <a:gd name="T111" fmla="*/ 0 60000 65536"/>
                  <a:gd name="T112" fmla="*/ 0 60000 65536"/>
                  <a:gd name="T113" fmla="*/ 0 60000 65536"/>
                  <a:gd name="T114" fmla="*/ 0 60000 65536"/>
                  <a:gd name="T115" fmla="*/ 0 60000 65536"/>
                  <a:gd name="T116" fmla="*/ 0 60000 65536"/>
                  <a:gd name="T117" fmla="*/ 0 60000 65536"/>
                  <a:gd name="T118" fmla="*/ 0 60000 65536"/>
                  <a:gd name="T119" fmla="*/ 0 60000 65536"/>
                  <a:gd name="T120" fmla="*/ 0 60000 65536"/>
                  <a:gd name="T121" fmla="*/ 0 60000 65536"/>
                  <a:gd name="T122" fmla="*/ 0 60000 65536"/>
                  <a:gd name="T123" fmla="*/ 0 w 717"/>
                  <a:gd name="T124" fmla="*/ 0 h 756"/>
                  <a:gd name="T125" fmla="*/ 717 w 717"/>
                  <a:gd name="T126" fmla="*/ 756 h 756"/>
                </a:gdLst>
                <a:ahLst/>
                <a:cxnLst>
                  <a:cxn ang="T82">
                    <a:pos x="T0" y="T1"/>
                  </a:cxn>
                  <a:cxn ang="T83">
                    <a:pos x="T2" y="T3"/>
                  </a:cxn>
                  <a:cxn ang="T84">
                    <a:pos x="T4" y="T5"/>
                  </a:cxn>
                  <a:cxn ang="T85">
                    <a:pos x="T6" y="T7"/>
                  </a:cxn>
                  <a:cxn ang="T86">
                    <a:pos x="T8" y="T9"/>
                  </a:cxn>
                  <a:cxn ang="T87">
                    <a:pos x="T10" y="T11"/>
                  </a:cxn>
                  <a:cxn ang="T88">
                    <a:pos x="T12" y="T13"/>
                  </a:cxn>
                  <a:cxn ang="T89">
                    <a:pos x="T14" y="T15"/>
                  </a:cxn>
                  <a:cxn ang="T90">
                    <a:pos x="T16" y="T17"/>
                  </a:cxn>
                  <a:cxn ang="T91">
                    <a:pos x="T18" y="T19"/>
                  </a:cxn>
                  <a:cxn ang="T92">
                    <a:pos x="T20" y="T21"/>
                  </a:cxn>
                  <a:cxn ang="T93">
                    <a:pos x="T22" y="T23"/>
                  </a:cxn>
                  <a:cxn ang="T94">
                    <a:pos x="T24" y="T25"/>
                  </a:cxn>
                  <a:cxn ang="T95">
                    <a:pos x="T26" y="T27"/>
                  </a:cxn>
                  <a:cxn ang="T96">
                    <a:pos x="T28" y="T29"/>
                  </a:cxn>
                  <a:cxn ang="T97">
                    <a:pos x="T30" y="T31"/>
                  </a:cxn>
                  <a:cxn ang="T98">
                    <a:pos x="T32" y="T33"/>
                  </a:cxn>
                  <a:cxn ang="T99">
                    <a:pos x="T34" y="T35"/>
                  </a:cxn>
                  <a:cxn ang="T100">
                    <a:pos x="T36" y="T37"/>
                  </a:cxn>
                  <a:cxn ang="T101">
                    <a:pos x="T38" y="T39"/>
                  </a:cxn>
                  <a:cxn ang="T102">
                    <a:pos x="T40" y="T41"/>
                  </a:cxn>
                  <a:cxn ang="T103">
                    <a:pos x="T42" y="T43"/>
                  </a:cxn>
                  <a:cxn ang="T104">
                    <a:pos x="T44" y="T45"/>
                  </a:cxn>
                  <a:cxn ang="T105">
                    <a:pos x="T46" y="T47"/>
                  </a:cxn>
                  <a:cxn ang="T106">
                    <a:pos x="T48" y="T49"/>
                  </a:cxn>
                  <a:cxn ang="T107">
                    <a:pos x="T50" y="T51"/>
                  </a:cxn>
                  <a:cxn ang="T108">
                    <a:pos x="T52" y="T53"/>
                  </a:cxn>
                  <a:cxn ang="T109">
                    <a:pos x="T54" y="T55"/>
                  </a:cxn>
                  <a:cxn ang="T110">
                    <a:pos x="T56" y="T57"/>
                  </a:cxn>
                  <a:cxn ang="T111">
                    <a:pos x="T58" y="T59"/>
                  </a:cxn>
                  <a:cxn ang="T112">
                    <a:pos x="T60" y="T61"/>
                  </a:cxn>
                  <a:cxn ang="T113">
                    <a:pos x="T62" y="T63"/>
                  </a:cxn>
                  <a:cxn ang="T114">
                    <a:pos x="T64" y="T65"/>
                  </a:cxn>
                  <a:cxn ang="T115">
                    <a:pos x="T66" y="T67"/>
                  </a:cxn>
                  <a:cxn ang="T116">
                    <a:pos x="T68" y="T69"/>
                  </a:cxn>
                  <a:cxn ang="T117">
                    <a:pos x="T70" y="T71"/>
                  </a:cxn>
                  <a:cxn ang="T118">
                    <a:pos x="T72" y="T73"/>
                  </a:cxn>
                  <a:cxn ang="T119">
                    <a:pos x="T74" y="T75"/>
                  </a:cxn>
                  <a:cxn ang="T120">
                    <a:pos x="T76" y="T77"/>
                  </a:cxn>
                  <a:cxn ang="T121">
                    <a:pos x="T78" y="T79"/>
                  </a:cxn>
                  <a:cxn ang="T122">
                    <a:pos x="T80" y="T81"/>
                  </a:cxn>
                </a:cxnLst>
                <a:rect l="T123" t="T124" r="T125" b="T126"/>
                <a:pathLst>
                  <a:path w="717" h="756">
                    <a:moveTo>
                      <a:pt x="0" y="756"/>
                    </a:moveTo>
                    <a:lnTo>
                      <a:pt x="52" y="167"/>
                    </a:lnTo>
                    <a:lnTo>
                      <a:pt x="64" y="384"/>
                    </a:lnTo>
                    <a:lnTo>
                      <a:pt x="90" y="103"/>
                    </a:lnTo>
                    <a:lnTo>
                      <a:pt x="116" y="519"/>
                    </a:lnTo>
                    <a:lnTo>
                      <a:pt x="135" y="487"/>
                    </a:lnTo>
                    <a:lnTo>
                      <a:pt x="135" y="359"/>
                    </a:lnTo>
                    <a:lnTo>
                      <a:pt x="167" y="71"/>
                    </a:lnTo>
                    <a:lnTo>
                      <a:pt x="192" y="244"/>
                    </a:lnTo>
                    <a:lnTo>
                      <a:pt x="205" y="96"/>
                    </a:lnTo>
                    <a:lnTo>
                      <a:pt x="218" y="615"/>
                    </a:lnTo>
                    <a:lnTo>
                      <a:pt x="244" y="397"/>
                    </a:lnTo>
                    <a:lnTo>
                      <a:pt x="282" y="519"/>
                    </a:lnTo>
                    <a:lnTo>
                      <a:pt x="308" y="308"/>
                    </a:lnTo>
                    <a:lnTo>
                      <a:pt x="333" y="442"/>
                    </a:lnTo>
                    <a:lnTo>
                      <a:pt x="346" y="352"/>
                    </a:lnTo>
                    <a:lnTo>
                      <a:pt x="365" y="384"/>
                    </a:lnTo>
                    <a:lnTo>
                      <a:pt x="378" y="135"/>
                    </a:lnTo>
                    <a:lnTo>
                      <a:pt x="391" y="301"/>
                    </a:lnTo>
                    <a:lnTo>
                      <a:pt x="384" y="519"/>
                    </a:lnTo>
                    <a:lnTo>
                      <a:pt x="404" y="679"/>
                    </a:lnTo>
                    <a:lnTo>
                      <a:pt x="429" y="628"/>
                    </a:lnTo>
                    <a:lnTo>
                      <a:pt x="442" y="480"/>
                    </a:lnTo>
                    <a:lnTo>
                      <a:pt x="455" y="391"/>
                    </a:lnTo>
                    <a:lnTo>
                      <a:pt x="436" y="506"/>
                    </a:lnTo>
                    <a:lnTo>
                      <a:pt x="461" y="352"/>
                    </a:lnTo>
                    <a:lnTo>
                      <a:pt x="474" y="455"/>
                    </a:lnTo>
                    <a:lnTo>
                      <a:pt x="493" y="519"/>
                    </a:lnTo>
                    <a:lnTo>
                      <a:pt x="512" y="410"/>
                    </a:lnTo>
                    <a:lnTo>
                      <a:pt x="532" y="186"/>
                    </a:lnTo>
                    <a:lnTo>
                      <a:pt x="544" y="231"/>
                    </a:lnTo>
                    <a:lnTo>
                      <a:pt x="570" y="148"/>
                    </a:lnTo>
                    <a:lnTo>
                      <a:pt x="576" y="301"/>
                    </a:lnTo>
                    <a:lnTo>
                      <a:pt x="576" y="730"/>
                    </a:lnTo>
                    <a:lnTo>
                      <a:pt x="647" y="0"/>
                    </a:lnTo>
                    <a:lnTo>
                      <a:pt x="647" y="250"/>
                    </a:lnTo>
                    <a:lnTo>
                      <a:pt x="660" y="333"/>
                    </a:lnTo>
                    <a:lnTo>
                      <a:pt x="685" y="192"/>
                    </a:lnTo>
                    <a:lnTo>
                      <a:pt x="711" y="340"/>
                    </a:lnTo>
                    <a:lnTo>
                      <a:pt x="698" y="429"/>
                    </a:lnTo>
                    <a:lnTo>
                      <a:pt x="717" y="461"/>
                    </a:lnTo>
                  </a:path>
                </a:pathLst>
              </a:custGeom>
              <a:noFill/>
              <a:ln w="9525">
                <a:solidFill>
                  <a:srgbClr val="0079F2"/>
                </a:solidFill>
                <a:round/>
                <a:headEnd/>
                <a:tailEnd/>
              </a:ln>
            </p:spPr>
            <p:txBody>
              <a:bodyPr/>
              <a:lstStyle/>
              <a:p>
                <a:endParaRPr lang="en-GB"/>
              </a:p>
            </p:txBody>
          </p:sp>
          <p:sp>
            <p:nvSpPr>
              <p:cNvPr id="10276" name="Freeform 28"/>
              <p:cNvSpPr>
                <a:spLocks/>
              </p:cNvSpPr>
              <p:nvPr/>
            </p:nvSpPr>
            <p:spPr bwMode="auto">
              <a:xfrm flipH="1">
                <a:off x="4077" y="1119"/>
                <a:ext cx="313" cy="756"/>
              </a:xfrm>
              <a:custGeom>
                <a:avLst/>
                <a:gdLst>
                  <a:gd name="T0" fmla="*/ 0 w 717"/>
                  <a:gd name="T1" fmla="*/ 756 h 756"/>
                  <a:gd name="T2" fmla="*/ 4 w 717"/>
                  <a:gd name="T3" fmla="*/ 167 h 756"/>
                  <a:gd name="T4" fmla="*/ 5 w 717"/>
                  <a:gd name="T5" fmla="*/ 384 h 756"/>
                  <a:gd name="T6" fmla="*/ 7 w 717"/>
                  <a:gd name="T7" fmla="*/ 103 h 756"/>
                  <a:gd name="T8" fmla="*/ 10 w 717"/>
                  <a:gd name="T9" fmla="*/ 519 h 756"/>
                  <a:gd name="T10" fmla="*/ 11 w 717"/>
                  <a:gd name="T11" fmla="*/ 487 h 756"/>
                  <a:gd name="T12" fmla="*/ 11 w 717"/>
                  <a:gd name="T13" fmla="*/ 359 h 756"/>
                  <a:gd name="T14" fmla="*/ 14 w 717"/>
                  <a:gd name="T15" fmla="*/ 71 h 756"/>
                  <a:gd name="T16" fmla="*/ 16 w 717"/>
                  <a:gd name="T17" fmla="*/ 244 h 756"/>
                  <a:gd name="T18" fmla="*/ 17 w 717"/>
                  <a:gd name="T19" fmla="*/ 96 h 756"/>
                  <a:gd name="T20" fmla="*/ 18 w 717"/>
                  <a:gd name="T21" fmla="*/ 615 h 756"/>
                  <a:gd name="T22" fmla="*/ 21 w 717"/>
                  <a:gd name="T23" fmla="*/ 397 h 756"/>
                  <a:gd name="T24" fmla="*/ 24 w 717"/>
                  <a:gd name="T25" fmla="*/ 519 h 756"/>
                  <a:gd name="T26" fmla="*/ 25 w 717"/>
                  <a:gd name="T27" fmla="*/ 308 h 756"/>
                  <a:gd name="T28" fmla="*/ 28 w 717"/>
                  <a:gd name="T29" fmla="*/ 442 h 756"/>
                  <a:gd name="T30" fmla="*/ 29 w 717"/>
                  <a:gd name="T31" fmla="*/ 352 h 756"/>
                  <a:gd name="T32" fmla="*/ 30 w 717"/>
                  <a:gd name="T33" fmla="*/ 384 h 756"/>
                  <a:gd name="T34" fmla="*/ 31 w 717"/>
                  <a:gd name="T35" fmla="*/ 135 h 756"/>
                  <a:gd name="T36" fmla="*/ 33 w 717"/>
                  <a:gd name="T37" fmla="*/ 301 h 756"/>
                  <a:gd name="T38" fmla="*/ 32 w 717"/>
                  <a:gd name="T39" fmla="*/ 519 h 756"/>
                  <a:gd name="T40" fmla="*/ 34 w 717"/>
                  <a:gd name="T41" fmla="*/ 679 h 756"/>
                  <a:gd name="T42" fmla="*/ 36 w 717"/>
                  <a:gd name="T43" fmla="*/ 628 h 756"/>
                  <a:gd name="T44" fmla="*/ 37 w 717"/>
                  <a:gd name="T45" fmla="*/ 480 h 756"/>
                  <a:gd name="T46" fmla="*/ 38 w 717"/>
                  <a:gd name="T47" fmla="*/ 391 h 756"/>
                  <a:gd name="T48" fmla="*/ 36 w 717"/>
                  <a:gd name="T49" fmla="*/ 506 h 756"/>
                  <a:gd name="T50" fmla="*/ 38 w 717"/>
                  <a:gd name="T51" fmla="*/ 352 h 756"/>
                  <a:gd name="T52" fmla="*/ 39 w 717"/>
                  <a:gd name="T53" fmla="*/ 455 h 756"/>
                  <a:gd name="T54" fmla="*/ 41 w 717"/>
                  <a:gd name="T55" fmla="*/ 519 h 756"/>
                  <a:gd name="T56" fmla="*/ 43 w 717"/>
                  <a:gd name="T57" fmla="*/ 410 h 756"/>
                  <a:gd name="T58" fmla="*/ 44 w 717"/>
                  <a:gd name="T59" fmla="*/ 186 h 756"/>
                  <a:gd name="T60" fmla="*/ 45 w 717"/>
                  <a:gd name="T61" fmla="*/ 231 h 756"/>
                  <a:gd name="T62" fmla="*/ 48 w 717"/>
                  <a:gd name="T63" fmla="*/ 148 h 756"/>
                  <a:gd name="T64" fmla="*/ 48 w 717"/>
                  <a:gd name="T65" fmla="*/ 301 h 756"/>
                  <a:gd name="T66" fmla="*/ 48 w 717"/>
                  <a:gd name="T67" fmla="*/ 730 h 756"/>
                  <a:gd name="T68" fmla="*/ 54 w 717"/>
                  <a:gd name="T69" fmla="*/ 0 h 756"/>
                  <a:gd name="T70" fmla="*/ 54 w 717"/>
                  <a:gd name="T71" fmla="*/ 250 h 756"/>
                  <a:gd name="T72" fmla="*/ 55 w 717"/>
                  <a:gd name="T73" fmla="*/ 333 h 756"/>
                  <a:gd name="T74" fmla="*/ 57 w 717"/>
                  <a:gd name="T75" fmla="*/ 192 h 756"/>
                  <a:gd name="T76" fmla="*/ 59 w 717"/>
                  <a:gd name="T77" fmla="*/ 340 h 756"/>
                  <a:gd name="T78" fmla="*/ 58 w 717"/>
                  <a:gd name="T79" fmla="*/ 429 h 756"/>
                  <a:gd name="T80" fmla="*/ 60 w 717"/>
                  <a:gd name="T81" fmla="*/ 461 h 756"/>
                  <a:gd name="T82" fmla="*/ 0 60000 65536"/>
                  <a:gd name="T83" fmla="*/ 0 60000 65536"/>
                  <a:gd name="T84" fmla="*/ 0 60000 65536"/>
                  <a:gd name="T85" fmla="*/ 0 60000 65536"/>
                  <a:gd name="T86" fmla="*/ 0 60000 65536"/>
                  <a:gd name="T87" fmla="*/ 0 60000 65536"/>
                  <a:gd name="T88" fmla="*/ 0 60000 65536"/>
                  <a:gd name="T89" fmla="*/ 0 60000 65536"/>
                  <a:gd name="T90" fmla="*/ 0 60000 65536"/>
                  <a:gd name="T91" fmla="*/ 0 60000 65536"/>
                  <a:gd name="T92" fmla="*/ 0 60000 65536"/>
                  <a:gd name="T93" fmla="*/ 0 60000 65536"/>
                  <a:gd name="T94" fmla="*/ 0 60000 65536"/>
                  <a:gd name="T95" fmla="*/ 0 60000 65536"/>
                  <a:gd name="T96" fmla="*/ 0 60000 65536"/>
                  <a:gd name="T97" fmla="*/ 0 60000 65536"/>
                  <a:gd name="T98" fmla="*/ 0 60000 65536"/>
                  <a:gd name="T99" fmla="*/ 0 60000 65536"/>
                  <a:gd name="T100" fmla="*/ 0 60000 65536"/>
                  <a:gd name="T101" fmla="*/ 0 60000 65536"/>
                  <a:gd name="T102" fmla="*/ 0 60000 65536"/>
                  <a:gd name="T103" fmla="*/ 0 60000 65536"/>
                  <a:gd name="T104" fmla="*/ 0 60000 65536"/>
                  <a:gd name="T105" fmla="*/ 0 60000 65536"/>
                  <a:gd name="T106" fmla="*/ 0 60000 65536"/>
                  <a:gd name="T107" fmla="*/ 0 60000 65536"/>
                  <a:gd name="T108" fmla="*/ 0 60000 65536"/>
                  <a:gd name="T109" fmla="*/ 0 60000 65536"/>
                  <a:gd name="T110" fmla="*/ 0 60000 65536"/>
                  <a:gd name="T111" fmla="*/ 0 60000 65536"/>
                  <a:gd name="T112" fmla="*/ 0 60000 65536"/>
                  <a:gd name="T113" fmla="*/ 0 60000 65536"/>
                  <a:gd name="T114" fmla="*/ 0 60000 65536"/>
                  <a:gd name="T115" fmla="*/ 0 60000 65536"/>
                  <a:gd name="T116" fmla="*/ 0 60000 65536"/>
                  <a:gd name="T117" fmla="*/ 0 60000 65536"/>
                  <a:gd name="T118" fmla="*/ 0 60000 65536"/>
                  <a:gd name="T119" fmla="*/ 0 60000 65536"/>
                  <a:gd name="T120" fmla="*/ 0 60000 65536"/>
                  <a:gd name="T121" fmla="*/ 0 60000 65536"/>
                  <a:gd name="T122" fmla="*/ 0 60000 65536"/>
                  <a:gd name="T123" fmla="*/ 0 w 717"/>
                  <a:gd name="T124" fmla="*/ 0 h 756"/>
                  <a:gd name="T125" fmla="*/ 717 w 717"/>
                  <a:gd name="T126" fmla="*/ 756 h 756"/>
                </a:gdLst>
                <a:ahLst/>
                <a:cxnLst>
                  <a:cxn ang="T82">
                    <a:pos x="T0" y="T1"/>
                  </a:cxn>
                  <a:cxn ang="T83">
                    <a:pos x="T2" y="T3"/>
                  </a:cxn>
                  <a:cxn ang="T84">
                    <a:pos x="T4" y="T5"/>
                  </a:cxn>
                  <a:cxn ang="T85">
                    <a:pos x="T6" y="T7"/>
                  </a:cxn>
                  <a:cxn ang="T86">
                    <a:pos x="T8" y="T9"/>
                  </a:cxn>
                  <a:cxn ang="T87">
                    <a:pos x="T10" y="T11"/>
                  </a:cxn>
                  <a:cxn ang="T88">
                    <a:pos x="T12" y="T13"/>
                  </a:cxn>
                  <a:cxn ang="T89">
                    <a:pos x="T14" y="T15"/>
                  </a:cxn>
                  <a:cxn ang="T90">
                    <a:pos x="T16" y="T17"/>
                  </a:cxn>
                  <a:cxn ang="T91">
                    <a:pos x="T18" y="T19"/>
                  </a:cxn>
                  <a:cxn ang="T92">
                    <a:pos x="T20" y="T21"/>
                  </a:cxn>
                  <a:cxn ang="T93">
                    <a:pos x="T22" y="T23"/>
                  </a:cxn>
                  <a:cxn ang="T94">
                    <a:pos x="T24" y="T25"/>
                  </a:cxn>
                  <a:cxn ang="T95">
                    <a:pos x="T26" y="T27"/>
                  </a:cxn>
                  <a:cxn ang="T96">
                    <a:pos x="T28" y="T29"/>
                  </a:cxn>
                  <a:cxn ang="T97">
                    <a:pos x="T30" y="T31"/>
                  </a:cxn>
                  <a:cxn ang="T98">
                    <a:pos x="T32" y="T33"/>
                  </a:cxn>
                  <a:cxn ang="T99">
                    <a:pos x="T34" y="T35"/>
                  </a:cxn>
                  <a:cxn ang="T100">
                    <a:pos x="T36" y="T37"/>
                  </a:cxn>
                  <a:cxn ang="T101">
                    <a:pos x="T38" y="T39"/>
                  </a:cxn>
                  <a:cxn ang="T102">
                    <a:pos x="T40" y="T41"/>
                  </a:cxn>
                  <a:cxn ang="T103">
                    <a:pos x="T42" y="T43"/>
                  </a:cxn>
                  <a:cxn ang="T104">
                    <a:pos x="T44" y="T45"/>
                  </a:cxn>
                  <a:cxn ang="T105">
                    <a:pos x="T46" y="T47"/>
                  </a:cxn>
                  <a:cxn ang="T106">
                    <a:pos x="T48" y="T49"/>
                  </a:cxn>
                  <a:cxn ang="T107">
                    <a:pos x="T50" y="T51"/>
                  </a:cxn>
                  <a:cxn ang="T108">
                    <a:pos x="T52" y="T53"/>
                  </a:cxn>
                  <a:cxn ang="T109">
                    <a:pos x="T54" y="T55"/>
                  </a:cxn>
                  <a:cxn ang="T110">
                    <a:pos x="T56" y="T57"/>
                  </a:cxn>
                  <a:cxn ang="T111">
                    <a:pos x="T58" y="T59"/>
                  </a:cxn>
                  <a:cxn ang="T112">
                    <a:pos x="T60" y="T61"/>
                  </a:cxn>
                  <a:cxn ang="T113">
                    <a:pos x="T62" y="T63"/>
                  </a:cxn>
                  <a:cxn ang="T114">
                    <a:pos x="T64" y="T65"/>
                  </a:cxn>
                  <a:cxn ang="T115">
                    <a:pos x="T66" y="T67"/>
                  </a:cxn>
                  <a:cxn ang="T116">
                    <a:pos x="T68" y="T69"/>
                  </a:cxn>
                  <a:cxn ang="T117">
                    <a:pos x="T70" y="T71"/>
                  </a:cxn>
                  <a:cxn ang="T118">
                    <a:pos x="T72" y="T73"/>
                  </a:cxn>
                  <a:cxn ang="T119">
                    <a:pos x="T74" y="T75"/>
                  </a:cxn>
                  <a:cxn ang="T120">
                    <a:pos x="T76" y="T77"/>
                  </a:cxn>
                  <a:cxn ang="T121">
                    <a:pos x="T78" y="T79"/>
                  </a:cxn>
                  <a:cxn ang="T122">
                    <a:pos x="T80" y="T81"/>
                  </a:cxn>
                </a:cxnLst>
                <a:rect l="T123" t="T124" r="T125" b="T126"/>
                <a:pathLst>
                  <a:path w="717" h="756">
                    <a:moveTo>
                      <a:pt x="0" y="756"/>
                    </a:moveTo>
                    <a:lnTo>
                      <a:pt x="52" y="167"/>
                    </a:lnTo>
                    <a:lnTo>
                      <a:pt x="64" y="384"/>
                    </a:lnTo>
                    <a:lnTo>
                      <a:pt x="90" y="103"/>
                    </a:lnTo>
                    <a:lnTo>
                      <a:pt x="116" y="519"/>
                    </a:lnTo>
                    <a:lnTo>
                      <a:pt x="135" y="487"/>
                    </a:lnTo>
                    <a:lnTo>
                      <a:pt x="135" y="359"/>
                    </a:lnTo>
                    <a:lnTo>
                      <a:pt x="167" y="71"/>
                    </a:lnTo>
                    <a:lnTo>
                      <a:pt x="192" y="244"/>
                    </a:lnTo>
                    <a:lnTo>
                      <a:pt x="205" y="96"/>
                    </a:lnTo>
                    <a:lnTo>
                      <a:pt x="218" y="615"/>
                    </a:lnTo>
                    <a:lnTo>
                      <a:pt x="244" y="397"/>
                    </a:lnTo>
                    <a:lnTo>
                      <a:pt x="282" y="519"/>
                    </a:lnTo>
                    <a:lnTo>
                      <a:pt x="308" y="308"/>
                    </a:lnTo>
                    <a:lnTo>
                      <a:pt x="333" y="442"/>
                    </a:lnTo>
                    <a:lnTo>
                      <a:pt x="346" y="352"/>
                    </a:lnTo>
                    <a:lnTo>
                      <a:pt x="365" y="384"/>
                    </a:lnTo>
                    <a:lnTo>
                      <a:pt x="378" y="135"/>
                    </a:lnTo>
                    <a:lnTo>
                      <a:pt x="391" y="301"/>
                    </a:lnTo>
                    <a:lnTo>
                      <a:pt x="384" y="519"/>
                    </a:lnTo>
                    <a:lnTo>
                      <a:pt x="404" y="679"/>
                    </a:lnTo>
                    <a:lnTo>
                      <a:pt x="429" y="628"/>
                    </a:lnTo>
                    <a:lnTo>
                      <a:pt x="442" y="480"/>
                    </a:lnTo>
                    <a:lnTo>
                      <a:pt x="455" y="391"/>
                    </a:lnTo>
                    <a:lnTo>
                      <a:pt x="436" y="506"/>
                    </a:lnTo>
                    <a:lnTo>
                      <a:pt x="461" y="352"/>
                    </a:lnTo>
                    <a:lnTo>
                      <a:pt x="474" y="455"/>
                    </a:lnTo>
                    <a:lnTo>
                      <a:pt x="493" y="519"/>
                    </a:lnTo>
                    <a:lnTo>
                      <a:pt x="512" y="410"/>
                    </a:lnTo>
                    <a:lnTo>
                      <a:pt x="532" y="186"/>
                    </a:lnTo>
                    <a:lnTo>
                      <a:pt x="544" y="231"/>
                    </a:lnTo>
                    <a:lnTo>
                      <a:pt x="570" y="148"/>
                    </a:lnTo>
                    <a:lnTo>
                      <a:pt x="576" y="301"/>
                    </a:lnTo>
                    <a:lnTo>
                      <a:pt x="576" y="730"/>
                    </a:lnTo>
                    <a:lnTo>
                      <a:pt x="647" y="0"/>
                    </a:lnTo>
                    <a:lnTo>
                      <a:pt x="647" y="250"/>
                    </a:lnTo>
                    <a:lnTo>
                      <a:pt x="660" y="333"/>
                    </a:lnTo>
                    <a:lnTo>
                      <a:pt x="685" y="192"/>
                    </a:lnTo>
                    <a:lnTo>
                      <a:pt x="711" y="340"/>
                    </a:lnTo>
                    <a:lnTo>
                      <a:pt x="698" y="429"/>
                    </a:lnTo>
                    <a:lnTo>
                      <a:pt x="717" y="461"/>
                    </a:lnTo>
                  </a:path>
                </a:pathLst>
              </a:custGeom>
              <a:noFill/>
              <a:ln w="9525">
                <a:solidFill>
                  <a:srgbClr val="0079F2"/>
                </a:solidFill>
                <a:round/>
                <a:headEnd/>
                <a:tailEnd/>
              </a:ln>
            </p:spPr>
            <p:txBody>
              <a:bodyPr/>
              <a:lstStyle/>
              <a:p>
                <a:endParaRPr lang="en-GB"/>
              </a:p>
            </p:txBody>
          </p:sp>
          <p:sp>
            <p:nvSpPr>
              <p:cNvPr id="10277" name="Freeform 29"/>
              <p:cNvSpPr>
                <a:spLocks/>
              </p:cNvSpPr>
              <p:nvPr/>
            </p:nvSpPr>
            <p:spPr bwMode="auto">
              <a:xfrm flipV="1">
                <a:off x="4385" y="1138"/>
                <a:ext cx="313" cy="756"/>
              </a:xfrm>
              <a:custGeom>
                <a:avLst/>
                <a:gdLst>
                  <a:gd name="T0" fmla="*/ 0 w 717"/>
                  <a:gd name="T1" fmla="*/ 756 h 756"/>
                  <a:gd name="T2" fmla="*/ 4 w 717"/>
                  <a:gd name="T3" fmla="*/ 167 h 756"/>
                  <a:gd name="T4" fmla="*/ 5 w 717"/>
                  <a:gd name="T5" fmla="*/ 384 h 756"/>
                  <a:gd name="T6" fmla="*/ 7 w 717"/>
                  <a:gd name="T7" fmla="*/ 103 h 756"/>
                  <a:gd name="T8" fmla="*/ 10 w 717"/>
                  <a:gd name="T9" fmla="*/ 519 h 756"/>
                  <a:gd name="T10" fmla="*/ 11 w 717"/>
                  <a:gd name="T11" fmla="*/ 487 h 756"/>
                  <a:gd name="T12" fmla="*/ 11 w 717"/>
                  <a:gd name="T13" fmla="*/ 359 h 756"/>
                  <a:gd name="T14" fmla="*/ 14 w 717"/>
                  <a:gd name="T15" fmla="*/ 71 h 756"/>
                  <a:gd name="T16" fmla="*/ 16 w 717"/>
                  <a:gd name="T17" fmla="*/ 244 h 756"/>
                  <a:gd name="T18" fmla="*/ 17 w 717"/>
                  <a:gd name="T19" fmla="*/ 96 h 756"/>
                  <a:gd name="T20" fmla="*/ 18 w 717"/>
                  <a:gd name="T21" fmla="*/ 615 h 756"/>
                  <a:gd name="T22" fmla="*/ 21 w 717"/>
                  <a:gd name="T23" fmla="*/ 397 h 756"/>
                  <a:gd name="T24" fmla="*/ 24 w 717"/>
                  <a:gd name="T25" fmla="*/ 519 h 756"/>
                  <a:gd name="T26" fmla="*/ 25 w 717"/>
                  <a:gd name="T27" fmla="*/ 308 h 756"/>
                  <a:gd name="T28" fmla="*/ 28 w 717"/>
                  <a:gd name="T29" fmla="*/ 442 h 756"/>
                  <a:gd name="T30" fmla="*/ 29 w 717"/>
                  <a:gd name="T31" fmla="*/ 352 h 756"/>
                  <a:gd name="T32" fmla="*/ 30 w 717"/>
                  <a:gd name="T33" fmla="*/ 384 h 756"/>
                  <a:gd name="T34" fmla="*/ 31 w 717"/>
                  <a:gd name="T35" fmla="*/ 135 h 756"/>
                  <a:gd name="T36" fmla="*/ 33 w 717"/>
                  <a:gd name="T37" fmla="*/ 301 h 756"/>
                  <a:gd name="T38" fmla="*/ 32 w 717"/>
                  <a:gd name="T39" fmla="*/ 519 h 756"/>
                  <a:gd name="T40" fmla="*/ 34 w 717"/>
                  <a:gd name="T41" fmla="*/ 679 h 756"/>
                  <a:gd name="T42" fmla="*/ 36 w 717"/>
                  <a:gd name="T43" fmla="*/ 628 h 756"/>
                  <a:gd name="T44" fmla="*/ 37 w 717"/>
                  <a:gd name="T45" fmla="*/ 480 h 756"/>
                  <a:gd name="T46" fmla="*/ 38 w 717"/>
                  <a:gd name="T47" fmla="*/ 391 h 756"/>
                  <a:gd name="T48" fmla="*/ 36 w 717"/>
                  <a:gd name="T49" fmla="*/ 506 h 756"/>
                  <a:gd name="T50" fmla="*/ 38 w 717"/>
                  <a:gd name="T51" fmla="*/ 352 h 756"/>
                  <a:gd name="T52" fmla="*/ 39 w 717"/>
                  <a:gd name="T53" fmla="*/ 455 h 756"/>
                  <a:gd name="T54" fmla="*/ 41 w 717"/>
                  <a:gd name="T55" fmla="*/ 519 h 756"/>
                  <a:gd name="T56" fmla="*/ 43 w 717"/>
                  <a:gd name="T57" fmla="*/ 410 h 756"/>
                  <a:gd name="T58" fmla="*/ 44 w 717"/>
                  <a:gd name="T59" fmla="*/ 186 h 756"/>
                  <a:gd name="T60" fmla="*/ 45 w 717"/>
                  <a:gd name="T61" fmla="*/ 231 h 756"/>
                  <a:gd name="T62" fmla="*/ 48 w 717"/>
                  <a:gd name="T63" fmla="*/ 148 h 756"/>
                  <a:gd name="T64" fmla="*/ 48 w 717"/>
                  <a:gd name="T65" fmla="*/ 301 h 756"/>
                  <a:gd name="T66" fmla="*/ 48 w 717"/>
                  <a:gd name="T67" fmla="*/ 730 h 756"/>
                  <a:gd name="T68" fmla="*/ 54 w 717"/>
                  <a:gd name="T69" fmla="*/ 0 h 756"/>
                  <a:gd name="T70" fmla="*/ 54 w 717"/>
                  <a:gd name="T71" fmla="*/ 250 h 756"/>
                  <a:gd name="T72" fmla="*/ 55 w 717"/>
                  <a:gd name="T73" fmla="*/ 333 h 756"/>
                  <a:gd name="T74" fmla="*/ 57 w 717"/>
                  <a:gd name="T75" fmla="*/ 192 h 756"/>
                  <a:gd name="T76" fmla="*/ 59 w 717"/>
                  <a:gd name="T77" fmla="*/ 340 h 756"/>
                  <a:gd name="T78" fmla="*/ 58 w 717"/>
                  <a:gd name="T79" fmla="*/ 429 h 756"/>
                  <a:gd name="T80" fmla="*/ 60 w 717"/>
                  <a:gd name="T81" fmla="*/ 461 h 756"/>
                  <a:gd name="T82" fmla="*/ 0 60000 65536"/>
                  <a:gd name="T83" fmla="*/ 0 60000 65536"/>
                  <a:gd name="T84" fmla="*/ 0 60000 65536"/>
                  <a:gd name="T85" fmla="*/ 0 60000 65536"/>
                  <a:gd name="T86" fmla="*/ 0 60000 65536"/>
                  <a:gd name="T87" fmla="*/ 0 60000 65536"/>
                  <a:gd name="T88" fmla="*/ 0 60000 65536"/>
                  <a:gd name="T89" fmla="*/ 0 60000 65536"/>
                  <a:gd name="T90" fmla="*/ 0 60000 65536"/>
                  <a:gd name="T91" fmla="*/ 0 60000 65536"/>
                  <a:gd name="T92" fmla="*/ 0 60000 65536"/>
                  <a:gd name="T93" fmla="*/ 0 60000 65536"/>
                  <a:gd name="T94" fmla="*/ 0 60000 65536"/>
                  <a:gd name="T95" fmla="*/ 0 60000 65536"/>
                  <a:gd name="T96" fmla="*/ 0 60000 65536"/>
                  <a:gd name="T97" fmla="*/ 0 60000 65536"/>
                  <a:gd name="T98" fmla="*/ 0 60000 65536"/>
                  <a:gd name="T99" fmla="*/ 0 60000 65536"/>
                  <a:gd name="T100" fmla="*/ 0 60000 65536"/>
                  <a:gd name="T101" fmla="*/ 0 60000 65536"/>
                  <a:gd name="T102" fmla="*/ 0 60000 65536"/>
                  <a:gd name="T103" fmla="*/ 0 60000 65536"/>
                  <a:gd name="T104" fmla="*/ 0 60000 65536"/>
                  <a:gd name="T105" fmla="*/ 0 60000 65536"/>
                  <a:gd name="T106" fmla="*/ 0 60000 65536"/>
                  <a:gd name="T107" fmla="*/ 0 60000 65536"/>
                  <a:gd name="T108" fmla="*/ 0 60000 65536"/>
                  <a:gd name="T109" fmla="*/ 0 60000 65536"/>
                  <a:gd name="T110" fmla="*/ 0 60000 65536"/>
                  <a:gd name="T111" fmla="*/ 0 60000 65536"/>
                  <a:gd name="T112" fmla="*/ 0 60000 65536"/>
                  <a:gd name="T113" fmla="*/ 0 60000 65536"/>
                  <a:gd name="T114" fmla="*/ 0 60000 65536"/>
                  <a:gd name="T115" fmla="*/ 0 60000 65536"/>
                  <a:gd name="T116" fmla="*/ 0 60000 65536"/>
                  <a:gd name="T117" fmla="*/ 0 60000 65536"/>
                  <a:gd name="T118" fmla="*/ 0 60000 65536"/>
                  <a:gd name="T119" fmla="*/ 0 60000 65536"/>
                  <a:gd name="T120" fmla="*/ 0 60000 65536"/>
                  <a:gd name="T121" fmla="*/ 0 60000 65536"/>
                  <a:gd name="T122" fmla="*/ 0 60000 65536"/>
                  <a:gd name="T123" fmla="*/ 0 w 717"/>
                  <a:gd name="T124" fmla="*/ 0 h 756"/>
                  <a:gd name="T125" fmla="*/ 717 w 717"/>
                  <a:gd name="T126" fmla="*/ 756 h 756"/>
                </a:gdLst>
                <a:ahLst/>
                <a:cxnLst>
                  <a:cxn ang="T82">
                    <a:pos x="T0" y="T1"/>
                  </a:cxn>
                  <a:cxn ang="T83">
                    <a:pos x="T2" y="T3"/>
                  </a:cxn>
                  <a:cxn ang="T84">
                    <a:pos x="T4" y="T5"/>
                  </a:cxn>
                  <a:cxn ang="T85">
                    <a:pos x="T6" y="T7"/>
                  </a:cxn>
                  <a:cxn ang="T86">
                    <a:pos x="T8" y="T9"/>
                  </a:cxn>
                  <a:cxn ang="T87">
                    <a:pos x="T10" y="T11"/>
                  </a:cxn>
                  <a:cxn ang="T88">
                    <a:pos x="T12" y="T13"/>
                  </a:cxn>
                  <a:cxn ang="T89">
                    <a:pos x="T14" y="T15"/>
                  </a:cxn>
                  <a:cxn ang="T90">
                    <a:pos x="T16" y="T17"/>
                  </a:cxn>
                  <a:cxn ang="T91">
                    <a:pos x="T18" y="T19"/>
                  </a:cxn>
                  <a:cxn ang="T92">
                    <a:pos x="T20" y="T21"/>
                  </a:cxn>
                  <a:cxn ang="T93">
                    <a:pos x="T22" y="T23"/>
                  </a:cxn>
                  <a:cxn ang="T94">
                    <a:pos x="T24" y="T25"/>
                  </a:cxn>
                  <a:cxn ang="T95">
                    <a:pos x="T26" y="T27"/>
                  </a:cxn>
                  <a:cxn ang="T96">
                    <a:pos x="T28" y="T29"/>
                  </a:cxn>
                  <a:cxn ang="T97">
                    <a:pos x="T30" y="T31"/>
                  </a:cxn>
                  <a:cxn ang="T98">
                    <a:pos x="T32" y="T33"/>
                  </a:cxn>
                  <a:cxn ang="T99">
                    <a:pos x="T34" y="T35"/>
                  </a:cxn>
                  <a:cxn ang="T100">
                    <a:pos x="T36" y="T37"/>
                  </a:cxn>
                  <a:cxn ang="T101">
                    <a:pos x="T38" y="T39"/>
                  </a:cxn>
                  <a:cxn ang="T102">
                    <a:pos x="T40" y="T41"/>
                  </a:cxn>
                  <a:cxn ang="T103">
                    <a:pos x="T42" y="T43"/>
                  </a:cxn>
                  <a:cxn ang="T104">
                    <a:pos x="T44" y="T45"/>
                  </a:cxn>
                  <a:cxn ang="T105">
                    <a:pos x="T46" y="T47"/>
                  </a:cxn>
                  <a:cxn ang="T106">
                    <a:pos x="T48" y="T49"/>
                  </a:cxn>
                  <a:cxn ang="T107">
                    <a:pos x="T50" y="T51"/>
                  </a:cxn>
                  <a:cxn ang="T108">
                    <a:pos x="T52" y="T53"/>
                  </a:cxn>
                  <a:cxn ang="T109">
                    <a:pos x="T54" y="T55"/>
                  </a:cxn>
                  <a:cxn ang="T110">
                    <a:pos x="T56" y="T57"/>
                  </a:cxn>
                  <a:cxn ang="T111">
                    <a:pos x="T58" y="T59"/>
                  </a:cxn>
                  <a:cxn ang="T112">
                    <a:pos x="T60" y="T61"/>
                  </a:cxn>
                  <a:cxn ang="T113">
                    <a:pos x="T62" y="T63"/>
                  </a:cxn>
                  <a:cxn ang="T114">
                    <a:pos x="T64" y="T65"/>
                  </a:cxn>
                  <a:cxn ang="T115">
                    <a:pos x="T66" y="T67"/>
                  </a:cxn>
                  <a:cxn ang="T116">
                    <a:pos x="T68" y="T69"/>
                  </a:cxn>
                  <a:cxn ang="T117">
                    <a:pos x="T70" y="T71"/>
                  </a:cxn>
                  <a:cxn ang="T118">
                    <a:pos x="T72" y="T73"/>
                  </a:cxn>
                  <a:cxn ang="T119">
                    <a:pos x="T74" y="T75"/>
                  </a:cxn>
                  <a:cxn ang="T120">
                    <a:pos x="T76" y="T77"/>
                  </a:cxn>
                  <a:cxn ang="T121">
                    <a:pos x="T78" y="T79"/>
                  </a:cxn>
                  <a:cxn ang="T122">
                    <a:pos x="T80" y="T81"/>
                  </a:cxn>
                </a:cxnLst>
                <a:rect l="T123" t="T124" r="T125" b="T126"/>
                <a:pathLst>
                  <a:path w="717" h="756">
                    <a:moveTo>
                      <a:pt x="0" y="756"/>
                    </a:moveTo>
                    <a:lnTo>
                      <a:pt x="52" y="167"/>
                    </a:lnTo>
                    <a:lnTo>
                      <a:pt x="64" y="384"/>
                    </a:lnTo>
                    <a:lnTo>
                      <a:pt x="90" y="103"/>
                    </a:lnTo>
                    <a:lnTo>
                      <a:pt x="116" y="519"/>
                    </a:lnTo>
                    <a:lnTo>
                      <a:pt x="135" y="487"/>
                    </a:lnTo>
                    <a:lnTo>
                      <a:pt x="135" y="359"/>
                    </a:lnTo>
                    <a:lnTo>
                      <a:pt x="167" y="71"/>
                    </a:lnTo>
                    <a:lnTo>
                      <a:pt x="192" y="244"/>
                    </a:lnTo>
                    <a:lnTo>
                      <a:pt x="205" y="96"/>
                    </a:lnTo>
                    <a:lnTo>
                      <a:pt x="218" y="615"/>
                    </a:lnTo>
                    <a:lnTo>
                      <a:pt x="244" y="397"/>
                    </a:lnTo>
                    <a:lnTo>
                      <a:pt x="282" y="519"/>
                    </a:lnTo>
                    <a:lnTo>
                      <a:pt x="308" y="308"/>
                    </a:lnTo>
                    <a:lnTo>
                      <a:pt x="333" y="442"/>
                    </a:lnTo>
                    <a:lnTo>
                      <a:pt x="346" y="352"/>
                    </a:lnTo>
                    <a:lnTo>
                      <a:pt x="365" y="384"/>
                    </a:lnTo>
                    <a:lnTo>
                      <a:pt x="378" y="135"/>
                    </a:lnTo>
                    <a:lnTo>
                      <a:pt x="391" y="301"/>
                    </a:lnTo>
                    <a:lnTo>
                      <a:pt x="384" y="519"/>
                    </a:lnTo>
                    <a:lnTo>
                      <a:pt x="404" y="679"/>
                    </a:lnTo>
                    <a:lnTo>
                      <a:pt x="429" y="628"/>
                    </a:lnTo>
                    <a:lnTo>
                      <a:pt x="442" y="480"/>
                    </a:lnTo>
                    <a:lnTo>
                      <a:pt x="455" y="391"/>
                    </a:lnTo>
                    <a:lnTo>
                      <a:pt x="436" y="506"/>
                    </a:lnTo>
                    <a:lnTo>
                      <a:pt x="461" y="352"/>
                    </a:lnTo>
                    <a:lnTo>
                      <a:pt x="474" y="455"/>
                    </a:lnTo>
                    <a:lnTo>
                      <a:pt x="493" y="519"/>
                    </a:lnTo>
                    <a:lnTo>
                      <a:pt x="512" y="410"/>
                    </a:lnTo>
                    <a:lnTo>
                      <a:pt x="532" y="186"/>
                    </a:lnTo>
                    <a:lnTo>
                      <a:pt x="544" y="231"/>
                    </a:lnTo>
                    <a:lnTo>
                      <a:pt x="570" y="148"/>
                    </a:lnTo>
                    <a:lnTo>
                      <a:pt x="576" y="301"/>
                    </a:lnTo>
                    <a:lnTo>
                      <a:pt x="576" y="730"/>
                    </a:lnTo>
                    <a:lnTo>
                      <a:pt x="647" y="0"/>
                    </a:lnTo>
                    <a:lnTo>
                      <a:pt x="647" y="250"/>
                    </a:lnTo>
                    <a:lnTo>
                      <a:pt x="660" y="333"/>
                    </a:lnTo>
                    <a:lnTo>
                      <a:pt x="685" y="192"/>
                    </a:lnTo>
                    <a:lnTo>
                      <a:pt x="711" y="340"/>
                    </a:lnTo>
                    <a:lnTo>
                      <a:pt x="698" y="429"/>
                    </a:lnTo>
                    <a:lnTo>
                      <a:pt x="717" y="461"/>
                    </a:lnTo>
                  </a:path>
                </a:pathLst>
              </a:custGeom>
              <a:noFill/>
              <a:ln w="9525">
                <a:solidFill>
                  <a:srgbClr val="0079F2"/>
                </a:solidFill>
                <a:round/>
                <a:headEnd/>
                <a:tailEnd/>
              </a:ln>
            </p:spPr>
            <p:txBody>
              <a:bodyPr/>
              <a:lstStyle/>
              <a:p>
                <a:endParaRPr lang="en-GB"/>
              </a:p>
            </p:txBody>
          </p:sp>
          <p:sp>
            <p:nvSpPr>
              <p:cNvPr id="10278" name="Freeform 30"/>
              <p:cNvSpPr>
                <a:spLocks/>
              </p:cNvSpPr>
              <p:nvPr/>
            </p:nvSpPr>
            <p:spPr bwMode="auto">
              <a:xfrm flipH="1">
                <a:off x="4698" y="1100"/>
                <a:ext cx="313" cy="756"/>
              </a:xfrm>
              <a:custGeom>
                <a:avLst/>
                <a:gdLst>
                  <a:gd name="T0" fmla="*/ 0 w 717"/>
                  <a:gd name="T1" fmla="*/ 756 h 756"/>
                  <a:gd name="T2" fmla="*/ 4 w 717"/>
                  <a:gd name="T3" fmla="*/ 167 h 756"/>
                  <a:gd name="T4" fmla="*/ 5 w 717"/>
                  <a:gd name="T5" fmla="*/ 384 h 756"/>
                  <a:gd name="T6" fmla="*/ 7 w 717"/>
                  <a:gd name="T7" fmla="*/ 103 h 756"/>
                  <a:gd name="T8" fmla="*/ 10 w 717"/>
                  <a:gd name="T9" fmla="*/ 519 h 756"/>
                  <a:gd name="T10" fmla="*/ 11 w 717"/>
                  <a:gd name="T11" fmla="*/ 487 h 756"/>
                  <a:gd name="T12" fmla="*/ 11 w 717"/>
                  <a:gd name="T13" fmla="*/ 359 h 756"/>
                  <a:gd name="T14" fmla="*/ 14 w 717"/>
                  <a:gd name="T15" fmla="*/ 71 h 756"/>
                  <a:gd name="T16" fmla="*/ 16 w 717"/>
                  <a:gd name="T17" fmla="*/ 244 h 756"/>
                  <a:gd name="T18" fmla="*/ 17 w 717"/>
                  <a:gd name="T19" fmla="*/ 96 h 756"/>
                  <a:gd name="T20" fmla="*/ 18 w 717"/>
                  <a:gd name="T21" fmla="*/ 615 h 756"/>
                  <a:gd name="T22" fmla="*/ 21 w 717"/>
                  <a:gd name="T23" fmla="*/ 397 h 756"/>
                  <a:gd name="T24" fmla="*/ 24 w 717"/>
                  <a:gd name="T25" fmla="*/ 519 h 756"/>
                  <a:gd name="T26" fmla="*/ 25 w 717"/>
                  <a:gd name="T27" fmla="*/ 308 h 756"/>
                  <a:gd name="T28" fmla="*/ 28 w 717"/>
                  <a:gd name="T29" fmla="*/ 442 h 756"/>
                  <a:gd name="T30" fmla="*/ 29 w 717"/>
                  <a:gd name="T31" fmla="*/ 352 h 756"/>
                  <a:gd name="T32" fmla="*/ 30 w 717"/>
                  <a:gd name="T33" fmla="*/ 384 h 756"/>
                  <a:gd name="T34" fmla="*/ 31 w 717"/>
                  <a:gd name="T35" fmla="*/ 135 h 756"/>
                  <a:gd name="T36" fmla="*/ 33 w 717"/>
                  <a:gd name="T37" fmla="*/ 301 h 756"/>
                  <a:gd name="T38" fmla="*/ 32 w 717"/>
                  <a:gd name="T39" fmla="*/ 519 h 756"/>
                  <a:gd name="T40" fmla="*/ 34 w 717"/>
                  <a:gd name="T41" fmla="*/ 679 h 756"/>
                  <a:gd name="T42" fmla="*/ 36 w 717"/>
                  <a:gd name="T43" fmla="*/ 628 h 756"/>
                  <a:gd name="T44" fmla="*/ 37 w 717"/>
                  <a:gd name="T45" fmla="*/ 480 h 756"/>
                  <a:gd name="T46" fmla="*/ 38 w 717"/>
                  <a:gd name="T47" fmla="*/ 391 h 756"/>
                  <a:gd name="T48" fmla="*/ 36 w 717"/>
                  <a:gd name="T49" fmla="*/ 506 h 756"/>
                  <a:gd name="T50" fmla="*/ 38 w 717"/>
                  <a:gd name="T51" fmla="*/ 352 h 756"/>
                  <a:gd name="T52" fmla="*/ 39 w 717"/>
                  <a:gd name="T53" fmla="*/ 455 h 756"/>
                  <a:gd name="T54" fmla="*/ 41 w 717"/>
                  <a:gd name="T55" fmla="*/ 519 h 756"/>
                  <a:gd name="T56" fmla="*/ 43 w 717"/>
                  <a:gd name="T57" fmla="*/ 410 h 756"/>
                  <a:gd name="T58" fmla="*/ 44 w 717"/>
                  <a:gd name="T59" fmla="*/ 186 h 756"/>
                  <a:gd name="T60" fmla="*/ 45 w 717"/>
                  <a:gd name="T61" fmla="*/ 231 h 756"/>
                  <a:gd name="T62" fmla="*/ 48 w 717"/>
                  <a:gd name="T63" fmla="*/ 148 h 756"/>
                  <a:gd name="T64" fmla="*/ 48 w 717"/>
                  <a:gd name="T65" fmla="*/ 301 h 756"/>
                  <a:gd name="T66" fmla="*/ 48 w 717"/>
                  <a:gd name="T67" fmla="*/ 730 h 756"/>
                  <a:gd name="T68" fmla="*/ 54 w 717"/>
                  <a:gd name="T69" fmla="*/ 0 h 756"/>
                  <a:gd name="T70" fmla="*/ 54 w 717"/>
                  <a:gd name="T71" fmla="*/ 250 h 756"/>
                  <a:gd name="T72" fmla="*/ 55 w 717"/>
                  <a:gd name="T73" fmla="*/ 333 h 756"/>
                  <a:gd name="T74" fmla="*/ 57 w 717"/>
                  <a:gd name="T75" fmla="*/ 192 h 756"/>
                  <a:gd name="T76" fmla="*/ 59 w 717"/>
                  <a:gd name="T77" fmla="*/ 340 h 756"/>
                  <a:gd name="T78" fmla="*/ 58 w 717"/>
                  <a:gd name="T79" fmla="*/ 429 h 756"/>
                  <a:gd name="T80" fmla="*/ 60 w 717"/>
                  <a:gd name="T81" fmla="*/ 461 h 756"/>
                  <a:gd name="T82" fmla="*/ 0 60000 65536"/>
                  <a:gd name="T83" fmla="*/ 0 60000 65536"/>
                  <a:gd name="T84" fmla="*/ 0 60000 65536"/>
                  <a:gd name="T85" fmla="*/ 0 60000 65536"/>
                  <a:gd name="T86" fmla="*/ 0 60000 65536"/>
                  <a:gd name="T87" fmla="*/ 0 60000 65536"/>
                  <a:gd name="T88" fmla="*/ 0 60000 65536"/>
                  <a:gd name="T89" fmla="*/ 0 60000 65536"/>
                  <a:gd name="T90" fmla="*/ 0 60000 65536"/>
                  <a:gd name="T91" fmla="*/ 0 60000 65536"/>
                  <a:gd name="T92" fmla="*/ 0 60000 65536"/>
                  <a:gd name="T93" fmla="*/ 0 60000 65536"/>
                  <a:gd name="T94" fmla="*/ 0 60000 65536"/>
                  <a:gd name="T95" fmla="*/ 0 60000 65536"/>
                  <a:gd name="T96" fmla="*/ 0 60000 65536"/>
                  <a:gd name="T97" fmla="*/ 0 60000 65536"/>
                  <a:gd name="T98" fmla="*/ 0 60000 65536"/>
                  <a:gd name="T99" fmla="*/ 0 60000 65536"/>
                  <a:gd name="T100" fmla="*/ 0 60000 65536"/>
                  <a:gd name="T101" fmla="*/ 0 60000 65536"/>
                  <a:gd name="T102" fmla="*/ 0 60000 65536"/>
                  <a:gd name="T103" fmla="*/ 0 60000 65536"/>
                  <a:gd name="T104" fmla="*/ 0 60000 65536"/>
                  <a:gd name="T105" fmla="*/ 0 60000 65536"/>
                  <a:gd name="T106" fmla="*/ 0 60000 65536"/>
                  <a:gd name="T107" fmla="*/ 0 60000 65536"/>
                  <a:gd name="T108" fmla="*/ 0 60000 65536"/>
                  <a:gd name="T109" fmla="*/ 0 60000 65536"/>
                  <a:gd name="T110" fmla="*/ 0 60000 65536"/>
                  <a:gd name="T111" fmla="*/ 0 60000 65536"/>
                  <a:gd name="T112" fmla="*/ 0 60000 65536"/>
                  <a:gd name="T113" fmla="*/ 0 60000 65536"/>
                  <a:gd name="T114" fmla="*/ 0 60000 65536"/>
                  <a:gd name="T115" fmla="*/ 0 60000 65536"/>
                  <a:gd name="T116" fmla="*/ 0 60000 65536"/>
                  <a:gd name="T117" fmla="*/ 0 60000 65536"/>
                  <a:gd name="T118" fmla="*/ 0 60000 65536"/>
                  <a:gd name="T119" fmla="*/ 0 60000 65536"/>
                  <a:gd name="T120" fmla="*/ 0 60000 65536"/>
                  <a:gd name="T121" fmla="*/ 0 60000 65536"/>
                  <a:gd name="T122" fmla="*/ 0 60000 65536"/>
                  <a:gd name="T123" fmla="*/ 0 w 717"/>
                  <a:gd name="T124" fmla="*/ 0 h 756"/>
                  <a:gd name="T125" fmla="*/ 717 w 717"/>
                  <a:gd name="T126" fmla="*/ 756 h 756"/>
                </a:gdLst>
                <a:ahLst/>
                <a:cxnLst>
                  <a:cxn ang="T82">
                    <a:pos x="T0" y="T1"/>
                  </a:cxn>
                  <a:cxn ang="T83">
                    <a:pos x="T2" y="T3"/>
                  </a:cxn>
                  <a:cxn ang="T84">
                    <a:pos x="T4" y="T5"/>
                  </a:cxn>
                  <a:cxn ang="T85">
                    <a:pos x="T6" y="T7"/>
                  </a:cxn>
                  <a:cxn ang="T86">
                    <a:pos x="T8" y="T9"/>
                  </a:cxn>
                  <a:cxn ang="T87">
                    <a:pos x="T10" y="T11"/>
                  </a:cxn>
                  <a:cxn ang="T88">
                    <a:pos x="T12" y="T13"/>
                  </a:cxn>
                  <a:cxn ang="T89">
                    <a:pos x="T14" y="T15"/>
                  </a:cxn>
                  <a:cxn ang="T90">
                    <a:pos x="T16" y="T17"/>
                  </a:cxn>
                  <a:cxn ang="T91">
                    <a:pos x="T18" y="T19"/>
                  </a:cxn>
                  <a:cxn ang="T92">
                    <a:pos x="T20" y="T21"/>
                  </a:cxn>
                  <a:cxn ang="T93">
                    <a:pos x="T22" y="T23"/>
                  </a:cxn>
                  <a:cxn ang="T94">
                    <a:pos x="T24" y="T25"/>
                  </a:cxn>
                  <a:cxn ang="T95">
                    <a:pos x="T26" y="T27"/>
                  </a:cxn>
                  <a:cxn ang="T96">
                    <a:pos x="T28" y="T29"/>
                  </a:cxn>
                  <a:cxn ang="T97">
                    <a:pos x="T30" y="T31"/>
                  </a:cxn>
                  <a:cxn ang="T98">
                    <a:pos x="T32" y="T33"/>
                  </a:cxn>
                  <a:cxn ang="T99">
                    <a:pos x="T34" y="T35"/>
                  </a:cxn>
                  <a:cxn ang="T100">
                    <a:pos x="T36" y="T37"/>
                  </a:cxn>
                  <a:cxn ang="T101">
                    <a:pos x="T38" y="T39"/>
                  </a:cxn>
                  <a:cxn ang="T102">
                    <a:pos x="T40" y="T41"/>
                  </a:cxn>
                  <a:cxn ang="T103">
                    <a:pos x="T42" y="T43"/>
                  </a:cxn>
                  <a:cxn ang="T104">
                    <a:pos x="T44" y="T45"/>
                  </a:cxn>
                  <a:cxn ang="T105">
                    <a:pos x="T46" y="T47"/>
                  </a:cxn>
                  <a:cxn ang="T106">
                    <a:pos x="T48" y="T49"/>
                  </a:cxn>
                  <a:cxn ang="T107">
                    <a:pos x="T50" y="T51"/>
                  </a:cxn>
                  <a:cxn ang="T108">
                    <a:pos x="T52" y="T53"/>
                  </a:cxn>
                  <a:cxn ang="T109">
                    <a:pos x="T54" y="T55"/>
                  </a:cxn>
                  <a:cxn ang="T110">
                    <a:pos x="T56" y="T57"/>
                  </a:cxn>
                  <a:cxn ang="T111">
                    <a:pos x="T58" y="T59"/>
                  </a:cxn>
                  <a:cxn ang="T112">
                    <a:pos x="T60" y="T61"/>
                  </a:cxn>
                  <a:cxn ang="T113">
                    <a:pos x="T62" y="T63"/>
                  </a:cxn>
                  <a:cxn ang="T114">
                    <a:pos x="T64" y="T65"/>
                  </a:cxn>
                  <a:cxn ang="T115">
                    <a:pos x="T66" y="T67"/>
                  </a:cxn>
                  <a:cxn ang="T116">
                    <a:pos x="T68" y="T69"/>
                  </a:cxn>
                  <a:cxn ang="T117">
                    <a:pos x="T70" y="T71"/>
                  </a:cxn>
                  <a:cxn ang="T118">
                    <a:pos x="T72" y="T73"/>
                  </a:cxn>
                  <a:cxn ang="T119">
                    <a:pos x="T74" y="T75"/>
                  </a:cxn>
                  <a:cxn ang="T120">
                    <a:pos x="T76" y="T77"/>
                  </a:cxn>
                  <a:cxn ang="T121">
                    <a:pos x="T78" y="T79"/>
                  </a:cxn>
                  <a:cxn ang="T122">
                    <a:pos x="T80" y="T81"/>
                  </a:cxn>
                </a:cxnLst>
                <a:rect l="T123" t="T124" r="T125" b="T126"/>
                <a:pathLst>
                  <a:path w="717" h="756">
                    <a:moveTo>
                      <a:pt x="0" y="756"/>
                    </a:moveTo>
                    <a:lnTo>
                      <a:pt x="52" y="167"/>
                    </a:lnTo>
                    <a:lnTo>
                      <a:pt x="64" y="384"/>
                    </a:lnTo>
                    <a:lnTo>
                      <a:pt x="90" y="103"/>
                    </a:lnTo>
                    <a:lnTo>
                      <a:pt x="116" y="519"/>
                    </a:lnTo>
                    <a:lnTo>
                      <a:pt x="135" y="487"/>
                    </a:lnTo>
                    <a:lnTo>
                      <a:pt x="135" y="359"/>
                    </a:lnTo>
                    <a:lnTo>
                      <a:pt x="167" y="71"/>
                    </a:lnTo>
                    <a:lnTo>
                      <a:pt x="192" y="244"/>
                    </a:lnTo>
                    <a:lnTo>
                      <a:pt x="205" y="96"/>
                    </a:lnTo>
                    <a:lnTo>
                      <a:pt x="218" y="615"/>
                    </a:lnTo>
                    <a:lnTo>
                      <a:pt x="244" y="397"/>
                    </a:lnTo>
                    <a:lnTo>
                      <a:pt x="282" y="519"/>
                    </a:lnTo>
                    <a:lnTo>
                      <a:pt x="308" y="308"/>
                    </a:lnTo>
                    <a:lnTo>
                      <a:pt x="333" y="442"/>
                    </a:lnTo>
                    <a:lnTo>
                      <a:pt x="346" y="352"/>
                    </a:lnTo>
                    <a:lnTo>
                      <a:pt x="365" y="384"/>
                    </a:lnTo>
                    <a:lnTo>
                      <a:pt x="378" y="135"/>
                    </a:lnTo>
                    <a:lnTo>
                      <a:pt x="391" y="301"/>
                    </a:lnTo>
                    <a:lnTo>
                      <a:pt x="384" y="519"/>
                    </a:lnTo>
                    <a:lnTo>
                      <a:pt x="404" y="679"/>
                    </a:lnTo>
                    <a:lnTo>
                      <a:pt x="429" y="628"/>
                    </a:lnTo>
                    <a:lnTo>
                      <a:pt x="442" y="480"/>
                    </a:lnTo>
                    <a:lnTo>
                      <a:pt x="455" y="391"/>
                    </a:lnTo>
                    <a:lnTo>
                      <a:pt x="436" y="506"/>
                    </a:lnTo>
                    <a:lnTo>
                      <a:pt x="461" y="352"/>
                    </a:lnTo>
                    <a:lnTo>
                      <a:pt x="474" y="455"/>
                    </a:lnTo>
                    <a:lnTo>
                      <a:pt x="493" y="519"/>
                    </a:lnTo>
                    <a:lnTo>
                      <a:pt x="512" y="410"/>
                    </a:lnTo>
                    <a:lnTo>
                      <a:pt x="532" y="186"/>
                    </a:lnTo>
                    <a:lnTo>
                      <a:pt x="544" y="231"/>
                    </a:lnTo>
                    <a:lnTo>
                      <a:pt x="570" y="148"/>
                    </a:lnTo>
                    <a:lnTo>
                      <a:pt x="576" y="301"/>
                    </a:lnTo>
                    <a:lnTo>
                      <a:pt x="576" y="730"/>
                    </a:lnTo>
                    <a:lnTo>
                      <a:pt x="647" y="0"/>
                    </a:lnTo>
                    <a:lnTo>
                      <a:pt x="647" y="250"/>
                    </a:lnTo>
                    <a:lnTo>
                      <a:pt x="660" y="333"/>
                    </a:lnTo>
                    <a:lnTo>
                      <a:pt x="685" y="192"/>
                    </a:lnTo>
                    <a:lnTo>
                      <a:pt x="711" y="340"/>
                    </a:lnTo>
                    <a:lnTo>
                      <a:pt x="698" y="429"/>
                    </a:lnTo>
                    <a:lnTo>
                      <a:pt x="717" y="461"/>
                    </a:lnTo>
                  </a:path>
                </a:pathLst>
              </a:custGeom>
              <a:noFill/>
              <a:ln w="9525">
                <a:solidFill>
                  <a:srgbClr val="0079F2"/>
                </a:solidFill>
                <a:round/>
                <a:headEnd/>
                <a:tailEnd/>
              </a:ln>
            </p:spPr>
            <p:txBody>
              <a:bodyPr/>
              <a:lstStyle/>
              <a:p>
                <a:endParaRPr lang="en-GB"/>
              </a:p>
            </p:txBody>
          </p:sp>
        </p:grpSp>
      </p:grpSp>
      <p:sp>
        <p:nvSpPr>
          <p:cNvPr id="10251" name="Freeform 31"/>
          <p:cNvSpPr>
            <a:spLocks/>
          </p:cNvSpPr>
          <p:nvPr/>
        </p:nvSpPr>
        <p:spPr bwMode="auto">
          <a:xfrm>
            <a:off x="5051425" y="595224"/>
            <a:ext cx="3413916" cy="2647450"/>
          </a:xfrm>
          <a:custGeom>
            <a:avLst/>
            <a:gdLst>
              <a:gd name="T0" fmla="*/ 0 w 2244"/>
              <a:gd name="T1" fmla="*/ 644 h 1171"/>
              <a:gd name="T2" fmla="*/ 119 w 2244"/>
              <a:gd name="T3" fmla="*/ 339 h 1171"/>
              <a:gd name="T4" fmla="*/ 198 w 2244"/>
              <a:gd name="T5" fmla="*/ 471 h 1171"/>
              <a:gd name="T6" fmla="*/ 271 w 2244"/>
              <a:gd name="T7" fmla="*/ 392 h 1171"/>
              <a:gd name="T8" fmla="*/ 364 w 2244"/>
              <a:gd name="T9" fmla="*/ 48 h 1171"/>
              <a:gd name="T10" fmla="*/ 410 w 2244"/>
              <a:gd name="T11" fmla="*/ 101 h 1171"/>
              <a:gd name="T12" fmla="*/ 463 w 2244"/>
              <a:gd name="T13" fmla="*/ 87 h 1171"/>
              <a:gd name="T14" fmla="*/ 490 w 2244"/>
              <a:gd name="T15" fmla="*/ 173 h 1171"/>
              <a:gd name="T16" fmla="*/ 609 w 2244"/>
              <a:gd name="T17" fmla="*/ 173 h 1171"/>
              <a:gd name="T18" fmla="*/ 668 w 2244"/>
              <a:gd name="T19" fmla="*/ 326 h 1171"/>
              <a:gd name="T20" fmla="*/ 708 w 2244"/>
              <a:gd name="T21" fmla="*/ 531 h 1171"/>
              <a:gd name="T22" fmla="*/ 735 w 2244"/>
              <a:gd name="T23" fmla="*/ 54 h 1171"/>
              <a:gd name="T24" fmla="*/ 821 w 2244"/>
              <a:gd name="T25" fmla="*/ 743 h 1171"/>
              <a:gd name="T26" fmla="*/ 887 w 2244"/>
              <a:gd name="T27" fmla="*/ 438 h 1171"/>
              <a:gd name="T28" fmla="*/ 900 w 2244"/>
              <a:gd name="T29" fmla="*/ 379 h 1171"/>
              <a:gd name="T30" fmla="*/ 933 w 2244"/>
              <a:gd name="T31" fmla="*/ 445 h 1171"/>
              <a:gd name="T32" fmla="*/ 979 w 2244"/>
              <a:gd name="T33" fmla="*/ 319 h 1171"/>
              <a:gd name="T34" fmla="*/ 1026 w 2244"/>
              <a:gd name="T35" fmla="*/ 418 h 1171"/>
              <a:gd name="T36" fmla="*/ 1125 w 2244"/>
              <a:gd name="T37" fmla="*/ 87 h 1171"/>
              <a:gd name="T38" fmla="*/ 1158 w 2244"/>
              <a:gd name="T39" fmla="*/ 240 h 1171"/>
              <a:gd name="T40" fmla="*/ 1231 w 2244"/>
              <a:gd name="T41" fmla="*/ 48 h 1171"/>
              <a:gd name="T42" fmla="*/ 1244 w 2244"/>
              <a:gd name="T43" fmla="*/ 312 h 1171"/>
              <a:gd name="T44" fmla="*/ 1264 w 2244"/>
              <a:gd name="T45" fmla="*/ 491 h 1171"/>
              <a:gd name="T46" fmla="*/ 1264 w 2244"/>
              <a:gd name="T47" fmla="*/ 399 h 1171"/>
              <a:gd name="T48" fmla="*/ 1277 w 2244"/>
              <a:gd name="T49" fmla="*/ 624 h 1171"/>
              <a:gd name="T50" fmla="*/ 1330 w 2244"/>
              <a:gd name="T51" fmla="*/ 504 h 1171"/>
              <a:gd name="T52" fmla="*/ 1370 w 2244"/>
              <a:gd name="T53" fmla="*/ 895 h 1171"/>
              <a:gd name="T54" fmla="*/ 1416 w 2244"/>
              <a:gd name="T55" fmla="*/ 180 h 1171"/>
              <a:gd name="T56" fmla="*/ 1456 w 2244"/>
              <a:gd name="T57" fmla="*/ 855 h 1171"/>
              <a:gd name="T58" fmla="*/ 1476 w 2244"/>
              <a:gd name="T59" fmla="*/ 895 h 1171"/>
              <a:gd name="T60" fmla="*/ 1529 w 2244"/>
              <a:gd name="T61" fmla="*/ 1054 h 1171"/>
              <a:gd name="T62" fmla="*/ 1622 w 2244"/>
              <a:gd name="T63" fmla="*/ 968 h 1171"/>
              <a:gd name="T64" fmla="*/ 1661 w 2244"/>
              <a:gd name="T65" fmla="*/ 1054 h 1171"/>
              <a:gd name="T66" fmla="*/ 1781 w 2244"/>
              <a:gd name="T67" fmla="*/ 1008 h 1171"/>
              <a:gd name="T68" fmla="*/ 1834 w 2244"/>
              <a:gd name="T69" fmla="*/ 1127 h 1171"/>
              <a:gd name="T70" fmla="*/ 1893 w 2244"/>
              <a:gd name="T71" fmla="*/ 948 h 1171"/>
              <a:gd name="T72" fmla="*/ 1933 w 2244"/>
              <a:gd name="T73" fmla="*/ 882 h 1171"/>
              <a:gd name="T74" fmla="*/ 1986 w 2244"/>
              <a:gd name="T75" fmla="*/ 1120 h 1171"/>
              <a:gd name="T76" fmla="*/ 2072 w 2244"/>
              <a:gd name="T77" fmla="*/ 1160 h 1171"/>
              <a:gd name="T78" fmla="*/ 2105 w 2244"/>
              <a:gd name="T79" fmla="*/ 1054 h 1171"/>
              <a:gd name="T80" fmla="*/ 2211 w 2244"/>
              <a:gd name="T81" fmla="*/ 763 h 1171"/>
              <a:gd name="T82" fmla="*/ 2244 w 2244"/>
              <a:gd name="T83" fmla="*/ 604 h 1171"/>
              <a:gd name="T84" fmla="*/ 0 60000 65536"/>
              <a:gd name="T85" fmla="*/ 0 60000 65536"/>
              <a:gd name="T86" fmla="*/ 0 60000 65536"/>
              <a:gd name="T87" fmla="*/ 0 60000 65536"/>
              <a:gd name="T88" fmla="*/ 0 60000 65536"/>
              <a:gd name="T89" fmla="*/ 0 60000 65536"/>
              <a:gd name="T90" fmla="*/ 0 60000 65536"/>
              <a:gd name="T91" fmla="*/ 0 60000 65536"/>
              <a:gd name="T92" fmla="*/ 0 60000 65536"/>
              <a:gd name="T93" fmla="*/ 0 60000 65536"/>
              <a:gd name="T94" fmla="*/ 0 60000 65536"/>
              <a:gd name="T95" fmla="*/ 0 60000 65536"/>
              <a:gd name="T96" fmla="*/ 0 60000 65536"/>
              <a:gd name="T97" fmla="*/ 0 60000 65536"/>
              <a:gd name="T98" fmla="*/ 0 60000 65536"/>
              <a:gd name="T99" fmla="*/ 0 60000 65536"/>
              <a:gd name="T100" fmla="*/ 0 60000 65536"/>
              <a:gd name="T101" fmla="*/ 0 60000 65536"/>
              <a:gd name="T102" fmla="*/ 0 60000 65536"/>
              <a:gd name="T103" fmla="*/ 0 60000 65536"/>
              <a:gd name="T104" fmla="*/ 0 60000 65536"/>
              <a:gd name="T105" fmla="*/ 0 60000 65536"/>
              <a:gd name="T106" fmla="*/ 0 60000 65536"/>
              <a:gd name="T107" fmla="*/ 0 60000 65536"/>
              <a:gd name="T108" fmla="*/ 0 60000 65536"/>
              <a:gd name="T109" fmla="*/ 0 60000 65536"/>
              <a:gd name="T110" fmla="*/ 0 60000 65536"/>
              <a:gd name="T111" fmla="*/ 0 60000 65536"/>
              <a:gd name="T112" fmla="*/ 0 60000 65536"/>
              <a:gd name="T113" fmla="*/ 0 60000 65536"/>
              <a:gd name="T114" fmla="*/ 0 60000 65536"/>
              <a:gd name="T115" fmla="*/ 0 60000 65536"/>
              <a:gd name="T116" fmla="*/ 0 60000 65536"/>
              <a:gd name="T117" fmla="*/ 0 60000 65536"/>
              <a:gd name="T118" fmla="*/ 0 60000 65536"/>
              <a:gd name="T119" fmla="*/ 0 60000 65536"/>
              <a:gd name="T120" fmla="*/ 0 60000 65536"/>
              <a:gd name="T121" fmla="*/ 0 60000 65536"/>
              <a:gd name="T122" fmla="*/ 0 60000 65536"/>
              <a:gd name="T123" fmla="*/ 0 60000 65536"/>
              <a:gd name="T124" fmla="*/ 0 60000 65536"/>
              <a:gd name="T125" fmla="*/ 0 60000 65536"/>
              <a:gd name="T126" fmla="*/ 0 w 2244"/>
              <a:gd name="T127" fmla="*/ 0 h 1171"/>
              <a:gd name="T128" fmla="*/ 2244 w 2244"/>
              <a:gd name="T129" fmla="*/ 1171 h 1171"/>
            </a:gdLst>
            <a:ahLst/>
            <a:cxnLst>
              <a:cxn ang="T84">
                <a:pos x="T0" y="T1"/>
              </a:cxn>
              <a:cxn ang="T85">
                <a:pos x="T2" y="T3"/>
              </a:cxn>
              <a:cxn ang="T86">
                <a:pos x="T4" y="T5"/>
              </a:cxn>
              <a:cxn ang="T87">
                <a:pos x="T6" y="T7"/>
              </a:cxn>
              <a:cxn ang="T88">
                <a:pos x="T8" y="T9"/>
              </a:cxn>
              <a:cxn ang="T89">
                <a:pos x="T10" y="T11"/>
              </a:cxn>
              <a:cxn ang="T90">
                <a:pos x="T12" y="T13"/>
              </a:cxn>
              <a:cxn ang="T91">
                <a:pos x="T14" y="T15"/>
              </a:cxn>
              <a:cxn ang="T92">
                <a:pos x="T16" y="T17"/>
              </a:cxn>
              <a:cxn ang="T93">
                <a:pos x="T18" y="T19"/>
              </a:cxn>
              <a:cxn ang="T94">
                <a:pos x="T20" y="T21"/>
              </a:cxn>
              <a:cxn ang="T95">
                <a:pos x="T22" y="T23"/>
              </a:cxn>
              <a:cxn ang="T96">
                <a:pos x="T24" y="T25"/>
              </a:cxn>
              <a:cxn ang="T97">
                <a:pos x="T26" y="T27"/>
              </a:cxn>
              <a:cxn ang="T98">
                <a:pos x="T28" y="T29"/>
              </a:cxn>
              <a:cxn ang="T99">
                <a:pos x="T30" y="T31"/>
              </a:cxn>
              <a:cxn ang="T100">
                <a:pos x="T32" y="T33"/>
              </a:cxn>
              <a:cxn ang="T101">
                <a:pos x="T34" y="T35"/>
              </a:cxn>
              <a:cxn ang="T102">
                <a:pos x="T36" y="T37"/>
              </a:cxn>
              <a:cxn ang="T103">
                <a:pos x="T38" y="T39"/>
              </a:cxn>
              <a:cxn ang="T104">
                <a:pos x="T40" y="T41"/>
              </a:cxn>
              <a:cxn ang="T105">
                <a:pos x="T42" y="T43"/>
              </a:cxn>
              <a:cxn ang="T106">
                <a:pos x="T44" y="T45"/>
              </a:cxn>
              <a:cxn ang="T107">
                <a:pos x="T46" y="T47"/>
              </a:cxn>
              <a:cxn ang="T108">
                <a:pos x="T48" y="T49"/>
              </a:cxn>
              <a:cxn ang="T109">
                <a:pos x="T50" y="T51"/>
              </a:cxn>
              <a:cxn ang="T110">
                <a:pos x="T52" y="T53"/>
              </a:cxn>
              <a:cxn ang="T111">
                <a:pos x="T54" y="T55"/>
              </a:cxn>
              <a:cxn ang="T112">
                <a:pos x="T56" y="T57"/>
              </a:cxn>
              <a:cxn ang="T113">
                <a:pos x="T58" y="T59"/>
              </a:cxn>
              <a:cxn ang="T114">
                <a:pos x="T60" y="T61"/>
              </a:cxn>
              <a:cxn ang="T115">
                <a:pos x="T62" y="T63"/>
              </a:cxn>
              <a:cxn ang="T116">
                <a:pos x="T64" y="T65"/>
              </a:cxn>
              <a:cxn ang="T117">
                <a:pos x="T66" y="T67"/>
              </a:cxn>
              <a:cxn ang="T118">
                <a:pos x="T68" y="T69"/>
              </a:cxn>
              <a:cxn ang="T119">
                <a:pos x="T70" y="T71"/>
              </a:cxn>
              <a:cxn ang="T120">
                <a:pos x="T72" y="T73"/>
              </a:cxn>
              <a:cxn ang="T121">
                <a:pos x="T74" y="T75"/>
              </a:cxn>
              <a:cxn ang="T122">
                <a:pos x="T76" y="T77"/>
              </a:cxn>
              <a:cxn ang="T123">
                <a:pos x="T78" y="T79"/>
              </a:cxn>
              <a:cxn ang="T124">
                <a:pos x="T80" y="T81"/>
              </a:cxn>
              <a:cxn ang="T125">
                <a:pos x="T82" y="T83"/>
              </a:cxn>
            </a:cxnLst>
            <a:rect l="T126" t="T127" r="T128" b="T129"/>
            <a:pathLst>
              <a:path w="2244" h="1171">
                <a:moveTo>
                  <a:pt x="0" y="644"/>
                </a:moveTo>
                <a:cubicBezTo>
                  <a:pt x="43" y="506"/>
                  <a:pt x="86" y="368"/>
                  <a:pt x="119" y="339"/>
                </a:cubicBezTo>
                <a:cubicBezTo>
                  <a:pt x="152" y="310"/>
                  <a:pt x="173" y="462"/>
                  <a:pt x="198" y="471"/>
                </a:cubicBezTo>
                <a:cubicBezTo>
                  <a:pt x="223" y="480"/>
                  <a:pt x="243" y="462"/>
                  <a:pt x="271" y="392"/>
                </a:cubicBezTo>
                <a:cubicBezTo>
                  <a:pt x="299" y="322"/>
                  <a:pt x="341" y="96"/>
                  <a:pt x="364" y="48"/>
                </a:cubicBezTo>
                <a:cubicBezTo>
                  <a:pt x="387" y="0"/>
                  <a:pt x="394" y="95"/>
                  <a:pt x="410" y="101"/>
                </a:cubicBezTo>
                <a:cubicBezTo>
                  <a:pt x="426" y="107"/>
                  <a:pt x="450" y="75"/>
                  <a:pt x="463" y="87"/>
                </a:cubicBezTo>
                <a:cubicBezTo>
                  <a:pt x="476" y="99"/>
                  <a:pt x="466" y="159"/>
                  <a:pt x="490" y="173"/>
                </a:cubicBezTo>
                <a:cubicBezTo>
                  <a:pt x="514" y="187"/>
                  <a:pt x="579" y="147"/>
                  <a:pt x="609" y="173"/>
                </a:cubicBezTo>
                <a:cubicBezTo>
                  <a:pt x="639" y="199"/>
                  <a:pt x="652" y="266"/>
                  <a:pt x="668" y="326"/>
                </a:cubicBezTo>
                <a:cubicBezTo>
                  <a:pt x="684" y="386"/>
                  <a:pt x="697" y="576"/>
                  <a:pt x="708" y="531"/>
                </a:cubicBezTo>
                <a:cubicBezTo>
                  <a:pt x="719" y="486"/>
                  <a:pt x="716" y="19"/>
                  <a:pt x="735" y="54"/>
                </a:cubicBezTo>
                <a:cubicBezTo>
                  <a:pt x="754" y="89"/>
                  <a:pt x="796" y="679"/>
                  <a:pt x="821" y="743"/>
                </a:cubicBezTo>
                <a:cubicBezTo>
                  <a:pt x="846" y="807"/>
                  <a:pt x="874" y="499"/>
                  <a:pt x="887" y="438"/>
                </a:cubicBezTo>
                <a:cubicBezTo>
                  <a:pt x="900" y="377"/>
                  <a:pt x="892" y="378"/>
                  <a:pt x="900" y="379"/>
                </a:cubicBezTo>
                <a:cubicBezTo>
                  <a:pt x="908" y="380"/>
                  <a:pt x="920" y="455"/>
                  <a:pt x="933" y="445"/>
                </a:cubicBezTo>
                <a:cubicBezTo>
                  <a:pt x="946" y="435"/>
                  <a:pt x="964" y="323"/>
                  <a:pt x="979" y="319"/>
                </a:cubicBezTo>
                <a:cubicBezTo>
                  <a:pt x="994" y="315"/>
                  <a:pt x="1002" y="457"/>
                  <a:pt x="1026" y="418"/>
                </a:cubicBezTo>
                <a:cubicBezTo>
                  <a:pt x="1050" y="379"/>
                  <a:pt x="1103" y="117"/>
                  <a:pt x="1125" y="87"/>
                </a:cubicBezTo>
                <a:cubicBezTo>
                  <a:pt x="1147" y="57"/>
                  <a:pt x="1141" y="246"/>
                  <a:pt x="1158" y="240"/>
                </a:cubicBezTo>
                <a:cubicBezTo>
                  <a:pt x="1175" y="234"/>
                  <a:pt x="1217" y="36"/>
                  <a:pt x="1231" y="48"/>
                </a:cubicBezTo>
                <a:cubicBezTo>
                  <a:pt x="1245" y="60"/>
                  <a:pt x="1239" y="238"/>
                  <a:pt x="1244" y="312"/>
                </a:cubicBezTo>
                <a:cubicBezTo>
                  <a:pt x="1249" y="386"/>
                  <a:pt x="1261" y="477"/>
                  <a:pt x="1264" y="491"/>
                </a:cubicBezTo>
                <a:cubicBezTo>
                  <a:pt x="1267" y="505"/>
                  <a:pt x="1262" y="377"/>
                  <a:pt x="1264" y="399"/>
                </a:cubicBezTo>
                <a:cubicBezTo>
                  <a:pt x="1266" y="421"/>
                  <a:pt x="1266" y="607"/>
                  <a:pt x="1277" y="624"/>
                </a:cubicBezTo>
                <a:cubicBezTo>
                  <a:pt x="1288" y="641"/>
                  <a:pt x="1315" y="459"/>
                  <a:pt x="1330" y="504"/>
                </a:cubicBezTo>
                <a:cubicBezTo>
                  <a:pt x="1345" y="549"/>
                  <a:pt x="1356" y="949"/>
                  <a:pt x="1370" y="895"/>
                </a:cubicBezTo>
                <a:cubicBezTo>
                  <a:pt x="1384" y="841"/>
                  <a:pt x="1402" y="187"/>
                  <a:pt x="1416" y="180"/>
                </a:cubicBezTo>
                <a:cubicBezTo>
                  <a:pt x="1430" y="173"/>
                  <a:pt x="1446" y="736"/>
                  <a:pt x="1456" y="855"/>
                </a:cubicBezTo>
                <a:cubicBezTo>
                  <a:pt x="1466" y="974"/>
                  <a:pt x="1464" y="862"/>
                  <a:pt x="1476" y="895"/>
                </a:cubicBezTo>
                <a:cubicBezTo>
                  <a:pt x="1488" y="928"/>
                  <a:pt x="1505" y="1042"/>
                  <a:pt x="1529" y="1054"/>
                </a:cubicBezTo>
                <a:cubicBezTo>
                  <a:pt x="1553" y="1066"/>
                  <a:pt x="1600" y="968"/>
                  <a:pt x="1622" y="968"/>
                </a:cubicBezTo>
                <a:cubicBezTo>
                  <a:pt x="1644" y="968"/>
                  <a:pt x="1635" y="1047"/>
                  <a:pt x="1661" y="1054"/>
                </a:cubicBezTo>
                <a:cubicBezTo>
                  <a:pt x="1687" y="1061"/>
                  <a:pt x="1752" y="996"/>
                  <a:pt x="1781" y="1008"/>
                </a:cubicBezTo>
                <a:cubicBezTo>
                  <a:pt x="1810" y="1020"/>
                  <a:pt x="1815" y="1137"/>
                  <a:pt x="1834" y="1127"/>
                </a:cubicBezTo>
                <a:cubicBezTo>
                  <a:pt x="1853" y="1117"/>
                  <a:pt x="1877" y="989"/>
                  <a:pt x="1893" y="948"/>
                </a:cubicBezTo>
                <a:cubicBezTo>
                  <a:pt x="1909" y="907"/>
                  <a:pt x="1918" y="853"/>
                  <a:pt x="1933" y="882"/>
                </a:cubicBezTo>
                <a:cubicBezTo>
                  <a:pt x="1948" y="911"/>
                  <a:pt x="1963" y="1074"/>
                  <a:pt x="1986" y="1120"/>
                </a:cubicBezTo>
                <a:cubicBezTo>
                  <a:pt x="2009" y="1166"/>
                  <a:pt x="2052" y="1171"/>
                  <a:pt x="2072" y="1160"/>
                </a:cubicBezTo>
                <a:cubicBezTo>
                  <a:pt x="2092" y="1149"/>
                  <a:pt x="2082" y="1120"/>
                  <a:pt x="2105" y="1054"/>
                </a:cubicBezTo>
                <a:cubicBezTo>
                  <a:pt x="2128" y="988"/>
                  <a:pt x="2188" y="838"/>
                  <a:pt x="2211" y="763"/>
                </a:cubicBezTo>
                <a:cubicBezTo>
                  <a:pt x="2234" y="688"/>
                  <a:pt x="2236" y="635"/>
                  <a:pt x="2244" y="604"/>
                </a:cubicBezTo>
              </a:path>
            </a:pathLst>
          </a:custGeom>
          <a:noFill/>
          <a:ln w="19050">
            <a:solidFill>
              <a:srgbClr val="FF5050"/>
            </a:solidFill>
            <a:round/>
            <a:headEnd/>
            <a:tailEnd/>
          </a:ln>
        </p:spPr>
        <p:txBody>
          <a:bodyPr/>
          <a:lstStyle/>
          <a:p>
            <a:endParaRPr lang="en-GB"/>
          </a:p>
        </p:txBody>
      </p:sp>
      <p:grpSp>
        <p:nvGrpSpPr>
          <p:cNvPr id="7" name="Group 32"/>
          <p:cNvGrpSpPr>
            <a:grpSpLocks/>
          </p:cNvGrpSpPr>
          <p:nvPr/>
        </p:nvGrpSpPr>
        <p:grpSpPr bwMode="auto">
          <a:xfrm>
            <a:off x="6761953" y="1659257"/>
            <a:ext cx="1703388" cy="522288"/>
            <a:chOff x="3404" y="1080"/>
            <a:chExt cx="1755" cy="819"/>
          </a:xfrm>
        </p:grpSpPr>
        <p:grpSp>
          <p:nvGrpSpPr>
            <p:cNvPr id="8" name="Group 33"/>
            <p:cNvGrpSpPr>
              <a:grpSpLocks/>
            </p:cNvGrpSpPr>
            <p:nvPr/>
          </p:nvGrpSpPr>
          <p:grpSpPr bwMode="auto">
            <a:xfrm>
              <a:off x="3404" y="1080"/>
              <a:ext cx="590" cy="801"/>
              <a:chOff x="3462" y="1100"/>
              <a:chExt cx="1549" cy="801"/>
            </a:xfrm>
          </p:grpSpPr>
          <p:sp>
            <p:nvSpPr>
              <p:cNvPr id="10266" name="Freeform 34"/>
              <p:cNvSpPr>
                <a:spLocks/>
              </p:cNvSpPr>
              <p:nvPr/>
            </p:nvSpPr>
            <p:spPr bwMode="auto">
              <a:xfrm>
                <a:off x="3462" y="1126"/>
                <a:ext cx="313" cy="756"/>
              </a:xfrm>
              <a:custGeom>
                <a:avLst/>
                <a:gdLst>
                  <a:gd name="T0" fmla="*/ 0 w 717"/>
                  <a:gd name="T1" fmla="*/ 756 h 756"/>
                  <a:gd name="T2" fmla="*/ 4 w 717"/>
                  <a:gd name="T3" fmla="*/ 167 h 756"/>
                  <a:gd name="T4" fmla="*/ 5 w 717"/>
                  <a:gd name="T5" fmla="*/ 384 h 756"/>
                  <a:gd name="T6" fmla="*/ 7 w 717"/>
                  <a:gd name="T7" fmla="*/ 103 h 756"/>
                  <a:gd name="T8" fmla="*/ 10 w 717"/>
                  <a:gd name="T9" fmla="*/ 519 h 756"/>
                  <a:gd name="T10" fmla="*/ 11 w 717"/>
                  <a:gd name="T11" fmla="*/ 487 h 756"/>
                  <a:gd name="T12" fmla="*/ 11 w 717"/>
                  <a:gd name="T13" fmla="*/ 359 h 756"/>
                  <a:gd name="T14" fmla="*/ 14 w 717"/>
                  <a:gd name="T15" fmla="*/ 71 h 756"/>
                  <a:gd name="T16" fmla="*/ 16 w 717"/>
                  <a:gd name="T17" fmla="*/ 244 h 756"/>
                  <a:gd name="T18" fmla="*/ 17 w 717"/>
                  <a:gd name="T19" fmla="*/ 96 h 756"/>
                  <a:gd name="T20" fmla="*/ 18 w 717"/>
                  <a:gd name="T21" fmla="*/ 615 h 756"/>
                  <a:gd name="T22" fmla="*/ 21 w 717"/>
                  <a:gd name="T23" fmla="*/ 397 h 756"/>
                  <a:gd name="T24" fmla="*/ 24 w 717"/>
                  <a:gd name="T25" fmla="*/ 519 h 756"/>
                  <a:gd name="T26" fmla="*/ 25 w 717"/>
                  <a:gd name="T27" fmla="*/ 308 h 756"/>
                  <a:gd name="T28" fmla="*/ 28 w 717"/>
                  <a:gd name="T29" fmla="*/ 442 h 756"/>
                  <a:gd name="T30" fmla="*/ 29 w 717"/>
                  <a:gd name="T31" fmla="*/ 352 h 756"/>
                  <a:gd name="T32" fmla="*/ 30 w 717"/>
                  <a:gd name="T33" fmla="*/ 384 h 756"/>
                  <a:gd name="T34" fmla="*/ 31 w 717"/>
                  <a:gd name="T35" fmla="*/ 135 h 756"/>
                  <a:gd name="T36" fmla="*/ 33 w 717"/>
                  <a:gd name="T37" fmla="*/ 301 h 756"/>
                  <a:gd name="T38" fmla="*/ 32 w 717"/>
                  <a:gd name="T39" fmla="*/ 519 h 756"/>
                  <a:gd name="T40" fmla="*/ 34 w 717"/>
                  <a:gd name="T41" fmla="*/ 679 h 756"/>
                  <a:gd name="T42" fmla="*/ 36 w 717"/>
                  <a:gd name="T43" fmla="*/ 628 h 756"/>
                  <a:gd name="T44" fmla="*/ 37 w 717"/>
                  <a:gd name="T45" fmla="*/ 480 h 756"/>
                  <a:gd name="T46" fmla="*/ 38 w 717"/>
                  <a:gd name="T47" fmla="*/ 391 h 756"/>
                  <a:gd name="T48" fmla="*/ 36 w 717"/>
                  <a:gd name="T49" fmla="*/ 506 h 756"/>
                  <a:gd name="T50" fmla="*/ 38 w 717"/>
                  <a:gd name="T51" fmla="*/ 352 h 756"/>
                  <a:gd name="T52" fmla="*/ 39 w 717"/>
                  <a:gd name="T53" fmla="*/ 455 h 756"/>
                  <a:gd name="T54" fmla="*/ 41 w 717"/>
                  <a:gd name="T55" fmla="*/ 519 h 756"/>
                  <a:gd name="T56" fmla="*/ 43 w 717"/>
                  <a:gd name="T57" fmla="*/ 410 h 756"/>
                  <a:gd name="T58" fmla="*/ 44 w 717"/>
                  <a:gd name="T59" fmla="*/ 186 h 756"/>
                  <a:gd name="T60" fmla="*/ 45 w 717"/>
                  <a:gd name="T61" fmla="*/ 231 h 756"/>
                  <a:gd name="T62" fmla="*/ 48 w 717"/>
                  <a:gd name="T63" fmla="*/ 148 h 756"/>
                  <a:gd name="T64" fmla="*/ 48 w 717"/>
                  <a:gd name="T65" fmla="*/ 301 h 756"/>
                  <a:gd name="T66" fmla="*/ 48 w 717"/>
                  <a:gd name="T67" fmla="*/ 730 h 756"/>
                  <a:gd name="T68" fmla="*/ 54 w 717"/>
                  <a:gd name="T69" fmla="*/ 0 h 756"/>
                  <a:gd name="T70" fmla="*/ 54 w 717"/>
                  <a:gd name="T71" fmla="*/ 250 h 756"/>
                  <a:gd name="T72" fmla="*/ 55 w 717"/>
                  <a:gd name="T73" fmla="*/ 333 h 756"/>
                  <a:gd name="T74" fmla="*/ 57 w 717"/>
                  <a:gd name="T75" fmla="*/ 192 h 756"/>
                  <a:gd name="T76" fmla="*/ 59 w 717"/>
                  <a:gd name="T77" fmla="*/ 340 h 756"/>
                  <a:gd name="T78" fmla="*/ 58 w 717"/>
                  <a:gd name="T79" fmla="*/ 429 h 756"/>
                  <a:gd name="T80" fmla="*/ 60 w 717"/>
                  <a:gd name="T81" fmla="*/ 461 h 756"/>
                  <a:gd name="T82" fmla="*/ 0 60000 65536"/>
                  <a:gd name="T83" fmla="*/ 0 60000 65536"/>
                  <a:gd name="T84" fmla="*/ 0 60000 65536"/>
                  <a:gd name="T85" fmla="*/ 0 60000 65536"/>
                  <a:gd name="T86" fmla="*/ 0 60000 65536"/>
                  <a:gd name="T87" fmla="*/ 0 60000 65536"/>
                  <a:gd name="T88" fmla="*/ 0 60000 65536"/>
                  <a:gd name="T89" fmla="*/ 0 60000 65536"/>
                  <a:gd name="T90" fmla="*/ 0 60000 65536"/>
                  <a:gd name="T91" fmla="*/ 0 60000 65536"/>
                  <a:gd name="T92" fmla="*/ 0 60000 65536"/>
                  <a:gd name="T93" fmla="*/ 0 60000 65536"/>
                  <a:gd name="T94" fmla="*/ 0 60000 65536"/>
                  <a:gd name="T95" fmla="*/ 0 60000 65536"/>
                  <a:gd name="T96" fmla="*/ 0 60000 65536"/>
                  <a:gd name="T97" fmla="*/ 0 60000 65536"/>
                  <a:gd name="T98" fmla="*/ 0 60000 65536"/>
                  <a:gd name="T99" fmla="*/ 0 60000 65536"/>
                  <a:gd name="T100" fmla="*/ 0 60000 65536"/>
                  <a:gd name="T101" fmla="*/ 0 60000 65536"/>
                  <a:gd name="T102" fmla="*/ 0 60000 65536"/>
                  <a:gd name="T103" fmla="*/ 0 60000 65536"/>
                  <a:gd name="T104" fmla="*/ 0 60000 65536"/>
                  <a:gd name="T105" fmla="*/ 0 60000 65536"/>
                  <a:gd name="T106" fmla="*/ 0 60000 65536"/>
                  <a:gd name="T107" fmla="*/ 0 60000 65536"/>
                  <a:gd name="T108" fmla="*/ 0 60000 65536"/>
                  <a:gd name="T109" fmla="*/ 0 60000 65536"/>
                  <a:gd name="T110" fmla="*/ 0 60000 65536"/>
                  <a:gd name="T111" fmla="*/ 0 60000 65536"/>
                  <a:gd name="T112" fmla="*/ 0 60000 65536"/>
                  <a:gd name="T113" fmla="*/ 0 60000 65536"/>
                  <a:gd name="T114" fmla="*/ 0 60000 65536"/>
                  <a:gd name="T115" fmla="*/ 0 60000 65536"/>
                  <a:gd name="T116" fmla="*/ 0 60000 65536"/>
                  <a:gd name="T117" fmla="*/ 0 60000 65536"/>
                  <a:gd name="T118" fmla="*/ 0 60000 65536"/>
                  <a:gd name="T119" fmla="*/ 0 60000 65536"/>
                  <a:gd name="T120" fmla="*/ 0 60000 65536"/>
                  <a:gd name="T121" fmla="*/ 0 60000 65536"/>
                  <a:gd name="T122" fmla="*/ 0 60000 65536"/>
                  <a:gd name="T123" fmla="*/ 0 w 717"/>
                  <a:gd name="T124" fmla="*/ 0 h 756"/>
                  <a:gd name="T125" fmla="*/ 717 w 717"/>
                  <a:gd name="T126" fmla="*/ 756 h 756"/>
                </a:gdLst>
                <a:ahLst/>
                <a:cxnLst>
                  <a:cxn ang="T82">
                    <a:pos x="T0" y="T1"/>
                  </a:cxn>
                  <a:cxn ang="T83">
                    <a:pos x="T2" y="T3"/>
                  </a:cxn>
                  <a:cxn ang="T84">
                    <a:pos x="T4" y="T5"/>
                  </a:cxn>
                  <a:cxn ang="T85">
                    <a:pos x="T6" y="T7"/>
                  </a:cxn>
                  <a:cxn ang="T86">
                    <a:pos x="T8" y="T9"/>
                  </a:cxn>
                  <a:cxn ang="T87">
                    <a:pos x="T10" y="T11"/>
                  </a:cxn>
                  <a:cxn ang="T88">
                    <a:pos x="T12" y="T13"/>
                  </a:cxn>
                  <a:cxn ang="T89">
                    <a:pos x="T14" y="T15"/>
                  </a:cxn>
                  <a:cxn ang="T90">
                    <a:pos x="T16" y="T17"/>
                  </a:cxn>
                  <a:cxn ang="T91">
                    <a:pos x="T18" y="T19"/>
                  </a:cxn>
                  <a:cxn ang="T92">
                    <a:pos x="T20" y="T21"/>
                  </a:cxn>
                  <a:cxn ang="T93">
                    <a:pos x="T22" y="T23"/>
                  </a:cxn>
                  <a:cxn ang="T94">
                    <a:pos x="T24" y="T25"/>
                  </a:cxn>
                  <a:cxn ang="T95">
                    <a:pos x="T26" y="T27"/>
                  </a:cxn>
                  <a:cxn ang="T96">
                    <a:pos x="T28" y="T29"/>
                  </a:cxn>
                  <a:cxn ang="T97">
                    <a:pos x="T30" y="T31"/>
                  </a:cxn>
                  <a:cxn ang="T98">
                    <a:pos x="T32" y="T33"/>
                  </a:cxn>
                  <a:cxn ang="T99">
                    <a:pos x="T34" y="T35"/>
                  </a:cxn>
                  <a:cxn ang="T100">
                    <a:pos x="T36" y="T37"/>
                  </a:cxn>
                  <a:cxn ang="T101">
                    <a:pos x="T38" y="T39"/>
                  </a:cxn>
                  <a:cxn ang="T102">
                    <a:pos x="T40" y="T41"/>
                  </a:cxn>
                  <a:cxn ang="T103">
                    <a:pos x="T42" y="T43"/>
                  </a:cxn>
                  <a:cxn ang="T104">
                    <a:pos x="T44" y="T45"/>
                  </a:cxn>
                  <a:cxn ang="T105">
                    <a:pos x="T46" y="T47"/>
                  </a:cxn>
                  <a:cxn ang="T106">
                    <a:pos x="T48" y="T49"/>
                  </a:cxn>
                  <a:cxn ang="T107">
                    <a:pos x="T50" y="T51"/>
                  </a:cxn>
                  <a:cxn ang="T108">
                    <a:pos x="T52" y="T53"/>
                  </a:cxn>
                  <a:cxn ang="T109">
                    <a:pos x="T54" y="T55"/>
                  </a:cxn>
                  <a:cxn ang="T110">
                    <a:pos x="T56" y="T57"/>
                  </a:cxn>
                  <a:cxn ang="T111">
                    <a:pos x="T58" y="T59"/>
                  </a:cxn>
                  <a:cxn ang="T112">
                    <a:pos x="T60" y="T61"/>
                  </a:cxn>
                  <a:cxn ang="T113">
                    <a:pos x="T62" y="T63"/>
                  </a:cxn>
                  <a:cxn ang="T114">
                    <a:pos x="T64" y="T65"/>
                  </a:cxn>
                  <a:cxn ang="T115">
                    <a:pos x="T66" y="T67"/>
                  </a:cxn>
                  <a:cxn ang="T116">
                    <a:pos x="T68" y="T69"/>
                  </a:cxn>
                  <a:cxn ang="T117">
                    <a:pos x="T70" y="T71"/>
                  </a:cxn>
                  <a:cxn ang="T118">
                    <a:pos x="T72" y="T73"/>
                  </a:cxn>
                  <a:cxn ang="T119">
                    <a:pos x="T74" y="T75"/>
                  </a:cxn>
                  <a:cxn ang="T120">
                    <a:pos x="T76" y="T77"/>
                  </a:cxn>
                  <a:cxn ang="T121">
                    <a:pos x="T78" y="T79"/>
                  </a:cxn>
                  <a:cxn ang="T122">
                    <a:pos x="T80" y="T81"/>
                  </a:cxn>
                </a:cxnLst>
                <a:rect l="T123" t="T124" r="T125" b="T126"/>
                <a:pathLst>
                  <a:path w="717" h="756">
                    <a:moveTo>
                      <a:pt x="0" y="756"/>
                    </a:moveTo>
                    <a:lnTo>
                      <a:pt x="52" y="167"/>
                    </a:lnTo>
                    <a:lnTo>
                      <a:pt x="64" y="384"/>
                    </a:lnTo>
                    <a:lnTo>
                      <a:pt x="90" y="103"/>
                    </a:lnTo>
                    <a:lnTo>
                      <a:pt x="116" y="519"/>
                    </a:lnTo>
                    <a:lnTo>
                      <a:pt x="135" y="487"/>
                    </a:lnTo>
                    <a:lnTo>
                      <a:pt x="135" y="359"/>
                    </a:lnTo>
                    <a:lnTo>
                      <a:pt x="167" y="71"/>
                    </a:lnTo>
                    <a:lnTo>
                      <a:pt x="192" y="244"/>
                    </a:lnTo>
                    <a:lnTo>
                      <a:pt x="205" y="96"/>
                    </a:lnTo>
                    <a:lnTo>
                      <a:pt x="218" y="615"/>
                    </a:lnTo>
                    <a:lnTo>
                      <a:pt x="244" y="397"/>
                    </a:lnTo>
                    <a:lnTo>
                      <a:pt x="282" y="519"/>
                    </a:lnTo>
                    <a:lnTo>
                      <a:pt x="308" y="308"/>
                    </a:lnTo>
                    <a:lnTo>
                      <a:pt x="333" y="442"/>
                    </a:lnTo>
                    <a:lnTo>
                      <a:pt x="346" y="352"/>
                    </a:lnTo>
                    <a:lnTo>
                      <a:pt x="365" y="384"/>
                    </a:lnTo>
                    <a:lnTo>
                      <a:pt x="378" y="135"/>
                    </a:lnTo>
                    <a:lnTo>
                      <a:pt x="391" y="301"/>
                    </a:lnTo>
                    <a:lnTo>
                      <a:pt x="384" y="519"/>
                    </a:lnTo>
                    <a:lnTo>
                      <a:pt x="404" y="679"/>
                    </a:lnTo>
                    <a:lnTo>
                      <a:pt x="429" y="628"/>
                    </a:lnTo>
                    <a:lnTo>
                      <a:pt x="442" y="480"/>
                    </a:lnTo>
                    <a:lnTo>
                      <a:pt x="455" y="391"/>
                    </a:lnTo>
                    <a:lnTo>
                      <a:pt x="436" y="506"/>
                    </a:lnTo>
                    <a:lnTo>
                      <a:pt x="461" y="352"/>
                    </a:lnTo>
                    <a:lnTo>
                      <a:pt x="474" y="455"/>
                    </a:lnTo>
                    <a:lnTo>
                      <a:pt x="493" y="519"/>
                    </a:lnTo>
                    <a:lnTo>
                      <a:pt x="512" y="410"/>
                    </a:lnTo>
                    <a:lnTo>
                      <a:pt x="532" y="186"/>
                    </a:lnTo>
                    <a:lnTo>
                      <a:pt x="544" y="231"/>
                    </a:lnTo>
                    <a:lnTo>
                      <a:pt x="570" y="148"/>
                    </a:lnTo>
                    <a:lnTo>
                      <a:pt x="576" y="301"/>
                    </a:lnTo>
                    <a:lnTo>
                      <a:pt x="576" y="730"/>
                    </a:lnTo>
                    <a:lnTo>
                      <a:pt x="647" y="0"/>
                    </a:lnTo>
                    <a:lnTo>
                      <a:pt x="647" y="250"/>
                    </a:lnTo>
                    <a:lnTo>
                      <a:pt x="660" y="333"/>
                    </a:lnTo>
                    <a:lnTo>
                      <a:pt x="685" y="192"/>
                    </a:lnTo>
                    <a:lnTo>
                      <a:pt x="711" y="340"/>
                    </a:lnTo>
                    <a:lnTo>
                      <a:pt x="698" y="429"/>
                    </a:lnTo>
                    <a:lnTo>
                      <a:pt x="717" y="461"/>
                    </a:lnTo>
                  </a:path>
                </a:pathLst>
              </a:custGeom>
              <a:noFill/>
              <a:ln w="9525">
                <a:solidFill>
                  <a:srgbClr val="0079F2"/>
                </a:solidFill>
                <a:round/>
                <a:headEnd/>
                <a:tailEnd/>
              </a:ln>
            </p:spPr>
            <p:txBody>
              <a:bodyPr/>
              <a:lstStyle/>
              <a:p>
                <a:endParaRPr lang="en-GB"/>
              </a:p>
            </p:txBody>
          </p:sp>
          <p:sp>
            <p:nvSpPr>
              <p:cNvPr id="10267" name="Freeform 35"/>
              <p:cNvSpPr>
                <a:spLocks/>
              </p:cNvSpPr>
              <p:nvPr/>
            </p:nvSpPr>
            <p:spPr bwMode="auto">
              <a:xfrm flipH="1" flipV="1">
                <a:off x="3770" y="1145"/>
                <a:ext cx="313" cy="756"/>
              </a:xfrm>
              <a:custGeom>
                <a:avLst/>
                <a:gdLst>
                  <a:gd name="T0" fmla="*/ 0 w 717"/>
                  <a:gd name="T1" fmla="*/ 756 h 756"/>
                  <a:gd name="T2" fmla="*/ 4 w 717"/>
                  <a:gd name="T3" fmla="*/ 167 h 756"/>
                  <a:gd name="T4" fmla="*/ 5 w 717"/>
                  <a:gd name="T5" fmla="*/ 384 h 756"/>
                  <a:gd name="T6" fmla="*/ 7 w 717"/>
                  <a:gd name="T7" fmla="*/ 103 h 756"/>
                  <a:gd name="T8" fmla="*/ 10 w 717"/>
                  <a:gd name="T9" fmla="*/ 519 h 756"/>
                  <a:gd name="T10" fmla="*/ 11 w 717"/>
                  <a:gd name="T11" fmla="*/ 487 h 756"/>
                  <a:gd name="T12" fmla="*/ 11 w 717"/>
                  <a:gd name="T13" fmla="*/ 359 h 756"/>
                  <a:gd name="T14" fmla="*/ 14 w 717"/>
                  <a:gd name="T15" fmla="*/ 71 h 756"/>
                  <a:gd name="T16" fmla="*/ 16 w 717"/>
                  <a:gd name="T17" fmla="*/ 244 h 756"/>
                  <a:gd name="T18" fmla="*/ 17 w 717"/>
                  <a:gd name="T19" fmla="*/ 96 h 756"/>
                  <a:gd name="T20" fmla="*/ 18 w 717"/>
                  <a:gd name="T21" fmla="*/ 615 h 756"/>
                  <a:gd name="T22" fmla="*/ 21 w 717"/>
                  <a:gd name="T23" fmla="*/ 397 h 756"/>
                  <a:gd name="T24" fmla="*/ 24 w 717"/>
                  <a:gd name="T25" fmla="*/ 519 h 756"/>
                  <a:gd name="T26" fmla="*/ 25 w 717"/>
                  <a:gd name="T27" fmla="*/ 308 h 756"/>
                  <a:gd name="T28" fmla="*/ 28 w 717"/>
                  <a:gd name="T29" fmla="*/ 442 h 756"/>
                  <a:gd name="T30" fmla="*/ 29 w 717"/>
                  <a:gd name="T31" fmla="*/ 352 h 756"/>
                  <a:gd name="T32" fmla="*/ 30 w 717"/>
                  <a:gd name="T33" fmla="*/ 384 h 756"/>
                  <a:gd name="T34" fmla="*/ 31 w 717"/>
                  <a:gd name="T35" fmla="*/ 135 h 756"/>
                  <a:gd name="T36" fmla="*/ 33 w 717"/>
                  <a:gd name="T37" fmla="*/ 301 h 756"/>
                  <a:gd name="T38" fmla="*/ 32 w 717"/>
                  <a:gd name="T39" fmla="*/ 519 h 756"/>
                  <a:gd name="T40" fmla="*/ 34 w 717"/>
                  <a:gd name="T41" fmla="*/ 679 h 756"/>
                  <a:gd name="T42" fmla="*/ 36 w 717"/>
                  <a:gd name="T43" fmla="*/ 628 h 756"/>
                  <a:gd name="T44" fmla="*/ 37 w 717"/>
                  <a:gd name="T45" fmla="*/ 480 h 756"/>
                  <a:gd name="T46" fmla="*/ 38 w 717"/>
                  <a:gd name="T47" fmla="*/ 391 h 756"/>
                  <a:gd name="T48" fmla="*/ 36 w 717"/>
                  <a:gd name="T49" fmla="*/ 506 h 756"/>
                  <a:gd name="T50" fmla="*/ 38 w 717"/>
                  <a:gd name="T51" fmla="*/ 352 h 756"/>
                  <a:gd name="T52" fmla="*/ 39 w 717"/>
                  <a:gd name="T53" fmla="*/ 455 h 756"/>
                  <a:gd name="T54" fmla="*/ 41 w 717"/>
                  <a:gd name="T55" fmla="*/ 519 h 756"/>
                  <a:gd name="T56" fmla="*/ 43 w 717"/>
                  <a:gd name="T57" fmla="*/ 410 h 756"/>
                  <a:gd name="T58" fmla="*/ 44 w 717"/>
                  <a:gd name="T59" fmla="*/ 186 h 756"/>
                  <a:gd name="T60" fmla="*/ 45 w 717"/>
                  <a:gd name="T61" fmla="*/ 231 h 756"/>
                  <a:gd name="T62" fmla="*/ 48 w 717"/>
                  <a:gd name="T63" fmla="*/ 148 h 756"/>
                  <a:gd name="T64" fmla="*/ 48 w 717"/>
                  <a:gd name="T65" fmla="*/ 301 h 756"/>
                  <a:gd name="T66" fmla="*/ 48 w 717"/>
                  <a:gd name="T67" fmla="*/ 730 h 756"/>
                  <a:gd name="T68" fmla="*/ 54 w 717"/>
                  <a:gd name="T69" fmla="*/ 0 h 756"/>
                  <a:gd name="T70" fmla="*/ 54 w 717"/>
                  <a:gd name="T71" fmla="*/ 250 h 756"/>
                  <a:gd name="T72" fmla="*/ 55 w 717"/>
                  <a:gd name="T73" fmla="*/ 333 h 756"/>
                  <a:gd name="T74" fmla="*/ 57 w 717"/>
                  <a:gd name="T75" fmla="*/ 192 h 756"/>
                  <a:gd name="T76" fmla="*/ 59 w 717"/>
                  <a:gd name="T77" fmla="*/ 340 h 756"/>
                  <a:gd name="T78" fmla="*/ 58 w 717"/>
                  <a:gd name="T79" fmla="*/ 429 h 756"/>
                  <a:gd name="T80" fmla="*/ 60 w 717"/>
                  <a:gd name="T81" fmla="*/ 461 h 756"/>
                  <a:gd name="T82" fmla="*/ 0 60000 65536"/>
                  <a:gd name="T83" fmla="*/ 0 60000 65536"/>
                  <a:gd name="T84" fmla="*/ 0 60000 65536"/>
                  <a:gd name="T85" fmla="*/ 0 60000 65536"/>
                  <a:gd name="T86" fmla="*/ 0 60000 65536"/>
                  <a:gd name="T87" fmla="*/ 0 60000 65536"/>
                  <a:gd name="T88" fmla="*/ 0 60000 65536"/>
                  <a:gd name="T89" fmla="*/ 0 60000 65536"/>
                  <a:gd name="T90" fmla="*/ 0 60000 65536"/>
                  <a:gd name="T91" fmla="*/ 0 60000 65536"/>
                  <a:gd name="T92" fmla="*/ 0 60000 65536"/>
                  <a:gd name="T93" fmla="*/ 0 60000 65536"/>
                  <a:gd name="T94" fmla="*/ 0 60000 65536"/>
                  <a:gd name="T95" fmla="*/ 0 60000 65536"/>
                  <a:gd name="T96" fmla="*/ 0 60000 65536"/>
                  <a:gd name="T97" fmla="*/ 0 60000 65536"/>
                  <a:gd name="T98" fmla="*/ 0 60000 65536"/>
                  <a:gd name="T99" fmla="*/ 0 60000 65536"/>
                  <a:gd name="T100" fmla="*/ 0 60000 65536"/>
                  <a:gd name="T101" fmla="*/ 0 60000 65536"/>
                  <a:gd name="T102" fmla="*/ 0 60000 65536"/>
                  <a:gd name="T103" fmla="*/ 0 60000 65536"/>
                  <a:gd name="T104" fmla="*/ 0 60000 65536"/>
                  <a:gd name="T105" fmla="*/ 0 60000 65536"/>
                  <a:gd name="T106" fmla="*/ 0 60000 65536"/>
                  <a:gd name="T107" fmla="*/ 0 60000 65536"/>
                  <a:gd name="T108" fmla="*/ 0 60000 65536"/>
                  <a:gd name="T109" fmla="*/ 0 60000 65536"/>
                  <a:gd name="T110" fmla="*/ 0 60000 65536"/>
                  <a:gd name="T111" fmla="*/ 0 60000 65536"/>
                  <a:gd name="T112" fmla="*/ 0 60000 65536"/>
                  <a:gd name="T113" fmla="*/ 0 60000 65536"/>
                  <a:gd name="T114" fmla="*/ 0 60000 65536"/>
                  <a:gd name="T115" fmla="*/ 0 60000 65536"/>
                  <a:gd name="T116" fmla="*/ 0 60000 65536"/>
                  <a:gd name="T117" fmla="*/ 0 60000 65536"/>
                  <a:gd name="T118" fmla="*/ 0 60000 65536"/>
                  <a:gd name="T119" fmla="*/ 0 60000 65536"/>
                  <a:gd name="T120" fmla="*/ 0 60000 65536"/>
                  <a:gd name="T121" fmla="*/ 0 60000 65536"/>
                  <a:gd name="T122" fmla="*/ 0 60000 65536"/>
                  <a:gd name="T123" fmla="*/ 0 w 717"/>
                  <a:gd name="T124" fmla="*/ 0 h 756"/>
                  <a:gd name="T125" fmla="*/ 717 w 717"/>
                  <a:gd name="T126" fmla="*/ 756 h 756"/>
                </a:gdLst>
                <a:ahLst/>
                <a:cxnLst>
                  <a:cxn ang="T82">
                    <a:pos x="T0" y="T1"/>
                  </a:cxn>
                  <a:cxn ang="T83">
                    <a:pos x="T2" y="T3"/>
                  </a:cxn>
                  <a:cxn ang="T84">
                    <a:pos x="T4" y="T5"/>
                  </a:cxn>
                  <a:cxn ang="T85">
                    <a:pos x="T6" y="T7"/>
                  </a:cxn>
                  <a:cxn ang="T86">
                    <a:pos x="T8" y="T9"/>
                  </a:cxn>
                  <a:cxn ang="T87">
                    <a:pos x="T10" y="T11"/>
                  </a:cxn>
                  <a:cxn ang="T88">
                    <a:pos x="T12" y="T13"/>
                  </a:cxn>
                  <a:cxn ang="T89">
                    <a:pos x="T14" y="T15"/>
                  </a:cxn>
                  <a:cxn ang="T90">
                    <a:pos x="T16" y="T17"/>
                  </a:cxn>
                  <a:cxn ang="T91">
                    <a:pos x="T18" y="T19"/>
                  </a:cxn>
                  <a:cxn ang="T92">
                    <a:pos x="T20" y="T21"/>
                  </a:cxn>
                  <a:cxn ang="T93">
                    <a:pos x="T22" y="T23"/>
                  </a:cxn>
                  <a:cxn ang="T94">
                    <a:pos x="T24" y="T25"/>
                  </a:cxn>
                  <a:cxn ang="T95">
                    <a:pos x="T26" y="T27"/>
                  </a:cxn>
                  <a:cxn ang="T96">
                    <a:pos x="T28" y="T29"/>
                  </a:cxn>
                  <a:cxn ang="T97">
                    <a:pos x="T30" y="T31"/>
                  </a:cxn>
                  <a:cxn ang="T98">
                    <a:pos x="T32" y="T33"/>
                  </a:cxn>
                  <a:cxn ang="T99">
                    <a:pos x="T34" y="T35"/>
                  </a:cxn>
                  <a:cxn ang="T100">
                    <a:pos x="T36" y="T37"/>
                  </a:cxn>
                  <a:cxn ang="T101">
                    <a:pos x="T38" y="T39"/>
                  </a:cxn>
                  <a:cxn ang="T102">
                    <a:pos x="T40" y="T41"/>
                  </a:cxn>
                  <a:cxn ang="T103">
                    <a:pos x="T42" y="T43"/>
                  </a:cxn>
                  <a:cxn ang="T104">
                    <a:pos x="T44" y="T45"/>
                  </a:cxn>
                  <a:cxn ang="T105">
                    <a:pos x="T46" y="T47"/>
                  </a:cxn>
                  <a:cxn ang="T106">
                    <a:pos x="T48" y="T49"/>
                  </a:cxn>
                  <a:cxn ang="T107">
                    <a:pos x="T50" y="T51"/>
                  </a:cxn>
                  <a:cxn ang="T108">
                    <a:pos x="T52" y="T53"/>
                  </a:cxn>
                  <a:cxn ang="T109">
                    <a:pos x="T54" y="T55"/>
                  </a:cxn>
                  <a:cxn ang="T110">
                    <a:pos x="T56" y="T57"/>
                  </a:cxn>
                  <a:cxn ang="T111">
                    <a:pos x="T58" y="T59"/>
                  </a:cxn>
                  <a:cxn ang="T112">
                    <a:pos x="T60" y="T61"/>
                  </a:cxn>
                  <a:cxn ang="T113">
                    <a:pos x="T62" y="T63"/>
                  </a:cxn>
                  <a:cxn ang="T114">
                    <a:pos x="T64" y="T65"/>
                  </a:cxn>
                  <a:cxn ang="T115">
                    <a:pos x="T66" y="T67"/>
                  </a:cxn>
                  <a:cxn ang="T116">
                    <a:pos x="T68" y="T69"/>
                  </a:cxn>
                  <a:cxn ang="T117">
                    <a:pos x="T70" y="T71"/>
                  </a:cxn>
                  <a:cxn ang="T118">
                    <a:pos x="T72" y="T73"/>
                  </a:cxn>
                  <a:cxn ang="T119">
                    <a:pos x="T74" y="T75"/>
                  </a:cxn>
                  <a:cxn ang="T120">
                    <a:pos x="T76" y="T77"/>
                  </a:cxn>
                  <a:cxn ang="T121">
                    <a:pos x="T78" y="T79"/>
                  </a:cxn>
                  <a:cxn ang="T122">
                    <a:pos x="T80" y="T81"/>
                  </a:cxn>
                </a:cxnLst>
                <a:rect l="T123" t="T124" r="T125" b="T126"/>
                <a:pathLst>
                  <a:path w="717" h="756">
                    <a:moveTo>
                      <a:pt x="0" y="756"/>
                    </a:moveTo>
                    <a:lnTo>
                      <a:pt x="52" y="167"/>
                    </a:lnTo>
                    <a:lnTo>
                      <a:pt x="64" y="384"/>
                    </a:lnTo>
                    <a:lnTo>
                      <a:pt x="90" y="103"/>
                    </a:lnTo>
                    <a:lnTo>
                      <a:pt x="116" y="519"/>
                    </a:lnTo>
                    <a:lnTo>
                      <a:pt x="135" y="487"/>
                    </a:lnTo>
                    <a:lnTo>
                      <a:pt x="135" y="359"/>
                    </a:lnTo>
                    <a:lnTo>
                      <a:pt x="167" y="71"/>
                    </a:lnTo>
                    <a:lnTo>
                      <a:pt x="192" y="244"/>
                    </a:lnTo>
                    <a:lnTo>
                      <a:pt x="205" y="96"/>
                    </a:lnTo>
                    <a:lnTo>
                      <a:pt x="218" y="615"/>
                    </a:lnTo>
                    <a:lnTo>
                      <a:pt x="244" y="397"/>
                    </a:lnTo>
                    <a:lnTo>
                      <a:pt x="282" y="519"/>
                    </a:lnTo>
                    <a:lnTo>
                      <a:pt x="308" y="308"/>
                    </a:lnTo>
                    <a:lnTo>
                      <a:pt x="333" y="442"/>
                    </a:lnTo>
                    <a:lnTo>
                      <a:pt x="346" y="352"/>
                    </a:lnTo>
                    <a:lnTo>
                      <a:pt x="365" y="384"/>
                    </a:lnTo>
                    <a:lnTo>
                      <a:pt x="378" y="135"/>
                    </a:lnTo>
                    <a:lnTo>
                      <a:pt x="391" y="301"/>
                    </a:lnTo>
                    <a:lnTo>
                      <a:pt x="384" y="519"/>
                    </a:lnTo>
                    <a:lnTo>
                      <a:pt x="404" y="679"/>
                    </a:lnTo>
                    <a:lnTo>
                      <a:pt x="429" y="628"/>
                    </a:lnTo>
                    <a:lnTo>
                      <a:pt x="442" y="480"/>
                    </a:lnTo>
                    <a:lnTo>
                      <a:pt x="455" y="391"/>
                    </a:lnTo>
                    <a:lnTo>
                      <a:pt x="436" y="506"/>
                    </a:lnTo>
                    <a:lnTo>
                      <a:pt x="461" y="352"/>
                    </a:lnTo>
                    <a:lnTo>
                      <a:pt x="474" y="455"/>
                    </a:lnTo>
                    <a:lnTo>
                      <a:pt x="493" y="519"/>
                    </a:lnTo>
                    <a:lnTo>
                      <a:pt x="512" y="410"/>
                    </a:lnTo>
                    <a:lnTo>
                      <a:pt x="532" y="186"/>
                    </a:lnTo>
                    <a:lnTo>
                      <a:pt x="544" y="231"/>
                    </a:lnTo>
                    <a:lnTo>
                      <a:pt x="570" y="148"/>
                    </a:lnTo>
                    <a:lnTo>
                      <a:pt x="576" y="301"/>
                    </a:lnTo>
                    <a:lnTo>
                      <a:pt x="576" y="730"/>
                    </a:lnTo>
                    <a:lnTo>
                      <a:pt x="647" y="0"/>
                    </a:lnTo>
                    <a:lnTo>
                      <a:pt x="647" y="250"/>
                    </a:lnTo>
                    <a:lnTo>
                      <a:pt x="660" y="333"/>
                    </a:lnTo>
                    <a:lnTo>
                      <a:pt x="685" y="192"/>
                    </a:lnTo>
                    <a:lnTo>
                      <a:pt x="711" y="340"/>
                    </a:lnTo>
                    <a:lnTo>
                      <a:pt x="698" y="429"/>
                    </a:lnTo>
                    <a:lnTo>
                      <a:pt x="717" y="461"/>
                    </a:lnTo>
                  </a:path>
                </a:pathLst>
              </a:custGeom>
              <a:noFill/>
              <a:ln w="9525">
                <a:solidFill>
                  <a:srgbClr val="0079F2"/>
                </a:solidFill>
                <a:round/>
                <a:headEnd/>
                <a:tailEnd/>
              </a:ln>
            </p:spPr>
            <p:txBody>
              <a:bodyPr/>
              <a:lstStyle/>
              <a:p>
                <a:endParaRPr lang="en-GB"/>
              </a:p>
            </p:txBody>
          </p:sp>
          <p:sp>
            <p:nvSpPr>
              <p:cNvPr id="10268" name="Freeform 36"/>
              <p:cNvSpPr>
                <a:spLocks/>
              </p:cNvSpPr>
              <p:nvPr/>
            </p:nvSpPr>
            <p:spPr bwMode="auto">
              <a:xfrm flipH="1">
                <a:off x="4077" y="1119"/>
                <a:ext cx="313" cy="756"/>
              </a:xfrm>
              <a:custGeom>
                <a:avLst/>
                <a:gdLst>
                  <a:gd name="T0" fmla="*/ 0 w 717"/>
                  <a:gd name="T1" fmla="*/ 756 h 756"/>
                  <a:gd name="T2" fmla="*/ 4 w 717"/>
                  <a:gd name="T3" fmla="*/ 167 h 756"/>
                  <a:gd name="T4" fmla="*/ 5 w 717"/>
                  <a:gd name="T5" fmla="*/ 384 h 756"/>
                  <a:gd name="T6" fmla="*/ 7 w 717"/>
                  <a:gd name="T7" fmla="*/ 103 h 756"/>
                  <a:gd name="T8" fmla="*/ 10 w 717"/>
                  <a:gd name="T9" fmla="*/ 519 h 756"/>
                  <a:gd name="T10" fmla="*/ 11 w 717"/>
                  <a:gd name="T11" fmla="*/ 487 h 756"/>
                  <a:gd name="T12" fmla="*/ 11 w 717"/>
                  <a:gd name="T13" fmla="*/ 359 h 756"/>
                  <a:gd name="T14" fmla="*/ 14 w 717"/>
                  <a:gd name="T15" fmla="*/ 71 h 756"/>
                  <a:gd name="T16" fmla="*/ 16 w 717"/>
                  <a:gd name="T17" fmla="*/ 244 h 756"/>
                  <a:gd name="T18" fmla="*/ 17 w 717"/>
                  <a:gd name="T19" fmla="*/ 96 h 756"/>
                  <a:gd name="T20" fmla="*/ 18 w 717"/>
                  <a:gd name="T21" fmla="*/ 615 h 756"/>
                  <a:gd name="T22" fmla="*/ 21 w 717"/>
                  <a:gd name="T23" fmla="*/ 397 h 756"/>
                  <a:gd name="T24" fmla="*/ 24 w 717"/>
                  <a:gd name="T25" fmla="*/ 519 h 756"/>
                  <a:gd name="T26" fmla="*/ 25 w 717"/>
                  <a:gd name="T27" fmla="*/ 308 h 756"/>
                  <a:gd name="T28" fmla="*/ 28 w 717"/>
                  <a:gd name="T29" fmla="*/ 442 h 756"/>
                  <a:gd name="T30" fmla="*/ 29 w 717"/>
                  <a:gd name="T31" fmla="*/ 352 h 756"/>
                  <a:gd name="T32" fmla="*/ 30 w 717"/>
                  <a:gd name="T33" fmla="*/ 384 h 756"/>
                  <a:gd name="T34" fmla="*/ 31 w 717"/>
                  <a:gd name="T35" fmla="*/ 135 h 756"/>
                  <a:gd name="T36" fmla="*/ 33 w 717"/>
                  <a:gd name="T37" fmla="*/ 301 h 756"/>
                  <a:gd name="T38" fmla="*/ 32 w 717"/>
                  <a:gd name="T39" fmla="*/ 519 h 756"/>
                  <a:gd name="T40" fmla="*/ 34 w 717"/>
                  <a:gd name="T41" fmla="*/ 679 h 756"/>
                  <a:gd name="T42" fmla="*/ 36 w 717"/>
                  <a:gd name="T43" fmla="*/ 628 h 756"/>
                  <a:gd name="T44" fmla="*/ 37 w 717"/>
                  <a:gd name="T45" fmla="*/ 480 h 756"/>
                  <a:gd name="T46" fmla="*/ 38 w 717"/>
                  <a:gd name="T47" fmla="*/ 391 h 756"/>
                  <a:gd name="T48" fmla="*/ 36 w 717"/>
                  <a:gd name="T49" fmla="*/ 506 h 756"/>
                  <a:gd name="T50" fmla="*/ 38 w 717"/>
                  <a:gd name="T51" fmla="*/ 352 h 756"/>
                  <a:gd name="T52" fmla="*/ 39 w 717"/>
                  <a:gd name="T53" fmla="*/ 455 h 756"/>
                  <a:gd name="T54" fmla="*/ 41 w 717"/>
                  <a:gd name="T55" fmla="*/ 519 h 756"/>
                  <a:gd name="T56" fmla="*/ 43 w 717"/>
                  <a:gd name="T57" fmla="*/ 410 h 756"/>
                  <a:gd name="T58" fmla="*/ 44 w 717"/>
                  <a:gd name="T59" fmla="*/ 186 h 756"/>
                  <a:gd name="T60" fmla="*/ 45 w 717"/>
                  <a:gd name="T61" fmla="*/ 231 h 756"/>
                  <a:gd name="T62" fmla="*/ 48 w 717"/>
                  <a:gd name="T63" fmla="*/ 148 h 756"/>
                  <a:gd name="T64" fmla="*/ 48 w 717"/>
                  <a:gd name="T65" fmla="*/ 301 h 756"/>
                  <a:gd name="T66" fmla="*/ 48 w 717"/>
                  <a:gd name="T67" fmla="*/ 730 h 756"/>
                  <a:gd name="T68" fmla="*/ 54 w 717"/>
                  <a:gd name="T69" fmla="*/ 0 h 756"/>
                  <a:gd name="T70" fmla="*/ 54 w 717"/>
                  <a:gd name="T71" fmla="*/ 250 h 756"/>
                  <a:gd name="T72" fmla="*/ 55 w 717"/>
                  <a:gd name="T73" fmla="*/ 333 h 756"/>
                  <a:gd name="T74" fmla="*/ 57 w 717"/>
                  <a:gd name="T75" fmla="*/ 192 h 756"/>
                  <a:gd name="T76" fmla="*/ 59 w 717"/>
                  <a:gd name="T77" fmla="*/ 340 h 756"/>
                  <a:gd name="T78" fmla="*/ 58 w 717"/>
                  <a:gd name="T79" fmla="*/ 429 h 756"/>
                  <a:gd name="T80" fmla="*/ 60 w 717"/>
                  <a:gd name="T81" fmla="*/ 461 h 756"/>
                  <a:gd name="T82" fmla="*/ 0 60000 65536"/>
                  <a:gd name="T83" fmla="*/ 0 60000 65536"/>
                  <a:gd name="T84" fmla="*/ 0 60000 65536"/>
                  <a:gd name="T85" fmla="*/ 0 60000 65536"/>
                  <a:gd name="T86" fmla="*/ 0 60000 65536"/>
                  <a:gd name="T87" fmla="*/ 0 60000 65536"/>
                  <a:gd name="T88" fmla="*/ 0 60000 65536"/>
                  <a:gd name="T89" fmla="*/ 0 60000 65536"/>
                  <a:gd name="T90" fmla="*/ 0 60000 65536"/>
                  <a:gd name="T91" fmla="*/ 0 60000 65536"/>
                  <a:gd name="T92" fmla="*/ 0 60000 65536"/>
                  <a:gd name="T93" fmla="*/ 0 60000 65536"/>
                  <a:gd name="T94" fmla="*/ 0 60000 65536"/>
                  <a:gd name="T95" fmla="*/ 0 60000 65536"/>
                  <a:gd name="T96" fmla="*/ 0 60000 65536"/>
                  <a:gd name="T97" fmla="*/ 0 60000 65536"/>
                  <a:gd name="T98" fmla="*/ 0 60000 65536"/>
                  <a:gd name="T99" fmla="*/ 0 60000 65536"/>
                  <a:gd name="T100" fmla="*/ 0 60000 65536"/>
                  <a:gd name="T101" fmla="*/ 0 60000 65536"/>
                  <a:gd name="T102" fmla="*/ 0 60000 65536"/>
                  <a:gd name="T103" fmla="*/ 0 60000 65536"/>
                  <a:gd name="T104" fmla="*/ 0 60000 65536"/>
                  <a:gd name="T105" fmla="*/ 0 60000 65536"/>
                  <a:gd name="T106" fmla="*/ 0 60000 65536"/>
                  <a:gd name="T107" fmla="*/ 0 60000 65536"/>
                  <a:gd name="T108" fmla="*/ 0 60000 65536"/>
                  <a:gd name="T109" fmla="*/ 0 60000 65536"/>
                  <a:gd name="T110" fmla="*/ 0 60000 65536"/>
                  <a:gd name="T111" fmla="*/ 0 60000 65536"/>
                  <a:gd name="T112" fmla="*/ 0 60000 65536"/>
                  <a:gd name="T113" fmla="*/ 0 60000 65536"/>
                  <a:gd name="T114" fmla="*/ 0 60000 65536"/>
                  <a:gd name="T115" fmla="*/ 0 60000 65536"/>
                  <a:gd name="T116" fmla="*/ 0 60000 65536"/>
                  <a:gd name="T117" fmla="*/ 0 60000 65536"/>
                  <a:gd name="T118" fmla="*/ 0 60000 65536"/>
                  <a:gd name="T119" fmla="*/ 0 60000 65536"/>
                  <a:gd name="T120" fmla="*/ 0 60000 65536"/>
                  <a:gd name="T121" fmla="*/ 0 60000 65536"/>
                  <a:gd name="T122" fmla="*/ 0 60000 65536"/>
                  <a:gd name="T123" fmla="*/ 0 w 717"/>
                  <a:gd name="T124" fmla="*/ 0 h 756"/>
                  <a:gd name="T125" fmla="*/ 717 w 717"/>
                  <a:gd name="T126" fmla="*/ 756 h 756"/>
                </a:gdLst>
                <a:ahLst/>
                <a:cxnLst>
                  <a:cxn ang="T82">
                    <a:pos x="T0" y="T1"/>
                  </a:cxn>
                  <a:cxn ang="T83">
                    <a:pos x="T2" y="T3"/>
                  </a:cxn>
                  <a:cxn ang="T84">
                    <a:pos x="T4" y="T5"/>
                  </a:cxn>
                  <a:cxn ang="T85">
                    <a:pos x="T6" y="T7"/>
                  </a:cxn>
                  <a:cxn ang="T86">
                    <a:pos x="T8" y="T9"/>
                  </a:cxn>
                  <a:cxn ang="T87">
                    <a:pos x="T10" y="T11"/>
                  </a:cxn>
                  <a:cxn ang="T88">
                    <a:pos x="T12" y="T13"/>
                  </a:cxn>
                  <a:cxn ang="T89">
                    <a:pos x="T14" y="T15"/>
                  </a:cxn>
                  <a:cxn ang="T90">
                    <a:pos x="T16" y="T17"/>
                  </a:cxn>
                  <a:cxn ang="T91">
                    <a:pos x="T18" y="T19"/>
                  </a:cxn>
                  <a:cxn ang="T92">
                    <a:pos x="T20" y="T21"/>
                  </a:cxn>
                  <a:cxn ang="T93">
                    <a:pos x="T22" y="T23"/>
                  </a:cxn>
                  <a:cxn ang="T94">
                    <a:pos x="T24" y="T25"/>
                  </a:cxn>
                  <a:cxn ang="T95">
                    <a:pos x="T26" y="T27"/>
                  </a:cxn>
                  <a:cxn ang="T96">
                    <a:pos x="T28" y="T29"/>
                  </a:cxn>
                  <a:cxn ang="T97">
                    <a:pos x="T30" y="T31"/>
                  </a:cxn>
                  <a:cxn ang="T98">
                    <a:pos x="T32" y="T33"/>
                  </a:cxn>
                  <a:cxn ang="T99">
                    <a:pos x="T34" y="T35"/>
                  </a:cxn>
                  <a:cxn ang="T100">
                    <a:pos x="T36" y="T37"/>
                  </a:cxn>
                  <a:cxn ang="T101">
                    <a:pos x="T38" y="T39"/>
                  </a:cxn>
                  <a:cxn ang="T102">
                    <a:pos x="T40" y="T41"/>
                  </a:cxn>
                  <a:cxn ang="T103">
                    <a:pos x="T42" y="T43"/>
                  </a:cxn>
                  <a:cxn ang="T104">
                    <a:pos x="T44" y="T45"/>
                  </a:cxn>
                  <a:cxn ang="T105">
                    <a:pos x="T46" y="T47"/>
                  </a:cxn>
                  <a:cxn ang="T106">
                    <a:pos x="T48" y="T49"/>
                  </a:cxn>
                  <a:cxn ang="T107">
                    <a:pos x="T50" y="T51"/>
                  </a:cxn>
                  <a:cxn ang="T108">
                    <a:pos x="T52" y="T53"/>
                  </a:cxn>
                  <a:cxn ang="T109">
                    <a:pos x="T54" y="T55"/>
                  </a:cxn>
                  <a:cxn ang="T110">
                    <a:pos x="T56" y="T57"/>
                  </a:cxn>
                  <a:cxn ang="T111">
                    <a:pos x="T58" y="T59"/>
                  </a:cxn>
                  <a:cxn ang="T112">
                    <a:pos x="T60" y="T61"/>
                  </a:cxn>
                  <a:cxn ang="T113">
                    <a:pos x="T62" y="T63"/>
                  </a:cxn>
                  <a:cxn ang="T114">
                    <a:pos x="T64" y="T65"/>
                  </a:cxn>
                  <a:cxn ang="T115">
                    <a:pos x="T66" y="T67"/>
                  </a:cxn>
                  <a:cxn ang="T116">
                    <a:pos x="T68" y="T69"/>
                  </a:cxn>
                  <a:cxn ang="T117">
                    <a:pos x="T70" y="T71"/>
                  </a:cxn>
                  <a:cxn ang="T118">
                    <a:pos x="T72" y="T73"/>
                  </a:cxn>
                  <a:cxn ang="T119">
                    <a:pos x="T74" y="T75"/>
                  </a:cxn>
                  <a:cxn ang="T120">
                    <a:pos x="T76" y="T77"/>
                  </a:cxn>
                  <a:cxn ang="T121">
                    <a:pos x="T78" y="T79"/>
                  </a:cxn>
                  <a:cxn ang="T122">
                    <a:pos x="T80" y="T81"/>
                  </a:cxn>
                </a:cxnLst>
                <a:rect l="T123" t="T124" r="T125" b="T126"/>
                <a:pathLst>
                  <a:path w="717" h="756">
                    <a:moveTo>
                      <a:pt x="0" y="756"/>
                    </a:moveTo>
                    <a:lnTo>
                      <a:pt x="52" y="167"/>
                    </a:lnTo>
                    <a:lnTo>
                      <a:pt x="64" y="384"/>
                    </a:lnTo>
                    <a:lnTo>
                      <a:pt x="90" y="103"/>
                    </a:lnTo>
                    <a:lnTo>
                      <a:pt x="116" y="519"/>
                    </a:lnTo>
                    <a:lnTo>
                      <a:pt x="135" y="487"/>
                    </a:lnTo>
                    <a:lnTo>
                      <a:pt x="135" y="359"/>
                    </a:lnTo>
                    <a:lnTo>
                      <a:pt x="167" y="71"/>
                    </a:lnTo>
                    <a:lnTo>
                      <a:pt x="192" y="244"/>
                    </a:lnTo>
                    <a:lnTo>
                      <a:pt x="205" y="96"/>
                    </a:lnTo>
                    <a:lnTo>
                      <a:pt x="218" y="615"/>
                    </a:lnTo>
                    <a:lnTo>
                      <a:pt x="244" y="397"/>
                    </a:lnTo>
                    <a:lnTo>
                      <a:pt x="282" y="519"/>
                    </a:lnTo>
                    <a:lnTo>
                      <a:pt x="308" y="308"/>
                    </a:lnTo>
                    <a:lnTo>
                      <a:pt x="333" y="442"/>
                    </a:lnTo>
                    <a:lnTo>
                      <a:pt x="346" y="352"/>
                    </a:lnTo>
                    <a:lnTo>
                      <a:pt x="365" y="384"/>
                    </a:lnTo>
                    <a:lnTo>
                      <a:pt x="378" y="135"/>
                    </a:lnTo>
                    <a:lnTo>
                      <a:pt x="391" y="301"/>
                    </a:lnTo>
                    <a:lnTo>
                      <a:pt x="384" y="519"/>
                    </a:lnTo>
                    <a:lnTo>
                      <a:pt x="404" y="679"/>
                    </a:lnTo>
                    <a:lnTo>
                      <a:pt x="429" y="628"/>
                    </a:lnTo>
                    <a:lnTo>
                      <a:pt x="442" y="480"/>
                    </a:lnTo>
                    <a:lnTo>
                      <a:pt x="455" y="391"/>
                    </a:lnTo>
                    <a:lnTo>
                      <a:pt x="436" y="506"/>
                    </a:lnTo>
                    <a:lnTo>
                      <a:pt x="461" y="352"/>
                    </a:lnTo>
                    <a:lnTo>
                      <a:pt x="474" y="455"/>
                    </a:lnTo>
                    <a:lnTo>
                      <a:pt x="493" y="519"/>
                    </a:lnTo>
                    <a:lnTo>
                      <a:pt x="512" y="410"/>
                    </a:lnTo>
                    <a:lnTo>
                      <a:pt x="532" y="186"/>
                    </a:lnTo>
                    <a:lnTo>
                      <a:pt x="544" y="231"/>
                    </a:lnTo>
                    <a:lnTo>
                      <a:pt x="570" y="148"/>
                    </a:lnTo>
                    <a:lnTo>
                      <a:pt x="576" y="301"/>
                    </a:lnTo>
                    <a:lnTo>
                      <a:pt x="576" y="730"/>
                    </a:lnTo>
                    <a:lnTo>
                      <a:pt x="647" y="0"/>
                    </a:lnTo>
                    <a:lnTo>
                      <a:pt x="647" y="250"/>
                    </a:lnTo>
                    <a:lnTo>
                      <a:pt x="660" y="333"/>
                    </a:lnTo>
                    <a:lnTo>
                      <a:pt x="685" y="192"/>
                    </a:lnTo>
                    <a:lnTo>
                      <a:pt x="711" y="340"/>
                    </a:lnTo>
                    <a:lnTo>
                      <a:pt x="698" y="429"/>
                    </a:lnTo>
                    <a:lnTo>
                      <a:pt x="717" y="461"/>
                    </a:lnTo>
                  </a:path>
                </a:pathLst>
              </a:custGeom>
              <a:noFill/>
              <a:ln w="9525">
                <a:solidFill>
                  <a:srgbClr val="0079F2"/>
                </a:solidFill>
                <a:round/>
                <a:headEnd/>
                <a:tailEnd/>
              </a:ln>
            </p:spPr>
            <p:txBody>
              <a:bodyPr/>
              <a:lstStyle/>
              <a:p>
                <a:endParaRPr lang="en-GB"/>
              </a:p>
            </p:txBody>
          </p:sp>
          <p:sp>
            <p:nvSpPr>
              <p:cNvPr id="10269" name="Freeform 37"/>
              <p:cNvSpPr>
                <a:spLocks/>
              </p:cNvSpPr>
              <p:nvPr/>
            </p:nvSpPr>
            <p:spPr bwMode="auto">
              <a:xfrm flipV="1">
                <a:off x="4385" y="1138"/>
                <a:ext cx="313" cy="756"/>
              </a:xfrm>
              <a:custGeom>
                <a:avLst/>
                <a:gdLst>
                  <a:gd name="T0" fmla="*/ 0 w 717"/>
                  <a:gd name="T1" fmla="*/ 756 h 756"/>
                  <a:gd name="T2" fmla="*/ 4 w 717"/>
                  <a:gd name="T3" fmla="*/ 167 h 756"/>
                  <a:gd name="T4" fmla="*/ 5 w 717"/>
                  <a:gd name="T5" fmla="*/ 384 h 756"/>
                  <a:gd name="T6" fmla="*/ 7 w 717"/>
                  <a:gd name="T7" fmla="*/ 103 h 756"/>
                  <a:gd name="T8" fmla="*/ 10 w 717"/>
                  <a:gd name="T9" fmla="*/ 519 h 756"/>
                  <a:gd name="T10" fmla="*/ 11 w 717"/>
                  <a:gd name="T11" fmla="*/ 487 h 756"/>
                  <a:gd name="T12" fmla="*/ 11 w 717"/>
                  <a:gd name="T13" fmla="*/ 359 h 756"/>
                  <a:gd name="T14" fmla="*/ 14 w 717"/>
                  <a:gd name="T15" fmla="*/ 71 h 756"/>
                  <a:gd name="T16" fmla="*/ 16 w 717"/>
                  <a:gd name="T17" fmla="*/ 244 h 756"/>
                  <a:gd name="T18" fmla="*/ 17 w 717"/>
                  <a:gd name="T19" fmla="*/ 96 h 756"/>
                  <a:gd name="T20" fmla="*/ 18 w 717"/>
                  <a:gd name="T21" fmla="*/ 615 h 756"/>
                  <a:gd name="T22" fmla="*/ 21 w 717"/>
                  <a:gd name="T23" fmla="*/ 397 h 756"/>
                  <a:gd name="T24" fmla="*/ 24 w 717"/>
                  <a:gd name="T25" fmla="*/ 519 h 756"/>
                  <a:gd name="T26" fmla="*/ 25 w 717"/>
                  <a:gd name="T27" fmla="*/ 308 h 756"/>
                  <a:gd name="T28" fmla="*/ 28 w 717"/>
                  <a:gd name="T29" fmla="*/ 442 h 756"/>
                  <a:gd name="T30" fmla="*/ 29 w 717"/>
                  <a:gd name="T31" fmla="*/ 352 h 756"/>
                  <a:gd name="T32" fmla="*/ 30 w 717"/>
                  <a:gd name="T33" fmla="*/ 384 h 756"/>
                  <a:gd name="T34" fmla="*/ 31 w 717"/>
                  <a:gd name="T35" fmla="*/ 135 h 756"/>
                  <a:gd name="T36" fmla="*/ 33 w 717"/>
                  <a:gd name="T37" fmla="*/ 301 h 756"/>
                  <a:gd name="T38" fmla="*/ 32 w 717"/>
                  <a:gd name="T39" fmla="*/ 519 h 756"/>
                  <a:gd name="T40" fmla="*/ 34 w 717"/>
                  <a:gd name="T41" fmla="*/ 679 h 756"/>
                  <a:gd name="T42" fmla="*/ 36 w 717"/>
                  <a:gd name="T43" fmla="*/ 628 h 756"/>
                  <a:gd name="T44" fmla="*/ 37 w 717"/>
                  <a:gd name="T45" fmla="*/ 480 h 756"/>
                  <a:gd name="T46" fmla="*/ 38 w 717"/>
                  <a:gd name="T47" fmla="*/ 391 h 756"/>
                  <a:gd name="T48" fmla="*/ 36 w 717"/>
                  <a:gd name="T49" fmla="*/ 506 h 756"/>
                  <a:gd name="T50" fmla="*/ 38 w 717"/>
                  <a:gd name="T51" fmla="*/ 352 h 756"/>
                  <a:gd name="T52" fmla="*/ 39 w 717"/>
                  <a:gd name="T53" fmla="*/ 455 h 756"/>
                  <a:gd name="T54" fmla="*/ 41 w 717"/>
                  <a:gd name="T55" fmla="*/ 519 h 756"/>
                  <a:gd name="T56" fmla="*/ 43 w 717"/>
                  <a:gd name="T57" fmla="*/ 410 h 756"/>
                  <a:gd name="T58" fmla="*/ 44 w 717"/>
                  <a:gd name="T59" fmla="*/ 186 h 756"/>
                  <a:gd name="T60" fmla="*/ 45 w 717"/>
                  <a:gd name="T61" fmla="*/ 231 h 756"/>
                  <a:gd name="T62" fmla="*/ 48 w 717"/>
                  <a:gd name="T63" fmla="*/ 148 h 756"/>
                  <a:gd name="T64" fmla="*/ 48 w 717"/>
                  <a:gd name="T65" fmla="*/ 301 h 756"/>
                  <a:gd name="T66" fmla="*/ 48 w 717"/>
                  <a:gd name="T67" fmla="*/ 730 h 756"/>
                  <a:gd name="T68" fmla="*/ 54 w 717"/>
                  <a:gd name="T69" fmla="*/ 0 h 756"/>
                  <a:gd name="T70" fmla="*/ 54 w 717"/>
                  <a:gd name="T71" fmla="*/ 250 h 756"/>
                  <a:gd name="T72" fmla="*/ 55 w 717"/>
                  <a:gd name="T73" fmla="*/ 333 h 756"/>
                  <a:gd name="T74" fmla="*/ 57 w 717"/>
                  <a:gd name="T75" fmla="*/ 192 h 756"/>
                  <a:gd name="T76" fmla="*/ 59 w 717"/>
                  <a:gd name="T77" fmla="*/ 340 h 756"/>
                  <a:gd name="T78" fmla="*/ 58 w 717"/>
                  <a:gd name="T79" fmla="*/ 429 h 756"/>
                  <a:gd name="T80" fmla="*/ 60 w 717"/>
                  <a:gd name="T81" fmla="*/ 461 h 756"/>
                  <a:gd name="T82" fmla="*/ 0 60000 65536"/>
                  <a:gd name="T83" fmla="*/ 0 60000 65536"/>
                  <a:gd name="T84" fmla="*/ 0 60000 65536"/>
                  <a:gd name="T85" fmla="*/ 0 60000 65536"/>
                  <a:gd name="T86" fmla="*/ 0 60000 65536"/>
                  <a:gd name="T87" fmla="*/ 0 60000 65536"/>
                  <a:gd name="T88" fmla="*/ 0 60000 65536"/>
                  <a:gd name="T89" fmla="*/ 0 60000 65536"/>
                  <a:gd name="T90" fmla="*/ 0 60000 65536"/>
                  <a:gd name="T91" fmla="*/ 0 60000 65536"/>
                  <a:gd name="T92" fmla="*/ 0 60000 65536"/>
                  <a:gd name="T93" fmla="*/ 0 60000 65536"/>
                  <a:gd name="T94" fmla="*/ 0 60000 65536"/>
                  <a:gd name="T95" fmla="*/ 0 60000 65536"/>
                  <a:gd name="T96" fmla="*/ 0 60000 65536"/>
                  <a:gd name="T97" fmla="*/ 0 60000 65536"/>
                  <a:gd name="T98" fmla="*/ 0 60000 65536"/>
                  <a:gd name="T99" fmla="*/ 0 60000 65536"/>
                  <a:gd name="T100" fmla="*/ 0 60000 65536"/>
                  <a:gd name="T101" fmla="*/ 0 60000 65536"/>
                  <a:gd name="T102" fmla="*/ 0 60000 65536"/>
                  <a:gd name="T103" fmla="*/ 0 60000 65536"/>
                  <a:gd name="T104" fmla="*/ 0 60000 65536"/>
                  <a:gd name="T105" fmla="*/ 0 60000 65536"/>
                  <a:gd name="T106" fmla="*/ 0 60000 65536"/>
                  <a:gd name="T107" fmla="*/ 0 60000 65536"/>
                  <a:gd name="T108" fmla="*/ 0 60000 65536"/>
                  <a:gd name="T109" fmla="*/ 0 60000 65536"/>
                  <a:gd name="T110" fmla="*/ 0 60000 65536"/>
                  <a:gd name="T111" fmla="*/ 0 60000 65536"/>
                  <a:gd name="T112" fmla="*/ 0 60000 65536"/>
                  <a:gd name="T113" fmla="*/ 0 60000 65536"/>
                  <a:gd name="T114" fmla="*/ 0 60000 65536"/>
                  <a:gd name="T115" fmla="*/ 0 60000 65536"/>
                  <a:gd name="T116" fmla="*/ 0 60000 65536"/>
                  <a:gd name="T117" fmla="*/ 0 60000 65536"/>
                  <a:gd name="T118" fmla="*/ 0 60000 65536"/>
                  <a:gd name="T119" fmla="*/ 0 60000 65536"/>
                  <a:gd name="T120" fmla="*/ 0 60000 65536"/>
                  <a:gd name="T121" fmla="*/ 0 60000 65536"/>
                  <a:gd name="T122" fmla="*/ 0 60000 65536"/>
                  <a:gd name="T123" fmla="*/ 0 w 717"/>
                  <a:gd name="T124" fmla="*/ 0 h 756"/>
                  <a:gd name="T125" fmla="*/ 717 w 717"/>
                  <a:gd name="T126" fmla="*/ 756 h 756"/>
                </a:gdLst>
                <a:ahLst/>
                <a:cxnLst>
                  <a:cxn ang="T82">
                    <a:pos x="T0" y="T1"/>
                  </a:cxn>
                  <a:cxn ang="T83">
                    <a:pos x="T2" y="T3"/>
                  </a:cxn>
                  <a:cxn ang="T84">
                    <a:pos x="T4" y="T5"/>
                  </a:cxn>
                  <a:cxn ang="T85">
                    <a:pos x="T6" y="T7"/>
                  </a:cxn>
                  <a:cxn ang="T86">
                    <a:pos x="T8" y="T9"/>
                  </a:cxn>
                  <a:cxn ang="T87">
                    <a:pos x="T10" y="T11"/>
                  </a:cxn>
                  <a:cxn ang="T88">
                    <a:pos x="T12" y="T13"/>
                  </a:cxn>
                  <a:cxn ang="T89">
                    <a:pos x="T14" y="T15"/>
                  </a:cxn>
                  <a:cxn ang="T90">
                    <a:pos x="T16" y="T17"/>
                  </a:cxn>
                  <a:cxn ang="T91">
                    <a:pos x="T18" y="T19"/>
                  </a:cxn>
                  <a:cxn ang="T92">
                    <a:pos x="T20" y="T21"/>
                  </a:cxn>
                  <a:cxn ang="T93">
                    <a:pos x="T22" y="T23"/>
                  </a:cxn>
                  <a:cxn ang="T94">
                    <a:pos x="T24" y="T25"/>
                  </a:cxn>
                  <a:cxn ang="T95">
                    <a:pos x="T26" y="T27"/>
                  </a:cxn>
                  <a:cxn ang="T96">
                    <a:pos x="T28" y="T29"/>
                  </a:cxn>
                  <a:cxn ang="T97">
                    <a:pos x="T30" y="T31"/>
                  </a:cxn>
                  <a:cxn ang="T98">
                    <a:pos x="T32" y="T33"/>
                  </a:cxn>
                  <a:cxn ang="T99">
                    <a:pos x="T34" y="T35"/>
                  </a:cxn>
                  <a:cxn ang="T100">
                    <a:pos x="T36" y="T37"/>
                  </a:cxn>
                  <a:cxn ang="T101">
                    <a:pos x="T38" y="T39"/>
                  </a:cxn>
                  <a:cxn ang="T102">
                    <a:pos x="T40" y="T41"/>
                  </a:cxn>
                  <a:cxn ang="T103">
                    <a:pos x="T42" y="T43"/>
                  </a:cxn>
                  <a:cxn ang="T104">
                    <a:pos x="T44" y="T45"/>
                  </a:cxn>
                  <a:cxn ang="T105">
                    <a:pos x="T46" y="T47"/>
                  </a:cxn>
                  <a:cxn ang="T106">
                    <a:pos x="T48" y="T49"/>
                  </a:cxn>
                  <a:cxn ang="T107">
                    <a:pos x="T50" y="T51"/>
                  </a:cxn>
                  <a:cxn ang="T108">
                    <a:pos x="T52" y="T53"/>
                  </a:cxn>
                  <a:cxn ang="T109">
                    <a:pos x="T54" y="T55"/>
                  </a:cxn>
                  <a:cxn ang="T110">
                    <a:pos x="T56" y="T57"/>
                  </a:cxn>
                  <a:cxn ang="T111">
                    <a:pos x="T58" y="T59"/>
                  </a:cxn>
                  <a:cxn ang="T112">
                    <a:pos x="T60" y="T61"/>
                  </a:cxn>
                  <a:cxn ang="T113">
                    <a:pos x="T62" y="T63"/>
                  </a:cxn>
                  <a:cxn ang="T114">
                    <a:pos x="T64" y="T65"/>
                  </a:cxn>
                  <a:cxn ang="T115">
                    <a:pos x="T66" y="T67"/>
                  </a:cxn>
                  <a:cxn ang="T116">
                    <a:pos x="T68" y="T69"/>
                  </a:cxn>
                  <a:cxn ang="T117">
                    <a:pos x="T70" y="T71"/>
                  </a:cxn>
                  <a:cxn ang="T118">
                    <a:pos x="T72" y="T73"/>
                  </a:cxn>
                  <a:cxn ang="T119">
                    <a:pos x="T74" y="T75"/>
                  </a:cxn>
                  <a:cxn ang="T120">
                    <a:pos x="T76" y="T77"/>
                  </a:cxn>
                  <a:cxn ang="T121">
                    <a:pos x="T78" y="T79"/>
                  </a:cxn>
                  <a:cxn ang="T122">
                    <a:pos x="T80" y="T81"/>
                  </a:cxn>
                </a:cxnLst>
                <a:rect l="T123" t="T124" r="T125" b="T126"/>
                <a:pathLst>
                  <a:path w="717" h="756">
                    <a:moveTo>
                      <a:pt x="0" y="756"/>
                    </a:moveTo>
                    <a:lnTo>
                      <a:pt x="52" y="167"/>
                    </a:lnTo>
                    <a:lnTo>
                      <a:pt x="64" y="384"/>
                    </a:lnTo>
                    <a:lnTo>
                      <a:pt x="90" y="103"/>
                    </a:lnTo>
                    <a:lnTo>
                      <a:pt x="116" y="519"/>
                    </a:lnTo>
                    <a:lnTo>
                      <a:pt x="135" y="487"/>
                    </a:lnTo>
                    <a:lnTo>
                      <a:pt x="135" y="359"/>
                    </a:lnTo>
                    <a:lnTo>
                      <a:pt x="167" y="71"/>
                    </a:lnTo>
                    <a:lnTo>
                      <a:pt x="192" y="244"/>
                    </a:lnTo>
                    <a:lnTo>
                      <a:pt x="205" y="96"/>
                    </a:lnTo>
                    <a:lnTo>
                      <a:pt x="218" y="615"/>
                    </a:lnTo>
                    <a:lnTo>
                      <a:pt x="244" y="397"/>
                    </a:lnTo>
                    <a:lnTo>
                      <a:pt x="282" y="519"/>
                    </a:lnTo>
                    <a:lnTo>
                      <a:pt x="308" y="308"/>
                    </a:lnTo>
                    <a:lnTo>
                      <a:pt x="333" y="442"/>
                    </a:lnTo>
                    <a:lnTo>
                      <a:pt x="346" y="352"/>
                    </a:lnTo>
                    <a:lnTo>
                      <a:pt x="365" y="384"/>
                    </a:lnTo>
                    <a:lnTo>
                      <a:pt x="378" y="135"/>
                    </a:lnTo>
                    <a:lnTo>
                      <a:pt x="391" y="301"/>
                    </a:lnTo>
                    <a:lnTo>
                      <a:pt x="384" y="519"/>
                    </a:lnTo>
                    <a:lnTo>
                      <a:pt x="404" y="679"/>
                    </a:lnTo>
                    <a:lnTo>
                      <a:pt x="429" y="628"/>
                    </a:lnTo>
                    <a:lnTo>
                      <a:pt x="442" y="480"/>
                    </a:lnTo>
                    <a:lnTo>
                      <a:pt x="455" y="391"/>
                    </a:lnTo>
                    <a:lnTo>
                      <a:pt x="436" y="506"/>
                    </a:lnTo>
                    <a:lnTo>
                      <a:pt x="461" y="352"/>
                    </a:lnTo>
                    <a:lnTo>
                      <a:pt x="474" y="455"/>
                    </a:lnTo>
                    <a:lnTo>
                      <a:pt x="493" y="519"/>
                    </a:lnTo>
                    <a:lnTo>
                      <a:pt x="512" y="410"/>
                    </a:lnTo>
                    <a:lnTo>
                      <a:pt x="532" y="186"/>
                    </a:lnTo>
                    <a:lnTo>
                      <a:pt x="544" y="231"/>
                    </a:lnTo>
                    <a:lnTo>
                      <a:pt x="570" y="148"/>
                    </a:lnTo>
                    <a:lnTo>
                      <a:pt x="576" y="301"/>
                    </a:lnTo>
                    <a:lnTo>
                      <a:pt x="576" y="730"/>
                    </a:lnTo>
                    <a:lnTo>
                      <a:pt x="647" y="0"/>
                    </a:lnTo>
                    <a:lnTo>
                      <a:pt x="647" y="250"/>
                    </a:lnTo>
                    <a:lnTo>
                      <a:pt x="660" y="333"/>
                    </a:lnTo>
                    <a:lnTo>
                      <a:pt x="685" y="192"/>
                    </a:lnTo>
                    <a:lnTo>
                      <a:pt x="711" y="340"/>
                    </a:lnTo>
                    <a:lnTo>
                      <a:pt x="698" y="429"/>
                    </a:lnTo>
                    <a:lnTo>
                      <a:pt x="717" y="461"/>
                    </a:lnTo>
                  </a:path>
                </a:pathLst>
              </a:custGeom>
              <a:noFill/>
              <a:ln w="9525">
                <a:solidFill>
                  <a:srgbClr val="0079F2"/>
                </a:solidFill>
                <a:round/>
                <a:headEnd/>
                <a:tailEnd/>
              </a:ln>
            </p:spPr>
            <p:txBody>
              <a:bodyPr/>
              <a:lstStyle/>
              <a:p>
                <a:endParaRPr lang="en-GB"/>
              </a:p>
            </p:txBody>
          </p:sp>
          <p:sp>
            <p:nvSpPr>
              <p:cNvPr id="10270" name="Freeform 38"/>
              <p:cNvSpPr>
                <a:spLocks/>
              </p:cNvSpPr>
              <p:nvPr/>
            </p:nvSpPr>
            <p:spPr bwMode="auto">
              <a:xfrm flipH="1">
                <a:off x="4698" y="1100"/>
                <a:ext cx="313" cy="756"/>
              </a:xfrm>
              <a:custGeom>
                <a:avLst/>
                <a:gdLst>
                  <a:gd name="T0" fmla="*/ 0 w 717"/>
                  <a:gd name="T1" fmla="*/ 756 h 756"/>
                  <a:gd name="T2" fmla="*/ 4 w 717"/>
                  <a:gd name="T3" fmla="*/ 167 h 756"/>
                  <a:gd name="T4" fmla="*/ 5 w 717"/>
                  <a:gd name="T5" fmla="*/ 384 h 756"/>
                  <a:gd name="T6" fmla="*/ 7 w 717"/>
                  <a:gd name="T7" fmla="*/ 103 h 756"/>
                  <a:gd name="T8" fmla="*/ 10 w 717"/>
                  <a:gd name="T9" fmla="*/ 519 h 756"/>
                  <a:gd name="T10" fmla="*/ 11 w 717"/>
                  <a:gd name="T11" fmla="*/ 487 h 756"/>
                  <a:gd name="T12" fmla="*/ 11 w 717"/>
                  <a:gd name="T13" fmla="*/ 359 h 756"/>
                  <a:gd name="T14" fmla="*/ 14 w 717"/>
                  <a:gd name="T15" fmla="*/ 71 h 756"/>
                  <a:gd name="T16" fmla="*/ 16 w 717"/>
                  <a:gd name="T17" fmla="*/ 244 h 756"/>
                  <a:gd name="T18" fmla="*/ 17 w 717"/>
                  <a:gd name="T19" fmla="*/ 96 h 756"/>
                  <a:gd name="T20" fmla="*/ 18 w 717"/>
                  <a:gd name="T21" fmla="*/ 615 h 756"/>
                  <a:gd name="T22" fmla="*/ 21 w 717"/>
                  <a:gd name="T23" fmla="*/ 397 h 756"/>
                  <a:gd name="T24" fmla="*/ 24 w 717"/>
                  <a:gd name="T25" fmla="*/ 519 h 756"/>
                  <a:gd name="T26" fmla="*/ 25 w 717"/>
                  <a:gd name="T27" fmla="*/ 308 h 756"/>
                  <a:gd name="T28" fmla="*/ 28 w 717"/>
                  <a:gd name="T29" fmla="*/ 442 h 756"/>
                  <a:gd name="T30" fmla="*/ 29 w 717"/>
                  <a:gd name="T31" fmla="*/ 352 h 756"/>
                  <a:gd name="T32" fmla="*/ 30 w 717"/>
                  <a:gd name="T33" fmla="*/ 384 h 756"/>
                  <a:gd name="T34" fmla="*/ 31 w 717"/>
                  <a:gd name="T35" fmla="*/ 135 h 756"/>
                  <a:gd name="T36" fmla="*/ 33 w 717"/>
                  <a:gd name="T37" fmla="*/ 301 h 756"/>
                  <a:gd name="T38" fmla="*/ 32 w 717"/>
                  <a:gd name="T39" fmla="*/ 519 h 756"/>
                  <a:gd name="T40" fmla="*/ 34 w 717"/>
                  <a:gd name="T41" fmla="*/ 679 h 756"/>
                  <a:gd name="T42" fmla="*/ 36 w 717"/>
                  <a:gd name="T43" fmla="*/ 628 h 756"/>
                  <a:gd name="T44" fmla="*/ 37 w 717"/>
                  <a:gd name="T45" fmla="*/ 480 h 756"/>
                  <a:gd name="T46" fmla="*/ 38 w 717"/>
                  <a:gd name="T47" fmla="*/ 391 h 756"/>
                  <a:gd name="T48" fmla="*/ 36 w 717"/>
                  <a:gd name="T49" fmla="*/ 506 h 756"/>
                  <a:gd name="T50" fmla="*/ 38 w 717"/>
                  <a:gd name="T51" fmla="*/ 352 h 756"/>
                  <a:gd name="T52" fmla="*/ 39 w 717"/>
                  <a:gd name="T53" fmla="*/ 455 h 756"/>
                  <a:gd name="T54" fmla="*/ 41 w 717"/>
                  <a:gd name="T55" fmla="*/ 519 h 756"/>
                  <a:gd name="T56" fmla="*/ 43 w 717"/>
                  <a:gd name="T57" fmla="*/ 410 h 756"/>
                  <a:gd name="T58" fmla="*/ 44 w 717"/>
                  <a:gd name="T59" fmla="*/ 186 h 756"/>
                  <a:gd name="T60" fmla="*/ 45 w 717"/>
                  <a:gd name="T61" fmla="*/ 231 h 756"/>
                  <a:gd name="T62" fmla="*/ 48 w 717"/>
                  <a:gd name="T63" fmla="*/ 148 h 756"/>
                  <a:gd name="T64" fmla="*/ 48 w 717"/>
                  <a:gd name="T65" fmla="*/ 301 h 756"/>
                  <a:gd name="T66" fmla="*/ 48 w 717"/>
                  <a:gd name="T67" fmla="*/ 730 h 756"/>
                  <a:gd name="T68" fmla="*/ 54 w 717"/>
                  <a:gd name="T69" fmla="*/ 0 h 756"/>
                  <a:gd name="T70" fmla="*/ 54 w 717"/>
                  <a:gd name="T71" fmla="*/ 250 h 756"/>
                  <a:gd name="T72" fmla="*/ 55 w 717"/>
                  <a:gd name="T73" fmla="*/ 333 h 756"/>
                  <a:gd name="T74" fmla="*/ 57 w 717"/>
                  <a:gd name="T75" fmla="*/ 192 h 756"/>
                  <a:gd name="T76" fmla="*/ 59 w 717"/>
                  <a:gd name="T77" fmla="*/ 340 h 756"/>
                  <a:gd name="T78" fmla="*/ 58 w 717"/>
                  <a:gd name="T79" fmla="*/ 429 h 756"/>
                  <a:gd name="T80" fmla="*/ 60 w 717"/>
                  <a:gd name="T81" fmla="*/ 461 h 756"/>
                  <a:gd name="T82" fmla="*/ 0 60000 65536"/>
                  <a:gd name="T83" fmla="*/ 0 60000 65536"/>
                  <a:gd name="T84" fmla="*/ 0 60000 65536"/>
                  <a:gd name="T85" fmla="*/ 0 60000 65536"/>
                  <a:gd name="T86" fmla="*/ 0 60000 65536"/>
                  <a:gd name="T87" fmla="*/ 0 60000 65536"/>
                  <a:gd name="T88" fmla="*/ 0 60000 65536"/>
                  <a:gd name="T89" fmla="*/ 0 60000 65536"/>
                  <a:gd name="T90" fmla="*/ 0 60000 65536"/>
                  <a:gd name="T91" fmla="*/ 0 60000 65536"/>
                  <a:gd name="T92" fmla="*/ 0 60000 65536"/>
                  <a:gd name="T93" fmla="*/ 0 60000 65536"/>
                  <a:gd name="T94" fmla="*/ 0 60000 65536"/>
                  <a:gd name="T95" fmla="*/ 0 60000 65536"/>
                  <a:gd name="T96" fmla="*/ 0 60000 65536"/>
                  <a:gd name="T97" fmla="*/ 0 60000 65536"/>
                  <a:gd name="T98" fmla="*/ 0 60000 65536"/>
                  <a:gd name="T99" fmla="*/ 0 60000 65536"/>
                  <a:gd name="T100" fmla="*/ 0 60000 65536"/>
                  <a:gd name="T101" fmla="*/ 0 60000 65536"/>
                  <a:gd name="T102" fmla="*/ 0 60000 65536"/>
                  <a:gd name="T103" fmla="*/ 0 60000 65536"/>
                  <a:gd name="T104" fmla="*/ 0 60000 65536"/>
                  <a:gd name="T105" fmla="*/ 0 60000 65536"/>
                  <a:gd name="T106" fmla="*/ 0 60000 65536"/>
                  <a:gd name="T107" fmla="*/ 0 60000 65536"/>
                  <a:gd name="T108" fmla="*/ 0 60000 65536"/>
                  <a:gd name="T109" fmla="*/ 0 60000 65536"/>
                  <a:gd name="T110" fmla="*/ 0 60000 65536"/>
                  <a:gd name="T111" fmla="*/ 0 60000 65536"/>
                  <a:gd name="T112" fmla="*/ 0 60000 65536"/>
                  <a:gd name="T113" fmla="*/ 0 60000 65536"/>
                  <a:gd name="T114" fmla="*/ 0 60000 65536"/>
                  <a:gd name="T115" fmla="*/ 0 60000 65536"/>
                  <a:gd name="T116" fmla="*/ 0 60000 65536"/>
                  <a:gd name="T117" fmla="*/ 0 60000 65536"/>
                  <a:gd name="T118" fmla="*/ 0 60000 65536"/>
                  <a:gd name="T119" fmla="*/ 0 60000 65536"/>
                  <a:gd name="T120" fmla="*/ 0 60000 65536"/>
                  <a:gd name="T121" fmla="*/ 0 60000 65536"/>
                  <a:gd name="T122" fmla="*/ 0 60000 65536"/>
                  <a:gd name="T123" fmla="*/ 0 w 717"/>
                  <a:gd name="T124" fmla="*/ 0 h 756"/>
                  <a:gd name="T125" fmla="*/ 717 w 717"/>
                  <a:gd name="T126" fmla="*/ 756 h 756"/>
                </a:gdLst>
                <a:ahLst/>
                <a:cxnLst>
                  <a:cxn ang="T82">
                    <a:pos x="T0" y="T1"/>
                  </a:cxn>
                  <a:cxn ang="T83">
                    <a:pos x="T2" y="T3"/>
                  </a:cxn>
                  <a:cxn ang="T84">
                    <a:pos x="T4" y="T5"/>
                  </a:cxn>
                  <a:cxn ang="T85">
                    <a:pos x="T6" y="T7"/>
                  </a:cxn>
                  <a:cxn ang="T86">
                    <a:pos x="T8" y="T9"/>
                  </a:cxn>
                  <a:cxn ang="T87">
                    <a:pos x="T10" y="T11"/>
                  </a:cxn>
                  <a:cxn ang="T88">
                    <a:pos x="T12" y="T13"/>
                  </a:cxn>
                  <a:cxn ang="T89">
                    <a:pos x="T14" y="T15"/>
                  </a:cxn>
                  <a:cxn ang="T90">
                    <a:pos x="T16" y="T17"/>
                  </a:cxn>
                  <a:cxn ang="T91">
                    <a:pos x="T18" y="T19"/>
                  </a:cxn>
                  <a:cxn ang="T92">
                    <a:pos x="T20" y="T21"/>
                  </a:cxn>
                  <a:cxn ang="T93">
                    <a:pos x="T22" y="T23"/>
                  </a:cxn>
                  <a:cxn ang="T94">
                    <a:pos x="T24" y="T25"/>
                  </a:cxn>
                  <a:cxn ang="T95">
                    <a:pos x="T26" y="T27"/>
                  </a:cxn>
                  <a:cxn ang="T96">
                    <a:pos x="T28" y="T29"/>
                  </a:cxn>
                  <a:cxn ang="T97">
                    <a:pos x="T30" y="T31"/>
                  </a:cxn>
                  <a:cxn ang="T98">
                    <a:pos x="T32" y="T33"/>
                  </a:cxn>
                  <a:cxn ang="T99">
                    <a:pos x="T34" y="T35"/>
                  </a:cxn>
                  <a:cxn ang="T100">
                    <a:pos x="T36" y="T37"/>
                  </a:cxn>
                  <a:cxn ang="T101">
                    <a:pos x="T38" y="T39"/>
                  </a:cxn>
                  <a:cxn ang="T102">
                    <a:pos x="T40" y="T41"/>
                  </a:cxn>
                  <a:cxn ang="T103">
                    <a:pos x="T42" y="T43"/>
                  </a:cxn>
                  <a:cxn ang="T104">
                    <a:pos x="T44" y="T45"/>
                  </a:cxn>
                  <a:cxn ang="T105">
                    <a:pos x="T46" y="T47"/>
                  </a:cxn>
                  <a:cxn ang="T106">
                    <a:pos x="T48" y="T49"/>
                  </a:cxn>
                  <a:cxn ang="T107">
                    <a:pos x="T50" y="T51"/>
                  </a:cxn>
                  <a:cxn ang="T108">
                    <a:pos x="T52" y="T53"/>
                  </a:cxn>
                  <a:cxn ang="T109">
                    <a:pos x="T54" y="T55"/>
                  </a:cxn>
                  <a:cxn ang="T110">
                    <a:pos x="T56" y="T57"/>
                  </a:cxn>
                  <a:cxn ang="T111">
                    <a:pos x="T58" y="T59"/>
                  </a:cxn>
                  <a:cxn ang="T112">
                    <a:pos x="T60" y="T61"/>
                  </a:cxn>
                  <a:cxn ang="T113">
                    <a:pos x="T62" y="T63"/>
                  </a:cxn>
                  <a:cxn ang="T114">
                    <a:pos x="T64" y="T65"/>
                  </a:cxn>
                  <a:cxn ang="T115">
                    <a:pos x="T66" y="T67"/>
                  </a:cxn>
                  <a:cxn ang="T116">
                    <a:pos x="T68" y="T69"/>
                  </a:cxn>
                  <a:cxn ang="T117">
                    <a:pos x="T70" y="T71"/>
                  </a:cxn>
                  <a:cxn ang="T118">
                    <a:pos x="T72" y="T73"/>
                  </a:cxn>
                  <a:cxn ang="T119">
                    <a:pos x="T74" y="T75"/>
                  </a:cxn>
                  <a:cxn ang="T120">
                    <a:pos x="T76" y="T77"/>
                  </a:cxn>
                  <a:cxn ang="T121">
                    <a:pos x="T78" y="T79"/>
                  </a:cxn>
                  <a:cxn ang="T122">
                    <a:pos x="T80" y="T81"/>
                  </a:cxn>
                </a:cxnLst>
                <a:rect l="T123" t="T124" r="T125" b="T126"/>
                <a:pathLst>
                  <a:path w="717" h="756">
                    <a:moveTo>
                      <a:pt x="0" y="756"/>
                    </a:moveTo>
                    <a:lnTo>
                      <a:pt x="52" y="167"/>
                    </a:lnTo>
                    <a:lnTo>
                      <a:pt x="64" y="384"/>
                    </a:lnTo>
                    <a:lnTo>
                      <a:pt x="90" y="103"/>
                    </a:lnTo>
                    <a:lnTo>
                      <a:pt x="116" y="519"/>
                    </a:lnTo>
                    <a:lnTo>
                      <a:pt x="135" y="487"/>
                    </a:lnTo>
                    <a:lnTo>
                      <a:pt x="135" y="359"/>
                    </a:lnTo>
                    <a:lnTo>
                      <a:pt x="167" y="71"/>
                    </a:lnTo>
                    <a:lnTo>
                      <a:pt x="192" y="244"/>
                    </a:lnTo>
                    <a:lnTo>
                      <a:pt x="205" y="96"/>
                    </a:lnTo>
                    <a:lnTo>
                      <a:pt x="218" y="615"/>
                    </a:lnTo>
                    <a:lnTo>
                      <a:pt x="244" y="397"/>
                    </a:lnTo>
                    <a:lnTo>
                      <a:pt x="282" y="519"/>
                    </a:lnTo>
                    <a:lnTo>
                      <a:pt x="308" y="308"/>
                    </a:lnTo>
                    <a:lnTo>
                      <a:pt x="333" y="442"/>
                    </a:lnTo>
                    <a:lnTo>
                      <a:pt x="346" y="352"/>
                    </a:lnTo>
                    <a:lnTo>
                      <a:pt x="365" y="384"/>
                    </a:lnTo>
                    <a:lnTo>
                      <a:pt x="378" y="135"/>
                    </a:lnTo>
                    <a:lnTo>
                      <a:pt x="391" y="301"/>
                    </a:lnTo>
                    <a:lnTo>
                      <a:pt x="384" y="519"/>
                    </a:lnTo>
                    <a:lnTo>
                      <a:pt x="404" y="679"/>
                    </a:lnTo>
                    <a:lnTo>
                      <a:pt x="429" y="628"/>
                    </a:lnTo>
                    <a:lnTo>
                      <a:pt x="442" y="480"/>
                    </a:lnTo>
                    <a:lnTo>
                      <a:pt x="455" y="391"/>
                    </a:lnTo>
                    <a:lnTo>
                      <a:pt x="436" y="506"/>
                    </a:lnTo>
                    <a:lnTo>
                      <a:pt x="461" y="352"/>
                    </a:lnTo>
                    <a:lnTo>
                      <a:pt x="474" y="455"/>
                    </a:lnTo>
                    <a:lnTo>
                      <a:pt x="493" y="519"/>
                    </a:lnTo>
                    <a:lnTo>
                      <a:pt x="512" y="410"/>
                    </a:lnTo>
                    <a:lnTo>
                      <a:pt x="532" y="186"/>
                    </a:lnTo>
                    <a:lnTo>
                      <a:pt x="544" y="231"/>
                    </a:lnTo>
                    <a:lnTo>
                      <a:pt x="570" y="148"/>
                    </a:lnTo>
                    <a:lnTo>
                      <a:pt x="576" y="301"/>
                    </a:lnTo>
                    <a:lnTo>
                      <a:pt x="576" y="730"/>
                    </a:lnTo>
                    <a:lnTo>
                      <a:pt x="647" y="0"/>
                    </a:lnTo>
                    <a:lnTo>
                      <a:pt x="647" y="250"/>
                    </a:lnTo>
                    <a:lnTo>
                      <a:pt x="660" y="333"/>
                    </a:lnTo>
                    <a:lnTo>
                      <a:pt x="685" y="192"/>
                    </a:lnTo>
                    <a:lnTo>
                      <a:pt x="711" y="340"/>
                    </a:lnTo>
                    <a:lnTo>
                      <a:pt x="698" y="429"/>
                    </a:lnTo>
                    <a:lnTo>
                      <a:pt x="717" y="461"/>
                    </a:lnTo>
                  </a:path>
                </a:pathLst>
              </a:custGeom>
              <a:noFill/>
              <a:ln w="9525">
                <a:solidFill>
                  <a:srgbClr val="0079F2"/>
                </a:solidFill>
                <a:round/>
                <a:headEnd/>
                <a:tailEnd/>
              </a:ln>
            </p:spPr>
            <p:txBody>
              <a:bodyPr/>
              <a:lstStyle/>
              <a:p>
                <a:endParaRPr lang="en-GB"/>
              </a:p>
            </p:txBody>
          </p:sp>
        </p:grpSp>
        <p:grpSp>
          <p:nvGrpSpPr>
            <p:cNvPr id="9" name="Group 39"/>
            <p:cNvGrpSpPr>
              <a:grpSpLocks/>
            </p:cNvGrpSpPr>
            <p:nvPr/>
          </p:nvGrpSpPr>
          <p:grpSpPr bwMode="auto">
            <a:xfrm flipH="1">
              <a:off x="3986" y="1092"/>
              <a:ext cx="590" cy="801"/>
              <a:chOff x="3462" y="1100"/>
              <a:chExt cx="1549" cy="801"/>
            </a:xfrm>
          </p:grpSpPr>
          <p:sp>
            <p:nvSpPr>
              <p:cNvPr id="10261" name="Freeform 40"/>
              <p:cNvSpPr>
                <a:spLocks/>
              </p:cNvSpPr>
              <p:nvPr/>
            </p:nvSpPr>
            <p:spPr bwMode="auto">
              <a:xfrm>
                <a:off x="3462" y="1126"/>
                <a:ext cx="313" cy="756"/>
              </a:xfrm>
              <a:custGeom>
                <a:avLst/>
                <a:gdLst>
                  <a:gd name="T0" fmla="*/ 0 w 717"/>
                  <a:gd name="T1" fmla="*/ 756 h 756"/>
                  <a:gd name="T2" fmla="*/ 4 w 717"/>
                  <a:gd name="T3" fmla="*/ 167 h 756"/>
                  <a:gd name="T4" fmla="*/ 5 w 717"/>
                  <a:gd name="T5" fmla="*/ 384 h 756"/>
                  <a:gd name="T6" fmla="*/ 7 w 717"/>
                  <a:gd name="T7" fmla="*/ 103 h 756"/>
                  <a:gd name="T8" fmla="*/ 10 w 717"/>
                  <a:gd name="T9" fmla="*/ 519 h 756"/>
                  <a:gd name="T10" fmla="*/ 11 w 717"/>
                  <a:gd name="T11" fmla="*/ 487 h 756"/>
                  <a:gd name="T12" fmla="*/ 11 w 717"/>
                  <a:gd name="T13" fmla="*/ 359 h 756"/>
                  <a:gd name="T14" fmla="*/ 14 w 717"/>
                  <a:gd name="T15" fmla="*/ 71 h 756"/>
                  <a:gd name="T16" fmla="*/ 16 w 717"/>
                  <a:gd name="T17" fmla="*/ 244 h 756"/>
                  <a:gd name="T18" fmla="*/ 17 w 717"/>
                  <a:gd name="T19" fmla="*/ 96 h 756"/>
                  <a:gd name="T20" fmla="*/ 18 w 717"/>
                  <a:gd name="T21" fmla="*/ 615 h 756"/>
                  <a:gd name="T22" fmla="*/ 21 w 717"/>
                  <a:gd name="T23" fmla="*/ 397 h 756"/>
                  <a:gd name="T24" fmla="*/ 24 w 717"/>
                  <a:gd name="T25" fmla="*/ 519 h 756"/>
                  <a:gd name="T26" fmla="*/ 25 w 717"/>
                  <a:gd name="T27" fmla="*/ 308 h 756"/>
                  <a:gd name="T28" fmla="*/ 28 w 717"/>
                  <a:gd name="T29" fmla="*/ 442 h 756"/>
                  <a:gd name="T30" fmla="*/ 29 w 717"/>
                  <a:gd name="T31" fmla="*/ 352 h 756"/>
                  <a:gd name="T32" fmla="*/ 30 w 717"/>
                  <a:gd name="T33" fmla="*/ 384 h 756"/>
                  <a:gd name="T34" fmla="*/ 31 w 717"/>
                  <a:gd name="T35" fmla="*/ 135 h 756"/>
                  <a:gd name="T36" fmla="*/ 33 w 717"/>
                  <a:gd name="T37" fmla="*/ 301 h 756"/>
                  <a:gd name="T38" fmla="*/ 32 w 717"/>
                  <a:gd name="T39" fmla="*/ 519 h 756"/>
                  <a:gd name="T40" fmla="*/ 34 w 717"/>
                  <a:gd name="T41" fmla="*/ 679 h 756"/>
                  <a:gd name="T42" fmla="*/ 36 w 717"/>
                  <a:gd name="T43" fmla="*/ 628 h 756"/>
                  <a:gd name="T44" fmla="*/ 37 w 717"/>
                  <a:gd name="T45" fmla="*/ 480 h 756"/>
                  <a:gd name="T46" fmla="*/ 38 w 717"/>
                  <a:gd name="T47" fmla="*/ 391 h 756"/>
                  <a:gd name="T48" fmla="*/ 36 w 717"/>
                  <a:gd name="T49" fmla="*/ 506 h 756"/>
                  <a:gd name="T50" fmla="*/ 38 w 717"/>
                  <a:gd name="T51" fmla="*/ 352 h 756"/>
                  <a:gd name="T52" fmla="*/ 39 w 717"/>
                  <a:gd name="T53" fmla="*/ 455 h 756"/>
                  <a:gd name="T54" fmla="*/ 41 w 717"/>
                  <a:gd name="T55" fmla="*/ 519 h 756"/>
                  <a:gd name="T56" fmla="*/ 43 w 717"/>
                  <a:gd name="T57" fmla="*/ 410 h 756"/>
                  <a:gd name="T58" fmla="*/ 44 w 717"/>
                  <a:gd name="T59" fmla="*/ 186 h 756"/>
                  <a:gd name="T60" fmla="*/ 45 w 717"/>
                  <a:gd name="T61" fmla="*/ 231 h 756"/>
                  <a:gd name="T62" fmla="*/ 48 w 717"/>
                  <a:gd name="T63" fmla="*/ 148 h 756"/>
                  <a:gd name="T64" fmla="*/ 48 w 717"/>
                  <a:gd name="T65" fmla="*/ 301 h 756"/>
                  <a:gd name="T66" fmla="*/ 48 w 717"/>
                  <a:gd name="T67" fmla="*/ 730 h 756"/>
                  <a:gd name="T68" fmla="*/ 54 w 717"/>
                  <a:gd name="T69" fmla="*/ 0 h 756"/>
                  <a:gd name="T70" fmla="*/ 54 w 717"/>
                  <a:gd name="T71" fmla="*/ 250 h 756"/>
                  <a:gd name="T72" fmla="*/ 55 w 717"/>
                  <a:gd name="T73" fmla="*/ 333 h 756"/>
                  <a:gd name="T74" fmla="*/ 57 w 717"/>
                  <a:gd name="T75" fmla="*/ 192 h 756"/>
                  <a:gd name="T76" fmla="*/ 59 w 717"/>
                  <a:gd name="T77" fmla="*/ 340 h 756"/>
                  <a:gd name="T78" fmla="*/ 58 w 717"/>
                  <a:gd name="T79" fmla="*/ 429 h 756"/>
                  <a:gd name="T80" fmla="*/ 60 w 717"/>
                  <a:gd name="T81" fmla="*/ 461 h 756"/>
                  <a:gd name="T82" fmla="*/ 0 60000 65536"/>
                  <a:gd name="T83" fmla="*/ 0 60000 65536"/>
                  <a:gd name="T84" fmla="*/ 0 60000 65536"/>
                  <a:gd name="T85" fmla="*/ 0 60000 65536"/>
                  <a:gd name="T86" fmla="*/ 0 60000 65536"/>
                  <a:gd name="T87" fmla="*/ 0 60000 65536"/>
                  <a:gd name="T88" fmla="*/ 0 60000 65536"/>
                  <a:gd name="T89" fmla="*/ 0 60000 65536"/>
                  <a:gd name="T90" fmla="*/ 0 60000 65536"/>
                  <a:gd name="T91" fmla="*/ 0 60000 65536"/>
                  <a:gd name="T92" fmla="*/ 0 60000 65536"/>
                  <a:gd name="T93" fmla="*/ 0 60000 65536"/>
                  <a:gd name="T94" fmla="*/ 0 60000 65536"/>
                  <a:gd name="T95" fmla="*/ 0 60000 65536"/>
                  <a:gd name="T96" fmla="*/ 0 60000 65536"/>
                  <a:gd name="T97" fmla="*/ 0 60000 65536"/>
                  <a:gd name="T98" fmla="*/ 0 60000 65536"/>
                  <a:gd name="T99" fmla="*/ 0 60000 65536"/>
                  <a:gd name="T100" fmla="*/ 0 60000 65536"/>
                  <a:gd name="T101" fmla="*/ 0 60000 65536"/>
                  <a:gd name="T102" fmla="*/ 0 60000 65536"/>
                  <a:gd name="T103" fmla="*/ 0 60000 65536"/>
                  <a:gd name="T104" fmla="*/ 0 60000 65536"/>
                  <a:gd name="T105" fmla="*/ 0 60000 65536"/>
                  <a:gd name="T106" fmla="*/ 0 60000 65536"/>
                  <a:gd name="T107" fmla="*/ 0 60000 65536"/>
                  <a:gd name="T108" fmla="*/ 0 60000 65536"/>
                  <a:gd name="T109" fmla="*/ 0 60000 65536"/>
                  <a:gd name="T110" fmla="*/ 0 60000 65536"/>
                  <a:gd name="T111" fmla="*/ 0 60000 65536"/>
                  <a:gd name="T112" fmla="*/ 0 60000 65536"/>
                  <a:gd name="T113" fmla="*/ 0 60000 65536"/>
                  <a:gd name="T114" fmla="*/ 0 60000 65536"/>
                  <a:gd name="T115" fmla="*/ 0 60000 65536"/>
                  <a:gd name="T116" fmla="*/ 0 60000 65536"/>
                  <a:gd name="T117" fmla="*/ 0 60000 65536"/>
                  <a:gd name="T118" fmla="*/ 0 60000 65536"/>
                  <a:gd name="T119" fmla="*/ 0 60000 65536"/>
                  <a:gd name="T120" fmla="*/ 0 60000 65536"/>
                  <a:gd name="T121" fmla="*/ 0 60000 65536"/>
                  <a:gd name="T122" fmla="*/ 0 60000 65536"/>
                  <a:gd name="T123" fmla="*/ 0 w 717"/>
                  <a:gd name="T124" fmla="*/ 0 h 756"/>
                  <a:gd name="T125" fmla="*/ 717 w 717"/>
                  <a:gd name="T126" fmla="*/ 756 h 756"/>
                </a:gdLst>
                <a:ahLst/>
                <a:cxnLst>
                  <a:cxn ang="T82">
                    <a:pos x="T0" y="T1"/>
                  </a:cxn>
                  <a:cxn ang="T83">
                    <a:pos x="T2" y="T3"/>
                  </a:cxn>
                  <a:cxn ang="T84">
                    <a:pos x="T4" y="T5"/>
                  </a:cxn>
                  <a:cxn ang="T85">
                    <a:pos x="T6" y="T7"/>
                  </a:cxn>
                  <a:cxn ang="T86">
                    <a:pos x="T8" y="T9"/>
                  </a:cxn>
                  <a:cxn ang="T87">
                    <a:pos x="T10" y="T11"/>
                  </a:cxn>
                  <a:cxn ang="T88">
                    <a:pos x="T12" y="T13"/>
                  </a:cxn>
                  <a:cxn ang="T89">
                    <a:pos x="T14" y="T15"/>
                  </a:cxn>
                  <a:cxn ang="T90">
                    <a:pos x="T16" y="T17"/>
                  </a:cxn>
                  <a:cxn ang="T91">
                    <a:pos x="T18" y="T19"/>
                  </a:cxn>
                  <a:cxn ang="T92">
                    <a:pos x="T20" y="T21"/>
                  </a:cxn>
                  <a:cxn ang="T93">
                    <a:pos x="T22" y="T23"/>
                  </a:cxn>
                  <a:cxn ang="T94">
                    <a:pos x="T24" y="T25"/>
                  </a:cxn>
                  <a:cxn ang="T95">
                    <a:pos x="T26" y="T27"/>
                  </a:cxn>
                  <a:cxn ang="T96">
                    <a:pos x="T28" y="T29"/>
                  </a:cxn>
                  <a:cxn ang="T97">
                    <a:pos x="T30" y="T31"/>
                  </a:cxn>
                  <a:cxn ang="T98">
                    <a:pos x="T32" y="T33"/>
                  </a:cxn>
                  <a:cxn ang="T99">
                    <a:pos x="T34" y="T35"/>
                  </a:cxn>
                  <a:cxn ang="T100">
                    <a:pos x="T36" y="T37"/>
                  </a:cxn>
                  <a:cxn ang="T101">
                    <a:pos x="T38" y="T39"/>
                  </a:cxn>
                  <a:cxn ang="T102">
                    <a:pos x="T40" y="T41"/>
                  </a:cxn>
                  <a:cxn ang="T103">
                    <a:pos x="T42" y="T43"/>
                  </a:cxn>
                  <a:cxn ang="T104">
                    <a:pos x="T44" y="T45"/>
                  </a:cxn>
                  <a:cxn ang="T105">
                    <a:pos x="T46" y="T47"/>
                  </a:cxn>
                  <a:cxn ang="T106">
                    <a:pos x="T48" y="T49"/>
                  </a:cxn>
                  <a:cxn ang="T107">
                    <a:pos x="T50" y="T51"/>
                  </a:cxn>
                  <a:cxn ang="T108">
                    <a:pos x="T52" y="T53"/>
                  </a:cxn>
                  <a:cxn ang="T109">
                    <a:pos x="T54" y="T55"/>
                  </a:cxn>
                  <a:cxn ang="T110">
                    <a:pos x="T56" y="T57"/>
                  </a:cxn>
                  <a:cxn ang="T111">
                    <a:pos x="T58" y="T59"/>
                  </a:cxn>
                  <a:cxn ang="T112">
                    <a:pos x="T60" y="T61"/>
                  </a:cxn>
                  <a:cxn ang="T113">
                    <a:pos x="T62" y="T63"/>
                  </a:cxn>
                  <a:cxn ang="T114">
                    <a:pos x="T64" y="T65"/>
                  </a:cxn>
                  <a:cxn ang="T115">
                    <a:pos x="T66" y="T67"/>
                  </a:cxn>
                  <a:cxn ang="T116">
                    <a:pos x="T68" y="T69"/>
                  </a:cxn>
                  <a:cxn ang="T117">
                    <a:pos x="T70" y="T71"/>
                  </a:cxn>
                  <a:cxn ang="T118">
                    <a:pos x="T72" y="T73"/>
                  </a:cxn>
                  <a:cxn ang="T119">
                    <a:pos x="T74" y="T75"/>
                  </a:cxn>
                  <a:cxn ang="T120">
                    <a:pos x="T76" y="T77"/>
                  </a:cxn>
                  <a:cxn ang="T121">
                    <a:pos x="T78" y="T79"/>
                  </a:cxn>
                  <a:cxn ang="T122">
                    <a:pos x="T80" y="T81"/>
                  </a:cxn>
                </a:cxnLst>
                <a:rect l="T123" t="T124" r="T125" b="T126"/>
                <a:pathLst>
                  <a:path w="717" h="756">
                    <a:moveTo>
                      <a:pt x="0" y="756"/>
                    </a:moveTo>
                    <a:lnTo>
                      <a:pt x="52" y="167"/>
                    </a:lnTo>
                    <a:lnTo>
                      <a:pt x="64" y="384"/>
                    </a:lnTo>
                    <a:lnTo>
                      <a:pt x="90" y="103"/>
                    </a:lnTo>
                    <a:lnTo>
                      <a:pt x="116" y="519"/>
                    </a:lnTo>
                    <a:lnTo>
                      <a:pt x="135" y="487"/>
                    </a:lnTo>
                    <a:lnTo>
                      <a:pt x="135" y="359"/>
                    </a:lnTo>
                    <a:lnTo>
                      <a:pt x="167" y="71"/>
                    </a:lnTo>
                    <a:lnTo>
                      <a:pt x="192" y="244"/>
                    </a:lnTo>
                    <a:lnTo>
                      <a:pt x="205" y="96"/>
                    </a:lnTo>
                    <a:lnTo>
                      <a:pt x="218" y="615"/>
                    </a:lnTo>
                    <a:lnTo>
                      <a:pt x="244" y="397"/>
                    </a:lnTo>
                    <a:lnTo>
                      <a:pt x="282" y="519"/>
                    </a:lnTo>
                    <a:lnTo>
                      <a:pt x="308" y="308"/>
                    </a:lnTo>
                    <a:lnTo>
                      <a:pt x="333" y="442"/>
                    </a:lnTo>
                    <a:lnTo>
                      <a:pt x="346" y="352"/>
                    </a:lnTo>
                    <a:lnTo>
                      <a:pt x="365" y="384"/>
                    </a:lnTo>
                    <a:lnTo>
                      <a:pt x="378" y="135"/>
                    </a:lnTo>
                    <a:lnTo>
                      <a:pt x="391" y="301"/>
                    </a:lnTo>
                    <a:lnTo>
                      <a:pt x="384" y="519"/>
                    </a:lnTo>
                    <a:lnTo>
                      <a:pt x="404" y="679"/>
                    </a:lnTo>
                    <a:lnTo>
                      <a:pt x="429" y="628"/>
                    </a:lnTo>
                    <a:lnTo>
                      <a:pt x="442" y="480"/>
                    </a:lnTo>
                    <a:lnTo>
                      <a:pt x="455" y="391"/>
                    </a:lnTo>
                    <a:lnTo>
                      <a:pt x="436" y="506"/>
                    </a:lnTo>
                    <a:lnTo>
                      <a:pt x="461" y="352"/>
                    </a:lnTo>
                    <a:lnTo>
                      <a:pt x="474" y="455"/>
                    </a:lnTo>
                    <a:lnTo>
                      <a:pt x="493" y="519"/>
                    </a:lnTo>
                    <a:lnTo>
                      <a:pt x="512" y="410"/>
                    </a:lnTo>
                    <a:lnTo>
                      <a:pt x="532" y="186"/>
                    </a:lnTo>
                    <a:lnTo>
                      <a:pt x="544" y="231"/>
                    </a:lnTo>
                    <a:lnTo>
                      <a:pt x="570" y="148"/>
                    </a:lnTo>
                    <a:lnTo>
                      <a:pt x="576" y="301"/>
                    </a:lnTo>
                    <a:lnTo>
                      <a:pt x="576" y="730"/>
                    </a:lnTo>
                    <a:lnTo>
                      <a:pt x="647" y="0"/>
                    </a:lnTo>
                    <a:lnTo>
                      <a:pt x="647" y="250"/>
                    </a:lnTo>
                    <a:lnTo>
                      <a:pt x="660" y="333"/>
                    </a:lnTo>
                    <a:lnTo>
                      <a:pt x="685" y="192"/>
                    </a:lnTo>
                    <a:lnTo>
                      <a:pt x="711" y="340"/>
                    </a:lnTo>
                    <a:lnTo>
                      <a:pt x="698" y="429"/>
                    </a:lnTo>
                    <a:lnTo>
                      <a:pt x="717" y="461"/>
                    </a:lnTo>
                  </a:path>
                </a:pathLst>
              </a:custGeom>
              <a:noFill/>
              <a:ln w="9525">
                <a:solidFill>
                  <a:srgbClr val="0079F2"/>
                </a:solidFill>
                <a:round/>
                <a:headEnd/>
                <a:tailEnd/>
              </a:ln>
            </p:spPr>
            <p:txBody>
              <a:bodyPr/>
              <a:lstStyle/>
              <a:p>
                <a:endParaRPr lang="en-GB"/>
              </a:p>
            </p:txBody>
          </p:sp>
          <p:sp>
            <p:nvSpPr>
              <p:cNvPr id="10262" name="Freeform 41"/>
              <p:cNvSpPr>
                <a:spLocks/>
              </p:cNvSpPr>
              <p:nvPr/>
            </p:nvSpPr>
            <p:spPr bwMode="auto">
              <a:xfrm flipH="1" flipV="1">
                <a:off x="3770" y="1145"/>
                <a:ext cx="313" cy="756"/>
              </a:xfrm>
              <a:custGeom>
                <a:avLst/>
                <a:gdLst>
                  <a:gd name="T0" fmla="*/ 0 w 717"/>
                  <a:gd name="T1" fmla="*/ 756 h 756"/>
                  <a:gd name="T2" fmla="*/ 4 w 717"/>
                  <a:gd name="T3" fmla="*/ 167 h 756"/>
                  <a:gd name="T4" fmla="*/ 5 w 717"/>
                  <a:gd name="T5" fmla="*/ 384 h 756"/>
                  <a:gd name="T6" fmla="*/ 7 w 717"/>
                  <a:gd name="T7" fmla="*/ 103 h 756"/>
                  <a:gd name="T8" fmla="*/ 10 w 717"/>
                  <a:gd name="T9" fmla="*/ 519 h 756"/>
                  <a:gd name="T10" fmla="*/ 11 w 717"/>
                  <a:gd name="T11" fmla="*/ 487 h 756"/>
                  <a:gd name="T12" fmla="*/ 11 w 717"/>
                  <a:gd name="T13" fmla="*/ 359 h 756"/>
                  <a:gd name="T14" fmla="*/ 14 w 717"/>
                  <a:gd name="T15" fmla="*/ 71 h 756"/>
                  <a:gd name="T16" fmla="*/ 16 w 717"/>
                  <a:gd name="T17" fmla="*/ 244 h 756"/>
                  <a:gd name="T18" fmla="*/ 17 w 717"/>
                  <a:gd name="T19" fmla="*/ 96 h 756"/>
                  <a:gd name="T20" fmla="*/ 18 w 717"/>
                  <a:gd name="T21" fmla="*/ 615 h 756"/>
                  <a:gd name="T22" fmla="*/ 21 w 717"/>
                  <a:gd name="T23" fmla="*/ 397 h 756"/>
                  <a:gd name="T24" fmla="*/ 24 w 717"/>
                  <a:gd name="T25" fmla="*/ 519 h 756"/>
                  <a:gd name="T26" fmla="*/ 25 w 717"/>
                  <a:gd name="T27" fmla="*/ 308 h 756"/>
                  <a:gd name="T28" fmla="*/ 28 w 717"/>
                  <a:gd name="T29" fmla="*/ 442 h 756"/>
                  <a:gd name="T30" fmla="*/ 29 w 717"/>
                  <a:gd name="T31" fmla="*/ 352 h 756"/>
                  <a:gd name="T32" fmla="*/ 30 w 717"/>
                  <a:gd name="T33" fmla="*/ 384 h 756"/>
                  <a:gd name="T34" fmla="*/ 31 w 717"/>
                  <a:gd name="T35" fmla="*/ 135 h 756"/>
                  <a:gd name="T36" fmla="*/ 33 w 717"/>
                  <a:gd name="T37" fmla="*/ 301 h 756"/>
                  <a:gd name="T38" fmla="*/ 32 w 717"/>
                  <a:gd name="T39" fmla="*/ 519 h 756"/>
                  <a:gd name="T40" fmla="*/ 34 w 717"/>
                  <a:gd name="T41" fmla="*/ 679 h 756"/>
                  <a:gd name="T42" fmla="*/ 36 w 717"/>
                  <a:gd name="T43" fmla="*/ 628 h 756"/>
                  <a:gd name="T44" fmla="*/ 37 w 717"/>
                  <a:gd name="T45" fmla="*/ 480 h 756"/>
                  <a:gd name="T46" fmla="*/ 38 w 717"/>
                  <a:gd name="T47" fmla="*/ 391 h 756"/>
                  <a:gd name="T48" fmla="*/ 36 w 717"/>
                  <a:gd name="T49" fmla="*/ 506 h 756"/>
                  <a:gd name="T50" fmla="*/ 38 w 717"/>
                  <a:gd name="T51" fmla="*/ 352 h 756"/>
                  <a:gd name="T52" fmla="*/ 39 w 717"/>
                  <a:gd name="T53" fmla="*/ 455 h 756"/>
                  <a:gd name="T54" fmla="*/ 41 w 717"/>
                  <a:gd name="T55" fmla="*/ 519 h 756"/>
                  <a:gd name="T56" fmla="*/ 43 w 717"/>
                  <a:gd name="T57" fmla="*/ 410 h 756"/>
                  <a:gd name="T58" fmla="*/ 44 w 717"/>
                  <a:gd name="T59" fmla="*/ 186 h 756"/>
                  <a:gd name="T60" fmla="*/ 45 w 717"/>
                  <a:gd name="T61" fmla="*/ 231 h 756"/>
                  <a:gd name="T62" fmla="*/ 48 w 717"/>
                  <a:gd name="T63" fmla="*/ 148 h 756"/>
                  <a:gd name="T64" fmla="*/ 48 w 717"/>
                  <a:gd name="T65" fmla="*/ 301 h 756"/>
                  <a:gd name="T66" fmla="*/ 48 w 717"/>
                  <a:gd name="T67" fmla="*/ 730 h 756"/>
                  <a:gd name="T68" fmla="*/ 54 w 717"/>
                  <a:gd name="T69" fmla="*/ 0 h 756"/>
                  <a:gd name="T70" fmla="*/ 54 w 717"/>
                  <a:gd name="T71" fmla="*/ 250 h 756"/>
                  <a:gd name="T72" fmla="*/ 55 w 717"/>
                  <a:gd name="T73" fmla="*/ 333 h 756"/>
                  <a:gd name="T74" fmla="*/ 57 w 717"/>
                  <a:gd name="T75" fmla="*/ 192 h 756"/>
                  <a:gd name="T76" fmla="*/ 59 w 717"/>
                  <a:gd name="T77" fmla="*/ 340 h 756"/>
                  <a:gd name="T78" fmla="*/ 58 w 717"/>
                  <a:gd name="T79" fmla="*/ 429 h 756"/>
                  <a:gd name="T80" fmla="*/ 60 w 717"/>
                  <a:gd name="T81" fmla="*/ 461 h 756"/>
                  <a:gd name="T82" fmla="*/ 0 60000 65536"/>
                  <a:gd name="T83" fmla="*/ 0 60000 65536"/>
                  <a:gd name="T84" fmla="*/ 0 60000 65536"/>
                  <a:gd name="T85" fmla="*/ 0 60000 65536"/>
                  <a:gd name="T86" fmla="*/ 0 60000 65536"/>
                  <a:gd name="T87" fmla="*/ 0 60000 65536"/>
                  <a:gd name="T88" fmla="*/ 0 60000 65536"/>
                  <a:gd name="T89" fmla="*/ 0 60000 65536"/>
                  <a:gd name="T90" fmla="*/ 0 60000 65536"/>
                  <a:gd name="T91" fmla="*/ 0 60000 65536"/>
                  <a:gd name="T92" fmla="*/ 0 60000 65536"/>
                  <a:gd name="T93" fmla="*/ 0 60000 65536"/>
                  <a:gd name="T94" fmla="*/ 0 60000 65536"/>
                  <a:gd name="T95" fmla="*/ 0 60000 65536"/>
                  <a:gd name="T96" fmla="*/ 0 60000 65536"/>
                  <a:gd name="T97" fmla="*/ 0 60000 65536"/>
                  <a:gd name="T98" fmla="*/ 0 60000 65536"/>
                  <a:gd name="T99" fmla="*/ 0 60000 65536"/>
                  <a:gd name="T100" fmla="*/ 0 60000 65536"/>
                  <a:gd name="T101" fmla="*/ 0 60000 65536"/>
                  <a:gd name="T102" fmla="*/ 0 60000 65536"/>
                  <a:gd name="T103" fmla="*/ 0 60000 65536"/>
                  <a:gd name="T104" fmla="*/ 0 60000 65536"/>
                  <a:gd name="T105" fmla="*/ 0 60000 65536"/>
                  <a:gd name="T106" fmla="*/ 0 60000 65536"/>
                  <a:gd name="T107" fmla="*/ 0 60000 65536"/>
                  <a:gd name="T108" fmla="*/ 0 60000 65536"/>
                  <a:gd name="T109" fmla="*/ 0 60000 65536"/>
                  <a:gd name="T110" fmla="*/ 0 60000 65536"/>
                  <a:gd name="T111" fmla="*/ 0 60000 65536"/>
                  <a:gd name="T112" fmla="*/ 0 60000 65536"/>
                  <a:gd name="T113" fmla="*/ 0 60000 65536"/>
                  <a:gd name="T114" fmla="*/ 0 60000 65536"/>
                  <a:gd name="T115" fmla="*/ 0 60000 65536"/>
                  <a:gd name="T116" fmla="*/ 0 60000 65536"/>
                  <a:gd name="T117" fmla="*/ 0 60000 65536"/>
                  <a:gd name="T118" fmla="*/ 0 60000 65536"/>
                  <a:gd name="T119" fmla="*/ 0 60000 65536"/>
                  <a:gd name="T120" fmla="*/ 0 60000 65536"/>
                  <a:gd name="T121" fmla="*/ 0 60000 65536"/>
                  <a:gd name="T122" fmla="*/ 0 60000 65536"/>
                  <a:gd name="T123" fmla="*/ 0 w 717"/>
                  <a:gd name="T124" fmla="*/ 0 h 756"/>
                  <a:gd name="T125" fmla="*/ 717 w 717"/>
                  <a:gd name="T126" fmla="*/ 756 h 756"/>
                </a:gdLst>
                <a:ahLst/>
                <a:cxnLst>
                  <a:cxn ang="T82">
                    <a:pos x="T0" y="T1"/>
                  </a:cxn>
                  <a:cxn ang="T83">
                    <a:pos x="T2" y="T3"/>
                  </a:cxn>
                  <a:cxn ang="T84">
                    <a:pos x="T4" y="T5"/>
                  </a:cxn>
                  <a:cxn ang="T85">
                    <a:pos x="T6" y="T7"/>
                  </a:cxn>
                  <a:cxn ang="T86">
                    <a:pos x="T8" y="T9"/>
                  </a:cxn>
                  <a:cxn ang="T87">
                    <a:pos x="T10" y="T11"/>
                  </a:cxn>
                  <a:cxn ang="T88">
                    <a:pos x="T12" y="T13"/>
                  </a:cxn>
                  <a:cxn ang="T89">
                    <a:pos x="T14" y="T15"/>
                  </a:cxn>
                  <a:cxn ang="T90">
                    <a:pos x="T16" y="T17"/>
                  </a:cxn>
                  <a:cxn ang="T91">
                    <a:pos x="T18" y="T19"/>
                  </a:cxn>
                  <a:cxn ang="T92">
                    <a:pos x="T20" y="T21"/>
                  </a:cxn>
                  <a:cxn ang="T93">
                    <a:pos x="T22" y="T23"/>
                  </a:cxn>
                  <a:cxn ang="T94">
                    <a:pos x="T24" y="T25"/>
                  </a:cxn>
                  <a:cxn ang="T95">
                    <a:pos x="T26" y="T27"/>
                  </a:cxn>
                  <a:cxn ang="T96">
                    <a:pos x="T28" y="T29"/>
                  </a:cxn>
                  <a:cxn ang="T97">
                    <a:pos x="T30" y="T31"/>
                  </a:cxn>
                  <a:cxn ang="T98">
                    <a:pos x="T32" y="T33"/>
                  </a:cxn>
                  <a:cxn ang="T99">
                    <a:pos x="T34" y="T35"/>
                  </a:cxn>
                  <a:cxn ang="T100">
                    <a:pos x="T36" y="T37"/>
                  </a:cxn>
                  <a:cxn ang="T101">
                    <a:pos x="T38" y="T39"/>
                  </a:cxn>
                  <a:cxn ang="T102">
                    <a:pos x="T40" y="T41"/>
                  </a:cxn>
                  <a:cxn ang="T103">
                    <a:pos x="T42" y="T43"/>
                  </a:cxn>
                  <a:cxn ang="T104">
                    <a:pos x="T44" y="T45"/>
                  </a:cxn>
                  <a:cxn ang="T105">
                    <a:pos x="T46" y="T47"/>
                  </a:cxn>
                  <a:cxn ang="T106">
                    <a:pos x="T48" y="T49"/>
                  </a:cxn>
                  <a:cxn ang="T107">
                    <a:pos x="T50" y="T51"/>
                  </a:cxn>
                  <a:cxn ang="T108">
                    <a:pos x="T52" y="T53"/>
                  </a:cxn>
                  <a:cxn ang="T109">
                    <a:pos x="T54" y="T55"/>
                  </a:cxn>
                  <a:cxn ang="T110">
                    <a:pos x="T56" y="T57"/>
                  </a:cxn>
                  <a:cxn ang="T111">
                    <a:pos x="T58" y="T59"/>
                  </a:cxn>
                  <a:cxn ang="T112">
                    <a:pos x="T60" y="T61"/>
                  </a:cxn>
                  <a:cxn ang="T113">
                    <a:pos x="T62" y="T63"/>
                  </a:cxn>
                  <a:cxn ang="T114">
                    <a:pos x="T64" y="T65"/>
                  </a:cxn>
                  <a:cxn ang="T115">
                    <a:pos x="T66" y="T67"/>
                  </a:cxn>
                  <a:cxn ang="T116">
                    <a:pos x="T68" y="T69"/>
                  </a:cxn>
                  <a:cxn ang="T117">
                    <a:pos x="T70" y="T71"/>
                  </a:cxn>
                  <a:cxn ang="T118">
                    <a:pos x="T72" y="T73"/>
                  </a:cxn>
                  <a:cxn ang="T119">
                    <a:pos x="T74" y="T75"/>
                  </a:cxn>
                  <a:cxn ang="T120">
                    <a:pos x="T76" y="T77"/>
                  </a:cxn>
                  <a:cxn ang="T121">
                    <a:pos x="T78" y="T79"/>
                  </a:cxn>
                  <a:cxn ang="T122">
                    <a:pos x="T80" y="T81"/>
                  </a:cxn>
                </a:cxnLst>
                <a:rect l="T123" t="T124" r="T125" b="T126"/>
                <a:pathLst>
                  <a:path w="717" h="756">
                    <a:moveTo>
                      <a:pt x="0" y="756"/>
                    </a:moveTo>
                    <a:lnTo>
                      <a:pt x="52" y="167"/>
                    </a:lnTo>
                    <a:lnTo>
                      <a:pt x="64" y="384"/>
                    </a:lnTo>
                    <a:lnTo>
                      <a:pt x="90" y="103"/>
                    </a:lnTo>
                    <a:lnTo>
                      <a:pt x="116" y="519"/>
                    </a:lnTo>
                    <a:lnTo>
                      <a:pt x="135" y="487"/>
                    </a:lnTo>
                    <a:lnTo>
                      <a:pt x="135" y="359"/>
                    </a:lnTo>
                    <a:lnTo>
                      <a:pt x="167" y="71"/>
                    </a:lnTo>
                    <a:lnTo>
                      <a:pt x="192" y="244"/>
                    </a:lnTo>
                    <a:lnTo>
                      <a:pt x="205" y="96"/>
                    </a:lnTo>
                    <a:lnTo>
                      <a:pt x="218" y="615"/>
                    </a:lnTo>
                    <a:lnTo>
                      <a:pt x="244" y="397"/>
                    </a:lnTo>
                    <a:lnTo>
                      <a:pt x="282" y="519"/>
                    </a:lnTo>
                    <a:lnTo>
                      <a:pt x="308" y="308"/>
                    </a:lnTo>
                    <a:lnTo>
                      <a:pt x="333" y="442"/>
                    </a:lnTo>
                    <a:lnTo>
                      <a:pt x="346" y="352"/>
                    </a:lnTo>
                    <a:lnTo>
                      <a:pt x="365" y="384"/>
                    </a:lnTo>
                    <a:lnTo>
                      <a:pt x="378" y="135"/>
                    </a:lnTo>
                    <a:lnTo>
                      <a:pt x="391" y="301"/>
                    </a:lnTo>
                    <a:lnTo>
                      <a:pt x="384" y="519"/>
                    </a:lnTo>
                    <a:lnTo>
                      <a:pt x="404" y="679"/>
                    </a:lnTo>
                    <a:lnTo>
                      <a:pt x="429" y="628"/>
                    </a:lnTo>
                    <a:lnTo>
                      <a:pt x="442" y="480"/>
                    </a:lnTo>
                    <a:lnTo>
                      <a:pt x="455" y="391"/>
                    </a:lnTo>
                    <a:lnTo>
                      <a:pt x="436" y="506"/>
                    </a:lnTo>
                    <a:lnTo>
                      <a:pt x="461" y="352"/>
                    </a:lnTo>
                    <a:lnTo>
                      <a:pt x="474" y="455"/>
                    </a:lnTo>
                    <a:lnTo>
                      <a:pt x="493" y="519"/>
                    </a:lnTo>
                    <a:lnTo>
                      <a:pt x="512" y="410"/>
                    </a:lnTo>
                    <a:lnTo>
                      <a:pt x="532" y="186"/>
                    </a:lnTo>
                    <a:lnTo>
                      <a:pt x="544" y="231"/>
                    </a:lnTo>
                    <a:lnTo>
                      <a:pt x="570" y="148"/>
                    </a:lnTo>
                    <a:lnTo>
                      <a:pt x="576" y="301"/>
                    </a:lnTo>
                    <a:lnTo>
                      <a:pt x="576" y="730"/>
                    </a:lnTo>
                    <a:lnTo>
                      <a:pt x="647" y="0"/>
                    </a:lnTo>
                    <a:lnTo>
                      <a:pt x="647" y="250"/>
                    </a:lnTo>
                    <a:lnTo>
                      <a:pt x="660" y="333"/>
                    </a:lnTo>
                    <a:lnTo>
                      <a:pt x="685" y="192"/>
                    </a:lnTo>
                    <a:lnTo>
                      <a:pt x="711" y="340"/>
                    </a:lnTo>
                    <a:lnTo>
                      <a:pt x="698" y="429"/>
                    </a:lnTo>
                    <a:lnTo>
                      <a:pt x="717" y="461"/>
                    </a:lnTo>
                  </a:path>
                </a:pathLst>
              </a:custGeom>
              <a:noFill/>
              <a:ln w="9525">
                <a:solidFill>
                  <a:srgbClr val="0079F2"/>
                </a:solidFill>
                <a:round/>
                <a:headEnd/>
                <a:tailEnd/>
              </a:ln>
            </p:spPr>
            <p:txBody>
              <a:bodyPr/>
              <a:lstStyle/>
              <a:p>
                <a:endParaRPr lang="en-GB"/>
              </a:p>
            </p:txBody>
          </p:sp>
          <p:sp>
            <p:nvSpPr>
              <p:cNvPr id="10263" name="Freeform 42"/>
              <p:cNvSpPr>
                <a:spLocks/>
              </p:cNvSpPr>
              <p:nvPr/>
            </p:nvSpPr>
            <p:spPr bwMode="auto">
              <a:xfrm flipH="1">
                <a:off x="4077" y="1119"/>
                <a:ext cx="313" cy="756"/>
              </a:xfrm>
              <a:custGeom>
                <a:avLst/>
                <a:gdLst>
                  <a:gd name="T0" fmla="*/ 0 w 717"/>
                  <a:gd name="T1" fmla="*/ 756 h 756"/>
                  <a:gd name="T2" fmla="*/ 4 w 717"/>
                  <a:gd name="T3" fmla="*/ 167 h 756"/>
                  <a:gd name="T4" fmla="*/ 5 w 717"/>
                  <a:gd name="T5" fmla="*/ 384 h 756"/>
                  <a:gd name="T6" fmla="*/ 7 w 717"/>
                  <a:gd name="T7" fmla="*/ 103 h 756"/>
                  <a:gd name="T8" fmla="*/ 10 w 717"/>
                  <a:gd name="T9" fmla="*/ 519 h 756"/>
                  <a:gd name="T10" fmla="*/ 11 w 717"/>
                  <a:gd name="T11" fmla="*/ 487 h 756"/>
                  <a:gd name="T12" fmla="*/ 11 w 717"/>
                  <a:gd name="T13" fmla="*/ 359 h 756"/>
                  <a:gd name="T14" fmla="*/ 14 w 717"/>
                  <a:gd name="T15" fmla="*/ 71 h 756"/>
                  <a:gd name="T16" fmla="*/ 16 w 717"/>
                  <a:gd name="T17" fmla="*/ 244 h 756"/>
                  <a:gd name="T18" fmla="*/ 17 w 717"/>
                  <a:gd name="T19" fmla="*/ 96 h 756"/>
                  <a:gd name="T20" fmla="*/ 18 w 717"/>
                  <a:gd name="T21" fmla="*/ 615 h 756"/>
                  <a:gd name="T22" fmla="*/ 21 w 717"/>
                  <a:gd name="T23" fmla="*/ 397 h 756"/>
                  <a:gd name="T24" fmla="*/ 24 w 717"/>
                  <a:gd name="T25" fmla="*/ 519 h 756"/>
                  <a:gd name="T26" fmla="*/ 25 w 717"/>
                  <a:gd name="T27" fmla="*/ 308 h 756"/>
                  <a:gd name="T28" fmla="*/ 28 w 717"/>
                  <a:gd name="T29" fmla="*/ 442 h 756"/>
                  <a:gd name="T30" fmla="*/ 29 w 717"/>
                  <a:gd name="T31" fmla="*/ 352 h 756"/>
                  <a:gd name="T32" fmla="*/ 30 w 717"/>
                  <a:gd name="T33" fmla="*/ 384 h 756"/>
                  <a:gd name="T34" fmla="*/ 31 w 717"/>
                  <a:gd name="T35" fmla="*/ 135 h 756"/>
                  <a:gd name="T36" fmla="*/ 33 w 717"/>
                  <a:gd name="T37" fmla="*/ 301 h 756"/>
                  <a:gd name="T38" fmla="*/ 32 w 717"/>
                  <a:gd name="T39" fmla="*/ 519 h 756"/>
                  <a:gd name="T40" fmla="*/ 34 w 717"/>
                  <a:gd name="T41" fmla="*/ 679 h 756"/>
                  <a:gd name="T42" fmla="*/ 36 w 717"/>
                  <a:gd name="T43" fmla="*/ 628 h 756"/>
                  <a:gd name="T44" fmla="*/ 37 w 717"/>
                  <a:gd name="T45" fmla="*/ 480 h 756"/>
                  <a:gd name="T46" fmla="*/ 38 w 717"/>
                  <a:gd name="T47" fmla="*/ 391 h 756"/>
                  <a:gd name="T48" fmla="*/ 36 w 717"/>
                  <a:gd name="T49" fmla="*/ 506 h 756"/>
                  <a:gd name="T50" fmla="*/ 38 w 717"/>
                  <a:gd name="T51" fmla="*/ 352 h 756"/>
                  <a:gd name="T52" fmla="*/ 39 w 717"/>
                  <a:gd name="T53" fmla="*/ 455 h 756"/>
                  <a:gd name="T54" fmla="*/ 41 w 717"/>
                  <a:gd name="T55" fmla="*/ 519 h 756"/>
                  <a:gd name="T56" fmla="*/ 43 w 717"/>
                  <a:gd name="T57" fmla="*/ 410 h 756"/>
                  <a:gd name="T58" fmla="*/ 44 w 717"/>
                  <a:gd name="T59" fmla="*/ 186 h 756"/>
                  <a:gd name="T60" fmla="*/ 45 w 717"/>
                  <a:gd name="T61" fmla="*/ 231 h 756"/>
                  <a:gd name="T62" fmla="*/ 48 w 717"/>
                  <a:gd name="T63" fmla="*/ 148 h 756"/>
                  <a:gd name="T64" fmla="*/ 48 w 717"/>
                  <a:gd name="T65" fmla="*/ 301 h 756"/>
                  <a:gd name="T66" fmla="*/ 48 w 717"/>
                  <a:gd name="T67" fmla="*/ 730 h 756"/>
                  <a:gd name="T68" fmla="*/ 54 w 717"/>
                  <a:gd name="T69" fmla="*/ 0 h 756"/>
                  <a:gd name="T70" fmla="*/ 54 w 717"/>
                  <a:gd name="T71" fmla="*/ 250 h 756"/>
                  <a:gd name="T72" fmla="*/ 55 w 717"/>
                  <a:gd name="T73" fmla="*/ 333 h 756"/>
                  <a:gd name="T74" fmla="*/ 57 w 717"/>
                  <a:gd name="T75" fmla="*/ 192 h 756"/>
                  <a:gd name="T76" fmla="*/ 59 w 717"/>
                  <a:gd name="T77" fmla="*/ 340 h 756"/>
                  <a:gd name="T78" fmla="*/ 58 w 717"/>
                  <a:gd name="T79" fmla="*/ 429 h 756"/>
                  <a:gd name="T80" fmla="*/ 60 w 717"/>
                  <a:gd name="T81" fmla="*/ 461 h 756"/>
                  <a:gd name="T82" fmla="*/ 0 60000 65536"/>
                  <a:gd name="T83" fmla="*/ 0 60000 65536"/>
                  <a:gd name="T84" fmla="*/ 0 60000 65536"/>
                  <a:gd name="T85" fmla="*/ 0 60000 65536"/>
                  <a:gd name="T86" fmla="*/ 0 60000 65536"/>
                  <a:gd name="T87" fmla="*/ 0 60000 65536"/>
                  <a:gd name="T88" fmla="*/ 0 60000 65536"/>
                  <a:gd name="T89" fmla="*/ 0 60000 65536"/>
                  <a:gd name="T90" fmla="*/ 0 60000 65536"/>
                  <a:gd name="T91" fmla="*/ 0 60000 65536"/>
                  <a:gd name="T92" fmla="*/ 0 60000 65536"/>
                  <a:gd name="T93" fmla="*/ 0 60000 65536"/>
                  <a:gd name="T94" fmla="*/ 0 60000 65536"/>
                  <a:gd name="T95" fmla="*/ 0 60000 65536"/>
                  <a:gd name="T96" fmla="*/ 0 60000 65536"/>
                  <a:gd name="T97" fmla="*/ 0 60000 65536"/>
                  <a:gd name="T98" fmla="*/ 0 60000 65536"/>
                  <a:gd name="T99" fmla="*/ 0 60000 65536"/>
                  <a:gd name="T100" fmla="*/ 0 60000 65536"/>
                  <a:gd name="T101" fmla="*/ 0 60000 65536"/>
                  <a:gd name="T102" fmla="*/ 0 60000 65536"/>
                  <a:gd name="T103" fmla="*/ 0 60000 65536"/>
                  <a:gd name="T104" fmla="*/ 0 60000 65536"/>
                  <a:gd name="T105" fmla="*/ 0 60000 65536"/>
                  <a:gd name="T106" fmla="*/ 0 60000 65536"/>
                  <a:gd name="T107" fmla="*/ 0 60000 65536"/>
                  <a:gd name="T108" fmla="*/ 0 60000 65536"/>
                  <a:gd name="T109" fmla="*/ 0 60000 65536"/>
                  <a:gd name="T110" fmla="*/ 0 60000 65536"/>
                  <a:gd name="T111" fmla="*/ 0 60000 65536"/>
                  <a:gd name="T112" fmla="*/ 0 60000 65536"/>
                  <a:gd name="T113" fmla="*/ 0 60000 65536"/>
                  <a:gd name="T114" fmla="*/ 0 60000 65536"/>
                  <a:gd name="T115" fmla="*/ 0 60000 65536"/>
                  <a:gd name="T116" fmla="*/ 0 60000 65536"/>
                  <a:gd name="T117" fmla="*/ 0 60000 65536"/>
                  <a:gd name="T118" fmla="*/ 0 60000 65536"/>
                  <a:gd name="T119" fmla="*/ 0 60000 65536"/>
                  <a:gd name="T120" fmla="*/ 0 60000 65536"/>
                  <a:gd name="T121" fmla="*/ 0 60000 65536"/>
                  <a:gd name="T122" fmla="*/ 0 60000 65536"/>
                  <a:gd name="T123" fmla="*/ 0 w 717"/>
                  <a:gd name="T124" fmla="*/ 0 h 756"/>
                  <a:gd name="T125" fmla="*/ 717 w 717"/>
                  <a:gd name="T126" fmla="*/ 756 h 756"/>
                </a:gdLst>
                <a:ahLst/>
                <a:cxnLst>
                  <a:cxn ang="T82">
                    <a:pos x="T0" y="T1"/>
                  </a:cxn>
                  <a:cxn ang="T83">
                    <a:pos x="T2" y="T3"/>
                  </a:cxn>
                  <a:cxn ang="T84">
                    <a:pos x="T4" y="T5"/>
                  </a:cxn>
                  <a:cxn ang="T85">
                    <a:pos x="T6" y="T7"/>
                  </a:cxn>
                  <a:cxn ang="T86">
                    <a:pos x="T8" y="T9"/>
                  </a:cxn>
                  <a:cxn ang="T87">
                    <a:pos x="T10" y="T11"/>
                  </a:cxn>
                  <a:cxn ang="T88">
                    <a:pos x="T12" y="T13"/>
                  </a:cxn>
                  <a:cxn ang="T89">
                    <a:pos x="T14" y="T15"/>
                  </a:cxn>
                  <a:cxn ang="T90">
                    <a:pos x="T16" y="T17"/>
                  </a:cxn>
                  <a:cxn ang="T91">
                    <a:pos x="T18" y="T19"/>
                  </a:cxn>
                  <a:cxn ang="T92">
                    <a:pos x="T20" y="T21"/>
                  </a:cxn>
                  <a:cxn ang="T93">
                    <a:pos x="T22" y="T23"/>
                  </a:cxn>
                  <a:cxn ang="T94">
                    <a:pos x="T24" y="T25"/>
                  </a:cxn>
                  <a:cxn ang="T95">
                    <a:pos x="T26" y="T27"/>
                  </a:cxn>
                  <a:cxn ang="T96">
                    <a:pos x="T28" y="T29"/>
                  </a:cxn>
                  <a:cxn ang="T97">
                    <a:pos x="T30" y="T31"/>
                  </a:cxn>
                  <a:cxn ang="T98">
                    <a:pos x="T32" y="T33"/>
                  </a:cxn>
                  <a:cxn ang="T99">
                    <a:pos x="T34" y="T35"/>
                  </a:cxn>
                  <a:cxn ang="T100">
                    <a:pos x="T36" y="T37"/>
                  </a:cxn>
                  <a:cxn ang="T101">
                    <a:pos x="T38" y="T39"/>
                  </a:cxn>
                  <a:cxn ang="T102">
                    <a:pos x="T40" y="T41"/>
                  </a:cxn>
                  <a:cxn ang="T103">
                    <a:pos x="T42" y="T43"/>
                  </a:cxn>
                  <a:cxn ang="T104">
                    <a:pos x="T44" y="T45"/>
                  </a:cxn>
                  <a:cxn ang="T105">
                    <a:pos x="T46" y="T47"/>
                  </a:cxn>
                  <a:cxn ang="T106">
                    <a:pos x="T48" y="T49"/>
                  </a:cxn>
                  <a:cxn ang="T107">
                    <a:pos x="T50" y="T51"/>
                  </a:cxn>
                  <a:cxn ang="T108">
                    <a:pos x="T52" y="T53"/>
                  </a:cxn>
                  <a:cxn ang="T109">
                    <a:pos x="T54" y="T55"/>
                  </a:cxn>
                  <a:cxn ang="T110">
                    <a:pos x="T56" y="T57"/>
                  </a:cxn>
                  <a:cxn ang="T111">
                    <a:pos x="T58" y="T59"/>
                  </a:cxn>
                  <a:cxn ang="T112">
                    <a:pos x="T60" y="T61"/>
                  </a:cxn>
                  <a:cxn ang="T113">
                    <a:pos x="T62" y="T63"/>
                  </a:cxn>
                  <a:cxn ang="T114">
                    <a:pos x="T64" y="T65"/>
                  </a:cxn>
                  <a:cxn ang="T115">
                    <a:pos x="T66" y="T67"/>
                  </a:cxn>
                  <a:cxn ang="T116">
                    <a:pos x="T68" y="T69"/>
                  </a:cxn>
                  <a:cxn ang="T117">
                    <a:pos x="T70" y="T71"/>
                  </a:cxn>
                  <a:cxn ang="T118">
                    <a:pos x="T72" y="T73"/>
                  </a:cxn>
                  <a:cxn ang="T119">
                    <a:pos x="T74" y="T75"/>
                  </a:cxn>
                  <a:cxn ang="T120">
                    <a:pos x="T76" y="T77"/>
                  </a:cxn>
                  <a:cxn ang="T121">
                    <a:pos x="T78" y="T79"/>
                  </a:cxn>
                  <a:cxn ang="T122">
                    <a:pos x="T80" y="T81"/>
                  </a:cxn>
                </a:cxnLst>
                <a:rect l="T123" t="T124" r="T125" b="T126"/>
                <a:pathLst>
                  <a:path w="717" h="756">
                    <a:moveTo>
                      <a:pt x="0" y="756"/>
                    </a:moveTo>
                    <a:lnTo>
                      <a:pt x="52" y="167"/>
                    </a:lnTo>
                    <a:lnTo>
                      <a:pt x="64" y="384"/>
                    </a:lnTo>
                    <a:lnTo>
                      <a:pt x="90" y="103"/>
                    </a:lnTo>
                    <a:lnTo>
                      <a:pt x="116" y="519"/>
                    </a:lnTo>
                    <a:lnTo>
                      <a:pt x="135" y="487"/>
                    </a:lnTo>
                    <a:lnTo>
                      <a:pt x="135" y="359"/>
                    </a:lnTo>
                    <a:lnTo>
                      <a:pt x="167" y="71"/>
                    </a:lnTo>
                    <a:lnTo>
                      <a:pt x="192" y="244"/>
                    </a:lnTo>
                    <a:lnTo>
                      <a:pt x="205" y="96"/>
                    </a:lnTo>
                    <a:lnTo>
                      <a:pt x="218" y="615"/>
                    </a:lnTo>
                    <a:lnTo>
                      <a:pt x="244" y="397"/>
                    </a:lnTo>
                    <a:lnTo>
                      <a:pt x="282" y="519"/>
                    </a:lnTo>
                    <a:lnTo>
                      <a:pt x="308" y="308"/>
                    </a:lnTo>
                    <a:lnTo>
                      <a:pt x="333" y="442"/>
                    </a:lnTo>
                    <a:lnTo>
                      <a:pt x="346" y="352"/>
                    </a:lnTo>
                    <a:lnTo>
                      <a:pt x="365" y="384"/>
                    </a:lnTo>
                    <a:lnTo>
                      <a:pt x="378" y="135"/>
                    </a:lnTo>
                    <a:lnTo>
                      <a:pt x="391" y="301"/>
                    </a:lnTo>
                    <a:lnTo>
                      <a:pt x="384" y="519"/>
                    </a:lnTo>
                    <a:lnTo>
                      <a:pt x="404" y="679"/>
                    </a:lnTo>
                    <a:lnTo>
                      <a:pt x="429" y="628"/>
                    </a:lnTo>
                    <a:lnTo>
                      <a:pt x="442" y="480"/>
                    </a:lnTo>
                    <a:lnTo>
                      <a:pt x="455" y="391"/>
                    </a:lnTo>
                    <a:lnTo>
                      <a:pt x="436" y="506"/>
                    </a:lnTo>
                    <a:lnTo>
                      <a:pt x="461" y="352"/>
                    </a:lnTo>
                    <a:lnTo>
                      <a:pt x="474" y="455"/>
                    </a:lnTo>
                    <a:lnTo>
                      <a:pt x="493" y="519"/>
                    </a:lnTo>
                    <a:lnTo>
                      <a:pt x="512" y="410"/>
                    </a:lnTo>
                    <a:lnTo>
                      <a:pt x="532" y="186"/>
                    </a:lnTo>
                    <a:lnTo>
                      <a:pt x="544" y="231"/>
                    </a:lnTo>
                    <a:lnTo>
                      <a:pt x="570" y="148"/>
                    </a:lnTo>
                    <a:lnTo>
                      <a:pt x="576" y="301"/>
                    </a:lnTo>
                    <a:lnTo>
                      <a:pt x="576" y="730"/>
                    </a:lnTo>
                    <a:lnTo>
                      <a:pt x="647" y="0"/>
                    </a:lnTo>
                    <a:lnTo>
                      <a:pt x="647" y="250"/>
                    </a:lnTo>
                    <a:lnTo>
                      <a:pt x="660" y="333"/>
                    </a:lnTo>
                    <a:lnTo>
                      <a:pt x="685" y="192"/>
                    </a:lnTo>
                    <a:lnTo>
                      <a:pt x="711" y="340"/>
                    </a:lnTo>
                    <a:lnTo>
                      <a:pt x="698" y="429"/>
                    </a:lnTo>
                    <a:lnTo>
                      <a:pt x="717" y="461"/>
                    </a:lnTo>
                  </a:path>
                </a:pathLst>
              </a:custGeom>
              <a:noFill/>
              <a:ln w="9525">
                <a:solidFill>
                  <a:srgbClr val="0079F2"/>
                </a:solidFill>
                <a:round/>
                <a:headEnd/>
                <a:tailEnd/>
              </a:ln>
            </p:spPr>
            <p:txBody>
              <a:bodyPr/>
              <a:lstStyle/>
              <a:p>
                <a:endParaRPr lang="en-GB"/>
              </a:p>
            </p:txBody>
          </p:sp>
          <p:sp>
            <p:nvSpPr>
              <p:cNvPr id="10264" name="Freeform 43"/>
              <p:cNvSpPr>
                <a:spLocks/>
              </p:cNvSpPr>
              <p:nvPr/>
            </p:nvSpPr>
            <p:spPr bwMode="auto">
              <a:xfrm flipV="1">
                <a:off x="4385" y="1138"/>
                <a:ext cx="313" cy="756"/>
              </a:xfrm>
              <a:custGeom>
                <a:avLst/>
                <a:gdLst>
                  <a:gd name="T0" fmla="*/ 0 w 717"/>
                  <a:gd name="T1" fmla="*/ 756 h 756"/>
                  <a:gd name="T2" fmla="*/ 4 w 717"/>
                  <a:gd name="T3" fmla="*/ 167 h 756"/>
                  <a:gd name="T4" fmla="*/ 5 w 717"/>
                  <a:gd name="T5" fmla="*/ 384 h 756"/>
                  <a:gd name="T6" fmla="*/ 7 w 717"/>
                  <a:gd name="T7" fmla="*/ 103 h 756"/>
                  <a:gd name="T8" fmla="*/ 10 w 717"/>
                  <a:gd name="T9" fmla="*/ 519 h 756"/>
                  <a:gd name="T10" fmla="*/ 11 w 717"/>
                  <a:gd name="T11" fmla="*/ 487 h 756"/>
                  <a:gd name="T12" fmla="*/ 11 w 717"/>
                  <a:gd name="T13" fmla="*/ 359 h 756"/>
                  <a:gd name="T14" fmla="*/ 14 w 717"/>
                  <a:gd name="T15" fmla="*/ 71 h 756"/>
                  <a:gd name="T16" fmla="*/ 16 w 717"/>
                  <a:gd name="T17" fmla="*/ 244 h 756"/>
                  <a:gd name="T18" fmla="*/ 17 w 717"/>
                  <a:gd name="T19" fmla="*/ 96 h 756"/>
                  <a:gd name="T20" fmla="*/ 18 w 717"/>
                  <a:gd name="T21" fmla="*/ 615 h 756"/>
                  <a:gd name="T22" fmla="*/ 21 w 717"/>
                  <a:gd name="T23" fmla="*/ 397 h 756"/>
                  <a:gd name="T24" fmla="*/ 24 w 717"/>
                  <a:gd name="T25" fmla="*/ 519 h 756"/>
                  <a:gd name="T26" fmla="*/ 25 w 717"/>
                  <a:gd name="T27" fmla="*/ 308 h 756"/>
                  <a:gd name="T28" fmla="*/ 28 w 717"/>
                  <a:gd name="T29" fmla="*/ 442 h 756"/>
                  <a:gd name="T30" fmla="*/ 29 w 717"/>
                  <a:gd name="T31" fmla="*/ 352 h 756"/>
                  <a:gd name="T32" fmla="*/ 30 w 717"/>
                  <a:gd name="T33" fmla="*/ 384 h 756"/>
                  <a:gd name="T34" fmla="*/ 31 w 717"/>
                  <a:gd name="T35" fmla="*/ 135 h 756"/>
                  <a:gd name="T36" fmla="*/ 33 w 717"/>
                  <a:gd name="T37" fmla="*/ 301 h 756"/>
                  <a:gd name="T38" fmla="*/ 32 w 717"/>
                  <a:gd name="T39" fmla="*/ 519 h 756"/>
                  <a:gd name="T40" fmla="*/ 34 w 717"/>
                  <a:gd name="T41" fmla="*/ 679 h 756"/>
                  <a:gd name="T42" fmla="*/ 36 w 717"/>
                  <a:gd name="T43" fmla="*/ 628 h 756"/>
                  <a:gd name="T44" fmla="*/ 37 w 717"/>
                  <a:gd name="T45" fmla="*/ 480 h 756"/>
                  <a:gd name="T46" fmla="*/ 38 w 717"/>
                  <a:gd name="T47" fmla="*/ 391 h 756"/>
                  <a:gd name="T48" fmla="*/ 36 w 717"/>
                  <a:gd name="T49" fmla="*/ 506 h 756"/>
                  <a:gd name="T50" fmla="*/ 38 w 717"/>
                  <a:gd name="T51" fmla="*/ 352 h 756"/>
                  <a:gd name="T52" fmla="*/ 39 w 717"/>
                  <a:gd name="T53" fmla="*/ 455 h 756"/>
                  <a:gd name="T54" fmla="*/ 41 w 717"/>
                  <a:gd name="T55" fmla="*/ 519 h 756"/>
                  <a:gd name="T56" fmla="*/ 43 w 717"/>
                  <a:gd name="T57" fmla="*/ 410 h 756"/>
                  <a:gd name="T58" fmla="*/ 44 w 717"/>
                  <a:gd name="T59" fmla="*/ 186 h 756"/>
                  <a:gd name="T60" fmla="*/ 45 w 717"/>
                  <a:gd name="T61" fmla="*/ 231 h 756"/>
                  <a:gd name="T62" fmla="*/ 48 w 717"/>
                  <a:gd name="T63" fmla="*/ 148 h 756"/>
                  <a:gd name="T64" fmla="*/ 48 w 717"/>
                  <a:gd name="T65" fmla="*/ 301 h 756"/>
                  <a:gd name="T66" fmla="*/ 48 w 717"/>
                  <a:gd name="T67" fmla="*/ 730 h 756"/>
                  <a:gd name="T68" fmla="*/ 54 w 717"/>
                  <a:gd name="T69" fmla="*/ 0 h 756"/>
                  <a:gd name="T70" fmla="*/ 54 w 717"/>
                  <a:gd name="T71" fmla="*/ 250 h 756"/>
                  <a:gd name="T72" fmla="*/ 55 w 717"/>
                  <a:gd name="T73" fmla="*/ 333 h 756"/>
                  <a:gd name="T74" fmla="*/ 57 w 717"/>
                  <a:gd name="T75" fmla="*/ 192 h 756"/>
                  <a:gd name="T76" fmla="*/ 59 w 717"/>
                  <a:gd name="T77" fmla="*/ 340 h 756"/>
                  <a:gd name="T78" fmla="*/ 58 w 717"/>
                  <a:gd name="T79" fmla="*/ 429 h 756"/>
                  <a:gd name="T80" fmla="*/ 60 w 717"/>
                  <a:gd name="T81" fmla="*/ 461 h 756"/>
                  <a:gd name="T82" fmla="*/ 0 60000 65536"/>
                  <a:gd name="T83" fmla="*/ 0 60000 65536"/>
                  <a:gd name="T84" fmla="*/ 0 60000 65536"/>
                  <a:gd name="T85" fmla="*/ 0 60000 65536"/>
                  <a:gd name="T86" fmla="*/ 0 60000 65536"/>
                  <a:gd name="T87" fmla="*/ 0 60000 65536"/>
                  <a:gd name="T88" fmla="*/ 0 60000 65536"/>
                  <a:gd name="T89" fmla="*/ 0 60000 65536"/>
                  <a:gd name="T90" fmla="*/ 0 60000 65536"/>
                  <a:gd name="T91" fmla="*/ 0 60000 65536"/>
                  <a:gd name="T92" fmla="*/ 0 60000 65536"/>
                  <a:gd name="T93" fmla="*/ 0 60000 65536"/>
                  <a:gd name="T94" fmla="*/ 0 60000 65536"/>
                  <a:gd name="T95" fmla="*/ 0 60000 65536"/>
                  <a:gd name="T96" fmla="*/ 0 60000 65536"/>
                  <a:gd name="T97" fmla="*/ 0 60000 65536"/>
                  <a:gd name="T98" fmla="*/ 0 60000 65536"/>
                  <a:gd name="T99" fmla="*/ 0 60000 65536"/>
                  <a:gd name="T100" fmla="*/ 0 60000 65536"/>
                  <a:gd name="T101" fmla="*/ 0 60000 65536"/>
                  <a:gd name="T102" fmla="*/ 0 60000 65536"/>
                  <a:gd name="T103" fmla="*/ 0 60000 65536"/>
                  <a:gd name="T104" fmla="*/ 0 60000 65536"/>
                  <a:gd name="T105" fmla="*/ 0 60000 65536"/>
                  <a:gd name="T106" fmla="*/ 0 60000 65536"/>
                  <a:gd name="T107" fmla="*/ 0 60000 65536"/>
                  <a:gd name="T108" fmla="*/ 0 60000 65536"/>
                  <a:gd name="T109" fmla="*/ 0 60000 65536"/>
                  <a:gd name="T110" fmla="*/ 0 60000 65536"/>
                  <a:gd name="T111" fmla="*/ 0 60000 65536"/>
                  <a:gd name="T112" fmla="*/ 0 60000 65536"/>
                  <a:gd name="T113" fmla="*/ 0 60000 65536"/>
                  <a:gd name="T114" fmla="*/ 0 60000 65536"/>
                  <a:gd name="T115" fmla="*/ 0 60000 65536"/>
                  <a:gd name="T116" fmla="*/ 0 60000 65536"/>
                  <a:gd name="T117" fmla="*/ 0 60000 65536"/>
                  <a:gd name="T118" fmla="*/ 0 60000 65536"/>
                  <a:gd name="T119" fmla="*/ 0 60000 65536"/>
                  <a:gd name="T120" fmla="*/ 0 60000 65536"/>
                  <a:gd name="T121" fmla="*/ 0 60000 65536"/>
                  <a:gd name="T122" fmla="*/ 0 60000 65536"/>
                  <a:gd name="T123" fmla="*/ 0 w 717"/>
                  <a:gd name="T124" fmla="*/ 0 h 756"/>
                  <a:gd name="T125" fmla="*/ 717 w 717"/>
                  <a:gd name="T126" fmla="*/ 756 h 756"/>
                </a:gdLst>
                <a:ahLst/>
                <a:cxnLst>
                  <a:cxn ang="T82">
                    <a:pos x="T0" y="T1"/>
                  </a:cxn>
                  <a:cxn ang="T83">
                    <a:pos x="T2" y="T3"/>
                  </a:cxn>
                  <a:cxn ang="T84">
                    <a:pos x="T4" y="T5"/>
                  </a:cxn>
                  <a:cxn ang="T85">
                    <a:pos x="T6" y="T7"/>
                  </a:cxn>
                  <a:cxn ang="T86">
                    <a:pos x="T8" y="T9"/>
                  </a:cxn>
                  <a:cxn ang="T87">
                    <a:pos x="T10" y="T11"/>
                  </a:cxn>
                  <a:cxn ang="T88">
                    <a:pos x="T12" y="T13"/>
                  </a:cxn>
                  <a:cxn ang="T89">
                    <a:pos x="T14" y="T15"/>
                  </a:cxn>
                  <a:cxn ang="T90">
                    <a:pos x="T16" y="T17"/>
                  </a:cxn>
                  <a:cxn ang="T91">
                    <a:pos x="T18" y="T19"/>
                  </a:cxn>
                  <a:cxn ang="T92">
                    <a:pos x="T20" y="T21"/>
                  </a:cxn>
                  <a:cxn ang="T93">
                    <a:pos x="T22" y="T23"/>
                  </a:cxn>
                  <a:cxn ang="T94">
                    <a:pos x="T24" y="T25"/>
                  </a:cxn>
                  <a:cxn ang="T95">
                    <a:pos x="T26" y="T27"/>
                  </a:cxn>
                  <a:cxn ang="T96">
                    <a:pos x="T28" y="T29"/>
                  </a:cxn>
                  <a:cxn ang="T97">
                    <a:pos x="T30" y="T31"/>
                  </a:cxn>
                  <a:cxn ang="T98">
                    <a:pos x="T32" y="T33"/>
                  </a:cxn>
                  <a:cxn ang="T99">
                    <a:pos x="T34" y="T35"/>
                  </a:cxn>
                  <a:cxn ang="T100">
                    <a:pos x="T36" y="T37"/>
                  </a:cxn>
                  <a:cxn ang="T101">
                    <a:pos x="T38" y="T39"/>
                  </a:cxn>
                  <a:cxn ang="T102">
                    <a:pos x="T40" y="T41"/>
                  </a:cxn>
                  <a:cxn ang="T103">
                    <a:pos x="T42" y="T43"/>
                  </a:cxn>
                  <a:cxn ang="T104">
                    <a:pos x="T44" y="T45"/>
                  </a:cxn>
                  <a:cxn ang="T105">
                    <a:pos x="T46" y="T47"/>
                  </a:cxn>
                  <a:cxn ang="T106">
                    <a:pos x="T48" y="T49"/>
                  </a:cxn>
                  <a:cxn ang="T107">
                    <a:pos x="T50" y="T51"/>
                  </a:cxn>
                  <a:cxn ang="T108">
                    <a:pos x="T52" y="T53"/>
                  </a:cxn>
                  <a:cxn ang="T109">
                    <a:pos x="T54" y="T55"/>
                  </a:cxn>
                  <a:cxn ang="T110">
                    <a:pos x="T56" y="T57"/>
                  </a:cxn>
                  <a:cxn ang="T111">
                    <a:pos x="T58" y="T59"/>
                  </a:cxn>
                  <a:cxn ang="T112">
                    <a:pos x="T60" y="T61"/>
                  </a:cxn>
                  <a:cxn ang="T113">
                    <a:pos x="T62" y="T63"/>
                  </a:cxn>
                  <a:cxn ang="T114">
                    <a:pos x="T64" y="T65"/>
                  </a:cxn>
                  <a:cxn ang="T115">
                    <a:pos x="T66" y="T67"/>
                  </a:cxn>
                  <a:cxn ang="T116">
                    <a:pos x="T68" y="T69"/>
                  </a:cxn>
                  <a:cxn ang="T117">
                    <a:pos x="T70" y="T71"/>
                  </a:cxn>
                  <a:cxn ang="T118">
                    <a:pos x="T72" y="T73"/>
                  </a:cxn>
                  <a:cxn ang="T119">
                    <a:pos x="T74" y="T75"/>
                  </a:cxn>
                  <a:cxn ang="T120">
                    <a:pos x="T76" y="T77"/>
                  </a:cxn>
                  <a:cxn ang="T121">
                    <a:pos x="T78" y="T79"/>
                  </a:cxn>
                  <a:cxn ang="T122">
                    <a:pos x="T80" y="T81"/>
                  </a:cxn>
                </a:cxnLst>
                <a:rect l="T123" t="T124" r="T125" b="T126"/>
                <a:pathLst>
                  <a:path w="717" h="756">
                    <a:moveTo>
                      <a:pt x="0" y="756"/>
                    </a:moveTo>
                    <a:lnTo>
                      <a:pt x="52" y="167"/>
                    </a:lnTo>
                    <a:lnTo>
                      <a:pt x="64" y="384"/>
                    </a:lnTo>
                    <a:lnTo>
                      <a:pt x="90" y="103"/>
                    </a:lnTo>
                    <a:lnTo>
                      <a:pt x="116" y="519"/>
                    </a:lnTo>
                    <a:lnTo>
                      <a:pt x="135" y="487"/>
                    </a:lnTo>
                    <a:lnTo>
                      <a:pt x="135" y="359"/>
                    </a:lnTo>
                    <a:lnTo>
                      <a:pt x="167" y="71"/>
                    </a:lnTo>
                    <a:lnTo>
                      <a:pt x="192" y="244"/>
                    </a:lnTo>
                    <a:lnTo>
                      <a:pt x="205" y="96"/>
                    </a:lnTo>
                    <a:lnTo>
                      <a:pt x="218" y="615"/>
                    </a:lnTo>
                    <a:lnTo>
                      <a:pt x="244" y="397"/>
                    </a:lnTo>
                    <a:lnTo>
                      <a:pt x="282" y="519"/>
                    </a:lnTo>
                    <a:lnTo>
                      <a:pt x="308" y="308"/>
                    </a:lnTo>
                    <a:lnTo>
                      <a:pt x="333" y="442"/>
                    </a:lnTo>
                    <a:lnTo>
                      <a:pt x="346" y="352"/>
                    </a:lnTo>
                    <a:lnTo>
                      <a:pt x="365" y="384"/>
                    </a:lnTo>
                    <a:lnTo>
                      <a:pt x="378" y="135"/>
                    </a:lnTo>
                    <a:lnTo>
                      <a:pt x="391" y="301"/>
                    </a:lnTo>
                    <a:lnTo>
                      <a:pt x="384" y="519"/>
                    </a:lnTo>
                    <a:lnTo>
                      <a:pt x="404" y="679"/>
                    </a:lnTo>
                    <a:lnTo>
                      <a:pt x="429" y="628"/>
                    </a:lnTo>
                    <a:lnTo>
                      <a:pt x="442" y="480"/>
                    </a:lnTo>
                    <a:lnTo>
                      <a:pt x="455" y="391"/>
                    </a:lnTo>
                    <a:lnTo>
                      <a:pt x="436" y="506"/>
                    </a:lnTo>
                    <a:lnTo>
                      <a:pt x="461" y="352"/>
                    </a:lnTo>
                    <a:lnTo>
                      <a:pt x="474" y="455"/>
                    </a:lnTo>
                    <a:lnTo>
                      <a:pt x="493" y="519"/>
                    </a:lnTo>
                    <a:lnTo>
                      <a:pt x="512" y="410"/>
                    </a:lnTo>
                    <a:lnTo>
                      <a:pt x="532" y="186"/>
                    </a:lnTo>
                    <a:lnTo>
                      <a:pt x="544" y="231"/>
                    </a:lnTo>
                    <a:lnTo>
                      <a:pt x="570" y="148"/>
                    </a:lnTo>
                    <a:lnTo>
                      <a:pt x="576" y="301"/>
                    </a:lnTo>
                    <a:lnTo>
                      <a:pt x="576" y="730"/>
                    </a:lnTo>
                    <a:lnTo>
                      <a:pt x="647" y="0"/>
                    </a:lnTo>
                    <a:lnTo>
                      <a:pt x="647" y="250"/>
                    </a:lnTo>
                    <a:lnTo>
                      <a:pt x="660" y="333"/>
                    </a:lnTo>
                    <a:lnTo>
                      <a:pt x="685" y="192"/>
                    </a:lnTo>
                    <a:lnTo>
                      <a:pt x="711" y="340"/>
                    </a:lnTo>
                    <a:lnTo>
                      <a:pt x="698" y="429"/>
                    </a:lnTo>
                    <a:lnTo>
                      <a:pt x="717" y="461"/>
                    </a:lnTo>
                  </a:path>
                </a:pathLst>
              </a:custGeom>
              <a:noFill/>
              <a:ln w="9525">
                <a:solidFill>
                  <a:srgbClr val="0079F2"/>
                </a:solidFill>
                <a:round/>
                <a:headEnd/>
                <a:tailEnd/>
              </a:ln>
            </p:spPr>
            <p:txBody>
              <a:bodyPr/>
              <a:lstStyle/>
              <a:p>
                <a:endParaRPr lang="en-GB"/>
              </a:p>
            </p:txBody>
          </p:sp>
          <p:sp>
            <p:nvSpPr>
              <p:cNvPr id="10265" name="Freeform 44"/>
              <p:cNvSpPr>
                <a:spLocks/>
              </p:cNvSpPr>
              <p:nvPr/>
            </p:nvSpPr>
            <p:spPr bwMode="auto">
              <a:xfrm flipH="1">
                <a:off x="4698" y="1100"/>
                <a:ext cx="313" cy="756"/>
              </a:xfrm>
              <a:custGeom>
                <a:avLst/>
                <a:gdLst>
                  <a:gd name="T0" fmla="*/ 0 w 717"/>
                  <a:gd name="T1" fmla="*/ 756 h 756"/>
                  <a:gd name="T2" fmla="*/ 4 w 717"/>
                  <a:gd name="T3" fmla="*/ 167 h 756"/>
                  <a:gd name="T4" fmla="*/ 5 w 717"/>
                  <a:gd name="T5" fmla="*/ 384 h 756"/>
                  <a:gd name="T6" fmla="*/ 7 w 717"/>
                  <a:gd name="T7" fmla="*/ 103 h 756"/>
                  <a:gd name="T8" fmla="*/ 10 w 717"/>
                  <a:gd name="T9" fmla="*/ 519 h 756"/>
                  <a:gd name="T10" fmla="*/ 11 w 717"/>
                  <a:gd name="T11" fmla="*/ 487 h 756"/>
                  <a:gd name="T12" fmla="*/ 11 w 717"/>
                  <a:gd name="T13" fmla="*/ 359 h 756"/>
                  <a:gd name="T14" fmla="*/ 14 w 717"/>
                  <a:gd name="T15" fmla="*/ 71 h 756"/>
                  <a:gd name="T16" fmla="*/ 16 w 717"/>
                  <a:gd name="T17" fmla="*/ 244 h 756"/>
                  <a:gd name="T18" fmla="*/ 17 w 717"/>
                  <a:gd name="T19" fmla="*/ 96 h 756"/>
                  <a:gd name="T20" fmla="*/ 18 w 717"/>
                  <a:gd name="T21" fmla="*/ 615 h 756"/>
                  <a:gd name="T22" fmla="*/ 21 w 717"/>
                  <a:gd name="T23" fmla="*/ 397 h 756"/>
                  <a:gd name="T24" fmla="*/ 24 w 717"/>
                  <a:gd name="T25" fmla="*/ 519 h 756"/>
                  <a:gd name="T26" fmla="*/ 25 w 717"/>
                  <a:gd name="T27" fmla="*/ 308 h 756"/>
                  <a:gd name="T28" fmla="*/ 28 w 717"/>
                  <a:gd name="T29" fmla="*/ 442 h 756"/>
                  <a:gd name="T30" fmla="*/ 29 w 717"/>
                  <a:gd name="T31" fmla="*/ 352 h 756"/>
                  <a:gd name="T32" fmla="*/ 30 w 717"/>
                  <a:gd name="T33" fmla="*/ 384 h 756"/>
                  <a:gd name="T34" fmla="*/ 31 w 717"/>
                  <a:gd name="T35" fmla="*/ 135 h 756"/>
                  <a:gd name="T36" fmla="*/ 33 w 717"/>
                  <a:gd name="T37" fmla="*/ 301 h 756"/>
                  <a:gd name="T38" fmla="*/ 32 w 717"/>
                  <a:gd name="T39" fmla="*/ 519 h 756"/>
                  <a:gd name="T40" fmla="*/ 34 w 717"/>
                  <a:gd name="T41" fmla="*/ 679 h 756"/>
                  <a:gd name="T42" fmla="*/ 36 w 717"/>
                  <a:gd name="T43" fmla="*/ 628 h 756"/>
                  <a:gd name="T44" fmla="*/ 37 w 717"/>
                  <a:gd name="T45" fmla="*/ 480 h 756"/>
                  <a:gd name="T46" fmla="*/ 38 w 717"/>
                  <a:gd name="T47" fmla="*/ 391 h 756"/>
                  <a:gd name="T48" fmla="*/ 36 w 717"/>
                  <a:gd name="T49" fmla="*/ 506 h 756"/>
                  <a:gd name="T50" fmla="*/ 38 w 717"/>
                  <a:gd name="T51" fmla="*/ 352 h 756"/>
                  <a:gd name="T52" fmla="*/ 39 w 717"/>
                  <a:gd name="T53" fmla="*/ 455 h 756"/>
                  <a:gd name="T54" fmla="*/ 41 w 717"/>
                  <a:gd name="T55" fmla="*/ 519 h 756"/>
                  <a:gd name="T56" fmla="*/ 43 w 717"/>
                  <a:gd name="T57" fmla="*/ 410 h 756"/>
                  <a:gd name="T58" fmla="*/ 44 w 717"/>
                  <a:gd name="T59" fmla="*/ 186 h 756"/>
                  <a:gd name="T60" fmla="*/ 45 w 717"/>
                  <a:gd name="T61" fmla="*/ 231 h 756"/>
                  <a:gd name="T62" fmla="*/ 48 w 717"/>
                  <a:gd name="T63" fmla="*/ 148 h 756"/>
                  <a:gd name="T64" fmla="*/ 48 w 717"/>
                  <a:gd name="T65" fmla="*/ 301 h 756"/>
                  <a:gd name="T66" fmla="*/ 48 w 717"/>
                  <a:gd name="T67" fmla="*/ 730 h 756"/>
                  <a:gd name="T68" fmla="*/ 54 w 717"/>
                  <a:gd name="T69" fmla="*/ 0 h 756"/>
                  <a:gd name="T70" fmla="*/ 54 w 717"/>
                  <a:gd name="T71" fmla="*/ 250 h 756"/>
                  <a:gd name="T72" fmla="*/ 55 w 717"/>
                  <a:gd name="T73" fmla="*/ 333 h 756"/>
                  <a:gd name="T74" fmla="*/ 57 w 717"/>
                  <a:gd name="T75" fmla="*/ 192 h 756"/>
                  <a:gd name="T76" fmla="*/ 59 w 717"/>
                  <a:gd name="T77" fmla="*/ 340 h 756"/>
                  <a:gd name="T78" fmla="*/ 58 w 717"/>
                  <a:gd name="T79" fmla="*/ 429 h 756"/>
                  <a:gd name="T80" fmla="*/ 60 w 717"/>
                  <a:gd name="T81" fmla="*/ 461 h 756"/>
                  <a:gd name="T82" fmla="*/ 0 60000 65536"/>
                  <a:gd name="T83" fmla="*/ 0 60000 65536"/>
                  <a:gd name="T84" fmla="*/ 0 60000 65536"/>
                  <a:gd name="T85" fmla="*/ 0 60000 65536"/>
                  <a:gd name="T86" fmla="*/ 0 60000 65536"/>
                  <a:gd name="T87" fmla="*/ 0 60000 65536"/>
                  <a:gd name="T88" fmla="*/ 0 60000 65536"/>
                  <a:gd name="T89" fmla="*/ 0 60000 65536"/>
                  <a:gd name="T90" fmla="*/ 0 60000 65536"/>
                  <a:gd name="T91" fmla="*/ 0 60000 65536"/>
                  <a:gd name="T92" fmla="*/ 0 60000 65536"/>
                  <a:gd name="T93" fmla="*/ 0 60000 65536"/>
                  <a:gd name="T94" fmla="*/ 0 60000 65536"/>
                  <a:gd name="T95" fmla="*/ 0 60000 65536"/>
                  <a:gd name="T96" fmla="*/ 0 60000 65536"/>
                  <a:gd name="T97" fmla="*/ 0 60000 65536"/>
                  <a:gd name="T98" fmla="*/ 0 60000 65536"/>
                  <a:gd name="T99" fmla="*/ 0 60000 65536"/>
                  <a:gd name="T100" fmla="*/ 0 60000 65536"/>
                  <a:gd name="T101" fmla="*/ 0 60000 65536"/>
                  <a:gd name="T102" fmla="*/ 0 60000 65536"/>
                  <a:gd name="T103" fmla="*/ 0 60000 65536"/>
                  <a:gd name="T104" fmla="*/ 0 60000 65536"/>
                  <a:gd name="T105" fmla="*/ 0 60000 65536"/>
                  <a:gd name="T106" fmla="*/ 0 60000 65536"/>
                  <a:gd name="T107" fmla="*/ 0 60000 65536"/>
                  <a:gd name="T108" fmla="*/ 0 60000 65536"/>
                  <a:gd name="T109" fmla="*/ 0 60000 65536"/>
                  <a:gd name="T110" fmla="*/ 0 60000 65536"/>
                  <a:gd name="T111" fmla="*/ 0 60000 65536"/>
                  <a:gd name="T112" fmla="*/ 0 60000 65536"/>
                  <a:gd name="T113" fmla="*/ 0 60000 65536"/>
                  <a:gd name="T114" fmla="*/ 0 60000 65536"/>
                  <a:gd name="T115" fmla="*/ 0 60000 65536"/>
                  <a:gd name="T116" fmla="*/ 0 60000 65536"/>
                  <a:gd name="T117" fmla="*/ 0 60000 65536"/>
                  <a:gd name="T118" fmla="*/ 0 60000 65536"/>
                  <a:gd name="T119" fmla="*/ 0 60000 65536"/>
                  <a:gd name="T120" fmla="*/ 0 60000 65536"/>
                  <a:gd name="T121" fmla="*/ 0 60000 65536"/>
                  <a:gd name="T122" fmla="*/ 0 60000 65536"/>
                  <a:gd name="T123" fmla="*/ 0 w 717"/>
                  <a:gd name="T124" fmla="*/ 0 h 756"/>
                  <a:gd name="T125" fmla="*/ 717 w 717"/>
                  <a:gd name="T126" fmla="*/ 756 h 756"/>
                </a:gdLst>
                <a:ahLst/>
                <a:cxnLst>
                  <a:cxn ang="T82">
                    <a:pos x="T0" y="T1"/>
                  </a:cxn>
                  <a:cxn ang="T83">
                    <a:pos x="T2" y="T3"/>
                  </a:cxn>
                  <a:cxn ang="T84">
                    <a:pos x="T4" y="T5"/>
                  </a:cxn>
                  <a:cxn ang="T85">
                    <a:pos x="T6" y="T7"/>
                  </a:cxn>
                  <a:cxn ang="T86">
                    <a:pos x="T8" y="T9"/>
                  </a:cxn>
                  <a:cxn ang="T87">
                    <a:pos x="T10" y="T11"/>
                  </a:cxn>
                  <a:cxn ang="T88">
                    <a:pos x="T12" y="T13"/>
                  </a:cxn>
                  <a:cxn ang="T89">
                    <a:pos x="T14" y="T15"/>
                  </a:cxn>
                  <a:cxn ang="T90">
                    <a:pos x="T16" y="T17"/>
                  </a:cxn>
                  <a:cxn ang="T91">
                    <a:pos x="T18" y="T19"/>
                  </a:cxn>
                  <a:cxn ang="T92">
                    <a:pos x="T20" y="T21"/>
                  </a:cxn>
                  <a:cxn ang="T93">
                    <a:pos x="T22" y="T23"/>
                  </a:cxn>
                  <a:cxn ang="T94">
                    <a:pos x="T24" y="T25"/>
                  </a:cxn>
                  <a:cxn ang="T95">
                    <a:pos x="T26" y="T27"/>
                  </a:cxn>
                  <a:cxn ang="T96">
                    <a:pos x="T28" y="T29"/>
                  </a:cxn>
                  <a:cxn ang="T97">
                    <a:pos x="T30" y="T31"/>
                  </a:cxn>
                  <a:cxn ang="T98">
                    <a:pos x="T32" y="T33"/>
                  </a:cxn>
                  <a:cxn ang="T99">
                    <a:pos x="T34" y="T35"/>
                  </a:cxn>
                  <a:cxn ang="T100">
                    <a:pos x="T36" y="T37"/>
                  </a:cxn>
                  <a:cxn ang="T101">
                    <a:pos x="T38" y="T39"/>
                  </a:cxn>
                  <a:cxn ang="T102">
                    <a:pos x="T40" y="T41"/>
                  </a:cxn>
                  <a:cxn ang="T103">
                    <a:pos x="T42" y="T43"/>
                  </a:cxn>
                  <a:cxn ang="T104">
                    <a:pos x="T44" y="T45"/>
                  </a:cxn>
                  <a:cxn ang="T105">
                    <a:pos x="T46" y="T47"/>
                  </a:cxn>
                  <a:cxn ang="T106">
                    <a:pos x="T48" y="T49"/>
                  </a:cxn>
                  <a:cxn ang="T107">
                    <a:pos x="T50" y="T51"/>
                  </a:cxn>
                  <a:cxn ang="T108">
                    <a:pos x="T52" y="T53"/>
                  </a:cxn>
                  <a:cxn ang="T109">
                    <a:pos x="T54" y="T55"/>
                  </a:cxn>
                  <a:cxn ang="T110">
                    <a:pos x="T56" y="T57"/>
                  </a:cxn>
                  <a:cxn ang="T111">
                    <a:pos x="T58" y="T59"/>
                  </a:cxn>
                  <a:cxn ang="T112">
                    <a:pos x="T60" y="T61"/>
                  </a:cxn>
                  <a:cxn ang="T113">
                    <a:pos x="T62" y="T63"/>
                  </a:cxn>
                  <a:cxn ang="T114">
                    <a:pos x="T64" y="T65"/>
                  </a:cxn>
                  <a:cxn ang="T115">
                    <a:pos x="T66" y="T67"/>
                  </a:cxn>
                  <a:cxn ang="T116">
                    <a:pos x="T68" y="T69"/>
                  </a:cxn>
                  <a:cxn ang="T117">
                    <a:pos x="T70" y="T71"/>
                  </a:cxn>
                  <a:cxn ang="T118">
                    <a:pos x="T72" y="T73"/>
                  </a:cxn>
                  <a:cxn ang="T119">
                    <a:pos x="T74" y="T75"/>
                  </a:cxn>
                  <a:cxn ang="T120">
                    <a:pos x="T76" y="T77"/>
                  </a:cxn>
                  <a:cxn ang="T121">
                    <a:pos x="T78" y="T79"/>
                  </a:cxn>
                  <a:cxn ang="T122">
                    <a:pos x="T80" y="T81"/>
                  </a:cxn>
                </a:cxnLst>
                <a:rect l="T123" t="T124" r="T125" b="T126"/>
                <a:pathLst>
                  <a:path w="717" h="756">
                    <a:moveTo>
                      <a:pt x="0" y="756"/>
                    </a:moveTo>
                    <a:lnTo>
                      <a:pt x="52" y="167"/>
                    </a:lnTo>
                    <a:lnTo>
                      <a:pt x="64" y="384"/>
                    </a:lnTo>
                    <a:lnTo>
                      <a:pt x="90" y="103"/>
                    </a:lnTo>
                    <a:lnTo>
                      <a:pt x="116" y="519"/>
                    </a:lnTo>
                    <a:lnTo>
                      <a:pt x="135" y="487"/>
                    </a:lnTo>
                    <a:lnTo>
                      <a:pt x="135" y="359"/>
                    </a:lnTo>
                    <a:lnTo>
                      <a:pt x="167" y="71"/>
                    </a:lnTo>
                    <a:lnTo>
                      <a:pt x="192" y="244"/>
                    </a:lnTo>
                    <a:lnTo>
                      <a:pt x="205" y="96"/>
                    </a:lnTo>
                    <a:lnTo>
                      <a:pt x="218" y="615"/>
                    </a:lnTo>
                    <a:lnTo>
                      <a:pt x="244" y="397"/>
                    </a:lnTo>
                    <a:lnTo>
                      <a:pt x="282" y="519"/>
                    </a:lnTo>
                    <a:lnTo>
                      <a:pt x="308" y="308"/>
                    </a:lnTo>
                    <a:lnTo>
                      <a:pt x="333" y="442"/>
                    </a:lnTo>
                    <a:lnTo>
                      <a:pt x="346" y="352"/>
                    </a:lnTo>
                    <a:lnTo>
                      <a:pt x="365" y="384"/>
                    </a:lnTo>
                    <a:lnTo>
                      <a:pt x="378" y="135"/>
                    </a:lnTo>
                    <a:lnTo>
                      <a:pt x="391" y="301"/>
                    </a:lnTo>
                    <a:lnTo>
                      <a:pt x="384" y="519"/>
                    </a:lnTo>
                    <a:lnTo>
                      <a:pt x="404" y="679"/>
                    </a:lnTo>
                    <a:lnTo>
                      <a:pt x="429" y="628"/>
                    </a:lnTo>
                    <a:lnTo>
                      <a:pt x="442" y="480"/>
                    </a:lnTo>
                    <a:lnTo>
                      <a:pt x="455" y="391"/>
                    </a:lnTo>
                    <a:lnTo>
                      <a:pt x="436" y="506"/>
                    </a:lnTo>
                    <a:lnTo>
                      <a:pt x="461" y="352"/>
                    </a:lnTo>
                    <a:lnTo>
                      <a:pt x="474" y="455"/>
                    </a:lnTo>
                    <a:lnTo>
                      <a:pt x="493" y="519"/>
                    </a:lnTo>
                    <a:lnTo>
                      <a:pt x="512" y="410"/>
                    </a:lnTo>
                    <a:lnTo>
                      <a:pt x="532" y="186"/>
                    </a:lnTo>
                    <a:lnTo>
                      <a:pt x="544" y="231"/>
                    </a:lnTo>
                    <a:lnTo>
                      <a:pt x="570" y="148"/>
                    </a:lnTo>
                    <a:lnTo>
                      <a:pt x="576" y="301"/>
                    </a:lnTo>
                    <a:lnTo>
                      <a:pt x="576" y="730"/>
                    </a:lnTo>
                    <a:lnTo>
                      <a:pt x="647" y="0"/>
                    </a:lnTo>
                    <a:lnTo>
                      <a:pt x="647" y="250"/>
                    </a:lnTo>
                    <a:lnTo>
                      <a:pt x="660" y="333"/>
                    </a:lnTo>
                    <a:lnTo>
                      <a:pt x="685" y="192"/>
                    </a:lnTo>
                    <a:lnTo>
                      <a:pt x="711" y="340"/>
                    </a:lnTo>
                    <a:lnTo>
                      <a:pt x="698" y="429"/>
                    </a:lnTo>
                    <a:lnTo>
                      <a:pt x="717" y="461"/>
                    </a:lnTo>
                  </a:path>
                </a:pathLst>
              </a:custGeom>
              <a:noFill/>
              <a:ln w="9525">
                <a:solidFill>
                  <a:srgbClr val="0079F2"/>
                </a:solidFill>
                <a:round/>
                <a:headEnd/>
                <a:tailEnd/>
              </a:ln>
            </p:spPr>
            <p:txBody>
              <a:bodyPr/>
              <a:lstStyle/>
              <a:p>
                <a:endParaRPr lang="en-GB"/>
              </a:p>
            </p:txBody>
          </p:sp>
        </p:grpSp>
        <p:grpSp>
          <p:nvGrpSpPr>
            <p:cNvPr id="10" name="Group 45"/>
            <p:cNvGrpSpPr>
              <a:grpSpLocks/>
            </p:cNvGrpSpPr>
            <p:nvPr/>
          </p:nvGrpSpPr>
          <p:grpSpPr bwMode="auto">
            <a:xfrm flipH="1">
              <a:off x="4569" y="1098"/>
              <a:ext cx="590" cy="801"/>
              <a:chOff x="3462" y="1100"/>
              <a:chExt cx="1549" cy="801"/>
            </a:xfrm>
          </p:grpSpPr>
          <p:sp>
            <p:nvSpPr>
              <p:cNvPr id="10256" name="Freeform 46"/>
              <p:cNvSpPr>
                <a:spLocks/>
              </p:cNvSpPr>
              <p:nvPr/>
            </p:nvSpPr>
            <p:spPr bwMode="auto">
              <a:xfrm>
                <a:off x="3462" y="1126"/>
                <a:ext cx="313" cy="756"/>
              </a:xfrm>
              <a:custGeom>
                <a:avLst/>
                <a:gdLst>
                  <a:gd name="T0" fmla="*/ 0 w 717"/>
                  <a:gd name="T1" fmla="*/ 756 h 756"/>
                  <a:gd name="T2" fmla="*/ 4 w 717"/>
                  <a:gd name="T3" fmla="*/ 167 h 756"/>
                  <a:gd name="T4" fmla="*/ 5 w 717"/>
                  <a:gd name="T5" fmla="*/ 384 h 756"/>
                  <a:gd name="T6" fmla="*/ 7 w 717"/>
                  <a:gd name="T7" fmla="*/ 103 h 756"/>
                  <a:gd name="T8" fmla="*/ 10 w 717"/>
                  <a:gd name="T9" fmla="*/ 519 h 756"/>
                  <a:gd name="T10" fmla="*/ 11 w 717"/>
                  <a:gd name="T11" fmla="*/ 487 h 756"/>
                  <a:gd name="T12" fmla="*/ 11 w 717"/>
                  <a:gd name="T13" fmla="*/ 359 h 756"/>
                  <a:gd name="T14" fmla="*/ 14 w 717"/>
                  <a:gd name="T15" fmla="*/ 71 h 756"/>
                  <a:gd name="T16" fmla="*/ 16 w 717"/>
                  <a:gd name="T17" fmla="*/ 244 h 756"/>
                  <a:gd name="T18" fmla="*/ 17 w 717"/>
                  <a:gd name="T19" fmla="*/ 96 h 756"/>
                  <a:gd name="T20" fmla="*/ 18 w 717"/>
                  <a:gd name="T21" fmla="*/ 615 h 756"/>
                  <a:gd name="T22" fmla="*/ 21 w 717"/>
                  <a:gd name="T23" fmla="*/ 397 h 756"/>
                  <a:gd name="T24" fmla="*/ 24 w 717"/>
                  <a:gd name="T25" fmla="*/ 519 h 756"/>
                  <a:gd name="T26" fmla="*/ 25 w 717"/>
                  <a:gd name="T27" fmla="*/ 308 h 756"/>
                  <a:gd name="T28" fmla="*/ 28 w 717"/>
                  <a:gd name="T29" fmla="*/ 442 h 756"/>
                  <a:gd name="T30" fmla="*/ 29 w 717"/>
                  <a:gd name="T31" fmla="*/ 352 h 756"/>
                  <a:gd name="T32" fmla="*/ 30 w 717"/>
                  <a:gd name="T33" fmla="*/ 384 h 756"/>
                  <a:gd name="T34" fmla="*/ 31 w 717"/>
                  <a:gd name="T35" fmla="*/ 135 h 756"/>
                  <a:gd name="T36" fmla="*/ 33 w 717"/>
                  <a:gd name="T37" fmla="*/ 301 h 756"/>
                  <a:gd name="T38" fmla="*/ 32 w 717"/>
                  <a:gd name="T39" fmla="*/ 519 h 756"/>
                  <a:gd name="T40" fmla="*/ 34 w 717"/>
                  <a:gd name="T41" fmla="*/ 679 h 756"/>
                  <a:gd name="T42" fmla="*/ 36 w 717"/>
                  <a:gd name="T43" fmla="*/ 628 h 756"/>
                  <a:gd name="T44" fmla="*/ 37 w 717"/>
                  <a:gd name="T45" fmla="*/ 480 h 756"/>
                  <a:gd name="T46" fmla="*/ 38 w 717"/>
                  <a:gd name="T47" fmla="*/ 391 h 756"/>
                  <a:gd name="T48" fmla="*/ 36 w 717"/>
                  <a:gd name="T49" fmla="*/ 506 h 756"/>
                  <a:gd name="T50" fmla="*/ 38 w 717"/>
                  <a:gd name="T51" fmla="*/ 352 h 756"/>
                  <a:gd name="T52" fmla="*/ 39 w 717"/>
                  <a:gd name="T53" fmla="*/ 455 h 756"/>
                  <a:gd name="T54" fmla="*/ 41 w 717"/>
                  <a:gd name="T55" fmla="*/ 519 h 756"/>
                  <a:gd name="T56" fmla="*/ 43 w 717"/>
                  <a:gd name="T57" fmla="*/ 410 h 756"/>
                  <a:gd name="T58" fmla="*/ 44 w 717"/>
                  <a:gd name="T59" fmla="*/ 186 h 756"/>
                  <a:gd name="T60" fmla="*/ 45 w 717"/>
                  <a:gd name="T61" fmla="*/ 231 h 756"/>
                  <a:gd name="T62" fmla="*/ 48 w 717"/>
                  <a:gd name="T63" fmla="*/ 148 h 756"/>
                  <a:gd name="T64" fmla="*/ 48 w 717"/>
                  <a:gd name="T65" fmla="*/ 301 h 756"/>
                  <a:gd name="T66" fmla="*/ 48 w 717"/>
                  <a:gd name="T67" fmla="*/ 730 h 756"/>
                  <a:gd name="T68" fmla="*/ 54 w 717"/>
                  <a:gd name="T69" fmla="*/ 0 h 756"/>
                  <a:gd name="T70" fmla="*/ 54 w 717"/>
                  <a:gd name="T71" fmla="*/ 250 h 756"/>
                  <a:gd name="T72" fmla="*/ 55 w 717"/>
                  <a:gd name="T73" fmla="*/ 333 h 756"/>
                  <a:gd name="T74" fmla="*/ 57 w 717"/>
                  <a:gd name="T75" fmla="*/ 192 h 756"/>
                  <a:gd name="T76" fmla="*/ 59 w 717"/>
                  <a:gd name="T77" fmla="*/ 340 h 756"/>
                  <a:gd name="T78" fmla="*/ 58 w 717"/>
                  <a:gd name="T79" fmla="*/ 429 h 756"/>
                  <a:gd name="T80" fmla="*/ 60 w 717"/>
                  <a:gd name="T81" fmla="*/ 461 h 756"/>
                  <a:gd name="T82" fmla="*/ 0 60000 65536"/>
                  <a:gd name="T83" fmla="*/ 0 60000 65536"/>
                  <a:gd name="T84" fmla="*/ 0 60000 65536"/>
                  <a:gd name="T85" fmla="*/ 0 60000 65536"/>
                  <a:gd name="T86" fmla="*/ 0 60000 65536"/>
                  <a:gd name="T87" fmla="*/ 0 60000 65536"/>
                  <a:gd name="T88" fmla="*/ 0 60000 65536"/>
                  <a:gd name="T89" fmla="*/ 0 60000 65536"/>
                  <a:gd name="T90" fmla="*/ 0 60000 65536"/>
                  <a:gd name="T91" fmla="*/ 0 60000 65536"/>
                  <a:gd name="T92" fmla="*/ 0 60000 65536"/>
                  <a:gd name="T93" fmla="*/ 0 60000 65536"/>
                  <a:gd name="T94" fmla="*/ 0 60000 65536"/>
                  <a:gd name="T95" fmla="*/ 0 60000 65536"/>
                  <a:gd name="T96" fmla="*/ 0 60000 65536"/>
                  <a:gd name="T97" fmla="*/ 0 60000 65536"/>
                  <a:gd name="T98" fmla="*/ 0 60000 65536"/>
                  <a:gd name="T99" fmla="*/ 0 60000 65536"/>
                  <a:gd name="T100" fmla="*/ 0 60000 65536"/>
                  <a:gd name="T101" fmla="*/ 0 60000 65536"/>
                  <a:gd name="T102" fmla="*/ 0 60000 65536"/>
                  <a:gd name="T103" fmla="*/ 0 60000 65536"/>
                  <a:gd name="T104" fmla="*/ 0 60000 65536"/>
                  <a:gd name="T105" fmla="*/ 0 60000 65536"/>
                  <a:gd name="T106" fmla="*/ 0 60000 65536"/>
                  <a:gd name="T107" fmla="*/ 0 60000 65536"/>
                  <a:gd name="T108" fmla="*/ 0 60000 65536"/>
                  <a:gd name="T109" fmla="*/ 0 60000 65536"/>
                  <a:gd name="T110" fmla="*/ 0 60000 65536"/>
                  <a:gd name="T111" fmla="*/ 0 60000 65536"/>
                  <a:gd name="T112" fmla="*/ 0 60000 65536"/>
                  <a:gd name="T113" fmla="*/ 0 60000 65536"/>
                  <a:gd name="T114" fmla="*/ 0 60000 65536"/>
                  <a:gd name="T115" fmla="*/ 0 60000 65536"/>
                  <a:gd name="T116" fmla="*/ 0 60000 65536"/>
                  <a:gd name="T117" fmla="*/ 0 60000 65536"/>
                  <a:gd name="T118" fmla="*/ 0 60000 65536"/>
                  <a:gd name="T119" fmla="*/ 0 60000 65536"/>
                  <a:gd name="T120" fmla="*/ 0 60000 65536"/>
                  <a:gd name="T121" fmla="*/ 0 60000 65536"/>
                  <a:gd name="T122" fmla="*/ 0 60000 65536"/>
                  <a:gd name="T123" fmla="*/ 0 w 717"/>
                  <a:gd name="T124" fmla="*/ 0 h 756"/>
                  <a:gd name="T125" fmla="*/ 717 w 717"/>
                  <a:gd name="T126" fmla="*/ 756 h 756"/>
                </a:gdLst>
                <a:ahLst/>
                <a:cxnLst>
                  <a:cxn ang="T82">
                    <a:pos x="T0" y="T1"/>
                  </a:cxn>
                  <a:cxn ang="T83">
                    <a:pos x="T2" y="T3"/>
                  </a:cxn>
                  <a:cxn ang="T84">
                    <a:pos x="T4" y="T5"/>
                  </a:cxn>
                  <a:cxn ang="T85">
                    <a:pos x="T6" y="T7"/>
                  </a:cxn>
                  <a:cxn ang="T86">
                    <a:pos x="T8" y="T9"/>
                  </a:cxn>
                  <a:cxn ang="T87">
                    <a:pos x="T10" y="T11"/>
                  </a:cxn>
                  <a:cxn ang="T88">
                    <a:pos x="T12" y="T13"/>
                  </a:cxn>
                  <a:cxn ang="T89">
                    <a:pos x="T14" y="T15"/>
                  </a:cxn>
                  <a:cxn ang="T90">
                    <a:pos x="T16" y="T17"/>
                  </a:cxn>
                  <a:cxn ang="T91">
                    <a:pos x="T18" y="T19"/>
                  </a:cxn>
                  <a:cxn ang="T92">
                    <a:pos x="T20" y="T21"/>
                  </a:cxn>
                  <a:cxn ang="T93">
                    <a:pos x="T22" y="T23"/>
                  </a:cxn>
                  <a:cxn ang="T94">
                    <a:pos x="T24" y="T25"/>
                  </a:cxn>
                  <a:cxn ang="T95">
                    <a:pos x="T26" y="T27"/>
                  </a:cxn>
                  <a:cxn ang="T96">
                    <a:pos x="T28" y="T29"/>
                  </a:cxn>
                  <a:cxn ang="T97">
                    <a:pos x="T30" y="T31"/>
                  </a:cxn>
                  <a:cxn ang="T98">
                    <a:pos x="T32" y="T33"/>
                  </a:cxn>
                  <a:cxn ang="T99">
                    <a:pos x="T34" y="T35"/>
                  </a:cxn>
                  <a:cxn ang="T100">
                    <a:pos x="T36" y="T37"/>
                  </a:cxn>
                  <a:cxn ang="T101">
                    <a:pos x="T38" y="T39"/>
                  </a:cxn>
                  <a:cxn ang="T102">
                    <a:pos x="T40" y="T41"/>
                  </a:cxn>
                  <a:cxn ang="T103">
                    <a:pos x="T42" y="T43"/>
                  </a:cxn>
                  <a:cxn ang="T104">
                    <a:pos x="T44" y="T45"/>
                  </a:cxn>
                  <a:cxn ang="T105">
                    <a:pos x="T46" y="T47"/>
                  </a:cxn>
                  <a:cxn ang="T106">
                    <a:pos x="T48" y="T49"/>
                  </a:cxn>
                  <a:cxn ang="T107">
                    <a:pos x="T50" y="T51"/>
                  </a:cxn>
                  <a:cxn ang="T108">
                    <a:pos x="T52" y="T53"/>
                  </a:cxn>
                  <a:cxn ang="T109">
                    <a:pos x="T54" y="T55"/>
                  </a:cxn>
                  <a:cxn ang="T110">
                    <a:pos x="T56" y="T57"/>
                  </a:cxn>
                  <a:cxn ang="T111">
                    <a:pos x="T58" y="T59"/>
                  </a:cxn>
                  <a:cxn ang="T112">
                    <a:pos x="T60" y="T61"/>
                  </a:cxn>
                  <a:cxn ang="T113">
                    <a:pos x="T62" y="T63"/>
                  </a:cxn>
                  <a:cxn ang="T114">
                    <a:pos x="T64" y="T65"/>
                  </a:cxn>
                  <a:cxn ang="T115">
                    <a:pos x="T66" y="T67"/>
                  </a:cxn>
                  <a:cxn ang="T116">
                    <a:pos x="T68" y="T69"/>
                  </a:cxn>
                  <a:cxn ang="T117">
                    <a:pos x="T70" y="T71"/>
                  </a:cxn>
                  <a:cxn ang="T118">
                    <a:pos x="T72" y="T73"/>
                  </a:cxn>
                  <a:cxn ang="T119">
                    <a:pos x="T74" y="T75"/>
                  </a:cxn>
                  <a:cxn ang="T120">
                    <a:pos x="T76" y="T77"/>
                  </a:cxn>
                  <a:cxn ang="T121">
                    <a:pos x="T78" y="T79"/>
                  </a:cxn>
                  <a:cxn ang="T122">
                    <a:pos x="T80" y="T81"/>
                  </a:cxn>
                </a:cxnLst>
                <a:rect l="T123" t="T124" r="T125" b="T126"/>
                <a:pathLst>
                  <a:path w="717" h="756">
                    <a:moveTo>
                      <a:pt x="0" y="756"/>
                    </a:moveTo>
                    <a:lnTo>
                      <a:pt x="52" y="167"/>
                    </a:lnTo>
                    <a:lnTo>
                      <a:pt x="64" y="384"/>
                    </a:lnTo>
                    <a:lnTo>
                      <a:pt x="90" y="103"/>
                    </a:lnTo>
                    <a:lnTo>
                      <a:pt x="116" y="519"/>
                    </a:lnTo>
                    <a:lnTo>
                      <a:pt x="135" y="487"/>
                    </a:lnTo>
                    <a:lnTo>
                      <a:pt x="135" y="359"/>
                    </a:lnTo>
                    <a:lnTo>
                      <a:pt x="167" y="71"/>
                    </a:lnTo>
                    <a:lnTo>
                      <a:pt x="192" y="244"/>
                    </a:lnTo>
                    <a:lnTo>
                      <a:pt x="205" y="96"/>
                    </a:lnTo>
                    <a:lnTo>
                      <a:pt x="218" y="615"/>
                    </a:lnTo>
                    <a:lnTo>
                      <a:pt x="244" y="397"/>
                    </a:lnTo>
                    <a:lnTo>
                      <a:pt x="282" y="519"/>
                    </a:lnTo>
                    <a:lnTo>
                      <a:pt x="308" y="308"/>
                    </a:lnTo>
                    <a:lnTo>
                      <a:pt x="333" y="442"/>
                    </a:lnTo>
                    <a:lnTo>
                      <a:pt x="346" y="352"/>
                    </a:lnTo>
                    <a:lnTo>
                      <a:pt x="365" y="384"/>
                    </a:lnTo>
                    <a:lnTo>
                      <a:pt x="378" y="135"/>
                    </a:lnTo>
                    <a:lnTo>
                      <a:pt x="391" y="301"/>
                    </a:lnTo>
                    <a:lnTo>
                      <a:pt x="384" y="519"/>
                    </a:lnTo>
                    <a:lnTo>
                      <a:pt x="404" y="679"/>
                    </a:lnTo>
                    <a:lnTo>
                      <a:pt x="429" y="628"/>
                    </a:lnTo>
                    <a:lnTo>
                      <a:pt x="442" y="480"/>
                    </a:lnTo>
                    <a:lnTo>
                      <a:pt x="455" y="391"/>
                    </a:lnTo>
                    <a:lnTo>
                      <a:pt x="436" y="506"/>
                    </a:lnTo>
                    <a:lnTo>
                      <a:pt x="461" y="352"/>
                    </a:lnTo>
                    <a:lnTo>
                      <a:pt x="474" y="455"/>
                    </a:lnTo>
                    <a:lnTo>
                      <a:pt x="493" y="519"/>
                    </a:lnTo>
                    <a:lnTo>
                      <a:pt x="512" y="410"/>
                    </a:lnTo>
                    <a:lnTo>
                      <a:pt x="532" y="186"/>
                    </a:lnTo>
                    <a:lnTo>
                      <a:pt x="544" y="231"/>
                    </a:lnTo>
                    <a:lnTo>
                      <a:pt x="570" y="148"/>
                    </a:lnTo>
                    <a:lnTo>
                      <a:pt x="576" y="301"/>
                    </a:lnTo>
                    <a:lnTo>
                      <a:pt x="576" y="730"/>
                    </a:lnTo>
                    <a:lnTo>
                      <a:pt x="647" y="0"/>
                    </a:lnTo>
                    <a:lnTo>
                      <a:pt x="647" y="250"/>
                    </a:lnTo>
                    <a:lnTo>
                      <a:pt x="660" y="333"/>
                    </a:lnTo>
                    <a:lnTo>
                      <a:pt x="685" y="192"/>
                    </a:lnTo>
                    <a:lnTo>
                      <a:pt x="711" y="340"/>
                    </a:lnTo>
                    <a:lnTo>
                      <a:pt x="698" y="429"/>
                    </a:lnTo>
                    <a:lnTo>
                      <a:pt x="717" y="461"/>
                    </a:lnTo>
                  </a:path>
                </a:pathLst>
              </a:custGeom>
              <a:noFill/>
              <a:ln w="9525">
                <a:solidFill>
                  <a:srgbClr val="0079F2"/>
                </a:solidFill>
                <a:round/>
                <a:headEnd/>
                <a:tailEnd/>
              </a:ln>
            </p:spPr>
            <p:txBody>
              <a:bodyPr/>
              <a:lstStyle/>
              <a:p>
                <a:endParaRPr lang="en-GB"/>
              </a:p>
            </p:txBody>
          </p:sp>
          <p:sp>
            <p:nvSpPr>
              <p:cNvPr id="10257" name="Freeform 47"/>
              <p:cNvSpPr>
                <a:spLocks/>
              </p:cNvSpPr>
              <p:nvPr/>
            </p:nvSpPr>
            <p:spPr bwMode="auto">
              <a:xfrm flipH="1" flipV="1">
                <a:off x="3770" y="1145"/>
                <a:ext cx="313" cy="756"/>
              </a:xfrm>
              <a:custGeom>
                <a:avLst/>
                <a:gdLst>
                  <a:gd name="T0" fmla="*/ 0 w 717"/>
                  <a:gd name="T1" fmla="*/ 756 h 756"/>
                  <a:gd name="T2" fmla="*/ 4 w 717"/>
                  <a:gd name="T3" fmla="*/ 167 h 756"/>
                  <a:gd name="T4" fmla="*/ 5 w 717"/>
                  <a:gd name="T5" fmla="*/ 384 h 756"/>
                  <a:gd name="T6" fmla="*/ 7 w 717"/>
                  <a:gd name="T7" fmla="*/ 103 h 756"/>
                  <a:gd name="T8" fmla="*/ 10 w 717"/>
                  <a:gd name="T9" fmla="*/ 519 h 756"/>
                  <a:gd name="T10" fmla="*/ 11 w 717"/>
                  <a:gd name="T11" fmla="*/ 487 h 756"/>
                  <a:gd name="T12" fmla="*/ 11 w 717"/>
                  <a:gd name="T13" fmla="*/ 359 h 756"/>
                  <a:gd name="T14" fmla="*/ 14 w 717"/>
                  <a:gd name="T15" fmla="*/ 71 h 756"/>
                  <a:gd name="T16" fmla="*/ 16 w 717"/>
                  <a:gd name="T17" fmla="*/ 244 h 756"/>
                  <a:gd name="T18" fmla="*/ 17 w 717"/>
                  <a:gd name="T19" fmla="*/ 96 h 756"/>
                  <a:gd name="T20" fmla="*/ 18 w 717"/>
                  <a:gd name="T21" fmla="*/ 615 h 756"/>
                  <a:gd name="T22" fmla="*/ 21 w 717"/>
                  <a:gd name="T23" fmla="*/ 397 h 756"/>
                  <a:gd name="T24" fmla="*/ 24 w 717"/>
                  <a:gd name="T25" fmla="*/ 519 h 756"/>
                  <a:gd name="T26" fmla="*/ 25 w 717"/>
                  <a:gd name="T27" fmla="*/ 308 h 756"/>
                  <a:gd name="T28" fmla="*/ 28 w 717"/>
                  <a:gd name="T29" fmla="*/ 442 h 756"/>
                  <a:gd name="T30" fmla="*/ 29 w 717"/>
                  <a:gd name="T31" fmla="*/ 352 h 756"/>
                  <a:gd name="T32" fmla="*/ 30 w 717"/>
                  <a:gd name="T33" fmla="*/ 384 h 756"/>
                  <a:gd name="T34" fmla="*/ 31 w 717"/>
                  <a:gd name="T35" fmla="*/ 135 h 756"/>
                  <a:gd name="T36" fmla="*/ 33 w 717"/>
                  <a:gd name="T37" fmla="*/ 301 h 756"/>
                  <a:gd name="T38" fmla="*/ 32 w 717"/>
                  <a:gd name="T39" fmla="*/ 519 h 756"/>
                  <a:gd name="T40" fmla="*/ 34 w 717"/>
                  <a:gd name="T41" fmla="*/ 679 h 756"/>
                  <a:gd name="T42" fmla="*/ 36 w 717"/>
                  <a:gd name="T43" fmla="*/ 628 h 756"/>
                  <a:gd name="T44" fmla="*/ 37 w 717"/>
                  <a:gd name="T45" fmla="*/ 480 h 756"/>
                  <a:gd name="T46" fmla="*/ 38 w 717"/>
                  <a:gd name="T47" fmla="*/ 391 h 756"/>
                  <a:gd name="T48" fmla="*/ 36 w 717"/>
                  <a:gd name="T49" fmla="*/ 506 h 756"/>
                  <a:gd name="T50" fmla="*/ 38 w 717"/>
                  <a:gd name="T51" fmla="*/ 352 h 756"/>
                  <a:gd name="T52" fmla="*/ 39 w 717"/>
                  <a:gd name="T53" fmla="*/ 455 h 756"/>
                  <a:gd name="T54" fmla="*/ 41 w 717"/>
                  <a:gd name="T55" fmla="*/ 519 h 756"/>
                  <a:gd name="T56" fmla="*/ 43 w 717"/>
                  <a:gd name="T57" fmla="*/ 410 h 756"/>
                  <a:gd name="T58" fmla="*/ 44 w 717"/>
                  <a:gd name="T59" fmla="*/ 186 h 756"/>
                  <a:gd name="T60" fmla="*/ 45 w 717"/>
                  <a:gd name="T61" fmla="*/ 231 h 756"/>
                  <a:gd name="T62" fmla="*/ 48 w 717"/>
                  <a:gd name="T63" fmla="*/ 148 h 756"/>
                  <a:gd name="T64" fmla="*/ 48 w 717"/>
                  <a:gd name="T65" fmla="*/ 301 h 756"/>
                  <a:gd name="T66" fmla="*/ 48 w 717"/>
                  <a:gd name="T67" fmla="*/ 730 h 756"/>
                  <a:gd name="T68" fmla="*/ 54 w 717"/>
                  <a:gd name="T69" fmla="*/ 0 h 756"/>
                  <a:gd name="T70" fmla="*/ 54 w 717"/>
                  <a:gd name="T71" fmla="*/ 250 h 756"/>
                  <a:gd name="T72" fmla="*/ 55 w 717"/>
                  <a:gd name="T73" fmla="*/ 333 h 756"/>
                  <a:gd name="T74" fmla="*/ 57 w 717"/>
                  <a:gd name="T75" fmla="*/ 192 h 756"/>
                  <a:gd name="T76" fmla="*/ 59 w 717"/>
                  <a:gd name="T77" fmla="*/ 340 h 756"/>
                  <a:gd name="T78" fmla="*/ 58 w 717"/>
                  <a:gd name="T79" fmla="*/ 429 h 756"/>
                  <a:gd name="T80" fmla="*/ 60 w 717"/>
                  <a:gd name="T81" fmla="*/ 461 h 756"/>
                  <a:gd name="T82" fmla="*/ 0 60000 65536"/>
                  <a:gd name="T83" fmla="*/ 0 60000 65536"/>
                  <a:gd name="T84" fmla="*/ 0 60000 65536"/>
                  <a:gd name="T85" fmla="*/ 0 60000 65536"/>
                  <a:gd name="T86" fmla="*/ 0 60000 65536"/>
                  <a:gd name="T87" fmla="*/ 0 60000 65536"/>
                  <a:gd name="T88" fmla="*/ 0 60000 65536"/>
                  <a:gd name="T89" fmla="*/ 0 60000 65536"/>
                  <a:gd name="T90" fmla="*/ 0 60000 65536"/>
                  <a:gd name="T91" fmla="*/ 0 60000 65536"/>
                  <a:gd name="T92" fmla="*/ 0 60000 65536"/>
                  <a:gd name="T93" fmla="*/ 0 60000 65536"/>
                  <a:gd name="T94" fmla="*/ 0 60000 65536"/>
                  <a:gd name="T95" fmla="*/ 0 60000 65536"/>
                  <a:gd name="T96" fmla="*/ 0 60000 65536"/>
                  <a:gd name="T97" fmla="*/ 0 60000 65536"/>
                  <a:gd name="T98" fmla="*/ 0 60000 65536"/>
                  <a:gd name="T99" fmla="*/ 0 60000 65536"/>
                  <a:gd name="T100" fmla="*/ 0 60000 65536"/>
                  <a:gd name="T101" fmla="*/ 0 60000 65536"/>
                  <a:gd name="T102" fmla="*/ 0 60000 65536"/>
                  <a:gd name="T103" fmla="*/ 0 60000 65536"/>
                  <a:gd name="T104" fmla="*/ 0 60000 65536"/>
                  <a:gd name="T105" fmla="*/ 0 60000 65536"/>
                  <a:gd name="T106" fmla="*/ 0 60000 65536"/>
                  <a:gd name="T107" fmla="*/ 0 60000 65536"/>
                  <a:gd name="T108" fmla="*/ 0 60000 65536"/>
                  <a:gd name="T109" fmla="*/ 0 60000 65536"/>
                  <a:gd name="T110" fmla="*/ 0 60000 65536"/>
                  <a:gd name="T111" fmla="*/ 0 60000 65536"/>
                  <a:gd name="T112" fmla="*/ 0 60000 65536"/>
                  <a:gd name="T113" fmla="*/ 0 60000 65536"/>
                  <a:gd name="T114" fmla="*/ 0 60000 65536"/>
                  <a:gd name="T115" fmla="*/ 0 60000 65536"/>
                  <a:gd name="T116" fmla="*/ 0 60000 65536"/>
                  <a:gd name="T117" fmla="*/ 0 60000 65536"/>
                  <a:gd name="T118" fmla="*/ 0 60000 65536"/>
                  <a:gd name="T119" fmla="*/ 0 60000 65536"/>
                  <a:gd name="T120" fmla="*/ 0 60000 65536"/>
                  <a:gd name="T121" fmla="*/ 0 60000 65536"/>
                  <a:gd name="T122" fmla="*/ 0 60000 65536"/>
                  <a:gd name="T123" fmla="*/ 0 w 717"/>
                  <a:gd name="T124" fmla="*/ 0 h 756"/>
                  <a:gd name="T125" fmla="*/ 717 w 717"/>
                  <a:gd name="T126" fmla="*/ 756 h 756"/>
                </a:gdLst>
                <a:ahLst/>
                <a:cxnLst>
                  <a:cxn ang="T82">
                    <a:pos x="T0" y="T1"/>
                  </a:cxn>
                  <a:cxn ang="T83">
                    <a:pos x="T2" y="T3"/>
                  </a:cxn>
                  <a:cxn ang="T84">
                    <a:pos x="T4" y="T5"/>
                  </a:cxn>
                  <a:cxn ang="T85">
                    <a:pos x="T6" y="T7"/>
                  </a:cxn>
                  <a:cxn ang="T86">
                    <a:pos x="T8" y="T9"/>
                  </a:cxn>
                  <a:cxn ang="T87">
                    <a:pos x="T10" y="T11"/>
                  </a:cxn>
                  <a:cxn ang="T88">
                    <a:pos x="T12" y="T13"/>
                  </a:cxn>
                  <a:cxn ang="T89">
                    <a:pos x="T14" y="T15"/>
                  </a:cxn>
                  <a:cxn ang="T90">
                    <a:pos x="T16" y="T17"/>
                  </a:cxn>
                  <a:cxn ang="T91">
                    <a:pos x="T18" y="T19"/>
                  </a:cxn>
                  <a:cxn ang="T92">
                    <a:pos x="T20" y="T21"/>
                  </a:cxn>
                  <a:cxn ang="T93">
                    <a:pos x="T22" y="T23"/>
                  </a:cxn>
                  <a:cxn ang="T94">
                    <a:pos x="T24" y="T25"/>
                  </a:cxn>
                  <a:cxn ang="T95">
                    <a:pos x="T26" y="T27"/>
                  </a:cxn>
                  <a:cxn ang="T96">
                    <a:pos x="T28" y="T29"/>
                  </a:cxn>
                  <a:cxn ang="T97">
                    <a:pos x="T30" y="T31"/>
                  </a:cxn>
                  <a:cxn ang="T98">
                    <a:pos x="T32" y="T33"/>
                  </a:cxn>
                  <a:cxn ang="T99">
                    <a:pos x="T34" y="T35"/>
                  </a:cxn>
                  <a:cxn ang="T100">
                    <a:pos x="T36" y="T37"/>
                  </a:cxn>
                  <a:cxn ang="T101">
                    <a:pos x="T38" y="T39"/>
                  </a:cxn>
                  <a:cxn ang="T102">
                    <a:pos x="T40" y="T41"/>
                  </a:cxn>
                  <a:cxn ang="T103">
                    <a:pos x="T42" y="T43"/>
                  </a:cxn>
                  <a:cxn ang="T104">
                    <a:pos x="T44" y="T45"/>
                  </a:cxn>
                  <a:cxn ang="T105">
                    <a:pos x="T46" y="T47"/>
                  </a:cxn>
                  <a:cxn ang="T106">
                    <a:pos x="T48" y="T49"/>
                  </a:cxn>
                  <a:cxn ang="T107">
                    <a:pos x="T50" y="T51"/>
                  </a:cxn>
                  <a:cxn ang="T108">
                    <a:pos x="T52" y="T53"/>
                  </a:cxn>
                  <a:cxn ang="T109">
                    <a:pos x="T54" y="T55"/>
                  </a:cxn>
                  <a:cxn ang="T110">
                    <a:pos x="T56" y="T57"/>
                  </a:cxn>
                  <a:cxn ang="T111">
                    <a:pos x="T58" y="T59"/>
                  </a:cxn>
                  <a:cxn ang="T112">
                    <a:pos x="T60" y="T61"/>
                  </a:cxn>
                  <a:cxn ang="T113">
                    <a:pos x="T62" y="T63"/>
                  </a:cxn>
                  <a:cxn ang="T114">
                    <a:pos x="T64" y="T65"/>
                  </a:cxn>
                  <a:cxn ang="T115">
                    <a:pos x="T66" y="T67"/>
                  </a:cxn>
                  <a:cxn ang="T116">
                    <a:pos x="T68" y="T69"/>
                  </a:cxn>
                  <a:cxn ang="T117">
                    <a:pos x="T70" y="T71"/>
                  </a:cxn>
                  <a:cxn ang="T118">
                    <a:pos x="T72" y="T73"/>
                  </a:cxn>
                  <a:cxn ang="T119">
                    <a:pos x="T74" y="T75"/>
                  </a:cxn>
                  <a:cxn ang="T120">
                    <a:pos x="T76" y="T77"/>
                  </a:cxn>
                  <a:cxn ang="T121">
                    <a:pos x="T78" y="T79"/>
                  </a:cxn>
                  <a:cxn ang="T122">
                    <a:pos x="T80" y="T81"/>
                  </a:cxn>
                </a:cxnLst>
                <a:rect l="T123" t="T124" r="T125" b="T126"/>
                <a:pathLst>
                  <a:path w="717" h="756">
                    <a:moveTo>
                      <a:pt x="0" y="756"/>
                    </a:moveTo>
                    <a:lnTo>
                      <a:pt x="52" y="167"/>
                    </a:lnTo>
                    <a:lnTo>
                      <a:pt x="64" y="384"/>
                    </a:lnTo>
                    <a:lnTo>
                      <a:pt x="90" y="103"/>
                    </a:lnTo>
                    <a:lnTo>
                      <a:pt x="116" y="519"/>
                    </a:lnTo>
                    <a:lnTo>
                      <a:pt x="135" y="487"/>
                    </a:lnTo>
                    <a:lnTo>
                      <a:pt x="135" y="359"/>
                    </a:lnTo>
                    <a:lnTo>
                      <a:pt x="167" y="71"/>
                    </a:lnTo>
                    <a:lnTo>
                      <a:pt x="192" y="244"/>
                    </a:lnTo>
                    <a:lnTo>
                      <a:pt x="205" y="96"/>
                    </a:lnTo>
                    <a:lnTo>
                      <a:pt x="218" y="615"/>
                    </a:lnTo>
                    <a:lnTo>
                      <a:pt x="244" y="397"/>
                    </a:lnTo>
                    <a:lnTo>
                      <a:pt x="282" y="519"/>
                    </a:lnTo>
                    <a:lnTo>
                      <a:pt x="308" y="308"/>
                    </a:lnTo>
                    <a:lnTo>
                      <a:pt x="333" y="442"/>
                    </a:lnTo>
                    <a:lnTo>
                      <a:pt x="346" y="352"/>
                    </a:lnTo>
                    <a:lnTo>
                      <a:pt x="365" y="384"/>
                    </a:lnTo>
                    <a:lnTo>
                      <a:pt x="378" y="135"/>
                    </a:lnTo>
                    <a:lnTo>
                      <a:pt x="391" y="301"/>
                    </a:lnTo>
                    <a:lnTo>
                      <a:pt x="384" y="519"/>
                    </a:lnTo>
                    <a:lnTo>
                      <a:pt x="404" y="679"/>
                    </a:lnTo>
                    <a:lnTo>
                      <a:pt x="429" y="628"/>
                    </a:lnTo>
                    <a:lnTo>
                      <a:pt x="442" y="480"/>
                    </a:lnTo>
                    <a:lnTo>
                      <a:pt x="455" y="391"/>
                    </a:lnTo>
                    <a:lnTo>
                      <a:pt x="436" y="506"/>
                    </a:lnTo>
                    <a:lnTo>
                      <a:pt x="461" y="352"/>
                    </a:lnTo>
                    <a:lnTo>
                      <a:pt x="474" y="455"/>
                    </a:lnTo>
                    <a:lnTo>
                      <a:pt x="493" y="519"/>
                    </a:lnTo>
                    <a:lnTo>
                      <a:pt x="512" y="410"/>
                    </a:lnTo>
                    <a:lnTo>
                      <a:pt x="532" y="186"/>
                    </a:lnTo>
                    <a:lnTo>
                      <a:pt x="544" y="231"/>
                    </a:lnTo>
                    <a:lnTo>
                      <a:pt x="570" y="148"/>
                    </a:lnTo>
                    <a:lnTo>
                      <a:pt x="576" y="301"/>
                    </a:lnTo>
                    <a:lnTo>
                      <a:pt x="576" y="730"/>
                    </a:lnTo>
                    <a:lnTo>
                      <a:pt x="647" y="0"/>
                    </a:lnTo>
                    <a:lnTo>
                      <a:pt x="647" y="250"/>
                    </a:lnTo>
                    <a:lnTo>
                      <a:pt x="660" y="333"/>
                    </a:lnTo>
                    <a:lnTo>
                      <a:pt x="685" y="192"/>
                    </a:lnTo>
                    <a:lnTo>
                      <a:pt x="711" y="340"/>
                    </a:lnTo>
                    <a:lnTo>
                      <a:pt x="698" y="429"/>
                    </a:lnTo>
                    <a:lnTo>
                      <a:pt x="717" y="461"/>
                    </a:lnTo>
                  </a:path>
                </a:pathLst>
              </a:custGeom>
              <a:noFill/>
              <a:ln w="9525">
                <a:solidFill>
                  <a:srgbClr val="0079F2"/>
                </a:solidFill>
                <a:round/>
                <a:headEnd/>
                <a:tailEnd/>
              </a:ln>
            </p:spPr>
            <p:txBody>
              <a:bodyPr/>
              <a:lstStyle/>
              <a:p>
                <a:endParaRPr lang="en-GB"/>
              </a:p>
            </p:txBody>
          </p:sp>
          <p:sp>
            <p:nvSpPr>
              <p:cNvPr id="10258" name="Freeform 48"/>
              <p:cNvSpPr>
                <a:spLocks/>
              </p:cNvSpPr>
              <p:nvPr/>
            </p:nvSpPr>
            <p:spPr bwMode="auto">
              <a:xfrm flipH="1">
                <a:off x="4077" y="1119"/>
                <a:ext cx="313" cy="756"/>
              </a:xfrm>
              <a:custGeom>
                <a:avLst/>
                <a:gdLst>
                  <a:gd name="T0" fmla="*/ 0 w 717"/>
                  <a:gd name="T1" fmla="*/ 756 h 756"/>
                  <a:gd name="T2" fmla="*/ 4 w 717"/>
                  <a:gd name="T3" fmla="*/ 167 h 756"/>
                  <a:gd name="T4" fmla="*/ 5 w 717"/>
                  <a:gd name="T5" fmla="*/ 384 h 756"/>
                  <a:gd name="T6" fmla="*/ 7 w 717"/>
                  <a:gd name="T7" fmla="*/ 103 h 756"/>
                  <a:gd name="T8" fmla="*/ 10 w 717"/>
                  <a:gd name="T9" fmla="*/ 519 h 756"/>
                  <a:gd name="T10" fmla="*/ 11 w 717"/>
                  <a:gd name="T11" fmla="*/ 487 h 756"/>
                  <a:gd name="T12" fmla="*/ 11 w 717"/>
                  <a:gd name="T13" fmla="*/ 359 h 756"/>
                  <a:gd name="T14" fmla="*/ 14 w 717"/>
                  <a:gd name="T15" fmla="*/ 71 h 756"/>
                  <a:gd name="T16" fmla="*/ 16 w 717"/>
                  <a:gd name="T17" fmla="*/ 244 h 756"/>
                  <a:gd name="T18" fmla="*/ 17 w 717"/>
                  <a:gd name="T19" fmla="*/ 96 h 756"/>
                  <a:gd name="T20" fmla="*/ 18 w 717"/>
                  <a:gd name="T21" fmla="*/ 615 h 756"/>
                  <a:gd name="T22" fmla="*/ 21 w 717"/>
                  <a:gd name="T23" fmla="*/ 397 h 756"/>
                  <a:gd name="T24" fmla="*/ 24 w 717"/>
                  <a:gd name="T25" fmla="*/ 519 h 756"/>
                  <a:gd name="T26" fmla="*/ 25 w 717"/>
                  <a:gd name="T27" fmla="*/ 308 h 756"/>
                  <a:gd name="T28" fmla="*/ 28 w 717"/>
                  <a:gd name="T29" fmla="*/ 442 h 756"/>
                  <a:gd name="T30" fmla="*/ 29 w 717"/>
                  <a:gd name="T31" fmla="*/ 352 h 756"/>
                  <a:gd name="T32" fmla="*/ 30 w 717"/>
                  <a:gd name="T33" fmla="*/ 384 h 756"/>
                  <a:gd name="T34" fmla="*/ 31 w 717"/>
                  <a:gd name="T35" fmla="*/ 135 h 756"/>
                  <a:gd name="T36" fmla="*/ 33 w 717"/>
                  <a:gd name="T37" fmla="*/ 301 h 756"/>
                  <a:gd name="T38" fmla="*/ 32 w 717"/>
                  <a:gd name="T39" fmla="*/ 519 h 756"/>
                  <a:gd name="T40" fmla="*/ 34 w 717"/>
                  <a:gd name="T41" fmla="*/ 679 h 756"/>
                  <a:gd name="T42" fmla="*/ 36 w 717"/>
                  <a:gd name="T43" fmla="*/ 628 h 756"/>
                  <a:gd name="T44" fmla="*/ 37 w 717"/>
                  <a:gd name="T45" fmla="*/ 480 h 756"/>
                  <a:gd name="T46" fmla="*/ 38 w 717"/>
                  <a:gd name="T47" fmla="*/ 391 h 756"/>
                  <a:gd name="T48" fmla="*/ 36 w 717"/>
                  <a:gd name="T49" fmla="*/ 506 h 756"/>
                  <a:gd name="T50" fmla="*/ 38 w 717"/>
                  <a:gd name="T51" fmla="*/ 352 h 756"/>
                  <a:gd name="T52" fmla="*/ 39 w 717"/>
                  <a:gd name="T53" fmla="*/ 455 h 756"/>
                  <a:gd name="T54" fmla="*/ 41 w 717"/>
                  <a:gd name="T55" fmla="*/ 519 h 756"/>
                  <a:gd name="T56" fmla="*/ 43 w 717"/>
                  <a:gd name="T57" fmla="*/ 410 h 756"/>
                  <a:gd name="T58" fmla="*/ 44 w 717"/>
                  <a:gd name="T59" fmla="*/ 186 h 756"/>
                  <a:gd name="T60" fmla="*/ 45 w 717"/>
                  <a:gd name="T61" fmla="*/ 231 h 756"/>
                  <a:gd name="T62" fmla="*/ 48 w 717"/>
                  <a:gd name="T63" fmla="*/ 148 h 756"/>
                  <a:gd name="T64" fmla="*/ 48 w 717"/>
                  <a:gd name="T65" fmla="*/ 301 h 756"/>
                  <a:gd name="T66" fmla="*/ 48 w 717"/>
                  <a:gd name="T67" fmla="*/ 730 h 756"/>
                  <a:gd name="T68" fmla="*/ 54 w 717"/>
                  <a:gd name="T69" fmla="*/ 0 h 756"/>
                  <a:gd name="T70" fmla="*/ 54 w 717"/>
                  <a:gd name="T71" fmla="*/ 250 h 756"/>
                  <a:gd name="T72" fmla="*/ 55 w 717"/>
                  <a:gd name="T73" fmla="*/ 333 h 756"/>
                  <a:gd name="T74" fmla="*/ 57 w 717"/>
                  <a:gd name="T75" fmla="*/ 192 h 756"/>
                  <a:gd name="T76" fmla="*/ 59 w 717"/>
                  <a:gd name="T77" fmla="*/ 340 h 756"/>
                  <a:gd name="T78" fmla="*/ 58 w 717"/>
                  <a:gd name="T79" fmla="*/ 429 h 756"/>
                  <a:gd name="T80" fmla="*/ 60 w 717"/>
                  <a:gd name="T81" fmla="*/ 461 h 756"/>
                  <a:gd name="T82" fmla="*/ 0 60000 65536"/>
                  <a:gd name="T83" fmla="*/ 0 60000 65536"/>
                  <a:gd name="T84" fmla="*/ 0 60000 65536"/>
                  <a:gd name="T85" fmla="*/ 0 60000 65536"/>
                  <a:gd name="T86" fmla="*/ 0 60000 65536"/>
                  <a:gd name="T87" fmla="*/ 0 60000 65536"/>
                  <a:gd name="T88" fmla="*/ 0 60000 65536"/>
                  <a:gd name="T89" fmla="*/ 0 60000 65536"/>
                  <a:gd name="T90" fmla="*/ 0 60000 65536"/>
                  <a:gd name="T91" fmla="*/ 0 60000 65536"/>
                  <a:gd name="T92" fmla="*/ 0 60000 65536"/>
                  <a:gd name="T93" fmla="*/ 0 60000 65536"/>
                  <a:gd name="T94" fmla="*/ 0 60000 65536"/>
                  <a:gd name="T95" fmla="*/ 0 60000 65536"/>
                  <a:gd name="T96" fmla="*/ 0 60000 65536"/>
                  <a:gd name="T97" fmla="*/ 0 60000 65536"/>
                  <a:gd name="T98" fmla="*/ 0 60000 65536"/>
                  <a:gd name="T99" fmla="*/ 0 60000 65536"/>
                  <a:gd name="T100" fmla="*/ 0 60000 65536"/>
                  <a:gd name="T101" fmla="*/ 0 60000 65536"/>
                  <a:gd name="T102" fmla="*/ 0 60000 65536"/>
                  <a:gd name="T103" fmla="*/ 0 60000 65536"/>
                  <a:gd name="T104" fmla="*/ 0 60000 65536"/>
                  <a:gd name="T105" fmla="*/ 0 60000 65536"/>
                  <a:gd name="T106" fmla="*/ 0 60000 65536"/>
                  <a:gd name="T107" fmla="*/ 0 60000 65536"/>
                  <a:gd name="T108" fmla="*/ 0 60000 65536"/>
                  <a:gd name="T109" fmla="*/ 0 60000 65536"/>
                  <a:gd name="T110" fmla="*/ 0 60000 65536"/>
                  <a:gd name="T111" fmla="*/ 0 60000 65536"/>
                  <a:gd name="T112" fmla="*/ 0 60000 65536"/>
                  <a:gd name="T113" fmla="*/ 0 60000 65536"/>
                  <a:gd name="T114" fmla="*/ 0 60000 65536"/>
                  <a:gd name="T115" fmla="*/ 0 60000 65536"/>
                  <a:gd name="T116" fmla="*/ 0 60000 65536"/>
                  <a:gd name="T117" fmla="*/ 0 60000 65536"/>
                  <a:gd name="T118" fmla="*/ 0 60000 65536"/>
                  <a:gd name="T119" fmla="*/ 0 60000 65536"/>
                  <a:gd name="T120" fmla="*/ 0 60000 65536"/>
                  <a:gd name="T121" fmla="*/ 0 60000 65536"/>
                  <a:gd name="T122" fmla="*/ 0 60000 65536"/>
                  <a:gd name="T123" fmla="*/ 0 w 717"/>
                  <a:gd name="T124" fmla="*/ 0 h 756"/>
                  <a:gd name="T125" fmla="*/ 717 w 717"/>
                  <a:gd name="T126" fmla="*/ 756 h 756"/>
                </a:gdLst>
                <a:ahLst/>
                <a:cxnLst>
                  <a:cxn ang="T82">
                    <a:pos x="T0" y="T1"/>
                  </a:cxn>
                  <a:cxn ang="T83">
                    <a:pos x="T2" y="T3"/>
                  </a:cxn>
                  <a:cxn ang="T84">
                    <a:pos x="T4" y="T5"/>
                  </a:cxn>
                  <a:cxn ang="T85">
                    <a:pos x="T6" y="T7"/>
                  </a:cxn>
                  <a:cxn ang="T86">
                    <a:pos x="T8" y="T9"/>
                  </a:cxn>
                  <a:cxn ang="T87">
                    <a:pos x="T10" y="T11"/>
                  </a:cxn>
                  <a:cxn ang="T88">
                    <a:pos x="T12" y="T13"/>
                  </a:cxn>
                  <a:cxn ang="T89">
                    <a:pos x="T14" y="T15"/>
                  </a:cxn>
                  <a:cxn ang="T90">
                    <a:pos x="T16" y="T17"/>
                  </a:cxn>
                  <a:cxn ang="T91">
                    <a:pos x="T18" y="T19"/>
                  </a:cxn>
                  <a:cxn ang="T92">
                    <a:pos x="T20" y="T21"/>
                  </a:cxn>
                  <a:cxn ang="T93">
                    <a:pos x="T22" y="T23"/>
                  </a:cxn>
                  <a:cxn ang="T94">
                    <a:pos x="T24" y="T25"/>
                  </a:cxn>
                  <a:cxn ang="T95">
                    <a:pos x="T26" y="T27"/>
                  </a:cxn>
                  <a:cxn ang="T96">
                    <a:pos x="T28" y="T29"/>
                  </a:cxn>
                  <a:cxn ang="T97">
                    <a:pos x="T30" y="T31"/>
                  </a:cxn>
                  <a:cxn ang="T98">
                    <a:pos x="T32" y="T33"/>
                  </a:cxn>
                  <a:cxn ang="T99">
                    <a:pos x="T34" y="T35"/>
                  </a:cxn>
                  <a:cxn ang="T100">
                    <a:pos x="T36" y="T37"/>
                  </a:cxn>
                  <a:cxn ang="T101">
                    <a:pos x="T38" y="T39"/>
                  </a:cxn>
                  <a:cxn ang="T102">
                    <a:pos x="T40" y="T41"/>
                  </a:cxn>
                  <a:cxn ang="T103">
                    <a:pos x="T42" y="T43"/>
                  </a:cxn>
                  <a:cxn ang="T104">
                    <a:pos x="T44" y="T45"/>
                  </a:cxn>
                  <a:cxn ang="T105">
                    <a:pos x="T46" y="T47"/>
                  </a:cxn>
                  <a:cxn ang="T106">
                    <a:pos x="T48" y="T49"/>
                  </a:cxn>
                  <a:cxn ang="T107">
                    <a:pos x="T50" y="T51"/>
                  </a:cxn>
                  <a:cxn ang="T108">
                    <a:pos x="T52" y="T53"/>
                  </a:cxn>
                  <a:cxn ang="T109">
                    <a:pos x="T54" y="T55"/>
                  </a:cxn>
                  <a:cxn ang="T110">
                    <a:pos x="T56" y="T57"/>
                  </a:cxn>
                  <a:cxn ang="T111">
                    <a:pos x="T58" y="T59"/>
                  </a:cxn>
                  <a:cxn ang="T112">
                    <a:pos x="T60" y="T61"/>
                  </a:cxn>
                  <a:cxn ang="T113">
                    <a:pos x="T62" y="T63"/>
                  </a:cxn>
                  <a:cxn ang="T114">
                    <a:pos x="T64" y="T65"/>
                  </a:cxn>
                  <a:cxn ang="T115">
                    <a:pos x="T66" y="T67"/>
                  </a:cxn>
                  <a:cxn ang="T116">
                    <a:pos x="T68" y="T69"/>
                  </a:cxn>
                  <a:cxn ang="T117">
                    <a:pos x="T70" y="T71"/>
                  </a:cxn>
                  <a:cxn ang="T118">
                    <a:pos x="T72" y="T73"/>
                  </a:cxn>
                  <a:cxn ang="T119">
                    <a:pos x="T74" y="T75"/>
                  </a:cxn>
                  <a:cxn ang="T120">
                    <a:pos x="T76" y="T77"/>
                  </a:cxn>
                  <a:cxn ang="T121">
                    <a:pos x="T78" y="T79"/>
                  </a:cxn>
                  <a:cxn ang="T122">
                    <a:pos x="T80" y="T81"/>
                  </a:cxn>
                </a:cxnLst>
                <a:rect l="T123" t="T124" r="T125" b="T126"/>
                <a:pathLst>
                  <a:path w="717" h="756">
                    <a:moveTo>
                      <a:pt x="0" y="756"/>
                    </a:moveTo>
                    <a:lnTo>
                      <a:pt x="52" y="167"/>
                    </a:lnTo>
                    <a:lnTo>
                      <a:pt x="64" y="384"/>
                    </a:lnTo>
                    <a:lnTo>
                      <a:pt x="90" y="103"/>
                    </a:lnTo>
                    <a:lnTo>
                      <a:pt x="116" y="519"/>
                    </a:lnTo>
                    <a:lnTo>
                      <a:pt x="135" y="487"/>
                    </a:lnTo>
                    <a:lnTo>
                      <a:pt x="135" y="359"/>
                    </a:lnTo>
                    <a:lnTo>
                      <a:pt x="167" y="71"/>
                    </a:lnTo>
                    <a:lnTo>
                      <a:pt x="192" y="244"/>
                    </a:lnTo>
                    <a:lnTo>
                      <a:pt x="205" y="96"/>
                    </a:lnTo>
                    <a:lnTo>
                      <a:pt x="218" y="615"/>
                    </a:lnTo>
                    <a:lnTo>
                      <a:pt x="244" y="397"/>
                    </a:lnTo>
                    <a:lnTo>
                      <a:pt x="282" y="519"/>
                    </a:lnTo>
                    <a:lnTo>
                      <a:pt x="308" y="308"/>
                    </a:lnTo>
                    <a:lnTo>
                      <a:pt x="333" y="442"/>
                    </a:lnTo>
                    <a:lnTo>
                      <a:pt x="346" y="352"/>
                    </a:lnTo>
                    <a:lnTo>
                      <a:pt x="365" y="384"/>
                    </a:lnTo>
                    <a:lnTo>
                      <a:pt x="378" y="135"/>
                    </a:lnTo>
                    <a:lnTo>
                      <a:pt x="391" y="301"/>
                    </a:lnTo>
                    <a:lnTo>
                      <a:pt x="384" y="519"/>
                    </a:lnTo>
                    <a:lnTo>
                      <a:pt x="404" y="679"/>
                    </a:lnTo>
                    <a:lnTo>
                      <a:pt x="429" y="628"/>
                    </a:lnTo>
                    <a:lnTo>
                      <a:pt x="442" y="480"/>
                    </a:lnTo>
                    <a:lnTo>
                      <a:pt x="455" y="391"/>
                    </a:lnTo>
                    <a:lnTo>
                      <a:pt x="436" y="506"/>
                    </a:lnTo>
                    <a:lnTo>
                      <a:pt x="461" y="352"/>
                    </a:lnTo>
                    <a:lnTo>
                      <a:pt x="474" y="455"/>
                    </a:lnTo>
                    <a:lnTo>
                      <a:pt x="493" y="519"/>
                    </a:lnTo>
                    <a:lnTo>
                      <a:pt x="512" y="410"/>
                    </a:lnTo>
                    <a:lnTo>
                      <a:pt x="532" y="186"/>
                    </a:lnTo>
                    <a:lnTo>
                      <a:pt x="544" y="231"/>
                    </a:lnTo>
                    <a:lnTo>
                      <a:pt x="570" y="148"/>
                    </a:lnTo>
                    <a:lnTo>
                      <a:pt x="576" y="301"/>
                    </a:lnTo>
                    <a:lnTo>
                      <a:pt x="576" y="730"/>
                    </a:lnTo>
                    <a:lnTo>
                      <a:pt x="647" y="0"/>
                    </a:lnTo>
                    <a:lnTo>
                      <a:pt x="647" y="250"/>
                    </a:lnTo>
                    <a:lnTo>
                      <a:pt x="660" y="333"/>
                    </a:lnTo>
                    <a:lnTo>
                      <a:pt x="685" y="192"/>
                    </a:lnTo>
                    <a:lnTo>
                      <a:pt x="711" y="340"/>
                    </a:lnTo>
                    <a:lnTo>
                      <a:pt x="698" y="429"/>
                    </a:lnTo>
                    <a:lnTo>
                      <a:pt x="717" y="461"/>
                    </a:lnTo>
                  </a:path>
                </a:pathLst>
              </a:custGeom>
              <a:noFill/>
              <a:ln w="9525">
                <a:solidFill>
                  <a:srgbClr val="0079F2"/>
                </a:solidFill>
                <a:round/>
                <a:headEnd/>
                <a:tailEnd/>
              </a:ln>
            </p:spPr>
            <p:txBody>
              <a:bodyPr/>
              <a:lstStyle/>
              <a:p>
                <a:endParaRPr lang="en-GB"/>
              </a:p>
            </p:txBody>
          </p:sp>
          <p:sp>
            <p:nvSpPr>
              <p:cNvPr id="10259" name="Freeform 49"/>
              <p:cNvSpPr>
                <a:spLocks/>
              </p:cNvSpPr>
              <p:nvPr/>
            </p:nvSpPr>
            <p:spPr bwMode="auto">
              <a:xfrm flipV="1">
                <a:off x="4385" y="1138"/>
                <a:ext cx="313" cy="756"/>
              </a:xfrm>
              <a:custGeom>
                <a:avLst/>
                <a:gdLst>
                  <a:gd name="T0" fmla="*/ 0 w 717"/>
                  <a:gd name="T1" fmla="*/ 756 h 756"/>
                  <a:gd name="T2" fmla="*/ 4 w 717"/>
                  <a:gd name="T3" fmla="*/ 167 h 756"/>
                  <a:gd name="T4" fmla="*/ 5 w 717"/>
                  <a:gd name="T5" fmla="*/ 384 h 756"/>
                  <a:gd name="T6" fmla="*/ 7 w 717"/>
                  <a:gd name="T7" fmla="*/ 103 h 756"/>
                  <a:gd name="T8" fmla="*/ 10 w 717"/>
                  <a:gd name="T9" fmla="*/ 519 h 756"/>
                  <a:gd name="T10" fmla="*/ 11 w 717"/>
                  <a:gd name="T11" fmla="*/ 487 h 756"/>
                  <a:gd name="T12" fmla="*/ 11 w 717"/>
                  <a:gd name="T13" fmla="*/ 359 h 756"/>
                  <a:gd name="T14" fmla="*/ 14 w 717"/>
                  <a:gd name="T15" fmla="*/ 71 h 756"/>
                  <a:gd name="T16" fmla="*/ 16 w 717"/>
                  <a:gd name="T17" fmla="*/ 244 h 756"/>
                  <a:gd name="T18" fmla="*/ 17 w 717"/>
                  <a:gd name="T19" fmla="*/ 96 h 756"/>
                  <a:gd name="T20" fmla="*/ 18 w 717"/>
                  <a:gd name="T21" fmla="*/ 615 h 756"/>
                  <a:gd name="T22" fmla="*/ 21 w 717"/>
                  <a:gd name="T23" fmla="*/ 397 h 756"/>
                  <a:gd name="T24" fmla="*/ 24 w 717"/>
                  <a:gd name="T25" fmla="*/ 519 h 756"/>
                  <a:gd name="T26" fmla="*/ 25 w 717"/>
                  <a:gd name="T27" fmla="*/ 308 h 756"/>
                  <a:gd name="T28" fmla="*/ 28 w 717"/>
                  <a:gd name="T29" fmla="*/ 442 h 756"/>
                  <a:gd name="T30" fmla="*/ 29 w 717"/>
                  <a:gd name="T31" fmla="*/ 352 h 756"/>
                  <a:gd name="T32" fmla="*/ 30 w 717"/>
                  <a:gd name="T33" fmla="*/ 384 h 756"/>
                  <a:gd name="T34" fmla="*/ 31 w 717"/>
                  <a:gd name="T35" fmla="*/ 135 h 756"/>
                  <a:gd name="T36" fmla="*/ 33 w 717"/>
                  <a:gd name="T37" fmla="*/ 301 h 756"/>
                  <a:gd name="T38" fmla="*/ 32 w 717"/>
                  <a:gd name="T39" fmla="*/ 519 h 756"/>
                  <a:gd name="T40" fmla="*/ 34 w 717"/>
                  <a:gd name="T41" fmla="*/ 679 h 756"/>
                  <a:gd name="T42" fmla="*/ 36 w 717"/>
                  <a:gd name="T43" fmla="*/ 628 h 756"/>
                  <a:gd name="T44" fmla="*/ 37 w 717"/>
                  <a:gd name="T45" fmla="*/ 480 h 756"/>
                  <a:gd name="T46" fmla="*/ 38 w 717"/>
                  <a:gd name="T47" fmla="*/ 391 h 756"/>
                  <a:gd name="T48" fmla="*/ 36 w 717"/>
                  <a:gd name="T49" fmla="*/ 506 h 756"/>
                  <a:gd name="T50" fmla="*/ 38 w 717"/>
                  <a:gd name="T51" fmla="*/ 352 h 756"/>
                  <a:gd name="T52" fmla="*/ 39 w 717"/>
                  <a:gd name="T53" fmla="*/ 455 h 756"/>
                  <a:gd name="T54" fmla="*/ 41 w 717"/>
                  <a:gd name="T55" fmla="*/ 519 h 756"/>
                  <a:gd name="T56" fmla="*/ 43 w 717"/>
                  <a:gd name="T57" fmla="*/ 410 h 756"/>
                  <a:gd name="T58" fmla="*/ 44 w 717"/>
                  <a:gd name="T59" fmla="*/ 186 h 756"/>
                  <a:gd name="T60" fmla="*/ 45 w 717"/>
                  <a:gd name="T61" fmla="*/ 231 h 756"/>
                  <a:gd name="T62" fmla="*/ 48 w 717"/>
                  <a:gd name="T63" fmla="*/ 148 h 756"/>
                  <a:gd name="T64" fmla="*/ 48 w 717"/>
                  <a:gd name="T65" fmla="*/ 301 h 756"/>
                  <a:gd name="T66" fmla="*/ 48 w 717"/>
                  <a:gd name="T67" fmla="*/ 730 h 756"/>
                  <a:gd name="T68" fmla="*/ 54 w 717"/>
                  <a:gd name="T69" fmla="*/ 0 h 756"/>
                  <a:gd name="T70" fmla="*/ 54 w 717"/>
                  <a:gd name="T71" fmla="*/ 250 h 756"/>
                  <a:gd name="T72" fmla="*/ 55 w 717"/>
                  <a:gd name="T73" fmla="*/ 333 h 756"/>
                  <a:gd name="T74" fmla="*/ 57 w 717"/>
                  <a:gd name="T75" fmla="*/ 192 h 756"/>
                  <a:gd name="T76" fmla="*/ 59 w 717"/>
                  <a:gd name="T77" fmla="*/ 340 h 756"/>
                  <a:gd name="T78" fmla="*/ 58 w 717"/>
                  <a:gd name="T79" fmla="*/ 429 h 756"/>
                  <a:gd name="T80" fmla="*/ 60 w 717"/>
                  <a:gd name="T81" fmla="*/ 461 h 756"/>
                  <a:gd name="T82" fmla="*/ 0 60000 65536"/>
                  <a:gd name="T83" fmla="*/ 0 60000 65536"/>
                  <a:gd name="T84" fmla="*/ 0 60000 65536"/>
                  <a:gd name="T85" fmla="*/ 0 60000 65536"/>
                  <a:gd name="T86" fmla="*/ 0 60000 65536"/>
                  <a:gd name="T87" fmla="*/ 0 60000 65536"/>
                  <a:gd name="T88" fmla="*/ 0 60000 65536"/>
                  <a:gd name="T89" fmla="*/ 0 60000 65536"/>
                  <a:gd name="T90" fmla="*/ 0 60000 65536"/>
                  <a:gd name="T91" fmla="*/ 0 60000 65536"/>
                  <a:gd name="T92" fmla="*/ 0 60000 65536"/>
                  <a:gd name="T93" fmla="*/ 0 60000 65536"/>
                  <a:gd name="T94" fmla="*/ 0 60000 65536"/>
                  <a:gd name="T95" fmla="*/ 0 60000 65536"/>
                  <a:gd name="T96" fmla="*/ 0 60000 65536"/>
                  <a:gd name="T97" fmla="*/ 0 60000 65536"/>
                  <a:gd name="T98" fmla="*/ 0 60000 65536"/>
                  <a:gd name="T99" fmla="*/ 0 60000 65536"/>
                  <a:gd name="T100" fmla="*/ 0 60000 65536"/>
                  <a:gd name="T101" fmla="*/ 0 60000 65536"/>
                  <a:gd name="T102" fmla="*/ 0 60000 65536"/>
                  <a:gd name="T103" fmla="*/ 0 60000 65536"/>
                  <a:gd name="T104" fmla="*/ 0 60000 65536"/>
                  <a:gd name="T105" fmla="*/ 0 60000 65536"/>
                  <a:gd name="T106" fmla="*/ 0 60000 65536"/>
                  <a:gd name="T107" fmla="*/ 0 60000 65536"/>
                  <a:gd name="T108" fmla="*/ 0 60000 65536"/>
                  <a:gd name="T109" fmla="*/ 0 60000 65536"/>
                  <a:gd name="T110" fmla="*/ 0 60000 65536"/>
                  <a:gd name="T111" fmla="*/ 0 60000 65536"/>
                  <a:gd name="T112" fmla="*/ 0 60000 65536"/>
                  <a:gd name="T113" fmla="*/ 0 60000 65536"/>
                  <a:gd name="T114" fmla="*/ 0 60000 65536"/>
                  <a:gd name="T115" fmla="*/ 0 60000 65536"/>
                  <a:gd name="T116" fmla="*/ 0 60000 65536"/>
                  <a:gd name="T117" fmla="*/ 0 60000 65536"/>
                  <a:gd name="T118" fmla="*/ 0 60000 65536"/>
                  <a:gd name="T119" fmla="*/ 0 60000 65536"/>
                  <a:gd name="T120" fmla="*/ 0 60000 65536"/>
                  <a:gd name="T121" fmla="*/ 0 60000 65536"/>
                  <a:gd name="T122" fmla="*/ 0 60000 65536"/>
                  <a:gd name="T123" fmla="*/ 0 w 717"/>
                  <a:gd name="T124" fmla="*/ 0 h 756"/>
                  <a:gd name="T125" fmla="*/ 717 w 717"/>
                  <a:gd name="T126" fmla="*/ 756 h 756"/>
                </a:gdLst>
                <a:ahLst/>
                <a:cxnLst>
                  <a:cxn ang="T82">
                    <a:pos x="T0" y="T1"/>
                  </a:cxn>
                  <a:cxn ang="T83">
                    <a:pos x="T2" y="T3"/>
                  </a:cxn>
                  <a:cxn ang="T84">
                    <a:pos x="T4" y="T5"/>
                  </a:cxn>
                  <a:cxn ang="T85">
                    <a:pos x="T6" y="T7"/>
                  </a:cxn>
                  <a:cxn ang="T86">
                    <a:pos x="T8" y="T9"/>
                  </a:cxn>
                  <a:cxn ang="T87">
                    <a:pos x="T10" y="T11"/>
                  </a:cxn>
                  <a:cxn ang="T88">
                    <a:pos x="T12" y="T13"/>
                  </a:cxn>
                  <a:cxn ang="T89">
                    <a:pos x="T14" y="T15"/>
                  </a:cxn>
                  <a:cxn ang="T90">
                    <a:pos x="T16" y="T17"/>
                  </a:cxn>
                  <a:cxn ang="T91">
                    <a:pos x="T18" y="T19"/>
                  </a:cxn>
                  <a:cxn ang="T92">
                    <a:pos x="T20" y="T21"/>
                  </a:cxn>
                  <a:cxn ang="T93">
                    <a:pos x="T22" y="T23"/>
                  </a:cxn>
                  <a:cxn ang="T94">
                    <a:pos x="T24" y="T25"/>
                  </a:cxn>
                  <a:cxn ang="T95">
                    <a:pos x="T26" y="T27"/>
                  </a:cxn>
                  <a:cxn ang="T96">
                    <a:pos x="T28" y="T29"/>
                  </a:cxn>
                  <a:cxn ang="T97">
                    <a:pos x="T30" y="T31"/>
                  </a:cxn>
                  <a:cxn ang="T98">
                    <a:pos x="T32" y="T33"/>
                  </a:cxn>
                  <a:cxn ang="T99">
                    <a:pos x="T34" y="T35"/>
                  </a:cxn>
                  <a:cxn ang="T100">
                    <a:pos x="T36" y="T37"/>
                  </a:cxn>
                  <a:cxn ang="T101">
                    <a:pos x="T38" y="T39"/>
                  </a:cxn>
                  <a:cxn ang="T102">
                    <a:pos x="T40" y="T41"/>
                  </a:cxn>
                  <a:cxn ang="T103">
                    <a:pos x="T42" y="T43"/>
                  </a:cxn>
                  <a:cxn ang="T104">
                    <a:pos x="T44" y="T45"/>
                  </a:cxn>
                  <a:cxn ang="T105">
                    <a:pos x="T46" y="T47"/>
                  </a:cxn>
                  <a:cxn ang="T106">
                    <a:pos x="T48" y="T49"/>
                  </a:cxn>
                  <a:cxn ang="T107">
                    <a:pos x="T50" y="T51"/>
                  </a:cxn>
                  <a:cxn ang="T108">
                    <a:pos x="T52" y="T53"/>
                  </a:cxn>
                  <a:cxn ang="T109">
                    <a:pos x="T54" y="T55"/>
                  </a:cxn>
                  <a:cxn ang="T110">
                    <a:pos x="T56" y="T57"/>
                  </a:cxn>
                  <a:cxn ang="T111">
                    <a:pos x="T58" y="T59"/>
                  </a:cxn>
                  <a:cxn ang="T112">
                    <a:pos x="T60" y="T61"/>
                  </a:cxn>
                  <a:cxn ang="T113">
                    <a:pos x="T62" y="T63"/>
                  </a:cxn>
                  <a:cxn ang="T114">
                    <a:pos x="T64" y="T65"/>
                  </a:cxn>
                  <a:cxn ang="T115">
                    <a:pos x="T66" y="T67"/>
                  </a:cxn>
                  <a:cxn ang="T116">
                    <a:pos x="T68" y="T69"/>
                  </a:cxn>
                  <a:cxn ang="T117">
                    <a:pos x="T70" y="T71"/>
                  </a:cxn>
                  <a:cxn ang="T118">
                    <a:pos x="T72" y="T73"/>
                  </a:cxn>
                  <a:cxn ang="T119">
                    <a:pos x="T74" y="T75"/>
                  </a:cxn>
                  <a:cxn ang="T120">
                    <a:pos x="T76" y="T77"/>
                  </a:cxn>
                  <a:cxn ang="T121">
                    <a:pos x="T78" y="T79"/>
                  </a:cxn>
                  <a:cxn ang="T122">
                    <a:pos x="T80" y="T81"/>
                  </a:cxn>
                </a:cxnLst>
                <a:rect l="T123" t="T124" r="T125" b="T126"/>
                <a:pathLst>
                  <a:path w="717" h="756">
                    <a:moveTo>
                      <a:pt x="0" y="756"/>
                    </a:moveTo>
                    <a:lnTo>
                      <a:pt x="52" y="167"/>
                    </a:lnTo>
                    <a:lnTo>
                      <a:pt x="64" y="384"/>
                    </a:lnTo>
                    <a:lnTo>
                      <a:pt x="90" y="103"/>
                    </a:lnTo>
                    <a:lnTo>
                      <a:pt x="116" y="519"/>
                    </a:lnTo>
                    <a:lnTo>
                      <a:pt x="135" y="487"/>
                    </a:lnTo>
                    <a:lnTo>
                      <a:pt x="135" y="359"/>
                    </a:lnTo>
                    <a:lnTo>
                      <a:pt x="167" y="71"/>
                    </a:lnTo>
                    <a:lnTo>
                      <a:pt x="192" y="244"/>
                    </a:lnTo>
                    <a:lnTo>
                      <a:pt x="205" y="96"/>
                    </a:lnTo>
                    <a:lnTo>
                      <a:pt x="218" y="615"/>
                    </a:lnTo>
                    <a:lnTo>
                      <a:pt x="244" y="397"/>
                    </a:lnTo>
                    <a:lnTo>
                      <a:pt x="282" y="519"/>
                    </a:lnTo>
                    <a:lnTo>
                      <a:pt x="308" y="308"/>
                    </a:lnTo>
                    <a:lnTo>
                      <a:pt x="333" y="442"/>
                    </a:lnTo>
                    <a:lnTo>
                      <a:pt x="346" y="352"/>
                    </a:lnTo>
                    <a:lnTo>
                      <a:pt x="365" y="384"/>
                    </a:lnTo>
                    <a:lnTo>
                      <a:pt x="378" y="135"/>
                    </a:lnTo>
                    <a:lnTo>
                      <a:pt x="391" y="301"/>
                    </a:lnTo>
                    <a:lnTo>
                      <a:pt x="384" y="519"/>
                    </a:lnTo>
                    <a:lnTo>
                      <a:pt x="404" y="679"/>
                    </a:lnTo>
                    <a:lnTo>
                      <a:pt x="429" y="628"/>
                    </a:lnTo>
                    <a:lnTo>
                      <a:pt x="442" y="480"/>
                    </a:lnTo>
                    <a:lnTo>
                      <a:pt x="455" y="391"/>
                    </a:lnTo>
                    <a:lnTo>
                      <a:pt x="436" y="506"/>
                    </a:lnTo>
                    <a:lnTo>
                      <a:pt x="461" y="352"/>
                    </a:lnTo>
                    <a:lnTo>
                      <a:pt x="474" y="455"/>
                    </a:lnTo>
                    <a:lnTo>
                      <a:pt x="493" y="519"/>
                    </a:lnTo>
                    <a:lnTo>
                      <a:pt x="512" y="410"/>
                    </a:lnTo>
                    <a:lnTo>
                      <a:pt x="532" y="186"/>
                    </a:lnTo>
                    <a:lnTo>
                      <a:pt x="544" y="231"/>
                    </a:lnTo>
                    <a:lnTo>
                      <a:pt x="570" y="148"/>
                    </a:lnTo>
                    <a:lnTo>
                      <a:pt x="576" y="301"/>
                    </a:lnTo>
                    <a:lnTo>
                      <a:pt x="576" y="730"/>
                    </a:lnTo>
                    <a:lnTo>
                      <a:pt x="647" y="0"/>
                    </a:lnTo>
                    <a:lnTo>
                      <a:pt x="647" y="250"/>
                    </a:lnTo>
                    <a:lnTo>
                      <a:pt x="660" y="333"/>
                    </a:lnTo>
                    <a:lnTo>
                      <a:pt x="685" y="192"/>
                    </a:lnTo>
                    <a:lnTo>
                      <a:pt x="711" y="340"/>
                    </a:lnTo>
                    <a:lnTo>
                      <a:pt x="698" y="429"/>
                    </a:lnTo>
                    <a:lnTo>
                      <a:pt x="717" y="461"/>
                    </a:lnTo>
                  </a:path>
                </a:pathLst>
              </a:custGeom>
              <a:noFill/>
              <a:ln w="9525">
                <a:solidFill>
                  <a:srgbClr val="0079F2"/>
                </a:solidFill>
                <a:round/>
                <a:headEnd/>
                <a:tailEnd/>
              </a:ln>
            </p:spPr>
            <p:txBody>
              <a:bodyPr/>
              <a:lstStyle/>
              <a:p>
                <a:endParaRPr lang="en-GB"/>
              </a:p>
            </p:txBody>
          </p:sp>
          <p:sp>
            <p:nvSpPr>
              <p:cNvPr id="10260" name="Freeform 50"/>
              <p:cNvSpPr>
                <a:spLocks/>
              </p:cNvSpPr>
              <p:nvPr/>
            </p:nvSpPr>
            <p:spPr bwMode="auto">
              <a:xfrm flipH="1">
                <a:off x="4698" y="1100"/>
                <a:ext cx="313" cy="756"/>
              </a:xfrm>
              <a:custGeom>
                <a:avLst/>
                <a:gdLst>
                  <a:gd name="T0" fmla="*/ 0 w 717"/>
                  <a:gd name="T1" fmla="*/ 756 h 756"/>
                  <a:gd name="T2" fmla="*/ 4 w 717"/>
                  <a:gd name="T3" fmla="*/ 167 h 756"/>
                  <a:gd name="T4" fmla="*/ 5 w 717"/>
                  <a:gd name="T5" fmla="*/ 384 h 756"/>
                  <a:gd name="T6" fmla="*/ 7 w 717"/>
                  <a:gd name="T7" fmla="*/ 103 h 756"/>
                  <a:gd name="T8" fmla="*/ 10 w 717"/>
                  <a:gd name="T9" fmla="*/ 519 h 756"/>
                  <a:gd name="T10" fmla="*/ 11 w 717"/>
                  <a:gd name="T11" fmla="*/ 487 h 756"/>
                  <a:gd name="T12" fmla="*/ 11 w 717"/>
                  <a:gd name="T13" fmla="*/ 359 h 756"/>
                  <a:gd name="T14" fmla="*/ 14 w 717"/>
                  <a:gd name="T15" fmla="*/ 71 h 756"/>
                  <a:gd name="T16" fmla="*/ 16 w 717"/>
                  <a:gd name="T17" fmla="*/ 244 h 756"/>
                  <a:gd name="T18" fmla="*/ 17 w 717"/>
                  <a:gd name="T19" fmla="*/ 96 h 756"/>
                  <a:gd name="T20" fmla="*/ 18 w 717"/>
                  <a:gd name="T21" fmla="*/ 615 h 756"/>
                  <a:gd name="T22" fmla="*/ 21 w 717"/>
                  <a:gd name="T23" fmla="*/ 397 h 756"/>
                  <a:gd name="T24" fmla="*/ 24 w 717"/>
                  <a:gd name="T25" fmla="*/ 519 h 756"/>
                  <a:gd name="T26" fmla="*/ 25 w 717"/>
                  <a:gd name="T27" fmla="*/ 308 h 756"/>
                  <a:gd name="T28" fmla="*/ 28 w 717"/>
                  <a:gd name="T29" fmla="*/ 442 h 756"/>
                  <a:gd name="T30" fmla="*/ 29 w 717"/>
                  <a:gd name="T31" fmla="*/ 352 h 756"/>
                  <a:gd name="T32" fmla="*/ 30 w 717"/>
                  <a:gd name="T33" fmla="*/ 384 h 756"/>
                  <a:gd name="T34" fmla="*/ 31 w 717"/>
                  <a:gd name="T35" fmla="*/ 135 h 756"/>
                  <a:gd name="T36" fmla="*/ 33 w 717"/>
                  <a:gd name="T37" fmla="*/ 301 h 756"/>
                  <a:gd name="T38" fmla="*/ 32 w 717"/>
                  <a:gd name="T39" fmla="*/ 519 h 756"/>
                  <a:gd name="T40" fmla="*/ 34 w 717"/>
                  <a:gd name="T41" fmla="*/ 679 h 756"/>
                  <a:gd name="T42" fmla="*/ 36 w 717"/>
                  <a:gd name="T43" fmla="*/ 628 h 756"/>
                  <a:gd name="T44" fmla="*/ 37 w 717"/>
                  <a:gd name="T45" fmla="*/ 480 h 756"/>
                  <a:gd name="T46" fmla="*/ 38 w 717"/>
                  <a:gd name="T47" fmla="*/ 391 h 756"/>
                  <a:gd name="T48" fmla="*/ 36 w 717"/>
                  <a:gd name="T49" fmla="*/ 506 h 756"/>
                  <a:gd name="T50" fmla="*/ 38 w 717"/>
                  <a:gd name="T51" fmla="*/ 352 h 756"/>
                  <a:gd name="T52" fmla="*/ 39 w 717"/>
                  <a:gd name="T53" fmla="*/ 455 h 756"/>
                  <a:gd name="T54" fmla="*/ 41 w 717"/>
                  <a:gd name="T55" fmla="*/ 519 h 756"/>
                  <a:gd name="T56" fmla="*/ 43 w 717"/>
                  <a:gd name="T57" fmla="*/ 410 h 756"/>
                  <a:gd name="T58" fmla="*/ 44 w 717"/>
                  <a:gd name="T59" fmla="*/ 186 h 756"/>
                  <a:gd name="T60" fmla="*/ 45 w 717"/>
                  <a:gd name="T61" fmla="*/ 231 h 756"/>
                  <a:gd name="T62" fmla="*/ 48 w 717"/>
                  <a:gd name="T63" fmla="*/ 148 h 756"/>
                  <a:gd name="T64" fmla="*/ 48 w 717"/>
                  <a:gd name="T65" fmla="*/ 301 h 756"/>
                  <a:gd name="T66" fmla="*/ 48 w 717"/>
                  <a:gd name="T67" fmla="*/ 730 h 756"/>
                  <a:gd name="T68" fmla="*/ 54 w 717"/>
                  <a:gd name="T69" fmla="*/ 0 h 756"/>
                  <a:gd name="T70" fmla="*/ 54 w 717"/>
                  <a:gd name="T71" fmla="*/ 250 h 756"/>
                  <a:gd name="T72" fmla="*/ 55 w 717"/>
                  <a:gd name="T73" fmla="*/ 333 h 756"/>
                  <a:gd name="T74" fmla="*/ 57 w 717"/>
                  <a:gd name="T75" fmla="*/ 192 h 756"/>
                  <a:gd name="T76" fmla="*/ 59 w 717"/>
                  <a:gd name="T77" fmla="*/ 340 h 756"/>
                  <a:gd name="T78" fmla="*/ 58 w 717"/>
                  <a:gd name="T79" fmla="*/ 429 h 756"/>
                  <a:gd name="T80" fmla="*/ 60 w 717"/>
                  <a:gd name="T81" fmla="*/ 461 h 756"/>
                  <a:gd name="T82" fmla="*/ 0 60000 65536"/>
                  <a:gd name="T83" fmla="*/ 0 60000 65536"/>
                  <a:gd name="T84" fmla="*/ 0 60000 65536"/>
                  <a:gd name="T85" fmla="*/ 0 60000 65536"/>
                  <a:gd name="T86" fmla="*/ 0 60000 65536"/>
                  <a:gd name="T87" fmla="*/ 0 60000 65536"/>
                  <a:gd name="T88" fmla="*/ 0 60000 65536"/>
                  <a:gd name="T89" fmla="*/ 0 60000 65536"/>
                  <a:gd name="T90" fmla="*/ 0 60000 65536"/>
                  <a:gd name="T91" fmla="*/ 0 60000 65536"/>
                  <a:gd name="T92" fmla="*/ 0 60000 65536"/>
                  <a:gd name="T93" fmla="*/ 0 60000 65536"/>
                  <a:gd name="T94" fmla="*/ 0 60000 65536"/>
                  <a:gd name="T95" fmla="*/ 0 60000 65536"/>
                  <a:gd name="T96" fmla="*/ 0 60000 65536"/>
                  <a:gd name="T97" fmla="*/ 0 60000 65536"/>
                  <a:gd name="T98" fmla="*/ 0 60000 65536"/>
                  <a:gd name="T99" fmla="*/ 0 60000 65536"/>
                  <a:gd name="T100" fmla="*/ 0 60000 65536"/>
                  <a:gd name="T101" fmla="*/ 0 60000 65536"/>
                  <a:gd name="T102" fmla="*/ 0 60000 65536"/>
                  <a:gd name="T103" fmla="*/ 0 60000 65536"/>
                  <a:gd name="T104" fmla="*/ 0 60000 65536"/>
                  <a:gd name="T105" fmla="*/ 0 60000 65536"/>
                  <a:gd name="T106" fmla="*/ 0 60000 65536"/>
                  <a:gd name="T107" fmla="*/ 0 60000 65536"/>
                  <a:gd name="T108" fmla="*/ 0 60000 65536"/>
                  <a:gd name="T109" fmla="*/ 0 60000 65536"/>
                  <a:gd name="T110" fmla="*/ 0 60000 65536"/>
                  <a:gd name="T111" fmla="*/ 0 60000 65536"/>
                  <a:gd name="T112" fmla="*/ 0 60000 65536"/>
                  <a:gd name="T113" fmla="*/ 0 60000 65536"/>
                  <a:gd name="T114" fmla="*/ 0 60000 65536"/>
                  <a:gd name="T115" fmla="*/ 0 60000 65536"/>
                  <a:gd name="T116" fmla="*/ 0 60000 65536"/>
                  <a:gd name="T117" fmla="*/ 0 60000 65536"/>
                  <a:gd name="T118" fmla="*/ 0 60000 65536"/>
                  <a:gd name="T119" fmla="*/ 0 60000 65536"/>
                  <a:gd name="T120" fmla="*/ 0 60000 65536"/>
                  <a:gd name="T121" fmla="*/ 0 60000 65536"/>
                  <a:gd name="T122" fmla="*/ 0 60000 65536"/>
                  <a:gd name="T123" fmla="*/ 0 w 717"/>
                  <a:gd name="T124" fmla="*/ 0 h 756"/>
                  <a:gd name="T125" fmla="*/ 717 w 717"/>
                  <a:gd name="T126" fmla="*/ 756 h 756"/>
                </a:gdLst>
                <a:ahLst/>
                <a:cxnLst>
                  <a:cxn ang="T82">
                    <a:pos x="T0" y="T1"/>
                  </a:cxn>
                  <a:cxn ang="T83">
                    <a:pos x="T2" y="T3"/>
                  </a:cxn>
                  <a:cxn ang="T84">
                    <a:pos x="T4" y="T5"/>
                  </a:cxn>
                  <a:cxn ang="T85">
                    <a:pos x="T6" y="T7"/>
                  </a:cxn>
                  <a:cxn ang="T86">
                    <a:pos x="T8" y="T9"/>
                  </a:cxn>
                  <a:cxn ang="T87">
                    <a:pos x="T10" y="T11"/>
                  </a:cxn>
                  <a:cxn ang="T88">
                    <a:pos x="T12" y="T13"/>
                  </a:cxn>
                  <a:cxn ang="T89">
                    <a:pos x="T14" y="T15"/>
                  </a:cxn>
                  <a:cxn ang="T90">
                    <a:pos x="T16" y="T17"/>
                  </a:cxn>
                  <a:cxn ang="T91">
                    <a:pos x="T18" y="T19"/>
                  </a:cxn>
                  <a:cxn ang="T92">
                    <a:pos x="T20" y="T21"/>
                  </a:cxn>
                  <a:cxn ang="T93">
                    <a:pos x="T22" y="T23"/>
                  </a:cxn>
                  <a:cxn ang="T94">
                    <a:pos x="T24" y="T25"/>
                  </a:cxn>
                  <a:cxn ang="T95">
                    <a:pos x="T26" y="T27"/>
                  </a:cxn>
                  <a:cxn ang="T96">
                    <a:pos x="T28" y="T29"/>
                  </a:cxn>
                  <a:cxn ang="T97">
                    <a:pos x="T30" y="T31"/>
                  </a:cxn>
                  <a:cxn ang="T98">
                    <a:pos x="T32" y="T33"/>
                  </a:cxn>
                  <a:cxn ang="T99">
                    <a:pos x="T34" y="T35"/>
                  </a:cxn>
                  <a:cxn ang="T100">
                    <a:pos x="T36" y="T37"/>
                  </a:cxn>
                  <a:cxn ang="T101">
                    <a:pos x="T38" y="T39"/>
                  </a:cxn>
                  <a:cxn ang="T102">
                    <a:pos x="T40" y="T41"/>
                  </a:cxn>
                  <a:cxn ang="T103">
                    <a:pos x="T42" y="T43"/>
                  </a:cxn>
                  <a:cxn ang="T104">
                    <a:pos x="T44" y="T45"/>
                  </a:cxn>
                  <a:cxn ang="T105">
                    <a:pos x="T46" y="T47"/>
                  </a:cxn>
                  <a:cxn ang="T106">
                    <a:pos x="T48" y="T49"/>
                  </a:cxn>
                  <a:cxn ang="T107">
                    <a:pos x="T50" y="T51"/>
                  </a:cxn>
                  <a:cxn ang="T108">
                    <a:pos x="T52" y="T53"/>
                  </a:cxn>
                  <a:cxn ang="T109">
                    <a:pos x="T54" y="T55"/>
                  </a:cxn>
                  <a:cxn ang="T110">
                    <a:pos x="T56" y="T57"/>
                  </a:cxn>
                  <a:cxn ang="T111">
                    <a:pos x="T58" y="T59"/>
                  </a:cxn>
                  <a:cxn ang="T112">
                    <a:pos x="T60" y="T61"/>
                  </a:cxn>
                  <a:cxn ang="T113">
                    <a:pos x="T62" y="T63"/>
                  </a:cxn>
                  <a:cxn ang="T114">
                    <a:pos x="T64" y="T65"/>
                  </a:cxn>
                  <a:cxn ang="T115">
                    <a:pos x="T66" y="T67"/>
                  </a:cxn>
                  <a:cxn ang="T116">
                    <a:pos x="T68" y="T69"/>
                  </a:cxn>
                  <a:cxn ang="T117">
                    <a:pos x="T70" y="T71"/>
                  </a:cxn>
                  <a:cxn ang="T118">
                    <a:pos x="T72" y="T73"/>
                  </a:cxn>
                  <a:cxn ang="T119">
                    <a:pos x="T74" y="T75"/>
                  </a:cxn>
                  <a:cxn ang="T120">
                    <a:pos x="T76" y="T77"/>
                  </a:cxn>
                  <a:cxn ang="T121">
                    <a:pos x="T78" y="T79"/>
                  </a:cxn>
                  <a:cxn ang="T122">
                    <a:pos x="T80" y="T81"/>
                  </a:cxn>
                </a:cxnLst>
                <a:rect l="T123" t="T124" r="T125" b="T126"/>
                <a:pathLst>
                  <a:path w="717" h="756">
                    <a:moveTo>
                      <a:pt x="0" y="756"/>
                    </a:moveTo>
                    <a:lnTo>
                      <a:pt x="52" y="167"/>
                    </a:lnTo>
                    <a:lnTo>
                      <a:pt x="64" y="384"/>
                    </a:lnTo>
                    <a:lnTo>
                      <a:pt x="90" y="103"/>
                    </a:lnTo>
                    <a:lnTo>
                      <a:pt x="116" y="519"/>
                    </a:lnTo>
                    <a:lnTo>
                      <a:pt x="135" y="487"/>
                    </a:lnTo>
                    <a:lnTo>
                      <a:pt x="135" y="359"/>
                    </a:lnTo>
                    <a:lnTo>
                      <a:pt x="167" y="71"/>
                    </a:lnTo>
                    <a:lnTo>
                      <a:pt x="192" y="244"/>
                    </a:lnTo>
                    <a:lnTo>
                      <a:pt x="205" y="96"/>
                    </a:lnTo>
                    <a:lnTo>
                      <a:pt x="218" y="615"/>
                    </a:lnTo>
                    <a:lnTo>
                      <a:pt x="244" y="397"/>
                    </a:lnTo>
                    <a:lnTo>
                      <a:pt x="282" y="519"/>
                    </a:lnTo>
                    <a:lnTo>
                      <a:pt x="308" y="308"/>
                    </a:lnTo>
                    <a:lnTo>
                      <a:pt x="333" y="442"/>
                    </a:lnTo>
                    <a:lnTo>
                      <a:pt x="346" y="352"/>
                    </a:lnTo>
                    <a:lnTo>
                      <a:pt x="365" y="384"/>
                    </a:lnTo>
                    <a:lnTo>
                      <a:pt x="378" y="135"/>
                    </a:lnTo>
                    <a:lnTo>
                      <a:pt x="391" y="301"/>
                    </a:lnTo>
                    <a:lnTo>
                      <a:pt x="384" y="519"/>
                    </a:lnTo>
                    <a:lnTo>
                      <a:pt x="404" y="679"/>
                    </a:lnTo>
                    <a:lnTo>
                      <a:pt x="429" y="628"/>
                    </a:lnTo>
                    <a:lnTo>
                      <a:pt x="442" y="480"/>
                    </a:lnTo>
                    <a:lnTo>
                      <a:pt x="455" y="391"/>
                    </a:lnTo>
                    <a:lnTo>
                      <a:pt x="436" y="506"/>
                    </a:lnTo>
                    <a:lnTo>
                      <a:pt x="461" y="352"/>
                    </a:lnTo>
                    <a:lnTo>
                      <a:pt x="474" y="455"/>
                    </a:lnTo>
                    <a:lnTo>
                      <a:pt x="493" y="519"/>
                    </a:lnTo>
                    <a:lnTo>
                      <a:pt x="512" y="410"/>
                    </a:lnTo>
                    <a:lnTo>
                      <a:pt x="532" y="186"/>
                    </a:lnTo>
                    <a:lnTo>
                      <a:pt x="544" y="231"/>
                    </a:lnTo>
                    <a:lnTo>
                      <a:pt x="570" y="148"/>
                    </a:lnTo>
                    <a:lnTo>
                      <a:pt x="576" y="301"/>
                    </a:lnTo>
                    <a:lnTo>
                      <a:pt x="576" y="730"/>
                    </a:lnTo>
                    <a:lnTo>
                      <a:pt x="647" y="0"/>
                    </a:lnTo>
                    <a:lnTo>
                      <a:pt x="647" y="250"/>
                    </a:lnTo>
                    <a:lnTo>
                      <a:pt x="660" y="333"/>
                    </a:lnTo>
                    <a:lnTo>
                      <a:pt x="685" y="192"/>
                    </a:lnTo>
                    <a:lnTo>
                      <a:pt x="711" y="340"/>
                    </a:lnTo>
                    <a:lnTo>
                      <a:pt x="698" y="429"/>
                    </a:lnTo>
                    <a:lnTo>
                      <a:pt x="717" y="461"/>
                    </a:lnTo>
                  </a:path>
                </a:pathLst>
              </a:custGeom>
              <a:noFill/>
              <a:ln w="9525">
                <a:solidFill>
                  <a:srgbClr val="0079F2"/>
                </a:solidFill>
                <a:round/>
                <a:headEnd/>
                <a:tailEnd/>
              </a:ln>
            </p:spPr>
            <p:txBody>
              <a:bodyPr/>
              <a:lstStyle/>
              <a:p>
                <a:endParaRPr lang="en-GB"/>
              </a:p>
            </p:txBody>
          </p:sp>
        </p:grpSp>
      </p:grpSp>
      <p:sp>
        <p:nvSpPr>
          <p:cNvPr id="10246" name="Text Box 54"/>
          <p:cNvSpPr txBox="1">
            <a:spLocks noChangeArrowheads="1"/>
          </p:cNvSpPr>
          <p:nvPr/>
        </p:nvSpPr>
        <p:spPr bwMode="auto">
          <a:xfrm>
            <a:off x="5195896" y="434399"/>
            <a:ext cx="771525" cy="336550"/>
          </a:xfrm>
          <a:prstGeom prst="rect">
            <a:avLst/>
          </a:prstGeom>
          <a:noFill/>
          <a:ln w="9525" algn="ctr">
            <a:noFill/>
            <a:miter lim="800000"/>
            <a:headEnd/>
            <a:tailEnd/>
          </a:ln>
        </p:spPr>
        <p:txBody>
          <a:bodyPr wrap="none">
            <a:spAutoFit/>
          </a:bodyPr>
          <a:lstStyle/>
          <a:p>
            <a:r>
              <a:rPr lang="en-GB" b="1" dirty="0"/>
              <a:t>signal</a:t>
            </a:r>
            <a:endParaRPr lang="en-US" b="1" dirty="0"/>
          </a:p>
        </p:txBody>
      </p:sp>
      <p:sp>
        <p:nvSpPr>
          <p:cNvPr id="10247" name="Text Box 55"/>
          <p:cNvSpPr txBox="1">
            <a:spLocks noChangeArrowheads="1"/>
          </p:cNvSpPr>
          <p:nvPr/>
        </p:nvSpPr>
        <p:spPr bwMode="auto">
          <a:xfrm>
            <a:off x="7590892" y="1509517"/>
            <a:ext cx="835025" cy="336550"/>
          </a:xfrm>
          <a:prstGeom prst="rect">
            <a:avLst/>
          </a:prstGeom>
          <a:noFill/>
          <a:ln w="9525" algn="ctr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r>
              <a:rPr lang="en-GB" b="1" dirty="0"/>
              <a:t>noise</a:t>
            </a:r>
            <a:endParaRPr lang="en-US" b="1" dirty="0"/>
          </a:p>
        </p:txBody>
      </p:sp>
      <p:sp>
        <p:nvSpPr>
          <p:cNvPr id="55" name="Right Arrow 54"/>
          <p:cNvSpPr/>
          <p:nvPr/>
        </p:nvSpPr>
        <p:spPr bwMode="auto">
          <a:xfrm>
            <a:off x="3747241" y="1890788"/>
            <a:ext cx="1047750" cy="409575"/>
          </a:xfrm>
          <a:prstGeom prst="rightArrow">
            <a:avLst>
              <a:gd name="adj1" fmla="val 50000"/>
              <a:gd name="adj2" fmla="val 89535"/>
            </a:avLst>
          </a:prstGeom>
          <a:solidFill>
            <a:srgbClr val="FFCC66"/>
          </a:solidFill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GB" sz="16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Lucida Sans Unicode" pitchFamily="34" charset="0"/>
            </a:endParaRPr>
          </a:p>
        </p:txBody>
      </p:sp>
      <p:sp>
        <p:nvSpPr>
          <p:cNvPr id="17" name="Freeform: Shape 16"/>
          <p:cNvSpPr/>
          <p:nvPr/>
        </p:nvSpPr>
        <p:spPr bwMode="auto">
          <a:xfrm>
            <a:off x="4122463" y="4582902"/>
            <a:ext cx="3056386" cy="1720529"/>
          </a:xfrm>
          <a:custGeom>
            <a:avLst/>
            <a:gdLst>
              <a:gd name="connsiteX0" fmla="*/ 0 w 4089400"/>
              <a:gd name="connsiteY0" fmla="*/ 702734 h 2870200"/>
              <a:gd name="connsiteX1" fmla="*/ 8466 w 4089400"/>
              <a:gd name="connsiteY1" fmla="*/ 643467 h 2870200"/>
              <a:gd name="connsiteX2" fmla="*/ 25400 w 4089400"/>
              <a:gd name="connsiteY2" fmla="*/ 626534 h 2870200"/>
              <a:gd name="connsiteX3" fmla="*/ 33866 w 4089400"/>
              <a:gd name="connsiteY3" fmla="*/ 592667 h 2870200"/>
              <a:gd name="connsiteX4" fmla="*/ 42333 w 4089400"/>
              <a:gd name="connsiteY4" fmla="*/ 567267 h 2870200"/>
              <a:gd name="connsiteX5" fmla="*/ 42333 w 4089400"/>
              <a:gd name="connsiteY5" fmla="*/ 821267 h 2870200"/>
              <a:gd name="connsiteX6" fmla="*/ 16933 w 4089400"/>
              <a:gd name="connsiteY6" fmla="*/ 880534 h 2870200"/>
              <a:gd name="connsiteX7" fmla="*/ 25400 w 4089400"/>
              <a:gd name="connsiteY7" fmla="*/ 1354667 h 2870200"/>
              <a:gd name="connsiteX8" fmla="*/ 33866 w 4089400"/>
              <a:gd name="connsiteY8" fmla="*/ 1329267 h 2870200"/>
              <a:gd name="connsiteX9" fmla="*/ 42333 w 4089400"/>
              <a:gd name="connsiteY9" fmla="*/ 1286934 h 2870200"/>
              <a:gd name="connsiteX10" fmla="*/ 59266 w 4089400"/>
              <a:gd name="connsiteY10" fmla="*/ 1253067 h 2870200"/>
              <a:gd name="connsiteX11" fmla="*/ 76200 w 4089400"/>
              <a:gd name="connsiteY11" fmla="*/ 1202267 h 2870200"/>
              <a:gd name="connsiteX12" fmla="*/ 84666 w 4089400"/>
              <a:gd name="connsiteY12" fmla="*/ 1176867 h 2870200"/>
              <a:gd name="connsiteX13" fmla="*/ 101600 w 4089400"/>
              <a:gd name="connsiteY13" fmla="*/ 1143000 h 2870200"/>
              <a:gd name="connsiteX14" fmla="*/ 110066 w 4089400"/>
              <a:gd name="connsiteY14" fmla="*/ 1100667 h 2870200"/>
              <a:gd name="connsiteX15" fmla="*/ 135466 w 4089400"/>
              <a:gd name="connsiteY15" fmla="*/ 1032934 h 2870200"/>
              <a:gd name="connsiteX16" fmla="*/ 143933 w 4089400"/>
              <a:gd name="connsiteY16" fmla="*/ 999067 h 2870200"/>
              <a:gd name="connsiteX17" fmla="*/ 160866 w 4089400"/>
              <a:gd name="connsiteY17" fmla="*/ 948267 h 2870200"/>
              <a:gd name="connsiteX18" fmla="*/ 177800 w 4089400"/>
              <a:gd name="connsiteY18" fmla="*/ 1134534 h 2870200"/>
              <a:gd name="connsiteX19" fmla="*/ 194733 w 4089400"/>
              <a:gd name="connsiteY19" fmla="*/ 1464734 h 2870200"/>
              <a:gd name="connsiteX20" fmla="*/ 228600 w 4089400"/>
              <a:gd name="connsiteY20" fmla="*/ 1397000 h 2870200"/>
              <a:gd name="connsiteX21" fmla="*/ 254000 w 4089400"/>
              <a:gd name="connsiteY21" fmla="*/ 1363134 h 2870200"/>
              <a:gd name="connsiteX22" fmla="*/ 262466 w 4089400"/>
              <a:gd name="connsiteY22" fmla="*/ 1337734 h 2870200"/>
              <a:gd name="connsiteX23" fmla="*/ 279400 w 4089400"/>
              <a:gd name="connsiteY23" fmla="*/ 1371600 h 2870200"/>
              <a:gd name="connsiteX24" fmla="*/ 287866 w 4089400"/>
              <a:gd name="connsiteY24" fmla="*/ 2243667 h 2870200"/>
              <a:gd name="connsiteX25" fmla="*/ 313266 w 4089400"/>
              <a:gd name="connsiteY25" fmla="*/ 2201334 h 2870200"/>
              <a:gd name="connsiteX26" fmla="*/ 321733 w 4089400"/>
              <a:gd name="connsiteY26" fmla="*/ 2150534 h 2870200"/>
              <a:gd name="connsiteX27" fmla="*/ 355600 w 4089400"/>
              <a:gd name="connsiteY27" fmla="*/ 2125134 h 2870200"/>
              <a:gd name="connsiteX28" fmla="*/ 364066 w 4089400"/>
              <a:gd name="connsiteY28" fmla="*/ 2082800 h 2870200"/>
              <a:gd name="connsiteX29" fmla="*/ 381000 w 4089400"/>
              <a:gd name="connsiteY29" fmla="*/ 2065867 h 2870200"/>
              <a:gd name="connsiteX30" fmla="*/ 397933 w 4089400"/>
              <a:gd name="connsiteY30" fmla="*/ 2032000 h 2870200"/>
              <a:gd name="connsiteX31" fmla="*/ 423333 w 4089400"/>
              <a:gd name="connsiteY31" fmla="*/ 1998134 h 2870200"/>
              <a:gd name="connsiteX32" fmla="*/ 440266 w 4089400"/>
              <a:gd name="connsiteY32" fmla="*/ 1752600 h 2870200"/>
              <a:gd name="connsiteX33" fmla="*/ 465666 w 4089400"/>
              <a:gd name="connsiteY33" fmla="*/ 1651000 h 2870200"/>
              <a:gd name="connsiteX34" fmla="*/ 491066 w 4089400"/>
              <a:gd name="connsiteY34" fmla="*/ 1710267 h 2870200"/>
              <a:gd name="connsiteX35" fmla="*/ 499533 w 4089400"/>
              <a:gd name="connsiteY35" fmla="*/ 1735667 h 2870200"/>
              <a:gd name="connsiteX36" fmla="*/ 533400 w 4089400"/>
              <a:gd name="connsiteY36" fmla="*/ 1820334 h 2870200"/>
              <a:gd name="connsiteX37" fmla="*/ 558800 w 4089400"/>
              <a:gd name="connsiteY37" fmla="*/ 1938867 h 2870200"/>
              <a:gd name="connsiteX38" fmla="*/ 575733 w 4089400"/>
              <a:gd name="connsiteY38" fmla="*/ 1998134 h 2870200"/>
              <a:gd name="connsiteX39" fmla="*/ 592666 w 4089400"/>
              <a:gd name="connsiteY39" fmla="*/ 2023534 h 2870200"/>
              <a:gd name="connsiteX40" fmla="*/ 618066 w 4089400"/>
              <a:gd name="connsiteY40" fmla="*/ 1786467 h 2870200"/>
              <a:gd name="connsiteX41" fmla="*/ 626533 w 4089400"/>
              <a:gd name="connsiteY41" fmla="*/ 1744134 h 2870200"/>
              <a:gd name="connsiteX42" fmla="*/ 643466 w 4089400"/>
              <a:gd name="connsiteY42" fmla="*/ 1718734 h 2870200"/>
              <a:gd name="connsiteX43" fmla="*/ 660400 w 4089400"/>
              <a:gd name="connsiteY43" fmla="*/ 1617134 h 2870200"/>
              <a:gd name="connsiteX44" fmla="*/ 677333 w 4089400"/>
              <a:gd name="connsiteY44" fmla="*/ 1557867 h 2870200"/>
              <a:gd name="connsiteX45" fmla="*/ 685800 w 4089400"/>
              <a:gd name="connsiteY45" fmla="*/ 1524000 h 2870200"/>
              <a:gd name="connsiteX46" fmla="*/ 702733 w 4089400"/>
              <a:gd name="connsiteY46" fmla="*/ 1312334 h 2870200"/>
              <a:gd name="connsiteX47" fmla="*/ 719666 w 4089400"/>
              <a:gd name="connsiteY47" fmla="*/ 1380067 h 2870200"/>
              <a:gd name="connsiteX48" fmla="*/ 736600 w 4089400"/>
              <a:gd name="connsiteY48" fmla="*/ 1532467 h 2870200"/>
              <a:gd name="connsiteX49" fmla="*/ 753533 w 4089400"/>
              <a:gd name="connsiteY49" fmla="*/ 1566334 h 2870200"/>
              <a:gd name="connsiteX50" fmla="*/ 778933 w 4089400"/>
              <a:gd name="connsiteY50" fmla="*/ 1456267 h 2870200"/>
              <a:gd name="connsiteX51" fmla="*/ 795866 w 4089400"/>
              <a:gd name="connsiteY51" fmla="*/ 1430867 h 2870200"/>
              <a:gd name="connsiteX52" fmla="*/ 829733 w 4089400"/>
              <a:gd name="connsiteY52" fmla="*/ 1388534 h 2870200"/>
              <a:gd name="connsiteX53" fmla="*/ 838200 w 4089400"/>
              <a:gd name="connsiteY53" fmla="*/ 1498600 h 2870200"/>
              <a:gd name="connsiteX54" fmla="*/ 863600 w 4089400"/>
              <a:gd name="connsiteY54" fmla="*/ 1811867 h 2870200"/>
              <a:gd name="connsiteX55" fmla="*/ 872066 w 4089400"/>
              <a:gd name="connsiteY55" fmla="*/ 1642534 h 2870200"/>
              <a:gd name="connsiteX56" fmla="*/ 897466 w 4089400"/>
              <a:gd name="connsiteY56" fmla="*/ 1583267 h 2870200"/>
              <a:gd name="connsiteX57" fmla="*/ 905933 w 4089400"/>
              <a:gd name="connsiteY57" fmla="*/ 1557867 h 2870200"/>
              <a:gd name="connsiteX58" fmla="*/ 914400 w 4089400"/>
              <a:gd name="connsiteY58" fmla="*/ 2006600 h 2870200"/>
              <a:gd name="connsiteX59" fmla="*/ 939800 w 4089400"/>
              <a:gd name="connsiteY59" fmla="*/ 2116667 h 2870200"/>
              <a:gd name="connsiteX60" fmla="*/ 948266 w 4089400"/>
              <a:gd name="connsiteY60" fmla="*/ 1828800 h 2870200"/>
              <a:gd name="connsiteX61" fmla="*/ 965200 w 4089400"/>
              <a:gd name="connsiteY61" fmla="*/ 1794934 h 2870200"/>
              <a:gd name="connsiteX62" fmla="*/ 973666 w 4089400"/>
              <a:gd name="connsiteY62" fmla="*/ 1761067 h 2870200"/>
              <a:gd name="connsiteX63" fmla="*/ 990600 w 4089400"/>
              <a:gd name="connsiteY63" fmla="*/ 1871134 h 2870200"/>
              <a:gd name="connsiteX64" fmla="*/ 1007533 w 4089400"/>
              <a:gd name="connsiteY64" fmla="*/ 1947334 h 2870200"/>
              <a:gd name="connsiteX65" fmla="*/ 1024466 w 4089400"/>
              <a:gd name="connsiteY65" fmla="*/ 2040467 h 2870200"/>
              <a:gd name="connsiteX66" fmla="*/ 1049866 w 4089400"/>
              <a:gd name="connsiteY66" fmla="*/ 2108200 h 2870200"/>
              <a:gd name="connsiteX67" fmla="*/ 1058333 w 4089400"/>
              <a:gd name="connsiteY67" fmla="*/ 2150534 h 2870200"/>
              <a:gd name="connsiteX68" fmla="*/ 1100666 w 4089400"/>
              <a:gd name="connsiteY68" fmla="*/ 2209800 h 2870200"/>
              <a:gd name="connsiteX69" fmla="*/ 1109133 w 4089400"/>
              <a:gd name="connsiteY69" fmla="*/ 2108200 h 2870200"/>
              <a:gd name="connsiteX70" fmla="*/ 1159933 w 4089400"/>
              <a:gd name="connsiteY70" fmla="*/ 1989667 h 2870200"/>
              <a:gd name="connsiteX71" fmla="*/ 1210733 w 4089400"/>
              <a:gd name="connsiteY71" fmla="*/ 1913467 h 2870200"/>
              <a:gd name="connsiteX72" fmla="*/ 1219200 w 4089400"/>
              <a:gd name="connsiteY72" fmla="*/ 2167467 h 2870200"/>
              <a:gd name="connsiteX73" fmla="*/ 1236133 w 4089400"/>
              <a:gd name="connsiteY73" fmla="*/ 2082800 h 2870200"/>
              <a:gd name="connsiteX74" fmla="*/ 1244600 w 4089400"/>
              <a:gd name="connsiteY74" fmla="*/ 2015067 h 2870200"/>
              <a:gd name="connsiteX75" fmla="*/ 1286933 w 4089400"/>
              <a:gd name="connsiteY75" fmla="*/ 1854200 h 2870200"/>
              <a:gd name="connsiteX76" fmla="*/ 1295400 w 4089400"/>
              <a:gd name="connsiteY76" fmla="*/ 1803400 h 2870200"/>
              <a:gd name="connsiteX77" fmla="*/ 1320800 w 4089400"/>
              <a:gd name="connsiteY77" fmla="*/ 1701800 h 2870200"/>
              <a:gd name="connsiteX78" fmla="*/ 1346200 w 4089400"/>
              <a:gd name="connsiteY78" fmla="*/ 1718734 h 2870200"/>
              <a:gd name="connsiteX79" fmla="*/ 1354666 w 4089400"/>
              <a:gd name="connsiteY79" fmla="*/ 1744134 h 2870200"/>
              <a:gd name="connsiteX80" fmla="*/ 1380066 w 4089400"/>
              <a:gd name="connsiteY80" fmla="*/ 1828800 h 2870200"/>
              <a:gd name="connsiteX81" fmla="*/ 1397000 w 4089400"/>
              <a:gd name="connsiteY81" fmla="*/ 1879600 h 2870200"/>
              <a:gd name="connsiteX82" fmla="*/ 1405466 w 4089400"/>
              <a:gd name="connsiteY82" fmla="*/ 1913467 h 2870200"/>
              <a:gd name="connsiteX83" fmla="*/ 1430866 w 4089400"/>
              <a:gd name="connsiteY83" fmla="*/ 1947334 h 2870200"/>
              <a:gd name="connsiteX84" fmla="*/ 1447800 w 4089400"/>
              <a:gd name="connsiteY84" fmla="*/ 1938867 h 2870200"/>
              <a:gd name="connsiteX85" fmla="*/ 1490133 w 4089400"/>
              <a:gd name="connsiteY85" fmla="*/ 1803400 h 2870200"/>
              <a:gd name="connsiteX86" fmla="*/ 1549400 w 4089400"/>
              <a:gd name="connsiteY86" fmla="*/ 1651000 h 2870200"/>
              <a:gd name="connsiteX87" fmla="*/ 1557866 w 4089400"/>
              <a:gd name="connsiteY87" fmla="*/ 1591734 h 2870200"/>
              <a:gd name="connsiteX88" fmla="*/ 1574800 w 4089400"/>
              <a:gd name="connsiteY88" fmla="*/ 1566334 h 2870200"/>
              <a:gd name="connsiteX89" fmla="*/ 1583266 w 4089400"/>
              <a:gd name="connsiteY89" fmla="*/ 1524000 h 2870200"/>
              <a:gd name="connsiteX90" fmla="*/ 1591733 w 4089400"/>
              <a:gd name="connsiteY90" fmla="*/ 1498600 h 2870200"/>
              <a:gd name="connsiteX91" fmla="*/ 1608666 w 4089400"/>
              <a:gd name="connsiteY91" fmla="*/ 1524000 h 2870200"/>
              <a:gd name="connsiteX92" fmla="*/ 1634066 w 4089400"/>
              <a:gd name="connsiteY92" fmla="*/ 1490134 h 2870200"/>
              <a:gd name="connsiteX93" fmla="*/ 1659466 w 4089400"/>
              <a:gd name="connsiteY93" fmla="*/ 1388534 h 2870200"/>
              <a:gd name="connsiteX94" fmla="*/ 1718733 w 4089400"/>
              <a:gd name="connsiteY94" fmla="*/ 1286934 h 2870200"/>
              <a:gd name="connsiteX95" fmla="*/ 1769533 w 4089400"/>
              <a:gd name="connsiteY95" fmla="*/ 1176867 h 2870200"/>
              <a:gd name="connsiteX96" fmla="*/ 1794933 w 4089400"/>
              <a:gd name="connsiteY96" fmla="*/ 1202267 h 2870200"/>
              <a:gd name="connsiteX97" fmla="*/ 1803400 w 4089400"/>
              <a:gd name="connsiteY97" fmla="*/ 1227667 h 2870200"/>
              <a:gd name="connsiteX98" fmla="*/ 1820333 w 4089400"/>
              <a:gd name="connsiteY98" fmla="*/ 1261534 h 2870200"/>
              <a:gd name="connsiteX99" fmla="*/ 1862666 w 4089400"/>
              <a:gd name="connsiteY99" fmla="*/ 1422400 h 2870200"/>
              <a:gd name="connsiteX100" fmla="*/ 1913466 w 4089400"/>
              <a:gd name="connsiteY100" fmla="*/ 1600200 h 2870200"/>
              <a:gd name="connsiteX101" fmla="*/ 1964266 w 4089400"/>
              <a:gd name="connsiteY101" fmla="*/ 1744134 h 2870200"/>
              <a:gd name="connsiteX102" fmla="*/ 1981200 w 4089400"/>
              <a:gd name="connsiteY102" fmla="*/ 1498600 h 2870200"/>
              <a:gd name="connsiteX103" fmla="*/ 1998133 w 4089400"/>
              <a:gd name="connsiteY103" fmla="*/ 1464734 h 2870200"/>
              <a:gd name="connsiteX104" fmla="*/ 2006600 w 4089400"/>
              <a:gd name="connsiteY104" fmla="*/ 1439334 h 2870200"/>
              <a:gd name="connsiteX105" fmla="*/ 2057400 w 4089400"/>
              <a:gd name="connsiteY105" fmla="*/ 2032000 h 2870200"/>
              <a:gd name="connsiteX106" fmla="*/ 2065866 w 4089400"/>
              <a:gd name="connsiteY106" fmla="*/ 2150534 h 2870200"/>
              <a:gd name="connsiteX107" fmla="*/ 2074333 w 4089400"/>
              <a:gd name="connsiteY107" fmla="*/ 2489200 h 2870200"/>
              <a:gd name="connsiteX108" fmla="*/ 2108200 w 4089400"/>
              <a:gd name="connsiteY108" fmla="*/ 2421467 h 2870200"/>
              <a:gd name="connsiteX109" fmla="*/ 2150533 w 4089400"/>
              <a:gd name="connsiteY109" fmla="*/ 2319867 h 2870200"/>
              <a:gd name="connsiteX110" fmla="*/ 2175933 w 4089400"/>
              <a:gd name="connsiteY110" fmla="*/ 2286000 h 2870200"/>
              <a:gd name="connsiteX111" fmla="*/ 2209800 w 4089400"/>
              <a:gd name="connsiteY111" fmla="*/ 2235200 h 2870200"/>
              <a:gd name="connsiteX112" fmla="*/ 2226733 w 4089400"/>
              <a:gd name="connsiteY112" fmla="*/ 2514600 h 2870200"/>
              <a:gd name="connsiteX113" fmla="*/ 2252133 w 4089400"/>
              <a:gd name="connsiteY113" fmla="*/ 2565400 h 2870200"/>
              <a:gd name="connsiteX114" fmla="*/ 2260600 w 4089400"/>
              <a:gd name="connsiteY114" fmla="*/ 2489200 h 2870200"/>
              <a:gd name="connsiteX115" fmla="*/ 2277533 w 4089400"/>
              <a:gd name="connsiteY115" fmla="*/ 2421467 h 2870200"/>
              <a:gd name="connsiteX116" fmla="*/ 2286000 w 4089400"/>
              <a:gd name="connsiteY116" fmla="*/ 1718734 h 2870200"/>
              <a:gd name="connsiteX117" fmla="*/ 2311400 w 4089400"/>
              <a:gd name="connsiteY117" fmla="*/ 1811867 h 2870200"/>
              <a:gd name="connsiteX118" fmla="*/ 2336800 w 4089400"/>
              <a:gd name="connsiteY118" fmla="*/ 1871134 h 2870200"/>
              <a:gd name="connsiteX119" fmla="*/ 2362200 w 4089400"/>
              <a:gd name="connsiteY119" fmla="*/ 1938867 h 2870200"/>
              <a:gd name="connsiteX120" fmla="*/ 2370666 w 4089400"/>
              <a:gd name="connsiteY120" fmla="*/ 1972734 h 2870200"/>
              <a:gd name="connsiteX121" fmla="*/ 2379133 w 4089400"/>
              <a:gd name="connsiteY121" fmla="*/ 1574800 h 2870200"/>
              <a:gd name="connsiteX122" fmla="*/ 2404533 w 4089400"/>
              <a:gd name="connsiteY122" fmla="*/ 1236134 h 2870200"/>
              <a:gd name="connsiteX123" fmla="*/ 2421466 w 4089400"/>
              <a:gd name="connsiteY123" fmla="*/ 1092200 h 2870200"/>
              <a:gd name="connsiteX124" fmla="*/ 2429933 w 4089400"/>
              <a:gd name="connsiteY124" fmla="*/ 1066800 h 2870200"/>
              <a:gd name="connsiteX125" fmla="*/ 2438400 w 4089400"/>
              <a:gd name="connsiteY125" fmla="*/ 1092200 h 2870200"/>
              <a:gd name="connsiteX126" fmla="*/ 2455333 w 4089400"/>
              <a:gd name="connsiteY126" fmla="*/ 1117600 h 2870200"/>
              <a:gd name="connsiteX127" fmla="*/ 2463800 w 4089400"/>
              <a:gd name="connsiteY127" fmla="*/ 1227667 h 2870200"/>
              <a:gd name="connsiteX128" fmla="*/ 2489200 w 4089400"/>
              <a:gd name="connsiteY128" fmla="*/ 753534 h 2870200"/>
              <a:gd name="connsiteX129" fmla="*/ 2506133 w 4089400"/>
              <a:gd name="connsiteY129" fmla="*/ 685800 h 2870200"/>
              <a:gd name="connsiteX130" fmla="*/ 2514600 w 4089400"/>
              <a:gd name="connsiteY130" fmla="*/ 609600 h 2870200"/>
              <a:gd name="connsiteX131" fmla="*/ 2523066 w 4089400"/>
              <a:gd name="connsiteY131" fmla="*/ 558800 h 2870200"/>
              <a:gd name="connsiteX132" fmla="*/ 2540000 w 4089400"/>
              <a:gd name="connsiteY132" fmla="*/ 584200 h 2870200"/>
              <a:gd name="connsiteX133" fmla="*/ 2548466 w 4089400"/>
              <a:gd name="connsiteY133" fmla="*/ 778934 h 2870200"/>
              <a:gd name="connsiteX134" fmla="*/ 2590800 w 4089400"/>
              <a:gd name="connsiteY134" fmla="*/ 914400 h 2870200"/>
              <a:gd name="connsiteX135" fmla="*/ 2607733 w 4089400"/>
              <a:gd name="connsiteY135" fmla="*/ 973667 h 2870200"/>
              <a:gd name="connsiteX136" fmla="*/ 2624666 w 4089400"/>
              <a:gd name="connsiteY136" fmla="*/ 812800 h 2870200"/>
              <a:gd name="connsiteX137" fmla="*/ 2641600 w 4089400"/>
              <a:gd name="connsiteY137" fmla="*/ 694267 h 2870200"/>
              <a:gd name="connsiteX138" fmla="*/ 2667000 w 4089400"/>
              <a:gd name="connsiteY138" fmla="*/ 558800 h 2870200"/>
              <a:gd name="connsiteX139" fmla="*/ 2692400 w 4089400"/>
              <a:gd name="connsiteY139" fmla="*/ 321734 h 2870200"/>
              <a:gd name="connsiteX140" fmla="*/ 2709333 w 4089400"/>
              <a:gd name="connsiteY140" fmla="*/ 1058334 h 2870200"/>
              <a:gd name="connsiteX141" fmla="*/ 2717800 w 4089400"/>
              <a:gd name="connsiteY141" fmla="*/ 1032934 h 2870200"/>
              <a:gd name="connsiteX142" fmla="*/ 2785533 w 4089400"/>
              <a:gd name="connsiteY142" fmla="*/ 905934 h 2870200"/>
              <a:gd name="connsiteX143" fmla="*/ 2819400 w 4089400"/>
              <a:gd name="connsiteY143" fmla="*/ 855134 h 2870200"/>
              <a:gd name="connsiteX144" fmla="*/ 2844800 w 4089400"/>
              <a:gd name="connsiteY144" fmla="*/ 1422400 h 2870200"/>
              <a:gd name="connsiteX145" fmla="*/ 2853266 w 4089400"/>
              <a:gd name="connsiteY145" fmla="*/ 1388534 h 2870200"/>
              <a:gd name="connsiteX146" fmla="*/ 2870200 w 4089400"/>
              <a:gd name="connsiteY146" fmla="*/ 1363134 h 2870200"/>
              <a:gd name="connsiteX147" fmla="*/ 2895600 w 4089400"/>
              <a:gd name="connsiteY147" fmla="*/ 1278467 h 2870200"/>
              <a:gd name="connsiteX148" fmla="*/ 2912533 w 4089400"/>
              <a:gd name="connsiteY148" fmla="*/ 1320800 h 2870200"/>
              <a:gd name="connsiteX149" fmla="*/ 2929466 w 4089400"/>
              <a:gd name="connsiteY149" fmla="*/ 1388534 h 2870200"/>
              <a:gd name="connsiteX150" fmla="*/ 2946400 w 4089400"/>
              <a:gd name="connsiteY150" fmla="*/ 1422400 h 2870200"/>
              <a:gd name="connsiteX151" fmla="*/ 2988733 w 4089400"/>
              <a:gd name="connsiteY151" fmla="*/ 1540934 h 2870200"/>
              <a:gd name="connsiteX152" fmla="*/ 3005666 w 4089400"/>
              <a:gd name="connsiteY152" fmla="*/ 1566334 h 2870200"/>
              <a:gd name="connsiteX153" fmla="*/ 3039533 w 4089400"/>
              <a:gd name="connsiteY153" fmla="*/ 1718734 h 2870200"/>
              <a:gd name="connsiteX154" fmla="*/ 3064933 w 4089400"/>
              <a:gd name="connsiteY154" fmla="*/ 1761067 h 2870200"/>
              <a:gd name="connsiteX155" fmla="*/ 3098800 w 4089400"/>
              <a:gd name="connsiteY155" fmla="*/ 1879600 h 2870200"/>
              <a:gd name="connsiteX156" fmla="*/ 3090333 w 4089400"/>
              <a:gd name="connsiteY156" fmla="*/ 1913467 h 2870200"/>
              <a:gd name="connsiteX157" fmla="*/ 3031066 w 4089400"/>
              <a:gd name="connsiteY157" fmla="*/ 1896534 h 2870200"/>
              <a:gd name="connsiteX158" fmla="*/ 3081866 w 4089400"/>
              <a:gd name="connsiteY158" fmla="*/ 1888067 h 2870200"/>
              <a:gd name="connsiteX159" fmla="*/ 3107266 w 4089400"/>
              <a:gd name="connsiteY159" fmla="*/ 1871134 h 2870200"/>
              <a:gd name="connsiteX160" fmla="*/ 3115733 w 4089400"/>
              <a:gd name="connsiteY160" fmla="*/ 1769534 h 2870200"/>
              <a:gd name="connsiteX161" fmla="*/ 3132666 w 4089400"/>
              <a:gd name="connsiteY161" fmla="*/ 1710267 h 2870200"/>
              <a:gd name="connsiteX162" fmla="*/ 3141133 w 4089400"/>
              <a:gd name="connsiteY162" fmla="*/ 1684867 h 2870200"/>
              <a:gd name="connsiteX163" fmla="*/ 3166533 w 4089400"/>
              <a:gd name="connsiteY163" fmla="*/ 1676400 h 2870200"/>
              <a:gd name="connsiteX164" fmla="*/ 3175000 w 4089400"/>
              <a:gd name="connsiteY164" fmla="*/ 2006600 h 2870200"/>
              <a:gd name="connsiteX165" fmla="*/ 3183466 w 4089400"/>
              <a:gd name="connsiteY165" fmla="*/ 2048934 h 2870200"/>
              <a:gd name="connsiteX166" fmla="*/ 3191933 w 4089400"/>
              <a:gd name="connsiteY166" fmla="*/ 2099734 h 2870200"/>
              <a:gd name="connsiteX167" fmla="*/ 3208866 w 4089400"/>
              <a:gd name="connsiteY167" fmla="*/ 2048934 h 2870200"/>
              <a:gd name="connsiteX168" fmla="*/ 3217333 w 4089400"/>
              <a:gd name="connsiteY168" fmla="*/ 1998134 h 2870200"/>
              <a:gd name="connsiteX169" fmla="*/ 3251200 w 4089400"/>
              <a:gd name="connsiteY169" fmla="*/ 2353734 h 2870200"/>
              <a:gd name="connsiteX170" fmla="*/ 3276600 w 4089400"/>
              <a:gd name="connsiteY170" fmla="*/ 2387600 h 2870200"/>
              <a:gd name="connsiteX171" fmla="*/ 3285066 w 4089400"/>
              <a:gd name="connsiteY171" fmla="*/ 2497667 h 2870200"/>
              <a:gd name="connsiteX172" fmla="*/ 3302000 w 4089400"/>
              <a:gd name="connsiteY172" fmla="*/ 2531534 h 2870200"/>
              <a:gd name="connsiteX173" fmla="*/ 3318933 w 4089400"/>
              <a:gd name="connsiteY173" fmla="*/ 2599267 h 2870200"/>
              <a:gd name="connsiteX174" fmla="*/ 3344333 w 4089400"/>
              <a:gd name="connsiteY174" fmla="*/ 2667000 h 2870200"/>
              <a:gd name="connsiteX175" fmla="*/ 3386666 w 4089400"/>
              <a:gd name="connsiteY175" fmla="*/ 2810934 h 2870200"/>
              <a:gd name="connsiteX176" fmla="*/ 3412066 w 4089400"/>
              <a:gd name="connsiteY176" fmla="*/ 2870200 h 2870200"/>
              <a:gd name="connsiteX177" fmla="*/ 3437466 w 4089400"/>
              <a:gd name="connsiteY177" fmla="*/ 1828800 h 2870200"/>
              <a:gd name="connsiteX178" fmla="*/ 3445933 w 4089400"/>
              <a:gd name="connsiteY178" fmla="*/ 1803400 h 2870200"/>
              <a:gd name="connsiteX179" fmla="*/ 3462866 w 4089400"/>
              <a:gd name="connsiteY179" fmla="*/ 1735667 h 2870200"/>
              <a:gd name="connsiteX180" fmla="*/ 3488266 w 4089400"/>
              <a:gd name="connsiteY180" fmla="*/ 1651000 h 2870200"/>
              <a:gd name="connsiteX181" fmla="*/ 3496733 w 4089400"/>
              <a:gd name="connsiteY181" fmla="*/ 1701800 h 2870200"/>
              <a:gd name="connsiteX182" fmla="*/ 3505200 w 4089400"/>
              <a:gd name="connsiteY182" fmla="*/ 1803400 h 2870200"/>
              <a:gd name="connsiteX183" fmla="*/ 3522133 w 4089400"/>
              <a:gd name="connsiteY183" fmla="*/ 1752600 h 2870200"/>
              <a:gd name="connsiteX184" fmla="*/ 3530600 w 4089400"/>
              <a:gd name="connsiteY184" fmla="*/ 1693334 h 2870200"/>
              <a:gd name="connsiteX185" fmla="*/ 3572933 w 4089400"/>
              <a:gd name="connsiteY185" fmla="*/ 1608667 h 2870200"/>
              <a:gd name="connsiteX186" fmla="*/ 3589866 w 4089400"/>
              <a:gd name="connsiteY186" fmla="*/ 1566334 h 2870200"/>
              <a:gd name="connsiteX187" fmla="*/ 3632200 w 4089400"/>
              <a:gd name="connsiteY187" fmla="*/ 1464734 h 2870200"/>
              <a:gd name="connsiteX188" fmla="*/ 3640666 w 4089400"/>
              <a:gd name="connsiteY188" fmla="*/ 1422400 h 2870200"/>
              <a:gd name="connsiteX189" fmla="*/ 3657600 w 4089400"/>
              <a:gd name="connsiteY189" fmla="*/ 1363134 h 2870200"/>
              <a:gd name="connsiteX190" fmla="*/ 3674533 w 4089400"/>
              <a:gd name="connsiteY190" fmla="*/ 1320800 h 2870200"/>
              <a:gd name="connsiteX191" fmla="*/ 3683000 w 4089400"/>
              <a:gd name="connsiteY191" fmla="*/ 1295400 h 2870200"/>
              <a:gd name="connsiteX192" fmla="*/ 3716866 w 4089400"/>
              <a:gd name="connsiteY192" fmla="*/ 1227667 h 2870200"/>
              <a:gd name="connsiteX193" fmla="*/ 3725333 w 4089400"/>
              <a:gd name="connsiteY193" fmla="*/ 1176867 h 2870200"/>
              <a:gd name="connsiteX194" fmla="*/ 3742266 w 4089400"/>
              <a:gd name="connsiteY194" fmla="*/ 1126067 h 2870200"/>
              <a:gd name="connsiteX195" fmla="*/ 3750733 w 4089400"/>
              <a:gd name="connsiteY195" fmla="*/ 1058334 h 2870200"/>
              <a:gd name="connsiteX196" fmla="*/ 3759200 w 4089400"/>
              <a:gd name="connsiteY196" fmla="*/ 1270000 h 2870200"/>
              <a:gd name="connsiteX197" fmla="*/ 3793066 w 4089400"/>
              <a:gd name="connsiteY197" fmla="*/ 558800 h 2870200"/>
              <a:gd name="connsiteX198" fmla="*/ 3810000 w 4089400"/>
              <a:gd name="connsiteY198" fmla="*/ 482600 h 2870200"/>
              <a:gd name="connsiteX199" fmla="*/ 3818466 w 4089400"/>
              <a:gd name="connsiteY199" fmla="*/ 533400 h 2870200"/>
              <a:gd name="connsiteX200" fmla="*/ 3835400 w 4089400"/>
              <a:gd name="connsiteY200" fmla="*/ 660400 h 2870200"/>
              <a:gd name="connsiteX201" fmla="*/ 3843866 w 4089400"/>
              <a:gd name="connsiteY201" fmla="*/ 702734 h 2870200"/>
              <a:gd name="connsiteX202" fmla="*/ 3860800 w 4089400"/>
              <a:gd name="connsiteY202" fmla="*/ 736600 h 2870200"/>
              <a:gd name="connsiteX203" fmla="*/ 3877733 w 4089400"/>
              <a:gd name="connsiteY203" fmla="*/ 702734 h 2870200"/>
              <a:gd name="connsiteX204" fmla="*/ 3937000 w 4089400"/>
              <a:gd name="connsiteY204" fmla="*/ 482600 h 2870200"/>
              <a:gd name="connsiteX205" fmla="*/ 3953933 w 4089400"/>
              <a:gd name="connsiteY205" fmla="*/ 457200 h 2870200"/>
              <a:gd name="connsiteX206" fmla="*/ 3979333 w 4089400"/>
              <a:gd name="connsiteY206" fmla="*/ 177800 h 2870200"/>
              <a:gd name="connsiteX207" fmla="*/ 4004733 w 4089400"/>
              <a:gd name="connsiteY207" fmla="*/ 135467 h 2870200"/>
              <a:gd name="connsiteX208" fmla="*/ 4013200 w 4089400"/>
              <a:gd name="connsiteY208" fmla="*/ 101600 h 2870200"/>
              <a:gd name="connsiteX209" fmla="*/ 4021666 w 4089400"/>
              <a:gd name="connsiteY209" fmla="*/ 76200 h 2870200"/>
              <a:gd name="connsiteX210" fmla="*/ 4030133 w 4089400"/>
              <a:gd name="connsiteY210" fmla="*/ 110067 h 2870200"/>
              <a:gd name="connsiteX211" fmla="*/ 4047066 w 4089400"/>
              <a:gd name="connsiteY211" fmla="*/ 160867 h 2870200"/>
              <a:gd name="connsiteX212" fmla="*/ 4089400 w 4089400"/>
              <a:gd name="connsiteY212" fmla="*/ 0 h 2870200"/>
              <a:gd name="connsiteX0" fmla="*/ 0 w 4089400"/>
              <a:gd name="connsiteY0" fmla="*/ 702734 h 2870200"/>
              <a:gd name="connsiteX1" fmla="*/ 8466 w 4089400"/>
              <a:gd name="connsiteY1" fmla="*/ 643467 h 2870200"/>
              <a:gd name="connsiteX2" fmla="*/ 25400 w 4089400"/>
              <a:gd name="connsiteY2" fmla="*/ 626534 h 2870200"/>
              <a:gd name="connsiteX3" fmla="*/ 33866 w 4089400"/>
              <a:gd name="connsiteY3" fmla="*/ 592667 h 2870200"/>
              <a:gd name="connsiteX4" fmla="*/ 42333 w 4089400"/>
              <a:gd name="connsiteY4" fmla="*/ 567267 h 2870200"/>
              <a:gd name="connsiteX5" fmla="*/ 42333 w 4089400"/>
              <a:gd name="connsiteY5" fmla="*/ 821267 h 2870200"/>
              <a:gd name="connsiteX6" fmla="*/ 16933 w 4089400"/>
              <a:gd name="connsiteY6" fmla="*/ 880534 h 2870200"/>
              <a:gd name="connsiteX7" fmla="*/ 25400 w 4089400"/>
              <a:gd name="connsiteY7" fmla="*/ 1354667 h 2870200"/>
              <a:gd name="connsiteX8" fmla="*/ 33866 w 4089400"/>
              <a:gd name="connsiteY8" fmla="*/ 1329267 h 2870200"/>
              <a:gd name="connsiteX9" fmla="*/ 42333 w 4089400"/>
              <a:gd name="connsiteY9" fmla="*/ 1286934 h 2870200"/>
              <a:gd name="connsiteX10" fmla="*/ 59266 w 4089400"/>
              <a:gd name="connsiteY10" fmla="*/ 1253067 h 2870200"/>
              <a:gd name="connsiteX11" fmla="*/ 76200 w 4089400"/>
              <a:gd name="connsiteY11" fmla="*/ 1202267 h 2870200"/>
              <a:gd name="connsiteX12" fmla="*/ 84666 w 4089400"/>
              <a:gd name="connsiteY12" fmla="*/ 1176867 h 2870200"/>
              <a:gd name="connsiteX13" fmla="*/ 101600 w 4089400"/>
              <a:gd name="connsiteY13" fmla="*/ 1143000 h 2870200"/>
              <a:gd name="connsiteX14" fmla="*/ 110066 w 4089400"/>
              <a:gd name="connsiteY14" fmla="*/ 1100667 h 2870200"/>
              <a:gd name="connsiteX15" fmla="*/ 135466 w 4089400"/>
              <a:gd name="connsiteY15" fmla="*/ 1032934 h 2870200"/>
              <a:gd name="connsiteX16" fmla="*/ 143933 w 4089400"/>
              <a:gd name="connsiteY16" fmla="*/ 999067 h 2870200"/>
              <a:gd name="connsiteX17" fmla="*/ 160866 w 4089400"/>
              <a:gd name="connsiteY17" fmla="*/ 948267 h 2870200"/>
              <a:gd name="connsiteX18" fmla="*/ 177800 w 4089400"/>
              <a:gd name="connsiteY18" fmla="*/ 1134534 h 2870200"/>
              <a:gd name="connsiteX19" fmla="*/ 194733 w 4089400"/>
              <a:gd name="connsiteY19" fmla="*/ 1464734 h 2870200"/>
              <a:gd name="connsiteX20" fmla="*/ 228600 w 4089400"/>
              <a:gd name="connsiteY20" fmla="*/ 1397000 h 2870200"/>
              <a:gd name="connsiteX21" fmla="*/ 254000 w 4089400"/>
              <a:gd name="connsiteY21" fmla="*/ 1363134 h 2870200"/>
              <a:gd name="connsiteX22" fmla="*/ 262466 w 4089400"/>
              <a:gd name="connsiteY22" fmla="*/ 1337734 h 2870200"/>
              <a:gd name="connsiteX23" fmla="*/ 279400 w 4089400"/>
              <a:gd name="connsiteY23" fmla="*/ 1371600 h 2870200"/>
              <a:gd name="connsiteX24" fmla="*/ 287866 w 4089400"/>
              <a:gd name="connsiteY24" fmla="*/ 2243667 h 2870200"/>
              <a:gd name="connsiteX25" fmla="*/ 313266 w 4089400"/>
              <a:gd name="connsiteY25" fmla="*/ 2201334 h 2870200"/>
              <a:gd name="connsiteX26" fmla="*/ 321733 w 4089400"/>
              <a:gd name="connsiteY26" fmla="*/ 2150534 h 2870200"/>
              <a:gd name="connsiteX27" fmla="*/ 355600 w 4089400"/>
              <a:gd name="connsiteY27" fmla="*/ 2125134 h 2870200"/>
              <a:gd name="connsiteX28" fmla="*/ 364066 w 4089400"/>
              <a:gd name="connsiteY28" fmla="*/ 2082800 h 2870200"/>
              <a:gd name="connsiteX29" fmla="*/ 381000 w 4089400"/>
              <a:gd name="connsiteY29" fmla="*/ 2065867 h 2870200"/>
              <a:gd name="connsiteX30" fmla="*/ 397933 w 4089400"/>
              <a:gd name="connsiteY30" fmla="*/ 2032000 h 2870200"/>
              <a:gd name="connsiteX31" fmla="*/ 423333 w 4089400"/>
              <a:gd name="connsiteY31" fmla="*/ 1998134 h 2870200"/>
              <a:gd name="connsiteX32" fmla="*/ 440266 w 4089400"/>
              <a:gd name="connsiteY32" fmla="*/ 1752600 h 2870200"/>
              <a:gd name="connsiteX33" fmla="*/ 465666 w 4089400"/>
              <a:gd name="connsiteY33" fmla="*/ 1651000 h 2870200"/>
              <a:gd name="connsiteX34" fmla="*/ 491066 w 4089400"/>
              <a:gd name="connsiteY34" fmla="*/ 1710267 h 2870200"/>
              <a:gd name="connsiteX35" fmla="*/ 499533 w 4089400"/>
              <a:gd name="connsiteY35" fmla="*/ 1735667 h 2870200"/>
              <a:gd name="connsiteX36" fmla="*/ 533400 w 4089400"/>
              <a:gd name="connsiteY36" fmla="*/ 1820334 h 2870200"/>
              <a:gd name="connsiteX37" fmla="*/ 558800 w 4089400"/>
              <a:gd name="connsiteY37" fmla="*/ 1938867 h 2870200"/>
              <a:gd name="connsiteX38" fmla="*/ 575733 w 4089400"/>
              <a:gd name="connsiteY38" fmla="*/ 1998134 h 2870200"/>
              <a:gd name="connsiteX39" fmla="*/ 592666 w 4089400"/>
              <a:gd name="connsiteY39" fmla="*/ 2023534 h 2870200"/>
              <a:gd name="connsiteX40" fmla="*/ 618066 w 4089400"/>
              <a:gd name="connsiteY40" fmla="*/ 1786467 h 2870200"/>
              <a:gd name="connsiteX41" fmla="*/ 626533 w 4089400"/>
              <a:gd name="connsiteY41" fmla="*/ 1744134 h 2870200"/>
              <a:gd name="connsiteX42" fmla="*/ 643466 w 4089400"/>
              <a:gd name="connsiteY42" fmla="*/ 1718734 h 2870200"/>
              <a:gd name="connsiteX43" fmla="*/ 660400 w 4089400"/>
              <a:gd name="connsiteY43" fmla="*/ 1617134 h 2870200"/>
              <a:gd name="connsiteX44" fmla="*/ 677333 w 4089400"/>
              <a:gd name="connsiteY44" fmla="*/ 1557867 h 2870200"/>
              <a:gd name="connsiteX45" fmla="*/ 685800 w 4089400"/>
              <a:gd name="connsiteY45" fmla="*/ 1524000 h 2870200"/>
              <a:gd name="connsiteX46" fmla="*/ 702733 w 4089400"/>
              <a:gd name="connsiteY46" fmla="*/ 1312334 h 2870200"/>
              <a:gd name="connsiteX47" fmla="*/ 719666 w 4089400"/>
              <a:gd name="connsiteY47" fmla="*/ 1380067 h 2870200"/>
              <a:gd name="connsiteX48" fmla="*/ 736600 w 4089400"/>
              <a:gd name="connsiteY48" fmla="*/ 1532467 h 2870200"/>
              <a:gd name="connsiteX49" fmla="*/ 753533 w 4089400"/>
              <a:gd name="connsiteY49" fmla="*/ 1566334 h 2870200"/>
              <a:gd name="connsiteX50" fmla="*/ 778933 w 4089400"/>
              <a:gd name="connsiteY50" fmla="*/ 1456267 h 2870200"/>
              <a:gd name="connsiteX51" fmla="*/ 795866 w 4089400"/>
              <a:gd name="connsiteY51" fmla="*/ 1430867 h 2870200"/>
              <a:gd name="connsiteX52" fmla="*/ 829733 w 4089400"/>
              <a:gd name="connsiteY52" fmla="*/ 1388534 h 2870200"/>
              <a:gd name="connsiteX53" fmla="*/ 838200 w 4089400"/>
              <a:gd name="connsiteY53" fmla="*/ 1498600 h 2870200"/>
              <a:gd name="connsiteX54" fmla="*/ 863600 w 4089400"/>
              <a:gd name="connsiteY54" fmla="*/ 1811867 h 2870200"/>
              <a:gd name="connsiteX55" fmla="*/ 872066 w 4089400"/>
              <a:gd name="connsiteY55" fmla="*/ 1642534 h 2870200"/>
              <a:gd name="connsiteX56" fmla="*/ 897466 w 4089400"/>
              <a:gd name="connsiteY56" fmla="*/ 1583267 h 2870200"/>
              <a:gd name="connsiteX57" fmla="*/ 905933 w 4089400"/>
              <a:gd name="connsiteY57" fmla="*/ 1557867 h 2870200"/>
              <a:gd name="connsiteX58" fmla="*/ 914400 w 4089400"/>
              <a:gd name="connsiteY58" fmla="*/ 2006600 h 2870200"/>
              <a:gd name="connsiteX59" fmla="*/ 939800 w 4089400"/>
              <a:gd name="connsiteY59" fmla="*/ 2116667 h 2870200"/>
              <a:gd name="connsiteX60" fmla="*/ 948266 w 4089400"/>
              <a:gd name="connsiteY60" fmla="*/ 1828800 h 2870200"/>
              <a:gd name="connsiteX61" fmla="*/ 965200 w 4089400"/>
              <a:gd name="connsiteY61" fmla="*/ 1794934 h 2870200"/>
              <a:gd name="connsiteX62" fmla="*/ 973666 w 4089400"/>
              <a:gd name="connsiteY62" fmla="*/ 1761067 h 2870200"/>
              <a:gd name="connsiteX63" fmla="*/ 990600 w 4089400"/>
              <a:gd name="connsiteY63" fmla="*/ 1871134 h 2870200"/>
              <a:gd name="connsiteX64" fmla="*/ 1007533 w 4089400"/>
              <a:gd name="connsiteY64" fmla="*/ 1947334 h 2870200"/>
              <a:gd name="connsiteX65" fmla="*/ 1024466 w 4089400"/>
              <a:gd name="connsiteY65" fmla="*/ 2040467 h 2870200"/>
              <a:gd name="connsiteX66" fmla="*/ 1049866 w 4089400"/>
              <a:gd name="connsiteY66" fmla="*/ 2108200 h 2870200"/>
              <a:gd name="connsiteX67" fmla="*/ 1058333 w 4089400"/>
              <a:gd name="connsiteY67" fmla="*/ 2150534 h 2870200"/>
              <a:gd name="connsiteX68" fmla="*/ 1100666 w 4089400"/>
              <a:gd name="connsiteY68" fmla="*/ 2209800 h 2870200"/>
              <a:gd name="connsiteX69" fmla="*/ 1109133 w 4089400"/>
              <a:gd name="connsiteY69" fmla="*/ 2108200 h 2870200"/>
              <a:gd name="connsiteX70" fmla="*/ 1159933 w 4089400"/>
              <a:gd name="connsiteY70" fmla="*/ 1989667 h 2870200"/>
              <a:gd name="connsiteX71" fmla="*/ 1210733 w 4089400"/>
              <a:gd name="connsiteY71" fmla="*/ 1913467 h 2870200"/>
              <a:gd name="connsiteX72" fmla="*/ 1219200 w 4089400"/>
              <a:gd name="connsiteY72" fmla="*/ 2167467 h 2870200"/>
              <a:gd name="connsiteX73" fmla="*/ 1236133 w 4089400"/>
              <a:gd name="connsiteY73" fmla="*/ 2082800 h 2870200"/>
              <a:gd name="connsiteX74" fmla="*/ 1244600 w 4089400"/>
              <a:gd name="connsiteY74" fmla="*/ 2015067 h 2870200"/>
              <a:gd name="connsiteX75" fmla="*/ 1286933 w 4089400"/>
              <a:gd name="connsiteY75" fmla="*/ 1854200 h 2870200"/>
              <a:gd name="connsiteX76" fmla="*/ 1295400 w 4089400"/>
              <a:gd name="connsiteY76" fmla="*/ 1803400 h 2870200"/>
              <a:gd name="connsiteX77" fmla="*/ 1320800 w 4089400"/>
              <a:gd name="connsiteY77" fmla="*/ 1701800 h 2870200"/>
              <a:gd name="connsiteX78" fmla="*/ 1346200 w 4089400"/>
              <a:gd name="connsiteY78" fmla="*/ 1718734 h 2870200"/>
              <a:gd name="connsiteX79" fmla="*/ 1354666 w 4089400"/>
              <a:gd name="connsiteY79" fmla="*/ 1744134 h 2870200"/>
              <a:gd name="connsiteX80" fmla="*/ 1380066 w 4089400"/>
              <a:gd name="connsiteY80" fmla="*/ 1828800 h 2870200"/>
              <a:gd name="connsiteX81" fmla="*/ 1397000 w 4089400"/>
              <a:gd name="connsiteY81" fmla="*/ 1879600 h 2870200"/>
              <a:gd name="connsiteX82" fmla="*/ 1405466 w 4089400"/>
              <a:gd name="connsiteY82" fmla="*/ 1913467 h 2870200"/>
              <a:gd name="connsiteX83" fmla="*/ 1430866 w 4089400"/>
              <a:gd name="connsiteY83" fmla="*/ 1947334 h 2870200"/>
              <a:gd name="connsiteX84" fmla="*/ 1447800 w 4089400"/>
              <a:gd name="connsiteY84" fmla="*/ 1938867 h 2870200"/>
              <a:gd name="connsiteX85" fmla="*/ 1490133 w 4089400"/>
              <a:gd name="connsiteY85" fmla="*/ 1803400 h 2870200"/>
              <a:gd name="connsiteX86" fmla="*/ 1549400 w 4089400"/>
              <a:gd name="connsiteY86" fmla="*/ 1651000 h 2870200"/>
              <a:gd name="connsiteX87" fmla="*/ 1557866 w 4089400"/>
              <a:gd name="connsiteY87" fmla="*/ 1591734 h 2870200"/>
              <a:gd name="connsiteX88" fmla="*/ 1574800 w 4089400"/>
              <a:gd name="connsiteY88" fmla="*/ 1566334 h 2870200"/>
              <a:gd name="connsiteX89" fmla="*/ 1583266 w 4089400"/>
              <a:gd name="connsiteY89" fmla="*/ 1524000 h 2870200"/>
              <a:gd name="connsiteX90" fmla="*/ 1591733 w 4089400"/>
              <a:gd name="connsiteY90" fmla="*/ 1498600 h 2870200"/>
              <a:gd name="connsiteX91" fmla="*/ 1608666 w 4089400"/>
              <a:gd name="connsiteY91" fmla="*/ 1524000 h 2870200"/>
              <a:gd name="connsiteX92" fmla="*/ 1634066 w 4089400"/>
              <a:gd name="connsiteY92" fmla="*/ 1490134 h 2870200"/>
              <a:gd name="connsiteX93" fmla="*/ 1659466 w 4089400"/>
              <a:gd name="connsiteY93" fmla="*/ 1388534 h 2870200"/>
              <a:gd name="connsiteX94" fmla="*/ 1718733 w 4089400"/>
              <a:gd name="connsiteY94" fmla="*/ 1286934 h 2870200"/>
              <a:gd name="connsiteX95" fmla="*/ 1769533 w 4089400"/>
              <a:gd name="connsiteY95" fmla="*/ 1176867 h 2870200"/>
              <a:gd name="connsiteX96" fmla="*/ 1794933 w 4089400"/>
              <a:gd name="connsiteY96" fmla="*/ 1202267 h 2870200"/>
              <a:gd name="connsiteX97" fmla="*/ 1803400 w 4089400"/>
              <a:gd name="connsiteY97" fmla="*/ 1227667 h 2870200"/>
              <a:gd name="connsiteX98" fmla="*/ 1820333 w 4089400"/>
              <a:gd name="connsiteY98" fmla="*/ 1261534 h 2870200"/>
              <a:gd name="connsiteX99" fmla="*/ 1862666 w 4089400"/>
              <a:gd name="connsiteY99" fmla="*/ 1422400 h 2870200"/>
              <a:gd name="connsiteX100" fmla="*/ 1913466 w 4089400"/>
              <a:gd name="connsiteY100" fmla="*/ 1600200 h 2870200"/>
              <a:gd name="connsiteX101" fmla="*/ 1964266 w 4089400"/>
              <a:gd name="connsiteY101" fmla="*/ 1744134 h 2870200"/>
              <a:gd name="connsiteX102" fmla="*/ 1981200 w 4089400"/>
              <a:gd name="connsiteY102" fmla="*/ 1498600 h 2870200"/>
              <a:gd name="connsiteX103" fmla="*/ 1998133 w 4089400"/>
              <a:gd name="connsiteY103" fmla="*/ 1464734 h 2870200"/>
              <a:gd name="connsiteX104" fmla="*/ 2006600 w 4089400"/>
              <a:gd name="connsiteY104" fmla="*/ 1439334 h 2870200"/>
              <a:gd name="connsiteX105" fmla="*/ 2057400 w 4089400"/>
              <a:gd name="connsiteY105" fmla="*/ 2032000 h 2870200"/>
              <a:gd name="connsiteX106" fmla="*/ 2065866 w 4089400"/>
              <a:gd name="connsiteY106" fmla="*/ 2150534 h 2870200"/>
              <a:gd name="connsiteX107" fmla="*/ 2074333 w 4089400"/>
              <a:gd name="connsiteY107" fmla="*/ 2489200 h 2870200"/>
              <a:gd name="connsiteX108" fmla="*/ 2108200 w 4089400"/>
              <a:gd name="connsiteY108" fmla="*/ 2421467 h 2870200"/>
              <a:gd name="connsiteX109" fmla="*/ 2150533 w 4089400"/>
              <a:gd name="connsiteY109" fmla="*/ 2319867 h 2870200"/>
              <a:gd name="connsiteX110" fmla="*/ 2175933 w 4089400"/>
              <a:gd name="connsiteY110" fmla="*/ 2286000 h 2870200"/>
              <a:gd name="connsiteX111" fmla="*/ 2209800 w 4089400"/>
              <a:gd name="connsiteY111" fmla="*/ 2235200 h 2870200"/>
              <a:gd name="connsiteX112" fmla="*/ 2226733 w 4089400"/>
              <a:gd name="connsiteY112" fmla="*/ 2514600 h 2870200"/>
              <a:gd name="connsiteX113" fmla="*/ 2252133 w 4089400"/>
              <a:gd name="connsiteY113" fmla="*/ 2565400 h 2870200"/>
              <a:gd name="connsiteX114" fmla="*/ 2260600 w 4089400"/>
              <a:gd name="connsiteY114" fmla="*/ 2489200 h 2870200"/>
              <a:gd name="connsiteX115" fmla="*/ 2277533 w 4089400"/>
              <a:gd name="connsiteY115" fmla="*/ 2421467 h 2870200"/>
              <a:gd name="connsiteX116" fmla="*/ 2286000 w 4089400"/>
              <a:gd name="connsiteY116" fmla="*/ 1718734 h 2870200"/>
              <a:gd name="connsiteX117" fmla="*/ 2311400 w 4089400"/>
              <a:gd name="connsiteY117" fmla="*/ 1811867 h 2870200"/>
              <a:gd name="connsiteX118" fmla="*/ 2336800 w 4089400"/>
              <a:gd name="connsiteY118" fmla="*/ 1871134 h 2870200"/>
              <a:gd name="connsiteX119" fmla="*/ 2362200 w 4089400"/>
              <a:gd name="connsiteY119" fmla="*/ 1938867 h 2870200"/>
              <a:gd name="connsiteX120" fmla="*/ 2370666 w 4089400"/>
              <a:gd name="connsiteY120" fmla="*/ 1972734 h 2870200"/>
              <a:gd name="connsiteX121" fmla="*/ 2379133 w 4089400"/>
              <a:gd name="connsiteY121" fmla="*/ 1574800 h 2870200"/>
              <a:gd name="connsiteX122" fmla="*/ 2404533 w 4089400"/>
              <a:gd name="connsiteY122" fmla="*/ 1236134 h 2870200"/>
              <a:gd name="connsiteX123" fmla="*/ 2421466 w 4089400"/>
              <a:gd name="connsiteY123" fmla="*/ 1092200 h 2870200"/>
              <a:gd name="connsiteX124" fmla="*/ 2429933 w 4089400"/>
              <a:gd name="connsiteY124" fmla="*/ 1066800 h 2870200"/>
              <a:gd name="connsiteX125" fmla="*/ 2438400 w 4089400"/>
              <a:gd name="connsiteY125" fmla="*/ 1092200 h 2870200"/>
              <a:gd name="connsiteX126" fmla="*/ 2455333 w 4089400"/>
              <a:gd name="connsiteY126" fmla="*/ 1117600 h 2870200"/>
              <a:gd name="connsiteX127" fmla="*/ 2463800 w 4089400"/>
              <a:gd name="connsiteY127" fmla="*/ 1227667 h 2870200"/>
              <a:gd name="connsiteX128" fmla="*/ 2489200 w 4089400"/>
              <a:gd name="connsiteY128" fmla="*/ 753534 h 2870200"/>
              <a:gd name="connsiteX129" fmla="*/ 2506133 w 4089400"/>
              <a:gd name="connsiteY129" fmla="*/ 685800 h 2870200"/>
              <a:gd name="connsiteX130" fmla="*/ 2514600 w 4089400"/>
              <a:gd name="connsiteY130" fmla="*/ 609600 h 2870200"/>
              <a:gd name="connsiteX131" fmla="*/ 2523066 w 4089400"/>
              <a:gd name="connsiteY131" fmla="*/ 558800 h 2870200"/>
              <a:gd name="connsiteX132" fmla="*/ 2540000 w 4089400"/>
              <a:gd name="connsiteY132" fmla="*/ 584200 h 2870200"/>
              <a:gd name="connsiteX133" fmla="*/ 2548466 w 4089400"/>
              <a:gd name="connsiteY133" fmla="*/ 778934 h 2870200"/>
              <a:gd name="connsiteX134" fmla="*/ 2590800 w 4089400"/>
              <a:gd name="connsiteY134" fmla="*/ 914400 h 2870200"/>
              <a:gd name="connsiteX135" fmla="*/ 2607733 w 4089400"/>
              <a:gd name="connsiteY135" fmla="*/ 973667 h 2870200"/>
              <a:gd name="connsiteX136" fmla="*/ 2624666 w 4089400"/>
              <a:gd name="connsiteY136" fmla="*/ 812800 h 2870200"/>
              <a:gd name="connsiteX137" fmla="*/ 2641600 w 4089400"/>
              <a:gd name="connsiteY137" fmla="*/ 694267 h 2870200"/>
              <a:gd name="connsiteX138" fmla="*/ 2667000 w 4089400"/>
              <a:gd name="connsiteY138" fmla="*/ 558800 h 2870200"/>
              <a:gd name="connsiteX139" fmla="*/ 2692400 w 4089400"/>
              <a:gd name="connsiteY139" fmla="*/ 321734 h 2870200"/>
              <a:gd name="connsiteX140" fmla="*/ 2709333 w 4089400"/>
              <a:gd name="connsiteY140" fmla="*/ 1058334 h 2870200"/>
              <a:gd name="connsiteX141" fmla="*/ 2717800 w 4089400"/>
              <a:gd name="connsiteY141" fmla="*/ 1032934 h 2870200"/>
              <a:gd name="connsiteX142" fmla="*/ 2785533 w 4089400"/>
              <a:gd name="connsiteY142" fmla="*/ 905934 h 2870200"/>
              <a:gd name="connsiteX143" fmla="*/ 2819400 w 4089400"/>
              <a:gd name="connsiteY143" fmla="*/ 855134 h 2870200"/>
              <a:gd name="connsiteX144" fmla="*/ 2844800 w 4089400"/>
              <a:gd name="connsiteY144" fmla="*/ 1422400 h 2870200"/>
              <a:gd name="connsiteX145" fmla="*/ 2853266 w 4089400"/>
              <a:gd name="connsiteY145" fmla="*/ 1388534 h 2870200"/>
              <a:gd name="connsiteX146" fmla="*/ 2870200 w 4089400"/>
              <a:gd name="connsiteY146" fmla="*/ 1363134 h 2870200"/>
              <a:gd name="connsiteX147" fmla="*/ 2895600 w 4089400"/>
              <a:gd name="connsiteY147" fmla="*/ 1278467 h 2870200"/>
              <a:gd name="connsiteX148" fmla="*/ 2912533 w 4089400"/>
              <a:gd name="connsiteY148" fmla="*/ 1320800 h 2870200"/>
              <a:gd name="connsiteX149" fmla="*/ 2929466 w 4089400"/>
              <a:gd name="connsiteY149" fmla="*/ 1388534 h 2870200"/>
              <a:gd name="connsiteX150" fmla="*/ 2946400 w 4089400"/>
              <a:gd name="connsiteY150" fmla="*/ 1422400 h 2870200"/>
              <a:gd name="connsiteX151" fmla="*/ 2988733 w 4089400"/>
              <a:gd name="connsiteY151" fmla="*/ 1540934 h 2870200"/>
              <a:gd name="connsiteX152" fmla="*/ 3005666 w 4089400"/>
              <a:gd name="connsiteY152" fmla="*/ 1566334 h 2870200"/>
              <a:gd name="connsiteX153" fmla="*/ 3039533 w 4089400"/>
              <a:gd name="connsiteY153" fmla="*/ 1718734 h 2870200"/>
              <a:gd name="connsiteX154" fmla="*/ 3064933 w 4089400"/>
              <a:gd name="connsiteY154" fmla="*/ 1761067 h 2870200"/>
              <a:gd name="connsiteX155" fmla="*/ 3098800 w 4089400"/>
              <a:gd name="connsiteY155" fmla="*/ 1879600 h 2870200"/>
              <a:gd name="connsiteX156" fmla="*/ 3090333 w 4089400"/>
              <a:gd name="connsiteY156" fmla="*/ 1913467 h 2870200"/>
              <a:gd name="connsiteX157" fmla="*/ 3102783 w 4089400"/>
              <a:gd name="connsiteY157" fmla="*/ 1901016 h 2870200"/>
              <a:gd name="connsiteX158" fmla="*/ 3081866 w 4089400"/>
              <a:gd name="connsiteY158" fmla="*/ 1888067 h 2870200"/>
              <a:gd name="connsiteX159" fmla="*/ 3107266 w 4089400"/>
              <a:gd name="connsiteY159" fmla="*/ 1871134 h 2870200"/>
              <a:gd name="connsiteX160" fmla="*/ 3115733 w 4089400"/>
              <a:gd name="connsiteY160" fmla="*/ 1769534 h 2870200"/>
              <a:gd name="connsiteX161" fmla="*/ 3132666 w 4089400"/>
              <a:gd name="connsiteY161" fmla="*/ 1710267 h 2870200"/>
              <a:gd name="connsiteX162" fmla="*/ 3141133 w 4089400"/>
              <a:gd name="connsiteY162" fmla="*/ 1684867 h 2870200"/>
              <a:gd name="connsiteX163" fmla="*/ 3166533 w 4089400"/>
              <a:gd name="connsiteY163" fmla="*/ 1676400 h 2870200"/>
              <a:gd name="connsiteX164" fmla="*/ 3175000 w 4089400"/>
              <a:gd name="connsiteY164" fmla="*/ 2006600 h 2870200"/>
              <a:gd name="connsiteX165" fmla="*/ 3183466 w 4089400"/>
              <a:gd name="connsiteY165" fmla="*/ 2048934 h 2870200"/>
              <a:gd name="connsiteX166" fmla="*/ 3191933 w 4089400"/>
              <a:gd name="connsiteY166" fmla="*/ 2099734 h 2870200"/>
              <a:gd name="connsiteX167" fmla="*/ 3208866 w 4089400"/>
              <a:gd name="connsiteY167" fmla="*/ 2048934 h 2870200"/>
              <a:gd name="connsiteX168" fmla="*/ 3217333 w 4089400"/>
              <a:gd name="connsiteY168" fmla="*/ 1998134 h 2870200"/>
              <a:gd name="connsiteX169" fmla="*/ 3251200 w 4089400"/>
              <a:gd name="connsiteY169" fmla="*/ 2353734 h 2870200"/>
              <a:gd name="connsiteX170" fmla="*/ 3276600 w 4089400"/>
              <a:gd name="connsiteY170" fmla="*/ 2387600 h 2870200"/>
              <a:gd name="connsiteX171" fmla="*/ 3285066 w 4089400"/>
              <a:gd name="connsiteY171" fmla="*/ 2497667 h 2870200"/>
              <a:gd name="connsiteX172" fmla="*/ 3302000 w 4089400"/>
              <a:gd name="connsiteY172" fmla="*/ 2531534 h 2870200"/>
              <a:gd name="connsiteX173" fmla="*/ 3318933 w 4089400"/>
              <a:gd name="connsiteY173" fmla="*/ 2599267 h 2870200"/>
              <a:gd name="connsiteX174" fmla="*/ 3344333 w 4089400"/>
              <a:gd name="connsiteY174" fmla="*/ 2667000 h 2870200"/>
              <a:gd name="connsiteX175" fmla="*/ 3386666 w 4089400"/>
              <a:gd name="connsiteY175" fmla="*/ 2810934 h 2870200"/>
              <a:gd name="connsiteX176" fmla="*/ 3412066 w 4089400"/>
              <a:gd name="connsiteY176" fmla="*/ 2870200 h 2870200"/>
              <a:gd name="connsiteX177" fmla="*/ 3437466 w 4089400"/>
              <a:gd name="connsiteY177" fmla="*/ 1828800 h 2870200"/>
              <a:gd name="connsiteX178" fmla="*/ 3445933 w 4089400"/>
              <a:gd name="connsiteY178" fmla="*/ 1803400 h 2870200"/>
              <a:gd name="connsiteX179" fmla="*/ 3462866 w 4089400"/>
              <a:gd name="connsiteY179" fmla="*/ 1735667 h 2870200"/>
              <a:gd name="connsiteX180" fmla="*/ 3488266 w 4089400"/>
              <a:gd name="connsiteY180" fmla="*/ 1651000 h 2870200"/>
              <a:gd name="connsiteX181" fmla="*/ 3496733 w 4089400"/>
              <a:gd name="connsiteY181" fmla="*/ 1701800 h 2870200"/>
              <a:gd name="connsiteX182" fmla="*/ 3505200 w 4089400"/>
              <a:gd name="connsiteY182" fmla="*/ 1803400 h 2870200"/>
              <a:gd name="connsiteX183" fmla="*/ 3522133 w 4089400"/>
              <a:gd name="connsiteY183" fmla="*/ 1752600 h 2870200"/>
              <a:gd name="connsiteX184" fmla="*/ 3530600 w 4089400"/>
              <a:gd name="connsiteY184" fmla="*/ 1693334 h 2870200"/>
              <a:gd name="connsiteX185" fmla="*/ 3572933 w 4089400"/>
              <a:gd name="connsiteY185" fmla="*/ 1608667 h 2870200"/>
              <a:gd name="connsiteX186" fmla="*/ 3589866 w 4089400"/>
              <a:gd name="connsiteY186" fmla="*/ 1566334 h 2870200"/>
              <a:gd name="connsiteX187" fmla="*/ 3632200 w 4089400"/>
              <a:gd name="connsiteY187" fmla="*/ 1464734 h 2870200"/>
              <a:gd name="connsiteX188" fmla="*/ 3640666 w 4089400"/>
              <a:gd name="connsiteY188" fmla="*/ 1422400 h 2870200"/>
              <a:gd name="connsiteX189" fmla="*/ 3657600 w 4089400"/>
              <a:gd name="connsiteY189" fmla="*/ 1363134 h 2870200"/>
              <a:gd name="connsiteX190" fmla="*/ 3674533 w 4089400"/>
              <a:gd name="connsiteY190" fmla="*/ 1320800 h 2870200"/>
              <a:gd name="connsiteX191" fmla="*/ 3683000 w 4089400"/>
              <a:gd name="connsiteY191" fmla="*/ 1295400 h 2870200"/>
              <a:gd name="connsiteX192" fmla="*/ 3716866 w 4089400"/>
              <a:gd name="connsiteY192" fmla="*/ 1227667 h 2870200"/>
              <a:gd name="connsiteX193" fmla="*/ 3725333 w 4089400"/>
              <a:gd name="connsiteY193" fmla="*/ 1176867 h 2870200"/>
              <a:gd name="connsiteX194" fmla="*/ 3742266 w 4089400"/>
              <a:gd name="connsiteY194" fmla="*/ 1126067 h 2870200"/>
              <a:gd name="connsiteX195" fmla="*/ 3750733 w 4089400"/>
              <a:gd name="connsiteY195" fmla="*/ 1058334 h 2870200"/>
              <a:gd name="connsiteX196" fmla="*/ 3759200 w 4089400"/>
              <a:gd name="connsiteY196" fmla="*/ 1270000 h 2870200"/>
              <a:gd name="connsiteX197" fmla="*/ 3793066 w 4089400"/>
              <a:gd name="connsiteY197" fmla="*/ 558800 h 2870200"/>
              <a:gd name="connsiteX198" fmla="*/ 3810000 w 4089400"/>
              <a:gd name="connsiteY198" fmla="*/ 482600 h 2870200"/>
              <a:gd name="connsiteX199" fmla="*/ 3818466 w 4089400"/>
              <a:gd name="connsiteY199" fmla="*/ 533400 h 2870200"/>
              <a:gd name="connsiteX200" fmla="*/ 3835400 w 4089400"/>
              <a:gd name="connsiteY200" fmla="*/ 660400 h 2870200"/>
              <a:gd name="connsiteX201" fmla="*/ 3843866 w 4089400"/>
              <a:gd name="connsiteY201" fmla="*/ 702734 h 2870200"/>
              <a:gd name="connsiteX202" fmla="*/ 3860800 w 4089400"/>
              <a:gd name="connsiteY202" fmla="*/ 736600 h 2870200"/>
              <a:gd name="connsiteX203" fmla="*/ 3877733 w 4089400"/>
              <a:gd name="connsiteY203" fmla="*/ 702734 h 2870200"/>
              <a:gd name="connsiteX204" fmla="*/ 3937000 w 4089400"/>
              <a:gd name="connsiteY204" fmla="*/ 482600 h 2870200"/>
              <a:gd name="connsiteX205" fmla="*/ 3953933 w 4089400"/>
              <a:gd name="connsiteY205" fmla="*/ 457200 h 2870200"/>
              <a:gd name="connsiteX206" fmla="*/ 3979333 w 4089400"/>
              <a:gd name="connsiteY206" fmla="*/ 177800 h 2870200"/>
              <a:gd name="connsiteX207" fmla="*/ 4004733 w 4089400"/>
              <a:gd name="connsiteY207" fmla="*/ 135467 h 2870200"/>
              <a:gd name="connsiteX208" fmla="*/ 4013200 w 4089400"/>
              <a:gd name="connsiteY208" fmla="*/ 101600 h 2870200"/>
              <a:gd name="connsiteX209" fmla="*/ 4021666 w 4089400"/>
              <a:gd name="connsiteY209" fmla="*/ 76200 h 2870200"/>
              <a:gd name="connsiteX210" fmla="*/ 4030133 w 4089400"/>
              <a:gd name="connsiteY210" fmla="*/ 110067 h 2870200"/>
              <a:gd name="connsiteX211" fmla="*/ 4047066 w 4089400"/>
              <a:gd name="connsiteY211" fmla="*/ 160867 h 2870200"/>
              <a:gd name="connsiteX212" fmla="*/ 4089400 w 4089400"/>
              <a:gd name="connsiteY212" fmla="*/ 0 h 2870200"/>
              <a:gd name="connsiteX0" fmla="*/ 0 w 4089400"/>
              <a:gd name="connsiteY0" fmla="*/ 702734 h 2870200"/>
              <a:gd name="connsiteX1" fmla="*/ 8466 w 4089400"/>
              <a:gd name="connsiteY1" fmla="*/ 643467 h 2870200"/>
              <a:gd name="connsiteX2" fmla="*/ 25400 w 4089400"/>
              <a:gd name="connsiteY2" fmla="*/ 626534 h 2870200"/>
              <a:gd name="connsiteX3" fmla="*/ 33866 w 4089400"/>
              <a:gd name="connsiteY3" fmla="*/ 592667 h 2870200"/>
              <a:gd name="connsiteX4" fmla="*/ 42333 w 4089400"/>
              <a:gd name="connsiteY4" fmla="*/ 567267 h 2870200"/>
              <a:gd name="connsiteX5" fmla="*/ 42333 w 4089400"/>
              <a:gd name="connsiteY5" fmla="*/ 821267 h 2870200"/>
              <a:gd name="connsiteX6" fmla="*/ 16933 w 4089400"/>
              <a:gd name="connsiteY6" fmla="*/ 880534 h 2870200"/>
              <a:gd name="connsiteX7" fmla="*/ 25400 w 4089400"/>
              <a:gd name="connsiteY7" fmla="*/ 1354667 h 2870200"/>
              <a:gd name="connsiteX8" fmla="*/ 33866 w 4089400"/>
              <a:gd name="connsiteY8" fmla="*/ 1329267 h 2870200"/>
              <a:gd name="connsiteX9" fmla="*/ 42333 w 4089400"/>
              <a:gd name="connsiteY9" fmla="*/ 1286934 h 2870200"/>
              <a:gd name="connsiteX10" fmla="*/ 59266 w 4089400"/>
              <a:gd name="connsiteY10" fmla="*/ 1253067 h 2870200"/>
              <a:gd name="connsiteX11" fmla="*/ 76200 w 4089400"/>
              <a:gd name="connsiteY11" fmla="*/ 1202267 h 2870200"/>
              <a:gd name="connsiteX12" fmla="*/ 84666 w 4089400"/>
              <a:gd name="connsiteY12" fmla="*/ 1176867 h 2870200"/>
              <a:gd name="connsiteX13" fmla="*/ 101600 w 4089400"/>
              <a:gd name="connsiteY13" fmla="*/ 1143000 h 2870200"/>
              <a:gd name="connsiteX14" fmla="*/ 110066 w 4089400"/>
              <a:gd name="connsiteY14" fmla="*/ 1100667 h 2870200"/>
              <a:gd name="connsiteX15" fmla="*/ 135466 w 4089400"/>
              <a:gd name="connsiteY15" fmla="*/ 1032934 h 2870200"/>
              <a:gd name="connsiteX16" fmla="*/ 143933 w 4089400"/>
              <a:gd name="connsiteY16" fmla="*/ 999067 h 2870200"/>
              <a:gd name="connsiteX17" fmla="*/ 160866 w 4089400"/>
              <a:gd name="connsiteY17" fmla="*/ 948267 h 2870200"/>
              <a:gd name="connsiteX18" fmla="*/ 177800 w 4089400"/>
              <a:gd name="connsiteY18" fmla="*/ 1134534 h 2870200"/>
              <a:gd name="connsiteX19" fmla="*/ 194733 w 4089400"/>
              <a:gd name="connsiteY19" fmla="*/ 1464734 h 2870200"/>
              <a:gd name="connsiteX20" fmla="*/ 228600 w 4089400"/>
              <a:gd name="connsiteY20" fmla="*/ 1397000 h 2870200"/>
              <a:gd name="connsiteX21" fmla="*/ 254000 w 4089400"/>
              <a:gd name="connsiteY21" fmla="*/ 1363134 h 2870200"/>
              <a:gd name="connsiteX22" fmla="*/ 262466 w 4089400"/>
              <a:gd name="connsiteY22" fmla="*/ 1337734 h 2870200"/>
              <a:gd name="connsiteX23" fmla="*/ 279400 w 4089400"/>
              <a:gd name="connsiteY23" fmla="*/ 1371600 h 2870200"/>
              <a:gd name="connsiteX24" fmla="*/ 287866 w 4089400"/>
              <a:gd name="connsiteY24" fmla="*/ 2243667 h 2870200"/>
              <a:gd name="connsiteX25" fmla="*/ 313266 w 4089400"/>
              <a:gd name="connsiteY25" fmla="*/ 2201334 h 2870200"/>
              <a:gd name="connsiteX26" fmla="*/ 321733 w 4089400"/>
              <a:gd name="connsiteY26" fmla="*/ 2150534 h 2870200"/>
              <a:gd name="connsiteX27" fmla="*/ 355600 w 4089400"/>
              <a:gd name="connsiteY27" fmla="*/ 2125134 h 2870200"/>
              <a:gd name="connsiteX28" fmla="*/ 364066 w 4089400"/>
              <a:gd name="connsiteY28" fmla="*/ 2082800 h 2870200"/>
              <a:gd name="connsiteX29" fmla="*/ 381000 w 4089400"/>
              <a:gd name="connsiteY29" fmla="*/ 2065867 h 2870200"/>
              <a:gd name="connsiteX30" fmla="*/ 397933 w 4089400"/>
              <a:gd name="connsiteY30" fmla="*/ 2032000 h 2870200"/>
              <a:gd name="connsiteX31" fmla="*/ 423333 w 4089400"/>
              <a:gd name="connsiteY31" fmla="*/ 1998134 h 2870200"/>
              <a:gd name="connsiteX32" fmla="*/ 440266 w 4089400"/>
              <a:gd name="connsiteY32" fmla="*/ 1752600 h 2870200"/>
              <a:gd name="connsiteX33" fmla="*/ 465666 w 4089400"/>
              <a:gd name="connsiteY33" fmla="*/ 1651000 h 2870200"/>
              <a:gd name="connsiteX34" fmla="*/ 491066 w 4089400"/>
              <a:gd name="connsiteY34" fmla="*/ 1710267 h 2870200"/>
              <a:gd name="connsiteX35" fmla="*/ 499533 w 4089400"/>
              <a:gd name="connsiteY35" fmla="*/ 1735667 h 2870200"/>
              <a:gd name="connsiteX36" fmla="*/ 533400 w 4089400"/>
              <a:gd name="connsiteY36" fmla="*/ 1820334 h 2870200"/>
              <a:gd name="connsiteX37" fmla="*/ 558800 w 4089400"/>
              <a:gd name="connsiteY37" fmla="*/ 1938867 h 2870200"/>
              <a:gd name="connsiteX38" fmla="*/ 575733 w 4089400"/>
              <a:gd name="connsiteY38" fmla="*/ 1998134 h 2870200"/>
              <a:gd name="connsiteX39" fmla="*/ 592666 w 4089400"/>
              <a:gd name="connsiteY39" fmla="*/ 2023534 h 2870200"/>
              <a:gd name="connsiteX40" fmla="*/ 618066 w 4089400"/>
              <a:gd name="connsiteY40" fmla="*/ 1786467 h 2870200"/>
              <a:gd name="connsiteX41" fmla="*/ 626533 w 4089400"/>
              <a:gd name="connsiteY41" fmla="*/ 1744134 h 2870200"/>
              <a:gd name="connsiteX42" fmla="*/ 643466 w 4089400"/>
              <a:gd name="connsiteY42" fmla="*/ 1718734 h 2870200"/>
              <a:gd name="connsiteX43" fmla="*/ 660400 w 4089400"/>
              <a:gd name="connsiteY43" fmla="*/ 1617134 h 2870200"/>
              <a:gd name="connsiteX44" fmla="*/ 677333 w 4089400"/>
              <a:gd name="connsiteY44" fmla="*/ 1557867 h 2870200"/>
              <a:gd name="connsiteX45" fmla="*/ 685800 w 4089400"/>
              <a:gd name="connsiteY45" fmla="*/ 1524000 h 2870200"/>
              <a:gd name="connsiteX46" fmla="*/ 702733 w 4089400"/>
              <a:gd name="connsiteY46" fmla="*/ 1312334 h 2870200"/>
              <a:gd name="connsiteX47" fmla="*/ 719666 w 4089400"/>
              <a:gd name="connsiteY47" fmla="*/ 1380067 h 2870200"/>
              <a:gd name="connsiteX48" fmla="*/ 736600 w 4089400"/>
              <a:gd name="connsiteY48" fmla="*/ 1532467 h 2870200"/>
              <a:gd name="connsiteX49" fmla="*/ 753533 w 4089400"/>
              <a:gd name="connsiteY49" fmla="*/ 1566334 h 2870200"/>
              <a:gd name="connsiteX50" fmla="*/ 778933 w 4089400"/>
              <a:gd name="connsiteY50" fmla="*/ 1456267 h 2870200"/>
              <a:gd name="connsiteX51" fmla="*/ 795866 w 4089400"/>
              <a:gd name="connsiteY51" fmla="*/ 1430867 h 2870200"/>
              <a:gd name="connsiteX52" fmla="*/ 829733 w 4089400"/>
              <a:gd name="connsiteY52" fmla="*/ 1388534 h 2870200"/>
              <a:gd name="connsiteX53" fmla="*/ 838200 w 4089400"/>
              <a:gd name="connsiteY53" fmla="*/ 1498600 h 2870200"/>
              <a:gd name="connsiteX54" fmla="*/ 863600 w 4089400"/>
              <a:gd name="connsiteY54" fmla="*/ 1811867 h 2870200"/>
              <a:gd name="connsiteX55" fmla="*/ 872066 w 4089400"/>
              <a:gd name="connsiteY55" fmla="*/ 1642534 h 2870200"/>
              <a:gd name="connsiteX56" fmla="*/ 897466 w 4089400"/>
              <a:gd name="connsiteY56" fmla="*/ 1583267 h 2870200"/>
              <a:gd name="connsiteX57" fmla="*/ 905933 w 4089400"/>
              <a:gd name="connsiteY57" fmla="*/ 1557867 h 2870200"/>
              <a:gd name="connsiteX58" fmla="*/ 914400 w 4089400"/>
              <a:gd name="connsiteY58" fmla="*/ 2006600 h 2870200"/>
              <a:gd name="connsiteX59" fmla="*/ 939800 w 4089400"/>
              <a:gd name="connsiteY59" fmla="*/ 2116667 h 2870200"/>
              <a:gd name="connsiteX60" fmla="*/ 948266 w 4089400"/>
              <a:gd name="connsiteY60" fmla="*/ 1828800 h 2870200"/>
              <a:gd name="connsiteX61" fmla="*/ 965200 w 4089400"/>
              <a:gd name="connsiteY61" fmla="*/ 1794934 h 2870200"/>
              <a:gd name="connsiteX62" fmla="*/ 973666 w 4089400"/>
              <a:gd name="connsiteY62" fmla="*/ 1761067 h 2870200"/>
              <a:gd name="connsiteX63" fmla="*/ 990600 w 4089400"/>
              <a:gd name="connsiteY63" fmla="*/ 1871134 h 2870200"/>
              <a:gd name="connsiteX64" fmla="*/ 1007533 w 4089400"/>
              <a:gd name="connsiteY64" fmla="*/ 1947334 h 2870200"/>
              <a:gd name="connsiteX65" fmla="*/ 1024466 w 4089400"/>
              <a:gd name="connsiteY65" fmla="*/ 2040467 h 2870200"/>
              <a:gd name="connsiteX66" fmla="*/ 1049866 w 4089400"/>
              <a:gd name="connsiteY66" fmla="*/ 2108200 h 2870200"/>
              <a:gd name="connsiteX67" fmla="*/ 1058333 w 4089400"/>
              <a:gd name="connsiteY67" fmla="*/ 2150534 h 2870200"/>
              <a:gd name="connsiteX68" fmla="*/ 1100666 w 4089400"/>
              <a:gd name="connsiteY68" fmla="*/ 2209800 h 2870200"/>
              <a:gd name="connsiteX69" fmla="*/ 1109133 w 4089400"/>
              <a:gd name="connsiteY69" fmla="*/ 2108200 h 2870200"/>
              <a:gd name="connsiteX70" fmla="*/ 1159933 w 4089400"/>
              <a:gd name="connsiteY70" fmla="*/ 1989667 h 2870200"/>
              <a:gd name="connsiteX71" fmla="*/ 1210733 w 4089400"/>
              <a:gd name="connsiteY71" fmla="*/ 1913467 h 2870200"/>
              <a:gd name="connsiteX72" fmla="*/ 1219200 w 4089400"/>
              <a:gd name="connsiteY72" fmla="*/ 2167467 h 2870200"/>
              <a:gd name="connsiteX73" fmla="*/ 1236133 w 4089400"/>
              <a:gd name="connsiteY73" fmla="*/ 2082800 h 2870200"/>
              <a:gd name="connsiteX74" fmla="*/ 1244600 w 4089400"/>
              <a:gd name="connsiteY74" fmla="*/ 2015067 h 2870200"/>
              <a:gd name="connsiteX75" fmla="*/ 1286933 w 4089400"/>
              <a:gd name="connsiteY75" fmla="*/ 1854200 h 2870200"/>
              <a:gd name="connsiteX76" fmla="*/ 1295400 w 4089400"/>
              <a:gd name="connsiteY76" fmla="*/ 1803400 h 2870200"/>
              <a:gd name="connsiteX77" fmla="*/ 1320800 w 4089400"/>
              <a:gd name="connsiteY77" fmla="*/ 1701800 h 2870200"/>
              <a:gd name="connsiteX78" fmla="*/ 1346200 w 4089400"/>
              <a:gd name="connsiteY78" fmla="*/ 1718734 h 2870200"/>
              <a:gd name="connsiteX79" fmla="*/ 1354666 w 4089400"/>
              <a:gd name="connsiteY79" fmla="*/ 1744134 h 2870200"/>
              <a:gd name="connsiteX80" fmla="*/ 1380066 w 4089400"/>
              <a:gd name="connsiteY80" fmla="*/ 1828800 h 2870200"/>
              <a:gd name="connsiteX81" fmla="*/ 1397000 w 4089400"/>
              <a:gd name="connsiteY81" fmla="*/ 1879600 h 2870200"/>
              <a:gd name="connsiteX82" fmla="*/ 1405466 w 4089400"/>
              <a:gd name="connsiteY82" fmla="*/ 1913467 h 2870200"/>
              <a:gd name="connsiteX83" fmla="*/ 1430866 w 4089400"/>
              <a:gd name="connsiteY83" fmla="*/ 1947334 h 2870200"/>
              <a:gd name="connsiteX84" fmla="*/ 1447800 w 4089400"/>
              <a:gd name="connsiteY84" fmla="*/ 1938867 h 2870200"/>
              <a:gd name="connsiteX85" fmla="*/ 1490133 w 4089400"/>
              <a:gd name="connsiteY85" fmla="*/ 1803400 h 2870200"/>
              <a:gd name="connsiteX86" fmla="*/ 1549400 w 4089400"/>
              <a:gd name="connsiteY86" fmla="*/ 1651000 h 2870200"/>
              <a:gd name="connsiteX87" fmla="*/ 1557866 w 4089400"/>
              <a:gd name="connsiteY87" fmla="*/ 1591734 h 2870200"/>
              <a:gd name="connsiteX88" fmla="*/ 1574800 w 4089400"/>
              <a:gd name="connsiteY88" fmla="*/ 1566334 h 2870200"/>
              <a:gd name="connsiteX89" fmla="*/ 1583266 w 4089400"/>
              <a:gd name="connsiteY89" fmla="*/ 1524000 h 2870200"/>
              <a:gd name="connsiteX90" fmla="*/ 1591733 w 4089400"/>
              <a:gd name="connsiteY90" fmla="*/ 1498600 h 2870200"/>
              <a:gd name="connsiteX91" fmla="*/ 1608666 w 4089400"/>
              <a:gd name="connsiteY91" fmla="*/ 1524000 h 2870200"/>
              <a:gd name="connsiteX92" fmla="*/ 1634066 w 4089400"/>
              <a:gd name="connsiteY92" fmla="*/ 1490134 h 2870200"/>
              <a:gd name="connsiteX93" fmla="*/ 1659466 w 4089400"/>
              <a:gd name="connsiteY93" fmla="*/ 1388534 h 2870200"/>
              <a:gd name="connsiteX94" fmla="*/ 1718733 w 4089400"/>
              <a:gd name="connsiteY94" fmla="*/ 1286934 h 2870200"/>
              <a:gd name="connsiteX95" fmla="*/ 1769533 w 4089400"/>
              <a:gd name="connsiteY95" fmla="*/ 1176867 h 2870200"/>
              <a:gd name="connsiteX96" fmla="*/ 1794933 w 4089400"/>
              <a:gd name="connsiteY96" fmla="*/ 1202267 h 2870200"/>
              <a:gd name="connsiteX97" fmla="*/ 1803400 w 4089400"/>
              <a:gd name="connsiteY97" fmla="*/ 1227667 h 2870200"/>
              <a:gd name="connsiteX98" fmla="*/ 1820333 w 4089400"/>
              <a:gd name="connsiteY98" fmla="*/ 1261534 h 2870200"/>
              <a:gd name="connsiteX99" fmla="*/ 1862666 w 4089400"/>
              <a:gd name="connsiteY99" fmla="*/ 1422400 h 2870200"/>
              <a:gd name="connsiteX100" fmla="*/ 1913466 w 4089400"/>
              <a:gd name="connsiteY100" fmla="*/ 1600200 h 2870200"/>
              <a:gd name="connsiteX101" fmla="*/ 1964266 w 4089400"/>
              <a:gd name="connsiteY101" fmla="*/ 1744134 h 2870200"/>
              <a:gd name="connsiteX102" fmla="*/ 1981200 w 4089400"/>
              <a:gd name="connsiteY102" fmla="*/ 1498600 h 2870200"/>
              <a:gd name="connsiteX103" fmla="*/ 1998133 w 4089400"/>
              <a:gd name="connsiteY103" fmla="*/ 1464734 h 2870200"/>
              <a:gd name="connsiteX104" fmla="*/ 2006600 w 4089400"/>
              <a:gd name="connsiteY104" fmla="*/ 1439334 h 2870200"/>
              <a:gd name="connsiteX105" fmla="*/ 2057400 w 4089400"/>
              <a:gd name="connsiteY105" fmla="*/ 2032000 h 2870200"/>
              <a:gd name="connsiteX106" fmla="*/ 2065866 w 4089400"/>
              <a:gd name="connsiteY106" fmla="*/ 2150534 h 2870200"/>
              <a:gd name="connsiteX107" fmla="*/ 2074333 w 4089400"/>
              <a:gd name="connsiteY107" fmla="*/ 2489200 h 2870200"/>
              <a:gd name="connsiteX108" fmla="*/ 2108200 w 4089400"/>
              <a:gd name="connsiteY108" fmla="*/ 2421467 h 2870200"/>
              <a:gd name="connsiteX109" fmla="*/ 2150533 w 4089400"/>
              <a:gd name="connsiteY109" fmla="*/ 2319867 h 2870200"/>
              <a:gd name="connsiteX110" fmla="*/ 2175933 w 4089400"/>
              <a:gd name="connsiteY110" fmla="*/ 2286000 h 2870200"/>
              <a:gd name="connsiteX111" fmla="*/ 2209800 w 4089400"/>
              <a:gd name="connsiteY111" fmla="*/ 2235200 h 2870200"/>
              <a:gd name="connsiteX112" fmla="*/ 2226733 w 4089400"/>
              <a:gd name="connsiteY112" fmla="*/ 2514600 h 2870200"/>
              <a:gd name="connsiteX113" fmla="*/ 2252133 w 4089400"/>
              <a:gd name="connsiteY113" fmla="*/ 2565400 h 2870200"/>
              <a:gd name="connsiteX114" fmla="*/ 2260600 w 4089400"/>
              <a:gd name="connsiteY114" fmla="*/ 2489200 h 2870200"/>
              <a:gd name="connsiteX115" fmla="*/ 2277533 w 4089400"/>
              <a:gd name="connsiteY115" fmla="*/ 2421467 h 2870200"/>
              <a:gd name="connsiteX116" fmla="*/ 2286000 w 4089400"/>
              <a:gd name="connsiteY116" fmla="*/ 1718734 h 2870200"/>
              <a:gd name="connsiteX117" fmla="*/ 2311400 w 4089400"/>
              <a:gd name="connsiteY117" fmla="*/ 1811867 h 2870200"/>
              <a:gd name="connsiteX118" fmla="*/ 2336800 w 4089400"/>
              <a:gd name="connsiteY118" fmla="*/ 1871134 h 2870200"/>
              <a:gd name="connsiteX119" fmla="*/ 2362200 w 4089400"/>
              <a:gd name="connsiteY119" fmla="*/ 1938867 h 2870200"/>
              <a:gd name="connsiteX120" fmla="*/ 2370666 w 4089400"/>
              <a:gd name="connsiteY120" fmla="*/ 1972734 h 2870200"/>
              <a:gd name="connsiteX121" fmla="*/ 2379133 w 4089400"/>
              <a:gd name="connsiteY121" fmla="*/ 1574800 h 2870200"/>
              <a:gd name="connsiteX122" fmla="*/ 2404533 w 4089400"/>
              <a:gd name="connsiteY122" fmla="*/ 1236134 h 2870200"/>
              <a:gd name="connsiteX123" fmla="*/ 2421466 w 4089400"/>
              <a:gd name="connsiteY123" fmla="*/ 1092200 h 2870200"/>
              <a:gd name="connsiteX124" fmla="*/ 2429933 w 4089400"/>
              <a:gd name="connsiteY124" fmla="*/ 1066800 h 2870200"/>
              <a:gd name="connsiteX125" fmla="*/ 2438400 w 4089400"/>
              <a:gd name="connsiteY125" fmla="*/ 1092200 h 2870200"/>
              <a:gd name="connsiteX126" fmla="*/ 2455333 w 4089400"/>
              <a:gd name="connsiteY126" fmla="*/ 1117600 h 2870200"/>
              <a:gd name="connsiteX127" fmla="*/ 2463800 w 4089400"/>
              <a:gd name="connsiteY127" fmla="*/ 1227667 h 2870200"/>
              <a:gd name="connsiteX128" fmla="*/ 2489200 w 4089400"/>
              <a:gd name="connsiteY128" fmla="*/ 753534 h 2870200"/>
              <a:gd name="connsiteX129" fmla="*/ 2506133 w 4089400"/>
              <a:gd name="connsiteY129" fmla="*/ 685800 h 2870200"/>
              <a:gd name="connsiteX130" fmla="*/ 2514600 w 4089400"/>
              <a:gd name="connsiteY130" fmla="*/ 609600 h 2870200"/>
              <a:gd name="connsiteX131" fmla="*/ 2523066 w 4089400"/>
              <a:gd name="connsiteY131" fmla="*/ 558800 h 2870200"/>
              <a:gd name="connsiteX132" fmla="*/ 2540000 w 4089400"/>
              <a:gd name="connsiteY132" fmla="*/ 584200 h 2870200"/>
              <a:gd name="connsiteX133" fmla="*/ 2548466 w 4089400"/>
              <a:gd name="connsiteY133" fmla="*/ 778934 h 2870200"/>
              <a:gd name="connsiteX134" fmla="*/ 2590800 w 4089400"/>
              <a:gd name="connsiteY134" fmla="*/ 914400 h 2870200"/>
              <a:gd name="connsiteX135" fmla="*/ 2607733 w 4089400"/>
              <a:gd name="connsiteY135" fmla="*/ 973667 h 2870200"/>
              <a:gd name="connsiteX136" fmla="*/ 2624666 w 4089400"/>
              <a:gd name="connsiteY136" fmla="*/ 812800 h 2870200"/>
              <a:gd name="connsiteX137" fmla="*/ 2641600 w 4089400"/>
              <a:gd name="connsiteY137" fmla="*/ 694267 h 2870200"/>
              <a:gd name="connsiteX138" fmla="*/ 2667000 w 4089400"/>
              <a:gd name="connsiteY138" fmla="*/ 558800 h 2870200"/>
              <a:gd name="connsiteX139" fmla="*/ 2692400 w 4089400"/>
              <a:gd name="connsiteY139" fmla="*/ 321734 h 2870200"/>
              <a:gd name="connsiteX140" fmla="*/ 2709333 w 4089400"/>
              <a:gd name="connsiteY140" fmla="*/ 1058334 h 2870200"/>
              <a:gd name="connsiteX141" fmla="*/ 2717800 w 4089400"/>
              <a:gd name="connsiteY141" fmla="*/ 1032934 h 2870200"/>
              <a:gd name="connsiteX142" fmla="*/ 2785533 w 4089400"/>
              <a:gd name="connsiteY142" fmla="*/ 905934 h 2870200"/>
              <a:gd name="connsiteX143" fmla="*/ 2819400 w 4089400"/>
              <a:gd name="connsiteY143" fmla="*/ 855134 h 2870200"/>
              <a:gd name="connsiteX144" fmla="*/ 2844800 w 4089400"/>
              <a:gd name="connsiteY144" fmla="*/ 1422400 h 2870200"/>
              <a:gd name="connsiteX145" fmla="*/ 2853266 w 4089400"/>
              <a:gd name="connsiteY145" fmla="*/ 1388534 h 2870200"/>
              <a:gd name="connsiteX146" fmla="*/ 2870200 w 4089400"/>
              <a:gd name="connsiteY146" fmla="*/ 1363134 h 2870200"/>
              <a:gd name="connsiteX147" fmla="*/ 2895600 w 4089400"/>
              <a:gd name="connsiteY147" fmla="*/ 1278467 h 2870200"/>
              <a:gd name="connsiteX148" fmla="*/ 2912533 w 4089400"/>
              <a:gd name="connsiteY148" fmla="*/ 1320800 h 2870200"/>
              <a:gd name="connsiteX149" fmla="*/ 2929466 w 4089400"/>
              <a:gd name="connsiteY149" fmla="*/ 1388534 h 2870200"/>
              <a:gd name="connsiteX150" fmla="*/ 2946400 w 4089400"/>
              <a:gd name="connsiteY150" fmla="*/ 1422400 h 2870200"/>
              <a:gd name="connsiteX151" fmla="*/ 2988733 w 4089400"/>
              <a:gd name="connsiteY151" fmla="*/ 1540934 h 2870200"/>
              <a:gd name="connsiteX152" fmla="*/ 3005666 w 4089400"/>
              <a:gd name="connsiteY152" fmla="*/ 1566334 h 2870200"/>
              <a:gd name="connsiteX153" fmla="*/ 3039533 w 4089400"/>
              <a:gd name="connsiteY153" fmla="*/ 1718734 h 2870200"/>
              <a:gd name="connsiteX154" fmla="*/ 3064933 w 4089400"/>
              <a:gd name="connsiteY154" fmla="*/ 1761067 h 2870200"/>
              <a:gd name="connsiteX155" fmla="*/ 3098800 w 4089400"/>
              <a:gd name="connsiteY155" fmla="*/ 1879600 h 2870200"/>
              <a:gd name="connsiteX156" fmla="*/ 3090333 w 4089400"/>
              <a:gd name="connsiteY156" fmla="*/ 1913467 h 2870200"/>
              <a:gd name="connsiteX157" fmla="*/ 3102783 w 4089400"/>
              <a:gd name="connsiteY157" fmla="*/ 1901016 h 2870200"/>
              <a:gd name="connsiteX158" fmla="*/ 3081866 w 4089400"/>
              <a:gd name="connsiteY158" fmla="*/ 1888067 h 2870200"/>
              <a:gd name="connsiteX159" fmla="*/ 3107266 w 4089400"/>
              <a:gd name="connsiteY159" fmla="*/ 1871134 h 2870200"/>
              <a:gd name="connsiteX160" fmla="*/ 3115733 w 4089400"/>
              <a:gd name="connsiteY160" fmla="*/ 1769534 h 2870200"/>
              <a:gd name="connsiteX161" fmla="*/ 3132666 w 4089400"/>
              <a:gd name="connsiteY161" fmla="*/ 1710267 h 2870200"/>
              <a:gd name="connsiteX162" fmla="*/ 3141133 w 4089400"/>
              <a:gd name="connsiteY162" fmla="*/ 1684867 h 2870200"/>
              <a:gd name="connsiteX163" fmla="*/ 3166533 w 4089400"/>
              <a:gd name="connsiteY163" fmla="*/ 1676400 h 2870200"/>
              <a:gd name="connsiteX164" fmla="*/ 3175000 w 4089400"/>
              <a:gd name="connsiteY164" fmla="*/ 2006600 h 2870200"/>
              <a:gd name="connsiteX165" fmla="*/ 3183466 w 4089400"/>
              <a:gd name="connsiteY165" fmla="*/ 2048934 h 2870200"/>
              <a:gd name="connsiteX166" fmla="*/ 3191933 w 4089400"/>
              <a:gd name="connsiteY166" fmla="*/ 2099734 h 2870200"/>
              <a:gd name="connsiteX167" fmla="*/ 3208866 w 4089400"/>
              <a:gd name="connsiteY167" fmla="*/ 2048934 h 2870200"/>
              <a:gd name="connsiteX168" fmla="*/ 3217333 w 4089400"/>
              <a:gd name="connsiteY168" fmla="*/ 1998134 h 2870200"/>
              <a:gd name="connsiteX169" fmla="*/ 3251200 w 4089400"/>
              <a:gd name="connsiteY169" fmla="*/ 2353734 h 2870200"/>
              <a:gd name="connsiteX170" fmla="*/ 3276600 w 4089400"/>
              <a:gd name="connsiteY170" fmla="*/ 2387600 h 2870200"/>
              <a:gd name="connsiteX171" fmla="*/ 3285066 w 4089400"/>
              <a:gd name="connsiteY171" fmla="*/ 2497667 h 2870200"/>
              <a:gd name="connsiteX172" fmla="*/ 3302000 w 4089400"/>
              <a:gd name="connsiteY172" fmla="*/ 2531534 h 2870200"/>
              <a:gd name="connsiteX173" fmla="*/ 3318933 w 4089400"/>
              <a:gd name="connsiteY173" fmla="*/ 2599267 h 2870200"/>
              <a:gd name="connsiteX174" fmla="*/ 3344333 w 4089400"/>
              <a:gd name="connsiteY174" fmla="*/ 2667000 h 2870200"/>
              <a:gd name="connsiteX175" fmla="*/ 3386666 w 4089400"/>
              <a:gd name="connsiteY175" fmla="*/ 2810934 h 2870200"/>
              <a:gd name="connsiteX176" fmla="*/ 3412066 w 4089400"/>
              <a:gd name="connsiteY176" fmla="*/ 2870200 h 2870200"/>
              <a:gd name="connsiteX177" fmla="*/ 3437466 w 4089400"/>
              <a:gd name="connsiteY177" fmla="*/ 1828800 h 2870200"/>
              <a:gd name="connsiteX178" fmla="*/ 3445933 w 4089400"/>
              <a:gd name="connsiteY178" fmla="*/ 1803400 h 2870200"/>
              <a:gd name="connsiteX179" fmla="*/ 3462866 w 4089400"/>
              <a:gd name="connsiteY179" fmla="*/ 1735667 h 2870200"/>
              <a:gd name="connsiteX180" fmla="*/ 3488266 w 4089400"/>
              <a:gd name="connsiteY180" fmla="*/ 1651000 h 2870200"/>
              <a:gd name="connsiteX181" fmla="*/ 3496733 w 4089400"/>
              <a:gd name="connsiteY181" fmla="*/ 1701800 h 2870200"/>
              <a:gd name="connsiteX182" fmla="*/ 3505200 w 4089400"/>
              <a:gd name="connsiteY182" fmla="*/ 1803400 h 2870200"/>
              <a:gd name="connsiteX183" fmla="*/ 3522133 w 4089400"/>
              <a:gd name="connsiteY183" fmla="*/ 1752600 h 2870200"/>
              <a:gd name="connsiteX184" fmla="*/ 3530600 w 4089400"/>
              <a:gd name="connsiteY184" fmla="*/ 1693334 h 2870200"/>
              <a:gd name="connsiteX185" fmla="*/ 3572933 w 4089400"/>
              <a:gd name="connsiteY185" fmla="*/ 1608667 h 2870200"/>
              <a:gd name="connsiteX186" fmla="*/ 3589866 w 4089400"/>
              <a:gd name="connsiteY186" fmla="*/ 1566334 h 2870200"/>
              <a:gd name="connsiteX187" fmla="*/ 3632200 w 4089400"/>
              <a:gd name="connsiteY187" fmla="*/ 1464734 h 2870200"/>
              <a:gd name="connsiteX188" fmla="*/ 3640666 w 4089400"/>
              <a:gd name="connsiteY188" fmla="*/ 1422400 h 2870200"/>
              <a:gd name="connsiteX189" fmla="*/ 3657600 w 4089400"/>
              <a:gd name="connsiteY189" fmla="*/ 1363134 h 2870200"/>
              <a:gd name="connsiteX190" fmla="*/ 3674533 w 4089400"/>
              <a:gd name="connsiteY190" fmla="*/ 1320800 h 2870200"/>
              <a:gd name="connsiteX191" fmla="*/ 3669553 w 4089400"/>
              <a:gd name="connsiteY191" fmla="*/ 1151964 h 2870200"/>
              <a:gd name="connsiteX192" fmla="*/ 3716866 w 4089400"/>
              <a:gd name="connsiteY192" fmla="*/ 1227667 h 2870200"/>
              <a:gd name="connsiteX193" fmla="*/ 3725333 w 4089400"/>
              <a:gd name="connsiteY193" fmla="*/ 1176867 h 2870200"/>
              <a:gd name="connsiteX194" fmla="*/ 3742266 w 4089400"/>
              <a:gd name="connsiteY194" fmla="*/ 1126067 h 2870200"/>
              <a:gd name="connsiteX195" fmla="*/ 3750733 w 4089400"/>
              <a:gd name="connsiteY195" fmla="*/ 1058334 h 2870200"/>
              <a:gd name="connsiteX196" fmla="*/ 3759200 w 4089400"/>
              <a:gd name="connsiteY196" fmla="*/ 1270000 h 2870200"/>
              <a:gd name="connsiteX197" fmla="*/ 3793066 w 4089400"/>
              <a:gd name="connsiteY197" fmla="*/ 558800 h 2870200"/>
              <a:gd name="connsiteX198" fmla="*/ 3810000 w 4089400"/>
              <a:gd name="connsiteY198" fmla="*/ 482600 h 2870200"/>
              <a:gd name="connsiteX199" fmla="*/ 3818466 w 4089400"/>
              <a:gd name="connsiteY199" fmla="*/ 533400 h 2870200"/>
              <a:gd name="connsiteX200" fmla="*/ 3835400 w 4089400"/>
              <a:gd name="connsiteY200" fmla="*/ 660400 h 2870200"/>
              <a:gd name="connsiteX201" fmla="*/ 3843866 w 4089400"/>
              <a:gd name="connsiteY201" fmla="*/ 702734 h 2870200"/>
              <a:gd name="connsiteX202" fmla="*/ 3860800 w 4089400"/>
              <a:gd name="connsiteY202" fmla="*/ 736600 h 2870200"/>
              <a:gd name="connsiteX203" fmla="*/ 3877733 w 4089400"/>
              <a:gd name="connsiteY203" fmla="*/ 702734 h 2870200"/>
              <a:gd name="connsiteX204" fmla="*/ 3937000 w 4089400"/>
              <a:gd name="connsiteY204" fmla="*/ 482600 h 2870200"/>
              <a:gd name="connsiteX205" fmla="*/ 3953933 w 4089400"/>
              <a:gd name="connsiteY205" fmla="*/ 457200 h 2870200"/>
              <a:gd name="connsiteX206" fmla="*/ 3979333 w 4089400"/>
              <a:gd name="connsiteY206" fmla="*/ 177800 h 2870200"/>
              <a:gd name="connsiteX207" fmla="*/ 4004733 w 4089400"/>
              <a:gd name="connsiteY207" fmla="*/ 135467 h 2870200"/>
              <a:gd name="connsiteX208" fmla="*/ 4013200 w 4089400"/>
              <a:gd name="connsiteY208" fmla="*/ 101600 h 2870200"/>
              <a:gd name="connsiteX209" fmla="*/ 4021666 w 4089400"/>
              <a:gd name="connsiteY209" fmla="*/ 76200 h 2870200"/>
              <a:gd name="connsiteX210" fmla="*/ 4030133 w 4089400"/>
              <a:gd name="connsiteY210" fmla="*/ 110067 h 2870200"/>
              <a:gd name="connsiteX211" fmla="*/ 4047066 w 4089400"/>
              <a:gd name="connsiteY211" fmla="*/ 160867 h 2870200"/>
              <a:gd name="connsiteX212" fmla="*/ 4089400 w 4089400"/>
              <a:gd name="connsiteY212" fmla="*/ 0 h 2870200"/>
              <a:gd name="connsiteX0" fmla="*/ 0 w 4089400"/>
              <a:gd name="connsiteY0" fmla="*/ 702734 h 2870200"/>
              <a:gd name="connsiteX1" fmla="*/ 8466 w 4089400"/>
              <a:gd name="connsiteY1" fmla="*/ 643467 h 2870200"/>
              <a:gd name="connsiteX2" fmla="*/ 25400 w 4089400"/>
              <a:gd name="connsiteY2" fmla="*/ 626534 h 2870200"/>
              <a:gd name="connsiteX3" fmla="*/ 33866 w 4089400"/>
              <a:gd name="connsiteY3" fmla="*/ 592667 h 2870200"/>
              <a:gd name="connsiteX4" fmla="*/ 42333 w 4089400"/>
              <a:gd name="connsiteY4" fmla="*/ 567267 h 2870200"/>
              <a:gd name="connsiteX5" fmla="*/ 42333 w 4089400"/>
              <a:gd name="connsiteY5" fmla="*/ 821267 h 2870200"/>
              <a:gd name="connsiteX6" fmla="*/ 16933 w 4089400"/>
              <a:gd name="connsiteY6" fmla="*/ 880534 h 2870200"/>
              <a:gd name="connsiteX7" fmla="*/ 25400 w 4089400"/>
              <a:gd name="connsiteY7" fmla="*/ 1354667 h 2870200"/>
              <a:gd name="connsiteX8" fmla="*/ 33866 w 4089400"/>
              <a:gd name="connsiteY8" fmla="*/ 1329267 h 2870200"/>
              <a:gd name="connsiteX9" fmla="*/ 42333 w 4089400"/>
              <a:gd name="connsiteY9" fmla="*/ 1286934 h 2870200"/>
              <a:gd name="connsiteX10" fmla="*/ 59266 w 4089400"/>
              <a:gd name="connsiteY10" fmla="*/ 1253067 h 2870200"/>
              <a:gd name="connsiteX11" fmla="*/ 76200 w 4089400"/>
              <a:gd name="connsiteY11" fmla="*/ 1202267 h 2870200"/>
              <a:gd name="connsiteX12" fmla="*/ 84666 w 4089400"/>
              <a:gd name="connsiteY12" fmla="*/ 1176867 h 2870200"/>
              <a:gd name="connsiteX13" fmla="*/ 101600 w 4089400"/>
              <a:gd name="connsiteY13" fmla="*/ 1143000 h 2870200"/>
              <a:gd name="connsiteX14" fmla="*/ 110066 w 4089400"/>
              <a:gd name="connsiteY14" fmla="*/ 1100667 h 2870200"/>
              <a:gd name="connsiteX15" fmla="*/ 135466 w 4089400"/>
              <a:gd name="connsiteY15" fmla="*/ 1032934 h 2870200"/>
              <a:gd name="connsiteX16" fmla="*/ 143933 w 4089400"/>
              <a:gd name="connsiteY16" fmla="*/ 999067 h 2870200"/>
              <a:gd name="connsiteX17" fmla="*/ 160866 w 4089400"/>
              <a:gd name="connsiteY17" fmla="*/ 948267 h 2870200"/>
              <a:gd name="connsiteX18" fmla="*/ 177800 w 4089400"/>
              <a:gd name="connsiteY18" fmla="*/ 1134534 h 2870200"/>
              <a:gd name="connsiteX19" fmla="*/ 194733 w 4089400"/>
              <a:gd name="connsiteY19" fmla="*/ 1464734 h 2870200"/>
              <a:gd name="connsiteX20" fmla="*/ 228600 w 4089400"/>
              <a:gd name="connsiteY20" fmla="*/ 1397000 h 2870200"/>
              <a:gd name="connsiteX21" fmla="*/ 254000 w 4089400"/>
              <a:gd name="connsiteY21" fmla="*/ 1363134 h 2870200"/>
              <a:gd name="connsiteX22" fmla="*/ 262466 w 4089400"/>
              <a:gd name="connsiteY22" fmla="*/ 1337734 h 2870200"/>
              <a:gd name="connsiteX23" fmla="*/ 279400 w 4089400"/>
              <a:gd name="connsiteY23" fmla="*/ 1371600 h 2870200"/>
              <a:gd name="connsiteX24" fmla="*/ 287866 w 4089400"/>
              <a:gd name="connsiteY24" fmla="*/ 2243667 h 2870200"/>
              <a:gd name="connsiteX25" fmla="*/ 313266 w 4089400"/>
              <a:gd name="connsiteY25" fmla="*/ 2201334 h 2870200"/>
              <a:gd name="connsiteX26" fmla="*/ 321733 w 4089400"/>
              <a:gd name="connsiteY26" fmla="*/ 2150534 h 2870200"/>
              <a:gd name="connsiteX27" fmla="*/ 355600 w 4089400"/>
              <a:gd name="connsiteY27" fmla="*/ 2125134 h 2870200"/>
              <a:gd name="connsiteX28" fmla="*/ 364066 w 4089400"/>
              <a:gd name="connsiteY28" fmla="*/ 2082800 h 2870200"/>
              <a:gd name="connsiteX29" fmla="*/ 381000 w 4089400"/>
              <a:gd name="connsiteY29" fmla="*/ 2065867 h 2870200"/>
              <a:gd name="connsiteX30" fmla="*/ 397933 w 4089400"/>
              <a:gd name="connsiteY30" fmla="*/ 2032000 h 2870200"/>
              <a:gd name="connsiteX31" fmla="*/ 423333 w 4089400"/>
              <a:gd name="connsiteY31" fmla="*/ 1998134 h 2870200"/>
              <a:gd name="connsiteX32" fmla="*/ 440266 w 4089400"/>
              <a:gd name="connsiteY32" fmla="*/ 1752600 h 2870200"/>
              <a:gd name="connsiteX33" fmla="*/ 465666 w 4089400"/>
              <a:gd name="connsiteY33" fmla="*/ 1651000 h 2870200"/>
              <a:gd name="connsiteX34" fmla="*/ 491066 w 4089400"/>
              <a:gd name="connsiteY34" fmla="*/ 1710267 h 2870200"/>
              <a:gd name="connsiteX35" fmla="*/ 499533 w 4089400"/>
              <a:gd name="connsiteY35" fmla="*/ 1735667 h 2870200"/>
              <a:gd name="connsiteX36" fmla="*/ 533400 w 4089400"/>
              <a:gd name="connsiteY36" fmla="*/ 1820334 h 2870200"/>
              <a:gd name="connsiteX37" fmla="*/ 558800 w 4089400"/>
              <a:gd name="connsiteY37" fmla="*/ 1938867 h 2870200"/>
              <a:gd name="connsiteX38" fmla="*/ 575733 w 4089400"/>
              <a:gd name="connsiteY38" fmla="*/ 1998134 h 2870200"/>
              <a:gd name="connsiteX39" fmla="*/ 592666 w 4089400"/>
              <a:gd name="connsiteY39" fmla="*/ 2023534 h 2870200"/>
              <a:gd name="connsiteX40" fmla="*/ 618066 w 4089400"/>
              <a:gd name="connsiteY40" fmla="*/ 1786467 h 2870200"/>
              <a:gd name="connsiteX41" fmla="*/ 626533 w 4089400"/>
              <a:gd name="connsiteY41" fmla="*/ 1744134 h 2870200"/>
              <a:gd name="connsiteX42" fmla="*/ 643466 w 4089400"/>
              <a:gd name="connsiteY42" fmla="*/ 1718734 h 2870200"/>
              <a:gd name="connsiteX43" fmla="*/ 660400 w 4089400"/>
              <a:gd name="connsiteY43" fmla="*/ 1617134 h 2870200"/>
              <a:gd name="connsiteX44" fmla="*/ 677333 w 4089400"/>
              <a:gd name="connsiteY44" fmla="*/ 1557867 h 2870200"/>
              <a:gd name="connsiteX45" fmla="*/ 685800 w 4089400"/>
              <a:gd name="connsiteY45" fmla="*/ 1524000 h 2870200"/>
              <a:gd name="connsiteX46" fmla="*/ 702733 w 4089400"/>
              <a:gd name="connsiteY46" fmla="*/ 1312334 h 2870200"/>
              <a:gd name="connsiteX47" fmla="*/ 719666 w 4089400"/>
              <a:gd name="connsiteY47" fmla="*/ 1380067 h 2870200"/>
              <a:gd name="connsiteX48" fmla="*/ 736600 w 4089400"/>
              <a:gd name="connsiteY48" fmla="*/ 1532467 h 2870200"/>
              <a:gd name="connsiteX49" fmla="*/ 753533 w 4089400"/>
              <a:gd name="connsiteY49" fmla="*/ 1566334 h 2870200"/>
              <a:gd name="connsiteX50" fmla="*/ 778933 w 4089400"/>
              <a:gd name="connsiteY50" fmla="*/ 1456267 h 2870200"/>
              <a:gd name="connsiteX51" fmla="*/ 795866 w 4089400"/>
              <a:gd name="connsiteY51" fmla="*/ 1430867 h 2870200"/>
              <a:gd name="connsiteX52" fmla="*/ 829733 w 4089400"/>
              <a:gd name="connsiteY52" fmla="*/ 1388534 h 2870200"/>
              <a:gd name="connsiteX53" fmla="*/ 838200 w 4089400"/>
              <a:gd name="connsiteY53" fmla="*/ 1498600 h 2870200"/>
              <a:gd name="connsiteX54" fmla="*/ 863600 w 4089400"/>
              <a:gd name="connsiteY54" fmla="*/ 1811867 h 2870200"/>
              <a:gd name="connsiteX55" fmla="*/ 872066 w 4089400"/>
              <a:gd name="connsiteY55" fmla="*/ 1642534 h 2870200"/>
              <a:gd name="connsiteX56" fmla="*/ 897466 w 4089400"/>
              <a:gd name="connsiteY56" fmla="*/ 1583267 h 2870200"/>
              <a:gd name="connsiteX57" fmla="*/ 905933 w 4089400"/>
              <a:gd name="connsiteY57" fmla="*/ 1557867 h 2870200"/>
              <a:gd name="connsiteX58" fmla="*/ 914400 w 4089400"/>
              <a:gd name="connsiteY58" fmla="*/ 2006600 h 2870200"/>
              <a:gd name="connsiteX59" fmla="*/ 939800 w 4089400"/>
              <a:gd name="connsiteY59" fmla="*/ 2116667 h 2870200"/>
              <a:gd name="connsiteX60" fmla="*/ 948266 w 4089400"/>
              <a:gd name="connsiteY60" fmla="*/ 1828800 h 2870200"/>
              <a:gd name="connsiteX61" fmla="*/ 965200 w 4089400"/>
              <a:gd name="connsiteY61" fmla="*/ 1794934 h 2870200"/>
              <a:gd name="connsiteX62" fmla="*/ 973666 w 4089400"/>
              <a:gd name="connsiteY62" fmla="*/ 1761067 h 2870200"/>
              <a:gd name="connsiteX63" fmla="*/ 990600 w 4089400"/>
              <a:gd name="connsiteY63" fmla="*/ 1871134 h 2870200"/>
              <a:gd name="connsiteX64" fmla="*/ 1007533 w 4089400"/>
              <a:gd name="connsiteY64" fmla="*/ 1947334 h 2870200"/>
              <a:gd name="connsiteX65" fmla="*/ 1024466 w 4089400"/>
              <a:gd name="connsiteY65" fmla="*/ 2040467 h 2870200"/>
              <a:gd name="connsiteX66" fmla="*/ 1049866 w 4089400"/>
              <a:gd name="connsiteY66" fmla="*/ 2108200 h 2870200"/>
              <a:gd name="connsiteX67" fmla="*/ 1058333 w 4089400"/>
              <a:gd name="connsiteY67" fmla="*/ 2150534 h 2870200"/>
              <a:gd name="connsiteX68" fmla="*/ 1100666 w 4089400"/>
              <a:gd name="connsiteY68" fmla="*/ 2209800 h 2870200"/>
              <a:gd name="connsiteX69" fmla="*/ 1109133 w 4089400"/>
              <a:gd name="connsiteY69" fmla="*/ 2108200 h 2870200"/>
              <a:gd name="connsiteX70" fmla="*/ 1159933 w 4089400"/>
              <a:gd name="connsiteY70" fmla="*/ 1989667 h 2870200"/>
              <a:gd name="connsiteX71" fmla="*/ 1210733 w 4089400"/>
              <a:gd name="connsiteY71" fmla="*/ 1913467 h 2870200"/>
              <a:gd name="connsiteX72" fmla="*/ 1219200 w 4089400"/>
              <a:gd name="connsiteY72" fmla="*/ 2167467 h 2870200"/>
              <a:gd name="connsiteX73" fmla="*/ 1236133 w 4089400"/>
              <a:gd name="connsiteY73" fmla="*/ 2082800 h 2870200"/>
              <a:gd name="connsiteX74" fmla="*/ 1244600 w 4089400"/>
              <a:gd name="connsiteY74" fmla="*/ 2015067 h 2870200"/>
              <a:gd name="connsiteX75" fmla="*/ 1286933 w 4089400"/>
              <a:gd name="connsiteY75" fmla="*/ 1854200 h 2870200"/>
              <a:gd name="connsiteX76" fmla="*/ 1295400 w 4089400"/>
              <a:gd name="connsiteY76" fmla="*/ 1803400 h 2870200"/>
              <a:gd name="connsiteX77" fmla="*/ 1320800 w 4089400"/>
              <a:gd name="connsiteY77" fmla="*/ 1701800 h 2870200"/>
              <a:gd name="connsiteX78" fmla="*/ 1346200 w 4089400"/>
              <a:gd name="connsiteY78" fmla="*/ 1718734 h 2870200"/>
              <a:gd name="connsiteX79" fmla="*/ 1354666 w 4089400"/>
              <a:gd name="connsiteY79" fmla="*/ 1744134 h 2870200"/>
              <a:gd name="connsiteX80" fmla="*/ 1380066 w 4089400"/>
              <a:gd name="connsiteY80" fmla="*/ 1828800 h 2870200"/>
              <a:gd name="connsiteX81" fmla="*/ 1397000 w 4089400"/>
              <a:gd name="connsiteY81" fmla="*/ 1879600 h 2870200"/>
              <a:gd name="connsiteX82" fmla="*/ 1405466 w 4089400"/>
              <a:gd name="connsiteY82" fmla="*/ 1913467 h 2870200"/>
              <a:gd name="connsiteX83" fmla="*/ 1430866 w 4089400"/>
              <a:gd name="connsiteY83" fmla="*/ 1947334 h 2870200"/>
              <a:gd name="connsiteX84" fmla="*/ 1447800 w 4089400"/>
              <a:gd name="connsiteY84" fmla="*/ 1938867 h 2870200"/>
              <a:gd name="connsiteX85" fmla="*/ 1490133 w 4089400"/>
              <a:gd name="connsiteY85" fmla="*/ 1803400 h 2870200"/>
              <a:gd name="connsiteX86" fmla="*/ 1549400 w 4089400"/>
              <a:gd name="connsiteY86" fmla="*/ 1651000 h 2870200"/>
              <a:gd name="connsiteX87" fmla="*/ 1557866 w 4089400"/>
              <a:gd name="connsiteY87" fmla="*/ 1591734 h 2870200"/>
              <a:gd name="connsiteX88" fmla="*/ 1574800 w 4089400"/>
              <a:gd name="connsiteY88" fmla="*/ 1566334 h 2870200"/>
              <a:gd name="connsiteX89" fmla="*/ 1583266 w 4089400"/>
              <a:gd name="connsiteY89" fmla="*/ 1524000 h 2870200"/>
              <a:gd name="connsiteX90" fmla="*/ 1591733 w 4089400"/>
              <a:gd name="connsiteY90" fmla="*/ 1498600 h 2870200"/>
              <a:gd name="connsiteX91" fmla="*/ 1608666 w 4089400"/>
              <a:gd name="connsiteY91" fmla="*/ 1524000 h 2870200"/>
              <a:gd name="connsiteX92" fmla="*/ 1634066 w 4089400"/>
              <a:gd name="connsiteY92" fmla="*/ 1490134 h 2870200"/>
              <a:gd name="connsiteX93" fmla="*/ 1659466 w 4089400"/>
              <a:gd name="connsiteY93" fmla="*/ 1388534 h 2870200"/>
              <a:gd name="connsiteX94" fmla="*/ 1718733 w 4089400"/>
              <a:gd name="connsiteY94" fmla="*/ 1286934 h 2870200"/>
              <a:gd name="connsiteX95" fmla="*/ 1769533 w 4089400"/>
              <a:gd name="connsiteY95" fmla="*/ 1176867 h 2870200"/>
              <a:gd name="connsiteX96" fmla="*/ 1794933 w 4089400"/>
              <a:gd name="connsiteY96" fmla="*/ 1202267 h 2870200"/>
              <a:gd name="connsiteX97" fmla="*/ 1803400 w 4089400"/>
              <a:gd name="connsiteY97" fmla="*/ 1227667 h 2870200"/>
              <a:gd name="connsiteX98" fmla="*/ 1820333 w 4089400"/>
              <a:gd name="connsiteY98" fmla="*/ 1261534 h 2870200"/>
              <a:gd name="connsiteX99" fmla="*/ 1862666 w 4089400"/>
              <a:gd name="connsiteY99" fmla="*/ 1422400 h 2870200"/>
              <a:gd name="connsiteX100" fmla="*/ 1913466 w 4089400"/>
              <a:gd name="connsiteY100" fmla="*/ 1600200 h 2870200"/>
              <a:gd name="connsiteX101" fmla="*/ 1964266 w 4089400"/>
              <a:gd name="connsiteY101" fmla="*/ 1744134 h 2870200"/>
              <a:gd name="connsiteX102" fmla="*/ 1981200 w 4089400"/>
              <a:gd name="connsiteY102" fmla="*/ 1498600 h 2870200"/>
              <a:gd name="connsiteX103" fmla="*/ 1998133 w 4089400"/>
              <a:gd name="connsiteY103" fmla="*/ 1464734 h 2870200"/>
              <a:gd name="connsiteX104" fmla="*/ 2006600 w 4089400"/>
              <a:gd name="connsiteY104" fmla="*/ 1439334 h 2870200"/>
              <a:gd name="connsiteX105" fmla="*/ 2057400 w 4089400"/>
              <a:gd name="connsiteY105" fmla="*/ 2032000 h 2870200"/>
              <a:gd name="connsiteX106" fmla="*/ 2065866 w 4089400"/>
              <a:gd name="connsiteY106" fmla="*/ 2150534 h 2870200"/>
              <a:gd name="connsiteX107" fmla="*/ 2074333 w 4089400"/>
              <a:gd name="connsiteY107" fmla="*/ 2489200 h 2870200"/>
              <a:gd name="connsiteX108" fmla="*/ 2108200 w 4089400"/>
              <a:gd name="connsiteY108" fmla="*/ 2421467 h 2870200"/>
              <a:gd name="connsiteX109" fmla="*/ 2150533 w 4089400"/>
              <a:gd name="connsiteY109" fmla="*/ 2319867 h 2870200"/>
              <a:gd name="connsiteX110" fmla="*/ 2175933 w 4089400"/>
              <a:gd name="connsiteY110" fmla="*/ 2286000 h 2870200"/>
              <a:gd name="connsiteX111" fmla="*/ 2209800 w 4089400"/>
              <a:gd name="connsiteY111" fmla="*/ 2235200 h 2870200"/>
              <a:gd name="connsiteX112" fmla="*/ 2226733 w 4089400"/>
              <a:gd name="connsiteY112" fmla="*/ 2514600 h 2870200"/>
              <a:gd name="connsiteX113" fmla="*/ 2252133 w 4089400"/>
              <a:gd name="connsiteY113" fmla="*/ 2565400 h 2870200"/>
              <a:gd name="connsiteX114" fmla="*/ 2260600 w 4089400"/>
              <a:gd name="connsiteY114" fmla="*/ 2489200 h 2870200"/>
              <a:gd name="connsiteX115" fmla="*/ 2277533 w 4089400"/>
              <a:gd name="connsiteY115" fmla="*/ 2421467 h 2870200"/>
              <a:gd name="connsiteX116" fmla="*/ 2286000 w 4089400"/>
              <a:gd name="connsiteY116" fmla="*/ 1718734 h 2870200"/>
              <a:gd name="connsiteX117" fmla="*/ 2311400 w 4089400"/>
              <a:gd name="connsiteY117" fmla="*/ 1811867 h 2870200"/>
              <a:gd name="connsiteX118" fmla="*/ 2336800 w 4089400"/>
              <a:gd name="connsiteY118" fmla="*/ 1871134 h 2870200"/>
              <a:gd name="connsiteX119" fmla="*/ 2362200 w 4089400"/>
              <a:gd name="connsiteY119" fmla="*/ 1938867 h 2870200"/>
              <a:gd name="connsiteX120" fmla="*/ 2370666 w 4089400"/>
              <a:gd name="connsiteY120" fmla="*/ 1972734 h 2870200"/>
              <a:gd name="connsiteX121" fmla="*/ 2379133 w 4089400"/>
              <a:gd name="connsiteY121" fmla="*/ 1574800 h 2870200"/>
              <a:gd name="connsiteX122" fmla="*/ 2404533 w 4089400"/>
              <a:gd name="connsiteY122" fmla="*/ 1236134 h 2870200"/>
              <a:gd name="connsiteX123" fmla="*/ 2421466 w 4089400"/>
              <a:gd name="connsiteY123" fmla="*/ 1092200 h 2870200"/>
              <a:gd name="connsiteX124" fmla="*/ 2429933 w 4089400"/>
              <a:gd name="connsiteY124" fmla="*/ 1066800 h 2870200"/>
              <a:gd name="connsiteX125" fmla="*/ 2438400 w 4089400"/>
              <a:gd name="connsiteY125" fmla="*/ 1092200 h 2870200"/>
              <a:gd name="connsiteX126" fmla="*/ 2455333 w 4089400"/>
              <a:gd name="connsiteY126" fmla="*/ 1117600 h 2870200"/>
              <a:gd name="connsiteX127" fmla="*/ 2463800 w 4089400"/>
              <a:gd name="connsiteY127" fmla="*/ 1227667 h 2870200"/>
              <a:gd name="connsiteX128" fmla="*/ 2489200 w 4089400"/>
              <a:gd name="connsiteY128" fmla="*/ 753534 h 2870200"/>
              <a:gd name="connsiteX129" fmla="*/ 2506133 w 4089400"/>
              <a:gd name="connsiteY129" fmla="*/ 685800 h 2870200"/>
              <a:gd name="connsiteX130" fmla="*/ 2514600 w 4089400"/>
              <a:gd name="connsiteY130" fmla="*/ 609600 h 2870200"/>
              <a:gd name="connsiteX131" fmla="*/ 2523066 w 4089400"/>
              <a:gd name="connsiteY131" fmla="*/ 558800 h 2870200"/>
              <a:gd name="connsiteX132" fmla="*/ 2540000 w 4089400"/>
              <a:gd name="connsiteY132" fmla="*/ 584200 h 2870200"/>
              <a:gd name="connsiteX133" fmla="*/ 2548466 w 4089400"/>
              <a:gd name="connsiteY133" fmla="*/ 778934 h 2870200"/>
              <a:gd name="connsiteX134" fmla="*/ 2590800 w 4089400"/>
              <a:gd name="connsiteY134" fmla="*/ 914400 h 2870200"/>
              <a:gd name="connsiteX135" fmla="*/ 2607733 w 4089400"/>
              <a:gd name="connsiteY135" fmla="*/ 973667 h 2870200"/>
              <a:gd name="connsiteX136" fmla="*/ 2624666 w 4089400"/>
              <a:gd name="connsiteY136" fmla="*/ 812800 h 2870200"/>
              <a:gd name="connsiteX137" fmla="*/ 2641600 w 4089400"/>
              <a:gd name="connsiteY137" fmla="*/ 694267 h 2870200"/>
              <a:gd name="connsiteX138" fmla="*/ 2667000 w 4089400"/>
              <a:gd name="connsiteY138" fmla="*/ 558800 h 2870200"/>
              <a:gd name="connsiteX139" fmla="*/ 2692400 w 4089400"/>
              <a:gd name="connsiteY139" fmla="*/ 321734 h 2870200"/>
              <a:gd name="connsiteX140" fmla="*/ 2709333 w 4089400"/>
              <a:gd name="connsiteY140" fmla="*/ 1058334 h 2870200"/>
              <a:gd name="connsiteX141" fmla="*/ 2717800 w 4089400"/>
              <a:gd name="connsiteY141" fmla="*/ 1032934 h 2870200"/>
              <a:gd name="connsiteX142" fmla="*/ 2785533 w 4089400"/>
              <a:gd name="connsiteY142" fmla="*/ 905934 h 2870200"/>
              <a:gd name="connsiteX143" fmla="*/ 2819400 w 4089400"/>
              <a:gd name="connsiteY143" fmla="*/ 855134 h 2870200"/>
              <a:gd name="connsiteX144" fmla="*/ 2844800 w 4089400"/>
              <a:gd name="connsiteY144" fmla="*/ 1422400 h 2870200"/>
              <a:gd name="connsiteX145" fmla="*/ 2853266 w 4089400"/>
              <a:gd name="connsiteY145" fmla="*/ 1388534 h 2870200"/>
              <a:gd name="connsiteX146" fmla="*/ 2870200 w 4089400"/>
              <a:gd name="connsiteY146" fmla="*/ 1363134 h 2870200"/>
              <a:gd name="connsiteX147" fmla="*/ 2895600 w 4089400"/>
              <a:gd name="connsiteY147" fmla="*/ 1278467 h 2870200"/>
              <a:gd name="connsiteX148" fmla="*/ 2912533 w 4089400"/>
              <a:gd name="connsiteY148" fmla="*/ 1320800 h 2870200"/>
              <a:gd name="connsiteX149" fmla="*/ 2929466 w 4089400"/>
              <a:gd name="connsiteY149" fmla="*/ 1388534 h 2870200"/>
              <a:gd name="connsiteX150" fmla="*/ 2946400 w 4089400"/>
              <a:gd name="connsiteY150" fmla="*/ 1422400 h 2870200"/>
              <a:gd name="connsiteX151" fmla="*/ 2988733 w 4089400"/>
              <a:gd name="connsiteY151" fmla="*/ 1540934 h 2870200"/>
              <a:gd name="connsiteX152" fmla="*/ 3005666 w 4089400"/>
              <a:gd name="connsiteY152" fmla="*/ 1566334 h 2870200"/>
              <a:gd name="connsiteX153" fmla="*/ 3039533 w 4089400"/>
              <a:gd name="connsiteY153" fmla="*/ 1718734 h 2870200"/>
              <a:gd name="connsiteX154" fmla="*/ 3064933 w 4089400"/>
              <a:gd name="connsiteY154" fmla="*/ 1761067 h 2870200"/>
              <a:gd name="connsiteX155" fmla="*/ 3098800 w 4089400"/>
              <a:gd name="connsiteY155" fmla="*/ 1879600 h 2870200"/>
              <a:gd name="connsiteX156" fmla="*/ 3090333 w 4089400"/>
              <a:gd name="connsiteY156" fmla="*/ 1913467 h 2870200"/>
              <a:gd name="connsiteX157" fmla="*/ 3102783 w 4089400"/>
              <a:gd name="connsiteY157" fmla="*/ 1901016 h 2870200"/>
              <a:gd name="connsiteX158" fmla="*/ 3081866 w 4089400"/>
              <a:gd name="connsiteY158" fmla="*/ 1888067 h 2870200"/>
              <a:gd name="connsiteX159" fmla="*/ 3107266 w 4089400"/>
              <a:gd name="connsiteY159" fmla="*/ 1871134 h 2870200"/>
              <a:gd name="connsiteX160" fmla="*/ 3115733 w 4089400"/>
              <a:gd name="connsiteY160" fmla="*/ 1769534 h 2870200"/>
              <a:gd name="connsiteX161" fmla="*/ 3132666 w 4089400"/>
              <a:gd name="connsiteY161" fmla="*/ 1710267 h 2870200"/>
              <a:gd name="connsiteX162" fmla="*/ 3141133 w 4089400"/>
              <a:gd name="connsiteY162" fmla="*/ 1684867 h 2870200"/>
              <a:gd name="connsiteX163" fmla="*/ 3166533 w 4089400"/>
              <a:gd name="connsiteY163" fmla="*/ 1676400 h 2870200"/>
              <a:gd name="connsiteX164" fmla="*/ 3175000 w 4089400"/>
              <a:gd name="connsiteY164" fmla="*/ 2006600 h 2870200"/>
              <a:gd name="connsiteX165" fmla="*/ 3183466 w 4089400"/>
              <a:gd name="connsiteY165" fmla="*/ 2048934 h 2870200"/>
              <a:gd name="connsiteX166" fmla="*/ 3191933 w 4089400"/>
              <a:gd name="connsiteY166" fmla="*/ 2099734 h 2870200"/>
              <a:gd name="connsiteX167" fmla="*/ 3208866 w 4089400"/>
              <a:gd name="connsiteY167" fmla="*/ 2048934 h 2870200"/>
              <a:gd name="connsiteX168" fmla="*/ 3217333 w 4089400"/>
              <a:gd name="connsiteY168" fmla="*/ 1998134 h 2870200"/>
              <a:gd name="connsiteX169" fmla="*/ 3251200 w 4089400"/>
              <a:gd name="connsiteY169" fmla="*/ 2353734 h 2870200"/>
              <a:gd name="connsiteX170" fmla="*/ 3276600 w 4089400"/>
              <a:gd name="connsiteY170" fmla="*/ 2387600 h 2870200"/>
              <a:gd name="connsiteX171" fmla="*/ 3285066 w 4089400"/>
              <a:gd name="connsiteY171" fmla="*/ 2497667 h 2870200"/>
              <a:gd name="connsiteX172" fmla="*/ 3302000 w 4089400"/>
              <a:gd name="connsiteY172" fmla="*/ 2531534 h 2870200"/>
              <a:gd name="connsiteX173" fmla="*/ 3318933 w 4089400"/>
              <a:gd name="connsiteY173" fmla="*/ 2599267 h 2870200"/>
              <a:gd name="connsiteX174" fmla="*/ 3344333 w 4089400"/>
              <a:gd name="connsiteY174" fmla="*/ 2667000 h 2870200"/>
              <a:gd name="connsiteX175" fmla="*/ 3386666 w 4089400"/>
              <a:gd name="connsiteY175" fmla="*/ 2810934 h 2870200"/>
              <a:gd name="connsiteX176" fmla="*/ 3412066 w 4089400"/>
              <a:gd name="connsiteY176" fmla="*/ 2870200 h 2870200"/>
              <a:gd name="connsiteX177" fmla="*/ 3437466 w 4089400"/>
              <a:gd name="connsiteY177" fmla="*/ 1828800 h 2870200"/>
              <a:gd name="connsiteX178" fmla="*/ 3445933 w 4089400"/>
              <a:gd name="connsiteY178" fmla="*/ 1803400 h 2870200"/>
              <a:gd name="connsiteX179" fmla="*/ 3462866 w 4089400"/>
              <a:gd name="connsiteY179" fmla="*/ 1735667 h 2870200"/>
              <a:gd name="connsiteX180" fmla="*/ 3488266 w 4089400"/>
              <a:gd name="connsiteY180" fmla="*/ 1651000 h 2870200"/>
              <a:gd name="connsiteX181" fmla="*/ 3496733 w 4089400"/>
              <a:gd name="connsiteY181" fmla="*/ 1701800 h 2870200"/>
              <a:gd name="connsiteX182" fmla="*/ 3505200 w 4089400"/>
              <a:gd name="connsiteY182" fmla="*/ 1803400 h 2870200"/>
              <a:gd name="connsiteX183" fmla="*/ 3522133 w 4089400"/>
              <a:gd name="connsiteY183" fmla="*/ 1752600 h 2870200"/>
              <a:gd name="connsiteX184" fmla="*/ 3530600 w 4089400"/>
              <a:gd name="connsiteY184" fmla="*/ 1693334 h 2870200"/>
              <a:gd name="connsiteX185" fmla="*/ 3572933 w 4089400"/>
              <a:gd name="connsiteY185" fmla="*/ 1608667 h 2870200"/>
              <a:gd name="connsiteX186" fmla="*/ 3589866 w 4089400"/>
              <a:gd name="connsiteY186" fmla="*/ 1566334 h 2870200"/>
              <a:gd name="connsiteX187" fmla="*/ 3632200 w 4089400"/>
              <a:gd name="connsiteY187" fmla="*/ 1464734 h 2870200"/>
              <a:gd name="connsiteX188" fmla="*/ 3636184 w 4089400"/>
              <a:gd name="connsiteY188" fmla="*/ 1373094 h 2870200"/>
              <a:gd name="connsiteX189" fmla="*/ 3657600 w 4089400"/>
              <a:gd name="connsiteY189" fmla="*/ 1363134 h 2870200"/>
              <a:gd name="connsiteX190" fmla="*/ 3674533 w 4089400"/>
              <a:gd name="connsiteY190" fmla="*/ 1320800 h 2870200"/>
              <a:gd name="connsiteX191" fmla="*/ 3669553 w 4089400"/>
              <a:gd name="connsiteY191" fmla="*/ 1151964 h 2870200"/>
              <a:gd name="connsiteX192" fmla="*/ 3716866 w 4089400"/>
              <a:gd name="connsiteY192" fmla="*/ 1227667 h 2870200"/>
              <a:gd name="connsiteX193" fmla="*/ 3725333 w 4089400"/>
              <a:gd name="connsiteY193" fmla="*/ 1176867 h 2870200"/>
              <a:gd name="connsiteX194" fmla="*/ 3742266 w 4089400"/>
              <a:gd name="connsiteY194" fmla="*/ 1126067 h 2870200"/>
              <a:gd name="connsiteX195" fmla="*/ 3750733 w 4089400"/>
              <a:gd name="connsiteY195" fmla="*/ 1058334 h 2870200"/>
              <a:gd name="connsiteX196" fmla="*/ 3759200 w 4089400"/>
              <a:gd name="connsiteY196" fmla="*/ 1270000 h 2870200"/>
              <a:gd name="connsiteX197" fmla="*/ 3793066 w 4089400"/>
              <a:gd name="connsiteY197" fmla="*/ 558800 h 2870200"/>
              <a:gd name="connsiteX198" fmla="*/ 3810000 w 4089400"/>
              <a:gd name="connsiteY198" fmla="*/ 482600 h 2870200"/>
              <a:gd name="connsiteX199" fmla="*/ 3818466 w 4089400"/>
              <a:gd name="connsiteY199" fmla="*/ 533400 h 2870200"/>
              <a:gd name="connsiteX200" fmla="*/ 3835400 w 4089400"/>
              <a:gd name="connsiteY200" fmla="*/ 660400 h 2870200"/>
              <a:gd name="connsiteX201" fmla="*/ 3843866 w 4089400"/>
              <a:gd name="connsiteY201" fmla="*/ 702734 h 2870200"/>
              <a:gd name="connsiteX202" fmla="*/ 3860800 w 4089400"/>
              <a:gd name="connsiteY202" fmla="*/ 736600 h 2870200"/>
              <a:gd name="connsiteX203" fmla="*/ 3877733 w 4089400"/>
              <a:gd name="connsiteY203" fmla="*/ 702734 h 2870200"/>
              <a:gd name="connsiteX204" fmla="*/ 3937000 w 4089400"/>
              <a:gd name="connsiteY204" fmla="*/ 482600 h 2870200"/>
              <a:gd name="connsiteX205" fmla="*/ 3953933 w 4089400"/>
              <a:gd name="connsiteY205" fmla="*/ 457200 h 2870200"/>
              <a:gd name="connsiteX206" fmla="*/ 3979333 w 4089400"/>
              <a:gd name="connsiteY206" fmla="*/ 177800 h 2870200"/>
              <a:gd name="connsiteX207" fmla="*/ 4004733 w 4089400"/>
              <a:gd name="connsiteY207" fmla="*/ 135467 h 2870200"/>
              <a:gd name="connsiteX208" fmla="*/ 4013200 w 4089400"/>
              <a:gd name="connsiteY208" fmla="*/ 101600 h 2870200"/>
              <a:gd name="connsiteX209" fmla="*/ 4021666 w 4089400"/>
              <a:gd name="connsiteY209" fmla="*/ 76200 h 2870200"/>
              <a:gd name="connsiteX210" fmla="*/ 4030133 w 4089400"/>
              <a:gd name="connsiteY210" fmla="*/ 110067 h 2870200"/>
              <a:gd name="connsiteX211" fmla="*/ 4047066 w 4089400"/>
              <a:gd name="connsiteY211" fmla="*/ 160867 h 2870200"/>
              <a:gd name="connsiteX212" fmla="*/ 4089400 w 4089400"/>
              <a:gd name="connsiteY212" fmla="*/ 0 h 2870200"/>
              <a:gd name="connsiteX0" fmla="*/ 0 w 4089400"/>
              <a:gd name="connsiteY0" fmla="*/ 702734 h 2870200"/>
              <a:gd name="connsiteX1" fmla="*/ 8466 w 4089400"/>
              <a:gd name="connsiteY1" fmla="*/ 643467 h 2870200"/>
              <a:gd name="connsiteX2" fmla="*/ 25400 w 4089400"/>
              <a:gd name="connsiteY2" fmla="*/ 626534 h 2870200"/>
              <a:gd name="connsiteX3" fmla="*/ 33866 w 4089400"/>
              <a:gd name="connsiteY3" fmla="*/ 592667 h 2870200"/>
              <a:gd name="connsiteX4" fmla="*/ 42333 w 4089400"/>
              <a:gd name="connsiteY4" fmla="*/ 567267 h 2870200"/>
              <a:gd name="connsiteX5" fmla="*/ 42333 w 4089400"/>
              <a:gd name="connsiteY5" fmla="*/ 821267 h 2870200"/>
              <a:gd name="connsiteX6" fmla="*/ 16933 w 4089400"/>
              <a:gd name="connsiteY6" fmla="*/ 880534 h 2870200"/>
              <a:gd name="connsiteX7" fmla="*/ 25400 w 4089400"/>
              <a:gd name="connsiteY7" fmla="*/ 1354667 h 2870200"/>
              <a:gd name="connsiteX8" fmla="*/ 33866 w 4089400"/>
              <a:gd name="connsiteY8" fmla="*/ 1329267 h 2870200"/>
              <a:gd name="connsiteX9" fmla="*/ 42333 w 4089400"/>
              <a:gd name="connsiteY9" fmla="*/ 1286934 h 2870200"/>
              <a:gd name="connsiteX10" fmla="*/ 59266 w 4089400"/>
              <a:gd name="connsiteY10" fmla="*/ 1253067 h 2870200"/>
              <a:gd name="connsiteX11" fmla="*/ 76200 w 4089400"/>
              <a:gd name="connsiteY11" fmla="*/ 1202267 h 2870200"/>
              <a:gd name="connsiteX12" fmla="*/ 84666 w 4089400"/>
              <a:gd name="connsiteY12" fmla="*/ 1176867 h 2870200"/>
              <a:gd name="connsiteX13" fmla="*/ 101600 w 4089400"/>
              <a:gd name="connsiteY13" fmla="*/ 1143000 h 2870200"/>
              <a:gd name="connsiteX14" fmla="*/ 110066 w 4089400"/>
              <a:gd name="connsiteY14" fmla="*/ 1100667 h 2870200"/>
              <a:gd name="connsiteX15" fmla="*/ 135466 w 4089400"/>
              <a:gd name="connsiteY15" fmla="*/ 1032934 h 2870200"/>
              <a:gd name="connsiteX16" fmla="*/ 143933 w 4089400"/>
              <a:gd name="connsiteY16" fmla="*/ 999067 h 2870200"/>
              <a:gd name="connsiteX17" fmla="*/ 160866 w 4089400"/>
              <a:gd name="connsiteY17" fmla="*/ 948267 h 2870200"/>
              <a:gd name="connsiteX18" fmla="*/ 177800 w 4089400"/>
              <a:gd name="connsiteY18" fmla="*/ 1134534 h 2870200"/>
              <a:gd name="connsiteX19" fmla="*/ 194733 w 4089400"/>
              <a:gd name="connsiteY19" fmla="*/ 1464734 h 2870200"/>
              <a:gd name="connsiteX20" fmla="*/ 228600 w 4089400"/>
              <a:gd name="connsiteY20" fmla="*/ 1397000 h 2870200"/>
              <a:gd name="connsiteX21" fmla="*/ 254000 w 4089400"/>
              <a:gd name="connsiteY21" fmla="*/ 1363134 h 2870200"/>
              <a:gd name="connsiteX22" fmla="*/ 262466 w 4089400"/>
              <a:gd name="connsiteY22" fmla="*/ 1337734 h 2870200"/>
              <a:gd name="connsiteX23" fmla="*/ 279400 w 4089400"/>
              <a:gd name="connsiteY23" fmla="*/ 1371600 h 2870200"/>
              <a:gd name="connsiteX24" fmla="*/ 287866 w 4089400"/>
              <a:gd name="connsiteY24" fmla="*/ 2243667 h 2870200"/>
              <a:gd name="connsiteX25" fmla="*/ 313266 w 4089400"/>
              <a:gd name="connsiteY25" fmla="*/ 2201334 h 2870200"/>
              <a:gd name="connsiteX26" fmla="*/ 321733 w 4089400"/>
              <a:gd name="connsiteY26" fmla="*/ 2150534 h 2870200"/>
              <a:gd name="connsiteX27" fmla="*/ 355600 w 4089400"/>
              <a:gd name="connsiteY27" fmla="*/ 2125134 h 2870200"/>
              <a:gd name="connsiteX28" fmla="*/ 364066 w 4089400"/>
              <a:gd name="connsiteY28" fmla="*/ 2082800 h 2870200"/>
              <a:gd name="connsiteX29" fmla="*/ 381000 w 4089400"/>
              <a:gd name="connsiteY29" fmla="*/ 2065867 h 2870200"/>
              <a:gd name="connsiteX30" fmla="*/ 397933 w 4089400"/>
              <a:gd name="connsiteY30" fmla="*/ 2032000 h 2870200"/>
              <a:gd name="connsiteX31" fmla="*/ 423333 w 4089400"/>
              <a:gd name="connsiteY31" fmla="*/ 1998134 h 2870200"/>
              <a:gd name="connsiteX32" fmla="*/ 440266 w 4089400"/>
              <a:gd name="connsiteY32" fmla="*/ 1752600 h 2870200"/>
              <a:gd name="connsiteX33" fmla="*/ 465666 w 4089400"/>
              <a:gd name="connsiteY33" fmla="*/ 1651000 h 2870200"/>
              <a:gd name="connsiteX34" fmla="*/ 491066 w 4089400"/>
              <a:gd name="connsiteY34" fmla="*/ 1710267 h 2870200"/>
              <a:gd name="connsiteX35" fmla="*/ 499533 w 4089400"/>
              <a:gd name="connsiteY35" fmla="*/ 1735667 h 2870200"/>
              <a:gd name="connsiteX36" fmla="*/ 533400 w 4089400"/>
              <a:gd name="connsiteY36" fmla="*/ 1820334 h 2870200"/>
              <a:gd name="connsiteX37" fmla="*/ 558800 w 4089400"/>
              <a:gd name="connsiteY37" fmla="*/ 1938867 h 2870200"/>
              <a:gd name="connsiteX38" fmla="*/ 575733 w 4089400"/>
              <a:gd name="connsiteY38" fmla="*/ 1998134 h 2870200"/>
              <a:gd name="connsiteX39" fmla="*/ 592666 w 4089400"/>
              <a:gd name="connsiteY39" fmla="*/ 2023534 h 2870200"/>
              <a:gd name="connsiteX40" fmla="*/ 618066 w 4089400"/>
              <a:gd name="connsiteY40" fmla="*/ 1786467 h 2870200"/>
              <a:gd name="connsiteX41" fmla="*/ 626533 w 4089400"/>
              <a:gd name="connsiteY41" fmla="*/ 1744134 h 2870200"/>
              <a:gd name="connsiteX42" fmla="*/ 643466 w 4089400"/>
              <a:gd name="connsiteY42" fmla="*/ 1718734 h 2870200"/>
              <a:gd name="connsiteX43" fmla="*/ 660400 w 4089400"/>
              <a:gd name="connsiteY43" fmla="*/ 1617134 h 2870200"/>
              <a:gd name="connsiteX44" fmla="*/ 677333 w 4089400"/>
              <a:gd name="connsiteY44" fmla="*/ 1557867 h 2870200"/>
              <a:gd name="connsiteX45" fmla="*/ 685800 w 4089400"/>
              <a:gd name="connsiteY45" fmla="*/ 1524000 h 2870200"/>
              <a:gd name="connsiteX46" fmla="*/ 702733 w 4089400"/>
              <a:gd name="connsiteY46" fmla="*/ 1312334 h 2870200"/>
              <a:gd name="connsiteX47" fmla="*/ 719666 w 4089400"/>
              <a:gd name="connsiteY47" fmla="*/ 1380067 h 2870200"/>
              <a:gd name="connsiteX48" fmla="*/ 736600 w 4089400"/>
              <a:gd name="connsiteY48" fmla="*/ 1532467 h 2870200"/>
              <a:gd name="connsiteX49" fmla="*/ 753533 w 4089400"/>
              <a:gd name="connsiteY49" fmla="*/ 1566334 h 2870200"/>
              <a:gd name="connsiteX50" fmla="*/ 778933 w 4089400"/>
              <a:gd name="connsiteY50" fmla="*/ 1456267 h 2870200"/>
              <a:gd name="connsiteX51" fmla="*/ 795866 w 4089400"/>
              <a:gd name="connsiteY51" fmla="*/ 1430867 h 2870200"/>
              <a:gd name="connsiteX52" fmla="*/ 829733 w 4089400"/>
              <a:gd name="connsiteY52" fmla="*/ 1388534 h 2870200"/>
              <a:gd name="connsiteX53" fmla="*/ 838200 w 4089400"/>
              <a:gd name="connsiteY53" fmla="*/ 1498600 h 2870200"/>
              <a:gd name="connsiteX54" fmla="*/ 863600 w 4089400"/>
              <a:gd name="connsiteY54" fmla="*/ 1811867 h 2870200"/>
              <a:gd name="connsiteX55" fmla="*/ 872066 w 4089400"/>
              <a:gd name="connsiteY55" fmla="*/ 1642534 h 2870200"/>
              <a:gd name="connsiteX56" fmla="*/ 897466 w 4089400"/>
              <a:gd name="connsiteY56" fmla="*/ 1583267 h 2870200"/>
              <a:gd name="connsiteX57" fmla="*/ 905933 w 4089400"/>
              <a:gd name="connsiteY57" fmla="*/ 1557867 h 2870200"/>
              <a:gd name="connsiteX58" fmla="*/ 914400 w 4089400"/>
              <a:gd name="connsiteY58" fmla="*/ 2006600 h 2870200"/>
              <a:gd name="connsiteX59" fmla="*/ 939800 w 4089400"/>
              <a:gd name="connsiteY59" fmla="*/ 2116667 h 2870200"/>
              <a:gd name="connsiteX60" fmla="*/ 948266 w 4089400"/>
              <a:gd name="connsiteY60" fmla="*/ 1828800 h 2870200"/>
              <a:gd name="connsiteX61" fmla="*/ 965200 w 4089400"/>
              <a:gd name="connsiteY61" fmla="*/ 1794934 h 2870200"/>
              <a:gd name="connsiteX62" fmla="*/ 973666 w 4089400"/>
              <a:gd name="connsiteY62" fmla="*/ 1761067 h 2870200"/>
              <a:gd name="connsiteX63" fmla="*/ 990600 w 4089400"/>
              <a:gd name="connsiteY63" fmla="*/ 1871134 h 2870200"/>
              <a:gd name="connsiteX64" fmla="*/ 1007533 w 4089400"/>
              <a:gd name="connsiteY64" fmla="*/ 1947334 h 2870200"/>
              <a:gd name="connsiteX65" fmla="*/ 1024466 w 4089400"/>
              <a:gd name="connsiteY65" fmla="*/ 2040467 h 2870200"/>
              <a:gd name="connsiteX66" fmla="*/ 1049866 w 4089400"/>
              <a:gd name="connsiteY66" fmla="*/ 2108200 h 2870200"/>
              <a:gd name="connsiteX67" fmla="*/ 1058333 w 4089400"/>
              <a:gd name="connsiteY67" fmla="*/ 2150534 h 2870200"/>
              <a:gd name="connsiteX68" fmla="*/ 1100666 w 4089400"/>
              <a:gd name="connsiteY68" fmla="*/ 2209800 h 2870200"/>
              <a:gd name="connsiteX69" fmla="*/ 1109133 w 4089400"/>
              <a:gd name="connsiteY69" fmla="*/ 2108200 h 2870200"/>
              <a:gd name="connsiteX70" fmla="*/ 1159933 w 4089400"/>
              <a:gd name="connsiteY70" fmla="*/ 1989667 h 2870200"/>
              <a:gd name="connsiteX71" fmla="*/ 1210733 w 4089400"/>
              <a:gd name="connsiteY71" fmla="*/ 1913467 h 2870200"/>
              <a:gd name="connsiteX72" fmla="*/ 1219200 w 4089400"/>
              <a:gd name="connsiteY72" fmla="*/ 2167467 h 2870200"/>
              <a:gd name="connsiteX73" fmla="*/ 1236133 w 4089400"/>
              <a:gd name="connsiteY73" fmla="*/ 2082800 h 2870200"/>
              <a:gd name="connsiteX74" fmla="*/ 1244600 w 4089400"/>
              <a:gd name="connsiteY74" fmla="*/ 2015067 h 2870200"/>
              <a:gd name="connsiteX75" fmla="*/ 1286933 w 4089400"/>
              <a:gd name="connsiteY75" fmla="*/ 1854200 h 2870200"/>
              <a:gd name="connsiteX76" fmla="*/ 1295400 w 4089400"/>
              <a:gd name="connsiteY76" fmla="*/ 1803400 h 2870200"/>
              <a:gd name="connsiteX77" fmla="*/ 1320800 w 4089400"/>
              <a:gd name="connsiteY77" fmla="*/ 1701800 h 2870200"/>
              <a:gd name="connsiteX78" fmla="*/ 1346200 w 4089400"/>
              <a:gd name="connsiteY78" fmla="*/ 1718734 h 2870200"/>
              <a:gd name="connsiteX79" fmla="*/ 1354666 w 4089400"/>
              <a:gd name="connsiteY79" fmla="*/ 1744134 h 2870200"/>
              <a:gd name="connsiteX80" fmla="*/ 1380066 w 4089400"/>
              <a:gd name="connsiteY80" fmla="*/ 1828800 h 2870200"/>
              <a:gd name="connsiteX81" fmla="*/ 1397000 w 4089400"/>
              <a:gd name="connsiteY81" fmla="*/ 1879600 h 2870200"/>
              <a:gd name="connsiteX82" fmla="*/ 1405466 w 4089400"/>
              <a:gd name="connsiteY82" fmla="*/ 1913467 h 2870200"/>
              <a:gd name="connsiteX83" fmla="*/ 1430866 w 4089400"/>
              <a:gd name="connsiteY83" fmla="*/ 1947334 h 2870200"/>
              <a:gd name="connsiteX84" fmla="*/ 1447800 w 4089400"/>
              <a:gd name="connsiteY84" fmla="*/ 1938867 h 2870200"/>
              <a:gd name="connsiteX85" fmla="*/ 1490133 w 4089400"/>
              <a:gd name="connsiteY85" fmla="*/ 1803400 h 2870200"/>
              <a:gd name="connsiteX86" fmla="*/ 1549400 w 4089400"/>
              <a:gd name="connsiteY86" fmla="*/ 1651000 h 2870200"/>
              <a:gd name="connsiteX87" fmla="*/ 1557866 w 4089400"/>
              <a:gd name="connsiteY87" fmla="*/ 1591734 h 2870200"/>
              <a:gd name="connsiteX88" fmla="*/ 1574800 w 4089400"/>
              <a:gd name="connsiteY88" fmla="*/ 1566334 h 2870200"/>
              <a:gd name="connsiteX89" fmla="*/ 1583266 w 4089400"/>
              <a:gd name="connsiteY89" fmla="*/ 1524000 h 2870200"/>
              <a:gd name="connsiteX90" fmla="*/ 1591733 w 4089400"/>
              <a:gd name="connsiteY90" fmla="*/ 1498600 h 2870200"/>
              <a:gd name="connsiteX91" fmla="*/ 1608666 w 4089400"/>
              <a:gd name="connsiteY91" fmla="*/ 1524000 h 2870200"/>
              <a:gd name="connsiteX92" fmla="*/ 1634066 w 4089400"/>
              <a:gd name="connsiteY92" fmla="*/ 1490134 h 2870200"/>
              <a:gd name="connsiteX93" fmla="*/ 1659466 w 4089400"/>
              <a:gd name="connsiteY93" fmla="*/ 1388534 h 2870200"/>
              <a:gd name="connsiteX94" fmla="*/ 1718733 w 4089400"/>
              <a:gd name="connsiteY94" fmla="*/ 1286934 h 2870200"/>
              <a:gd name="connsiteX95" fmla="*/ 1769533 w 4089400"/>
              <a:gd name="connsiteY95" fmla="*/ 1176867 h 2870200"/>
              <a:gd name="connsiteX96" fmla="*/ 1794933 w 4089400"/>
              <a:gd name="connsiteY96" fmla="*/ 1202267 h 2870200"/>
              <a:gd name="connsiteX97" fmla="*/ 1803400 w 4089400"/>
              <a:gd name="connsiteY97" fmla="*/ 1227667 h 2870200"/>
              <a:gd name="connsiteX98" fmla="*/ 1820333 w 4089400"/>
              <a:gd name="connsiteY98" fmla="*/ 1261534 h 2870200"/>
              <a:gd name="connsiteX99" fmla="*/ 1862666 w 4089400"/>
              <a:gd name="connsiteY99" fmla="*/ 1422400 h 2870200"/>
              <a:gd name="connsiteX100" fmla="*/ 1913466 w 4089400"/>
              <a:gd name="connsiteY100" fmla="*/ 1600200 h 2870200"/>
              <a:gd name="connsiteX101" fmla="*/ 1964266 w 4089400"/>
              <a:gd name="connsiteY101" fmla="*/ 1744134 h 2870200"/>
              <a:gd name="connsiteX102" fmla="*/ 1981200 w 4089400"/>
              <a:gd name="connsiteY102" fmla="*/ 1498600 h 2870200"/>
              <a:gd name="connsiteX103" fmla="*/ 1998133 w 4089400"/>
              <a:gd name="connsiteY103" fmla="*/ 1464734 h 2870200"/>
              <a:gd name="connsiteX104" fmla="*/ 2006600 w 4089400"/>
              <a:gd name="connsiteY104" fmla="*/ 1439334 h 2870200"/>
              <a:gd name="connsiteX105" fmla="*/ 2057400 w 4089400"/>
              <a:gd name="connsiteY105" fmla="*/ 2032000 h 2870200"/>
              <a:gd name="connsiteX106" fmla="*/ 2065866 w 4089400"/>
              <a:gd name="connsiteY106" fmla="*/ 2150534 h 2870200"/>
              <a:gd name="connsiteX107" fmla="*/ 2074333 w 4089400"/>
              <a:gd name="connsiteY107" fmla="*/ 2489200 h 2870200"/>
              <a:gd name="connsiteX108" fmla="*/ 2108200 w 4089400"/>
              <a:gd name="connsiteY108" fmla="*/ 2421467 h 2870200"/>
              <a:gd name="connsiteX109" fmla="*/ 2150533 w 4089400"/>
              <a:gd name="connsiteY109" fmla="*/ 2319867 h 2870200"/>
              <a:gd name="connsiteX110" fmla="*/ 2175933 w 4089400"/>
              <a:gd name="connsiteY110" fmla="*/ 2286000 h 2870200"/>
              <a:gd name="connsiteX111" fmla="*/ 2209800 w 4089400"/>
              <a:gd name="connsiteY111" fmla="*/ 2235200 h 2870200"/>
              <a:gd name="connsiteX112" fmla="*/ 2226733 w 4089400"/>
              <a:gd name="connsiteY112" fmla="*/ 2514600 h 2870200"/>
              <a:gd name="connsiteX113" fmla="*/ 2252133 w 4089400"/>
              <a:gd name="connsiteY113" fmla="*/ 2565400 h 2870200"/>
              <a:gd name="connsiteX114" fmla="*/ 2260600 w 4089400"/>
              <a:gd name="connsiteY114" fmla="*/ 2489200 h 2870200"/>
              <a:gd name="connsiteX115" fmla="*/ 2277533 w 4089400"/>
              <a:gd name="connsiteY115" fmla="*/ 2421467 h 2870200"/>
              <a:gd name="connsiteX116" fmla="*/ 2286000 w 4089400"/>
              <a:gd name="connsiteY116" fmla="*/ 1718734 h 2870200"/>
              <a:gd name="connsiteX117" fmla="*/ 2311400 w 4089400"/>
              <a:gd name="connsiteY117" fmla="*/ 1811867 h 2870200"/>
              <a:gd name="connsiteX118" fmla="*/ 2336800 w 4089400"/>
              <a:gd name="connsiteY118" fmla="*/ 1871134 h 2870200"/>
              <a:gd name="connsiteX119" fmla="*/ 2362200 w 4089400"/>
              <a:gd name="connsiteY119" fmla="*/ 1938867 h 2870200"/>
              <a:gd name="connsiteX120" fmla="*/ 2370666 w 4089400"/>
              <a:gd name="connsiteY120" fmla="*/ 1972734 h 2870200"/>
              <a:gd name="connsiteX121" fmla="*/ 2379133 w 4089400"/>
              <a:gd name="connsiteY121" fmla="*/ 1574800 h 2870200"/>
              <a:gd name="connsiteX122" fmla="*/ 2404533 w 4089400"/>
              <a:gd name="connsiteY122" fmla="*/ 1236134 h 2870200"/>
              <a:gd name="connsiteX123" fmla="*/ 2421466 w 4089400"/>
              <a:gd name="connsiteY123" fmla="*/ 1092200 h 2870200"/>
              <a:gd name="connsiteX124" fmla="*/ 2429933 w 4089400"/>
              <a:gd name="connsiteY124" fmla="*/ 1066800 h 2870200"/>
              <a:gd name="connsiteX125" fmla="*/ 2438400 w 4089400"/>
              <a:gd name="connsiteY125" fmla="*/ 1092200 h 2870200"/>
              <a:gd name="connsiteX126" fmla="*/ 2455333 w 4089400"/>
              <a:gd name="connsiteY126" fmla="*/ 1117600 h 2870200"/>
              <a:gd name="connsiteX127" fmla="*/ 2463800 w 4089400"/>
              <a:gd name="connsiteY127" fmla="*/ 1227667 h 2870200"/>
              <a:gd name="connsiteX128" fmla="*/ 2489200 w 4089400"/>
              <a:gd name="connsiteY128" fmla="*/ 753534 h 2870200"/>
              <a:gd name="connsiteX129" fmla="*/ 2506133 w 4089400"/>
              <a:gd name="connsiteY129" fmla="*/ 685800 h 2870200"/>
              <a:gd name="connsiteX130" fmla="*/ 2514600 w 4089400"/>
              <a:gd name="connsiteY130" fmla="*/ 609600 h 2870200"/>
              <a:gd name="connsiteX131" fmla="*/ 2523066 w 4089400"/>
              <a:gd name="connsiteY131" fmla="*/ 558800 h 2870200"/>
              <a:gd name="connsiteX132" fmla="*/ 2540000 w 4089400"/>
              <a:gd name="connsiteY132" fmla="*/ 584200 h 2870200"/>
              <a:gd name="connsiteX133" fmla="*/ 2548466 w 4089400"/>
              <a:gd name="connsiteY133" fmla="*/ 778934 h 2870200"/>
              <a:gd name="connsiteX134" fmla="*/ 2590800 w 4089400"/>
              <a:gd name="connsiteY134" fmla="*/ 914400 h 2870200"/>
              <a:gd name="connsiteX135" fmla="*/ 2607733 w 4089400"/>
              <a:gd name="connsiteY135" fmla="*/ 973667 h 2870200"/>
              <a:gd name="connsiteX136" fmla="*/ 2624666 w 4089400"/>
              <a:gd name="connsiteY136" fmla="*/ 812800 h 2870200"/>
              <a:gd name="connsiteX137" fmla="*/ 2641600 w 4089400"/>
              <a:gd name="connsiteY137" fmla="*/ 694267 h 2870200"/>
              <a:gd name="connsiteX138" fmla="*/ 2667000 w 4089400"/>
              <a:gd name="connsiteY138" fmla="*/ 558800 h 2870200"/>
              <a:gd name="connsiteX139" fmla="*/ 2692400 w 4089400"/>
              <a:gd name="connsiteY139" fmla="*/ 321734 h 2870200"/>
              <a:gd name="connsiteX140" fmla="*/ 2709333 w 4089400"/>
              <a:gd name="connsiteY140" fmla="*/ 1058334 h 2870200"/>
              <a:gd name="connsiteX141" fmla="*/ 2717800 w 4089400"/>
              <a:gd name="connsiteY141" fmla="*/ 1032934 h 2870200"/>
              <a:gd name="connsiteX142" fmla="*/ 2785533 w 4089400"/>
              <a:gd name="connsiteY142" fmla="*/ 905934 h 2870200"/>
              <a:gd name="connsiteX143" fmla="*/ 2819400 w 4089400"/>
              <a:gd name="connsiteY143" fmla="*/ 855134 h 2870200"/>
              <a:gd name="connsiteX144" fmla="*/ 2844800 w 4089400"/>
              <a:gd name="connsiteY144" fmla="*/ 1422400 h 2870200"/>
              <a:gd name="connsiteX145" fmla="*/ 2853266 w 4089400"/>
              <a:gd name="connsiteY145" fmla="*/ 1388534 h 2870200"/>
              <a:gd name="connsiteX146" fmla="*/ 2870200 w 4089400"/>
              <a:gd name="connsiteY146" fmla="*/ 1363134 h 2870200"/>
              <a:gd name="connsiteX147" fmla="*/ 2895600 w 4089400"/>
              <a:gd name="connsiteY147" fmla="*/ 1278467 h 2870200"/>
              <a:gd name="connsiteX148" fmla="*/ 2912533 w 4089400"/>
              <a:gd name="connsiteY148" fmla="*/ 1320800 h 2870200"/>
              <a:gd name="connsiteX149" fmla="*/ 2929466 w 4089400"/>
              <a:gd name="connsiteY149" fmla="*/ 1388534 h 2870200"/>
              <a:gd name="connsiteX150" fmla="*/ 2946400 w 4089400"/>
              <a:gd name="connsiteY150" fmla="*/ 1422400 h 2870200"/>
              <a:gd name="connsiteX151" fmla="*/ 2988733 w 4089400"/>
              <a:gd name="connsiteY151" fmla="*/ 1540934 h 2870200"/>
              <a:gd name="connsiteX152" fmla="*/ 3005666 w 4089400"/>
              <a:gd name="connsiteY152" fmla="*/ 1566334 h 2870200"/>
              <a:gd name="connsiteX153" fmla="*/ 3039533 w 4089400"/>
              <a:gd name="connsiteY153" fmla="*/ 1718734 h 2870200"/>
              <a:gd name="connsiteX154" fmla="*/ 3064933 w 4089400"/>
              <a:gd name="connsiteY154" fmla="*/ 1761067 h 2870200"/>
              <a:gd name="connsiteX155" fmla="*/ 3098800 w 4089400"/>
              <a:gd name="connsiteY155" fmla="*/ 1879600 h 2870200"/>
              <a:gd name="connsiteX156" fmla="*/ 3090333 w 4089400"/>
              <a:gd name="connsiteY156" fmla="*/ 1913467 h 2870200"/>
              <a:gd name="connsiteX157" fmla="*/ 3102783 w 4089400"/>
              <a:gd name="connsiteY157" fmla="*/ 1901016 h 2870200"/>
              <a:gd name="connsiteX158" fmla="*/ 3081866 w 4089400"/>
              <a:gd name="connsiteY158" fmla="*/ 1888067 h 2870200"/>
              <a:gd name="connsiteX159" fmla="*/ 3107266 w 4089400"/>
              <a:gd name="connsiteY159" fmla="*/ 1871134 h 2870200"/>
              <a:gd name="connsiteX160" fmla="*/ 3115733 w 4089400"/>
              <a:gd name="connsiteY160" fmla="*/ 1769534 h 2870200"/>
              <a:gd name="connsiteX161" fmla="*/ 3132666 w 4089400"/>
              <a:gd name="connsiteY161" fmla="*/ 1710267 h 2870200"/>
              <a:gd name="connsiteX162" fmla="*/ 3141133 w 4089400"/>
              <a:gd name="connsiteY162" fmla="*/ 1684867 h 2870200"/>
              <a:gd name="connsiteX163" fmla="*/ 3166533 w 4089400"/>
              <a:gd name="connsiteY163" fmla="*/ 1676400 h 2870200"/>
              <a:gd name="connsiteX164" fmla="*/ 3175000 w 4089400"/>
              <a:gd name="connsiteY164" fmla="*/ 2006600 h 2870200"/>
              <a:gd name="connsiteX165" fmla="*/ 3183466 w 4089400"/>
              <a:gd name="connsiteY165" fmla="*/ 2048934 h 2870200"/>
              <a:gd name="connsiteX166" fmla="*/ 3191933 w 4089400"/>
              <a:gd name="connsiteY166" fmla="*/ 2099734 h 2870200"/>
              <a:gd name="connsiteX167" fmla="*/ 3208866 w 4089400"/>
              <a:gd name="connsiteY167" fmla="*/ 2048934 h 2870200"/>
              <a:gd name="connsiteX168" fmla="*/ 3217333 w 4089400"/>
              <a:gd name="connsiteY168" fmla="*/ 1998134 h 2870200"/>
              <a:gd name="connsiteX169" fmla="*/ 3251200 w 4089400"/>
              <a:gd name="connsiteY169" fmla="*/ 2353734 h 2870200"/>
              <a:gd name="connsiteX170" fmla="*/ 3276600 w 4089400"/>
              <a:gd name="connsiteY170" fmla="*/ 2387600 h 2870200"/>
              <a:gd name="connsiteX171" fmla="*/ 3285066 w 4089400"/>
              <a:gd name="connsiteY171" fmla="*/ 2497667 h 2870200"/>
              <a:gd name="connsiteX172" fmla="*/ 3302000 w 4089400"/>
              <a:gd name="connsiteY172" fmla="*/ 2531534 h 2870200"/>
              <a:gd name="connsiteX173" fmla="*/ 3318933 w 4089400"/>
              <a:gd name="connsiteY173" fmla="*/ 2599267 h 2870200"/>
              <a:gd name="connsiteX174" fmla="*/ 3344333 w 4089400"/>
              <a:gd name="connsiteY174" fmla="*/ 2667000 h 2870200"/>
              <a:gd name="connsiteX175" fmla="*/ 3386666 w 4089400"/>
              <a:gd name="connsiteY175" fmla="*/ 2810934 h 2870200"/>
              <a:gd name="connsiteX176" fmla="*/ 3412066 w 4089400"/>
              <a:gd name="connsiteY176" fmla="*/ 2870200 h 2870200"/>
              <a:gd name="connsiteX177" fmla="*/ 3437466 w 4089400"/>
              <a:gd name="connsiteY177" fmla="*/ 1828800 h 2870200"/>
              <a:gd name="connsiteX178" fmla="*/ 3445933 w 4089400"/>
              <a:gd name="connsiteY178" fmla="*/ 1803400 h 2870200"/>
              <a:gd name="connsiteX179" fmla="*/ 3462866 w 4089400"/>
              <a:gd name="connsiteY179" fmla="*/ 1735667 h 2870200"/>
              <a:gd name="connsiteX180" fmla="*/ 3488266 w 4089400"/>
              <a:gd name="connsiteY180" fmla="*/ 1651000 h 2870200"/>
              <a:gd name="connsiteX181" fmla="*/ 3496733 w 4089400"/>
              <a:gd name="connsiteY181" fmla="*/ 1701800 h 2870200"/>
              <a:gd name="connsiteX182" fmla="*/ 3500717 w 4089400"/>
              <a:gd name="connsiteY182" fmla="*/ 1875118 h 2870200"/>
              <a:gd name="connsiteX183" fmla="*/ 3522133 w 4089400"/>
              <a:gd name="connsiteY183" fmla="*/ 1752600 h 2870200"/>
              <a:gd name="connsiteX184" fmla="*/ 3530600 w 4089400"/>
              <a:gd name="connsiteY184" fmla="*/ 1693334 h 2870200"/>
              <a:gd name="connsiteX185" fmla="*/ 3572933 w 4089400"/>
              <a:gd name="connsiteY185" fmla="*/ 1608667 h 2870200"/>
              <a:gd name="connsiteX186" fmla="*/ 3589866 w 4089400"/>
              <a:gd name="connsiteY186" fmla="*/ 1566334 h 2870200"/>
              <a:gd name="connsiteX187" fmla="*/ 3632200 w 4089400"/>
              <a:gd name="connsiteY187" fmla="*/ 1464734 h 2870200"/>
              <a:gd name="connsiteX188" fmla="*/ 3636184 w 4089400"/>
              <a:gd name="connsiteY188" fmla="*/ 1373094 h 2870200"/>
              <a:gd name="connsiteX189" fmla="*/ 3657600 w 4089400"/>
              <a:gd name="connsiteY189" fmla="*/ 1363134 h 2870200"/>
              <a:gd name="connsiteX190" fmla="*/ 3674533 w 4089400"/>
              <a:gd name="connsiteY190" fmla="*/ 1320800 h 2870200"/>
              <a:gd name="connsiteX191" fmla="*/ 3669553 w 4089400"/>
              <a:gd name="connsiteY191" fmla="*/ 1151964 h 2870200"/>
              <a:gd name="connsiteX192" fmla="*/ 3716866 w 4089400"/>
              <a:gd name="connsiteY192" fmla="*/ 1227667 h 2870200"/>
              <a:gd name="connsiteX193" fmla="*/ 3725333 w 4089400"/>
              <a:gd name="connsiteY193" fmla="*/ 1176867 h 2870200"/>
              <a:gd name="connsiteX194" fmla="*/ 3742266 w 4089400"/>
              <a:gd name="connsiteY194" fmla="*/ 1126067 h 2870200"/>
              <a:gd name="connsiteX195" fmla="*/ 3750733 w 4089400"/>
              <a:gd name="connsiteY195" fmla="*/ 1058334 h 2870200"/>
              <a:gd name="connsiteX196" fmla="*/ 3759200 w 4089400"/>
              <a:gd name="connsiteY196" fmla="*/ 1270000 h 2870200"/>
              <a:gd name="connsiteX197" fmla="*/ 3793066 w 4089400"/>
              <a:gd name="connsiteY197" fmla="*/ 558800 h 2870200"/>
              <a:gd name="connsiteX198" fmla="*/ 3810000 w 4089400"/>
              <a:gd name="connsiteY198" fmla="*/ 482600 h 2870200"/>
              <a:gd name="connsiteX199" fmla="*/ 3818466 w 4089400"/>
              <a:gd name="connsiteY199" fmla="*/ 533400 h 2870200"/>
              <a:gd name="connsiteX200" fmla="*/ 3835400 w 4089400"/>
              <a:gd name="connsiteY200" fmla="*/ 660400 h 2870200"/>
              <a:gd name="connsiteX201" fmla="*/ 3843866 w 4089400"/>
              <a:gd name="connsiteY201" fmla="*/ 702734 h 2870200"/>
              <a:gd name="connsiteX202" fmla="*/ 3860800 w 4089400"/>
              <a:gd name="connsiteY202" fmla="*/ 736600 h 2870200"/>
              <a:gd name="connsiteX203" fmla="*/ 3877733 w 4089400"/>
              <a:gd name="connsiteY203" fmla="*/ 702734 h 2870200"/>
              <a:gd name="connsiteX204" fmla="*/ 3937000 w 4089400"/>
              <a:gd name="connsiteY204" fmla="*/ 482600 h 2870200"/>
              <a:gd name="connsiteX205" fmla="*/ 3953933 w 4089400"/>
              <a:gd name="connsiteY205" fmla="*/ 457200 h 2870200"/>
              <a:gd name="connsiteX206" fmla="*/ 3979333 w 4089400"/>
              <a:gd name="connsiteY206" fmla="*/ 177800 h 2870200"/>
              <a:gd name="connsiteX207" fmla="*/ 4004733 w 4089400"/>
              <a:gd name="connsiteY207" fmla="*/ 135467 h 2870200"/>
              <a:gd name="connsiteX208" fmla="*/ 4013200 w 4089400"/>
              <a:gd name="connsiteY208" fmla="*/ 101600 h 2870200"/>
              <a:gd name="connsiteX209" fmla="*/ 4021666 w 4089400"/>
              <a:gd name="connsiteY209" fmla="*/ 76200 h 2870200"/>
              <a:gd name="connsiteX210" fmla="*/ 4030133 w 4089400"/>
              <a:gd name="connsiteY210" fmla="*/ 110067 h 2870200"/>
              <a:gd name="connsiteX211" fmla="*/ 4047066 w 4089400"/>
              <a:gd name="connsiteY211" fmla="*/ 160867 h 2870200"/>
              <a:gd name="connsiteX212" fmla="*/ 4089400 w 4089400"/>
              <a:gd name="connsiteY212" fmla="*/ 0 h 2870200"/>
              <a:gd name="connsiteX0" fmla="*/ 0 w 4089400"/>
              <a:gd name="connsiteY0" fmla="*/ 702734 h 2870200"/>
              <a:gd name="connsiteX1" fmla="*/ 8466 w 4089400"/>
              <a:gd name="connsiteY1" fmla="*/ 643467 h 2870200"/>
              <a:gd name="connsiteX2" fmla="*/ 25400 w 4089400"/>
              <a:gd name="connsiteY2" fmla="*/ 626534 h 2870200"/>
              <a:gd name="connsiteX3" fmla="*/ 33866 w 4089400"/>
              <a:gd name="connsiteY3" fmla="*/ 592667 h 2870200"/>
              <a:gd name="connsiteX4" fmla="*/ 42333 w 4089400"/>
              <a:gd name="connsiteY4" fmla="*/ 567267 h 2870200"/>
              <a:gd name="connsiteX5" fmla="*/ 42333 w 4089400"/>
              <a:gd name="connsiteY5" fmla="*/ 821267 h 2870200"/>
              <a:gd name="connsiteX6" fmla="*/ 16933 w 4089400"/>
              <a:gd name="connsiteY6" fmla="*/ 880534 h 2870200"/>
              <a:gd name="connsiteX7" fmla="*/ 25400 w 4089400"/>
              <a:gd name="connsiteY7" fmla="*/ 1354667 h 2870200"/>
              <a:gd name="connsiteX8" fmla="*/ 33866 w 4089400"/>
              <a:gd name="connsiteY8" fmla="*/ 1329267 h 2870200"/>
              <a:gd name="connsiteX9" fmla="*/ 42333 w 4089400"/>
              <a:gd name="connsiteY9" fmla="*/ 1286934 h 2870200"/>
              <a:gd name="connsiteX10" fmla="*/ 59266 w 4089400"/>
              <a:gd name="connsiteY10" fmla="*/ 1253067 h 2870200"/>
              <a:gd name="connsiteX11" fmla="*/ 76200 w 4089400"/>
              <a:gd name="connsiteY11" fmla="*/ 1202267 h 2870200"/>
              <a:gd name="connsiteX12" fmla="*/ 84666 w 4089400"/>
              <a:gd name="connsiteY12" fmla="*/ 1176867 h 2870200"/>
              <a:gd name="connsiteX13" fmla="*/ 101600 w 4089400"/>
              <a:gd name="connsiteY13" fmla="*/ 1143000 h 2870200"/>
              <a:gd name="connsiteX14" fmla="*/ 110066 w 4089400"/>
              <a:gd name="connsiteY14" fmla="*/ 1100667 h 2870200"/>
              <a:gd name="connsiteX15" fmla="*/ 135466 w 4089400"/>
              <a:gd name="connsiteY15" fmla="*/ 1032934 h 2870200"/>
              <a:gd name="connsiteX16" fmla="*/ 143933 w 4089400"/>
              <a:gd name="connsiteY16" fmla="*/ 999067 h 2870200"/>
              <a:gd name="connsiteX17" fmla="*/ 160866 w 4089400"/>
              <a:gd name="connsiteY17" fmla="*/ 948267 h 2870200"/>
              <a:gd name="connsiteX18" fmla="*/ 177800 w 4089400"/>
              <a:gd name="connsiteY18" fmla="*/ 1134534 h 2870200"/>
              <a:gd name="connsiteX19" fmla="*/ 194733 w 4089400"/>
              <a:gd name="connsiteY19" fmla="*/ 1464734 h 2870200"/>
              <a:gd name="connsiteX20" fmla="*/ 228600 w 4089400"/>
              <a:gd name="connsiteY20" fmla="*/ 1397000 h 2870200"/>
              <a:gd name="connsiteX21" fmla="*/ 254000 w 4089400"/>
              <a:gd name="connsiteY21" fmla="*/ 1363134 h 2870200"/>
              <a:gd name="connsiteX22" fmla="*/ 262466 w 4089400"/>
              <a:gd name="connsiteY22" fmla="*/ 1337734 h 2870200"/>
              <a:gd name="connsiteX23" fmla="*/ 279400 w 4089400"/>
              <a:gd name="connsiteY23" fmla="*/ 1371600 h 2870200"/>
              <a:gd name="connsiteX24" fmla="*/ 287866 w 4089400"/>
              <a:gd name="connsiteY24" fmla="*/ 2243667 h 2870200"/>
              <a:gd name="connsiteX25" fmla="*/ 313266 w 4089400"/>
              <a:gd name="connsiteY25" fmla="*/ 2201334 h 2870200"/>
              <a:gd name="connsiteX26" fmla="*/ 321733 w 4089400"/>
              <a:gd name="connsiteY26" fmla="*/ 2150534 h 2870200"/>
              <a:gd name="connsiteX27" fmla="*/ 355600 w 4089400"/>
              <a:gd name="connsiteY27" fmla="*/ 2125134 h 2870200"/>
              <a:gd name="connsiteX28" fmla="*/ 364066 w 4089400"/>
              <a:gd name="connsiteY28" fmla="*/ 2082800 h 2870200"/>
              <a:gd name="connsiteX29" fmla="*/ 381000 w 4089400"/>
              <a:gd name="connsiteY29" fmla="*/ 2065867 h 2870200"/>
              <a:gd name="connsiteX30" fmla="*/ 397933 w 4089400"/>
              <a:gd name="connsiteY30" fmla="*/ 2032000 h 2870200"/>
              <a:gd name="connsiteX31" fmla="*/ 423333 w 4089400"/>
              <a:gd name="connsiteY31" fmla="*/ 1998134 h 2870200"/>
              <a:gd name="connsiteX32" fmla="*/ 440266 w 4089400"/>
              <a:gd name="connsiteY32" fmla="*/ 1752600 h 2870200"/>
              <a:gd name="connsiteX33" fmla="*/ 465666 w 4089400"/>
              <a:gd name="connsiteY33" fmla="*/ 1651000 h 2870200"/>
              <a:gd name="connsiteX34" fmla="*/ 491066 w 4089400"/>
              <a:gd name="connsiteY34" fmla="*/ 1710267 h 2870200"/>
              <a:gd name="connsiteX35" fmla="*/ 499533 w 4089400"/>
              <a:gd name="connsiteY35" fmla="*/ 1735667 h 2870200"/>
              <a:gd name="connsiteX36" fmla="*/ 533400 w 4089400"/>
              <a:gd name="connsiteY36" fmla="*/ 1820334 h 2870200"/>
              <a:gd name="connsiteX37" fmla="*/ 558800 w 4089400"/>
              <a:gd name="connsiteY37" fmla="*/ 1938867 h 2870200"/>
              <a:gd name="connsiteX38" fmla="*/ 575733 w 4089400"/>
              <a:gd name="connsiteY38" fmla="*/ 1998134 h 2870200"/>
              <a:gd name="connsiteX39" fmla="*/ 592666 w 4089400"/>
              <a:gd name="connsiteY39" fmla="*/ 2023534 h 2870200"/>
              <a:gd name="connsiteX40" fmla="*/ 618066 w 4089400"/>
              <a:gd name="connsiteY40" fmla="*/ 1786467 h 2870200"/>
              <a:gd name="connsiteX41" fmla="*/ 626533 w 4089400"/>
              <a:gd name="connsiteY41" fmla="*/ 1744134 h 2870200"/>
              <a:gd name="connsiteX42" fmla="*/ 643466 w 4089400"/>
              <a:gd name="connsiteY42" fmla="*/ 1718734 h 2870200"/>
              <a:gd name="connsiteX43" fmla="*/ 660400 w 4089400"/>
              <a:gd name="connsiteY43" fmla="*/ 1617134 h 2870200"/>
              <a:gd name="connsiteX44" fmla="*/ 677333 w 4089400"/>
              <a:gd name="connsiteY44" fmla="*/ 1557867 h 2870200"/>
              <a:gd name="connsiteX45" fmla="*/ 685800 w 4089400"/>
              <a:gd name="connsiteY45" fmla="*/ 1524000 h 2870200"/>
              <a:gd name="connsiteX46" fmla="*/ 702733 w 4089400"/>
              <a:gd name="connsiteY46" fmla="*/ 1312334 h 2870200"/>
              <a:gd name="connsiteX47" fmla="*/ 719666 w 4089400"/>
              <a:gd name="connsiteY47" fmla="*/ 1380067 h 2870200"/>
              <a:gd name="connsiteX48" fmla="*/ 736600 w 4089400"/>
              <a:gd name="connsiteY48" fmla="*/ 1532467 h 2870200"/>
              <a:gd name="connsiteX49" fmla="*/ 753533 w 4089400"/>
              <a:gd name="connsiteY49" fmla="*/ 1566334 h 2870200"/>
              <a:gd name="connsiteX50" fmla="*/ 778933 w 4089400"/>
              <a:gd name="connsiteY50" fmla="*/ 1456267 h 2870200"/>
              <a:gd name="connsiteX51" fmla="*/ 795866 w 4089400"/>
              <a:gd name="connsiteY51" fmla="*/ 1430867 h 2870200"/>
              <a:gd name="connsiteX52" fmla="*/ 829733 w 4089400"/>
              <a:gd name="connsiteY52" fmla="*/ 1388534 h 2870200"/>
              <a:gd name="connsiteX53" fmla="*/ 838200 w 4089400"/>
              <a:gd name="connsiteY53" fmla="*/ 1498600 h 2870200"/>
              <a:gd name="connsiteX54" fmla="*/ 863600 w 4089400"/>
              <a:gd name="connsiteY54" fmla="*/ 1811867 h 2870200"/>
              <a:gd name="connsiteX55" fmla="*/ 872066 w 4089400"/>
              <a:gd name="connsiteY55" fmla="*/ 1642534 h 2870200"/>
              <a:gd name="connsiteX56" fmla="*/ 897466 w 4089400"/>
              <a:gd name="connsiteY56" fmla="*/ 1583267 h 2870200"/>
              <a:gd name="connsiteX57" fmla="*/ 905933 w 4089400"/>
              <a:gd name="connsiteY57" fmla="*/ 1557867 h 2870200"/>
              <a:gd name="connsiteX58" fmla="*/ 914400 w 4089400"/>
              <a:gd name="connsiteY58" fmla="*/ 2006600 h 2870200"/>
              <a:gd name="connsiteX59" fmla="*/ 939800 w 4089400"/>
              <a:gd name="connsiteY59" fmla="*/ 2116667 h 2870200"/>
              <a:gd name="connsiteX60" fmla="*/ 948266 w 4089400"/>
              <a:gd name="connsiteY60" fmla="*/ 1828800 h 2870200"/>
              <a:gd name="connsiteX61" fmla="*/ 965200 w 4089400"/>
              <a:gd name="connsiteY61" fmla="*/ 1794934 h 2870200"/>
              <a:gd name="connsiteX62" fmla="*/ 973666 w 4089400"/>
              <a:gd name="connsiteY62" fmla="*/ 1761067 h 2870200"/>
              <a:gd name="connsiteX63" fmla="*/ 990600 w 4089400"/>
              <a:gd name="connsiteY63" fmla="*/ 1871134 h 2870200"/>
              <a:gd name="connsiteX64" fmla="*/ 1007533 w 4089400"/>
              <a:gd name="connsiteY64" fmla="*/ 1947334 h 2870200"/>
              <a:gd name="connsiteX65" fmla="*/ 1024466 w 4089400"/>
              <a:gd name="connsiteY65" fmla="*/ 2040467 h 2870200"/>
              <a:gd name="connsiteX66" fmla="*/ 1049866 w 4089400"/>
              <a:gd name="connsiteY66" fmla="*/ 2108200 h 2870200"/>
              <a:gd name="connsiteX67" fmla="*/ 1058333 w 4089400"/>
              <a:gd name="connsiteY67" fmla="*/ 2150534 h 2870200"/>
              <a:gd name="connsiteX68" fmla="*/ 1100666 w 4089400"/>
              <a:gd name="connsiteY68" fmla="*/ 2209800 h 2870200"/>
              <a:gd name="connsiteX69" fmla="*/ 1109133 w 4089400"/>
              <a:gd name="connsiteY69" fmla="*/ 2108200 h 2870200"/>
              <a:gd name="connsiteX70" fmla="*/ 1159933 w 4089400"/>
              <a:gd name="connsiteY70" fmla="*/ 1989667 h 2870200"/>
              <a:gd name="connsiteX71" fmla="*/ 1210733 w 4089400"/>
              <a:gd name="connsiteY71" fmla="*/ 1913467 h 2870200"/>
              <a:gd name="connsiteX72" fmla="*/ 1219200 w 4089400"/>
              <a:gd name="connsiteY72" fmla="*/ 2167467 h 2870200"/>
              <a:gd name="connsiteX73" fmla="*/ 1236133 w 4089400"/>
              <a:gd name="connsiteY73" fmla="*/ 2082800 h 2870200"/>
              <a:gd name="connsiteX74" fmla="*/ 1244600 w 4089400"/>
              <a:gd name="connsiteY74" fmla="*/ 2015067 h 2870200"/>
              <a:gd name="connsiteX75" fmla="*/ 1286933 w 4089400"/>
              <a:gd name="connsiteY75" fmla="*/ 1854200 h 2870200"/>
              <a:gd name="connsiteX76" fmla="*/ 1295400 w 4089400"/>
              <a:gd name="connsiteY76" fmla="*/ 1803400 h 2870200"/>
              <a:gd name="connsiteX77" fmla="*/ 1320800 w 4089400"/>
              <a:gd name="connsiteY77" fmla="*/ 1701800 h 2870200"/>
              <a:gd name="connsiteX78" fmla="*/ 1346200 w 4089400"/>
              <a:gd name="connsiteY78" fmla="*/ 1718734 h 2870200"/>
              <a:gd name="connsiteX79" fmla="*/ 1354666 w 4089400"/>
              <a:gd name="connsiteY79" fmla="*/ 1744134 h 2870200"/>
              <a:gd name="connsiteX80" fmla="*/ 1380066 w 4089400"/>
              <a:gd name="connsiteY80" fmla="*/ 1828800 h 2870200"/>
              <a:gd name="connsiteX81" fmla="*/ 1397000 w 4089400"/>
              <a:gd name="connsiteY81" fmla="*/ 1879600 h 2870200"/>
              <a:gd name="connsiteX82" fmla="*/ 1405466 w 4089400"/>
              <a:gd name="connsiteY82" fmla="*/ 1913467 h 2870200"/>
              <a:gd name="connsiteX83" fmla="*/ 1430866 w 4089400"/>
              <a:gd name="connsiteY83" fmla="*/ 1947334 h 2870200"/>
              <a:gd name="connsiteX84" fmla="*/ 1447800 w 4089400"/>
              <a:gd name="connsiteY84" fmla="*/ 1938867 h 2870200"/>
              <a:gd name="connsiteX85" fmla="*/ 1490133 w 4089400"/>
              <a:gd name="connsiteY85" fmla="*/ 1803400 h 2870200"/>
              <a:gd name="connsiteX86" fmla="*/ 1549400 w 4089400"/>
              <a:gd name="connsiteY86" fmla="*/ 1651000 h 2870200"/>
              <a:gd name="connsiteX87" fmla="*/ 1557866 w 4089400"/>
              <a:gd name="connsiteY87" fmla="*/ 1591734 h 2870200"/>
              <a:gd name="connsiteX88" fmla="*/ 1574800 w 4089400"/>
              <a:gd name="connsiteY88" fmla="*/ 1566334 h 2870200"/>
              <a:gd name="connsiteX89" fmla="*/ 1583266 w 4089400"/>
              <a:gd name="connsiteY89" fmla="*/ 1524000 h 2870200"/>
              <a:gd name="connsiteX90" fmla="*/ 1591733 w 4089400"/>
              <a:gd name="connsiteY90" fmla="*/ 1498600 h 2870200"/>
              <a:gd name="connsiteX91" fmla="*/ 1608666 w 4089400"/>
              <a:gd name="connsiteY91" fmla="*/ 1524000 h 2870200"/>
              <a:gd name="connsiteX92" fmla="*/ 1634066 w 4089400"/>
              <a:gd name="connsiteY92" fmla="*/ 1490134 h 2870200"/>
              <a:gd name="connsiteX93" fmla="*/ 1659466 w 4089400"/>
              <a:gd name="connsiteY93" fmla="*/ 1388534 h 2870200"/>
              <a:gd name="connsiteX94" fmla="*/ 1718733 w 4089400"/>
              <a:gd name="connsiteY94" fmla="*/ 1286934 h 2870200"/>
              <a:gd name="connsiteX95" fmla="*/ 1769533 w 4089400"/>
              <a:gd name="connsiteY95" fmla="*/ 1176867 h 2870200"/>
              <a:gd name="connsiteX96" fmla="*/ 1794933 w 4089400"/>
              <a:gd name="connsiteY96" fmla="*/ 1202267 h 2870200"/>
              <a:gd name="connsiteX97" fmla="*/ 1803400 w 4089400"/>
              <a:gd name="connsiteY97" fmla="*/ 1227667 h 2870200"/>
              <a:gd name="connsiteX98" fmla="*/ 1820333 w 4089400"/>
              <a:gd name="connsiteY98" fmla="*/ 1261534 h 2870200"/>
              <a:gd name="connsiteX99" fmla="*/ 1862666 w 4089400"/>
              <a:gd name="connsiteY99" fmla="*/ 1422400 h 2870200"/>
              <a:gd name="connsiteX100" fmla="*/ 1913466 w 4089400"/>
              <a:gd name="connsiteY100" fmla="*/ 1600200 h 2870200"/>
              <a:gd name="connsiteX101" fmla="*/ 1964266 w 4089400"/>
              <a:gd name="connsiteY101" fmla="*/ 1744134 h 2870200"/>
              <a:gd name="connsiteX102" fmla="*/ 1981200 w 4089400"/>
              <a:gd name="connsiteY102" fmla="*/ 1498600 h 2870200"/>
              <a:gd name="connsiteX103" fmla="*/ 1998133 w 4089400"/>
              <a:gd name="connsiteY103" fmla="*/ 1464734 h 2870200"/>
              <a:gd name="connsiteX104" fmla="*/ 2006600 w 4089400"/>
              <a:gd name="connsiteY104" fmla="*/ 1439334 h 2870200"/>
              <a:gd name="connsiteX105" fmla="*/ 2057400 w 4089400"/>
              <a:gd name="connsiteY105" fmla="*/ 2032000 h 2870200"/>
              <a:gd name="connsiteX106" fmla="*/ 2065866 w 4089400"/>
              <a:gd name="connsiteY106" fmla="*/ 2150534 h 2870200"/>
              <a:gd name="connsiteX107" fmla="*/ 2074333 w 4089400"/>
              <a:gd name="connsiteY107" fmla="*/ 2489200 h 2870200"/>
              <a:gd name="connsiteX108" fmla="*/ 2108200 w 4089400"/>
              <a:gd name="connsiteY108" fmla="*/ 2421467 h 2870200"/>
              <a:gd name="connsiteX109" fmla="*/ 2150533 w 4089400"/>
              <a:gd name="connsiteY109" fmla="*/ 2319867 h 2870200"/>
              <a:gd name="connsiteX110" fmla="*/ 2175933 w 4089400"/>
              <a:gd name="connsiteY110" fmla="*/ 2286000 h 2870200"/>
              <a:gd name="connsiteX111" fmla="*/ 2209800 w 4089400"/>
              <a:gd name="connsiteY111" fmla="*/ 2235200 h 2870200"/>
              <a:gd name="connsiteX112" fmla="*/ 2226733 w 4089400"/>
              <a:gd name="connsiteY112" fmla="*/ 2514600 h 2870200"/>
              <a:gd name="connsiteX113" fmla="*/ 2252133 w 4089400"/>
              <a:gd name="connsiteY113" fmla="*/ 2565400 h 2870200"/>
              <a:gd name="connsiteX114" fmla="*/ 2260600 w 4089400"/>
              <a:gd name="connsiteY114" fmla="*/ 2489200 h 2870200"/>
              <a:gd name="connsiteX115" fmla="*/ 2277533 w 4089400"/>
              <a:gd name="connsiteY115" fmla="*/ 2421467 h 2870200"/>
              <a:gd name="connsiteX116" fmla="*/ 2286000 w 4089400"/>
              <a:gd name="connsiteY116" fmla="*/ 1718734 h 2870200"/>
              <a:gd name="connsiteX117" fmla="*/ 2311400 w 4089400"/>
              <a:gd name="connsiteY117" fmla="*/ 1811867 h 2870200"/>
              <a:gd name="connsiteX118" fmla="*/ 2336800 w 4089400"/>
              <a:gd name="connsiteY118" fmla="*/ 1871134 h 2870200"/>
              <a:gd name="connsiteX119" fmla="*/ 2362200 w 4089400"/>
              <a:gd name="connsiteY119" fmla="*/ 1938867 h 2870200"/>
              <a:gd name="connsiteX120" fmla="*/ 2370666 w 4089400"/>
              <a:gd name="connsiteY120" fmla="*/ 1972734 h 2870200"/>
              <a:gd name="connsiteX121" fmla="*/ 2379133 w 4089400"/>
              <a:gd name="connsiteY121" fmla="*/ 1574800 h 2870200"/>
              <a:gd name="connsiteX122" fmla="*/ 2404533 w 4089400"/>
              <a:gd name="connsiteY122" fmla="*/ 1236134 h 2870200"/>
              <a:gd name="connsiteX123" fmla="*/ 2421466 w 4089400"/>
              <a:gd name="connsiteY123" fmla="*/ 1092200 h 2870200"/>
              <a:gd name="connsiteX124" fmla="*/ 2429933 w 4089400"/>
              <a:gd name="connsiteY124" fmla="*/ 1066800 h 2870200"/>
              <a:gd name="connsiteX125" fmla="*/ 2438400 w 4089400"/>
              <a:gd name="connsiteY125" fmla="*/ 1092200 h 2870200"/>
              <a:gd name="connsiteX126" fmla="*/ 2455333 w 4089400"/>
              <a:gd name="connsiteY126" fmla="*/ 1117600 h 2870200"/>
              <a:gd name="connsiteX127" fmla="*/ 2463800 w 4089400"/>
              <a:gd name="connsiteY127" fmla="*/ 1227667 h 2870200"/>
              <a:gd name="connsiteX128" fmla="*/ 2489200 w 4089400"/>
              <a:gd name="connsiteY128" fmla="*/ 753534 h 2870200"/>
              <a:gd name="connsiteX129" fmla="*/ 2506133 w 4089400"/>
              <a:gd name="connsiteY129" fmla="*/ 685800 h 2870200"/>
              <a:gd name="connsiteX130" fmla="*/ 2514600 w 4089400"/>
              <a:gd name="connsiteY130" fmla="*/ 609600 h 2870200"/>
              <a:gd name="connsiteX131" fmla="*/ 2523066 w 4089400"/>
              <a:gd name="connsiteY131" fmla="*/ 558800 h 2870200"/>
              <a:gd name="connsiteX132" fmla="*/ 2540000 w 4089400"/>
              <a:gd name="connsiteY132" fmla="*/ 584200 h 2870200"/>
              <a:gd name="connsiteX133" fmla="*/ 2548466 w 4089400"/>
              <a:gd name="connsiteY133" fmla="*/ 778934 h 2870200"/>
              <a:gd name="connsiteX134" fmla="*/ 2590800 w 4089400"/>
              <a:gd name="connsiteY134" fmla="*/ 914400 h 2870200"/>
              <a:gd name="connsiteX135" fmla="*/ 2607733 w 4089400"/>
              <a:gd name="connsiteY135" fmla="*/ 973667 h 2870200"/>
              <a:gd name="connsiteX136" fmla="*/ 2624666 w 4089400"/>
              <a:gd name="connsiteY136" fmla="*/ 812800 h 2870200"/>
              <a:gd name="connsiteX137" fmla="*/ 2641600 w 4089400"/>
              <a:gd name="connsiteY137" fmla="*/ 694267 h 2870200"/>
              <a:gd name="connsiteX138" fmla="*/ 2667000 w 4089400"/>
              <a:gd name="connsiteY138" fmla="*/ 558800 h 2870200"/>
              <a:gd name="connsiteX139" fmla="*/ 2692400 w 4089400"/>
              <a:gd name="connsiteY139" fmla="*/ 321734 h 2870200"/>
              <a:gd name="connsiteX140" fmla="*/ 2709333 w 4089400"/>
              <a:gd name="connsiteY140" fmla="*/ 1058334 h 2870200"/>
              <a:gd name="connsiteX141" fmla="*/ 2717800 w 4089400"/>
              <a:gd name="connsiteY141" fmla="*/ 1032934 h 2870200"/>
              <a:gd name="connsiteX142" fmla="*/ 2785533 w 4089400"/>
              <a:gd name="connsiteY142" fmla="*/ 905934 h 2870200"/>
              <a:gd name="connsiteX143" fmla="*/ 2819400 w 4089400"/>
              <a:gd name="connsiteY143" fmla="*/ 855134 h 2870200"/>
              <a:gd name="connsiteX144" fmla="*/ 2844800 w 4089400"/>
              <a:gd name="connsiteY144" fmla="*/ 1422400 h 2870200"/>
              <a:gd name="connsiteX145" fmla="*/ 2853266 w 4089400"/>
              <a:gd name="connsiteY145" fmla="*/ 1388534 h 2870200"/>
              <a:gd name="connsiteX146" fmla="*/ 2870200 w 4089400"/>
              <a:gd name="connsiteY146" fmla="*/ 1363134 h 2870200"/>
              <a:gd name="connsiteX147" fmla="*/ 2895600 w 4089400"/>
              <a:gd name="connsiteY147" fmla="*/ 1278467 h 2870200"/>
              <a:gd name="connsiteX148" fmla="*/ 2912533 w 4089400"/>
              <a:gd name="connsiteY148" fmla="*/ 1320800 h 2870200"/>
              <a:gd name="connsiteX149" fmla="*/ 2929466 w 4089400"/>
              <a:gd name="connsiteY149" fmla="*/ 1388534 h 2870200"/>
              <a:gd name="connsiteX150" fmla="*/ 2946400 w 4089400"/>
              <a:gd name="connsiteY150" fmla="*/ 1422400 h 2870200"/>
              <a:gd name="connsiteX151" fmla="*/ 2988733 w 4089400"/>
              <a:gd name="connsiteY151" fmla="*/ 1540934 h 2870200"/>
              <a:gd name="connsiteX152" fmla="*/ 3005666 w 4089400"/>
              <a:gd name="connsiteY152" fmla="*/ 1566334 h 2870200"/>
              <a:gd name="connsiteX153" fmla="*/ 3039533 w 4089400"/>
              <a:gd name="connsiteY153" fmla="*/ 1718734 h 2870200"/>
              <a:gd name="connsiteX154" fmla="*/ 3064933 w 4089400"/>
              <a:gd name="connsiteY154" fmla="*/ 1761067 h 2870200"/>
              <a:gd name="connsiteX155" fmla="*/ 3098800 w 4089400"/>
              <a:gd name="connsiteY155" fmla="*/ 1879600 h 2870200"/>
              <a:gd name="connsiteX156" fmla="*/ 3090333 w 4089400"/>
              <a:gd name="connsiteY156" fmla="*/ 1913467 h 2870200"/>
              <a:gd name="connsiteX157" fmla="*/ 3102783 w 4089400"/>
              <a:gd name="connsiteY157" fmla="*/ 1901016 h 2870200"/>
              <a:gd name="connsiteX158" fmla="*/ 3081866 w 4089400"/>
              <a:gd name="connsiteY158" fmla="*/ 1888067 h 2870200"/>
              <a:gd name="connsiteX159" fmla="*/ 3107266 w 4089400"/>
              <a:gd name="connsiteY159" fmla="*/ 1871134 h 2870200"/>
              <a:gd name="connsiteX160" fmla="*/ 3115733 w 4089400"/>
              <a:gd name="connsiteY160" fmla="*/ 1769534 h 2870200"/>
              <a:gd name="connsiteX161" fmla="*/ 3132666 w 4089400"/>
              <a:gd name="connsiteY161" fmla="*/ 1710267 h 2870200"/>
              <a:gd name="connsiteX162" fmla="*/ 3141133 w 4089400"/>
              <a:gd name="connsiteY162" fmla="*/ 1684867 h 2870200"/>
              <a:gd name="connsiteX163" fmla="*/ 3166533 w 4089400"/>
              <a:gd name="connsiteY163" fmla="*/ 1676400 h 2870200"/>
              <a:gd name="connsiteX164" fmla="*/ 3175000 w 4089400"/>
              <a:gd name="connsiteY164" fmla="*/ 2006600 h 2870200"/>
              <a:gd name="connsiteX165" fmla="*/ 3183466 w 4089400"/>
              <a:gd name="connsiteY165" fmla="*/ 2048934 h 2870200"/>
              <a:gd name="connsiteX166" fmla="*/ 3191933 w 4089400"/>
              <a:gd name="connsiteY166" fmla="*/ 2099734 h 2870200"/>
              <a:gd name="connsiteX167" fmla="*/ 3208866 w 4089400"/>
              <a:gd name="connsiteY167" fmla="*/ 2048934 h 2870200"/>
              <a:gd name="connsiteX168" fmla="*/ 3217333 w 4089400"/>
              <a:gd name="connsiteY168" fmla="*/ 1998134 h 2870200"/>
              <a:gd name="connsiteX169" fmla="*/ 3251200 w 4089400"/>
              <a:gd name="connsiteY169" fmla="*/ 2353734 h 2870200"/>
              <a:gd name="connsiteX170" fmla="*/ 3276600 w 4089400"/>
              <a:gd name="connsiteY170" fmla="*/ 2387600 h 2870200"/>
              <a:gd name="connsiteX171" fmla="*/ 3285066 w 4089400"/>
              <a:gd name="connsiteY171" fmla="*/ 2497667 h 2870200"/>
              <a:gd name="connsiteX172" fmla="*/ 3302000 w 4089400"/>
              <a:gd name="connsiteY172" fmla="*/ 2531534 h 2870200"/>
              <a:gd name="connsiteX173" fmla="*/ 3318933 w 4089400"/>
              <a:gd name="connsiteY173" fmla="*/ 2599267 h 2870200"/>
              <a:gd name="connsiteX174" fmla="*/ 3344333 w 4089400"/>
              <a:gd name="connsiteY174" fmla="*/ 2667000 h 2870200"/>
              <a:gd name="connsiteX175" fmla="*/ 3386666 w 4089400"/>
              <a:gd name="connsiteY175" fmla="*/ 2810934 h 2870200"/>
              <a:gd name="connsiteX176" fmla="*/ 3412066 w 4089400"/>
              <a:gd name="connsiteY176" fmla="*/ 2870200 h 2870200"/>
              <a:gd name="connsiteX177" fmla="*/ 3437466 w 4089400"/>
              <a:gd name="connsiteY177" fmla="*/ 1828800 h 2870200"/>
              <a:gd name="connsiteX178" fmla="*/ 3436968 w 4089400"/>
              <a:gd name="connsiteY178" fmla="*/ 2090271 h 2870200"/>
              <a:gd name="connsiteX179" fmla="*/ 3462866 w 4089400"/>
              <a:gd name="connsiteY179" fmla="*/ 1735667 h 2870200"/>
              <a:gd name="connsiteX180" fmla="*/ 3488266 w 4089400"/>
              <a:gd name="connsiteY180" fmla="*/ 1651000 h 2870200"/>
              <a:gd name="connsiteX181" fmla="*/ 3496733 w 4089400"/>
              <a:gd name="connsiteY181" fmla="*/ 1701800 h 2870200"/>
              <a:gd name="connsiteX182" fmla="*/ 3500717 w 4089400"/>
              <a:gd name="connsiteY182" fmla="*/ 1875118 h 2870200"/>
              <a:gd name="connsiteX183" fmla="*/ 3522133 w 4089400"/>
              <a:gd name="connsiteY183" fmla="*/ 1752600 h 2870200"/>
              <a:gd name="connsiteX184" fmla="*/ 3530600 w 4089400"/>
              <a:gd name="connsiteY184" fmla="*/ 1693334 h 2870200"/>
              <a:gd name="connsiteX185" fmla="*/ 3572933 w 4089400"/>
              <a:gd name="connsiteY185" fmla="*/ 1608667 h 2870200"/>
              <a:gd name="connsiteX186" fmla="*/ 3589866 w 4089400"/>
              <a:gd name="connsiteY186" fmla="*/ 1566334 h 2870200"/>
              <a:gd name="connsiteX187" fmla="*/ 3632200 w 4089400"/>
              <a:gd name="connsiteY187" fmla="*/ 1464734 h 2870200"/>
              <a:gd name="connsiteX188" fmla="*/ 3636184 w 4089400"/>
              <a:gd name="connsiteY188" fmla="*/ 1373094 h 2870200"/>
              <a:gd name="connsiteX189" fmla="*/ 3657600 w 4089400"/>
              <a:gd name="connsiteY189" fmla="*/ 1363134 h 2870200"/>
              <a:gd name="connsiteX190" fmla="*/ 3674533 w 4089400"/>
              <a:gd name="connsiteY190" fmla="*/ 1320800 h 2870200"/>
              <a:gd name="connsiteX191" fmla="*/ 3669553 w 4089400"/>
              <a:gd name="connsiteY191" fmla="*/ 1151964 h 2870200"/>
              <a:gd name="connsiteX192" fmla="*/ 3716866 w 4089400"/>
              <a:gd name="connsiteY192" fmla="*/ 1227667 h 2870200"/>
              <a:gd name="connsiteX193" fmla="*/ 3725333 w 4089400"/>
              <a:gd name="connsiteY193" fmla="*/ 1176867 h 2870200"/>
              <a:gd name="connsiteX194" fmla="*/ 3742266 w 4089400"/>
              <a:gd name="connsiteY194" fmla="*/ 1126067 h 2870200"/>
              <a:gd name="connsiteX195" fmla="*/ 3750733 w 4089400"/>
              <a:gd name="connsiteY195" fmla="*/ 1058334 h 2870200"/>
              <a:gd name="connsiteX196" fmla="*/ 3759200 w 4089400"/>
              <a:gd name="connsiteY196" fmla="*/ 1270000 h 2870200"/>
              <a:gd name="connsiteX197" fmla="*/ 3793066 w 4089400"/>
              <a:gd name="connsiteY197" fmla="*/ 558800 h 2870200"/>
              <a:gd name="connsiteX198" fmla="*/ 3810000 w 4089400"/>
              <a:gd name="connsiteY198" fmla="*/ 482600 h 2870200"/>
              <a:gd name="connsiteX199" fmla="*/ 3818466 w 4089400"/>
              <a:gd name="connsiteY199" fmla="*/ 533400 h 2870200"/>
              <a:gd name="connsiteX200" fmla="*/ 3835400 w 4089400"/>
              <a:gd name="connsiteY200" fmla="*/ 660400 h 2870200"/>
              <a:gd name="connsiteX201" fmla="*/ 3843866 w 4089400"/>
              <a:gd name="connsiteY201" fmla="*/ 702734 h 2870200"/>
              <a:gd name="connsiteX202" fmla="*/ 3860800 w 4089400"/>
              <a:gd name="connsiteY202" fmla="*/ 736600 h 2870200"/>
              <a:gd name="connsiteX203" fmla="*/ 3877733 w 4089400"/>
              <a:gd name="connsiteY203" fmla="*/ 702734 h 2870200"/>
              <a:gd name="connsiteX204" fmla="*/ 3937000 w 4089400"/>
              <a:gd name="connsiteY204" fmla="*/ 482600 h 2870200"/>
              <a:gd name="connsiteX205" fmla="*/ 3953933 w 4089400"/>
              <a:gd name="connsiteY205" fmla="*/ 457200 h 2870200"/>
              <a:gd name="connsiteX206" fmla="*/ 3979333 w 4089400"/>
              <a:gd name="connsiteY206" fmla="*/ 177800 h 2870200"/>
              <a:gd name="connsiteX207" fmla="*/ 4004733 w 4089400"/>
              <a:gd name="connsiteY207" fmla="*/ 135467 h 2870200"/>
              <a:gd name="connsiteX208" fmla="*/ 4013200 w 4089400"/>
              <a:gd name="connsiteY208" fmla="*/ 101600 h 2870200"/>
              <a:gd name="connsiteX209" fmla="*/ 4021666 w 4089400"/>
              <a:gd name="connsiteY209" fmla="*/ 76200 h 2870200"/>
              <a:gd name="connsiteX210" fmla="*/ 4030133 w 4089400"/>
              <a:gd name="connsiteY210" fmla="*/ 110067 h 2870200"/>
              <a:gd name="connsiteX211" fmla="*/ 4047066 w 4089400"/>
              <a:gd name="connsiteY211" fmla="*/ 160867 h 2870200"/>
              <a:gd name="connsiteX212" fmla="*/ 4089400 w 4089400"/>
              <a:gd name="connsiteY212" fmla="*/ 0 h 2870200"/>
              <a:gd name="connsiteX0" fmla="*/ 0 w 4089400"/>
              <a:gd name="connsiteY0" fmla="*/ 702734 h 2870200"/>
              <a:gd name="connsiteX1" fmla="*/ 8466 w 4089400"/>
              <a:gd name="connsiteY1" fmla="*/ 643467 h 2870200"/>
              <a:gd name="connsiteX2" fmla="*/ 25400 w 4089400"/>
              <a:gd name="connsiteY2" fmla="*/ 626534 h 2870200"/>
              <a:gd name="connsiteX3" fmla="*/ 33866 w 4089400"/>
              <a:gd name="connsiteY3" fmla="*/ 592667 h 2870200"/>
              <a:gd name="connsiteX4" fmla="*/ 42333 w 4089400"/>
              <a:gd name="connsiteY4" fmla="*/ 567267 h 2870200"/>
              <a:gd name="connsiteX5" fmla="*/ 42333 w 4089400"/>
              <a:gd name="connsiteY5" fmla="*/ 821267 h 2870200"/>
              <a:gd name="connsiteX6" fmla="*/ 21415 w 4089400"/>
              <a:gd name="connsiteY6" fmla="*/ 1068793 h 2870200"/>
              <a:gd name="connsiteX7" fmla="*/ 25400 w 4089400"/>
              <a:gd name="connsiteY7" fmla="*/ 1354667 h 2870200"/>
              <a:gd name="connsiteX8" fmla="*/ 33866 w 4089400"/>
              <a:gd name="connsiteY8" fmla="*/ 1329267 h 2870200"/>
              <a:gd name="connsiteX9" fmla="*/ 42333 w 4089400"/>
              <a:gd name="connsiteY9" fmla="*/ 1286934 h 2870200"/>
              <a:gd name="connsiteX10" fmla="*/ 59266 w 4089400"/>
              <a:gd name="connsiteY10" fmla="*/ 1253067 h 2870200"/>
              <a:gd name="connsiteX11" fmla="*/ 76200 w 4089400"/>
              <a:gd name="connsiteY11" fmla="*/ 1202267 h 2870200"/>
              <a:gd name="connsiteX12" fmla="*/ 84666 w 4089400"/>
              <a:gd name="connsiteY12" fmla="*/ 1176867 h 2870200"/>
              <a:gd name="connsiteX13" fmla="*/ 101600 w 4089400"/>
              <a:gd name="connsiteY13" fmla="*/ 1143000 h 2870200"/>
              <a:gd name="connsiteX14" fmla="*/ 110066 w 4089400"/>
              <a:gd name="connsiteY14" fmla="*/ 1100667 h 2870200"/>
              <a:gd name="connsiteX15" fmla="*/ 135466 w 4089400"/>
              <a:gd name="connsiteY15" fmla="*/ 1032934 h 2870200"/>
              <a:gd name="connsiteX16" fmla="*/ 143933 w 4089400"/>
              <a:gd name="connsiteY16" fmla="*/ 999067 h 2870200"/>
              <a:gd name="connsiteX17" fmla="*/ 160866 w 4089400"/>
              <a:gd name="connsiteY17" fmla="*/ 948267 h 2870200"/>
              <a:gd name="connsiteX18" fmla="*/ 177800 w 4089400"/>
              <a:gd name="connsiteY18" fmla="*/ 1134534 h 2870200"/>
              <a:gd name="connsiteX19" fmla="*/ 194733 w 4089400"/>
              <a:gd name="connsiteY19" fmla="*/ 1464734 h 2870200"/>
              <a:gd name="connsiteX20" fmla="*/ 228600 w 4089400"/>
              <a:gd name="connsiteY20" fmla="*/ 1397000 h 2870200"/>
              <a:gd name="connsiteX21" fmla="*/ 254000 w 4089400"/>
              <a:gd name="connsiteY21" fmla="*/ 1363134 h 2870200"/>
              <a:gd name="connsiteX22" fmla="*/ 262466 w 4089400"/>
              <a:gd name="connsiteY22" fmla="*/ 1337734 h 2870200"/>
              <a:gd name="connsiteX23" fmla="*/ 279400 w 4089400"/>
              <a:gd name="connsiteY23" fmla="*/ 1371600 h 2870200"/>
              <a:gd name="connsiteX24" fmla="*/ 287866 w 4089400"/>
              <a:gd name="connsiteY24" fmla="*/ 2243667 h 2870200"/>
              <a:gd name="connsiteX25" fmla="*/ 313266 w 4089400"/>
              <a:gd name="connsiteY25" fmla="*/ 2201334 h 2870200"/>
              <a:gd name="connsiteX26" fmla="*/ 321733 w 4089400"/>
              <a:gd name="connsiteY26" fmla="*/ 2150534 h 2870200"/>
              <a:gd name="connsiteX27" fmla="*/ 355600 w 4089400"/>
              <a:gd name="connsiteY27" fmla="*/ 2125134 h 2870200"/>
              <a:gd name="connsiteX28" fmla="*/ 364066 w 4089400"/>
              <a:gd name="connsiteY28" fmla="*/ 2082800 h 2870200"/>
              <a:gd name="connsiteX29" fmla="*/ 381000 w 4089400"/>
              <a:gd name="connsiteY29" fmla="*/ 2065867 h 2870200"/>
              <a:gd name="connsiteX30" fmla="*/ 397933 w 4089400"/>
              <a:gd name="connsiteY30" fmla="*/ 2032000 h 2870200"/>
              <a:gd name="connsiteX31" fmla="*/ 423333 w 4089400"/>
              <a:gd name="connsiteY31" fmla="*/ 1998134 h 2870200"/>
              <a:gd name="connsiteX32" fmla="*/ 440266 w 4089400"/>
              <a:gd name="connsiteY32" fmla="*/ 1752600 h 2870200"/>
              <a:gd name="connsiteX33" fmla="*/ 465666 w 4089400"/>
              <a:gd name="connsiteY33" fmla="*/ 1651000 h 2870200"/>
              <a:gd name="connsiteX34" fmla="*/ 491066 w 4089400"/>
              <a:gd name="connsiteY34" fmla="*/ 1710267 h 2870200"/>
              <a:gd name="connsiteX35" fmla="*/ 499533 w 4089400"/>
              <a:gd name="connsiteY35" fmla="*/ 1735667 h 2870200"/>
              <a:gd name="connsiteX36" fmla="*/ 533400 w 4089400"/>
              <a:gd name="connsiteY36" fmla="*/ 1820334 h 2870200"/>
              <a:gd name="connsiteX37" fmla="*/ 558800 w 4089400"/>
              <a:gd name="connsiteY37" fmla="*/ 1938867 h 2870200"/>
              <a:gd name="connsiteX38" fmla="*/ 575733 w 4089400"/>
              <a:gd name="connsiteY38" fmla="*/ 1998134 h 2870200"/>
              <a:gd name="connsiteX39" fmla="*/ 592666 w 4089400"/>
              <a:gd name="connsiteY39" fmla="*/ 2023534 h 2870200"/>
              <a:gd name="connsiteX40" fmla="*/ 618066 w 4089400"/>
              <a:gd name="connsiteY40" fmla="*/ 1786467 h 2870200"/>
              <a:gd name="connsiteX41" fmla="*/ 626533 w 4089400"/>
              <a:gd name="connsiteY41" fmla="*/ 1744134 h 2870200"/>
              <a:gd name="connsiteX42" fmla="*/ 643466 w 4089400"/>
              <a:gd name="connsiteY42" fmla="*/ 1718734 h 2870200"/>
              <a:gd name="connsiteX43" fmla="*/ 660400 w 4089400"/>
              <a:gd name="connsiteY43" fmla="*/ 1617134 h 2870200"/>
              <a:gd name="connsiteX44" fmla="*/ 677333 w 4089400"/>
              <a:gd name="connsiteY44" fmla="*/ 1557867 h 2870200"/>
              <a:gd name="connsiteX45" fmla="*/ 685800 w 4089400"/>
              <a:gd name="connsiteY45" fmla="*/ 1524000 h 2870200"/>
              <a:gd name="connsiteX46" fmla="*/ 702733 w 4089400"/>
              <a:gd name="connsiteY46" fmla="*/ 1312334 h 2870200"/>
              <a:gd name="connsiteX47" fmla="*/ 719666 w 4089400"/>
              <a:gd name="connsiteY47" fmla="*/ 1380067 h 2870200"/>
              <a:gd name="connsiteX48" fmla="*/ 736600 w 4089400"/>
              <a:gd name="connsiteY48" fmla="*/ 1532467 h 2870200"/>
              <a:gd name="connsiteX49" fmla="*/ 753533 w 4089400"/>
              <a:gd name="connsiteY49" fmla="*/ 1566334 h 2870200"/>
              <a:gd name="connsiteX50" fmla="*/ 778933 w 4089400"/>
              <a:gd name="connsiteY50" fmla="*/ 1456267 h 2870200"/>
              <a:gd name="connsiteX51" fmla="*/ 795866 w 4089400"/>
              <a:gd name="connsiteY51" fmla="*/ 1430867 h 2870200"/>
              <a:gd name="connsiteX52" fmla="*/ 829733 w 4089400"/>
              <a:gd name="connsiteY52" fmla="*/ 1388534 h 2870200"/>
              <a:gd name="connsiteX53" fmla="*/ 838200 w 4089400"/>
              <a:gd name="connsiteY53" fmla="*/ 1498600 h 2870200"/>
              <a:gd name="connsiteX54" fmla="*/ 863600 w 4089400"/>
              <a:gd name="connsiteY54" fmla="*/ 1811867 h 2870200"/>
              <a:gd name="connsiteX55" fmla="*/ 872066 w 4089400"/>
              <a:gd name="connsiteY55" fmla="*/ 1642534 h 2870200"/>
              <a:gd name="connsiteX56" fmla="*/ 897466 w 4089400"/>
              <a:gd name="connsiteY56" fmla="*/ 1583267 h 2870200"/>
              <a:gd name="connsiteX57" fmla="*/ 905933 w 4089400"/>
              <a:gd name="connsiteY57" fmla="*/ 1557867 h 2870200"/>
              <a:gd name="connsiteX58" fmla="*/ 914400 w 4089400"/>
              <a:gd name="connsiteY58" fmla="*/ 2006600 h 2870200"/>
              <a:gd name="connsiteX59" fmla="*/ 939800 w 4089400"/>
              <a:gd name="connsiteY59" fmla="*/ 2116667 h 2870200"/>
              <a:gd name="connsiteX60" fmla="*/ 948266 w 4089400"/>
              <a:gd name="connsiteY60" fmla="*/ 1828800 h 2870200"/>
              <a:gd name="connsiteX61" fmla="*/ 965200 w 4089400"/>
              <a:gd name="connsiteY61" fmla="*/ 1794934 h 2870200"/>
              <a:gd name="connsiteX62" fmla="*/ 973666 w 4089400"/>
              <a:gd name="connsiteY62" fmla="*/ 1761067 h 2870200"/>
              <a:gd name="connsiteX63" fmla="*/ 990600 w 4089400"/>
              <a:gd name="connsiteY63" fmla="*/ 1871134 h 2870200"/>
              <a:gd name="connsiteX64" fmla="*/ 1007533 w 4089400"/>
              <a:gd name="connsiteY64" fmla="*/ 1947334 h 2870200"/>
              <a:gd name="connsiteX65" fmla="*/ 1024466 w 4089400"/>
              <a:gd name="connsiteY65" fmla="*/ 2040467 h 2870200"/>
              <a:gd name="connsiteX66" fmla="*/ 1049866 w 4089400"/>
              <a:gd name="connsiteY66" fmla="*/ 2108200 h 2870200"/>
              <a:gd name="connsiteX67" fmla="*/ 1058333 w 4089400"/>
              <a:gd name="connsiteY67" fmla="*/ 2150534 h 2870200"/>
              <a:gd name="connsiteX68" fmla="*/ 1100666 w 4089400"/>
              <a:gd name="connsiteY68" fmla="*/ 2209800 h 2870200"/>
              <a:gd name="connsiteX69" fmla="*/ 1109133 w 4089400"/>
              <a:gd name="connsiteY69" fmla="*/ 2108200 h 2870200"/>
              <a:gd name="connsiteX70" fmla="*/ 1159933 w 4089400"/>
              <a:gd name="connsiteY70" fmla="*/ 1989667 h 2870200"/>
              <a:gd name="connsiteX71" fmla="*/ 1210733 w 4089400"/>
              <a:gd name="connsiteY71" fmla="*/ 1913467 h 2870200"/>
              <a:gd name="connsiteX72" fmla="*/ 1219200 w 4089400"/>
              <a:gd name="connsiteY72" fmla="*/ 2167467 h 2870200"/>
              <a:gd name="connsiteX73" fmla="*/ 1236133 w 4089400"/>
              <a:gd name="connsiteY73" fmla="*/ 2082800 h 2870200"/>
              <a:gd name="connsiteX74" fmla="*/ 1244600 w 4089400"/>
              <a:gd name="connsiteY74" fmla="*/ 2015067 h 2870200"/>
              <a:gd name="connsiteX75" fmla="*/ 1286933 w 4089400"/>
              <a:gd name="connsiteY75" fmla="*/ 1854200 h 2870200"/>
              <a:gd name="connsiteX76" fmla="*/ 1295400 w 4089400"/>
              <a:gd name="connsiteY76" fmla="*/ 1803400 h 2870200"/>
              <a:gd name="connsiteX77" fmla="*/ 1320800 w 4089400"/>
              <a:gd name="connsiteY77" fmla="*/ 1701800 h 2870200"/>
              <a:gd name="connsiteX78" fmla="*/ 1346200 w 4089400"/>
              <a:gd name="connsiteY78" fmla="*/ 1718734 h 2870200"/>
              <a:gd name="connsiteX79" fmla="*/ 1354666 w 4089400"/>
              <a:gd name="connsiteY79" fmla="*/ 1744134 h 2870200"/>
              <a:gd name="connsiteX80" fmla="*/ 1380066 w 4089400"/>
              <a:gd name="connsiteY80" fmla="*/ 1828800 h 2870200"/>
              <a:gd name="connsiteX81" fmla="*/ 1397000 w 4089400"/>
              <a:gd name="connsiteY81" fmla="*/ 1879600 h 2870200"/>
              <a:gd name="connsiteX82" fmla="*/ 1405466 w 4089400"/>
              <a:gd name="connsiteY82" fmla="*/ 1913467 h 2870200"/>
              <a:gd name="connsiteX83" fmla="*/ 1430866 w 4089400"/>
              <a:gd name="connsiteY83" fmla="*/ 1947334 h 2870200"/>
              <a:gd name="connsiteX84" fmla="*/ 1447800 w 4089400"/>
              <a:gd name="connsiteY84" fmla="*/ 1938867 h 2870200"/>
              <a:gd name="connsiteX85" fmla="*/ 1490133 w 4089400"/>
              <a:gd name="connsiteY85" fmla="*/ 1803400 h 2870200"/>
              <a:gd name="connsiteX86" fmla="*/ 1549400 w 4089400"/>
              <a:gd name="connsiteY86" fmla="*/ 1651000 h 2870200"/>
              <a:gd name="connsiteX87" fmla="*/ 1557866 w 4089400"/>
              <a:gd name="connsiteY87" fmla="*/ 1591734 h 2870200"/>
              <a:gd name="connsiteX88" fmla="*/ 1574800 w 4089400"/>
              <a:gd name="connsiteY88" fmla="*/ 1566334 h 2870200"/>
              <a:gd name="connsiteX89" fmla="*/ 1583266 w 4089400"/>
              <a:gd name="connsiteY89" fmla="*/ 1524000 h 2870200"/>
              <a:gd name="connsiteX90" fmla="*/ 1591733 w 4089400"/>
              <a:gd name="connsiteY90" fmla="*/ 1498600 h 2870200"/>
              <a:gd name="connsiteX91" fmla="*/ 1608666 w 4089400"/>
              <a:gd name="connsiteY91" fmla="*/ 1524000 h 2870200"/>
              <a:gd name="connsiteX92" fmla="*/ 1634066 w 4089400"/>
              <a:gd name="connsiteY92" fmla="*/ 1490134 h 2870200"/>
              <a:gd name="connsiteX93" fmla="*/ 1659466 w 4089400"/>
              <a:gd name="connsiteY93" fmla="*/ 1388534 h 2870200"/>
              <a:gd name="connsiteX94" fmla="*/ 1718733 w 4089400"/>
              <a:gd name="connsiteY94" fmla="*/ 1286934 h 2870200"/>
              <a:gd name="connsiteX95" fmla="*/ 1769533 w 4089400"/>
              <a:gd name="connsiteY95" fmla="*/ 1176867 h 2870200"/>
              <a:gd name="connsiteX96" fmla="*/ 1794933 w 4089400"/>
              <a:gd name="connsiteY96" fmla="*/ 1202267 h 2870200"/>
              <a:gd name="connsiteX97" fmla="*/ 1803400 w 4089400"/>
              <a:gd name="connsiteY97" fmla="*/ 1227667 h 2870200"/>
              <a:gd name="connsiteX98" fmla="*/ 1820333 w 4089400"/>
              <a:gd name="connsiteY98" fmla="*/ 1261534 h 2870200"/>
              <a:gd name="connsiteX99" fmla="*/ 1862666 w 4089400"/>
              <a:gd name="connsiteY99" fmla="*/ 1422400 h 2870200"/>
              <a:gd name="connsiteX100" fmla="*/ 1913466 w 4089400"/>
              <a:gd name="connsiteY100" fmla="*/ 1600200 h 2870200"/>
              <a:gd name="connsiteX101" fmla="*/ 1964266 w 4089400"/>
              <a:gd name="connsiteY101" fmla="*/ 1744134 h 2870200"/>
              <a:gd name="connsiteX102" fmla="*/ 1981200 w 4089400"/>
              <a:gd name="connsiteY102" fmla="*/ 1498600 h 2870200"/>
              <a:gd name="connsiteX103" fmla="*/ 1998133 w 4089400"/>
              <a:gd name="connsiteY103" fmla="*/ 1464734 h 2870200"/>
              <a:gd name="connsiteX104" fmla="*/ 2006600 w 4089400"/>
              <a:gd name="connsiteY104" fmla="*/ 1439334 h 2870200"/>
              <a:gd name="connsiteX105" fmla="*/ 2057400 w 4089400"/>
              <a:gd name="connsiteY105" fmla="*/ 2032000 h 2870200"/>
              <a:gd name="connsiteX106" fmla="*/ 2065866 w 4089400"/>
              <a:gd name="connsiteY106" fmla="*/ 2150534 h 2870200"/>
              <a:gd name="connsiteX107" fmla="*/ 2074333 w 4089400"/>
              <a:gd name="connsiteY107" fmla="*/ 2489200 h 2870200"/>
              <a:gd name="connsiteX108" fmla="*/ 2108200 w 4089400"/>
              <a:gd name="connsiteY108" fmla="*/ 2421467 h 2870200"/>
              <a:gd name="connsiteX109" fmla="*/ 2150533 w 4089400"/>
              <a:gd name="connsiteY109" fmla="*/ 2319867 h 2870200"/>
              <a:gd name="connsiteX110" fmla="*/ 2175933 w 4089400"/>
              <a:gd name="connsiteY110" fmla="*/ 2286000 h 2870200"/>
              <a:gd name="connsiteX111" fmla="*/ 2209800 w 4089400"/>
              <a:gd name="connsiteY111" fmla="*/ 2235200 h 2870200"/>
              <a:gd name="connsiteX112" fmla="*/ 2226733 w 4089400"/>
              <a:gd name="connsiteY112" fmla="*/ 2514600 h 2870200"/>
              <a:gd name="connsiteX113" fmla="*/ 2252133 w 4089400"/>
              <a:gd name="connsiteY113" fmla="*/ 2565400 h 2870200"/>
              <a:gd name="connsiteX114" fmla="*/ 2260600 w 4089400"/>
              <a:gd name="connsiteY114" fmla="*/ 2489200 h 2870200"/>
              <a:gd name="connsiteX115" fmla="*/ 2277533 w 4089400"/>
              <a:gd name="connsiteY115" fmla="*/ 2421467 h 2870200"/>
              <a:gd name="connsiteX116" fmla="*/ 2286000 w 4089400"/>
              <a:gd name="connsiteY116" fmla="*/ 1718734 h 2870200"/>
              <a:gd name="connsiteX117" fmla="*/ 2311400 w 4089400"/>
              <a:gd name="connsiteY117" fmla="*/ 1811867 h 2870200"/>
              <a:gd name="connsiteX118" fmla="*/ 2336800 w 4089400"/>
              <a:gd name="connsiteY118" fmla="*/ 1871134 h 2870200"/>
              <a:gd name="connsiteX119" fmla="*/ 2362200 w 4089400"/>
              <a:gd name="connsiteY119" fmla="*/ 1938867 h 2870200"/>
              <a:gd name="connsiteX120" fmla="*/ 2370666 w 4089400"/>
              <a:gd name="connsiteY120" fmla="*/ 1972734 h 2870200"/>
              <a:gd name="connsiteX121" fmla="*/ 2379133 w 4089400"/>
              <a:gd name="connsiteY121" fmla="*/ 1574800 h 2870200"/>
              <a:gd name="connsiteX122" fmla="*/ 2404533 w 4089400"/>
              <a:gd name="connsiteY122" fmla="*/ 1236134 h 2870200"/>
              <a:gd name="connsiteX123" fmla="*/ 2421466 w 4089400"/>
              <a:gd name="connsiteY123" fmla="*/ 1092200 h 2870200"/>
              <a:gd name="connsiteX124" fmla="*/ 2429933 w 4089400"/>
              <a:gd name="connsiteY124" fmla="*/ 1066800 h 2870200"/>
              <a:gd name="connsiteX125" fmla="*/ 2438400 w 4089400"/>
              <a:gd name="connsiteY125" fmla="*/ 1092200 h 2870200"/>
              <a:gd name="connsiteX126" fmla="*/ 2455333 w 4089400"/>
              <a:gd name="connsiteY126" fmla="*/ 1117600 h 2870200"/>
              <a:gd name="connsiteX127" fmla="*/ 2463800 w 4089400"/>
              <a:gd name="connsiteY127" fmla="*/ 1227667 h 2870200"/>
              <a:gd name="connsiteX128" fmla="*/ 2489200 w 4089400"/>
              <a:gd name="connsiteY128" fmla="*/ 753534 h 2870200"/>
              <a:gd name="connsiteX129" fmla="*/ 2506133 w 4089400"/>
              <a:gd name="connsiteY129" fmla="*/ 685800 h 2870200"/>
              <a:gd name="connsiteX130" fmla="*/ 2514600 w 4089400"/>
              <a:gd name="connsiteY130" fmla="*/ 609600 h 2870200"/>
              <a:gd name="connsiteX131" fmla="*/ 2523066 w 4089400"/>
              <a:gd name="connsiteY131" fmla="*/ 558800 h 2870200"/>
              <a:gd name="connsiteX132" fmla="*/ 2540000 w 4089400"/>
              <a:gd name="connsiteY132" fmla="*/ 584200 h 2870200"/>
              <a:gd name="connsiteX133" fmla="*/ 2548466 w 4089400"/>
              <a:gd name="connsiteY133" fmla="*/ 778934 h 2870200"/>
              <a:gd name="connsiteX134" fmla="*/ 2590800 w 4089400"/>
              <a:gd name="connsiteY134" fmla="*/ 914400 h 2870200"/>
              <a:gd name="connsiteX135" fmla="*/ 2607733 w 4089400"/>
              <a:gd name="connsiteY135" fmla="*/ 973667 h 2870200"/>
              <a:gd name="connsiteX136" fmla="*/ 2624666 w 4089400"/>
              <a:gd name="connsiteY136" fmla="*/ 812800 h 2870200"/>
              <a:gd name="connsiteX137" fmla="*/ 2641600 w 4089400"/>
              <a:gd name="connsiteY137" fmla="*/ 694267 h 2870200"/>
              <a:gd name="connsiteX138" fmla="*/ 2667000 w 4089400"/>
              <a:gd name="connsiteY138" fmla="*/ 558800 h 2870200"/>
              <a:gd name="connsiteX139" fmla="*/ 2692400 w 4089400"/>
              <a:gd name="connsiteY139" fmla="*/ 321734 h 2870200"/>
              <a:gd name="connsiteX140" fmla="*/ 2709333 w 4089400"/>
              <a:gd name="connsiteY140" fmla="*/ 1058334 h 2870200"/>
              <a:gd name="connsiteX141" fmla="*/ 2717800 w 4089400"/>
              <a:gd name="connsiteY141" fmla="*/ 1032934 h 2870200"/>
              <a:gd name="connsiteX142" fmla="*/ 2785533 w 4089400"/>
              <a:gd name="connsiteY142" fmla="*/ 905934 h 2870200"/>
              <a:gd name="connsiteX143" fmla="*/ 2819400 w 4089400"/>
              <a:gd name="connsiteY143" fmla="*/ 855134 h 2870200"/>
              <a:gd name="connsiteX144" fmla="*/ 2844800 w 4089400"/>
              <a:gd name="connsiteY144" fmla="*/ 1422400 h 2870200"/>
              <a:gd name="connsiteX145" fmla="*/ 2853266 w 4089400"/>
              <a:gd name="connsiteY145" fmla="*/ 1388534 h 2870200"/>
              <a:gd name="connsiteX146" fmla="*/ 2870200 w 4089400"/>
              <a:gd name="connsiteY146" fmla="*/ 1363134 h 2870200"/>
              <a:gd name="connsiteX147" fmla="*/ 2895600 w 4089400"/>
              <a:gd name="connsiteY147" fmla="*/ 1278467 h 2870200"/>
              <a:gd name="connsiteX148" fmla="*/ 2912533 w 4089400"/>
              <a:gd name="connsiteY148" fmla="*/ 1320800 h 2870200"/>
              <a:gd name="connsiteX149" fmla="*/ 2929466 w 4089400"/>
              <a:gd name="connsiteY149" fmla="*/ 1388534 h 2870200"/>
              <a:gd name="connsiteX150" fmla="*/ 2946400 w 4089400"/>
              <a:gd name="connsiteY150" fmla="*/ 1422400 h 2870200"/>
              <a:gd name="connsiteX151" fmla="*/ 2988733 w 4089400"/>
              <a:gd name="connsiteY151" fmla="*/ 1540934 h 2870200"/>
              <a:gd name="connsiteX152" fmla="*/ 3005666 w 4089400"/>
              <a:gd name="connsiteY152" fmla="*/ 1566334 h 2870200"/>
              <a:gd name="connsiteX153" fmla="*/ 3039533 w 4089400"/>
              <a:gd name="connsiteY153" fmla="*/ 1718734 h 2870200"/>
              <a:gd name="connsiteX154" fmla="*/ 3064933 w 4089400"/>
              <a:gd name="connsiteY154" fmla="*/ 1761067 h 2870200"/>
              <a:gd name="connsiteX155" fmla="*/ 3098800 w 4089400"/>
              <a:gd name="connsiteY155" fmla="*/ 1879600 h 2870200"/>
              <a:gd name="connsiteX156" fmla="*/ 3090333 w 4089400"/>
              <a:gd name="connsiteY156" fmla="*/ 1913467 h 2870200"/>
              <a:gd name="connsiteX157" fmla="*/ 3102783 w 4089400"/>
              <a:gd name="connsiteY157" fmla="*/ 1901016 h 2870200"/>
              <a:gd name="connsiteX158" fmla="*/ 3081866 w 4089400"/>
              <a:gd name="connsiteY158" fmla="*/ 1888067 h 2870200"/>
              <a:gd name="connsiteX159" fmla="*/ 3107266 w 4089400"/>
              <a:gd name="connsiteY159" fmla="*/ 1871134 h 2870200"/>
              <a:gd name="connsiteX160" fmla="*/ 3115733 w 4089400"/>
              <a:gd name="connsiteY160" fmla="*/ 1769534 h 2870200"/>
              <a:gd name="connsiteX161" fmla="*/ 3132666 w 4089400"/>
              <a:gd name="connsiteY161" fmla="*/ 1710267 h 2870200"/>
              <a:gd name="connsiteX162" fmla="*/ 3141133 w 4089400"/>
              <a:gd name="connsiteY162" fmla="*/ 1684867 h 2870200"/>
              <a:gd name="connsiteX163" fmla="*/ 3166533 w 4089400"/>
              <a:gd name="connsiteY163" fmla="*/ 1676400 h 2870200"/>
              <a:gd name="connsiteX164" fmla="*/ 3175000 w 4089400"/>
              <a:gd name="connsiteY164" fmla="*/ 2006600 h 2870200"/>
              <a:gd name="connsiteX165" fmla="*/ 3183466 w 4089400"/>
              <a:gd name="connsiteY165" fmla="*/ 2048934 h 2870200"/>
              <a:gd name="connsiteX166" fmla="*/ 3191933 w 4089400"/>
              <a:gd name="connsiteY166" fmla="*/ 2099734 h 2870200"/>
              <a:gd name="connsiteX167" fmla="*/ 3208866 w 4089400"/>
              <a:gd name="connsiteY167" fmla="*/ 2048934 h 2870200"/>
              <a:gd name="connsiteX168" fmla="*/ 3217333 w 4089400"/>
              <a:gd name="connsiteY168" fmla="*/ 1998134 h 2870200"/>
              <a:gd name="connsiteX169" fmla="*/ 3251200 w 4089400"/>
              <a:gd name="connsiteY169" fmla="*/ 2353734 h 2870200"/>
              <a:gd name="connsiteX170" fmla="*/ 3276600 w 4089400"/>
              <a:gd name="connsiteY170" fmla="*/ 2387600 h 2870200"/>
              <a:gd name="connsiteX171" fmla="*/ 3285066 w 4089400"/>
              <a:gd name="connsiteY171" fmla="*/ 2497667 h 2870200"/>
              <a:gd name="connsiteX172" fmla="*/ 3302000 w 4089400"/>
              <a:gd name="connsiteY172" fmla="*/ 2531534 h 2870200"/>
              <a:gd name="connsiteX173" fmla="*/ 3318933 w 4089400"/>
              <a:gd name="connsiteY173" fmla="*/ 2599267 h 2870200"/>
              <a:gd name="connsiteX174" fmla="*/ 3344333 w 4089400"/>
              <a:gd name="connsiteY174" fmla="*/ 2667000 h 2870200"/>
              <a:gd name="connsiteX175" fmla="*/ 3386666 w 4089400"/>
              <a:gd name="connsiteY175" fmla="*/ 2810934 h 2870200"/>
              <a:gd name="connsiteX176" fmla="*/ 3412066 w 4089400"/>
              <a:gd name="connsiteY176" fmla="*/ 2870200 h 2870200"/>
              <a:gd name="connsiteX177" fmla="*/ 3437466 w 4089400"/>
              <a:gd name="connsiteY177" fmla="*/ 1828800 h 2870200"/>
              <a:gd name="connsiteX178" fmla="*/ 3436968 w 4089400"/>
              <a:gd name="connsiteY178" fmla="*/ 2090271 h 2870200"/>
              <a:gd name="connsiteX179" fmla="*/ 3462866 w 4089400"/>
              <a:gd name="connsiteY179" fmla="*/ 1735667 h 2870200"/>
              <a:gd name="connsiteX180" fmla="*/ 3488266 w 4089400"/>
              <a:gd name="connsiteY180" fmla="*/ 1651000 h 2870200"/>
              <a:gd name="connsiteX181" fmla="*/ 3496733 w 4089400"/>
              <a:gd name="connsiteY181" fmla="*/ 1701800 h 2870200"/>
              <a:gd name="connsiteX182" fmla="*/ 3500717 w 4089400"/>
              <a:gd name="connsiteY182" fmla="*/ 1875118 h 2870200"/>
              <a:gd name="connsiteX183" fmla="*/ 3522133 w 4089400"/>
              <a:gd name="connsiteY183" fmla="*/ 1752600 h 2870200"/>
              <a:gd name="connsiteX184" fmla="*/ 3530600 w 4089400"/>
              <a:gd name="connsiteY184" fmla="*/ 1693334 h 2870200"/>
              <a:gd name="connsiteX185" fmla="*/ 3572933 w 4089400"/>
              <a:gd name="connsiteY185" fmla="*/ 1608667 h 2870200"/>
              <a:gd name="connsiteX186" fmla="*/ 3589866 w 4089400"/>
              <a:gd name="connsiteY186" fmla="*/ 1566334 h 2870200"/>
              <a:gd name="connsiteX187" fmla="*/ 3632200 w 4089400"/>
              <a:gd name="connsiteY187" fmla="*/ 1464734 h 2870200"/>
              <a:gd name="connsiteX188" fmla="*/ 3636184 w 4089400"/>
              <a:gd name="connsiteY188" fmla="*/ 1373094 h 2870200"/>
              <a:gd name="connsiteX189" fmla="*/ 3657600 w 4089400"/>
              <a:gd name="connsiteY189" fmla="*/ 1363134 h 2870200"/>
              <a:gd name="connsiteX190" fmla="*/ 3674533 w 4089400"/>
              <a:gd name="connsiteY190" fmla="*/ 1320800 h 2870200"/>
              <a:gd name="connsiteX191" fmla="*/ 3669553 w 4089400"/>
              <a:gd name="connsiteY191" fmla="*/ 1151964 h 2870200"/>
              <a:gd name="connsiteX192" fmla="*/ 3716866 w 4089400"/>
              <a:gd name="connsiteY192" fmla="*/ 1227667 h 2870200"/>
              <a:gd name="connsiteX193" fmla="*/ 3725333 w 4089400"/>
              <a:gd name="connsiteY193" fmla="*/ 1176867 h 2870200"/>
              <a:gd name="connsiteX194" fmla="*/ 3742266 w 4089400"/>
              <a:gd name="connsiteY194" fmla="*/ 1126067 h 2870200"/>
              <a:gd name="connsiteX195" fmla="*/ 3750733 w 4089400"/>
              <a:gd name="connsiteY195" fmla="*/ 1058334 h 2870200"/>
              <a:gd name="connsiteX196" fmla="*/ 3759200 w 4089400"/>
              <a:gd name="connsiteY196" fmla="*/ 1270000 h 2870200"/>
              <a:gd name="connsiteX197" fmla="*/ 3793066 w 4089400"/>
              <a:gd name="connsiteY197" fmla="*/ 558800 h 2870200"/>
              <a:gd name="connsiteX198" fmla="*/ 3810000 w 4089400"/>
              <a:gd name="connsiteY198" fmla="*/ 482600 h 2870200"/>
              <a:gd name="connsiteX199" fmla="*/ 3818466 w 4089400"/>
              <a:gd name="connsiteY199" fmla="*/ 533400 h 2870200"/>
              <a:gd name="connsiteX200" fmla="*/ 3835400 w 4089400"/>
              <a:gd name="connsiteY200" fmla="*/ 660400 h 2870200"/>
              <a:gd name="connsiteX201" fmla="*/ 3843866 w 4089400"/>
              <a:gd name="connsiteY201" fmla="*/ 702734 h 2870200"/>
              <a:gd name="connsiteX202" fmla="*/ 3860800 w 4089400"/>
              <a:gd name="connsiteY202" fmla="*/ 736600 h 2870200"/>
              <a:gd name="connsiteX203" fmla="*/ 3877733 w 4089400"/>
              <a:gd name="connsiteY203" fmla="*/ 702734 h 2870200"/>
              <a:gd name="connsiteX204" fmla="*/ 3937000 w 4089400"/>
              <a:gd name="connsiteY204" fmla="*/ 482600 h 2870200"/>
              <a:gd name="connsiteX205" fmla="*/ 3953933 w 4089400"/>
              <a:gd name="connsiteY205" fmla="*/ 457200 h 2870200"/>
              <a:gd name="connsiteX206" fmla="*/ 3979333 w 4089400"/>
              <a:gd name="connsiteY206" fmla="*/ 177800 h 2870200"/>
              <a:gd name="connsiteX207" fmla="*/ 4004733 w 4089400"/>
              <a:gd name="connsiteY207" fmla="*/ 135467 h 2870200"/>
              <a:gd name="connsiteX208" fmla="*/ 4013200 w 4089400"/>
              <a:gd name="connsiteY208" fmla="*/ 101600 h 2870200"/>
              <a:gd name="connsiteX209" fmla="*/ 4021666 w 4089400"/>
              <a:gd name="connsiteY209" fmla="*/ 76200 h 2870200"/>
              <a:gd name="connsiteX210" fmla="*/ 4030133 w 4089400"/>
              <a:gd name="connsiteY210" fmla="*/ 110067 h 2870200"/>
              <a:gd name="connsiteX211" fmla="*/ 4047066 w 4089400"/>
              <a:gd name="connsiteY211" fmla="*/ 160867 h 2870200"/>
              <a:gd name="connsiteX212" fmla="*/ 4089400 w 4089400"/>
              <a:gd name="connsiteY212" fmla="*/ 0 h 2870200"/>
              <a:gd name="connsiteX0" fmla="*/ 0 w 4089400"/>
              <a:gd name="connsiteY0" fmla="*/ 702734 h 2870200"/>
              <a:gd name="connsiteX1" fmla="*/ 8466 w 4089400"/>
              <a:gd name="connsiteY1" fmla="*/ 643467 h 2870200"/>
              <a:gd name="connsiteX2" fmla="*/ 25400 w 4089400"/>
              <a:gd name="connsiteY2" fmla="*/ 626534 h 2870200"/>
              <a:gd name="connsiteX3" fmla="*/ 33866 w 4089400"/>
              <a:gd name="connsiteY3" fmla="*/ 592667 h 2870200"/>
              <a:gd name="connsiteX4" fmla="*/ 42333 w 4089400"/>
              <a:gd name="connsiteY4" fmla="*/ 567267 h 2870200"/>
              <a:gd name="connsiteX5" fmla="*/ 42333 w 4089400"/>
              <a:gd name="connsiteY5" fmla="*/ 821267 h 2870200"/>
              <a:gd name="connsiteX6" fmla="*/ 21415 w 4089400"/>
              <a:gd name="connsiteY6" fmla="*/ 1068793 h 2870200"/>
              <a:gd name="connsiteX7" fmla="*/ 25400 w 4089400"/>
              <a:gd name="connsiteY7" fmla="*/ 1354667 h 2870200"/>
              <a:gd name="connsiteX8" fmla="*/ 33866 w 4089400"/>
              <a:gd name="connsiteY8" fmla="*/ 1329267 h 2870200"/>
              <a:gd name="connsiteX9" fmla="*/ 42333 w 4089400"/>
              <a:gd name="connsiteY9" fmla="*/ 1286934 h 2870200"/>
              <a:gd name="connsiteX10" fmla="*/ 59266 w 4089400"/>
              <a:gd name="connsiteY10" fmla="*/ 1253067 h 2870200"/>
              <a:gd name="connsiteX11" fmla="*/ 76200 w 4089400"/>
              <a:gd name="connsiteY11" fmla="*/ 1202267 h 2870200"/>
              <a:gd name="connsiteX12" fmla="*/ 84666 w 4089400"/>
              <a:gd name="connsiteY12" fmla="*/ 1176867 h 2870200"/>
              <a:gd name="connsiteX13" fmla="*/ 101600 w 4089400"/>
              <a:gd name="connsiteY13" fmla="*/ 1143000 h 2870200"/>
              <a:gd name="connsiteX14" fmla="*/ 110066 w 4089400"/>
              <a:gd name="connsiteY14" fmla="*/ 1100667 h 2870200"/>
              <a:gd name="connsiteX15" fmla="*/ 135466 w 4089400"/>
              <a:gd name="connsiteY15" fmla="*/ 1032934 h 2870200"/>
              <a:gd name="connsiteX16" fmla="*/ 143933 w 4089400"/>
              <a:gd name="connsiteY16" fmla="*/ 999067 h 2870200"/>
              <a:gd name="connsiteX17" fmla="*/ 160866 w 4089400"/>
              <a:gd name="connsiteY17" fmla="*/ 948267 h 2870200"/>
              <a:gd name="connsiteX18" fmla="*/ 177800 w 4089400"/>
              <a:gd name="connsiteY18" fmla="*/ 1134534 h 2870200"/>
              <a:gd name="connsiteX19" fmla="*/ 194733 w 4089400"/>
              <a:gd name="connsiteY19" fmla="*/ 1464734 h 2870200"/>
              <a:gd name="connsiteX20" fmla="*/ 228600 w 4089400"/>
              <a:gd name="connsiteY20" fmla="*/ 1397000 h 2870200"/>
              <a:gd name="connsiteX21" fmla="*/ 254000 w 4089400"/>
              <a:gd name="connsiteY21" fmla="*/ 1363134 h 2870200"/>
              <a:gd name="connsiteX22" fmla="*/ 262466 w 4089400"/>
              <a:gd name="connsiteY22" fmla="*/ 1337734 h 2870200"/>
              <a:gd name="connsiteX23" fmla="*/ 279400 w 4089400"/>
              <a:gd name="connsiteY23" fmla="*/ 1371600 h 2870200"/>
              <a:gd name="connsiteX24" fmla="*/ 287866 w 4089400"/>
              <a:gd name="connsiteY24" fmla="*/ 2243667 h 2870200"/>
              <a:gd name="connsiteX25" fmla="*/ 313266 w 4089400"/>
              <a:gd name="connsiteY25" fmla="*/ 2201334 h 2870200"/>
              <a:gd name="connsiteX26" fmla="*/ 321733 w 4089400"/>
              <a:gd name="connsiteY26" fmla="*/ 2150534 h 2870200"/>
              <a:gd name="connsiteX27" fmla="*/ 355600 w 4089400"/>
              <a:gd name="connsiteY27" fmla="*/ 2125134 h 2870200"/>
              <a:gd name="connsiteX28" fmla="*/ 364066 w 4089400"/>
              <a:gd name="connsiteY28" fmla="*/ 2082800 h 2870200"/>
              <a:gd name="connsiteX29" fmla="*/ 381000 w 4089400"/>
              <a:gd name="connsiteY29" fmla="*/ 2065867 h 2870200"/>
              <a:gd name="connsiteX30" fmla="*/ 397933 w 4089400"/>
              <a:gd name="connsiteY30" fmla="*/ 2032000 h 2870200"/>
              <a:gd name="connsiteX31" fmla="*/ 423333 w 4089400"/>
              <a:gd name="connsiteY31" fmla="*/ 1998134 h 2870200"/>
              <a:gd name="connsiteX32" fmla="*/ 440266 w 4089400"/>
              <a:gd name="connsiteY32" fmla="*/ 1752600 h 2870200"/>
              <a:gd name="connsiteX33" fmla="*/ 465666 w 4089400"/>
              <a:gd name="connsiteY33" fmla="*/ 1651000 h 2870200"/>
              <a:gd name="connsiteX34" fmla="*/ 491066 w 4089400"/>
              <a:gd name="connsiteY34" fmla="*/ 1710267 h 2870200"/>
              <a:gd name="connsiteX35" fmla="*/ 499533 w 4089400"/>
              <a:gd name="connsiteY35" fmla="*/ 1735667 h 2870200"/>
              <a:gd name="connsiteX36" fmla="*/ 533400 w 4089400"/>
              <a:gd name="connsiteY36" fmla="*/ 1820334 h 2870200"/>
              <a:gd name="connsiteX37" fmla="*/ 558800 w 4089400"/>
              <a:gd name="connsiteY37" fmla="*/ 1938867 h 2870200"/>
              <a:gd name="connsiteX38" fmla="*/ 575733 w 4089400"/>
              <a:gd name="connsiteY38" fmla="*/ 1998134 h 2870200"/>
              <a:gd name="connsiteX39" fmla="*/ 592666 w 4089400"/>
              <a:gd name="connsiteY39" fmla="*/ 2023534 h 2870200"/>
              <a:gd name="connsiteX40" fmla="*/ 618066 w 4089400"/>
              <a:gd name="connsiteY40" fmla="*/ 1786467 h 2870200"/>
              <a:gd name="connsiteX41" fmla="*/ 626533 w 4089400"/>
              <a:gd name="connsiteY41" fmla="*/ 1744134 h 2870200"/>
              <a:gd name="connsiteX42" fmla="*/ 643466 w 4089400"/>
              <a:gd name="connsiteY42" fmla="*/ 1718734 h 2870200"/>
              <a:gd name="connsiteX43" fmla="*/ 660400 w 4089400"/>
              <a:gd name="connsiteY43" fmla="*/ 1617134 h 2870200"/>
              <a:gd name="connsiteX44" fmla="*/ 677333 w 4089400"/>
              <a:gd name="connsiteY44" fmla="*/ 1557867 h 2870200"/>
              <a:gd name="connsiteX45" fmla="*/ 685800 w 4089400"/>
              <a:gd name="connsiteY45" fmla="*/ 1524000 h 2870200"/>
              <a:gd name="connsiteX46" fmla="*/ 702733 w 4089400"/>
              <a:gd name="connsiteY46" fmla="*/ 1312334 h 2870200"/>
              <a:gd name="connsiteX47" fmla="*/ 719666 w 4089400"/>
              <a:gd name="connsiteY47" fmla="*/ 1380067 h 2870200"/>
              <a:gd name="connsiteX48" fmla="*/ 736600 w 4089400"/>
              <a:gd name="connsiteY48" fmla="*/ 1532467 h 2870200"/>
              <a:gd name="connsiteX49" fmla="*/ 753533 w 4089400"/>
              <a:gd name="connsiteY49" fmla="*/ 1566334 h 2870200"/>
              <a:gd name="connsiteX50" fmla="*/ 778933 w 4089400"/>
              <a:gd name="connsiteY50" fmla="*/ 1456267 h 2870200"/>
              <a:gd name="connsiteX51" fmla="*/ 795866 w 4089400"/>
              <a:gd name="connsiteY51" fmla="*/ 1430867 h 2870200"/>
              <a:gd name="connsiteX52" fmla="*/ 829733 w 4089400"/>
              <a:gd name="connsiteY52" fmla="*/ 1388534 h 2870200"/>
              <a:gd name="connsiteX53" fmla="*/ 838200 w 4089400"/>
              <a:gd name="connsiteY53" fmla="*/ 1498600 h 2870200"/>
              <a:gd name="connsiteX54" fmla="*/ 863600 w 4089400"/>
              <a:gd name="connsiteY54" fmla="*/ 1811867 h 2870200"/>
              <a:gd name="connsiteX55" fmla="*/ 872066 w 4089400"/>
              <a:gd name="connsiteY55" fmla="*/ 1642534 h 2870200"/>
              <a:gd name="connsiteX56" fmla="*/ 897466 w 4089400"/>
              <a:gd name="connsiteY56" fmla="*/ 1583267 h 2870200"/>
              <a:gd name="connsiteX57" fmla="*/ 905933 w 4089400"/>
              <a:gd name="connsiteY57" fmla="*/ 1557867 h 2870200"/>
              <a:gd name="connsiteX58" fmla="*/ 914400 w 4089400"/>
              <a:gd name="connsiteY58" fmla="*/ 2006600 h 2870200"/>
              <a:gd name="connsiteX59" fmla="*/ 939800 w 4089400"/>
              <a:gd name="connsiteY59" fmla="*/ 2116667 h 2870200"/>
              <a:gd name="connsiteX60" fmla="*/ 948266 w 4089400"/>
              <a:gd name="connsiteY60" fmla="*/ 1828800 h 2870200"/>
              <a:gd name="connsiteX61" fmla="*/ 965200 w 4089400"/>
              <a:gd name="connsiteY61" fmla="*/ 1794934 h 2870200"/>
              <a:gd name="connsiteX62" fmla="*/ 973666 w 4089400"/>
              <a:gd name="connsiteY62" fmla="*/ 1761067 h 2870200"/>
              <a:gd name="connsiteX63" fmla="*/ 990600 w 4089400"/>
              <a:gd name="connsiteY63" fmla="*/ 1871134 h 2870200"/>
              <a:gd name="connsiteX64" fmla="*/ 1007533 w 4089400"/>
              <a:gd name="connsiteY64" fmla="*/ 1947334 h 2870200"/>
              <a:gd name="connsiteX65" fmla="*/ 1024466 w 4089400"/>
              <a:gd name="connsiteY65" fmla="*/ 2040467 h 2870200"/>
              <a:gd name="connsiteX66" fmla="*/ 1049866 w 4089400"/>
              <a:gd name="connsiteY66" fmla="*/ 2108200 h 2870200"/>
              <a:gd name="connsiteX67" fmla="*/ 1058333 w 4089400"/>
              <a:gd name="connsiteY67" fmla="*/ 2150534 h 2870200"/>
              <a:gd name="connsiteX68" fmla="*/ 1100666 w 4089400"/>
              <a:gd name="connsiteY68" fmla="*/ 2209800 h 2870200"/>
              <a:gd name="connsiteX69" fmla="*/ 1109133 w 4089400"/>
              <a:gd name="connsiteY69" fmla="*/ 2108200 h 2870200"/>
              <a:gd name="connsiteX70" fmla="*/ 1159933 w 4089400"/>
              <a:gd name="connsiteY70" fmla="*/ 1989667 h 2870200"/>
              <a:gd name="connsiteX71" fmla="*/ 1210733 w 4089400"/>
              <a:gd name="connsiteY71" fmla="*/ 1913467 h 2870200"/>
              <a:gd name="connsiteX72" fmla="*/ 1219200 w 4089400"/>
              <a:gd name="connsiteY72" fmla="*/ 2167467 h 2870200"/>
              <a:gd name="connsiteX73" fmla="*/ 1236133 w 4089400"/>
              <a:gd name="connsiteY73" fmla="*/ 2082800 h 2870200"/>
              <a:gd name="connsiteX74" fmla="*/ 1244600 w 4089400"/>
              <a:gd name="connsiteY74" fmla="*/ 2015067 h 2870200"/>
              <a:gd name="connsiteX75" fmla="*/ 1286933 w 4089400"/>
              <a:gd name="connsiteY75" fmla="*/ 1854200 h 2870200"/>
              <a:gd name="connsiteX76" fmla="*/ 1295400 w 4089400"/>
              <a:gd name="connsiteY76" fmla="*/ 1803400 h 2870200"/>
              <a:gd name="connsiteX77" fmla="*/ 1320800 w 4089400"/>
              <a:gd name="connsiteY77" fmla="*/ 1701800 h 2870200"/>
              <a:gd name="connsiteX78" fmla="*/ 1346200 w 4089400"/>
              <a:gd name="connsiteY78" fmla="*/ 1718734 h 2870200"/>
              <a:gd name="connsiteX79" fmla="*/ 1354666 w 4089400"/>
              <a:gd name="connsiteY79" fmla="*/ 1744134 h 2870200"/>
              <a:gd name="connsiteX80" fmla="*/ 1380066 w 4089400"/>
              <a:gd name="connsiteY80" fmla="*/ 1828800 h 2870200"/>
              <a:gd name="connsiteX81" fmla="*/ 1397000 w 4089400"/>
              <a:gd name="connsiteY81" fmla="*/ 1879600 h 2870200"/>
              <a:gd name="connsiteX82" fmla="*/ 1405466 w 4089400"/>
              <a:gd name="connsiteY82" fmla="*/ 1913467 h 2870200"/>
              <a:gd name="connsiteX83" fmla="*/ 1430866 w 4089400"/>
              <a:gd name="connsiteY83" fmla="*/ 1947334 h 2870200"/>
              <a:gd name="connsiteX84" fmla="*/ 1447800 w 4089400"/>
              <a:gd name="connsiteY84" fmla="*/ 1938867 h 2870200"/>
              <a:gd name="connsiteX85" fmla="*/ 1490133 w 4089400"/>
              <a:gd name="connsiteY85" fmla="*/ 1803400 h 2870200"/>
              <a:gd name="connsiteX86" fmla="*/ 1549400 w 4089400"/>
              <a:gd name="connsiteY86" fmla="*/ 1651000 h 2870200"/>
              <a:gd name="connsiteX87" fmla="*/ 1557866 w 4089400"/>
              <a:gd name="connsiteY87" fmla="*/ 1591734 h 2870200"/>
              <a:gd name="connsiteX88" fmla="*/ 1574800 w 4089400"/>
              <a:gd name="connsiteY88" fmla="*/ 1566334 h 2870200"/>
              <a:gd name="connsiteX89" fmla="*/ 1583266 w 4089400"/>
              <a:gd name="connsiteY89" fmla="*/ 1524000 h 2870200"/>
              <a:gd name="connsiteX90" fmla="*/ 1591733 w 4089400"/>
              <a:gd name="connsiteY90" fmla="*/ 1498600 h 2870200"/>
              <a:gd name="connsiteX91" fmla="*/ 1608666 w 4089400"/>
              <a:gd name="connsiteY91" fmla="*/ 1524000 h 2870200"/>
              <a:gd name="connsiteX92" fmla="*/ 1634066 w 4089400"/>
              <a:gd name="connsiteY92" fmla="*/ 1490134 h 2870200"/>
              <a:gd name="connsiteX93" fmla="*/ 1659466 w 4089400"/>
              <a:gd name="connsiteY93" fmla="*/ 1388534 h 2870200"/>
              <a:gd name="connsiteX94" fmla="*/ 1718733 w 4089400"/>
              <a:gd name="connsiteY94" fmla="*/ 1286934 h 2870200"/>
              <a:gd name="connsiteX95" fmla="*/ 1769533 w 4089400"/>
              <a:gd name="connsiteY95" fmla="*/ 1176867 h 2870200"/>
              <a:gd name="connsiteX96" fmla="*/ 1794933 w 4089400"/>
              <a:gd name="connsiteY96" fmla="*/ 1202267 h 2870200"/>
              <a:gd name="connsiteX97" fmla="*/ 1803400 w 4089400"/>
              <a:gd name="connsiteY97" fmla="*/ 1227667 h 2870200"/>
              <a:gd name="connsiteX98" fmla="*/ 1820333 w 4089400"/>
              <a:gd name="connsiteY98" fmla="*/ 1261534 h 2870200"/>
              <a:gd name="connsiteX99" fmla="*/ 1862666 w 4089400"/>
              <a:gd name="connsiteY99" fmla="*/ 1422400 h 2870200"/>
              <a:gd name="connsiteX100" fmla="*/ 1913466 w 4089400"/>
              <a:gd name="connsiteY100" fmla="*/ 1600200 h 2870200"/>
              <a:gd name="connsiteX101" fmla="*/ 1964266 w 4089400"/>
              <a:gd name="connsiteY101" fmla="*/ 1744134 h 2870200"/>
              <a:gd name="connsiteX102" fmla="*/ 1981200 w 4089400"/>
              <a:gd name="connsiteY102" fmla="*/ 1498600 h 2870200"/>
              <a:gd name="connsiteX103" fmla="*/ 1998133 w 4089400"/>
              <a:gd name="connsiteY103" fmla="*/ 1464734 h 2870200"/>
              <a:gd name="connsiteX104" fmla="*/ 2006600 w 4089400"/>
              <a:gd name="connsiteY104" fmla="*/ 1439334 h 2870200"/>
              <a:gd name="connsiteX105" fmla="*/ 2057400 w 4089400"/>
              <a:gd name="connsiteY105" fmla="*/ 2032000 h 2870200"/>
              <a:gd name="connsiteX106" fmla="*/ 2065866 w 4089400"/>
              <a:gd name="connsiteY106" fmla="*/ 2150534 h 2870200"/>
              <a:gd name="connsiteX107" fmla="*/ 2074333 w 4089400"/>
              <a:gd name="connsiteY107" fmla="*/ 2489200 h 2870200"/>
              <a:gd name="connsiteX108" fmla="*/ 2108200 w 4089400"/>
              <a:gd name="connsiteY108" fmla="*/ 2421467 h 2870200"/>
              <a:gd name="connsiteX109" fmla="*/ 2150533 w 4089400"/>
              <a:gd name="connsiteY109" fmla="*/ 2319867 h 2870200"/>
              <a:gd name="connsiteX110" fmla="*/ 2175933 w 4089400"/>
              <a:gd name="connsiteY110" fmla="*/ 2286000 h 2870200"/>
              <a:gd name="connsiteX111" fmla="*/ 2209800 w 4089400"/>
              <a:gd name="connsiteY111" fmla="*/ 2235200 h 2870200"/>
              <a:gd name="connsiteX112" fmla="*/ 2226733 w 4089400"/>
              <a:gd name="connsiteY112" fmla="*/ 2514600 h 2870200"/>
              <a:gd name="connsiteX113" fmla="*/ 2252133 w 4089400"/>
              <a:gd name="connsiteY113" fmla="*/ 2565400 h 2870200"/>
              <a:gd name="connsiteX114" fmla="*/ 2260600 w 4089400"/>
              <a:gd name="connsiteY114" fmla="*/ 2489200 h 2870200"/>
              <a:gd name="connsiteX115" fmla="*/ 2277533 w 4089400"/>
              <a:gd name="connsiteY115" fmla="*/ 2421467 h 2870200"/>
              <a:gd name="connsiteX116" fmla="*/ 2286000 w 4089400"/>
              <a:gd name="connsiteY116" fmla="*/ 1718734 h 2870200"/>
              <a:gd name="connsiteX117" fmla="*/ 2311400 w 4089400"/>
              <a:gd name="connsiteY117" fmla="*/ 1811867 h 2870200"/>
              <a:gd name="connsiteX118" fmla="*/ 2336800 w 4089400"/>
              <a:gd name="connsiteY118" fmla="*/ 1871134 h 2870200"/>
              <a:gd name="connsiteX119" fmla="*/ 2362200 w 4089400"/>
              <a:gd name="connsiteY119" fmla="*/ 1938867 h 2870200"/>
              <a:gd name="connsiteX120" fmla="*/ 2370666 w 4089400"/>
              <a:gd name="connsiteY120" fmla="*/ 1972734 h 2870200"/>
              <a:gd name="connsiteX121" fmla="*/ 2379133 w 4089400"/>
              <a:gd name="connsiteY121" fmla="*/ 1574800 h 2870200"/>
              <a:gd name="connsiteX122" fmla="*/ 2404533 w 4089400"/>
              <a:gd name="connsiteY122" fmla="*/ 1236134 h 2870200"/>
              <a:gd name="connsiteX123" fmla="*/ 2421466 w 4089400"/>
              <a:gd name="connsiteY123" fmla="*/ 1092200 h 2870200"/>
              <a:gd name="connsiteX124" fmla="*/ 2429933 w 4089400"/>
              <a:gd name="connsiteY124" fmla="*/ 1066800 h 2870200"/>
              <a:gd name="connsiteX125" fmla="*/ 2438400 w 4089400"/>
              <a:gd name="connsiteY125" fmla="*/ 1092200 h 2870200"/>
              <a:gd name="connsiteX126" fmla="*/ 2455333 w 4089400"/>
              <a:gd name="connsiteY126" fmla="*/ 1117600 h 2870200"/>
              <a:gd name="connsiteX127" fmla="*/ 2463800 w 4089400"/>
              <a:gd name="connsiteY127" fmla="*/ 1227667 h 2870200"/>
              <a:gd name="connsiteX128" fmla="*/ 2489200 w 4089400"/>
              <a:gd name="connsiteY128" fmla="*/ 753534 h 2870200"/>
              <a:gd name="connsiteX129" fmla="*/ 2506133 w 4089400"/>
              <a:gd name="connsiteY129" fmla="*/ 685800 h 2870200"/>
              <a:gd name="connsiteX130" fmla="*/ 2514600 w 4089400"/>
              <a:gd name="connsiteY130" fmla="*/ 609600 h 2870200"/>
              <a:gd name="connsiteX131" fmla="*/ 2523066 w 4089400"/>
              <a:gd name="connsiteY131" fmla="*/ 558800 h 2870200"/>
              <a:gd name="connsiteX132" fmla="*/ 2540000 w 4089400"/>
              <a:gd name="connsiteY132" fmla="*/ 584200 h 2870200"/>
              <a:gd name="connsiteX133" fmla="*/ 2548466 w 4089400"/>
              <a:gd name="connsiteY133" fmla="*/ 778934 h 2870200"/>
              <a:gd name="connsiteX134" fmla="*/ 2590800 w 4089400"/>
              <a:gd name="connsiteY134" fmla="*/ 914400 h 2870200"/>
              <a:gd name="connsiteX135" fmla="*/ 2607733 w 4089400"/>
              <a:gd name="connsiteY135" fmla="*/ 973667 h 2870200"/>
              <a:gd name="connsiteX136" fmla="*/ 2624666 w 4089400"/>
              <a:gd name="connsiteY136" fmla="*/ 812800 h 2870200"/>
              <a:gd name="connsiteX137" fmla="*/ 2641600 w 4089400"/>
              <a:gd name="connsiteY137" fmla="*/ 694267 h 2870200"/>
              <a:gd name="connsiteX138" fmla="*/ 2667000 w 4089400"/>
              <a:gd name="connsiteY138" fmla="*/ 558800 h 2870200"/>
              <a:gd name="connsiteX139" fmla="*/ 2692400 w 4089400"/>
              <a:gd name="connsiteY139" fmla="*/ 321734 h 2870200"/>
              <a:gd name="connsiteX140" fmla="*/ 2709333 w 4089400"/>
              <a:gd name="connsiteY140" fmla="*/ 1058334 h 2870200"/>
              <a:gd name="connsiteX141" fmla="*/ 2717800 w 4089400"/>
              <a:gd name="connsiteY141" fmla="*/ 1032934 h 2870200"/>
              <a:gd name="connsiteX142" fmla="*/ 2785533 w 4089400"/>
              <a:gd name="connsiteY142" fmla="*/ 905934 h 2870200"/>
              <a:gd name="connsiteX143" fmla="*/ 2819400 w 4089400"/>
              <a:gd name="connsiteY143" fmla="*/ 855134 h 2870200"/>
              <a:gd name="connsiteX144" fmla="*/ 2844800 w 4089400"/>
              <a:gd name="connsiteY144" fmla="*/ 1422400 h 2870200"/>
              <a:gd name="connsiteX145" fmla="*/ 2853266 w 4089400"/>
              <a:gd name="connsiteY145" fmla="*/ 1388534 h 2870200"/>
              <a:gd name="connsiteX146" fmla="*/ 2870200 w 4089400"/>
              <a:gd name="connsiteY146" fmla="*/ 1363134 h 2870200"/>
              <a:gd name="connsiteX147" fmla="*/ 2895600 w 4089400"/>
              <a:gd name="connsiteY147" fmla="*/ 1278467 h 2870200"/>
              <a:gd name="connsiteX148" fmla="*/ 2912533 w 4089400"/>
              <a:gd name="connsiteY148" fmla="*/ 1320800 h 2870200"/>
              <a:gd name="connsiteX149" fmla="*/ 2929466 w 4089400"/>
              <a:gd name="connsiteY149" fmla="*/ 1388534 h 2870200"/>
              <a:gd name="connsiteX150" fmla="*/ 2946400 w 4089400"/>
              <a:gd name="connsiteY150" fmla="*/ 1422400 h 2870200"/>
              <a:gd name="connsiteX151" fmla="*/ 2988733 w 4089400"/>
              <a:gd name="connsiteY151" fmla="*/ 1540934 h 2870200"/>
              <a:gd name="connsiteX152" fmla="*/ 3005666 w 4089400"/>
              <a:gd name="connsiteY152" fmla="*/ 1566334 h 2870200"/>
              <a:gd name="connsiteX153" fmla="*/ 3039533 w 4089400"/>
              <a:gd name="connsiteY153" fmla="*/ 1718734 h 2870200"/>
              <a:gd name="connsiteX154" fmla="*/ 3064933 w 4089400"/>
              <a:gd name="connsiteY154" fmla="*/ 1761067 h 2870200"/>
              <a:gd name="connsiteX155" fmla="*/ 3098800 w 4089400"/>
              <a:gd name="connsiteY155" fmla="*/ 1879600 h 2870200"/>
              <a:gd name="connsiteX156" fmla="*/ 3090333 w 4089400"/>
              <a:gd name="connsiteY156" fmla="*/ 1913467 h 2870200"/>
              <a:gd name="connsiteX157" fmla="*/ 3102783 w 4089400"/>
              <a:gd name="connsiteY157" fmla="*/ 1901016 h 2870200"/>
              <a:gd name="connsiteX158" fmla="*/ 3081866 w 4089400"/>
              <a:gd name="connsiteY158" fmla="*/ 1888067 h 2870200"/>
              <a:gd name="connsiteX159" fmla="*/ 3107266 w 4089400"/>
              <a:gd name="connsiteY159" fmla="*/ 1871134 h 2870200"/>
              <a:gd name="connsiteX160" fmla="*/ 3115733 w 4089400"/>
              <a:gd name="connsiteY160" fmla="*/ 1769534 h 2870200"/>
              <a:gd name="connsiteX161" fmla="*/ 3132666 w 4089400"/>
              <a:gd name="connsiteY161" fmla="*/ 1710267 h 2870200"/>
              <a:gd name="connsiteX162" fmla="*/ 3141133 w 4089400"/>
              <a:gd name="connsiteY162" fmla="*/ 1684867 h 2870200"/>
              <a:gd name="connsiteX163" fmla="*/ 3166533 w 4089400"/>
              <a:gd name="connsiteY163" fmla="*/ 1676400 h 2870200"/>
              <a:gd name="connsiteX164" fmla="*/ 3175000 w 4089400"/>
              <a:gd name="connsiteY164" fmla="*/ 2006600 h 2870200"/>
              <a:gd name="connsiteX165" fmla="*/ 3183466 w 4089400"/>
              <a:gd name="connsiteY165" fmla="*/ 2048934 h 2870200"/>
              <a:gd name="connsiteX166" fmla="*/ 3191933 w 4089400"/>
              <a:gd name="connsiteY166" fmla="*/ 2099734 h 2870200"/>
              <a:gd name="connsiteX167" fmla="*/ 3208866 w 4089400"/>
              <a:gd name="connsiteY167" fmla="*/ 2048934 h 2870200"/>
              <a:gd name="connsiteX168" fmla="*/ 3217333 w 4089400"/>
              <a:gd name="connsiteY168" fmla="*/ 1998134 h 2870200"/>
              <a:gd name="connsiteX169" fmla="*/ 3251200 w 4089400"/>
              <a:gd name="connsiteY169" fmla="*/ 2353734 h 2870200"/>
              <a:gd name="connsiteX170" fmla="*/ 3276600 w 4089400"/>
              <a:gd name="connsiteY170" fmla="*/ 2387600 h 2870200"/>
              <a:gd name="connsiteX171" fmla="*/ 3285066 w 4089400"/>
              <a:gd name="connsiteY171" fmla="*/ 2497667 h 2870200"/>
              <a:gd name="connsiteX172" fmla="*/ 3302000 w 4089400"/>
              <a:gd name="connsiteY172" fmla="*/ 2531534 h 2870200"/>
              <a:gd name="connsiteX173" fmla="*/ 3318933 w 4089400"/>
              <a:gd name="connsiteY173" fmla="*/ 2599267 h 2870200"/>
              <a:gd name="connsiteX174" fmla="*/ 3344333 w 4089400"/>
              <a:gd name="connsiteY174" fmla="*/ 2667000 h 2870200"/>
              <a:gd name="connsiteX175" fmla="*/ 3386666 w 4089400"/>
              <a:gd name="connsiteY175" fmla="*/ 2810934 h 2870200"/>
              <a:gd name="connsiteX176" fmla="*/ 3412066 w 4089400"/>
              <a:gd name="connsiteY176" fmla="*/ 2870200 h 2870200"/>
              <a:gd name="connsiteX177" fmla="*/ 3437466 w 4089400"/>
              <a:gd name="connsiteY177" fmla="*/ 1828800 h 2870200"/>
              <a:gd name="connsiteX178" fmla="*/ 3436968 w 4089400"/>
              <a:gd name="connsiteY178" fmla="*/ 2090271 h 2870200"/>
              <a:gd name="connsiteX179" fmla="*/ 3462866 w 4089400"/>
              <a:gd name="connsiteY179" fmla="*/ 1735667 h 2870200"/>
              <a:gd name="connsiteX180" fmla="*/ 3488266 w 4089400"/>
              <a:gd name="connsiteY180" fmla="*/ 1651000 h 2870200"/>
              <a:gd name="connsiteX181" fmla="*/ 3496733 w 4089400"/>
              <a:gd name="connsiteY181" fmla="*/ 1701800 h 2870200"/>
              <a:gd name="connsiteX182" fmla="*/ 3500717 w 4089400"/>
              <a:gd name="connsiteY182" fmla="*/ 1875118 h 2870200"/>
              <a:gd name="connsiteX183" fmla="*/ 3522133 w 4089400"/>
              <a:gd name="connsiteY183" fmla="*/ 1752600 h 2870200"/>
              <a:gd name="connsiteX184" fmla="*/ 3530600 w 4089400"/>
              <a:gd name="connsiteY184" fmla="*/ 1693334 h 2870200"/>
              <a:gd name="connsiteX185" fmla="*/ 3572933 w 4089400"/>
              <a:gd name="connsiteY185" fmla="*/ 1608667 h 2870200"/>
              <a:gd name="connsiteX186" fmla="*/ 3589866 w 4089400"/>
              <a:gd name="connsiteY186" fmla="*/ 1566334 h 2870200"/>
              <a:gd name="connsiteX187" fmla="*/ 3632200 w 4089400"/>
              <a:gd name="connsiteY187" fmla="*/ 1464734 h 2870200"/>
              <a:gd name="connsiteX188" fmla="*/ 3636184 w 4089400"/>
              <a:gd name="connsiteY188" fmla="*/ 1373094 h 2870200"/>
              <a:gd name="connsiteX189" fmla="*/ 3657600 w 4089400"/>
              <a:gd name="connsiteY189" fmla="*/ 1363134 h 2870200"/>
              <a:gd name="connsiteX190" fmla="*/ 3674533 w 4089400"/>
              <a:gd name="connsiteY190" fmla="*/ 1320800 h 2870200"/>
              <a:gd name="connsiteX191" fmla="*/ 3669553 w 4089400"/>
              <a:gd name="connsiteY191" fmla="*/ 1151964 h 2870200"/>
              <a:gd name="connsiteX192" fmla="*/ 3716866 w 4089400"/>
              <a:gd name="connsiteY192" fmla="*/ 1227667 h 2870200"/>
              <a:gd name="connsiteX193" fmla="*/ 3725333 w 4089400"/>
              <a:gd name="connsiteY193" fmla="*/ 1176867 h 2870200"/>
              <a:gd name="connsiteX194" fmla="*/ 3742266 w 4089400"/>
              <a:gd name="connsiteY194" fmla="*/ 1126067 h 2870200"/>
              <a:gd name="connsiteX195" fmla="*/ 3750733 w 4089400"/>
              <a:gd name="connsiteY195" fmla="*/ 1058334 h 2870200"/>
              <a:gd name="connsiteX196" fmla="*/ 3759200 w 4089400"/>
              <a:gd name="connsiteY196" fmla="*/ 1270000 h 2870200"/>
              <a:gd name="connsiteX197" fmla="*/ 3788048 w 4089400"/>
              <a:gd name="connsiteY197" fmla="*/ 678606 h 2870200"/>
              <a:gd name="connsiteX198" fmla="*/ 3793066 w 4089400"/>
              <a:gd name="connsiteY198" fmla="*/ 558800 h 2870200"/>
              <a:gd name="connsiteX199" fmla="*/ 3810000 w 4089400"/>
              <a:gd name="connsiteY199" fmla="*/ 482600 h 2870200"/>
              <a:gd name="connsiteX200" fmla="*/ 3818466 w 4089400"/>
              <a:gd name="connsiteY200" fmla="*/ 533400 h 2870200"/>
              <a:gd name="connsiteX201" fmla="*/ 3835400 w 4089400"/>
              <a:gd name="connsiteY201" fmla="*/ 660400 h 2870200"/>
              <a:gd name="connsiteX202" fmla="*/ 3843866 w 4089400"/>
              <a:gd name="connsiteY202" fmla="*/ 702734 h 2870200"/>
              <a:gd name="connsiteX203" fmla="*/ 3860800 w 4089400"/>
              <a:gd name="connsiteY203" fmla="*/ 736600 h 2870200"/>
              <a:gd name="connsiteX204" fmla="*/ 3877733 w 4089400"/>
              <a:gd name="connsiteY204" fmla="*/ 702734 h 2870200"/>
              <a:gd name="connsiteX205" fmla="*/ 3937000 w 4089400"/>
              <a:gd name="connsiteY205" fmla="*/ 482600 h 2870200"/>
              <a:gd name="connsiteX206" fmla="*/ 3953933 w 4089400"/>
              <a:gd name="connsiteY206" fmla="*/ 457200 h 2870200"/>
              <a:gd name="connsiteX207" fmla="*/ 3979333 w 4089400"/>
              <a:gd name="connsiteY207" fmla="*/ 177800 h 2870200"/>
              <a:gd name="connsiteX208" fmla="*/ 4004733 w 4089400"/>
              <a:gd name="connsiteY208" fmla="*/ 135467 h 2870200"/>
              <a:gd name="connsiteX209" fmla="*/ 4013200 w 4089400"/>
              <a:gd name="connsiteY209" fmla="*/ 101600 h 2870200"/>
              <a:gd name="connsiteX210" fmla="*/ 4021666 w 4089400"/>
              <a:gd name="connsiteY210" fmla="*/ 76200 h 2870200"/>
              <a:gd name="connsiteX211" fmla="*/ 4030133 w 4089400"/>
              <a:gd name="connsiteY211" fmla="*/ 110067 h 2870200"/>
              <a:gd name="connsiteX212" fmla="*/ 4047066 w 4089400"/>
              <a:gd name="connsiteY212" fmla="*/ 160867 h 2870200"/>
              <a:gd name="connsiteX213" fmla="*/ 4089400 w 4089400"/>
              <a:gd name="connsiteY213" fmla="*/ 0 h 2870200"/>
              <a:gd name="connsiteX0" fmla="*/ 0 w 4089400"/>
              <a:gd name="connsiteY0" fmla="*/ 702734 h 2870200"/>
              <a:gd name="connsiteX1" fmla="*/ 8466 w 4089400"/>
              <a:gd name="connsiteY1" fmla="*/ 643467 h 2870200"/>
              <a:gd name="connsiteX2" fmla="*/ 25400 w 4089400"/>
              <a:gd name="connsiteY2" fmla="*/ 626534 h 2870200"/>
              <a:gd name="connsiteX3" fmla="*/ 33866 w 4089400"/>
              <a:gd name="connsiteY3" fmla="*/ 592667 h 2870200"/>
              <a:gd name="connsiteX4" fmla="*/ 42333 w 4089400"/>
              <a:gd name="connsiteY4" fmla="*/ 567267 h 2870200"/>
              <a:gd name="connsiteX5" fmla="*/ 42333 w 4089400"/>
              <a:gd name="connsiteY5" fmla="*/ 821267 h 2870200"/>
              <a:gd name="connsiteX6" fmla="*/ 21415 w 4089400"/>
              <a:gd name="connsiteY6" fmla="*/ 1068793 h 2870200"/>
              <a:gd name="connsiteX7" fmla="*/ 25400 w 4089400"/>
              <a:gd name="connsiteY7" fmla="*/ 1354667 h 2870200"/>
              <a:gd name="connsiteX8" fmla="*/ 33866 w 4089400"/>
              <a:gd name="connsiteY8" fmla="*/ 1329267 h 2870200"/>
              <a:gd name="connsiteX9" fmla="*/ 42333 w 4089400"/>
              <a:gd name="connsiteY9" fmla="*/ 1286934 h 2870200"/>
              <a:gd name="connsiteX10" fmla="*/ 59266 w 4089400"/>
              <a:gd name="connsiteY10" fmla="*/ 1253067 h 2870200"/>
              <a:gd name="connsiteX11" fmla="*/ 76200 w 4089400"/>
              <a:gd name="connsiteY11" fmla="*/ 1202267 h 2870200"/>
              <a:gd name="connsiteX12" fmla="*/ 84666 w 4089400"/>
              <a:gd name="connsiteY12" fmla="*/ 1176867 h 2870200"/>
              <a:gd name="connsiteX13" fmla="*/ 101600 w 4089400"/>
              <a:gd name="connsiteY13" fmla="*/ 1143000 h 2870200"/>
              <a:gd name="connsiteX14" fmla="*/ 110066 w 4089400"/>
              <a:gd name="connsiteY14" fmla="*/ 1100667 h 2870200"/>
              <a:gd name="connsiteX15" fmla="*/ 135466 w 4089400"/>
              <a:gd name="connsiteY15" fmla="*/ 1032934 h 2870200"/>
              <a:gd name="connsiteX16" fmla="*/ 143933 w 4089400"/>
              <a:gd name="connsiteY16" fmla="*/ 999067 h 2870200"/>
              <a:gd name="connsiteX17" fmla="*/ 160866 w 4089400"/>
              <a:gd name="connsiteY17" fmla="*/ 948267 h 2870200"/>
              <a:gd name="connsiteX18" fmla="*/ 177800 w 4089400"/>
              <a:gd name="connsiteY18" fmla="*/ 1134534 h 2870200"/>
              <a:gd name="connsiteX19" fmla="*/ 194733 w 4089400"/>
              <a:gd name="connsiteY19" fmla="*/ 1464734 h 2870200"/>
              <a:gd name="connsiteX20" fmla="*/ 228600 w 4089400"/>
              <a:gd name="connsiteY20" fmla="*/ 1397000 h 2870200"/>
              <a:gd name="connsiteX21" fmla="*/ 254000 w 4089400"/>
              <a:gd name="connsiteY21" fmla="*/ 1363134 h 2870200"/>
              <a:gd name="connsiteX22" fmla="*/ 262466 w 4089400"/>
              <a:gd name="connsiteY22" fmla="*/ 1337734 h 2870200"/>
              <a:gd name="connsiteX23" fmla="*/ 279400 w 4089400"/>
              <a:gd name="connsiteY23" fmla="*/ 1371600 h 2870200"/>
              <a:gd name="connsiteX24" fmla="*/ 287866 w 4089400"/>
              <a:gd name="connsiteY24" fmla="*/ 2243667 h 2870200"/>
              <a:gd name="connsiteX25" fmla="*/ 313266 w 4089400"/>
              <a:gd name="connsiteY25" fmla="*/ 2201334 h 2870200"/>
              <a:gd name="connsiteX26" fmla="*/ 321733 w 4089400"/>
              <a:gd name="connsiteY26" fmla="*/ 2150534 h 2870200"/>
              <a:gd name="connsiteX27" fmla="*/ 355600 w 4089400"/>
              <a:gd name="connsiteY27" fmla="*/ 2125134 h 2870200"/>
              <a:gd name="connsiteX28" fmla="*/ 364066 w 4089400"/>
              <a:gd name="connsiteY28" fmla="*/ 2082800 h 2870200"/>
              <a:gd name="connsiteX29" fmla="*/ 381000 w 4089400"/>
              <a:gd name="connsiteY29" fmla="*/ 2065867 h 2870200"/>
              <a:gd name="connsiteX30" fmla="*/ 397933 w 4089400"/>
              <a:gd name="connsiteY30" fmla="*/ 2032000 h 2870200"/>
              <a:gd name="connsiteX31" fmla="*/ 423333 w 4089400"/>
              <a:gd name="connsiteY31" fmla="*/ 1998134 h 2870200"/>
              <a:gd name="connsiteX32" fmla="*/ 440266 w 4089400"/>
              <a:gd name="connsiteY32" fmla="*/ 1752600 h 2870200"/>
              <a:gd name="connsiteX33" fmla="*/ 465666 w 4089400"/>
              <a:gd name="connsiteY33" fmla="*/ 1651000 h 2870200"/>
              <a:gd name="connsiteX34" fmla="*/ 491066 w 4089400"/>
              <a:gd name="connsiteY34" fmla="*/ 1710267 h 2870200"/>
              <a:gd name="connsiteX35" fmla="*/ 499533 w 4089400"/>
              <a:gd name="connsiteY35" fmla="*/ 1735667 h 2870200"/>
              <a:gd name="connsiteX36" fmla="*/ 533400 w 4089400"/>
              <a:gd name="connsiteY36" fmla="*/ 1820334 h 2870200"/>
              <a:gd name="connsiteX37" fmla="*/ 558800 w 4089400"/>
              <a:gd name="connsiteY37" fmla="*/ 1938867 h 2870200"/>
              <a:gd name="connsiteX38" fmla="*/ 575733 w 4089400"/>
              <a:gd name="connsiteY38" fmla="*/ 1998134 h 2870200"/>
              <a:gd name="connsiteX39" fmla="*/ 592666 w 4089400"/>
              <a:gd name="connsiteY39" fmla="*/ 2023534 h 2870200"/>
              <a:gd name="connsiteX40" fmla="*/ 618066 w 4089400"/>
              <a:gd name="connsiteY40" fmla="*/ 1786467 h 2870200"/>
              <a:gd name="connsiteX41" fmla="*/ 626533 w 4089400"/>
              <a:gd name="connsiteY41" fmla="*/ 1744134 h 2870200"/>
              <a:gd name="connsiteX42" fmla="*/ 643466 w 4089400"/>
              <a:gd name="connsiteY42" fmla="*/ 1718734 h 2870200"/>
              <a:gd name="connsiteX43" fmla="*/ 660400 w 4089400"/>
              <a:gd name="connsiteY43" fmla="*/ 1617134 h 2870200"/>
              <a:gd name="connsiteX44" fmla="*/ 677333 w 4089400"/>
              <a:gd name="connsiteY44" fmla="*/ 1557867 h 2870200"/>
              <a:gd name="connsiteX45" fmla="*/ 685800 w 4089400"/>
              <a:gd name="connsiteY45" fmla="*/ 1524000 h 2870200"/>
              <a:gd name="connsiteX46" fmla="*/ 702733 w 4089400"/>
              <a:gd name="connsiteY46" fmla="*/ 1312334 h 2870200"/>
              <a:gd name="connsiteX47" fmla="*/ 719666 w 4089400"/>
              <a:gd name="connsiteY47" fmla="*/ 1380067 h 2870200"/>
              <a:gd name="connsiteX48" fmla="*/ 736600 w 4089400"/>
              <a:gd name="connsiteY48" fmla="*/ 1532467 h 2870200"/>
              <a:gd name="connsiteX49" fmla="*/ 753533 w 4089400"/>
              <a:gd name="connsiteY49" fmla="*/ 1566334 h 2870200"/>
              <a:gd name="connsiteX50" fmla="*/ 778933 w 4089400"/>
              <a:gd name="connsiteY50" fmla="*/ 1456267 h 2870200"/>
              <a:gd name="connsiteX51" fmla="*/ 795866 w 4089400"/>
              <a:gd name="connsiteY51" fmla="*/ 1430867 h 2870200"/>
              <a:gd name="connsiteX52" fmla="*/ 829733 w 4089400"/>
              <a:gd name="connsiteY52" fmla="*/ 1388534 h 2870200"/>
              <a:gd name="connsiteX53" fmla="*/ 838200 w 4089400"/>
              <a:gd name="connsiteY53" fmla="*/ 1498600 h 2870200"/>
              <a:gd name="connsiteX54" fmla="*/ 863600 w 4089400"/>
              <a:gd name="connsiteY54" fmla="*/ 1811867 h 2870200"/>
              <a:gd name="connsiteX55" fmla="*/ 872066 w 4089400"/>
              <a:gd name="connsiteY55" fmla="*/ 1642534 h 2870200"/>
              <a:gd name="connsiteX56" fmla="*/ 897466 w 4089400"/>
              <a:gd name="connsiteY56" fmla="*/ 1583267 h 2870200"/>
              <a:gd name="connsiteX57" fmla="*/ 905933 w 4089400"/>
              <a:gd name="connsiteY57" fmla="*/ 1557867 h 2870200"/>
              <a:gd name="connsiteX58" fmla="*/ 914400 w 4089400"/>
              <a:gd name="connsiteY58" fmla="*/ 2006600 h 2870200"/>
              <a:gd name="connsiteX59" fmla="*/ 939800 w 4089400"/>
              <a:gd name="connsiteY59" fmla="*/ 2116667 h 2870200"/>
              <a:gd name="connsiteX60" fmla="*/ 948266 w 4089400"/>
              <a:gd name="connsiteY60" fmla="*/ 1828800 h 2870200"/>
              <a:gd name="connsiteX61" fmla="*/ 965200 w 4089400"/>
              <a:gd name="connsiteY61" fmla="*/ 1794934 h 2870200"/>
              <a:gd name="connsiteX62" fmla="*/ 973666 w 4089400"/>
              <a:gd name="connsiteY62" fmla="*/ 1761067 h 2870200"/>
              <a:gd name="connsiteX63" fmla="*/ 990600 w 4089400"/>
              <a:gd name="connsiteY63" fmla="*/ 1871134 h 2870200"/>
              <a:gd name="connsiteX64" fmla="*/ 1007533 w 4089400"/>
              <a:gd name="connsiteY64" fmla="*/ 1947334 h 2870200"/>
              <a:gd name="connsiteX65" fmla="*/ 1024466 w 4089400"/>
              <a:gd name="connsiteY65" fmla="*/ 2040467 h 2870200"/>
              <a:gd name="connsiteX66" fmla="*/ 1049866 w 4089400"/>
              <a:gd name="connsiteY66" fmla="*/ 2108200 h 2870200"/>
              <a:gd name="connsiteX67" fmla="*/ 1058333 w 4089400"/>
              <a:gd name="connsiteY67" fmla="*/ 2150534 h 2870200"/>
              <a:gd name="connsiteX68" fmla="*/ 1100666 w 4089400"/>
              <a:gd name="connsiteY68" fmla="*/ 2209800 h 2870200"/>
              <a:gd name="connsiteX69" fmla="*/ 1109133 w 4089400"/>
              <a:gd name="connsiteY69" fmla="*/ 2108200 h 2870200"/>
              <a:gd name="connsiteX70" fmla="*/ 1159933 w 4089400"/>
              <a:gd name="connsiteY70" fmla="*/ 1989667 h 2870200"/>
              <a:gd name="connsiteX71" fmla="*/ 1210733 w 4089400"/>
              <a:gd name="connsiteY71" fmla="*/ 1913467 h 2870200"/>
              <a:gd name="connsiteX72" fmla="*/ 1219200 w 4089400"/>
              <a:gd name="connsiteY72" fmla="*/ 2167467 h 2870200"/>
              <a:gd name="connsiteX73" fmla="*/ 1236133 w 4089400"/>
              <a:gd name="connsiteY73" fmla="*/ 2082800 h 2870200"/>
              <a:gd name="connsiteX74" fmla="*/ 1244600 w 4089400"/>
              <a:gd name="connsiteY74" fmla="*/ 2015067 h 2870200"/>
              <a:gd name="connsiteX75" fmla="*/ 1286933 w 4089400"/>
              <a:gd name="connsiteY75" fmla="*/ 1854200 h 2870200"/>
              <a:gd name="connsiteX76" fmla="*/ 1295400 w 4089400"/>
              <a:gd name="connsiteY76" fmla="*/ 1803400 h 2870200"/>
              <a:gd name="connsiteX77" fmla="*/ 1320800 w 4089400"/>
              <a:gd name="connsiteY77" fmla="*/ 1701800 h 2870200"/>
              <a:gd name="connsiteX78" fmla="*/ 1346200 w 4089400"/>
              <a:gd name="connsiteY78" fmla="*/ 1718734 h 2870200"/>
              <a:gd name="connsiteX79" fmla="*/ 1354666 w 4089400"/>
              <a:gd name="connsiteY79" fmla="*/ 1744134 h 2870200"/>
              <a:gd name="connsiteX80" fmla="*/ 1380066 w 4089400"/>
              <a:gd name="connsiteY80" fmla="*/ 1828800 h 2870200"/>
              <a:gd name="connsiteX81" fmla="*/ 1397000 w 4089400"/>
              <a:gd name="connsiteY81" fmla="*/ 1879600 h 2870200"/>
              <a:gd name="connsiteX82" fmla="*/ 1405466 w 4089400"/>
              <a:gd name="connsiteY82" fmla="*/ 1913467 h 2870200"/>
              <a:gd name="connsiteX83" fmla="*/ 1430866 w 4089400"/>
              <a:gd name="connsiteY83" fmla="*/ 1947334 h 2870200"/>
              <a:gd name="connsiteX84" fmla="*/ 1447800 w 4089400"/>
              <a:gd name="connsiteY84" fmla="*/ 1938867 h 2870200"/>
              <a:gd name="connsiteX85" fmla="*/ 1490133 w 4089400"/>
              <a:gd name="connsiteY85" fmla="*/ 1803400 h 2870200"/>
              <a:gd name="connsiteX86" fmla="*/ 1549400 w 4089400"/>
              <a:gd name="connsiteY86" fmla="*/ 1651000 h 2870200"/>
              <a:gd name="connsiteX87" fmla="*/ 1557866 w 4089400"/>
              <a:gd name="connsiteY87" fmla="*/ 1591734 h 2870200"/>
              <a:gd name="connsiteX88" fmla="*/ 1574800 w 4089400"/>
              <a:gd name="connsiteY88" fmla="*/ 1566334 h 2870200"/>
              <a:gd name="connsiteX89" fmla="*/ 1583266 w 4089400"/>
              <a:gd name="connsiteY89" fmla="*/ 1524000 h 2870200"/>
              <a:gd name="connsiteX90" fmla="*/ 1591733 w 4089400"/>
              <a:gd name="connsiteY90" fmla="*/ 1498600 h 2870200"/>
              <a:gd name="connsiteX91" fmla="*/ 1608666 w 4089400"/>
              <a:gd name="connsiteY91" fmla="*/ 1524000 h 2870200"/>
              <a:gd name="connsiteX92" fmla="*/ 1634066 w 4089400"/>
              <a:gd name="connsiteY92" fmla="*/ 1490134 h 2870200"/>
              <a:gd name="connsiteX93" fmla="*/ 1659466 w 4089400"/>
              <a:gd name="connsiteY93" fmla="*/ 1388534 h 2870200"/>
              <a:gd name="connsiteX94" fmla="*/ 1718733 w 4089400"/>
              <a:gd name="connsiteY94" fmla="*/ 1286934 h 2870200"/>
              <a:gd name="connsiteX95" fmla="*/ 1769533 w 4089400"/>
              <a:gd name="connsiteY95" fmla="*/ 1176867 h 2870200"/>
              <a:gd name="connsiteX96" fmla="*/ 1794933 w 4089400"/>
              <a:gd name="connsiteY96" fmla="*/ 1202267 h 2870200"/>
              <a:gd name="connsiteX97" fmla="*/ 1803400 w 4089400"/>
              <a:gd name="connsiteY97" fmla="*/ 1227667 h 2870200"/>
              <a:gd name="connsiteX98" fmla="*/ 1820333 w 4089400"/>
              <a:gd name="connsiteY98" fmla="*/ 1261534 h 2870200"/>
              <a:gd name="connsiteX99" fmla="*/ 1862666 w 4089400"/>
              <a:gd name="connsiteY99" fmla="*/ 1422400 h 2870200"/>
              <a:gd name="connsiteX100" fmla="*/ 1913466 w 4089400"/>
              <a:gd name="connsiteY100" fmla="*/ 1600200 h 2870200"/>
              <a:gd name="connsiteX101" fmla="*/ 1964266 w 4089400"/>
              <a:gd name="connsiteY101" fmla="*/ 1744134 h 2870200"/>
              <a:gd name="connsiteX102" fmla="*/ 1981200 w 4089400"/>
              <a:gd name="connsiteY102" fmla="*/ 1498600 h 2870200"/>
              <a:gd name="connsiteX103" fmla="*/ 1998133 w 4089400"/>
              <a:gd name="connsiteY103" fmla="*/ 1464734 h 2870200"/>
              <a:gd name="connsiteX104" fmla="*/ 2006600 w 4089400"/>
              <a:gd name="connsiteY104" fmla="*/ 1439334 h 2870200"/>
              <a:gd name="connsiteX105" fmla="*/ 2057400 w 4089400"/>
              <a:gd name="connsiteY105" fmla="*/ 2032000 h 2870200"/>
              <a:gd name="connsiteX106" fmla="*/ 2065866 w 4089400"/>
              <a:gd name="connsiteY106" fmla="*/ 2150534 h 2870200"/>
              <a:gd name="connsiteX107" fmla="*/ 2074333 w 4089400"/>
              <a:gd name="connsiteY107" fmla="*/ 2489200 h 2870200"/>
              <a:gd name="connsiteX108" fmla="*/ 2108200 w 4089400"/>
              <a:gd name="connsiteY108" fmla="*/ 2421467 h 2870200"/>
              <a:gd name="connsiteX109" fmla="*/ 2150533 w 4089400"/>
              <a:gd name="connsiteY109" fmla="*/ 2319867 h 2870200"/>
              <a:gd name="connsiteX110" fmla="*/ 2175933 w 4089400"/>
              <a:gd name="connsiteY110" fmla="*/ 2286000 h 2870200"/>
              <a:gd name="connsiteX111" fmla="*/ 2209800 w 4089400"/>
              <a:gd name="connsiteY111" fmla="*/ 2235200 h 2870200"/>
              <a:gd name="connsiteX112" fmla="*/ 2226733 w 4089400"/>
              <a:gd name="connsiteY112" fmla="*/ 2514600 h 2870200"/>
              <a:gd name="connsiteX113" fmla="*/ 2252133 w 4089400"/>
              <a:gd name="connsiteY113" fmla="*/ 2565400 h 2870200"/>
              <a:gd name="connsiteX114" fmla="*/ 2260600 w 4089400"/>
              <a:gd name="connsiteY114" fmla="*/ 2489200 h 2870200"/>
              <a:gd name="connsiteX115" fmla="*/ 2277533 w 4089400"/>
              <a:gd name="connsiteY115" fmla="*/ 2421467 h 2870200"/>
              <a:gd name="connsiteX116" fmla="*/ 2286000 w 4089400"/>
              <a:gd name="connsiteY116" fmla="*/ 1718734 h 2870200"/>
              <a:gd name="connsiteX117" fmla="*/ 2311400 w 4089400"/>
              <a:gd name="connsiteY117" fmla="*/ 1811867 h 2870200"/>
              <a:gd name="connsiteX118" fmla="*/ 2336800 w 4089400"/>
              <a:gd name="connsiteY118" fmla="*/ 1871134 h 2870200"/>
              <a:gd name="connsiteX119" fmla="*/ 2362200 w 4089400"/>
              <a:gd name="connsiteY119" fmla="*/ 1938867 h 2870200"/>
              <a:gd name="connsiteX120" fmla="*/ 2370666 w 4089400"/>
              <a:gd name="connsiteY120" fmla="*/ 1972734 h 2870200"/>
              <a:gd name="connsiteX121" fmla="*/ 2379133 w 4089400"/>
              <a:gd name="connsiteY121" fmla="*/ 1574800 h 2870200"/>
              <a:gd name="connsiteX122" fmla="*/ 2404533 w 4089400"/>
              <a:gd name="connsiteY122" fmla="*/ 1236134 h 2870200"/>
              <a:gd name="connsiteX123" fmla="*/ 2421466 w 4089400"/>
              <a:gd name="connsiteY123" fmla="*/ 1092200 h 2870200"/>
              <a:gd name="connsiteX124" fmla="*/ 2429933 w 4089400"/>
              <a:gd name="connsiteY124" fmla="*/ 1066800 h 2870200"/>
              <a:gd name="connsiteX125" fmla="*/ 2438400 w 4089400"/>
              <a:gd name="connsiteY125" fmla="*/ 1092200 h 2870200"/>
              <a:gd name="connsiteX126" fmla="*/ 2455333 w 4089400"/>
              <a:gd name="connsiteY126" fmla="*/ 1117600 h 2870200"/>
              <a:gd name="connsiteX127" fmla="*/ 2463800 w 4089400"/>
              <a:gd name="connsiteY127" fmla="*/ 1227667 h 2870200"/>
              <a:gd name="connsiteX128" fmla="*/ 2489200 w 4089400"/>
              <a:gd name="connsiteY128" fmla="*/ 753534 h 2870200"/>
              <a:gd name="connsiteX129" fmla="*/ 2506133 w 4089400"/>
              <a:gd name="connsiteY129" fmla="*/ 685800 h 2870200"/>
              <a:gd name="connsiteX130" fmla="*/ 2514600 w 4089400"/>
              <a:gd name="connsiteY130" fmla="*/ 609600 h 2870200"/>
              <a:gd name="connsiteX131" fmla="*/ 2523066 w 4089400"/>
              <a:gd name="connsiteY131" fmla="*/ 558800 h 2870200"/>
              <a:gd name="connsiteX132" fmla="*/ 2540000 w 4089400"/>
              <a:gd name="connsiteY132" fmla="*/ 584200 h 2870200"/>
              <a:gd name="connsiteX133" fmla="*/ 2548466 w 4089400"/>
              <a:gd name="connsiteY133" fmla="*/ 778934 h 2870200"/>
              <a:gd name="connsiteX134" fmla="*/ 2590800 w 4089400"/>
              <a:gd name="connsiteY134" fmla="*/ 914400 h 2870200"/>
              <a:gd name="connsiteX135" fmla="*/ 2607733 w 4089400"/>
              <a:gd name="connsiteY135" fmla="*/ 973667 h 2870200"/>
              <a:gd name="connsiteX136" fmla="*/ 2624666 w 4089400"/>
              <a:gd name="connsiteY136" fmla="*/ 812800 h 2870200"/>
              <a:gd name="connsiteX137" fmla="*/ 2641600 w 4089400"/>
              <a:gd name="connsiteY137" fmla="*/ 694267 h 2870200"/>
              <a:gd name="connsiteX138" fmla="*/ 2667000 w 4089400"/>
              <a:gd name="connsiteY138" fmla="*/ 558800 h 2870200"/>
              <a:gd name="connsiteX139" fmla="*/ 2692400 w 4089400"/>
              <a:gd name="connsiteY139" fmla="*/ 321734 h 2870200"/>
              <a:gd name="connsiteX140" fmla="*/ 2709333 w 4089400"/>
              <a:gd name="connsiteY140" fmla="*/ 1058334 h 2870200"/>
              <a:gd name="connsiteX141" fmla="*/ 2735730 w 4089400"/>
              <a:gd name="connsiteY141" fmla="*/ 1023969 h 2870200"/>
              <a:gd name="connsiteX142" fmla="*/ 2785533 w 4089400"/>
              <a:gd name="connsiteY142" fmla="*/ 905934 h 2870200"/>
              <a:gd name="connsiteX143" fmla="*/ 2819400 w 4089400"/>
              <a:gd name="connsiteY143" fmla="*/ 855134 h 2870200"/>
              <a:gd name="connsiteX144" fmla="*/ 2844800 w 4089400"/>
              <a:gd name="connsiteY144" fmla="*/ 1422400 h 2870200"/>
              <a:gd name="connsiteX145" fmla="*/ 2853266 w 4089400"/>
              <a:gd name="connsiteY145" fmla="*/ 1388534 h 2870200"/>
              <a:gd name="connsiteX146" fmla="*/ 2870200 w 4089400"/>
              <a:gd name="connsiteY146" fmla="*/ 1363134 h 2870200"/>
              <a:gd name="connsiteX147" fmla="*/ 2895600 w 4089400"/>
              <a:gd name="connsiteY147" fmla="*/ 1278467 h 2870200"/>
              <a:gd name="connsiteX148" fmla="*/ 2912533 w 4089400"/>
              <a:gd name="connsiteY148" fmla="*/ 1320800 h 2870200"/>
              <a:gd name="connsiteX149" fmla="*/ 2929466 w 4089400"/>
              <a:gd name="connsiteY149" fmla="*/ 1388534 h 2870200"/>
              <a:gd name="connsiteX150" fmla="*/ 2946400 w 4089400"/>
              <a:gd name="connsiteY150" fmla="*/ 1422400 h 2870200"/>
              <a:gd name="connsiteX151" fmla="*/ 2988733 w 4089400"/>
              <a:gd name="connsiteY151" fmla="*/ 1540934 h 2870200"/>
              <a:gd name="connsiteX152" fmla="*/ 3005666 w 4089400"/>
              <a:gd name="connsiteY152" fmla="*/ 1566334 h 2870200"/>
              <a:gd name="connsiteX153" fmla="*/ 3039533 w 4089400"/>
              <a:gd name="connsiteY153" fmla="*/ 1718734 h 2870200"/>
              <a:gd name="connsiteX154" fmla="*/ 3064933 w 4089400"/>
              <a:gd name="connsiteY154" fmla="*/ 1761067 h 2870200"/>
              <a:gd name="connsiteX155" fmla="*/ 3098800 w 4089400"/>
              <a:gd name="connsiteY155" fmla="*/ 1879600 h 2870200"/>
              <a:gd name="connsiteX156" fmla="*/ 3090333 w 4089400"/>
              <a:gd name="connsiteY156" fmla="*/ 1913467 h 2870200"/>
              <a:gd name="connsiteX157" fmla="*/ 3102783 w 4089400"/>
              <a:gd name="connsiteY157" fmla="*/ 1901016 h 2870200"/>
              <a:gd name="connsiteX158" fmla="*/ 3081866 w 4089400"/>
              <a:gd name="connsiteY158" fmla="*/ 1888067 h 2870200"/>
              <a:gd name="connsiteX159" fmla="*/ 3107266 w 4089400"/>
              <a:gd name="connsiteY159" fmla="*/ 1871134 h 2870200"/>
              <a:gd name="connsiteX160" fmla="*/ 3115733 w 4089400"/>
              <a:gd name="connsiteY160" fmla="*/ 1769534 h 2870200"/>
              <a:gd name="connsiteX161" fmla="*/ 3132666 w 4089400"/>
              <a:gd name="connsiteY161" fmla="*/ 1710267 h 2870200"/>
              <a:gd name="connsiteX162" fmla="*/ 3141133 w 4089400"/>
              <a:gd name="connsiteY162" fmla="*/ 1684867 h 2870200"/>
              <a:gd name="connsiteX163" fmla="*/ 3166533 w 4089400"/>
              <a:gd name="connsiteY163" fmla="*/ 1676400 h 2870200"/>
              <a:gd name="connsiteX164" fmla="*/ 3175000 w 4089400"/>
              <a:gd name="connsiteY164" fmla="*/ 2006600 h 2870200"/>
              <a:gd name="connsiteX165" fmla="*/ 3183466 w 4089400"/>
              <a:gd name="connsiteY165" fmla="*/ 2048934 h 2870200"/>
              <a:gd name="connsiteX166" fmla="*/ 3191933 w 4089400"/>
              <a:gd name="connsiteY166" fmla="*/ 2099734 h 2870200"/>
              <a:gd name="connsiteX167" fmla="*/ 3208866 w 4089400"/>
              <a:gd name="connsiteY167" fmla="*/ 2048934 h 2870200"/>
              <a:gd name="connsiteX168" fmla="*/ 3217333 w 4089400"/>
              <a:gd name="connsiteY168" fmla="*/ 1998134 h 2870200"/>
              <a:gd name="connsiteX169" fmla="*/ 3251200 w 4089400"/>
              <a:gd name="connsiteY169" fmla="*/ 2353734 h 2870200"/>
              <a:gd name="connsiteX170" fmla="*/ 3276600 w 4089400"/>
              <a:gd name="connsiteY170" fmla="*/ 2387600 h 2870200"/>
              <a:gd name="connsiteX171" fmla="*/ 3285066 w 4089400"/>
              <a:gd name="connsiteY171" fmla="*/ 2497667 h 2870200"/>
              <a:gd name="connsiteX172" fmla="*/ 3302000 w 4089400"/>
              <a:gd name="connsiteY172" fmla="*/ 2531534 h 2870200"/>
              <a:gd name="connsiteX173" fmla="*/ 3318933 w 4089400"/>
              <a:gd name="connsiteY173" fmla="*/ 2599267 h 2870200"/>
              <a:gd name="connsiteX174" fmla="*/ 3344333 w 4089400"/>
              <a:gd name="connsiteY174" fmla="*/ 2667000 h 2870200"/>
              <a:gd name="connsiteX175" fmla="*/ 3386666 w 4089400"/>
              <a:gd name="connsiteY175" fmla="*/ 2810934 h 2870200"/>
              <a:gd name="connsiteX176" fmla="*/ 3412066 w 4089400"/>
              <a:gd name="connsiteY176" fmla="*/ 2870200 h 2870200"/>
              <a:gd name="connsiteX177" fmla="*/ 3437466 w 4089400"/>
              <a:gd name="connsiteY177" fmla="*/ 1828800 h 2870200"/>
              <a:gd name="connsiteX178" fmla="*/ 3436968 w 4089400"/>
              <a:gd name="connsiteY178" fmla="*/ 2090271 h 2870200"/>
              <a:gd name="connsiteX179" fmla="*/ 3462866 w 4089400"/>
              <a:gd name="connsiteY179" fmla="*/ 1735667 h 2870200"/>
              <a:gd name="connsiteX180" fmla="*/ 3488266 w 4089400"/>
              <a:gd name="connsiteY180" fmla="*/ 1651000 h 2870200"/>
              <a:gd name="connsiteX181" fmla="*/ 3496733 w 4089400"/>
              <a:gd name="connsiteY181" fmla="*/ 1701800 h 2870200"/>
              <a:gd name="connsiteX182" fmla="*/ 3500717 w 4089400"/>
              <a:gd name="connsiteY182" fmla="*/ 1875118 h 2870200"/>
              <a:gd name="connsiteX183" fmla="*/ 3522133 w 4089400"/>
              <a:gd name="connsiteY183" fmla="*/ 1752600 h 2870200"/>
              <a:gd name="connsiteX184" fmla="*/ 3530600 w 4089400"/>
              <a:gd name="connsiteY184" fmla="*/ 1693334 h 2870200"/>
              <a:gd name="connsiteX185" fmla="*/ 3572933 w 4089400"/>
              <a:gd name="connsiteY185" fmla="*/ 1608667 h 2870200"/>
              <a:gd name="connsiteX186" fmla="*/ 3589866 w 4089400"/>
              <a:gd name="connsiteY186" fmla="*/ 1566334 h 2870200"/>
              <a:gd name="connsiteX187" fmla="*/ 3632200 w 4089400"/>
              <a:gd name="connsiteY187" fmla="*/ 1464734 h 2870200"/>
              <a:gd name="connsiteX188" fmla="*/ 3636184 w 4089400"/>
              <a:gd name="connsiteY188" fmla="*/ 1373094 h 2870200"/>
              <a:gd name="connsiteX189" fmla="*/ 3657600 w 4089400"/>
              <a:gd name="connsiteY189" fmla="*/ 1363134 h 2870200"/>
              <a:gd name="connsiteX190" fmla="*/ 3674533 w 4089400"/>
              <a:gd name="connsiteY190" fmla="*/ 1320800 h 2870200"/>
              <a:gd name="connsiteX191" fmla="*/ 3669553 w 4089400"/>
              <a:gd name="connsiteY191" fmla="*/ 1151964 h 2870200"/>
              <a:gd name="connsiteX192" fmla="*/ 3716866 w 4089400"/>
              <a:gd name="connsiteY192" fmla="*/ 1227667 h 2870200"/>
              <a:gd name="connsiteX193" fmla="*/ 3725333 w 4089400"/>
              <a:gd name="connsiteY193" fmla="*/ 1176867 h 2870200"/>
              <a:gd name="connsiteX194" fmla="*/ 3742266 w 4089400"/>
              <a:gd name="connsiteY194" fmla="*/ 1126067 h 2870200"/>
              <a:gd name="connsiteX195" fmla="*/ 3750733 w 4089400"/>
              <a:gd name="connsiteY195" fmla="*/ 1058334 h 2870200"/>
              <a:gd name="connsiteX196" fmla="*/ 3759200 w 4089400"/>
              <a:gd name="connsiteY196" fmla="*/ 1270000 h 2870200"/>
              <a:gd name="connsiteX197" fmla="*/ 3788048 w 4089400"/>
              <a:gd name="connsiteY197" fmla="*/ 678606 h 2870200"/>
              <a:gd name="connsiteX198" fmla="*/ 3793066 w 4089400"/>
              <a:gd name="connsiteY198" fmla="*/ 558800 h 2870200"/>
              <a:gd name="connsiteX199" fmla="*/ 3810000 w 4089400"/>
              <a:gd name="connsiteY199" fmla="*/ 482600 h 2870200"/>
              <a:gd name="connsiteX200" fmla="*/ 3818466 w 4089400"/>
              <a:gd name="connsiteY200" fmla="*/ 533400 h 2870200"/>
              <a:gd name="connsiteX201" fmla="*/ 3835400 w 4089400"/>
              <a:gd name="connsiteY201" fmla="*/ 660400 h 2870200"/>
              <a:gd name="connsiteX202" fmla="*/ 3843866 w 4089400"/>
              <a:gd name="connsiteY202" fmla="*/ 702734 h 2870200"/>
              <a:gd name="connsiteX203" fmla="*/ 3860800 w 4089400"/>
              <a:gd name="connsiteY203" fmla="*/ 736600 h 2870200"/>
              <a:gd name="connsiteX204" fmla="*/ 3877733 w 4089400"/>
              <a:gd name="connsiteY204" fmla="*/ 702734 h 2870200"/>
              <a:gd name="connsiteX205" fmla="*/ 3937000 w 4089400"/>
              <a:gd name="connsiteY205" fmla="*/ 482600 h 2870200"/>
              <a:gd name="connsiteX206" fmla="*/ 3953933 w 4089400"/>
              <a:gd name="connsiteY206" fmla="*/ 457200 h 2870200"/>
              <a:gd name="connsiteX207" fmla="*/ 3979333 w 4089400"/>
              <a:gd name="connsiteY207" fmla="*/ 177800 h 2870200"/>
              <a:gd name="connsiteX208" fmla="*/ 4004733 w 4089400"/>
              <a:gd name="connsiteY208" fmla="*/ 135467 h 2870200"/>
              <a:gd name="connsiteX209" fmla="*/ 4013200 w 4089400"/>
              <a:gd name="connsiteY209" fmla="*/ 101600 h 2870200"/>
              <a:gd name="connsiteX210" fmla="*/ 4021666 w 4089400"/>
              <a:gd name="connsiteY210" fmla="*/ 76200 h 2870200"/>
              <a:gd name="connsiteX211" fmla="*/ 4030133 w 4089400"/>
              <a:gd name="connsiteY211" fmla="*/ 110067 h 2870200"/>
              <a:gd name="connsiteX212" fmla="*/ 4047066 w 4089400"/>
              <a:gd name="connsiteY212" fmla="*/ 160867 h 2870200"/>
              <a:gd name="connsiteX213" fmla="*/ 4089400 w 4089400"/>
              <a:gd name="connsiteY213" fmla="*/ 0 h 2870200"/>
              <a:gd name="connsiteX0" fmla="*/ 0 w 4089400"/>
              <a:gd name="connsiteY0" fmla="*/ 702734 h 2870200"/>
              <a:gd name="connsiteX1" fmla="*/ 8466 w 4089400"/>
              <a:gd name="connsiteY1" fmla="*/ 643467 h 2870200"/>
              <a:gd name="connsiteX2" fmla="*/ 25400 w 4089400"/>
              <a:gd name="connsiteY2" fmla="*/ 626534 h 2870200"/>
              <a:gd name="connsiteX3" fmla="*/ 33866 w 4089400"/>
              <a:gd name="connsiteY3" fmla="*/ 592667 h 2870200"/>
              <a:gd name="connsiteX4" fmla="*/ 42333 w 4089400"/>
              <a:gd name="connsiteY4" fmla="*/ 567267 h 2870200"/>
              <a:gd name="connsiteX5" fmla="*/ 42333 w 4089400"/>
              <a:gd name="connsiteY5" fmla="*/ 821267 h 2870200"/>
              <a:gd name="connsiteX6" fmla="*/ 21415 w 4089400"/>
              <a:gd name="connsiteY6" fmla="*/ 1068793 h 2870200"/>
              <a:gd name="connsiteX7" fmla="*/ 25400 w 4089400"/>
              <a:gd name="connsiteY7" fmla="*/ 1354667 h 2870200"/>
              <a:gd name="connsiteX8" fmla="*/ 33866 w 4089400"/>
              <a:gd name="connsiteY8" fmla="*/ 1329267 h 2870200"/>
              <a:gd name="connsiteX9" fmla="*/ 42333 w 4089400"/>
              <a:gd name="connsiteY9" fmla="*/ 1286934 h 2870200"/>
              <a:gd name="connsiteX10" fmla="*/ 59266 w 4089400"/>
              <a:gd name="connsiteY10" fmla="*/ 1253067 h 2870200"/>
              <a:gd name="connsiteX11" fmla="*/ 76200 w 4089400"/>
              <a:gd name="connsiteY11" fmla="*/ 1202267 h 2870200"/>
              <a:gd name="connsiteX12" fmla="*/ 84666 w 4089400"/>
              <a:gd name="connsiteY12" fmla="*/ 1176867 h 2870200"/>
              <a:gd name="connsiteX13" fmla="*/ 101600 w 4089400"/>
              <a:gd name="connsiteY13" fmla="*/ 1143000 h 2870200"/>
              <a:gd name="connsiteX14" fmla="*/ 110066 w 4089400"/>
              <a:gd name="connsiteY14" fmla="*/ 1100667 h 2870200"/>
              <a:gd name="connsiteX15" fmla="*/ 135466 w 4089400"/>
              <a:gd name="connsiteY15" fmla="*/ 1032934 h 2870200"/>
              <a:gd name="connsiteX16" fmla="*/ 143933 w 4089400"/>
              <a:gd name="connsiteY16" fmla="*/ 999067 h 2870200"/>
              <a:gd name="connsiteX17" fmla="*/ 160866 w 4089400"/>
              <a:gd name="connsiteY17" fmla="*/ 948267 h 2870200"/>
              <a:gd name="connsiteX18" fmla="*/ 177800 w 4089400"/>
              <a:gd name="connsiteY18" fmla="*/ 1134534 h 2870200"/>
              <a:gd name="connsiteX19" fmla="*/ 194733 w 4089400"/>
              <a:gd name="connsiteY19" fmla="*/ 1464734 h 2870200"/>
              <a:gd name="connsiteX20" fmla="*/ 228600 w 4089400"/>
              <a:gd name="connsiteY20" fmla="*/ 1397000 h 2870200"/>
              <a:gd name="connsiteX21" fmla="*/ 254000 w 4089400"/>
              <a:gd name="connsiteY21" fmla="*/ 1363134 h 2870200"/>
              <a:gd name="connsiteX22" fmla="*/ 262466 w 4089400"/>
              <a:gd name="connsiteY22" fmla="*/ 1337734 h 2870200"/>
              <a:gd name="connsiteX23" fmla="*/ 279400 w 4089400"/>
              <a:gd name="connsiteY23" fmla="*/ 1371600 h 2870200"/>
              <a:gd name="connsiteX24" fmla="*/ 287866 w 4089400"/>
              <a:gd name="connsiteY24" fmla="*/ 2243667 h 2870200"/>
              <a:gd name="connsiteX25" fmla="*/ 313266 w 4089400"/>
              <a:gd name="connsiteY25" fmla="*/ 2201334 h 2870200"/>
              <a:gd name="connsiteX26" fmla="*/ 321733 w 4089400"/>
              <a:gd name="connsiteY26" fmla="*/ 2150534 h 2870200"/>
              <a:gd name="connsiteX27" fmla="*/ 355600 w 4089400"/>
              <a:gd name="connsiteY27" fmla="*/ 2125134 h 2870200"/>
              <a:gd name="connsiteX28" fmla="*/ 364066 w 4089400"/>
              <a:gd name="connsiteY28" fmla="*/ 2082800 h 2870200"/>
              <a:gd name="connsiteX29" fmla="*/ 389965 w 4089400"/>
              <a:gd name="connsiteY29" fmla="*/ 1792444 h 2870200"/>
              <a:gd name="connsiteX30" fmla="*/ 397933 w 4089400"/>
              <a:gd name="connsiteY30" fmla="*/ 2032000 h 2870200"/>
              <a:gd name="connsiteX31" fmla="*/ 423333 w 4089400"/>
              <a:gd name="connsiteY31" fmla="*/ 1998134 h 2870200"/>
              <a:gd name="connsiteX32" fmla="*/ 440266 w 4089400"/>
              <a:gd name="connsiteY32" fmla="*/ 1752600 h 2870200"/>
              <a:gd name="connsiteX33" fmla="*/ 465666 w 4089400"/>
              <a:gd name="connsiteY33" fmla="*/ 1651000 h 2870200"/>
              <a:gd name="connsiteX34" fmla="*/ 491066 w 4089400"/>
              <a:gd name="connsiteY34" fmla="*/ 1710267 h 2870200"/>
              <a:gd name="connsiteX35" fmla="*/ 499533 w 4089400"/>
              <a:gd name="connsiteY35" fmla="*/ 1735667 h 2870200"/>
              <a:gd name="connsiteX36" fmla="*/ 533400 w 4089400"/>
              <a:gd name="connsiteY36" fmla="*/ 1820334 h 2870200"/>
              <a:gd name="connsiteX37" fmla="*/ 558800 w 4089400"/>
              <a:gd name="connsiteY37" fmla="*/ 1938867 h 2870200"/>
              <a:gd name="connsiteX38" fmla="*/ 575733 w 4089400"/>
              <a:gd name="connsiteY38" fmla="*/ 1998134 h 2870200"/>
              <a:gd name="connsiteX39" fmla="*/ 592666 w 4089400"/>
              <a:gd name="connsiteY39" fmla="*/ 2023534 h 2870200"/>
              <a:gd name="connsiteX40" fmla="*/ 618066 w 4089400"/>
              <a:gd name="connsiteY40" fmla="*/ 1786467 h 2870200"/>
              <a:gd name="connsiteX41" fmla="*/ 626533 w 4089400"/>
              <a:gd name="connsiteY41" fmla="*/ 1744134 h 2870200"/>
              <a:gd name="connsiteX42" fmla="*/ 643466 w 4089400"/>
              <a:gd name="connsiteY42" fmla="*/ 1718734 h 2870200"/>
              <a:gd name="connsiteX43" fmla="*/ 660400 w 4089400"/>
              <a:gd name="connsiteY43" fmla="*/ 1617134 h 2870200"/>
              <a:gd name="connsiteX44" fmla="*/ 677333 w 4089400"/>
              <a:gd name="connsiteY44" fmla="*/ 1557867 h 2870200"/>
              <a:gd name="connsiteX45" fmla="*/ 685800 w 4089400"/>
              <a:gd name="connsiteY45" fmla="*/ 1524000 h 2870200"/>
              <a:gd name="connsiteX46" fmla="*/ 702733 w 4089400"/>
              <a:gd name="connsiteY46" fmla="*/ 1312334 h 2870200"/>
              <a:gd name="connsiteX47" fmla="*/ 719666 w 4089400"/>
              <a:gd name="connsiteY47" fmla="*/ 1380067 h 2870200"/>
              <a:gd name="connsiteX48" fmla="*/ 736600 w 4089400"/>
              <a:gd name="connsiteY48" fmla="*/ 1532467 h 2870200"/>
              <a:gd name="connsiteX49" fmla="*/ 753533 w 4089400"/>
              <a:gd name="connsiteY49" fmla="*/ 1566334 h 2870200"/>
              <a:gd name="connsiteX50" fmla="*/ 778933 w 4089400"/>
              <a:gd name="connsiteY50" fmla="*/ 1456267 h 2870200"/>
              <a:gd name="connsiteX51" fmla="*/ 795866 w 4089400"/>
              <a:gd name="connsiteY51" fmla="*/ 1430867 h 2870200"/>
              <a:gd name="connsiteX52" fmla="*/ 829733 w 4089400"/>
              <a:gd name="connsiteY52" fmla="*/ 1388534 h 2870200"/>
              <a:gd name="connsiteX53" fmla="*/ 838200 w 4089400"/>
              <a:gd name="connsiteY53" fmla="*/ 1498600 h 2870200"/>
              <a:gd name="connsiteX54" fmla="*/ 863600 w 4089400"/>
              <a:gd name="connsiteY54" fmla="*/ 1811867 h 2870200"/>
              <a:gd name="connsiteX55" fmla="*/ 872066 w 4089400"/>
              <a:gd name="connsiteY55" fmla="*/ 1642534 h 2870200"/>
              <a:gd name="connsiteX56" fmla="*/ 897466 w 4089400"/>
              <a:gd name="connsiteY56" fmla="*/ 1583267 h 2870200"/>
              <a:gd name="connsiteX57" fmla="*/ 905933 w 4089400"/>
              <a:gd name="connsiteY57" fmla="*/ 1557867 h 2870200"/>
              <a:gd name="connsiteX58" fmla="*/ 914400 w 4089400"/>
              <a:gd name="connsiteY58" fmla="*/ 2006600 h 2870200"/>
              <a:gd name="connsiteX59" fmla="*/ 939800 w 4089400"/>
              <a:gd name="connsiteY59" fmla="*/ 2116667 h 2870200"/>
              <a:gd name="connsiteX60" fmla="*/ 948266 w 4089400"/>
              <a:gd name="connsiteY60" fmla="*/ 1828800 h 2870200"/>
              <a:gd name="connsiteX61" fmla="*/ 965200 w 4089400"/>
              <a:gd name="connsiteY61" fmla="*/ 1794934 h 2870200"/>
              <a:gd name="connsiteX62" fmla="*/ 973666 w 4089400"/>
              <a:gd name="connsiteY62" fmla="*/ 1761067 h 2870200"/>
              <a:gd name="connsiteX63" fmla="*/ 990600 w 4089400"/>
              <a:gd name="connsiteY63" fmla="*/ 1871134 h 2870200"/>
              <a:gd name="connsiteX64" fmla="*/ 1007533 w 4089400"/>
              <a:gd name="connsiteY64" fmla="*/ 1947334 h 2870200"/>
              <a:gd name="connsiteX65" fmla="*/ 1024466 w 4089400"/>
              <a:gd name="connsiteY65" fmla="*/ 2040467 h 2870200"/>
              <a:gd name="connsiteX66" fmla="*/ 1049866 w 4089400"/>
              <a:gd name="connsiteY66" fmla="*/ 2108200 h 2870200"/>
              <a:gd name="connsiteX67" fmla="*/ 1058333 w 4089400"/>
              <a:gd name="connsiteY67" fmla="*/ 2150534 h 2870200"/>
              <a:gd name="connsiteX68" fmla="*/ 1100666 w 4089400"/>
              <a:gd name="connsiteY68" fmla="*/ 2209800 h 2870200"/>
              <a:gd name="connsiteX69" fmla="*/ 1109133 w 4089400"/>
              <a:gd name="connsiteY69" fmla="*/ 2108200 h 2870200"/>
              <a:gd name="connsiteX70" fmla="*/ 1159933 w 4089400"/>
              <a:gd name="connsiteY70" fmla="*/ 1989667 h 2870200"/>
              <a:gd name="connsiteX71" fmla="*/ 1210733 w 4089400"/>
              <a:gd name="connsiteY71" fmla="*/ 1913467 h 2870200"/>
              <a:gd name="connsiteX72" fmla="*/ 1219200 w 4089400"/>
              <a:gd name="connsiteY72" fmla="*/ 2167467 h 2870200"/>
              <a:gd name="connsiteX73" fmla="*/ 1236133 w 4089400"/>
              <a:gd name="connsiteY73" fmla="*/ 2082800 h 2870200"/>
              <a:gd name="connsiteX74" fmla="*/ 1244600 w 4089400"/>
              <a:gd name="connsiteY74" fmla="*/ 2015067 h 2870200"/>
              <a:gd name="connsiteX75" fmla="*/ 1286933 w 4089400"/>
              <a:gd name="connsiteY75" fmla="*/ 1854200 h 2870200"/>
              <a:gd name="connsiteX76" fmla="*/ 1295400 w 4089400"/>
              <a:gd name="connsiteY76" fmla="*/ 1803400 h 2870200"/>
              <a:gd name="connsiteX77" fmla="*/ 1320800 w 4089400"/>
              <a:gd name="connsiteY77" fmla="*/ 1701800 h 2870200"/>
              <a:gd name="connsiteX78" fmla="*/ 1346200 w 4089400"/>
              <a:gd name="connsiteY78" fmla="*/ 1718734 h 2870200"/>
              <a:gd name="connsiteX79" fmla="*/ 1354666 w 4089400"/>
              <a:gd name="connsiteY79" fmla="*/ 1744134 h 2870200"/>
              <a:gd name="connsiteX80" fmla="*/ 1380066 w 4089400"/>
              <a:gd name="connsiteY80" fmla="*/ 1828800 h 2870200"/>
              <a:gd name="connsiteX81" fmla="*/ 1397000 w 4089400"/>
              <a:gd name="connsiteY81" fmla="*/ 1879600 h 2870200"/>
              <a:gd name="connsiteX82" fmla="*/ 1405466 w 4089400"/>
              <a:gd name="connsiteY82" fmla="*/ 1913467 h 2870200"/>
              <a:gd name="connsiteX83" fmla="*/ 1430866 w 4089400"/>
              <a:gd name="connsiteY83" fmla="*/ 1947334 h 2870200"/>
              <a:gd name="connsiteX84" fmla="*/ 1447800 w 4089400"/>
              <a:gd name="connsiteY84" fmla="*/ 1938867 h 2870200"/>
              <a:gd name="connsiteX85" fmla="*/ 1490133 w 4089400"/>
              <a:gd name="connsiteY85" fmla="*/ 1803400 h 2870200"/>
              <a:gd name="connsiteX86" fmla="*/ 1549400 w 4089400"/>
              <a:gd name="connsiteY86" fmla="*/ 1651000 h 2870200"/>
              <a:gd name="connsiteX87" fmla="*/ 1557866 w 4089400"/>
              <a:gd name="connsiteY87" fmla="*/ 1591734 h 2870200"/>
              <a:gd name="connsiteX88" fmla="*/ 1574800 w 4089400"/>
              <a:gd name="connsiteY88" fmla="*/ 1566334 h 2870200"/>
              <a:gd name="connsiteX89" fmla="*/ 1583266 w 4089400"/>
              <a:gd name="connsiteY89" fmla="*/ 1524000 h 2870200"/>
              <a:gd name="connsiteX90" fmla="*/ 1591733 w 4089400"/>
              <a:gd name="connsiteY90" fmla="*/ 1498600 h 2870200"/>
              <a:gd name="connsiteX91" fmla="*/ 1608666 w 4089400"/>
              <a:gd name="connsiteY91" fmla="*/ 1524000 h 2870200"/>
              <a:gd name="connsiteX92" fmla="*/ 1634066 w 4089400"/>
              <a:gd name="connsiteY92" fmla="*/ 1490134 h 2870200"/>
              <a:gd name="connsiteX93" fmla="*/ 1659466 w 4089400"/>
              <a:gd name="connsiteY93" fmla="*/ 1388534 h 2870200"/>
              <a:gd name="connsiteX94" fmla="*/ 1718733 w 4089400"/>
              <a:gd name="connsiteY94" fmla="*/ 1286934 h 2870200"/>
              <a:gd name="connsiteX95" fmla="*/ 1769533 w 4089400"/>
              <a:gd name="connsiteY95" fmla="*/ 1176867 h 2870200"/>
              <a:gd name="connsiteX96" fmla="*/ 1794933 w 4089400"/>
              <a:gd name="connsiteY96" fmla="*/ 1202267 h 2870200"/>
              <a:gd name="connsiteX97" fmla="*/ 1803400 w 4089400"/>
              <a:gd name="connsiteY97" fmla="*/ 1227667 h 2870200"/>
              <a:gd name="connsiteX98" fmla="*/ 1820333 w 4089400"/>
              <a:gd name="connsiteY98" fmla="*/ 1261534 h 2870200"/>
              <a:gd name="connsiteX99" fmla="*/ 1862666 w 4089400"/>
              <a:gd name="connsiteY99" fmla="*/ 1422400 h 2870200"/>
              <a:gd name="connsiteX100" fmla="*/ 1913466 w 4089400"/>
              <a:gd name="connsiteY100" fmla="*/ 1600200 h 2870200"/>
              <a:gd name="connsiteX101" fmla="*/ 1964266 w 4089400"/>
              <a:gd name="connsiteY101" fmla="*/ 1744134 h 2870200"/>
              <a:gd name="connsiteX102" fmla="*/ 1981200 w 4089400"/>
              <a:gd name="connsiteY102" fmla="*/ 1498600 h 2870200"/>
              <a:gd name="connsiteX103" fmla="*/ 1998133 w 4089400"/>
              <a:gd name="connsiteY103" fmla="*/ 1464734 h 2870200"/>
              <a:gd name="connsiteX104" fmla="*/ 2006600 w 4089400"/>
              <a:gd name="connsiteY104" fmla="*/ 1439334 h 2870200"/>
              <a:gd name="connsiteX105" fmla="*/ 2057400 w 4089400"/>
              <a:gd name="connsiteY105" fmla="*/ 2032000 h 2870200"/>
              <a:gd name="connsiteX106" fmla="*/ 2065866 w 4089400"/>
              <a:gd name="connsiteY106" fmla="*/ 2150534 h 2870200"/>
              <a:gd name="connsiteX107" fmla="*/ 2074333 w 4089400"/>
              <a:gd name="connsiteY107" fmla="*/ 2489200 h 2870200"/>
              <a:gd name="connsiteX108" fmla="*/ 2108200 w 4089400"/>
              <a:gd name="connsiteY108" fmla="*/ 2421467 h 2870200"/>
              <a:gd name="connsiteX109" fmla="*/ 2150533 w 4089400"/>
              <a:gd name="connsiteY109" fmla="*/ 2319867 h 2870200"/>
              <a:gd name="connsiteX110" fmla="*/ 2175933 w 4089400"/>
              <a:gd name="connsiteY110" fmla="*/ 2286000 h 2870200"/>
              <a:gd name="connsiteX111" fmla="*/ 2209800 w 4089400"/>
              <a:gd name="connsiteY111" fmla="*/ 2235200 h 2870200"/>
              <a:gd name="connsiteX112" fmla="*/ 2226733 w 4089400"/>
              <a:gd name="connsiteY112" fmla="*/ 2514600 h 2870200"/>
              <a:gd name="connsiteX113" fmla="*/ 2252133 w 4089400"/>
              <a:gd name="connsiteY113" fmla="*/ 2565400 h 2870200"/>
              <a:gd name="connsiteX114" fmla="*/ 2260600 w 4089400"/>
              <a:gd name="connsiteY114" fmla="*/ 2489200 h 2870200"/>
              <a:gd name="connsiteX115" fmla="*/ 2277533 w 4089400"/>
              <a:gd name="connsiteY115" fmla="*/ 2421467 h 2870200"/>
              <a:gd name="connsiteX116" fmla="*/ 2286000 w 4089400"/>
              <a:gd name="connsiteY116" fmla="*/ 1718734 h 2870200"/>
              <a:gd name="connsiteX117" fmla="*/ 2311400 w 4089400"/>
              <a:gd name="connsiteY117" fmla="*/ 1811867 h 2870200"/>
              <a:gd name="connsiteX118" fmla="*/ 2336800 w 4089400"/>
              <a:gd name="connsiteY118" fmla="*/ 1871134 h 2870200"/>
              <a:gd name="connsiteX119" fmla="*/ 2362200 w 4089400"/>
              <a:gd name="connsiteY119" fmla="*/ 1938867 h 2870200"/>
              <a:gd name="connsiteX120" fmla="*/ 2370666 w 4089400"/>
              <a:gd name="connsiteY120" fmla="*/ 1972734 h 2870200"/>
              <a:gd name="connsiteX121" fmla="*/ 2379133 w 4089400"/>
              <a:gd name="connsiteY121" fmla="*/ 1574800 h 2870200"/>
              <a:gd name="connsiteX122" fmla="*/ 2404533 w 4089400"/>
              <a:gd name="connsiteY122" fmla="*/ 1236134 h 2870200"/>
              <a:gd name="connsiteX123" fmla="*/ 2421466 w 4089400"/>
              <a:gd name="connsiteY123" fmla="*/ 1092200 h 2870200"/>
              <a:gd name="connsiteX124" fmla="*/ 2429933 w 4089400"/>
              <a:gd name="connsiteY124" fmla="*/ 1066800 h 2870200"/>
              <a:gd name="connsiteX125" fmla="*/ 2438400 w 4089400"/>
              <a:gd name="connsiteY125" fmla="*/ 1092200 h 2870200"/>
              <a:gd name="connsiteX126" fmla="*/ 2455333 w 4089400"/>
              <a:gd name="connsiteY126" fmla="*/ 1117600 h 2870200"/>
              <a:gd name="connsiteX127" fmla="*/ 2463800 w 4089400"/>
              <a:gd name="connsiteY127" fmla="*/ 1227667 h 2870200"/>
              <a:gd name="connsiteX128" fmla="*/ 2489200 w 4089400"/>
              <a:gd name="connsiteY128" fmla="*/ 753534 h 2870200"/>
              <a:gd name="connsiteX129" fmla="*/ 2506133 w 4089400"/>
              <a:gd name="connsiteY129" fmla="*/ 685800 h 2870200"/>
              <a:gd name="connsiteX130" fmla="*/ 2514600 w 4089400"/>
              <a:gd name="connsiteY130" fmla="*/ 609600 h 2870200"/>
              <a:gd name="connsiteX131" fmla="*/ 2523066 w 4089400"/>
              <a:gd name="connsiteY131" fmla="*/ 558800 h 2870200"/>
              <a:gd name="connsiteX132" fmla="*/ 2540000 w 4089400"/>
              <a:gd name="connsiteY132" fmla="*/ 584200 h 2870200"/>
              <a:gd name="connsiteX133" fmla="*/ 2548466 w 4089400"/>
              <a:gd name="connsiteY133" fmla="*/ 778934 h 2870200"/>
              <a:gd name="connsiteX134" fmla="*/ 2590800 w 4089400"/>
              <a:gd name="connsiteY134" fmla="*/ 914400 h 2870200"/>
              <a:gd name="connsiteX135" fmla="*/ 2607733 w 4089400"/>
              <a:gd name="connsiteY135" fmla="*/ 973667 h 2870200"/>
              <a:gd name="connsiteX136" fmla="*/ 2624666 w 4089400"/>
              <a:gd name="connsiteY136" fmla="*/ 812800 h 2870200"/>
              <a:gd name="connsiteX137" fmla="*/ 2641600 w 4089400"/>
              <a:gd name="connsiteY137" fmla="*/ 694267 h 2870200"/>
              <a:gd name="connsiteX138" fmla="*/ 2667000 w 4089400"/>
              <a:gd name="connsiteY138" fmla="*/ 558800 h 2870200"/>
              <a:gd name="connsiteX139" fmla="*/ 2692400 w 4089400"/>
              <a:gd name="connsiteY139" fmla="*/ 321734 h 2870200"/>
              <a:gd name="connsiteX140" fmla="*/ 2709333 w 4089400"/>
              <a:gd name="connsiteY140" fmla="*/ 1058334 h 2870200"/>
              <a:gd name="connsiteX141" fmla="*/ 2735730 w 4089400"/>
              <a:gd name="connsiteY141" fmla="*/ 1023969 h 2870200"/>
              <a:gd name="connsiteX142" fmla="*/ 2785533 w 4089400"/>
              <a:gd name="connsiteY142" fmla="*/ 905934 h 2870200"/>
              <a:gd name="connsiteX143" fmla="*/ 2819400 w 4089400"/>
              <a:gd name="connsiteY143" fmla="*/ 855134 h 2870200"/>
              <a:gd name="connsiteX144" fmla="*/ 2844800 w 4089400"/>
              <a:gd name="connsiteY144" fmla="*/ 1422400 h 2870200"/>
              <a:gd name="connsiteX145" fmla="*/ 2853266 w 4089400"/>
              <a:gd name="connsiteY145" fmla="*/ 1388534 h 2870200"/>
              <a:gd name="connsiteX146" fmla="*/ 2870200 w 4089400"/>
              <a:gd name="connsiteY146" fmla="*/ 1363134 h 2870200"/>
              <a:gd name="connsiteX147" fmla="*/ 2895600 w 4089400"/>
              <a:gd name="connsiteY147" fmla="*/ 1278467 h 2870200"/>
              <a:gd name="connsiteX148" fmla="*/ 2912533 w 4089400"/>
              <a:gd name="connsiteY148" fmla="*/ 1320800 h 2870200"/>
              <a:gd name="connsiteX149" fmla="*/ 2929466 w 4089400"/>
              <a:gd name="connsiteY149" fmla="*/ 1388534 h 2870200"/>
              <a:gd name="connsiteX150" fmla="*/ 2946400 w 4089400"/>
              <a:gd name="connsiteY150" fmla="*/ 1422400 h 2870200"/>
              <a:gd name="connsiteX151" fmla="*/ 2988733 w 4089400"/>
              <a:gd name="connsiteY151" fmla="*/ 1540934 h 2870200"/>
              <a:gd name="connsiteX152" fmla="*/ 3005666 w 4089400"/>
              <a:gd name="connsiteY152" fmla="*/ 1566334 h 2870200"/>
              <a:gd name="connsiteX153" fmla="*/ 3039533 w 4089400"/>
              <a:gd name="connsiteY153" fmla="*/ 1718734 h 2870200"/>
              <a:gd name="connsiteX154" fmla="*/ 3064933 w 4089400"/>
              <a:gd name="connsiteY154" fmla="*/ 1761067 h 2870200"/>
              <a:gd name="connsiteX155" fmla="*/ 3098800 w 4089400"/>
              <a:gd name="connsiteY155" fmla="*/ 1879600 h 2870200"/>
              <a:gd name="connsiteX156" fmla="*/ 3090333 w 4089400"/>
              <a:gd name="connsiteY156" fmla="*/ 1913467 h 2870200"/>
              <a:gd name="connsiteX157" fmla="*/ 3102783 w 4089400"/>
              <a:gd name="connsiteY157" fmla="*/ 1901016 h 2870200"/>
              <a:gd name="connsiteX158" fmla="*/ 3081866 w 4089400"/>
              <a:gd name="connsiteY158" fmla="*/ 1888067 h 2870200"/>
              <a:gd name="connsiteX159" fmla="*/ 3107266 w 4089400"/>
              <a:gd name="connsiteY159" fmla="*/ 1871134 h 2870200"/>
              <a:gd name="connsiteX160" fmla="*/ 3115733 w 4089400"/>
              <a:gd name="connsiteY160" fmla="*/ 1769534 h 2870200"/>
              <a:gd name="connsiteX161" fmla="*/ 3132666 w 4089400"/>
              <a:gd name="connsiteY161" fmla="*/ 1710267 h 2870200"/>
              <a:gd name="connsiteX162" fmla="*/ 3141133 w 4089400"/>
              <a:gd name="connsiteY162" fmla="*/ 1684867 h 2870200"/>
              <a:gd name="connsiteX163" fmla="*/ 3166533 w 4089400"/>
              <a:gd name="connsiteY163" fmla="*/ 1676400 h 2870200"/>
              <a:gd name="connsiteX164" fmla="*/ 3175000 w 4089400"/>
              <a:gd name="connsiteY164" fmla="*/ 2006600 h 2870200"/>
              <a:gd name="connsiteX165" fmla="*/ 3183466 w 4089400"/>
              <a:gd name="connsiteY165" fmla="*/ 2048934 h 2870200"/>
              <a:gd name="connsiteX166" fmla="*/ 3191933 w 4089400"/>
              <a:gd name="connsiteY166" fmla="*/ 2099734 h 2870200"/>
              <a:gd name="connsiteX167" fmla="*/ 3208866 w 4089400"/>
              <a:gd name="connsiteY167" fmla="*/ 2048934 h 2870200"/>
              <a:gd name="connsiteX168" fmla="*/ 3217333 w 4089400"/>
              <a:gd name="connsiteY168" fmla="*/ 1998134 h 2870200"/>
              <a:gd name="connsiteX169" fmla="*/ 3251200 w 4089400"/>
              <a:gd name="connsiteY169" fmla="*/ 2353734 h 2870200"/>
              <a:gd name="connsiteX170" fmla="*/ 3276600 w 4089400"/>
              <a:gd name="connsiteY170" fmla="*/ 2387600 h 2870200"/>
              <a:gd name="connsiteX171" fmla="*/ 3285066 w 4089400"/>
              <a:gd name="connsiteY171" fmla="*/ 2497667 h 2870200"/>
              <a:gd name="connsiteX172" fmla="*/ 3302000 w 4089400"/>
              <a:gd name="connsiteY172" fmla="*/ 2531534 h 2870200"/>
              <a:gd name="connsiteX173" fmla="*/ 3318933 w 4089400"/>
              <a:gd name="connsiteY173" fmla="*/ 2599267 h 2870200"/>
              <a:gd name="connsiteX174" fmla="*/ 3344333 w 4089400"/>
              <a:gd name="connsiteY174" fmla="*/ 2667000 h 2870200"/>
              <a:gd name="connsiteX175" fmla="*/ 3386666 w 4089400"/>
              <a:gd name="connsiteY175" fmla="*/ 2810934 h 2870200"/>
              <a:gd name="connsiteX176" fmla="*/ 3412066 w 4089400"/>
              <a:gd name="connsiteY176" fmla="*/ 2870200 h 2870200"/>
              <a:gd name="connsiteX177" fmla="*/ 3437466 w 4089400"/>
              <a:gd name="connsiteY177" fmla="*/ 1828800 h 2870200"/>
              <a:gd name="connsiteX178" fmla="*/ 3436968 w 4089400"/>
              <a:gd name="connsiteY178" fmla="*/ 2090271 h 2870200"/>
              <a:gd name="connsiteX179" fmla="*/ 3462866 w 4089400"/>
              <a:gd name="connsiteY179" fmla="*/ 1735667 h 2870200"/>
              <a:gd name="connsiteX180" fmla="*/ 3488266 w 4089400"/>
              <a:gd name="connsiteY180" fmla="*/ 1651000 h 2870200"/>
              <a:gd name="connsiteX181" fmla="*/ 3496733 w 4089400"/>
              <a:gd name="connsiteY181" fmla="*/ 1701800 h 2870200"/>
              <a:gd name="connsiteX182" fmla="*/ 3500717 w 4089400"/>
              <a:gd name="connsiteY182" fmla="*/ 1875118 h 2870200"/>
              <a:gd name="connsiteX183" fmla="*/ 3522133 w 4089400"/>
              <a:gd name="connsiteY183" fmla="*/ 1752600 h 2870200"/>
              <a:gd name="connsiteX184" fmla="*/ 3530600 w 4089400"/>
              <a:gd name="connsiteY184" fmla="*/ 1693334 h 2870200"/>
              <a:gd name="connsiteX185" fmla="*/ 3572933 w 4089400"/>
              <a:gd name="connsiteY185" fmla="*/ 1608667 h 2870200"/>
              <a:gd name="connsiteX186" fmla="*/ 3589866 w 4089400"/>
              <a:gd name="connsiteY186" fmla="*/ 1566334 h 2870200"/>
              <a:gd name="connsiteX187" fmla="*/ 3632200 w 4089400"/>
              <a:gd name="connsiteY187" fmla="*/ 1464734 h 2870200"/>
              <a:gd name="connsiteX188" fmla="*/ 3636184 w 4089400"/>
              <a:gd name="connsiteY188" fmla="*/ 1373094 h 2870200"/>
              <a:gd name="connsiteX189" fmla="*/ 3657600 w 4089400"/>
              <a:gd name="connsiteY189" fmla="*/ 1363134 h 2870200"/>
              <a:gd name="connsiteX190" fmla="*/ 3674533 w 4089400"/>
              <a:gd name="connsiteY190" fmla="*/ 1320800 h 2870200"/>
              <a:gd name="connsiteX191" fmla="*/ 3669553 w 4089400"/>
              <a:gd name="connsiteY191" fmla="*/ 1151964 h 2870200"/>
              <a:gd name="connsiteX192" fmla="*/ 3716866 w 4089400"/>
              <a:gd name="connsiteY192" fmla="*/ 1227667 h 2870200"/>
              <a:gd name="connsiteX193" fmla="*/ 3725333 w 4089400"/>
              <a:gd name="connsiteY193" fmla="*/ 1176867 h 2870200"/>
              <a:gd name="connsiteX194" fmla="*/ 3742266 w 4089400"/>
              <a:gd name="connsiteY194" fmla="*/ 1126067 h 2870200"/>
              <a:gd name="connsiteX195" fmla="*/ 3750733 w 4089400"/>
              <a:gd name="connsiteY195" fmla="*/ 1058334 h 2870200"/>
              <a:gd name="connsiteX196" fmla="*/ 3759200 w 4089400"/>
              <a:gd name="connsiteY196" fmla="*/ 1270000 h 2870200"/>
              <a:gd name="connsiteX197" fmla="*/ 3788048 w 4089400"/>
              <a:gd name="connsiteY197" fmla="*/ 678606 h 2870200"/>
              <a:gd name="connsiteX198" fmla="*/ 3793066 w 4089400"/>
              <a:gd name="connsiteY198" fmla="*/ 558800 h 2870200"/>
              <a:gd name="connsiteX199" fmla="*/ 3810000 w 4089400"/>
              <a:gd name="connsiteY199" fmla="*/ 482600 h 2870200"/>
              <a:gd name="connsiteX200" fmla="*/ 3818466 w 4089400"/>
              <a:gd name="connsiteY200" fmla="*/ 533400 h 2870200"/>
              <a:gd name="connsiteX201" fmla="*/ 3835400 w 4089400"/>
              <a:gd name="connsiteY201" fmla="*/ 660400 h 2870200"/>
              <a:gd name="connsiteX202" fmla="*/ 3843866 w 4089400"/>
              <a:gd name="connsiteY202" fmla="*/ 702734 h 2870200"/>
              <a:gd name="connsiteX203" fmla="*/ 3860800 w 4089400"/>
              <a:gd name="connsiteY203" fmla="*/ 736600 h 2870200"/>
              <a:gd name="connsiteX204" fmla="*/ 3877733 w 4089400"/>
              <a:gd name="connsiteY204" fmla="*/ 702734 h 2870200"/>
              <a:gd name="connsiteX205" fmla="*/ 3937000 w 4089400"/>
              <a:gd name="connsiteY205" fmla="*/ 482600 h 2870200"/>
              <a:gd name="connsiteX206" fmla="*/ 3953933 w 4089400"/>
              <a:gd name="connsiteY206" fmla="*/ 457200 h 2870200"/>
              <a:gd name="connsiteX207" fmla="*/ 3979333 w 4089400"/>
              <a:gd name="connsiteY207" fmla="*/ 177800 h 2870200"/>
              <a:gd name="connsiteX208" fmla="*/ 4004733 w 4089400"/>
              <a:gd name="connsiteY208" fmla="*/ 135467 h 2870200"/>
              <a:gd name="connsiteX209" fmla="*/ 4013200 w 4089400"/>
              <a:gd name="connsiteY209" fmla="*/ 101600 h 2870200"/>
              <a:gd name="connsiteX210" fmla="*/ 4021666 w 4089400"/>
              <a:gd name="connsiteY210" fmla="*/ 76200 h 2870200"/>
              <a:gd name="connsiteX211" fmla="*/ 4030133 w 4089400"/>
              <a:gd name="connsiteY211" fmla="*/ 110067 h 2870200"/>
              <a:gd name="connsiteX212" fmla="*/ 4047066 w 4089400"/>
              <a:gd name="connsiteY212" fmla="*/ 160867 h 2870200"/>
              <a:gd name="connsiteX213" fmla="*/ 4089400 w 4089400"/>
              <a:gd name="connsiteY213" fmla="*/ 0 h 2870200"/>
              <a:gd name="connsiteX0" fmla="*/ 0 w 4089400"/>
              <a:gd name="connsiteY0" fmla="*/ 702734 h 2870200"/>
              <a:gd name="connsiteX1" fmla="*/ 8466 w 4089400"/>
              <a:gd name="connsiteY1" fmla="*/ 643467 h 2870200"/>
              <a:gd name="connsiteX2" fmla="*/ 25400 w 4089400"/>
              <a:gd name="connsiteY2" fmla="*/ 626534 h 2870200"/>
              <a:gd name="connsiteX3" fmla="*/ 33866 w 4089400"/>
              <a:gd name="connsiteY3" fmla="*/ 592667 h 2870200"/>
              <a:gd name="connsiteX4" fmla="*/ 42333 w 4089400"/>
              <a:gd name="connsiteY4" fmla="*/ 567267 h 2870200"/>
              <a:gd name="connsiteX5" fmla="*/ 42333 w 4089400"/>
              <a:gd name="connsiteY5" fmla="*/ 821267 h 2870200"/>
              <a:gd name="connsiteX6" fmla="*/ 21415 w 4089400"/>
              <a:gd name="connsiteY6" fmla="*/ 1068793 h 2870200"/>
              <a:gd name="connsiteX7" fmla="*/ 25400 w 4089400"/>
              <a:gd name="connsiteY7" fmla="*/ 1354667 h 2870200"/>
              <a:gd name="connsiteX8" fmla="*/ 33866 w 4089400"/>
              <a:gd name="connsiteY8" fmla="*/ 1329267 h 2870200"/>
              <a:gd name="connsiteX9" fmla="*/ 42333 w 4089400"/>
              <a:gd name="connsiteY9" fmla="*/ 1286934 h 2870200"/>
              <a:gd name="connsiteX10" fmla="*/ 59266 w 4089400"/>
              <a:gd name="connsiteY10" fmla="*/ 1253067 h 2870200"/>
              <a:gd name="connsiteX11" fmla="*/ 76200 w 4089400"/>
              <a:gd name="connsiteY11" fmla="*/ 1202267 h 2870200"/>
              <a:gd name="connsiteX12" fmla="*/ 84666 w 4089400"/>
              <a:gd name="connsiteY12" fmla="*/ 1176867 h 2870200"/>
              <a:gd name="connsiteX13" fmla="*/ 101600 w 4089400"/>
              <a:gd name="connsiteY13" fmla="*/ 1143000 h 2870200"/>
              <a:gd name="connsiteX14" fmla="*/ 110066 w 4089400"/>
              <a:gd name="connsiteY14" fmla="*/ 1100667 h 2870200"/>
              <a:gd name="connsiteX15" fmla="*/ 135466 w 4089400"/>
              <a:gd name="connsiteY15" fmla="*/ 1032934 h 2870200"/>
              <a:gd name="connsiteX16" fmla="*/ 143933 w 4089400"/>
              <a:gd name="connsiteY16" fmla="*/ 999067 h 2870200"/>
              <a:gd name="connsiteX17" fmla="*/ 160866 w 4089400"/>
              <a:gd name="connsiteY17" fmla="*/ 948267 h 2870200"/>
              <a:gd name="connsiteX18" fmla="*/ 177800 w 4089400"/>
              <a:gd name="connsiteY18" fmla="*/ 1134534 h 2870200"/>
              <a:gd name="connsiteX19" fmla="*/ 194733 w 4089400"/>
              <a:gd name="connsiteY19" fmla="*/ 1464734 h 2870200"/>
              <a:gd name="connsiteX20" fmla="*/ 228600 w 4089400"/>
              <a:gd name="connsiteY20" fmla="*/ 1397000 h 2870200"/>
              <a:gd name="connsiteX21" fmla="*/ 254000 w 4089400"/>
              <a:gd name="connsiteY21" fmla="*/ 1363134 h 2870200"/>
              <a:gd name="connsiteX22" fmla="*/ 262466 w 4089400"/>
              <a:gd name="connsiteY22" fmla="*/ 1337734 h 2870200"/>
              <a:gd name="connsiteX23" fmla="*/ 279400 w 4089400"/>
              <a:gd name="connsiteY23" fmla="*/ 1371600 h 2870200"/>
              <a:gd name="connsiteX24" fmla="*/ 287866 w 4089400"/>
              <a:gd name="connsiteY24" fmla="*/ 2243667 h 2870200"/>
              <a:gd name="connsiteX25" fmla="*/ 313266 w 4089400"/>
              <a:gd name="connsiteY25" fmla="*/ 2201334 h 2870200"/>
              <a:gd name="connsiteX26" fmla="*/ 321733 w 4089400"/>
              <a:gd name="connsiteY26" fmla="*/ 2150534 h 2870200"/>
              <a:gd name="connsiteX27" fmla="*/ 346635 w 4089400"/>
              <a:gd name="connsiteY27" fmla="*/ 2376146 h 2870200"/>
              <a:gd name="connsiteX28" fmla="*/ 364066 w 4089400"/>
              <a:gd name="connsiteY28" fmla="*/ 2082800 h 2870200"/>
              <a:gd name="connsiteX29" fmla="*/ 389965 w 4089400"/>
              <a:gd name="connsiteY29" fmla="*/ 1792444 h 2870200"/>
              <a:gd name="connsiteX30" fmla="*/ 397933 w 4089400"/>
              <a:gd name="connsiteY30" fmla="*/ 2032000 h 2870200"/>
              <a:gd name="connsiteX31" fmla="*/ 423333 w 4089400"/>
              <a:gd name="connsiteY31" fmla="*/ 1998134 h 2870200"/>
              <a:gd name="connsiteX32" fmla="*/ 440266 w 4089400"/>
              <a:gd name="connsiteY32" fmla="*/ 1752600 h 2870200"/>
              <a:gd name="connsiteX33" fmla="*/ 465666 w 4089400"/>
              <a:gd name="connsiteY33" fmla="*/ 1651000 h 2870200"/>
              <a:gd name="connsiteX34" fmla="*/ 491066 w 4089400"/>
              <a:gd name="connsiteY34" fmla="*/ 1710267 h 2870200"/>
              <a:gd name="connsiteX35" fmla="*/ 499533 w 4089400"/>
              <a:gd name="connsiteY35" fmla="*/ 1735667 h 2870200"/>
              <a:gd name="connsiteX36" fmla="*/ 533400 w 4089400"/>
              <a:gd name="connsiteY36" fmla="*/ 1820334 h 2870200"/>
              <a:gd name="connsiteX37" fmla="*/ 558800 w 4089400"/>
              <a:gd name="connsiteY37" fmla="*/ 1938867 h 2870200"/>
              <a:gd name="connsiteX38" fmla="*/ 575733 w 4089400"/>
              <a:gd name="connsiteY38" fmla="*/ 1998134 h 2870200"/>
              <a:gd name="connsiteX39" fmla="*/ 592666 w 4089400"/>
              <a:gd name="connsiteY39" fmla="*/ 2023534 h 2870200"/>
              <a:gd name="connsiteX40" fmla="*/ 618066 w 4089400"/>
              <a:gd name="connsiteY40" fmla="*/ 1786467 h 2870200"/>
              <a:gd name="connsiteX41" fmla="*/ 626533 w 4089400"/>
              <a:gd name="connsiteY41" fmla="*/ 1744134 h 2870200"/>
              <a:gd name="connsiteX42" fmla="*/ 643466 w 4089400"/>
              <a:gd name="connsiteY42" fmla="*/ 1718734 h 2870200"/>
              <a:gd name="connsiteX43" fmla="*/ 660400 w 4089400"/>
              <a:gd name="connsiteY43" fmla="*/ 1617134 h 2870200"/>
              <a:gd name="connsiteX44" fmla="*/ 677333 w 4089400"/>
              <a:gd name="connsiteY44" fmla="*/ 1557867 h 2870200"/>
              <a:gd name="connsiteX45" fmla="*/ 685800 w 4089400"/>
              <a:gd name="connsiteY45" fmla="*/ 1524000 h 2870200"/>
              <a:gd name="connsiteX46" fmla="*/ 702733 w 4089400"/>
              <a:gd name="connsiteY46" fmla="*/ 1312334 h 2870200"/>
              <a:gd name="connsiteX47" fmla="*/ 719666 w 4089400"/>
              <a:gd name="connsiteY47" fmla="*/ 1380067 h 2870200"/>
              <a:gd name="connsiteX48" fmla="*/ 736600 w 4089400"/>
              <a:gd name="connsiteY48" fmla="*/ 1532467 h 2870200"/>
              <a:gd name="connsiteX49" fmla="*/ 753533 w 4089400"/>
              <a:gd name="connsiteY49" fmla="*/ 1566334 h 2870200"/>
              <a:gd name="connsiteX50" fmla="*/ 778933 w 4089400"/>
              <a:gd name="connsiteY50" fmla="*/ 1456267 h 2870200"/>
              <a:gd name="connsiteX51" fmla="*/ 795866 w 4089400"/>
              <a:gd name="connsiteY51" fmla="*/ 1430867 h 2870200"/>
              <a:gd name="connsiteX52" fmla="*/ 829733 w 4089400"/>
              <a:gd name="connsiteY52" fmla="*/ 1388534 h 2870200"/>
              <a:gd name="connsiteX53" fmla="*/ 838200 w 4089400"/>
              <a:gd name="connsiteY53" fmla="*/ 1498600 h 2870200"/>
              <a:gd name="connsiteX54" fmla="*/ 863600 w 4089400"/>
              <a:gd name="connsiteY54" fmla="*/ 1811867 h 2870200"/>
              <a:gd name="connsiteX55" fmla="*/ 872066 w 4089400"/>
              <a:gd name="connsiteY55" fmla="*/ 1642534 h 2870200"/>
              <a:gd name="connsiteX56" fmla="*/ 897466 w 4089400"/>
              <a:gd name="connsiteY56" fmla="*/ 1583267 h 2870200"/>
              <a:gd name="connsiteX57" fmla="*/ 905933 w 4089400"/>
              <a:gd name="connsiteY57" fmla="*/ 1557867 h 2870200"/>
              <a:gd name="connsiteX58" fmla="*/ 914400 w 4089400"/>
              <a:gd name="connsiteY58" fmla="*/ 2006600 h 2870200"/>
              <a:gd name="connsiteX59" fmla="*/ 939800 w 4089400"/>
              <a:gd name="connsiteY59" fmla="*/ 2116667 h 2870200"/>
              <a:gd name="connsiteX60" fmla="*/ 948266 w 4089400"/>
              <a:gd name="connsiteY60" fmla="*/ 1828800 h 2870200"/>
              <a:gd name="connsiteX61" fmla="*/ 965200 w 4089400"/>
              <a:gd name="connsiteY61" fmla="*/ 1794934 h 2870200"/>
              <a:gd name="connsiteX62" fmla="*/ 973666 w 4089400"/>
              <a:gd name="connsiteY62" fmla="*/ 1761067 h 2870200"/>
              <a:gd name="connsiteX63" fmla="*/ 990600 w 4089400"/>
              <a:gd name="connsiteY63" fmla="*/ 1871134 h 2870200"/>
              <a:gd name="connsiteX64" fmla="*/ 1007533 w 4089400"/>
              <a:gd name="connsiteY64" fmla="*/ 1947334 h 2870200"/>
              <a:gd name="connsiteX65" fmla="*/ 1024466 w 4089400"/>
              <a:gd name="connsiteY65" fmla="*/ 2040467 h 2870200"/>
              <a:gd name="connsiteX66" fmla="*/ 1049866 w 4089400"/>
              <a:gd name="connsiteY66" fmla="*/ 2108200 h 2870200"/>
              <a:gd name="connsiteX67" fmla="*/ 1058333 w 4089400"/>
              <a:gd name="connsiteY67" fmla="*/ 2150534 h 2870200"/>
              <a:gd name="connsiteX68" fmla="*/ 1100666 w 4089400"/>
              <a:gd name="connsiteY68" fmla="*/ 2209800 h 2870200"/>
              <a:gd name="connsiteX69" fmla="*/ 1109133 w 4089400"/>
              <a:gd name="connsiteY69" fmla="*/ 2108200 h 2870200"/>
              <a:gd name="connsiteX70" fmla="*/ 1159933 w 4089400"/>
              <a:gd name="connsiteY70" fmla="*/ 1989667 h 2870200"/>
              <a:gd name="connsiteX71" fmla="*/ 1210733 w 4089400"/>
              <a:gd name="connsiteY71" fmla="*/ 1913467 h 2870200"/>
              <a:gd name="connsiteX72" fmla="*/ 1219200 w 4089400"/>
              <a:gd name="connsiteY72" fmla="*/ 2167467 h 2870200"/>
              <a:gd name="connsiteX73" fmla="*/ 1236133 w 4089400"/>
              <a:gd name="connsiteY73" fmla="*/ 2082800 h 2870200"/>
              <a:gd name="connsiteX74" fmla="*/ 1244600 w 4089400"/>
              <a:gd name="connsiteY74" fmla="*/ 2015067 h 2870200"/>
              <a:gd name="connsiteX75" fmla="*/ 1286933 w 4089400"/>
              <a:gd name="connsiteY75" fmla="*/ 1854200 h 2870200"/>
              <a:gd name="connsiteX76" fmla="*/ 1295400 w 4089400"/>
              <a:gd name="connsiteY76" fmla="*/ 1803400 h 2870200"/>
              <a:gd name="connsiteX77" fmla="*/ 1320800 w 4089400"/>
              <a:gd name="connsiteY77" fmla="*/ 1701800 h 2870200"/>
              <a:gd name="connsiteX78" fmla="*/ 1346200 w 4089400"/>
              <a:gd name="connsiteY78" fmla="*/ 1718734 h 2870200"/>
              <a:gd name="connsiteX79" fmla="*/ 1354666 w 4089400"/>
              <a:gd name="connsiteY79" fmla="*/ 1744134 h 2870200"/>
              <a:gd name="connsiteX80" fmla="*/ 1380066 w 4089400"/>
              <a:gd name="connsiteY80" fmla="*/ 1828800 h 2870200"/>
              <a:gd name="connsiteX81" fmla="*/ 1397000 w 4089400"/>
              <a:gd name="connsiteY81" fmla="*/ 1879600 h 2870200"/>
              <a:gd name="connsiteX82" fmla="*/ 1405466 w 4089400"/>
              <a:gd name="connsiteY82" fmla="*/ 1913467 h 2870200"/>
              <a:gd name="connsiteX83" fmla="*/ 1430866 w 4089400"/>
              <a:gd name="connsiteY83" fmla="*/ 1947334 h 2870200"/>
              <a:gd name="connsiteX84" fmla="*/ 1447800 w 4089400"/>
              <a:gd name="connsiteY84" fmla="*/ 1938867 h 2870200"/>
              <a:gd name="connsiteX85" fmla="*/ 1490133 w 4089400"/>
              <a:gd name="connsiteY85" fmla="*/ 1803400 h 2870200"/>
              <a:gd name="connsiteX86" fmla="*/ 1549400 w 4089400"/>
              <a:gd name="connsiteY86" fmla="*/ 1651000 h 2870200"/>
              <a:gd name="connsiteX87" fmla="*/ 1557866 w 4089400"/>
              <a:gd name="connsiteY87" fmla="*/ 1591734 h 2870200"/>
              <a:gd name="connsiteX88" fmla="*/ 1574800 w 4089400"/>
              <a:gd name="connsiteY88" fmla="*/ 1566334 h 2870200"/>
              <a:gd name="connsiteX89" fmla="*/ 1583266 w 4089400"/>
              <a:gd name="connsiteY89" fmla="*/ 1524000 h 2870200"/>
              <a:gd name="connsiteX90" fmla="*/ 1591733 w 4089400"/>
              <a:gd name="connsiteY90" fmla="*/ 1498600 h 2870200"/>
              <a:gd name="connsiteX91" fmla="*/ 1608666 w 4089400"/>
              <a:gd name="connsiteY91" fmla="*/ 1524000 h 2870200"/>
              <a:gd name="connsiteX92" fmla="*/ 1634066 w 4089400"/>
              <a:gd name="connsiteY92" fmla="*/ 1490134 h 2870200"/>
              <a:gd name="connsiteX93" fmla="*/ 1659466 w 4089400"/>
              <a:gd name="connsiteY93" fmla="*/ 1388534 h 2870200"/>
              <a:gd name="connsiteX94" fmla="*/ 1718733 w 4089400"/>
              <a:gd name="connsiteY94" fmla="*/ 1286934 h 2870200"/>
              <a:gd name="connsiteX95" fmla="*/ 1769533 w 4089400"/>
              <a:gd name="connsiteY95" fmla="*/ 1176867 h 2870200"/>
              <a:gd name="connsiteX96" fmla="*/ 1794933 w 4089400"/>
              <a:gd name="connsiteY96" fmla="*/ 1202267 h 2870200"/>
              <a:gd name="connsiteX97" fmla="*/ 1803400 w 4089400"/>
              <a:gd name="connsiteY97" fmla="*/ 1227667 h 2870200"/>
              <a:gd name="connsiteX98" fmla="*/ 1820333 w 4089400"/>
              <a:gd name="connsiteY98" fmla="*/ 1261534 h 2870200"/>
              <a:gd name="connsiteX99" fmla="*/ 1862666 w 4089400"/>
              <a:gd name="connsiteY99" fmla="*/ 1422400 h 2870200"/>
              <a:gd name="connsiteX100" fmla="*/ 1913466 w 4089400"/>
              <a:gd name="connsiteY100" fmla="*/ 1600200 h 2870200"/>
              <a:gd name="connsiteX101" fmla="*/ 1964266 w 4089400"/>
              <a:gd name="connsiteY101" fmla="*/ 1744134 h 2870200"/>
              <a:gd name="connsiteX102" fmla="*/ 1981200 w 4089400"/>
              <a:gd name="connsiteY102" fmla="*/ 1498600 h 2870200"/>
              <a:gd name="connsiteX103" fmla="*/ 1998133 w 4089400"/>
              <a:gd name="connsiteY103" fmla="*/ 1464734 h 2870200"/>
              <a:gd name="connsiteX104" fmla="*/ 2006600 w 4089400"/>
              <a:gd name="connsiteY104" fmla="*/ 1439334 h 2870200"/>
              <a:gd name="connsiteX105" fmla="*/ 2057400 w 4089400"/>
              <a:gd name="connsiteY105" fmla="*/ 2032000 h 2870200"/>
              <a:gd name="connsiteX106" fmla="*/ 2065866 w 4089400"/>
              <a:gd name="connsiteY106" fmla="*/ 2150534 h 2870200"/>
              <a:gd name="connsiteX107" fmla="*/ 2074333 w 4089400"/>
              <a:gd name="connsiteY107" fmla="*/ 2489200 h 2870200"/>
              <a:gd name="connsiteX108" fmla="*/ 2108200 w 4089400"/>
              <a:gd name="connsiteY108" fmla="*/ 2421467 h 2870200"/>
              <a:gd name="connsiteX109" fmla="*/ 2150533 w 4089400"/>
              <a:gd name="connsiteY109" fmla="*/ 2319867 h 2870200"/>
              <a:gd name="connsiteX110" fmla="*/ 2175933 w 4089400"/>
              <a:gd name="connsiteY110" fmla="*/ 2286000 h 2870200"/>
              <a:gd name="connsiteX111" fmla="*/ 2209800 w 4089400"/>
              <a:gd name="connsiteY111" fmla="*/ 2235200 h 2870200"/>
              <a:gd name="connsiteX112" fmla="*/ 2226733 w 4089400"/>
              <a:gd name="connsiteY112" fmla="*/ 2514600 h 2870200"/>
              <a:gd name="connsiteX113" fmla="*/ 2252133 w 4089400"/>
              <a:gd name="connsiteY113" fmla="*/ 2565400 h 2870200"/>
              <a:gd name="connsiteX114" fmla="*/ 2260600 w 4089400"/>
              <a:gd name="connsiteY114" fmla="*/ 2489200 h 2870200"/>
              <a:gd name="connsiteX115" fmla="*/ 2277533 w 4089400"/>
              <a:gd name="connsiteY115" fmla="*/ 2421467 h 2870200"/>
              <a:gd name="connsiteX116" fmla="*/ 2286000 w 4089400"/>
              <a:gd name="connsiteY116" fmla="*/ 1718734 h 2870200"/>
              <a:gd name="connsiteX117" fmla="*/ 2311400 w 4089400"/>
              <a:gd name="connsiteY117" fmla="*/ 1811867 h 2870200"/>
              <a:gd name="connsiteX118" fmla="*/ 2336800 w 4089400"/>
              <a:gd name="connsiteY118" fmla="*/ 1871134 h 2870200"/>
              <a:gd name="connsiteX119" fmla="*/ 2362200 w 4089400"/>
              <a:gd name="connsiteY119" fmla="*/ 1938867 h 2870200"/>
              <a:gd name="connsiteX120" fmla="*/ 2370666 w 4089400"/>
              <a:gd name="connsiteY120" fmla="*/ 1972734 h 2870200"/>
              <a:gd name="connsiteX121" fmla="*/ 2379133 w 4089400"/>
              <a:gd name="connsiteY121" fmla="*/ 1574800 h 2870200"/>
              <a:gd name="connsiteX122" fmla="*/ 2404533 w 4089400"/>
              <a:gd name="connsiteY122" fmla="*/ 1236134 h 2870200"/>
              <a:gd name="connsiteX123" fmla="*/ 2421466 w 4089400"/>
              <a:gd name="connsiteY123" fmla="*/ 1092200 h 2870200"/>
              <a:gd name="connsiteX124" fmla="*/ 2429933 w 4089400"/>
              <a:gd name="connsiteY124" fmla="*/ 1066800 h 2870200"/>
              <a:gd name="connsiteX125" fmla="*/ 2438400 w 4089400"/>
              <a:gd name="connsiteY125" fmla="*/ 1092200 h 2870200"/>
              <a:gd name="connsiteX126" fmla="*/ 2455333 w 4089400"/>
              <a:gd name="connsiteY126" fmla="*/ 1117600 h 2870200"/>
              <a:gd name="connsiteX127" fmla="*/ 2463800 w 4089400"/>
              <a:gd name="connsiteY127" fmla="*/ 1227667 h 2870200"/>
              <a:gd name="connsiteX128" fmla="*/ 2489200 w 4089400"/>
              <a:gd name="connsiteY128" fmla="*/ 753534 h 2870200"/>
              <a:gd name="connsiteX129" fmla="*/ 2506133 w 4089400"/>
              <a:gd name="connsiteY129" fmla="*/ 685800 h 2870200"/>
              <a:gd name="connsiteX130" fmla="*/ 2514600 w 4089400"/>
              <a:gd name="connsiteY130" fmla="*/ 609600 h 2870200"/>
              <a:gd name="connsiteX131" fmla="*/ 2523066 w 4089400"/>
              <a:gd name="connsiteY131" fmla="*/ 558800 h 2870200"/>
              <a:gd name="connsiteX132" fmla="*/ 2540000 w 4089400"/>
              <a:gd name="connsiteY132" fmla="*/ 584200 h 2870200"/>
              <a:gd name="connsiteX133" fmla="*/ 2548466 w 4089400"/>
              <a:gd name="connsiteY133" fmla="*/ 778934 h 2870200"/>
              <a:gd name="connsiteX134" fmla="*/ 2590800 w 4089400"/>
              <a:gd name="connsiteY134" fmla="*/ 914400 h 2870200"/>
              <a:gd name="connsiteX135" fmla="*/ 2607733 w 4089400"/>
              <a:gd name="connsiteY135" fmla="*/ 973667 h 2870200"/>
              <a:gd name="connsiteX136" fmla="*/ 2624666 w 4089400"/>
              <a:gd name="connsiteY136" fmla="*/ 812800 h 2870200"/>
              <a:gd name="connsiteX137" fmla="*/ 2641600 w 4089400"/>
              <a:gd name="connsiteY137" fmla="*/ 694267 h 2870200"/>
              <a:gd name="connsiteX138" fmla="*/ 2667000 w 4089400"/>
              <a:gd name="connsiteY138" fmla="*/ 558800 h 2870200"/>
              <a:gd name="connsiteX139" fmla="*/ 2692400 w 4089400"/>
              <a:gd name="connsiteY139" fmla="*/ 321734 h 2870200"/>
              <a:gd name="connsiteX140" fmla="*/ 2709333 w 4089400"/>
              <a:gd name="connsiteY140" fmla="*/ 1058334 h 2870200"/>
              <a:gd name="connsiteX141" fmla="*/ 2735730 w 4089400"/>
              <a:gd name="connsiteY141" fmla="*/ 1023969 h 2870200"/>
              <a:gd name="connsiteX142" fmla="*/ 2785533 w 4089400"/>
              <a:gd name="connsiteY142" fmla="*/ 905934 h 2870200"/>
              <a:gd name="connsiteX143" fmla="*/ 2819400 w 4089400"/>
              <a:gd name="connsiteY143" fmla="*/ 855134 h 2870200"/>
              <a:gd name="connsiteX144" fmla="*/ 2844800 w 4089400"/>
              <a:gd name="connsiteY144" fmla="*/ 1422400 h 2870200"/>
              <a:gd name="connsiteX145" fmla="*/ 2853266 w 4089400"/>
              <a:gd name="connsiteY145" fmla="*/ 1388534 h 2870200"/>
              <a:gd name="connsiteX146" fmla="*/ 2870200 w 4089400"/>
              <a:gd name="connsiteY146" fmla="*/ 1363134 h 2870200"/>
              <a:gd name="connsiteX147" fmla="*/ 2895600 w 4089400"/>
              <a:gd name="connsiteY147" fmla="*/ 1278467 h 2870200"/>
              <a:gd name="connsiteX148" fmla="*/ 2912533 w 4089400"/>
              <a:gd name="connsiteY148" fmla="*/ 1320800 h 2870200"/>
              <a:gd name="connsiteX149" fmla="*/ 2929466 w 4089400"/>
              <a:gd name="connsiteY149" fmla="*/ 1388534 h 2870200"/>
              <a:gd name="connsiteX150" fmla="*/ 2946400 w 4089400"/>
              <a:gd name="connsiteY150" fmla="*/ 1422400 h 2870200"/>
              <a:gd name="connsiteX151" fmla="*/ 2988733 w 4089400"/>
              <a:gd name="connsiteY151" fmla="*/ 1540934 h 2870200"/>
              <a:gd name="connsiteX152" fmla="*/ 3005666 w 4089400"/>
              <a:gd name="connsiteY152" fmla="*/ 1566334 h 2870200"/>
              <a:gd name="connsiteX153" fmla="*/ 3039533 w 4089400"/>
              <a:gd name="connsiteY153" fmla="*/ 1718734 h 2870200"/>
              <a:gd name="connsiteX154" fmla="*/ 3064933 w 4089400"/>
              <a:gd name="connsiteY154" fmla="*/ 1761067 h 2870200"/>
              <a:gd name="connsiteX155" fmla="*/ 3098800 w 4089400"/>
              <a:gd name="connsiteY155" fmla="*/ 1879600 h 2870200"/>
              <a:gd name="connsiteX156" fmla="*/ 3090333 w 4089400"/>
              <a:gd name="connsiteY156" fmla="*/ 1913467 h 2870200"/>
              <a:gd name="connsiteX157" fmla="*/ 3102783 w 4089400"/>
              <a:gd name="connsiteY157" fmla="*/ 1901016 h 2870200"/>
              <a:gd name="connsiteX158" fmla="*/ 3081866 w 4089400"/>
              <a:gd name="connsiteY158" fmla="*/ 1888067 h 2870200"/>
              <a:gd name="connsiteX159" fmla="*/ 3107266 w 4089400"/>
              <a:gd name="connsiteY159" fmla="*/ 1871134 h 2870200"/>
              <a:gd name="connsiteX160" fmla="*/ 3115733 w 4089400"/>
              <a:gd name="connsiteY160" fmla="*/ 1769534 h 2870200"/>
              <a:gd name="connsiteX161" fmla="*/ 3132666 w 4089400"/>
              <a:gd name="connsiteY161" fmla="*/ 1710267 h 2870200"/>
              <a:gd name="connsiteX162" fmla="*/ 3141133 w 4089400"/>
              <a:gd name="connsiteY162" fmla="*/ 1684867 h 2870200"/>
              <a:gd name="connsiteX163" fmla="*/ 3166533 w 4089400"/>
              <a:gd name="connsiteY163" fmla="*/ 1676400 h 2870200"/>
              <a:gd name="connsiteX164" fmla="*/ 3175000 w 4089400"/>
              <a:gd name="connsiteY164" fmla="*/ 2006600 h 2870200"/>
              <a:gd name="connsiteX165" fmla="*/ 3183466 w 4089400"/>
              <a:gd name="connsiteY165" fmla="*/ 2048934 h 2870200"/>
              <a:gd name="connsiteX166" fmla="*/ 3191933 w 4089400"/>
              <a:gd name="connsiteY166" fmla="*/ 2099734 h 2870200"/>
              <a:gd name="connsiteX167" fmla="*/ 3208866 w 4089400"/>
              <a:gd name="connsiteY167" fmla="*/ 2048934 h 2870200"/>
              <a:gd name="connsiteX168" fmla="*/ 3217333 w 4089400"/>
              <a:gd name="connsiteY168" fmla="*/ 1998134 h 2870200"/>
              <a:gd name="connsiteX169" fmla="*/ 3251200 w 4089400"/>
              <a:gd name="connsiteY169" fmla="*/ 2353734 h 2870200"/>
              <a:gd name="connsiteX170" fmla="*/ 3276600 w 4089400"/>
              <a:gd name="connsiteY170" fmla="*/ 2387600 h 2870200"/>
              <a:gd name="connsiteX171" fmla="*/ 3285066 w 4089400"/>
              <a:gd name="connsiteY171" fmla="*/ 2497667 h 2870200"/>
              <a:gd name="connsiteX172" fmla="*/ 3302000 w 4089400"/>
              <a:gd name="connsiteY172" fmla="*/ 2531534 h 2870200"/>
              <a:gd name="connsiteX173" fmla="*/ 3318933 w 4089400"/>
              <a:gd name="connsiteY173" fmla="*/ 2599267 h 2870200"/>
              <a:gd name="connsiteX174" fmla="*/ 3344333 w 4089400"/>
              <a:gd name="connsiteY174" fmla="*/ 2667000 h 2870200"/>
              <a:gd name="connsiteX175" fmla="*/ 3386666 w 4089400"/>
              <a:gd name="connsiteY175" fmla="*/ 2810934 h 2870200"/>
              <a:gd name="connsiteX176" fmla="*/ 3412066 w 4089400"/>
              <a:gd name="connsiteY176" fmla="*/ 2870200 h 2870200"/>
              <a:gd name="connsiteX177" fmla="*/ 3437466 w 4089400"/>
              <a:gd name="connsiteY177" fmla="*/ 1828800 h 2870200"/>
              <a:gd name="connsiteX178" fmla="*/ 3436968 w 4089400"/>
              <a:gd name="connsiteY178" fmla="*/ 2090271 h 2870200"/>
              <a:gd name="connsiteX179" fmla="*/ 3462866 w 4089400"/>
              <a:gd name="connsiteY179" fmla="*/ 1735667 h 2870200"/>
              <a:gd name="connsiteX180" fmla="*/ 3488266 w 4089400"/>
              <a:gd name="connsiteY180" fmla="*/ 1651000 h 2870200"/>
              <a:gd name="connsiteX181" fmla="*/ 3496733 w 4089400"/>
              <a:gd name="connsiteY181" fmla="*/ 1701800 h 2870200"/>
              <a:gd name="connsiteX182" fmla="*/ 3500717 w 4089400"/>
              <a:gd name="connsiteY182" fmla="*/ 1875118 h 2870200"/>
              <a:gd name="connsiteX183" fmla="*/ 3522133 w 4089400"/>
              <a:gd name="connsiteY183" fmla="*/ 1752600 h 2870200"/>
              <a:gd name="connsiteX184" fmla="*/ 3530600 w 4089400"/>
              <a:gd name="connsiteY184" fmla="*/ 1693334 h 2870200"/>
              <a:gd name="connsiteX185" fmla="*/ 3572933 w 4089400"/>
              <a:gd name="connsiteY185" fmla="*/ 1608667 h 2870200"/>
              <a:gd name="connsiteX186" fmla="*/ 3589866 w 4089400"/>
              <a:gd name="connsiteY186" fmla="*/ 1566334 h 2870200"/>
              <a:gd name="connsiteX187" fmla="*/ 3632200 w 4089400"/>
              <a:gd name="connsiteY187" fmla="*/ 1464734 h 2870200"/>
              <a:gd name="connsiteX188" fmla="*/ 3636184 w 4089400"/>
              <a:gd name="connsiteY188" fmla="*/ 1373094 h 2870200"/>
              <a:gd name="connsiteX189" fmla="*/ 3657600 w 4089400"/>
              <a:gd name="connsiteY189" fmla="*/ 1363134 h 2870200"/>
              <a:gd name="connsiteX190" fmla="*/ 3674533 w 4089400"/>
              <a:gd name="connsiteY190" fmla="*/ 1320800 h 2870200"/>
              <a:gd name="connsiteX191" fmla="*/ 3669553 w 4089400"/>
              <a:gd name="connsiteY191" fmla="*/ 1151964 h 2870200"/>
              <a:gd name="connsiteX192" fmla="*/ 3716866 w 4089400"/>
              <a:gd name="connsiteY192" fmla="*/ 1227667 h 2870200"/>
              <a:gd name="connsiteX193" fmla="*/ 3725333 w 4089400"/>
              <a:gd name="connsiteY193" fmla="*/ 1176867 h 2870200"/>
              <a:gd name="connsiteX194" fmla="*/ 3742266 w 4089400"/>
              <a:gd name="connsiteY194" fmla="*/ 1126067 h 2870200"/>
              <a:gd name="connsiteX195" fmla="*/ 3750733 w 4089400"/>
              <a:gd name="connsiteY195" fmla="*/ 1058334 h 2870200"/>
              <a:gd name="connsiteX196" fmla="*/ 3759200 w 4089400"/>
              <a:gd name="connsiteY196" fmla="*/ 1270000 h 2870200"/>
              <a:gd name="connsiteX197" fmla="*/ 3788048 w 4089400"/>
              <a:gd name="connsiteY197" fmla="*/ 678606 h 2870200"/>
              <a:gd name="connsiteX198" fmla="*/ 3793066 w 4089400"/>
              <a:gd name="connsiteY198" fmla="*/ 558800 h 2870200"/>
              <a:gd name="connsiteX199" fmla="*/ 3810000 w 4089400"/>
              <a:gd name="connsiteY199" fmla="*/ 482600 h 2870200"/>
              <a:gd name="connsiteX200" fmla="*/ 3818466 w 4089400"/>
              <a:gd name="connsiteY200" fmla="*/ 533400 h 2870200"/>
              <a:gd name="connsiteX201" fmla="*/ 3835400 w 4089400"/>
              <a:gd name="connsiteY201" fmla="*/ 660400 h 2870200"/>
              <a:gd name="connsiteX202" fmla="*/ 3843866 w 4089400"/>
              <a:gd name="connsiteY202" fmla="*/ 702734 h 2870200"/>
              <a:gd name="connsiteX203" fmla="*/ 3860800 w 4089400"/>
              <a:gd name="connsiteY203" fmla="*/ 736600 h 2870200"/>
              <a:gd name="connsiteX204" fmla="*/ 3877733 w 4089400"/>
              <a:gd name="connsiteY204" fmla="*/ 702734 h 2870200"/>
              <a:gd name="connsiteX205" fmla="*/ 3937000 w 4089400"/>
              <a:gd name="connsiteY205" fmla="*/ 482600 h 2870200"/>
              <a:gd name="connsiteX206" fmla="*/ 3953933 w 4089400"/>
              <a:gd name="connsiteY206" fmla="*/ 457200 h 2870200"/>
              <a:gd name="connsiteX207" fmla="*/ 3979333 w 4089400"/>
              <a:gd name="connsiteY207" fmla="*/ 177800 h 2870200"/>
              <a:gd name="connsiteX208" fmla="*/ 4004733 w 4089400"/>
              <a:gd name="connsiteY208" fmla="*/ 135467 h 2870200"/>
              <a:gd name="connsiteX209" fmla="*/ 4013200 w 4089400"/>
              <a:gd name="connsiteY209" fmla="*/ 101600 h 2870200"/>
              <a:gd name="connsiteX210" fmla="*/ 4021666 w 4089400"/>
              <a:gd name="connsiteY210" fmla="*/ 76200 h 2870200"/>
              <a:gd name="connsiteX211" fmla="*/ 4030133 w 4089400"/>
              <a:gd name="connsiteY211" fmla="*/ 110067 h 2870200"/>
              <a:gd name="connsiteX212" fmla="*/ 4047066 w 4089400"/>
              <a:gd name="connsiteY212" fmla="*/ 160867 h 2870200"/>
              <a:gd name="connsiteX213" fmla="*/ 4089400 w 4089400"/>
              <a:gd name="connsiteY213" fmla="*/ 0 h 2870200"/>
              <a:gd name="connsiteX0" fmla="*/ 0 w 4089400"/>
              <a:gd name="connsiteY0" fmla="*/ 702734 h 2870200"/>
              <a:gd name="connsiteX1" fmla="*/ 8466 w 4089400"/>
              <a:gd name="connsiteY1" fmla="*/ 643467 h 2870200"/>
              <a:gd name="connsiteX2" fmla="*/ 25400 w 4089400"/>
              <a:gd name="connsiteY2" fmla="*/ 626534 h 2870200"/>
              <a:gd name="connsiteX3" fmla="*/ 33866 w 4089400"/>
              <a:gd name="connsiteY3" fmla="*/ 592667 h 2870200"/>
              <a:gd name="connsiteX4" fmla="*/ 42333 w 4089400"/>
              <a:gd name="connsiteY4" fmla="*/ 567267 h 2870200"/>
              <a:gd name="connsiteX5" fmla="*/ 42333 w 4089400"/>
              <a:gd name="connsiteY5" fmla="*/ 821267 h 2870200"/>
              <a:gd name="connsiteX6" fmla="*/ 21415 w 4089400"/>
              <a:gd name="connsiteY6" fmla="*/ 1068793 h 2870200"/>
              <a:gd name="connsiteX7" fmla="*/ 25400 w 4089400"/>
              <a:gd name="connsiteY7" fmla="*/ 1354667 h 2870200"/>
              <a:gd name="connsiteX8" fmla="*/ 33866 w 4089400"/>
              <a:gd name="connsiteY8" fmla="*/ 1329267 h 2870200"/>
              <a:gd name="connsiteX9" fmla="*/ 42333 w 4089400"/>
              <a:gd name="connsiteY9" fmla="*/ 1286934 h 2870200"/>
              <a:gd name="connsiteX10" fmla="*/ 59266 w 4089400"/>
              <a:gd name="connsiteY10" fmla="*/ 1253067 h 2870200"/>
              <a:gd name="connsiteX11" fmla="*/ 76200 w 4089400"/>
              <a:gd name="connsiteY11" fmla="*/ 1202267 h 2870200"/>
              <a:gd name="connsiteX12" fmla="*/ 84666 w 4089400"/>
              <a:gd name="connsiteY12" fmla="*/ 1176867 h 2870200"/>
              <a:gd name="connsiteX13" fmla="*/ 101600 w 4089400"/>
              <a:gd name="connsiteY13" fmla="*/ 1143000 h 2870200"/>
              <a:gd name="connsiteX14" fmla="*/ 110066 w 4089400"/>
              <a:gd name="connsiteY14" fmla="*/ 1100667 h 2870200"/>
              <a:gd name="connsiteX15" fmla="*/ 135466 w 4089400"/>
              <a:gd name="connsiteY15" fmla="*/ 1032934 h 2870200"/>
              <a:gd name="connsiteX16" fmla="*/ 143933 w 4089400"/>
              <a:gd name="connsiteY16" fmla="*/ 999067 h 2870200"/>
              <a:gd name="connsiteX17" fmla="*/ 160866 w 4089400"/>
              <a:gd name="connsiteY17" fmla="*/ 948267 h 2870200"/>
              <a:gd name="connsiteX18" fmla="*/ 177800 w 4089400"/>
              <a:gd name="connsiteY18" fmla="*/ 1134534 h 2870200"/>
              <a:gd name="connsiteX19" fmla="*/ 194733 w 4089400"/>
              <a:gd name="connsiteY19" fmla="*/ 1464734 h 2870200"/>
              <a:gd name="connsiteX20" fmla="*/ 228600 w 4089400"/>
              <a:gd name="connsiteY20" fmla="*/ 1397000 h 2870200"/>
              <a:gd name="connsiteX21" fmla="*/ 254000 w 4089400"/>
              <a:gd name="connsiteY21" fmla="*/ 1363134 h 2870200"/>
              <a:gd name="connsiteX22" fmla="*/ 262466 w 4089400"/>
              <a:gd name="connsiteY22" fmla="*/ 1337734 h 2870200"/>
              <a:gd name="connsiteX23" fmla="*/ 279400 w 4089400"/>
              <a:gd name="connsiteY23" fmla="*/ 1371600 h 2870200"/>
              <a:gd name="connsiteX24" fmla="*/ 287866 w 4089400"/>
              <a:gd name="connsiteY24" fmla="*/ 2243667 h 2870200"/>
              <a:gd name="connsiteX25" fmla="*/ 313266 w 4089400"/>
              <a:gd name="connsiteY25" fmla="*/ 2201334 h 2870200"/>
              <a:gd name="connsiteX26" fmla="*/ 321733 w 4089400"/>
              <a:gd name="connsiteY26" fmla="*/ 2150534 h 2870200"/>
              <a:gd name="connsiteX27" fmla="*/ 346635 w 4089400"/>
              <a:gd name="connsiteY27" fmla="*/ 2376146 h 2870200"/>
              <a:gd name="connsiteX28" fmla="*/ 364066 w 4089400"/>
              <a:gd name="connsiteY28" fmla="*/ 2082800 h 2870200"/>
              <a:gd name="connsiteX29" fmla="*/ 389965 w 4089400"/>
              <a:gd name="connsiteY29" fmla="*/ 1792444 h 2870200"/>
              <a:gd name="connsiteX30" fmla="*/ 397933 w 4089400"/>
              <a:gd name="connsiteY30" fmla="*/ 2032000 h 2870200"/>
              <a:gd name="connsiteX31" fmla="*/ 423333 w 4089400"/>
              <a:gd name="connsiteY31" fmla="*/ 1998134 h 2870200"/>
              <a:gd name="connsiteX32" fmla="*/ 440266 w 4089400"/>
              <a:gd name="connsiteY32" fmla="*/ 1752600 h 2870200"/>
              <a:gd name="connsiteX33" fmla="*/ 465666 w 4089400"/>
              <a:gd name="connsiteY33" fmla="*/ 1651000 h 2870200"/>
              <a:gd name="connsiteX34" fmla="*/ 491066 w 4089400"/>
              <a:gd name="connsiteY34" fmla="*/ 1710267 h 2870200"/>
              <a:gd name="connsiteX35" fmla="*/ 499533 w 4089400"/>
              <a:gd name="connsiteY35" fmla="*/ 1735667 h 2870200"/>
              <a:gd name="connsiteX36" fmla="*/ 533400 w 4089400"/>
              <a:gd name="connsiteY36" fmla="*/ 1820334 h 2870200"/>
              <a:gd name="connsiteX37" fmla="*/ 558800 w 4089400"/>
              <a:gd name="connsiteY37" fmla="*/ 1938867 h 2870200"/>
              <a:gd name="connsiteX38" fmla="*/ 575733 w 4089400"/>
              <a:gd name="connsiteY38" fmla="*/ 1998134 h 2870200"/>
              <a:gd name="connsiteX39" fmla="*/ 592666 w 4089400"/>
              <a:gd name="connsiteY39" fmla="*/ 2023534 h 2870200"/>
              <a:gd name="connsiteX40" fmla="*/ 618066 w 4089400"/>
              <a:gd name="connsiteY40" fmla="*/ 1786467 h 2870200"/>
              <a:gd name="connsiteX41" fmla="*/ 626533 w 4089400"/>
              <a:gd name="connsiteY41" fmla="*/ 1744134 h 2870200"/>
              <a:gd name="connsiteX42" fmla="*/ 643466 w 4089400"/>
              <a:gd name="connsiteY42" fmla="*/ 1718734 h 2870200"/>
              <a:gd name="connsiteX43" fmla="*/ 660400 w 4089400"/>
              <a:gd name="connsiteY43" fmla="*/ 1617134 h 2870200"/>
              <a:gd name="connsiteX44" fmla="*/ 677333 w 4089400"/>
              <a:gd name="connsiteY44" fmla="*/ 1557867 h 2870200"/>
              <a:gd name="connsiteX45" fmla="*/ 685800 w 4089400"/>
              <a:gd name="connsiteY45" fmla="*/ 1524000 h 2870200"/>
              <a:gd name="connsiteX46" fmla="*/ 702733 w 4089400"/>
              <a:gd name="connsiteY46" fmla="*/ 1312334 h 2870200"/>
              <a:gd name="connsiteX47" fmla="*/ 719666 w 4089400"/>
              <a:gd name="connsiteY47" fmla="*/ 1380067 h 2870200"/>
              <a:gd name="connsiteX48" fmla="*/ 736600 w 4089400"/>
              <a:gd name="connsiteY48" fmla="*/ 1532467 h 2870200"/>
              <a:gd name="connsiteX49" fmla="*/ 753533 w 4089400"/>
              <a:gd name="connsiteY49" fmla="*/ 1566334 h 2870200"/>
              <a:gd name="connsiteX50" fmla="*/ 778933 w 4089400"/>
              <a:gd name="connsiteY50" fmla="*/ 1456267 h 2870200"/>
              <a:gd name="connsiteX51" fmla="*/ 795866 w 4089400"/>
              <a:gd name="connsiteY51" fmla="*/ 1430867 h 2870200"/>
              <a:gd name="connsiteX52" fmla="*/ 829733 w 4089400"/>
              <a:gd name="connsiteY52" fmla="*/ 1388534 h 2870200"/>
              <a:gd name="connsiteX53" fmla="*/ 838200 w 4089400"/>
              <a:gd name="connsiteY53" fmla="*/ 1498600 h 2870200"/>
              <a:gd name="connsiteX54" fmla="*/ 863600 w 4089400"/>
              <a:gd name="connsiteY54" fmla="*/ 1811867 h 2870200"/>
              <a:gd name="connsiteX55" fmla="*/ 872066 w 4089400"/>
              <a:gd name="connsiteY55" fmla="*/ 1642534 h 2870200"/>
              <a:gd name="connsiteX56" fmla="*/ 897466 w 4089400"/>
              <a:gd name="connsiteY56" fmla="*/ 1583267 h 2870200"/>
              <a:gd name="connsiteX57" fmla="*/ 905933 w 4089400"/>
              <a:gd name="connsiteY57" fmla="*/ 1557867 h 2870200"/>
              <a:gd name="connsiteX58" fmla="*/ 914400 w 4089400"/>
              <a:gd name="connsiteY58" fmla="*/ 2006600 h 2870200"/>
              <a:gd name="connsiteX59" fmla="*/ 939800 w 4089400"/>
              <a:gd name="connsiteY59" fmla="*/ 2116667 h 2870200"/>
              <a:gd name="connsiteX60" fmla="*/ 948266 w 4089400"/>
              <a:gd name="connsiteY60" fmla="*/ 1828800 h 2870200"/>
              <a:gd name="connsiteX61" fmla="*/ 965200 w 4089400"/>
              <a:gd name="connsiteY61" fmla="*/ 1794934 h 2870200"/>
              <a:gd name="connsiteX62" fmla="*/ 973666 w 4089400"/>
              <a:gd name="connsiteY62" fmla="*/ 1761067 h 2870200"/>
              <a:gd name="connsiteX63" fmla="*/ 990600 w 4089400"/>
              <a:gd name="connsiteY63" fmla="*/ 1871134 h 2870200"/>
              <a:gd name="connsiteX64" fmla="*/ 1007533 w 4089400"/>
              <a:gd name="connsiteY64" fmla="*/ 1947334 h 2870200"/>
              <a:gd name="connsiteX65" fmla="*/ 1024466 w 4089400"/>
              <a:gd name="connsiteY65" fmla="*/ 2040467 h 2870200"/>
              <a:gd name="connsiteX66" fmla="*/ 1049866 w 4089400"/>
              <a:gd name="connsiteY66" fmla="*/ 2108200 h 2870200"/>
              <a:gd name="connsiteX67" fmla="*/ 1058333 w 4089400"/>
              <a:gd name="connsiteY67" fmla="*/ 2150534 h 2870200"/>
              <a:gd name="connsiteX68" fmla="*/ 1100666 w 4089400"/>
              <a:gd name="connsiteY68" fmla="*/ 2209800 h 2870200"/>
              <a:gd name="connsiteX69" fmla="*/ 1109133 w 4089400"/>
              <a:gd name="connsiteY69" fmla="*/ 2108200 h 2870200"/>
              <a:gd name="connsiteX70" fmla="*/ 1159933 w 4089400"/>
              <a:gd name="connsiteY70" fmla="*/ 1989667 h 2870200"/>
              <a:gd name="connsiteX71" fmla="*/ 1210733 w 4089400"/>
              <a:gd name="connsiteY71" fmla="*/ 1913467 h 2870200"/>
              <a:gd name="connsiteX72" fmla="*/ 1219200 w 4089400"/>
              <a:gd name="connsiteY72" fmla="*/ 2167467 h 2870200"/>
              <a:gd name="connsiteX73" fmla="*/ 1236133 w 4089400"/>
              <a:gd name="connsiteY73" fmla="*/ 2082800 h 2870200"/>
              <a:gd name="connsiteX74" fmla="*/ 1244600 w 4089400"/>
              <a:gd name="connsiteY74" fmla="*/ 2015067 h 2870200"/>
              <a:gd name="connsiteX75" fmla="*/ 1286933 w 4089400"/>
              <a:gd name="connsiteY75" fmla="*/ 1854200 h 2870200"/>
              <a:gd name="connsiteX76" fmla="*/ 1295400 w 4089400"/>
              <a:gd name="connsiteY76" fmla="*/ 1803400 h 2870200"/>
              <a:gd name="connsiteX77" fmla="*/ 1320800 w 4089400"/>
              <a:gd name="connsiteY77" fmla="*/ 1701800 h 2870200"/>
              <a:gd name="connsiteX78" fmla="*/ 1346200 w 4089400"/>
              <a:gd name="connsiteY78" fmla="*/ 1718734 h 2870200"/>
              <a:gd name="connsiteX79" fmla="*/ 1354666 w 4089400"/>
              <a:gd name="connsiteY79" fmla="*/ 1744134 h 2870200"/>
              <a:gd name="connsiteX80" fmla="*/ 1380066 w 4089400"/>
              <a:gd name="connsiteY80" fmla="*/ 1828800 h 2870200"/>
              <a:gd name="connsiteX81" fmla="*/ 1397000 w 4089400"/>
              <a:gd name="connsiteY81" fmla="*/ 1879600 h 2870200"/>
              <a:gd name="connsiteX82" fmla="*/ 1405466 w 4089400"/>
              <a:gd name="connsiteY82" fmla="*/ 1913467 h 2870200"/>
              <a:gd name="connsiteX83" fmla="*/ 1430866 w 4089400"/>
              <a:gd name="connsiteY83" fmla="*/ 1947334 h 2870200"/>
              <a:gd name="connsiteX84" fmla="*/ 1447800 w 4089400"/>
              <a:gd name="connsiteY84" fmla="*/ 1938867 h 2870200"/>
              <a:gd name="connsiteX85" fmla="*/ 1490133 w 4089400"/>
              <a:gd name="connsiteY85" fmla="*/ 1803400 h 2870200"/>
              <a:gd name="connsiteX86" fmla="*/ 1549400 w 4089400"/>
              <a:gd name="connsiteY86" fmla="*/ 1651000 h 2870200"/>
              <a:gd name="connsiteX87" fmla="*/ 1557866 w 4089400"/>
              <a:gd name="connsiteY87" fmla="*/ 1591734 h 2870200"/>
              <a:gd name="connsiteX88" fmla="*/ 1574800 w 4089400"/>
              <a:gd name="connsiteY88" fmla="*/ 1566334 h 2870200"/>
              <a:gd name="connsiteX89" fmla="*/ 1583266 w 4089400"/>
              <a:gd name="connsiteY89" fmla="*/ 1524000 h 2870200"/>
              <a:gd name="connsiteX90" fmla="*/ 1591733 w 4089400"/>
              <a:gd name="connsiteY90" fmla="*/ 1498600 h 2870200"/>
              <a:gd name="connsiteX91" fmla="*/ 1608666 w 4089400"/>
              <a:gd name="connsiteY91" fmla="*/ 1524000 h 2870200"/>
              <a:gd name="connsiteX92" fmla="*/ 1634066 w 4089400"/>
              <a:gd name="connsiteY92" fmla="*/ 1490134 h 2870200"/>
              <a:gd name="connsiteX93" fmla="*/ 1659466 w 4089400"/>
              <a:gd name="connsiteY93" fmla="*/ 1388534 h 2870200"/>
              <a:gd name="connsiteX94" fmla="*/ 1718733 w 4089400"/>
              <a:gd name="connsiteY94" fmla="*/ 1286934 h 2870200"/>
              <a:gd name="connsiteX95" fmla="*/ 1769533 w 4089400"/>
              <a:gd name="connsiteY95" fmla="*/ 1176867 h 2870200"/>
              <a:gd name="connsiteX96" fmla="*/ 1794933 w 4089400"/>
              <a:gd name="connsiteY96" fmla="*/ 1202267 h 2870200"/>
              <a:gd name="connsiteX97" fmla="*/ 1803400 w 4089400"/>
              <a:gd name="connsiteY97" fmla="*/ 1227667 h 2870200"/>
              <a:gd name="connsiteX98" fmla="*/ 1820333 w 4089400"/>
              <a:gd name="connsiteY98" fmla="*/ 1261534 h 2870200"/>
              <a:gd name="connsiteX99" fmla="*/ 1862666 w 4089400"/>
              <a:gd name="connsiteY99" fmla="*/ 1422400 h 2870200"/>
              <a:gd name="connsiteX100" fmla="*/ 1913466 w 4089400"/>
              <a:gd name="connsiteY100" fmla="*/ 1600200 h 2870200"/>
              <a:gd name="connsiteX101" fmla="*/ 1964266 w 4089400"/>
              <a:gd name="connsiteY101" fmla="*/ 1744134 h 2870200"/>
              <a:gd name="connsiteX102" fmla="*/ 1981200 w 4089400"/>
              <a:gd name="connsiteY102" fmla="*/ 1498600 h 2870200"/>
              <a:gd name="connsiteX103" fmla="*/ 1998133 w 4089400"/>
              <a:gd name="connsiteY103" fmla="*/ 1464734 h 2870200"/>
              <a:gd name="connsiteX104" fmla="*/ 2006600 w 4089400"/>
              <a:gd name="connsiteY104" fmla="*/ 1439334 h 2870200"/>
              <a:gd name="connsiteX105" fmla="*/ 2057400 w 4089400"/>
              <a:gd name="connsiteY105" fmla="*/ 2032000 h 2870200"/>
              <a:gd name="connsiteX106" fmla="*/ 2065866 w 4089400"/>
              <a:gd name="connsiteY106" fmla="*/ 2150534 h 2870200"/>
              <a:gd name="connsiteX107" fmla="*/ 2074333 w 4089400"/>
              <a:gd name="connsiteY107" fmla="*/ 2489200 h 2870200"/>
              <a:gd name="connsiteX108" fmla="*/ 2108200 w 4089400"/>
              <a:gd name="connsiteY108" fmla="*/ 2421467 h 2870200"/>
              <a:gd name="connsiteX109" fmla="*/ 2150533 w 4089400"/>
              <a:gd name="connsiteY109" fmla="*/ 2319867 h 2870200"/>
              <a:gd name="connsiteX110" fmla="*/ 2175933 w 4089400"/>
              <a:gd name="connsiteY110" fmla="*/ 2286000 h 2870200"/>
              <a:gd name="connsiteX111" fmla="*/ 2209800 w 4089400"/>
              <a:gd name="connsiteY111" fmla="*/ 2235200 h 2870200"/>
              <a:gd name="connsiteX112" fmla="*/ 2226733 w 4089400"/>
              <a:gd name="connsiteY112" fmla="*/ 2514600 h 2870200"/>
              <a:gd name="connsiteX113" fmla="*/ 2252133 w 4089400"/>
              <a:gd name="connsiteY113" fmla="*/ 2565400 h 2870200"/>
              <a:gd name="connsiteX114" fmla="*/ 2260600 w 4089400"/>
              <a:gd name="connsiteY114" fmla="*/ 2489200 h 2870200"/>
              <a:gd name="connsiteX115" fmla="*/ 2277533 w 4089400"/>
              <a:gd name="connsiteY115" fmla="*/ 2421467 h 2870200"/>
              <a:gd name="connsiteX116" fmla="*/ 2286000 w 4089400"/>
              <a:gd name="connsiteY116" fmla="*/ 1718734 h 2870200"/>
              <a:gd name="connsiteX117" fmla="*/ 2311400 w 4089400"/>
              <a:gd name="connsiteY117" fmla="*/ 1811867 h 2870200"/>
              <a:gd name="connsiteX118" fmla="*/ 2336800 w 4089400"/>
              <a:gd name="connsiteY118" fmla="*/ 1871134 h 2870200"/>
              <a:gd name="connsiteX119" fmla="*/ 2362200 w 4089400"/>
              <a:gd name="connsiteY119" fmla="*/ 1938867 h 2870200"/>
              <a:gd name="connsiteX120" fmla="*/ 2370666 w 4089400"/>
              <a:gd name="connsiteY120" fmla="*/ 1972734 h 2870200"/>
              <a:gd name="connsiteX121" fmla="*/ 2379133 w 4089400"/>
              <a:gd name="connsiteY121" fmla="*/ 1574800 h 2870200"/>
              <a:gd name="connsiteX122" fmla="*/ 2404533 w 4089400"/>
              <a:gd name="connsiteY122" fmla="*/ 1236134 h 2870200"/>
              <a:gd name="connsiteX123" fmla="*/ 2421466 w 4089400"/>
              <a:gd name="connsiteY123" fmla="*/ 1092200 h 2870200"/>
              <a:gd name="connsiteX124" fmla="*/ 2429933 w 4089400"/>
              <a:gd name="connsiteY124" fmla="*/ 1066800 h 2870200"/>
              <a:gd name="connsiteX125" fmla="*/ 2438400 w 4089400"/>
              <a:gd name="connsiteY125" fmla="*/ 1092200 h 2870200"/>
              <a:gd name="connsiteX126" fmla="*/ 2455333 w 4089400"/>
              <a:gd name="connsiteY126" fmla="*/ 1117600 h 2870200"/>
              <a:gd name="connsiteX127" fmla="*/ 2463800 w 4089400"/>
              <a:gd name="connsiteY127" fmla="*/ 1227667 h 2870200"/>
              <a:gd name="connsiteX128" fmla="*/ 2489200 w 4089400"/>
              <a:gd name="connsiteY128" fmla="*/ 753534 h 2870200"/>
              <a:gd name="connsiteX129" fmla="*/ 2506133 w 4089400"/>
              <a:gd name="connsiteY129" fmla="*/ 685800 h 2870200"/>
              <a:gd name="connsiteX130" fmla="*/ 2514600 w 4089400"/>
              <a:gd name="connsiteY130" fmla="*/ 609600 h 2870200"/>
              <a:gd name="connsiteX131" fmla="*/ 2523066 w 4089400"/>
              <a:gd name="connsiteY131" fmla="*/ 558800 h 2870200"/>
              <a:gd name="connsiteX132" fmla="*/ 2540000 w 4089400"/>
              <a:gd name="connsiteY132" fmla="*/ 584200 h 2870200"/>
              <a:gd name="connsiteX133" fmla="*/ 2548466 w 4089400"/>
              <a:gd name="connsiteY133" fmla="*/ 778934 h 2870200"/>
              <a:gd name="connsiteX134" fmla="*/ 2590800 w 4089400"/>
              <a:gd name="connsiteY134" fmla="*/ 914400 h 2870200"/>
              <a:gd name="connsiteX135" fmla="*/ 2607733 w 4089400"/>
              <a:gd name="connsiteY135" fmla="*/ 973667 h 2870200"/>
              <a:gd name="connsiteX136" fmla="*/ 2624666 w 4089400"/>
              <a:gd name="connsiteY136" fmla="*/ 812800 h 2870200"/>
              <a:gd name="connsiteX137" fmla="*/ 2641600 w 4089400"/>
              <a:gd name="connsiteY137" fmla="*/ 694267 h 2870200"/>
              <a:gd name="connsiteX138" fmla="*/ 2667000 w 4089400"/>
              <a:gd name="connsiteY138" fmla="*/ 558800 h 2870200"/>
              <a:gd name="connsiteX139" fmla="*/ 2692400 w 4089400"/>
              <a:gd name="connsiteY139" fmla="*/ 321734 h 2870200"/>
              <a:gd name="connsiteX140" fmla="*/ 2709333 w 4089400"/>
              <a:gd name="connsiteY140" fmla="*/ 1058334 h 2870200"/>
              <a:gd name="connsiteX141" fmla="*/ 2735730 w 4089400"/>
              <a:gd name="connsiteY141" fmla="*/ 1023969 h 2870200"/>
              <a:gd name="connsiteX142" fmla="*/ 2785533 w 4089400"/>
              <a:gd name="connsiteY142" fmla="*/ 905934 h 2870200"/>
              <a:gd name="connsiteX143" fmla="*/ 2819400 w 4089400"/>
              <a:gd name="connsiteY143" fmla="*/ 855134 h 2870200"/>
              <a:gd name="connsiteX144" fmla="*/ 2844800 w 4089400"/>
              <a:gd name="connsiteY144" fmla="*/ 1422400 h 2870200"/>
              <a:gd name="connsiteX145" fmla="*/ 2853266 w 4089400"/>
              <a:gd name="connsiteY145" fmla="*/ 1388534 h 2870200"/>
              <a:gd name="connsiteX146" fmla="*/ 2870200 w 4089400"/>
              <a:gd name="connsiteY146" fmla="*/ 1363134 h 2870200"/>
              <a:gd name="connsiteX147" fmla="*/ 2895600 w 4089400"/>
              <a:gd name="connsiteY147" fmla="*/ 1278467 h 2870200"/>
              <a:gd name="connsiteX148" fmla="*/ 2912533 w 4089400"/>
              <a:gd name="connsiteY148" fmla="*/ 1320800 h 2870200"/>
              <a:gd name="connsiteX149" fmla="*/ 2929466 w 4089400"/>
              <a:gd name="connsiteY149" fmla="*/ 1388534 h 2870200"/>
              <a:gd name="connsiteX150" fmla="*/ 2946400 w 4089400"/>
              <a:gd name="connsiteY150" fmla="*/ 1422400 h 2870200"/>
              <a:gd name="connsiteX151" fmla="*/ 2988733 w 4089400"/>
              <a:gd name="connsiteY151" fmla="*/ 1540934 h 2870200"/>
              <a:gd name="connsiteX152" fmla="*/ 3005666 w 4089400"/>
              <a:gd name="connsiteY152" fmla="*/ 1566334 h 2870200"/>
              <a:gd name="connsiteX153" fmla="*/ 3039533 w 4089400"/>
              <a:gd name="connsiteY153" fmla="*/ 1718734 h 2870200"/>
              <a:gd name="connsiteX154" fmla="*/ 3064933 w 4089400"/>
              <a:gd name="connsiteY154" fmla="*/ 1761067 h 2870200"/>
              <a:gd name="connsiteX155" fmla="*/ 3098800 w 4089400"/>
              <a:gd name="connsiteY155" fmla="*/ 1879600 h 2870200"/>
              <a:gd name="connsiteX156" fmla="*/ 3090333 w 4089400"/>
              <a:gd name="connsiteY156" fmla="*/ 1913467 h 2870200"/>
              <a:gd name="connsiteX157" fmla="*/ 3102783 w 4089400"/>
              <a:gd name="connsiteY157" fmla="*/ 1901016 h 2870200"/>
              <a:gd name="connsiteX158" fmla="*/ 3081866 w 4089400"/>
              <a:gd name="connsiteY158" fmla="*/ 1888067 h 2870200"/>
              <a:gd name="connsiteX159" fmla="*/ 3107266 w 4089400"/>
              <a:gd name="connsiteY159" fmla="*/ 1871134 h 2870200"/>
              <a:gd name="connsiteX160" fmla="*/ 3115733 w 4089400"/>
              <a:gd name="connsiteY160" fmla="*/ 1769534 h 2870200"/>
              <a:gd name="connsiteX161" fmla="*/ 3132666 w 4089400"/>
              <a:gd name="connsiteY161" fmla="*/ 1710267 h 2870200"/>
              <a:gd name="connsiteX162" fmla="*/ 3141133 w 4089400"/>
              <a:gd name="connsiteY162" fmla="*/ 1684867 h 2870200"/>
              <a:gd name="connsiteX163" fmla="*/ 3166533 w 4089400"/>
              <a:gd name="connsiteY163" fmla="*/ 1676400 h 2870200"/>
              <a:gd name="connsiteX164" fmla="*/ 3175000 w 4089400"/>
              <a:gd name="connsiteY164" fmla="*/ 2006600 h 2870200"/>
              <a:gd name="connsiteX165" fmla="*/ 3183466 w 4089400"/>
              <a:gd name="connsiteY165" fmla="*/ 2048934 h 2870200"/>
              <a:gd name="connsiteX166" fmla="*/ 3191933 w 4089400"/>
              <a:gd name="connsiteY166" fmla="*/ 2099734 h 2870200"/>
              <a:gd name="connsiteX167" fmla="*/ 3208866 w 4089400"/>
              <a:gd name="connsiteY167" fmla="*/ 2048934 h 2870200"/>
              <a:gd name="connsiteX168" fmla="*/ 3217333 w 4089400"/>
              <a:gd name="connsiteY168" fmla="*/ 1998134 h 2870200"/>
              <a:gd name="connsiteX169" fmla="*/ 3251200 w 4089400"/>
              <a:gd name="connsiteY169" fmla="*/ 2353734 h 2870200"/>
              <a:gd name="connsiteX170" fmla="*/ 3276600 w 4089400"/>
              <a:gd name="connsiteY170" fmla="*/ 2387600 h 2870200"/>
              <a:gd name="connsiteX171" fmla="*/ 3285066 w 4089400"/>
              <a:gd name="connsiteY171" fmla="*/ 2497667 h 2870200"/>
              <a:gd name="connsiteX172" fmla="*/ 3302000 w 4089400"/>
              <a:gd name="connsiteY172" fmla="*/ 2531534 h 2870200"/>
              <a:gd name="connsiteX173" fmla="*/ 3318933 w 4089400"/>
              <a:gd name="connsiteY173" fmla="*/ 2599267 h 2870200"/>
              <a:gd name="connsiteX174" fmla="*/ 3344333 w 4089400"/>
              <a:gd name="connsiteY174" fmla="*/ 2667000 h 2870200"/>
              <a:gd name="connsiteX175" fmla="*/ 3386666 w 4089400"/>
              <a:gd name="connsiteY175" fmla="*/ 2810934 h 2870200"/>
              <a:gd name="connsiteX176" fmla="*/ 3412066 w 4089400"/>
              <a:gd name="connsiteY176" fmla="*/ 2870200 h 2870200"/>
              <a:gd name="connsiteX177" fmla="*/ 3437466 w 4089400"/>
              <a:gd name="connsiteY177" fmla="*/ 1828800 h 2870200"/>
              <a:gd name="connsiteX178" fmla="*/ 3436968 w 4089400"/>
              <a:gd name="connsiteY178" fmla="*/ 2090271 h 2870200"/>
              <a:gd name="connsiteX179" fmla="*/ 3462866 w 4089400"/>
              <a:gd name="connsiteY179" fmla="*/ 1735667 h 2870200"/>
              <a:gd name="connsiteX180" fmla="*/ 3488266 w 4089400"/>
              <a:gd name="connsiteY180" fmla="*/ 1651000 h 2870200"/>
              <a:gd name="connsiteX181" fmla="*/ 3496733 w 4089400"/>
              <a:gd name="connsiteY181" fmla="*/ 1701800 h 2870200"/>
              <a:gd name="connsiteX182" fmla="*/ 3500717 w 4089400"/>
              <a:gd name="connsiteY182" fmla="*/ 1875118 h 2870200"/>
              <a:gd name="connsiteX183" fmla="*/ 3522133 w 4089400"/>
              <a:gd name="connsiteY183" fmla="*/ 1752600 h 2870200"/>
              <a:gd name="connsiteX184" fmla="*/ 3530600 w 4089400"/>
              <a:gd name="connsiteY184" fmla="*/ 1693334 h 2870200"/>
              <a:gd name="connsiteX185" fmla="*/ 3572933 w 4089400"/>
              <a:gd name="connsiteY185" fmla="*/ 1608667 h 2870200"/>
              <a:gd name="connsiteX186" fmla="*/ 3589866 w 4089400"/>
              <a:gd name="connsiteY186" fmla="*/ 1566334 h 2870200"/>
              <a:gd name="connsiteX187" fmla="*/ 3632200 w 4089400"/>
              <a:gd name="connsiteY187" fmla="*/ 1464734 h 2870200"/>
              <a:gd name="connsiteX188" fmla="*/ 3636184 w 4089400"/>
              <a:gd name="connsiteY188" fmla="*/ 1373094 h 2870200"/>
              <a:gd name="connsiteX189" fmla="*/ 3657600 w 4089400"/>
              <a:gd name="connsiteY189" fmla="*/ 1363134 h 2870200"/>
              <a:gd name="connsiteX190" fmla="*/ 3674533 w 4089400"/>
              <a:gd name="connsiteY190" fmla="*/ 1320800 h 2870200"/>
              <a:gd name="connsiteX191" fmla="*/ 3669553 w 4089400"/>
              <a:gd name="connsiteY191" fmla="*/ 1151964 h 2870200"/>
              <a:gd name="connsiteX192" fmla="*/ 3716866 w 4089400"/>
              <a:gd name="connsiteY192" fmla="*/ 1227667 h 2870200"/>
              <a:gd name="connsiteX193" fmla="*/ 3725333 w 4089400"/>
              <a:gd name="connsiteY193" fmla="*/ 1176867 h 2870200"/>
              <a:gd name="connsiteX194" fmla="*/ 3742266 w 4089400"/>
              <a:gd name="connsiteY194" fmla="*/ 1126067 h 2870200"/>
              <a:gd name="connsiteX195" fmla="*/ 3750733 w 4089400"/>
              <a:gd name="connsiteY195" fmla="*/ 1058334 h 2870200"/>
              <a:gd name="connsiteX196" fmla="*/ 3759200 w 4089400"/>
              <a:gd name="connsiteY196" fmla="*/ 1270000 h 2870200"/>
              <a:gd name="connsiteX197" fmla="*/ 3788048 w 4089400"/>
              <a:gd name="connsiteY197" fmla="*/ 678606 h 2870200"/>
              <a:gd name="connsiteX198" fmla="*/ 3793066 w 4089400"/>
              <a:gd name="connsiteY198" fmla="*/ 558800 h 2870200"/>
              <a:gd name="connsiteX199" fmla="*/ 3810000 w 4089400"/>
              <a:gd name="connsiteY199" fmla="*/ 482600 h 2870200"/>
              <a:gd name="connsiteX200" fmla="*/ 3818466 w 4089400"/>
              <a:gd name="connsiteY200" fmla="*/ 533400 h 2870200"/>
              <a:gd name="connsiteX201" fmla="*/ 3835400 w 4089400"/>
              <a:gd name="connsiteY201" fmla="*/ 660400 h 2870200"/>
              <a:gd name="connsiteX202" fmla="*/ 3843866 w 4089400"/>
              <a:gd name="connsiteY202" fmla="*/ 702734 h 2870200"/>
              <a:gd name="connsiteX203" fmla="*/ 3860800 w 4089400"/>
              <a:gd name="connsiteY203" fmla="*/ 736600 h 2870200"/>
              <a:gd name="connsiteX204" fmla="*/ 3877733 w 4089400"/>
              <a:gd name="connsiteY204" fmla="*/ 702734 h 2870200"/>
              <a:gd name="connsiteX205" fmla="*/ 3937000 w 4089400"/>
              <a:gd name="connsiteY205" fmla="*/ 482600 h 2870200"/>
              <a:gd name="connsiteX206" fmla="*/ 3953933 w 4089400"/>
              <a:gd name="connsiteY206" fmla="*/ 457200 h 2870200"/>
              <a:gd name="connsiteX207" fmla="*/ 3979333 w 4089400"/>
              <a:gd name="connsiteY207" fmla="*/ 177800 h 2870200"/>
              <a:gd name="connsiteX208" fmla="*/ 4004733 w 4089400"/>
              <a:gd name="connsiteY208" fmla="*/ 135467 h 2870200"/>
              <a:gd name="connsiteX209" fmla="*/ 4013200 w 4089400"/>
              <a:gd name="connsiteY209" fmla="*/ 101600 h 2870200"/>
              <a:gd name="connsiteX210" fmla="*/ 4021666 w 4089400"/>
              <a:gd name="connsiteY210" fmla="*/ 76200 h 2870200"/>
              <a:gd name="connsiteX211" fmla="*/ 4030133 w 4089400"/>
              <a:gd name="connsiteY211" fmla="*/ 110067 h 2870200"/>
              <a:gd name="connsiteX212" fmla="*/ 4047066 w 4089400"/>
              <a:gd name="connsiteY212" fmla="*/ 160867 h 2870200"/>
              <a:gd name="connsiteX213" fmla="*/ 4089400 w 4089400"/>
              <a:gd name="connsiteY213" fmla="*/ 0 h 2870200"/>
              <a:gd name="connsiteX0" fmla="*/ 0 w 4089400"/>
              <a:gd name="connsiteY0" fmla="*/ 702734 h 2870200"/>
              <a:gd name="connsiteX1" fmla="*/ 8466 w 4089400"/>
              <a:gd name="connsiteY1" fmla="*/ 643467 h 2870200"/>
              <a:gd name="connsiteX2" fmla="*/ 25400 w 4089400"/>
              <a:gd name="connsiteY2" fmla="*/ 626534 h 2870200"/>
              <a:gd name="connsiteX3" fmla="*/ 33866 w 4089400"/>
              <a:gd name="connsiteY3" fmla="*/ 592667 h 2870200"/>
              <a:gd name="connsiteX4" fmla="*/ 42333 w 4089400"/>
              <a:gd name="connsiteY4" fmla="*/ 567267 h 2870200"/>
              <a:gd name="connsiteX5" fmla="*/ 42333 w 4089400"/>
              <a:gd name="connsiteY5" fmla="*/ 821267 h 2870200"/>
              <a:gd name="connsiteX6" fmla="*/ 21415 w 4089400"/>
              <a:gd name="connsiteY6" fmla="*/ 1068793 h 2870200"/>
              <a:gd name="connsiteX7" fmla="*/ 25400 w 4089400"/>
              <a:gd name="connsiteY7" fmla="*/ 1354667 h 2870200"/>
              <a:gd name="connsiteX8" fmla="*/ 33866 w 4089400"/>
              <a:gd name="connsiteY8" fmla="*/ 1329267 h 2870200"/>
              <a:gd name="connsiteX9" fmla="*/ 42333 w 4089400"/>
              <a:gd name="connsiteY9" fmla="*/ 1286934 h 2870200"/>
              <a:gd name="connsiteX10" fmla="*/ 59266 w 4089400"/>
              <a:gd name="connsiteY10" fmla="*/ 1253067 h 2870200"/>
              <a:gd name="connsiteX11" fmla="*/ 76200 w 4089400"/>
              <a:gd name="connsiteY11" fmla="*/ 1202267 h 2870200"/>
              <a:gd name="connsiteX12" fmla="*/ 84666 w 4089400"/>
              <a:gd name="connsiteY12" fmla="*/ 1176867 h 2870200"/>
              <a:gd name="connsiteX13" fmla="*/ 101600 w 4089400"/>
              <a:gd name="connsiteY13" fmla="*/ 1143000 h 2870200"/>
              <a:gd name="connsiteX14" fmla="*/ 110066 w 4089400"/>
              <a:gd name="connsiteY14" fmla="*/ 1100667 h 2870200"/>
              <a:gd name="connsiteX15" fmla="*/ 135466 w 4089400"/>
              <a:gd name="connsiteY15" fmla="*/ 1032934 h 2870200"/>
              <a:gd name="connsiteX16" fmla="*/ 143933 w 4089400"/>
              <a:gd name="connsiteY16" fmla="*/ 999067 h 2870200"/>
              <a:gd name="connsiteX17" fmla="*/ 160866 w 4089400"/>
              <a:gd name="connsiteY17" fmla="*/ 948267 h 2870200"/>
              <a:gd name="connsiteX18" fmla="*/ 177800 w 4089400"/>
              <a:gd name="connsiteY18" fmla="*/ 1134534 h 2870200"/>
              <a:gd name="connsiteX19" fmla="*/ 194733 w 4089400"/>
              <a:gd name="connsiteY19" fmla="*/ 1464734 h 2870200"/>
              <a:gd name="connsiteX20" fmla="*/ 228600 w 4089400"/>
              <a:gd name="connsiteY20" fmla="*/ 1397000 h 2870200"/>
              <a:gd name="connsiteX21" fmla="*/ 254000 w 4089400"/>
              <a:gd name="connsiteY21" fmla="*/ 1363134 h 2870200"/>
              <a:gd name="connsiteX22" fmla="*/ 262466 w 4089400"/>
              <a:gd name="connsiteY22" fmla="*/ 1337734 h 2870200"/>
              <a:gd name="connsiteX23" fmla="*/ 279400 w 4089400"/>
              <a:gd name="connsiteY23" fmla="*/ 1371600 h 2870200"/>
              <a:gd name="connsiteX24" fmla="*/ 287866 w 4089400"/>
              <a:gd name="connsiteY24" fmla="*/ 2243667 h 2870200"/>
              <a:gd name="connsiteX25" fmla="*/ 313266 w 4089400"/>
              <a:gd name="connsiteY25" fmla="*/ 2201334 h 2870200"/>
              <a:gd name="connsiteX26" fmla="*/ 321733 w 4089400"/>
              <a:gd name="connsiteY26" fmla="*/ 2150534 h 2870200"/>
              <a:gd name="connsiteX27" fmla="*/ 346635 w 4089400"/>
              <a:gd name="connsiteY27" fmla="*/ 2376146 h 2870200"/>
              <a:gd name="connsiteX28" fmla="*/ 364066 w 4089400"/>
              <a:gd name="connsiteY28" fmla="*/ 2082800 h 2870200"/>
              <a:gd name="connsiteX29" fmla="*/ 389965 w 4089400"/>
              <a:gd name="connsiteY29" fmla="*/ 1792444 h 2870200"/>
              <a:gd name="connsiteX30" fmla="*/ 397933 w 4089400"/>
              <a:gd name="connsiteY30" fmla="*/ 2032000 h 2870200"/>
              <a:gd name="connsiteX31" fmla="*/ 423333 w 4089400"/>
              <a:gd name="connsiteY31" fmla="*/ 1998134 h 2870200"/>
              <a:gd name="connsiteX32" fmla="*/ 440266 w 4089400"/>
              <a:gd name="connsiteY32" fmla="*/ 1752600 h 2870200"/>
              <a:gd name="connsiteX33" fmla="*/ 465666 w 4089400"/>
              <a:gd name="connsiteY33" fmla="*/ 1651000 h 2870200"/>
              <a:gd name="connsiteX34" fmla="*/ 491066 w 4089400"/>
              <a:gd name="connsiteY34" fmla="*/ 1710267 h 2870200"/>
              <a:gd name="connsiteX35" fmla="*/ 499533 w 4089400"/>
              <a:gd name="connsiteY35" fmla="*/ 1851666 h 2870200"/>
              <a:gd name="connsiteX36" fmla="*/ 533400 w 4089400"/>
              <a:gd name="connsiteY36" fmla="*/ 1820334 h 2870200"/>
              <a:gd name="connsiteX37" fmla="*/ 558800 w 4089400"/>
              <a:gd name="connsiteY37" fmla="*/ 1938867 h 2870200"/>
              <a:gd name="connsiteX38" fmla="*/ 575733 w 4089400"/>
              <a:gd name="connsiteY38" fmla="*/ 1998134 h 2870200"/>
              <a:gd name="connsiteX39" fmla="*/ 592666 w 4089400"/>
              <a:gd name="connsiteY39" fmla="*/ 2023534 h 2870200"/>
              <a:gd name="connsiteX40" fmla="*/ 618066 w 4089400"/>
              <a:gd name="connsiteY40" fmla="*/ 1786467 h 2870200"/>
              <a:gd name="connsiteX41" fmla="*/ 626533 w 4089400"/>
              <a:gd name="connsiteY41" fmla="*/ 1744134 h 2870200"/>
              <a:gd name="connsiteX42" fmla="*/ 643466 w 4089400"/>
              <a:gd name="connsiteY42" fmla="*/ 1718734 h 2870200"/>
              <a:gd name="connsiteX43" fmla="*/ 660400 w 4089400"/>
              <a:gd name="connsiteY43" fmla="*/ 1617134 h 2870200"/>
              <a:gd name="connsiteX44" fmla="*/ 677333 w 4089400"/>
              <a:gd name="connsiteY44" fmla="*/ 1557867 h 2870200"/>
              <a:gd name="connsiteX45" fmla="*/ 685800 w 4089400"/>
              <a:gd name="connsiteY45" fmla="*/ 1524000 h 2870200"/>
              <a:gd name="connsiteX46" fmla="*/ 702733 w 4089400"/>
              <a:gd name="connsiteY46" fmla="*/ 1312334 h 2870200"/>
              <a:gd name="connsiteX47" fmla="*/ 719666 w 4089400"/>
              <a:gd name="connsiteY47" fmla="*/ 1380067 h 2870200"/>
              <a:gd name="connsiteX48" fmla="*/ 736600 w 4089400"/>
              <a:gd name="connsiteY48" fmla="*/ 1532467 h 2870200"/>
              <a:gd name="connsiteX49" fmla="*/ 753533 w 4089400"/>
              <a:gd name="connsiteY49" fmla="*/ 1566334 h 2870200"/>
              <a:gd name="connsiteX50" fmla="*/ 778933 w 4089400"/>
              <a:gd name="connsiteY50" fmla="*/ 1456267 h 2870200"/>
              <a:gd name="connsiteX51" fmla="*/ 795866 w 4089400"/>
              <a:gd name="connsiteY51" fmla="*/ 1430867 h 2870200"/>
              <a:gd name="connsiteX52" fmla="*/ 829733 w 4089400"/>
              <a:gd name="connsiteY52" fmla="*/ 1388534 h 2870200"/>
              <a:gd name="connsiteX53" fmla="*/ 838200 w 4089400"/>
              <a:gd name="connsiteY53" fmla="*/ 1498600 h 2870200"/>
              <a:gd name="connsiteX54" fmla="*/ 863600 w 4089400"/>
              <a:gd name="connsiteY54" fmla="*/ 1811867 h 2870200"/>
              <a:gd name="connsiteX55" fmla="*/ 872066 w 4089400"/>
              <a:gd name="connsiteY55" fmla="*/ 1642534 h 2870200"/>
              <a:gd name="connsiteX56" fmla="*/ 897466 w 4089400"/>
              <a:gd name="connsiteY56" fmla="*/ 1583267 h 2870200"/>
              <a:gd name="connsiteX57" fmla="*/ 905933 w 4089400"/>
              <a:gd name="connsiteY57" fmla="*/ 1557867 h 2870200"/>
              <a:gd name="connsiteX58" fmla="*/ 914400 w 4089400"/>
              <a:gd name="connsiteY58" fmla="*/ 2006600 h 2870200"/>
              <a:gd name="connsiteX59" fmla="*/ 939800 w 4089400"/>
              <a:gd name="connsiteY59" fmla="*/ 2116667 h 2870200"/>
              <a:gd name="connsiteX60" fmla="*/ 948266 w 4089400"/>
              <a:gd name="connsiteY60" fmla="*/ 1828800 h 2870200"/>
              <a:gd name="connsiteX61" fmla="*/ 965200 w 4089400"/>
              <a:gd name="connsiteY61" fmla="*/ 1794934 h 2870200"/>
              <a:gd name="connsiteX62" fmla="*/ 973666 w 4089400"/>
              <a:gd name="connsiteY62" fmla="*/ 1761067 h 2870200"/>
              <a:gd name="connsiteX63" fmla="*/ 990600 w 4089400"/>
              <a:gd name="connsiteY63" fmla="*/ 1871134 h 2870200"/>
              <a:gd name="connsiteX64" fmla="*/ 1007533 w 4089400"/>
              <a:gd name="connsiteY64" fmla="*/ 1947334 h 2870200"/>
              <a:gd name="connsiteX65" fmla="*/ 1024466 w 4089400"/>
              <a:gd name="connsiteY65" fmla="*/ 2040467 h 2870200"/>
              <a:gd name="connsiteX66" fmla="*/ 1049866 w 4089400"/>
              <a:gd name="connsiteY66" fmla="*/ 2108200 h 2870200"/>
              <a:gd name="connsiteX67" fmla="*/ 1058333 w 4089400"/>
              <a:gd name="connsiteY67" fmla="*/ 2150534 h 2870200"/>
              <a:gd name="connsiteX68" fmla="*/ 1100666 w 4089400"/>
              <a:gd name="connsiteY68" fmla="*/ 2209800 h 2870200"/>
              <a:gd name="connsiteX69" fmla="*/ 1109133 w 4089400"/>
              <a:gd name="connsiteY69" fmla="*/ 2108200 h 2870200"/>
              <a:gd name="connsiteX70" fmla="*/ 1159933 w 4089400"/>
              <a:gd name="connsiteY70" fmla="*/ 1989667 h 2870200"/>
              <a:gd name="connsiteX71" fmla="*/ 1210733 w 4089400"/>
              <a:gd name="connsiteY71" fmla="*/ 1913467 h 2870200"/>
              <a:gd name="connsiteX72" fmla="*/ 1219200 w 4089400"/>
              <a:gd name="connsiteY72" fmla="*/ 2167467 h 2870200"/>
              <a:gd name="connsiteX73" fmla="*/ 1236133 w 4089400"/>
              <a:gd name="connsiteY73" fmla="*/ 2082800 h 2870200"/>
              <a:gd name="connsiteX74" fmla="*/ 1244600 w 4089400"/>
              <a:gd name="connsiteY74" fmla="*/ 2015067 h 2870200"/>
              <a:gd name="connsiteX75" fmla="*/ 1286933 w 4089400"/>
              <a:gd name="connsiteY75" fmla="*/ 1854200 h 2870200"/>
              <a:gd name="connsiteX76" fmla="*/ 1295400 w 4089400"/>
              <a:gd name="connsiteY76" fmla="*/ 1803400 h 2870200"/>
              <a:gd name="connsiteX77" fmla="*/ 1320800 w 4089400"/>
              <a:gd name="connsiteY77" fmla="*/ 1701800 h 2870200"/>
              <a:gd name="connsiteX78" fmla="*/ 1346200 w 4089400"/>
              <a:gd name="connsiteY78" fmla="*/ 1718734 h 2870200"/>
              <a:gd name="connsiteX79" fmla="*/ 1354666 w 4089400"/>
              <a:gd name="connsiteY79" fmla="*/ 1744134 h 2870200"/>
              <a:gd name="connsiteX80" fmla="*/ 1380066 w 4089400"/>
              <a:gd name="connsiteY80" fmla="*/ 1828800 h 2870200"/>
              <a:gd name="connsiteX81" fmla="*/ 1397000 w 4089400"/>
              <a:gd name="connsiteY81" fmla="*/ 1879600 h 2870200"/>
              <a:gd name="connsiteX82" fmla="*/ 1405466 w 4089400"/>
              <a:gd name="connsiteY82" fmla="*/ 1913467 h 2870200"/>
              <a:gd name="connsiteX83" fmla="*/ 1430866 w 4089400"/>
              <a:gd name="connsiteY83" fmla="*/ 1947334 h 2870200"/>
              <a:gd name="connsiteX84" fmla="*/ 1447800 w 4089400"/>
              <a:gd name="connsiteY84" fmla="*/ 1938867 h 2870200"/>
              <a:gd name="connsiteX85" fmla="*/ 1490133 w 4089400"/>
              <a:gd name="connsiteY85" fmla="*/ 1803400 h 2870200"/>
              <a:gd name="connsiteX86" fmla="*/ 1549400 w 4089400"/>
              <a:gd name="connsiteY86" fmla="*/ 1651000 h 2870200"/>
              <a:gd name="connsiteX87" fmla="*/ 1557866 w 4089400"/>
              <a:gd name="connsiteY87" fmla="*/ 1591734 h 2870200"/>
              <a:gd name="connsiteX88" fmla="*/ 1574800 w 4089400"/>
              <a:gd name="connsiteY88" fmla="*/ 1566334 h 2870200"/>
              <a:gd name="connsiteX89" fmla="*/ 1583266 w 4089400"/>
              <a:gd name="connsiteY89" fmla="*/ 1524000 h 2870200"/>
              <a:gd name="connsiteX90" fmla="*/ 1591733 w 4089400"/>
              <a:gd name="connsiteY90" fmla="*/ 1498600 h 2870200"/>
              <a:gd name="connsiteX91" fmla="*/ 1608666 w 4089400"/>
              <a:gd name="connsiteY91" fmla="*/ 1524000 h 2870200"/>
              <a:gd name="connsiteX92" fmla="*/ 1634066 w 4089400"/>
              <a:gd name="connsiteY92" fmla="*/ 1490134 h 2870200"/>
              <a:gd name="connsiteX93" fmla="*/ 1659466 w 4089400"/>
              <a:gd name="connsiteY93" fmla="*/ 1388534 h 2870200"/>
              <a:gd name="connsiteX94" fmla="*/ 1718733 w 4089400"/>
              <a:gd name="connsiteY94" fmla="*/ 1286934 h 2870200"/>
              <a:gd name="connsiteX95" fmla="*/ 1769533 w 4089400"/>
              <a:gd name="connsiteY95" fmla="*/ 1176867 h 2870200"/>
              <a:gd name="connsiteX96" fmla="*/ 1794933 w 4089400"/>
              <a:gd name="connsiteY96" fmla="*/ 1202267 h 2870200"/>
              <a:gd name="connsiteX97" fmla="*/ 1803400 w 4089400"/>
              <a:gd name="connsiteY97" fmla="*/ 1227667 h 2870200"/>
              <a:gd name="connsiteX98" fmla="*/ 1820333 w 4089400"/>
              <a:gd name="connsiteY98" fmla="*/ 1261534 h 2870200"/>
              <a:gd name="connsiteX99" fmla="*/ 1862666 w 4089400"/>
              <a:gd name="connsiteY99" fmla="*/ 1422400 h 2870200"/>
              <a:gd name="connsiteX100" fmla="*/ 1913466 w 4089400"/>
              <a:gd name="connsiteY100" fmla="*/ 1600200 h 2870200"/>
              <a:gd name="connsiteX101" fmla="*/ 1964266 w 4089400"/>
              <a:gd name="connsiteY101" fmla="*/ 1744134 h 2870200"/>
              <a:gd name="connsiteX102" fmla="*/ 1981200 w 4089400"/>
              <a:gd name="connsiteY102" fmla="*/ 1498600 h 2870200"/>
              <a:gd name="connsiteX103" fmla="*/ 1998133 w 4089400"/>
              <a:gd name="connsiteY103" fmla="*/ 1464734 h 2870200"/>
              <a:gd name="connsiteX104" fmla="*/ 2006600 w 4089400"/>
              <a:gd name="connsiteY104" fmla="*/ 1439334 h 2870200"/>
              <a:gd name="connsiteX105" fmla="*/ 2057400 w 4089400"/>
              <a:gd name="connsiteY105" fmla="*/ 2032000 h 2870200"/>
              <a:gd name="connsiteX106" fmla="*/ 2065866 w 4089400"/>
              <a:gd name="connsiteY106" fmla="*/ 2150534 h 2870200"/>
              <a:gd name="connsiteX107" fmla="*/ 2074333 w 4089400"/>
              <a:gd name="connsiteY107" fmla="*/ 2489200 h 2870200"/>
              <a:gd name="connsiteX108" fmla="*/ 2108200 w 4089400"/>
              <a:gd name="connsiteY108" fmla="*/ 2421467 h 2870200"/>
              <a:gd name="connsiteX109" fmla="*/ 2150533 w 4089400"/>
              <a:gd name="connsiteY109" fmla="*/ 2319867 h 2870200"/>
              <a:gd name="connsiteX110" fmla="*/ 2175933 w 4089400"/>
              <a:gd name="connsiteY110" fmla="*/ 2286000 h 2870200"/>
              <a:gd name="connsiteX111" fmla="*/ 2209800 w 4089400"/>
              <a:gd name="connsiteY111" fmla="*/ 2235200 h 2870200"/>
              <a:gd name="connsiteX112" fmla="*/ 2226733 w 4089400"/>
              <a:gd name="connsiteY112" fmla="*/ 2514600 h 2870200"/>
              <a:gd name="connsiteX113" fmla="*/ 2252133 w 4089400"/>
              <a:gd name="connsiteY113" fmla="*/ 2565400 h 2870200"/>
              <a:gd name="connsiteX114" fmla="*/ 2260600 w 4089400"/>
              <a:gd name="connsiteY114" fmla="*/ 2489200 h 2870200"/>
              <a:gd name="connsiteX115" fmla="*/ 2277533 w 4089400"/>
              <a:gd name="connsiteY115" fmla="*/ 2421467 h 2870200"/>
              <a:gd name="connsiteX116" fmla="*/ 2286000 w 4089400"/>
              <a:gd name="connsiteY116" fmla="*/ 1718734 h 2870200"/>
              <a:gd name="connsiteX117" fmla="*/ 2311400 w 4089400"/>
              <a:gd name="connsiteY117" fmla="*/ 1811867 h 2870200"/>
              <a:gd name="connsiteX118" fmla="*/ 2336800 w 4089400"/>
              <a:gd name="connsiteY118" fmla="*/ 1871134 h 2870200"/>
              <a:gd name="connsiteX119" fmla="*/ 2362200 w 4089400"/>
              <a:gd name="connsiteY119" fmla="*/ 1938867 h 2870200"/>
              <a:gd name="connsiteX120" fmla="*/ 2370666 w 4089400"/>
              <a:gd name="connsiteY120" fmla="*/ 1972734 h 2870200"/>
              <a:gd name="connsiteX121" fmla="*/ 2379133 w 4089400"/>
              <a:gd name="connsiteY121" fmla="*/ 1574800 h 2870200"/>
              <a:gd name="connsiteX122" fmla="*/ 2404533 w 4089400"/>
              <a:gd name="connsiteY122" fmla="*/ 1236134 h 2870200"/>
              <a:gd name="connsiteX123" fmla="*/ 2421466 w 4089400"/>
              <a:gd name="connsiteY123" fmla="*/ 1092200 h 2870200"/>
              <a:gd name="connsiteX124" fmla="*/ 2429933 w 4089400"/>
              <a:gd name="connsiteY124" fmla="*/ 1066800 h 2870200"/>
              <a:gd name="connsiteX125" fmla="*/ 2438400 w 4089400"/>
              <a:gd name="connsiteY125" fmla="*/ 1092200 h 2870200"/>
              <a:gd name="connsiteX126" fmla="*/ 2455333 w 4089400"/>
              <a:gd name="connsiteY126" fmla="*/ 1117600 h 2870200"/>
              <a:gd name="connsiteX127" fmla="*/ 2463800 w 4089400"/>
              <a:gd name="connsiteY127" fmla="*/ 1227667 h 2870200"/>
              <a:gd name="connsiteX128" fmla="*/ 2489200 w 4089400"/>
              <a:gd name="connsiteY128" fmla="*/ 753534 h 2870200"/>
              <a:gd name="connsiteX129" fmla="*/ 2506133 w 4089400"/>
              <a:gd name="connsiteY129" fmla="*/ 685800 h 2870200"/>
              <a:gd name="connsiteX130" fmla="*/ 2514600 w 4089400"/>
              <a:gd name="connsiteY130" fmla="*/ 609600 h 2870200"/>
              <a:gd name="connsiteX131" fmla="*/ 2523066 w 4089400"/>
              <a:gd name="connsiteY131" fmla="*/ 558800 h 2870200"/>
              <a:gd name="connsiteX132" fmla="*/ 2540000 w 4089400"/>
              <a:gd name="connsiteY132" fmla="*/ 584200 h 2870200"/>
              <a:gd name="connsiteX133" fmla="*/ 2548466 w 4089400"/>
              <a:gd name="connsiteY133" fmla="*/ 778934 h 2870200"/>
              <a:gd name="connsiteX134" fmla="*/ 2590800 w 4089400"/>
              <a:gd name="connsiteY134" fmla="*/ 914400 h 2870200"/>
              <a:gd name="connsiteX135" fmla="*/ 2607733 w 4089400"/>
              <a:gd name="connsiteY135" fmla="*/ 973667 h 2870200"/>
              <a:gd name="connsiteX136" fmla="*/ 2624666 w 4089400"/>
              <a:gd name="connsiteY136" fmla="*/ 812800 h 2870200"/>
              <a:gd name="connsiteX137" fmla="*/ 2641600 w 4089400"/>
              <a:gd name="connsiteY137" fmla="*/ 694267 h 2870200"/>
              <a:gd name="connsiteX138" fmla="*/ 2667000 w 4089400"/>
              <a:gd name="connsiteY138" fmla="*/ 558800 h 2870200"/>
              <a:gd name="connsiteX139" fmla="*/ 2692400 w 4089400"/>
              <a:gd name="connsiteY139" fmla="*/ 321734 h 2870200"/>
              <a:gd name="connsiteX140" fmla="*/ 2709333 w 4089400"/>
              <a:gd name="connsiteY140" fmla="*/ 1058334 h 2870200"/>
              <a:gd name="connsiteX141" fmla="*/ 2735730 w 4089400"/>
              <a:gd name="connsiteY141" fmla="*/ 1023969 h 2870200"/>
              <a:gd name="connsiteX142" fmla="*/ 2785533 w 4089400"/>
              <a:gd name="connsiteY142" fmla="*/ 905934 h 2870200"/>
              <a:gd name="connsiteX143" fmla="*/ 2819400 w 4089400"/>
              <a:gd name="connsiteY143" fmla="*/ 855134 h 2870200"/>
              <a:gd name="connsiteX144" fmla="*/ 2844800 w 4089400"/>
              <a:gd name="connsiteY144" fmla="*/ 1422400 h 2870200"/>
              <a:gd name="connsiteX145" fmla="*/ 2853266 w 4089400"/>
              <a:gd name="connsiteY145" fmla="*/ 1388534 h 2870200"/>
              <a:gd name="connsiteX146" fmla="*/ 2870200 w 4089400"/>
              <a:gd name="connsiteY146" fmla="*/ 1363134 h 2870200"/>
              <a:gd name="connsiteX147" fmla="*/ 2895600 w 4089400"/>
              <a:gd name="connsiteY147" fmla="*/ 1278467 h 2870200"/>
              <a:gd name="connsiteX148" fmla="*/ 2912533 w 4089400"/>
              <a:gd name="connsiteY148" fmla="*/ 1320800 h 2870200"/>
              <a:gd name="connsiteX149" fmla="*/ 2929466 w 4089400"/>
              <a:gd name="connsiteY149" fmla="*/ 1388534 h 2870200"/>
              <a:gd name="connsiteX150" fmla="*/ 2946400 w 4089400"/>
              <a:gd name="connsiteY150" fmla="*/ 1422400 h 2870200"/>
              <a:gd name="connsiteX151" fmla="*/ 2988733 w 4089400"/>
              <a:gd name="connsiteY151" fmla="*/ 1540934 h 2870200"/>
              <a:gd name="connsiteX152" fmla="*/ 3005666 w 4089400"/>
              <a:gd name="connsiteY152" fmla="*/ 1566334 h 2870200"/>
              <a:gd name="connsiteX153" fmla="*/ 3039533 w 4089400"/>
              <a:gd name="connsiteY153" fmla="*/ 1718734 h 2870200"/>
              <a:gd name="connsiteX154" fmla="*/ 3064933 w 4089400"/>
              <a:gd name="connsiteY154" fmla="*/ 1761067 h 2870200"/>
              <a:gd name="connsiteX155" fmla="*/ 3098800 w 4089400"/>
              <a:gd name="connsiteY155" fmla="*/ 1879600 h 2870200"/>
              <a:gd name="connsiteX156" fmla="*/ 3090333 w 4089400"/>
              <a:gd name="connsiteY156" fmla="*/ 1913467 h 2870200"/>
              <a:gd name="connsiteX157" fmla="*/ 3102783 w 4089400"/>
              <a:gd name="connsiteY157" fmla="*/ 1901016 h 2870200"/>
              <a:gd name="connsiteX158" fmla="*/ 3081866 w 4089400"/>
              <a:gd name="connsiteY158" fmla="*/ 1888067 h 2870200"/>
              <a:gd name="connsiteX159" fmla="*/ 3107266 w 4089400"/>
              <a:gd name="connsiteY159" fmla="*/ 1871134 h 2870200"/>
              <a:gd name="connsiteX160" fmla="*/ 3115733 w 4089400"/>
              <a:gd name="connsiteY160" fmla="*/ 1769534 h 2870200"/>
              <a:gd name="connsiteX161" fmla="*/ 3132666 w 4089400"/>
              <a:gd name="connsiteY161" fmla="*/ 1710267 h 2870200"/>
              <a:gd name="connsiteX162" fmla="*/ 3141133 w 4089400"/>
              <a:gd name="connsiteY162" fmla="*/ 1684867 h 2870200"/>
              <a:gd name="connsiteX163" fmla="*/ 3166533 w 4089400"/>
              <a:gd name="connsiteY163" fmla="*/ 1676400 h 2870200"/>
              <a:gd name="connsiteX164" fmla="*/ 3175000 w 4089400"/>
              <a:gd name="connsiteY164" fmla="*/ 2006600 h 2870200"/>
              <a:gd name="connsiteX165" fmla="*/ 3183466 w 4089400"/>
              <a:gd name="connsiteY165" fmla="*/ 2048934 h 2870200"/>
              <a:gd name="connsiteX166" fmla="*/ 3191933 w 4089400"/>
              <a:gd name="connsiteY166" fmla="*/ 2099734 h 2870200"/>
              <a:gd name="connsiteX167" fmla="*/ 3208866 w 4089400"/>
              <a:gd name="connsiteY167" fmla="*/ 2048934 h 2870200"/>
              <a:gd name="connsiteX168" fmla="*/ 3217333 w 4089400"/>
              <a:gd name="connsiteY168" fmla="*/ 1998134 h 2870200"/>
              <a:gd name="connsiteX169" fmla="*/ 3251200 w 4089400"/>
              <a:gd name="connsiteY169" fmla="*/ 2353734 h 2870200"/>
              <a:gd name="connsiteX170" fmla="*/ 3276600 w 4089400"/>
              <a:gd name="connsiteY170" fmla="*/ 2387600 h 2870200"/>
              <a:gd name="connsiteX171" fmla="*/ 3285066 w 4089400"/>
              <a:gd name="connsiteY171" fmla="*/ 2497667 h 2870200"/>
              <a:gd name="connsiteX172" fmla="*/ 3302000 w 4089400"/>
              <a:gd name="connsiteY172" fmla="*/ 2531534 h 2870200"/>
              <a:gd name="connsiteX173" fmla="*/ 3318933 w 4089400"/>
              <a:gd name="connsiteY173" fmla="*/ 2599267 h 2870200"/>
              <a:gd name="connsiteX174" fmla="*/ 3344333 w 4089400"/>
              <a:gd name="connsiteY174" fmla="*/ 2667000 h 2870200"/>
              <a:gd name="connsiteX175" fmla="*/ 3386666 w 4089400"/>
              <a:gd name="connsiteY175" fmla="*/ 2810934 h 2870200"/>
              <a:gd name="connsiteX176" fmla="*/ 3412066 w 4089400"/>
              <a:gd name="connsiteY176" fmla="*/ 2870200 h 2870200"/>
              <a:gd name="connsiteX177" fmla="*/ 3437466 w 4089400"/>
              <a:gd name="connsiteY177" fmla="*/ 1828800 h 2870200"/>
              <a:gd name="connsiteX178" fmla="*/ 3436968 w 4089400"/>
              <a:gd name="connsiteY178" fmla="*/ 2090271 h 2870200"/>
              <a:gd name="connsiteX179" fmla="*/ 3462866 w 4089400"/>
              <a:gd name="connsiteY179" fmla="*/ 1735667 h 2870200"/>
              <a:gd name="connsiteX180" fmla="*/ 3488266 w 4089400"/>
              <a:gd name="connsiteY180" fmla="*/ 1651000 h 2870200"/>
              <a:gd name="connsiteX181" fmla="*/ 3496733 w 4089400"/>
              <a:gd name="connsiteY181" fmla="*/ 1701800 h 2870200"/>
              <a:gd name="connsiteX182" fmla="*/ 3500717 w 4089400"/>
              <a:gd name="connsiteY182" fmla="*/ 1875118 h 2870200"/>
              <a:gd name="connsiteX183" fmla="*/ 3522133 w 4089400"/>
              <a:gd name="connsiteY183" fmla="*/ 1752600 h 2870200"/>
              <a:gd name="connsiteX184" fmla="*/ 3530600 w 4089400"/>
              <a:gd name="connsiteY184" fmla="*/ 1693334 h 2870200"/>
              <a:gd name="connsiteX185" fmla="*/ 3572933 w 4089400"/>
              <a:gd name="connsiteY185" fmla="*/ 1608667 h 2870200"/>
              <a:gd name="connsiteX186" fmla="*/ 3589866 w 4089400"/>
              <a:gd name="connsiteY186" fmla="*/ 1566334 h 2870200"/>
              <a:gd name="connsiteX187" fmla="*/ 3632200 w 4089400"/>
              <a:gd name="connsiteY187" fmla="*/ 1464734 h 2870200"/>
              <a:gd name="connsiteX188" fmla="*/ 3636184 w 4089400"/>
              <a:gd name="connsiteY188" fmla="*/ 1373094 h 2870200"/>
              <a:gd name="connsiteX189" fmla="*/ 3657600 w 4089400"/>
              <a:gd name="connsiteY189" fmla="*/ 1363134 h 2870200"/>
              <a:gd name="connsiteX190" fmla="*/ 3674533 w 4089400"/>
              <a:gd name="connsiteY190" fmla="*/ 1320800 h 2870200"/>
              <a:gd name="connsiteX191" fmla="*/ 3669553 w 4089400"/>
              <a:gd name="connsiteY191" fmla="*/ 1151964 h 2870200"/>
              <a:gd name="connsiteX192" fmla="*/ 3716866 w 4089400"/>
              <a:gd name="connsiteY192" fmla="*/ 1227667 h 2870200"/>
              <a:gd name="connsiteX193" fmla="*/ 3725333 w 4089400"/>
              <a:gd name="connsiteY193" fmla="*/ 1176867 h 2870200"/>
              <a:gd name="connsiteX194" fmla="*/ 3742266 w 4089400"/>
              <a:gd name="connsiteY194" fmla="*/ 1126067 h 2870200"/>
              <a:gd name="connsiteX195" fmla="*/ 3750733 w 4089400"/>
              <a:gd name="connsiteY195" fmla="*/ 1058334 h 2870200"/>
              <a:gd name="connsiteX196" fmla="*/ 3759200 w 4089400"/>
              <a:gd name="connsiteY196" fmla="*/ 1270000 h 2870200"/>
              <a:gd name="connsiteX197" fmla="*/ 3788048 w 4089400"/>
              <a:gd name="connsiteY197" fmla="*/ 678606 h 2870200"/>
              <a:gd name="connsiteX198" fmla="*/ 3793066 w 4089400"/>
              <a:gd name="connsiteY198" fmla="*/ 558800 h 2870200"/>
              <a:gd name="connsiteX199" fmla="*/ 3810000 w 4089400"/>
              <a:gd name="connsiteY199" fmla="*/ 482600 h 2870200"/>
              <a:gd name="connsiteX200" fmla="*/ 3818466 w 4089400"/>
              <a:gd name="connsiteY200" fmla="*/ 533400 h 2870200"/>
              <a:gd name="connsiteX201" fmla="*/ 3835400 w 4089400"/>
              <a:gd name="connsiteY201" fmla="*/ 660400 h 2870200"/>
              <a:gd name="connsiteX202" fmla="*/ 3843866 w 4089400"/>
              <a:gd name="connsiteY202" fmla="*/ 702734 h 2870200"/>
              <a:gd name="connsiteX203" fmla="*/ 3860800 w 4089400"/>
              <a:gd name="connsiteY203" fmla="*/ 736600 h 2870200"/>
              <a:gd name="connsiteX204" fmla="*/ 3877733 w 4089400"/>
              <a:gd name="connsiteY204" fmla="*/ 702734 h 2870200"/>
              <a:gd name="connsiteX205" fmla="*/ 3937000 w 4089400"/>
              <a:gd name="connsiteY205" fmla="*/ 482600 h 2870200"/>
              <a:gd name="connsiteX206" fmla="*/ 3953933 w 4089400"/>
              <a:gd name="connsiteY206" fmla="*/ 457200 h 2870200"/>
              <a:gd name="connsiteX207" fmla="*/ 3979333 w 4089400"/>
              <a:gd name="connsiteY207" fmla="*/ 177800 h 2870200"/>
              <a:gd name="connsiteX208" fmla="*/ 4004733 w 4089400"/>
              <a:gd name="connsiteY208" fmla="*/ 135467 h 2870200"/>
              <a:gd name="connsiteX209" fmla="*/ 4013200 w 4089400"/>
              <a:gd name="connsiteY209" fmla="*/ 101600 h 2870200"/>
              <a:gd name="connsiteX210" fmla="*/ 4021666 w 4089400"/>
              <a:gd name="connsiteY210" fmla="*/ 76200 h 2870200"/>
              <a:gd name="connsiteX211" fmla="*/ 4030133 w 4089400"/>
              <a:gd name="connsiteY211" fmla="*/ 110067 h 2870200"/>
              <a:gd name="connsiteX212" fmla="*/ 4047066 w 4089400"/>
              <a:gd name="connsiteY212" fmla="*/ 160867 h 2870200"/>
              <a:gd name="connsiteX213" fmla="*/ 4089400 w 4089400"/>
              <a:gd name="connsiteY213" fmla="*/ 0 h 2870200"/>
              <a:gd name="connsiteX0" fmla="*/ 0 w 4089400"/>
              <a:gd name="connsiteY0" fmla="*/ 702734 h 2870200"/>
              <a:gd name="connsiteX1" fmla="*/ 8466 w 4089400"/>
              <a:gd name="connsiteY1" fmla="*/ 643467 h 2870200"/>
              <a:gd name="connsiteX2" fmla="*/ 25400 w 4089400"/>
              <a:gd name="connsiteY2" fmla="*/ 626534 h 2870200"/>
              <a:gd name="connsiteX3" fmla="*/ 33866 w 4089400"/>
              <a:gd name="connsiteY3" fmla="*/ 592667 h 2870200"/>
              <a:gd name="connsiteX4" fmla="*/ 42333 w 4089400"/>
              <a:gd name="connsiteY4" fmla="*/ 567267 h 2870200"/>
              <a:gd name="connsiteX5" fmla="*/ 42333 w 4089400"/>
              <a:gd name="connsiteY5" fmla="*/ 821267 h 2870200"/>
              <a:gd name="connsiteX6" fmla="*/ 21415 w 4089400"/>
              <a:gd name="connsiteY6" fmla="*/ 1068793 h 2870200"/>
              <a:gd name="connsiteX7" fmla="*/ 25400 w 4089400"/>
              <a:gd name="connsiteY7" fmla="*/ 1354667 h 2870200"/>
              <a:gd name="connsiteX8" fmla="*/ 33866 w 4089400"/>
              <a:gd name="connsiteY8" fmla="*/ 1329267 h 2870200"/>
              <a:gd name="connsiteX9" fmla="*/ 42333 w 4089400"/>
              <a:gd name="connsiteY9" fmla="*/ 1286934 h 2870200"/>
              <a:gd name="connsiteX10" fmla="*/ 59266 w 4089400"/>
              <a:gd name="connsiteY10" fmla="*/ 1253067 h 2870200"/>
              <a:gd name="connsiteX11" fmla="*/ 76200 w 4089400"/>
              <a:gd name="connsiteY11" fmla="*/ 1202267 h 2870200"/>
              <a:gd name="connsiteX12" fmla="*/ 84666 w 4089400"/>
              <a:gd name="connsiteY12" fmla="*/ 1176867 h 2870200"/>
              <a:gd name="connsiteX13" fmla="*/ 101600 w 4089400"/>
              <a:gd name="connsiteY13" fmla="*/ 1143000 h 2870200"/>
              <a:gd name="connsiteX14" fmla="*/ 110066 w 4089400"/>
              <a:gd name="connsiteY14" fmla="*/ 1100667 h 2870200"/>
              <a:gd name="connsiteX15" fmla="*/ 135466 w 4089400"/>
              <a:gd name="connsiteY15" fmla="*/ 1032934 h 2870200"/>
              <a:gd name="connsiteX16" fmla="*/ 143933 w 4089400"/>
              <a:gd name="connsiteY16" fmla="*/ 999067 h 2870200"/>
              <a:gd name="connsiteX17" fmla="*/ 160866 w 4089400"/>
              <a:gd name="connsiteY17" fmla="*/ 948267 h 2870200"/>
              <a:gd name="connsiteX18" fmla="*/ 177800 w 4089400"/>
              <a:gd name="connsiteY18" fmla="*/ 1134534 h 2870200"/>
              <a:gd name="connsiteX19" fmla="*/ 194733 w 4089400"/>
              <a:gd name="connsiteY19" fmla="*/ 1464734 h 2870200"/>
              <a:gd name="connsiteX20" fmla="*/ 228600 w 4089400"/>
              <a:gd name="connsiteY20" fmla="*/ 1397000 h 2870200"/>
              <a:gd name="connsiteX21" fmla="*/ 254000 w 4089400"/>
              <a:gd name="connsiteY21" fmla="*/ 1363134 h 2870200"/>
              <a:gd name="connsiteX22" fmla="*/ 262466 w 4089400"/>
              <a:gd name="connsiteY22" fmla="*/ 1337734 h 2870200"/>
              <a:gd name="connsiteX23" fmla="*/ 279400 w 4089400"/>
              <a:gd name="connsiteY23" fmla="*/ 1371600 h 2870200"/>
              <a:gd name="connsiteX24" fmla="*/ 287866 w 4089400"/>
              <a:gd name="connsiteY24" fmla="*/ 2243667 h 2870200"/>
              <a:gd name="connsiteX25" fmla="*/ 313266 w 4089400"/>
              <a:gd name="connsiteY25" fmla="*/ 2201334 h 2870200"/>
              <a:gd name="connsiteX26" fmla="*/ 321733 w 4089400"/>
              <a:gd name="connsiteY26" fmla="*/ 2150534 h 2870200"/>
              <a:gd name="connsiteX27" fmla="*/ 346635 w 4089400"/>
              <a:gd name="connsiteY27" fmla="*/ 2376146 h 2870200"/>
              <a:gd name="connsiteX28" fmla="*/ 364066 w 4089400"/>
              <a:gd name="connsiteY28" fmla="*/ 2082800 h 2870200"/>
              <a:gd name="connsiteX29" fmla="*/ 389965 w 4089400"/>
              <a:gd name="connsiteY29" fmla="*/ 1792444 h 2870200"/>
              <a:gd name="connsiteX30" fmla="*/ 397933 w 4089400"/>
              <a:gd name="connsiteY30" fmla="*/ 2032000 h 2870200"/>
              <a:gd name="connsiteX31" fmla="*/ 423333 w 4089400"/>
              <a:gd name="connsiteY31" fmla="*/ 1998134 h 2870200"/>
              <a:gd name="connsiteX32" fmla="*/ 440266 w 4089400"/>
              <a:gd name="connsiteY32" fmla="*/ 1752600 h 2870200"/>
              <a:gd name="connsiteX33" fmla="*/ 465666 w 4089400"/>
              <a:gd name="connsiteY33" fmla="*/ 1651000 h 2870200"/>
              <a:gd name="connsiteX34" fmla="*/ 491066 w 4089400"/>
              <a:gd name="connsiteY34" fmla="*/ 1710267 h 2870200"/>
              <a:gd name="connsiteX35" fmla="*/ 499533 w 4089400"/>
              <a:gd name="connsiteY35" fmla="*/ 1851666 h 2870200"/>
              <a:gd name="connsiteX36" fmla="*/ 533400 w 4089400"/>
              <a:gd name="connsiteY36" fmla="*/ 1820334 h 2870200"/>
              <a:gd name="connsiteX37" fmla="*/ 558800 w 4089400"/>
              <a:gd name="connsiteY37" fmla="*/ 1938867 h 2870200"/>
              <a:gd name="connsiteX38" fmla="*/ 575733 w 4089400"/>
              <a:gd name="connsiteY38" fmla="*/ 1998134 h 2870200"/>
              <a:gd name="connsiteX39" fmla="*/ 592666 w 4089400"/>
              <a:gd name="connsiteY39" fmla="*/ 2023534 h 2870200"/>
              <a:gd name="connsiteX40" fmla="*/ 618066 w 4089400"/>
              <a:gd name="connsiteY40" fmla="*/ 1786467 h 2870200"/>
              <a:gd name="connsiteX41" fmla="*/ 626533 w 4089400"/>
              <a:gd name="connsiteY41" fmla="*/ 1744134 h 2870200"/>
              <a:gd name="connsiteX42" fmla="*/ 643466 w 4089400"/>
              <a:gd name="connsiteY42" fmla="*/ 1718734 h 2870200"/>
              <a:gd name="connsiteX43" fmla="*/ 660400 w 4089400"/>
              <a:gd name="connsiteY43" fmla="*/ 1617134 h 2870200"/>
              <a:gd name="connsiteX44" fmla="*/ 677333 w 4089400"/>
              <a:gd name="connsiteY44" fmla="*/ 1557867 h 2870200"/>
              <a:gd name="connsiteX45" fmla="*/ 685800 w 4089400"/>
              <a:gd name="connsiteY45" fmla="*/ 1524000 h 2870200"/>
              <a:gd name="connsiteX46" fmla="*/ 702733 w 4089400"/>
              <a:gd name="connsiteY46" fmla="*/ 1312334 h 2870200"/>
              <a:gd name="connsiteX47" fmla="*/ 719666 w 4089400"/>
              <a:gd name="connsiteY47" fmla="*/ 1380067 h 2870200"/>
              <a:gd name="connsiteX48" fmla="*/ 736600 w 4089400"/>
              <a:gd name="connsiteY48" fmla="*/ 1532467 h 2870200"/>
              <a:gd name="connsiteX49" fmla="*/ 753533 w 4089400"/>
              <a:gd name="connsiteY49" fmla="*/ 1566334 h 2870200"/>
              <a:gd name="connsiteX50" fmla="*/ 778933 w 4089400"/>
              <a:gd name="connsiteY50" fmla="*/ 1456267 h 2870200"/>
              <a:gd name="connsiteX51" fmla="*/ 795866 w 4089400"/>
              <a:gd name="connsiteY51" fmla="*/ 1430867 h 2870200"/>
              <a:gd name="connsiteX52" fmla="*/ 829733 w 4089400"/>
              <a:gd name="connsiteY52" fmla="*/ 1388534 h 2870200"/>
              <a:gd name="connsiteX53" fmla="*/ 838200 w 4089400"/>
              <a:gd name="connsiteY53" fmla="*/ 1498600 h 2870200"/>
              <a:gd name="connsiteX54" fmla="*/ 863600 w 4089400"/>
              <a:gd name="connsiteY54" fmla="*/ 1811867 h 2870200"/>
              <a:gd name="connsiteX55" fmla="*/ 872066 w 4089400"/>
              <a:gd name="connsiteY55" fmla="*/ 1642534 h 2870200"/>
              <a:gd name="connsiteX56" fmla="*/ 897466 w 4089400"/>
              <a:gd name="connsiteY56" fmla="*/ 1583267 h 2870200"/>
              <a:gd name="connsiteX57" fmla="*/ 905933 w 4089400"/>
              <a:gd name="connsiteY57" fmla="*/ 1557867 h 2870200"/>
              <a:gd name="connsiteX58" fmla="*/ 914400 w 4089400"/>
              <a:gd name="connsiteY58" fmla="*/ 2006600 h 2870200"/>
              <a:gd name="connsiteX59" fmla="*/ 939800 w 4089400"/>
              <a:gd name="connsiteY59" fmla="*/ 2116667 h 2870200"/>
              <a:gd name="connsiteX60" fmla="*/ 948266 w 4089400"/>
              <a:gd name="connsiteY60" fmla="*/ 1948424 h 2870200"/>
              <a:gd name="connsiteX61" fmla="*/ 965200 w 4089400"/>
              <a:gd name="connsiteY61" fmla="*/ 1794934 h 2870200"/>
              <a:gd name="connsiteX62" fmla="*/ 973666 w 4089400"/>
              <a:gd name="connsiteY62" fmla="*/ 1761067 h 2870200"/>
              <a:gd name="connsiteX63" fmla="*/ 990600 w 4089400"/>
              <a:gd name="connsiteY63" fmla="*/ 1871134 h 2870200"/>
              <a:gd name="connsiteX64" fmla="*/ 1007533 w 4089400"/>
              <a:gd name="connsiteY64" fmla="*/ 1947334 h 2870200"/>
              <a:gd name="connsiteX65" fmla="*/ 1024466 w 4089400"/>
              <a:gd name="connsiteY65" fmla="*/ 2040467 h 2870200"/>
              <a:gd name="connsiteX66" fmla="*/ 1049866 w 4089400"/>
              <a:gd name="connsiteY66" fmla="*/ 2108200 h 2870200"/>
              <a:gd name="connsiteX67" fmla="*/ 1058333 w 4089400"/>
              <a:gd name="connsiteY67" fmla="*/ 2150534 h 2870200"/>
              <a:gd name="connsiteX68" fmla="*/ 1100666 w 4089400"/>
              <a:gd name="connsiteY68" fmla="*/ 2209800 h 2870200"/>
              <a:gd name="connsiteX69" fmla="*/ 1109133 w 4089400"/>
              <a:gd name="connsiteY69" fmla="*/ 2108200 h 2870200"/>
              <a:gd name="connsiteX70" fmla="*/ 1159933 w 4089400"/>
              <a:gd name="connsiteY70" fmla="*/ 1989667 h 2870200"/>
              <a:gd name="connsiteX71" fmla="*/ 1210733 w 4089400"/>
              <a:gd name="connsiteY71" fmla="*/ 1913467 h 2870200"/>
              <a:gd name="connsiteX72" fmla="*/ 1219200 w 4089400"/>
              <a:gd name="connsiteY72" fmla="*/ 2167467 h 2870200"/>
              <a:gd name="connsiteX73" fmla="*/ 1236133 w 4089400"/>
              <a:gd name="connsiteY73" fmla="*/ 2082800 h 2870200"/>
              <a:gd name="connsiteX74" fmla="*/ 1244600 w 4089400"/>
              <a:gd name="connsiteY74" fmla="*/ 2015067 h 2870200"/>
              <a:gd name="connsiteX75" fmla="*/ 1286933 w 4089400"/>
              <a:gd name="connsiteY75" fmla="*/ 1854200 h 2870200"/>
              <a:gd name="connsiteX76" fmla="*/ 1295400 w 4089400"/>
              <a:gd name="connsiteY76" fmla="*/ 1803400 h 2870200"/>
              <a:gd name="connsiteX77" fmla="*/ 1320800 w 4089400"/>
              <a:gd name="connsiteY77" fmla="*/ 1701800 h 2870200"/>
              <a:gd name="connsiteX78" fmla="*/ 1346200 w 4089400"/>
              <a:gd name="connsiteY78" fmla="*/ 1718734 h 2870200"/>
              <a:gd name="connsiteX79" fmla="*/ 1354666 w 4089400"/>
              <a:gd name="connsiteY79" fmla="*/ 1744134 h 2870200"/>
              <a:gd name="connsiteX80" fmla="*/ 1380066 w 4089400"/>
              <a:gd name="connsiteY80" fmla="*/ 1828800 h 2870200"/>
              <a:gd name="connsiteX81" fmla="*/ 1397000 w 4089400"/>
              <a:gd name="connsiteY81" fmla="*/ 1879600 h 2870200"/>
              <a:gd name="connsiteX82" fmla="*/ 1405466 w 4089400"/>
              <a:gd name="connsiteY82" fmla="*/ 1913467 h 2870200"/>
              <a:gd name="connsiteX83" fmla="*/ 1430866 w 4089400"/>
              <a:gd name="connsiteY83" fmla="*/ 1947334 h 2870200"/>
              <a:gd name="connsiteX84" fmla="*/ 1447800 w 4089400"/>
              <a:gd name="connsiteY84" fmla="*/ 1938867 h 2870200"/>
              <a:gd name="connsiteX85" fmla="*/ 1490133 w 4089400"/>
              <a:gd name="connsiteY85" fmla="*/ 1803400 h 2870200"/>
              <a:gd name="connsiteX86" fmla="*/ 1549400 w 4089400"/>
              <a:gd name="connsiteY86" fmla="*/ 1651000 h 2870200"/>
              <a:gd name="connsiteX87" fmla="*/ 1557866 w 4089400"/>
              <a:gd name="connsiteY87" fmla="*/ 1591734 h 2870200"/>
              <a:gd name="connsiteX88" fmla="*/ 1574800 w 4089400"/>
              <a:gd name="connsiteY88" fmla="*/ 1566334 h 2870200"/>
              <a:gd name="connsiteX89" fmla="*/ 1583266 w 4089400"/>
              <a:gd name="connsiteY89" fmla="*/ 1524000 h 2870200"/>
              <a:gd name="connsiteX90" fmla="*/ 1591733 w 4089400"/>
              <a:gd name="connsiteY90" fmla="*/ 1498600 h 2870200"/>
              <a:gd name="connsiteX91" fmla="*/ 1608666 w 4089400"/>
              <a:gd name="connsiteY91" fmla="*/ 1524000 h 2870200"/>
              <a:gd name="connsiteX92" fmla="*/ 1634066 w 4089400"/>
              <a:gd name="connsiteY92" fmla="*/ 1490134 h 2870200"/>
              <a:gd name="connsiteX93" fmla="*/ 1659466 w 4089400"/>
              <a:gd name="connsiteY93" fmla="*/ 1388534 h 2870200"/>
              <a:gd name="connsiteX94" fmla="*/ 1718733 w 4089400"/>
              <a:gd name="connsiteY94" fmla="*/ 1286934 h 2870200"/>
              <a:gd name="connsiteX95" fmla="*/ 1769533 w 4089400"/>
              <a:gd name="connsiteY95" fmla="*/ 1176867 h 2870200"/>
              <a:gd name="connsiteX96" fmla="*/ 1794933 w 4089400"/>
              <a:gd name="connsiteY96" fmla="*/ 1202267 h 2870200"/>
              <a:gd name="connsiteX97" fmla="*/ 1803400 w 4089400"/>
              <a:gd name="connsiteY97" fmla="*/ 1227667 h 2870200"/>
              <a:gd name="connsiteX98" fmla="*/ 1820333 w 4089400"/>
              <a:gd name="connsiteY98" fmla="*/ 1261534 h 2870200"/>
              <a:gd name="connsiteX99" fmla="*/ 1862666 w 4089400"/>
              <a:gd name="connsiteY99" fmla="*/ 1422400 h 2870200"/>
              <a:gd name="connsiteX100" fmla="*/ 1913466 w 4089400"/>
              <a:gd name="connsiteY100" fmla="*/ 1600200 h 2870200"/>
              <a:gd name="connsiteX101" fmla="*/ 1964266 w 4089400"/>
              <a:gd name="connsiteY101" fmla="*/ 1744134 h 2870200"/>
              <a:gd name="connsiteX102" fmla="*/ 1981200 w 4089400"/>
              <a:gd name="connsiteY102" fmla="*/ 1498600 h 2870200"/>
              <a:gd name="connsiteX103" fmla="*/ 1998133 w 4089400"/>
              <a:gd name="connsiteY103" fmla="*/ 1464734 h 2870200"/>
              <a:gd name="connsiteX104" fmla="*/ 2006600 w 4089400"/>
              <a:gd name="connsiteY104" fmla="*/ 1439334 h 2870200"/>
              <a:gd name="connsiteX105" fmla="*/ 2057400 w 4089400"/>
              <a:gd name="connsiteY105" fmla="*/ 2032000 h 2870200"/>
              <a:gd name="connsiteX106" fmla="*/ 2065866 w 4089400"/>
              <a:gd name="connsiteY106" fmla="*/ 2150534 h 2870200"/>
              <a:gd name="connsiteX107" fmla="*/ 2074333 w 4089400"/>
              <a:gd name="connsiteY107" fmla="*/ 2489200 h 2870200"/>
              <a:gd name="connsiteX108" fmla="*/ 2108200 w 4089400"/>
              <a:gd name="connsiteY108" fmla="*/ 2421467 h 2870200"/>
              <a:gd name="connsiteX109" fmla="*/ 2150533 w 4089400"/>
              <a:gd name="connsiteY109" fmla="*/ 2319867 h 2870200"/>
              <a:gd name="connsiteX110" fmla="*/ 2175933 w 4089400"/>
              <a:gd name="connsiteY110" fmla="*/ 2286000 h 2870200"/>
              <a:gd name="connsiteX111" fmla="*/ 2209800 w 4089400"/>
              <a:gd name="connsiteY111" fmla="*/ 2235200 h 2870200"/>
              <a:gd name="connsiteX112" fmla="*/ 2226733 w 4089400"/>
              <a:gd name="connsiteY112" fmla="*/ 2514600 h 2870200"/>
              <a:gd name="connsiteX113" fmla="*/ 2252133 w 4089400"/>
              <a:gd name="connsiteY113" fmla="*/ 2565400 h 2870200"/>
              <a:gd name="connsiteX114" fmla="*/ 2260600 w 4089400"/>
              <a:gd name="connsiteY114" fmla="*/ 2489200 h 2870200"/>
              <a:gd name="connsiteX115" fmla="*/ 2277533 w 4089400"/>
              <a:gd name="connsiteY115" fmla="*/ 2421467 h 2870200"/>
              <a:gd name="connsiteX116" fmla="*/ 2286000 w 4089400"/>
              <a:gd name="connsiteY116" fmla="*/ 1718734 h 2870200"/>
              <a:gd name="connsiteX117" fmla="*/ 2311400 w 4089400"/>
              <a:gd name="connsiteY117" fmla="*/ 1811867 h 2870200"/>
              <a:gd name="connsiteX118" fmla="*/ 2336800 w 4089400"/>
              <a:gd name="connsiteY118" fmla="*/ 1871134 h 2870200"/>
              <a:gd name="connsiteX119" fmla="*/ 2362200 w 4089400"/>
              <a:gd name="connsiteY119" fmla="*/ 1938867 h 2870200"/>
              <a:gd name="connsiteX120" fmla="*/ 2370666 w 4089400"/>
              <a:gd name="connsiteY120" fmla="*/ 1972734 h 2870200"/>
              <a:gd name="connsiteX121" fmla="*/ 2379133 w 4089400"/>
              <a:gd name="connsiteY121" fmla="*/ 1574800 h 2870200"/>
              <a:gd name="connsiteX122" fmla="*/ 2404533 w 4089400"/>
              <a:gd name="connsiteY122" fmla="*/ 1236134 h 2870200"/>
              <a:gd name="connsiteX123" fmla="*/ 2421466 w 4089400"/>
              <a:gd name="connsiteY123" fmla="*/ 1092200 h 2870200"/>
              <a:gd name="connsiteX124" fmla="*/ 2429933 w 4089400"/>
              <a:gd name="connsiteY124" fmla="*/ 1066800 h 2870200"/>
              <a:gd name="connsiteX125" fmla="*/ 2438400 w 4089400"/>
              <a:gd name="connsiteY125" fmla="*/ 1092200 h 2870200"/>
              <a:gd name="connsiteX126" fmla="*/ 2455333 w 4089400"/>
              <a:gd name="connsiteY126" fmla="*/ 1117600 h 2870200"/>
              <a:gd name="connsiteX127" fmla="*/ 2463800 w 4089400"/>
              <a:gd name="connsiteY127" fmla="*/ 1227667 h 2870200"/>
              <a:gd name="connsiteX128" fmla="*/ 2489200 w 4089400"/>
              <a:gd name="connsiteY128" fmla="*/ 753534 h 2870200"/>
              <a:gd name="connsiteX129" fmla="*/ 2506133 w 4089400"/>
              <a:gd name="connsiteY129" fmla="*/ 685800 h 2870200"/>
              <a:gd name="connsiteX130" fmla="*/ 2514600 w 4089400"/>
              <a:gd name="connsiteY130" fmla="*/ 609600 h 2870200"/>
              <a:gd name="connsiteX131" fmla="*/ 2523066 w 4089400"/>
              <a:gd name="connsiteY131" fmla="*/ 558800 h 2870200"/>
              <a:gd name="connsiteX132" fmla="*/ 2540000 w 4089400"/>
              <a:gd name="connsiteY132" fmla="*/ 584200 h 2870200"/>
              <a:gd name="connsiteX133" fmla="*/ 2548466 w 4089400"/>
              <a:gd name="connsiteY133" fmla="*/ 778934 h 2870200"/>
              <a:gd name="connsiteX134" fmla="*/ 2590800 w 4089400"/>
              <a:gd name="connsiteY134" fmla="*/ 914400 h 2870200"/>
              <a:gd name="connsiteX135" fmla="*/ 2607733 w 4089400"/>
              <a:gd name="connsiteY135" fmla="*/ 973667 h 2870200"/>
              <a:gd name="connsiteX136" fmla="*/ 2624666 w 4089400"/>
              <a:gd name="connsiteY136" fmla="*/ 812800 h 2870200"/>
              <a:gd name="connsiteX137" fmla="*/ 2641600 w 4089400"/>
              <a:gd name="connsiteY137" fmla="*/ 694267 h 2870200"/>
              <a:gd name="connsiteX138" fmla="*/ 2667000 w 4089400"/>
              <a:gd name="connsiteY138" fmla="*/ 558800 h 2870200"/>
              <a:gd name="connsiteX139" fmla="*/ 2692400 w 4089400"/>
              <a:gd name="connsiteY139" fmla="*/ 321734 h 2870200"/>
              <a:gd name="connsiteX140" fmla="*/ 2709333 w 4089400"/>
              <a:gd name="connsiteY140" fmla="*/ 1058334 h 2870200"/>
              <a:gd name="connsiteX141" fmla="*/ 2735730 w 4089400"/>
              <a:gd name="connsiteY141" fmla="*/ 1023969 h 2870200"/>
              <a:gd name="connsiteX142" fmla="*/ 2785533 w 4089400"/>
              <a:gd name="connsiteY142" fmla="*/ 905934 h 2870200"/>
              <a:gd name="connsiteX143" fmla="*/ 2819400 w 4089400"/>
              <a:gd name="connsiteY143" fmla="*/ 855134 h 2870200"/>
              <a:gd name="connsiteX144" fmla="*/ 2844800 w 4089400"/>
              <a:gd name="connsiteY144" fmla="*/ 1422400 h 2870200"/>
              <a:gd name="connsiteX145" fmla="*/ 2853266 w 4089400"/>
              <a:gd name="connsiteY145" fmla="*/ 1388534 h 2870200"/>
              <a:gd name="connsiteX146" fmla="*/ 2870200 w 4089400"/>
              <a:gd name="connsiteY146" fmla="*/ 1363134 h 2870200"/>
              <a:gd name="connsiteX147" fmla="*/ 2895600 w 4089400"/>
              <a:gd name="connsiteY147" fmla="*/ 1278467 h 2870200"/>
              <a:gd name="connsiteX148" fmla="*/ 2912533 w 4089400"/>
              <a:gd name="connsiteY148" fmla="*/ 1320800 h 2870200"/>
              <a:gd name="connsiteX149" fmla="*/ 2929466 w 4089400"/>
              <a:gd name="connsiteY149" fmla="*/ 1388534 h 2870200"/>
              <a:gd name="connsiteX150" fmla="*/ 2946400 w 4089400"/>
              <a:gd name="connsiteY150" fmla="*/ 1422400 h 2870200"/>
              <a:gd name="connsiteX151" fmla="*/ 2988733 w 4089400"/>
              <a:gd name="connsiteY151" fmla="*/ 1540934 h 2870200"/>
              <a:gd name="connsiteX152" fmla="*/ 3005666 w 4089400"/>
              <a:gd name="connsiteY152" fmla="*/ 1566334 h 2870200"/>
              <a:gd name="connsiteX153" fmla="*/ 3039533 w 4089400"/>
              <a:gd name="connsiteY153" fmla="*/ 1718734 h 2870200"/>
              <a:gd name="connsiteX154" fmla="*/ 3064933 w 4089400"/>
              <a:gd name="connsiteY154" fmla="*/ 1761067 h 2870200"/>
              <a:gd name="connsiteX155" fmla="*/ 3098800 w 4089400"/>
              <a:gd name="connsiteY155" fmla="*/ 1879600 h 2870200"/>
              <a:gd name="connsiteX156" fmla="*/ 3090333 w 4089400"/>
              <a:gd name="connsiteY156" fmla="*/ 1913467 h 2870200"/>
              <a:gd name="connsiteX157" fmla="*/ 3102783 w 4089400"/>
              <a:gd name="connsiteY157" fmla="*/ 1901016 h 2870200"/>
              <a:gd name="connsiteX158" fmla="*/ 3081866 w 4089400"/>
              <a:gd name="connsiteY158" fmla="*/ 1888067 h 2870200"/>
              <a:gd name="connsiteX159" fmla="*/ 3107266 w 4089400"/>
              <a:gd name="connsiteY159" fmla="*/ 1871134 h 2870200"/>
              <a:gd name="connsiteX160" fmla="*/ 3115733 w 4089400"/>
              <a:gd name="connsiteY160" fmla="*/ 1769534 h 2870200"/>
              <a:gd name="connsiteX161" fmla="*/ 3132666 w 4089400"/>
              <a:gd name="connsiteY161" fmla="*/ 1710267 h 2870200"/>
              <a:gd name="connsiteX162" fmla="*/ 3141133 w 4089400"/>
              <a:gd name="connsiteY162" fmla="*/ 1684867 h 2870200"/>
              <a:gd name="connsiteX163" fmla="*/ 3166533 w 4089400"/>
              <a:gd name="connsiteY163" fmla="*/ 1676400 h 2870200"/>
              <a:gd name="connsiteX164" fmla="*/ 3175000 w 4089400"/>
              <a:gd name="connsiteY164" fmla="*/ 2006600 h 2870200"/>
              <a:gd name="connsiteX165" fmla="*/ 3183466 w 4089400"/>
              <a:gd name="connsiteY165" fmla="*/ 2048934 h 2870200"/>
              <a:gd name="connsiteX166" fmla="*/ 3191933 w 4089400"/>
              <a:gd name="connsiteY166" fmla="*/ 2099734 h 2870200"/>
              <a:gd name="connsiteX167" fmla="*/ 3208866 w 4089400"/>
              <a:gd name="connsiteY167" fmla="*/ 2048934 h 2870200"/>
              <a:gd name="connsiteX168" fmla="*/ 3217333 w 4089400"/>
              <a:gd name="connsiteY168" fmla="*/ 1998134 h 2870200"/>
              <a:gd name="connsiteX169" fmla="*/ 3251200 w 4089400"/>
              <a:gd name="connsiteY169" fmla="*/ 2353734 h 2870200"/>
              <a:gd name="connsiteX170" fmla="*/ 3276600 w 4089400"/>
              <a:gd name="connsiteY170" fmla="*/ 2387600 h 2870200"/>
              <a:gd name="connsiteX171" fmla="*/ 3285066 w 4089400"/>
              <a:gd name="connsiteY171" fmla="*/ 2497667 h 2870200"/>
              <a:gd name="connsiteX172" fmla="*/ 3302000 w 4089400"/>
              <a:gd name="connsiteY172" fmla="*/ 2531534 h 2870200"/>
              <a:gd name="connsiteX173" fmla="*/ 3318933 w 4089400"/>
              <a:gd name="connsiteY173" fmla="*/ 2599267 h 2870200"/>
              <a:gd name="connsiteX174" fmla="*/ 3344333 w 4089400"/>
              <a:gd name="connsiteY174" fmla="*/ 2667000 h 2870200"/>
              <a:gd name="connsiteX175" fmla="*/ 3386666 w 4089400"/>
              <a:gd name="connsiteY175" fmla="*/ 2810934 h 2870200"/>
              <a:gd name="connsiteX176" fmla="*/ 3412066 w 4089400"/>
              <a:gd name="connsiteY176" fmla="*/ 2870200 h 2870200"/>
              <a:gd name="connsiteX177" fmla="*/ 3437466 w 4089400"/>
              <a:gd name="connsiteY177" fmla="*/ 1828800 h 2870200"/>
              <a:gd name="connsiteX178" fmla="*/ 3436968 w 4089400"/>
              <a:gd name="connsiteY178" fmla="*/ 2090271 h 2870200"/>
              <a:gd name="connsiteX179" fmla="*/ 3462866 w 4089400"/>
              <a:gd name="connsiteY179" fmla="*/ 1735667 h 2870200"/>
              <a:gd name="connsiteX180" fmla="*/ 3488266 w 4089400"/>
              <a:gd name="connsiteY180" fmla="*/ 1651000 h 2870200"/>
              <a:gd name="connsiteX181" fmla="*/ 3496733 w 4089400"/>
              <a:gd name="connsiteY181" fmla="*/ 1701800 h 2870200"/>
              <a:gd name="connsiteX182" fmla="*/ 3500717 w 4089400"/>
              <a:gd name="connsiteY182" fmla="*/ 1875118 h 2870200"/>
              <a:gd name="connsiteX183" fmla="*/ 3522133 w 4089400"/>
              <a:gd name="connsiteY183" fmla="*/ 1752600 h 2870200"/>
              <a:gd name="connsiteX184" fmla="*/ 3530600 w 4089400"/>
              <a:gd name="connsiteY184" fmla="*/ 1693334 h 2870200"/>
              <a:gd name="connsiteX185" fmla="*/ 3572933 w 4089400"/>
              <a:gd name="connsiteY185" fmla="*/ 1608667 h 2870200"/>
              <a:gd name="connsiteX186" fmla="*/ 3589866 w 4089400"/>
              <a:gd name="connsiteY186" fmla="*/ 1566334 h 2870200"/>
              <a:gd name="connsiteX187" fmla="*/ 3632200 w 4089400"/>
              <a:gd name="connsiteY187" fmla="*/ 1464734 h 2870200"/>
              <a:gd name="connsiteX188" fmla="*/ 3636184 w 4089400"/>
              <a:gd name="connsiteY188" fmla="*/ 1373094 h 2870200"/>
              <a:gd name="connsiteX189" fmla="*/ 3657600 w 4089400"/>
              <a:gd name="connsiteY189" fmla="*/ 1363134 h 2870200"/>
              <a:gd name="connsiteX190" fmla="*/ 3674533 w 4089400"/>
              <a:gd name="connsiteY190" fmla="*/ 1320800 h 2870200"/>
              <a:gd name="connsiteX191" fmla="*/ 3669553 w 4089400"/>
              <a:gd name="connsiteY191" fmla="*/ 1151964 h 2870200"/>
              <a:gd name="connsiteX192" fmla="*/ 3716866 w 4089400"/>
              <a:gd name="connsiteY192" fmla="*/ 1227667 h 2870200"/>
              <a:gd name="connsiteX193" fmla="*/ 3725333 w 4089400"/>
              <a:gd name="connsiteY193" fmla="*/ 1176867 h 2870200"/>
              <a:gd name="connsiteX194" fmla="*/ 3742266 w 4089400"/>
              <a:gd name="connsiteY194" fmla="*/ 1126067 h 2870200"/>
              <a:gd name="connsiteX195" fmla="*/ 3750733 w 4089400"/>
              <a:gd name="connsiteY195" fmla="*/ 1058334 h 2870200"/>
              <a:gd name="connsiteX196" fmla="*/ 3759200 w 4089400"/>
              <a:gd name="connsiteY196" fmla="*/ 1270000 h 2870200"/>
              <a:gd name="connsiteX197" fmla="*/ 3788048 w 4089400"/>
              <a:gd name="connsiteY197" fmla="*/ 678606 h 2870200"/>
              <a:gd name="connsiteX198" fmla="*/ 3793066 w 4089400"/>
              <a:gd name="connsiteY198" fmla="*/ 558800 h 2870200"/>
              <a:gd name="connsiteX199" fmla="*/ 3810000 w 4089400"/>
              <a:gd name="connsiteY199" fmla="*/ 482600 h 2870200"/>
              <a:gd name="connsiteX200" fmla="*/ 3818466 w 4089400"/>
              <a:gd name="connsiteY200" fmla="*/ 533400 h 2870200"/>
              <a:gd name="connsiteX201" fmla="*/ 3835400 w 4089400"/>
              <a:gd name="connsiteY201" fmla="*/ 660400 h 2870200"/>
              <a:gd name="connsiteX202" fmla="*/ 3843866 w 4089400"/>
              <a:gd name="connsiteY202" fmla="*/ 702734 h 2870200"/>
              <a:gd name="connsiteX203" fmla="*/ 3860800 w 4089400"/>
              <a:gd name="connsiteY203" fmla="*/ 736600 h 2870200"/>
              <a:gd name="connsiteX204" fmla="*/ 3877733 w 4089400"/>
              <a:gd name="connsiteY204" fmla="*/ 702734 h 2870200"/>
              <a:gd name="connsiteX205" fmla="*/ 3937000 w 4089400"/>
              <a:gd name="connsiteY205" fmla="*/ 482600 h 2870200"/>
              <a:gd name="connsiteX206" fmla="*/ 3953933 w 4089400"/>
              <a:gd name="connsiteY206" fmla="*/ 457200 h 2870200"/>
              <a:gd name="connsiteX207" fmla="*/ 3979333 w 4089400"/>
              <a:gd name="connsiteY207" fmla="*/ 177800 h 2870200"/>
              <a:gd name="connsiteX208" fmla="*/ 4004733 w 4089400"/>
              <a:gd name="connsiteY208" fmla="*/ 135467 h 2870200"/>
              <a:gd name="connsiteX209" fmla="*/ 4013200 w 4089400"/>
              <a:gd name="connsiteY209" fmla="*/ 101600 h 2870200"/>
              <a:gd name="connsiteX210" fmla="*/ 4021666 w 4089400"/>
              <a:gd name="connsiteY210" fmla="*/ 76200 h 2870200"/>
              <a:gd name="connsiteX211" fmla="*/ 4030133 w 4089400"/>
              <a:gd name="connsiteY211" fmla="*/ 110067 h 2870200"/>
              <a:gd name="connsiteX212" fmla="*/ 4047066 w 4089400"/>
              <a:gd name="connsiteY212" fmla="*/ 160867 h 2870200"/>
              <a:gd name="connsiteX213" fmla="*/ 4089400 w 4089400"/>
              <a:gd name="connsiteY213" fmla="*/ 0 h 2870200"/>
              <a:gd name="connsiteX0" fmla="*/ 0 w 4089400"/>
              <a:gd name="connsiteY0" fmla="*/ 702734 h 2870200"/>
              <a:gd name="connsiteX1" fmla="*/ 8466 w 4089400"/>
              <a:gd name="connsiteY1" fmla="*/ 643467 h 2870200"/>
              <a:gd name="connsiteX2" fmla="*/ 25400 w 4089400"/>
              <a:gd name="connsiteY2" fmla="*/ 626534 h 2870200"/>
              <a:gd name="connsiteX3" fmla="*/ 33866 w 4089400"/>
              <a:gd name="connsiteY3" fmla="*/ 592667 h 2870200"/>
              <a:gd name="connsiteX4" fmla="*/ 42333 w 4089400"/>
              <a:gd name="connsiteY4" fmla="*/ 567267 h 2870200"/>
              <a:gd name="connsiteX5" fmla="*/ 42333 w 4089400"/>
              <a:gd name="connsiteY5" fmla="*/ 821267 h 2870200"/>
              <a:gd name="connsiteX6" fmla="*/ 32533 w 4089400"/>
              <a:gd name="connsiteY6" fmla="*/ 1083293 h 2870200"/>
              <a:gd name="connsiteX7" fmla="*/ 25400 w 4089400"/>
              <a:gd name="connsiteY7" fmla="*/ 1354667 h 2870200"/>
              <a:gd name="connsiteX8" fmla="*/ 33866 w 4089400"/>
              <a:gd name="connsiteY8" fmla="*/ 1329267 h 2870200"/>
              <a:gd name="connsiteX9" fmla="*/ 42333 w 4089400"/>
              <a:gd name="connsiteY9" fmla="*/ 1286934 h 2870200"/>
              <a:gd name="connsiteX10" fmla="*/ 59266 w 4089400"/>
              <a:gd name="connsiteY10" fmla="*/ 1253067 h 2870200"/>
              <a:gd name="connsiteX11" fmla="*/ 76200 w 4089400"/>
              <a:gd name="connsiteY11" fmla="*/ 1202267 h 2870200"/>
              <a:gd name="connsiteX12" fmla="*/ 84666 w 4089400"/>
              <a:gd name="connsiteY12" fmla="*/ 1176867 h 2870200"/>
              <a:gd name="connsiteX13" fmla="*/ 101600 w 4089400"/>
              <a:gd name="connsiteY13" fmla="*/ 1143000 h 2870200"/>
              <a:gd name="connsiteX14" fmla="*/ 110066 w 4089400"/>
              <a:gd name="connsiteY14" fmla="*/ 1100667 h 2870200"/>
              <a:gd name="connsiteX15" fmla="*/ 135466 w 4089400"/>
              <a:gd name="connsiteY15" fmla="*/ 1032934 h 2870200"/>
              <a:gd name="connsiteX16" fmla="*/ 143933 w 4089400"/>
              <a:gd name="connsiteY16" fmla="*/ 999067 h 2870200"/>
              <a:gd name="connsiteX17" fmla="*/ 160866 w 4089400"/>
              <a:gd name="connsiteY17" fmla="*/ 948267 h 2870200"/>
              <a:gd name="connsiteX18" fmla="*/ 177800 w 4089400"/>
              <a:gd name="connsiteY18" fmla="*/ 1134534 h 2870200"/>
              <a:gd name="connsiteX19" fmla="*/ 194733 w 4089400"/>
              <a:gd name="connsiteY19" fmla="*/ 1464734 h 2870200"/>
              <a:gd name="connsiteX20" fmla="*/ 228600 w 4089400"/>
              <a:gd name="connsiteY20" fmla="*/ 1397000 h 2870200"/>
              <a:gd name="connsiteX21" fmla="*/ 254000 w 4089400"/>
              <a:gd name="connsiteY21" fmla="*/ 1363134 h 2870200"/>
              <a:gd name="connsiteX22" fmla="*/ 262466 w 4089400"/>
              <a:gd name="connsiteY22" fmla="*/ 1337734 h 2870200"/>
              <a:gd name="connsiteX23" fmla="*/ 279400 w 4089400"/>
              <a:gd name="connsiteY23" fmla="*/ 1371600 h 2870200"/>
              <a:gd name="connsiteX24" fmla="*/ 287866 w 4089400"/>
              <a:gd name="connsiteY24" fmla="*/ 2243667 h 2870200"/>
              <a:gd name="connsiteX25" fmla="*/ 313266 w 4089400"/>
              <a:gd name="connsiteY25" fmla="*/ 2201334 h 2870200"/>
              <a:gd name="connsiteX26" fmla="*/ 321733 w 4089400"/>
              <a:gd name="connsiteY26" fmla="*/ 2150534 h 2870200"/>
              <a:gd name="connsiteX27" fmla="*/ 346635 w 4089400"/>
              <a:gd name="connsiteY27" fmla="*/ 2376146 h 2870200"/>
              <a:gd name="connsiteX28" fmla="*/ 364066 w 4089400"/>
              <a:gd name="connsiteY28" fmla="*/ 2082800 h 2870200"/>
              <a:gd name="connsiteX29" fmla="*/ 389965 w 4089400"/>
              <a:gd name="connsiteY29" fmla="*/ 1792444 h 2870200"/>
              <a:gd name="connsiteX30" fmla="*/ 397933 w 4089400"/>
              <a:gd name="connsiteY30" fmla="*/ 2032000 h 2870200"/>
              <a:gd name="connsiteX31" fmla="*/ 423333 w 4089400"/>
              <a:gd name="connsiteY31" fmla="*/ 1998134 h 2870200"/>
              <a:gd name="connsiteX32" fmla="*/ 440266 w 4089400"/>
              <a:gd name="connsiteY32" fmla="*/ 1752600 h 2870200"/>
              <a:gd name="connsiteX33" fmla="*/ 465666 w 4089400"/>
              <a:gd name="connsiteY33" fmla="*/ 1651000 h 2870200"/>
              <a:gd name="connsiteX34" fmla="*/ 491066 w 4089400"/>
              <a:gd name="connsiteY34" fmla="*/ 1710267 h 2870200"/>
              <a:gd name="connsiteX35" fmla="*/ 499533 w 4089400"/>
              <a:gd name="connsiteY35" fmla="*/ 1851666 h 2870200"/>
              <a:gd name="connsiteX36" fmla="*/ 533400 w 4089400"/>
              <a:gd name="connsiteY36" fmla="*/ 1820334 h 2870200"/>
              <a:gd name="connsiteX37" fmla="*/ 558800 w 4089400"/>
              <a:gd name="connsiteY37" fmla="*/ 1938867 h 2870200"/>
              <a:gd name="connsiteX38" fmla="*/ 575733 w 4089400"/>
              <a:gd name="connsiteY38" fmla="*/ 1998134 h 2870200"/>
              <a:gd name="connsiteX39" fmla="*/ 592666 w 4089400"/>
              <a:gd name="connsiteY39" fmla="*/ 2023534 h 2870200"/>
              <a:gd name="connsiteX40" fmla="*/ 618066 w 4089400"/>
              <a:gd name="connsiteY40" fmla="*/ 1786467 h 2870200"/>
              <a:gd name="connsiteX41" fmla="*/ 626533 w 4089400"/>
              <a:gd name="connsiteY41" fmla="*/ 1744134 h 2870200"/>
              <a:gd name="connsiteX42" fmla="*/ 643466 w 4089400"/>
              <a:gd name="connsiteY42" fmla="*/ 1718734 h 2870200"/>
              <a:gd name="connsiteX43" fmla="*/ 660400 w 4089400"/>
              <a:gd name="connsiteY43" fmla="*/ 1617134 h 2870200"/>
              <a:gd name="connsiteX44" fmla="*/ 677333 w 4089400"/>
              <a:gd name="connsiteY44" fmla="*/ 1557867 h 2870200"/>
              <a:gd name="connsiteX45" fmla="*/ 685800 w 4089400"/>
              <a:gd name="connsiteY45" fmla="*/ 1524000 h 2870200"/>
              <a:gd name="connsiteX46" fmla="*/ 702733 w 4089400"/>
              <a:gd name="connsiteY46" fmla="*/ 1312334 h 2870200"/>
              <a:gd name="connsiteX47" fmla="*/ 719666 w 4089400"/>
              <a:gd name="connsiteY47" fmla="*/ 1380067 h 2870200"/>
              <a:gd name="connsiteX48" fmla="*/ 736600 w 4089400"/>
              <a:gd name="connsiteY48" fmla="*/ 1532467 h 2870200"/>
              <a:gd name="connsiteX49" fmla="*/ 753533 w 4089400"/>
              <a:gd name="connsiteY49" fmla="*/ 1566334 h 2870200"/>
              <a:gd name="connsiteX50" fmla="*/ 778933 w 4089400"/>
              <a:gd name="connsiteY50" fmla="*/ 1456267 h 2870200"/>
              <a:gd name="connsiteX51" fmla="*/ 795866 w 4089400"/>
              <a:gd name="connsiteY51" fmla="*/ 1430867 h 2870200"/>
              <a:gd name="connsiteX52" fmla="*/ 829733 w 4089400"/>
              <a:gd name="connsiteY52" fmla="*/ 1388534 h 2870200"/>
              <a:gd name="connsiteX53" fmla="*/ 838200 w 4089400"/>
              <a:gd name="connsiteY53" fmla="*/ 1498600 h 2870200"/>
              <a:gd name="connsiteX54" fmla="*/ 863600 w 4089400"/>
              <a:gd name="connsiteY54" fmla="*/ 1811867 h 2870200"/>
              <a:gd name="connsiteX55" fmla="*/ 872066 w 4089400"/>
              <a:gd name="connsiteY55" fmla="*/ 1642534 h 2870200"/>
              <a:gd name="connsiteX56" fmla="*/ 897466 w 4089400"/>
              <a:gd name="connsiteY56" fmla="*/ 1583267 h 2870200"/>
              <a:gd name="connsiteX57" fmla="*/ 905933 w 4089400"/>
              <a:gd name="connsiteY57" fmla="*/ 1557867 h 2870200"/>
              <a:gd name="connsiteX58" fmla="*/ 914400 w 4089400"/>
              <a:gd name="connsiteY58" fmla="*/ 2006600 h 2870200"/>
              <a:gd name="connsiteX59" fmla="*/ 939800 w 4089400"/>
              <a:gd name="connsiteY59" fmla="*/ 2116667 h 2870200"/>
              <a:gd name="connsiteX60" fmla="*/ 948266 w 4089400"/>
              <a:gd name="connsiteY60" fmla="*/ 1948424 h 2870200"/>
              <a:gd name="connsiteX61" fmla="*/ 965200 w 4089400"/>
              <a:gd name="connsiteY61" fmla="*/ 1794934 h 2870200"/>
              <a:gd name="connsiteX62" fmla="*/ 973666 w 4089400"/>
              <a:gd name="connsiteY62" fmla="*/ 1761067 h 2870200"/>
              <a:gd name="connsiteX63" fmla="*/ 990600 w 4089400"/>
              <a:gd name="connsiteY63" fmla="*/ 1871134 h 2870200"/>
              <a:gd name="connsiteX64" fmla="*/ 1007533 w 4089400"/>
              <a:gd name="connsiteY64" fmla="*/ 1947334 h 2870200"/>
              <a:gd name="connsiteX65" fmla="*/ 1024466 w 4089400"/>
              <a:gd name="connsiteY65" fmla="*/ 2040467 h 2870200"/>
              <a:gd name="connsiteX66" fmla="*/ 1049866 w 4089400"/>
              <a:gd name="connsiteY66" fmla="*/ 2108200 h 2870200"/>
              <a:gd name="connsiteX67" fmla="*/ 1058333 w 4089400"/>
              <a:gd name="connsiteY67" fmla="*/ 2150534 h 2870200"/>
              <a:gd name="connsiteX68" fmla="*/ 1100666 w 4089400"/>
              <a:gd name="connsiteY68" fmla="*/ 2209800 h 2870200"/>
              <a:gd name="connsiteX69" fmla="*/ 1109133 w 4089400"/>
              <a:gd name="connsiteY69" fmla="*/ 2108200 h 2870200"/>
              <a:gd name="connsiteX70" fmla="*/ 1159933 w 4089400"/>
              <a:gd name="connsiteY70" fmla="*/ 1989667 h 2870200"/>
              <a:gd name="connsiteX71" fmla="*/ 1210733 w 4089400"/>
              <a:gd name="connsiteY71" fmla="*/ 1913467 h 2870200"/>
              <a:gd name="connsiteX72" fmla="*/ 1219200 w 4089400"/>
              <a:gd name="connsiteY72" fmla="*/ 2167467 h 2870200"/>
              <a:gd name="connsiteX73" fmla="*/ 1236133 w 4089400"/>
              <a:gd name="connsiteY73" fmla="*/ 2082800 h 2870200"/>
              <a:gd name="connsiteX74" fmla="*/ 1244600 w 4089400"/>
              <a:gd name="connsiteY74" fmla="*/ 2015067 h 2870200"/>
              <a:gd name="connsiteX75" fmla="*/ 1286933 w 4089400"/>
              <a:gd name="connsiteY75" fmla="*/ 1854200 h 2870200"/>
              <a:gd name="connsiteX76" fmla="*/ 1295400 w 4089400"/>
              <a:gd name="connsiteY76" fmla="*/ 1803400 h 2870200"/>
              <a:gd name="connsiteX77" fmla="*/ 1320800 w 4089400"/>
              <a:gd name="connsiteY77" fmla="*/ 1701800 h 2870200"/>
              <a:gd name="connsiteX78" fmla="*/ 1346200 w 4089400"/>
              <a:gd name="connsiteY78" fmla="*/ 1718734 h 2870200"/>
              <a:gd name="connsiteX79" fmla="*/ 1354666 w 4089400"/>
              <a:gd name="connsiteY79" fmla="*/ 1744134 h 2870200"/>
              <a:gd name="connsiteX80" fmla="*/ 1380066 w 4089400"/>
              <a:gd name="connsiteY80" fmla="*/ 1828800 h 2870200"/>
              <a:gd name="connsiteX81" fmla="*/ 1397000 w 4089400"/>
              <a:gd name="connsiteY81" fmla="*/ 1879600 h 2870200"/>
              <a:gd name="connsiteX82" fmla="*/ 1405466 w 4089400"/>
              <a:gd name="connsiteY82" fmla="*/ 1913467 h 2870200"/>
              <a:gd name="connsiteX83" fmla="*/ 1430866 w 4089400"/>
              <a:gd name="connsiteY83" fmla="*/ 1947334 h 2870200"/>
              <a:gd name="connsiteX84" fmla="*/ 1447800 w 4089400"/>
              <a:gd name="connsiteY84" fmla="*/ 1938867 h 2870200"/>
              <a:gd name="connsiteX85" fmla="*/ 1490133 w 4089400"/>
              <a:gd name="connsiteY85" fmla="*/ 1803400 h 2870200"/>
              <a:gd name="connsiteX86" fmla="*/ 1549400 w 4089400"/>
              <a:gd name="connsiteY86" fmla="*/ 1651000 h 2870200"/>
              <a:gd name="connsiteX87" fmla="*/ 1557866 w 4089400"/>
              <a:gd name="connsiteY87" fmla="*/ 1591734 h 2870200"/>
              <a:gd name="connsiteX88" fmla="*/ 1574800 w 4089400"/>
              <a:gd name="connsiteY88" fmla="*/ 1566334 h 2870200"/>
              <a:gd name="connsiteX89" fmla="*/ 1583266 w 4089400"/>
              <a:gd name="connsiteY89" fmla="*/ 1524000 h 2870200"/>
              <a:gd name="connsiteX90" fmla="*/ 1591733 w 4089400"/>
              <a:gd name="connsiteY90" fmla="*/ 1498600 h 2870200"/>
              <a:gd name="connsiteX91" fmla="*/ 1608666 w 4089400"/>
              <a:gd name="connsiteY91" fmla="*/ 1524000 h 2870200"/>
              <a:gd name="connsiteX92" fmla="*/ 1634066 w 4089400"/>
              <a:gd name="connsiteY92" fmla="*/ 1490134 h 2870200"/>
              <a:gd name="connsiteX93" fmla="*/ 1659466 w 4089400"/>
              <a:gd name="connsiteY93" fmla="*/ 1388534 h 2870200"/>
              <a:gd name="connsiteX94" fmla="*/ 1718733 w 4089400"/>
              <a:gd name="connsiteY94" fmla="*/ 1286934 h 2870200"/>
              <a:gd name="connsiteX95" fmla="*/ 1769533 w 4089400"/>
              <a:gd name="connsiteY95" fmla="*/ 1176867 h 2870200"/>
              <a:gd name="connsiteX96" fmla="*/ 1794933 w 4089400"/>
              <a:gd name="connsiteY96" fmla="*/ 1202267 h 2870200"/>
              <a:gd name="connsiteX97" fmla="*/ 1803400 w 4089400"/>
              <a:gd name="connsiteY97" fmla="*/ 1227667 h 2870200"/>
              <a:gd name="connsiteX98" fmla="*/ 1820333 w 4089400"/>
              <a:gd name="connsiteY98" fmla="*/ 1261534 h 2870200"/>
              <a:gd name="connsiteX99" fmla="*/ 1862666 w 4089400"/>
              <a:gd name="connsiteY99" fmla="*/ 1422400 h 2870200"/>
              <a:gd name="connsiteX100" fmla="*/ 1913466 w 4089400"/>
              <a:gd name="connsiteY100" fmla="*/ 1600200 h 2870200"/>
              <a:gd name="connsiteX101" fmla="*/ 1964266 w 4089400"/>
              <a:gd name="connsiteY101" fmla="*/ 1744134 h 2870200"/>
              <a:gd name="connsiteX102" fmla="*/ 1981200 w 4089400"/>
              <a:gd name="connsiteY102" fmla="*/ 1498600 h 2870200"/>
              <a:gd name="connsiteX103" fmla="*/ 1998133 w 4089400"/>
              <a:gd name="connsiteY103" fmla="*/ 1464734 h 2870200"/>
              <a:gd name="connsiteX104" fmla="*/ 2006600 w 4089400"/>
              <a:gd name="connsiteY104" fmla="*/ 1439334 h 2870200"/>
              <a:gd name="connsiteX105" fmla="*/ 2057400 w 4089400"/>
              <a:gd name="connsiteY105" fmla="*/ 2032000 h 2870200"/>
              <a:gd name="connsiteX106" fmla="*/ 2065866 w 4089400"/>
              <a:gd name="connsiteY106" fmla="*/ 2150534 h 2870200"/>
              <a:gd name="connsiteX107" fmla="*/ 2074333 w 4089400"/>
              <a:gd name="connsiteY107" fmla="*/ 2489200 h 2870200"/>
              <a:gd name="connsiteX108" fmla="*/ 2108200 w 4089400"/>
              <a:gd name="connsiteY108" fmla="*/ 2421467 h 2870200"/>
              <a:gd name="connsiteX109" fmla="*/ 2150533 w 4089400"/>
              <a:gd name="connsiteY109" fmla="*/ 2319867 h 2870200"/>
              <a:gd name="connsiteX110" fmla="*/ 2175933 w 4089400"/>
              <a:gd name="connsiteY110" fmla="*/ 2286000 h 2870200"/>
              <a:gd name="connsiteX111" fmla="*/ 2209800 w 4089400"/>
              <a:gd name="connsiteY111" fmla="*/ 2235200 h 2870200"/>
              <a:gd name="connsiteX112" fmla="*/ 2226733 w 4089400"/>
              <a:gd name="connsiteY112" fmla="*/ 2514600 h 2870200"/>
              <a:gd name="connsiteX113" fmla="*/ 2252133 w 4089400"/>
              <a:gd name="connsiteY113" fmla="*/ 2565400 h 2870200"/>
              <a:gd name="connsiteX114" fmla="*/ 2260600 w 4089400"/>
              <a:gd name="connsiteY114" fmla="*/ 2489200 h 2870200"/>
              <a:gd name="connsiteX115" fmla="*/ 2277533 w 4089400"/>
              <a:gd name="connsiteY115" fmla="*/ 2421467 h 2870200"/>
              <a:gd name="connsiteX116" fmla="*/ 2286000 w 4089400"/>
              <a:gd name="connsiteY116" fmla="*/ 1718734 h 2870200"/>
              <a:gd name="connsiteX117" fmla="*/ 2311400 w 4089400"/>
              <a:gd name="connsiteY117" fmla="*/ 1811867 h 2870200"/>
              <a:gd name="connsiteX118" fmla="*/ 2336800 w 4089400"/>
              <a:gd name="connsiteY118" fmla="*/ 1871134 h 2870200"/>
              <a:gd name="connsiteX119" fmla="*/ 2362200 w 4089400"/>
              <a:gd name="connsiteY119" fmla="*/ 1938867 h 2870200"/>
              <a:gd name="connsiteX120" fmla="*/ 2370666 w 4089400"/>
              <a:gd name="connsiteY120" fmla="*/ 1972734 h 2870200"/>
              <a:gd name="connsiteX121" fmla="*/ 2379133 w 4089400"/>
              <a:gd name="connsiteY121" fmla="*/ 1574800 h 2870200"/>
              <a:gd name="connsiteX122" fmla="*/ 2404533 w 4089400"/>
              <a:gd name="connsiteY122" fmla="*/ 1236134 h 2870200"/>
              <a:gd name="connsiteX123" fmla="*/ 2421466 w 4089400"/>
              <a:gd name="connsiteY123" fmla="*/ 1092200 h 2870200"/>
              <a:gd name="connsiteX124" fmla="*/ 2429933 w 4089400"/>
              <a:gd name="connsiteY124" fmla="*/ 1066800 h 2870200"/>
              <a:gd name="connsiteX125" fmla="*/ 2438400 w 4089400"/>
              <a:gd name="connsiteY125" fmla="*/ 1092200 h 2870200"/>
              <a:gd name="connsiteX126" fmla="*/ 2455333 w 4089400"/>
              <a:gd name="connsiteY126" fmla="*/ 1117600 h 2870200"/>
              <a:gd name="connsiteX127" fmla="*/ 2463800 w 4089400"/>
              <a:gd name="connsiteY127" fmla="*/ 1227667 h 2870200"/>
              <a:gd name="connsiteX128" fmla="*/ 2489200 w 4089400"/>
              <a:gd name="connsiteY128" fmla="*/ 753534 h 2870200"/>
              <a:gd name="connsiteX129" fmla="*/ 2506133 w 4089400"/>
              <a:gd name="connsiteY129" fmla="*/ 685800 h 2870200"/>
              <a:gd name="connsiteX130" fmla="*/ 2514600 w 4089400"/>
              <a:gd name="connsiteY130" fmla="*/ 609600 h 2870200"/>
              <a:gd name="connsiteX131" fmla="*/ 2523066 w 4089400"/>
              <a:gd name="connsiteY131" fmla="*/ 558800 h 2870200"/>
              <a:gd name="connsiteX132" fmla="*/ 2540000 w 4089400"/>
              <a:gd name="connsiteY132" fmla="*/ 584200 h 2870200"/>
              <a:gd name="connsiteX133" fmla="*/ 2548466 w 4089400"/>
              <a:gd name="connsiteY133" fmla="*/ 778934 h 2870200"/>
              <a:gd name="connsiteX134" fmla="*/ 2590800 w 4089400"/>
              <a:gd name="connsiteY134" fmla="*/ 914400 h 2870200"/>
              <a:gd name="connsiteX135" fmla="*/ 2607733 w 4089400"/>
              <a:gd name="connsiteY135" fmla="*/ 973667 h 2870200"/>
              <a:gd name="connsiteX136" fmla="*/ 2624666 w 4089400"/>
              <a:gd name="connsiteY136" fmla="*/ 812800 h 2870200"/>
              <a:gd name="connsiteX137" fmla="*/ 2641600 w 4089400"/>
              <a:gd name="connsiteY137" fmla="*/ 694267 h 2870200"/>
              <a:gd name="connsiteX138" fmla="*/ 2667000 w 4089400"/>
              <a:gd name="connsiteY138" fmla="*/ 558800 h 2870200"/>
              <a:gd name="connsiteX139" fmla="*/ 2692400 w 4089400"/>
              <a:gd name="connsiteY139" fmla="*/ 321734 h 2870200"/>
              <a:gd name="connsiteX140" fmla="*/ 2709333 w 4089400"/>
              <a:gd name="connsiteY140" fmla="*/ 1058334 h 2870200"/>
              <a:gd name="connsiteX141" fmla="*/ 2735730 w 4089400"/>
              <a:gd name="connsiteY141" fmla="*/ 1023969 h 2870200"/>
              <a:gd name="connsiteX142" fmla="*/ 2785533 w 4089400"/>
              <a:gd name="connsiteY142" fmla="*/ 905934 h 2870200"/>
              <a:gd name="connsiteX143" fmla="*/ 2819400 w 4089400"/>
              <a:gd name="connsiteY143" fmla="*/ 855134 h 2870200"/>
              <a:gd name="connsiteX144" fmla="*/ 2844800 w 4089400"/>
              <a:gd name="connsiteY144" fmla="*/ 1422400 h 2870200"/>
              <a:gd name="connsiteX145" fmla="*/ 2853266 w 4089400"/>
              <a:gd name="connsiteY145" fmla="*/ 1388534 h 2870200"/>
              <a:gd name="connsiteX146" fmla="*/ 2870200 w 4089400"/>
              <a:gd name="connsiteY146" fmla="*/ 1363134 h 2870200"/>
              <a:gd name="connsiteX147" fmla="*/ 2895600 w 4089400"/>
              <a:gd name="connsiteY147" fmla="*/ 1278467 h 2870200"/>
              <a:gd name="connsiteX148" fmla="*/ 2912533 w 4089400"/>
              <a:gd name="connsiteY148" fmla="*/ 1320800 h 2870200"/>
              <a:gd name="connsiteX149" fmla="*/ 2929466 w 4089400"/>
              <a:gd name="connsiteY149" fmla="*/ 1388534 h 2870200"/>
              <a:gd name="connsiteX150" fmla="*/ 2946400 w 4089400"/>
              <a:gd name="connsiteY150" fmla="*/ 1422400 h 2870200"/>
              <a:gd name="connsiteX151" fmla="*/ 2988733 w 4089400"/>
              <a:gd name="connsiteY151" fmla="*/ 1540934 h 2870200"/>
              <a:gd name="connsiteX152" fmla="*/ 3005666 w 4089400"/>
              <a:gd name="connsiteY152" fmla="*/ 1566334 h 2870200"/>
              <a:gd name="connsiteX153" fmla="*/ 3039533 w 4089400"/>
              <a:gd name="connsiteY153" fmla="*/ 1718734 h 2870200"/>
              <a:gd name="connsiteX154" fmla="*/ 3064933 w 4089400"/>
              <a:gd name="connsiteY154" fmla="*/ 1761067 h 2870200"/>
              <a:gd name="connsiteX155" fmla="*/ 3098800 w 4089400"/>
              <a:gd name="connsiteY155" fmla="*/ 1879600 h 2870200"/>
              <a:gd name="connsiteX156" fmla="*/ 3090333 w 4089400"/>
              <a:gd name="connsiteY156" fmla="*/ 1913467 h 2870200"/>
              <a:gd name="connsiteX157" fmla="*/ 3102783 w 4089400"/>
              <a:gd name="connsiteY157" fmla="*/ 1901016 h 2870200"/>
              <a:gd name="connsiteX158" fmla="*/ 3081866 w 4089400"/>
              <a:gd name="connsiteY158" fmla="*/ 1888067 h 2870200"/>
              <a:gd name="connsiteX159" fmla="*/ 3107266 w 4089400"/>
              <a:gd name="connsiteY159" fmla="*/ 1871134 h 2870200"/>
              <a:gd name="connsiteX160" fmla="*/ 3115733 w 4089400"/>
              <a:gd name="connsiteY160" fmla="*/ 1769534 h 2870200"/>
              <a:gd name="connsiteX161" fmla="*/ 3132666 w 4089400"/>
              <a:gd name="connsiteY161" fmla="*/ 1710267 h 2870200"/>
              <a:gd name="connsiteX162" fmla="*/ 3141133 w 4089400"/>
              <a:gd name="connsiteY162" fmla="*/ 1684867 h 2870200"/>
              <a:gd name="connsiteX163" fmla="*/ 3166533 w 4089400"/>
              <a:gd name="connsiteY163" fmla="*/ 1676400 h 2870200"/>
              <a:gd name="connsiteX164" fmla="*/ 3175000 w 4089400"/>
              <a:gd name="connsiteY164" fmla="*/ 2006600 h 2870200"/>
              <a:gd name="connsiteX165" fmla="*/ 3183466 w 4089400"/>
              <a:gd name="connsiteY165" fmla="*/ 2048934 h 2870200"/>
              <a:gd name="connsiteX166" fmla="*/ 3191933 w 4089400"/>
              <a:gd name="connsiteY166" fmla="*/ 2099734 h 2870200"/>
              <a:gd name="connsiteX167" fmla="*/ 3208866 w 4089400"/>
              <a:gd name="connsiteY167" fmla="*/ 2048934 h 2870200"/>
              <a:gd name="connsiteX168" fmla="*/ 3217333 w 4089400"/>
              <a:gd name="connsiteY168" fmla="*/ 1998134 h 2870200"/>
              <a:gd name="connsiteX169" fmla="*/ 3251200 w 4089400"/>
              <a:gd name="connsiteY169" fmla="*/ 2353734 h 2870200"/>
              <a:gd name="connsiteX170" fmla="*/ 3276600 w 4089400"/>
              <a:gd name="connsiteY170" fmla="*/ 2387600 h 2870200"/>
              <a:gd name="connsiteX171" fmla="*/ 3285066 w 4089400"/>
              <a:gd name="connsiteY171" fmla="*/ 2497667 h 2870200"/>
              <a:gd name="connsiteX172" fmla="*/ 3302000 w 4089400"/>
              <a:gd name="connsiteY172" fmla="*/ 2531534 h 2870200"/>
              <a:gd name="connsiteX173" fmla="*/ 3318933 w 4089400"/>
              <a:gd name="connsiteY173" fmla="*/ 2599267 h 2870200"/>
              <a:gd name="connsiteX174" fmla="*/ 3344333 w 4089400"/>
              <a:gd name="connsiteY174" fmla="*/ 2667000 h 2870200"/>
              <a:gd name="connsiteX175" fmla="*/ 3386666 w 4089400"/>
              <a:gd name="connsiteY175" fmla="*/ 2810934 h 2870200"/>
              <a:gd name="connsiteX176" fmla="*/ 3412066 w 4089400"/>
              <a:gd name="connsiteY176" fmla="*/ 2870200 h 2870200"/>
              <a:gd name="connsiteX177" fmla="*/ 3437466 w 4089400"/>
              <a:gd name="connsiteY177" fmla="*/ 1828800 h 2870200"/>
              <a:gd name="connsiteX178" fmla="*/ 3436968 w 4089400"/>
              <a:gd name="connsiteY178" fmla="*/ 2090271 h 2870200"/>
              <a:gd name="connsiteX179" fmla="*/ 3462866 w 4089400"/>
              <a:gd name="connsiteY179" fmla="*/ 1735667 h 2870200"/>
              <a:gd name="connsiteX180" fmla="*/ 3488266 w 4089400"/>
              <a:gd name="connsiteY180" fmla="*/ 1651000 h 2870200"/>
              <a:gd name="connsiteX181" fmla="*/ 3496733 w 4089400"/>
              <a:gd name="connsiteY181" fmla="*/ 1701800 h 2870200"/>
              <a:gd name="connsiteX182" fmla="*/ 3500717 w 4089400"/>
              <a:gd name="connsiteY182" fmla="*/ 1875118 h 2870200"/>
              <a:gd name="connsiteX183" fmla="*/ 3522133 w 4089400"/>
              <a:gd name="connsiteY183" fmla="*/ 1752600 h 2870200"/>
              <a:gd name="connsiteX184" fmla="*/ 3530600 w 4089400"/>
              <a:gd name="connsiteY184" fmla="*/ 1693334 h 2870200"/>
              <a:gd name="connsiteX185" fmla="*/ 3572933 w 4089400"/>
              <a:gd name="connsiteY185" fmla="*/ 1608667 h 2870200"/>
              <a:gd name="connsiteX186" fmla="*/ 3589866 w 4089400"/>
              <a:gd name="connsiteY186" fmla="*/ 1566334 h 2870200"/>
              <a:gd name="connsiteX187" fmla="*/ 3632200 w 4089400"/>
              <a:gd name="connsiteY187" fmla="*/ 1464734 h 2870200"/>
              <a:gd name="connsiteX188" fmla="*/ 3636184 w 4089400"/>
              <a:gd name="connsiteY188" fmla="*/ 1373094 h 2870200"/>
              <a:gd name="connsiteX189" fmla="*/ 3657600 w 4089400"/>
              <a:gd name="connsiteY189" fmla="*/ 1363134 h 2870200"/>
              <a:gd name="connsiteX190" fmla="*/ 3674533 w 4089400"/>
              <a:gd name="connsiteY190" fmla="*/ 1320800 h 2870200"/>
              <a:gd name="connsiteX191" fmla="*/ 3669553 w 4089400"/>
              <a:gd name="connsiteY191" fmla="*/ 1151964 h 2870200"/>
              <a:gd name="connsiteX192" fmla="*/ 3716866 w 4089400"/>
              <a:gd name="connsiteY192" fmla="*/ 1227667 h 2870200"/>
              <a:gd name="connsiteX193" fmla="*/ 3725333 w 4089400"/>
              <a:gd name="connsiteY193" fmla="*/ 1176867 h 2870200"/>
              <a:gd name="connsiteX194" fmla="*/ 3742266 w 4089400"/>
              <a:gd name="connsiteY194" fmla="*/ 1126067 h 2870200"/>
              <a:gd name="connsiteX195" fmla="*/ 3750733 w 4089400"/>
              <a:gd name="connsiteY195" fmla="*/ 1058334 h 2870200"/>
              <a:gd name="connsiteX196" fmla="*/ 3759200 w 4089400"/>
              <a:gd name="connsiteY196" fmla="*/ 1270000 h 2870200"/>
              <a:gd name="connsiteX197" fmla="*/ 3788048 w 4089400"/>
              <a:gd name="connsiteY197" fmla="*/ 678606 h 2870200"/>
              <a:gd name="connsiteX198" fmla="*/ 3793066 w 4089400"/>
              <a:gd name="connsiteY198" fmla="*/ 558800 h 2870200"/>
              <a:gd name="connsiteX199" fmla="*/ 3810000 w 4089400"/>
              <a:gd name="connsiteY199" fmla="*/ 482600 h 2870200"/>
              <a:gd name="connsiteX200" fmla="*/ 3818466 w 4089400"/>
              <a:gd name="connsiteY200" fmla="*/ 533400 h 2870200"/>
              <a:gd name="connsiteX201" fmla="*/ 3835400 w 4089400"/>
              <a:gd name="connsiteY201" fmla="*/ 660400 h 2870200"/>
              <a:gd name="connsiteX202" fmla="*/ 3843866 w 4089400"/>
              <a:gd name="connsiteY202" fmla="*/ 702734 h 2870200"/>
              <a:gd name="connsiteX203" fmla="*/ 3860800 w 4089400"/>
              <a:gd name="connsiteY203" fmla="*/ 736600 h 2870200"/>
              <a:gd name="connsiteX204" fmla="*/ 3877733 w 4089400"/>
              <a:gd name="connsiteY204" fmla="*/ 702734 h 2870200"/>
              <a:gd name="connsiteX205" fmla="*/ 3937000 w 4089400"/>
              <a:gd name="connsiteY205" fmla="*/ 482600 h 2870200"/>
              <a:gd name="connsiteX206" fmla="*/ 3953933 w 4089400"/>
              <a:gd name="connsiteY206" fmla="*/ 457200 h 2870200"/>
              <a:gd name="connsiteX207" fmla="*/ 3979333 w 4089400"/>
              <a:gd name="connsiteY207" fmla="*/ 177800 h 2870200"/>
              <a:gd name="connsiteX208" fmla="*/ 4004733 w 4089400"/>
              <a:gd name="connsiteY208" fmla="*/ 135467 h 2870200"/>
              <a:gd name="connsiteX209" fmla="*/ 4013200 w 4089400"/>
              <a:gd name="connsiteY209" fmla="*/ 101600 h 2870200"/>
              <a:gd name="connsiteX210" fmla="*/ 4021666 w 4089400"/>
              <a:gd name="connsiteY210" fmla="*/ 76200 h 2870200"/>
              <a:gd name="connsiteX211" fmla="*/ 4030133 w 4089400"/>
              <a:gd name="connsiteY211" fmla="*/ 110067 h 2870200"/>
              <a:gd name="connsiteX212" fmla="*/ 4047066 w 4089400"/>
              <a:gd name="connsiteY212" fmla="*/ 160867 h 2870200"/>
              <a:gd name="connsiteX213" fmla="*/ 4089400 w 4089400"/>
              <a:gd name="connsiteY213" fmla="*/ 0 h 2870200"/>
              <a:gd name="connsiteX0" fmla="*/ 0 w 4089400"/>
              <a:gd name="connsiteY0" fmla="*/ 702734 h 2870200"/>
              <a:gd name="connsiteX1" fmla="*/ 8466 w 4089400"/>
              <a:gd name="connsiteY1" fmla="*/ 643467 h 2870200"/>
              <a:gd name="connsiteX2" fmla="*/ 25400 w 4089400"/>
              <a:gd name="connsiteY2" fmla="*/ 626534 h 2870200"/>
              <a:gd name="connsiteX3" fmla="*/ 33866 w 4089400"/>
              <a:gd name="connsiteY3" fmla="*/ 592667 h 2870200"/>
              <a:gd name="connsiteX4" fmla="*/ 42333 w 4089400"/>
              <a:gd name="connsiteY4" fmla="*/ 567267 h 2870200"/>
              <a:gd name="connsiteX5" fmla="*/ 47892 w 4089400"/>
              <a:gd name="connsiteY5" fmla="*/ 828517 h 2870200"/>
              <a:gd name="connsiteX6" fmla="*/ 32533 w 4089400"/>
              <a:gd name="connsiteY6" fmla="*/ 1083293 h 2870200"/>
              <a:gd name="connsiteX7" fmla="*/ 25400 w 4089400"/>
              <a:gd name="connsiteY7" fmla="*/ 1354667 h 2870200"/>
              <a:gd name="connsiteX8" fmla="*/ 33866 w 4089400"/>
              <a:gd name="connsiteY8" fmla="*/ 1329267 h 2870200"/>
              <a:gd name="connsiteX9" fmla="*/ 42333 w 4089400"/>
              <a:gd name="connsiteY9" fmla="*/ 1286934 h 2870200"/>
              <a:gd name="connsiteX10" fmla="*/ 59266 w 4089400"/>
              <a:gd name="connsiteY10" fmla="*/ 1253067 h 2870200"/>
              <a:gd name="connsiteX11" fmla="*/ 76200 w 4089400"/>
              <a:gd name="connsiteY11" fmla="*/ 1202267 h 2870200"/>
              <a:gd name="connsiteX12" fmla="*/ 84666 w 4089400"/>
              <a:gd name="connsiteY12" fmla="*/ 1176867 h 2870200"/>
              <a:gd name="connsiteX13" fmla="*/ 101600 w 4089400"/>
              <a:gd name="connsiteY13" fmla="*/ 1143000 h 2870200"/>
              <a:gd name="connsiteX14" fmla="*/ 110066 w 4089400"/>
              <a:gd name="connsiteY14" fmla="*/ 1100667 h 2870200"/>
              <a:gd name="connsiteX15" fmla="*/ 135466 w 4089400"/>
              <a:gd name="connsiteY15" fmla="*/ 1032934 h 2870200"/>
              <a:gd name="connsiteX16" fmla="*/ 143933 w 4089400"/>
              <a:gd name="connsiteY16" fmla="*/ 999067 h 2870200"/>
              <a:gd name="connsiteX17" fmla="*/ 160866 w 4089400"/>
              <a:gd name="connsiteY17" fmla="*/ 948267 h 2870200"/>
              <a:gd name="connsiteX18" fmla="*/ 177800 w 4089400"/>
              <a:gd name="connsiteY18" fmla="*/ 1134534 h 2870200"/>
              <a:gd name="connsiteX19" fmla="*/ 194733 w 4089400"/>
              <a:gd name="connsiteY19" fmla="*/ 1464734 h 2870200"/>
              <a:gd name="connsiteX20" fmla="*/ 228600 w 4089400"/>
              <a:gd name="connsiteY20" fmla="*/ 1397000 h 2870200"/>
              <a:gd name="connsiteX21" fmla="*/ 254000 w 4089400"/>
              <a:gd name="connsiteY21" fmla="*/ 1363134 h 2870200"/>
              <a:gd name="connsiteX22" fmla="*/ 262466 w 4089400"/>
              <a:gd name="connsiteY22" fmla="*/ 1337734 h 2870200"/>
              <a:gd name="connsiteX23" fmla="*/ 279400 w 4089400"/>
              <a:gd name="connsiteY23" fmla="*/ 1371600 h 2870200"/>
              <a:gd name="connsiteX24" fmla="*/ 287866 w 4089400"/>
              <a:gd name="connsiteY24" fmla="*/ 2243667 h 2870200"/>
              <a:gd name="connsiteX25" fmla="*/ 313266 w 4089400"/>
              <a:gd name="connsiteY25" fmla="*/ 2201334 h 2870200"/>
              <a:gd name="connsiteX26" fmla="*/ 321733 w 4089400"/>
              <a:gd name="connsiteY26" fmla="*/ 2150534 h 2870200"/>
              <a:gd name="connsiteX27" fmla="*/ 346635 w 4089400"/>
              <a:gd name="connsiteY27" fmla="*/ 2376146 h 2870200"/>
              <a:gd name="connsiteX28" fmla="*/ 364066 w 4089400"/>
              <a:gd name="connsiteY28" fmla="*/ 2082800 h 2870200"/>
              <a:gd name="connsiteX29" fmla="*/ 389965 w 4089400"/>
              <a:gd name="connsiteY29" fmla="*/ 1792444 h 2870200"/>
              <a:gd name="connsiteX30" fmla="*/ 397933 w 4089400"/>
              <a:gd name="connsiteY30" fmla="*/ 2032000 h 2870200"/>
              <a:gd name="connsiteX31" fmla="*/ 423333 w 4089400"/>
              <a:gd name="connsiteY31" fmla="*/ 1998134 h 2870200"/>
              <a:gd name="connsiteX32" fmla="*/ 440266 w 4089400"/>
              <a:gd name="connsiteY32" fmla="*/ 1752600 h 2870200"/>
              <a:gd name="connsiteX33" fmla="*/ 465666 w 4089400"/>
              <a:gd name="connsiteY33" fmla="*/ 1651000 h 2870200"/>
              <a:gd name="connsiteX34" fmla="*/ 491066 w 4089400"/>
              <a:gd name="connsiteY34" fmla="*/ 1710267 h 2870200"/>
              <a:gd name="connsiteX35" fmla="*/ 499533 w 4089400"/>
              <a:gd name="connsiteY35" fmla="*/ 1851666 h 2870200"/>
              <a:gd name="connsiteX36" fmla="*/ 533400 w 4089400"/>
              <a:gd name="connsiteY36" fmla="*/ 1820334 h 2870200"/>
              <a:gd name="connsiteX37" fmla="*/ 558800 w 4089400"/>
              <a:gd name="connsiteY37" fmla="*/ 1938867 h 2870200"/>
              <a:gd name="connsiteX38" fmla="*/ 575733 w 4089400"/>
              <a:gd name="connsiteY38" fmla="*/ 1998134 h 2870200"/>
              <a:gd name="connsiteX39" fmla="*/ 592666 w 4089400"/>
              <a:gd name="connsiteY39" fmla="*/ 2023534 h 2870200"/>
              <a:gd name="connsiteX40" fmla="*/ 618066 w 4089400"/>
              <a:gd name="connsiteY40" fmla="*/ 1786467 h 2870200"/>
              <a:gd name="connsiteX41" fmla="*/ 626533 w 4089400"/>
              <a:gd name="connsiteY41" fmla="*/ 1744134 h 2870200"/>
              <a:gd name="connsiteX42" fmla="*/ 643466 w 4089400"/>
              <a:gd name="connsiteY42" fmla="*/ 1718734 h 2870200"/>
              <a:gd name="connsiteX43" fmla="*/ 660400 w 4089400"/>
              <a:gd name="connsiteY43" fmla="*/ 1617134 h 2870200"/>
              <a:gd name="connsiteX44" fmla="*/ 677333 w 4089400"/>
              <a:gd name="connsiteY44" fmla="*/ 1557867 h 2870200"/>
              <a:gd name="connsiteX45" fmla="*/ 685800 w 4089400"/>
              <a:gd name="connsiteY45" fmla="*/ 1524000 h 2870200"/>
              <a:gd name="connsiteX46" fmla="*/ 702733 w 4089400"/>
              <a:gd name="connsiteY46" fmla="*/ 1312334 h 2870200"/>
              <a:gd name="connsiteX47" fmla="*/ 719666 w 4089400"/>
              <a:gd name="connsiteY47" fmla="*/ 1380067 h 2870200"/>
              <a:gd name="connsiteX48" fmla="*/ 736600 w 4089400"/>
              <a:gd name="connsiteY48" fmla="*/ 1532467 h 2870200"/>
              <a:gd name="connsiteX49" fmla="*/ 753533 w 4089400"/>
              <a:gd name="connsiteY49" fmla="*/ 1566334 h 2870200"/>
              <a:gd name="connsiteX50" fmla="*/ 778933 w 4089400"/>
              <a:gd name="connsiteY50" fmla="*/ 1456267 h 2870200"/>
              <a:gd name="connsiteX51" fmla="*/ 795866 w 4089400"/>
              <a:gd name="connsiteY51" fmla="*/ 1430867 h 2870200"/>
              <a:gd name="connsiteX52" fmla="*/ 829733 w 4089400"/>
              <a:gd name="connsiteY52" fmla="*/ 1388534 h 2870200"/>
              <a:gd name="connsiteX53" fmla="*/ 838200 w 4089400"/>
              <a:gd name="connsiteY53" fmla="*/ 1498600 h 2870200"/>
              <a:gd name="connsiteX54" fmla="*/ 863600 w 4089400"/>
              <a:gd name="connsiteY54" fmla="*/ 1811867 h 2870200"/>
              <a:gd name="connsiteX55" fmla="*/ 872066 w 4089400"/>
              <a:gd name="connsiteY55" fmla="*/ 1642534 h 2870200"/>
              <a:gd name="connsiteX56" fmla="*/ 897466 w 4089400"/>
              <a:gd name="connsiteY56" fmla="*/ 1583267 h 2870200"/>
              <a:gd name="connsiteX57" fmla="*/ 905933 w 4089400"/>
              <a:gd name="connsiteY57" fmla="*/ 1557867 h 2870200"/>
              <a:gd name="connsiteX58" fmla="*/ 914400 w 4089400"/>
              <a:gd name="connsiteY58" fmla="*/ 2006600 h 2870200"/>
              <a:gd name="connsiteX59" fmla="*/ 939800 w 4089400"/>
              <a:gd name="connsiteY59" fmla="*/ 2116667 h 2870200"/>
              <a:gd name="connsiteX60" fmla="*/ 948266 w 4089400"/>
              <a:gd name="connsiteY60" fmla="*/ 1948424 h 2870200"/>
              <a:gd name="connsiteX61" fmla="*/ 965200 w 4089400"/>
              <a:gd name="connsiteY61" fmla="*/ 1794934 h 2870200"/>
              <a:gd name="connsiteX62" fmla="*/ 973666 w 4089400"/>
              <a:gd name="connsiteY62" fmla="*/ 1761067 h 2870200"/>
              <a:gd name="connsiteX63" fmla="*/ 990600 w 4089400"/>
              <a:gd name="connsiteY63" fmla="*/ 1871134 h 2870200"/>
              <a:gd name="connsiteX64" fmla="*/ 1007533 w 4089400"/>
              <a:gd name="connsiteY64" fmla="*/ 1947334 h 2870200"/>
              <a:gd name="connsiteX65" fmla="*/ 1024466 w 4089400"/>
              <a:gd name="connsiteY65" fmla="*/ 2040467 h 2870200"/>
              <a:gd name="connsiteX66" fmla="*/ 1049866 w 4089400"/>
              <a:gd name="connsiteY66" fmla="*/ 2108200 h 2870200"/>
              <a:gd name="connsiteX67" fmla="*/ 1058333 w 4089400"/>
              <a:gd name="connsiteY67" fmla="*/ 2150534 h 2870200"/>
              <a:gd name="connsiteX68" fmla="*/ 1100666 w 4089400"/>
              <a:gd name="connsiteY68" fmla="*/ 2209800 h 2870200"/>
              <a:gd name="connsiteX69" fmla="*/ 1109133 w 4089400"/>
              <a:gd name="connsiteY69" fmla="*/ 2108200 h 2870200"/>
              <a:gd name="connsiteX70" fmla="*/ 1159933 w 4089400"/>
              <a:gd name="connsiteY70" fmla="*/ 1989667 h 2870200"/>
              <a:gd name="connsiteX71" fmla="*/ 1210733 w 4089400"/>
              <a:gd name="connsiteY71" fmla="*/ 1913467 h 2870200"/>
              <a:gd name="connsiteX72" fmla="*/ 1219200 w 4089400"/>
              <a:gd name="connsiteY72" fmla="*/ 2167467 h 2870200"/>
              <a:gd name="connsiteX73" fmla="*/ 1236133 w 4089400"/>
              <a:gd name="connsiteY73" fmla="*/ 2082800 h 2870200"/>
              <a:gd name="connsiteX74" fmla="*/ 1244600 w 4089400"/>
              <a:gd name="connsiteY74" fmla="*/ 2015067 h 2870200"/>
              <a:gd name="connsiteX75" fmla="*/ 1286933 w 4089400"/>
              <a:gd name="connsiteY75" fmla="*/ 1854200 h 2870200"/>
              <a:gd name="connsiteX76" fmla="*/ 1295400 w 4089400"/>
              <a:gd name="connsiteY76" fmla="*/ 1803400 h 2870200"/>
              <a:gd name="connsiteX77" fmla="*/ 1320800 w 4089400"/>
              <a:gd name="connsiteY77" fmla="*/ 1701800 h 2870200"/>
              <a:gd name="connsiteX78" fmla="*/ 1346200 w 4089400"/>
              <a:gd name="connsiteY78" fmla="*/ 1718734 h 2870200"/>
              <a:gd name="connsiteX79" fmla="*/ 1354666 w 4089400"/>
              <a:gd name="connsiteY79" fmla="*/ 1744134 h 2870200"/>
              <a:gd name="connsiteX80" fmla="*/ 1380066 w 4089400"/>
              <a:gd name="connsiteY80" fmla="*/ 1828800 h 2870200"/>
              <a:gd name="connsiteX81" fmla="*/ 1397000 w 4089400"/>
              <a:gd name="connsiteY81" fmla="*/ 1879600 h 2870200"/>
              <a:gd name="connsiteX82" fmla="*/ 1405466 w 4089400"/>
              <a:gd name="connsiteY82" fmla="*/ 1913467 h 2870200"/>
              <a:gd name="connsiteX83" fmla="*/ 1430866 w 4089400"/>
              <a:gd name="connsiteY83" fmla="*/ 1947334 h 2870200"/>
              <a:gd name="connsiteX84" fmla="*/ 1447800 w 4089400"/>
              <a:gd name="connsiteY84" fmla="*/ 1938867 h 2870200"/>
              <a:gd name="connsiteX85" fmla="*/ 1490133 w 4089400"/>
              <a:gd name="connsiteY85" fmla="*/ 1803400 h 2870200"/>
              <a:gd name="connsiteX86" fmla="*/ 1549400 w 4089400"/>
              <a:gd name="connsiteY86" fmla="*/ 1651000 h 2870200"/>
              <a:gd name="connsiteX87" fmla="*/ 1557866 w 4089400"/>
              <a:gd name="connsiteY87" fmla="*/ 1591734 h 2870200"/>
              <a:gd name="connsiteX88" fmla="*/ 1574800 w 4089400"/>
              <a:gd name="connsiteY88" fmla="*/ 1566334 h 2870200"/>
              <a:gd name="connsiteX89" fmla="*/ 1583266 w 4089400"/>
              <a:gd name="connsiteY89" fmla="*/ 1524000 h 2870200"/>
              <a:gd name="connsiteX90" fmla="*/ 1591733 w 4089400"/>
              <a:gd name="connsiteY90" fmla="*/ 1498600 h 2870200"/>
              <a:gd name="connsiteX91" fmla="*/ 1608666 w 4089400"/>
              <a:gd name="connsiteY91" fmla="*/ 1524000 h 2870200"/>
              <a:gd name="connsiteX92" fmla="*/ 1634066 w 4089400"/>
              <a:gd name="connsiteY92" fmla="*/ 1490134 h 2870200"/>
              <a:gd name="connsiteX93" fmla="*/ 1659466 w 4089400"/>
              <a:gd name="connsiteY93" fmla="*/ 1388534 h 2870200"/>
              <a:gd name="connsiteX94" fmla="*/ 1718733 w 4089400"/>
              <a:gd name="connsiteY94" fmla="*/ 1286934 h 2870200"/>
              <a:gd name="connsiteX95" fmla="*/ 1769533 w 4089400"/>
              <a:gd name="connsiteY95" fmla="*/ 1176867 h 2870200"/>
              <a:gd name="connsiteX96" fmla="*/ 1794933 w 4089400"/>
              <a:gd name="connsiteY96" fmla="*/ 1202267 h 2870200"/>
              <a:gd name="connsiteX97" fmla="*/ 1803400 w 4089400"/>
              <a:gd name="connsiteY97" fmla="*/ 1227667 h 2870200"/>
              <a:gd name="connsiteX98" fmla="*/ 1820333 w 4089400"/>
              <a:gd name="connsiteY98" fmla="*/ 1261534 h 2870200"/>
              <a:gd name="connsiteX99" fmla="*/ 1862666 w 4089400"/>
              <a:gd name="connsiteY99" fmla="*/ 1422400 h 2870200"/>
              <a:gd name="connsiteX100" fmla="*/ 1913466 w 4089400"/>
              <a:gd name="connsiteY100" fmla="*/ 1600200 h 2870200"/>
              <a:gd name="connsiteX101" fmla="*/ 1964266 w 4089400"/>
              <a:gd name="connsiteY101" fmla="*/ 1744134 h 2870200"/>
              <a:gd name="connsiteX102" fmla="*/ 1981200 w 4089400"/>
              <a:gd name="connsiteY102" fmla="*/ 1498600 h 2870200"/>
              <a:gd name="connsiteX103" fmla="*/ 1998133 w 4089400"/>
              <a:gd name="connsiteY103" fmla="*/ 1464734 h 2870200"/>
              <a:gd name="connsiteX104" fmla="*/ 2006600 w 4089400"/>
              <a:gd name="connsiteY104" fmla="*/ 1439334 h 2870200"/>
              <a:gd name="connsiteX105" fmla="*/ 2057400 w 4089400"/>
              <a:gd name="connsiteY105" fmla="*/ 2032000 h 2870200"/>
              <a:gd name="connsiteX106" fmla="*/ 2065866 w 4089400"/>
              <a:gd name="connsiteY106" fmla="*/ 2150534 h 2870200"/>
              <a:gd name="connsiteX107" fmla="*/ 2074333 w 4089400"/>
              <a:gd name="connsiteY107" fmla="*/ 2489200 h 2870200"/>
              <a:gd name="connsiteX108" fmla="*/ 2108200 w 4089400"/>
              <a:gd name="connsiteY108" fmla="*/ 2421467 h 2870200"/>
              <a:gd name="connsiteX109" fmla="*/ 2150533 w 4089400"/>
              <a:gd name="connsiteY109" fmla="*/ 2319867 h 2870200"/>
              <a:gd name="connsiteX110" fmla="*/ 2175933 w 4089400"/>
              <a:gd name="connsiteY110" fmla="*/ 2286000 h 2870200"/>
              <a:gd name="connsiteX111" fmla="*/ 2209800 w 4089400"/>
              <a:gd name="connsiteY111" fmla="*/ 2235200 h 2870200"/>
              <a:gd name="connsiteX112" fmla="*/ 2226733 w 4089400"/>
              <a:gd name="connsiteY112" fmla="*/ 2514600 h 2870200"/>
              <a:gd name="connsiteX113" fmla="*/ 2252133 w 4089400"/>
              <a:gd name="connsiteY113" fmla="*/ 2565400 h 2870200"/>
              <a:gd name="connsiteX114" fmla="*/ 2260600 w 4089400"/>
              <a:gd name="connsiteY114" fmla="*/ 2489200 h 2870200"/>
              <a:gd name="connsiteX115" fmla="*/ 2277533 w 4089400"/>
              <a:gd name="connsiteY115" fmla="*/ 2421467 h 2870200"/>
              <a:gd name="connsiteX116" fmla="*/ 2286000 w 4089400"/>
              <a:gd name="connsiteY116" fmla="*/ 1718734 h 2870200"/>
              <a:gd name="connsiteX117" fmla="*/ 2311400 w 4089400"/>
              <a:gd name="connsiteY117" fmla="*/ 1811867 h 2870200"/>
              <a:gd name="connsiteX118" fmla="*/ 2336800 w 4089400"/>
              <a:gd name="connsiteY118" fmla="*/ 1871134 h 2870200"/>
              <a:gd name="connsiteX119" fmla="*/ 2362200 w 4089400"/>
              <a:gd name="connsiteY119" fmla="*/ 1938867 h 2870200"/>
              <a:gd name="connsiteX120" fmla="*/ 2370666 w 4089400"/>
              <a:gd name="connsiteY120" fmla="*/ 1972734 h 2870200"/>
              <a:gd name="connsiteX121" fmla="*/ 2379133 w 4089400"/>
              <a:gd name="connsiteY121" fmla="*/ 1574800 h 2870200"/>
              <a:gd name="connsiteX122" fmla="*/ 2404533 w 4089400"/>
              <a:gd name="connsiteY122" fmla="*/ 1236134 h 2870200"/>
              <a:gd name="connsiteX123" fmla="*/ 2421466 w 4089400"/>
              <a:gd name="connsiteY123" fmla="*/ 1092200 h 2870200"/>
              <a:gd name="connsiteX124" fmla="*/ 2429933 w 4089400"/>
              <a:gd name="connsiteY124" fmla="*/ 1066800 h 2870200"/>
              <a:gd name="connsiteX125" fmla="*/ 2438400 w 4089400"/>
              <a:gd name="connsiteY125" fmla="*/ 1092200 h 2870200"/>
              <a:gd name="connsiteX126" fmla="*/ 2455333 w 4089400"/>
              <a:gd name="connsiteY126" fmla="*/ 1117600 h 2870200"/>
              <a:gd name="connsiteX127" fmla="*/ 2463800 w 4089400"/>
              <a:gd name="connsiteY127" fmla="*/ 1227667 h 2870200"/>
              <a:gd name="connsiteX128" fmla="*/ 2489200 w 4089400"/>
              <a:gd name="connsiteY128" fmla="*/ 753534 h 2870200"/>
              <a:gd name="connsiteX129" fmla="*/ 2506133 w 4089400"/>
              <a:gd name="connsiteY129" fmla="*/ 685800 h 2870200"/>
              <a:gd name="connsiteX130" fmla="*/ 2514600 w 4089400"/>
              <a:gd name="connsiteY130" fmla="*/ 609600 h 2870200"/>
              <a:gd name="connsiteX131" fmla="*/ 2523066 w 4089400"/>
              <a:gd name="connsiteY131" fmla="*/ 558800 h 2870200"/>
              <a:gd name="connsiteX132" fmla="*/ 2540000 w 4089400"/>
              <a:gd name="connsiteY132" fmla="*/ 584200 h 2870200"/>
              <a:gd name="connsiteX133" fmla="*/ 2548466 w 4089400"/>
              <a:gd name="connsiteY133" fmla="*/ 778934 h 2870200"/>
              <a:gd name="connsiteX134" fmla="*/ 2590800 w 4089400"/>
              <a:gd name="connsiteY134" fmla="*/ 914400 h 2870200"/>
              <a:gd name="connsiteX135" fmla="*/ 2607733 w 4089400"/>
              <a:gd name="connsiteY135" fmla="*/ 973667 h 2870200"/>
              <a:gd name="connsiteX136" fmla="*/ 2624666 w 4089400"/>
              <a:gd name="connsiteY136" fmla="*/ 812800 h 2870200"/>
              <a:gd name="connsiteX137" fmla="*/ 2641600 w 4089400"/>
              <a:gd name="connsiteY137" fmla="*/ 694267 h 2870200"/>
              <a:gd name="connsiteX138" fmla="*/ 2667000 w 4089400"/>
              <a:gd name="connsiteY138" fmla="*/ 558800 h 2870200"/>
              <a:gd name="connsiteX139" fmla="*/ 2692400 w 4089400"/>
              <a:gd name="connsiteY139" fmla="*/ 321734 h 2870200"/>
              <a:gd name="connsiteX140" fmla="*/ 2709333 w 4089400"/>
              <a:gd name="connsiteY140" fmla="*/ 1058334 h 2870200"/>
              <a:gd name="connsiteX141" fmla="*/ 2735730 w 4089400"/>
              <a:gd name="connsiteY141" fmla="*/ 1023969 h 2870200"/>
              <a:gd name="connsiteX142" fmla="*/ 2785533 w 4089400"/>
              <a:gd name="connsiteY142" fmla="*/ 905934 h 2870200"/>
              <a:gd name="connsiteX143" fmla="*/ 2819400 w 4089400"/>
              <a:gd name="connsiteY143" fmla="*/ 855134 h 2870200"/>
              <a:gd name="connsiteX144" fmla="*/ 2844800 w 4089400"/>
              <a:gd name="connsiteY144" fmla="*/ 1422400 h 2870200"/>
              <a:gd name="connsiteX145" fmla="*/ 2853266 w 4089400"/>
              <a:gd name="connsiteY145" fmla="*/ 1388534 h 2870200"/>
              <a:gd name="connsiteX146" fmla="*/ 2870200 w 4089400"/>
              <a:gd name="connsiteY146" fmla="*/ 1363134 h 2870200"/>
              <a:gd name="connsiteX147" fmla="*/ 2895600 w 4089400"/>
              <a:gd name="connsiteY147" fmla="*/ 1278467 h 2870200"/>
              <a:gd name="connsiteX148" fmla="*/ 2912533 w 4089400"/>
              <a:gd name="connsiteY148" fmla="*/ 1320800 h 2870200"/>
              <a:gd name="connsiteX149" fmla="*/ 2929466 w 4089400"/>
              <a:gd name="connsiteY149" fmla="*/ 1388534 h 2870200"/>
              <a:gd name="connsiteX150" fmla="*/ 2946400 w 4089400"/>
              <a:gd name="connsiteY150" fmla="*/ 1422400 h 2870200"/>
              <a:gd name="connsiteX151" fmla="*/ 2988733 w 4089400"/>
              <a:gd name="connsiteY151" fmla="*/ 1540934 h 2870200"/>
              <a:gd name="connsiteX152" fmla="*/ 3005666 w 4089400"/>
              <a:gd name="connsiteY152" fmla="*/ 1566334 h 2870200"/>
              <a:gd name="connsiteX153" fmla="*/ 3039533 w 4089400"/>
              <a:gd name="connsiteY153" fmla="*/ 1718734 h 2870200"/>
              <a:gd name="connsiteX154" fmla="*/ 3064933 w 4089400"/>
              <a:gd name="connsiteY154" fmla="*/ 1761067 h 2870200"/>
              <a:gd name="connsiteX155" fmla="*/ 3098800 w 4089400"/>
              <a:gd name="connsiteY155" fmla="*/ 1879600 h 2870200"/>
              <a:gd name="connsiteX156" fmla="*/ 3090333 w 4089400"/>
              <a:gd name="connsiteY156" fmla="*/ 1913467 h 2870200"/>
              <a:gd name="connsiteX157" fmla="*/ 3102783 w 4089400"/>
              <a:gd name="connsiteY157" fmla="*/ 1901016 h 2870200"/>
              <a:gd name="connsiteX158" fmla="*/ 3081866 w 4089400"/>
              <a:gd name="connsiteY158" fmla="*/ 1888067 h 2870200"/>
              <a:gd name="connsiteX159" fmla="*/ 3107266 w 4089400"/>
              <a:gd name="connsiteY159" fmla="*/ 1871134 h 2870200"/>
              <a:gd name="connsiteX160" fmla="*/ 3115733 w 4089400"/>
              <a:gd name="connsiteY160" fmla="*/ 1769534 h 2870200"/>
              <a:gd name="connsiteX161" fmla="*/ 3132666 w 4089400"/>
              <a:gd name="connsiteY161" fmla="*/ 1710267 h 2870200"/>
              <a:gd name="connsiteX162" fmla="*/ 3141133 w 4089400"/>
              <a:gd name="connsiteY162" fmla="*/ 1684867 h 2870200"/>
              <a:gd name="connsiteX163" fmla="*/ 3166533 w 4089400"/>
              <a:gd name="connsiteY163" fmla="*/ 1676400 h 2870200"/>
              <a:gd name="connsiteX164" fmla="*/ 3175000 w 4089400"/>
              <a:gd name="connsiteY164" fmla="*/ 2006600 h 2870200"/>
              <a:gd name="connsiteX165" fmla="*/ 3183466 w 4089400"/>
              <a:gd name="connsiteY165" fmla="*/ 2048934 h 2870200"/>
              <a:gd name="connsiteX166" fmla="*/ 3191933 w 4089400"/>
              <a:gd name="connsiteY166" fmla="*/ 2099734 h 2870200"/>
              <a:gd name="connsiteX167" fmla="*/ 3208866 w 4089400"/>
              <a:gd name="connsiteY167" fmla="*/ 2048934 h 2870200"/>
              <a:gd name="connsiteX168" fmla="*/ 3217333 w 4089400"/>
              <a:gd name="connsiteY168" fmla="*/ 1998134 h 2870200"/>
              <a:gd name="connsiteX169" fmla="*/ 3251200 w 4089400"/>
              <a:gd name="connsiteY169" fmla="*/ 2353734 h 2870200"/>
              <a:gd name="connsiteX170" fmla="*/ 3276600 w 4089400"/>
              <a:gd name="connsiteY170" fmla="*/ 2387600 h 2870200"/>
              <a:gd name="connsiteX171" fmla="*/ 3285066 w 4089400"/>
              <a:gd name="connsiteY171" fmla="*/ 2497667 h 2870200"/>
              <a:gd name="connsiteX172" fmla="*/ 3302000 w 4089400"/>
              <a:gd name="connsiteY172" fmla="*/ 2531534 h 2870200"/>
              <a:gd name="connsiteX173" fmla="*/ 3318933 w 4089400"/>
              <a:gd name="connsiteY173" fmla="*/ 2599267 h 2870200"/>
              <a:gd name="connsiteX174" fmla="*/ 3344333 w 4089400"/>
              <a:gd name="connsiteY174" fmla="*/ 2667000 h 2870200"/>
              <a:gd name="connsiteX175" fmla="*/ 3386666 w 4089400"/>
              <a:gd name="connsiteY175" fmla="*/ 2810934 h 2870200"/>
              <a:gd name="connsiteX176" fmla="*/ 3412066 w 4089400"/>
              <a:gd name="connsiteY176" fmla="*/ 2870200 h 2870200"/>
              <a:gd name="connsiteX177" fmla="*/ 3437466 w 4089400"/>
              <a:gd name="connsiteY177" fmla="*/ 1828800 h 2870200"/>
              <a:gd name="connsiteX178" fmla="*/ 3436968 w 4089400"/>
              <a:gd name="connsiteY178" fmla="*/ 2090271 h 2870200"/>
              <a:gd name="connsiteX179" fmla="*/ 3462866 w 4089400"/>
              <a:gd name="connsiteY179" fmla="*/ 1735667 h 2870200"/>
              <a:gd name="connsiteX180" fmla="*/ 3488266 w 4089400"/>
              <a:gd name="connsiteY180" fmla="*/ 1651000 h 2870200"/>
              <a:gd name="connsiteX181" fmla="*/ 3496733 w 4089400"/>
              <a:gd name="connsiteY181" fmla="*/ 1701800 h 2870200"/>
              <a:gd name="connsiteX182" fmla="*/ 3500717 w 4089400"/>
              <a:gd name="connsiteY182" fmla="*/ 1875118 h 2870200"/>
              <a:gd name="connsiteX183" fmla="*/ 3522133 w 4089400"/>
              <a:gd name="connsiteY183" fmla="*/ 1752600 h 2870200"/>
              <a:gd name="connsiteX184" fmla="*/ 3530600 w 4089400"/>
              <a:gd name="connsiteY184" fmla="*/ 1693334 h 2870200"/>
              <a:gd name="connsiteX185" fmla="*/ 3572933 w 4089400"/>
              <a:gd name="connsiteY185" fmla="*/ 1608667 h 2870200"/>
              <a:gd name="connsiteX186" fmla="*/ 3589866 w 4089400"/>
              <a:gd name="connsiteY186" fmla="*/ 1566334 h 2870200"/>
              <a:gd name="connsiteX187" fmla="*/ 3632200 w 4089400"/>
              <a:gd name="connsiteY187" fmla="*/ 1464734 h 2870200"/>
              <a:gd name="connsiteX188" fmla="*/ 3636184 w 4089400"/>
              <a:gd name="connsiteY188" fmla="*/ 1373094 h 2870200"/>
              <a:gd name="connsiteX189" fmla="*/ 3657600 w 4089400"/>
              <a:gd name="connsiteY189" fmla="*/ 1363134 h 2870200"/>
              <a:gd name="connsiteX190" fmla="*/ 3674533 w 4089400"/>
              <a:gd name="connsiteY190" fmla="*/ 1320800 h 2870200"/>
              <a:gd name="connsiteX191" fmla="*/ 3669553 w 4089400"/>
              <a:gd name="connsiteY191" fmla="*/ 1151964 h 2870200"/>
              <a:gd name="connsiteX192" fmla="*/ 3716866 w 4089400"/>
              <a:gd name="connsiteY192" fmla="*/ 1227667 h 2870200"/>
              <a:gd name="connsiteX193" fmla="*/ 3725333 w 4089400"/>
              <a:gd name="connsiteY193" fmla="*/ 1176867 h 2870200"/>
              <a:gd name="connsiteX194" fmla="*/ 3742266 w 4089400"/>
              <a:gd name="connsiteY194" fmla="*/ 1126067 h 2870200"/>
              <a:gd name="connsiteX195" fmla="*/ 3750733 w 4089400"/>
              <a:gd name="connsiteY195" fmla="*/ 1058334 h 2870200"/>
              <a:gd name="connsiteX196" fmla="*/ 3759200 w 4089400"/>
              <a:gd name="connsiteY196" fmla="*/ 1270000 h 2870200"/>
              <a:gd name="connsiteX197" fmla="*/ 3788048 w 4089400"/>
              <a:gd name="connsiteY197" fmla="*/ 678606 h 2870200"/>
              <a:gd name="connsiteX198" fmla="*/ 3793066 w 4089400"/>
              <a:gd name="connsiteY198" fmla="*/ 558800 h 2870200"/>
              <a:gd name="connsiteX199" fmla="*/ 3810000 w 4089400"/>
              <a:gd name="connsiteY199" fmla="*/ 482600 h 2870200"/>
              <a:gd name="connsiteX200" fmla="*/ 3818466 w 4089400"/>
              <a:gd name="connsiteY200" fmla="*/ 533400 h 2870200"/>
              <a:gd name="connsiteX201" fmla="*/ 3835400 w 4089400"/>
              <a:gd name="connsiteY201" fmla="*/ 660400 h 2870200"/>
              <a:gd name="connsiteX202" fmla="*/ 3843866 w 4089400"/>
              <a:gd name="connsiteY202" fmla="*/ 702734 h 2870200"/>
              <a:gd name="connsiteX203" fmla="*/ 3860800 w 4089400"/>
              <a:gd name="connsiteY203" fmla="*/ 736600 h 2870200"/>
              <a:gd name="connsiteX204" fmla="*/ 3877733 w 4089400"/>
              <a:gd name="connsiteY204" fmla="*/ 702734 h 2870200"/>
              <a:gd name="connsiteX205" fmla="*/ 3937000 w 4089400"/>
              <a:gd name="connsiteY205" fmla="*/ 482600 h 2870200"/>
              <a:gd name="connsiteX206" fmla="*/ 3953933 w 4089400"/>
              <a:gd name="connsiteY206" fmla="*/ 457200 h 2870200"/>
              <a:gd name="connsiteX207" fmla="*/ 3979333 w 4089400"/>
              <a:gd name="connsiteY207" fmla="*/ 177800 h 2870200"/>
              <a:gd name="connsiteX208" fmla="*/ 4004733 w 4089400"/>
              <a:gd name="connsiteY208" fmla="*/ 135467 h 2870200"/>
              <a:gd name="connsiteX209" fmla="*/ 4013200 w 4089400"/>
              <a:gd name="connsiteY209" fmla="*/ 101600 h 2870200"/>
              <a:gd name="connsiteX210" fmla="*/ 4021666 w 4089400"/>
              <a:gd name="connsiteY210" fmla="*/ 76200 h 2870200"/>
              <a:gd name="connsiteX211" fmla="*/ 4030133 w 4089400"/>
              <a:gd name="connsiteY211" fmla="*/ 110067 h 2870200"/>
              <a:gd name="connsiteX212" fmla="*/ 4047066 w 4089400"/>
              <a:gd name="connsiteY212" fmla="*/ 160867 h 2870200"/>
              <a:gd name="connsiteX213" fmla="*/ 4089400 w 4089400"/>
              <a:gd name="connsiteY213" fmla="*/ 0 h 2870200"/>
              <a:gd name="connsiteX0" fmla="*/ 0 w 4089400"/>
              <a:gd name="connsiteY0" fmla="*/ 702734 h 2870200"/>
              <a:gd name="connsiteX1" fmla="*/ 8466 w 4089400"/>
              <a:gd name="connsiteY1" fmla="*/ 643467 h 2870200"/>
              <a:gd name="connsiteX2" fmla="*/ 25400 w 4089400"/>
              <a:gd name="connsiteY2" fmla="*/ 626534 h 2870200"/>
              <a:gd name="connsiteX3" fmla="*/ 33866 w 4089400"/>
              <a:gd name="connsiteY3" fmla="*/ 592667 h 2870200"/>
              <a:gd name="connsiteX4" fmla="*/ 42333 w 4089400"/>
              <a:gd name="connsiteY4" fmla="*/ 567267 h 2870200"/>
              <a:gd name="connsiteX5" fmla="*/ 47892 w 4089400"/>
              <a:gd name="connsiteY5" fmla="*/ 828517 h 2870200"/>
              <a:gd name="connsiteX6" fmla="*/ 32533 w 4089400"/>
              <a:gd name="connsiteY6" fmla="*/ 1083293 h 2870200"/>
              <a:gd name="connsiteX7" fmla="*/ 30266 w 4089400"/>
              <a:gd name="connsiteY7" fmla="*/ 1212385 h 2870200"/>
              <a:gd name="connsiteX8" fmla="*/ 25400 w 4089400"/>
              <a:gd name="connsiteY8" fmla="*/ 1354667 h 2870200"/>
              <a:gd name="connsiteX9" fmla="*/ 33866 w 4089400"/>
              <a:gd name="connsiteY9" fmla="*/ 1329267 h 2870200"/>
              <a:gd name="connsiteX10" fmla="*/ 42333 w 4089400"/>
              <a:gd name="connsiteY10" fmla="*/ 1286934 h 2870200"/>
              <a:gd name="connsiteX11" fmla="*/ 59266 w 4089400"/>
              <a:gd name="connsiteY11" fmla="*/ 1253067 h 2870200"/>
              <a:gd name="connsiteX12" fmla="*/ 76200 w 4089400"/>
              <a:gd name="connsiteY12" fmla="*/ 1202267 h 2870200"/>
              <a:gd name="connsiteX13" fmla="*/ 84666 w 4089400"/>
              <a:gd name="connsiteY13" fmla="*/ 1176867 h 2870200"/>
              <a:gd name="connsiteX14" fmla="*/ 101600 w 4089400"/>
              <a:gd name="connsiteY14" fmla="*/ 1143000 h 2870200"/>
              <a:gd name="connsiteX15" fmla="*/ 110066 w 4089400"/>
              <a:gd name="connsiteY15" fmla="*/ 1100667 h 2870200"/>
              <a:gd name="connsiteX16" fmla="*/ 135466 w 4089400"/>
              <a:gd name="connsiteY16" fmla="*/ 1032934 h 2870200"/>
              <a:gd name="connsiteX17" fmla="*/ 143933 w 4089400"/>
              <a:gd name="connsiteY17" fmla="*/ 999067 h 2870200"/>
              <a:gd name="connsiteX18" fmla="*/ 160866 w 4089400"/>
              <a:gd name="connsiteY18" fmla="*/ 948267 h 2870200"/>
              <a:gd name="connsiteX19" fmla="*/ 177800 w 4089400"/>
              <a:gd name="connsiteY19" fmla="*/ 1134534 h 2870200"/>
              <a:gd name="connsiteX20" fmla="*/ 194733 w 4089400"/>
              <a:gd name="connsiteY20" fmla="*/ 1464734 h 2870200"/>
              <a:gd name="connsiteX21" fmla="*/ 228600 w 4089400"/>
              <a:gd name="connsiteY21" fmla="*/ 1397000 h 2870200"/>
              <a:gd name="connsiteX22" fmla="*/ 254000 w 4089400"/>
              <a:gd name="connsiteY22" fmla="*/ 1363134 h 2870200"/>
              <a:gd name="connsiteX23" fmla="*/ 262466 w 4089400"/>
              <a:gd name="connsiteY23" fmla="*/ 1337734 h 2870200"/>
              <a:gd name="connsiteX24" fmla="*/ 279400 w 4089400"/>
              <a:gd name="connsiteY24" fmla="*/ 1371600 h 2870200"/>
              <a:gd name="connsiteX25" fmla="*/ 287866 w 4089400"/>
              <a:gd name="connsiteY25" fmla="*/ 2243667 h 2870200"/>
              <a:gd name="connsiteX26" fmla="*/ 313266 w 4089400"/>
              <a:gd name="connsiteY26" fmla="*/ 2201334 h 2870200"/>
              <a:gd name="connsiteX27" fmla="*/ 321733 w 4089400"/>
              <a:gd name="connsiteY27" fmla="*/ 2150534 h 2870200"/>
              <a:gd name="connsiteX28" fmla="*/ 346635 w 4089400"/>
              <a:gd name="connsiteY28" fmla="*/ 2376146 h 2870200"/>
              <a:gd name="connsiteX29" fmla="*/ 364066 w 4089400"/>
              <a:gd name="connsiteY29" fmla="*/ 2082800 h 2870200"/>
              <a:gd name="connsiteX30" fmla="*/ 389965 w 4089400"/>
              <a:gd name="connsiteY30" fmla="*/ 1792444 h 2870200"/>
              <a:gd name="connsiteX31" fmla="*/ 397933 w 4089400"/>
              <a:gd name="connsiteY31" fmla="*/ 2032000 h 2870200"/>
              <a:gd name="connsiteX32" fmla="*/ 423333 w 4089400"/>
              <a:gd name="connsiteY32" fmla="*/ 1998134 h 2870200"/>
              <a:gd name="connsiteX33" fmla="*/ 440266 w 4089400"/>
              <a:gd name="connsiteY33" fmla="*/ 1752600 h 2870200"/>
              <a:gd name="connsiteX34" fmla="*/ 465666 w 4089400"/>
              <a:gd name="connsiteY34" fmla="*/ 1651000 h 2870200"/>
              <a:gd name="connsiteX35" fmla="*/ 491066 w 4089400"/>
              <a:gd name="connsiteY35" fmla="*/ 1710267 h 2870200"/>
              <a:gd name="connsiteX36" fmla="*/ 499533 w 4089400"/>
              <a:gd name="connsiteY36" fmla="*/ 1851666 h 2870200"/>
              <a:gd name="connsiteX37" fmla="*/ 533400 w 4089400"/>
              <a:gd name="connsiteY37" fmla="*/ 1820334 h 2870200"/>
              <a:gd name="connsiteX38" fmla="*/ 558800 w 4089400"/>
              <a:gd name="connsiteY38" fmla="*/ 1938867 h 2870200"/>
              <a:gd name="connsiteX39" fmla="*/ 575733 w 4089400"/>
              <a:gd name="connsiteY39" fmla="*/ 1998134 h 2870200"/>
              <a:gd name="connsiteX40" fmla="*/ 592666 w 4089400"/>
              <a:gd name="connsiteY40" fmla="*/ 2023534 h 2870200"/>
              <a:gd name="connsiteX41" fmla="*/ 618066 w 4089400"/>
              <a:gd name="connsiteY41" fmla="*/ 1786467 h 2870200"/>
              <a:gd name="connsiteX42" fmla="*/ 626533 w 4089400"/>
              <a:gd name="connsiteY42" fmla="*/ 1744134 h 2870200"/>
              <a:gd name="connsiteX43" fmla="*/ 643466 w 4089400"/>
              <a:gd name="connsiteY43" fmla="*/ 1718734 h 2870200"/>
              <a:gd name="connsiteX44" fmla="*/ 660400 w 4089400"/>
              <a:gd name="connsiteY44" fmla="*/ 1617134 h 2870200"/>
              <a:gd name="connsiteX45" fmla="*/ 677333 w 4089400"/>
              <a:gd name="connsiteY45" fmla="*/ 1557867 h 2870200"/>
              <a:gd name="connsiteX46" fmla="*/ 685800 w 4089400"/>
              <a:gd name="connsiteY46" fmla="*/ 1524000 h 2870200"/>
              <a:gd name="connsiteX47" fmla="*/ 702733 w 4089400"/>
              <a:gd name="connsiteY47" fmla="*/ 1312334 h 2870200"/>
              <a:gd name="connsiteX48" fmla="*/ 719666 w 4089400"/>
              <a:gd name="connsiteY48" fmla="*/ 1380067 h 2870200"/>
              <a:gd name="connsiteX49" fmla="*/ 736600 w 4089400"/>
              <a:gd name="connsiteY49" fmla="*/ 1532467 h 2870200"/>
              <a:gd name="connsiteX50" fmla="*/ 753533 w 4089400"/>
              <a:gd name="connsiteY50" fmla="*/ 1566334 h 2870200"/>
              <a:gd name="connsiteX51" fmla="*/ 778933 w 4089400"/>
              <a:gd name="connsiteY51" fmla="*/ 1456267 h 2870200"/>
              <a:gd name="connsiteX52" fmla="*/ 795866 w 4089400"/>
              <a:gd name="connsiteY52" fmla="*/ 1430867 h 2870200"/>
              <a:gd name="connsiteX53" fmla="*/ 829733 w 4089400"/>
              <a:gd name="connsiteY53" fmla="*/ 1388534 h 2870200"/>
              <a:gd name="connsiteX54" fmla="*/ 838200 w 4089400"/>
              <a:gd name="connsiteY54" fmla="*/ 1498600 h 2870200"/>
              <a:gd name="connsiteX55" fmla="*/ 863600 w 4089400"/>
              <a:gd name="connsiteY55" fmla="*/ 1811867 h 2870200"/>
              <a:gd name="connsiteX56" fmla="*/ 872066 w 4089400"/>
              <a:gd name="connsiteY56" fmla="*/ 1642534 h 2870200"/>
              <a:gd name="connsiteX57" fmla="*/ 897466 w 4089400"/>
              <a:gd name="connsiteY57" fmla="*/ 1583267 h 2870200"/>
              <a:gd name="connsiteX58" fmla="*/ 905933 w 4089400"/>
              <a:gd name="connsiteY58" fmla="*/ 1557867 h 2870200"/>
              <a:gd name="connsiteX59" fmla="*/ 914400 w 4089400"/>
              <a:gd name="connsiteY59" fmla="*/ 2006600 h 2870200"/>
              <a:gd name="connsiteX60" fmla="*/ 939800 w 4089400"/>
              <a:gd name="connsiteY60" fmla="*/ 2116667 h 2870200"/>
              <a:gd name="connsiteX61" fmla="*/ 948266 w 4089400"/>
              <a:gd name="connsiteY61" fmla="*/ 1948424 h 2870200"/>
              <a:gd name="connsiteX62" fmla="*/ 965200 w 4089400"/>
              <a:gd name="connsiteY62" fmla="*/ 1794934 h 2870200"/>
              <a:gd name="connsiteX63" fmla="*/ 973666 w 4089400"/>
              <a:gd name="connsiteY63" fmla="*/ 1761067 h 2870200"/>
              <a:gd name="connsiteX64" fmla="*/ 990600 w 4089400"/>
              <a:gd name="connsiteY64" fmla="*/ 1871134 h 2870200"/>
              <a:gd name="connsiteX65" fmla="*/ 1007533 w 4089400"/>
              <a:gd name="connsiteY65" fmla="*/ 1947334 h 2870200"/>
              <a:gd name="connsiteX66" fmla="*/ 1024466 w 4089400"/>
              <a:gd name="connsiteY66" fmla="*/ 2040467 h 2870200"/>
              <a:gd name="connsiteX67" fmla="*/ 1049866 w 4089400"/>
              <a:gd name="connsiteY67" fmla="*/ 2108200 h 2870200"/>
              <a:gd name="connsiteX68" fmla="*/ 1058333 w 4089400"/>
              <a:gd name="connsiteY68" fmla="*/ 2150534 h 2870200"/>
              <a:gd name="connsiteX69" fmla="*/ 1100666 w 4089400"/>
              <a:gd name="connsiteY69" fmla="*/ 2209800 h 2870200"/>
              <a:gd name="connsiteX70" fmla="*/ 1109133 w 4089400"/>
              <a:gd name="connsiteY70" fmla="*/ 2108200 h 2870200"/>
              <a:gd name="connsiteX71" fmla="*/ 1159933 w 4089400"/>
              <a:gd name="connsiteY71" fmla="*/ 1989667 h 2870200"/>
              <a:gd name="connsiteX72" fmla="*/ 1210733 w 4089400"/>
              <a:gd name="connsiteY72" fmla="*/ 1913467 h 2870200"/>
              <a:gd name="connsiteX73" fmla="*/ 1219200 w 4089400"/>
              <a:gd name="connsiteY73" fmla="*/ 2167467 h 2870200"/>
              <a:gd name="connsiteX74" fmla="*/ 1236133 w 4089400"/>
              <a:gd name="connsiteY74" fmla="*/ 2082800 h 2870200"/>
              <a:gd name="connsiteX75" fmla="*/ 1244600 w 4089400"/>
              <a:gd name="connsiteY75" fmla="*/ 2015067 h 2870200"/>
              <a:gd name="connsiteX76" fmla="*/ 1286933 w 4089400"/>
              <a:gd name="connsiteY76" fmla="*/ 1854200 h 2870200"/>
              <a:gd name="connsiteX77" fmla="*/ 1295400 w 4089400"/>
              <a:gd name="connsiteY77" fmla="*/ 1803400 h 2870200"/>
              <a:gd name="connsiteX78" fmla="*/ 1320800 w 4089400"/>
              <a:gd name="connsiteY78" fmla="*/ 1701800 h 2870200"/>
              <a:gd name="connsiteX79" fmla="*/ 1346200 w 4089400"/>
              <a:gd name="connsiteY79" fmla="*/ 1718734 h 2870200"/>
              <a:gd name="connsiteX80" fmla="*/ 1354666 w 4089400"/>
              <a:gd name="connsiteY80" fmla="*/ 1744134 h 2870200"/>
              <a:gd name="connsiteX81" fmla="*/ 1380066 w 4089400"/>
              <a:gd name="connsiteY81" fmla="*/ 1828800 h 2870200"/>
              <a:gd name="connsiteX82" fmla="*/ 1397000 w 4089400"/>
              <a:gd name="connsiteY82" fmla="*/ 1879600 h 2870200"/>
              <a:gd name="connsiteX83" fmla="*/ 1405466 w 4089400"/>
              <a:gd name="connsiteY83" fmla="*/ 1913467 h 2870200"/>
              <a:gd name="connsiteX84" fmla="*/ 1430866 w 4089400"/>
              <a:gd name="connsiteY84" fmla="*/ 1947334 h 2870200"/>
              <a:gd name="connsiteX85" fmla="*/ 1447800 w 4089400"/>
              <a:gd name="connsiteY85" fmla="*/ 1938867 h 2870200"/>
              <a:gd name="connsiteX86" fmla="*/ 1490133 w 4089400"/>
              <a:gd name="connsiteY86" fmla="*/ 1803400 h 2870200"/>
              <a:gd name="connsiteX87" fmla="*/ 1549400 w 4089400"/>
              <a:gd name="connsiteY87" fmla="*/ 1651000 h 2870200"/>
              <a:gd name="connsiteX88" fmla="*/ 1557866 w 4089400"/>
              <a:gd name="connsiteY88" fmla="*/ 1591734 h 2870200"/>
              <a:gd name="connsiteX89" fmla="*/ 1574800 w 4089400"/>
              <a:gd name="connsiteY89" fmla="*/ 1566334 h 2870200"/>
              <a:gd name="connsiteX90" fmla="*/ 1583266 w 4089400"/>
              <a:gd name="connsiteY90" fmla="*/ 1524000 h 2870200"/>
              <a:gd name="connsiteX91" fmla="*/ 1591733 w 4089400"/>
              <a:gd name="connsiteY91" fmla="*/ 1498600 h 2870200"/>
              <a:gd name="connsiteX92" fmla="*/ 1608666 w 4089400"/>
              <a:gd name="connsiteY92" fmla="*/ 1524000 h 2870200"/>
              <a:gd name="connsiteX93" fmla="*/ 1634066 w 4089400"/>
              <a:gd name="connsiteY93" fmla="*/ 1490134 h 2870200"/>
              <a:gd name="connsiteX94" fmla="*/ 1659466 w 4089400"/>
              <a:gd name="connsiteY94" fmla="*/ 1388534 h 2870200"/>
              <a:gd name="connsiteX95" fmla="*/ 1718733 w 4089400"/>
              <a:gd name="connsiteY95" fmla="*/ 1286934 h 2870200"/>
              <a:gd name="connsiteX96" fmla="*/ 1769533 w 4089400"/>
              <a:gd name="connsiteY96" fmla="*/ 1176867 h 2870200"/>
              <a:gd name="connsiteX97" fmla="*/ 1794933 w 4089400"/>
              <a:gd name="connsiteY97" fmla="*/ 1202267 h 2870200"/>
              <a:gd name="connsiteX98" fmla="*/ 1803400 w 4089400"/>
              <a:gd name="connsiteY98" fmla="*/ 1227667 h 2870200"/>
              <a:gd name="connsiteX99" fmla="*/ 1820333 w 4089400"/>
              <a:gd name="connsiteY99" fmla="*/ 1261534 h 2870200"/>
              <a:gd name="connsiteX100" fmla="*/ 1862666 w 4089400"/>
              <a:gd name="connsiteY100" fmla="*/ 1422400 h 2870200"/>
              <a:gd name="connsiteX101" fmla="*/ 1913466 w 4089400"/>
              <a:gd name="connsiteY101" fmla="*/ 1600200 h 2870200"/>
              <a:gd name="connsiteX102" fmla="*/ 1964266 w 4089400"/>
              <a:gd name="connsiteY102" fmla="*/ 1744134 h 2870200"/>
              <a:gd name="connsiteX103" fmla="*/ 1981200 w 4089400"/>
              <a:gd name="connsiteY103" fmla="*/ 1498600 h 2870200"/>
              <a:gd name="connsiteX104" fmla="*/ 1998133 w 4089400"/>
              <a:gd name="connsiteY104" fmla="*/ 1464734 h 2870200"/>
              <a:gd name="connsiteX105" fmla="*/ 2006600 w 4089400"/>
              <a:gd name="connsiteY105" fmla="*/ 1439334 h 2870200"/>
              <a:gd name="connsiteX106" fmla="*/ 2057400 w 4089400"/>
              <a:gd name="connsiteY106" fmla="*/ 2032000 h 2870200"/>
              <a:gd name="connsiteX107" fmla="*/ 2065866 w 4089400"/>
              <a:gd name="connsiteY107" fmla="*/ 2150534 h 2870200"/>
              <a:gd name="connsiteX108" fmla="*/ 2074333 w 4089400"/>
              <a:gd name="connsiteY108" fmla="*/ 2489200 h 2870200"/>
              <a:gd name="connsiteX109" fmla="*/ 2108200 w 4089400"/>
              <a:gd name="connsiteY109" fmla="*/ 2421467 h 2870200"/>
              <a:gd name="connsiteX110" fmla="*/ 2150533 w 4089400"/>
              <a:gd name="connsiteY110" fmla="*/ 2319867 h 2870200"/>
              <a:gd name="connsiteX111" fmla="*/ 2175933 w 4089400"/>
              <a:gd name="connsiteY111" fmla="*/ 2286000 h 2870200"/>
              <a:gd name="connsiteX112" fmla="*/ 2209800 w 4089400"/>
              <a:gd name="connsiteY112" fmla="*/ 2235200 h 2870200"/>
              <a:gd name="connsiteX113" fmla="*/ 2226733 w 4089400"/>
              <a:gd name="connsiteY113" fmla="*/ 2514600 h 2870200"/>
              <a:gd name="connsiteX114" fmla="*/ 2252133 w 4089400"/>
              <a:gd name="connsiteY114" fmla="*/ 2565400 h 2870200"/>
              <a:gd name="connsiteX115" fmla="*/ 2260600 w 4089400"/>
              <a:gd name="connsiteY115" fmla="*/ 2489200 h 2870200"/>
              <a:gd name="connsiteX116" fmla="*/ 2277533 w 4089400"/>
              <a:gd name="connsiteY116" fmla="*/ 2421467 h 2870200"/>
              <a:gd name="connsiteX117" fmla="*/ 2286000 w 4089400"/>
              <a:gd name="connsiteY117" fmla="*/ 1718734 h 2870200"/>
              <a:gd name="connsiteX118" fmla="*/ 2311400 w 4089400"/>
              <a:gd name="connsiteY118" fmla="*/ 1811867 h 2870200"/>
              <a:gd name="connsiteX119" fmla="*/ 2336800 w 4089400"/>
              <a:gd name="connsiteY119" fmla="*/ 1871134 h 2870200"/>
              <a:gd name="connsiteX120" fmla="*/ 2362200 w 4089400"/>
              <a:gd name="connsiteY120" fmla="*/ 1938867 h 2870200"/>
              <a:gd name="connsiteX121" fmla="*/ 2370666 w 4089400"/>
              <a:gd name="connsiteY121" fmla="*/ 1972734 h 2870200"/>
              <a:gd name="connsiteX122" fmla="*/ 2379133 w 4089400"/>
              <a:gd name="connsiteY122" fmla="*/ 1574800 h 2870200"/>
              <a:gd name="connsiteX123" fmla="*/ 2404533 w 4089400"/>
              <a:gd name="connsiteY123" fmla="*/ 1236134 h 2870200"/>
              <a:gd name="connsiteX124" fmla="*/ 2421466 w 4089400"/>
              <a:gd name="connsiteY124" fmla="*/ 1092200 h 2870200"/>
              <a:gd name="connsiteX125" fmla="*/ 2429933 w 4089400"/>
              <a:gd name="connsiteY125" fmla="*/ 1066800 h 2870200"/>
              <a:gd name="connsiteX126" fmla="*/ 2438400 w 4089400"/>
              <a:gd name="connsiteY126" fmla="*/ 1092200 h 2870200"/>
              <a:gd name="connsiteX127" fmla="*/ 2455333 w 4089400"/>
              <a:gd name="connsiteY127" fmla="*/ 1117600 h 2870200"/>
              <a:gd name="connsiteX128" fmla="*/ 2463800 w 4089400"/>
              <a:gd name="connsiteY128" fmla="*/ 1227667 h 2870200"/>
              <a:gd name="connsiteX129" fmla="*/ 2489200 w 4089400"/>
              <a:gd name="connsiteY129" fmla="*/ 753534 h 2870200"/>
              <a:gd name="connsiteX130" fmla="*/ 2506133 w 4089400"/>
              <a:gd name="connsiteY130" fmla="*/ 685800 h 2870200"/>
              <a:gd name="connsiteX131" fmla="*/ 2514600 w 4089400"/>
              <a:gd name="connsiteY131" fmla="*/ 609600 h 2870200"/>
              <a:gd name="connsiteX132" fmla="*/ 2523066 w 4089400"/>
              <a:gd name="connsiteY132" fmla="*/ 558800 h 2870200"/>
              <a:gd name="connsiteX133" fmla="*/ 2540000 w 4089400"/>
              <a:gd name="connsiteY133" fmla="*/ 584200 h 2870200"/>
              <a:gd name="connsiteX134" fmla="*/ 2548466 w 4089400"/>
              <a:gd name="connsiteY134" fmla="*/ 778934 h 2870200"/>
              <a:gd name="connsiteX135" fmla="*/ 2590800 w 4089400"/>
              <a:gd name="connsiteY135" fmla="*/ 914400 h 2870200"/>
              <a:gd name="connsiteX136" fmla="*/ 2607733 w 4089400"/>
              <a:gd name="connsiteY136" fmla="*/ 973667 h 2870200"/>
              <a:gd name="connsiteX137" fmla="*/ 2624666 w 4089400"/>
              <a:gd name="connsiteY137" fmla="*/ 812800 h 2870200"/>
              <a:gd name="connsiteX138" fmla="*/ 2641600 w 4089400"/>
              <a:gd name="connsiteY138" fmla="*/ 694267 h 2870200"/>
              <a:gd name="connsiteX139" fmla="*/ 2667000 w 4089400"/>
              <a:gd name="connsiteY139" fmla="*/ 558800 h 2870200"/>
              <a:gd name="connsiteX140" fmla="*/ 2692400 w 4089400"/>
              <a:gd name="connsiteY140" fmla="*/ 321734 h 2870200"/>
              <a:gd name="connsiteX141" fmla="*/ 2709333 w 4089400"/>
              <a:gd name="connsiteY141" fmla="*/ 1058334 h 2870200"/>
              <a:gd name="connsiteX142" fmla="*/ 2735730 w 4089400"/>
              <a:gd name="connsiteY142" fmla="*/ 1023969 h 2870200"/>
              <a:gd name="connsiteX143" fmla="*/ 2785533 w 4089400"/>
              <a:gd name="connsiteY143" fmla="*/ 905934 h 2870200"/>
              <a:gd name="connsiteX144" fmla="*/ 2819400 w 4089400"/>
              <a:gd name="connsiteY144" fmla="*/ 855134 h 2870200"/>
              <a:gd name="connsiteX145" fmla="*/ 2844800 w 4089400"/>
              <a:gd name="connsiteY145" fmla="*/ 1422400 h 2870200"/>
              <a:gd name="connsiteX146" fmla="*/ 2853266 w 4089400"/>
              <a:gd name="connsiteY146" fmla="*/ 1388534 h 2870200"/>
              <a:gd name="connsiteX147" fmla="*/ 2870200 w 4089400"/>
              <a:gd name="connsiteY147" fmla="*/ 1363134 h 2870200"/>
              <a:gd name="connsiteX148" fmla="*/ 2895600 w 4089400"/>
              <a:gd name="connsiteY148" fmla="*/ 1278467 h 2870200"/>
              <a:gd name="connsiteX149" fmla="*/ 2912533 w 4089400"/>
              <a:gd name="connsiteY149" fmla="*/ 1320800 h 2870200"/>
              <a:gd name="connsiteX150" fmla="*/ 2929466 w 4089400"/>
              <a:gd name="connsiteY150" fmla="*/ 1388534 h 2870200"/>
              <a:gd name="connsiteX151" fmla="*/ 2946400 w 4089400"/>
              <a:gd name="connsiteY151" fmla="*/ 1422400 h 2870200"/>
              <a:gd name="connsiteX152" fmla="*/ 2988733 w 4089400"/>
              <a:gd name="connsiteY152" fmla="*/ 1540934 h 2870200"/>
              <a:gd name="connsiteX153" fmla="*/ 3005666 w 4089400"/>
              <a:gd name="connsiteY153" fmla="*/ 1566334 h 2870200"/>
              <a:gd name="connsiteX154" fmla="*/ 3039533 w 4089400"/>
              <a:gd name="connsiteY154" fmla="*/ 1718734 h 2870200"/>
              <a:gd name="connsiteX155" fmla="*/ 3064933 w 4089400"/>
              <a:gd name="connsiteY155" fmla="*/ 1761067 h 2870200"/>
              <a:gd name="connsiteX156" fmla="*/ 3098800 w 4089400"/>
              <a:gd name="connsiteY156" fmla="*/ 1879600 h 2870200"/>
              <a:gd name="connsiteX157" fmla="*/ 3090333 w 4089400"/>
              <a:gd name="connsiteY157" fmla="*/ 1913467 h 2870200"/>
              <a:gd name="connsiteX158" fmla="*/ 3102783 w 4089400"/>
              <a:gd name="connsiteY158" fmla="*/ 1901016 h 2870200"/>
              <a:gd name="connsiteX159" fmla="*/ 3081866 w 4089400"/>
              <a:gd name="connsiteY159" fmla="*/ 1888067 h 2870200"/>
              <a:gd name="connsiteX160" fmla="*/ 3107266 w 4089400"/>
              <a:gd name="connsiteY160" fmla="*/ 1871134 h 2870200"/>
              <a:gd name="connsiteX161" fmla="*/ 3115733 w 4089400"/>
              <a:gd name="connsiteY161" fmla="*/ 1769534 h 2870200"/>
              <a:gd name="connsiteX162" fmla="*/ 3132666 w 4089400"/>
              <a:gd name="connsiteY162" fmla="*/ 1710267 h 2870200"/>
              <a:gd name="connsiteX163" fmla="*/ 3141133 w 4089400"/>
              <a:gd name="connsiteY163" fmla="*/ 1684867 h 2870200"/>
              <a:gd name="connsiteX164" fmla="*/ 3166533 w 4089400"/>
              <a:gd name="connsiteY164" fmla="*/ 1676400 h 2870200"/>
              <a:gd name="connsiteX165" fmla="*/ 3175000 w 4089400"/>
              <a:gd name="connsiteY165" fmla="*/ 2006600 h 2870200"/>
              <a:gd name="connsiteX166" fmla="*/ 3183466 w 4089400"/>
              <a:gd name="connsiteY166" fmla="*/ 2048934 h 2870200"/>
              <a:gd name="connsiteX167" fmla="*/ 3191933 w 4089400"/>
              <a:gd name="connsiteY167" fmla="*/ 2099734 h 2870200"/>
              <a:gd name="connsiteX168" fmla="*/ 3208866 w 4089400"/>
              <a:gd name="connsiteY168" fmla="*/ 2048934 h 2870200"/>
              <a:gd name="connsiteX169" fmla="*/ 3217333 w 4089400"/>
              <a:gd name="connsiteY169" fmla="*/ 1998134 h 2870200"/>
              <a:gd name="connsiteX170" fmla="*/ 3251200 w 4089400"/>
              <a:gd name="connsiteY170" fmla="*/ 2353734 h 2870200"/>
              <a:gd name="connsiteX171" fmla="*/ 3276600 w 4089400"/>
              <a:gd name="connsiteY171" fmla="*/ 2387600 h 2870200"/>
              <a:gd name="connsiteX172" fmla="*/ 3285066 w 4089400"/>
              <a:gd name="connsiteY172" fmla="*/ 2497667 h 2870200"/>
              <a:gd name="connsiteX173" fmla="*/ 3302000 w 4089400"/>
              <a:gd name="connsiteY173" fmla="*/ 2531534 h 2870200"/>
              <a:gd name="connsiteX174" fmla="*/ 3318933 w 4089400"/>
              <a:gd name="connsiteY174" fmla="*/ 2599267 h 2870200"/>
              <a:gd name="connsiteX175" fmla="*/ 3344333 w 4089400"/>
              <a:gd name="connsiteY175" fmla="*/ 2667000 h 2870200"/>
              <a:gd name="connsiteX176" fmla="*/ 3386666 w 4089400"/>
              <a:gd name="connsiteY176" fmla="*/ 2810934 h 2870200"/>
              <a:gd name="connsiteX177" fmla="*/ 3412066 w 4089400"/>
              <a:gd name="connsiteY177" fmla="*/ 2870200 h 2870200"/>
              <a:gd name="connsiteX178" fmla="*/ 3437466 w 4089400"/>
              <a:gd name="connsiteY178" fmla="*/ 1828800 h 2870200"/>
              <a:gd name="connsiteX179" fmla="*/ 3436968 w 4089400"/>
              <a:gd name="connsiteY179" fmla="*/ 2090271 h 2870200"/>
              <a:gd name="connsiteX180" fmla="*/ 3462866 w 4089400"/>
              <a:gd name="connsiteY180" fmla="*/ 1735667 h 2870200"/>
              <a:gd name="connsiteX181" fmla="*/ 3488266 w 4089400"/>
              <a:gd name="connsiteY181" fmla="*/ 1651000 h 2870200"/>
              <a:gd name="connsiteX182" fmla="*/ 3496733 w 4089400"/>
              <a:gd name="connsiteY182" fmla="*/ 1701800 h 2870200"/>
              <a:gd name="connsiteX183" fmla="*/ 3500717 w 4089400"/>
              <a:gd name="connsiteY183" fmla="*/ 1875118 h 2870200"/>
              <a:gd name="connsiteX184" fmla="*/ 3522133 w 4089400"/>
              <a:gd name="connsiteY184" fmla="*/ 1752600 h 2870200"/>
              <a:gd name="connsiteX185" fmla="*/ 3530600 w 4089400"/>
              <a:gd name="connsiteY185" fmla="*/ 1693334 h 2870200"/>
              <a:gd name="connsiteX186" fmla="*/ 3572933 w 4089400"/>
              <a:gd name="connsiteY186" fmla="*/ 1608667 h 2870200"/>
              <a:gd name="connsiteX187" fmla="*/ 3589866 w 4089400"/>
              <a:gd name="connsiteY187" fmla="*/ 1566334 h 2870200"/>
              <a:gd name="connsiteX188" fmla="*/ 3632200 w 4089400"/>
              <a:gd name="connsiteY188" fmla="*/ 1464734 h 2870200"/>
              <a:gd name="connsiteX189" fmla="*/ 3636184 w 4089400"/>
              <a:gd name="connsiteY189" fmla="*/ 1373094 h 2870200"/>
              <a:gd name="connsiteX190" fmla="*/ 3657600 w 4089400"/>
              <a:gd name="connsiteY190" fmla="*/ 1363134 h 2870200"/>
              <a:gd name="connsiteX191" fmla="*/ 3674533 w 4089400"/>
              <a:gd name="connsiteY191" fmla="*/ 1320800 h 2870200"/>
              <a:gd name="connsiteX192" fmla="*/ 3669553 w 4089400"/>
              <a:gd name="connsiteY192" fmla="*/ 1151964 h 2870200"/>
              <a:gd name="connsiteX193" fmla="*/ 3716866 w 4089400"/>
              <a:gd name="connsiteY193" fmla="*/ 1227667 h 2870200"/>
              <a:gd name="connsiteX194" fmla="*/ 3725333 w 4089400"/>
              <a:gd name="connsiteY194" fmla="*/ 1176867 h 2870200"/>
              <a:gd name="connsiteX195" fmla="*/ 3742266 w 4089400"/>
              <a:gd name="connsiteY195" fmla="*/ 1126067 h 2870200"/>
              <a:gd name="connsiteX196" fmla="*/ 3750733 w 4089400"/>
              <a:gd name="connsiteY196" fmla="*/ 1058334 h 2870200"/>
              <a:gd name="connsiteX197" fmla="*/ 3759200 w 4089400"/>
              <a:gd name="connsiteY197" fmla="*/ 1270000 h 2870200"/>
              <a:gd name="connsiteX198" fmla="*/ 3788048 w 4089400"/>
              <a:gd name="connsiteY198" fmla="*/ 678606 h 2870200"/>
              <a:gd name="connsiteX199" fmla="*/ 3793066 w 4089400"/>
              <a:gd name="connsiteY199" fmla="*/ 558800 h 2870200"/>
              <a:gd name="connsiteX200" fmla="*/ 3810000 w 4089400"/>
              <a:gd name="connsiteY200" fmla="*/ 482600 h 2870200"/>
              <a:gd name="connsiteX201" fmla="*/ 3818466 w 4089400"/>
              <a:gd name="connsiteY201" fmla="*/ 533400 h 2870200"/>
              <a:gd name="connsiteX202" fmla="*/ 3835400 w 4089400"/>
              <a:gd name="connsiteY202" fmla="*/ 660400 h 2870200"/>
              <a:gd name="connsiteX203" fmla="*/ 3843866 w 4089400"/>
              <a:gd name="connsiteY203" fmla="*/ 702734 h 2870200"/>
              <a:gd name="connsiteX204" fmla="*/ 3860800 w 4089400"/>
              <a:gd name="connsiteY204" fmla="*/ 736600 h 2870200"/>
              <a:gd name="connsiteX205" fmla="*/ 3877733 w 4089400"/>
              <a:gd name="connsiteY205" fmla="*/ 702734 h 2870200"/>
              <a:gd name="connsiteX206" fmla="*/ 3937000 w 4089400"/>
              <a:gd name="connsiteY206" fmla="*/ 482600 h 2870200"/>
              <a:gd name="connsiteX207" fmla="*/ 3953933 w 4089400"/>
              <a:gd name="connsiteY207" fmla="*/ 457200 h 2870200"/>
              <a:gd name="connsiteX208" fmla="*/ 3979333 w 4089400"/>
              <a:gd name="connsiteY208" fmla="*/ 177800 h 2870200"/>
              <a:gd name="connsiteX209" fmla="*/ 4004733 w 4089400"/>
              <a:gd name="connsiteY209" fmla="*/ 135467 h 2870200"/>
              <a:gd name="connsiteX210" fmla="*/ 4013200 w 4089400"/>
              <a:gd name="connsiteY210" fmla="*/ 101600 h 2870200"/>
              <a:gd name="connsiteX211" fmla="*/ 4021666 w 4089400"/>
              <a:gd name="connsiteY211" fmla="*/ 76200 h 2870200"/>
              <a:gd name="connsiteX212" fmla="*/ 4030133 w 4089400"/>
              <a:gd name="connsiteY212" fmla="*/ 110067 h 2870200"/>
              <a:gd name="connsiteX213" fmla="*/ 4047066 w 4089400"/>
              <a:gd name="connsiteY213" fmla="*/ 160867 h 2870200"/>
              <a:gd name="connsiteX214" fmla="*/ 4089400 w 4089400"/>
              <a:gd name="connsiteY214" fmla="*/ 0 h 2870200"/>
              <a:gd name="connsiteX0" fmla="*/ 0 w 4089400"/>
              <a:gd name="connsiteY0" fmla="*/ 702734 h 2870200"/>
              <a:gd name="connsiteX1" fmla="*/ 8466 w 4089400"/>
              <a:gd name="connsiteY1" fmla="*/ 643467 h 2870200"/>
              <a:gd name="connsiteX2" fmla="*/ 33866 w 4089400"/>
              <a:gd name="connsiteY2" fmla="*/ 592667 h 2870200"/>
              <a:gd name="connsiteX3" fmla="*/ 42333 w 4089400"/>
              <a:gd name="connsiteY3" fmla="*/ 567267 h 2870200"/>
              <a:gd name="connsiteX4" fmla="*/ 47892 w 4089400"/>
              <a:gd name="connsiteY4" fmla="*/ 828517 h 2870200"/>
              <a:gd name="connsiteX5" fmla="*/ 32533 w 4089400"/>
              <a:gd name="connsiteY5" fmla="*/ 1083293 h 2870200"/>
              <a:gd name="connsiteX6" fmla="*/ 30266 w 4089400"/>
              <a:gd name="connsiteY6" fmla="*/ 1212385 h 2870200"/>
              <a:gd name="connsiteX7" fmla="*/ 25400 w 4089400"/>
              <a:gd name="connsiteY7" fmla="*/ 1354667 h 2870200"/>
              <a:gd name="connsiteX8" fmla="*/ 33866 w 4089400"/>
              <a:gd name="connsiteY8" fmla="*/ 1329267 h 2870200"/>
              <a:gd name="connsiteX9" fmla="*/ 42333 w 4089400"/>
              <a:gd name="connsiteY9" fmla="*/ 1286934 h 2870200"/>
              <a:gd name="connsiteX10" fmla="*/ 59266 w 4089400"/>
              <a:gd name="connsiteY10" fmla="*/ 1253067 h 2870200"/>
              <a:gd name="connsiteX11" fmla="*/ 76200 w 4089400"/>
              <a:gd name="connsiteY11" fmla="*/ 1202267 h 2870200"/>
              <a:gd name="connsiteX12" fmla="*/ 84666 w 4089400"/>
              <a:gd name="connsiteY12" fmla="*/ 1176867 h 2870200"/>
              <a:gd name="connsiteX13" fmla="*/ 101600 w 4089400"/>
              <a:gd name="connsiteY13" fmla="*/ 1143000 h 2870200"/>
              <a:gd name="connsiteX14" fmla="*/ 110066 w 4089400"/>
              <a:gd name="connsiteY14" fmla="*/ 1100667 h 2870200"/>
              <a:gd name="connsiteX15" fmla="*/ 135466 w 4089400"/>
              <a:gd name="connsiteY15" fmla="*/ 1032934 h 2870200"/>
              <a:gd name="connsiteX16" fmla="*/ 143933 w 4089400"/>
              <a:gd name="connsiteY16" fmla="*/ 999067 h 2870200"/>
              <a:gd name="connsiteX17" fmla="*/ 160866 w 4089400"/>
              <a:gd name="connsiteY17" fmla="*/ 948267 h 2870200"/>
              <a:gd name="connsiteX18" fmla="*/ 177800 w 4089400"/>
              <a:gd name="connsiteY18" fmla="*/ 1134534 h 2870200"/>
              <a:gd name="connsiteX19" fmla="*/ 194733 w 4089400"/>
              <a:gd name="connsiteY19" fmla="*/ 1464734 h 2870200"/>
              <a:gd name="connsiteX20" fmla="*/ 228600 w 4089400"/>
              <a:gd name="connsiteY20" fmla="*/ 1397000 h 2870200"/>
              <a:gd name="connsiteX21" fmla="*/ 254000 w 4089400"/>
              <a:gd name="connsiteY21" fmla="*/ 1363134 h 2870200"/>
              <a:gd name="connsiteX22" fmla="*/ 262466 w 4089400"/>
              <a:gd name="connsiteY22" fmla="*/ 1337734 h 2870200"/>
              <a:gd name="connsiteX23" fmla="*/ 279400 w 4089400"/>
              <a:gd name="connsiteY23" fmla="*/ 1371600 h 2870200"/>
              <a:gd name="connsiteX24" fmla="*/ 287866 w 4089400"/>
              <a:gd name="connsiteY24" fmla="*/ 2243667 h 2870200"/>
              <a:gd name="connsiteX25" fmla="*/ 313266 w 4089400"/>
              <a:gd name="connsiteY25" fmla="*/ 2201334 h 2870200"/>
              <a:gd name="connsiteX26" fmla="*/ 321733 w 4089400"/>
              <a:gd name="connsiteY26" fmla="*/ 2150534 h 2870200"/>
              <a:gd name="connsiteX27" fmla="*/ 346635 w 4089400"/>
              <a:gd name="connsiteY27" fmla="*/ 2376146 h 2870200"/>
              <a:gd name="connsiteX28" fmla="*/ 364066 w 4089400"/>
              <a:gd name="connsiteY28" fmla="*/ 2082800 h 2870200"/>
              <a:gd name="connsiteX29" fmla="*/ 389965 w 4089400"/>
              <a:gd name="connsiteY29" fmla="*/ 1792444 h 2870200"/>
              <a:gd name="connsiteX30" fmla="*/ 397933 w 4089400"/>
              <a:gd name="connsiteY30" fmla="*/ 2032000 h 2870200"/>
              <a:gd name="connsiteX31" fmla="*/ 423333 w 4089400"/>
              <a:gd name="connsiteY31" fmla="*/ 1998134 h 2870200"/>
              <a:gd name="connsiteX32" fmla="*/ 440266 w 4089400"/>
              <a:gd name="connsiteY32" fmla="*/ 1752600 h 2870200"/>
              <a:gd name="connsiteX33" fmla="*/ 465666 w 4089400"/>
              <a:gd name="connsiteY33" fmla="*/ 1651000 h 2870200"/>
              <a:gd name="connsiteX34" fmla="*/ 491066 w 4089400"/>
              <a:gd name="connsiteY34" fmla="*/ 1710267 h 2870200"/>
              <a:gd name="connsiteX35" fmla="*/ 499533 w 4089400"/>
              <a:gd name="connsiteY35" fmla="*/ 1851666 h 2870200"/>
              <a:gd name="connsiteX36" fmla="*/ 533400 w 4089400"/>
              <a:gd name="connsiteY36" fmla="*/ 1820334 h 2870200"/>
              <a:gd name="connsiteX37" fmla="*/ 558800 w 4089400"/>
              <a:gd name="connsiteY37" fmla="*/ 1938867 h 2870200"/>
              <a:gd name="connsiteX38" fmla="*/ 575733 w 4089400"/>
              <a:gd name="connsiteY38" fmla="*/ 1998134 h 2870200"/>
              <a:gd name="connsiteX39" fmla="*/ 592666 w 4089400"/>
              <a:gd name="connsiteY39" fmla="*/ 2023534 h 2870200"/>
              <a:gd name="connsiteX40" fmla="*/ 618066 w 4089400"/>
              <a:gd name="connsiteY40" fmla="*/ 1786467 h 2870200"/>
              <a:gd name="connsiteX41" fmla="*/ 626533 w 4089400"/>
              <a:gd name="connsiteY41" fmla="*/ 1744134 h 2870200"/>
              <a:gd name="connsiteX42" fmla="*/ 643466 w 4089400"/>
              <a:gd name="connsiteY42" fmla="*/ 1718734 h 2870200"/>
              <a:gd name="connsiteX43" fmla="*/ 660400 w 4089400"/>
              <a:gd name="connsiteY43" fmla="*/ 1617134 h 2870200"/>
              <a:gd name="connsiteX44" fmla="*/ 677333 w 4089400"/>
              <a:gd name="connsiteY44" fmla="*/ 1557867 h 2870200"/>
              <a:gd name="connsiteX45" fmla="*/ 685800 w 4089400"/>
              <a:gd name="connsiteY45" fmla="*/ 1524000 h 2870200"/>
              <a:gd name="connsiteX46" fmla="*/ 702733 w 4089400"/>
              <a:gd name="connsiteY46" fmla="*/ 1312334 h 2870200"/>
              <a:gd name="connsiteX47" fmla="*/ 719666 w 4089400"/>
              <a:gd name="connsiteY47" fmla="*/ 1380067 h 2870200"/>
              <a:gd name="connsiteX48" fmla="*/ 736600 w 4089400"/>
              <a:gd name="connsiteY48" fmla="*/ 1532467 h 2870200"/>
              <a:gd name="connsiteX49" fmla="*/ 753533 w 4089400"/>
              <a:gd name="connsiteY49" fmla="*/ 1566334 h 2870200"/>
              <a:gd name="connsiteX50" fmla="*/ 778933 w 4089400"/>
              <a:gd name="connsiteY50" fmla="*/ 1456267 h 2870200"/>
              <a:gd name="connsiteX51" fmla="*/ 795866 w 4089400"/>
              <a:gd name="connsiteY51" fmla="*/ 1430867 h 2870200"/>
              <a:gd name="connsiteX52" fmla="*/ 829733 w 4089400"/>
              <a:gd name="connsiteY52" fmla="*/ 1388534 h 2870200"/>
              <a:gd name="connsiteX53" fmla="*/ 838200 w 4089400"/>
              <a:gd name="connsiteY53" fmla="*/ 1498600 h 2870200"/>
              <a:gd name="connsiteX54" fmla="*/ 863600 w 4089400"/>
              <a:gd name="connsiteY54" fmla="*/ 1811867 h 2870200"/>
              <a:gd name="connsiteX55" fmla="*/ 872066 w 4089400"/>
              <a:gd name="connsiteY55" fmla="*/ 1642534 h 2870200"/>
              <a:gd name="connsiteX56" fmla="*/ 897466 w 4089400"/>
              <a:gd name="connsiteY56" fmla="*/ 1583267 h 2870200"/>
              <a:gd name="connsiteX57" fmla="*/ 905933 w 4089400"/>
              <a:gd name="connsiteY57" fmla="*/ 1557867 h 2870200"/>
              <a:gd name="connsiteX58" fmla="*/ 914400 w 4089400"/>
              <a:gd name="connsiteY58" fmla="*/ 2006600 h 2870200"/>
              <a:gd name="connsiteX59" fmla="*/ 939800 w 4089400"/>
              <a:gd name="connsiteY59" fmla="*/ 2116667 h 2870200"/>
              <a:gd name="connsiteX60" fmla="*/ 948266 w 4089400"/>
              <a:gd name="connsiteY60" fmla="*/ 1948424 h 2870200"/>
              <a:gd name="connsiteX61" fmla="*/ 965200 w 4089400"/>
              <a:gd name="connsiteY61" fmla="*/ 1794934 h 2870200"/>
              <a:gd name="connsiteX62" fmla="*/ 973666 w 4089400"/>
              <a:gd name="connsiteY62" fmla="*/ 1761067 h 2870200"/>
              <a:gd name="connsiteX63" fmla="*/ 990600 w 4089400"/>
              <a:gd name="connsiteY63" fmla="*/ 1871134 h 2870200"/>
              <a:gd name="connsiteX64" fmla="*/ 1007533 w 4089400"/>
              <a:gd name="connsiteY64" fmla="*/ 1947334 h 2870200"/>
              <a:gd name="connsiteX65" fmla="*/ 1024466 w 4089400"/>
              <a:gd name="connsiteY65" fmla="*/ 2040467 h 2870200"/>
              <a:gd name="connsiteX66" fmla="*/ 1049866 w 4089400"/>
              <a:gd name="connsiteY66" fmla="*/ 2108200 h 2870200"/>
              <a:gd name="connsiteX67" fmla="*/ 1058333 w 4089400"/>
              <a:gd name="connsiteY67" fmla="*/ 2150534 h 2870200"/>
              <a:gd name="connsiteX68" fmla="*/ 1100666 w 4089400"/>
              <a:gd name="connsiteY68" fmla="*/ 2209800 h 2870200"/>
              <a:gd name="connsiteX69" fmla="*/ 1109133 w 4089400"/>
              <a:gd name="connsiteY69" fmla="*/ 2108200 h 2870200"/>
              <a:gd name="connsiteX70" fmla="*/ 1159933 w 4089400"/>
              <a:gd name="connsiteY70" fmla="*/ 1989667 h 2870200"/>
              <a:gd name="connsiteX71" fmla="*/ 1210733 w 4089400"/>
              <a:gd name="connsiteY71" fmla="*/ 1913467 h 2870200"/>
              <a:gd name="connsiteX72" fmla="*/ 1219200 w 4089400"/>
              <a:gd name="connsiteY72" fmla="*/ 2167467 h 2870200"/>
              <a:gd name="connsiteX73" fmla="*/ 1236133 w 4089400"/>
              <a:gd name="connsiteY73" fmla="*/ 2082800 h 2870200"/>
              <a:gd name="connsiteX74" fmla="*/ 1244600 w 4089400"/>
              <a:gd name="connsiteY74" fmla="*/ 2015067 h 2870200"/>
              <a:gd name="connsiteX75" fmla="*/ 1286933 w 4089400"/>
              <a:gd name="connsiteY75" fmla="*/ 1854200 h 2870200"/>
              <a:gd name="connsiteX76" fmla="*/ 1295400 w 4089400"/>
              <a:gd name="connsiteY76" fmla="*/ 1803400 h 2870200"/>
              <a:gd name="connsiteX77" fmla="*/ 1320800 w 4089400"/>
              <a:gd name="connsiteY77" fmla="*/ 1701800 h 2870200"/>
              <a:gd name="connsiteX78" fmla="*/ 1346200 w 4089400"/>
              <a:gd name="connsiteY78" fmla="*/ 1718734 h 2870200"/>
              <a:gd name="connsiteX79" fmla="*/ 1354666 w 4089400"/>
              <a:gd name="connsiteY79" fmla="*/ 1744134 h 2870200"/>
              <a:gd name="connsiteX80" fmla="*/ 1380066 w 4089400"/>
              <a:gd name="connsiteY80" fmla="*/ 1828800 h 2870200"/>
              <a:gd name="connsiteX81" fmla="*/ 1397000 w 4089400"/>
              <a:gd name="connsiteY81" fmla="*/ 1879600 h 2870200"/>
              <a:gd name="connsiteX82" fmla="*/ 1405466 w 4089400"/>
              <a:gd name="connsiteY82" fmla="*/ 1913467 h 2870200"/>
              <a:gd name="connsiteX83" fmla="*/ 1430866 w 4089400"/>
              <a:gd name="connsiteY83" fmla="*/ 1947334 h 2870200"/>
              <a:gd name="connsiteX84" fmla="*/ 1447800 w 4089400"/>
              <a:gd name="connsiteY84" fmla="*/ 1938867 h 2870200"/>
              <a:gd name="connsiteX85" fmla="*/ 1490133 w 4089400"/>
              <a:gd name="connsiteY85" fmla="*/ 1803400 h 2870200"/>
              <a:gd name="connsiteX86" fmla="*/ 1549400 w 4089400"/>
              <a:gd name="connsiteY86" fmla="*/ 1651000 h 2870200"/>
              <a:gd name="connsiteX87" fmla="*/ 1557866 w 4089400"/>
              <a:gd name="connsiteY87" fmla="*/ 1591734 h 2870200"/>
              <a:gd name="connsiteX88" fmla="*/ 1574800 w 4089400"/>
              <a:gd name="connsiteY88" fmla="*/ 1566334 h 2870200"/>
              <a:gd name="connsiteX89" fmla="*/ 1583266 w 4089400"/>
              <a:gd name="connsiteY89" fmla="*/ 1524000 h 2870200"/>
              <a:gd name="connsiteX90" fmla="*/ 1591733 w 4089400"/>
              <a:gd name="connsiteY90" fmla="*/ 1498600 h 2870200"/>
              <a:gd name="connsiteX91" fmla="*/ 1608666 w 4089400"/>
              <a:gd name="connsiteY91" fmla="*/ 1524000 h 2870200"/>
              <a:gd name="connsiteX92" fmla="*/ 1634066 w 4089400"/>
              <a:gd name="connsiteY92" fmla="*/ 1490134 h 2870200"/>
              <a:gd name="connsiteX93" fmla="*/ 1659466 w 4089400"/>
              <a:gd name="connsiteY93" fmla="*/ 1388534 h 2870200"/>
              <a:gd name="connsiteX94" fmla="*/ 1718733 w 4089400"/>
              <a:gd name="connsiteY94" fmla="*/ 1286934 h 2870200"/>
              <a:gd name="connsiteX95" fmla="*/ 1769533 w 4089400"/>
              <a:gd name="connsiteY95" fmla="*/ 1176867 h 2870200"/>
              <a:gd name="connsiteX96" fmla="*/ 1794933 w 4089400"/>
              <a:gd name="connsiteY96" fmla="*/ 1202267 h 2870200"/>
              <a:gd name="connsiteX97" fmla="*/ 1803400 w 4089400"/>
              <a:gd name="connsiteY97" fmla="*/ 1227667 h 2870200"/>
              <a:gd name="connsiteX98" fmla="*/ 1820333 w 4089400"/>
              <a:gd name="connsiteY98" fmla="*/ 1261534 h 2870200"/>
              <a:gd name="connsiteX99" fmla="*/ 1862666 w 4089400"/>
              <a:gd name="connsiteY99" fmla="*/ 1422400 h 2870200"/>
              <a:gd name="connsiteX100" fmla="*/ 1913466 w 4089400"/>
              <a:gd name="connsiteY100" fmla="*/ 1600200 h 2870200"/>
              <a:gd name="connsiteX101" fmla="*/ 1964266 w 4089400"/>
              <a:gd name="connsiteY101" fmla="*/ 1744134 h 2870200"/>
              <a:gd name="connsiteX102" fmla="*/ 1981200 w 4089400"/>
              <a:gd name="connsiteY102" fmla="*/ 1498600 h 2870200"/>
              <a:gd name="connsiteX103" fmla="*/ 1998133 w 4089400"/>
              <a:gd name="connsiteY103" fmla="*/ 1464734 h 2870200"/>
              <a:gd name="connsiteX104" fmla="*/ 2006600 w 4089400"/>
              <a:gd name="connsiteY104" fmla="*/ 1439334 h 2870200"/>
              <a:gd name="connsiteX105" fmla="*/ 2057400 w 4089400"/>
              <a:gd name="connsiteY105" fmla="*/ 2032000 h 2870200"/>
              <a:gd name="connsiteX106" fmla="*/ 2065866 w 4089400"/>
              <a:gd name="connsiteY106" fmla="*/ 2150534 h 2870200"/>
              <a:gd name="connsiteX107" fmla="*/ 2074333 w 4089400"/>
              <a:gd name="connsiteY107" fmla="*/ 2489200 h 2870200"/>
              <a:gd name="connsiteX108" fmla="*/ 2108200 w 4089400"/>
              <a:gd name="connsiteY108" fmla="*/ 2421467 h 2870200"/>
              <a:gd name="connsiteX109" fmla="*/ 2150533 w 4089400"/>
              <a:gd name="connsiteY109" fmla="*/ 2319867 h 2870200"/>
              <a:gd name="connsiteX110" fmla="*/ 2175933 w 4089400"/>
              <a:gd name="connsiteY110" fmla="*/ 2286000 h 2870200"/>
              <a:gd name="connsiteX111" fmla="*/ 2209800 w 4089400"/>
              <a:gd name="connsiteY111" fmla="*/ 2235200 h 2870200"/>
              <a:gd name="connsiteX112" fmla="*/ 2226733 w 4089400"/>
              <a:gd name="connsiteY112" fmla="*/ 2514600 h 2870200"/>
              <a:gd name="connsiteX113" fmla="*/ 2252133 w 4089400"/>
              <a:gd name="connsiteY113" fmla="*/ 2565400 h 2870200"/>
              <a:gd name="connsiteX114" fmla="*/ 2260600 w 4089400"/>
              <a:gd name="connsiteY114" fmla="*/ 2489200 h 2870200"/>
              <a:gd name="connsiteX115" fmla="*/ 2277533 w 4089400"/>
              <a:gd name="connsiteY115" fmla="*/ 2421467 h 2870200"/>
              <a:gd name="connsiteX116" fmla="*/ 2286000 w 4089400"/>
              <a:gd name="connsiteY116" fmla="*/ 1718734 h 2870200"/>
              <a:gd name="connsiteX117" fmla="*/ 2311400 w 4089400"/>
              <a:gd name="connsiteY117" fmla="*/ 1811867 h 2870200"/>
              <a:gd name="connsiteX118" fmla="*/ 2336800 w 4089400"/>
              <a:gd name="connsiteY118" fmla="*/ 1871134 h 2870200"/>
              <a:gd name="connsiteX119" fmla="*/ 2362200 w 4089400"/>
              <a:gd name="connsiteY119" fmla="*/ 1938867 h 2870200"/>
              <a:gd name="connsiteX120" fmla="*/ 2370666 w 4089400"/>
              <a:gd name="connsiteY120" fmla="*/ 1972734 h 2870200"/>
              <a:gd name="connsiteX121" fmla="*/ 2379133 w 4089400"/>
              <a:gd name="connsiteY121" fmla="*/ 1574800 h 2870200"/>
              <a:gd name="connsiteX122" fmla="*/ 2404533 w 4089400"/>
              <a:gd name="connsiteY122" fmla="*/ 1236134 h 2870200"/>
              <a:gd name="connsiteX123" fmla="*/ 2421466 w 4089400"/>
              <a:gd name="connsiteY123" fmla="*/ 1092200 h 2870200"/>
              <a:gd name="connsiteX124" fmla="*/ 2429933 w 4089400"/>
              <a:gd name="connsiteY124" fmla="*/ 1066800 h 2870200"/>
              <a:gd name="connsiteX125" fmla="*/ 2438400 w 4089400"/>
              <a:gd name="connsiteY125" fmla="*/ 1092200 h 2870200"/>
              <a:gd name="connsiteX126" fmla="*/ 2455333 w 4089400"/>
              <a:gd name="connsiteY126" fmla="*/ 1117600 h 2870200"/>
              <a:gd name="connsiteX127" fmla="*/ 2463800 w 4089400"/>
              <a:gd name="connsiteY127" fmla="*/ 1227667 h 2870200"/>
              <a:gd name="connsiteX128" fmla="*/ 2489200 w 4089400"/>
              <a:gd name="connsiteY128" fmla="*/ 753534 h 2870200"/>
              <a:gd name="connsiteX129" fmla="*/ 2506133 w 4089400"/>
              <a:gd name="connsiteY129" fmla="*/ 685800 h 2870200"/>
              <a:gd name="connsiteX130" fmla="*/ 2514600 w 4089400"/>
              <a:gd name="connsiteY130" fmla="*/ 609600 h 2870200"/>
              <a:gd name="connsiteX131" fmla="*/ 2523066 w 4089400"/>
              <a:gd name="connsiteY131" fmla="*/ 558800 h 2870200"/>
              <a:gd name="connsiteX132" fmla="*/ 2540000 w 4089400"/>
              <a:gd name="connsiteY132" fmla="*/ 584200 h 2870200"/>
              <a:gd name="connsiteX133" fmla="*/ 2548466 w 4089400"/>
              <a:gd name="connsiteY133" fmla="*/ 778934 h 2870200"/>
              <a:gd name="connsiteX134" fmla="*/ 2590800 w 4089400"/>
              <a:gd name="connsiteY134" fmla="*/ 914400 h 2870200"/>
              <a:gd name="connsiteX135" fmla="*/ 2607733 w 4089400"/>
              <a:gd name="connsiteY135" fmla="*/ 973667 h 2870200"/>
              <a:gd name="connsiteX136" fmla="*/ 2624666 w 4089400"/>
              <a:gd name="connsiteY136" fmla="*/ 812800 h 2870200"/>
              <a:gd name="connsiteX137" fmla="*/ 2641600 w 4089400"/>
              <a:gd name="connsiteY137" fmla="*/ 694267 h 2870200"/>
              <a:gd name="connsiteX138" fmla="*/ 2667000 w 4089400"/>
              <a:gd name="connsiteY138" fmla="*/ 558800 h 2870200"/>
              <a:gd name="connsiteX139" fmla="*/ 2692400 w 4089400"/>
              <a:gd name="connsiteY139" fmla="*/ 321734 h 2870200"/>
              <a:gd name="connsiteX140" fmla="*/ 2709333 w 4089400"/>
              <a:gd name="connsiteY140" fmla="*/ 1058334 h 2870200"/>
              <a:gd name="connsiteX141" fmla="*/ 2735730 w 4089400"/>
              <a:gd name="connsiteY141" fmla="*/ 1023969 h 2870200"/>
              <a:gd name="connsiteX142" fmla="*/ 2785533 w 4089400"/>
              <a:gd name="connsiteY142" fmla="*/ 905934 h 2870200"/>
              <a:gd name="connsiteX143" fmla="*/ 2819400 w 4089400"/>
              <a:gd name="connsiteY143" fmla="*/ 855134 h 2870200"/>
              <a:gd name="connsiteX144" fmla="*/ 2844800 w 4089400"/>
              <a:gd name="connsiteY144" fmla="*/ 1422400 h 2870200"/>
              <a:gd name="connsiteX145" fmla="*/ 2853266 w 4089400"/>
              <a:gd name="connsiteY145" fmla="*/ 1388534 h 2870200"/>
              <a:gd name="connsiteX146" fmla="*/ 2870200 w 4089400"/>
              <a:gd name="connsiteY146" fmla="*/ 1363134 h 2870200"/>
              <a:gd name="connsiteX147" fmla="*/ 2895600 w 4089400"/>
              <a:gd name="connsiteY147" fmla="*/ 1278467 h 2870200"/>
              <a:gd name="connsiteX148" fmla="*/ 2912533 w 4089400"/>
              <a:gd name="connsiteY148" fmla="*/ 1320800 h 2870200"/>
              <a:gd name="connsiteX149" fmla="*/ 2929466 w 4089400"/>
              <a:gd name="connsiteY149" fmla="*/ 1388534 h 2870200"/>
              <a:gd name="connsiteX150" fmla="*/ 2946400 w 4089400"/>
              <a:gd name="connsiteY150" fmla="*/ 1422400 h 2870200"/>
              <a:gd name="connsiteX151" fmla="*/ 2988733 w 4089400"/>
              <a:gd name="connsiteY151" fmla="*/ 1540934 h 2870200"/>
              <a:gd name="connsiteX152" fmla="*/ 3005666 w 4089400"/>
              <a:gd name="connsiteY152" fmla="*/ 1566334 h 2870200"/>
              <a:gd name="connsiteX153" fmla="*/ 3039533 w 4089400"/>
              <a:gd name="connsiteY153" fmla="*/ 1718734 h 2870200"/>
              <a:gd name="connsiteX154" fmla="*/ 3064933 w 4089400"/>
              <a:gd name="connsiteY154" fmla="*/ 1761067 h 2870200"/>
              <a:gd name="connsiteX155" fmla="*/ 3098800 w 4089400"/>
              <a:gd name="connsiteY155" fmla="*/ 1879600 h 2870200"/>
              <a:gd name="connsiteX156" fmla="*/ 3090333 w 4089400"/>
              <a:gd name="connsiteY156" fmla="*/ 1913467 h 2870200"/>
              <a:gd name="connsiteX157" fmla="*/ 3102783 w 4089400"/>
              <a:gd name="connsiteY157" fmla="*/ 1901016 h 2870200"/>
              <a:gd name="connsiteX158" fmla="*/ 3081866 w 4089400"/>
              <a:gd name="connsiteY158" fmla="*/ 1888067 h 2870200"/>
              <a:gd name="connsiteX159" fmla="*/ 3107266 w 4089400"/>
              <a:gd name="connsiteY159" fmla="*/ 1871134 h 2870200"/>
              <a:gd name="connsiteX160" fmla="*/ 3115733 w 4089400"/>
              <a:gd name="connsiteY160" fmla="*/ 1769534 h 2870200"/>
              <a:gd name="connsiteX161" fmla="*/ 3132666 w 4089400"/>
              <a:gd name="connsiteY161" fmla="*/ 1710267 h 2870200"/>
              <a:gd name="connsiteX162" fmla="*/ 3141133 w 4089400"/>
              <a:gd name="connsiteY162" fmla="*/ 1684867 h 2870200"/>
              <a:gd name="connsiteX163" fmla="*/ 3166533 w 4089400"/>
              <a:gd name="connsiteY163" fmla="*/ 1676400 h 2870200"/>
              <a:gd name="connsiteX164" fmla="*/ 3175000 w 4089400"/>
              <a:gd name="connsiteY164" fmla="*/ 2006600 h 2870200"/>
              <a:gd name="connsiteX165" fmla="*/ 3183466 w 4089400"/>
              <a:gd name="connsiteY165" fmla="*/ 2048934 h 2870200"/>
              <a:gd name="connsiteX166" fmla="*/ 3191933 w 4089400"/>
              <a:gd name="connsiteY166" fmla="*/ 2099734 h 2870200"/>
              <a:gd name="connsiteX167" fmla="*/ 3208866 w 4089400"/>
              <a:gd name="connsiteY167" fmla="*/ 2048934 h 2870200"/>
              <a:gd name="connsiteX168" fmla="*/ 3217333 w 4089400"/>
              <a:gd name="connsiteY168" fmla="*/ 1998134 h 2870200"/>
              <a:gd name="connsiteX169" fmla="*/ 3251200 w 4089400"/>
              <a:gd name="connsiteY169" fmla="*/ 2353734 h 2870200"/>
              <a:gd name="connsiteX170" fmla="*/ 3276600 w 4089400"/>
              <a:gd name="connsiteY170" fmla="*/ 2387600 h 2870200"/>
              <a:gd name="connsiteX171" fmla="*/ 3285066 w 4089400"/>
              <a:gd name="connsiteY171" fmla="*/ 2497667 h 2870200"/>
              <a:gd name="connsiteX172" fmla="*/ 3302000 w 4089400"/>
              <a:gd name="connsiteY172" fmla="*/ 2531534 h 2870200"/>
              <a:gd name="connsiteX173" fmla="*/ 3318933 w 4089400"/>
              <a:gd name="connsiteY173" fmla="*/ 2599267 h 2870200"/>
              <a:gd name="connsiteX174" fmla="*/ 3344333 w 4089400"/>
              <a:gd name="connsiteY174" fmla="*/ 2667000 h 2870200"/>
              <a:gd name="connsiteX175" fmla="*/ 3386666 w 4089400"/>
              <a:gd name="connsiteY175" fmla="*/ 2810934 h 2870200"/>
              <a:gd name="connsiteX176" fmla="*/ 3412066 w 4089400"/>
              <a:gd name="connsiteY176" fmla="*/ 2870200 h 2870200"/>
              <a:gd name="connsiteX177" fmla="*/ 3437466 w 4089400"/>
              <a:gd name="connsiteY177" fmla="*/ 1828800 h 2870200"/>
              <a:gd name="connsiteX178" fmla="*/ 3436968 w 4089400"/>
              <a:gd name="connsiteY178" fmla="*/ 2090271 h 2870200"/>
              <a:gd name="connsiteX179" fmla="*/ 3462866 w 4089400"/>
              <a:gd name="connsiteY179" fmla="*/ 1735667 h 2870200"/>
              <a:gd name="connsiteX180" fmla="*/ 3488266 w 4089400"/>
              <a:gd name="connsiteY180" fmla="*/ 1651000 h 2870200"/>
              <a:gd name="connsiteX181" fmla="*/ 3496733 w 4089400"/>
              <a:gd name="connsiteY181" fmla="*/ 1701800 h 2870200"/>
              <a:gd name="connsiteX182" fmla="*/ 3500717 w 4089400"/>
              <a:gd name="connsiteY182" fmla="*/ 1875118 h 2870200"/>
              <a:gd name="connsiteX183" fmla="*/ 3522133 w 4089400"/>
              <a:gd name="connsiteY183" fmla="*/ 1752600 h 2870200"/>
              <a:gd name="connsiteX184" fmla="*/ 3530600 w 4089400"/>
              <a:gd name="connsiteY184" fmla="*/ 1693334 h 2870200"/>
              <a:gd name="connsiteX185" fmla="*/ 3572933 w 4089400"/>
              <a:gd name="connsiteY185" fmla="*/ 1608667 h 2870200"/>
              <a:gd name="connsiteX186" fmla="*/ 3589866 w 4089400"/>
              <a:gd name="connsiteY186" fmla="*/ 1566334 h 2870200"/>
              <a:gd name="connsiteX187" fmla="*/ 3632200 w 4089400"/>
              <a:gd name="connsiteY187" fmla="*/ 1464734 h 2870200"/>
              <a:gd name="connsiteX188" fmla="*/ 3636184 w 4089400"/>
              <a:gd name="connsiteY188" fmla="*/ 1373094 h 2870200"/>
              <a:gd name="connsiteX189" fmla="*/ 3657600 w 4089400"/>
              <a:gd name="connsiteY189" fmla="*/ 1363134 h 2870200"/>
              <a:gd name="connsiteX190" fmla="*/ 3674533 w 4089400"/>
              <a:gd name="connsiteY190" fmla="*/ 1320800 h 2870200"/>
              <a:gd name="connsiteX191" fmla="*/ 3669553 w 4089400"/>
              <a:gd name="connsiteY191" fmla="*/ 1151964 h 2870200"/>
              <a:gd name="connsiteX192" fmla="*/ 3716866 w 4089400"/>
              <a:gd name="connsiteY192" fmla="*/ 1227667 h 2870200"/>
              <a:gd name="connsiteX193" fmla="*/ 3725333 w 4089400"/>
              <a:gd name="connsiteY193" fmla="*/ 1176867 h 2870200"/>
              <a:gd name="connsiteX194" fmla="*/ 3742266 w 4089400"/>
              <a:gd name="connsiteY194" fmla="*/ 1126067 h 2870200"/>
              <a:gd name="connsiteX195" fmla="*/ 3750733 w 4089400"/>
              <a:gd name="connsiteY195" fmla="*/ 1058334 h 2870200"/>
              <a:gd name="connsiteX196" fmla="*/ 3759200 w 4089400"/>
              <a:gd name="connsiteY196" fmla="*/ 1270000 h 2870200"/>
              <a:gd name="connsiteX197" fmla="*/ 3788048 w 4089400"/>
              <a:gd name="connsiteY197" fmla="*/ 678606 h 2870200"/>
              <a:gd name="connsiteX198" fmla="*/ 3793066 w 4089400"/>
              <a:gd name="connsiteY198" fmla="*/ 558800 h 2870200"/>
              <a:gd name="connsiteX199" fmla="*/ 3810000 w 4089400"/>
              <a:gd name="connsiteY199" fmla="*/ 482600 h 2870200"/>
              <a:gd name="connsiteX200" fmla="*/ 3818466 w 4089400"/>
              <a:gd name="connsiteY200" fmla="*/ 533400 h 2870200"/>
              <a:gd name="connsiteX201" fmla="*/ 3835400 w 4089400"/>
              <a:gd name="connsiteY201" fmla="*/ 660400 h 2870200"/>
              <a:gd name="connsiteX202" fmla="*/ 3843866 w 4089400"/>
              <a:gd name="connsiteY202" fmla="*/ 702734 h 2870200"/>
              <a:gd name="connsiteX203" fmla="*/ 3860800 w 4089400"/>
              <a:gd name="connsiteY203" fmla="*/ 736600 h 2870200"/>
              <a:gd name="connsiteX204" fmla="*/ 3877733 w 4089400"/>
              <a:gd name="connsiteY204" fmla="*/ 702734 h 2870200"/>
              <a:gd name="connsiteX205" fmla="*/ 3937000 w 4089400"/>
              <a:gd name="connsiteY205" fmla="*/ 482600 h 2870200"/>
              <a:gd name="connsiteX206" fmla="*/ 3953933 w 4089400"/>
              <a:gd name="connsiteY206" fmla="*/ 457200 h 2870200"/>
              <a:gd name="connsiteX207" fmla="*/ 3979333 w 4089400"/>
              <a:gd name="connsiteY207" fmla="*/ 177800 h 2870200"/>
              <a:gd name="connsiteX208" fmla="*/ 4004733 w 4089400"/>
              <a:gd name="connsiteY208" fmla="*/ 135467 h 2870200"/>
              <a:gd name="connsiteX209" fmla="*/ 4013200 w 4089400"/>
              <a:gd name="connsiteY209" fmla="*/ 101600 h 2870200"/>
              <a:gd name="connsiteX210" fmla="*/ 4021666 w 4089400"/>
              <a:gd name="connsiteY210" fmla="*/ 76200 h 2870200"/>
              <a:gd name="connsiteX211" fmla="*/ 4030133 w 4089400"/>
              <a:gd name="connsiteY211" fmla="*/ 110067 h 2870200"/>
              <a:gd name="connsiteX212" fmla="*/ 4047066 w 4089400"/>
              <a:gd name="connsiteY212" fmla="*/ 160867 h 2870200"/>
              <a:gd name="connsiteX213" fmla="*/ 4089400 w 4089400"/>
              <a:gd name="connsiteY213" fmla="*/ 0 h 2870200"/>
              <a:gd name="connsiteX0" fmla="*/ 0 w 4089400"/>
              <a:gd name="connsiteY0" fmla="*/ 702734 h 2870200"/>
              <a:gd name="connsiteX1" fmla="*/ 8466 w 4089400"/>
              <a:gd name="connsiteY1" fmla="*/ 643467 h 2870200"/>
              <a:gd name="connsiteX2" fmla="*/ 42333 w 4089400"/>
              <a:gd name="connsiteY2" fmla="*/ 567267 h 2870200"/>
              <a:gd name="connsiteX3" fmla="*/ 47892 w 4089400"/>
              <a:gd name="connsiteY3" fmla="*/ 828517 h 2870200"/>
              <a:gd name="connsiteX4" fmla="*/ 32533 w 4089400"/>
              <a:gd name="connsiteY4" fmla="*/ 1083293 h 2870200"/>
              <a:gd name="connsiteX5" fmla="*/ 30266 w 4089400"/>
              <a:gd name="connsiteY5" fmla="*/ 1212385 h 2870200"/>
              <a:gd name="connsiteX6" fmla="*/ 25400 w 4089400"/>
              <a:gd name="connsiteY6" fmla="*/ 1354667 h 2870200"/>
              <a:gd name="connsiteX7" fmla="*/ 33866 w 4089400"/>
              <a:gd name="connsiteY7" fmla="*/ 1329267 h 2870200"/>
              <a:gd name="connsiteX8" fmla="*/ 42333 w 4089400"/>
              <a:gd name="connsiteY8" fmla="*/ 1286934 h 2870200"/>
              <a:gd name="connsiteX9" fmla="*/ 59266 w 4089400"/>
              <a:gd name="connsiteY9" fmla="*/ 1253067 h 2870200"/>
              <a:gd name="connsiteX10" fmla="*/ 76200 w 4089400"/>
              <a:gd name="connsiteY10" fmla="*/ 1202267 h 2870200"/>
              <a:gd name="connsiteX11" fmla="*/ 84666 w 4089400"/>
              <a:gd name="connsiteY11" fmla="*/ 1176867 h 2870200"/>
              <a:gd name="connsiteX12" fmla="*/ 101600 w 4089400"/>
              <a:gd name="connsiteY12" fmla="*/ 1143000 h 2870200"/>
              <a:gd name="connsiteX13" fmla="*/ 110066 w 4089400"/>
              <a:gd name="connsiteY13" fmla="*/ 1100667 h 2870200"/>
              <a:gd name="connsiteX14" fmla="*/ 135466 w 4089400"/>
              <a:gd name="connsiteY14" fmla="*/ 1032934 h 2870200"/>
              <a:gd name="connsiteX15" fmla="*/ 143933 w 4089400"/>
              <a:gd name="connsiteY15" fmla="*/ 999067 h 2870200"/>
              <a:gd name="connsiteX16" fmla="*/ 160866 w 4089400"/>
              <a:gd name="connsiteY16" fmla="*/ 948267 h 2870200"/>
              <a:gd name="connsiteX17" fmla="*/ 177800 w 4089400"/>
              <a:gd name="connsiteY17" fmla="*/ 1134534 h 2870200"/>
              <a:gd name="connsiteX18" fmla="*/ 194733 w 4089400"/>
              <a:gd name="connsiteY18" fmla="*/ 1464734 h 2870200"/>
              <a:gd name="connsiteX19" fmla="*/ 228600 w 4089400"/>
              <a:gd name="connsiteY19" fmla="*/ 1397000 h 2870200"/>
              <a:gd name="connsiteX20" fmla="*/ 254000 w 4089400"/>
              <a:gd name="connsiteY20" fmla="*/ 1363134 h 2870200"/>
              <a:gd name="connsiteX21" fmla="*/ 262466 w 4089400"/>
              <a:gd name="connsiteY21" fmla="*/ 1337734 h 2870200"/>
              <a:gd name="connsiteX22" fmla="*/ 279400 w 4089400"/>
              <a:gd name="connsiteY22" fmla="*/ 1371600 h 2870200"/>
              <a:gd name="connsiteX23" fmla="*/ 287866 w 4089400"/>
              <a:gd name="connsiteY23" fmla="*/ 2243667 h 2870200"/>
              <a:gd name="connsiteX24" fmla="*/ 313266 w 4089400"/>
              <a:gd name="connsiteY24" fmla="*/ 2201334 h 2870200"/>
              <a:gd name="connsiteX25" fmla="*/ 321733 w 4089400"/>
              <a:gd name="connsiteY25" fmla="*/ 2150534 h 2870200"/>
              <a:gd name="connsiteX26" fmla="*/ 346635 w 4089400"/>
              <a:gd name="connsiteY26" fmla="*/ 2376146 h 2870200"/>
              <a:gd name="connsiteX27" fmla="*/ 364066 w 4089400"/>
              <a:gd name="connsiteY27" fmla="*/ 2082800 h 2870200"/>
              <a:gd name="connsiteX28" fmla="*/ 389965 w 4089400"/>
              <a:gd name="connsiteY28" fmla="*/ 1792444 h 2870200"/>
              <a:gd name="connsiteX29" fmla="*/ 397933 w 4089400"/>
              <a:gd name="connsiteY29" fmla="*/ 2032000 h 2870200"/>
              <a:gd name="connsiteX30" fmla="*/ 423333 w 4089400"/>
              <a:gd name="connsiteY30" fmla="*/ 1998134 h 2870200"/>
              <a:gd name="connsiteX31" fmla="*/ 440266 w 4089400"/>
              <a:gd name="connsiteY31" fmla="*/ 1752600 h 2870200"/>
              <a:gd name="connsiteX32" fmla="*/ 465666 w 4089400"/>
              <a:gd name="connsiteY32" fmla="*/ 1651000 h 2870200"/>
              <a:gd name="connsiteX33" fmla="*/ 491066 w 4089400"/>
              <a:gd name="connsiteY33" fmla="*/ 1710267 h 2870200"/>
              <a:gd name="connsiteX34" fmla="*/ 499533 w 4089400"/>
              <a:gd name="connsiteY34" fmla="*/ 1851666 h 2870200"/>
              <a:gd name="connsiteX35" fmla="*/ 533400 w 4089400"/>
              <a:gd name="connsiteY35" fmla="*/ 1820334 h 2870200"/>
              <a:gd name="connsiteX36" fmla="*/ 558800 w 4089400"/>
              <a:gd name="connsiteY36" fmla="*/ 1938867 h 2870200"/>
              <a:gd name="connsiteX37" fmla="*/ 575733 w 4089400"/>
              <a:gd name="connsiteY37" fmla="*/ 1998134 h 2870200"/>
              <a:gd name="connsiteX38" fmla="*/ 592666 w 4089400"/>
              <a:gd name="connsiteY38" fmla="*/ 2023534 h 2870200"/>
              <a:gd name="connsiteX39" fmla="*/ 618066 w 4089400"/>
              <a:gd name="connsiteY39" fmla="*/ 1786467 h 2870200"/>
              <a:gd name="connsiteX40" fmla="*/ 626533 w 4089400"/>
              <a:gd name="connsiteY40" fmla="*/ 1744134 h 2870200"/>
              <a:gd name="connsiteX41" fmla="*/ 643466 w 4089400"/>
              <a:gd name="connsiteY41" fmla="*/ 1718734 h 2870200"/>
              <a:gd name="connsiteX42" fmla="*/ 660400 w 4089400"/>
              <a:gd name="connsiteY42" fmla="*/ 1617134 h 2870200"/>
              <a:gd name="connsiteX43" fmla="*/ 677333 w 4089400"/>
              <a:gd name="connsiteY43" fmla="*/ 1557867 h 2870200"/>
              <a:gd name="connsiteX44" fmla="*/ 685800 w 4089400"/>
              <a:gd name="connsiteY44" fmla="*/ 1524000 h 2870200"/>
              <a:gd name="connsiteX45" fmla="*/ 702733 w 4089400"/>
              <a:gd name="connsiteY45" fmla="*/ 1312334 h 2870200"/>
              <a:gd name="connsiteX46" fmla="*/ 719666 w 4089400"/>
              <a:gd name="connsiteY46" fmla="*/ 1380067 h 2870200"/>
              <a:gd name="connsiteX47" fmla="*/ 736600 w 4089400"/>
              <a:gd name="connsiteY47" fmla="*/ 1532467 h 2870200"/>
              <a:gd name="connsiteX48" fmla="*/ 753533 w 4089400"/>
              <a:gd name="connsiteY48" fmla="*/ 1566334 h 2870200"/>
              <a:gd name="connsiteX49" fmla="*/ 778933 w 4089400"/>
              <a:gd name="connsiteY49" fmla="*/ 1456267 h 2870200"/>
              <a:gd name="connsiteX50" fmla="*/ 795866 w 4089400"/>
              <a:gd name="connsiteY50" fmla="*/ 1430867 h 2870200"/>
              <a:gd name="connsiteX51" fmla="*/ 829733 w 4089400"/>
              <a:gd name="connsiteY51" fmla="*/ 1388534 h 2870200"/>
              <a:gd name="connsiteX52" fmla="*/ 838200 w 4089400"/>
              <a:gd name="connsiteY52" fmla="*/ 1498600 h 2870200"/>
              <a:gd name="connsiteX53" fmla="*/ 863600 w 4089400"/>
              <a:gd name="connsiteY53" fmla="*/ 1811867 h 2870200"/>
              <a:gd name="connsiteX54" fmla="*/ 872066 w 4089400"/>
              <a:gd name="connsiteY54" fmla="*/ 1642534 h 2870200"/>
              <a:gd name="connsiteX55" fmla="*/ 897466 w 4089400"/>
              <a:gd name="connsiteY55" fmla="*/ 1583267 h 2870200"/>
              <a:gd name="connsiteX56" fmla="*/ 905933 w 4089400"/>
              <a:gd name="connsiteY56" fmla="*/ 1557867 h 2870200"/>
              <a:gd name="connsiteX57" fmla="*/ 914400 w 4089400"/>
              <a:gd name="connsiteY57" fmla="*/ 2006600 h 2870200"/>
              <a:gd name="connsiteX58" fmla="*/ 939800 w 4089400"/>
              <a:gd name="connsiteY58" fmla="*/ 2116667 h 2870200"/>
              <a:gd name="connsiteX59" fmla="*/ 948266 w 4089400"/>
              <a:gd name="connsiteY59" fmla="*/ 1948424 h 2870200"/>
              <a:gd name="connsiteX60" fmla="*/ 965200 w 4089400"/>
              <a:gd name="connsiteY60" fmla="*/ 1794934 h 2870200"/>
              <a:gd name="connsiteX61" fmla="*/ 973666 w 4089400"/>
              <a:gd name="connsiteY61" fmla="*/ 1761067 h 2870200"/>
              <a:gd name="connsiteX62" fmla="*/ 990600 w 4089400"/>
              <a:gd name="connsiteY62" fmla="*/ 1871134 h 2870200"/>
              <a:gd name="connsiteX63" fmla="*/ 1007533 w 4089400"/>
              <a:gd name="connsiteY63" fmla="*/ 1947334 h 2870200"/>
              <a:gd name="connsiteX64" fmla="*/ 1024466 w 4089400"/>
              <a:gd name="connsiteY64" fmla="*/ 2040467 h 2870200"/>
              <a:gd name="connsiteX65" fmla="*/ 1049866 w 4089400"/>
              <a:gd name="connsiteY65" fmla="*/ 2108200 h 2870200"/>
              <a:gd name="connsiteX66" fmla="*/ 1058333 w 4089400"/>
              <a:gd name="connsiteY66" fmla="*/ 2150534 h 2870200"/>
              <a:gd name="connsiteX67" fmla="*/ 1100666 w 4089400"/>
              <a:gd name="connsiteY67" fmla="*/ 2209800 h 2870200"/>
              <a:gd name="connsiteX68" fmla="*/ 1109133 w 4089400"/>
              <a:gd name="connsiteY68" fmla="*/ 2108200 h 2870200"/>
              <a:gd name="connsiteX69" fmla="*/ 1159933 w 4089400"/>
              <a:gd name="connsiteY69" fmla="*/ 1989667 h 2870200"/>
              <a:gd name="connsiteX70" fmla="*/ 1210733 w 4089400"/>
              <a:gd name="connsiteY70" fmla="*/ 1913467 h 2870200"/>
              <a:gd name="connsiteX71" fmla="*/ 1219200 w 4089400"/>
              <a:gd name="connsiteY71" fmla="*/ 2167467 h 2870200"/>
              <a:gd name="connsiteX72" fmla="*/ 1236133 w 4089400"/>
              <a:gd name="connsiteY72" fmla="*/ 2082800 h 2870200"/>
              <a:gd name="connsiteX73" fmla="*/ 1244600 w 4089400"/>
              <a:gd name="connsiteY73" fmla="*/ 2015067 h 2870200"/>
              <a:gd name="connsiteX74" fmla="*/ 1286933 w 4089400"/>
              <a:gd name="connsiteY74" fmla="*/ 1854200 h 2870200"/>
              <a:gd name="connsiteX75" fmla="*/ 1295400 w 4089400"/>
              <a:gd name="connsiteY75" fmla="*/ 1803400 h 2870200"/>
              <a:gd name="connsiteX76" fmla="*/ 1320800 w 4089400"/>
              <a:gd name="connsiteY76" fmla="*/ 1701800 h 2870200"/>
              <a:gd name="connsiteX77" fmla="*/ 1346200 w 4089400"/>
              <a:gd name="connsiteY77" fmla="*/ 1718734 h 2870200"/>
              <a:gd name="connsiteX78" fmla="*/ 1354666 w 4089400"/>
              <a:gd name="connsiteY78" fmla="*/ 1744134 h 2870200"/>
              <a:gd name="connsiteX79" fmla="*/ 1380066 w 4089400"/>
              <a:gd name="connsiteY79" fmla="*/ 1828800 h 2870200"/>
              <a:gd name="connsiteX80" fmla="*/ 1397000 w 4089400"/>
              <a:gd name="connsiteY80" fmla="*/ 1879600 h 2870200"/>
              <a:gd name="connsiteX81" fmla="*/ 1405466 w 4089400"/>
              <a:gd name="connsiteY81" fmla="*/ 1913467 h 2870200"/>
              <a:gd name="connsiteX82" fmla="*/ 1430866 w 4089400"/>
              <a:gd name="connsiteY82" fmla="*/ 1947334 h 2870200"/>
              <a:gd name="connsiteX83" fmla="*/ 1447800 w 4089400"/>
              <a:gd name="connsiteY83" fmla="*/ 1938867 h 2870200"/>
              <a:gd name="connsiteX84" fmla="*/ 1490133 w 4089400"/>
              <a:gd name="connsiteY84" fmla="*/ 1803400 h 2870200"/>
              <a:gd name="connsiteX85" fmla="*/ 1549400 w 4089400"/>
              <a:gd name="connsiteY85" fmla="*/ 1651000 h 2870200"/>
              <a:gd name="connsiteX86" fmla="*/ 1557866 w 4089400"/>
              <a:gd name="connsiteY86" fmla="*/ 1591734 h 2870200"/>
              <a:gd name="connsiteX87" fmla="*/ 1574800 w 4089400"/>
              <a:gd name="connsiteY87" fmla="*/ 1566334 h 2870200"/>
              <a:gd name="connsiteX88" fmla="*/ 1583266 w 4089400"/>
              <a:gd name="connsiteY88" fmla="*/ 1524000 h 2870200"/>
              <a:gd name="connsiteX89" fmla="*/ 1591733 w 4089400"/>
              <a:gd name="connsiteY89" fmla="*/ 1498600 h 2870200"/>
              <a:gd name="connsiteX90" fmla="*/ 1608666 w 4089400"/>
              <a:gd name="connsiteY90" fmla="*/ 1524000 h 2870200"/>
              <a:gd name="connsiteX91" fmla="*/ 1634066 w 4089400"/>
              <a:gd name="connsiteY91" fmla="*/ 1490134 h 2870200"/>
              <a:gd name="connsiteX92" fmla="*/ 1659466 w 4089400"/>
              <a:gd name="connsiteY92" fmla="*/ 1388534 h 2870200"/>
              <a:gd name="connsiteX93" fmla="*/ 1718733 w 4089400"/>
              <a:gd name="connsiteY93" fmla="*/ 1286934 h 2870200"/>
              <a:gd name="connsiteX94" fmla="*/ 1769533 w 4089400"/>
              <a:gd name="connsiteY94" fmla="*/ 1176867 h 2870200"/>
              <a:gd name="connsiteX95" fmla="*/ 1794933 w 4089400"/>
              <a:gd name="connsiteY95" fmla="*/ 1202267 h 2870200"/>
              <a:gd name="connsiteX96" fmla="*/ 1803400 w 4089400"/>
              <a:gd name="connsiteY96" fmla="*/ 1227667 h 2870200"/>
              <a:gd name="connsiteX97" fmla="*/ 1820333 w 4089400"/>
              <a:gd name="connsiteY97" fmla="*/ 1261534 h 2870200"/>
              <a:gd name="connsiteX98" fmla="*/ 1862666 w 4089400"/>
              <a:gd name="connsiteY98" fmla="*/ 1422400 h 2870200"/>
              <a:gd name="connsiteX99" fmla="*/ 1913466 w 4089400"/>
              <a:gd name="connsiteY99" fmla="*/ 1600200 h 2870200"/>
              <a:gd name="connsiteX100" fmla="*/ 1964266 w 4089400"/>
              <a:gd name="connsiteY100" fmla="*/ 1744134 h 2870200"/>
              <a:gd name="connsiteX101" fmla="*/ 1981200 w 4089400"/>
              <a:gd name="connsiteY101" fmla="*/ 1498600 h 2870200"/>
              <a:gd name="connsiteX102" fmla="*/ 1998133 w 4089400"/>
              <a:gd name="connsiteY102" fmla="*/ 1464734 h 2870200"/>
              <a:gd name="connsiteX103" fmla="*/ 2006600 w 4089400"/>
              <a:gd name="connsiteY103" fmla="*/ 1439334 h 2870200"/>
              <a:gd name="connsiteX104" fmla="*/ 2057400 w 4089400"/>
              <a:gd name="connsiteY104" fmla="*/ 2032000 h 2870200"/>
              <a:gd name="connsiteX105" fmla="*/ 2065866 w 4089400"/>
              <a:gd name="connsiteY105" fmla="*/ 2150534 h 2870200"/>
              <a:gd name="connsiteX106" fmla="*/ 2074333 w 4089400"/>
              <a:gd name="connsiteY106" fmla="*/ 2489200 h 2870200"/>
              <a:gd name="connsiteX107" fmla="*/ 2108200 w 4089400"/>
              <a:gd name="connsiteY107" fmla="*/ 2421467 h 2870200"/>
              <a:gd name="connsiteX108" fmla="*/ 2150533 w 4089400"/>
              <a:gd name="connsiteY108" fmla="*/ 2319867 h 2870200"/>
              <a:gd name="connsiteX109" fmla="*/ 2175933 w 4089400"/>
              <a:gd name="connsiteY109" fmla="*/ 2286000 h 2870200"/>
              <a:gd name="connsiteX110" fmla="*/ 2209800 w 4089400"/>
              <a:gd name="connsiteY110" fmla="*/ 2235200 h 2870200"/>
              <a:gd name="connsiteX111" fmla="*/ 2226733 w 4089400"/>
              <a:gd name="connsiteY111" fmla="*/ 2514600 h 2870200"/>
              <a:gd name="connsiteX112" fmla="*/ 2252133 w 4089400"/>
              <a:gd name="connsiteY112" fmla="*/ 2565400 h 2870200"/>
              <a:gd name="connsiteX113" fmla="*/ 2260600 w 4089400"/>
              <a:gd name="connsiteY113" fmla="*/ 2489200 h 2870200"/>
              <a:gd name="connsiteX114" fmla="*/ 2277533 w 4089400"/>
              <a:gd name="connsiteY114" fmla="*/ 2421467 h 2870200"/>
              <a:gd name="connsiteX115" fmla="*/ 2286000 w 4089400"/>
              <a:gd name="connsiteY115" fmla="*/ 1718734 h 2870200"/>
              <a:gd name="connsiteX116" fmla="*/ 2311400 w 4089400"/>
              <a:gd name="connsiteY116" fmla="*/ 1811867 h 2870200"/>
              <a:gd name="connsiteX117" fmla="*/ 2336800 w 4089400"/>
              <a:gd name="connsiteY117" fmla="*/ 1871134 h 2870200"/>
              <a:gd name="connsiteX118" fmla="*/ 2362200 w 4089400"/>
              <a:gd name="connsiteY118" fmla="*/ 1938867 h 2870200"/>
              <a:gd name="connsiteX119" fmla="*/ 2370666 w 4089400"/>
              <a:gd name="connsiteY119" fmla="*/ 1972734 h 2870200"/>
              <a:gd name="connsiteX120" fmla="*/ 2379133 w 4089400"/>
              <a:gd name="connsiteY120" fmla="*/ 1574800 h 2870200"/>
              <a:gd name="connsiteX121" fmla="*/ 2404533 w 4089400"/>
              <a:gd name="connsiteY121" fmla="*/ 1236134 h 2870200"/>
              <a:gd name="connsiteX122" fmla="*/ 2421466 w 4089400"/>
              <a:gd name="connsiteY122" fmla="*/ 1092200 h 2870200"/>
              <a:gd name="connsiteX123" fmla="*/ 2429933 w 4089400"/>
              <a:gd name="connsiteY123" fmla="*/ 1066800 h 2870200"/>
              <a:gd name="connsiteX124" fmla="*/ 2438400 w 4089400"/>
              <a:gd name="connsiteY124" fmla="*/ 1092200 h 2870200"/>
              <a:gd name="connsiteX125" fmla="*/ 2455333 w 4089400"/>
              <a:gd name="connsiteY125" fmla="*/ 1117600 h 2870200"/>
              <a:gd name="connsiteX126" fmla="*/ 2463800 w 4089400"/>
              <a:gd name="connsiteY126" fmla="*/ 1227667 h 2870200"/>
              <a:gd name="connsiteX127" fmla="*/ 2489200 w 4089400"/>
              <a:gd name="connsiteY127" fmla="*/ 753534 h 2870200"/>
              <a:gd name="connsiteX128" fmla="*/ 2506133 w 4089400"/>
              <a:gd name="connsiteY128" fmla="*/ 685800 h 2870200"/>
              <a:gd name="connsiteX129" fmla="*/ 2514600 w 4089400"/>
              <a:gd name="connsiteY129" fmla="*/ 609600 h 2870200"/>
              <a:gd name="connsiteX130" fmla="*/ 2523066 w 4089400"/>
              <a:gd name="connsiteY130" fmla="*/ 558800 h 2870200"/>
              <a:gd name="connsiteX131" fmla="*/ 2540000 w 4089400"/>
              <a:gd name="connsiteY131" fmla="*/ 584200 h 2870200"/>
              <a:gd name="connsiteX132" fmla="*/ 2548466 w 4089400"/>
              <a:gd name="connsiteY132" fmla="*/ 778934 h 2870200"/>
              <a:gd name="connsiteX133" fmla="*/ 2590800 w 4089400"/>
              <a:gd name="connsiteY133" fmla="*/ 914400 h 2870200"/>
              <a:gd name="connsiteX134" fmla="*/ 2607733 w 4089400"/>
              <a:gd name="connsiteY134" fmla="*/ 973667 h 2870200"/>
              <a:gd name="connsiteX135" fmla="*/ 2624666 w 4089400"/>
              <a:gd name="connsiteY135" fmla="*/ 812800 h 2870200"/>
              <a:gd name="connsiteX136" fmla="*/ 2641600 w 4089400"/>
              <a:gd name="connsiteY136" fmla="*/ 694267 h 2870200"/>
              <a:gd name="connsiteX137" fmla="*/ 2667000 w 4089400"/>
              <a:gd name="connsiteY137" fmla="*/ 558800 h 2870200"/>
              <a:gd name="connsiteX138" fmla="*/ 2692400 w 4089400"/>
              <a:gd name="connsiteY138" fmla="*/ 321734 h 2870200"/>
              <a:gd name="connsiteX139" fmla="*/ 2709333 w 4089400"/>
              <a:gd name="connsiteY139" fmla="*/ 1058334 h 2870200"/>
              <a:gd name="connsiteX140" fmla="*/ 2735730 w 4089400"/>
              <a:gd name="connsiteY140" fmla="*/ 1023969 h 2870200"/>
              <a:gd name="connsiteX141" fmla="*/ 2785533 w 4089400"/>
              <a:gd name="connsiteY141" fmla="*/ 905934 h 2870200"/>
              <a:gd name="connsiteX142" fmla="*/ 2819400 w 4089400"/>
              <a:gd name="connsiteY142" fmla="*/ 855134 h 2870200"/>
              <a:gd name="connsiteX143" fmla="*/ 2844800 w 4089400"/>
              <a:gd name="connsiteY143" fmla="*/ 1422400 h 2870200"/>
              <a:gd name="connsiteX144" fmla="*/ 2853266 w 4089400"/>
              <a:gd name="connsiteY144" fmla="*/ 1388534 h 2870200"/>
              <a:gd name="connsiteX145" fmla="*/ 2870200 w 4089400"/>
              <a:gd name="connsiteY145" fmla="*/ 1363134 h 2870200"/>
              <a:gd name="connsiteX146" fmla="*/ 2895600 w 4089400"/>
              <a:gd name="connsiteY146" fmla="*/ 1278467 h 2870200"/>
              <a:gd name="connsiteX147" fmla="*/ 2912533 w 4089400"/>
              <a:gd name="connsiteY147" fmla="*/ 1320800 h 2870200"/>
              <a:gd name="connsiteX148" fmla="*/ 2929466 w 4089400"/>
              <a:gd name="connsiteY148" fmla="*/ 1388534 h 2870200"/>
              <a:gd name="connsiteX149" fmla="*/ 2946400 w 4089400"/>
              <a:gd name="connsiteY149" fmla="*/ 1422400 h 2870200"/>
              <a:gd name="connsiteX150" fmla="*/ 2988733 w 4089400"/>
              <a:gd name="connsiteY150" fmla="*/ 1540934 h 2870200"/>
              <a:gd name="connsiteX151" fmla="*/ 3005666 w 4089400"/>
              <a:gd name="connsiteY151" fmla="*/ 1566334 h 2870200"/>
              <a:gd name="connsiteX152" fmla="*/ 3039533 w 4089400"/>
              <a:gd name="connsiteY152" fmla="*/ 1718734 h 2870200"/>
              <a:gd name="connsiteX153" fmla="*/ 3064933 w 4089400"/>
              <a:gd name="connsiteY153" fmla="*/ 1761067 h 2870200"/>
              <a:gd name="connsiteX154" fmla="*/ 3098800 w 4089400"/>
              <a:gd name="connsiteY154" fmla="*/ 1879600 h 2870200"/>
              <a:gd name="connsiteX155" fmla="*/ 3090333 w 4089400"/>
              <a:gd name="connsiteY155" fmla="*/ 1913467 h 2870200"/>
              <a:gd name="connsiteX156" fmla="*/ 3102783 w 4089400"/>
              <a:gd name="connsiteY156" fmla="*/ 1901016 h 2870200"/>
              <a:gd name="connsiteX157" fmla="*/ 3081866 w 4089400"/>
              <a:gd name="connsiteY157" fmla="*/ 1888067 h 2870200"/>
              <a:gd name="connsiteX158" fmla="*/ 3107266 w 4089400"/>
              <a:gd name="connsiteY158" fmla="*/ 1871134 h 2870200"/>
              <a:gd name="connsiteX159" fmla="*/ 3115733 w 4089400"/>
              <a:gd name="connsiteY159" fmla="*/ 1769534 h 2870200"/>
              <a:gd name="connsiteX160" fmla="*/ 3132666 w 4089400"/>
              <a:gd name="connsiteY160" fmla="*/ 1710267 h 2870200"/>
              <a:gd name="connsiteX161" fmla="*/ 3141133 w 4089400"/>
              <a:gd name="connsiteY161" fmla="*/ 1684867 h 2870200"/>
              <a:gd name="connsiteX162" fmla="*/ 3166533 w 4089400"/>
              <a:gd name="connsiteY162" fmla="*/ 1676400 h 2870200"/>
              <a:gd name="connsiteX163" fmla="*/ 3175000 w 4089400"/>
              <a:gd name="connsiteY163" fmla="*/ 2006600 h 2870200"/>
              <a:gd name="connsiteX164" fmla="*/ 3183466 w 4089400"/>
              <a:gd name="connsiteY164" fmla="*/ 2048934 h 2870200"/>
              <a:gd name="connsiteX165" fmla="*/ 3191933 w 4089400"/>
              <a:gd name="connsiteY165" fmla="*/ 2099734 h 2870200"/>
              <a:gd name="connsiteX166" fmla="*/ 3208866 w 4089400"/>
              <a:gd name="connsiteY166" fmla="*/ 2048934 h 2870200"/>
              <a:gd name="connsiteX167" fmla="*/ 3217333 w 4089400"/>
              <a:gd name="connsiteY167" fmla="*/ 1998134 h 2870200"/>
              <a:gd name="connsiteX168" fmla="*/ 3251200 w 4089400"/>
              <a:gd name="connsiteY168" fmla="*/ 2353734 h 2870200"/>
              <a:gd name="connsiteX169" fmla="*/ 3276600 w 4089400"/>
              <a:gd name="connsiteY169" fmla="*/ 2387600 h 2870200"/>
              <a:gd name="connsiteX170" fmla="*/ 3285066 w 4089400"/>
              <a:gd name="connsiteY170" fmla="*/ 2497667 h 2870200"/>
              <a:gd name="connsiteX171" fmla="*/ 3302000 w 4089400"/>
              <a:gd name="connsiteY171" fmla="*/ 2531534 h 2870200"/>
              <a:gd name="connsiteX172" fmla="*/ 3318933 w 4089400"/>
              <a:gd name="connsiteY172" fmla="*/ 2599267 h 2870200"/>
              <a:gd name="connsiteX173" fmla="*/ 3344333 w 4089400"/>
              <a:gd name="connsiteY173" fmla="*/ 2667000 h 2870200"/>
              <a:gd name="connsiteX174" fmla="*/ 3386666 w 4089400"/>
              <a:gd name="connsiteY174" fmla="*/ 2810934 h 2870200"/>
              <a:gd name="connsiteX175" fmla="*/ 3412066 w 4089400"/>
              <a:gd name="connsiteY175" fmla="*/ 2870200 h 2870200"/>
              <a:gd name="connsiteX176" fmla="*/ 3437466 w 4089400"/>
              <a:gd name="connsiteY176" fmla="*/ 1828800 h 2870200"/>
              <a:gd name="connsiteX177" fmla="*/ 3436968 w 4089400"/>
              <a:gd name="connsiteY177" fmla="*/ 2090271 h 2870200"/>
              <a:gd name="connsiteX178" fmla="*/ 3462866 w 4089400"/>
              <a:gd name="connsiteY178" fmla="*/ 1735667 h 2870200"/>
              <a:gd name="connsiteX179" fmla="*/ 3488266 w 4089400"/>
              <a:gd name="connsiteY179" fmla="*/ 1651000 h 2870200"/>
              <a:gd name="connsiteX180" fmla="*/ 3496733 w 4089400"/>
              <a:gd name="connsiteY180" fmla="*/ 1701800 h 2870200"/>
              <a:gd name="connsiteX181" fmla="*/ 3500717 w 4089400"/>
              <a:gd name="connsiteY181" fmla="*/ 1875118 h 2870200"/>
              <a:gd name="connsiteX182" fmla="*/ 3522133 w 4089400"/>
              <a:gd name="connsiteY182" fmla="*/ 1752600 h 2870200"/>
              <a:gd name="connsiteX183" fmla="*/ 3530600 w 4089400"/>
              <a:gd name="connsiteY183" fmla="*/ 1693334 h 2870200"/>
              <a:gd name="connsiteX184" fmla="*/ 3572933 w 4089400"/>
              <a:gd name="connsiteY184" fmla="*/ 1608667 h 2870200"/>
              <a:gd name="connsiteX185" fmla="*/ 3589866 w 4089400"/>
              <a:gd name="connsiteY185" fmla="*/ 1566334 h 2870200"/>
              <a:gd name="connsiteX186" fmla="*/ 3632200 w 4089400"/>
              <a:gd name="connsiteY186" fmla="*/ 1464734 h 2870200"/>
              <a:gd name="connsiteX187" fmla="*/ 3636184 w 4089400"/>
              <a:gd name="connsiteY187" fmla="*/ 1373094 h 2870200"/>
              <a:gd name="connsiteX188" fmla="*/ 3657600 w 4089400"/>
              <a:gd name="connsiteY188" fmla="*/ 1363134 h 2870200"/>
              <a:gd name="connsiteX189" fmla="*/ 3674533 w 4089400"/>
              <a:gd name="connsiteY189" fmla="*/ 1320800 h 2870200"/>
              <a:gd name="connsiteX190" fmla="*/ 3669553 w 4089400"/>
              <a:gd name="connsiteY190" fmla="*/ 1151964 h 2870200"/>
              <a:gd name="connsiteX191" fmla="*/ 3716866 w 4089400"/>
              <a:gd name="connsiteY191" fmla="*/ 1227667 h 2870200"/>
              <a:gd name="connsiteX192" fmla="*/ 3725333 w 4089400"/>
              <a:gd name="connsiteY192" fmla="*/ 1176867 h 2870200"/>
              <a:gd name="connsiteX193" fmla="*/ 3742266 w 4089400"/>
              <a:gd name="connsiteY193" fmla="*/ 1126067 h 2870200"/>
              <a:gd name="connsiteX194" fmla="*/ 3750733 w 4089400"/>
              <a:gd name="connsiteY194" fmla="*/ 1058334 h 2870200"/>
              <a:gd name="connsiteX195" fmla="*/ 3759200 w 4089400"/>
              <a:gd name="connsiteY195" fmla="*/ 1270000 h 2870200"/>
              <a:gd name="connsiteX196" fmla="*/ 3788048 w 4089400"/>
              <a:gd name="connsiteY196" fmla="*/ 678606 h 2870200"/>
              <a:gd name="connsiteX197" fmla="*/ 3793066 w 4089400"/>
              <a:gd name="connsiteY197" fmla="*/ 558800 h 2870200"/>
              <a:gd name="connsiteX198" fmla="*/ 3810000 w 4089400"/>
              <a:gd name="connsiteY198" fmla="*/ 482600 h 2870200"/>
              <a:gd name="connsiteX199" fmla="*/ 3818466 w 4089400"/>
              <a:gd name="connsiteY199" fmla="*/ 533400 h 2870200"/>
              <a:gd name="connsiteX200" fmla="*/ 3835400 w 4089400"/>
              <a:gd name="connsiteY200" fmla="*/ 660400 h 2870200"/>
              <a:gd name="connsiteX201" fmla="*/ 3843866 w 4089400"/>
              <a:gd name="connsiteY201" fmla="*/ 702734 h 2870200"/>
              <a:gd name="connsiteX202" fmla="*/ 3860800 w 4089400"/>
              <a:gd name="connsiteY202" fmla="*/ 736600 h 2870200"/>
              <a:gd name="connsiteX203" fmla="*/ 3877733 w 4089400"/>
              <a:gd name="connsiteY203" fmla="*/ 702734 h 2870200"/>
              <a:gd name="connsiteX204" fmla="*/ 3937000 w 4089400"/>
              <a:gd name="connsiteY204" fmla="*/ 482600 h 2870200"/>
              <a:gd name="connsiteX205" fmla="*/ 3953933 w 4089400"/>
              <a:gd name="connsiteY205" fmla="*/ 457200 h 2870200"/>
              <a:gd name="connsiteX206" fmla="*/ 3979333 w 4089400"/>
              <a:gd name="connsiteY206" fmla="*/ 177800 h 2870200"/>
              <a:gd name="connsiteX207" fmla="*/ 4004733 w 4089400"/>
              <a:gd name="connsiteY207" fmla="*/ 135467 h 2870200"/>
              <a:gd name="connsiteX208" fmla="*/ 4013200 w 4089400"/>
              <a:gd name="connsiteY208" fmla="*/ 101600 h 2870200"/>
              <a:gd name="connsiteX209" fmla="*/ 4021666 w 4089400"/>
              <a:gd name="connsiteY209" fmla="*/ 76200 h 2870200"/>
              <a:gd name="connsiteX210" fmla="*/ 4030133 w 4089400"/>
              <a:gd name="connsiteY210" fmla="*/ 110067 h 2870200"/>
              <a:gd name="connsiteX211" fmla="*/ 4047066 w 4089400"/>
              <a:gd name="connsiteY211" fmla="*/ 160867 h 2870200"/>
              <a:gd name="connsiteX212" fmla="*/ 4089400 w 4089400"/>
              <a:gd name="connsiteY212" fmla="*/ 0 h 2870200"/>
              <a:gd name="connsiteX0" fmla="*/ 0 w 4089400"/>
              <a:gd name="connsiteY0" fmla="*/ 702734 h 2870200"/>
              <a:gd name="connsiteX1" fmla="*/ 8466 w 4089400"/>
              <a:gd name="connsiteY1" fmla="*/ 643467 h 2870200"/>
              <a:gd name="connsiteX2" fmla="*/ 42333 w 4089400"/>
              <a:gd name="connsiteY2" fmla="*/ 567267 h 2870200"/>
              <a:gd name="connsiteX3" fmla="*/ 47892 w 4089400"/>
              <a:gd name="connsiteY3" fmla="*/ 828517 h 2870200"/>
              <a:gd name="connsiteX4" fmla="*/ 32533 w 4089400"/>
              <a:gd name="connsiteY4" fmla="*/ 1083293 h 2870200"/>
              <a:gd name="connsiteX5" fmla="*/ 30266 w 4089400"/>
              <a:gd name="connsiteY5" fmla="*/ 1212385 h 2870200"/>
              <a:gd name="connsiteX6" fmla="*/ 25400 w 4089400"/>
              <a:gd name="connsiteY6" fmla="*/ 1354667 h 2870200"/>
              <a:gd name="connsiteX7" fmla="*/ 33866 w 4089400"/>
              <a:gd name="connsiteY7" fmla="*/ 1329267 h 2870200"/>
              <a:gd name="connsiteX8" fmla="*/ 59266 w 4089400"/>
              <a:gd name="connsiteY8" fmla="*/ 1253067 h 2870200"/>
              <a:gd name="connsiteX9" fmla="*/ 76200 w 4089400"/>
              <a:gd name="connsiteY9" fmla="*/ 1202267 h 2870200"/>
              <a:gd name="connsiteX10" fmla="*/ 84666 w 4089400"/>
              <a:gd name="connsiteY10" fmla="*/ 1176867 h 2870200"/>
              <a:gd name="connsiteX11" fmla="*/ 101600 w 4089400"/>
              <a:gd name="connsiteY11" fmla="*/ 1143000 h 2870200"/>
              <a:gd name="connsiteX12" fmla="*/ 110066 w 4089400"/>
              <a:gd name="connsiteY12" fmla="*/ 1100667 h 2870200"/>
              <a:gd name="connsiteX13" fmla="*/ 135466 w 4089400"/>
              <a:gd name="connsiteY13" fmla="*/ 1032934 h 2870200"/>
              <a:gd name="connsiteX14" fmla="*/ 143933 w 4089400"/>
              <a:gd name="connsiteY14" fmla="*/ 999067 h 2870200"/>
              <a:gd name="connsiteX15" fmla="*/ 160866 w 4089400"/>
              <a:gd name="connsiteY15" fmla="*/ 948267 h 2870200"/>
              <a:gd name="connsiteX16" fmla="*/ 177800 w 4089400"/>
              <a:gd name="connsiteY16" fmla="*/ 1134534 h 2870200"/>
              <a:gd name="connsiteX17" fmla="*/ 194733 w 4089400"/>
              <a:gd name="connsiteY17" fmla="*/ 1464734 h 2870200"/>
              <a:gd name="connsiteX18" fmla="*/ 228600 w 4089400"/>
              <a:gd name="connsiteY18" fmla="*/ 1397000 h 2870200"/>
              <a:gd name="connsiteX19" fmla="*/ 254000 w 4089400"/>
              <a:gd name="connsiteY19" fmla="*/ 1363134 h 2870200"/>
              <a:gd name="connsiteX20" fmla="*/ 262466 w 4089400"/>
              <a:gd name="connsiteY20" fmla="*/ 1337734 h 2870200"/>
              <a:gd name="connsiteX21" fmla="*/ 279400 w 4089400"/>
              <a:gd name="connsiteY21" fmla="*/ 1371600 h 2870200"/>
              <a:gd name="connsiteX22" fmla="*/ 287866 w 4089400"/>
              <a:gd name="connsiteY22" fmla="*/ 2243667 h 2870200"/>
              <a:gd name="connsiteX23" fmla="*/ 313266 w 4089400"/>
              <a:gd name="connsiteY23" fmla="*/ 2201334 h 2870200"/>
              <a:gd name="connsiteX24" fmla="*/ 321733 w 4089400"/>
              <a:gd name="connsiteY24" fmla="*/ 2150534 h 2870200"/>
              <a:gd name="connsiteX25" fmla="*/ 346635 w 4089400"/>
              <a:gd name="connsiteY25" fmla="*/ 2376146 h 2870200"/>
              <a:gd name="connsiteX26" fmla="*/ 364066 w 4089400"/>
              <a:gd name="connsiteY26" fmla="*/ 2082800 h 2870200"/>
              <a:gd name="connsiteX27" fmla="*/ 389965 w 4089400"/>
              <a:gd name="connsiteY27" fmla="*/ 1792444 h 2870200"/>
              <a:gd name="connsiteX28" fmla="*/ 397933 w 4089400"/>
              <a:gd name="connsiteY28" fmla="*/ 2032000 h 2870200"/>
              <a:gd name="connsiteX29" fmla="*/ 423333 w 4089400"/>
              <a:gd name="connsiteY29" fmla="*/ 1998134 h 2870200"/>
              <a:gd name="connsiteX30" fmla="*/ 440266 w 4089400"/>
              <a:gd name="connsiteY30" fmla="*/ 1752600 h 2870200"/>
              <a:gd name="connsiteX31" fmla="*/ 465666 w 4089400"/>
              <a:gd name="connsiteY31" fmla="*/ 1651000 h 2870200"/>
              <a:gd name="connsiteX32" fmla="*/ 491066 w 4089400"/>
              <a:gd name="connsiteY32" fmla="*/ 1710267 h 2870200"/>
              <a:gd name="connsiteX33" fmla="*/ 499533 w 4089400"/>
              <a:gd name="connsiteY33" fmla="*/ 1851666 h 2870200"/>
              <a:gd name="connsiteX34" fmla="*/ 533400 w 4089400"/>
              <a:gd name="connsiteY34" fmla="*/ 1820334 h 2870200"/>
              <a:gd name="connsiteX35" fmla="*/ 558800 w 4089400"/>
              <a:gd name="connsiteY35" fmla="*/ 1938867 h 2870200"/>
              <a:gd name="connsiteX36" fmla="*/ 575733 w 4089400"/>
              <a:gd name="connsiteY36" fmla="*/ 1998134 h 2870200"/>
              <a:gd name="connsiteX37" fmla="*/ 592666 w 4089400"/>
              <a:gd name="connsiteY37" fmla="*/ 2023534 h 2870200"/>
              <a:gd name="connsiteX38" fmla="*/ 618066 w 4089400"/>
              <a:gd name="connsiteY38" fmla="*/ 1786467 h 2870200"/>
              <a:gd name="connsiteX39" fmla="*/ 626533 w 4089400"/>
              <a:gd name="connsiteY39" fmla="*/ 1744134 h 2870200"/>
              <a:gd name="connsiteX40" fmla="*/ 643466 w 4089400"/>
              <a:gd name="connsiteY40" fmla="*/ 1718734 h 2870200"/>
              <a:gd name="connsiteX41" fmla="*/ 660400 w 4089400"/>
              <a:gd name="connsiteY41" fmla="*/ 1617134 h 2870200"/>
              <a:gd name="connsiteX42" fmla="*/ 677333 w 4089400"/>
              <a:gd name="connsiteY42" fmla="*/ 1557867 h 2870200"/>
              <a:gd name="connsiteX43" fmla="*/ 685800 w 4089400"/>
              <a:gd name="connsiteY43" fmla="*/ 1524000 h 2870200"/>
              <a:gd name="connsiteX44" fmla="*/ 702733 w 4089400"/>
              <a:gd name="connsiteY44" fmla="*/ 1312334 h 2870200"/>
              <a:gd name="connsiteX45" fmla="*/ 719666 w 4089400"/>
              <a:gd name="connsiteY45" fmla="*/ 1380067 h 2870200"/>
              <a:gd name="connsiteX46" fmla="*/ 736600 w 4089400"/>
              <a:gd name="connsiteY46" fmla="*/ 1532467 h 2870200"/>
              <a:gd name="connsiteX47" fmla="*/ 753533 w 4089400"/>
              <a:gd name="connsiteY47" fmla="*/ 1566334 h 2870200"/>
              <a:gd name="connsiteX48" fmla="*/ 778933 w 4089400"/>
              <a:gd name="connsiteY48" fmla="*/ 1456267 h 2870200"/>
              <a:gd name="connsiteX49" fmla="*/ 795866 w 4089400"/>
              <a:gd name="connsiteY49" fmla="*/ 1430867 h 2870200"/>
              <a:gd name="connsiteX50" fmla="*/ 829733 w 4089400"/>
              <a:gd name="connsiteY50" fmla="*/ 1388534 h 2870200"/>
              <a:gd name="connsiteX51" fmla="*/ 838200 w 4089400"/>
              <a:gd name="connsiteY51" fmla="*/ 1498600 h 2870200"/>
              <a:gd name="connsiteX52" fmla="*/ 863600 w 4089400"/>
              <a:gd name="connsiteY52" fmla="*/ 1811867 h 2870200"/>
              <a:gd name="connsiteX53" fmla="*/ 872066 w 4089400"/>
              <a:gd name="connsiteY53" fmla="*/ 1642534 h 2870200"/>
              <a:gd name="connsiteX54" fmla="*/ 897466 w 4089400"/>
              <a:gd name="connsiteY54" fmla="*/ 1583267 h 2870200"/>
              <a:gd name="connsiteX55" fmla="*/ 905933 w 4089400"/>
              <a:gd name="connsiteY55" fmla="*/ 1557867 h 2870200"/>
              <a:gd name="connsiteX56" fmla="*/ 914400 w 4089400"/>
              <a:gd name="connsiteY56" fmla="*/ 2006600 h 2870200"/>
              <a:gd name="connsiteX57" fmla="*/ 939800 w 4089400"/>
              <a:gd name="connsiteY57" fmla="*/ 2116667 h 2870200"/>
              <a:gd name="connsiteX58" fmla="*/ 948266 w 4089400"/>
              <a:gd name="connsiteY58" fmla="*/ 1948424 h 2870200"/>
              <a:gd name="connsiteX59" fmla="*/ 965200 w 4089400"/>
              <a:gd name="connsiteY59" fmla="*/ 1794934 h 2870200"/>
              <a:gd name="connsiteX60" fmla="*/ 973666 w 4089400"/>
              <a:gd name="connsiteY60" fmla="*/ 1761067 h 2870200"/>
              <a:gd name="connsiteX61" fmla="*/ 990600 w 4089400"/>
              <a:gd name="connsiteY61" fmla="*/ 1871134 h 2870200"/>
              <a:gd name="connsiteX62" fmla="*/ 1007533 w 4089400"/>
              <a:gd name="connsiteY62" fmla="*/ 1947334 h 2870200"/>
              <a:gd name="connsiteX63" fmla="*/ 1024466 w 4089400"/>
              <a:gd name="connsiteY63" fmla="*/ 2040467 h 2870200"/>
              <a:gd name="connsiteX64" fmla="*/ 1049866 w 4089400"/>
              <a:gd name="connsiteY64" fmla="*/ 2108200 h 2870200"/>
              <a:gd name="connsiteX65" fmla="*/ 1058333 w 4089400"/>
              <a:gd name="connsiteY65" fmla="*/ 2150534 h 2870200"/>
              <a:gd name="connsiteX66" fmla="*/ 1100666 w 4089400"/>
              <a:gd name="connsiteY66" fmla="*/ 2209800 h 2870200"/>
              <a:gd name="connsiteX67" fmla="*/ 1109133 w 4089400"/>
              <a:gd name="connsiteY67" fmla="*/ 2108200 h 2870200"/>
              <a:gd name="connsiteX68" fmla="*/ 1159933 w 4089400"/>
              <a:gd name="connsiteY68" fmla="*/ 1989667 h 2870200"/>
              <a:gd name="connsiteX69" fmla="*/ 1210733 w 4089400"/>
              <a:gd name="connsiteY69" fmla="*/ 1913467 h 2870200"/>
              <a:gd name="connsiteX70" fmla="*/ 1219200 w 4089400"/>
              <a:gd name="connsiteY70" fmla="*/ 2167467 h 2870200"/>
              <a:gd name="connsiteX71" fmla="*/ 1236133 w 4089400"/>
              <a:gd name="connsiteY71" fmla="*/ 2082800 h 2870200"/>
              <a:gd name="connsiteX72" fmla="*/ 1244600 w 4089400"/>
              <a:gd name="connsiteY72" fmla="*/ 2015067 h 2870200"/>
              <a:gd name="connsiteX73" fmla="*/ 1286933 w 4089400"/>
              <a:gd name="connsiteY73" fmla="*/ 1854200 h 2870200"/>
              <a:gd name="connsiteX74" fmla="*/ 1295400 w 4089400"/>
              <a:gd name="connsiteY74" fmla="*/ 1803400 h 2870200"/>
              <a:gd name="connsiteX75" fmla="*/ 1320800 w 4089400"/>
              <a:gd name="connsiteY75" fmla="*/ 1701800 h 2870200"/>
              <a:gd name="connsiteX76" fmla="*/ 1346200 w 4089400"/>
              <a:gd name="connsiteY76" fmla="*/ 1718734 h 2870200"/>
              <a:gd name="connsiteX77" fmla="*/ 1354666 w 4089400"/>
              <a:gd name="connsiteY77" fmla="*/ 1744134 h 2870200"/>
              <a:gd name="connsiteX78" fmla="*/ 1380066 w 4089400"/>
              <a:gd name="connsiteY78" fmla="*/ 1828800 h 2870200"/>
              <a:gd name="connsiteX79" fmla="*/ 1397000 w 4089400"/>
              <a:gd name="connsiteY79" fmla="*/ 1879600 h 2870200"/>
              <a:gd name="connsiteX80" fmla="*/ 1405466 w 4089400"/>
              <a:gd name="connsiteY80" fmla="*/ 1913467 h 2870200"/>
              <a:gd name="connsiteX81" fmla="*/ 1430866 w 4089400"/>
              <a:gd name="connsiteY81" fmla="*/ 1947334 h 2870200"/>
              <a:gd name="connsiteX82" fmla="*/ 1447800 w 4089400"/>
              <a:gd name="connsiteY82" fmla="*/ 1938867 h 2870200"/>
              <a:gd name="connsiteX83" fmla="*/ 1490133 w 4089400"/>
              <a:gd name="connsiteY83" fmla="*/ 1803400 h 2870200"/>
              <a:gd name="connsiteX84" fmla="*/ 1549400 w 4089400"/>
              <a:gd name="connsiteY84" fmla="*/ 1651000 h 2870200"/>
              <a:gd name="connsiteX85" fmla="*/ 1557866 w 4089400"/>
              <a:gd name="connsiteY85" fmla="*/ 1591734 h 2870200"/>
              <a:gd name="connsiteX86" fmla="*/ 1574800 w 4089400"/>
              <a:gd name="connsiteY86" fmla="*/ 1566334 h 2870200"/>
              <a:gd name="connsiteX87" fmla="*/ 1583266 w 4089400"/>
              <a:gd name="connsiteY87" fmla="*/ 1524000 h 2870200"/>
              <a:gd name="connsiteX88" fmla="*/ 1591733 w 4089400"/>
              <a:gd name="connsiteY88" fmla="*/ 1498600 h 2870200"/>
              <a:gd name="connsiteX89" fmla="*/ 1608666 w 4089400"/>
              <a:gd name="connsiteY89" fmla="*/ 1524000 h 2870200"/>
              <a:gd name="connsiteX90" fmla="*/ 1634066 w 4089400"/>
              <a:gd name="connsiteY90" fmla="*/ 1490134 h 2870200"/>
              <a:gd name="connsiteX91" fmla="*/ 1659466 w 4089400"/>
              <a:gd name="connsiteY91" fmla="*/ 1388534 h 2870200"/>
              <a:gd name="connsiteX92" fmla="*/ 1718733 w 4089400"/>
              <a:gd name="connsiteY92" fmla="*/ 1286934 h 2870200"/>
              <a:gd name="connsiteX93" fmla="*/ 1769533 w 4089400"/>
              <a:gd name="connsiteY93" fmla="*/ 1176867 h 2870200"/>
              <a:gd name="connsiteX94" fmla="*/ 1794933 w 4089400"/>
              <a:gd name="connsiteY94" fmla="*/ 1202267 h 2870200"/>
              <a:gd name="connsiteX95" fmla="*/ 1803400 w 4089400"/>
              <a:gd name="connsiteY95" fmla="*/ 1227667 h 2870200"/>
              <a:gd name="connsiteX96" fmla="*/ 1820333 w 4089400"/>
              <a:gd name="connsiteY96" fmla="*/ 1261534 h 2870200"/>
              <a:gd name="connsiteX97" fmla="*/ 1862666 w 4089400"/>
              <a:gd name="connsiteY97" fmla="*/ 1422400 h 2870200"/>
              <a:gd name="connsiteX98" fmla="*/ 1913466 w 4089400"/>
              <a:gd name="connsiteY98" fmla="*/ 1600200 h 2870200"/>
              <a:gd name="connsiteX99" fmla="*/ 1964266 w 4089400"/>
              <a:gd name="connsiteY99" fmla="*/ 1744134 h 2870200"/>
              <a:gd name="connsiteX100" fmla="*/ 1981200 w 4089400"/>
              <a:gd name="connsiteY100" fmla="*/ 1498600 h 2870200"/>
              <a:gd name="connsiteX101" fmla="*/ 1998133 w 4089400"/>
              <a:gd name="connsiteY101" fmla="*/ 1464734 h 2870200"/>
              <a:gd name="connsiteX102" fmla="*/ 2006600 w 4089400"/>
              <a:gd name="connsiteY102" fmla="*/ 1439334 h 2870200"/>
              <a:gd name="connsiteX103" fmla="*/ 2057400 w 4089400"/>
              <a:gd name="connsiteY103" fmla="*/ 2032000 h 2870200"/>
              <a:gd name="connsiteX104" fmla="*/ 2065866 w 4089400"/>
              <a:gd name="connsiteY104" fmla="*/ 2150534 h 2870200"/>
              <a:gd name="connsiteX105" fmla="*/ 2074333 w 4089400"/>
              <a:gd name="connsiteY105" fmla="*/ 2489200 h 2870200"/>
              <a:gd name="connsiteX106" fmla="*/ 2108200 w 4089400"/>
              <a:gd name="connsiteY106" fmla="*/ 2421467 h 2870200"/>
              <a:gd name="connsiteX107" fmla="*/ 2150533 w 4089400"/>
              <a:gd name="connsiteY107" fmla="*/ 2319867 h 2870200"/>
              <a:gd name="connsiteX108" fmla="*/ 2175933 w 4089400"/>
              <a:gd name="connsiteY108" fmla="*/ 2286000 h 2870200"/>
              <a:gd name="connsiteX109" fmla="*/ 2209800 w 4089400"/>
              <a:gd name="connsiteY109" fmla="*/ 2235200 h 2870200"/>
              <a:gd name="connsiteX110" fmla="*/ 2226733 w 4089400"/>
              <a:gd name="connsiteY110" fmla="*/ 2514600 h 2870200"/>
              <a:gd name="connsiteX111" fmla="*/ 2252133 w 4089400"/>
              <a:gd name="connsiteY111" fmla="*/ 2565400 h 2870200"/>
              <a:gd name="connsiteX112" fmla="*/ 2260600 w 4089400"/>
              <a:gd name="connsiteY112" fmla="*/ 2489200 h 2870200"/>
              <a:gd name="connsiteX113" fmla="*/ 2277533 w 4089400"/>
              <a:gd name="connsiteY113" fmla="*/ 2421467 h 2870200"/>
              <a:gd name="connsiteX114" fmla="*/ 2286000 w 4089400"/>
              <a:gd name="connsiteY114" fmla="*/ 1718734 h 2870200"/>
              <a:gd name="connsiteX115" fmla="*/ 2311400 w 4089400"/>
              <a:gd name="connsiteY115" fmla="*/ 1811867 h 2870200"/>
              <a:gd name="connsiteX116" fmla="*/ 2336800 w 4089400"/>
              <a:gd name="connsiteY116" fmla="*/ 1871134 h 2870200"/>
              <a:gd name="connsiteX117" fmla="*/ 2362200 w 4089400"/>
              <a:gd name="connsiteY117" fmla="*/ 1938867 h 2870200"/>
              <a:gd name="connsiteX118" fmla="*/ 2370666 w 4089400"/>
              <a:gd name="connsiteY118" fmla="*/ 1972734 h 2870200"/>
              <a:gd name="connsiteX119" fmla="*/ 2379133 w 4089400"/>
              <a:gd name="connsiteY119" fmla="*/ 1574800 h 2870200"/>
              <a:gd name="connsiteX120" fmla="*/ 2404533 w 4089400"/>
              <a:gd name="connsiteY120" fmla="*/ 1236134 h 2870200"/>
              <a:gd name="connsiteX121" fmla="*/ 2421466 w 4089400"/>
              <a:gd name="connsiteY121" fmla="*/ 1092200 h 2870200"/>
              <a:gd name="connsiteX122" fmla="*/ 2429933 w 4089400"/>
              <a:gd name="connsiteY122" fmla="*/ 1066800 h 2870200"/>
              <a:gd name="connsiteX123" fmla="*/ 2438400 w 4089400"/>
              <a:gd name="connsiteY123" fmla="*/ 1092200 h 2870200"/>
              <a:gd name="connsiteX124" fmla="*/ 2455333 w 4089400"/>
              <a:gd name="connsiteY124" fmla="*/ 1117600 h 2870200"/>
              <a:gd name="connsiteX125" fmla="*/ 2463800 w 4089400"/>
              <a:gd name="connsiteY125" fmla="*/ 1227667 h 2870200"/>
              <a:gd name="connsiteX126" fmla="*/ 2489200 w 4089400"/>
              <a:gd name="connsiteY126" fmla="*/ 753534 h 2870200"/>
              <a:gd name="connsiteX127" fmla="*/ 2506133 w 4089400"/>
              <a:gd name="connsiteY127" fmla="*/ 685800 h 2870200"/>
              <a:gd name="connsiteX128" fmla="*/ 2514600 w 4089400"/>
              <a:gd name="connsiteY128" fmla="*/ 609600 h 2870200"/>
              <a:gd name="connsiteX129" fmla="*/ 2523066 w 4089400"/>
              <a:gd name="connsiteY129" fmla="*/ 558800 h 2870200"/>
              <a:gd name="connsiteX130" fmla="*/ 2540000 w 4089400"/>
              <a:gd name="connsiteY130" fmla="*/ 584200 h 2870200"/>
              <a:gd name="connsiteX131" fmla="*/ 2548466 w 4089400"/>
              <a:gd name="connsiteY131" fmla="*/ 778934 h 2870200"/>
              <a:gd name="connsiteX132" fmla="*/ 2590800 w 4089400"/>
              <a:gd name="connsiteY132" fmla="*/ 914400 h 2870200"/>
              <a:gd name="connsiteX133" fmla="*/ 2607733 w 4089400"/>
              <a:gd name="connsiteY133" fmla="*/ 973667 h 2870200"/>
              <a:gd name="connsiteX134" fmla="*/ 2624666 w 4089400"/>
              <a:gd name="connsiteY134" fmla="*/ 812800 h 2870200"/>
              <a:gd name="connsiteX135" fmla="*/ 2641600 w 4089400"/>
              <a:gd name="connsiteY135" fmla="*/ 694267 h 2870200"/>
              <a:gd name="connsiteX136" fmla="*/ 2667000 w 4089400"/>
              <a:gd name="connsiteY136" fmla="*/ 558800 h 2870200"/>
              <a:gd name="connsiteX137" fmla="*/ 2692400 w 4089400"/>
              <a:gd name="connsiteY137" fmla="*/ 321734 h 2870200"/>
              <a:gd name="connsiteX138" fmla="*/ 2709333 w 4089400"/>
              <a:gd name="connsiteY138" fmla="*/ 1058334 h 2870200"/>
              <a:gd name="connsiteX139" fmla="*/ 2735730 w 4089400"/>
              <a:gd name="connsiteY139" fmla="*/ 1023969 h 2870200"/>
              <a:gd name="connsiteX140" fmla="*/ 2785533 w 4089400"/>
              <a:gd name="connsiteY140" fmla="*/ 905934 h 2870200"/>
              <a:gd name="connsiteX141" fmla="*/ 2819400 w 4089400"/>
              <a:gd name="connsiteY141" fmla="*/ 855134 h 2870200"/>
              <a:gd name="connsiteX142" fmla="*/ 2844800 w 4089400"/>
              <a:gd name="connsiteY142" fmla="*/ 1422400 h 2870200"/>
              <a:gd name="connsiteX143" fmla="*/ 2853266 w 4089400"/>
              <a:gd name="connsiteY143" fmla="*/ 1388534 h 2870200"/>
              <a:gd name="connsiteX144" fmla="*/ 2870200 w 4089400"/>
              <a:gd name="connsiteY144" fmla="*/ 1363134 h 2870200"/>
              <a:gd name="connsiteX145" fmla="*/ 2895600 w 4089400"/>
              <a:gd name="connsiteY145" fmla="*/ 1278467 h 2870200"/>
              <a:gd name="connsiteX146" fmla="*/ 2912533 w 4089400"/>
              <a:gd name="connsiteY146" fmla="*/ 1320800 h 2870200"/>
              <a:gd name="connsiteX147" fmla="*/ 2929466 w 4089400"/>
              <a:gd name="connsiteY147" fmla="*/ 1388534 h 2870200"/>
              <a:gd name="connsiteX148" fmla="*/ 2946400 w 4089400"/>
              <a:gd name="connsiteY148" fmla="*/ 1422400 h 2870200"/>
              <a:gd name="connsiteX149" fmla="*/ 2988733 w 4089400"/>
              <a:gd name="connsiteY149" fmla="*/ 1540934 h 2870200"/>
              <a:gd name="connsiteX150" fmla="*/ 3005666 w 4089400"/>
              <a:gd name="connsiteY150" fmla="*/ 1566334 h 2870200"/>
              <a:gd name="connsiteX151" fmla="*/ 3039533 w 4089400"/>
              <a:gd name="connsiteY151" fmla="*/ 1718734 h 2870200"/>
              <a:gd name="connsiteX152" fmla="*/ 3064933 w 4089400"/>
              <a:gd name="connsiteY152" fmla="*/ 1761067 h 2870200"/>
              <a:gd name="connsiteX153" fmla="*/ 3098800 w 4089400"/>
              <a:gd name="connsiteY153" fmla="*/ 1879600 h 2870200"/>
              <a:gd name="connsiteX154" fmla="*/ 3090333 w 4089400"/>
              <a:gd name="connsiteY154" fmla="*/ 1913467 h 2870200"/>
              <a:gd name="connsiteX155" fmla="*/ 3102783 w 4089400"/>
              <a:gd name="connsiteY155" fmla="*/ 1901016 h 2870200"/>
              <a:gd name="connsiteX156" fmla="*/ 3081866 w 4089400"/>
              <a:gd name="connsiteY156" fmla="*/ 1888067 h 2870200"/>
              <a:gd name="connsiteX157" fmla="*/ 3107266 w 4089400"/>
              <a:gd name="connsiteY157" fmla="*/ 1871134 h 2870200"/>
              <a:gd name="connsiteX158" fmla="*/ 3115733 w 4089400"/>
              <a:gd name="connsiteY158" fmla="*/ 1769534 h 2870200"/>
              <a:gd name="connsiteX159" fmla="*/ 3132666 w 4089400"/>
              <a:gd name="connsiteY159" fmla="*/ 1710267 h 2870200"/>
              <a:gd name="connsiteX160" fmla="*/ 3141133 w 4089400"/>
              <a:gd name="connsiteY160" fmla="*/ 1684867 h 2870200"/>
              <a:gd name="connsiteX161" fmla="*/ 3166533 w 4089400"/>
              <a:gd name="connsiteY161" fmla="*/ 1676400 h 2870200"/>
              <a:gd name="connsiteX162" fmla="*/ 3175000 w 4089400"/>
              <a:gd name="connsiteY162" fmla="*/ 2006600 h 2870200"/>
              <a:gd name="connsiteX163" fmla="*/ 3183466 w 4089400"/>
              <a:gd name="connsiteY163" fmla="*/ 2048934 h 2870200"/>
              <a:gd name="connsiteX164" fmla="*/ 3191933 w 4089400"/>
              <a:gd name="connsiteY164" fmla="*/ 2099734 h 2870200"/>
              <a:gd name="connsiteX165" fmla="*/ 3208866 w 4089400"/>
              <a:gd name="connsiteY165" fmla="*/ 2048934 h 2870200"/>
              <a:gd name="connsiteX166" fmla="*/ 3217333 w 4089400"/>
              <a:gd name="connsiteY166" fmla="*/ 1998134 h 2870200"/>
              <a:gd name="connsiteX167" fmla="*/ 3251200 w 4089400"/>
              <a:gd name="connsiteY167" fmla="*/ 2353734 h 2870200"/>
              <a:gd name="connsiteX168" fmla="*/ 3276600 w 4089400"/>
              <a:gd name="connsiteY168" fmla="*/ 2387600 h 2870200"/>
              <a:gd name="connsiteX169" fmla="*/ 3285066 w 4089400"/>
              <a:gd name="connsiteY169" fmla="*/ 2497667 h 2870200"/>
              <a:gd name="connsiteX170" fmla="*/ 3302000 w 4089400"/>
              <a:gd name="connsiteY170" fmla="*/ 2531534 h 2870200"/>
              <a:gd name="connsiteX171" fmla="*/ 3318933 w 4089400"/>
              <a:gd name="connsiteY171" fmla="*/ 2599267 h 2870200"/>
              <a:gd name="connsiteX172" fmla="*/ 3344333 w 4089400"/>
              <a:gd name="connsiteY172" fmla="*/ 2667000 h 2870200"/>
              <a:gd name="connsiteX173" fmla="*/ 3386666 w 4089400"/>
              <a:gd name="connsiteY173" fmla="*/ 2810934 h 2870200"/>
              <a:gd name="connsiteX174" fmla="*/ 3412066 w 4089400"/>
              <a:gd name="connsiteY174" fmla="*/ 2870200 h 2870200"/>
              <a:gd name="connsiteX175" fmla="*/ 3437466 w 4089400"/>
              <a:gd name="connsiteY175" fmla="*/ 1828800 h 2870200"/>
              <a:gd name="connsiteX176" fmla="*/ 3436968 w 4089400"/>
              <a:gd name="connsiteY176" fmla="*/ 2090271 h 2870200"/>
              <a:gd name="connsiteX177" fmla="*/ 3462866 w 4089400"/>
              <a:gd name="connsiteY177" fmla="*/ 1735667 h 2870200"/>
              <a:gd name="connsiteX178" fmla="*/ 3488266 w 4089400"/>
              <a:gd name="connsiteY178" fmla="*/ 1651000 h 2870200"/>
              <a:gd name="connsiteX179" fmla="*/ 3496733 w 4089400"/>
              <a:gd name="connsiteY179" fmla="*/ 1701800 h 2870200"/>
              <a:gd name="connsiteX180" fmla="*/ 3500717 w 4089400"/>
              <a:gd name="connsiteY180" fmla="*/ 1875118 h 2870200"/>
              <a:gd name="connsiteX181" fmla="*/ 3522133 w 4089400"/>
              <a:gd name="connsiteY181" fmla="*/ 1752600 h 2870200"/>
              <a:gd name="connsiteX182" fmla="*/ 3530600 w 4089400"/>
              <a:gd name="connsiteY182" fmla="*/ 1693334 h 2870200"/>
              <a:gd name="connsiteX183" fmla="*/ 3572933 w 4089400"/>
              <a:gd name="connsiteY183" fmla="*/ 1608667 h 2870200"/>
              <a:gd name="connsiteX184" fmla="*/ 3589866 w 4089400"/>
              <a:gd name="connsiteY184" fmla="*/ 1566334 h 2870200"/>
              <a:gd name="connsiteX185" fmla="*/ 3632200 w 4089400"/>
              <a:gd name="connsiteY185" fmla="*/ 1464734 h 2870200"/>
              <a:gd name="connsiteX186" fmla="*/ 3636184 w 4089400"/>
              <a:gd name="connsiteY186" fmla="*/ 1373094 h 2870200"/>
              <a:gd name="connsiteX187" fmla="*/ 3657600 w 4089400"/>
              <a:gd name="connsiteY187" fmla="*/ 1363134 h 2870200"/>
              <a:gd name="connsiteX188" fmla="*/ 3674533 w 4089400"/>
              <a:gd name="connsiteY188" fmla="*/ 1320800 h 2870200"/>
              <a:gd name="connsiteX189" fmla="*/ 3669553 w 4089400"/>
              <a:gd name="connsiteY189" fmla="*/ 1151964 h 2870200"/>
              <a:gd name="connsiteX190" fmla="*/ 3716866 w 4089400"/>
              <a:gd name="connsiteY190" fmla="*/ 1227667 h 2870200"/>
              <a:gd name="connsiteX191" fmla="*/ 3725333 w 4089400"/>
              <a:gd name="connsiteY191" fmla="*/ 1176867 h 2870200"/>
              <a:gd name="connsiteX192" fmla="*/ 3742266 w 4089400"/>
              <a:gd name="connsiteY192" fmla="*/ 1126067 h 2870200"/>
              <a:gd name="connsiteX193" fmla="*/ 3750733 w 4089400"/>
              <a:gd name="connsiteY193" fmla="*/ 1058334 h 2870200"/>
              <a:gd name="connsiteX194" fmla="*/ 3759200 w 4089400"/>
              <a:gd name="connsiteY194" fmla="*/ 1270000 h 2870200"/>
              <a:gd name="connsiteX195" fmla="*/ 3788048 w 4089400"/>
              <a:gd name="connsiteY195" fmla="*/ 678606 h 2870200"/>
              <a:gd name="connsiteX196" fmla="*/ 3793066 w 4089400"/>
              <a:gd name="connsiteY196" fmla="*/ 558800 h 2870200"/>
              <a:gd name="connsiteX197" fmla="*/ 3810000 w 4089400"/>
              <a:gd name="connsiteY197" fmla="*/ 482600 h 2870200"/>
              <a:gd name="connsiteX198" fmla="*/ 3818466 w 4089400"/>
              <a:gd name="connsiteY198" fmla="*/ 533400 h 2870200"/>
              <a:gd name="connsiteX199" fmla="*/ 3835400 w 4089400"/>
              <a:gd name="connsiteY199" fmla="*/ 660400 h 2870200"/>
              <a:gd name="connsiteX200" fmla="*/ 3843866 w 4089400"/>
              <a:gd name="connsiteY200" fmla="*/ 702734 h 2870200"/>
              <a:gd name="connsiteX201" fmla="*/ 3860800 w 4089400"/>
              <a:gd name="connsiteY201" fmla="*/ 736600 h 2870200"/>
              <a:gd name="connsiteX202" fmla="*/ 3877733 w 4089400"/>
              <a:gd name="connsiteY202" fmla="*/ 702734 h 2870200"/>
              <a:gd name="connsiteX203" fmla="*/ 3937000 w 4089400"/>
              <a:gd name="connsiteY203" fmla="*/ 482600 h 2870200"/>
              <a:gd name="connsiteX204" fmla="*/ 3953933 w 4089400"/>
              <a:gd name="connsiteY204" fmla="*/ 457200 h 2870200"/>
              <a:gd name="connsiteX205" fmla="*/ 3979333 w 4089400"/>
              <a:gd name="connsiteY205" fmla="*/ 177800 h 2870200"/>
              <a:gd name="connsiteX206" fmla="*/ 4004733 w 4089400"/>
              <a:gd name="connsiteY206" fmla="*/ 135467 h 2870200"/>
              <a:gd name="connsiteX207" fmla="*/ 4013200 w 4089400"/>
              <a:gd name="connsiteY207" fmla="*/ 101600 h 2870200"/>
              <a:gd name="connsiteX208" fmla="*/ 4021666 w 4089400"/>
              <a:gd name="connsiteY208" fmla="*/ 76200 h 2870200"/>
              <a:gd name="connsiteX209" fmla="*/ 4030133 w 4089400"/>
              <a:gd name="connsiteY209" fmla="*/ 110067 h 2870200"/>
              <a:gd name="connsiteX210" fmla="*/ 4047066 w 4089400"/>
              <a:gd name="connsiteY210" fmla="*/ 160867 h 2870200"/>
              <a:gd name="connsiteX211" fmla="*/ 4089400 w 4089400"/>
              <a:gd name="connsiteY211" fmla="*/ 0 h 2870200"/>
              <a:gd name="connsiteX0" fmla="*/ 0 w 4089400"/>
              <a:gd name="connsiteY0" fmla="*/ 702734 h 2870200"/>
              <a:gd name="connsiteX1" fmla="*/ 8466 w 4089400"/>
              <a:gd name="connsiteY1" fmla="*/ 643467 h 2870200"/>
              <a:gd name="connsiteX2" fmla="*/ 42333 w 4089400"/>
              <a:gd name="connsiteY2" fmla="*/ 567267 h 2870200"/>
              <a:gd name="connsiteX3" fmla="*/ 47892 w 4089400"/>
              <a:gd name="connsiteY3" fmla="*/ 828517 h 2870200"/>
              <a:gd name="connsiteX4" fmla="*/ 32533 w 4089400"/>
              <a:gd name="connsiteY4" fmla="*/ 1083293 h 2870200"/>
              <a:gd name="connsiteX5" fmla="*/ 30266 w 4089400"/>
              <a:gd name="connsiteY5" fmla="*/ 1212385 h 2870200"/>
              <a:gd name="connsiteX6" fmla="*/ 25400 w 4089400"/>
              <a:gd name="connsiteY6" fmla="*/ 1354667 h 2870200"/>
              <a:gd name="connsiteX7" fmla="*/ 33866 w 4089400"/>
              <a:gd name="connsiteY7" fmla="*/ 1329267 h 2870200"/>
              <a:gd name="connsiteX8" fmla="*/ 59266 w 4089400"/>
              <a:gd name="connsiteY8" fmla="*/ 1253067 h 2870200"/>
              <a:gd name="connsiteX9" fmla="*/ 76200 w 4089400"/>
              <a:gd name="connsiteY9" fmla="*/ 1202267 h 2870200"/>
              <a:gd name="connsiteX10" fmla="*/ 101600 w 4089400"/>
              <a:gd name="connsiteY10" fmla="*/ 1143000 h 2870200"/>
              <a:gd name="connsiteX11" fmla="*/ 110066 w 4089400"/>
              <a:gd name="connsiteY11" fmla="*/ 1100667 h 2870200"/>
              <a:gd name="connsiteX12" fmla="*/ 135466 w 4089400"/>
              <a:gd name="connsiteY12" fmla="*/ 1032934 h 2870200"/>
              <a:gd name="connsiteX13" fmla="*/ 143933 w 4089400"/>
              <a:gd name="connsiteY13" fmla="*/ 999067 h 2870200"/>
              <a:gd name="connsiteX14" fmla="*/ 160866 w 4089400"/>
              <a:gd name="connsiteY14" fmla="*/ 948267 h 2870200"/>
              <a:gd name="connsiteX15" fmla="*/ 177800 w 4089400"/>
              <a:gd name="connsiteY15" fmla="*/ 1134534 h 2870200"/>
              <a:gd name="connsiteX16" fmla="*/ 194733 w 4089400"/>
              <a:gd name="connsiteY16" fmla="*/ 1464734 h 2870200"/>
              <a:gd name="connsiteX17" fmla="*/ 228600 w 4089400"/>
              <a:gd name="connsiteY17" fmla="*/ 1397000 h 2870200"/>
              <a:gd name="connsiteX18" fmla="*/ 254000 w 4089400"/>
              <a:gd name="connsiteY18" fmla="*/ 1363134 h 2870200"/>
              <a:gd name="connsiteX19" fmla="*/ 262466 w 4089400"/>
              <a:gd name="connsiteY19" fmla="*/ 1337734 h 2870200"/>
              <a:gd name="connsiteX20" fmla="*/ 279400 w 4089400"/>
              <a:gd name="connsiteY20" fmla="*/ 1371600 h 2870200"/>
              <a:gd name="connsiteX21" fmla="*/ 287866 w 4089400"/>
              <a:gd name="connsiteY21" fmla="*/ 2243667 h 2870200"/>
              <a:gd name="connsiteX22" fmla="*/ 313266 w 4089400"/>
              <a:gd name="connsiteY22" fmla="*/ 2201334 h 2870200"/>
              <a:gd name="connsiteX23" fmla="*/ 321733 w 4089400"/>
              <a:gd name="connsiteY23" fmla="*/ 2150534 h 2870200"/>
              <a:gd name="connsiteX24" fmla="*/ 346635 w 4089400"/>
              <a:gd name="connsiteY24" fmla="*/ 2376146 h 2870200"/>
              <a:gd name="connsiteX25" fmla="*/ 364066 w 4089400"/>
              <a:gd name="connsiteY25" fmla="*/ 2082800 h 2870200"/>
              <a:gd name="connsiteX26" fmla="*/ 389965 w 4089400"/>
              <a:gd name="connsiteY26" fmla="*/ 1792444 h 2870200"/>
              <a:gd name="connsiteX27" fmla="*/ 397933 w 4089400"/>
              <a:gd name="connsiteY27" fmla="*/ 2032000 h 2870200"/>
              <a:gd name="connsiteX28" fmla="*/ 423333 w 4089400"/>
              <a:gd name="connsiteY28" fmla="*/ 1998134 h 2870200"/>
              <a:gd name="connsiteX29" fmla="*/ 440266 w 4089400"/>
              <a:gd name="connsiteY29" fmla="*/ 1752600 h 2870200"/>
              <a:gd name="connsiteX30" fmla="*/ 465666 w 4089400"/>
              <a:gd name="connsiteY30" fmla="*/ 1651000 h 2870200"/>
              <a:gd name="connsiteX31" fmla="*/ 491066 w 4089400"/>
              <a:gd name="connsiteY31" fmla="*/ 1710267 h 2870200"/>
              <a:gd name="connsiteX32" fmla="*/ 499533 w 4089400"/>
              <a:gd name="connsiteY32" fmla="*/ 1851666 h 2870200"/>
              <a:gd name="connsiteX33" fmla="*/ 533400 w 4089400"/>
              <a:gd name="connsiteY33" fmla="*/ 1820334 h 2870200"/>
              <a:gd name="connsiteX34" fmla="*/ 558800 w 4089400"/>
              <a:gd name="connsiteY34" fmla="*/ 1938867 h 2870200"/>
              <a:gd name="connsiteX35" fmla="*/ 575733 w 4089400"/>
              <a:gd name="connsiteY35" fmla="*/ 1998134 h 2870200"/>
              <a:gd name="connsiteX36" fmla="*/ 592666 w 4089400"/>
              <a:gd name="connsiteY36" fmla="*/ 2023534 h 2870200"/>
              <a:gd name="connsiteX37" fmla="*/ 618066 w 4089400"/>
              <a:gd name="connsiteY37" fmla="*/ 1786467 h 2870200"/>
              <a:gd name="connsiteX38" fmla="*/ 626533 w 4089400"/>
              <a:gd name="connsiteY38" fmla="*/ 1744134 h 2870200"/>
              <a:gd name="connsiteX39" fmla="*/ 643466 w 4089400"/>
              <a:gd name="connsiteY39" fmla="*/ 1718734 h 2870200"/>
              <a:gd name="connsiteX40" fmla="*/ 660400 w 4089400"/>
              <a:gd name="connsiteY40" fmla="*/ 1617134 h 2870200"/>
              <a:gd name="connsiteX41" fmla="*/ 677333 w 4089400"/>
              <a:gd name="connsiteY41" fmla="*/ 1557867 h 2870200"/>
              <a:gd name="connsiteX42" fmla="*/ 685800 w 4089400"/>
              <a:gd name="connsiteY42" fmla="*/ 1524000 h 2870200"/>
              <a:gd name="connsiteX43" fmla="*/ 702733 w 4089400"/>
              <a:gd name="connsiteY43" fmla="*/ 1312334 h 2870200"/>
              <a:gd name="connsiteX44" fmla="*/ 719666 w 4089400"/>
              <a:gd name="connsiteY44" fmla="*/ 1380067 h 2870200"/>
              <a:gd name="connsiteX45" fmla="*/ 736600 w 4089400"/>
              <a:gd name="connsiteY45" fmla="*/ 1532467 h 2870200"/>
              <a:gd name="connsiteX46" fmla="*/ 753533 w 4089400"/>
              <a:gd name="connsiteY46" fmla="*/ 1566334 h 2870200"/>
              <a:gd name="connsiteX47" fmla="*/ 778933 w 4089400"/>
              <a:gd name="connsiteY47" fmla="*/ 1456267 h 2870200"/>
              <a:gd name="connsiteX48" fmla="*/ 795866 w 4089400"/>
              <a:gd name="connsiteY48" fmla="*/ 1430867 h 2870200"/>
              <a:gd name="connsiteX49" fmla="*/ 829733 w 4089400"/>
              <a:gd name="connsiteY49" fmla="*/ 1388534 h 2870200"/>
              <a:gd name="connsiteX50" fmla="*/ 838200 w 4089400"/>
              <a:gd name="connsiteY50" fmla="*/ 1498600 h 2870200"/>
              <a:gd name="connsiteX51" fmla="*/ 863600 w 4089400"/>
              <a:gd name="connsiteY51" fmla="*/ 1811867 h 2870200"/>
              <a:gd name="connsiteX52" fmla="*/ 872066 w 4089400"/>
              <a:gd name="connsiteY52" fmla="*/ 1642534 h 2870200"/>
              <a:gd name="connsiteX53" fmla="*/ 897466 w 4089400"/>
              <a:gd name="connsiteY53" fmla="*/ 1583267 h 2870200"/>
              <a:gd name="connsiteX54" fmla="*/ 905933 w 4089400"/>
              <a:gd name="connsiteY54" fmla="*/ 1557867 h 2870200"/>
              <a:gd name="connsiteX55" fmla="*/ 914400 w 4089400"/>
              <a:gd name="connsiteY55" fmla="*/ 2006600 h 2870200"/>
              <a:gd name="connsiteX56" fmla="*/ 939800 w 4089400"/>
              <a:gd name="connsiteY56" fmla="*/ 2116667 h 2870200"/>
              <a:gd name="connsiteX57" fmla="*/ 948266 w 4089400"/>
              <a:gd name="connsiteY57" fmla="*/ 1948424 h 2870200"/>
              <a:gd name="connsiteX58" fmla="*/ 965200 w 4089400"/>
              <a:gd name="connsiteY58" fmla="*/ 1794934 h 2870200"/>
              <a:gd name="connsiteX59" fmla="*/ 973666 w 4089400"/>
              <a:gd name="connsiteY59" fmla="*/ 1761067 h 2870200"/>
              <a:gd name="connsiteX60" fmla="*/ 990600 w 4089400"/>
              <a:gd name="connsiteY60" fmla="*/ 1871134 h 2870200"/>
              <a:gd name="connsiteX61" fmla="*/ 1007533 w 4089400"/>
              <a:gd name="connsiteY61" fmla="*/ 1947334 h 2870200"/>
              <a:gd name="connsiteX62" fmla="*/ 1024466 w 4089400"/>
              <a:gd name="connsiteY62" fmla="*/ 2040467 h 2870200"/>
              <a:gd name="connsiteX63" fmla="*/ 1049866 w 4089400"/>
              <a:gd name="connsiteY63" fmla="*/ 2108200 h 2870200"/>
              <a:gd name="connsiteX64" fmla="*/ 1058333 w 4089400"/>
              <a:gd name="connsiteY64" fmla="*/ 2150534 h 2870200"/>
              <a:gd name="connsiteX65" fmla="*/ 1100666 w 4089400"/>
              <a:gd name="connsiteY65" fmla="*/ 2209800 h 2870200"/>
              <a:gd name="connsiteX66" fmla="*/ 1109133 w 4089400"/>
              <a:gd name="connsiteY66" fmla="*/ 2108200 h 2870200"/>
              <a:gd name="connsiteX67" fmla="*/ 1159933 w 4089400"/>
              <a:gd name="connsiteY67" fmla="*/ 1989667 h 2870200"/>
              <a:gd name="connsiteX68" fmla="*/ 1210733 w 4089400"/>
              <a:gd name="connsiteY68" fmla="*/ 1913467 h 2870200"/>
              <a:gd name="connsiteX69" fmla="*/ 1219200 w 4089400"/>
              <a:gd name="connsiteY69" fmla="*/ 2167467 h 2870200"/>
              <a:gd name="connsiteX70" fmla="*/ 1236133 w 4089400"/>
              <a:gd name="connsiteY70" fmla="*/ 2082800 h 2870200"/>
              <a:gd name="connsiteX71" fmla="*/ 1244600 w 4089400"/>
              <a:gd name="connsiteY71" fmla="*/ 2015067 h 2870200"/>
              <a:gd name="connsiteX72" fmla="*/ 1286933 w 4089400"/>
              <a:gd name="connsiteY72" fmla="*/ 1854200 h 2870200"/>
              <a:gd name="connsiteX73" fmla="*/ 1295400 w 4089400"/>
              <a:gd name="connsiteY73" fmla="*/ 1803400 h 2870200"/>
              <a:gd name="connsiteX74" fmla="*/ 1320800 w 4089400"/>
              <a:gd name="connsiteY74" fmla="*/ 1701800 h 2870200"/>
              <a:gd name="connsiteX75" fmla="*/ 1346200 w 4089400"/>
              <a:gd name="connsiteY75" fmla="*/ 1718734 h 2870200"/>
              <a:gd name="connsiteX76" fmla="*/ 1354666 w 4089400"/>
              <a:gd name="connsiteY76" fmla="*/ 1744134 h 2870200"/>
              <a:gd name="connsiteX77" fmla="*/ 1380066 w 4089400"/>
              <a:gd name="connsiteY77" fmla="*/ 1828800 h 2870200"/>
              <a:gd name="connsiteX78" fmla="*/ 1397000 w 4089400"/>
              <a:gd name="connsiteY78" fmla="*/ 1879600 h 2870200"/>
              <a:gd name="connsiteX79" fmla="*/ 1405466 w 4089400"/>
              <a:gd name="connsiteY79" fmla="*/ 1913467 h 2870200"/>
              <a:gd name="connsiteX80" fmla="*/ 1430866 w 4089400"/>
              <a:gd name="connsiteY80" fmla="*/ 1947334 h 2870200"/>
              <a:gd name="connsiteX81" fmla="*/ 1447800 w 4089400"/>
              <a:gd name="connsiteY81" fmla="*/ 1938867 h 2870200"/>
              <a:gd name="connsiteX82" fmla="*/ 1490133 w 4089400"/>
              <a:gd name="connsiteY82" fmla="*/ 1803400 h 2870200"/>
              <a:gd name="connsiteX83" fmla="*/ 1549400 w 4089400"/>
              <a:gd name="connsiteY83" fmla="*/ 1651000 h 2870200"/>
              <a:gd name="connsiteX84" fmla="*/ 1557866 w 4089400"/>
              <a:gd name="connsiteY84" fmla="*/ 1591734 h 2870200"/>
              <a:gd name="connsiteX85" fmla="*/ 1574800 w 4089400"/>
              <a:gd name="connsiteY85" fmla="*/ 1566334 h 2870200"/>
              <a:gd name="connsiteX86" fmla="*/ 1583266 w 4089400"/>
              <a:gd name="connsiteY86" fmla="*/ 1524000 h 2870200"/>
              <a:gd name="connsiteX87" fmla="*/ 1591733 w 4089400"/>
              <a:gd name="connsiteY87" fmla="*/ 1498600 h 2870200"/>
              <a:gd name="connsiteX88" fmla="*/ 1608666 w 4089400"/>
              <a:gd name="connsiteY88" fmla="*/ 1524000 h 2870200"/>
              <a:gd name="connsiteX89" fmla="*/ 1634066 w 4089400"/>
              <a:gd name="connsiteY89" fmla="*/ 1490134 h 2870200"/>
              <a:gd name="connsiteX90" fmla="*/ 1659466 w 4089400"/>
              <a:gd name="connsiteY90" fmla="*/ 1388534 h 2870200"/>
              <a:gd name="connsiteX91" fmla="*/ 1718733 w 4089400"/>
              <a:gd name="connsiteY91" fmla="*/ 1286934 h 2870200"/>
              <a:gd name="connsiteX92" fmla="*/ 1769533 w 4089400"/>
              <a:gd name="connsiteY92" fmla="*/ 1176867 h 2870200"/>
              <a:gd name="connsiteX93" fmla="*/ 1794933 w 4089400"/>
              <a:gd name="connsiteY93" fmla="*/ 1202267 h 2870200"/>
              <a:gd name="connsiteX94" fmla="*/ 1803400 w 4089400"/>
              <a:gd name="connsiteY94" fmla="*/ 1227667 h 2870200"/>
              <a:gd name="connsiteX95" fmla="*/ 1820333 w 4089400"/>
              <a:gd name="connsiteY95" fmla="*/ 1261534 h 2870200"/>
              <a:gd name="connsiteX96" fmla="*/ 1862666 w 4089400"/>
              <a:gd name="connsiteY96" fmla="*/ 1422400 h 2870200"/>
              <a:gd name="connsiteX97" fmla="*/ 1913466 w 4089400"/>
              <a:gd name="connsiteY97" fmla="*/ 1600200 h 2870200"/>
              <a:gd name="connsiteX98" fmla="*/ 1964266 w 4089400"/>
              <a:gd name="connsiteY98" fmla="*/ 1744134 h 2870200"/>
              <a:gd name="connsiteX99" fmla="*/ 1981200 w 4089400"/>
              <a:gd name="connsiteY99" fmla="*/ 1498600 h 2870200"/>
              <a:gd name="connsiteX100" fmla="*/ 1998133 w 4089400"/>
              <a:gd name="connsiteY100" fmla="*/ 1464734 h 2870200"/>
              <a:gd name="connsiteX101" fmla="*/ 2006600 w 4089400"/>
              <a:gd name="connsiteY101" fmla="*/ 1439334 h 2870200"/>
              <a:gd name="connsiteX102" fmla="*/ 2057400 w 4089400"/>
              <a:gd name="connsiteY102" fmla="*/ 2032000 h 2870200"/>
              <a:gd name="connsiteX103" fmla="*/ 2065866 w 4089400"/>
              <a:gd name="connsiteY103" fmla="*/ 2150534 h 2870200"/>
              <a:gd name="connsiteX104" fmla="*/ 2074333 w 4089400"/>
              <a:gd name="connsiteY104" fmla="*/ 2489200 h 2870200"/>
              <a:gd name="connsiteX105" fmla="*/ 2108200 w 4089400"/>
              <a:gd name="connsiteY105" fmla="*/ 2421467 h 2870200"/>
              <a:gd name="connsiteX106" fmla="*/ 2150533 w 4089400"/>
              <a:gd name="connsiteY106" fmla="*/ 2319867 h 2870200"/>
              <a:gd name="connsiteX107" fmla="*/ 2175933 w 4089400"/>
              <a:gd name="connsiteY107" fmla="*/ 2286000 h 2870200"/>
              <a:gd name="connsiteX108" fmla="*/ 2209800 w 4089400"/>
              <a:gd name="connsiteY108" fmla="*/ 2235200 h 2870200"/>
              <a:gd name="connsiteX109" fmla="*/ 2226733 w 4089400"/>
              <a:gd name="connsiteY109" fmla="*/ 2514600 h 2870200"/>
              <a:gd name="connsiteX110" fmla="*/ 2252133 w 4089400"/>
              <a:gd name="connsiteY110" fmla="*/ 2565400 h 2870200"/>
              <a:gd name="connsiteX111" fmla="*/ 2260600 w 4089400"/>
              <a:gd name="connsiteY111" fmla="*/ 2489200 h 2870200"/>
              <a:gd name="connsiteX112" fmla="*/ 2277533 w 4089400"/>
              <a:gd name="connsiteY112" fmla="*/ 2421467 h 2870200"/>
              <a:gd name="connsiteX113" fmla="*/ 2286000 w 4089400"/>
              <a:gd name="connsiteY113" fmla="*/ 1718734 h 2870200"/>
              <a:gd name="connsiteX114" fmla="*/ 2311400 w 4089400"/>
              <a:gd name="connsiteY114" fmla="*/ 1811867 h 2870200"/>
              <a:gd name="connsiteX115" fmla="*/ 2336800 w 4089400"/>
              <a:gd name="connsiteY115" fmla="*/ 1871134 h 2870200"/>
              <a:gd name="connsiteX116" fmla="*/ 2362200 w 4089400"/>
              <a:gd name="connsiteY116" fmla="*/ 1938867 h 2870200"/>
              <a:gd name="connsiteX117" fmla="*/ 2370666 w 4089400"/>
              <a:gd name="connsiteY117" fmla="*/ 1972734 h 2870200"/>
              <a:gd name="connsiteX118" fmla="*/ 2379133 w 4089400"/>
              <a:gd name="connsiteY118" fmla="*/ 1574800 h 2870200"/>
              <a:gd name="connsiteX119" fmla="*/ 2404533 w 4089400"/>
              <a:gd name="connsiteY119" fmla="*/ 1236134 h 2870200"/>
              <a:gd name="connsiteX120" fmla="*/ 2421466 w 4089400"/>
              <a:gd name="connsiteY120" fmla="*/ 1092200 h 2870200"/>
              <a:gd name="connsiteX121" fmla="*/ 2429933 w 4089400"/>
              <a:gd name="connsiteY121" fmla="*/ 1066800 h 2870200"/>
              <a:gd name="connsiteX122" fmla="*/ 2438400 w 4089400"/>
              <a:gd name="connsiteY122" fmla="*/ 1092200 h 2870200"/>
              <a:gd name="connsiteX123" fmla="*/ 2455333 w 4089400"/>
              <a:gd name="connsiteY123" fmla="*/ 1117600 h 2870200"/>
              <a:gd name="connsiteX124" fmla="*/ 2463800 w 4089400"/>
              <a:gd name="connsiteY124" fmla="*/ 1227667 h 2870200"/>
              <a:gd name="connsiteX125" fmla="*/ 2489200 w 4089400"/>
              <a:gd name="connsiteY125" fmla="*/ 753534 h 2870200"/>
              <a:gd name="connsiteX126" fmla="*/ 2506133 w 4089400"/>
              <a:gd name="connsiteY126" fmla="*/ 685800 h 2870200"/>
              <a:gd name="connsiteX127" fmla="*/ 2514600 w 4089400"/>
              <a:gd name="connsiteY127" fmla="*/ 609600 h 2870200"/>
              <a:gd name="connsiteX128" fmla="*/ 2523066 w 4089400"/>
              <a:gd name="connsiteY128" fmla="*/ 558800 h 2870200"/>
              <a:gd name="connsiteX129" fmla="*/ 2540000 w 4089400"/>
              <a:gd name="connsiteY129" fmla="*/ 584200 h 2870200"/>
              <a:gd name="connsiteX130" fmla="*/ 2548466 w 4089400"/>
              <a:gd name="connsiteY130" fmla="*/ 778934 h 2870200"/>
              <a:gd name="connsiteX131" fmla="*/ 2590800 w 4089400"/>
              <a:gd name="connsiteY131" fmla="*/ 914400 h 2870200"/>
              <a:gd name="connsiteX132" fmla="*/ 2607733 w 4089400"/>
              <a:gd name="connsiteY132" fmla="*/ 973667 h 2870200"/>
              <a:gd name="connsiteX133" fmla="*/ 2624666 w 4089400"/>
              <a:gd name="connsiteY133" fmla="*/ 812800 h 2870200"/>
              <a:gd name="connsiteX134" fmla="*/ 2641600 w 4089400"/>
              <a:gd name="connsiteY134" fmla="*/ 694267 h 2870200"/>
              <a:gd name="connsiteX135" fmla="*/ 2667000 w 4089400"/>
              <a:gd name="connsiteY135" fmla="*/ 558800 h 2870200"/>
              <a:gd name="connsiteX136" fmla="*/ 2692400 w 4089400"/>
              <a:gd name="connsiteY136" fmla="*/ 321734 h 2870200"/>
              <a:gd name="connsiteX137" fmla="*/ 2709333 w 4089400"/>
              <a:gd name="connsiteY137" fmla="*/ 1058334 h 2870200"/>
              <a:gd name="connsiteX138" fmla="*/ 2735730 w 4089400"/>
              <a:gd name="connsiteY138" fmla="*/ 1023969 h 2870200"/>
              <a:gd name="connsiteX139" fmla="*/ 2785533 w 4089400"/>
              <a:gd name="connsiteY139" fmla="*/ 905934 h 2870200"/>
              <a:gd name="connsiteX140" fmla="*/ 2819400 w 4089400"/>
              <a:gd name="connsiteY140" fmla="*/ 855134 h 2870200"/>
              <a:gd name="connsiteX141" fmla="*/ 2844800 w 4089400"/>
              <a:gd name="connsiteY141" fmla="*/ 1422400 h 2870200"/>
              <a:gd name="connsiteX142" fmla="*/ 2853266 w 4089400"/>
              <a:gd name="connsiteY142" fmla="*/ 1388534 h 2870200"/>
              <a:gd name="connsiteX143" fmla="*/ 2870200 w 4089400"/>
              <a:gd name="connsiteY143" fmla="*/ 1363134 h 2870200"/>
              <a:gd name="connsiteX144" fmla="*/ 2895600 w 4089400"/>
              <a:gd name="connsiteY144" fmla="*/ 1278467 h 2870200"/>
              <a:gd name="connsiteX145" fmla="*/ 2912533 w 4089400"/>
              <a:gd name="connsiteY145" fmla="*/ 1320800 h 2870200"/>
              <a:gd name="connsiteX146" fmla="*/ 2929466 w 4089400"/>
              <a:gd name="connsiteY146" fmla="*/ 1388534 h 2870200"/>
              <a:gd name="connsiteX147" fmla="*/ 2946400 w 4089400"/>
              <a:gd name="connsiteY147" fmla="*/ 1422400 h 2870200"/>
              <a:gd name="connsiteX148" fmla="*/ 2988733 w 4089400"/>
              <a:gd name="connsiteY148" fmla="*/ 1540934 h 2870200"/>
              <a:gd name="connsiteX149" fmla="*/ 3005666 w 4089400"/>
              <a:gd name="connsiteY149" fmla="*/ 1566334 h 2870200"/>
              <a:gd name="connsiteX150" fmla="*/ 3039533 w 4089400"/>
              <a:gd name="connsiteY150" fmla="*/ 1718734 h 2870200"/>
              <a:gd name="connsiteX151" fmla="*/ 3064933 w 4089400"/>
              <a:gd name="connsiteY151" fmla="*/ 1761067 h 2870200"/>
              <a:gd name="connsiteX152" fmla="*/ 3098800 w 4089400"/>
              <a:gd name="connsiteY152" fmla="*/ 1879600 h 2870200"/>
              <a:gd name="connsiteX153" fmla="*/ 3090333 w 4089400"/>
              <a:gd name="connsiteY153" fmla="*/ 1913467 h 2870200"/>
              <a:gd name="connsiteX154" fmla="*/ 3102783 w 4089400"/>
              <a:gd name="connsiteY154" fmla="*/ 1901016 h 2870200"/>
              <a:gd name="connsiteX155" fmla="*/ 3081866 w 4089400"/>
              <a:gd name="connsiteY155" fmla="*/ 1888067 h 2870200"/>
              <a:gd name="connsiteX156" fmla="*/ 3107266 w 4089400"/>
              <a:gd name="connsiteY156" fmla="*/ 1871134 h 2870200"/>
              <a:gd name="connsiteX157" fmla="*/ 3115733 w 4089400"/>
              <a:gd name="connsiteY157" fmla="*/ 1769534 h 2870200"/>
              <a:gd name="connsiteX158" fmla="*/ 3132666 w 4089400"/>
              <a:gd name="connsiteY158" fmla="*/ 1710267 h 2870200"/>
              <a:gd name="connsiteX159" fmla="*/ 3141133 w 4089400"/>
              <a:gd name="connsiteY159" fmla="*/ 1684867 h 2870200"/>
              <a:gd name="connsiteX160" fmla="*/ 3166533 w 4089400"/>
              <a:gd name="connsiteY160" fmla="*/ 1676400 h 2870200"/>
              <a:gd name="connsiteX161" fmla="*/ 3175000 w 4089400"/>
              <a:gd name="connsiteY161" fmla="*/ 2006600 h 2870200"/>
              <a:gd name="connsiteX162" fmla="*/ 3183466 w 4089400"/>
              <a:gd name="connsiteY162" fmla="*/ 2048934 h 2870200"/>
              <a:gd name="connsiteX163" fmla="*/ 3191933 w 4089400"/>
              <a:gd name="connsiteY163" fmla="*/ 2099734 h 2870200"/>
              <a:gd name="connsiteX164" fmla="*/ 3208866 w 4089400"/>
              <a:gd name="connsiteY164" fmla="*/ 2048934 h 2870200"/>
              <a:gd name="connsiteX165" fmla="*/ 3217333 w 4089400"/>
              <a:gd name="connsiteY165" fmla="*/ 1998134 h 2870200"/>
              <a:gd name="connsiteX166" fmla="*/ 3251200 w 4089400"/>
              <a:gd name="connsiteY166" fmla="*/ 2353734 h 2870200"/>
              <a:gd name="connsiteX167" fmla="*/ 3276600 w 4089400"/>
              <a:gd name="connsiteY167" fmla="*/ 2387600 h 2870200"/>
              <a:gd name="connsiteX168" fmla="*/ 3285066 w 4089400"/>
              <a:gd name="connsiteY168" fmla="*/ 2497667 h 2870200"/>
              <a:gd name="connsiteX169" fmla="*/ 3302000 w 4089400"/>
              <a:gd name="connsiteY169" fmla="*/ 2531534 h 2870200"/>
              <a:gd name="connsiteX170" fmla="*/ 3318933 w 4089400"/>
              <a:gd name="connsiteY170" fmla="*/ 2599267 h 2870200"/>
              <a:gd name="connsiteX171" fmla="*/ 3344333 w 4089400"/>
              <a:gd name="connsiteY171" fmla="*/ 2667000 h 2870200"/>
              <a:gd name="connsiteX172" fmla="*/ 3386666 w 4089400"/>
              <a:gd name="connsiteY172" fmla="*/ 2810934 h 2870200"/>
              <a:gd name="connsiteX173" fmla="*/ 3412066 w 4089400"/>
              <a:gd name="connsiteY173" fmla="*/ 2870200 h 2870200"/>
              <a:gd name="connsiteX174" fmla="*/ 3437466 w 4089400"/>
              <a:gd name="connsiteY174" fmla="*/ 1828800 h 2870200"/>
              <a:gd name="connsiteX175" fmla="*/ 3436968 w 4089400"/>
              <a:gd name="connsiteY175" fmla="*/ 2090271 h 2870200"/>
              <a:gd name="connsiteX176" fmla="*/ 3462866 w 4089400"/>
              <a:gd name="connsiteY176" fmla="*/ 1735667 h 2870200"/>
              <a:gd name="connsiteX177" fmla="*/ 3488266 w 4089400"/>
              <a:gd name="connsiteY177" fmla="*/ 1651000 h 2870200"/>
              <a:gd name="connsiteX178" fmla="*/ 3496733 w 4089400"/>
              <a:gd name="connsiteY178" fmla="*/ 1701800 h 2870200"/>
              <a:gd name="connsiteX179" fmla="*/ 3500717 w 4089400"/>
              <a:gd name="connsiteY179" fmla="*/ 1875118 h 2870200"/>
              <a:gd name="connsiteX180" fmla="*/ 3522133 w 4089400"/>
              <a:gd name="connsiteY180" fmla="*/ 1752600 h 2870200"/>
              <a:gd name="connsiteX181" fmla="*/ 3530600 w 4089400"/>
              <a:gd name="connsiteY181" fmla="*/ 1693334 h 2870200"/>
              <a:gd name="connsiteX182" fmla="*/ 3572933 w 4089400"/>
              <a:gd name="connsiteY182" fmla="*/ 1608667 h 2870200"/>
              <a:gd name="connsiteX183" fmla="*/ 3589866 w 4089400"/>
              <a:gd name="connsiteY183" fmla="*/ 1566334 h 2870200"/>
              <a:gd name="connsiteX184" fmla="*/ 3632200 w 4089400"/>
              <a:gd name="connsiteY184" fmla="*/ 1464734 h 2870200"/>
              <a:gd name="connsiteX185" fmla="*/ 3636184 w 4089400"/>
              <a:gd name="connsiteY185" fmla="*/ 1373094 h 2870200"/>
              <a:gd name="connsiteX186" fmla="*/ 3657600 w 4089400"/>
              <a:gd name="connsiteY186" fmla="*/ 1363134 h 2870200"/>
              <a:gd name="connsiteX187" fmla="*/ 3674533 w 4089400"/>
              <a:gd name="connsiteY187" fmla="*/ 1320800 h 2870200"/>
              <a:gd name="connsiteX188" fmla="*/ 3669553 w 4089400"/>
              <a:gd name="connsiteY188" fmla="*/ 1151964 h 2870200"/>
              <a:gd name="connsiteX189" fmla="*/ 3716866 w 4089400"/>
              <a:gd name="connsiteY189" fmla="*/ 1227667 h 2870200"/>
              <a:gd name="connsiteX190" fmla="*/ 3725333 w 4089400"/>
              <a:gd name="connsiteY190" fmla="*/ 1176867 h 2870200"/>
              <a:gd name="connsiteX191" fmla="*/ 3742266 w 4089400"/>
              <a:gd name="connsiteY191" fmla="*/ 1126067 h 2870200"/>
              <a:gd name="connsiteX192" fmla="*/ 3750733 w 4089400"/>
              <a:gd name="connsiteY192" fmla="*/ 1058334 h 2870200"/>
              <a:gd name="connsiteX193" fmla="*/ 3759200 w 4089400"/>
              <a:gd name="connsiteY193" fmla="*/ 1270000 h 2870200"/>
              <a:gd name="connsiteX194" fmla="*/ 3788048 w 4089400"/>
              <a:gd name="connsiteY194" fmla="*/ 678606 h 2870200"/>
              <a:gd name="connsiteX195" fmla="*/ 3793066 w 4089400"/>
              <a:gd name="connsiteY195" fmla="*/ 558800 h 2870200"/>
              <a:gd name="connsiteX196" fmla="*/ 3810000 w 4089400"/>
              <a:gd name="connsiteY196" fmla="*/ 482600 h 2870200"/>
              <a:gd name="connsiteX197" fmla="*/ 3818466 w 4089400"/>
              <a:gd name="connsiteY197" fmla="*/ 533400 h 2870200"/>
              <a:gd name="connsiteX198" fmla="*/ 3835400 w 4089400"/>
              <a:gd name="connsiteY198" fmla="*/ 660400 h 2870200"/>
              <a:gd name="connsiteX199" fmla="*/ 3843866 w 4089400"/>
              <a:gd name="connsiteY199" fmla="*/ 702734 h 2870200"/>
              <a:gd name="connsiteX200" fmla="*/ 3860800 w 4089400"/>
              <a:gd name="connsiteY200" fmla="*/ 736600 h 2870200"/>
              <a:gd name="connsiteX201" fmla="*/ 3877733 w 4089400"/>
              <a:gd name="connsiteY201" fmla="*/ 702734 h 2870200"/>
              <a:gd name="connsiteX202" fmla="*/ 3937000 w 4089400"/>
              <a:gd name="connsiteY202" fmla="*/ 482600 h 2870200"/>
              <a:gd name="connsiteX203" fmla="*/ 3953933 w 4089400"/>
              <a:gd name="connsiteY203" fmla="*/ 457200 h 2870200"/>
              <a:gd name="connsiteX204" fmla="*/ 3979333 w 4089400"/>
              <a:gd name="connsiteY204" fmla="*/ 177800 h 2870200"/>
              <a:gd name="connsiteX205" fmla="*/ 4004733 w 4089400"/>
              <a:gd name="connsiteY205" fmla="*/ 135467 h 2870200"/>
              <a:gd name="connsiteX206" fmla="*/ 4013200 w 4089400"/>
              <a:gd name="connsiteY206" fmla="*/ 101600 h 2870200"/>
              <a:gd name="connsiteX207" fmla="*/ 4021666 w 4089400"/>
              <a:gd name="connsiteY207" fmla="*/ 76200 h 2870200"/>
              <a:gd name="connsiteX208" fmla="*/ 4030133 w 4089400"/>
              <a:gd name="connsiteY208" fmla="*/ 110067 h 2870200"/>
              <a:gd name="connsiteX209" fmla="*/ 4047066 w 4089400"/>
              <a:gd name="connsiteY209" fmla="*/ 160867 h 2870200"/>
              <a:gd name="connsiteX210" fmla="*/ 4089400 w 4089400"/>
              <a:gd name="connsiteY210" fmla="*/ 0 h 2870200"/>
              <a:gd name="connsiteX0" fmla="*/ 0 w 4089400"/>
              <a:gd name="connsiteY0" fmla="*/ 702734 h 2870200"/>
              <a:gd name="connsiteX1" fmla="*/ 8466 w 4089400"/>
              <a:gd name="connsiteY1" fmla="*/ 643467 h 2870200"/>
              <a:gd name="connsiteX2" fmla="*/ 42333 w 4089400"/>
              <a:gd name="connsiteY2" fmla="*/ 567267 h 2870200"/>
              <a:gd name="connsiteX3" fmla="*/ 47892 w 4089400"/>
              <a:gd name="connsiteY3" fmla="*/ 828517 h 2870200"/>
              <a:gd name="connsiteX4" fmla="*/ 32533 w 4089400"/>
              <a:gd name="connsiteY4" fmla="*/ 1083293 h 2870200"/>
              <a:gd name="connsiteX5" fmla="*/ 30266 w 4089400"/>
              <a:gd name="connsiteY5" fmla="*/ 1212385 h 2870200"/>
              <a:gd name="connsiteX6" fmla="*/ 25400 w 4089400"/>
              <a:gd name="connsiteY6" fmla="*/ 1354667 h 2870200"/>
              <a:gd name="connsiteX7" fmla="*/ 33866 w 4089400"/>
              <a:gd name="connsiteY7" fmla="*/ 1329267 h 2870200"/>
              <a:gd name="connsiteX8" fmla="*/ 59266 w 4089400"/>
              <a:gd name="connsiteY8" fmla="*/ 1253067 h 2870200"/>
              <a:gd name="connsiteX9" fmla="*/ 76200 w 4089400"/>
              <a:gd name="connsiteY9" fmla="*/ 1202267 h 2870200"/>
              <a:gd name="connsiteX10" fmla="*/ 110066 w 4089400"/>
              <a:gd name="connsiteY10" fmla="*/ 1100667 h 2870200"/>
              <a:gd name="connsiteX11" fmla="*/ 135466 w 4089400"/>
              <a:gd name="connsiteY11" fmla="*/ 1032934 h 2870200"/>
              <a:gd name="connsiteX12" fmla="*/ 143933 w 4089400"/>
              <a:gd name="connsiteY12" fmla="*/ 999067 h 2870200"/>
              <a:gd name="connsiteX13" fmla="*/ 160866 w 4089400"/>
              <a:gd name="connsiteY13" fmla="*/ 948267 h 2870200"/>
              <a:gd name="connsiteX14" fmla="*/ 177800 w 4089400"/>
              <a:gd name="connsiteY14" fmla="*/ 1134534 h 2870200"/>
              <a:gd name="connsiteX15" fmla="*/ 194733 w 4089400"/>
              <a:gd name="connsiteY15" fmla="*/ 1464734 h 2870200"/>
              <a:gd name="connsiteX16" fmla="*/ 228600 w 4089400"/>
              <a:gd name="connsiteY16" fmla="*/ 1397000 h 2870200"/>
              <a:gd name="connsiteX17" fmla="*/ 254000 w 4089400"/>
              <a:gd name="connsiteY17" fmla="*/ 1363134 h 2870200"/>
              <a:gd name="connsiteX18" fmla="*/ 262466 w 4089400"/>
              <a:gd name="connsiteY18" fmla="*/ 1337734 h 2870200"/>
              <a:gd name="connsiteX19" fmla="*/ 279400 w 4089400"/>
              <a:gd name="connsiteY19" fmla="*/ 1371600 h 2870200"/>
              <a:gd name="connsiteX20" fmla="*/ 287866 w 4089400"/>
              <a:gd name="connsiteY20" fmla="*/ 2243667 h 2870200"/>
              <a:gd name="connsiteX21" fmla="*/ 313266 w 4089400"/>
              <a:gd name="connsiteY21" fmla="*/ 2201334 h 2870200"/>
              <a:gd name="connsiteX22" fmla="*/ 321733 w 4089400"/>
              <a:gd name="connsiteY22" fmla="*/ 2150534 h 2870200"/>
              <a:gd name="connsiteX23" fmla="*/ 346635 w 4089400"/>
              <a:gd name="connsiteY23" fmla="*/ 2376146 h 2870200"/>
              <a:gd name="connsiteX24" fmla="*/ 364066 w 4089400"/>
              <a:gd name="connsiteY24" fmla="*/ 2082800 h 2870200"/>
              <a:gd name="connsiteX25" fmla="*/ 389965 w 4089400"/>
              <a:gd name="connsiteY25" fmla="*/ 1792444 h 2870200"/>
              <a:gd name="connsiteX26" fmla="*/ 397933 w 4089400"/>
              <a:gd name="connsiteY26" fmla="*/ 2032000 h 2870200"/>
              <a:gd name="connsiteX27" fmla="*/ 423333 w 4089400"/>
              <a:gd name="connsiteY27" fmla="*/ 1998134 h 2870200"/>
              <a:gd name="connsiteX28" fmla="*/ 440266 w 4089400"/>
              <a:gd name="connsiteY28" fmla="*/ 1752600 h 2870200"/>
              <a:gd name="connsiteX29" fmla="*/ 465666 w 4089400"/>
              <a:gd name="connsiteY29" fmla="*/ 1651000 h 2870200"/>
              <a:gd name="connsiteX30" fmla="*/ 491066 w 4089400"/>
              <a:gd name="connsiteY30" fmla="*/ 1710267 h 2870200"/>
              <a:gd name="connsiteX31" fmla="*/ 499533 w 4089400"/>
              <a:gd name="connsiteY31" fmla="*/ 1851666 h 2870200"/>
              <a:gd name="connsiteX32" fmla="*/ 533400 w 4089400"/>
              <a:gd name="connsiteY32" fmla="*/ 1820334 h 2870200"/>
              <a:gd name="connsiteX33" fmla="*/ 558800 w 4089400"/>
              <a:gd name="connsiteY33" fmla="*/ 1938867 h 2870200"/>
              <a:gd name="connsiteX34" fmla="*/ 575733 w 4089400"/>
              <a:gd name="connsiteY34" fmla="*/ 1998134 h 2870200"/>
              <a:gd name="connsiteX35" fmla="*/ 592666 w 4089400"/>
              <a:gd name="connsiteY35" fmla="*/ 2023534 h 2870200"/>
              <a:gd name="connsiteX36" fmla="*/ 618066 w 4089400"/>
              <a:gd name="connsiteY36" fmla="*/ 1786467 h 2870200"/>
              <a:gd name="connsiteX37" fmla="*/ 626533 w 4089400"/>
              <a:gd name="connsiteY37" fmla="*/ 1744134 h 2870200"/>
              <a:gd name="connsiteX38" fmla="*/ 643466 w 4089400"/>
              <a:gd name="connsiteY38" fmla="*/ 1718734 h 2870200"/>
              <a:gd name="connsiteX39" fmla="*/ 660400 w 4089400"/>
              <a:gd name="connsiteY39" fmla="*/ 1617134 h 2870200"/>
              <a:gd name="connsiteX40" fmla="*/ 677333 w 4089400"/>
              <a:gd name="connsiteY40" fmla="*/ 1557867 h 2870200"/>
              <a:gd name="connsiteX41" fmla="*/ 685800 w 4089400"/>
              <a:gd name="connsiteY41" fmla="*/ 1524000 h 2870200"/>
              <a:gd name="connsiteX42" fmla="*/ 702733 w 4089400"/>
              <a:gd name="connsiteY42" fmla="*/ 1312334 h 2870200"/>
              <a:gd name="connsiteX43" fmla="*/ 719666 w 4089400"/>
              <a:gd name="connsiteY43" fmla="*/ 1380067 h 2870200"/>
              <a:gd name="connsiteX44" fmla="*/ 736600 w 4089400"/>
              <a:gd name="connsiteY44" fmla="*/ 1532467 h 2870200"/>
              <a:gd name="connsiteX45" fmla="*/ 753533 w 4089400"/>
              <a:gd name="connsiteY45" fmla="*/ 1566334 h 2870200"/>
              <a:gd name="connsiteX46" fmla="*/ 778933 w 4089400"/>
              <a:gd name="connsiteY46" fmla="*/ 1456267 h 2870200"/>
              <a:gd name="connsiteX47" fmla="*/ 795866 w 4089400"/>
              <a:gd name="connsiteY47" fmla="*/ 1430867 h 2870200"/>
              <a:gd name="connsiteX48" fmla="*/ 829733 w 4089400"/>
              <a:gd name="connsiteY48" fmla="*/ 1388534 h 2870200"/>
              <a:gd name="connsiteX49" fmla="*/ 838200 w 4089400"/>
              <a:gd name="connsiteY49" fmla="*/ 1498600 h 2870200"/>
              <a:gd name="connsiteX50" fmla="*/ 863600 w 4089400"/>
              <a:gd name="connsiteY50" fmla="*/ 1811867 h 2870200"/>
              <a:gd name="connsiteX51" fmla="*/ 872066 w 4089400"/>
              <a:gd name="connsiteY51" fmla="*/ 1642534 h 2870200"/>
              <a:gd name="connsiteX52" fmla="*/ 897466 w 4089400"/>
              <a:gd name="connsiteY52" fmla="*/ 1583267 h 2870200"/>
              <a:gd name="connsiteX53" fmla="*/ 905933 w 4089400"/>
              <a:gd name="connsiteY53" fmla="*/ 1557867 h 2870200"/>
              <a:gd name="connsiteX54" fmla="*/ 914400 w 4089400"/>
              <a:gd name="connsiteY54" fmla="*/ 2006600 h 2870200"/>
              <a:gd name="connsiteX55" fmla="*/ 939800 w 4089400"/>
              <a:gd name="connsiteY55" fmla="*/ 2116667 h 2870200"/>
              <a:gd name="connsiteX56" fmla="*/ 948266 w 4089400"/>
              <a:gd name="connsiteY56" fmla="*/ 1948424 h 2870200"/>
              <a:gd name="connsiteX57" fmla="*/ 965200 w 4089400"/>
              <a:gd name="connsiteY57" fmla="*/ 1794934 h 2870200"/>
              <a:gd name="connsiteX58" fmla="*/ 973666 w 4089400"/>
              <a:gd name="connsiteY58" fmla="*/ 1761067 h 2870200"/>
              <a:gd name="connsiteX59" fmla="*/ 990600 w 4089400"/>
              <a:gd name="connsiteY59" fmla="*/ 1871134 h 2870200"/>
              <a:gd name="connsiteX60" fmla="*/ 1007533 w 4089400"/>
              <a:gd name="connsiteY60" fmla="*/ 1947334 h 2870200"/>
              <a:gd name="connsiteX61" fmla="*/ 1024466 w 4089400"/>
              <a:gd name="connsiteY61" fmla="*/ 2040467 h 2870200"/>
              <a:gd name="connsiteX62" fmla="*/ 1049866 w 4089400"/>
              <a:gd name="connsiteY62" fmla="*/ 2108200 h 2870200"/>
              <a:gd name="connsiteX63" fmla="*/ 1058333 w 4089400"/>
              <a:gd name="connsiteY63" fmla="*/ 2150534 h 2870200"/>
              <a:gd name="connsiteX64" fmla="*/ 1100666 w 4089400"/>
              <a:gd name="connsiteY64" fmla="*/ 2209800 h 2870200"/>
              <a:gd name="connsiteX65" fmla="*/ 1109133 w 4089400"/>
              <a:gd name="connsiteY65" fmla="*/ 2108200 h 2870200"/>
              <a:gd name="connsiteX66" fmla="*/ 1159933 w 4089400"/>
              <a:gd name="connsiteY66" fmla="*/ 1989667 h 2870200"/>
              <a:gd name="connsiteX67" fmla="*/ 1210733 w 4089400"/>
              <a:gd name="connsiteY67" fmla="*/ 1913467 h 2870200"/>
              <a:gd name="connsiteX68" fmla="*/ 1219200 w 4089400"/>
              <a:gd name="connsiteY68" fmla="*/ 2167467 h 2870200"/>
              <a:gd name="connsiteX69" fmla="*/ 1236133 w 4089400"/>
              <a:gd name="connsiteY69" fmla="*/ 2082800 h 2870200"/>
              <a:gd name="connsiteX70" fmla="*/ 1244600 w 4089400"/>
              <a:gd name="connsiteY70" fmla="*/ 2015067 h 2870200"/>
              <a:gd name="connsiteX71" fmla="*/ 1286933 w 4089400"/>
              <a:gd name="connsiteY71" fmla="*/ 1854200 h 2870200"/>
              <a:gd name="connsiteX72" fmla="*/ 1295400 w 4089400"/>
              <a:gd name="connsiteY72" fmla="*/ 1803400 h 2870200"/>
              <a:gd name="connsiteX73" fmla="*/ 1320800 w 4089400"/>
              <a:gd name="connsiteY73" fmla="*/ 1701800 h 2870200"/>
              <a:gd name="connsiteX74" fmla="*/ 1346200 w 4089400"/>
              <a:gd name="connsiteY74" fmla="*/ 1718734 h 2870200"/>
              <a:gd name="connsiteX75" fmla="*/ 1354666 w 4089400"/>
              <a:gd name="connsiteY75" fmla="*/ 1744134 h 2870200"/>
              <a:gd name="connsiteX76" fmla="*/ 1380066 w 4089400"/>
              <a:gd name="connsiteY76" fmla="*/ 1828800 h 2870200"/>
              <a:gd name="connsiteX77" fmla="*/ 1397000 w 4089400"/>
              <a:gd name="connsiteY77" fmla="*/ 1879600 h 2870200"/>
              <a:gd name="connsiteX78" fmla="*/ 1405466 w 4089400"/>
              <a:gd name="connsiteY78" fmla="*/ 1913467 h 2870200"/>
              <a:gd name="connsiteX79" fmla="*/ 1430866 w 4089400"/>
              <a:gd name="connsiteY79" fmla="*/ 1947334 h 2870200"/>
              <a:gd name="connsiteX80" fmla="*/ 1447800 w 4089400"/>
              <a:gd name="connsiteY80" fmla="*/ 1938867 h 2870200"/>
              <a:gd name="connsiteX81" fmla="*/ 1490133 w 4089400"/>
              <a:gd name="connsiteY81" fmla="*/ 1803400 h 2870200"/>
              <a:gd name="connsiteX82" fmla="*/ 1549400 w 4089400"/>
              <a:gd name="connsiteY82" fmla="*/ 1651000 h 2870200"/>
              <a:gd name="connsiteX83" fmla="*/ 1557866 w 4089400"/>
              <a:gd name="connsiteY83" fmla="*/ 1591734 h 2870200"/>
              <a:gd name="connsiteX84" fmla="*/ 1574800 w 4089400"/>
              <a:gd name="connsiteY84" fmla="*/ 1566334 h 2870200"/>
              <a:gd name="connsiteX85" fmla="*/ 1583266 w 4089400"/>
              <a:gd name="connsiteY85" fmla="*/ 1524000 h 2870200"/>
              <a:gd name="connsiteX86" fmla="*/ 1591733 w 4089400"/>
              <a:gd name="connsiteY86" fmla="*/ 1498600 h 2870200"/>
              <a:gd name="connsiteX87" fmla="*/ 1608666 w 4089400"/>
              <a:gd name="connsiteY87" fmla="*/ 1524000 h 2870200"/>
              <a:gd name="connsiteX88" fmla="*/ 1634066 w 4089400"/>
              <a:gd name="connsiteY88" fmla="*/ 1490134 h 2870200"/>
              <a:gd name="connsiteX89" fmla="*/ 1659466 w 4089400"/>
              <a:gd name="connsiteY89" fmla="*/ 1388534 h 2870200"/>
              <a:gd name="connsiteX90" fmla="*/ 1718733 w 4089400"/>
              <a:gd name="connsiteY90" fmla="*/ 1286934 h 2870200"/>
              <a:gd name="connsiteX91" fmla="*/ 1769533 w 4089400"/>
              <a:gd name="connsiteY91" fmla="*/ 1176867 h 2870200"/>
              <a:gd name="connsiteX92" fmla="*/ 1794933 w 4089400"/>
              <a:gd name="connsiteY92" fmla="*/ 1202267 h 2870200"/>
              <a:gd name="connsiteX93" fmla="*/ 1803400 w 4089400"/>
              <a:gd name="connsiteY93" fmla="*/ 1227667 h 2870200"/>
              <a:gd name="connsiteX94" fmla="*/ 1820333 w 4089400"/>
              <a:gd name="connsiteY94" fmla="*/ 1261534 h 2870200"/>
              <a:gd name="connsiteX95" fmla="*/ 1862666 w 4089400"/>
              <a:gd name="connsiteY95" fmla="*/ 1422400 h 2870200"/>
              <a:gd name="connsiteX96" fmla="*/ 1913466 w 4089400"/>
              <a:gd name="connsiteY96" fmla="*/ 1600200 h 2870200"/>
              <a:gd name="connsiteX97" fmla="*/ 1964266 w 4089400"/>
              <a:gd name="connsiteY97" fmla="*/ 1744134 h 2870200"/>
              <a:gd name="connsiteX98" fmla="*/ 1981200 w 4089400"/>
              <a:gd name="connsiteY98" fmla="*/ 1498600 h 2870200"/>
              <a:gd name="connsiteX99" fmla="*/ 1998133 w 4089400"/>
              <a:gd name="connsiteY99" fmla="*/ 1464734 h 2870200"/>
              <a:gd name="connsiteX100" fmla="*/ 2006600 w 4089400"/>
              <a:gd name="connsiteY100" fmla="*/ 1439334 h 2870200"/>
              <a:gd name="connsiteX101" fmla="*/ 2057400 w 4089400"/>
              <a:gd name="connsiteY101" fmla="*/ 2032000 h 2870200"/>
              <a:gd name="connsiteX102" fmla="*/ 2065866 w 4089400"/>
              <a:gd name="connsiteY102" fmla="*/ 2150534 h 2870200"/>
              <a:gd name="connsiteX103" fmla="*/ 2074333 w 4089400"/>
              <a:gd name="connsiteY103" fmla="*/ 2489200 h 2870200"/>
              <a:gd name="connsiteX104" fmla="*/ 2108200 w 4089400"/>
              <a:gd name="connsiteY104" fmla="*/ 2421467 h 2870200"/>
              <a:gd name="connsiteX105" fmla="*/ 2150533 w 4089400"/>
              <a:gd name="connsiteY105" fmla="*/ 2319867 h 2870200"/>
              <a:gd name="connsiteX106" fmla="*/ 2175933 w 4089400"/>
              <a:gd name="connsiteY106" fmla="*/ 2286000 h 2870200"/>
              <a:gd name="connsiteX107" fmla="*/ 2209800 w 4089400"/>
              <a:gd name="connsiteY107" fmla="*/ 2235200 h 2870200"/>
              <a:gd name="connsiteX108" fmla="*/ 2226733 w 4089400"/>
              <a:gd name="connsiteY108" fmla="*/ 2514600 h 2870200"/>
              <a:gd name="connsiteX109" fmla="*/ 2252133 w 4089400"/>
              <a:gd name="connsiteY109" fmla="*/ 2565400 h 2870200"/>
              <a:gd name="connsiteX110" fmla="*/ 2260600 w 4089400"/>
              <a:gd name="connsiteY110" fmla="*/ 2489200 h 2870200"/>
              <a:gd name="connsiteX111" fmla="*/ 2277533 w 4089400"/>
              <a:gd name="connsiteY111" fmla="*/ 2421467 h 2870200"/>
              <a:gd name="connsiteX112" fmla="*/ 2286000 w 4089400"/>
              <a:gd name="connsiteY112" fmla="*/ 1718734 h 2870200"/>
              <a:gd name="connsiteX113" fmla="*/ 2311400 w 4089400"/>
              <a:gd name="connsiteY113" fmla="*/ 1811867 h 2870200"/>
              <a:gd name="connsiteX114" fmla="*/ 2336800 w 4089400"/>
              <a:gd name="connsiteY114" fmla="*/ 1871134 h 2870200"/>
              <a:gd name="connsiteX115" fmla="*/ 2362200 w 4089400"/>
              <a:gd name="connsiteY115" fmla="*/ 1938867 h 2870200"/>
              <a:gd name="connsiteX116" fmla="*/ 2370666 w 4089400"/>
              <a:gd name="connsiteY116" fmla="*/ 1972734 h 2870200"/>
              <a:gd name="connsiteX117" fmla="*/ 2379133 w 4089400"/>
              <a:gd name="connsiteY117" fmla="*/ 1574800 h 2870200"/>
              <a:gd name="connsiteX118" fmla="*/ 2404533 w 4089400"/>
              <a:gd name="connsiteY118" fmla="*/ 1236134 h 2870200"/>
              <a:gd name="connsiteX119" fmla="*/ 2421466 w 4089400"/>
              <a:gd name="connsiteY119" fmla="*/ 1092200 h 2870200"/>
              <a:gd name="connsiteX120" fmla="*/ 2429933 w 4089400"/>
              <a:gd name="connsiteY120" fmla="*/ 1066800 h 2870200"/>
              <a:gd name="connsiteX121" fmla="*/ 2438400 w 4089400"/>
              <a:gd name="connsiteY121" fmla="*/ 1092200 h 2870200"/>
              <a:gd name="connsiteX122" fmla="*/ 2455333 w 4089400"/>
              <a:gd name="connsiteY122" fmla="*/ 1117600 h 2870200"/>
              <a:gd name="connsiteX123" fmla="*/ 2463800 w 4089400"/>
              <a:gd name="connsiteY123" fmla="*/ 1227667 h 2870200"/>
              <a:gd name="connsiteX124" fmla="*/ 2489200 w 4089400"/>
              <a:gd name="connsiteY124" fmla="*/ 753534 h 2870200"/>
              <a:gd name="connsiteX125" fmla="*/ 2506133 w 4089400"/>
              <a:gd name="connsiteY125" fmla="*/ 685800 h 2870200"/>
              <a:gd name="connsiteX126" fmla="*/ 2514600 w 4089400"/>
              <a:gd name="connsiteY126" fmla="*/ 609600 h 2870200"/>
              <a:gd name="connsiteX127" fmla="*/ 2523066 w 4089400"/>
              <a:gd name="connsiteY127" fmla="*/ 558800 h 2870200"/>
              <a:gd name="connsiteX128" fmla="*/ 2540000 w 4089400"/>
              <a:gd name="connsiteY128" fmla="*/ 584200 h 2870200"/>
              <a:gd name="connsiteX129" fmla="*/ 2548466 w 4089400"/>
              <a:gd name="connsiteY129" fmla="*/ 778934 h 2870200"/>
              <a:gd name="connsiteX130" fmla="*/ 2590800 w 4089400"/>
              <a:gd name="connsiteY130" fmla="*/ 914400 h 2870200"/>
              <a:gd name="connsiteX131" fmla="*/ 2607733 w 4089400"/>
              <a:gd name="connsiteY131" fmla="*/ 973667 h 2870200"/>
              <a:gd name="connsiteX132" fmla="*/ 2624666 w 4089400"/>
              <a:gd name="connsiteY132" fmla="*/ 812800 h 2870200"/>
              <a:gd name="connsiteX133" fmla="*/ 2641600 w 4089400"/>
              <a:gd name="connsiteY133" fmla="*/ 694267 h 2870200"/>
              <a:gd name="connsiteX134" fmla="*/ 2667000 w 4089400"/>
              <a:gd name="connsiteY134" fmla="*/ 558800 h 2870200"/>
              <a:gd name="connsiteX135" fmla="*/ 2692400 w 4089400"/>
              <a:gd name="connsiteY135" fmla="*/ 321734 h 2870200"/>
              <a:gd name="connsiteX136" fmla="*/ 2709333 w 4089400"/>
              <a:gd name="connsiteY136" fmla="*/ 1058334 h 2870200"/>
              <a:gd name="connsiteX137" fmla="*/ 2735730 w 4089400"/>
              <a:gd name="connsiteY137" fmla="*/ 1023969 h 2870200"/>
              <a:gd name="connsiteX138" fmla="*/ 2785533 w 4089400"/>
              <a:gd name="connsiteY138" fmla="*/ 905934 h 2870200"/>
              <a:gd name="connsiteX139" fmla="*/ 2819400 w 4089400"/>
              <a:gd name="connsiteY139" fmla="*/ 855134 h 2870200"/>
              <a:gd name="connsiteX140" fmla="*/ 2844800 w 4089400"/>
              <a:gd name="connsiteY140" fmla="*/ 1422400 h 2870200"/>
              <a:gd name="connsiteX141" fmla="*/ 2853266 w 4089400"/>
              <a:gd name="connsiteY141" fmla="*/ 1388534 h 2870200"/>
              <a:gd name="connsiteX142" fmla="*/ 2870200 w 4089400"/>
              <a:gd name="connsiteY142" fmla="*/ 1363134 h 2870200"/>
              <a:gd name="connsiteX143" fmla="*/ 2895600 w 4089400"/>
              <a:gd name="connsiteY143" fmla="*/ 1278467 h 2870200"/>
              <a:gd name="connsiteX144" fmla="*/ 2912533 w 4089400"/>
              <a:gd name="connsiteY144" fmla="*/ 1320800 h 2870200"/>
              <a:gd name="connsiteX145" fmla="*/ 2929466 w 4089400"/>
              <a:gd name="connsiteY145" fmla="*/ 1388534 h 2870200"/>
              <a:gd name="connsiteX146" fmla="*/ 2946400 w 4089400"/>
              <a:gd name="connsiteY146" fmla="*/ 1422400 h 2870200"/>
              <a:gd name="connsiteX147" fmla="*/ 2988733 w 4089400"/>
              <a:gd name="connsiteY147" fmla="*/ 1540934 h 2870200"/>
              <a:gd name="connsiteX148" fmla="*/ 3005666 w 4089400"/>
              <a:gd name="connsiteY148" fmla="*/ 1566334 h 2870200"/>
              <a:gd name="connsiteX149" fmla="*/ 3039533 w 4089400"/>
              <a:gd name="connsiteY149" fmla="*/ 1718734 h 2870200"/>
              <a:gd name="connsiteX150" fmla="*/ 3064933 w 4089400"/>
              <a:gd name="connsiteY150" fmla="*/ 1761067 h 2870200"/>
              <a:gd name="connsiteX151" fmla="*/ 3098800 w 4089400"/>
              <a:gd name="connsiteY151" fmla="*/ 1879600 h 2870200"/>
              <a:gd name="connsiteX152" fmla="*/ 3090333 w 4089400"/>
              <a:gd name="connsiteY152" fmla="*/ 1913467 h 2870200"/>
              <a:gd name="connsiteX153" fmla="*/ 3102783 w 4089400"/>
              <a:gd name="connsiteY153" fmla="*/ 1901016 h 2870200"/>
              <a:gd name="connsiteX154" fmla="*/ 3081866 w 4089400"/>
              <a:gd name="connsiteY154" fmla="*/ 1888067 h 2870200"/>
              <a:gd name="connsiteX155" fmla="*/ 3107266 w 4089400"/>
              <a:gd name="connsiteY155" fmla="*/ 1871134 h 2870200"/>
              <a:gd name="connsiteX156" fmla="*/ 3115733 w 4089400"/>
              <a:gd name="connsiteY156" fmla="*/ 1769534 h 2870200"/>
              <a:gd name="connsiteX157" fmla="*/ 3132666 w 4089400"/>
              <a:gd name="connsiteY157" fmla="*/ 1710267 h 2870200"/>
              <a:gd name="connsiteX158" fmla="*/ 3141133 w 4089400"/>
              <a:gd name="connsiteY158" fmla="*/ 1684867 h 2870200"/>
              <a:gd name="connsiteX159" fmla="*/ 3166533 w 4089400"/>
              <a:gd name="connsiteY159" fmla="*/ 1676400 h 2870200"/>
              <a:gd name="connsiteX160" fmla="*/ 3175000 w 4089400"/>
              <a:gd name="connsiteY160" fmla="*/ 2006600 h 2870200"/>
              <a:gd name="connsiteX161" fmla="*/ 3183466 w 4089400"/>
              <a:gd name="connsiteY161" fmla="*/ 2048934 h 2870200"/>
              <a:gd name="connsiteX162" fmla="*/ 3191933 w 4089400"/>
              <a:gd name="connsiteY162" fmla="*/ 2099734 h 2870200"/>
              <a:gd name="connsiteX163" fmla="*/ 3208866 w 4089400"/>
              <a:gd name="connsiteY163" fmla="*/ 2048934 h 2870200"/>
              <a:gd name="connsiteX164" fmla="*/ 3217333 w 4089400"/>
              <a:gd name="connsiteY164" fmla="*/ 1998134 h 2870200"/>
              <a:gd name="connsiteX165" fmla="*/ 3251200 w 4089400"/>
              <a:gd name="connsiteY165" fmla="*/ 2353734 h 2870200"/>
              <a:gd name="connsiteX166" fmla="*/ 3276600 w 4089400"/>
              <a:gd name="connsiteY166" fmla="*/ 2387600 h 2870200"/>
              <a:gd name="connsiteX167" fmla="*/ 3285066 w 4089400"/>
              <a:gd name="connsiteY167" fmla="*/ 2497667 h 2870200"/>
              <a:gd name="connsiteX168" fmla="*/ 3302000 w 4089400"/>
              <a:gd name="connsiteY168" fmla="*/ 2531534 h 2870200"/>
              <a:gd name="connsiteX169" fmla="*/ 3318933 w 4089400"/>
              <a:gd name="connsiteY169" fmla="*/ 2599267 h 2870200"/>
              <a:gd name="connsiteX170" fmla="*/ 3344333 w 4089400"/>
              <a:gd name="connsiteY170" fmla="*/ 2667000 h 2870200"/>
              <a:gd name="connsiteX171" fmla="*/ 3386666 w 4089400"/>
              <a:gd name="connsiteY171" fmla="*/ 2810934 h 2870200"/>
              <a:gd name="connsiteX172" fmla="*/ 3412066 w 4089400"/>
              <a:gd name="connsiteY172" fmla="*/ 2870200 h 2870200"/>
              <a:gd name="connsiteX173" fmla="*/ 3437466 w 4089400"/>
              <a:gd name="connsiteY173" fmla="*/ 1828800 h 2870200"/>
              <a:gd name="connsiteX174" fmla="*/ 3436968 w 4089400"/>
              <a:gd name="connsiteY174" fmla="*/ 2090271 h 2870200"/>
              <a:gd name="connsiteX175" fmla="*/ 3462866 w 4089400"/>
              <a:gd name="connsiteY175" fmla="*/ 1735667 h 2870200"/>
              <a:gd name="connsiteX176" fmla="*/ 3488266 w 4089400"/>
              <a:gd name="connsiteY176" fmla="*/ 1651000 h 2870200"/>
              <a:gd name="connsiteX177" fmla="*/ 3496733 w 4089400"/>
              <a:gd name="connsiteY177" fmla="*/ 1701800 h 2870200"/>
              <a:gd name="connsiteX178" fmla="*/ 3500717 w 4089400"/>
              <a:gd name="connsiteY178" fmla="*/ 1875118 h 2870200"/>
              <a:gd name="connsiteX179" fmla="*/ 3522133 w 4089400"/>
              <a:gd name="connsiteY179" fmla="*/ 1752600 h 2870200"/>
              <a:gd name="connsiteX180" fmla="*/ 3530600 w 4089400"/>
              <a:gd name="connsiteY180" fmla="*/ 1693334 h 2870200"/>
              <a:gd name="connsiteX181" fmla="*/ 3572933 w 4089400"/>
              <a:gd name="connsiteY181" fmla="*/ 1608667 h 2870200"/>
              <a:gd name="connsiteX182" fmla="*/ 3589866 w 4089400"/>
              <a:gd name="connsiteY182" fmla="*/ 1566334 h 2870200"/>
              <a:gd name="connsiteX183" fmla="*/ 3632200 w 4089400"/>
              <a:gd name="connsiteY183" fmla="*/ 1464734 h 2870200"/>
              <a:gd name="connsiteX184" fmla="*/ 3636184 w 4089400"/>
              <a:gd name="connsiteY184" fmla="*/ 1373094 h 2870200"/>
              <a:gd name="connsiteX185" fmla="*/ 3657600 w 4089400"/>
              <a:gd name="connsiteY185" fmla="*/ 1363134 h 2870200"/>
              <a:gd name="connsiteX186" fmla="*/ 3674533 w 4089400"/>
              <a:gd name="connsiteY186" fmla="*/ 1320800 h 2870200"/>
              <a:gd name="connsiteX187" fmla="*/ 3669553 w 4089400"/>
              <a:gd name="connsiteY187" fmla="*/ 1151964 h 2870200"/>
              <a:gd name="connsiteX188" fmla="*/ 3716866 w 4089400"/>
              <a:gd name="connsiteY188" fmla="*/ 1227667 h 2870200"/>
              <a:gd name="connsiteX189" fmla="*/ 3725333 w 4089400"/>
              <a:gd name="connsiteY189" fmla="*/ 1176867 h 2870200"/>
              <a:gd name="connsiteX190" fmla="*/ 3742266 w 4089400"/>
              <a:gd name="connsiteY190" fmla="*/ 1126067 h 2870200"/>
              <a:gd name="connsiteX191" fmla="*/ 3750733 w 4089400"/>
              <a:gd name="connsiteY191" fmla="*/ 1058334 h 2870200"/>
              <a:gd name="connsiteX192" fmla="*/ 3759200 w 4089400"/>
              <a:gd name="connsiteY192" fmla="*/ 1270000 h 2870200"/>
              <a:gd name="connsiteX193" fmla="*/ 3788048 w 4089400"/>
              <a:gd name="connsiteY193" fmla="*/ 678606 h 2870200"/>
              <a:gd name="connsiteX194" fmla="*/ 3793066 w 4089400"/>
              <a:gd name="connsiteY194" fmla="*/ 558800 h 2870200"/>
              <a:gd name="connsiteX195" fmla="*/ 3810000 w 4089400"/>
              <a:gd name="connsiteY195" fmla="*/ 482600 h 2870200"/>
              <a:gd name="connsiteX196" fmla="*/ 3818466 w 4089400"/>
              <a:gd name="connsiteY196" fmla="*/ 533400 h 2870200"/>
              <a:gd name="connsiteX197" fmla="*/ 3835400 w 4089400"/>
              <a:gd name="connsiteY197" fmla="*/ 660400 h 2870200"/>
              <a:gd name="connsiteX198" fmla="*/ 3843866 w 4089400"/>
              <a:gd name="connsiteY198" fmla="*/ 702734 h 2870200"/>
              <a:gd name="connsiteX199" fmla="*/ 3860800 w 4089400"/>
              <a:gd name="connsiteY199" fmla="*/ 736600 h 2870200"/>
              <a:gd name="connsiteX200" fmla="*/ 3877733 w 4089400"/>
              <a:gd name="connsiteY200" fmla="*/ 702734 h 2870200"/>
              <a:gd name="connsiteX201" fmla="*/ 3937000 w 4089400"/>
              <a:gd name="connsiteY201" fmla="*/ 482600 h 2870200"/>
              <a:gd name="connsiteX202" fmla="*/ 3953933 w 4089400"/>
              <a:gd name="connsiteY202" fmla="*/ 457200 h 2870200"/>
              <a:gd name="connsiteX203" fmla="*/ 3979333 w 4089400"/>
              <a:gd name="connsiteY203" fmla="*/ 177800 h 2870200"/>
              <a:gd name="connsiteX204" fmla="*/ 4004733 w 4089400"/>
              <a:gd name="connsiteY204" fmla="*/ 135467 h 2870200"/>
              <a:gd name="connsiteX205" fmla="*/ 4013200 w 4089400"/>
              <a:gd name="connsiteY205" fmla="*/ 101600 h 2870200"/>
              <a:gd name="connsiteX206" fmla="*/ 4021666 w 4089400"/>
              <a:gd name="connsiteY206" fmla="*/ 76200 h 2870200"/>
              <a:gd name="connsiteX207" fmla="*/ 4030133 w 4089400"/>
              <a:gd name="connsiteY207" fmla="*/ 110067 h 2870200"/>
              <a:gd name="connsiteX208" fmla="*/ 4047066 w 4089400"/>
              <a:gd name="connsiteY208" fmla="*/ 160867 h 2870200"/>
              <a:gd name="connsiteX209" fmla="*/ 4089400 w 4089400"/>
              <a:gd name="connsiteY209" fmla="*/ 0 h 2870200"/>
              <a:gd name="connsiteX0" fmla="*/ 0 w 4089400"/>
              <a:gd name="connsiteY0" fmla="*/ 702734 h 2870200"/>
              <a:gd name="connsiteX1" fmla="*/ 8466 w 4089400"/>
              <a:gd name="connsiteY1" fmla="*/ 643467 h 2870200"/>
              <a:gd name="connsiteX2" fmla="*/ 42333 w 4089400"/>
              <a:gd name="connsiteY2" fmla="*/ 567267 h 2870200"/>
              <a:gd name="connsiteX3" fmla="*/ 47892 w 4089400"/>
              <a:gd name="connsiteY3" fmla="*/ 828517 h 2870200"/>
              <a:gd name="connsiteX4" fmla="*/ 32533 w 4089400"/>
              <a:gd name="connsiteY4" fmla="*/ 1083293 h 2870200"/>
              <a:gd name="connsiteX5" fmla="*/ 30266 w 4089400"/>
              <a:gd name="connsiteY5" fmla="*/ 1212385 h 2870200"/>
              <a:gd name="connsiteX6" fmla="*/ 25400 w 4089400"/>
              <a:gd name="connsiteY6" fmla="*/ 1354667 h 2870200"/>
              <a:gd name="connsiteX7" fmla="*/ 33866 w 4089400"/>
              <a:gd name="connsiteY7" fmla="*/ 1329267 h 2870200"/>
              <a:gd name="connsiteX8" fmla="*/ 59266 w 4089400"/>
              <a:gd name="connsiteY8" fmla="*/ 1253067 h 2870200"/>
              <a:gd name="connsiteX9" fmla="*/ 76200 w 4089400"/>
              <a:gd name="connsiteY9" fmla="*/ 1202267 h 2870200"/>
              <a:gd name="connsiteX10" fmla="*/ 110066 w 4089400"/>
              <a:gd name="connsiteY10" fmla="*/ 1100667 h 2870200"/>
              <a:gd name="connsiteX11" fmla="*/ 143933 w 4089400"/>
              <a:gd name="connsiteY11" fmla="*/ 999067 h 2870200"/>
              <a:gd name="connsiteX12" fmla="*/ 160866 w 4089400"/>
              <a:gd name="connsiteY12" fmla="*/ 948267 h 2870200"/>
              <a:gd name="connsiteX13" fmla="*/ 177800 w 4089400"/>
              <a:gd name="connsiteY13" fmla="*/ 1134534 h 2870200"/>
              <a:gd name="connsiteX14" fmla="*/ 194733 w 4089400"/>
              <a:gd name="connsiteY14" fmla="*/ 1464734 h 2870200"/>
              <a:gd name="connsiteX15" fmla="*/ 228600 w 4089400"/>
              <a:gd name="connsiteY15" fmla="*/ 1397000 h 2870200"/>
              <a:gd name="connsiteX16" fmla="*/ 254000 w 4089400"/>
              <a:gd name="connsiteY16" fmla="*/ 1363134 h 2870200"/>
              <a:gd name="connsiteX17" fmla="*/ 262466 w 4089400"/>
              <a:gd name="connsiteY17" fmla="*/ 1337734 h 2870200"/>
              <a:gd name="connsiteX18" fmla="*/ 279400 w 4089400"/>
              <a:gd name="connsiteY18" fmla="*/ 1371600 h 2870200"/>
              <a:gd name="connsiteX19" fmla="*/ 287866 w 4089400"/>
              <a:gd name="connsiteY19" fmla="*/ 2243667 h 2870200"/>
              <a:gd name="connsiteX20" fmla="*/ 313266 w 4089400"/>
              <a:gd name="connsiteY20" fmla="*/ 2201334 h 2870200"/>
              <a:gd name="connsiteX21" fmla="*/ 321733 w 4089400"/>
              <a:gd name="connsiteY21" fmla="*/ 2150534 h 2870200"/>
              <a:gd name="connsiteX22" fmla="*/ 346635 w 4089400"/>
              <a:gd name="connsiteY22" fmla="*/ 2376146 h 2870200"/>
              <a:gd name="connsiteX23" fmla="*/ 364066 w 4089400"/>
              <a:gd name="connsiteY23" fmla="*/ 2082800 h 2870200"/>
              <a:gd name="connsiteX24" fmla="*/ 389965 w 4089400"/>
              <a:gd name="connsiteY24" fmla="*/ 1792444 h 2870200"/>
              <a:gd name="connsiteX25" fmla="*/ 397933 w 4089400"/>
              <a:gd name="connsiteY25" fmla="*/ 2032000 h 2870200"/>
              <a:gd name="connsiteX26" fmla="*/ 423333 w 4089400"/>
              <a:gd name="connsiteY26" fmla="*/ 1998134 h 2870200"/>
              <a:gd name="connsiteX27" fmla="*/ 440266 w 4089400"/>
              <a:gd name="connsiteY27" fmla="*/ 1752600 h 2870200"/>
              <a:gd name="connsiteX28" fmla="*/ 465666 w 4089400"/>
              <a:gd name="connsiteY28" fmla="*/ 1651000 h 2870200"/>
              <a:gd name="connsiteX29" fmla="*/ 491066 w 4089400"/>
              <a:gd name="connsiteY29" fmla="*/ 1710267 h 2870200"/>
              <a:gd name="connsiteX30" fmla="*/ 499533 w 4089400"/>
              <a:gd name="connsiteY30" fmla="*/ 1851666 h 2870200"/>
              <a:gd name="connsiteX31" fmla="*/ 533400 w 4089400"/>
              <a:gd name="connsiteY31" fmla="*/ 1820334 h 2870200"/>
              <a:gd name="connsiteX32" fmla="*/ 558800 w 4089400"/>
              <a:gd name="connsiteY32" fmla="*/ 1938867 h 2870200"/>
              <a:gd name="connsiteX33" fmla="*/ 575733 w 4089400"/>
              <a:gd name="connsiteY33" fmla="*/ 1998134 h 2870200"/>
              <a:gd name="connsiteX34" fmla="*/ 592666 w 4089400"/>
              <a:gd name="connsiteY34" fmla="*/ 2023534 h 2870200"/>
              <a:gd name="connsiteX35" fmla="*/ 618066 w 4089400"/>
              <a:gd name="connsiteY35" fmla="*/ 1786467 h 2870200"/>
              <a:gd name="connsiteX36" fmla="*/ 626533 w 4089400"/>
              <a:gd name="connsiteY36" fmla="*/ 1744134 h 2870200"/>
              <a:gd name="connsiteX37" fmla="*/ 643466 w 4089400"/>
              <a:gd name="connsiteY37" fmla="*/ 1718734 h 2870200"/>
              <a:gd name="connsiteX38" fmla="*/ 660400 w 4089400"/>
              <a:gd name="connsiteY38" fmla="*/ 1617134 h 2870200"/>
              <a:gd name="connsiteX39" fmla="*/ 677333 w 4089400"/>
              <a:gd name="connsiteY39" fmla="*/ 1557867 h 2870200"/>
              <a:gd name="connsiteX40" fmla="*/ 685800 w 4089400"/>
              <a:gd name="connsiteY40" fmla="*/ 1524000 h 2870200"/>
              <a:gd name="connsiteX41" fmla="*/ 702733 w 4089400"/>
              <a:gd name="connsiteY41" fmla="*/ 1312334 h 2870200"/>
              <a:gd name="connsiteX42" fmla="*/ 719666 w 4089400"/>
              <a:gd name="connsiteY42" fmla="*/ 1380067 h 2870200"/>
              <a:gd name="connsiteX43" fmla="*/ 736600 w 4089400"/>
              <a:gd name="connsiteY43" fmla="*/ 1532467 h 2870200"/>
              <a:gd name="connsiteX44" fmla="*/ 753533 w 4089400"/>
              <a:gd name="connsiteY44" fmla="*/ 1566334 h 2870200"/>
              <a:gd name="connsiteX45" fmla="*/ 778933 w 4089400"/>
              <a:gd name="connsiteY45" fmla="*/ 1456267 h 2870200"/>
              <a:gd name="connsiteX46" fmla="*/ 795866 w 4089400"/>
              <a:gd name="connsiteY46" fmla="*/ 1430867 h 2870200"/>
              <a:gd name="connsiteX47" fmla="*/ 829733 w 4089400"/>
              <a:gd name="connsiteY47" fmla="*/ 1388534 h 2870200"/>
              <a:gd name="connsiteX48" fmla="*/ 838200 w 4089400"/>
              <a:gd name="connsiteY48" fmla="*/ 1498600 h 2870200"/>
              <a:gd name="connsiteX49" fmla="*/ 863600 w 4089400"/>
              <a:gd name="connsiteY49" fmla="*/ 1811867 h 2870200"/>
              <a:gd name="connsiteX50" fmla="*/ 872066 w 4089400"/>
              <a:gd name="connsiteY50" fmla="*/ 1642534 h 2870200"/>
              <a:gd name="connsiteX51" fmla="*/ 897466 w 4089400"/>
              <a:gd name="connsiteY51" fmla="*/ 1583267 h 2870200"/>
              <a:gd name="connsiteX52" fmla="*/ 905933 w 4089400"/>
              <a:gd name="connsiteY52" fmla="*/ 1557867 h 2870200"/>
              <a:gd name="connsiteX53" fmla="*/ 914400 w 4089400"/>
              <a:gd name="connsiteY53" fmla="*/ 2006600 h 2870200"/>
              <a:gd name="connsiteX54" fmla="*/ 939800 w 4089400"/>
              <a:gd name="connsiteY54" fmla="*/ 2116667 h 2870200"/>
              <a:gd name="connsiteX55" fmla="*/ 948266 w 4089400"/>
              <a:gd name="connsiteY55" fmla="*/ 1948424 h 2870200"/>
              <a:gd name="connsiteX56" fmla="*/ 965200 w 4089400"/>
              <a:gd name="connsiteY56" fmla="*/ 1794934 h 2870200"/>
              <a:gd name="connsiteX57" fmla="*/ 973666 w 4089400"/>
              <a:gd name="connsiteY57" fmla="*/ 1761067 h 2870200"/>
              <a:gd name="connsiteX58" fmla="*/ 990600 w 4089400"/>
              <a:gd name="connsiteY58" fmla="*/ 1871134 h 2870200"/>
              <a:gd name="connsiteX59" fmla="*/ 1007533 w 4089400"/>
              <a:gd name="connsiteY59" fmla="*/ 1947334 h 2870200"/>
              <a:gd name="connsiteX60" fmla="*/ 1024466 w 4089400"/>
              <a:gd name="connsiteY60" fmla="*/ 2040467 h 2870200"/>
              <a:gd name="connsiteX61" fmla="*/ 1049866 w 4089400"/>
              <a:gd name="connsiteY61" fmla="*/ 2108200 h 2870200"/>
              <a:gd name="connsiteX62" fmla="*/ 1058333 w 4089400"/>
              <a:gd name="connsiteY62" fmla="*/ 2150534 h 2870200"/>
              <a:gd name="connsiteX63" fmla="*/ 1100666 w 4089400"/>
              <a:gd name="connsiteY63" fmla="*/ 2209800 h 2870200"/>
              <a:gd name="connsiteX64" fmla="*/ 1109133 w 4089400"/>
              <a:gd name="connsiteY64" fmla="*/ 2108200 h 2870200"/>
              <a:gd name="connsiteX65" fmla="*/ 1159933 w 4089400"/>
              <a:gd name="connsiteY65" fmla="*/ 1989667 h 2870200"/>
              <a:gd name="connsiteX66" fmla="*/ 1210733 w 4089400"/>
              <a:gd name="connsiteY66" fmla="*/ 1913467 h 2870200"/>
              <a:gd name="connsiteX67" fmla="*/ 1219200 w 4089400"/>
              <a:gd name="connsiteY67" fmla="*/ 2167467 h 2870200"/>
              <a:gd name="connsiteX68" fmla="*/ 1236133 w 4089400"/>
              <a:gd name="connsiteY68" fmla="*/ 2082800 h 2870200"/>
              <a:gd name="connsiteX69" fmla="*/ 1244600 w 4089400"/>
              <a:gd name="connsiteY69" fmla="*/ 2015067 h 2870200"/>
              <a:gd name="connsiteX70" fmla="*/ 1286933 w 4089400"/>
              <a:gd name="connsiteY70" fmla="*/ 1854200 h 2870200"/>
              <a:gd name="connsiteX71" fmla="*/ 1295400 w 4089400"/>
              <a:gd name="connsiteY71" fmla="*/ 1803400 h 2870200"/>
              <a:gd name="connsiteX72" fmla="*/ 1320800 w 4089400"/>
              <a:gd name="connsiteY72" fmla="*/ 1701800 h 2870200"/>
              <a:gd name="connsiteX73" fmla="*/ 1346200 w 4089400"/>
              <a:gd name="connsiteY73" fmla="*/ 1718734 h 2870200"/>
              <a:gd name="connsiteX74" fmla="*/ 1354666 w 4089400"/>
              <a:gd name="connsiteY74" fmla="*/ 1744134 h 2870200"/>
              <a:gd name="connsiteX75" fmla="*/ 1380066 w 4089400"/>
              <a:gd name="connsiteY75" fmla="*/ 1828800 h 2870200"/>
              <a:gd name="connsiteX76" fmla="*/ 1397000 w 4089400"/>
              <a:gd name="connsiteY76" fmla="*/ 1879600 h 2870200"/>
              <a:gd name="connsiteX77" fmla="*/ 1405466 w 4089400"/>
              <a:gd name="connsiteY77" fmla="*/ 1913467 h 2870200"/>
              <a:gd name="connsiteX78" fmla="*/ 1430866 w 4089400"/>
              <a:gd name="connsiteY78" fmla="*/ 1947334 h 2870200"/>
              <a:gd name="connsiteX79" fmla="*/ 1447800 w 4089400"/>
              <a:gd name="connsiteY79" fmla="*/ 1938867 h 2870200"/>
              <a:gd name="connsiteX80" fmla="*/ 1490133 w 4089400"/>
              <a:gd name="connsiteY80" fmla="*/ 1803400 h 2870200"/>
              <a:gd name="connsiteX81" fmla="*/ 1549400 w 4089400"/>
              <a:gd name="connsiteY81" fmla="*/ 1651000 h 2870200"/>
              <a:gd name="connsiteX82" fmla="*/ 1557866 w 4089400"/>
              <a:gd name="connsiteY82" fmla="*/ 1591734 h 2870200"/>
              <a:gd name="connsiteX83" fmla="*/ 1574800 w 4089400"/>
              <a:gd name="connsiteY83" fmla="*/ 1566334 h 2870200"/>
              <a:gd name="connsiteX84" fmla="*/ 1583266 w 4089400"/>
              <a:gd name="connsiteY84" fmla="*/ 1524000 h 2870200"/>
              <a:gd name="connsiteX85" fmla="*/ 1591733 w 4089400"/>
              <a:gd name="connsiteY85" fmla="*/ 1498600 h 2870200"/>
              <a:gd name="connsiteX86" fmla="*/ 1608666 w 4089400"/>
              <a:gd name="connsiteY86" fmla="*/ 1524000 h 2870200"/>
              <a:gd name="connsiteX87" fmla="*/ 1634066 w 4089400"/>
              <a:gd name="connsiteY87" fmla="*/ 1490134 h 2870200"/>
              <a:gd name="connsiteX88" fmla="*/ 1659466 w 4089400"/>
              <a:gd name="connsiteY88" fmla="*/ 1388534 h 2870200"/>
              <a:gd name="connsiteX89" fmla="*/ 1718733 w 4089400"/>
              <a:gd name="connsiteY89" fmla="*/ 1286934 h 2870200"/>
              <a:gd name="connsiteX90" fmla="*/ 1769533 w 4089400"/>
              <a:gd name="connsiteY90" fmla="*/ 1176867 h 2870200"/>
              <a:gd name="connsiteX91" fmla="*/ 1794933 w 4089400"/>
              <a:gd name="connsiteY91" fmla="*/ 1202267 h 2870200"/>
              <a:gd name="connsiteX92" fmla="*/ 1803400 w 4089400"/>
              <a:gd name="connsiteY92" fmla="*/ 1227667 h 2870200"/>
              <a:gd name="connsiteX93" fmla="*/ 1820333 w 4089400"/>
              <a:gd name="connsiteY93" fmla="*/ 1261534 h 2870200"/>
              <a:gd name="connsiteX94" fmla="*/ 1862666 w 4089400"/>
              <a:gd name="connsiteY94" fmla="*/ 1422400 h 2870200"/>
              <a:gd name="connsiteX95" fmla="*/ 1913466 w 4089400"/>
              <a:gd name="connsiteY95" fmla="*/ 1600200 h 2870200"/>
              <a:gd name="connsiteX96" fmla="*/ 1964266 w 4089400"/>
              <a:gd name="connsiteY96" fmla="*/ 1744134 h 2870200"/>
              <a:gd name="connsiteX97" fmla="*/ 1981200 w 4089400"/>
              <a:gd name="connsiteY97" fmla="*/ 1498600 h 2870200"/>
              <a:gd name="connsiteX98" fmla="*/ 1998133 w 4089400"/>
              <a:gd name="connsiteY98" fmla="*/ 1464734 h 2870200"/>
              <a:gd name="connsiteX99" fmla="*/ 2006600 w 4089400"/>
              <a:gd name="connsiteY99" fmla="*/ 1439334 h 2870200"/>
              <a:gd name="connsiteX100" fmla="*/ 2057400 w 4089400"/>
              <a:gd name="connsiteY100" fmla="*/ 2032000 h 2870200"/>
              <a:gd name="connsiteX101" fmla="*/ 2065866 w 4089400"/>
              <a:gd name="connsiteY101" fmla="*/ 2150534 h 2870200"/>
              <a:gd name="connsiteX102" fmla="*/ 2074333 w 4089400"/>
              <a:gd name="connsiteY102" fmla="*/ 2489200 h 2870200"/>
              <a:gd name="connsiteX103" fmla="*/ 2108200 w 4089400"/>
              <a:gd name="connsiteY103" fmla="*/ 2421467 h 2870200"/>
              <a:gd name="connsiteX104" fmla="*/ 2150533 w 4089400"/>
              <a:gd name="connsiteY104" fmla="*/ 2319867 h 2870200"/>
              <a:gd name="connsiteX105" fmla="*/ 2175933 w 4089400"/>
              <a:gd name="connsiteY105" fmla="*/ 2286000 h 2870200"/>
              <a:gd name="connsiteX106" fmla="*/ 2209800 w 4089400"/>
              <a:gd name="connsiteY106" fmla="*/ 2235200 h 2870200"/>
              <a:gd name="connsiteX107" fmla="*/ 2226733 w 4089400"/>
              <a:gd name="connsiteY107" fmla="*/ 2514600 h 2870200"/>
              <a:gd name="connsiteX108" fmla="*/ 2252133 w 4089400"/>
              <a:gd name="connsiteY108" fmla="*/ 2565400 h 2870200"/>
              <a:gd name="connsiteX109" fmla="*/ 2260600 w 4089400"/>
              <a:gd name="connsiteY109" fmla="*/ 2489200 h 2870200"/>
              <a:gd name="connsiteX110" fmla="*/ 2277533 w 4089400"/>
              <a:gd name="connsiteY110" fmla="*/ 2421467 h 2870200"/>
              <a:gd name="connsiteX111" fmla="*/ 2286000 w 4089400"/>
              <a:gd name="connsiteY111" fmla="*/ 1718734 h 2870200"/>
              <a:gd name="connsiteX112" fmla="*/ 2311400 w 4089400"/>
              <a:gd name="connsiteY112" fmla="*/ 1811867 h 2870200"/>
              <a:gd name="connsiteX113" fmla="*/ 2336800 w 4089400"/>
              <a:gd name="connsiteY113" fmla="*/ 1871134 h 2870200"/>
              <a:gd name="connsiteX114" fmla="*/ 2362200 w 4089400"/>
              <a:gd name="connsiteY114" fmla="*/ 1938867 h 2870200"/>
              <a:gd name="connsiteX115" fmla="*/ 2370666 w 4089400"/>
              <a:gd name="connsiteY115" fmla="*/ 1972734 h 2870200"/>
              <a:gd name="connsiteX116" fmla="*/ 2379133 w 4089400"/>
              <a:gd name="connsiteY116" fmla="*/ 1574800 h 2870200"/>
              <a:gd name="connsiteX117" fmla="*/ 2404533 w 4089400"/>
              <a:gd name="connsiteY117" fmla="*/ 1236134 h 2870200"/>
              <a:gd name="connsiteX118" fmla="*/ 2421466 w 4089400"/>
              <a:gd name="connsiteY118" fmla="*/ 1092200 h 2870200"/>
              <a:gd name="connsiteX119" fmla="*/ 2429933 w 4089400"/>
              <a:gd name="connsiteY119" fmla="*/ 1066800 h 2870200"/>
              <a:gd name="connsiteX120" fmla="*/ 2438400 w 4089400"/>
              <a:gd name="connsiteY120" fmla="*/ 1092200 h 2870200"/>
              <a:gd name="connsiteX121" fmla="*/ 2455333 w 4089400"/>
              <a:gd name="connsiteY121" fmla="*/ 1117600 h 2870200"/>
              <a:gd name="connsiteX122" fmla="*/ 2463800 w 4089400"/>
              <a:gd name="connsiteY122" fmla="*/ 1227667 h 2870200"/>
              <a:gd name="connsiteX123" fmla="*/ 2489200 w 4089400"/>
              <a:gd name="connsiteY123" fmla="*/ 753534 h 2870200"/>
              <a:gd name="connsiteX124" fmla="*/ 2506133 w 4089400"/>
              <a:gd name="connsiteY124" fmla="*/ 685800 h 2870200"/>
              <a:gd name="connsiteX125" fmla="*/ 2514600 w 4089400"/>
              <a:gd name="connsiteY125" fmla="*/ 609600 h 2870200"/>
              <a:gd name="connsiteX126" fmla="*/ 2523066 w 4089400"/>
              <a:gd name="connsiteY126" fmla="*/ 558800 h 2870200"/>
              <a:gd name="connsiteX127" fmla="*/ 2540000 w 4089400"/>
              <a:gd name="connsiteY127" fmla="*/ 584200 h 2870200"/>
              <a:gd name="connsiteX128" fmla="*/ 2548466 w 4089400"/>
              <a:gd name="connsiteY128" fmla="*/ 778934 h 2870200"/>
              <a:gd name="connsiteX129" fmla="*/ 2590800 w 4089400"/>
              <a:gd name="connsiteY129" fmla="*/ 914400 h 2870200"/>
              <a:gd name="connsiteX130" fmla="*/ 2607733 w 4089400"/>
              <a:gd name="connsiteY130" fmla="*/ 973667 h 2870200"/>
              <a:gd name="connsiteX131" fmla="*/ 2624666 w 4089400"/>
              <a:gd name="connsiteY131" fmla="*/ 812800 h 2870200"/>
              <a:gd name="connsiteX132" fmla="*/ 2641600 w 4089400"/>
              <a:gd name="connsiteY132" fmla="*/ 694267 h 2870200"/>
              <a:gd name="connsiteX133" fmla="*/ 2667000 w 4089400"/>
              <a:gd name="connsiteY133" fmla="*/ 558800 h 2870200"/>
              <a:gd name="connsiteX134" fmla="*/ 2692400 w 4089400"/>
              <a:gd name="connsiteY134" fmla="*/ 321734 h 2870200"/>
              <a:gd name="connsiteX135" fmla="*/ 2709333 w 4089400"/>
              <a:gd name="connsiteY135" fmla="*/ 1058334 h 2870200"/>
              <a:gd name="connsiteX136" fmla="*/ 2735730 w 4089400"/>
              <a:gd name="connsiteY136" fmla="*/ 1023969 h 2870200"/>
              <a:gd name="connsiteX137" fmla="*/ 2785533 w 4089400"/>
              <a:gd name="connsiteY137" fmla="*/ 905934 h 2870200"/>
              <a:gd name="connsiteX138" fmla="*/ 2819400 w 4089400"/>
              <a:gd name="connsiteY138" fmla="*/ 855134 h 2870200"/>
              <a:gd name="connsiteX139" fmla="*/ 2844800 w 4089400"/>
              <a:gd name="connsiteY139" fmla="*/ 1422400 h 2870200"/>
              <a:gd name="connsiteX140" fmla="*/ 2853266 w 4089400"/>
              <a:gd name="connsiteY140" fmla="*/ 1388534 h 2870200"/>
              <a:gd name="connsiteX141" fmla="*/ 2870200 w 4089400"/>
              <a:gd name="connsiteY141" fmla="*/ 1363134 h 2870200"/>
              <a:gd name="connsiteX142" fmla="*/ 2895600 w 4089400"/>
              <a:gd name="connsiteY142" fmla="*/ 1278467 h 2870200"/>
              <a:gd name="connsiteX143" fmla="*/ 2912533 w 4089400"/>
              <a:gd name="connsiteY143" fmla="*/ 1320800 h 2870200"/>
              <a:gd name="connsiteX144" fmla="*/ 2929466 w 4089400"/>
              <a:gd name="connsiteY144" fmla="*/ 1388534 h 2870200"/>
              <a:gd name="connsiteX145" fmla="*/ 2946400 w 4089400"/>
              <a:gd name="connsiteY145" fmla="*/ 1422400 h 2870200"/>
              <a:gd name="connsiteX146" fmla="*/ 2988733 w 4089400"/>
              <a:gd name="connsiteY146" fmla="*/ 1540934 h 2870200"/>
              <a:gd name="connsiteX147" fmla="*/ 3005666 w 4089400"/>
              <a:gd name="connsiteY147" fmla="*/ 1566334 h 2870200"/>
              <a:gd name="connsiteX148" fmla="*/ 3039533 w 4089400"/>
              <a:gd name="connsiteY148" fmla="*/ 1718734 h 2870200"/>
              <a:gd name="connsiteX149" fmla="*/ 3064933 w 4089400"/>
              <a:gd name="connsiteY149" fmla="*/ 1761067 h 2870200"/>
              <a:gd name="connsiteX150" fmla="*/ 3098800 w 4089400"/>
              <a:gd name="connsiteY150" fmla="*/ 1879600 h 2870200"/>
              <a:gd name="connsiteX151" fmla="*/ 3090333 w 4089400"/>
              <a:gd name="connsiteY151" fmla="*/ 1913467 h 2870200"/>
              <a:gd name="connsiteX152" fmla="*/ 3102783 w 4089400"/>
              <a:gd name="connsiteY152" fmla="*/ 1901016 h 2870200"/>
              <a:gd name="connsiteX153" fmla="*/ 3081866 w 4089400"/>
              <a:gd name="connsiteY153" fmla="*/ 1888067 h 2870200"/>
              <a:gd name="connsiteX154" fmla="*/ 3107266 w 4089400"/>
              <a:gd name="connsiteY154" fmla="*/ 1871134 h 2870200"/>
              <a:gd name="connsiteX155" fmla="*/ 3115733 w 4089400"/>
              <a:gd name="connsiteY155" fmla="*/ 1769534 h 2870200"/>
              <a:gd name="connsiteX156" fmla="*/ 3132666 w 4089400"/>
              <a:gd name="connsiteY156" fmla="*/ 1710267 h 2870200"/>
              <a:gd name="connsiteX157" fmla="*/ 3141133 w 4089400"/>
              <a:gd name="connsiteY157" fmla="*/ 1684867 h 2870200"/>
              <a:gd name="connsiteX158" fmla="*/ 3166533 w 4089400"/>
              <a:gd name="connsiteY158" fmla="*/ 1676400 h 2870200"/>
              <a:gd name="connsiteX159" fmla="*/ 3175000 w 4089400"/>
              <a:gd name="connsiteY159" fmla="*/ 2006600 h 2870200"/>
              <a:gd name="connsiteX160" fmla="*/ 3183466 w 4089400"/>
              <a:gd name="connsiteY160" fmla="*/ 2048934 h 2870200"/>
              <a:gd name="connsiteX161" fmla="*/ 3191933 w 4089400"/>
              <a:gd name="connsiteY161" fmla="*/ 2099734 h 2870200"/>
              <a:gd name="connsiteX162" fmla="*/ 3208866 w 4089400"/>
              <a:gd name="connsiteY162" fmla="*/ 2048934 h 2870200"/>
              <a:gd name="connsiteX163" fmla="*/ 3217333 w 4089400"/>
              <a:gd name="connsiteY163" fmla="*/ 1998134 h 2870200"/>
              <a:gd name="connsiteX164" fmla="*/ 3251200 w 4089400"/>
              <a:gd name="connsiteY164" fmla="*/ 2353734 h 2870200"/>
              <a:gd name="connsiteX165" fmla="*/ 3276600 w 4089400"/>
              <a:gd name="connsiteY165" fmla="*/ 2387600 h 2870200"/>
              <a:gd name="connsiteX166" fmla="*/ 3285066 w 4089400"/>
              <a:gd name="connsiteY166" fmla="*/ 2497667 h 2870200"/>
              <a:gd name="connsiteX167" fmla="*/ 3302000 w 4089400"/>
              <a:gd name="connsiteY167" fmla="*/ 2531534 h 2870200"/>
              <a:gd name="connsiteX168" fmla="*/ 3318933 w 4089400"/>
              <a:gd name="connsiteY168" fmla="*/ 2599267 h 2870200"/>
              <a:gd name="connsiteX169" fmla="*/ 3344333 w 4089400"/>
              <a:gd name="connsiteY169" fmla="*/ 2667000 h 2870200"/>
              <a:gd name="connsiteX170" fmla="*/ 3386666 w 4089400"/>
              <a:gd name="connsiteY170" fmla="*/ 2810934 h 2870200"/>
              <a:gd name="connsiteX171" fmla="*/ 3412066 w 4089400"/>
              <a:gd name="connsiteY171" fmla="*/ 2870200 h 2870200"/>
              <a:gd name="connsiteX172" fmla="*/ 3437466 w 4089400"/>
              <a:gd name="connsiteY172" fmla="*/ 1828800 h 2870200"/>
              <a:gd name="connsiteX173" fmla="*/ 3436968 w 4089400"/>
              <a:gd name="connsiteY173" fmla="*/ 2090271 h 2870200"/>
              <a:gd name="connsiteX174" fmla="*/ 3462866 w 4089400"/>
              <a:gd name="connsiteY174" fmla="*/ 1735667 h 2870200"/>
              <a:gd name="connsiteX175" fmla="*/ 3488266 w 4089400"/>
              <a:gd name="connsiteY175" fmla="*/ 1651000 h 2870200"/>
              <a:gd name="connsiteX176" fmla="*/ 3496733 w 4089400"/>
              <a:gd name="connsiteY176" fmla="*/ 1701800 h 2870200"/>
              <a:gd name="connsiteX177" fmla="*/ 3500717 w 4089400"/>
              <a:gd name="connsiteY177" fmla="*/ 1875118 h 2870200"/>
              <a:gd name="connsiteX178" fmla="*/ 3522133 w 4089400"/>
              <a:gd name="connsiteY178" fmla="*/ 1752600 h 2870200"/>
              <a:gd name="connsiteX179" fmla="*/ 3530600 w 4089400"/>
              <a:gd name="connsiteY179" fmla="*/ 1693334 h 2870200"/>
              <a:gd name="connsiteX180" fmla="*/ 3572933 w 4089400"/>
              <a:gd name="connsiteY180" fmla="*/ 1608667 h 2870200"/>
              <a:gd name="connsiteX181" fmla="*/ 3589866 w 4089400"/>
              <a:gd name="connsiteY181" fmla="*/ 1566334 h 2870200"/>
              <a:gd name="connsiteX182" fmla="*/ 3632200 w 4089400"/>
              <a:gd name="connsiteY182" fmla="*/ 1464734 h 2870200"/>
              <a:gd name="connsiteX183" fmla="*/ 3636184 w 4089400"/>
              <a:gd name="connsiteY183" fmla="*/ 1373094 h 2870200"/>
              <a:gd name="connsiteX184" fmla="*/ 3657600 w 4089400"/>
              <a:gd name="connsiteY184" fmla="*/ 1363134 h 2870200"/>
              <a:gd name="connsiteX185" fmla="*/ 3674533 w 4089400"/>
              <a:gd name="connsiteY185" fmla="*/ 1320800 h 2870200"/>
              <a:gd name="connsiteX186" fmla="*/ 3669553 w 4089400"/>
              <a:gd name="connsiteY186" fmla="*/ 1151964 h 2870200"/>
              <a:gd name="connsiteX187" fmla="*/ 3716866 w 4089400"/>
              <a:gd name="connsiteY187" fmla="*/ 1227667 h 2870200"/>
              <a:gd name="connsiteX188" fmla="*/ 3725333 w 4089400"/>
              <a:gd name="connsiteY188" fmla="*/ 1176867 h 2870200"/>
              <a:gd name="connsiteX189" fmla="*/ 3742266 w 4089400"/>
              <a:gd name="connsiteY189" fmla="*/ 1126067 h 2870200"/>
              <a:gd name="connsiteX190" fmla="*/ 3750733 w 4089400"/>
              <a:gd name="connsiteY190" fmla="*/ 1058334 h 2870200"/>
              <a:gd name="connsiteX191" fmla="*/ 3759200 w 4089400"/>
              <a:gd name="connsiteY191" fmla="*/ 1270000 h 2870200"/>
              <a:gd name="connsiteX192" fmla="*/ 3788048 w 4089400"/>
              <a:gd name="connsiteY192" fmla="*/ 678606 h 2870200"/>
              <a:gd name="connsiteX193" fmla="*/ 3793066 w 4089400"/>
              <a:gd name="connsiteY193" fmla="*/ 558800 h 2870200"/>
              <a:gd name="connsiteX194" fmla="*/ 3810000 w 4089400"/>
              <a:gd name="connsiteY194" fmla="*/ 482600 h 2870200"/>
              <a:gd name="connsiteX195" fmla="*/ 3818466 w 4089400"/>
              <a:gd name="connsiteY195" fmla="*/ 533400 h 2870200"/>
              <a:gd name="connsiteX196" fmla="*/ 3835400 w 4089400"/>
              <a:gd name="connsiteY196" fmla="*/ 660400 h 2870200"/>
              <a:gd name="connsiteX197" fmla="*/ 3843866 w 4089400"/>
              <a:gd name="connsiteY197" fmla="*/ 702734 h 2870200"/>
              <a:gd name="connsiteX198" fmla="*/ 3860800 w 4089400"/>
              <a:gd name="connsiteY198" fmla="*/ 736600 h 2870200"/>
              <a:gd name="connsiteX199" fmla="*/ 3877733 w 4089400"/>
              <a:gd name="connsiteY199" fmla="*/ 702734 h 2870200"/>
              <a:gd name="connsiteX200" fmla="*/ 3937000 w 4089400"/>
              <a:gd name="connsiteY200" fmla="*/ 482600 h 2870200"/>
              <a:gd name="connsiteX201" fmla="*/ 3953933 w 4089400"/>
              <a:gd name="connsiteY201" fmla="*/ 457200 h 2870200"/>
              <a:gd name="connsiteX202" fmla="*/ 3979333 w 4089400"/>
              <a:gd name="connsiteY202" fmla="*/ 177800 h 2870200"/>
              <a:gd name="connsiteX203" fmla="*/ 4004733 w 4089400"/>
              <a:gd name="connsiteY203" fmla="*/ 135467 h 2870200"/>
              <a:gd name="connsiteX204" fmla="*/ 4013200 w 4089400"/>
              <a:gd name="connsiteY204" fmla="*/ 101600 h 2870200"/>
              <a:gd name="connsiteX205" fmla="*/ 4021666 w 4089400"/>
              <a:gd name="connsiteY205" fmla="*/ 76200 h 2870200"/>
              <a:gd name="connsiteX206" fmla="*/ 4030133 w 4089400"/>
              <a:gd name="connsiteY206" fmla="*/ 110067 h 2870200"/>
              <a:gd name="connsiteX207" fmla="*/ 4047066 w 4089400"/>
              <a:gd name="connsiteY207" fmla="*/ 160867 h 2870200"/>
              <a:gd name="connsiteX208" fmla="*/ 4089400 w 4089400"/>
              <a:gd name="connsiteY208" fmla="*/ 0 h 2870200"/>
              <a:gd name="connsiteX0" fmla="*/ 0 w 4089400"/>
              <a:gd name="connsiteY0" fmla="*/ 702734 h 2870200"/>
              <a:gd name="connsiteX1" fmla="*/ 8466 w 4089400"/>
              <a:gd name="connsiteY1" fmla="*/ 643467 h 2870200"/>
              <a:gd name="connsiteX2" fmla="*/ 42333 w 4089400"/>
              <a:gd name="connsiteY2" fmla="*/ 567267 h 2870200"/>
              <a:gd name="connsiteX3" fmla="*/ 47892 w 4089400"/>
              <a:gd name="connsiteY3" fmla="*/ 828517 h 2870200"/>
              <a:gd name="connsiteX4" fmla="*/ 32533 w 4089400"/>
              <a:gd name="connsiteY4" fmla="*/ 1083293 h 2870200"/>
              <a:gd name="connsiteX5" fmla="*/ 30266 w 4089400"/>
              <a:gd name="connsiteY5" fmla="*/ 1212385 h 2870200"/>
              <a:gd name="connsiteX6" fmla="*/ 25400 w 4089400"/>
              <a:gd name="connsiteY6" fmla="*/ 1354667 h 2870200"/>
              <a:gd name="connsiteX7" fmla="*/ 33866 w 4089400"/>
              <a:gd name="connsiteY7" fmla="*/ 1329267 h 2870200"/>
              <a:gd name="connsiteX8" fmla="*/ 59266 w 4089400"/>
              <a:gd name="connsiteY8" fmla="*/ 1253067 h 2870200"/>
              <a:gd name="connsiteX9" fmla="*/ 76200 w 4089400"/>
              <a:gd name="connsiteY9" fmla="*/ 1202267 h 2870200"/>
              <a:gd name="connsiteX10" fmla="*/ 110066 w 4089400"/>
              <a:gd name="connsiteY10" fmla="*/ 1100667 h 2870200"/>
              <a:gd name="connsiteX11" fmla="*/ 143933 w 4089400"/>
              <a:gd name="connsiteY11" fmla="*/ 999067 h 2870200"/>
              <a:gd name="connsiteX12" fmla="*/ 160866 w 4089400"/>
              <a:gd name="connsiteY12" fmla="*/ 948267 h 2870200"/>
              <a:gd name="connsiteX13" fmla="*/ 177800 w 4089400"/>
              <a:gd name="connsiteY13" fmla="*/ 1134534 h 2870200"/>
              <a:gd name="connsiteX14" fmla="*/ 194733 w 4089400"/>
              <a:gd name="connsiteY14" fmla="*/ 1464734 h 2870200"/>
              <a:gd name="connsiteX15" fmla="*/ 228600 w 4089400"/>
              <a:gd name="connsiteY15" fmla="*/ 1397000 h 2870200"/>
              <a:gd name="connsiteX16" fmla="*/ 254000 w 4089400"/>
              <a:gd name="connsiteY16" fmla="*/ 1363134 h 2870200"/>
              <a:gd name="connsiteX17" fmla="*/ 279400 w 4089400"/>
              <a:gd name="connsiteY17" fmla="*/ 1371600 h 2870200"/>
              <a:gd name="connsiteX18" fmla="*/ 287866 w 4089400"/>
              <a:gd name="connsiteY18" fmla="*/ 2243667 h 2870200"/>
              <a:gd name="connsiteX19" fmla="*/ 313266 w 4089400"/>
              <a:gd name="connsiteY19" fmla="*/ 2201334 h 2870200"/>
              <a:gd name="connsiteX20" fmla="*/ 321733 w 4089400"/>
              <a:gd name="connsiteY20" fmla="*/ 2150534 h 2870200"/>
              <a:gd name="connsiteX21" fmla="*/ 346635 w 4089400"/>
              <a:gd name="connsiteY21" fmla="*/ 2376146 h 2870200"/>
              <a:gd name="connsiteX22" fmla="*/ 364066 w 4089400"/>
              <a:gd name="connsiteY22" fmla="*/ 2082800 h 2870200"/>
              <a:gd name="connsiteX23" fmla="*/ 389965 w 4089400"/>
              <a:gd name="connsiteY23" fmla="*/ 1792444 h 2870200"/>
              <a:gd name="connsiteX24" fmla="*/ 397933 w 4089400"/>
              <a:gd name="connsiteY24" fmla="*/ 2032000 h 2870200"/>
              <a:gd name="connsiteX25" fmla="*/ 423333 w 4089400"/>
              <a:gd name="connsiteY25" fmla="*/ 1998134 h 2870200"/>
              <a:gd name="connsiteX26" fmla="*/ 440266 w 4089400"/>
              <a:gd name="connsiteY26" fmla="*/ 1752600 h 2870200"/>
              <a:gd name="connsiteX27" fmla="*/ 465666 w 4089400"/>
              <a:gd name="connsiteY27" fmla="*/ 1651000 h 2870200"/>
              <a:gd name="connsiteX28" fmla="*/ 491066 w 4089400"/>
              <a:gd name="connsiteY28" fmla="*/ 1710267 h 2870200"/>
              <a:gd name="connsiteX29" fmla="*/ 499533 w 4089400"/>
              <a:gd name="connsiteY29" fmla="*/ 1851666 h 2870200"/>
              <a:gd name="connsiteX30" fmla="*/ 533400 w 4089400"/>
              <a:gd name="connsiteY30" fmla="*/ 1820334 h 2870200"/>
              <a:gd name="connsiteX31" fmla="*/ 558800 w 4089400"/>
              <a:gd name="connsiteY31" fmla="*/ 1938867 h 2870200"/>
              <a:gd name="connsiteX32" fmla="*/ 575733 w 4089400"/>
              <a:gd name="connsiteY32" fmla="*/ 1998134 h 2870200"/>
              <a:gd name="connsiteX33" fmla="*/ 592666 w 4089400"/>
              <a:gd name="connsiteY33" fmla="*/ 2023534 h 2870200"/>
              <a:gd name="connsiteX34" fmla="*/ 618066 w 4089400"/>
              <a:gd name="connsiteY34" fmla="*/ 1786467 h 2870200"/>
              <a:gd name="connsiteX35" fmla="*/ 626533 w 4089400"/>
              <a:gd name="connsiteY35" fmla="*/ 1744134 h 2870200"/>
              <a:gd name="connsiteX36" fmla="*/ 643466 w 4089400"/>
              <a:gd name="connsiteY36" fmla="*/ 1718734 h 2870200"/>
              <a:gd name="connsiteX37" fmla="*/ 660400 w 4089400"/>
              <a:gd name="connsiteY37" fmla="*/ 1617134 h 2870200"/>
              <a:gd name="connsiteX38" fmla="*/ 677333 w 4089400"/>
              <a:gd name="connsiteY38" fmla="*/ 1557867 h 2870200"/>
              <a:gd name="connsiteX39" fmla="*/ 685800 w 4089400"/>
              <a:gd name="connsiteY39" fmla="*/ 1524000 h 2870200"/>
              <a:gd name="connsiteX40" fmla="*/ 702733 w 4089400"/>
              <a:gd name="connsiteY40" fmla="*/ 1312334 h 2870200"/>
              <a:gd name="connsiteX41" fmla="*/ 719666 w 4089400"/>
              <a:gd name="connsiteY41" fmla="*/ 1380067 h 2870200"/>
              <a:gd name="connsiteX42" fmla="*/ 736600 w 4089400"/>
              <a:gd name="connsiteY42" fmla="*/ 1532467 h 2870200"/>
              <a:gd name="connsiteX43" fmla="*/ 753533 w 4089400"/>
              <a:gd name="connsiteY43" fmla="*/ 1566334 h 2870200"/>
              <a:gd name="connsiteX44" fmla="*/ 778933 w 4089400"/>
              <a:gd name="connsiteY44" fmla="*/ 1456267 h 2870200"/>
              <a:gd name="connsiteX45" fmla="*/ 795866 w 4089400"/>
              <a:gd name="connsiteY45" fmla="*/ 1430867 h 2870200"/>
              <a:gd name="connsiteX46" fmla="*/ 829733 w 4089400"/>
              <a:gd name="connsiteY46" fmla="*/ 1388534 h 2870200"/>
              <a:gd name="connsiteX47" fmla="*/ 838200 w 4089400"/>
              <a:gd name="connsiteY47" fmla="*/ 1498600 h 2870200"/>
              <a:gd name="connsiteX48" fmla="*/ 863600 w 4089400"/>
              <a:gd name="connsiteY48" fmla="*/ 1811867 h 2870200"/>
              <a:gd name="connsiteX49" fmla="*/ 872066 w 4089400"/>
              <a:gd name="connsiteY49" fmla="*/ 1642534 h 2870200"/>
              <a:gd name="connsiteX50" fmla="*/ 897466 w 4089400"/>
              <a:gd name="connsiteY50" fmla="*/ 1583267 h 2870200"/>
              <a:gd name="connsiteX51" fmla="*/ 905933 w 4089400"/>
              <a:gd name="connsiteY51" fmla="*/ 1557867 h 2870200"/>
              <a:gd name="connsiteX52" fmla="*/ 914400 w 4089400"/>
              <a:gd name="connsiteY52" fmla="*/ 2006600 h 2870200"/>
              <a:gd name="connsiteX53" fmla="*/ 939800 w 4089400"/>
              <a:gd name="connsiteY53" fmla="*/ 2116667 h 2870200"/>
              <a:gd name="connsiteX54" fmla="*/ 948266 w 4089400"/>
              <a:gd name="connsiteY54" fmla="*/ 1948424 h 2870200"/>
              <a:gd name="connsiteX55" fmla="*/ 965200 w 4089400"/>
              <a:gd name="connsiteY55" fmla="*/ 1794934 h 2870200"/>
              <a:gd name="connsiteX56" fmla="*/ 973666 w 4089400"/>
              <a:gd name="connsiteY56" fmla="*/ 1761067 h 2870200"/>
              <a:gd name="connsiteX57" fmla="*/ 990600 w 4089400"/>
              <a:gd name="connsiteY57" fmla="*/ 1871134 h 2870200"/>
              <a:gd name="connsiteX58" fmla="*/ 1007533 w 4089400"/>
              <a:gd name="connsiteY58" fmla="*/ 1947334 h 2870200"/>
              <a:gd name="connsiteX59" fmla="*/ 1024466 w 4089400"/>
              <a:gd name="connsiteY59" fmla="*/ 2040467 h 2870200"/>
              <a:gd name="connsiteX60" fmla="*/ 1049866 w 4089400"/>
              <a:gd name="connsiteY60" fmla="*/ 2108200 h 2870200"/>
              <a:gd name="connsiteX61" fmla="*/ 1058333 w 4089400"/>
              <a:gd name="connsiteY61" fmla="*/ 2150534 h 2870200"/>
              <a:gd name="connsiteX62" fmla="*/ 1100666 w 4089400"/>
              <a:gd name="connsiteY62" fmla="*/ 2209800 h 2870200"/>
              <a:gd name="connsiteX63" fmla="*/ 1109133 w 4089400"/>
              <a:gd name="connsiteY63" fmla="*/ 2108200 h 2870200"/>
              <a:gd name="connsiteX64" fmla="*/ 1159933 w 4089400"/>
              <a:gd name="connsiteY64" fmla="*/ 1989667 h 2870200"/>
              <a:gd name="connsiteX65" fmla="*/ 1210733 w 4089400"/>
              <a:gd name="connsiteY65" fmla="*/ 1913467 h 2870200"/>
              <a:gd name="connsiteX66" fmla="*/ 1219200 w 4089400"/>
              <a:gd name="connsiteY66" fmla="*/ 2167467 h 2870200"/>
              <a:gd name="connsiteX67" fmla="*/ 1236133 w 4089400"/>
              <a:gd name="connsiteY67" fmla="*/ 2082800 h 2870200"/>
              <a:gd name="connsiteX68" fmla="*/ 1244600 w 4089400"/>
              <a:gd name="connsiteY68" fmla="*/ 2015067 h 2870200"/>
              <a:gd name="connsiteX69" fmla="*/ 1286933 w 4089400"/>
              <a:gd name="connsiteY69" fmla="*/ 1854200 h 2870200"/>
              <a:gd name="connsiteX70" fmla="*/ 1295400 w 4089400"/>
              <a:gd name="connsiteY70" fmla="*/ 1803400 h 2870200"/>
              <a:gd name="connsiteX71" fmla="*/ 1320800 w 4089400"/>
              <a:gd name="connsiteY71" fmla="*/ 1701800 h 2870200"/>
              <a:gd name="connsiteX72" fmla="*/ 1346200 w 4089400"/>
              <a:gd name="connsiteY72" fmla="*/ 1718734 h 2870200"/>
              <a:gd name="connsiteX73" fmla="*/ 1354666 w 4089400"/>
              <a:gd name="connsiteY73" fmla="*/ 1744134 h 2870200"/>
              <a:gd name="connsiteX74" fmla="*/ 1380066 w 4089400"/>
              <a:gd name="connsiteY74" fmla="*/ 1828800 h 2870200"/>
              <a:gd name="connsiteX75" fmla="*/ 1397000 w 4089400"/>
              <a:gd name="connsiteY75" fmla="*/ 1879600 h 2870200"/>
              <a:gd name="connsiteX76" fmla="*/ 1405466 w 4089400"/>
              <a:gd name="connsiteY76" fmla="*/ 1913467 h 2870200"/>
              <a:gd name="connsiteX77" fmla="*/ 1430866 w 4089400"/>
              <a:gd name="connsiteY77" fmla="*/ 1947334 h 2870200"/>
              <a:gd name="connsiteX78" fmla="*/ 1447800 w 4089400"/>
              <a:gd name="connsiteY78" fmla="*/ 1938867 h 2870200"/>
              <a:gd name="connsiteX79" fmla="*/ 1490133 w 4089400"/>
              <a:gd name="connsiteY79" fmla="*/ 1803400 h 2870200"/>
              <a:gd name="connsiteX80" fmla="*/ 1549400 w 4089400"/>
              <a:gd name="connsiteY80" fmla="*/ 1651000 h 2870200"/>
              <a:gd name="connsiteX81" fmla="*/ 1557866 w 4089400"/>
              <a:gd name="connsiteY81" fmla="*/ 1591734 h 2870200"/>
              <a:gd name="connsiteX82" fmla="*/ 1574800 w 4089400"/>
              <a:gd name="connsiteY82" fmla="*/ 1566334 h 2870200"/>
              <a:gd name="connsiteX83" fmla="*/ 1583266 w 4089400"/>
              <a:gd name="connsiteY83" fmla="*/ 1524000 h 2870200"/>
              <a:gd name="connsiteX84" fmla="*/ 1591733 w 4089400"/>
              <a:gd name="connsiteY84" fmla="*/ 1498600 h 2870200"/>
              <a:gd name="connsiteX85" fmla="*/ 1608666 w 4089400"/>
              <a:gd name="connsiteY85" fmla="*/ 1524000 h 2870200"/>
              <a:gd name="connsiteX86" fmla="*/ 1634066 w 4089400"/>
              <a:gd name="connsiteY86" fmla="*/ 1490134 h 2870200"/>
              <a:gd name="connsiteX87" fmla="*/ 1659466 w 4089400"/>
              <a:gd name="connsiteY87" fmla="*/ 1388534 h 2870200"/>
              <a:gd name="connsiteX88" fmla="*/ 1718733 w 4089400"/>
              <a:gd name="connsiteY88" fmla="*/ 1286934 h 2870200"/>
              <a:gd name="connsiteX89" fmla="*/ 1769533 w 4089400"/>
              <a:gd name="connsiteY89" fmla="*/ 1176867 h 2870200"/>
              <a:gd name="connsiteX90" fmla="*/ 1794933 w 4089400"/>
              <a:gd name="connsiteY90" fmla="*/ 1202267 h 2870200"/>
              <a:gd name="connsiteX91" fmla="*/ 1803400 w 4089400"/>
              <a:gd name="connsiteY91" fmla="*/ 1227667 h 2870200"/>
              <a:gd name="connsiteX92" fmla="*/ 1820333 w 4089400"/>
              <a:gd name="connsiteY92" fmla="*/ 1261534 h 2870200"/>
              <a:gd name="connsiteX93" fmla="*/ 1862666 w 4089400"/>
              <a:gd name="connsiteY93" fmla="*/ 1422400 h 2870200"/>
              <a:gd name="connsiteX94" fmla="*/ 1913466 w 4089400"/>
              <a:gd name="connsiteY94" fmla="*/ 1600200 h 2870200"/>
              <a:gd name="connsiteX95" fmla="*/ 1964266 w 4089400"/>
              <a:gd name="connsiteY95" fmla="*/ 1744134 h 2870200"/>
              <a:gd name="connsiteX96" fmla="*/ 1981200 w 4089400"/>
              <a:gd name="connsiteY96" fmla="*/ 1498600 h 2870200"/>
              <a:gd name="connsiteX97" fmla="*/ 1998133 w 4089400"/>
              <a:gd name="connsiteY97" fmla="*/ 1464734 h 2870200"/>
              <a:gd name="connsiteX98" fmla="*/ 2006600 w 4089400"/>
              <a:gd name="connsiteY98" fmla="*/ 1439334 h 2870200"/>
              <a:gd name="connsiteX99" fmla="*/ 2057400 w 4089400"/>
              <a:gd name="connsiteY99" fmla="*/ 2032000 h 2870200"/>
              <a:gd name="connsiteX100" fmla="*/ 2065866 w 4089400"/>
              <a:gd name="connsiteY100" fmla="*/ 2150534 h 2870200"/>
              <a:gd name="connsiteX101" fmla="*/ 2074333 w 4089400"/>
              <a:gd name="connsiteY101" fmla="*/ 2489200 h 2870200"/>
              <a:gd name="connsiteX102" fmla="*/ 2108200 w 4089400"/>
              <a:gd name="connsiteY102" fmla="*/ 2421467 h 2870200"/>
              <a:gd name="connsiteX103" fmla="*/ 2150533 w 4089400"/>
              <a:gd name="connsiteY103" fmla="*/ 2319867 h 2870200"/>
              <a:gd name="connsiteX104" fmla="*/ 2175933 w 4089400"/>
              <a:gd name="connsiteY104" fmla="*/ 2286000 h 2870200"/>
              <a:gd name="connsiteX105" fmla="*/ 2209800 w 4089400"/>
              <a:gd name="connsiteY105" fmla="*/ 2235200 h 2870200"/>
              <a:gd name="connsiteX106" fmla="*/ 2226733 w 4089400"/>
              <a:gd name="connsiteY106" fmla="*/ 2514600 h 2870200"/>
              <a:gd name="connsiteX107" fmla="*/ 2252133 w 4089400"/>
              <a:gd name="connsiteY107" fmla="*/ 2565400 h 2870200"/>
              <a:gd name="connsiteX108" fmla="*/ 2260600 w 4089400"/>
              <a:gd name="connsiteY108" fmla="*/ 2489200 h 2870200"/>
              <a:gd name="connsiteX109" fmla="*/ 2277533 w 4089400"/>
              <a:gd name="connsiteY109" fmla="*/ 2421467 h 2870200"/>
              <a:gd name="connsiteX110" fmla="*/ 2286000 w 4089400"/>
              <a:gd name="connsiteY110" fmla="*/ 1718734 h 2870200"/>
              <a:gd name="connsiteX111" fmla="*/ 2311400 w 4089400"/>
              <a:gd name="connsiteY111" fmla="*/ 1811867 h 2870200"/>
              <a:gd name="connsiteX112" fmla="*/ 2336800 w 4089400"/>
              <a:gd name="connsiteY112" fmla="*/ 1871134 h 2870200"/>
              <a:gd name="connsiteX113" fmla="*/ 2362200 w 4089400"/>
              <a:gd name="connsiteY113" fmla="*/ 1938867 h 2870200"/>
              <a:gd name="connsiteX114" fmla="*/ 2370666 w 4089400"/>
              <a:gd name="connsiteY114" fmla="*/ 1972734 h 2870200"/>
              <a:gd name="connsiteX115" fmla="*/ 2379133 w 4089400"/>
              <a:gd name="connsiteY115" fmla="*/ 1574800 h 2870200"/>
              <a:gd name="connsiteX116" fmla="*/ 2404533 w 4089400"/>
              <a:gd name="connsiteY116" fmla="*/ 1236134 h 2870200"/>
              <a:gd name="connsiteX117" fmla="*/ 2421466 w 4089400"/>
              <a:gd name="connsiteY117" fmla="*/ 1092200 h 2870200"/>
              <a:gd name="connsiteX118" fmla="*/ 2429933 w 4089400"/>
              <a:gd name="connsiteY118" fmla="*/ 1066800 h 2870200"/>
              <a:gd name="connsiteX119" fmla="*/ 2438400 w 4089400"/>
              <a:gd name="connsiteY119" fmla="*/ 1092200 h 2870200"/>
              <a:gd name="connsiteX120" fmla="*/ 2455333 w 4089400"/>
              <a:gd name="connsiteY120" fmla="*/ 1117600 h 2870200"/>
              <a:gd name="connsiteX121" fmla="*/ 2463800 w 4089400"/>
              <a:gd name="connsiteY121" fmla="*/ 1227667 h 2870200"/>
              <a:gd name="connsiteX122" fmla="*/ 2489200 w 4089400"/>
              <a:gd name="connsiteY122" fmla="*/ 753534 h 2870200"/>
              <a:gd name="connsiteX123" fmla="*/ 2506133 w 4089400"/>
              <a:gd name="connsiteY123" fmla="*/ 685800 h 2870200"/>
              <a:gd name="connsiteX124" fmla="*/ 2514600 w 4089400"/>
              <a:gd name="connsiteY124" fmla="*/ 609600 h 2870200"/>
              <a:gd name="connsiteX125" fmla="*/ 2523066 w 4089400"/>
              <a:gd name="connsiteY125" fmla="*/ 558800 h 2870200"/>
              <a:gd name="connsiteX126" fmla="*/ 2540000 w 4089400"/>
              <a:gd name="connsiteY126" fmla="*/ 584200 h 2870200"/>
              <a:gd name="connsiteX127" fmla="*/ 2548466 w 4089400"/>
              <a:gd name="connsiteY127" fmla="*/ 778934 h 2870200"/>
              <a:gd name="connsiteX128" fmla="*/ 2590800 w 4089400"/>
              <a:gd name="connsiteY128" fmla="*/ 914400 h 2870200"/>
              <a:gd name="connsiteX129" fmla="*/ 2607733 w 4089400"/>
              <a:gd name="connsiteY129" fmla="*/ 973667 h 2870200"/>
              <a:gd name="connsiteX130" fmla="*/ 2624666 w 4089400"/>
              <a:gd name="connsiteY130" fmla="*/ 812800 h 2870200"/>
              <a:gd name="connsiteX131" fmla="*/ 2641600 w 4089400"/>
              <a:gd name="connsiteY131" fmla="*/ 694267 h 2870200"/>
              <a:gd name="connsiteX132" fmla="*/ 2667000 w 4089400"/>
              <a:gd name="connsiteY132" fmla="*/ 558800 h 2870200"/>
              <a:gd name="connsiteX133" fmla="*/ 2692400 w 4089400"/>
              <a:gd name="connsiteY133" fmla="*/ 321734 h 2870200"/>
              <a:gd name="connsiteX134" fmla="*/ 2709333 w 4089400"/>
              <a:gd name="connsiteY134" fmla="*/ 1058334 h 2870200"/>
              <a:gd name="connsiteX135" fmla="*/ 2735730 w 4089400"/>
              <a:gd name="connsiteY135" fmla="*/ 1023969 h 2870200"/>
              <a:gd name="connsiteX136" fmla="*/ 2785533 w 4089400"/>
              <a:gd name="connsiteY136" fmla="*/ 905934 h 2870200"/>
              <a:gd name="connsiteX137" fmla="*/ 2819400 w 4089400"/>
              <a:gd name="connsiteY137" fmla="*/ 855134 h 2870200"/>
              <a:gd name="connsiteX138" fmla="*/ 2844800 w 4089400"/>
              <a:gd name="connsiteY138" fmla="*/ 1422400 h 2870200"/>
              <a:gd name="connsiteX139" fmla="*/ 2853266 w 4089400"/>
              <a:gd name="connsiteY139" fmla="*/ 1388534 h 2870200"/>
              <a:gd name="connsiteX140" fmla="*/ 2870200 w 4089400"/>
              <a:gd name="connsiteY140" fmla="*/ 1363134 h 2870200"/>
              <a:gd name="connsiteX141" fmla="*/ 2895600 w 4089400"/>
              <a:gd name="connsiteY141" fmla="*/ 1278467 h 2870200"/>
              <a:gd name="connsiteX142" fmla="*/ 2912533 w 4089400"/>
              <a:gd name="connsiteY142" fmla="*/ 1320800 h 2870200"/>
              <a:gd name="connsiteX143" fmla="*/ 2929466 w 4089400"/>
              <a:gd name="connsiteY143" fmla="*/ 1388534 h 2870200"/>
              <a:gd name="connsiteX144" fmla="*/ 2946400 w 4089400"/>
              <a:gd name="connsiteY144" fmla="*/ 1422400 h 2870200"/>
              <a:gd name="connsiteX145" fmla="*/ 2988733 w 4089400"/>
              <a:gd name="connsiteY145" fmla="*/ 1540934 h 2870200"/>
              <a:gd name="connsiteX146" fmla="*/ 3005666 w 4089400"/>
              <a:gd name="connsiteY146" fmla="*/ 1566334 h 2870200"/>
              <a:gd name="connsiteX147" fmla="*/ 3039533 w 4089400"/>
              <a:gd name="connsiteY147" fmla="*/ 1718734 h 2870200"/>
              <a:gd name="connsiteX148" fmla="*/ 3064933 w 4089400"/>
              <a:gd name="connsiteY148" fmla="*/ 1761067 h 2870200"/>
              <a:gd name="connsiteX149" fmla="*/ 3098800 w 4089400"/>
              <a:gd name="connsiteY149" fmla="*/ 1879600 h 2870200"/>
              <a:gd name="connsiteX150" fmla="*/ 3090333 w 4089400"/>
              <a:gd name="connsiteY150" fmla="*/ 1913467 h 2870200"/>
              <a:gd name="connsiteX151" fmla="*/ 3102783 w 4089400"/>
              <a:gd name="connsiteY151" fmla="*/ 1901016 h 2870200"/>
              <a:gd name="connsiteX152" fmla="*/ 3081866 w 4089400"/>
              <a:gd name="connsiteY152" fmla="*/ 1888067 h 2870200"/>
              <a:gd name="connsiteX153" fmla="*/ 3107266 w 4089400"/>
              <a:gd name="connsiteY153" fmla="*/ 1871134 h 2870200"/>
              <a:gd name="connsiteX154" fmla="*/ 3115733 w 4089400"/>
              <a:gd name="connsiteY154" fmla="*/ 1769534 h 2870200"/>
              <a:gd name="connsiteX155" fmla="*/ 3132666 w 4089400"/>
              <a:gd name="connsiteY155" fmla="*/ 1710267 h 2870200"/>
              <a:gd name="connsiteX156" fmla="*/ 3141133 w 4089400"/>
              <a:gd name="connsiteY156" fmla="*/ 1684867 h 2870200"/>
              <a:gd name="connsiteX157" fmla="*/ 3166533 w 4089400"/>
              <a:gd name="connsiteY157" fmla="*/ 1676400 h 2870200"/>
              <a:gd name="connsiteX158" fmla="*/ 3175000 w 4089400"/>
              <a:gd name="connsiteY158" fmla="*/ 2006600 h 2870200"/>
              <a:gd name="connsiteX159" fmla="*/ 3183466 w 4089400"/>
              <a:gd name="connsiteY159" fmla="*/ 2048934 h 2870200"/>
              <a:gd name="connsiteX160" fmla="*/ 3191933 w 4089400"/>
              <a:gd name="connsiteY160" fmla="*/ 2099734 h 2870200"/>
              <a:gd name="connsiteX161" fmla="*/ 3208866 w 4089400"/>
              <a:gd name="connsiteY161" fmla="*/ 2048934 h 2870200"/>
              <a:gd name="connsiteX162" fmla="*/ 3217333 w 4089400"/>
              <a:gd name="connsiteY162" fmla="*/ 1998134 h 2870200"/>
              <a:gd name="connsiteX163" fmla="*/ 3251200 w 4089400"/>
              <a:gd name="connsiteY163" fmla="*/ 2353734 h 2870200"/>
              <a:gd name="connsiteX164" fmla="*/ 3276600 w 4089400"/>
              <a:gd name="connsiteY164" fmla="*/ 2387600 h 2870200"/>
              <a:gd name="connsiteX165" fmla="*/ 3285066 w 4089400"/>
              <a:gd name="connsiteY165" fmla="*/ 2497667 h 2870200"/>
              <a:gd name="connsiteX166" fmla="*/ 3302000 w 4089400"/>
              <a:gd name="connsiteY166" fmla="*/ 2531534 h 2870200"/>
              <a:gd name="connsiteX167" fmla="*/ 3318933 w 4089400"/>
              <a:gd name="connsiteY167" fmla="*/ 2599267 h 2870200"/>
              <a:gd name="connsiteX168" fmla="*/ 3344333 w 4089400"/>
              <a:gd name="connsiteY168" fmla="*/ 2667000 h 2870200"/>
              <a:gd name="connsiteX169" fmla="*/ 3386666 w 4089400"/>
              <a:gd name="connsiteY169" fmla="*/ 2810934 h 2870200"/>
              <a:gd name="connsiteX170" fmla="*/ 3412066 w 4089400"/>
              <a:gd name="connsiteY170" fmla="*/ 2870200 h 2870200"/>
              <a:gd name="connsiteX171" fmla="*/ 3437466 w 4089400"/>
              <a:gd name="connsiteY171" fmla="*/ 1828800 h 2870200"/>
              <a:gd name="connsiteX172" fmla="*/ 3436968 w 4089400"/>
              <a:gd name="connsiteY172" fmla="*/ 2090271 h 2870200"/>
              <a:gd name="connsiteX173" fmla="*/ 3462866 w 4089400"/>
              <a:gd name="connsiteY173" fmla="*/ 1735667 h 2870200"/>
              <a:gd name="connsiteX174" fmla="*/ 3488266 w 4089400"/>
              <a:gd name="connsiteY174" fmla="*/ 1651000 h 2870200"/>
              <a:gd name="connsiteX175" fmla="*/ 3496733 w 4089400"/>
              <a:gd name="connsiteY175" fmla="*/ 1701800 h 2870200"/>
              <a:gd name="connsiteX176" fmla="*/ 3500717 w 4089400"/>
              <a:gd name="connsiteY176" fmla="*/ 1875118 h 2870200"/>
              <a:gd name="connsiteX177" fmla="*/ 3522133 w 4089400"/>
              <a:gd name="connsiteY177" fmla="*/ 1752600 h 2870200"/>
              <a:gd name="connsiteX178" fmla="*/ 3530600 w 4089400"/>
              <a:gd name="connsiteY178" fmla="*/ 1693334 h 2870200"/>
              <a:gd name="connsiteX179" fmla="*/ 3572933 w 4089400"/>
              <a:gd name="connsiteY179" fmla="*/ 1608667 h 2870200"/>
              <a:gd name="connsiteX180" fmla="*/ 3589866 w 4089400"/>
              <a:gd name="connsiteY180" fmla="*/ 1566334 h 2870200"/>
              <a:gd name="connsiteX181" fmla="*/ 3632200 w 4089400"/>
              <a:gd name="connsiteY181" fmla="*/ 1464734 h 2870200"/>
              <a:gd name="connsiteX182" fmla="*/ 3636184 w 4089400"/>
              <a:gd name="connsiteY182" fmla="*/ 1373094 h 2870200"/>
              <a:gd name="connsiteX183" fmla="*/ 3657600 w 4089400"/>
              <a:gd name="connsiteY183" fmla="*/ 1363134 h 2870200"/>
              <a:gd name="connsiteX184" fmla="*/ 3674533 w 4089400"/>
              <a:gd name="connsiteY184" fmla="*/ 1320800 h 2870200"/>
              <a:gd name="connsiteX185" fmla="*/ 3669553 w 4089400"/>
              <a:gd name="connsiteY185" fmla="*/ 1151964 h 2870200"/>
              <a:gd name="connsiteX186" fmla="*/ 3716866 w 4089400"/>
              <a:gd name="connsiteY186" fmla="*/ 1227667 h 2870200"/>
              <a:gd name="connsiteX187" fmla="*/ 3725333 w 4089400"/>
              <a:gd name="connsiteY187" fmla="*/ 1176867 h 2870200"/>
              <a:gd name="connsiteX188" fmla="*/ 3742266 w 4089400"/>
              <a:gd name="connsiteY188" fmla="*/ 1126067 h 2870200"/>
              <a:gd name="connsiteX189" fmla="*/ 3750733 w 4089400"/>
              <a:gd name="connsiteY189" fmla="*/ 1058334 h 2870200"/>
              <a:gd name="connsiteX190" fmla="*/ 3759200 w 4089400"/>
              <a:gd name="connsiteY190" fmla="*/ 1270000 h 2870200"/>
              <a:gd name="connsiteX191" fmla="*/ 3788048 w 4089400"/>
              <a:gd name="connsiteY191" fmla="*/ 678606 h 2870200"/>
              <a:gd name="connsiteX192" fmla="*/ 3793066 w 4089400"/>
              <a:gd name="connsiteY192" fmla="*/ 558800 h 2870200"/>
              <a:gd name="connsiteX193" fmla="*/ 3810000 w 4089400"/>
              <a:gd name="connsiteY193" fmla="*/ 482600 h 2870200"/>
              <a:gd name="connsiteX194" fmla="*/ 3818466 w 4089400"/>
              <a:gd name="connsiteY194" fmla="*/ 533400 h 2870200"/>
              <a:gd name="connsiteX195" fmla="*/ 3835400 w 4089400"/>
              <a:gd name="connsiteY195" fmla="*/ 660400 h 2870200"/>
              <a:gd name="connsiteX196" fmla="*/ 3843866 w 4089400"/>
              <a:gd name="connsiteY196" fmla="*/ 702734 h 2870200"/>
              <a:gd name="connsiteX197" fmla="*/ 3860800 w 4089400"/>
              <a:gd name="connsiteY197" fmla="*/ 736600 h 2870200"/>
              <a:gd name="connsiteX198" fmla="*/ 3877733 w 4089400"/>
              <a:gd name="connsiteY198" fmla="*/ 702734 h 2870200"/>
              <a:gd name="connsiteX199" fmla="*/ 3937000 w 4089400"/>
              <a:gd name="connsiteY199" fmla="*/ 482600 h 2870200"/>
              <a:gd name="connsiteX200" fmla="*/ 3953933 w 4089400"/>
              <a:gd name="connsiteY200" fmla="*/ 457200 h 2870200"/>
              <a:gd name="connsiteX201" fmla="*/ 3979333 w 4089400"/>
              <a:gd name="connsiteY201" fmla="*/ 177800 h 2870200"/>
              <a:gd name="connsiteX202" fmla="*/ 4004733 w 4089400"/>
              <a:gd name="connsiteY202" fmla="*/ 135467 h 2870200"/>
              <a:gd name="connsiteX203" fmla="*/ 4013200 w 4089400"/>
              <a:gd name="connsiteY203" fmla="*/ 101600 h 2870200"/>
              <a:gd name="connsiteX204" fmla="*/ 4021666 w 4089400"/>
              <a:gd name="connsiteY204" fmla="*/ 76200 h 2870200"/>
              <a:gd name="connsiteX205" fmla="*/ 4030133 w 4089400"/>
              <a:gd name="connsiteY205" fmla="*/ 110067 h 2870200"/>
              <a:gd name="connsiteX206" fmla="*/ 4047066 w 4089400"/>
              <a:gd name="connsiteY206" fmla="*/ 160867 h 2870200"/>
              <a:gd name="connsiteX207" fmla="*/ 4089400 w 4089400"/>
              <a:gd name="connsiteY207" fmla="*/ 0 h 2870200"/>
              <a:gd name="connsiteX0" fmla="*/ 0 w 4089400"/>
              <a:gd name="connsiteY0" fmla="*/ 702734 h 2870200"/>
              <a:gd name="connsiteX1" fmla="*/ 8466 w 4089400"/>
              <a:gd name="connsiteY1" fmla="*/ 643467 h 2870200"/>
              <a:gd name="connsiteX2" fmla="*/ 42333 w 4089400"/>
              <a:gd name="connsiteY2" fmla="*/ 567267 h 2870200"/>
              <a:gd name="connsiteX3" fmla="*/ 47892 w 4089400"/>
              <a:gd name="connsiteY3" fmla="*/ 828517 h 2870200"/>
              <a:gd name="connsiteX4" fmla="*/ 32533 w 4089400"/>
              <a:gd name="connsiteY4" fmla="*/ 1083293 h 2870200"/>
              <a:gd name="connsiteX5" fmla="*/ 30266 w 4089400"/>
              <a:gd name="connsiteY5" fmla="*/ 1212385 h 2870200"/>
              <a:gd name="connsiteX6" fmla="*/ 25400 w 4089400"/>
              <a:gd name="connsiteY6" fmla="*/ 1354667 h 2870200"/>
              <a:gd name="connsiteX7" fmla="*/ 33866 w 4089400"/>
              <a:gd name="connsiteY7" fmla="*/ 1329267 h 2870200"/>
              <a:gd name="connsiteX8" fmla="*/ 59266 w 4089400"/>
              <a:gd name="connsiteY8" fmla="*/ 1253067 h 2870200"/>
              <a:gd name="connsiteX9" fmla="*/ 76200 w 4089400"/>
              <a:gd name="connsiteY9" fmla="*/ 1202267 h 2870200"/>
              <a:gd name="connsiteX10" fmla="*/ 110066 w 4089400"/>
              <a:gd name="connsiteY10" fmla="*/ 1100667 h 2870200"/>
              <a:gd name="connsiteX11" fmla="*/ 143933 w 4089400"/>
              <a:gd name="connsiteY11" fmla="*/ 999067 h 2870200"/>
              <a:gd name="connsiteX12" fmla="*/ 160866 w 4089400"/>
              <a:gd name="connsiteY12" fmla="*/ 948267 h 2870200"/>
              <a:gd name="connsiteX13" fmla="*/ 177800 w 4089400"/>
              <a:gd name="connsiteY13" fmla="*/ 1134534 h 2870200"/>
              <a:gd name="connsiteX14" fmla="*/ 194733 w 4089400"/>
              <a:gd name="connsiteY14" fmla="*/ 1464734 h 2870200"/>
              <a:gd name="connsiteX15" fmla="*/ 254000 w 4089400"/>
              <a:gd name="connsiteY15" fmla="*/ 1363134 h 2870200"/>
              <a:gd name="connsiteX16" fmla="*/ 279400 w 4089400"/>
              <a:gd name="connsiteY16" fmla="*/ 1371600 h 2870200"/>
              <a:gd name="connsiteX17" fmla="*/ 287866 w 4089400"/>
              <a:gd name="connsiteY17" fmla="*/ 2243667 h 2870200"/>
              <a:gd name="connsiteX18" fmla="*/ 313266 w 4089400"/>
              <a:gd name="connsiteY18" fmla="*/ 2201334 h 2870200"/>
              <a:gd name="connsiteX19" fmla="*/ 321733 w 4089400"/>
              <a:gd name="connsiteY19" fmla="*/ 2150534 h 2870200"/>
              <a:gd name="connsiteX20" fmla="*/ 346635 w 4089400"/>
              <a:gd name="connsiteY20" fmla="*/ 2376146 h 2870200"/>
              <a:gd name="connsiteX21" fmla="*/ 364066 w 4089400"/>
              <a:gd name="connsiteY21" fmla="*/ 2082800 h 2870200"/>
              <a:gd name="connsiteX22" fmla="*/ 389965 w 4089400"/>
              <a:gd name="connsiteY22" fmla="*/ 1792444 h 2870200"/>
              <a:gd name="connsiteX23" fmla="*/ 397933 w 4089400"/>
              <a:gd name="connsiteY23" fmla="*/ 2032000 h 2870200"/>
              <a:gd name="connsiteX24" fmla="*/ 423333 w 4089400"/>
              <a:gd name="connsiteY24" fmla="*/ 1998134 h 2870200"/>
              <a:gd name="connsiteX25" fmla="*/ 440266 w 4089400"/>
              <a:gd name="connsiteY25" fmla="*/ 1752600 h 2870200"/>
              <a:gd name="connsiteX26" fmla="*/ 465666 w 4089400"/>
              <a:gd name="connsiteY26" fmla="*/ 1651000 h 2870200"/>
              <a:gd name="connsiteX27" fmla="*/ 491066 w 4089400"/>
              <a:gd name="connsiteY27" fmla="*/ 1710267 h 2870200"/>
              <a:gd name="connsiteX28" fmla="*/ 499533 w 4089400"/>
              <a:gd name="connsiteY28" fmla="*/ 1851666 h 2870200"/>
              <a:gd name="connsiteX29" fmla="*/ 533400 w 4089400"/>
              <a:gd name="connsiteY29" fmla="*/ 1820334 h 2870200"/>
              <a:gd name="connsiteX30" fmla="*/ 558800 w 4089400"/>
              <a:gd name="connsiteY30" fmla="*/ 1938867 h 2870200"/>
              <a:gd name="connsiteX31" fmla="*/ 575733 w 4089400"/>
              <a:gd name="connsiteY31" fmla="*/ 1998134 h 2870200"/>
              <a:gd name="connsiteX32" fmla="*/ 592666 w 4089400"/>
              <a:gd name="connsiteY32" fmla="*/ 2023534 h 2870200"/>
              <a:gd name="connsiteX33" fmla="*/ 618066 w 4089400"/>
              <a:gd name="connsiteY33" fmla="*/ 1786467 h 2870200"/>
              <a:gd name="connsiteX34" fmla="*/ 626533 w 4089400"/>
              <a:gd name="connsiteY34" fmla="*/ 1744134 h 2870200"/>
              <a:gd name="connsiteX35" fmla="*/ 643466 w 4089400"/>
              <a:gd name="connsiteY35" fmla="*/ 1718734 h 2870200"/>
              <a:gd name="connsiteX36" fmla="*/ 660400 w 4089400"/>
              <a:gd name="connsiteY36" fmla="*/ 1617134 h 2870200"/>
              <a:gd name="connsiteX37" fmla="*/ 677333 w 4089400"/>
              <a:gd name="connsiteY37" fmla="*/ 1557867 h 2870200"/>
              <a:gd name="connsiteX38" fmla="*/ 685800 w 4089400"/>
              <a:gd name="connsiteY38" fmla="*/ 1524000 h 2870200"/>
              <a:gd name="connsiteX39" fmla="*/ 702733 w 4089400"/>
              <a:gd name="connsiteY39" fmla="*/ 1312334 h 2870200"/>
              <a:gd name="connsiteX40" fmla="*/ 719666 w 4089400"/>
              <a:gd name="connsiteY40" fmla="*/ 1380067 h 2870200"/>
              <a:gd name="connsiteX41" fmla="*/ 736600 w 4089400"/>
              <a:gd name="connsiteY41" fmla="*/ 1532467 h 2870200"/>
              <a:gd name="connsiteX42" fmla="*/ 753533 w 4089400"/>
              <a:gd name="connsiteY42" fmla="*/ 1566334 h 2870200"/>
              <a:gd name="connsiteX43" fmla="*/ 778933 w 4089400"/>
              <a:gd name="connsiteY43" fmla="*/ 1456267 h 2870200"/>
              <a:gd name="connsiteX44" fmla="*/ 795866 w 4089400"/>
              <a:gd name="connsiteY44" fmla="*/ 1430867 h 2870200"/>
              <a:gd name="connsiteX45" fmla="*/ 829733 w 4089400"/>
              <a:gd name="connsiteY45" fmla="*/ 1388534 h 2870200"/>
              <a:gd name="connsiteX46" fmla="*/ 838200 w 4089400"/>
              <a:gd name="connsiteY46" fmla="*/ 1498600 h 2870200"/>
              <a:gd name="connsiteX47" fmla="*/ 863600 w 4089400"/>
              <a:gd name="connsiteY47" fmla="*/ 1811867 h 2870200"/>
              <a:gd name="connsiteX48" fmla="*/ 872066 w 4089400"/>
              <a:gd name="connsiteY48" fmla="*/ 1642534 h 2870200"/>
              <a:gd name="connsiteX49" fmla="*/ 897466 w 4089400"/>
              <a:gd name="connsiteY49" fmla="*/ 1583267 h 2870200"/>
              <a:gd name="connsiteX50" fmla="*/ 905933 w 4089400"/>
              <a:gd name="connsiteY50" fmla="*/ 1557867 h 2870200"/>
              <a:gd name="connsiteX51" fmla="*/ 914400 w 4089400"/>
              <a:gd name="connsiteY51" fmla="*/ 2006600 h 2870200"/>
              <a:gd name="connsiteX52" fmla="*/ 939800 w 4089400"/>
              <a:gd name="connsiteY52" fmla="*/ 2116667 h 2870200"/>
              <a:gd name="connsiteX53" fmla="*/ 948266 w 4089400"/>
              <a:gd name="connsiteY53" fmla="*/ 1948424 h 2870200"/>
              <a:gd name="connsiteX54" fmla="*/ 965200 w 4089400"/>
              <a:gd name="connsiteY54" fmla="*/ 1794934 h 2870200"/>
              <a:gd name="connsiteX55" fmla="*/ 973666 w 4089400"/>
              <a:gd name="connsiteY55" fmla="*/ 1761067 h 2870200"/>
              <a:gd name="connsiteX56" fmla="*/ 990600 w 4089400"/>
              <a:gd name="connsiteY56" fmla="*/ 1871134 h 2870200"/>
              <a:gd name="connsiteX57" fmla="*/ 1007533 w 4089400"/>
              <a:gd name="connsiteY57" fmla="*/ 1947334 h 2870200"/>
              <a:gd name="connsiteX58" fmla="*/ 1024466 w 4089400"/>
              <a:gd name="connsiteY58" fmla="*/ 2040467 h 2870200"/>
              <a:gd name="connsiteX59" fmla="*/ 1049866 w 4089400"/>
              <a:gd name="connsiteY59" fmla="*/ 2108200 h 2870200"/>
              <a:gd name="connsiteX60" fmla="*/ 1058333 w 4089400"/>
              <a:gd name="connsiteY60" fmla="*/ 2150534 h 2870200"/>
              <a:gd name="connsiteX61" fmla="*/ 1100666 w 4089400"/>
              <a:gd name="connsiteY61" fmla="*/ 2209800 h 2870200"/>
              <a:gd name="connsiteX62" fmla="*/ 1109133 w 4089400"/>
              <a:gd name="connsiteY62" fmla="*/ 2108200 h 2870200"/>
              <a:gd name="connsiteX63" fmla="*/ 1159933 w 4089400"/>
              <a:gd name="connsiteY63" fmla="*/ 1989667 h 2870200"/>
              <a:gd name="connsiteX64" fmla="*/ 1210733 w 4089400"/>
              <a:gd name="connsiteY64" fmla="*/ 1913467 h 2870200"/>
              <a:gd name="connsiteX65" fmla="*/ 1219200 w 4089400"/>
              <a:gd name="connsiteY65" fmla="*/ 2167467 h 2870200"/>
              <a:gd name="connsiteX66" fmla="*/ 1236133 w 4089400"/>
              <a:gd name="connsiteY66" fmla="*/ 2082800 h 2870200"/>
              <a:gd name="connsiteX67" fmla="*/ 1244600 w 4089400"/>
              <a:gd name="connsiteY67" fmla="*/ 2015067 h 2870200"/>
              <a:gd name="connsiteX68" fmla="*/ 1286933 w 4089400"/>
              <a:gd name="connsiteY68" fmla="*/ 1854200 h 2870200"/>
              <a:gd name="connsiteX69" fmla="*/ 1295400 w 4089400"/>
              <a:gd name="connsiteY69" fmla="*/ 1803400 h 2870200"/>
              <a:gd name="connsiteX70" fmla="*/ 1320800 w 4089400"/>
              <a:gd name="connsiteY70" fmla="*/ 1701800 h 2870200"/>
              <a:gd name="connsiteX71" fmla="*/ 1346200 w 4089400"/>
              <a:gd name="connsiteY71" fmla="*/ 1718734 h 2870200"/>
              <a:gd name="connsiteX72" fmla="*/ 1354666 w 4089400"/>
              <a:gd name="connsiteY72" fmla="*/ 1744134 h 2870200"/>
              <a:gd name="connsiteX73" fmla="*/ 1380066 w 4089400"/>
              <a:gd name="connsiteY73" fmla="*/ 1828800 h 2870200"/>
              <a:gd name="connsiteX74" fmla="*/ 1397000 w 4089400"/>
              <a:gd name="connsiteY74" fmla="*/ 1879600 h 2870200"/>
              <a:gd name="connsiteX75" fmla="*/ 1405466 w 4089400"/>
              <a:gd name="connsiteY75" fmla="*/ 1913467 h 2870200"/>
              <a:gd name="connsiteX76" fmla="*/ 1430866 w 4089400"/>
              <a:gd name="connsiteY76" fmla="*/ 1947334 h 2870200"/>
              <a:gd name="connsiteX77" fmla="*/ 1447800 w 4089400"/>
              <a:gd name="connsiteY77" fmla="*/ 1938867 h 2870200"/>
              <a:gd name="connsiteX78" fmla="*/ 1490133 w 4089400"/>
              <a:gd name="connsiteY78" fmla="*/ 1803400 h 2870200"/>
              <a:gd name="connsiteX79" fmla="*/ 1549400 w 4089400"/>
              <a:gd name="connsiteY79" fmla="*/ 1651000 h 2870200"/>
              <a:gd name="connsiteX80" fmla="*/ 1557866 w 4089400"/>
              <a:gd name="connsiteY80" fmla="*/ 1591734 h 2870200"/>
              <a:gd name="connsiteX81" fmla="*/ 1574800 w 4089400"/>
              <a:gd name="connsiteY81" fmla="*/ 1566334 h 2870200"/>
              <a:gd name="connsiteX82" fmla="*/ 1583266 w 4089400"/>
              <a:gd name="connsiteY82" fmla="*/ 1524000 h 2870200"/>
              <a:gd name="connsiteX83" fmla="*/ 1591733 w 4089400"/>
              <a:gd name="connsiteY83" fmla="*/ 1498600 h 2870200"/>
              <a:gd name="connsiteX84" fmla="*/ 1608666 w 4089400"/>
              <a:gd name="connsiteY84" fmla="*/ 1524000 h 2870200"/>
              <a:gd name="connsiteX85" fmla="*/ 1634066 w 4089400"/>
              <a:gd name="connsiteY85" fmla="*/ 1490134 h 2870200"/>
              <a:gd name="connsiteX86" fmla="*/ 1659466 w 4089400"/>
              <a:gd name="connsiteY86" fmla="*/ 1388534 h 2870200"/>
              <a:gd name="connsiteX87" fmla="*/ 1718733 w 4089400"/>
              <a:gd name="connsiteY87" fmla="*/ 1286934 h 2870200"/>
              <a:gd name="connsiteX88" fmla="*/ 1769533 w 4089400"/>
              <a:gd name="connsiteY88" fmla="*/ 1176867 h 2870200"/>
              <a:gd name="connsiteX89" fmla="*/ 1794933 w 4089400"/>
              <a:gd name="connsiteY89" fmla="*/ 1202267 h 2870200"/>
              <a:gd name="connsiteX90" fmla="*/ 1803400 w 4089400"/>
              <a:gd name="connsiteY90" fmla="*/ 1227667 h 2870200"/>
              <a:gd name="connsiteX91" fmla="*/ 1820333 w 4089400"/>
              <a:gd name="connsiteY91" fmla="*/ 1261534 h 2870200"/>
              <a:gd name="connsiteX92" fmla="*/ 1862666 w 4089400"/>
              <a:gd name="connsiteY92" fmla="*/ 1422400 h 2870200"/>
              <a:gd name="connsiteX93" fmla="*/ 1913466 w 4089400"/>
              <a:gd name="connsiteY93" fmla="*/ 1600200 h 2870200"/>
              <a:gd name="connsiteX94" fmla="*/ 1964266 w 4089400"/>
              <a:gd name="connsiteY94" fmla="*/ 1744134 h 2870200"/>
              <a:gd name="connsiteX95" fmla="*/ 1981200 w 4089400"/>
              <a:gd name="connsiteY95" fmla="*/ 1498600 h 2870200"/>
              <a:gd name="connsiteX96" fmla="*/ 1998133 w 4089400"/>
              <a:gd name="connsiteY96" fmla="*/ 1464734 h 2870200"/>
              <a:gd name="connsiteX97" fmla="*/ 2006600 w 4089400"/>
              <a:gd name="connsiteY97" fmla="*/ 1439334 h 2870200"/>
              <a:gd name="connsiteX98" fmla="*/ 2057400 w 4089400"/>
              <a:gd name="connsiteY98" fmla="*/ 2032000 h 2870200"/>
              <a:gd name="connsiteX99" fmla="*/ 2065866 w 4089400"/>
              <a:gd name="connsiteY99" fmla="*/ 2150534 h 2870200"/>
              <a:gd name="connsiteX100" fmla="*/ 2074333 w 4089400"/>
              <a:gd name="connsiteY100" fmla="*/ 2489200 h 2870200"/>
              <a:gd name="connsiteX101" fmla="*/ 2108200 w 4089400"/>
              <a:gd name="connsiteY101" fmla="*/ 2421467 h 2870200"/>
              <a:gd name="connsiteX102" fmla="*/ 2150533 w 4089400"/>
              <a:gd name="connsiteY102" fmla="*/ 2319867 h 2870200"/>
              <a:gd name="connsiteX103" fmla="*/ 2175933 w 4089400"/>
              <a:gd name="connsiteY103" fmla="*/ 2286000 h 2870200"/>
              <a:gd name="connsiteX104" fmla="*/ 2209800 w 4089400"/>
              <a:gd name="connsiteY104" fmla="*/ 2235200 h 2870200"/>
              <a:gd name="connsiteX105" fmla="*/ 2226733 w 4089400"/>
              <a:gd name="connsiteY105" fmla="*/ 2514600 h 2870200"/>
              <a:gd name="connsiteX106" fmla="*/ 2252133 w 4089400"/>
              <a:gd name="connsiteY106" fmla="*/ 2565400 h 2870200"/>
              <a:gd name="connsiteX107" fmla="*/ 2260600 w 4089400"/>
              <a:gd name="connsiteY107" fmla="*/ 2489200 h 2870200"/>
              <a:gd name="connsiteX108" fmla="*/ 2277533 w 4089400"/>
              <a:gd name="connsiteY108" fmla="*/ 2421467 h 2870200"/>
              <a:gd name="connsiteX109" fmla="*/ 2286000 w 4089400"/>
              <a:gd name="connsiteY109" fmla="*/ 1718734 h 2870200"/>
              <a:gd name="connsiteX110" fmla="*/ 2311400 w 4089400"/>
              <a:gd name="connsiteY110" fmla="*/ 1811867 h 2870200"/>
              <a:gd name="connsiteX111" fmla="*/ 2336800 w 4089400"/>
              <a:gd name="connsiteY111" fmla="*/ 1871134 h 2870200"/>
              <a:gd name="connsiteX112" fmla="*/ 2362200 w 4089400"/>
              <a:gd name="connsiteY112" fmla="*/ 1938867 h 2870200"/>
              <a:gd name="connsiteX113" fmla="*/ 2370666 w 4089400"/>
              <a:gd name="connsiteY113" fmla="*/ 1972734 h 2870200"/>
              <a:gd name="connsiteX114" fmla="*/ 2379133 w 4089400"/>
              <a:gd name="connsiteY114" fmla="*/ 1574800 h 2870200"/>
              <a:gd name="connsiteX115" fmla="*/ 2404533 w 4089400"/>
              <a:gd name="connsiteY115" fmla="*/ 1236134 h 2870200"/>
              <a:gd name="connsiteX116" fmla="*/ 2421466 w 4089400"/>
              <a:gd name="connsiteY116" fmla="*/ 1092200 h 2870200"/>
              <a:gd name="connsiteX117" fmla="*/ 2429933 w 4089400"/>
              <a:gd name="connsiteY117" fmla="*/ 1066800 h 2870200"/>
              <a:gd name="connsiteX118" fmla="*/ 2438400 w 4089400"/>
              <a:gd name="connsiteY118" fmla="*/ 1092200 h 2870200"/>
              <a:gd name="connsiteX119" fmla="*/ 2455333 w 4089400"/>
              <a:gd name="connsiteY119" fmla="*/ 1117600 h 2870200"/>
              <a:gd name="connsiteX120" fmla="*/ 2463800 w 4089400"/>
              <a:gd name="connsiteY120" fmla="*/ 1227667 h 2870200"/>
              <a:gd name="connsiteX121" fmla="*/ 2489200 w 4089400"/>
              <a:gd name="connsiteY121" fmla="*/ 753534 h 2870200"/>
              <a:gd name="connsiteX122" fmla="*/ 2506133 w 4089400"/>
              <a:gd name="connsiteY122" fmla="*/ 685800 h 2870200"/>
              <a:gd name="connsiteX123" fmla="*/ 2514600 w 4089400"/>
              <a:gd name="connsiteY123" fmla="*/ 609600 h 2870200"/>
              <a:gd name="connsiteX124" fmla="*/ 2523066 w 4089400"/>
              <a:gd name="connsiteY124" fmla="*/ 558800 h 2870200"/>
              <a:gd name="connsiteX125" fmla="*/ 2540000 w 4089400"/>
              <a:gd name="connsiteY125" fmla="*/ 584200 h 2870200"/>
              <a:gd name="connsiteX126" fmla="*/ 2548466 w 4089400"/>
              <a:gd name="connsiteY126" fmla="*/ 778934 h 2870200"/>
              <a:gd name="connsiteX127" fmla="*/ 2590800 w 4089400"/>
              <a:gd name="connsiteY127" fmla="*/ 914400 h 2870200"/>
              <a:gd name="connsiteX128" fmla="*/ 2607733 w 4089400"/>
              <a:gd name="connsiteY128" fmla="*/ 973667 h 2870200"/>
              <a:gd name="connsiteX129" fmla="*/ 2624666 w 4089400"/>
              <a:gd name="connsiteY129" fmla="*/ 812800 h 2870200"/>
              <a:gd name="connsiteX130" fmla="*/ 2641600 w 4089400"/>
              <a:gd name="connsiteY130" fmla="*/ 694267 h 2870200"/>
              <a:gd name="connsiteX131" fmla="*/ 2667000 w 4089400"/>
              <a:gd name="connsiteY131" fmla="*/ 558800 h 2870200"/>
              <a:gd name="connsiteX132" fmla="*/ 2692400 w 4089400"/>
              <a:gd name="connsiteY132" fmla="*/ 321734 h 2870200"/>
              <a:gd name="connsiteX133" fmla="*/ 2709333 w 4089400"/>
              <a:gd name="connsiteY133" fmla="*/ 1058334 h 2870200"/>
              <a:gd name="connsiteX134" fmla="*/ 2735730 w 4089400"/>
              <a:gd name="connsiteY134" fmla="*/ 1023969 h 2870200"/>
              <a:gd name="connsiteX135" fmla="*/ 2785533 w 4089400"/>
              <a:gd name="connsiteY135" fmla="*/ 905934 h 2870200"/>
              <a:gd name="connsiteX136" fmla="*/ 2819400 w 4089400"/>
              <a:gd name="connsiteY136" fmla="*/ 855134 h 2870200"/>
              <a:gd name="connsiteX137" fmla="*/ 2844800 w 4089400"/>
              <a:gd name="connsiteY137" fmla="*/ 1422400 h 2870200"/>
              <a:gd name="connsiteX138" fmla="*/ 2853266 w 4089400"/>
              <a:gd name="connsiteY138" fmla="*/ 1388534 h 2870200"/>
              <a:gd name="connsiteX139" fmla="*/ 2870200 w 4089400"/>
              <a:gd name="connsiteY139" fmla="*/ 1363134 h 2870200"/>
              <a:gd name="connsiteX140" fmla="*/ 2895600 w 4089400"/>
              <a:gd name="connsiteY140" fmla="*/ 1278467 h 2870200"/>
              <a:gd name="connsiteX141" fmla="*/ 2912533 w 4089400"/>
              <a:gd name="connsiteY141" fmla="*/ 1320800 h 2870200"/>
              <a:gd name="connsiteX142" fmla="*/ 2929466 w 4089400"/>
              <a:gd name="connsiteY142" fmla="*/ 1388534 h 2870200"/>
              <a:gd name="connsiteX143" fmla="*/ 2946400 w 4089400"/>
              <a:gd name="connsiteY143" fmla="*/ 1422400 h 2870200"/>
              <a:gd name="connsiteX144" fmla="*/ 2988733 w 4089400"/>
              <a:gd name="connsiteY144" fmla="*/ 1540934 h 2870200"/>
              <a:gd name="connsiteX145" fmla="*/ 3005666 w 4089400"/>
              <a:gd name="connsiteY145" fmla="*/ 1566334 h 2870200"/>
              <a:gd name="connsiteX146" fmla="*/ 3039533 w 4089400"/>
              <a:gd name="connsiteY146" fmla="*/ 1718734 h 2870200"/>
              <a:gd name="connsiteX147" fmla="*/ 3064933 w 4089400"/>
              <a:gd name="connsiteY147" fmla="*/ 1761067 h 2870200"/>
              <a:gd name="connsiteX148" fmla="*/ 3098800 w 4089400"/>
              <a:gd name="connsiteY148" fmla="*/ 1879600 h 2870200"/>
              <a:gd name="connsiteX149" fmla="*/ 3090333 w 4089400"/>
              <a:gd name="connsiteY149" fmla="*/ 1913467 h 2870200"/>
              <a:gd name="connsiteX150" fmla="*/ 3102783 w 4089400"/>
              <a:gd name="connsiteY150" fmla="*/ 1901016 h 2870200"/>
              <a:gd name="connsiteX151" fmla="*/ 3081866 w 4089400"/>
              <a:gd name="connsiteY151" fmla="*/ 1888067 h 2870200"/>
              <a:gd name="connsiteX152" fmla="*/ 3107266 w 4089400"/>
              <a:gd name="connsiteY152" fmla="*/ 1871134 h 2870200"/>
              <a:gd name="connsiteX153" fmla="*/ 3115733 w 4089400"/>
              <a:gd name="connsiteY153" fmla="*/ 1769534 h 2870200"/>
              <a:gd name="connsiteX154" fmla="*/ 3132666 w 4089400"/>
              <a:gd name="connsiteY154" fmla="*/ 1710267 h 2870200"/>
              <a:gd name="connsiteX155" fmla="*/ 3141133 w 4089400"/>
              <a:gd name="connsiteY155" fmla="*/ 1684867 h 2870200"/>
              <a:gd name="connsiteX156" fmla="*/ 3166533 w 4089400"/>
              <a:gd name="connsiteY156" fmla="*/ 1676400 h 2870200"/>
              <a:gd name="connsiteX157" fmla="*/ 3175000 w 4089400"/>
              <a:gd name="connsiteY157" fmla="*/ 2006600 h 2870200"/>
              <a:gd name="connsiteX158" fmla="*/ 3183466 w 4089400"/>
              <a:gd name="connsiteY158" fmla="*/ 2048934 h 2870200"/>
              <a:gd name="connsiteX159" fmla="*/ 3191933 w 4089400"/>
              <a:gd name="connsiteY159" fmla="*/ 2099734 h 2870200"/>
              <a:gd name="connsiteX160" fmla="*/ 3208866 w 4089400"/>
              <a:gd name="connsiteY160" fmla="*/ 2048934 h 2870200"/>
              <a:gd name="connsiteX161" fmla="*/ 3217333 w 4089400"/>
              <a:gd name="connsiteY161" fmla="*/ 1998134 h 2870200"/>
              <a:gd name="connsiteX162" fmla="*/ 3251200 w 4089400"/>
              <a:gd name="connsiteY162" fmla="*/ 2353734 h 2870200"/>
              <a:gd name="connsiteX163" fmla="*/ 3276600 w 4089400"/>
              <a:gd name="connsiteY163" fmla="*/ 2387600 h 2870200"/>
              <a:gd name="connsiteX164" fmla="*/ 3285066 w 4089400"/>
              <a:gd name="connsiteY164" fmla="*/ 2497667 h 2870200"/>
              <a:gd name="connsiteX165" fmla="*/ 3302000 w 4089400"/>
              <a:gd name="connsiteY165" fmla="*/ 2531534 h 2870200"/>
              <a:gd name="connsiteX166" fmla="*/ 3318933 w 4089400"/>
              <a:gd name="connsiteY166" fmla="*/ 2599267 h 2870200"/>
              <a:gd name="connsiteX167" fmla="*/ 3344333 w 4089400"/>
              <a:gd name="connsiteY167" fmla="*/ 2667000 h 2870200"/>
              <a:gd name="connsiteX168" fmla="*/ 3386666 w 4089400"/>
              <a:gd name="connsiteY168" fmla="*/ 2810934 h 2870200"/>
              <a:gd name="connsiteX169" fmla="*/ 3412066 w 4089400"/>
              <a:gd name="connsiteY169" fmla="*/ 2870200 h 2870200"/>
              <a:gd name="connsiteX170" fmla="*/ 3437466 w 4089400"/>
              <a:gd name="connsiteY170" fmla="*/ 1828800 h 2870200"/>
              <a:gd name="connsiteX171" fmla="*/ 3436968 w 4089400"/>
              <a:gd name="connsiteY171" fmla="*/ 2090271 h 2870200"/>
              <a:gd name="connsiteX172" fmla="*/ 3462866 w 4089400"/>
              <a:gd name="connsiteY172" fmla="*/ 1735667 h 2870200"/>
              <a:gd name="connsiteX173" fmla="*/ 3488266 w 4089400"/>
              <a:gd name="connsiteY173" fmla="*/ 1651000 h 2870200"/>
              <a:gd name="connsiteX174" fmla="*/ 3496733 w 4089400"/>
              <a:gd name="connsiteY174" fmla="*/ 1701800 h 2870200"/>
              <a:gd name="connsiteX175" fmla="*/ 3500717 w 4089400"/>
              <a:gd name="connsiteY175" fmla="*/ 1875118 h 2870200"/>
              <a:gd name="connsiteX176" fmla="*/ 3522133 w 4089400"/>
              <a:gd name="connsiteY176" fmla="*/ 1752600 h 2870200"/>
              <a:gd name="connsiteX177" fmla="*/ 3530600 w 4089400"/>
              <a:gd name="connsiteY177" fmla="*/ 1693334 h 2870200"/>
              <a:gd name="connsiteX178" fmla="*/ 3572933 w 4089400"/>
              <a:gd name="connsiteY178" fmla="*/ 1608667 h 2870200"/>
              <a:gd name="connsiteX179" fmla="*/ 3589866 w 4089400"/>
              <a:gd name="connsiteY179" fmla="*/ 1566334 h 2870200"/>
              <a:gd name="connsiteX180" fmla="*/ 3632200 w 4089400"/>
              <a:gd name="connsiteY180" fmla="*/ 1464734 h 2870200"/>
              <a:gd name="connsiteX181" fmla="*/ 3636184 w 4089400"/>
              <a:gd name="connsiteY181" fmla="*/ 1373094 h 2870200"/>
              <a:gd name="connsiteX182" fmla="*/ 3657600 w 4089400"/>
              <a:gd name="connsiteY182" fmla="*/ 1363134 h 2870200"/>
              <a:gd name="connsiteX183" fmla="*/ 3674533 w 4089400"/>
              <a:gd name="connsiteY183" fmla="*/ 1320800 h 2870200"/>
              <a:gd name="connsiteX184" fmla="*/ 3669553 w 4089400"/>
              <a:gd name="connsiteY184" fmla="*/ 1151964 h 2870200"/>
              <a:gd name="connsiteX185" fmla="*/ 3716866 w 4089400"/>
              <a:gd name="connsiteY185" fmla="*/ 1227667 h 2870200"/>
              <a:gd name="connsiteX186" fmla="*/ 3725333 w 4089400"/>
              <a:gd name="connsiteY186" fmla="*/ 1176867 h 2870200"/>
              <a:gd name="connsiteX187" fmla="*/ 3742266 w 4089400"/>
              <a:gd name="connsiteY187" fmla="*/ 1126067 h 2870200"/>
              <a:gd name="connsiteX188" fmla="*/ 3750733 w 4089400"/>
              <a:gd name="connsiteY188" fmla="*/ 1058334 h 2870200"/>
              <a:gd name="connsiteX189" fmla="*/ 3759200 w 4089400"/>
              <a:gd name="connsiteY189" fmla="*/ 1270000 h 2870200"/>
              <a:gd name="connsiteX190" fmla="*/ 3788048 w 4089400"/>
              <a:gd name="connsiteY190" fmla="*/ 678606 h 2870200"/>
              <a:gd name="connsiteX191" fmla="*/ 3793066 w 4089400"/>
              <a:gd name="connsiteY191" fmla="*/ 558800 h 2870200"/>
              <a:gd name="connsiteX192" fmla="*/ 3810000 w 4089400"/>
              <a:gd name="connsiteY192" fmla="*/ 482600 h 2870200"/>
              <a:gd name="connsiteX193" fmla="*/ 3818466 w 4089400"/>
              <a:gd name="connsiteY193" fmla="*/ 533400 h 2870200"/>
              <a:gd name="connsiteX194" fmla="*/ 3835400 w 4089400"/>
              <a:gd name="connsiteY194" fmla="*/ 660400 h 2870200"/>
              <a:gd name="connsiteX195" fmla="*/ 3843866 w 4089400"/>
              <a:gd name="connsiteY195" fmla="*/ 702734 h 2870200"/>
              <a:gd name="connsiteX196" fmla="*/ 3860800 w 4089400"/>
              <a:gd name="connsiteY196" fmla="*/ 736600 h 2870200"/>
              <a:gd name="connsiteX197" fmla="*/ 3877733 w 4089400"/>
              <a:gd name="connsiteY197" fmla="*/ 702734 h 2870200"/>
              <a:gd name="connsiteX198" fmla="*/ 3937000 w 4089400"/>
              <a:gd name="connsiteY198" fmla="*/ 482600 h 2870200"/>
              <a:gd name="connsiteX199" fmla="*/ 3953933 w 4089400"/>
              <a:gd name="connsiteY199" fmla="*/ 457200 h 2870200"/>
              <a:gd name="connsiteX200" fmla="*/ 3979333 w 4089400"/>
              <a:gd name="connsiteY200" fmla="*/ 177800 h 2870200"/>
              <a:gd name="connsiteX201" fmla="*/ 4004733 w 4089400"/>
              <a:gd name="connsiteY201" fmla="*/ 135467 h 2870200"/>
              <a:gd name="connsiteX202" fmla="*/ 4013200 w 4089400"/>
              <a:gd name="connsiteY202" fmla="*/ 101600 h 2870200"/>
              <a:gd name="connsiteX203" fmla="*/ 4021666 w 4089400"/>
              <a:gd name="connsiteY203" fmla="*/ 76200 h 2870200"/>
              <a:gd name="connsiteX204" fmla="*/ 4030133 w 4089400"/>
              <a:gd name="connsiteY204" fmla="*/ 110067 h 2870200"/>
              <a:gd name="connsiteX205" fmla="*/ 4047066 w 4089400"/>
              <a:gd name="connsiteY205" fmla="*/ 160867 h 2870200"/>
              <a:gd name="connsiteX206" fmla="*/ 4089400 w 4089400"/>
              <a:gd name="connsiteY206" fmla="*/ 0 h 2870200"/>
              <a:gd name="connsiteX0" fmla="*/ 0 w 4089400"/>
              <a:gd name="connsiteY0" fmla="*/ 702734 h 2870200"/>
              <a:gd name="connsiteX1" fmla="*/ 8466 w 4089400"/>
              <a:gd name="connsiteY1" fmla="*/ 643467 h 2870200"/>
              <a:gd name="connsiteX2" fmla="*/ 42333 w 4089400"/>
              <a:gd name="connsiteY2" fmla="*/ 567267 h 2870200"/>
              <a:gd name="connsiteX3" fmla="*/ 47892 w 4089400"/>
              <a:gd name="connsiteY3" fmla="*/ 828517 h 2870200"/>
              <a:gd name="connsiteX4" fmla="*/ 32533 w 4089400"/>
              <a:gd name="connsiteY4" fmla="*/ 1083293 h 2870200"/>
              <a:gd name="connsiteX5" fmla="*/ 30266 w 4089400"/>
              <a:gd name="connsiteY5" fmla="*/ 1212385 h 2870200"/>
              <a:gd name="connsiteX6" fmla="*/ 25400 w 4089400"/>
              <a:gd name="connsiteY6" fmla="*/ 1354667 h 2870200"/>
              <a:gd name="connsiteX7" fmla="*/ 59266 w 4089400"/>
              <a:gd name="connsiteY7" fmla="*/ 1253067 h 2870200"/>
              <a:gd name="connsiteX8" fmla="*/ 76200 w 4089400"/>
              <a:gd name="connsiteY8" fmla="*/ 1202267 h 2870200"/>
              <a:gd name="connsiteX9" fmla="*/ 110066 w 4089400"/>
              <a:gd name="connsiteY9" fmla="*/ 1100667 h 2870200"/>
              <a:gd name="connsiteX10" fmla="*/ 143933 w 4089400"/>
              <a:gd name="connsiteY10" fmla="*/ 999067 h 2870200"/>
              <a:gd name="connsiteX11" fmla="*/ 160866 w 4089400"/>
              <a:gd name="connsiteY11" fmla="*/ 948267 h 2870200"/>
              <a:gd name="connsiteX12" fmla="*/ 177800 w 4089400"/>
              <a:gd name="connsiteY12" fmla="*/ 1134534 h 2870200"/>
              <a:gd name="connsiteX13" fmla="*/ 194733 w 4089400"/>
              <a:gd name="connsiteY13" fmla="*/ 1464734 h 2870200"/>
              <a:gd name="connsiteX14" fmla="*/ 254000 w 4089400"/>
              <a:gd name="connsiteY14" fmla="*/ 1363134 h 2870200"/>
              <a:gd name="connsiteX15" fmla="*/ 279400 w 4089400"/>
              <a:gd name="connsiteY15" fmla="*/ 1371600 h 2870200"/>
              <a:gd name="connsiteX16" fmla="*/ 287866 w 4089400"/>
              <a:gd name="connsiteY16" fmla="*/ 2243667 h 2870200"/>
              <a:gd name="connsiteX17" fmla="*/ 313266 w 4089400"/>
              <a:gd name="connsiteY17" fmla="*/ 2201334 h 2870200"/>
              <a:gd name="connsiteX18" fmla="*/ 321733 w 4089400"/>
              <a:gd name="connsiteY18" fmla="*/ 2150534 h 2870200"/>
              <a:gd name="connsiteX19" fmla="*/ 346635 w 4089400"/>
              <a:gd name="connsiteY19" fmla="*/ 2376146 h 2870200"/>
              <a:gd name="connsiteX20" fmla="*/ 364066 w 4089400"/>
              <a:gd name="connsiteY20" fmla="*/ 2082800 h 2870200"/>
              <a:gd name="connsiteX21" fmla="*/ 389965 w 4089400"/>
              <a:gd name="connsiteY21" fmla="*/ 1792444 h 2870200"/>
              <a:gd name="connsiteX22" fmla="*/ 397933 w 4089400"/>
              <a:gd name="connsiteY22" fmla="*/ 2032000 h 2870200"/>
              <a:gd name="connsiteX23" fmla="*/ 423333 w 4089400"/>
              <a:gd name="connsiteY23" fmla="*/ 1998134 h 2870200"/>
              <a:gd name="connsiteX24" fmla="*/ 440266 w 4089400"/>
              <a:gd name="connsiteY24" fmla="*/ 1752600 h 2870200"/>
              <a:gd name="connsiteX25" fmla="*/ 465666 w 4089400"/>
              <a:gd name="connsiteY25" fmla="*/ 1651000 h 2870200"/>
              <a:gd name="connsiteX26" fmla="*/ 491066 w 4089400"/>
              <a:gd name="connsiteY26" fmla="*/ 1710267 h 2870200"/>
              <a:gd name="connsiteX27" fmla="*/ 499533 w 4089400"/>
              <a:gd name="connsiteY27" fmla="*/ 1851666 h 2870200"/>
              <a:gd name="connsiteX28" fmla="*/ 533400 w 4089400"/>
              <a:gd name="connsiteY28" fmla="*/ 1820334 h 2870200"/>
              <a:gd name="connsiteX29" fmla="*/ 558800 w 4089400"/>
              <a:gd name="connsiteY29" fmla="*/ 1938867 h 2870200"/>
              <a:gd name="connsiteX30" fmla="*/ 575733 w 4089400"/>
              <a:gd name="connsiteY30" fmla="*/ 1998134 h 2870200"/>
              <a:gd name="connsiteX31" fmla="*/ 592666 w 4089400"/>
              <a:gd name="connsiteY31" fmla="*/ 2023534 h 2870200"/>
              <a:gd name="connsiteX32" fmla="*/ 618066 w 4089400"/>
              <a:gd name="connsiteY32" fmla="*/ 1786467 h 2870200"/>
              <a:gd name="connsiteX33" fmla="*/ 626533 w 4089400"/>
              <a:gd name="connsiteY33" fmla="*/ 1744134 h 2870200"/>
              <a:gd name="connsiteX34" fmla="*/ 643466 w 4089400"/>
              <a:gd name="connsiteY34" fmla="*/ 1718734 h 2870200"/>
              <a:gd name="connsiteX35" fmla="*/ 660400 w 4089400"/>
              <a:gd name="connsiteY35" fmla="*/ 1617134 h 2870200"/>
              <a:gd name="connsiteX36" fmla="*/ 677333 w 4089400"/>
              <a:gd name="connsiteY36" fmla="*/ 1557867 h 2870200"/>
              <a:gd name="connsiteX37" fmla="*/ 685800 w 4089400"/>
              <a:gd name="connsiteY37" fmla="*/ 1524000 h 2870200"/>
              <a:gd name="connsiteX38" fmla="*/ 702733 w 4089400"/>
              <a:gd name="connsiteY38" fmla="*/ 1312334 h 2870200"/>
              <a:gd name="connsiteX39" fmla="*/ 719666 w 4089400"/>
              <a:gd name="connsiteY39" fmla="*/ 1380067 h 2870200"/>
              <a:gd name="connsiteX40" fmla="*/ 736600 w 4089400"/>
              <a:gd name="connsiteY40" fmla="*/ 1532467 h 2870200"/>
              <a:gd name="connsiteX41" fmla="*/ 753533 w 4089400"/>
              <a:gd name="connsiteY41" fmla="*/ 1566334 h 2870200"/>
              <a:gd name="connsiteX42" fmla="*/ 778933 w 4089400"/>
              <a:gd name="connsiteY42" fmla="*/ 1456267 h 2870200"/>
              <a:gd name="connsiteX43" fmla="*/ 795866 w 4089400"/>
              <a:gd name="connsiteY43" fmla="*/ 1430867 h 2870200"/>
              <a:gd name="connsiteX44" fmla="*/ 829733 w 4089400"/>
              <a:gd name="connsiteY44" fmla="*/ 1388534 h 2870200"/>
              <a:gd name="connsiteX45" fmla="*/ 838200 w 4089400"/>
              <a:gd name="connsiteY45" fmla="*/ 1498600 h 2870200"/>
              <a:gd name="connsiteX46" fmla="*/ 863600 w 4089400"/>
              <a:gd name="connsiteY46" fmla="*/ 1811867 h 2870200"/>
              <a:gd name="connsiteX47" fmla="*/ 872066 w 4089400"/>
              <a:gd name="connsiteY47" fmla="*/ 1642534 h 2870200"/>
              <a:gd name="connsiteX48" fmla="*/ 897466 w 4089400"/>
              <a:gd name="connsiteY48" fmla="*/ 1583267 h 2870200"/>
              <a:gd name="connsiteX49" fmla="*/ 905933 w 4089400"/>
              <a:gd name="connsiteY49" fmla="*/ 1557867 h 2870200"/>
              <a:gd name="connsiteX50" fmla="*/ 914400 w 4089400"/>
              <a:gd name="connsiteY50" fmla="*/ 2006600 h 2870200"/>
              <a:gd name="connsiteX51" fmla="*/ 939800 w 4089400"/>
              <a:gd name="connsiteY51" fmla="*/ 2116667 h 2870200"/>
              <a:gd name="connsiteX52" fmla="*/ 948266 w 4089400"/>
              <a:gd name="connsiteY52" fmla="*/ 1948424 h 2870200"/>
              <a:gd name="connsiteX53" fmla="*/ 965200 w 4089400"/>
              <a:gd name="connsiteY53" fmla="*/ 1794934 h 2870200"/>
              <a:gd name="connsiteX54" fmla="*/ 973666 w 4089400"/>
              <a:gd name="connsiteY54" fmla="*/ 1761067 h 2870200"/>
              <a:gd name="connsiteX55" fmla="*/ 990600 w 4089400"/>
              <a:gd name="connsiteY55" fmla="*/ 1871134 h 2870200"/>
              <a:gd name="connsiteX56" fmla="*/ 1007533 w 4089400"/>
              <a:gd name="connsiteY56" fmla="*/ 1947334 h 2870200"/>
              <a:gd name="connsiteX57" fmla="*/ 1024466 w 4089400"/>
              <a:gd name="connsiteY57" fmla="*/ 2040467 h 2870200"/>
              <a:gd name="connsiteX58" fmla="*/ 1049866 w 4089400"/>
              <a:gd name="connsiteY58" fmla="*/ 2108200 h 2870200"/>
              <a:gd name="connsiteX59" fmla="*/ 1058333 w 4089400"/>
              <a:gd name="connsiteY59" fmla="*/ 2150534 h 2870200"/>
              <a:gd name="connsiteX60" fmla="*/ 1100666 w 4089400"/>
              <a:gd name="connsiteY60" fmla="*/ 2209800 h 2870200"/>
              <a:gd name="connsiteX61" fmla="*/ 1109133 w 4089400"/>
              <a:gd name="connsiteY61" fmla="*/ 2108200 h 2870200"/>
              <a:gd name="connsiteX62" fmla="*/ 1159933 w 4089400"/>
              <a:gd name="connsiteY62" fmla="*/ 1989667 h 2870200"/>
              <a:gd name="connsiteX63" fmla="*/ 1210733 w 4089400"/>
              <a:gd name="connsiteY63" fmla="*/ 1913467 h 2870200"/>
              <a:gd name="connsiteX64" fmla="*/ 1219200 w 4089400"/>
              <a:gd name="connsiteY64" fmla="*/ 2167467 h 2870200"/>
              <a:gd name="connsiteX65" fmla="*/ 1236133 w 4089400"/>
              <a:gd name="connsiteY65" fmla="*/ 2082800 h 2870200"/>
              <a:gd name="connsiteX66" fmla="*/ 1244600 w 4089400"/>
              <a:gd name="connsiteY66" fmla="*/ 2015067 h 2870200"/>
              <a:gd name="connsiteX67" fmla="*/ 1286933 w 4089400"/>
              <a:gd name="connsiteY67" fmla="*/ 1854200 h 2870200"/>
              <a:gd name="connsiteX68" fmla="*/ 1295400 w 4089400"/>
              <a:gd name="connsiteY68" fmla="*/ 1803400 h 2870200"/>
              <a:gd name="connsiteX69" fmla="*/ 1320800 w 4089400"/>
              <a:gd name="connsiteY69" fmla="*/ 1701800 h 2870200"/>
              <a:gd name="connsiteX70" fmla="*/ 1346200 w 4089400"/>
              <a:gd name="connsiteY70" fmla="*/ 1718734 h 2870200"/>
              <a:gd name="connsiteX71" fmla="*/ 1354666 w 4089400"/>
              <a:gd name="connsiteY71" fmla="*/ 1744134 h 2870200"/>
              <a:gd name="connsiteX72" fmla="*/ 1380066 w 4089400"/>
              <a:gd name="connsiteY72" fmla="*/ 1828800 h 2870200"/>
              <a:gd name="connsiteX73" fmla="*/ 1397000 w 4089400"/>
              <a:gd name="connsiteY73" fmla="*/ 1879600 h 2870200"/>
              <a:gd name="connsiteX74" fmla="*/ 1405466 w 4089400"/>
              <a:gd name="connsiteY74" fmla="*/ 1913467 h 2870200"/>
              <a:gd name="connsiteX75" fmla="*/ 1430866 w 4089400"/>
              <a:gd name="connsiteY75" fmla="*/ 1947334 h 2870200"/>
              <a:gd name="connsiteX76" fmla="*/ 1447800 w 4089400"/>
              <a:gd name="connsiteY76" fmla="*/ 1938867 h 2870200"/>
              <a:gd name="connsiteX77" fmla="*/ 1490133 w 4089400"/>
              <a:gd name="connsiteY77" fmla="*/ 1803400 h 2870200"/>
              <a:gd name="connsiteX78" fmla="*/ 1549400 w 4089400"/>
              <a:gd name="connsiteY78" fmla="*/ 1651000 h 2870200"/>
              <a:gd name="connsiteX79" fmla="*/ 1557866 w 4089400"/>
              <a:gd name="connsiteY79" fmla="*/ 1591734 h 2870200"/>
              <a:gd name="connsiteX80" fmla="*/ 1574800 w 4089400"/>
              <a:gd name="connsiteY80" fmla="*/ 1566334 h 2870200"/>
              <a:gd name="connsiteX81" fmla="*/ 1583266 w 4089400"/>
              <a:gd name="connsiteY81" fmla="*/ 1524000 h 2870200"/>
              <a:gd name="connsiteX82" fmla="*/ 1591733 w 4089400"/>
              <a:gd name="connsiteY82" fmla="*/ 1498600 h 2870200"/>
              <a:gd name="connsiteX83" fmla="*/ 1608666 w 4089400"/>
              <a:gd name="connsiteY83" fmla="*/ 1524000 h 2870200"/>
              <a:gd name="connsiteX84" fmla="*/ 1634066 w 4089400"/>
              <a:gd name="connsiteY84" fmla="*/ 1490134 h 2870200"/>
              <a:gd name="connsiteX85" fmla="*/ 1659466 w 4089400"/>
              <a:gd name="connsiteY85" fmla="*/ 1388534 h 2870200"/>
              <a:gd name="connsiteX86" fmla="*/ 1718733 w 4089400"/>
              <a:gd name="connsiteY86" fmla="*/ 1286934 h 2870200"/>
              <a:gd name="connsiteX87" fmla="*/ 1769533 w 4089400"/>
              <a:gd name="connsiteY87" fmla="*/ 1176867 h 2870200"/>
              <a:gd name="connsiteX88" fmla="*/ 1794933 w 4089400"/>
              <a:gd name="connsiteY88" fmla="*/ 1202267 h 2870200"/>
              <a:gd name="connsiteX89" fmla="*/ 1803400 w 4089400"/>
              <a:gd name="connsiteY89" fmla="*/ 1227667 h 2870200"/>
              <a:gd name="connsiteX90" fmla="*/ 1820333 w 4089400"/>
              <a:gd name="connsiteY90" fmla="*/ 1261534 h 2870200"/>
              <a:gd name="connsiteX91" fmla="*/ 1862666 w 4089400"/>
              <a:gd name="connsiteY91" fmla="*/ 1422400 h 2870200"/>
              <a:gd name="connsiteX92" fmla="*/ 1913466 w 4089400"/>
              <a:gd name="connsiteY92" fmla="*/ 1600200 h 2870200"/>
              <a:gd name="connsiteX93" fmla="*/ 1964266 w 4089400"/>
              <a:gd name="connsiteY93" fmla="*/ 1744134 h 2870200"/>
              <a:gd name="connsiteX94" fmla="*/ 1981200 w 4089400"/>
              <a:gd name="connsiteY94" fmla="*/ 1498600 h 2870200"/>
              <a:gd name="connsiteX95" fmla="*/ 1998133 w 4089400"/>
              <a:gd name="connsiteY95" fmla="*/ 1464734 h 2870200"/>
              <a:gd name="connsiteX96" fmla="*/ 2006600 w 4089400"/>
              <a:gd name="connsiteY96" fmla="*/ 1439334 h 2870200"/>
              <a:gd name="connsiteX97" fmla="*/ 2057400 w 4089400"/>
              <a:gd name="connsiteY97" fmla="*/ 2032000 h 2870200"/>
              <a:gd name="connsiteX98" fmla="*/ 2065866 w 4089400"/>
              <a:gd name="connsiteY98" fmla="*/ 2150534 h 2870200"/>
              <a:gd name="connsiteX99" fmla="*/ 2074333 w 4089400"/>
              <a:gd name="connsiteY99" fmla="*/ 2489200 h 2870200"/>
              <a:gd name="connsiteX100" fmla="*/ 2108200 w 4089400"/>
              <a:gd name="connsiteY100" fmla="*/ 2421467 h 2870200"/>
              <a:gd name="connsiteX101" fmla="*/ 2150533 w 4089400"/>
              <a:gd name="connsiteY101" fmla="*/ 2319867 h 2870200"/>
              <a:gd name="connsiteX102" fmla="*/ 2175933 w 4089400"/>
              <a:gd name="connsiteY102" fmla="*/ 2286000 h 2870200"/>
              <a:gd name="connsiteX103" fmla="*/ 2209800 w 4089400"/>
              <a:gd name="connsiteY103" fmla="*/ 2235200 h 2870200"/>
              <a:gd name="connsiteX104" fmla="*/ 2226733 w 4089400"/>
              <a:gd name="connsiteY104" fmla="*/ 2514600 h 2870200"/>
              <a:gd name="connsiteX105" fmla="*/ 2252133 w 4089400"/>
              <a:gd name="connsiteY105" fmla="*/ 2565400 h 2870200"/>
              <a:gd name="connsiteX106" fmla="*/ 2260600 w 4089400"/>
              <a:gd name="connsiteY106" fmla="*/ 2489200 h 2870200"/>
              <a:gd name="connsiteX107" fmla="*/ 2277533 w 4089400"/>
              <a:gd name="connsiteY107" fmla="*/ 2421467 h 2870200"/>
              <a:gd name="connsiteX108" fmla="*/ 2286000 w 4089400"/>
              <a:gd name="connsiteY108" fmla="*/ 1718734 h 2870200"/>
              <a:gd name="connsiteX109" fmla="*/ 2311400 w 4089400"/>
              <a:gd name="connsiteY109" fmla="*/ 1811867 h 2870200"/>
              <a:gd name="connsiteX110" fmla="*/ 2336800 w 4089400"/>
              <a:gd name="connsiteY110" fmla="*/ 1871134 h 2870200"/>
              <a:gd name="connsiteX111" fmla="*/ 2362200 w 4089400"/>
              <a:gd name="connsiteY111" fmla="*/ 1938867 h 2870200"/>
              <a:gd name="connsiteX112" fmla="*/ 2370666 w 4089400"/>
              <a:gd name="connsiteY112" fmla="*/ 1972734 h 2870200"/>
              <a:gd name="connsiteX113" fmla="*/ 2379133 w 4089400"/>
              <a:gd name="connsiteY113" fmla="*/ 1574800 h 2870200"/>
              <a:gd name="connsiteX114" fmla="*/ 2404533 w 4089400"/>
              <a:gd name="connsiteY114" fmla="*/ 1236134 h 2870200"/>
              <a:gd name="connsiteX115" fmla="*/ 2421466 w 4089400"/>
              <a:gd name="connsiteY115" fmla="*/ 1092200 h 2870200"/>
              <a:gd name="connsiteX116" fmla="*/ 2429933 w 4089400"/>
              <a:gd name="connsiteY116" fmla="*/ 1066800 h 2870200"/>
              <a:gd name="connsiteX117" fmla="*/ 2438400 w 4089400"/>
              <a:gd name="connsiteY117" fmla="*/ 1092200 h 2870200"/>
              <a:gd name="connsiteX118" fmla="*/ 2455333 w 4089400"/>
              <a:gd name="connsiteY118" fmla="*/ 1117600 h 2870200"/>
              <a:gd name="connsiteX119" fmla="*/ 2463800 w 4089400"/>
              <a:gd name="connsiteY119" fmla="*/ 1227667 h 2870200"/>
              <a:gd name="connsiteX120" fmla="*/ 2489200 w 4089400"/>
              <a:gd name="connsiteY120" fmla="*/ 753534 h 2870200"/>
              <a:gd name="connsiteX121" fmla="*/ 2506133 w 4089400"/>
              <a:gd name="connsiteY121" fmla="*/ 685800 h 2870200"/>
              <a:gd name="connsiteX122" fmla="*/ 2514600 w 4089400"/>
              <a:gd name="connsiteY122" fmla="*/ 609600 h 2870200"/>
              <a:gd name="connsiteX123" fmla="*/ 2523066 w 4089400"/>
              <a:gd name="connsiteY123" fmla="*/ 558800 h 2870200"/>
              <a:gd name="connsiteX124" fmla="*/ 2540000 w 4089400"/>
              <a:gd name="connsiteY124" fmla="*/ 584200 h 2870200"/>
              <a:gd name="connsiteX125" fmla="*/ 2548466 w 4089400"/>
              <a:gd name="connsiteY125" fmla="*/ 778934 h 2870200"/>
              <a:gd name="connsiteX126" fmla="*/ 2590800 w 4089400"/>
              <a:gd name="connsiteY126" fmla="*/ 914400 h 2870200"/>
              <a:gd name="connsiteX127" fmla="*/ 2607733 w 4089400"/>
              <a:gd name="connsiteY127" fmla="*/ 973667 h 2870200"/>
              <a:gd name="connsiteX128" fmla="*/ 2624666 w 4089400"/>
              <a:gd name="connsiteY128" fmla="*/ 812800 h 2870200"/>
              <a:gd name="connsiteX129" fmla="*/ 2641600 w 4089400"/>
              <a:gd name="connsiteY129" fmla="*/ 694267 h 2870200"/>
              <a:gd name="connsiteX130" fmla="*/ 2667000 w 4089400"/>
              <a:gd name="connsiteY130" fmla="*/ 558800 h 2870200"/>
              <a:gd name="connsiteX131" fmla="*/ 2692400 w 4089400"/>
              <a:gd name="connsiteY131" fmla="*/ 321734 h 2870200"/>
              <a:gd name="connsiteX132" fmla="*/ 2709333 w 4089400"/>
              <a:gd name="connsiteY132" fmla="*/ 1058334 h 2870200"/>
              <a:gd name="connsiteX133" fmla="*/ 2735730 w 4089400"/>
              <a:gd name="connsiteY133" fmla="*/ 1023969 h 2870200"/>
              <a:gd name="connsiteX134" fmla="*/ 2785533 w 4089400"/>
              <a:gd name="connsiteY134" fmla="*/ 905934 h 2870200"/>
              <a:gd name="connsiteX135" fmla="*/ 2819400 w 4089400"/>
              <a:gd name="connsiteY135" fmla="*/ 855134 h 2870200"/>
              <a:gd name="connsiteX136" fmla="*/ 2844800 w 4089400"/>
              <a:gd name="connsiteY136" fmla="*/ 1422400 h 2870200"/>
              <a:gd name="connsiteX137" fmla="*/ 2853266 w 4089400"/>
              <a:gd name="connsiteY137" fmla="*/ 1388534 h 2870200"/>
              <a:gd name="connsiteX138" fmla="*/ 2870200 w 4089400"/>
              <a:gd name="connsiteY138" fmla="*/ 1363134 h 2870200"/>
              <a:gd name="connsiteX139" fmla="*/ 2895600 w 4089400"/>
              <a:gd name="connsiteY139" fmla="*/ 1278467 h 2870200"/>
              <a:gd name="connsiteX140" fmla="*/ 2912533 w 4089400"/>
              <a:gd name="connsiteY140" fmla="*/ 1320800 h 2870200"/>
              <a:gd name="connsiteX141" fmla="*/ 2929466 w 4089400"/>
              <a:gd name="connsiteY141" fmla="*/ 1388534 h 2870200"/>
              <a:gd name="connsiteX142" fmla="*/ 2946400 w 4089400"/>
              <a:gd name="connsiteY142" fmla="*/ 1422400 h 2870200"/>
              <a:gd name="connsiteX143" fmla="*/ 2988733 w 4089400"/>
              <a:gd name="connsiteY143" fmla="*/ 1540934 h 2870200"/>
              <a:gd name="connsiteX144" fmla="*/ 3005666 w 4089400"/>
              <a:gd name="connsiteY144" fmla="*/ 1566334 h 2870200"/>
              <a:gd name="connsiteX145" fmla="*/ 3039533 w 4089400"/>
              <a:gd name="connsiteY145" fmla="*/ 1718734 h 2870200"/>
              <a:gd name="connsiteX146" fmla="*/ 3064933 w 4089400"/>
              <a:gd name="connsiteY146" fmla="*/ 1761067 h 2870200"/>
              <a:gd name="connsiteX147" fmla="*/ 3098800 w 4089400"/>
              <a:gd name="connsiteY147" fmla="*/ 1879600 h 2870200"/>
              <a:gd name="connsiteX148" fmla="*/ 3090333 w 4089400"/>
              <a:gd name="connsiteY148" fmla="*/ 1913467 h 2870200"/>
              <a:gd name="connsiteX149" fmla="*/ 3102783 w 4089400"/>
              <a:gd name="connsiteY149" fmla="*/ 1901016 h 2870200"/>
              <a:gd name="connsiteX150" fmla="*/ 3081866 w 4089400"/>
              <a:gd name="connsiteY150" fmla="*/ 1888067 h 2870200"/>
              <a:gd name="connsiteX151" fmla="*/ 3107266 w 4089400"/>
              <a:gd name="connsiteY151" fmla="*/ 1871134 h 2870200"/>
              <a:gd name="connsiteX152" fmla="*/ 3115733 w 4089400"/>
              <a:gd name="connsiteY152" fmla="*/ 1769534 h 2870200"/>
              <a:gd name="connsiteX153" fmla="*/ 3132666 w 4089400"/>
              <a:gd name="connsiteY153" fmla="*/ 1710267 h 2870200"/>
              <a:gd name="connsiteX154" fmla="*/ 3141133 w 4089400"/>
              <a:gd name="connsiteY154" fmla="*/ 1684867 h 2870200"/>
              <a:gd name="connsiteX155" fmla="*/ 3166533 w 4089400"/>
              <a:gd name="connsiteY155" fmla="*/ 1676400 h 2870200"/>
              <a:gd name="connsiteX156" fmla="*/ 3175000 w 4089400"/>
              <a:gd name="connsiteY156" fmla="*/ 2006600 h 2870200"/>
              <a:gd name="connsiteX157" fmla="*/ 3183466 w 4089400"/>
              <a:gd name="connsiteY157" fmla="*/ 2048934 h 2870200"/>
              <a:gd name="connsiteX158" fmla="*/ 3191933 w 4089400"/>
              <a:gd name="connsiteY158" fmla="*/ 2099734 h 2870200"/>
              <a:gd name="connsiteX159" fmla="*/ 3208866 w 4089400"/>
              <a:gd name="connsiteY159" fmla="*/ 2048934 h 2870200"/>
              <a:gd name="connsiteX160" fmla="*/ 3217333 w 4089400"/>
              <a:gd name="connsiteY160" fmla="*/ 1998134 h 2870200"/>
              <a:gd name="connsiteX161" fmla="*/ 3251200 w 4089400"/>
              <a:gd name="connsiteY161" fmla="*/ 2353734 h 2870200"/>
              <a:gd name="connsiteX162" fmla="*/ 3276600 w 4089400"/>
              <a:gd name="connsiteY162" fmla="*/ 2387600 h 2870200"/>
              <a:gd name="connsiteX163" fmla="*/ 3285066 w 4089400"/>
              <a:gd name="connsiteY163" fmla="*/ 2497667 h 2870200"/>
              <a:gd name="connsiteX164" fmla="*/ 3302000 w 4089400"/>
              <a:gd name="connsiteY164" fmla="*/ 2531534 h 2870200"/>
              <a:gd name="connsiteX165" fmla="*/ 3318933 w 4089400"/>
              <a:gd name="connsiteY165" fmla="*/ 2599267 h 2870200"/>
              <a:gd name="connsiteX166" fmla="*/ 3344333 w 4089400"/>
              <a:gd name="connsiteY166" fmla="*/ 2667000 h 2870200"/>
              <a:gd name="connsiteX167" fmla="*/ 3386666 w 4089400"/>
              <a:gd name="connsiteY167" fmla="*/ 2810934 h 2870200"/>
              <a:gd name="connsiteX168" fmla="*/ 3412066 w 4089400"/>
              <a:gd name="connsiteY168" fmla="*/ 2870200 h 2870200"/>
              <a:gd name="connsiteX169" fmla="*/ 3437466 w 4089400"/>
              <a:gd name="connsiteY169" fmla="*/ 1828800 h 2870200"/>
              <a:gd name="connsiteX170" fmla="*/ 3436968 w 4089400"/>
              <a:gd name="connsiteY170" fmla="*/ 2090271 h 2870200"/>
              <a:gd name="connsiteX171" fmla="*/ 3462866 w 4089400"/>
              <a:gd name="connsiteY171" fmla="*/ 1735667 h 2870200"/>
              <a:gd name="connsiteX172" fmla="*/ 3488266 w 4089400"/>
              <a:gd name="connsiteY172" fmla="*/ 1651000 h 2870200"/>
              <a:gd name="connsiteX173" fmla="*/ 3496733 w 4089400"/>
              <a:gd name="connsiteY173" fmla="*/ 1701800 h 2870200"/>
              <a:gd name="connsiteX174" fmla="*/ 3500717 w 4089400"/>
              <a:gd name="connsiteY174" fmla="*/ 1875118 h 2870200"/>
              <a:gd name="connsiteX175" fmla="*/ 3522133 w 4089400"/>
              <a:gd name="connsiteY175" fmla="*/ 1752600 h 2870200"/>
              <a:gd name="connsiteX176" fmla="*/ 3530600 w 4089400"/>
              <a:gd name="connsiteY176" fmla="*/ 1693334 h 2870200"/>
              <a:gd name="connsiteX177" fmla="*/ 3572933 w 4089400"/>
              <a:gd name="connsiteY177" fmla="*/ 1608667 h 2870200"/>
              <a:gd name="connsiteX178" fmla="*/ 3589866 w 4089400"/>
              <a:gd name="connsiteY178" fmla="*/ 1566334 h 2870200"/>
              <a:gd name="connsiteX179" fmla="*/ 3632200 w 4089400"/>
              <a:gd name="connsiteY179" fmla="*/ 1464734 h 2870200"/>
              <a:gd name="connsiteX180" fmla="*/ 3636184 w 4089400"/>
              <a:gd name="connsiteY180" fmla="*/ 1373094 h 2870200"/>
              <a:gd name="connsiteX181" fmla="*/ 3657600 w 4089400"/>
              <a:gd name="connsiteY181" fmla="*/ 1363134 h 2870200"/>
              <a:gd name="connsiteX182" fmla="*/ 3674533 w 4089400"/>
              <a:gd name="connsiteY182" fmla="*/ 1320800 h 2870200"/>
              <a:gd name="connsiteX183" fmla="*/ 3669553 w 4089400"/>
              <a:gd name="connsiteY183" fmla="*/ 1151964 h 2870200"/>
              <a:gd name="connsiteX184" fmla="*/ 3716866 w 4089400"/>
              <a:gd name="connsiteY184" fmla="*/ 1227667 h 2870200"/>
              <a:gd name="connsiteX185" fmla="*/ 3725333 w 4089400"/>
              <a:gd name="connsiteY185" fmla="*/ 1176867 h 2870200"/>
              <a:gd name="connsiteX186" fmla="*/ 3742266 w 4089400"/>
              <a:gd name="connsiteY186" fmla="*/ 1126067 h 2870200"/>
              <a:gd name="connsiteX187" fmla="*/ 3750733 w 4089400"/>
              <a:gd name="connsiteY187" fmla="*/ 1058334 h 2870200"/>
              <a:gd name="connsiteX188" fmla="*/ 3759200 w 4089400"/>
              <a:gd name="connsiteY188" fmla="*/ 1270000 h 2870200"/>
              <a:gd name="connsiteX189" fmla="*/ 3788048 w 4089400"/>
              <a:gd name="connsiteY189" fmla="*/ 678606 h 2870200"/>
              <a:gd name="connsiteX190" fmla="*/ 3793066 w 4089400"/>
              <a:gd name="connsiteY190" fmla="*/ 558800 h 2870200"/>
              <a:gd name="connsiteX191" fmla="*/ 3810000 w 4089400"/>
              <a:gd name="connsiteY191" fmla="*/ 482600 h 2870200"/>
              <a:gd name="connsiteX192" fmla="*/ 3818466 w 4089400"/>
              <a:gd name="connsiteY192" fmla="*/ 533400 h 2870200"/>
              <a:gd name="connsiteX193" fmla="*/ 3835400 w 4089400"/>
              <a:gd name="connsiteY193" fmla="*/ 660400 h 2870200"/>
              <a:gd name="connsiteX194" fmla="*/ 3843866 w 4089400"/>
              <a:gd name="connsiteY194" fmla="*/ 702734 h 2870200"/>
              <a:gd name="connsiteX195" fmla="*/ 3860800 w 4089400"/>
              <a:gd name="connsiteY195" fmla="*/ 736600 h 2870200"/>
              <a:gd name="connsiteX196" fmla="*/ 3877733 w 4089400"/>
              <a:gd name="connsiteY196" fmla="*/ 702734 h 2870200"/>
              <a:gd name="connsiteX197" fmla="*/ 3937000 w 4089400"/>
              <a:gd name="connsiteY197" fmla="*/ 482600 h 2870200"/>
              <a:gd name="connsiteX198" fmla="*/ 3953933 w 4089400"/>
              <a:gd name="connsiteY198" fmla="*/ 457200 h 2870200"/>
              <a:gd name="connsiteX199" fmla="*/ 3979333 w 4089400"/>
              <a:gd name="connsiteY199" fmla="*/ 177800 h 2870200"/>
              <a:gd name="connsiteX200" fmla="*/ 4004733 w 4089400"/>
              <a:gd name="connsiteY200" fmla="*/ 135467 h 2870200"/>
              <a:gd name="connsiteX201" fmla="*/ 4013200 w 4089400"/>
              <a:gd name="connsiteY201" fmla="*/ 101600 h 2870200"/>
              <a:gd name="connsiteX202" fmla="*/ 4021666 w 4089400"/>
              <a:gd name="connsiteY202" fmla="*/ 76200 h 2870200"/>
              <a:gd name="connsiteX203" fmla="*/ 4030133 w 4089400"/>
              <a:gd name="connsiteY203" fmla="*/ 110067 h 2870200"/>
              <a:gd name="connsiteX204" fmla="*/ 4047066 w 4089400"/>
              <a:gd name="connsiteY204" fmla="*/ 160867 h 2870200"/>
              <a:gd name="connsiteX205" fmla="*/ 4089400 w 4089400"/>
              <a:gd name="connsiteY205" fmla="*/ 0 h 2870200"/>
              <a:gd name="connsiteX0" fmla="*/ 0 w 4089400"/>
              <a:gd name="connsiteY0" fmla="*/ 702734 h 2870200"/>
              <a:gd name="connsiteX1" fmla="*/ 8466 w 4089400"/>
              <a:gd name="connsiteY1" fmla="*/ 643467 h 2870200"/>
              <a:gd name="connsiteX2" fmla="*/ 42333 w 4089400"/>
              <a:gd name="connsiteY2" fmla="*/ 567267 h 2870200"/>
              <a:gd name="connsiteX3" fmla="*/ 47892 w 4089400"/>
              <a:gd name="connsiteY3" fmla="*/ 828517 h 2870200"/>
              <a:gd name="connsiteX4" fmla="*/ 32533 w 4089400"/>
              <a:gd name="connsiteY4" fmla="*/ 1083293 h 2870200"/>
              <a:gd name="connsiteX5" fmla="*/ 30266 w 4089400"/>
              <a:gd name="connsiteY5" fmla="*/ 1212385 h 2870200"/>
              <a:gd name="connsiteX6" fmla="*/ 36518 w 4089400"/>
              <a:gd name="connsiteY6" fmla="*/ 1387292 h 2870200"/>
              <a:gd name="connsiteX7" fmla="*/ 59266 w 4089400"/>
              <a:gd name="connsiteY7" fmla="*/ 1253067 h 2870200"/>
              <a:gd name="connsiteX8" fmla="*/ 76200 w 4089400"/>
              <a:gd name="connsiteY8" fmla="*/ 1202267 h 2870200"/>
              <a:gd name="connsiteX9" fmla="*/ 110066 w 4089400"/>
              <a:gd name="connsiteY9" fmla="*/ 1100667 h 2870200"/>
              <a:gd name="connsiteX10" fmla="*/ 143933 w 4089400"/>
              <a:gd name="connsiteY10" fmla="*/ 999067 h 2870200"/>
              <a:gd name="connsiteX11" fmla="*/ 160866 w 4089400"/>
              <a:gd name="connsiteY11" fmla="*/ 948267 h 2870200"/>
              <a:gd name="connsiteX12" fmla="*/ 177800 w 4089400"/>
              <a:gd name="connsiteY12" fmla="*/ 1134534 h 2870200"/>
              <a:gd name="connsiteX13" fmla="*/ 194733 w 4089400"/>
              <a:gd name="connsiteY13" fmla="*/ 1464734 h 2870200"/>
              <a:gd name="connsiteX14" fmla="*/ 254000 w 4089400"/>
              <a:gd name="connsiteY14" fmla="*/ 1363134 h 2870200"/>
              <a:gd name="connsiteX15" fmla="*/ 279400 w 4089400"/>
              <a:gd name="connsiteY15" fmla="*/ 1371600 h 2870200"/>
              <a:gd name="connsiteX16" fmla="*/ 287866 w 4089400"/>
              <a:gd name="connsiteY16" fmla="*/ 2243667 h 2870200"/>
              <a:gd name="connsiteX17" fmla="*/ 313266 w 4089400"/>
              <a:gd name="connsiteY17" fmla="*/ 2201334 h 2870200"/>
              <a:gd name="connsiteX18" fmla="*/ 321733 w 4089400"/>
              <a:gd name="connsiteY18" fmla="*/ 2150534 h 2870200"/>
              <a:gd name="connsiteX19" fmla="*/ 346635 w 4089400"/>
              <a:gd name="connsiteY19" fmla="*/ 2376146 h 2870200"/>
              <a:gd name="connsiteX20" fmla="*/ 364066 w 4089400"/>
              <a:gd name="connsiteY20" fmla="*/ 2082800 h 2870200"/>
              <a:gd name="connsiteX21" fmla="*/ 389965 w 4089400"/>
              <a:gd name="connsiteY21" fmla="*/ 1792444 h 2870200"/>
              <a:gd name="connsiteX22" fmla="*/ 397933 w 4089400"/>
              <a:gd name="connsiteY22" fmla="*/ 2032000 h 2870200"/>
              <a:gd name="connsiteX23" fmla="*/ 423333 w 4089400"/>
              <a:gd name="connsiteY23" fmla="*/ 1998134 h 2870200"/>
              <a:gd name="connsiteX24" fmla="*/ 440266 w 4089400"/>
              <a:gd name="connsiteY24" fmla="*/ 1752600 h 2870200"/>
              <a:gd name="connsiteX25" fmla="*/ 465666 w 4089400"/>
              <a:gd name="connsiteY25" fmla="*/ 1651000 h 2870200"/>
              <a:gd name="connsiteX26" fmla="*/ 491066 w 4089400"/>
              <a:gd name="connsiteY26" fmla="*/ 1710267 h 2870200"/>
              <a:gd name="connsiteX27" fmla="*/ 499533 w 4089400"/>
              <a:gd name="connsiteY27" fmla="*/ 1851666 h 2870200"/>
              <a:gd name="connsiteX28" fmla="*/ 533400 w 4089400"/>
              <a:gd name="connsiteY28" fmla="*/ 1820334 h 2870200"/>
              <a:gd name="connsiteX29" fmla="*/ 558800 w 4089400"/>
              <a:gd name="connsiteY29" fmla="*/ 1938867 h 2870200"/>
              <a:gd name="connsiteX30" fmla="*/ 575733 w 4089400"/>
              <a:gd name="connsiteY30" fmla="*/ 1998134 h 2870200"/>
              <a:gd name="connsiteX31" fmla="*/ 592666 w 4089400"/>
              <a:gd name="connsiteY31" fmla="*/ 2023534 h 2870200"/>
              <a:gd name="connsiteX32" fmla="*/ 618066 w 4089400"/>
              <a:gd name="connsiteY32" fmla="*/ 1786467 h 2870200"/>
              <a:gd name="connsiteX33" fmla="*/ 626533 w 4089400"/>
              <a:gd name="connsiteY33" fmla="*/ 1744134 h 2870200"/>
              <a:gd name="connsiteX34" fmla="*/ 643466 w 4089400"/>
              <a:gd name="connsiteY34" fmla="*/ 1718734 h 2870200"/>
              <a:gd name="connsiteX35" fmla="*/ 660400 w 4089400"/>
              <a:gd name="connsiteY35" fmla="*/ 1617134 h 2870200"/>
              <a:gd name="connsiteX36" fmla="*/ 677333 w 4089400"/>
              <a:gd name="connsiteY36" fmla="*/ 1557867 h 2870200"/>
              <a:gd name="connsiteX37" fmla="*/ 685800 w 4089400"/>
              <a:gd name="connsiteY37" fmla="*/ 1524000 h 2870200"/>
              <a:gd name="connsiteX38" fmla="*/ 702733 w 4089400"/>
              <a:gd name="connsiteY38" fmla="*/ 1312334 h 2870200"/>
              <a:gd name="connsiteX39" fmla="*/ 719666 w 4089400"/>
              <a:gd name="connsiteY39" fmla="*/ 1380067 h 2870200"/>
              <a:gd name="connsiteX40" fmla="*/ 736600 w 4089400"/>
              <a:gd name="connsiteY40" fmla="*/ 1532467 h 2870200"/>
              <a:gd name="connsiteX41" fmla="*/ 753533 w 4089400"/>
              <a:gd name="connsiteY41" fmla="*/ 1566334 h 2870200"/>
              <a:gd name="connsiteX42" fmla="*/ 778933 w 4089400"/>
              <a:gd name="connsiteY42" fmla="*/ 1456267 h 2870200"/>
              <a:gd name="connsiteX43" fmla="*/ 795866 w 4089400"/>
              <a:gd name="connsiteY43" fmla="*/ 1430867 h 2870200"/>
              <a:gd name="connsiteX44" fmla="*/ 829733 w 4089400"/>
              <a:gd name="connsiteY44" fmla="*/ 1388534 h 2870200"/>
              <a:gd name="connsiteX45" fmla="*/ 838200 w 4089400"/>
              <a:gd name="connsiteY45" fmla="*/ 1498600 h 2870200"/>
              <a:gd name="connsiteX46" fmla="*/ 863600 w 4089400"/>
              <a:gd name="connsiteY46" fmla="*/ 1811867 h 2870200"/>
              <a:gd name="connsiteX47" fmla="*/ 872066 w 4089400"/>
              <a:gd name="connsiteY47" fmla="*/ 1642534 h 2870200"/>
              <a:gd name="connsiteX48" fmla="*/ 897466 w 4089400"/>
              <a:gd name="connsiteY48" fmla="*/ 1583267 h 2870200"/>
              <a:gd name="connsiteX49" fmla="*/ 905933 w 4089400"/>
              <a:gd name="connsiteY49" fmla="*/ 1557867 h 2870200"/>
              <a:gd name="connsiteX50" fmla="*/ 914400 w 4089400"/>
              <a:gd name="connsiteY50" fmla="*/ 2006600 h 2870200"/>
              <a:gd name="connsiteX51" fmla="*/ 939800 w 4089400"/>
              <a:gd name="connsiteY51" fmla="*/ 2116667 h 2870200"/>
              <a:gd name="connsiteX52" fmla="*/ 948266 w 4089400"/>
              <a:gd name="connsiteY52" fmla="*/ 1948424 h 2870200"/>
              <a:gd name="connsiteX53" fmla="*/ 965200 w 4089400"/>
              <a:gd name="connsiteY53" fmla="*/ 1794934 h 2870200"/>
              <a:gd name="connsiteX54" fmla="*/ 973666 w 4089400"/>
              <a:gd name="connsiteY54" fmla="*/ 1761067 h 2870200"/>
              <a:gd name="connsiteX55" fmla="*/ 990600 w 4089400"/>
              <a:gd name="connsiteY55" fmla="*/ 1871134 h 2870200"/>
              <a:gd name="connsiteX56" fmla="*/ 1007533 w 4089400"/>
              <a:gd name="connsiteY56" fmla="*/ 1947334 h 2870200"/>
              <a:gd name="connsiteX57" fmla="*/ 1024466 w 4089400"/>
              <a:gd name="connsiteY57" fmla="*/ 2040467 h 2870200"/>
              <a:gd name="connsiteX58" fmla="*/ 1049866 w 4089400"/>
              <a:gd name="connsiteY58" fmla="*/ 2108200 h 2870200"/>
              <a:gd name="connsiteX59" fmla="*/ 1058333 w 4089400"/>
              <a:gd name="connsiteY59" fmla="*/ 2150534 h 2870200"/>
              <a:gd name="connsiteX60" fmla="*/ 1100666 w 4089400"/>
              <a:gd name="connsiteY60" fmla="*/ 2209800 h 2870200"/>
              <a:gd name="connsiteX61" fmla="*/ 1109133 w 4089400"/>
              <a:gd name="connsiteY61" fmla="*/ 2108200 h 2870200"/>
              <a:gd name="connsiteX62" fmla="*/ 1159933 w 4089400"/>
              <a:gd name="connsiteY62" fmla="*/ 1989667 h 2870200"/>
              <a:gd name="connsiteX63" fmla="*/ 1210733 w 4089400"/>
              <a:gd name="connsiteY63" fmla="*/ 1913467 h 2870200"/>
              <a:gd name="connsiteX64" fmla="*/ 1219200 w 4089400"/>
              <a:gd name="connsiteY64" fmla="*/ 2167467 h 2870200"/>
              <a:gd name="connsiteX65" fmla="*/ 1236133 w 4089400"/>
              <a:gd name="connsiteY65" fmla="*/ 2082800 h 2870200"/>
              <a:gd name="connsiteX66" fmla="*/ 1244600 w 4089400"/>
              <a:gd name="connsiteY66" fmla="*/ 2015067 h 2870200"/>
              <a:gd name="connsiteX67" fmla="*/ 1286933 w 4089400"/>
              <a:gd name="connsiteY67" fmla="*/ 1854200 h 2870200"/>
              <a:gd name="connsiteX68" fmla="*/ 1295400 w 4089400"/>
              <a:gd name="connsiteY68" fmla="*/ 1803400 h 2870200"/>
              <a:gd name="connsiteX69" fmla="*/ 1320800 w 4089400"/>
              <a:gd name="connsiteY69" fmla="*/ 1701800 h 2870200"/>
              <a:gd name="connsiteX70" fmla="*/ 1346200 w 4089400"/>
              <a:gd name="connsiteY70" fmla="*/ 1718734 h 2870200"/>
              <a:gd name="connsiteX71" fmla="*/ 1354666 w 4089400"/>
              <a:gd name="connsiteY71" fmla="*/ 1744134 h 2870200"/>
              <a:gd name="connsiteX72" fmla="*/ 1380066 w 4089400"/>
              <a:gd name="connsiteY72" fmla="*/ 1828800 h 2870200"/>
              <a:gd name="connsiteX73" fmla="*/ 1397000 w 4089400"/>
              <a:gd name="connsiteY73" fmla="*/ 1879600 h 2870200"/>
              <a:gd name="connsiteX74" fmla="*/ 1405466 w 4089400"/>
              <a:gd name="connsiteY74" fmla="*/ 1913467 h 2870200"/>
              <a:gd name="connsiteX75" fmla="*/ 1430866 w 4089400"/>
              <a:gd name="connsiteY75" fmla="*/ 1947334 h 2870200"/>
              <a:gd name="connsiteX76" fmla="*/ 1447800 w 4089400"/>
              <a:gd name="connsiteY76" fmla="*/ 1938867 h 2870200"/>
              <a:gd name="connsiteX77" fmla="*/ 1490133 w 4089400"/>
              <a:gd name="connsiteY77" fmla="*/ 1803400 h 2870200"/>
              <a:gd name="connsiteX78" fmla="*/ 1549400 w 4089400"/>
              <a:gd name="connsiteY78" fmla="*/ 1651000 h 2870200"/>
              <a:gd name="connsiteX79" fmla="*/ 1557866 w 4089400"/>
              <a:gd name="connsiteY79" fmla="*/ 1591734 h 2870200"/>
              <a:gd name="connsiteX80" fmla="*/ 1574800 w 4089400"/>
              <a:gd name="connsiteY80" fmla="*/ 1566334 h 2870200"/>
              <a:gd name="connsiteX81" fmla="*/ 1583266 w 4089400"/>
              <a:gd name="connsiteY81" fmla="*/ 1524000 h 2870200"/>
              <a:gd name="connsiteX82" fmla="*/ 1591733 w 4089400"/>
              <a:gd name="connsiteY82" fmla="*/ 1498600 h 2870200"/>
              <a:gd name="connsiteX83" fmla="*/ 1608666 w 4089400"/>
              <a:gd name="connsiteY83" fmla="*/ 1524000 h 2870200"/>
              <a:gd name="connsiteX84" fmla="*/ 1634066 w 4089400"/>
              <a:gd name="connsiteY84" fmla="*/ 1490134 h 2870200"/>
              <a:gd name="connsiteX85" fmla="*/ 1659466 w 4089400"/>
              <a:gd name="connsiteY85" fmla="*/ 1388534 h 2870200"/>
              <a:gd name="connsiteX86" fmla="*/ 1718733 w 4089400"/>
              <a:gd name="connsiteY86" fmla="*/ 1286934 h 2870200"/>
              <a:gd name="connsiteX87" fmla="*/ 1769533 w 4089400"/>
              <a:gd name="connsiteY87" fmla="*/ 1176867 h 2870200"/>
              <a:gd name="connsiteX88" fmla="*/ 1794933 w 4089400"/>
              <a:gd name="connsiteY88" fmla="*/ 1202267 h 2870200"/>
              <a:gd name="connsiteX89" fmla="*/ 1803400 w 4089400"/>
              <a:gd name="connsiteY89" fmla="*/ 1227667 h 2870200"/>
              <a:gd name="connsiteX90" fmla="*/ 1820333 w 4089400"/>
              <a:gd name="connsiteY90" fmla="*/ 1261534 h 2870200"/>
              <a:gd name="connsiteX91" fmla="*/ 1862666 w 4089400"/>
              <a:gd name="connsiteY91" fmla="*/ 1422400 h 2870200"/>
              <a:gd name="connsiteX92" fmla="*/ 1913466 w 4089400"/>
              <a:gd name="connsiteY92" fmla="*/ 1600200 h 2870200"/>
              <a:gd name="connsiteX93" fmla="*/ 1964266 w 4089400"/>
              <a:gd name="connsiteY93" fmla="*/ 1744134 h 2870200"/>
              <a:gd name="connsiteX94" fmla="*/ 1981200 w 4089400"/>
              <a:gd name="connsiteY94" fmla="*/ 1498600 h 2870200"/>
              <a:gd name="connsiteX95" fmla="*/ 1998133 w 4089400"/>
              <a:gd name="connsiteY95" fmla="*/ 1464734 h 2870200"/>
              <a:gd name="connsiteX96" fmla="*/ 2006600 w 4089400"/>
              <a:gd name="connsiteY96" fmla="*/ 1439334 h 2870200"/>
              <a:gd name="connsiteX97" fmla="*/ 2057400 w 4089400"/>
              <a:gd name="connsiteY97" fmla="*/ 2032000 h 2870200"/>
              <a:gd name="connsiteX98" fmla="*/ 2065866 w 4089400"/>
              <a:gd name="connsiteY98" fmla="*/ 2150534 h 2870200"/>
              <a:gd name="connsiteX99" fmla="*/ 2074333 w 4089400"/>
              <a:gd name="connsiteY99" fmla="*/ 2489200 h 2870200"/>
              <a:gd name="connsiteX100" fmla="*/ 2108200 w 4089400"/>
              <a:gd name="connsiteY100" fmla="*/ 2421467 h 2870200"/>
              <a:gd name="connsiteX101" fmla="*/ 2150533 w 4089400"/>
              <a:gd name="connsiteY101" fmla="*/ 2319867 h 2870200"/>
              <a:gd name="connsiteX102" fmla="*/ 2175933 w 4089400"/>
              <a:gd name="connsiteY102" fmla="*/ 2286000 h 2870200"/>
              <a:gd name="connsiteX103" fmla="*/ 2209800 w 4089400"/>
              <a:gd name="connsiteY103" fmla="*/ 2235200 h 2870200"/>
              <a:gd name="connsiteX104" fmla="*/ 2226733 w 4089400"/>
              <a:gd name="connsiteY104" fmla="*/ 2514600 h 2870200"/>
              <a:gd name="connsiteX105" fmla="*/ 2252133 w 4089400"/>
              <a:gd name="connsiteY105" fmla="*/ 2565400 h 2870200"/>
              <a:gd name="connsiteX106" fmla="*/ 2260600 w 4089400"/>
              <a:gd name="connsiteY106" fmla="*/ 2489200 h 2870200"/>
              <a:gd name="connsiteX107" fmla="*/ 2277533 w 4089400"/>
              <a:gd name="connsiteY107" fmla="*/ 2421467 h 2870200"/>
              <a:gd name="connsiteX108" fmla="*/ 2286000 w 4089400"/>
              <a:gd name="connsiteY108" fmla="*/ 1718734 h 2870200"/>
              <a:gd name="connsiteX109" fmla="*/ 2311400 w 4089400"/>
              <a:gd name="connsiteY109" fmla="*/ 1811867 h 2870200"/>
              <a:gd name="connsiteX110" fmla="*/ 2336800 w 4089400"/>
              <a:gd name="connsiteY110" fmla="*/ 1871134 h 2870200"/>
              <a:gd name="connsiteX111" fmla="*/ 2362200 w 4089400"/>
              <a:gd name="connsiteY111" fmla="*/ 1938867 h 2870200"/>
              <a:gd name="connsiteX112" fmla="*/ 2370666 w 4089400"/>
              <a:gd name="connsiteY112" fmla="*/ 1972734 h 2870200"/>
              <a:gd name="connsiteX113" fmla="*/ 2379133 w 4089400"/>
              <a:gd name="connsiteY113" fmla="*/ 1574800 h 2870200"/>
              <a:gd name="connsiteX114" fmla="*/ 2404533 w 4089400"/>
              <a:gd name="connsiteY114" fmla="*/ 1236134 h 2870200"/>
              <a:gd name="connsiteX115" fmla="*/ 2421466 w 4089400"/>
              <a:gd name="connsiteY115" fmla="*/ 1092200 h 2870200"/>
              <a:gd name="connsiteX116" fmla="*/ 2429933 w 4089400"/>
              <a:gd name="connsiteY116" fmla="*/ 1066800 h 2870200"/>
              <a:gd name="connsiteX117" fmla="*/ 2438400 w 4089400"/>
              <a:gd name="connsiteY117" fmla="*/ 1092200 h 2870200"/>
              <a:gd name="connsiteX118" fmla="*/ 2455333 w 4089400"/>
              <a:gd name="connsiteY118" fmla="*/ 1117600 h 2870200"/>
              <a:gd name="connsiteX119" fmla="*/ 2463800 w 4089400"/>
              <a:gd name="connsiteY119" fmla="*/ 1227667 h 2870200"/>
              <a:gd name="connsiteX120" fmla="*/ 2489200 w 4089400"/>
              <a:gd name="connsiteY120" fmla="*/ 753534 h 2870200"/>
              <a:gd name="connsiteX121" fmla="*/ 2506133 w 4089400"/>
              <a:gd name="connsiteY121" fmla="*/ 685800 h 2870200"/>
              <a:gd name="connsiteX122" fmla="*/ 2514600 w 4089400"/>
              <a:gd name="connsiteY122" fmla="*/ 609600 h 2870200"/>
              <a:gd name="connsiteX123" fmla="*/ 2523066 w 4089400"/>
              <a:gd name="connsiteY123" fmla="*/ 558800 h 2870200"/>
              <a:gd name="connsiteX124" fmla="*/ 2540000 w 4089400"/>
              <a:gd name="connsiteY124" fmla="*/ 584200 h 2870200"/>
              <a:gd name="connsiteX125" fmla="*/ 2548466 w 4089400"/>
              <a:gd name="connsiteY125" fmla="*/ 778934 h 2870200"/>
              <a:gd name="connsiteX126" fmla="*/ 2590800 w 4089400"/>
              <a:gd name="connsiteY126" fmla="*/ 914400 h 2870200"/>
              <a:gd name="connsiteX127" fmla="*/ 2607733 w 4089400"/>
              <a:gd name="connsiteY127" fmla="*/ 973667 h 2870200"/>
              <a:gd name="connsiteX128" fmla="*/ 2624666 w 4089400"/>
              <a:gd name="connsiteY128" fmla="*/ 812800 h 2870200"/>
              <a:gd name="connsiteX129" fmla="*/ 2641600 w 4089400"/>
              <a:gd name="connsiteY129" fmla="*/ 694267 h 2870200"/>
              <a:gd name="connsiteX130" fmla="*/ 2667000 w 4089400"/>
              <a:gd name="connsiteY130" fmla="*/ 558800 h 2870200"/>
              <a:gd name="connsiteX131" fmla="*/ 2692400 w 4089400"/>
              <a:gd name="connsiteY131" fmla="*/ 321734 h 2870200"/>
              <a:gd name="connsiteX132" fmla="*/ 2709333 w 4089400"/>
              <a:gd name="connsiteY132" fmla="*/ 1058334 h 2870200"/>
              <a:gd name="connsiteX133" fmla="*/ 2735730 w 4089400"/>
              <a:gd name="connsiteY133" fmla="*/ 1023969 h 2870200"/>
              <a:gd name="connsiteX134" fmla="*/ 2785533 w 4089400"/>
              <a:gd name="connsiteY134" fmla="*/ 905934 h 2870200"/>
              <a:gd name="connsiteX135" fmla="*/ 2819400 w 4089400"/>
              <a:gd name="connsiteY135" fmla="*/ 855134 h 2870200"/>
              <a:gd name="connsiteX136" fmla="*/ 2844800 w 4089400"/>
              <a:gd name="connsiteY136" fmla="*/ 1422400 h 2870200"/>
              <a:gd name="connsiteX137" fmla="*/ 2853266 w 4089400"/>
              <a:gd name="connsiteY137" fmla="*/ 1388534 h 2870200"/>
              <a:gd name="connsiteX138" fmla="*/ 2870200 w 4089400"/>
              <a:gd name="connsiteY138" fmla="*/ 1363134 h 2870200"/>
              <a:gd name="connsiteX139" fmla="*/ 2895600 w 4089400"/>
              <a:gd name="connsiteY139" fmla="*/ 1278467 h 2870200"/>
              <a:gd name="connsiteX140" fmla="*/ 2912533 w 4089400"/>
              <a:gd name="connsiteY140" fmla="*/ 1320800 h 2870200"/>
              <a:gd name="connsiteX141" fmla="*/ 2929466 w 4089400"/>
              <a:gd name="connsiteY141" fmla="*/ 1388534 h 2870200"/>
              <a:gd name="connsiteX142" fmla="*/ 2946400 w 4089400"/>
              <a:gd name="connsiteY142" fmla="*/ 1422400 h 2870200"/>
              <a:gd name="connsiteX143" fmla="*/ 2988733 w 4089400"/>
              <a:gd name="connsiteY143" fmla="*/ 1540934 h 2870200"/>
              <a:gd name="connsiteX144" fmla="*/ 3005666 w 4089400"/>
              <a:gd name="connsiteY144" fmla="*/ 1566334 h 2870200"/>
              <a:gd name="connsiteX145" fmla="*/ 3039533 w 4089400"/>
              <a:gd name="connsiteY145" fmla="*/ 1718734 h 2870200"/>
              <a:gd name="connsiteX146" fmla="*/ 3064933 w 4089400"/>
              <a:gd name="connsiteY146" fmla="*/ 1761067 h 2870200"/>
              <a:gd name="connsiteX147" fmla="*/ 3098800 w 4089400"/>
              <a:gd name="connsiteY147" fmla="*/ 1879600 h 2870200"/>
              <a:gd name="connsiteX148" fmla="*/ 3090333 w 4089400"/>
              <a:gd name="connsiteY148" fmla="*/ 1913467 h 2870200"/>
              <a:gd name="connsiteX149" fmla="*/ 3102783 w 4089400"/>
              <a:gd name="connsiteY149" fmla="*/ 1901016 h 2870200"/>
              <a:gd name="connsiteX150" fmla="*/ 3081866 w 4089400"/>
              <a:gd name="connsiteY150" fmla="*/ 1888067 h 2870200"/>
              <a:gd name="connsiteX151" fmla="*/ 3107266 w 4089400"/>
              <a:gd name="connsiteY151" fmla="*/ 1871134 h 2870200"/>
              <a:gd name="connsiteX152" fmla="*/ 3115733 w 4089400"/>
              <a:gd name="connsiteY152" fmla="*/ 1769534 h 2870200"/>
              <a:gd name="connsiteX153" fmla="*/ 3132666 w 4089400"/>
              <a:gd name="connsiteY153" fmla="*/ 1710267 h 2870200"/>
              <a:gd name="connsiteX154" fmla="*/ 3141133 w 4089400"/>
              <a:gd name="connsiteY154" fmla="*/ 1684867 h 2870200"/>
              <a:gd name="connsiteX155" fmla="*/ 3166533 w 4089400"/>
              <a:gd name="connsiteY155" fmla="*/ 1676400 h 2870200"/>
              <a:gd name="connsiteX156" fmla="*/ 3175000 w 4089400"/>
              <a:gd name="connsiteY156" fmla="*/ 2006600 h 2870200"/>
              <a:gd name="connsiteX157" fmla="*/ 3183466 w 4089400"/>
              <a:gd name="connsiteY157" fmla="*/ 2048934 h 2870200"/>
              <a:gd name="connsiteX158" fmla="*/ 3191933 w 4089400"/>
              <a:gd name="connsiteY158" fmla="*/ 2099734 h 2870200"/>
              <a:gd name="connsiteX159" fmla="*/ 3208866 w 4089400"/>
              <a:gd name="connsiteY159" fmla="*/ 2048934 h 2870200"/>
              <a:gd name="connsiteX160" fmla="*/ 3217333 w 4089400"/>
              <a:gd name="connsiteY160" fmla="*/ 1998134 h 2870200"/>
              <a:gd name="connsiteX161" fmla="*/ 3251200 w 4089400"/>
              <a:gd name="connsiteY161" fmla="*/ 2353734 h 2870200"/>
              <a:gd name="connsiteX162" fmla="*/ 3276600 w 4089400"/>
              <a:gd name="connsiteY162" fmla="*/ 2387600 h 2870200"/>
              <a:gd name="connsiteX163" fmla="*/ 3285066 w 4089400"/>
              <a:gd name="connsiteY163" fmla="*/ 2497667 h 2870200"/>
              <a:gd name="connsiteX164" fmla="*/ 3302000 w 4089400"/>
              <a:gd name="connsiteY164" fmla="*/ 2531534 h 2870200"/>
              <a:gd name="connsiteX165" fmla="*/ 3318933 w 4089400"/>
              <a:gd name="connsiteY165" fmla="*/ 2599267 h 2870200"/>
              <a:gd name="connsiteX166" fmla="*/ 3344333 w 4089400"/>
              <a:gd name="connsiteY166" fmla="*/ 2667000 h 2870200"/>
              <a:gd name="connsiteX167" fmla="*/ 3386666 w 4089400"/>
              <a:gd name="connsiteY167" fmla="*/ 2810934 h 2870200"/>
              <a:gd name="connsiteX168" fmla="*/ 3412066 w 4089400"/>
              <a:gd name="connsiteY168" fmla="*/ 2870200 h 2870200"/>
              <a:gd name="connsiteX169" fmla="*/ 3437466 w 4089400"/>
              <a:gd name="connsiteY169" fmla="*/ 1828800 h 2870200"/>
              <a:gd name="connsiteX170" fmla="*/ 3436968 w 4089400"/>
              <a:gd name="connsiteY170" fmla="*/ 2090271 h 2870200"/>
              <a:gd name="connsiteX171" fmla="*/ 3462866 w 4089400"/>
              <a:gd name="connsiteY171" fmla="*/ 1735667 h 2870200"/>
              <a:gd name="connsiteX172" fmla="*/ 3488266 w 4089400"/>
              <a:gd name="connsiteY172" fmla="*/ 1651000 h 2870200"/>
              <a:gd name="connsiteX173" fmla="*/ 3496733 w 4089400"/>
              <a:gd name="connsiteY173" fmla="*/ 1701800 h 2870200"/>
              <a:gd name="connsiteX174" fmla="*/ 3500717 w 4089400"/>
              <a:gd name="connsiteY174" fmla="*/ 1875118 h 2870200"/>
              <a:gd name="connsiteX175" fmla="*/ 3522133 w 4089400"/>
              <a:gd name="connsiteY175" fmla="*/ 1752600 h 2870200"/>
              <a:gd name="connsiteX176" fmla="*/ 3530600 w 4089400"/>
              <a:gd name="connsiteY176" fmla="*/ 1693334 h 2870200"/>
              <a:gd name="connsiteX177" fmla="*/ 3572933 w 4089400"/>
              <a:gd name="connsiteY177" fmla="*/ 1608667 h 2870200"/>
              <a:gd name="connsiteX178" fmla="*/ 3589866 w 4089400"/>
              <a:gd name="connsiteY178" fmla="*/ 1566334 h 2870200"/>
              <a:gd name="connsiteX179" fmla="*/ 3632200 w 4089400"/>
              <a:gd name="connsiteY179" fmla="*/ 1464734 h 2870200"/>
              <a:gd name="connsiteX180" fmla="*/ 3636184 w 4089400"/>
              <a:gd name="connsiteY180" fmla="*/ 1373094 h 2870200"/>
              <a:gd name="connsiteX181" fmla="*/ 3657600 w 4089400"/>
              <a:gd name="connsiteY181" fmla="*/ 1363134 h 2870200"/>
              <a:gd name="connsiteX182" fmla="*/ 3674533 w 4089400"/>
              <a:gd name="connsiteY182" fmla="*/ 1320800 h 2870200"/>
              <a:gd name="connsiteX183" fmla="*/ 3669553 w 4089400"/>
              <a:gd name="connsiteY183" fmla="*/ 1151964 h 2870200"/>
              <a:gd name="connsiteX184" fmla="*/ 3716866 w 4089400"/>
              <a:gd name="connsiteY184" fmla="*/ 1227667 h 2870200"/>
              <a:gd name="connsiteX185" fmla="*/ 3725333 w 4089400"/>
              <a:gd name="connsiteY185" fmla="*/ 1176867 h 2870200"/>
              <a:gd name="connsiteX186" fmla="*/ 3742266 w 4089400"/>
              <a:gd name="connsiteY186" fmla="*/ 1126067 h 2870200"/>
              <a:gd name="connsiteX187" fmla="*/ 3750733 w 4089400"/>
              <a:gd name="connsiteY187" fmla="*/ 1058334 h 2870200"/>
              <a:gd name="connsiteX188" fmla="*/ 3759200 w 4089400"/>
              <a:gd name="connsiteY188" fmla="*/ 1270000 h 2870200"/>
              <a:gd name="connsiteX189" fmla="*/ 3788048 w 4089400"/>
              <a:gd name="connsiteY189" fmla="*/ 678606 h 2870200"/>
              <a:gd name="connsiteX190" fmla="*/ 3793066 w 4089400"/>
              <a:gd name="connsiteY190" fmla="*/ 558800 h 2870200"/>
              <a:gd name="connsiteX191" fmla="*/ 3810000 w 4089400"/>
              <a:gd name="connsiteY191" fmla="*/ 482600 h 2870200"/>
              <a:gd name="connsiteX192" fmla="*/ 3818466 w 4089400"/>
              <a:gd name="connsiteY192" fmla="*/ 533400 h 2870200"/>
              <a:gd name="connsiteX193" fmla="*/ 3835400 w 4089400"/>
              <a:gd name="connsiteY193" fmla="*/ 660400 h 2870200"/>
              <a:gd name="connsiteX194" fmla="*/ 3843866 w 4089400"/>
              <a:gd name="connsiteY194" fmla="*/ 702734 h 2870200"/>
              <a:gd name="connsiteX195" fmla="*/ 3860800 w 4089400"/>
              <a:gd name="connsiteY195" fmla="*/ 736600 h 2870200"/>
              <a:gd name="connsiteX196" fmla="*/ 3877733 w 4089400"/>
              <a:gd name="connsiteY196" fmla="*/ 702734 h 2870200"/>
              <a:gd name="connsiteX197" fmla="*/ 3937000 w 4089400"/>
              <a:gd name="connsiteY197" fmla="*/ 482600 h 2870200"/>
              <a:gd name="connsiteX198" fmla="*/ 3953933 w 4089400"/>
              <a:gd name="connsiteY198" fmla="*/ 457200 h 2870200"/>
              <a:gd name="connsiteX199" fmla="*/ 3979333 w 4089400"/>
              <a:gd name="connsiteY199" fmla="*/ 177800 h 2870200"/>
              <a:gd name="connsiteX200" fmla="*/ 4004733 w 4089400"/>
              <a:gd name="connsiteY200" fmla="*/ 135467 h 2870200"/>
              <a:gd name="connsiteX201" fmla="*/ 4013200 w 4089400"/>
              <a:gd name="connsiteY201" fmla="*/ 101600 h 2870200"/>
              <a:gd name="connsiteX202" fmla="*/ 4021666 w 4089400"/>
              <a:gd name="connsiteY202" fmla="*/ 76200 h 2870200"/>
              <a:gd name="connsiteX203" fmla="*/ 4030133 w 4089400"/>
              <a:gd name="connsiteY203" fmla="*/ 110067 h 2870200"/>
              <a:gd name="connsiteX204" fmla="*/ 4047066 w 4089400"/>
              <a:gd name="connsiteY204" fmla="*/ 160867 h 2870200"/>
              <a:gd name="connsiteX205" fmla="*/ 4089400 w 4089400"/>
              <a:gd name="connsiteY205" fmla="*/ 0 h 2870200"/>
              <a:gd name="connsiteX0" fmla="*/ 0 w 4089400"/>
              <a:gd name="connsiteY0" fmla="*/ 702734 h 2870200"/>
              <a:gd name="connsiteX1" fmla="*/ 8466 w 4089400"/>
              <a:gd name="connsiteY1" fmla="*/ 643467 h 2870200"/>
              <a:gd name="connsiteX2" fmla="*/ 42333 w 4089400"/>
              <a:gd name="connsiteY2" fmla="*/ 567267 h 2870200"/>
              <a:gd name="connsiteX3" fmla="*/ 47892 w 4089400"/>
              <a:gd name="connsiteY3" fmla="*/ 828517 h 2870200"/>
              <a:gd name="connsiteX4" fmla="*/ 32533 w 4089400"/>
              <a:gd name="connsiteY4" fmla="*/ 1083293 h 2870200"/>
              <a:gd name="connsiteX5" fmla="*/ 30266 w 4089400"/>
              <a:gd name="connsiteY5" fmla="*/ 1212385 h 2870200"/>
              <a:gd name="connsiteX6" fmla="*/ 36518 w 4089400"/>
              <a:gd name="connsiteY6" fmla="*/ 1387292 h 2870200"/>
              <a:gd name="connsiteX7" fmla="*/ 76200 w 4089400"/>
              <a:gd name="connsiteY7" fmla="*/ 1202267 h 2870200"/>
              <a:gd name="connsiteX8" fmla="*/ 110066 w 4089400"/>
              <a:gd name="connsiteY8" fmla="*/ 1100667 h 2870200"/>
              <a:gd name="connsiteX9" fmla="*/ 143933 w 4089400"/>
              <a:gd name="connsiteY9" fmla="*/ 999067 h 2870200"/>
              <a:gd name="connsiteX10" fmla="*/ 160866 w 4089400"/>
              <a:gd name="connsiteY10" fmla="*/ 948267 h 2870200"/>
              <a:gd name="connsiteX11" fmla="*/ 177800 w 4089400"/>
              <a:gd name="connsiteY11" fmla="*/ 1134534 h 2870200"/>
              <a:gd name="connsiteX12" fmla="*/ 194733 w 4089400"/>
              <a:gd name="connsiteY12" fmla="*/ 1464734 h 2870200"/>
              <a:gd name="connsiteX13" fmla="*/ 254000 w 4089400"/>
              <a:gd name="connsiteY13" fmla="*/ 1363134 h 2870200"/>
              <a:gd name="connsiteX14" fmla="*/ 279400 w 4089400"/>
              <a:gd name="connsiteY14" fmla="*/ 1371600 h 2870200"/>
              <a:gd name="connsiteX15" fmla="*/ 287866 w 4089400"/>
              <a:gd name="connsiteY15" fmla="*/ 2243667 h 2870200"/>
              <a:gd name="connsiteX16" fmla="*/ 313266 w 4089400"/>
              <a:gd name="connsiteY16" fmla="*/ 2201334 h 2870200"/>
              <a:gd name="connsiteX17" fmla="*/ 321733 w 4089400"/>
              <a:gd name="connsiteY17" fmla="*/ 2150534 h 2870200"/>
              <a:gd name="connsiteX18" fmla="*/ 346635 w 4089400"/>
              <a:gd name="connsiteY18" fmla="*/ 2376146 h 2870200"/>
              <a:gd name="connsiteX19" fmla="*/ 364066 w 4089400"/>
              <a:gd name="connsiteY19" fmla="*/ 2082800 h 2870200"/>
              <a:gd name="connsiteX20" fmla="*/ 389965 w 4089400"/>
              <a:gd name="connsiteY20" fmla="*/ 1792444 h 2870200"/>
              <a:gd name="connsiteX21" fmla="*/ 397933 w 4089400"/>
              <a:gd name="connsiteY21" fmla="*/ 2032000 h 2870200"/>
              <a:gd name="connsiteX22" fmla="*/ 423333 w 4089400"/>
              <a:gd name="connsiteY22" fmla="*/ 1998134 h 2870200"/>
              <a:gd name="connsiteX23" fmla="*/ 440266 w 4089400"/>
              <a:gd name="connsiteY23" fmla="*/ 1752600 h 2870200"/>
              <a:gd name="connsiteX24" fmla="*/ 465666 w 4089400"/>
              <a:gd name="connsiteY24" fmla="*/ 1651000 h 2870200"/>
              <a:gd name="connsiteX25" fmla="*/ 491066 w 4089400"/>
              <a:gd name="connsiteY25" fmla="*/ 1710267 h 2870200"/>
              <a:gd name="connsiteX26" fmla="*/ 499533 w 4089400"/>
              <a:gd name="connsiteY26" fmla="*/ 1851666 h 2870200"/>
              <a:gd name="connsiteX27" fmla="*/ 533400 w 4089400"/>
              <a:gd name="connsiteY27" fmla="*/ 1820334 h 2870200"/>
              <a:gd name="connsiteX28" fmla="*/ 558800 w 4089400"/>
              <a:gd name="connsiteY28" fmla="*/ 1938867 h 2870200"/>
              <a:gd name="connsiteX29" fmla="*/ 575733 w 4089400"/>
              <a:gd name="connsiteY29" fmla="*/ 1998134 h 2870200"/>
              <a:gd name="connsiteX30" fmla="*/ 592666 w 4089400"/>
              <a:gd name="connsiteY30" fmla="*/ 2023534 h 2870200"/>
              <a:gd name="connsiteX31" fmla="*/ 618066 w 4089400"/>
              <a:gd name="connsiteY31" fmla="*/ 1786467 h 2870200"/>
              <a:gd name="connsiteX32" fmla="*/ 626533 w 4089400"/>
              <a:gd name="connsiteY32" fmla="*/ 1744134 h 2870200"/>
              <a:gd name="connsiteX33" fmla="*/ 643466 w 4089400"/>
              <a:gd name="connsiteY33" fmla="*/ 1718734 h 2870200"/>
              <a:gd name="connsiteX34" fmla="*/ 660400 w 4089400"/>
              <a:gd name="connsiteY34" fmla="*/ 1617134 h 2870200"/>
              <a:gd name="connsiteX35" fmla="*/ 677333 w 4089400"/>
              <a:gd name="connsiteY35" fmla="*/ 1557867 h 2870200"/>
              <a:gd name="connsiteX36" fmla="*/ 685800 w 4089400"/>
              <a:gd name="connsiteY36" fmla="*/ 1524000 h 2870200"/>
              <a:gd name="connsiteX37" fmla="*/ 702733 w 4089400"/>
              <a:gd name="connsiteY37" fmla="*/ 1312334 h 2870200"/>
              <a:gd name="connsiteX38" fmla="*/ 719666 w 4089400"/>
              <a:gd name="connsiteY38" fmla="*/ 1380067 h 2870200"/>
              <a:gd name="connsiteX39" fmla="*/ 736600 w 4089400"/>
              <a:gd name="connsiteY39" fmla="*/ 1532467 h 2870200"/>
              <a:gd name="connsiteX40" fmla="*/ 753533 w 4089400"/>
              <a:gd name="connsiteY40" fmla="*/ 1566334 h 2870200"/>
              <a:gd name="connsiteX41" fmla="*/ 778933 w 4089400"/>
              <a:gd name="connsiteY41" fmla="*/ 1456267 h 2870200"/>
              <a:gd name="connsiteX42" fmla="*/ 795866 w 4089400"/>
              <a:gd name="connsiteY42" fmla="*/ 1430867 h 2870200"/>
              <a:gd name="connsiteX43" fmla="*/ 829733 w 4089400"/>
              <a:gd name="connsiteY43" fmla="*/ 1388534 h 2870200"/>
              <a:gd name="connsiteX44" fmla="*/ 838200 w 4089400"/>
              <a:gd name="connsiteY44" fmla="*/ 1498600 h 2870200"/>
              <a:gd name="connsiteX45" fmla="*/ 863600 w 4089400"/>
              <a:gd name="connsiteY45" fmla="*/ 1811867 h 2870200"/>
              <a:gd name="connsiteX46" fmla="*/ 872066 w 4089400"/>
              <a:gd name="connsiteY46" fmla="*/ 1642534 h 2870200"/>
              <a:gd name="connsiteX47" fmla="*/ 897466 w 4089400"/>
              <a:gd name="connsiteY47" fmla="*/ 1583267 h 2870200"/>
              <a:gd name="connsiteX48" fmla="*/ 905933 w 4089400"/>
              <a:gd name="connsiteY48" fmla="*/ 1557867 h 2870200"/>
              <a:gd name="connsiteX49" fmla="*/ 914400 w 4089400"/>
              <a:gd name="connsiteY49" fmla="*/ 2006600 h 2870200"/>
              <a:gd name="connsiteX50" fmla="*/ 939800 w 4089400"/>
              <a:gd name="connsiteY50" fmla="*/ 2116667 h 2870200"/>
              <a:gd name="connsiteX51" fmla="*/ 948266 w 4089400"/>
              <a:gd name="connsiteY51" fmla="*/ 1948424 h 2870200"/>
              <a:gd name="connsiteX52" fmla="*/ 965200 w 4089400"/>
              <a:gd name="connsiteY52" fmla="*/ 1794934 h 2870200"/>
              <a:gd name="connsiteX53" fmla="*/ 973666 w 4089400"/>
              <a:gd name="connsiteY53" fmla="*/ 1761067 h 2870200"/>
              <a:gd name="connsiteX54" fmla="*/ 990600 w 4089400"/>
              <a:gd name="connsiteY54" fmla="*/ 1871134 h 2870200"/>
              <a:gd name="connsiteX55" fmla="*/ 1007533 w 4089400"/>
              <a:gd name="connsiteY55" fmla="*/ 1947334 h 2870200"/>
              <a:gd name="connsiteX56" fmla="*/ 1024466 w 4089400"/>
              <a:gd name="connsiteY56" fmla="*/ 2040467 h 2870200"/>
              <a:gd name="connsiteX57" fmla="*/ 1049866 w 4089400"/>
              <a:gd name="connsiteY57" fmla="*/ 2108200 h 2870200"/>
              <a:gd name="connsiteX58" fmla="*/ 1058333 w 4089400"/>
              <a:gd name="connsiteY58" fmla="*/ 2150534 h 2870200"/>
              <a:gd name="connsiteX59" fmla="*/ 1100666 w 4089400"/>
              <a:gd name="connsiteY59" fmla="*/ 2209800 h 2870200"/>
              <a:gd name="connsiteX60" fmla="*/ 1109133 w 4089400"/>
              <a:gd name="connsiteY60" fmla="*/ 2108200 h 2870200"/>
              <a:gd name="connsiteX61" fmla="*/ 1159933 w 4089400"/>
              <a:gd name="connsiteY61" fmla="*/ 1989667 h 2870200"/>
              <a:gd name="connsiteX62" fmla="*/ 1210733 w 4089400"/>
              <a:gd name="connsiteY62" fmla="*/ 1913467 h 2870200"/>
              <a:gd name="connsiteX63" fmla="*/ 1219200 w 4089400"/>
              <a:gd name="connsiteY63" fmla="*/ 2167467 h 2870200"/>
              <a:gd name="connsiteX64" fmla="*/ 1236133 w 4089400"/>
              <a:gd name="connsiteY64" fmla="*/ 2082800 h 2870200"/>
              <a:gd name="connsiteX65" fmla="*/ 1244600 w 4089400"/>
              <a:gd name="connsiteY65" fmla="*/ 2015067 h 2870200"/>
              <a:gd name="connsiteX66" fmla="*/ 1286933 w 4089400"/>
              <a:gd name="connsiteY66" fmla="*/ 1854200 h 2870200"/>
              <a:gd name="connsiteX67" fmla="*/ 1295400 w 4089400"/>
              <a:gd name="connsiteY67" fmla="*/ 1803400 h 2870200"/>
              <a:gd name="connsiteX68" fmla="*/ 1320800 w 4089400"/>
              <a:gd name="connsiteY68" fmla="*/ 1701800 h 2870200"/>
              <a:gd name="connsiteX69" fmla="*/ 1346200 w 4089400"/>
              <a:gd name="connsiteY69" fmla="*/ 1718734 h 2870200"/>
              <a:gd name="connsiteX70" fmla="*/ 1354666 w 4089400"/>
              <a:gd name="connsiteY70" fmla="*/ 1744134 h 2870200"/>
              <a:gd name="connsiteX71" fmla="*/ 1380066 w 4089400"/>
              <a:gd name="connsiteY71" fmla="*/ 1828800 h 2870200"/>
              <a:gd name="connsiteX72" fmla="*/ 1397000 w 4089400"/>
              <a:gd name="connsiteY72" fmla="*/ 1879600 h 2870200"/>
              <a:gd name="connsiteX73" fmla="*/ 1405466 w 4089400"/>
              <a:gd name="connsiteY73" fmla="*/ 1913467 h 2870200"/>
              <a:gd name="connsiteX74" fmla="*/ 1430866 w 4089400"/>
              <a:gd name="connsiteY74" fmla="*/ 1947334 h 2870200"/>
              <a:gd name="connsiteX75" fmla="*/ 1447800 w 4089400"/>
              <a:gd name="connsiteY75" fmla="*/ 1938867 h 2870200"/>
              <a:gd name="connsiteX76" fmla="*/ 1490133 w 4089400"/>
              <a:gd name="connsiteY76" fmla="*/ 1803400 h 2870200"/>
              <a:gd name="connsiteX77" fmla="*/ 1549400 w 4089400"/>
              <a:gd name="connsiteY77" fmla="*/ 1651000 h 2870200"/>
              <a:gd name="connsiteX78" fmla="*/ 1557866 w 4089400"/>
              <a:gd name="connsiteY78" fmla="*/ 1591734 h 2870200"/>
              <a:gd name="connsiteX79" fmla="*/ 1574800 w 4089400"/>
              <a:gd name="connsiteY79" fmla="*/ 1566334 h 2870200"/>
              <a:gd name="connsiteX80" fmla="*/ 1583266 w 4089400"/>
              <a:gd name="connsiteY80" fmla="*/ 1524000 h 2870200"/>
              <a:gd name="connsiteX81" fmla="*/ 1591733 w 4089400"/>
              <a:gd name="connsiteY81" fmla="*/ 1498600 h 2870200"/>
              <a:gd name="connsiteX82" fmla="*/ 1608666 w 4089400"/>
              <a:gd name="connsiteY82" fmla="*/ 1524000 h 2870200"/>
              <a:gd name="connsiteX83" fmla="*/ 1634066 w 4089400"/>
              <a:gd name="connsiteY83" fmla="*/ 1490134 h 2870200"/>
              <a:gd name="connsiteX84" fmla="*/ 1659466 w 4089400"/>
              <a:gd name="connsiteY84" fmla="*/ 1388534 h 2870200"/>
              <a:gd name="connsiteX85" fmla="*/ 1718733 w 4089400"/>
              <a:gd name="connsiteY85" fmla="*/ 1286934 h 2870200"/>
              <a:gd name="connsiteX86" fmla="*/ 1769533 w 4089400"/>
              <a:gd name="connsiteY86" fmla="*/ 1176867 h 2870200"/>
              <a:gd name="connsiteX87" fmla="*/ 1794933 w 4089400"/>
              <a:gd name="connsiteY87" fmla="*/ 1202267 h 2870200"/>
              <a:gd name="connsiteX88" fmla="*/ 1803400 w 4089400"/>
              <a:gd name="connsiteY88" fmla="*/ 1227667 h 2870200"/>
              <a:gd name="connsiteX89" fmla="*/ 1820333 w 4089400"/>
              <a:gd name="connsiteY89" fmla="*/ 1261534 h 2870200"/>
              <a:gd name="connsiteX90" fmla="*/ 1862666 w 4089400"/>
              <a:gd name="connsiteY90" fmla="*/ 1422400 h 2870200"/>
              <a:gd name="connsiteX91" fmla="*/ 1913466 w 4089400"/>
              <a:gd name="connsiteY91" fmla="*/ 1600200 h 2870200"/>
              <a:gd name="connsiteX92" fmla="*/ 1964266 w 4089400"/>
              <a:gd name="connsiteY92" fmla="*/ 1744134 h 2870200"/>
              <a:gd name="connsiteX93" fmla="*/ 1981200 w 4089400"/>
              <a:gd name="connsiteY93" fmla="*/ 1498600 h 2870200"/>
              <a:gd name="connsiteX94" fmla="*/ 1998133 w 4089400"/>
              <a:gd name="connsiteY94" fmla="*/ 1464734 h 2870200"/>
              <a:gd name="connsiteX95" fmla="*/ 2006600 w 4089400"/>
              <a:gd name="connsiteY95" fmla="*/ 1439334 h 2870200"/>
              <a:gd name="connsiteX96" fmla="*/ 2057400 w 4089400"/>
              <a:gd name="connsiteY96" fmla="*/ 2032000 h 2870200"/>
              <a:gd name="connsiteX97" fmla="*/ 2065866 w 4089400"/>
              <a:gd name="connsiteY97" fmla="*/ 2150534 h 2870200"/>
              <a:gd name="connsiteX98" fmla="*/ 2074333 w 4089400"/>
              <a:gd name="connsiteY98" fmla="*/ 2489200 h 2870200"/>
              <a:gd name="connsiteX99" fmla="*/ 2108200 w 4089400"/>
              <a:gd name="connsiteY99" fmla="*/ 2421467 h 2870200"/>
              <a:gd name="connsiteX100" fmla="*/ 2150533 w 4089400"/>
              <a:gd name="connsiteY100" fmla="*/ 2319867 h 2870200"/>
              <a:gd name="connsiteX101" fmla="*/ 2175933 w 4089400"/>
              <a:gd name="connsiteY101" fmla="*/ 2286000 h 2870200"/>
              <a:gd name="connsiteX102" fmla="*/ 2209800 w 4089400"/>
              <a:gd name="connsiteY102" fmla="*/ 2235200 h 2870200"/>
              <a:gd name="connsiteX103" fmla="*/ 2226733 w 4089400"/>
              <a:gd name="connsiteY103" fmla="*/ 2514600 h 2870200"/>
              <a:gd name="connsiteX104" fmla="*/ 2252133 w 4089400"/>
              <a:gd name="connsiteY104" fmla="*/ 2565400 h 2870200"/>
              <a:gd name="connsiteX105" fmla="*/ 2260600 w 4089400"/>
              <a:gd name="connsiteY105" fmla="*/ 2489200 h 2870200"/>
              <a:gd name="connsiteX106" fmla="*/ 2277533 w 4089400"/>
              <a:gd name="connsiteY106" fmla="*/ 2421467 h 2870200"/>
              <a:gd name="connsiteX107" fmla="*/ 2286000 w 4089400"/>
              <a:gd name="connsiteY107" fmla="*/ 1718734 h 2870200"/>
              <a:gd name="connsiteX108" fmla="*/ 2311400 w 4089400"/>
              <a:gd name="connsiteY108" fmla="*/ 1811867 h 2870200"/>
              <a:gd name="connsiteX109" fmla="*/ 2336800 w 4089400"/>
              <a:gd name="connsiteY109" fmla="*/ 1871134 h 2870200"/>
              <a:gd name="connsiteX110" fmla="*/ 2362200 w 4089400"/>
              <a:gd name="connsiteY110" fmla="*/ 1938867 h 2870200"/>
              <a:gd name="connsiteX111" fmla="*/ 2370666 w 4089400"/>
              <a:gd name="connsiteY111" fmla="*/ 1972734 h 2870200"/>
              <a:gd name="connsiteX112" fmla="*/ 2379133 w 4089400"/>
              <a:gd name="connsiteY112" fmla="*/ 1574800 h 2870200"/>
              <a:gd name="connsiteX113" fmla="*/ 2404533 w 4089400"/>
              <a:gd name="connsiteY113" fmla="*/ 1236134 h 2870200"/>
              <a:gd name="connsiteX114" fmla="*/ 2421466 w 4089400"/>
              <a:gd name="connsiteY114" fmla="*/ 1092200 h 2870200"/>
              <a:gd name="connsiteX115" fmla="*/ 2429933 w 4089400"/>
              <a:gd name="connsiteY115" fmla="*/ 1066800 h 2870200"/>
              <a:gd name="connsiteX116" fmla="*/ 2438400 w 4089400"/>
              <a:gd name="connsiteY116" fmla="*/ 1092200 h 2870200"/>
              <a:gd name="connsiteX117" fmla="*/ 2455333 w 4089400"/>
              <a:gd name="connsiteY117" fmla="*/ 1117600 h 2870200"/>
              <a:gd name="connsiteX118" fmla="*/ 2463800 w 4089400"/>
              <a:gd name="connsiteY118" fmla="*/ 1227667 h 2870200"/>
              <a:gd name="connsiteX119" fmla="*/ 2489200 w 4089400"/>
              <a:gd name="connsiteY119" fmla="*/ 753534 h 2870200"/>
              <a:gd name="connsiteX120" fmla="*/ 2506133 w 4089400"/>
              <a:gd name="connsiteY120" fmla="*/ 685800 h 2870200"/>
              <a:gd name="connsiteX121" fmla="*/ 2514600 w 4089400"/>
              <a:gd name="connsiteY121" fmla="*/ 609600 h 2870200"/>
              <a:gd name="connsiteX122" fmla="*/ 2523066 w 4089400"/>
              <a:gd name="connsiteY122" fmla="*/ 558800 h 2870200"/>
              <a:gd name="connsiteX123" fmla="*/ 2540000 w 4089400"/>
              <a:gd name="connsiteY123" fmla="*/ 584200 h 2870200"/>
              <a:gd name="connsiteX124" fmla="*/ 2548466 w 4089400"/>
              <a:gd name="connsiteY124" fmla="*/ 778934 h 2870200"/>
              <a:gd name="connsiteX125" fmla="*/ 2590800 w 4089400"/>
              <a:gd name="connsiteY125" fmla="*/ 914400 h 2870200"/>
              <a:gd name="connsiteX126" fmla="*/ 2607733 w 4089400"/>
              <a:gd name="connsiteY126" fmla="*/ 973667 h 2870200"/>
              <a:gd name="connsiteX127" fmla="*/ 2624666 w 4089400"/>
              <a:gd name="connsiteY127" fmla="*/ 812800 h 2870200"/>
              <a:gd name="connsiteX128" fmla="*/ 2641600 w 4089400"/>
              <a:gd name="connsiteY128" fmla="*/ 694267 h 2870200"/>
              <a:gd name="connsiteX129" fmla="*/ 2667000 w 4089400"/>
              <a:gd name="connsiteY129" fmla="*/ 558800 h 2870200"/>
              <a:gd name="connsiteX130" fmla="*/ 2692400 w 4089400"/>
              <a:gd name="connsiteY130" fmla="*/ 321734 h 2870200"/>
              <a:gd name="connsiteX131" fmla="*/ 2709333 w 4089400"/>
              <a:gd name="connsiteY131" fmla="*/ 1058334 h 2870200"/>
              <a:gd name="connsiteX132" fmla="*/ 2735730 w 4089400"/>
              <a:gd name="connsiteY132" fmla="*/ 1023969 h 2870200"/>
              <a:gd name="connsiteX133" fmla="*/ 2785533 w 4089400"/>
              <a:gd name="connsiteY133" fmla="*/ 905934 h 2870200"/>
              <a:gd name="connsiteX134" fmla="*/ 2819400 w 4089400"/>
              <a:gd name="connsiteY134" fmla="*/ 855134 h 2870200"/>
              <a:gd name="connsiteX135" fmla="*/ 2844800 w 4089400"/>
              <a:gd name="connsiteY135" fmla="*/ 1422400 h 2870200"/>
              <a:gd name="connsiteX136" fmla="*/ 2853266 w 4089400"/>
              <a:gd name="connsiteY136" fmla="*/ 1388534 h 2870200"/>
              <a:gd name="connsiteX137" fmla="*/ 2870200 w 4089400"/>
              <a:gd name="connsiteY137" fmla="*/ 1363134 h 2870200"/>
              <a:gd name="connsiteX138" fmla="*/ 2895600 w 4089400"/>
              <a:gd name="connsiteY138" fmla="*/ 1278467 h 2870200"/>
              <a:gd name="connsiteX139" fmla="*/ 2912533 w 4089400"/>
              <a:gd name="connsiteY139" fmla="*/ 1320800 h 2870200"/>
              <a:gd name="connsiteX140" fmla="*/ 2929466 w 4089400"/>
              <a:gd name="connsiteY140" fmla="*/ 1388534 h 2870200"/>
              <a:gd name="connsiteX141" fmla="*/ 2946400 w 4089400"/>
              <a:gd name="connsiteY141" fmla="*/ 1422400 h 2870200"/>
              <a:gd name="connsiteX142" fmla="*/ 2988733 w 4089400"/>
              <a:gd name="connsiteY142" fmla="*/ 1540934 h 2870200"/>
              <a:gd name="connsiteX143" fmla="*/ 3005666 w 4089400"/>
              <a:gd name="connsiteY143" fmla="*/ 1566334 h 2870200"/>
              <a:gd name="connsiteX144" fmla="*/ 3039533 w 4089400"/>
              <a:gd name="connsiteY144" fmla="*/ 1718734 h 2870200"/>
              <a:gd name="connsiteX145" fmla="*/ 3064933 w 4089400"/>
              <a:gd name="connsiteY145" fmla="*/ 1761067 h 2870200"/>
              <a:gd name="connsiteX146" fmla="*/ 3098800 w 4089400"/>
              <a:gd name="connsiteY146" fmla="*/ 1879600 h 2870200"/>
              <a:gd name="connsiteX147" fmla="*/ 3090333 w 4089400"/>
              <a:gd name="connsiteY147" fmla="*/ 1913467 h 2870200"/>
              <a:gd name="connsiteX148" fmla="*/ 3102783 w 4089400"/>
              <a:gd name="connsiteY148" fmla="*/ 1901016 h 2870200"/>
              <a:gd name="connsiteX149" fmla="*/ 3081866 w 4089400"/>
              <a:gd name="connsiteY149" fmla="*/ 1888067 h 2870200"/>
              <a:gd name="connsiteX150" fmla="*/ 3107266 w 4089400"/>
              <a:gd name="connsiteY150" fmla="*/ 1871134 h 2870200"/>
              <a:gd name="connsiteX151" fmla="*/ 3115733 w 4089400"/>
              <a:gd name="connsiteY151" fmla="*/ 1769534 h 2870200"/>
              <a:gd name="connsiteX152" fmla="*/ 3132666 w 4089400"/>
              <a:gd name="connsiteY152" fmla="*/ 1710267 h 2870200"/>
              <a:gd name="connsiteX153" fmla="*/ 3141133 w 4089400"/>
              <a:gd name="connsiteY153" fmla="*/ 1684867 h 2870200"/>
              <a:gd name="connsiteX154" fmla="*/ 3166533 w 4089400"/>
              <a:gd name="connsiteY154" fmla="*/ 1676400 h 2870200"/>
              <a:gd name="connsiteX155" fmla="*/ 3175000 w 4089400"/>
              <a:gd name="connsiteY155" fmla="*/ 2006600 h 2870200"/>
              <a:gd name="connsiteX156" fmla="*/ 3183466 w 4089400"/>
              <a:gd name="connsiteY156" fmla="*/ 2048934 h 2870200"/>
              <a:gd name="connsiteX157" fmla="*/ 3191933 w 4089400"/>
              <a:gd name="connsiteY157" fmla="*/ 2099734 h 2870200"/>
              <a:gd name="connsiteX158" fmla="*/ 3208866 w 4089400"/>
              <a:gd name="connsiteY158" fmla="*/ 2048934 h 2870200"/>
              <a:gd name="connsiteX159" fmla="*/ 3217333 w 4089400"/>
              <a:gd name="connsiteY159" fmla="*/ 1998134 h 2870200"/>
              <a:gd name="connsiteX160" fmla="*/ 3251200 w 4089400"/>
              <a:gd name="connsiteY160" fmla="*/ 2353734 h 2870200"/>
              <a:gd name="connsiteX161" fmla="*/ 3276600 w 4089400"/>
              <a:gd name="connsiteY161" fmla="*/ 2387600 h 2870200"/>
              <a:gd name="connsiteX162" fmla="*/ 3285066 w 4089400"/>
              <a:gd name="connsiteY162" fmla="*/ 2497667 h 2870200"/>
              <a:gd name="connsiteX163" fmla="*/ 3302000 w 4089400"/>
              <a:gd name="connsiteY163" fmla="*/ 2531534 h 2870200"/>
              <a:gd name="connsiteX164" fmla="*/ 3318933 w 4089400"/>
              <a:gd name="connsiteY164" fmla="*/ 2599267 h 2870200"/>
              <a:gd name="connsiteX165" fmla="*/ 3344333 w 4089400"/>
              <a:gd name="connsiteY165" fmla="*/ 2667000 h 2870200"/>
              <a:gd name="connsiteX166" fmla="*/ 3386666 w 4089400"/>
              <a:gd name="connsiteY166" fmla="*/ 2810934 h 2870200"/>
              <a:gd name="connsiteX167" fmla="*/ 3412066 w 4089400"/>
              <a:gd name="connsiteY167" fmla="*/ 2870200 h 2870200"/>
              <a:gd name="connsiteX168" fmla="*/ 3437466 w 4089400"/>
              <a:gd name="connsiteY168" fmla="*/ 1828800 h 2870200"/>
              <a:gd name="connsiteX169" fmla="*/ 3436968 w 4089400"/>
              <a:gd name="connsiteY169" fmla="*/ 2090271 h 2870200"/>
              <a:gd name="connsiteX170" fmla="*/ 3462866 w 4089400"/>
              <a:gd name="connsiteY170" fmla="*/ 1735667 h 2870200"/>
              <a:gd name="connsiteX171" fmla="*/ 3488266 w 4089400"/>
              <a:gd name="connsiteY171" fmla="*/ 1651000 h 2870200"/>
              <a:gd name="connsiteX172" fmla="*/ 3496733 w 4089400"/>
              <a:gd name="connsiteY172" fmla="*/ 1701800 h 2870200"/>
              <a:gd name="connsiteX173" fmla="*/ 3500717 w 4089400"/>
              <a:gd name="connsiteY173" fmla="*/ 1875118 h 2870200"/>
              <a:gd name="connsiteX174" fmla="*/ 3522133 w 4089400"/>
              <a:gd name="connsiteY174" fmla="*/ 1752600 h 2870200"/>
              <a:gd name="connsiteX175" fmla="*/ 3530600 w 4089400"/>
              <a:gd name="connsiteY175" fmla="*/ 1693334 h 2870200"/>
              <a:gd name="connsiteX176" fmla="*/ 3572933 w 4089400"/>
              <a:gd name="connsiteY176" fmla="*/ 1608667 h 2870200"/>
              <a:gd name="connsiteX177" fmla="*/ 3589866 w 4089400"/>
              <a:gd name="connsiteY177" fmla="*/ 1566334 h 2870200"/>
              <a:gd name="connsiteX178" fmla="*/ 3632200 w 4089400"/>
              <a:gd name="connsiteY178" fmla="*/ 1464734 h 2870200"/>
              <a:gd name="connsiteX179" fmla="*/ 3636184 w 4089400"/>
              <a:gd name="connsiteY179" fmla="*/ 1373094 h 2870200"/>
              <a:gd name="connsiteX180" fmla="*/ 3657600 w 4089400"/>
              <a:gd name="connsiteY180" fmla="*/ 1363134 h 2870200"/>
              <a:gd name="connsiteX181" fmla="*/ 3674533 w 4089400"/>
              <a:gd name="connsiteY181" fmla="*/ 1320800 h 2870200"/>
              <a:gd name="connsiteX182" fmla="*/ 3669553 w 4089400"/>
              <a:gd name="connsiteY182" fmla="*/ 1151964 h 2870200"/>
              <a:gd name="connsiteX183" fmla="*/ 3716866 w 4089400"/>
              <a:gd name="connsiteY183" fmla="*/ 1227667 h 2870200"/>
              <a:gd name="connsiteX184" fmla="*/ 3725333 w 4089400"/>
              <a:gd name="connsiteY184" fmla="*/ 1176867 h 2870200"/>
              <a:gd name="connsiteX185" fmla="*/ 3742266 w 4089400"/>
              <a:gd name="connsiteY185" fmla="*/ 1126067 h 2870200"/>
              <a:gd name="connsiteX186" fmla="*/ 3750733 w 4089400"/>
              <a:gd name="connsiteY186" fmla="*/ 1058334 h 2870200"/>
              <a:gd name="connsiteX187" fmla="*/ 3759200 w 4089400"/>
              <a:gd name="connsiteY187" fmla="*/ 1270000 h 2870200"/>
              <a:gd name="connsiteX188" fmla="*/ 3788048 w 4089400"/>
              <a:gd name="connsiteY188" fmla="*/ 678606 h 2870200"/>
              <a:gd name="connsiteX189" fmla="*/ 3793066 w 4089400"/>
              <a:gd name="connsiteY189" fmla="*/ 558800 h 2870200"/>
              <a:gd name="connsiteX190" fmla="*/ 3810000 w 4089400"/>
              <a:gd name="connsiteY190" fmla="*/ 482600 h 2870200"/>
              <a:gd name="connsiteX191" fmla="*/ 3818466 w 4089400"/>
              <a:gd name="connsiteY191" fmla="*/ 533400 h 2870200"/>
              <a:gd name="connsiteX192" fmla="*/ 3835400 w 4089400"/>
              <a:gd name="connsiteY192" fmla="*/ 660400 h 2870200"/>
              <a:gd name="connsiteX193" fmla="*/ 3843866 w 4089400"/>
              <a:gd name="connsiteY193" fmla="*/ 702734 h 2870200"/>
              <a:gd name="connsiteX194" fmla="*/ 3860800 w 4089400"/>
              <a:gd name="connsiteY194" fmla="*/ 736600 h 2870200"/>
              <a:gd name="connsiteX195" fmla="*/ 3877733 w 4089400"/>
              <a:gd name="connsiteY195" fmla="*/ 702734 h 2870200"/>
              <a:gd name="connsiteX196" fmla="*/ 3937000 w 4089400"/>
              <a:gd name="connsiteY196" fmla="*/ 482600 h 2870200"/>
              <a:gd name="connsiteX197" fmla="*/ 3953933 w 4089400"/>
              <a:gd name="connsiteY197" fmla="*/ 457200 h 2870200"/>
              <a:gd name="connsiteX198" fmla="*/ 3979333 w 4089400"/>
              <a:gd name="connsiteY198" fmla="*/ 177800 h 2870200"/>
              <a:gd name="connsiteX199" fmla="*/ 4004733 w 4089400"/>
              <a:gd name="connsiteY199" fmla="*/ 135467 h 2870200"/>
              <a:gd name="connsiteX200" fmla="*/ 4013200 w 4089400"/>
              <a:gd name="connsiteY200" fmla="*/ 101600 h 2870200"/>
              <a:gd name="connsiteX201" fmla="*/ 4021666 w 4089400"/>
              <a:gd name="connsiteY201" fmla="*/ 76200 h 2870200"/>
              <a:gd name="connsiteX202" fmla="*/ 4030133 w 4089400"/>
              <a:gd name="connsiteY202" fmla="*/ 110067 h 2870200"/>
              <a:gd name="connsiteX203" fmla="*/ 4047066 w 4089400"/>
              <a:gd name="connsiteY203" fmla="*/ 160867 h 2870200"/>
              <a:gd name="connsiteX204" fmla="*/ 4089400 w 4089400"/>
              <a:gd name="connsiteY204" fmla="*/ 0 h 2870200"/>
              <a:gd name="connsiteX0" fmla="*/ 0 w 4089400"/>
              <a:gd name="connsiteY0" fmla="*/ 702734 h 2870200"/>
              <a:gd name="connsiteX1" fmla="*/ 8466 w 4089400"/>
              <a:gd name="connsiteY1" fmla="*/ 643467 h 2870200"/>
              <a:gd name="connsiteX2" fmla="*/ 42333 w 4089400"/>
              <a:gd name="connsiteY2" fmla="*/ 567267 h 2870200"/>
              <a:gd name="connsiteX3" fmla="*/ 47892 w 4089400"/>
              <a:gd name="connsiteY3" fmla="*/ 828517 h 2870200"/>
              <a:gd name="connsiteX4" fmla="*/ 32533 w 4089400"/>
              <a:gd name="connsiteY4" fmla="*/ 1083293 h 2870200"/>
              <a:gd name="connsiteX5" fmla="*/ 30266 w 4089400"/>
              <a:gd name="connsiteY5" fmla="*/ 1212385 h 2870200"/>
              <a:gd name="connsiteX6" fmla="*/ 36518 w 4089400"/>
              <a:gd name="connsiteY6" fmla="*/ 1387292 h 2870200"/>
              <a:gd name="connsiteX7" fmla="*/ 87319 w 4089400"/>
              <a:gd name="connsiteY7" fmla="*/ 1209517 h 2870200"/>
              <a:gd name="connsiteX8" fmla="*/ 110066 w 4089400"/>
              <a:gd name="connsiteY8" fmla="*/ 1100667 h 2870200"/>
              <a:gd name="connsiteX9" fmla="*/ 143933 w 4089400"/>
              <a:gd name="connsiteY9" fmla="*/ 999067 h 2870200"/>
              <a:gd name="connsiteX10" fmla="*/ 160866 w 4089400"/>
              <a:gd name="connsiteY10" fmla="*/ 948267 h 2870200"/>
              <a:gd name="connsiteX11" fmla="*/ 177800 w 4089400"/>
              <a:gd name="connsiteY11" fmla="*/ 1134534 h 2870200"/>
              <a:gd name="connsiteX12" fmla="*/ 194733 w 4089400"/>
              <a:gd name="connsiteY12" fmla="*/ 1464734 h 2870200"/>
              <a:gd name="connsiteX13" fmla="*/ 254000 w 4089400"/>
              <a:gd name="connsiteY13" fmla="*/ 1363134 h 2870200"/>
              <a:gd name="connsiteX14" fmla="*/ 279400 w 4089400"/>
              <a:gd name="connsiteY14" fmla="*/ 1371600 h 2870200"/>
              <a:gd name="connsiteX15" fmla="*/ 287866 w 4089400"/>
              <a:gd name="connsiteY15" fmla="*/ 2243667 h 2870200"/>
              <a:gd name="connsiteX16" fmla="*/ 313266 w 4089400"/>
              <a:gd name="connsiteY16" fmla="*/ 2201334 h 2870200"/>
              <a:gd name="connsiteX17" fmla="*/ 321733 w 4089400"/>
              <a:gd name="connsiteY17" fmla="*/ 2150534 h 2870200"/>
              <a:gd name="connsiteX18" fmla="*/ 346635 w 4089400"/>
              <a:gd name="connsiteY18" fmla="*/ 2376146 h 2870200"/>
              <a:gd name="connsiteX19" fmla="*/ 364066 w 4089400"/>
              <a:gd name="connsiteY19" fmla="*/ 2082800 h 2870200"/>
              <a:gd name="connsiteX20" fmla="*/ 389965 w 4089400"/>
              <a:gd name="connsiteY20" fmla="*/ 1792444 h 2870200"/>
              <a:gd name="connsiteX21" fmla="*/ 397933 w 4089400"/>
              <a:gd name="connsiteY21" fmla="*/ 2032000 h 2870200"/>
              <a:gd name="connsiteX22" fmla="*/ 423333 w 4089400"/>
              <a:gd name="connsiteY22" fmla="*/ 1998134 h 2870200"/>
              <a:gd name="connsiteX23" fmla="*/ 440266 w 4089400"/>
              <a:gd name="connsiteY23" fmla="*/ 1752600 h 2870200"/>
              <a:gd name="connsiteX24" fmla="*/ 465666 w 4089400"/>
              <a:gd name="connsiteY24" fmla="*/ 1651000 h 2870200"/>
              <a:gd name="connsiteX25" fmla="*/ 491066 w 4089400"/>
              <a:gd name="connsiteY25" fmla="*/ 1710267 h 2870200"/>
              <a:gd name="connsiteX26" fmla="*/ 499533 w 4089400"/>
              <a:gd name="connsiteY26" fmla="*/ 1851666 h 2870200"/>
              <a:gd name="connsiteX27" fmla="*/ 533400 w 4089400"/>
              <a:gd name="connsiteY27" fmla="*/ 1820334 h 2870200"/>
              <a:gd name="connsiteX28" fmla="*/ 558800 w 4089400"/>
              <a:gd name="connsiteY28" fmla="*/ 1938867 h 2870200"/>
              <a:gd name="connsiteX29" fmla="*/ 575733 w 4089400"/>
              <a:gd name="connsiteY29" fmla="*/ 1998134 h 2870200"/>
              <a:gd name="connsiteX30" fmla="*/ 592666 w 4089400"/>
              <a:gd name="connsiteY30" fmla="*/ 2023534 h 2870200"/>
              <a:gd name="connsiteX31" fmla="*/ 618066 w 4089400"/>
              <a:gd name="connsiteY31" fmla="*/ 1786467 h 2870200"/>
              <a:gd name="connsiteX32" fmla="*/ 626533 w 4089400"/>
              <a:gd name="connsiteY32" fmla="*/ 1744134 h 2870200"/>
              <a:gd name="connsiteX33" fmla="*/ 643466 w 4089400"/>
              <a:gd name="connsiteY33" fmla="*/ 1718734 h 2870200"/>
              <a:gd name="connsiteX34" fmla="*/ 660400 w 4089400"/>
              <a:gd name="connsiteY34" fmla="*/ 1617134 h 2870200"/>
              <a:gd name="connsiteX35" fmla="*/ 677333 w 4089400"/>
              <a:gd name="connsiteY35" fmla="*/ 1557867 h 2870200"/>
              <a:gd name="connsiteX36" fmla="*/ 685800 w 4089400"/>
              <a:gd name="connsiteY36" fmla="*/ 1524000 h 2870200"/>
              <a:gd name="connsiteX37" fmla="*/ 702733 w 4089400"/>
              <a:gd name="connsiteY37" fmla="*/ 1312334 h 2870200"/>
              <a:gd name="connsiteX38" fmla="*/ 719666 w 4089400"/>
              <a:gd name="connsiteY38" fmla="*/ 1380067 h 2870200"/>
              <a:gd name="connsiteX39" fmla="*/ 736600 w 4089400"/>
              <a:gd name="connsiteY39" fmla="*/ 1532467 h 2870200"/>
              <a:gd name="connsiteX40" fmla="*/ 753533 w 4089400"/>
              <a:gd name="connsiteY40" fmla="*/ 1566334 h 2870200"/>
              <a:gd name="connsiteX41" fmla="*/ 778933 w 4089400"/>
              <a:gd name="connsiteY41" fmla="*/ 1456267 h 2870200"/>
              <a:gd name="connsiteX42" fmla="*/ 795866 w 4089400"/>
              <a:gd name="connsiteY42" fmla="*/ 1430867 h 2870200"/>
              <a:gd name="connsiteX43" fmla="*/ 829733 w 4089400"/>
              <a:gd name="connsiteY43" fmla="*/ 1388534 h 2870200"/>
              <a:gd name="connsiteX44" fmla="*/ 838200 w 4089400"/>
              <a:gd name="connsiteY44" fmla="*/ 1498600 h 2870200"/>
              <a:gd name="connsiteX45" fmla="*/ 863600 w 4089400"/>
              <a:gd name="connsiteY45" fmla="*/ 1811867 h 2870200"/>
              <a:gd name="connsiteX46" fmla="*/ 872066 w 4089400"/>
              <a:gd name="connsiteY46" fmla="*/ 1642534 h 2870200"/>
              <a:gd name="connsiteX47" fmla="*/ 897466 w 4089400"/>
              <a:gd name="connsiteY47" fmla="*/ 1583267 h 2870200"/>
              <a:gd name="connsiteX48" fmla="*/ 905933 w 4089400"/>
              <a:gd name="connsiteY48" fmla="*/ 1557867 h 2870200"/>
              <a:gd name="connsiteX49" fmla="*/ 914400 w 4089400"/>
              <a:gd name="connsiteY49" fmla="*/ 2006600 h 2870200"/>
              <a:gd name="connsiteX50" fmla="*/ 939800 w 4089400"/>
              <a:gd name="connsiteY50" fmla="*/ 2116667 h 2870200"/>
              <a:gd name="connsiteX51" fmla="*/ 948266 w 4089400"/>
              <a:gd name="connsiteY51" fmla="*/ 1948424 h 2870200"/>
              <a:gd name="connsiteX52" fmla="*/ 965200 w 4089400"/>
              <a:gd name="connsiteY52" fmla="*/ 1794934 h 2870200"/>
              <a:gd name="connsiteX53" fmla="*/ 973666 w 4089400"/>
              <a:gd name="connsiteY53" fmla="*/ 1761067 h 2870200"/>
              <a:gd name="connsiteX54" fmla="*/ 990600 w 4089400"/>
              <a:gd name="connsiteY54" fmla="*/ 1871134 h 2870200"/>
              <a:gd name="connsiteX55" fmla="*/ 1007533 w 4089400"/>
              <a:gd name="connsiteY55" fmla="*/ 1947334 h 2870200"/>
              <a:gd name="connsiteX56" fmla="*/ 1024466 w 4089400"/>
              <a:gd name="connsiteY56" fmla="*/ 2040467 h 2870200"/>
              <a:gd name="connsiteX57" fmla="*/ 1049866 w 4089400"/>
              <a:gd name="connsiteY57" fmla="*/ 2108200 h 2870200"/>
              <a:gd name="connsiteX58" fmla="*/ 1058333 w 4089400"/>
              <a:gd name="connsiteY58" fmla="*/ 2150534 h 2870200"/>
              <a:gd name="connsiteX59" fmla="*/ 1100666 w 4089400"/>
              <a:gd name="connsiteY59" fmla="*/ 2209800 h 2870200"/>
              <a:gd name="connsiteX60" fmla="*/ 1109133 w 4089400"/>
              <a:gd name="connsiteY60" fmla="*/ 2108200 h 2870200"/>
              <a:gd name="connsiteX61" fmla="*/ 1159933 w 4089400"/>
              <a:gd name="connsiteY61" fmla="*/ 1989667 h 2870200"/>
              <a:gd name="connsiteX62" fmla="*/ 1210733 w 4089400"/>
              <a:gd name="connsiteY62" fmla="*/ 1913467 h 2870200"/>
              <a:gd name="connsiteX63" fmla="*/ 1219200 w 4089400"/>
              <a:gd name="connsiteY63" fmla="*/ 2167467 h 2870200"/>
              <a:gd name="connsiteX64" fmla="*/ 1236133 w 4089400"/>
              <a:gd name="connsiteY64" fmla="*/ 2082800 h 2870200"/>
              <a:gd name="connsiteX65" fmla="*/ 1244600 w 4089400"/>
              <a:gd name="connsiteY65" fmla="*/ 2015067 h 2870200"/>
              <a:gd name="connsiteX66" fmla="*/ 1286933 w 4089400"/>
              <a:gd name="connsiteY66" fmla="*/ 1854200 h 2870200"/>
              <a:gd name="connsiteX67" fmla="*/ 1295400 w 4089400"/>
              <a:gd name="connsiteY67" fmla="*/ 1803400 h 2870200"/>
              <a:gd name="connsiteX68" fmla="*/ 1320800 w 4089400"/>
              <a:gd name="connsiteY68" fmla="*/ 1701800 h 2870200"/>
              <a:gd name="connsiteX69" fmla="*/ 1346200 w 4089400"/>
              <a:gd name="connsiteY69" fmla="*/ 1718734 h 2870200"/>
              <a:gd name="connsiteX70" fmla="*/ 1354666 w 4089400"/>
              <a:gd name="connsiteY70" fmla="*/ 1744134 h 2870200"/>
              <a:gd name="connsiteX71" fmla="*/ 1380066 w 4089400"/>
              <a:gd name="connsiteY71" fmla="*/ 1828800 h 2870200"/>
              <a:gd name="connsiteX72" fmla="*/ 1397000 w 4089400"/>
              <a:gd name="connsiteY72" fmla="*/ 1879600 h 2870200"/>
              <a:gd name="connsiteX73" fmla="*/ 1405466 w 4089400"/>
              <a:gd name="connsiteY73" fmla="*/ 1913467 h 2870200"/>
              <a:gd name="connsiteX74" fmla="*/ 1430866 w 4089400"/>
              <a:gd name="connsiteY74" fmla="*/ 1947334 h 2870200"/>
              <a:gd name="connsiteX75" fmla="*/ 1447800 w 4089400"/>
              <a:gd name="connsiteY75" fmla="*/ 1938867 h 2870200"/>
              <a:gd name="connsiteX76" fmla="*/ 1490133 w 4089400"/>
              <a:gd name="connsiteY76" fmla="*/ 1803400 h 2870200"/>
              <a:gd name="connsiteX77" fmla="*/ 1549400 w 4089400"/>
              <a:gd name="connsiteY77" fmla="*/ 1651000 h 2870200"/>
              <a:gd name="connsiteX78" fmla="*/ 1557866 w 4089400"/>
              <a:gd name="connsiteY78" fmla="*/ 1591734 h 2870200"/>
              <a:gd name="connsiteX79" fmla="*/ 1574800 w 4089400"/>
              <a:gd name="connsiteY79" fmla="*/ 1566334 h 2870200"/>
              <a:gd name="connsiteX80" fmla="*/ 1583266 w 4089400"/>
              <a:gd name="connsiteY80" fmla="*/ 1524000 h 2870200"/>
              <a:gd name="connsiteX81" fmla="*/ 1591733 w 4089400"/>
              <a:gd name="connsiteY81" fmla="*/ 1498600 h 2870200"/>
              <a:gd name="connsiteX82" fmla="*/ 1608666 w 4089400"/>
              <a:gd name="connsiteY82" fmla="*/ 1524000 h 2870200"/>
              <a:gd name="connsiteX83" fmla="*/ 1634066 w 4089400"/>
              <a:gd name="connsiteY83" fmla="*/ 1490134 h 2870200"/>
              <a:gd name="connsiteX84" fmla="*/ 1659466 w 4089400"/>
              <a:gd name="connsiteY84" fmla="*/ 1388534 h 2870200"/>
              <a:gd name="connsiteX85" fmla="*/ 1718733 w 4089400"/>
              <a:gd name="connsiteY85" fmla="*/ 1286934 h 2870200"/>
              <a:gd name="connsiteX86" fmla="*/ 1769533 w 4089400"/>
              <a:gd name="connsiteY86" fmla="*/ 1176867 h 2870200"/>
              <a:gd name="connsiteX87" fmla="*/ 1794933 w 4089400"/>
              <a:gd name="connsiteY87" fmla="*/ 1202267 h 2870200"/>
              <a:gd name="connsiteX88" fmla="*/ 1803400 w 4089400"/>
              <a:gd name="connsiteY88" fmla="*/ 1227667 h 2870200"/>
              <a:gd name="connsiteX89" fmla="*/ 1820333 w 4089400"/>
              <a:gd name="connsiteY89" fmla="*/ 1261534 h 2870200"/>
              <a:gd name="connsiteX90" fmla="*/ 1862666 w 4089400"/>
              <a:gd name="connsiteY90" fmla="*/ 1422400 h 2870200"/>
              <a:gd name="connsiteX91" fmla="*/ 1913466 w 4089400"/>
              <a:gd name="connsiteY91" fmla="*/ 1600200 h 2870200"/>
              <a:gd name="connsiteX92" fmla="*/ 1964266 w 4089400"/>
              <a:gd name="connsiteY92" fmla="*/ 1744134 h 2870200"/>
              <a:gd name="connsiteX93" fmla="*/ 1981200 w 4089400"/>
              <a:gd name="connsiteY93" fmla="*/ 1498600 h 2870200"/>
              <a:gd name="connsiteX94" fmla="*/ 1998133 w 4089400"/>
              <a:gd name="connsiteY94" fmla="*/ 1464734 h 2870200"/>
              <a:gd name="connsiteX95" fmla="*/ 2006600 w 4089400"/>
              <a:gd name="connsiteY95" fmla="*/ 1439334 h 2870200"/>
              <a:gd name="connsiteX96" fmla="*/ 2057400 w 4089400"/>
              <a:gd name="connsiteY96" fmla="*/ 2032000 h 2870200"/>
              <a:gd name="connsiteX97" fmla="*/ 2065866 w 4089400"/>
              <a:gd name="connsiteY97" fmla="*/ 2150534 h 2870200"/>
              <a:gd name="connsiteX98" fmla="*/ 2074333 w 4089400"/>
              <a:gd name="connsiteY98" fmla="*/ 2489200 h 2870200"/>
              <a:gd name="connsiteX99" fmla="*/ 2108200 w 4089400"/>
              <a:gd name="connsiteY99" fmla="*/ 2421467 h 2870200"/>
              <a:gd name="connsiteX100" fmla="*/ 2150533 w 4089400"/>
              <a:gd name="connsiteY100" fmla="*/ 2319867 h 2870200"/>
              <a:gd name="connsiteX101" fmla="*/ 2175933 w 4089400"/>
              <a:gd name="connsiteY101" fmla="*/ 2286000 h 2870200"/>
              <a:gd name="connsiteX102" fmla="*/ 2209800 w 4089400"/>
              <a:gd name="connsiteY102" fmla="*/ 2235200 h 2870200"/>
              <a:gd name="connsiteX103" fmla="*/ 2226733 w 4089400"/>
              <a:gd name="connsiteY103" fmla="*/ 2514600 h 2870200"/>
              <a:gd name="connsiteX104" fmla="*/ 2252133 w 4089400"/>
              <a:gd name="connsiteY104" fmla="*/ 2565400 h 2870200"/>
              <a:gd name="connsiteX105" fmla="*/ 2260600 w 4089400"/>
              <a:gd name="connsiteY105" fmla="*/ 2489200 h 2870200"/>
              <a:gd name="connsiteX106" fmla="*/ 2277533 w 4089400"/>
              <a:gd name="connsiteY106" fmla="*/ 2421467 h 2870200"/>
              <a:gd name="connsiteX107" fmla="*/ 2286000 w 4089400"/>
              <a:gd name="connsiteY107" fmla="*/ 1718734 h 2870200"/>
              <a:gd name="connsiteX108" fmla="*/ 2311400 w 4089400"/>
              <a:gd name="connsiteY108" fmla="*/ 1811867 h 2870200"/>
              <a:gd name="connsiteX109" fmla="*/ 2336800 w 4089400"/>
              <a:gd name="connsiteY109" fmla="*/ 1871134 h 2870200"/>
              <a:gd name="connsiteX110" fmla="*/ 2362200 w 4089400"/>
              <a:gd name="connsiteY110" fmla="*/ 1938867 h 2870200"/>
              <a:gd name="connsiteX111" fmla="*/ 2370666 w 4089400"/>
              <a:gd name="connsiteY111" fmla="*/ 1972734 h 2870200"/>
              <a:gd name="connsiteX112" fmla="*/ 2379133 w 4089400"/>
              <a:gd name="connsiteY112" fmla="*/ 1574800 h 2870200"/>
              <a:gd name="connsiteX113" fmla="*/ 2404533 w 4089400"/>
              <a:gd name="connsiteY113" fmla="*/ 1236134 h 2870200"/>
              <a:gd name="connsiteX114" fmla="*/ 2421466 w 4089400"/>
              <a:gd name="connsiteY114" fmla="*/ 1092200 h 2870200"/>
              <a:gd name="connsiteX115" fmla="*/ 2429933 w 4089400"/>
              <a:gd name="connsiteY115" fmla="*/ 1066800 h 2870200"/>
              <a:gd name="connsiteX116" fmla="*/ 2438400 w 4089400"/>
              <a:gd name="connsiteY116" fmla="*/ 1092200 h 2870200"/>
              <a:gd name="connsiteX117" fmla="*/ 2455333 w 4089400"/>
              <a:gd name="connsiteY117" fmla="*/ 1117600 h 2870200"/>
              <a:gd name="connsiteX118" fmla="*/ 2463800 w 4089400"/>
              <a:gd name="connsiteY118" fmla="*/ 1227667 h 2870200"/>
              <a:gd name="connsiteX119" fmla="*/ 2489200 w 4089400"/>
              <a:gd name="connsiteY119" fmla="*/ 753534 h 2870200"/>
              <a:gd name="connsiteX120" fmla="*/ 2506133 w 4089400"/>
              <a:gd name="connsiteY120" fmla="*/ 685800 h 2870200"/>
              <a:gd name="connsiteX121" fmla="*/ 2514600 w 4089400"/>
              <a:gd name="connsiteY121" fmla="*/ 609600 h 2870200"/>
              <a:gd name="connsiteX122" fmla="*/ 2523066 w 4089400"/>
              <a:gd name="connsiteY122" fmla="*/ 558800 h 2870200"/>
              <a:gd name="connsiteX123" fmla="*/ 2540000 w 4089400"/>
              <a:gd name="connsiteY123" fmla="*/ 584200 h 2870200"/>
              <a:gd name="connsiteX124" fmla="*/ 2548466 w 4089400"/>
              <a:gd name="connsiteY124" fmla="*/ 778934 h 2870200"/>
              <a:gd name="connsiteX125" fmla="*/ 2590800 w 4089400"/>
              <a:gd name="connsiteY125" fmla="*/ 914400 h 2870200"/>
              <a:gd name="connsiteX126" fmla="*/ 2607733 w 4089400"/>
              <a:gd name="connsiteY126" fmla="*/ 973667 h 2870200"/>
              <a:gd name="connsiteX127" fmla="*/ 2624666 w 4089400"/>
              <a:gd name="connsiteY127" fmla="*/ 812800 h 2870200"/>
              <a:gd name="connsiteX128" fmla="*/ 2641600 w 4089400"/>
              <a:gd name="connsiteY128" fmla="*/ 694267 h 2870200"/>
              <a:gd name="connsiteX129" fmla="*/ 2667000 w 4089400"/>
              <a:gd name="connsiteY129" fmla="*/ 558800 h 2870200"/>
              <a:gd name="connsiteX130" fmla="*/ 2692400 w 4089400"/>
              <a:gd name="connsiteY130" fmla="*/ 321734 h 2870200"/>
              <a:gd name="connsiteX131" fmla="*/ 2709333 w 4089400"/>
              <a:gd name="connsiteY131" fmla="*/ 1058334 h 2870200"/>
              <a:gd name="connsiteX132" fmla="*/ 2735730 w 4089400"/>
              <a:gd name="connsiteY132" fmla="*/ 1023969 h 2870200"/>
              <a:gd name="connsiteX133" fmla="*/ 2785533 w 4089400"/>
              <a:gd name="connsiteY133" fmla="*/ 905934 h 2870200"/>
              <a:gd name="connsiteX134" fmla="*/ 2819400 w 4089400"/>
              <a:gd name="connsiteY134" fmla="*/ 855134 h 2870200"/>
              <a:gd name="connsiteX135" fmla="*/ 2844800 w 4089400"/>
              <a:gd name="connsiteY135" fmla="*/ 1422400 h 2870200"/>
              <a:gd name="connsiteX136" fmla="*/ 2853266 w 4089400"/>
              <a:gd name="connsiteY136" fmla="*/ 1388534 h 2870200"/>
              <a:gd name="connsiteX137" fmla="*/ 2870200 w 4089400"/>
              <a:gd name="connsiteY137" fmla="*/ 1363134 h 2870200"/>
              <a:gd name="connsiteX138" fmla="*/ 2895600 w 4089400"/>
              <a:gd name="connsiteY138" fmla="*/ 1278467 h 2870200"/>
              <a:gd name="connsiteX139" fmla="*/ 2912533 w 4089400"/>
              <a:gd name="connsiteY139" fmla="*/ 1320800 h 2870200"/>
              <a:gd name="connsiteX140" fmla="*/ 2929466 w 4089400"/>
              <a:gd name="connsiteY140" fmla="*/ 1388534 h 2870200"/>
              <a:gd name="connsiteX141" fmla="*/ 2946400 w 4089400"/>
              <a:gd name="connsiteY141" fmla="*/ 1422400 h 2870200"/>
              <a:gd name="connsiteX142" fmla="*/ 2988733 w 4089400"/>
              <a:gd name="connsiteY142" fmla="*/ 1540934 h 2870200"/>
              <a:gd name="connsiteX143" fmla="*/ 3005666 w 4089400"/>
              <a:gd name="connsiteY143" fmla="*/ 1566334 h 2870200"/>
              <a:gd name="connsiteX144" fmla="*/ 3039533 w 4089400"/>
              <a:gd name="connsiteY144" fmla="*/ 1718734 h 2870200"/>
              <a:gd name="connsiteX145" fmla="*/ 3064933 w 4089400"/>
              <a:gd name="connsiteY145" fmla="*/ 1761067 h 2870200"/>
              <a:gd name="connsiteX146" fmla="*/ 3098800 w 4089400"/>
              <a:gd name="connsiteY146" fmla="*/ 1879600 h 2870200"/>
              <a:gd name="connsiteX147" fmla="*/ 3090333 w 4089400"/>
              <a:gd name="connsiteY147" fmla="*/ 1913467 h 2870200"/>
              <a:gd name="connsiteX148" fmla="*/ 3102783 w 4089400"/>
              <a:gd name="connsiteY148" fmla="*/ 1901016 h 2870200"/>
              <a:gd name="connsiteX149" fmla="*/ 3081866 w 4089400"/>
              <a:gd name="connsiteY149" fmla="*/ 1888067 h 2870200"/>
              <a:gd name="connsiteX150" fmla="*/ 3107266 w 4089400"/>
              <a:gd name="connsiteY150" fmla="*/ 1871134 h 2870200"/>
              <a:gd name="connsiteX151" fmla="*/ 3115733 w 4089400"/>
              <a:gd name="connsiteY151" fmla="*/ 1769534 h 2870200"/>
              <a:gd name="connsiteX152" fmla="*/ 3132666 w 4089400"/>
              <a:gd name="connsiteY152" fmla="*/ 1710267 h 2870200"/>
              <a:gd name="connsiteX153" fmla="*/ 3141133 w 4089400"/>
              <a:gd name="connsiteY153" fmla="*/ 1684867 h 2870200"/>
              <a:gd name="connsiteX154" fmla="*/ 3166533 w 4089400"/>
              <a:gd name="connsiteY154" fmla="*/ 1676400 h 2870200"/>
              <a:gd name="connsiteX155" fmla="*/ 3175000 w 4089400"/>
              <a:gd name="connsiteY155" fmla="*/ 2006600 h 2870200"/>
              <a:gd name="connsiteX156" fmla="*/ 3183466 w 4089400"/>
              <a:gd name="connsiteY156" fmla="*/ 2048934 h 2870200"/>
              <a:gd name="connsiteX157" fmla="*/ 3191933 w 4089400"/>
              <a:gd name="connsiteY157" fmla="*/ 2099734 h 2870200"/>
              <a:gd name="connsiteX158" fmla="*/ 3208866 w 4089400"/>
              <a:gd name="connsiteY158" fmla="*/ 2048934 h 2870200"/>
              <a:gd name="connsiteX159" fmla="*/ 3217333 w 4089400"/>
              <a:gd name="connsiteY159" fmla="*/ 1998134 h 2870200"/>
              <a:gd name="connsiteX160" fmla="*/ 3251200 w 4089400"/>
              <a:gd name="connsiteY160" fmla="*/ 2353734 h 2870200"/>
              <a:gd name="connsiteX161" fmla="*/ 3276600 w 4089400"/>
              <a:gd name="connsiteY161" fmla="*/ 2387600 h 2870200"/>
              <a:gd name="connsiteX162" fmla="*/ 3285066 w 4089400"/>
              <a:gd name="connsiteY162" fmla="*/ 2497667 h 2870200"/>
              <a:gd name="connsiteX163" fmla="*/ 3302000 w 4089400"/>
              <a:gd name="connsiteY163" fmla="*/ 2531534 h 2870200"/>
              <a:gd name="connsiteX164" fmla="*/ 3318933 w 4089400"/>
              <a:gd name="connsiteY164" fmla="*/ 2599267 h 2870200"/>
              <a:gd name="connsiteX165" fmla="*/ 3344333 w 4089400"/>
              <a:gd name="connsiteY165" fmla="*/ 2667000 h 2870200"/>
              <a:gd name="connsiteX166" fmla="*/ 3386666 w 4089400"/>
              <a:gd name="connsiteY166" fmla="*/ 2810934 h 2870200"/>
              <a:gd name="connsiteX167" fmla="*/ 3412066 w 4089400"/>
              <a:gd name="connsiteY167" fmla="*/ 2870200 h 2870200"/>
              <a:gd name="connsiteX168" fmla="*/ 3437466 w 4089400"/>
              <a:gd name="connsiteY168" fmla="*/ 1828800 h 2870200"/>
              <a:gd name="connsiteX169" fmla="*/ 3436968 w 4089400"/>
              <a:gd name="connsiteY169" fmla="*/ 2090271 h 2870200"/>
              <a:gd name="connsiteX170" fmla="*/ 3462866 w 4089400"/>
              <a:gd name="connsiteY170" fmla="*/ 1735667 h 2870200"/>
              <a:gd name="connsiteX171" fmla="*/ 3488266 w 4089400"/>
              <a:gd name="connsiteY171" fmla="*/ 1651000 h 2870200"/>
              <a:gd name="connsiteX172" fmla="*/ 3496733 w 4089400"/>
              <a:gd name="connsiteY172" fmla="*/ 1701800 h 2870200"/>
              <a:gd name="connsiteX173" fmla="*/ 3500717 w 4089400"/>
              <a:gd name="connsiteY173" fmla="*/ 1875118 h 2870200"/>
              <a:gd name="connsiteX174" fmla="*/ 3522133 w 4089400"/>
              <a:gd name="connsiteY174" fmla="*/ 1752600 h 2870200"/>
              <a:gd name="connsiteX175" fmla="*/ 3530600 w 4089400"/>
              <a:gd name="connsiteY175" fmla="*/ 1693334 h 2870200"/>
              <a:gd name="connsiteX176" fmla="*/ 3572933 w 4089400"/>
              <a:gd name="connsiteY176" fmla="*/ 1608667 h 2870200"/>
              <a:gd name="connsiteX177" fmla="*/ 3589866 w 4089400"/>
              <a:gd name="connsiteY177" fmla="*/ 1566334 h 2870200"/>
              <a:gd name="connsiteX178" fmla="*/ 3632200 w 4089400"/>
              <a:gd name="connsiteY178" fmla="*/ 1464734 h 2870200"/>
              <a:gd name="connsiteX179" fmla="*/ 3636184 w 4089400"/>
              <a:gd name="connsiteY179" fmla="*/ 1373094 h 2870200"/>
              <a:gd name="connsiteX180" fmla="*/ 3657600 w 4089400"/>
              <a:gd name="connsiteY180" fmla="*/ 1363134 h 2870200"/>
              <a:gd name="connsiteX181" fmla="*/ 3674533 w 4089400"/>
              <a:gd name="connsiteY181" fmla="*/ 1320800 h 2870200"/>
              <a:gd name="connsiteX182" fmla="*/ 3669553 w 4089400"/>
              <a:gd name="connsiteY182" fmla="*/ 1151964 h 2870200"/>
              <a:gd name="connsiteX183" fmla="*/ 3716866 w 4089400"/>
              <a:gd name="connsiteY183" fmla="*/ 1227667 h 2870200"/>
              <a:gd name="connsiteX184" fmla="*/ 3725333 w 4089400"/>
              <a:gd name="connsiteY184" fmla="*/ 1176867 h 2870200"/>
              <a:gd name="connsiteX185" fmla="*/ 3742266 w 4089400"/>
              <a:gd name="connsiteY185" fmla="*/ 1126067 h 2870200"/>
              <a:gd name="connsiteX186" fmla="*/ 3750733 w 4089400"/>
              <a:gd name="connsiteY186" fmla="*/ 1058334 h 2870200"/>
              <a:gd name="connsiteX187" fmla="*/ 3759200 w 4089400"/>
              <a:gd name="connsiteY187" fmla="*/ 1270000 h 2870200"/>
              <a:gd name="connsiteX188" fmla="*/ 3788048 w 4089400"/>
              <a:gd name="connsiteY188" fmla="*/ 678606 h 2870200"/>
              <a:gd name="connsiteX189" fmla="*/ 3793066 w 4089400"/>
              <a:gd name="connsiteY189" fmla="*/ 558800 h 2870200"/>
              <a:gd name="connsiteX190" fmla="*/ 3810000 w 4089400"/>
              <a:gd name="connsiteY190" fmla="*/ 482600 h 2870200"/>
              <a:gd name="connsiteX191" fmla="*/ 3818466 w 4089400"/>
              <a:gd name="connsiteY191" fmla="*/ 533400 h 2870200"/>
              <a:gd name="connsiteX192" fmla="*/ 3835400 w 4089400"/>
              <a:gd name="connsiteY192" fmla="*/ 660400 h 2870200"/>
              <a:gd name="connsiteX193" fmla="*/ 3843866 w 4089400"/>
              <a:gd name="connsiteY193" fmla="*/ 702734 h 2870200"/>
              <a:gd name="connsiteX194" fmla="*/ 3860800 w 4089400"/>
              <a:gd name="connsiteY194" fmla="*/ 736600 h 2870200"/>
              <a:gd name="connsiteX195" fmla="*/ 3877733 w 4089400"/>
              <a:gd name="connsiteY195" fmla="*/ 702734 h 2870200"/>
              <a:gd name="connsiteX196" fmla="*/ 3937000 w 4089400"/>
              <a:gd name="connsiteY196" fmla="*/ 482600 h 2870200"/>
              <a:gd name="connsiteX197" fmla="*/ 3953933 w 4089400"/>
              <a:gd name="connsiteY197" fmla="*/ 457200 h 2870200"/>
              <a:gd name="connsiteX198" fmla="*/ 3979333 w 4089400"/>
              <a:gd name="connsiteY198" fmla="*/ 177800 h 2870200"/>
              <a:gd name="connsiteX199" fmla="*/ 4004733 w 4089400"/>
              <a:gd name="connsiteY199" fmla="*/ 135467 h 2870200"/>
              <a:gd name="connsiteX200" fmla="*/ 4013200 w 4089400"/>
              <a:gd name="connsiteY200" fmla="*/ 101600 h 2870200"/>
              <a:gd name="connsiteX201" fmla="*/ 4021666 w 4089400"/>
              <a:gd name="connsiteY201" fmla="*/ 76200 h 2870200"/>
              <a:gd name="connsiteX202" fmla="*/ 4030133 w 4089400"/>
              <a:gd name="connsiteY202" fmla="*/ 110067 h 2870200"/>
              <a:gd name="connsiteX203" fmla="*/ 4047066 w 4089400"/>
              <a:gd name="connsiteY203" fmla="*/ 160867 h 2870200"/>
              <a:gd name="connsiteX204" fmla="*/ 4089400 w 4089400"/>
              <a:gd name="connsiteY204" fmla="*/ 0 h 2870200"/>
              <a:gd name="connsiteX0" fmla="*/ 0 w 4089400"/>
              <a:gd name="connsiteY0" fmla="*/ 702734 h 2870200"/>
              <a:gd name="connsiteX1" fmla="*/ 8466 w 4089400"/>
              <a:gd name="connsiteY1" fmla="*/ 643467 h 2870200"/>
              <a:gd name="connsiteX2" fmla="*/ 42333 w 4089400"/>
              <a:gd name="connsiteY2" fmla="*/ 567267 h 2870200"/>
              <a:gd name="connsiteX3" fmla="*/ 47892 w 4089400"/>
              <a:gd name="connsiteY3" fmla="*/ 828517 h 2870200"/>
              <a:gd name="connsiteX4" fmla="*/ 32533 w 4089400"/>
              <a:gd name="connsiteY4" fmla="*/ 1083293 h 2870200"/>
              <a:gd name="connsiteX5" fmla="*/ 30266 w 4089400"/>
              <a:gd name="connsiteY5" fmla="*/ 1212385 h 2870200"/>
              <a:gd name="connsiteX6" fmla="*/ 44857 w 4089400"/>
              <a:gd name="connsiteY6" fmla="*/ 1401791 h 2870200"/>
              <a:gd name="connsiteX7" fmla="*/ 87319 w 4089400"/>
              <a:gd name="connsiteY7" fmla="*/ 1209517 h 2870200"/>
              <a:gd name="connsiteX8" fmla="*/ 110066 w 4089400"/>
              <a:gd name="connsiteY8" fmla="*/ 1100667 h 2870200"/>
              <a:gd name="connsiteX9" fmla="*/ 143933 w 4089400"/>
              <a:gd name="connsiteY9" fmla="*/ 999067 h 2870200"/>
              <a:gd name="connsiteX10" fmla="*/ 160866 w 4089400"/>
              <a:gd name="connsiteY10" fmla="*/ 948267 h 2870200"/>
              <a:gd name="connsiteX11" fmla="*/ 177800 w 4089400"/>
              <a:gd name="connsiteY11" fmla="*/ 1134534 h 2870200"/>
              <a:gd name="connsiteX12" fmla="*/ 194733 w 4089400"/>
              <a:gd name="connsiteY12" fmla="*/ 1464734 h 2870200"/>
              <a:gd name="connsiteX13" fmla="*/ 254000 w 4089400"/>
              <a:gd name="connsiteY13" fmla="*/ 1363134 h 2870200"/>
              <a:gd name="connsiteX14" fmla="*/ 279400 w 4089400"/>
              <a:gd name="connsiteY14" fmla="*/ 1371600 h 2870200"/>
              <a:gd name="connsiteX15" fmla="*/ 287866 w 4089400"/>
              <a:gd name="connsiteY15" fmla="*/ 2243667 h 2870200"/>
              <a:gd name="connsiteX16" fmla="*/ 313266 w 4089400"/>
              <a:gd name="connsiteY16" fmla="*/ 2201334 h 2870200"/>
              <a:gd name="connsiteX17" fmla="*/ 321733 w 4089400"/>
              <a:gd name="connsiteY17" fmla="*/ 2150534 h 2870200"/>
              <a:gd name="connsiteX18" fmla="*/ 346635 w 4089400"/>
              <a:gd name="connsiteY18" fmla="*/ 2376146 h 2870200"/>
              <a:gd name="connsiteX19" fmla="*/ 364066 w 4089400"/>
              <a:gd name="connsiteY19" fmla="*/ 2082800 h 2870200"/>
              <a:gd name="connsiteX20" fmla="*/ 389965 w 4089400"/>
              <a:gd name="connsiteY20" fmla="*/ 1792444 h 2870200"/>
              <a:gd name="connsiteX21" fmla="*/ 397933 w 4089400"/>
              <a:gd name="connsiteY21" fmla="*/ 2032000 h 2870200"/>
              <a:gd name="connsiteX22" fmla="*/ 423333 w 4089400"/>
              <a:gd name="connsiteY22" fmla="*/ 1998134 h 2870200"/>
              <a:gd name="connsiteX23" fmla="*/ 440266 w 4089400"/>
              <a:gd name="connsiteY23" fmla="*/ 1752600 h 2870200"/>
              <a:gd name="connsiteX24" fmla="*/ 465666 w 4089400"/>
              <a:gd name="connsiteY24" fmla="*/ 1651000 h 2870200"/>
              <a:gd name="connsiteX25" fmla="*/ 491066 w 4089400"/>
              <a:gd name="connsiteY25" fmla="*/ 1710267 h 2870200"/>
              <a:gd name="connsiteX26" fmla="*/ 499533 w 4089400"/>
              <a:gd name="connsiteY26" fmla="*/ 1851666 h 2870200"/>
              <a:gd name="connsiteX27" fmla="*/ 533400 w 4089400"/>
              <a:gd name="connsiteY27" fmla="*/ 1820334 h 2870200"/>
              <a:gd name="connsiteX28" fmla="*/ 558800 w 4089400"/>
              <a:gd name="connsiteY28" fmla="*/ 1938867 h 2870200"/>
              <a:gd name="connsiteX29" fmla="*/ 575733 w 4089400"/>
              <a:gd name="connsiteY29" fmla="*/ 1998134 h 2870200"/>
              <a:gd name="connsiteX30" fmla="*/ 592666 w 4089400"/>
              <a:gd name="connsiteY30" fmla="*/ 2023534 h 2870200"/>
              <a:gd name="connsiteX31" fmla="*/ 618066 w 4089400"/>
              <a:gd name="connsiteY31" fmla="*/ 1786467 h 2870200"/>
              <a:gd name="connsiteX32" fmla="*/ 626533 w 4089400"/>
              <a:gd name="connsiteY32" fmla="*/ 1744134 h 2870200"/>
              <a:gd name="connsiteX33" fmla="*/ 643466 w 4089400"/>
              <a:gd name="connsiteY33" fmla="*/ 1718734 h 2870200"/>
              <a:gd name="connsiteX34" fmla="*/ 660400 w 4089400"/>
              <a:gd name="connsiteY34" fmla="*/ 1617134 h 2870200"/>
              <a:gd name="connsiteX35" fmla="*/ 677333 w 4089400"/>
              <a:gd name="connsiteY35" fmla="*/ 1557867 h 2870200"/>
              <a:gd name="connsiteX36" fmla="*/ 685800 w 4089400"/>
              <a:gd name="connsiteY36" fmla="*/ 1524000 h 2870200"/>
              <a:gd name="connsiteX37" fmla="*/ 702733 w 4089400"/>
              <a:gd name="connsiteY37" fmla="*/ 1312334 h 2870200"/>
              <a:gd name="connsiteX38" fmla="*/ 719666 w 4089400"/>
              <a:gd name="connsiteY38" fmla="*/ 1380067 h 2870200"/>
              <a:gd name="connsiteX39" fmla="*/ 736600 w 4089400"/>
              <a:gd name="connsiteY39" fmla="*/ 1532467 h 2870200"/>
              <a:gd name="connsiteX40" fmla="*/ 753533 w 4089400"/>
              <a:gd name="connsiteY40" fmla="*/ 1566334 h 2870200"/>
              <a:gd name="connsiteX41" fmla="*/ 778933 w 4089400"/>
              <a:gd name="connsiteY41" fmla="*/ 1456267 h 2870200"/>
              <a:gd name="connsiteX42" fmla="*/ 795866 w 4089400"/>
              <a:gd name="connsiteY42" fmla="*/ 1430867 h 2870200"/>
              <a:gd name="connsiteX43" fmla="*/ 829733 w 4089400"/>
              <a:gd name="connsiteY43" fmla="*/ 1388534 h 2870200"/>
              <a:gd name="connsiteX44" fmla="*/ 838200 w 4089400"/>
              <a:gd name="connsiteY44" fmla="*/ 1498600 h 2870200"/>
              <a:gd name="connsiteX45" fmla="*/ 863600 w 4089400"/>
              <a:gd name="connsiteY45" fmla="*/ 1811867 h 2870200"/>
              <a:gd name="connsiteX46" fmla="*/ 872066 w 4089400"/>
              <a:gd name="connsiteY46" fmla="*/ 1642534 h 2870200"/>
              <a:gd name="connsiteX47" fmla="*/ 897466 w 4089400"/>
              <a:gd name="connsiteY47" fmla="*/ 1583267 h 2870200"/>
              <a:gd name="connsiteX48" fmla="*/ 905933 w 4089400"/>
              <a:gd name="connsiteY48" fmla="*/ 1557867 h 2870200"/>
              <a:gd name="connsiteX49" fmla="*/ 914400 w 4089400"/>
              <a:gd name="connsiteY49" fmla="*/ 2006600 h 2870200"/>
              <a:gd name="connsiteX50" fmla="*/ 939800 w 4089400"/>
              <a:gd name="connsiteY50" fmla="*/ 2116667 h 2870200"/>
              <a:gd name="connsiteX51" fmla="*/ 948266 w 4089400"/>
              <a:gd name="connsiteY51" fmla="*/ 1948424 h 2870200"/>
              <a:gd name="connsiteX52" fmla="*/ 965200 w 4089400"/>
              <a:gd name="connsiteY52" fmla="*/ 1794934 h 2870200"/>
              <a:gd name="connsiteX53" fmla="*/ 973666 w 4089400"/>
              <a:gd name="connsiteY53" fmla="*/ 1761067 h 2870200"/>
              <a:gd name="connsiteX54" fmla="*/ 990600 w 4089400"/>
              <a:gd name="connsiteY54" fmla="*/ 1871134 h 2870200"/>
              <a:gd name="connsiteX55" fmla="*/ 1007533 w 4089400"/>
              <a:gd name="connsiteY55" fmla="*/ 1947334 h 2870200"/>
              <a:gd name="connsiteX56" fmla="*/ 1024466 w 4089400"/>
              <a:gd name="connsiteY56" fmla="*/ 2040467 h 2870200"/>
              <a:gd name="connsiteX57" fmla="*/ 1049866 w 4089400"/>
              <a:gd name="connsiteY57" fmla="*/ 2108200 h 2870200"/>
              <a:gd name="connsiteX58" fmla="*/ 1058333 w 4089400"/>
              <a:gd name="connsiteY58" fmla="*/ 2150534 h 2870200"/>
              <a:gd name="connsiteX59" fmla="*/ 1100666 w 4089400"/>
              <a:gd name="connsiteY59" fmla="*/ 2209800 h 2870200"/>
              <a:gd name="connsiteX60" fmla="*/ 1109133 w 4089400"/>
              <a:gd name="connsiteY60" fmla="*/ 2108200 h 2870200"/>
              <a:gd name="connsiteX61" fmla="*/ 1159933 w 4089400"/>
              <a:gd name="connsiteY61" fmla="*/ 1989667 h 2870200"/>
              <a:gd name="connsiteX62" fmla="*/ 1210733 w 4089400"/>
              <a:gd name="connsiteY62" fmla="*/ 1913467 h 2870200"/>
              <a:gd name="connsiteX63" fmla="*/ 1219200 w 4089400"/>
              <a:gd name="connsiteY63" fmla="*/ 2167467 h 2870200"/>
              <a:gd name="connsiteX64" fmla="*/ 1236133 w 4089400"/>
              <a:gd name="connsiteY64" fmla="*/ 2082800 h 2870200"/>
              <a:gd name="connsiteX65" fmla="*/ 1244600 w 4089400"/>
              <a:gd name="connsiteY65" fmla="*/ 2015067 h 2870200"/>
              <a:gd name="connsiteX66" fmla="*/ 1286933 w 4089400"/>
              <a:gd name="connsiteY66" fmla="*/ 1854200 h 2870200"/>
              <a:gd name="connsiteX67" fmla="*/ 1295400 w 4089400"/>
              <a:gd name="connsiteY67" fmla="*/ 1803400 h 2870200"/>
              <a:gd name="connsiteX68" fmla="*/ 1320800 w 4089400"/>
              <a:gd name="connsiteY68" fmla="*/ 1701800 h 2870200"/>
              <a:gd name="connsiteX69" fmla="*/ 1346200 w 4089400"/>
              <a:gd name="connsiteY69" fmla="*/ 1718734 h 2870200"/>
              <a:gd name="connsiteX70" fmla="*/ 1354666 w 4089400"/>
              <a:gd name="connsiteY70" fmla="*/ 1744134 h 2870200"/>
              <a:gd name="connsiteX71" fmla="*/ 1380066 w 4089400"/>
              <a:gd name="connsiteY71" fmla="*/ 1828800 h 2870200"/>
              <a:gd name="connsiteX72" fmla="*/ 1397000 w 4089400"/>
              <a:gd name="connsiteY72" fmla="*/ 1879600 h 2870200"/>
              <a:gd name="connsiteX73" fmla="*/ 1405466 w 4089400"/>
              <a:gd name="connsiteY73" fmla="*/ 1913467 h 2870200"/>
              <a:gd name="connsiteX74" fmla="*/ 1430866 w 4089400"/>
              <a:gd name="connsiteY74" fmla="*/ 1947334 h 2870200"/>
              <a:gd name="connsiteX75" fmla="*/ 1447800 w 4089400"/>
              <a:gd name="connsiteY75" fmla="*/ 1938867 h 2870200"/>
              <a:gd name="connsiteX76" fmla="*/ 1490133 w 4089400"/>
              <a:gd name="connsiteY76" fmla="*/ 1803400 h 2870200"/>
              <a:gd name="connsiteX77" fmla="*/ 1549400 w 4089400"/>
              <a:gd name="connsiteY77" fmla="*/ 1651000 h 2870200"/>
              <a:gd name="connsiteX78" fmla="*/ 1557866 w 4089400"/>
              <a:gd name="connsiteY78" fmla="*/ 1591734 h 2870200"/>
              <a:gd name="connsiteX79" fmla="*/ 1574800 w 4089400"/>
              <a:gd name="connsiteY79" fmla="*/ 1566334 h 2870200"/>
              <a:gd name="connsiteX80" fmla="*/ 1583266 w 4089400"/>
              <a:gd name="connsiteY80" fmla="*/ 1524000 h 2870200"/>
              <a:gd name="connsiteX81" fmla="*/ 1591733 w 4089400"/>
              <a:gd name="connsiteY81" fmla="*/ 1498600 h 2870200"/>
              <a:gd name="connsiteX82" fmla="*/ 1608666 w 4089400"/>
              <a:gd name="connsiteY82" fmla="*/ 1524000 h 2870200"/>
              <a:gd name="connsiteX83" fmla="*/ 1634066 w 4089400"/>
              <a:gd name="connsiteY83" fmla="*/ 1490134 h 2870200"/>
              <a:gd name="connsiteX84" fmla="*/ 1659466 w 4089400"/>
              <a:gd name="connsiteY84" fmla="*/ 1388534 h 2870200"/>
              <a:gd name="connsiteX85" fmla="*/ 1718733 w 4089400"/>
              <a:gd name="connsiteY85" fmla="*/ 1286934 h 2870200"/>
              <a:gd name="connsiteX86" fmla="*/ 1769533 w 4089400"/>
              <a:gd name="connsiteY86" fmla="*/ 1176867 h 2870200"/>
              <a:gd name="connsiteX87" fmla="*/ 1794933 w 4089400"/>
              <a:gd name="connsiteY87" fmla="*/ 1202267 h 2870200"/>
              <a:gd name="connsiteX88" fmla="*/ 1803400 w 4089400"/>
              <a:gd name="connsiteY88" fmla="*/ 1227667 h 2870200"/>
              <a:gd name="connsiteX89" fmla="*/ 1820333 w 4089400"/>
              <a:gd name="connsiteY89" fmla="*/ 1261534 h 2870200"/>
              <a:gd name="connsiteX90" fmla="*/ 1862666 w 4089400"/>
              <a:gd name="connsiteY90" fmla="*/ 1422400 h 2870200"/>
              <a:gd name="connsiteX91" fmla="*/ 1913466 w 4089400"/>
              <a:gd name="connsiteY91" fmla="*/ 1600200 h 2870200"/>
              <a:gd name="connsiteX92" fmla="*/ 1964266 w 4089400"/>
              <a:gd name="connsiteY92" fmla="*/ 1744134 h 2870200"/>
              <a:gd name="connsiteX93" fmla="*/ 1981200 w 4089400"/>
              <a:gd name="connsiteY93" fmla="*/ 1498600 h 2870200"/>
              <a:gd name="connsiteX94" fmla="*/ 1998133 w 4089400"/>
              <a:gd name="connsiteY94" fmla="*/ 1464734 h 2870200"/>
              <a:gd name="connsiteX95" fmla="*/ 2006600 w 4089400"/>
              <a:gd name="connsiteY95" fmla="*/ 1439334 h 2870200"/>
              <a:gd name="connsiteX96" fmla="*/ 2057400 w 4089400"/>
              <a:gd name="connsiteY96" fmla="*/ 2032000 h 2870200"/>
              <a:gd name="connsiteX97" fmla="*/ 2065866 w 4089400"/>
              <a:gd name="connsiteY97" fmla="*/ 2150534 h 2870200"/>
              <a:gd name="connsiteX98" fmla="*/ 2074333 w 4089400"/>
              <a:gd name="connsiteY98" fmla="*/ 2489200 h 2870200"/>
              <a:gd name="connsiteX99" fmla="*/ 2108200 w 4089400"/>
              <a:gd name="connsiteY99" fmla="*/ 2421467 h 2870200"/>
              <a:gd name="connsiteX100" fmla="*/ 2150533 w 4089400"/>
              <a:gd name="connsiteY100" fmla="*/ 2319867 h 2870200"/>
              <a:gd name="connsiteX101" fmla="*/ 2175933 w 4089400"/>
              <a:gd name="connsiteY101" fmla="*/ 2286000 h 2870200"/>
              <a:gd name="connsiteX102" fmla="*/ 2209800 w 4089400"/>
              <a:gd name="connsiteY102" fmla="*/ 2235200 h 2870200"/>
              <a:gd name="connsiteX103" fmla="*/ 2226733 w 4089400"/>
              <a:gd name="connsiteY103" fmla="*/ 2514600 h 2870200"/>
              <a:gd name="connsiteX104" fmla="*/ 2252133 w 4089400"/>
              <a:gd name="connsiteY104" fmla="*/ 2565400 h 2870200"/>
              <a:gd name="connsiteX105" fmla="*/ 2260600 w 4089400"/>
              <a:gd name="connsiteY105" fmla="*/ 2489200 h 2870200"/>
              <a:gd name="connsiteX106" fmla="*/ 2277533 w 4089400"/>
              <a:gd name="connsiteY106" fmla="*/ 2421467 h 2870200"/>
              <a:gd name="connsiteX107" fmla="*/ 2286000 w 4089400"/>
              <a:gd name="connsiteY107" fmla="*/ 1718734 h 2870200"/>
              <a:gd name="connsiteX108" fmla="*/ 2311400 w 4089400"/>
              <a:gd name="connsiteY108" fmla="*/ 1811867 h 2870200"/>
              <a:gd name="connsiteX109" fmla="*/ 2336800 w 4089400"/>
              <a:gd name="connsiteY109" fmla="*/ 1871134 h 2870200"/>
              <a:gd name="connsiteX110" fmla="*/ 2362200 w 4089400"/>
              <a:gd name="connsiteY110" fmla="*/ 1938867 h 2870200"/>
              <a:gd name="connsiteX111" fmla="*/ 2370666 w 4089400"/>
              <a:gd name="connsiteY111" fmla="*/ 1972734 h 2870200"/>
              <a:gd name="connsiteX112" fmla="*/ 2379133 w 4089400"/>
              <a:gd name="connsiteY112" fmla="*/ 1574800 h 2870200"/>
              <a:gd name="connsiteX113" fmla="*/ 2404533 w 4089400"/>
              <a:gd name="connsiteY113" fmla="*/ 1236134 h 2870200"/>
              <a:gd name="connsiteX114" fmla="*/ 2421466 w 4089400"/>
              <a:gd name="connsiteY114" fmla="*/ 1092200 h 2870200"/>
              <a:gd name="connsiteX115" fmla="*/ 2429933 w 4089400"/>
              <a:gd name="connsiteY115" fmla="*/ 1066800 h 2870200"/>
              <a:gd name="connsiteX116" fmla="*/ 2438400 w 4089400"/>
              <a:gd name="connsiteY116" fmla="*/ 1092200 h 2870200"/>
              <a:gd name="connsiteX117" fmla="*/ 2455333 w 4089400"/>
              <a:gd name="connsiteY117" fmla="*/ 1117600 h 2870200"/>
              <a:gd name="connsiteX118" fmla="*/ 2463800 w 4089400"/>
              <a:gd name="connsiteY118" fmla="*/ 1227667 h 2870200"/>
              <a:gd name="connsiteX119" fmla="*/ 2489200 w 4089400"/>
              <a:gd name="connsiteY119" fmla="*/ 753534 h 2870200"/>
              <a:gd name="connsiteX120" fmla="*/ 2506133 w 4089400"/>
              <a:gd name="connsiteY120" fmla="*/ 685800 h 2870200"/>
              <a:gd name="connsiteX121" fmla="*/ 2514600 w 4089400"/>
              <a:gd name="connsiteY121" fmla="*/ 609600 h 2870200"/>
              <a:gd name="connsiteX122" fmla="*/ 2523066 w 4089400"/>
              <a:gd name="connsiteY122" fmla="*/ 558800 h 2870200"/>
              <a:gd name="connsiteX123" fmla="*/ 2540000 w 4089400"/>
              <a:gd name="connsiteY123" fmla="*/ 584200 h 2870200"/>
              <a:gd name="connsiteX124" fmla="*/ 2548466 w 4089400"/>
              <a:gd name="connsiteY124" fmla="*/ 778934 h 2870200"/>
              <a:gd name="connsiteX125" fmla="*/ 2590800 w 4089400"/>
              <a:gd name="connsiteY125" fmla="*/ 914400 h 2870200"/>
              <a:gd name="connsiteX126" fmla="*/ 2607733 w 4089400"/>
              <a:gd name="connsiteY126" fmla="*/ 973667 h 2870200"/>
              <a:gd name="connsiteX127" fmla="*/ 2624666 w 4089400"/>
              <a:gd name="connsiteY127" fmla="*/ 812800 h 2870200"/>
              <a:gd name="connsiteX128" fmla="*/ 2641600 w 4089400"/>
              <a:gd name="connsiteY128" fmla="*/ 694267 h 2870200"/>
              <a:gd name="connsiteX129" fmla="*/ 2667000 w 4089400"/>
              <a:gd name="connsiteY129" fmla="*/ 558800 h 2870200"/>
              <a:gd name="connsiteX130" fmla="*/ 2692400 w 4089400"/>
              <a:gd name="connsiteY130" fmla="*/ 321734 h 2870200"/>
              <a:gd name="connsiteX131" fmla="*/ 2709333 w 4089400"/>
              <a:gd name="connsiteY131" fmla="*/ 1058334 h 2870200"/>
              <a:gd name="connsiteX132" fmla="*/ 2735730 w 4089400"/>
              <a:gd name="connsiteY132" fmla="*/ 1023969 h 2870200"/>
              <a:gd name="connsiteX133" fmla="*/ 2785533 w 4089400"/>
              <a:gd name="connsiteY133" fmla="*/ 905934 h 2870200"/>
              <a:gd name="connsiteX134" fmla="*/ 2819400 w 4089400"/>
              <a:gd name="connsiteY134" fmla="*/ 855134 h 2870200"/>
              <a:gd name="connsiteX135" fmla="*/ 2844800 w 4089400"/>
              <a:gd name="connsiteY135" fmla="*/ 1422400 h 2870200"/>
              <a:gd name="connsiteX136" fmla="*/ 2853266 w 4089400"/>
              <a:gd name="connsiteY136" fmla="*/ 1388534 h 2870200"/>
              <a:gd name="connsiteX137" fmla="*/ 2870200 w 4089400"/>
              <a:gd name="connsiteY137" fmla="*/ 1363134 h 2870200"/>
              <a:gd name="connsiteX138" fmla="*/ 2895600 w 4089400"/>
              <a:gd name="connsiteY138" fmla="*/ 1278467 h 2870200"/>
              <a:gd name="connsiteX139" fmla="*/ 2912533 w 4089400"/>
              <a:gd name="connsiteY139" fmla="*/ 1320800 h 2870200"/>
              <a:gd name="connsiteX140" fmla="*/ 2929466 w 4089400"/>
              <a:gd name="connsiteY140" fmla="*/ 1388534 h 2870200"/>
              <a:gd name="connsiteX141" fmla="*/ 2946400 w 4089400"/>
              <a:gd name="connsiteY141" fmla="*/ 1422400 h 2870200"/>
              <a:gd name="connsiteX142" fmla="*/ 2988733 w 4089400"/>
              <a:gd name="connsiteY142" fmla="*/ 1540934 h 2870200"/>
              <a:gd name="connsiteX143" fmla="*/ 3005666 w 4089400"/>
              <a:gd name="connsiteY143" fmla="*/ 1566334 h 2870200"/>
              <a:gd name="connsiteX144" fmla="*/ 3039533 w 4089400"/>
              <a:gd name="connsiteY144" fmla="*/ 1718734 h 2870200"/>
              <a:gd name="connsiteX145" fmla="*/ 3064933 w 4089400"/>
              <a:gd name="connsiteY145" fmla="*/ 1761067 h 2870200"/>
              <a:gd name="connsiteX146" fmla="*/ 3098800 w 4089400"/>
              <a:gd name="connsiteY146" fmla="*/ 1879600 h 2870200"/>
              <a:gd name="connsiteX147" fmla="*/ 3090333 w 4089400"/>
              <a:gd name="connsiteY147" fmla="*/ 1913467 h 2870200"/>
              <a:gd name="connsiteX148" fmla="*/ 3102783 w 4089400"/>
              <a:gd name="connsiteY148" fmla="*/ 1901016 h 2870200"/>
              <a:gd name="connsiteX149" fmla="*/ 3081866 w 4089400"/>
              <a:gd name="connsiteY149" fmla="*/ 1888067 h 2870200"/>
              <a:gd name="connsiteX150" fmla="*/ 3107266 w 4089400"/>
              <a:gd name="connsiteY150" fmla="*/ 1871134 h 2870200"/>
              <a:gd name="connsiteX151" fmla="*/ 3115733 w 4089400"/>
              <a:gd name="connsiteY151" fmla="*/ 1769534 h 2870200"/>
              <a:gd name="connsiteX152" fmla="*/ 3132666 w 4089400"/>
              <a:gd name="connsiteY152" fmla="*/ 1710267 h 2870200"/>
              <a:gd name="connsiteX153" fmla="*/ 3141133 w 4089400"/>
              <a:gd name="connsiteY153" fmla="*/ 1684867 h 2870200"/>
              <a:gd name="connsiteX154" fmla="*/ 3166533 w 4089400"/>
              <a:gd name="connsiteY154" fmla="*/ 1676400 h 2870200"/>
              <a:gd name="connsiteX155" fmla="*/ 3175000 w 4089400"/>
              <a:gd name="connsiteY155" fmla="*/ 2006600 h 2870200"/>
              <a:gd name="connsiteX156" fmla="*/ 3183466 w 4089400"/>
              <a:gd name="connsiteY156" fmla="*/ 2048934 h 2870200"/>
              <a:gd name="connsiteX157" fmla="*/ 3191933 w 4089400"/>
              <a:gd name="connsiteY157" fmla="*/ 2099734 h 2870200"/>
              <a:gd name="connsiteX158" fmla="*/ 3208866 w 4089400"/>
              <a:gd name="connsiteY158" fmla="*/ 2048934 h 2870200"/>
              <a:gd name="connsiteX159" fmla="*/ 3217333 w 4089400"/>
              <a:gd name="connsiteY159" fmla="*/ 1998134 h 2870200"/>
              <a:gd name="connsiteX160" fmla="*/ 3251200 w 4089400"/>
              <a:gd name="connsiteY160" fmla="*/ 2353734 h 2870200"/>
              <a:gd name="connsiteX161" fmla="*/ 3276600 w 4089400"/>
              <a:gd name="connsiteY161" fmla="*/ 2387600 h 2870200"/>
              <a:gd name="connsiteX162" fmla="*/ 3285066 w 4089400"/>
              <a:gd name="connsiteY162" fmla="*/ 2497667 h 2870200"/>
              <a:gd name="connsiteX163" fmla="*/ 3302000 w 4089400"/>
              <a:gd name="connsiteY163" fmla="*/ 2531534 h 2870200"/>
              <a:gd name="connsiteX164" fmla="*/ 3318933 w 4089400"/>
              <a:gd name="connsiteY164" fmla="*/ 2599267 h 2870200"/>
              <a:gd name="connsiteX165" fmla="*/ 3344333 w 4089400"/>
              <a:gd name="connsiteY165" fmla="*/ 2667000 h 2870200"/>
              <a:gd name="connsiteX166" fmla="*/ 3386666 w 4089400"/>
              <a:gd name="connsiteY166" fmla="*/ 2810934 h 2870200"/>
              <a:gd name="connsiteX167" fmla="*/ 3412066 w 4089400"/>
              <a:gd name="connsiteY167" fmla="*/ 2870200 h 2870200"/>
              <a:gd name="connsiteX168" fmla="*/ 3437466 w 4089400"/>
              <a:gd name="connsiteY168" fmla="*/ 1828800 h 2870200"/>
              <a:gd name="connsiteX169" fmla="*/ 3436968 w 4089400"/>
              <a:gd name="connsiteY169" fmla="*/ 2090271 h 2870200"/>
              <a:gd name="connsiteX170" fmla="*/ 3462866 w 4089400"/>
              <a:gd name="connsiteY170" fmla="*/ 1735667 h 2870200"/>
              <a:gd name="connsiteX171" fmla="*/ 3488266 w 4089400"/>
              <a:gd name="connsiteY171" fmla="*/ 1651000 h 2870200"/>
              <a:gd name="connsiteX172" fmla="*/ 3496733 w 4089400"/>
              <a:gd name="connsiteY172" fmla="*/ 1701800 h 2870200"/>
              <a:gd name="connsiteX173" fmla="*/ 3500717 w 4089400"/>
              <a:gd name="connsiteY173" fmla="*/ 1875118 h 2870200"/>
              <a:gd name="connsiteX174" fmla="*/ 3522133 w 4089400"/>
              <a:gd name="connsiteY174" fmla="*/ 1752600 h 2870200"/>
              <a:gd name="connsiteX175" fmla="*/ 3530600 w 4089400"/>
              <a:gd name="connsiteY175" fmla="*/ 1693334 h 2870200"/>
              <a:gd name="connsiteX176" fmla="*/ 3572933 w 4089400"/>
              <a:gd name="connsiteY176" fmla="*/ 1608667 h 2870200"/>
              <a:gd name="connsiteX177" fmla="*/ 3589866 w 4089400"/>
              <a:gd name="connsiteY177" fmla="*/ 1566334 h 2870200"/>
              <a:gd name="connsiteX178" fmla="*/ 3632200 w 4089400"/>
              <a:gd name="connsiteY178" fmla="*/ 1464734 h 2870200"/>
              <a:gd name="connsiteX179" fmla="*/ 3636184 w 4089400"/>
              <a:gd name="connsiteY179" fmla="*/ 1373094 h 2870200"/>
              <a:gd name="connsiteX180" fmla="*/ 3657600 w 4089400"/>
              <a:gd name="connsiteY180" fmla="*/ 1363134 h 2870200"/>
              <a:gd name="connsiteX181" fmla="*/ 3674533 w 4089400"/>
              <a:gd name="connsiteY181" fmla="*/ 1320800 h 2870200"/>
              <a:gd name="connsiteX182" fmla="*/ 3669553 w 4089400"/>
              <a:gd name="connsiteY182" fmla="*/ 1151964 h 2870200"/>
              <a:gd name="connsiteX183" fmla="*/ 3716866 w 4089400"/>
              <a:gd name="connsiteY183" fmla="*/ 1227667 h 2870200"/>
              <a:gd name="connsiteX184" fmla="*/ 3725333 w 4089400"/>
              <a:gd name="connsiteY184" fmla="*/ 1176867 h 2870200"/>
              <a:gd name="connsiteX185" fmla="*/ 3742266 w 4089400"/>
              <a:gd name="connsiteY185" fmla="*/ 1126067 h 2870200"/>
              <a:gd name="connsiteX186" fmla="*/ 3750733 w 4089400"/>
              <a:gd name="connsiteY186" fmla="*/ 1058334 h 2870200"/>
              <a:gd name="connsiteX187" fmla="*/ 3759200 w 4089400"/>
              <a:gd name="connsiteY187" fmla="*/ 1270000 h 2870200"/>
              <a:gd name="connsiteX188" fmla="*/ 3788048 w 4089400"/>
              <a:gd name="connsiteY188" fmla="*/ 678606 h 2870200"/>
              <a:gd name="connsiteX189" fmla="*/ 3793066 w 4089400"/>
              <a:gd name="connsiteY189" fmla="*/ 558800 h 2870200"/>
              <a:gd name="connsiteX190" fmla="*/ 3810000 w 4089400"/>
              <a:gd name="connsiteY190" fmla="*/ 482600 h 2870200"/>
              <a:gd name="connsiteX191" fmla="*/ 3818466 w 4089400"/>
              <a:gd name="connsiteY191" fmla="*/ 533400 h 2870200"/>
              <a:gd name="connsiteX192" fmla="*/ 3835400 w 4089400"/>
              <a:gd name="connsiteY192" fmla="*/ 660400 h 2870200"/>
              <a:gd name="connsiteX193" fmla="*/ 3843866 w 4089400"/>
              <a:gd name="connsiteY193" fmla="*/ 702734 h 2870200"/>
              <a:gd name="connsiteX194" fmla="*/ 3860800 w 4089400"/>
              <a:gd name="connsiteY194" fmla="*/ 736600 h 2870200"/>
              <a:gd name="connsiteX195" fmla="*/ 3877733 w 4089400"/>
              <a:gd name="connsiteY195" fmla="*/ 702734 h 2870200"/>
              <a:gd name="connsiteX196" fmla="*/ 3937000 w 4089400"/>
              <a:gd name="connsiteY196" fmla="*/ 482600 h 2870200"/>
              <a:gd name="connsiteX197" fmla="*/ 3953933 w 4089400"/>
              <a:gd name="connsiteY197" fmla="*/ 457200 h 2870200"/>
              <a:gd name="connsiteX198" fmla="*/ 3979333 w 4089400"/>
              <a:gd name="connsiteY198" fmla="*/ 177800 h 2870200"/>
              <a:gd name="connsiteX199" fmla="*/ 4004733 w 4089400"/>
              <a:gd name="connsiteY199" fmla="*/ 135467 h 2870200"/>
              <a:gd name="connsiteX200" fmla="*/ 4013200 w 4089400"/>
              <a:gd name="connsiteY200" fmla="*/ 101600 h 2870200"/>
              <a:gd name="connsiteX201" fmla="*/ 4021666 w 4089400"/>
              <a:gd name="connsiteY201" fmla="*/ 76200 h 2870200"/>
              <a:gd name="connsiteX202" fmla="*/ 4030133 w 4089400"/>
              <a:gd name="connsiteY202" fmla="*/ 110067 h 2870200"/>
              <a:gd name="connsiteX203" fmla="*/ 4047066 w 4089400"/>
              <a:gd name="connsiteY203" fmla="*/ 160867 h 2870200"/>
              <a:gd name="connsiteX204" fmla="*/ 4089400 w 4089400"/>
              <a:gd name="connsiteY204" fmla="*/ 0 h 2870200"/>
              <a:gd name="connsiteX0" fmla="*/ 0 w 4089400"/>
              <a:gd name="connsiteY0" fmla="*/ 702734 h 2870200"/>
              <a:gd name="connsiteX1" fmla="*/ 8466 w 4089400"/>
              <a:gd name="connsiteY1" fmla="*/ 643467 h 2870200"/>
              <a:gd name="connsiteX2" fmla="*/ 42333 w 4089400"/>
              <a:gd name="connsiteY2" fmla="*/ 567267 h 2870200"/>
              <a:gd name="connsiteX3" fmla="*/ 36774 w 4089400"/>
              <a:gd name="connsiteY3" fmla="*/ 828517 h 2870200"/>
              <a:gd name="connsiteX4" fmla="*/ 32533 w 4089400"/>
              <a:gd name="connsiteY4" fmla="*/ 1083293 h 2870200"/>
              <a:gd name="connsiteX5" fmla="*/ 30266 w 4089400"/>
              <a:gd name="connsiteY5" fmla="*/ 1212385 h 2870200"/>
              <a:gd name="connsiteX6" fmla="*/ 44857 w 4089400"/>
              <a:gd name="connsiteY6" fmla="*/ 1401791 h 2870200"/>
              <a:gd name="connsiteX7" fmla="*/ 87319 w 4089400"/>
              <a:gd name="connsiteY7" fmla="*/ 1209517 h 2870200"/>
              <a:gd name="connsiteX8" fmla="*/ 110066 w 4089400"/>
              <a:gd name="connsiteY8" fmla="*/ 1100667 h 2870200"/>
              <a:gd name="connsiteX9" fmla="*/ 143933 w 4089400"/>
              <a:gd name="connsiteY9" fmla="*/ 999067 h 2870200"/>
              <a:gd name="connsiteX10" fmla="*/ 160866 w 4089400"/>
              <a:gd name="connsiteY10" fmla="*/ 948267 h 2870200"/>
              <a:gd name="connsiteX11" fmla="*/ 177800 w 4089400"/>
              <a:gd name="connsiteY11" fmla="*/ 1134534 h 2870200"/>
              <a:gd name="connsiteX12" fmla="*/ 194733 w 4089400"/>
              <a:gd name="connsiteY12" fmla="*/ 1464734 h 2870200"/>
              <a:gd name="connsiteX13" fmla="*/ 254000 w 4089400"/>
              <a:gd name="connsiteY13" fmla="*/ 1363134 h 2870200"/>
              <a:gd name="connsiteX14" fmla="*/ 279400 w 4089400"/>
              <a:gd name="connsiteY14" fmla="*/ 1371600 h 2870200"/>
              <a:gd name="connsiteX15" fmla="*/ 287866 w 4089400"/>
              <a:gd name="connsiteY15" fmla="*/ 2243667 h 2870200"/>
              <a:gd name="connsiteX16" fmla="*/ 313266 w 4089400"/>
              <a:gd name="connsiteY16" fmla="*/ 2201334 h 2870200"/>
              <a:gd name="connsiteX17" fmla="*/ 321733 w 4089400"/>
              <a:gd name="connsiteY17" fmla="*/ 2150534 h 2870200"/>
              <a:gd name="connsiteX18" fmla="*/ 346635 w 4089400"/>
              <a:gd name="connsiteY18" fmla="*/ 2376146 h 2870200"/>
              <a:gd name="connsiteX19" fmla="*/ 364066 w 4089400"/>
              <a:gd name="connsiteY19" fmla="*/ 2082800 h 2870200"/>
              <a:gd name="connsiteX20" fmla="*/ 389965 w 4089400"/>
              <a:gd name="connsiteY20" fmla="*/ 1792444 h 2870200"/>
              <a:gd name="connsiteX21" fmla="*/ 397933 w 4089400"/>
              <a:gd name="connsiteY21" fmla="*/ 2032000 h 2870200"/>
              <a:gd name="connsiteX22" fmla="*/ 423333 w 4089400"/>
              <a:gd name="connsiteY22" fmla="*/ 1998134 h 2870200"/>
              <a:gd name="connsiteX23" fmla="*/ 440266 w 4089400"/>
              <a:gd name="connsiteY23" fmla="*/ 1752600 h 2870200"/>
              <a:gd name="connsiteX24" fmla="*/ 465666 w 4089400"/>
              <a:gd name="connsiteY24" fmla="*/ 1651000 h 2870200"/>
              <a:gd name="connsiteX25" fmla="*/ 491066 w 4089400"/>
              <a:gd name="connsiteY25" fmla="*/ 1710267 h 2870200"/>
              <a:gd name="connsiteX26" fmla="*/ 499533 w 4089400"/>
              <a:gd name="connsiteY26" fmla="*/ 1851666 h 2870200"/>
              <a:gd name="connsiteX27" fmla="*/ 533400 w 4089400"/>
              <a:gd name="connsiteY27" fmla="*/ 1820334 h 2870200"/>
              <a:gd name="connsiteX28" fmla="*/ 558800 w 4089400"/>
              <a:gd name="connsiteY28" fmla="*/ 1938867 h 2870200"/>
              <a:gd name="connsiteX29" fmla="*/ 575733 w 4089400"/>
              <a:gd name="connsiteY29" fmla="*/ 1998134 h 2870200"/>
              <a:gd name="connsiteX30" fmla="*/ 592666 w 4089400"/>
              <a:gd name="connsiteY30" fmla="*/ 2023534 h 2870200"/>
              <a:gd name="connsiteX31" fmla="*/ 618066 w 4089400"/>
              <a:gd name="connsiteY31" fmla="*/ 1786467 h 2870200"/>
              <a:gd name="connsiteX32" fmla="*/ 626533 w 4089400"/>
              <a:gd name="connsiteY32" fmla="*/ 1744134 h 2870200"/>
              <a:gd name="connsiteX33" fmla="*/ 643466 w 4089400"/>
              <a:gd name="connsiteY33" fmla="*/ 1718734 h 2870200"/>
              <a:gd name="connsiteX34" fmla="*/ 660400 w 4089400"/>
              <a:gd name="connsiteY34" fmla="*/ 1617134 h 2870200"/>
              <a:gd name="connsiteX35" fmla="*/ 677333 w 4089400"/>
              <a:gd name="connsiteY35" fmla="*/ 1557867 h 2870200"/>
              <a:gd name="connsiteX36" fmla="*/ 685800 w 4089400"/>
              <a:gd name="connsiteY36" fmla="*/ 1524000 h 2870200"/>
              <a:gd name="connsiteX37" fmla="*/ 702733 w 4089400"/>
              <a:gd name="connsiteY37" fmla="*/ 1312334 h 2870200"/>
              <a:gd name="connsiteX38" fmla="*/ 719666 w 4089400"/>
              <a:gd name="connsiteY38" fmla="*/ 1380067 h 2870200"/>
              <a:gd name="connsiteX39" fmla="*/ 736600 w 4089400"/>
              <a:gd name="connsiteY39" fmla="*/ 1532467 h 2870200"/>
              <a:gd name="connsiteX40" fmla="*/ 753533 w 4089400"/>
              <a:gd name="connsiteY40" fmla="*/ 1566334 h 2870200"/>
              <a:gd name="connsiteX41" fmla="*/ 778933 w 4089400"/>
              <a:gd name="connsiteY41" fmla="*/ 1456267 h 2870200"/>
              <a:gd name="connsiteX42" fmla="*/ 795866 w 4089400"/>
              <a:gd name="connsiteY42" fmla="*/ 1430867 h 2870200"/>
              <a:gd name="connsiteX43" fmla="*/ 829733 w 4089400"/>
              <a:gd name="connsiteY43" fmla="*/ 1388534 h 2870200"/>
              <a:gd name="connsiteX44" fmla="*/ 838200 w 4089400"/>
              <a:gd name="connsiteY44" fmla="*/ 1498600 h 2870200"/>
              <a:gd name="connsiteX45" fmla="*/ 863600 w 4089400"/>
              <a:gd name="connsiteY45" fmla="*/ 1811867 h 2870200"/>
              <a:gd name="connsiteX46" fmla="*/ 872066 w 4089400"/>
              <a:gd name="connsiteY46" fmla="*/ 1642534 h 2870200"/>
              <a:gd name="connsiteX47" fmla="*/ 897466 w 4089400"/>
              <a:gd name="connsiteY47" fmla="*/ 1583267 h 2870200"/>
              <a:gd name="connsiteX48" fmla="*/ 905933 w 4089400"/>
              <a:gd name="connsiteY48" fmla="*/ 1557867 h 2870200"/>
              <a:gd name="connsiteX49" fmla="*/ 914400 w 4089400"/>
              <a:gd name="connsiteY49" fmla="*/ 2006600 h 2870200"/>
              <a:gd name="connsiteX50" fmla="*/ 939800 w 4089400"/>
              <a:gd name="connsiteY50" fmla="*/ 2116667 h 2870200"/>
              <a:gd name="connsiteX51" fmla="*/ 948266 w 4089400"/>
              <a:gd name="connsiteY51" fmla="*/ 1948424 h 2870200"/>
              <a:gd name="connsiteX52" fmla="*/ 965200 w 4089400"/>
              <a:gd name="connsiteY52" fmla="*/ 1794934 h 2870200"/>
              <a:gd name="connsiteX53" fmla="*/ 973666 w 4089400"/>
              <a:gd name="connsiteY53" fmla="*/ 1761067 h 2870200"/>
              <a:gd name="connsiteX54" fmla="*/ 990600 w 4089400"/>
              <a:gd name="connsiteY54" fmla="*/ 1871134 h 2870200"/>
              <a:gd name="connsiteX55" fmla="*/ 1007533 w 4089400"/>
              <a:gd name="connsiteY55" fmla="*/ 1947334 h 2870200"/>
              <a:gd name="connsiteX56" fmla="*/ 1024466 w 4089400"/>
              <a:gd name="connsiteY56" fmla="*/ 2040467 h 2870200"/>
              <a:gd name="connsiteX57" fmla="*/ 1049866 w 4089400"/>
              <a:gd name="connsiteY57" fmla="*/ 2108200 h 2870200"/>
              <a:gd name="connsiteX58" fmla="*/ 1058333 w 4089400"/>
              <a:gd name="connsiteY58" fmla="*/ 2150534 h 2870200"/>
              <a:gd name="connsiteX59" fmla="*/ 1100666 w 4089400"/>
              <a:gd name="connsiteY59" fmla="*/ 2209800 h 2870200"/>
              <a:gd name="connsiteX60" fmla="*/ 1109133 w 4089400"/>
              <a:gd name="connsiteY60" fmla="*/ 2108200 h 2870200"/>
              <a:gd name="connsiteX61" fmla="*/ 1159933 w 4089400"/>
              <a:gd name="connsiteY61" fmla="*/ 1989667 h 2870200"/>
              <a:gd name="connsiteX62" fmla="*/ 1210733 w 4089400"/>
              <a:gd name="connsiteY62" fmla="*/ 1913467 h 2870200"/>
              <a:gd name="connsiteX63" fmla="*/ 1219200 w 4089400"/>
              <a:gd name="connsiteY63" fmla="*/ 2167467 h 2870200"/>
              <a:gd name="connsiteX64" fmla="*/ 1236133 w 4089400"/>
              <a:gd name="connsiteY64" fmla="*/ 2082800 h 2870200"/>
              <a:gd name="connsiteX65" fmla="*/ 1244600 w 4089400"/>
              <a:gd name="connsiteY65" fmla="*/ 2015067 h 2870200"/>
              <a:gd name="connsiteX66" fmla="*/ 1286933 w 4089400"/>
              <a:gd name="connsiteY66" fmla="*/ 1854200 h 2870200"/>
              <a:gd name="connsiteX67" fmla="*/ 1295400 w 4089400"/>
              <a:gd name="connsiteY67" fmla="*/ 1803400 h 2870200"/>
              <a:gd name="connsiteX68" fmla="*/ 1320800 w 4089400"/>
              <a:gd name="connsiteY68" fmla="*/ 1701800 h 2870200"/>
              <a:gd name="connsiteX69" fmla="*/ 1346200 w 4089400"/>
              <a:gd name="connsiteY69" fmla="*/ 1718734 h 2870200"/>
              <a:gd name="connsiteX70" fmla="*/ 1354666 w 4089400"/>
              <a:gd name="connsiteY70" fmla="*/ 1744134 h 2870200"/>
              <a:gd name="connsiteX71" fmla="*/ 1380066 w 4089400"/>
              <a:gd name="connsiteY71" fmla="*/ 1828800 h 2870200"/>
              <a:gd name="connsiteX72" fmla="*/ 1397000 w 4089400"/>
              <a:gd name="connsiteY72" fmla="*/ 1879600 h 2870200"/>
              <a:gd name="connsiteX73" fmla="*/ 1405466 w 4089400"/>
              <a:gd name="connsiteY73" fmla="*/ 1913467 h 2870200"/>
              <a:gd name="connsiteX74" fmla="*/ 1430866 w 4089400"/>
              <a:gd name="connsiteY74" fmla="*/ 1947334 h 2870200"/>
              <a:gd name="connsiteX75" fmla="*/ 1447800 w 4089400"/>
              <a:gd name="connsiteY75" fmla="*/ 1938867 h 2870200"/>
              <a:gd name="connsiteX76" fmla="*/ 1490133 w 4089400"/>
              <a:gd name="connsiteY76" fmla="*/ 1803400 h 2870200"/>
              <a:gd name="connsiteX77" fmla="*/ 1549400 w 4089400"/>
              <a:gd name="connsiteY77" fmla="*/ 1651000 h 2870200"/>
              <a:gd name="connsiteX78" fmla="*/ 1557866 w 4089400"/>
              <a:gd name="connsiteY78" fmla="*/ 1591734 h 2870200"/>
              <a:gd name="connsiteX79" fmla="*/ 1574800 w 4089400"/>
              <a:gd name="connsiteY79" fmla="*/ 1566334 h 2870200"/>
              <a:gd name="connsiteX80" fmla="*/ 1583266 w 4089400"/>
              <a:gd name="connsiteY80" fmla="*/ 1524000 h 2870200"/>
              <a:gd name="connsiteX81" fmla="*/ 1591733 w 4089400"/>
              <a:gd name="connsiteY81" fmla="*/ 1498600 h 2870200"/>
              <a:gd name="connsiteX82" fmla="*/ 1608666 w 4089400"/>
              <a:gd name="connsiteY82" fmla="*/ 1524000 h 2870200"/>
              <a:gd name="connsiteX83" fmla="*/ 1634066 w 4089400"/>
              <a:gd name="connsiteY83" fmla="*/ 1490134 h 2870200"/>
              <a:gd name="connsiteX84" fmla="*/ 1659466 w 4089400"/>
              <a:gd name="connsiteY84" fmla="*/ 1388534 h 2870200"/>
              <a:gd name="connsiteX85" fmla="*/ 1718733 w 4089400"/>
              <a:gd name="connsiteY85" fmla="*/ 1286934 h 2870200"/>
              <a:gd name="connsiteX86" fmla="*/ 1769533 w 4089400"/>
              <a:gd name="connsiteY86" fmla="*/ 1176867 h 2870200"/>
              <a:gd name="connsiteX87" fmla="*/ 1794933 w 4089400"/>
              <a:gd name="connsiteY87" fmla="*/ 1202267 h 2870200"/>
              <a:gd name="connsiteX88" fmla="*/ 1803400 w 4089400"/>
              <a:gd name="connsiteY88" fmla="*/ 1227667 h 2870200"/>
              <a:gd name="connsiteX89" fmla="*/ 1820333 w 4089400"/>
              <a:gd name="connsiteY89" fmla="*/ 1261534 h 2870200"/>
              <a:gd name="connsiteX90" fmla="*/ 1862666 w 4089400"/>
              <a:gd name="connsiteY90" fmla="*/ 1422400 h 2870200"/>
              <a:gd name="connsiteX91" fmla="*/ 1913466 w 4089400"/>
              <a:gd name="connsiteY91" fmla="*/ 1600200 h 2870200"/>
              <a:gd name="connsiteX92" fmla="*/ 1964266 w 4089400"/>
              <a:gd name="connsiteY92" fmla="*/ 1744134 h 2870200"/>
              <a:gd name="connsiteX93" fmla="*/ 1981200 w 4089400"/>
              <a:gd name="connsiteY93" fmla="*/ 1498600 h 2870200"/>
              <a:gd name="connsiteX94" fmla="*/ 1998133 w 4089400"/>
              <a:gd name="connsiteY94" fmla="*/ 1464734 h 2870200"/>
              <a:gd name="connsiteX95" fmla="*/ 2006600 w 4089400"/>
              <a:gd name="connsiteY95" fmla="*/ 1439334 h 2870200"/>
              <a:gd name="connsiteX96" fmla="*/ 2057400 w 4089400"/>
              <a:gd name="connsiteY96" fmla="*/ 2032000 h 2870200"/>
              <a:gd name="connsiteX97" fmla="*/ 2065866 w 4089400"/>
              <a:gd name="connsiteY97" fmla="*/ 2150534 h 2870200"/>
              <a:gd name="connsiteX98" fmla="*/ 2074333 w 4089400"/>
              <a:gd name="connsiteY98" fmla="*/ 2489200 h 2870200"/>
              <a:gd name="connsiteX99" fmla="*/ 2108200 w 4089400"/>
              <a:gd name="connsiteY99" fmla="*/ 2421467 h 2870200"/>
              <a:gd name="connsiteX100" fmla="*/ 2150533 w 4089400"/>
              <a:gd name="connsiteY100" fmla="*/ 2319867 h 2870200"/>
              <a:gd name="connsiteX101" fmla="*/ 2175933 w 4089400"/>
              <a:gd name="connsiteY101" fmla="*/ 2286000 h 2870200"/>
              <a:gd name="connsiteX102" fmla="*/ 2209800 w 4089400"/>
              <a:gd name="connsiteY102" fmla="*/ 2235200 h 2870200"/>
              <a:gd name="connsiteX103" fmla="*/ 2226733 w 4089400"/>
              <a:gd name="connsiteY103" fmla="*/ 2514600 h 2870200"/>
              <a:gd name="connsiteX104" fmla="*/ 2252133 w 4089400"/>
              <a:gd name="connsiteY104" fmla="*/ 2565400 h 2870200"/>
              <a:gd name="connsiteX105" fmla="*/ 2260600 w 4089400"/>
              <a:gd name="connsiteY105" fmla="*/ 2489200 h 2870200"/>
              <a:gd name="connsiteX106" fmla="*/ 2277533 w 4089400"/>
              <a:gd name="connsiteY106" fmla="*/ 2421467 h 2870200"/>
              <a:gd name="connsiteX107" fmla="*/ 2286000 w 4089400"/>
              <a:gd name="connsiteY107" fmla="*/ 1718734 h 2870200"/>
              <a:gd name="connsiteX108" fmla="*/ 2311400 w 4089400"/>
              <a:gd name="connsiteY108" fmla="*/ 1811867 h 2870200"/>
              <a:gd name="connsiteX109" fmla="*/ 2336800 w 4089400"/>
              <a:gd name="connsiteY109" fmla="*/ 1871134 h 2870200"/>
              <a:gd name="connsiteX110" fmla="*/ 2362200 w 4089400"/>
              <a:gd name="connsiteY110" fmla="*/ 1938867 h 2870200"/>
              <a:gd name="connsiteX111" fmla="*/ 2370666 w 4089400"/>
              <a:gd name="connsiteY111" fmla="*/ 1972734 h 2870200"/>
              <a:gd name="connsiteX112" fmla="*/ 2379133 w 4089400"/>
              <a:gd name="connsiteY112" fmla="*/ 1574800 h 2870200"/>
              <a:gd name="connsiteX113" fmla="*/ 2404533 w 4089400"/>
              <a:gd name="connsiteY113" fmla="*/ 1236134 h 2870200"/>
              <a:gd name="connsiteX114" fmla="*/ 2421466 w 4089400"/>
              <a:gd name="connsiteY114" fmla="*/ 1092200 h 2870200"/>
              <a:gd name="connsiteX115" fmla="*/ 2429933 w 4089400"/>
              <a:gd name="connsiteY115" fmla="*/ 1066800 h 2870200"/>
              <a:gd name="connsiteX116" fmla="*/ 2438400 w 4089400"/>
              <a:gd name="connsiteY116" fmla="*/ 1092200 h 2870200"/>
              <a:gd name="connsiteX117" fmla="*/ 2455333 w 4089400"/>
              <a:gd name="connsiteY117" fmla="*/ 1117600 h 2870200"/>
              <a:gd name="connsiteX118" fmla="*/ 2463800 w 4089400"/>
              <a:gd name="connsiteY118" fmla="*/ 1227667 h 2870200"/>
              <a:gd name="connsiteX119" fmla="*/ 2489200 w 4089400"/>
              <a:gd name="connsiteY119" fmla="*/ 753534 h 2870200"/>
              <a:gd name="connsiteX120" fmla="*/ 2506133 w 4089400"/>
              <a:gd name="connsiteY120" fmla="*/ 685800 h 2870200"/>
              <a:gd name="connsiteX121" fmla="*/ 2514600 w 4089400"/>
              <a:gd name="connsiteY121" fmla="*/ 609600 h 2870200"/>
              <a:gd name="connsiteX122" fmla="*/ 2523066 w 4089400"/>
              <a:gd name="connsiteY122" fmla="*/ 558800 h 2870200"/>
              <a:gd name="connsiteX123" fmla="*/ 2540000 w 4089400"/>
              <a:gd name="connsiteY123" fmla="*/ 584200 h 2870200"/>
              <a:gd name="connsiteX124" fmla="*/ 2548466 w 4089400"/>
              <a:gd name="connsiteY124" fmla="*/ 778934 h 2870200"/>
              <a:gd name="connsiteX125" fmla="*/ 2590800 w 4089400"/>
              <a:gd name="connsiteY125" fmla="*/ 914400 h 2870200"/>
              <a:gd name="connsiteX126" fmla="*/ 2607733 w 4089400"/>
              <a:gd name="connsiteY126" fmla="*/ 973667 h 2870200"/>
              <a:gd name="connsiteX127" fmla="*/ 2624666 w 4089400"/>
              <a:gd name="connsiteY127" fmla="*/ 812800 h 2870200"/>
              <a:gd name="connsiteX128" fmla="*/ 2641600 w 4089400"/>
              <a:gd name="connsiteY128" fmla="*/ 694267 h 2870200"/>
              <a:gd name="connsiteX129" fmla="*/ 2667000 w 4089400"/>
              <a:gd name="connsiteY129" fmla="*/ 558800 h 2870200"/>
              <a:gd name="connsiteX130" fmla="*/ 2692400 w 4089400"/>
              <a:gd name="connsiteY130" fmla="*/ 321734 h 2870200"/>
              <a:gd name="connsiteX131" fmla="*/ 2709333 w 4089400"/>
              <a:gd name="connsiteY131" fmla="*/ 1058334 h 2870200"/>
              <a:gd name="connsiteX132" fmla="*/ 2735730 w 4089400"/>
              <a:gd name="connsiteY132" fmla="*/ 1023969 h 2870200"/>
              <a:gd name="connsiteX133" fmla="*/ 2785533 w 4089400"/>
              <a:gd name="connsiteY133" fmla="*/ 905934 h 2870200"/>
              <a:gd name="connsiteX134" fmla="*/ 2819400 w 4089400"/>
              <a:gd name="connsiteY134" fmla="*/ 855134 h 2870200"/>
              <a:gd name="connsiteX135" fmla="*/ 2844800 w 4089400"/>
              <a:gd name="connsiteY135" fmla="*/ 1422400 h 2870200"/>
              <a:gd name="connsiteX136" fmla="*/ 2853266 w 4089400"/>
              <a:gd name="connsiteY136" fmla="*/ 1388534 h 2870200"/>
              <a:gd name="connsiteX137" fmla="*/ 2870200 w 4089400"/>
              <a:gd name="connsiteY137" fmla="*/ 1363134 h 2870200"/>
              <a:gd name="connsiteX138" fmla="*/ 2895600 w 4089400"/>
              <a:gd name="connsiteY138" fmla="*/ 1278467 h 2870200"/>
              <a:gd name="connsiteX139" fmla="*/ 2912533 w 4089400"/>
              <a:gd name="connsiteY139" fmla="*/ 1320800 h 2870200"/>
              <a:gd name="connsiteX140" fmla="*/ 2929466 w 4089400"/>
              <a:gd name="connsiteY140" fmla="*/ 1388534 h 2870200"/>
              <a:gd name="connsiteX141" fmla="*/ 2946400 w 4089400"/>
              <a:gd name="connsiteY141" fmla="*/ 1422400 h 2870200"/>
              <a:gd name="connsiteX142" fmla="*/ 2988733 w 4089400"/>
              <a:gd name="connsiteY142" fmla="*/ 1540934 h 2870200"/>
              <a:gd name="connsiteX143" fmla="*/ 3005666 w 4089400"/>
              <a:gd name="connsiteY143" fmla="*/ 1566334 h 2870200"/>
              <a:gd name="connsiteX144" fmla="*/ 3039533 w 4089400"/>
              <a:gd name="connsiteY144" fmla="*/ 1718734 h 2870200"/>
              <a:gd name="connsiteX145" fmla="*/ 3064933 w 4089400"/>
              <a:gd name="connsiteY145" fmla="*/ 1761067 h 2870200"/>
              <a:gd name="connsiteX146" fmla="*/ 3098800 w 4089400"/>
              <a:gd name="connsiteY146" fmla="*/ 1879600 h 2870200"/>
              <a:gd name="connsiteX147" fmla="*/ 3090333 w 4089400"/>
              <a:gd name="connsiteY147" fmla="*/ 1913467 h 2870200"/>
              <a:gd name="connsiteX148" fmla="*/ 3102783 w 4089400"/>
              <a:gd name="connsiteY148" fmla="*/ 1901016 h 2870200"/>
              <a:gd name="connsiteX149" fmla="*/ 3081866 w 4089400"/>
              <a:gd name="connsiteY149" fmla="*/ 1888067 h 2870200"/>
              <a:gd name="connsiteX150" fmla="*/ 3107266 w 4089400"/>
              <a:gd name="connsiteY150" fmla="*/ 1871134 h 2870200"/>
              <a:gd name="connsiteX151" fmla="*/ 3115733 w 4089400"/>
              <a:gd name="connsiteY151" fmla="*/ 1769534 h 2870200"/>
              <a:gd name="connsiteX152" fmla="*/ 3132666 w 4089400"/>
              <a:gd name="connsiteY152" fmla="*/ 1710267 h 2870200"/>
              <a:gd name="connsiteX153" fmla="*/ 3141133 w 4089400"/>
              <a:gd name="connsiteY153" fmla="*/ 1684867 h 2870200"/>
              <a:gd name="connsiteX154" fmla="*/ 3166533 w 4089400"/>
              <a:gd name="connsiteY154" fmla="*/ 1676400 h 2870200"/>
              <a:gd name="connsiteX155" fmla="*/ 3175000 w 4089400"/>
              <a:gd name="connsiteY155" fmla="*/ 2006600 h 2870200"/>
              <a:gd name="connsiteX156" fmla="*/ 3183466 w 4089400"/>
              <a:gd name="connsiteY156" fmla="*/ 2048934 h 2870200"/>
              <a:gd name="connsiteX157" fmla="*/ 3191933 w 4089400"/>
              <a:gd name="connsiteY157" fmla="*/ 2099734 h 2870200"/>
              <a:gd name="connsiteX158" fmla="*/ 3208866 w 4089400"/>
              <a:gd name="connsiteY158" fmla="*/ 2048934 h 2870200"/>
              <a:gd name="connsiteX159" fmla="*/ 3217333 w 4089400"/>
              <a:gd name="connsiteY159" fmla="*/ 1998134 h 2870200"/>
              <a:gd name="connsiteX160" fmla="*/ 3251200 w 4089400"/>
              <a:gd name="connsiteY160" fmla="*/ 2353734 h 2870200"/>
              <a:gd name="connsiteX161" fmla="*/ 3276600 w 4089400"/>
              <a:gd name="connsiteY161" fmla="*/ 2387600 h 2870200"/>
              <a:gd name="connsiteX162" fmla="*/ 3285066 w 4089400"/>
              <a:gd name="connsiteY162" fmla="*/ 2497667 h 2870200"/>
              <a:gd name="connsiteX163" fmla="*/ 3302000 w 4089400"/>
              <a:gd name="connsiteY163" fmla="*/ 2531534 h 2870200"/>
              <a:gd name="connsiteX164" fmla="*/ 3318933 w 4089400"/>
              <a:gd name="connsiteY164" fmla="*/ 2599267 h 2870200"/>
              <a:gd name="connsiteX165" fmla="*/ 3344333 w 4089400"/>
              <a:gd name="connsiteY165" fmla="*/ 2667000 h 2870200"/>
              <a:gd name="connsiteX166" fmla="*/ 3386666 w 4089400"/>
              <a:gd name="connsiteY166" fmla="*/ 2810934 h 2870200"/>
              <a:gd name="connsiteX167" fmla="*/ 3412066 w 4089400"/>
              <a:gd name="connsiteY167" fmla="*/ 2870200 h 2870200"/>
              <a:gd name="connsiteX168" fmla="*/ 3437466 w 4089400"/>
              <a:gd name="connsiteY168" fmla="*/ 1828800 h 2870200"/>
              <a:gd name="connsiteX169" fmla="*/ 3436968 w 4089400"/>
              <a:gd name="connsiteY169" fmla="*/ 2090271 h 2870200"/>
              <a:gd name="connsiteX170" fmla="*/ 3462866 w 4089400"/>
              <a:gd name="connsiteY170" fmla="*/ 1735667 h 2870200"/>
              <a:gd name="connsiteX171" fmla="*/ 3488266 w 4089400"/>
              <a:gd name="connsiteY171" fmla="*/ 1651000 h 2870200"/>
              <a:gd name="connsiteX172" fmla="*/ 3496733 w 4089400"/>
              <a:gd name="connsiteY172" fmla="*/ 1701800 h 2870200"/>
              <a:gd name="connsiteX173" fmla="*/ 3500717 w 4089400"/>
              <a:gd name="connsiteY173" fmla="*/ 1875118 h 2870200"/>
              <a:gd name="connsiteX174" fmla="*/ 3522133 w 4089400"/>
              <a:gd name="connsiteY174" fmla="*/ 1752600 h 2870200"/>
              <a:gd name="connsiteX175" fmla="*/ 3530600 w 4089400"/>
              <a:gd name="connsiteY175" fmla="*/ 1693334 h 2870200"/>
              <a:gd name="connsiteX176" fmla="*/ 3572933 w 4089400"/>
              <a:gd name="connsiteY176" fmla="*/ 1608667 h 2870200"/>
              <a:gd name="connsiteX177" fmla="*/ 3589866 w 4089400"/>
              <a:gd name="connsiteY177" fmla="*/ 1566334 h 2870200"/>
              <a:gd name="connsiteX178" fmla="*/ 3632200 w 4089400"/>
              <a:gd name="connsiteY178" fmla="*/ 1464734 h 2870200"/>
              <a:gd name="connsiteX179" fmla="*/ 3636184 w 4089400"/>
              <a:gd name="connsiteY179" fmla="*/ 1373094 h 2870200"/>
              <a:gd name="connsiteX180" fmla="*/ 3657600 w 4089400"/>
              <a:gd name="connsiteY180" fmla="*/ 1363134 h 2870200"/>
              <a:gd name="connsiteX181" fmla="*/ 3674533 w 4089400"/>
              <a:gd name="connsiteY181" fmla="*/ 1320800 h 2870200"/>
              <a:gd name="connsiteX182" fmla="*/ 3669553 w 4089400"/>
              <a:gd name="connsiteY182" fmla="*/ 1151964 h 2870200"/>
              <a:gd name="connsiteX183" fmla="*/ 3716866 w 4089400"/>
              <a:gd name="connsiteY183" fmla="*/ 1227667 h 2870200"/>
              <a:gd name="connsiteX184" fmla="*/ 3725333 w 4089400"/>
              <a:gd name="connsiteY184" fmla="*/ 1176867 h 2870200"/>
              <a:gd name="connsiteX185" fmla="*/ 3742266 w 4089400"/>
              <a:gd name="connsiteY185" fmla="*/ 1126067 h 2870200"/>
              <a:gd name="connsiteX186" fmla="*/ 3750733 w 4089400"/>
              <a:gd name="connsiteY186" fmla="*/ 1058334 h 2870200"/>
              <a:gd name="connsiteX187" fmla="*/ 3759200 w 4089400"/>
              <a:gd name="connsiteY187" fmla="*/ 1270000 h 2870200"/>
              <a:gd name="connsiteX188" fmla="*/ 3788048 w 4089400"/>
              <a:gd name="connsiteY188" fmla="*/ 678606 h 2870200"/>
              <a:gd name="connsiteX189" fmla="*/ 3793066 w 4089400"/>
              <a:gd name="connsiteY189" fmla="*/ 558800 h 2870200"/>
              <a:gd name="connsiteX190" fmla="*/ 3810000 w 4089400"/>
              <a:gd name="connsiteY190" fmla="*/ 482600 h 2870200"/>
              <a:gd name="connsiteX191" fmla="*/ 3818466 w 4089400"/>
              <a:gd name="connsiteY191" fmla="*/ 533400 h 2870200"/>
              <a:gd name="connsiteX192" fmla="*/ 3835400 w 4089400"/>
              <a:gd name="connsiteY192" fmla="*/ 660400 h 2870200"/>
              <a:gd name="connsiteX193" fmla="*/ 3843866 w 4089400"/>
              <a:gd name="connsiteY193" fmla="*/ 702734 h 2870200"/>
              <a:gd name="connsiteX194" fmla="*/ 3860800 w 4089400"/>
              <a:gd name="connsiteY194" fmla="*/ 736600 h 2870200"/>
              <a:gd name="connsiteX195" fmla="*/ 3877733 w 4089400"/>
              <a:gd name="connsiteY195" fmla="*/ 702734 h 2870200"/>
              <a:gd name="connsiteX196" fmla="*/ 3937000 w 4089400"/>
              <a:gd name="connsiteY196" fmla="*/ 482600 h 2870200"/>
              <a:gd name="connsiteX197" fmla="*/ 3953933 w 4089400"/>
              <a:gd name="connsiteY197" fmla="*/ 457200 h 2870200"/>
              <a:gd name="connsiteX198" fmla="*/ 3979333 w 4089400"/>
              <a:gd name="connsiteY198" fmla="*/ 177800 h 2870200"/>
              <a:gd name="connsiteX199" fmla="*/ 4004733 w 4089400"/>
              <a:gd name="connsiteY199" fmla="*/ 135467 h 2870200"/>
              <a:gd name="connsiteX200" fmla="*/ 4013200 w 4089400"/>
              <a:gd name="connsiteY200" fmla="*/ 101600 h 2870200"/>
              <a:gd name="connsiteX201" fmla="*/ 4021666 w 4089400"/>
              <a:gd name="connsiteY201" fmla="*/ 76200 h 2870200"/>
              <a:gd name="connsiteX202" fmla="*/ 4030133 w 4089400"/>
              <a:gd name="connsiteY202" fmla="*/ 110067 h 2870200"/>
              <a:gd name="connsiteX203" fmla="*/ 4047066 w 4089400"/>
              <a:gd name="connsiteY203" fmla="*/ 160867 h 2870200"/>
              <a:gd name="connsiteX204" fmla="*/ 4089400 w 4089400"/>
              <a:gd name="connsiteY204" fmla="*/ 0 h 2870200"/>
              <a:gd name="connsiteX0" fmla="*/ 0 w 4089400"/>
              <a:gd name="connsiteY0" fmla="*/ 702734 h 2870200"/>
              <a:gd name="connsiteX1" fmla="*/ 8466 w 4089400"/>
              <a:gd name="connsiteY1" fmla="*/ 643467 h 2870200"/>
              <a:gd name="connsiteX2" fmla="*/ 28435 w 4089400"/>
              <a:gd name="connsiteY2" fmla="*/ 567267 h 2870200"/>
              <a:gd name="connsiteX3" fmla="*/ 36774 w 4089400"/>
              <a:gd name="connsiteY3" fmla="*/ 828517 h 2870200"/>
              <a:gd name="connsiteX4" fmla="*/ 32533 w 4089400"/>
              <a:gd name="connsiteY4" fmla="*/ 1083293 h 2870200"/>
              <a:gd name="connsiteX5" fmla="*/ 30266 w 4089400"/>
              <a:gd name="connsiteY5" fmla="*/ 1212385 h 2870200"/>
              <a:gd name="connsiteX6" fmla="*/ 44857 w 4089400"/>
              <a:gd name="connsiteY6" fmla="*/ 1401791 h 2870200"/>
              <a:gd name="connsiteX7" fmla="*/ 87319 w 4089400"/>
              <a:gd name="connsiteY7" fmla="*/ 1209517 h 2870200"/>
              <a:gd name="connsiteX8" fmla="*/ 110066 w 4089400"/>
              <a:gd name="connsiteY8" fmla="*/ 1100667 h 2870200"/>
              <a:gd name="connsiteX9" fmla="*/ 143933 w 4089400"/>
              <a:gd name="connsiteY9" fmla="*/ 999067 h 2870200"/>
              <a:gd name="connsiteX10" fmla="*/ 160866 w 4089400"/>
              <a:gd name="connsiteY10" fmla="*/ 948267 h 2870200"/>
              <a:gd name="connsiteX11" fmla="*/ 177800 w 4089400"/>
              <a:gd name="connsiteY11" fmla="*/ 1134534 h 2870200"/>
              <a:gd name="connsiteX12" fmla="*/ 194733 w 4089400"/>
              <a:gd name="connsiteY12" fmla="*/ 1464734 h 2870200"/>
              <a:gd name="connsiteX13" fmla="*/ 254000 w 4089400"/>
              <a:gd name="connsiteY13" fmla="*/ 1363134 h 2870200"/>
              <a:gd name="connsiteX14" fmla="*/ 279400 w 4089400"/>
              <a:gd name="connsiteY14" fmla="*/ 1371600 h 2870200"/>
              <a:gd name="connsiteX15" fmla="*/ 287866 w 4089400"/>
              <a:gd name="connsiteY15" fmla="*/ 2243667 h 2870200"/>
              <a:gd name="connsiteX16" fmla="*/ 313266 w 4089400"/>
              <a:gd name="connsiteY16" fmla="*/ 2201334 h 2870200"/>
              <a:gd name="connsiteX17" fmla="*/ 321733 w 4089400"/>
              <a:gd name="connsiteY17" fmla="*/ 2150534 h 2870200"/>
              <a:gd name="connsiteX18" fmla="*/ 346635 w 4089400"/>
              <a:gd name="connsiteY18" fmla="*/ 2376146 h 2870200"/>
              <a:gd name="connsiteX19" fmla="*/ 364066 w 4089400"/>
              <a:gd name="connsiteY19" fmla="*/ 2082800 h 2870200"/>
              <a:gd name="connsiteX20" fmla="*/ 389965 w 4089400"/>
              <a:gd name="connsiteY20" fmla="*/ 1792444 h 2870200"/>
              <a:gd name="connsiteX21" fmla="*/ 397933 w 4089400"/>
              <a:gd name="connsiteY21" fmla="*/ 2032000 h 2870200"/>
              <a:gd name="connsiteX22" fmla="*/ 423333 w 4089400"/>
              <a:gd name="connsiteY22" fmla="*/ 1998134 h 2870200"/>
              <a:gd name="connsiteX23" fmla="*/ 440266 w 4089400"/>
              <a:gd name="connsiteY23" fmla="*/ 1752600 h 2870200"/>
              <a:gd name="connsiteX24" fmla="*/ 465666 w 4089400"/>
              <a:gd name="connsiteY24" fmla="*/ 1651000 h 2870200"/>
              <a:gd name="connsiteX25" fmla="*/ 491066 w 4089400"/>
              <a:gd name="connsiteY25" fmla="*/ 1710267 h 2870200"/>
              <a:gd name="connsiteX26" fmla="*/ 499533 w 4089400"/>
              <a:gd name="connsiteY26" fmla="*/ 1851666 h 2870200"/>
              <a:gd name="connsiteX27" fmla="*/ 533400 w 4089400"/>
              <a:gd name="connsiteY27" fmla="*/ 1820334 h 2870200"/>
              <a:gd name="connsiteX28" fmla="*/ 558800 w 4089400"/>
              <a:gd name="connsiteY28" fmla="*/ 1938867 h 2870200"/>
              <a:gd name="connsiteX29" fmla="*/ 575733 w 4089400"/>
              <a:gd name="connsiteY29" fmla="*/ 1998134 h 2870200"/>
              <a:gd name="connsiteX30" fmla="*/ 592666 w 4089400"/>
              <a:gd name="connsiteY30" fmla="*/ 2023534 h 2870200"/>
              <a:gd name="connsiteX31" fmla="*/ 618066 w 4089400"/>
              <a:gd name="connsiteY31" fmla="*/ 1786467 h 2870200"/>
              <a:gd name="connsiteX32" fmla="*/ 626533 w 4089400"/>
              <a:gd name="connsiteY32" fmla="*/ 1744134 h 2870200"/>
              <a:gd name="connsiteX33" fmla="*/ 643466 w 4089400"/>
              <a:gd name="connsiteY33" fmla="*/ 1718734 h 2870200"/>
              <a:gd name="connsiteX34" fmla="*/ 660400 w 4089400"/>
              <a:gd name="connsiteY34" fmla="*/ 1617134 h 2870200"/>
              <a:gd name="connsiteX35" fmla="*/ 677333 w 4089400"/>
              <a:gd name="connsiteY35" fmla="*/ 1557867 h 2870200"/>
              <a:gd name="connsiteX36" fmla="*/ 685800 w 4089400"/>
              <a:gd name="connsiteY36" fmla="*/ 1524000 h 2870200"/>
              <a:gd name="connsiteX37" fmla="*/ 702733 w 4089400"/>
              <a:gd name="connsiteY37" fmla="*/ 1312334 h 2870200"/>
              <a:gd name="connsiteX38" fmla="*/ 719666 w 4089400"/>
              <a:gd name="connsiteY38" fmla="*/ 1380067 h 2870200"/>
              <a:gd name="connsiteX39" fmla="*/ 736600 w 4089400"/>
              <a:gd name="connsiteY39" fmla="*/ 1532467 h 2870200"/>
              <a:gd name="connsiteX40" fmla="*/ 753533 w 4089400"/>
              <a:gd name="connsiteY40" fmla="*/ 1566334 h 2870200"/>
              <a:gd name="connsiteX41" fmla="*/ 778933 w 4089400"/>
              <a:gd name="connsiteY41" fmla="*/ 1456267 h 2870200"/>
              <a:gd name="connsiteX42" fmla="*/ 795866 w 4089400"/>
              <a:gd name="connsiteY42" fmla="*/ 1430867 h 2870200"/>
              <a:gd name="connsiteX43" fmla="*/ 829733 w 4089400"/>
              <a:gd name="connsiteY43" fmla="*/ 1388534 h 2870200"/>
              <a:gd name="connsiteX44" fmla="*/ 838200 w 4089400"/>
              <a:gd name="connsiteY44" fmla="*/ 1498600 h 2870200"/>
              <a:gd name="connsiteX45" fmla="*/ 863600 w 4089400"/>
              <a:gd name="connsiteY45" fmla="*/ 1811867 h 2870200"/>
              <a:gd name="connsiteX46" fmla="*/ 872066 w 4089400"/>
              <a:gd name="connsiteY46" fmla="*/ 1642534 h 2870200"/>
              <a:gd name="connsiteX47" fmla="*/ 897466 w 4089400"/>
              <a:gd name="connsiteY47" fmla="*/ 1583267 h 2870200"/>
              <a:gd name="connsiteX48" fmla="*/ 905933 w 4089400"/>
              <a:gd name="connsiteY48" fmla="*/ 1557867 h 2870200"/>
              <a:gd name="connsiteX49" fmla="*/ 914400 w 4089400"/>
              <a:gd name="connsiteY49" fmla="*/ 2006600 h 2870200"/>
              <a:gd name="connsiteX50" fmla="*/ 939800 w 4089400"/>
              <a:gd name="connsiteY50" fmla="*/ 2116667 h 2870200"/>
              <a:gd name="connsiteX51" fmla="*/ 948266 w 4089400"/>
              <a:gd name="connsiteY51" fmla="*/ 1948424 h 2870200"/>
              <a:gd name="connsiteX52" fmla="*/ 965200 w 4089400"/>
              <a:gd name="connsiteY52" fmla="*/ 1794934 h 2870200"/>
              <a:gd name="connsiteX53" fmla="*/ 973666 w 4089400"/>
              <a:gd name="connsiteY53" fmla="*/ 1761067 h 2870200"/>
              <a:gd name="connsiteX54" fmla="*/ 990600 w 4089400"/>
              <a:gd name="connsiteY54" fmla="*/ 1871134 h 2870200"/>
              <a:gd name="connsiteX55" fmla="*/ 1007533 w 4089400"/>
              <a:gd name="connsiteY55" fmla="*/ 1947334 h 2870200"/>
              <a:gd name="connsiteX56" fmla="*/ 1024466 w 4089400"/>
              <a:gd name="connsiteY56" fmla="*/ 2040467 h 2870200"/>
              <a:gd name="connsiteX57" fmla="*/ 1049866 w 4089400"/>
              <a:gd name="connsiteY57" fmla="*/ 2108200 h 2870200"/>
              <a:gd name="connsiteX58" fmla="*/ 1058333 w 4089400"/>
              <a:gd name="connsiteY58" fmla="*/ 2150534 h 2870200"/>
              <a:gd name="connsiteX59" fmla="*/ 1100666 w 4089400"/>
              <a:gd name="connsiteY59" fmla="*/ 2209800 h 2870200"/>
              <a:gd name="connsiteX60" fmla="*/ 1109133 w 4089400"/>
              <a:gd name="connsiteY60" fmla="*/ 2108200 h 2870200"/>
              <a:gd name="connsiteX61" fmla="*/ 1159933 w 4089400"/>
              <a:gd name="connsiteY61" fmla="*/ 1989667 h 2870200"/>
              <a:gd name="connsiteX62" fmla="*/ 1210733 w 4089400"/>
              <a:gd name="connsiteY62" fmla="*/ 1913467 h 2870200"/>
              <a:gd name="connsiteX63" fmla="*/ 1219200 w 4089400"/>
              <a:gd name="connsiteY63" fmla="*/ 2167467 h 2870200"/>
              <a:gd name="connsiteX64" fmla="*/ 1236133 w 4089400"/>
              <a:gd name="connsiteY64" fmla="*/ 2082800 h 2870200"/>
              <a:gd name="connsiteX65" fmla="*/ 1244600 w 4089400"/>
              <a:gd name="connsiteY65" fmla="*/ 2015067 h 2870200"/>
              <a:gd name="connsiteX66" fmla="*/ 1286933 w 4089400"/>
              <a:gd name="connsiteY66" fmla="*/ 1854200 h 2870200"/>
              <a:gd name="connsiteX67" fmla="*/ 1295400 w 4089400"/>
              <a:gd name="connsiteY67" fmla="*/ 1803400 h 2870200"/>
              <a:gd name="connsiteX68" fmla="*/ 1320800 w 4089400"/>
              <a:gd name="connsiteY68" fmla="*/ 1701800 h 2870200"/>
              <a:gd name="connsiteX69" fmla="*/ 1346200 w 4089400"/>
              <a:gd name="connsiteY69" fmla="*/ 1718734 h 2870200"/>
              <a:gd name="connsiteX70" fmla="*/ 1354666 w 4089400"/>
              <a:gd name="connsiteY70" fmla="*/ 1744134 h 2870200"/>
              <a:gd name="connsiteX71" fmla="*/ 1380066 w 4089400"/>
              <a:gd name="connsiteY71" fmla="*/ 1828800 h 2870200"/>
              <a:gd name="connsiteX72" fmla="*/ 1397000 w 4089400"/>
              <a:gd name="connsiteY72" fmla="*/ 1879600 h 2870200"/>
              <a:gd name="connsiteX73" fmla="*/ 1405466 w 4089400"/>
              <a:gd name="connsiteY73" fmla="*/ 1913467 h 2870200"/>
              <a:gd name="connsiteX74" fmla="*/ 1430866 w 4089400"/>
              <a:gd name="connsiteY74" fmla="*/ 1947334 h 2870200"/>
              <a:gd name="connsiteX75" fmla="*/ 1447800 w 4089400"/>
              <a:gd name="connsiteY75" fmla="*/ 1938867 h 2870200"/>
              <a:gd name="connsiteX76" fmla="*/ 1490133 w 4089400"/>
              <a:gd name="connsiteY76" fmla="*/ 1803400 h 2870200"/>
              <a:gd name="connsiteX77" fmla="*/ 1549400 w 4089400"/>
              <a:gd name="connsiteY77" fmla="*/ 1651000 h 2870200"/>
              <a:gd name="connsiteX78" fmla="*/ 1557866 w 4089400"/>
              <a:gd name="connsiteY78" fmla="*/ 1591734 h 2870200"/>
              <a:gd name="connsiteX79" fmla="*/ 1574800 w 4089400"/>
              <a:gd name="connsiteY79" fmla="*/ 1566334 h 2870200"/>
              <a:gd name="connsiteX80" fmla="*/ 1583266 w 4089400"/>
              <a:gd name="connsiteY80" fmla="*/ 1524000 h 2870200"/>
              <a:gd name="connsiteX81" fmla="*/ 1591733 w 4089400"/>
              <a:gd name="connsiteY81" fmla="*/ 1498600 h 2870200"/>
              <a:gd name="connsiteX82" fmla="*/ 1608666 w 4089400"/>
              <a:gd name="connsiteY82" fmla="*/ 1524000 h 2870200"/>
              <a:gd name="connsiteX83" fmla="*/ 1634066 w 4089400"/>
              <a:gd name="connsiteY83" fmla="*/ 1490134 h 2870200"/>
              <a:gd name="connsiteX84" fmla="*/ 1659466 w 4089400"/>
              <a:gd name="connsiteY84" fmla="*/ 1388534 h 2870200"/>
              <a:gd name="connsiteX85" fmla="*/ 1718733 w 4089400"/>
              <a:gd name="connsiteY85" fmla="*/ 1286934 h 2870200"/>
              <a:gd name="connsiteX86" fmla="*/ 1769533 w 4089400"/>
              <a:gd name="connsiteY86" fmla="*/ 1176867 h 2870200"/>
              <a:gd name="connsiteX87" fmla="*/ 1794933 w 4089400"/>
              <a:gd name="connsiteY87" fmla="*/ 1202267 h 2870200"/>
              <a:gd name="connsiteX88" fmla="*/ 1803400 w 4089400"/>
              <a:gd name="connsiteY88" fmla="*/ 1227667 h 2870200"/>
              <a:gd name="connsiteX89" fmla="*/ 1820333 w 4089400"/>
              <a:gd name="connsiteY89" fmla="*/ 1261534 h 2870200"/>
              <a:gd name="connsiteX90" fmla="*/ 1862666 w 4089400"/>
              <a:gd name="connsiteY90" fmla="*/ 1422400 h 2870200"/>
              <a:gd name="connsiteX91" fmla="*/ 1913466 w 4089400"/>
              <a:gd name="connsiteY91" fmla="*/ 1600200 h 2870200"/>
              <a:gd name="connsiteX92" fmla="*/ 1964266 w 4089400"/>
              <a:gd name="connsiteY92" fmla="*/ 1744134 h 2870200"/>
              <a:gd name="connsiteX93" fmla="*/ 1981200 w 4089400"/>
              <a:gd name="connsiteY93" fmla="*/ 1498600 h 2870200"/>
              <a:gd name="connsiteX94" fmla="*/ 1998133 w 4089400"/>
              <a:gd name="connsiteY94" fmla="*/ 1464734 h 2870200"/>
              <a:gd name="connsiteX95" fmla="*/ 2006600 w 4089400"/>
              <a:gd name="connsiteY95" fmla="*/ 1439334 h 2870200"/>
              <a:gd name="connsiteX96" fmla="*/ 2057400 w 4089400"/>
              <a:gd name="connsiteY96" fmla="*/ 2032000 h 2870200"/>
              <a:gd name="connsiteX97" fmla="*/ 2065866 w 4089400"/>
              <a:gd name="connsiteY97" fmla="*/ 2150534 h 2870200"/>
              <a:gd name="connsiteX98" fmla="*/ 2074333 w 4089400"/>
              <a:gd name="connsiteY98" fmla="*/ 2489200 h 2870200"/>
              <a:gd name="connsiteX99" fmla="*/ 2108200 w 4089400"/>
              <a:gd name="connsiteY99" fmla="*/ 2421467 h 2870200"/>
              <a:gd name="connsiteX100" fmla="*/ 2150533 w 4089400"/>
              <a:gd name="connsiteY100" fmla="*/ 2319867 h 2870200"/>
              <a:gd name="connsiteX101" fmla="*/ 2175933 w 4089400"/>
              <a:gd name="connsiteY101" fmla="*/ 2286000 h 2870200"/>
              <a:gd name="connsiteX102" fmla="*/ 2209800 w 4089400"/>
              <a:gd name="connsiteY102" fmla="*/ 2235200 h 2870200"/>
              <a:gd name="connsiteX103" fmla="*/ 2226733 w 4089400"/>
              <a:gd name="connsiteY103" fmla="*/ 2514600 h 2870200"/>
              <a:gd name="connsiteX104" fmla="*/ 2252133 w 4089400"/>
              <a:gd name="connsiteY104" fmla="*/ 2565400 h 2870200"/>
              <a:gd name="connsiteX105" fmla="*/ 2260600 w 4089400"/>
              <a:gd name="connsiteY105" fmla="*/ 2489200 h 2870200"/>
              <a:gd name="connsiteX106" fmla="*/ 2277533 w 4089400"/>
              <a:gd name="connsiteY106" fmla="*/ 2421467 h 2870200"/>
              <a:gd name="connsiteX107" fmla="*/ 2286000 w 4089400"/>
              <a:gd name="connsiteY107" fmla="*/ 1718734 h 2870200"/>
              <a:gd name="connsiteX108" fmla="*/ 2311400 w 4089400"/>
              <a:gd name="connsiteY108" fmla="*/ 1811867 h 2870200"/>
              <a:gd name="connsiteX109" fmla="*/ 2336800 w 4089400"/>
              <a:gd name="connsiteY109" fmla="*/ 1871134 h 2870200"/>
              <a:gd name="connsiteX110" fmla="*/ 2362200 w 4089400"/>
              <a:gd name="connsiteY110" fmla="*/ 1938867 h 2870200"/>
              <a:gd name="connsiteX111" fmla="*/ 2370666 w 4089400"/>
              <a:gd name="connsiteY111" fmla="*/ 1972734 h 2870200"/>
              <a:gd name="connsiteX112" fmla="*/ 2379133 w 4089400"/>
              <a:gd name="connsiteY112" fmla="*/ 1574800 h 2870200"/>
              <a:gd name="connsiteX113" fmla="*/ 2404533 w 4089400"/>
              <a:gd name="connsiteY113" fmla="*/ 1236134 h 2870200"/>
              <a:gd name="connsiteX114" fmla="*/ 2421466 w 4089400"/>
              <a:gd name="connsiteY114" fmla="*/ 1092200 h 2870200"/>
              <a:gd name="connsiteX115" fmla="*/ 2429933 w 4089400"/>
              <a:gd name="connsiteY115" fmla="*/ 1066800 h 2870200"/>
              <a:gd name="connsiteX116" fmla="*/ 2438400 w 4089400"/>
              <a:gd name="connsiteY116" fmla="*/ 1092200 h 2870200"/>
              <a:gd name="connsiteX117" fmla="*/ 2455333 w 4089400"/>
              <a:gd name="connsiteY117" fmla="*/ 1117600 h 2870200"/>
              <a:gd name="connsiteX118" fmla="*/ 2463800 w 4089400"/>
              <a:gd name="connsiteY118" fmla="*/ 1227667 h 2870200"/>
              <a:gd name="connsiteX119" fmla="*/ 2489200 w 4089400"/>
              <a:gd name="connsiteY119" fmla="*/ 753534 h 2870200"/>
              <a:gd name="connsiteX120" fmla="*/ 2506133 w 4089400"/>
              <a:gd name="connsiteY120" fmla="*/ 685800 h 2870200"/>
              <a:gd name="connsiteX121" fmla="*/ 2514600 w 4089400"/>
              <a:gd name="connsiteY121" fmla="*/ 609600 h 2870200"/>
              <a:gd name="connsiteX122" fmla="*/ 2523066 w 4089400"/>
              <a:gd name="connsiteY122" fmla="*/ 558800 h 2870200"/>
              <a:gd name="connsiteX123" fmla="*/ 2540000 w 4089400"/>
              <a:gd name="connsiteY123" fmla="*/ 584200 h 2870200"/>
              <a:gd name="connsiteX124" fmla="*/ 2548466 w 4089400"/>
              <a:gd name="connsiteY124" fmla="*/ 778934 h 2870200"/>
              <a:gd name="connsiteX125" fmla="*/ 2590800 w 4089400"/>
              <a:gd name="connsiteY125" fmla="*/ 914400 h 2870200"/>
              <a:gd name="connsiteX126" fmla="*/ 2607733 w 4089400"/>
              <a:gd name="connsiteY126" fmla="*/ 973667 h 2870200"/>
              <a:gd name="connsiteX127" fmla="*/ 2624666 w 4089400"/>
              <a:gd name="connsiteY127" fmla="*/ 812800 h 2870200"/>
              <a:gd name="connsiteX128" fmla="*/ 2641600 w 4089400"/>
              <a:gd name="connsiteY128" fmla="*/ 694267 h 2870200"/>
              <a:gd name="connsiteX129" fmla="*/ 2667000 w 4089400"/>
              <a:gd name="connsiteY129" fmla="*/ 558800 h 2870200"/>
              <a:gd name="connsiteX130" fmla="*/ 2692400 w 4089400"/>
              <a:gd name="connsiteY130" fmla="*/ 321734 h 2870200"/>
              <a:gd name="connsiteX131" fmla="*/ 2709333 w 4089400"/>
              <a:gd name="connsiteY131" fmla="*/ 1058334 h 2870200"/>
              <a:gd name="connsiteX132" fmla="*/ 2735730 w 4089400"/>
              <a:gd name="connsiteY132" fmla="*/ 1023969 h 2870200"/>
              <a:gd name="connsiteX133" fmla="*/ 2785533 w 4089400"/>
              <a:gd name="connsiteY133" fmla="*/ 905934 h 2870200"/>
              <a:gd name="connsiteX134" fmla="*/ 2819400 w 4089400"/>
              <a:gd name="connsiteY134" fmla="*/ 855134 h 2870200"/>
              <a:gd name="connsiteX135" fmla="*/ 2844800 w 4089400"/>
              <a:gd name="connsiteY135" fmla="*/ 1422400 h 2870200"/>
              <a:gd name="connsiteX136" fmla="*/ 2853266 w 4089400"/>
              <a:gd name="connsiteY136" fmla="*/ 1388534 h 2870200"/>
              <a:gd name="connsiteX137" fmla="*/ 2870200 w 4089400"/>
              <a:gd name="connsiteY137" fmla="*/ 1363134 h 2870200"/>
              <a:gd name="connsiteX138" fmla="*/ 2895600 w 4089400"/>
              <a:gd name="connsiteY138" fmla="*/ 1278467 h 2870200"/>
              <a:gd name="connsiteX139" fmla="*/ 2912533 w 4089400"/>
              <a:gd name="connsiteY139" fmla="*/ 1320800 h 2870200"/>
              <a:gd name="connsiteX140" fmla="*/ 2929466 w 4089400"/>
              <a:gd name="connsiteY140" fmla="*/ 1388534 h 2870200"/>
              <a:gd name="connsiteX141" fmla="*/ 2946400 w 4089400"/>
              <a:gd name="connsiteY141" fmla="*/ 1422400 h 2870200"/>
              <a:gd name="connsiteX142" fmla="*/ 2988733 w 4089400"/>
              <a:gd name="connsiteY142" fmla="*/ 1540934 h 2870200"/>
              <a:gd name="connsiteX143" fmla="*/ 3005666 w 4089400"/>
              <a:gd name="connsiteY143" fmla="*/ 1566334 h 2870200"/>
              <a:gd name="connsiteX144" fmla="*/ 3039533 w 4089400"/>
              <a:gd name="connsiteY144" fmla="*/ 1718734 h 2870200"/>
              <a:gd name="connsiteX145" fmla="*/ 3064933 w 4089400"/>
              <a:gd name="connsiteY145" fmla="*/ 1761067 h 2870200"/>
              <a:gd name="connsiteX146" fmla="*/ 3098800 w 4089400"/>
              <a:gd name="connsiteY146" fmla="*/ 1879600 h 2870200"/>
              <a:gd name="connsiteX147" fmla="*/ 3090333 w 4089400"/>
              <a:gd name="connsiteY147" fmla="*/ 1913467 h 2870200"/>
              <a:gd name="connsiteX148" fmla="*/ 3102783 w 4089400"/>
              <a:gd name="connsiteY148" fmla="*/ 1901016 h 2870200"/>
              <a:gd name="connsiteX149" fmla="*/ 3081866 w 4089400"/>
              <a:gd name="connsiteY149" fmla="*/ 1888067 h 2870200"/>
              <a:gd name="connsiteX150" fmla="*/ 3107266 w 4089400"/>
              <a:gd name="connsiteY150" fmla="*/ 1871134 h 2870200"/>
              <a:gd name="connsiteX151" fmla="*/ 3115733 w 4089400"/>
              <a:gd name="connsiteY151" fmla="*/ 1769534 h 2870200"/>
              <a:gd name="connsiteX152" fmla="*/ 3132666 w 4089400"/>
              <a:gd name="connsiteY152" fmla="*/ 1710267 h 2870200"/>
              <a:gd name="connsiteX153" fmla="*/ 3141133 w 4089400"/>
              <a:gd name="connsiteY153" fmla="*/ 1684867 h 2870200"/>
              <a:gd name="connsiteX154" fmla="*/ 3166533 w 4089400"/>
              <a:gd name="connsiteY154" fmla="*/ 1676400 h 2870200"/>
              <a:gd name="connsiteX155" fmla="*/ 3175000 w 4089400"/>
              <a:gd name="connsiteY155" fmla="*/ 2006600 h 2870200"/>
              <a:gd name="connsiteX156" fmla="*/ 3183466 w 4089400"/>
              <a:gd name="connsiteY156" fmla="*/ 2048934 h 2870200"/>
              <a:gd name="connsiteX157" fmla="*/ 3191933 w 4089400"/>
              <a:gd name="connsiteY157" fmla="*/ 2099734 h 2870200"/>
              <a:gd name="connsiteX158" fmla="*/ 3208866 w 4089400"/>
              <a:gd name="connsiteY158" fmla="*/ 2048934 h 2870200"/>
              <a:gd name="connsiteX159" fmla="*/ 3217333 w 4089400"/>
              <a:gd name="connsiteY159" fmla="*/ 1998134 h 2870200"/>
              <a:gd name="connsiteX160" fmla="*/ 3251200 w 4089400"/>
              <a:gd name="connsiteY160" fmla="*/ 2353734 h 2870200"/>
              <a:gd name="connsiteX161" fmla="*/ 3276600 w 4089400"/>
              <a:gd name="connsiteY161" fmla="*/ 2387600 h 2870200"/>
              <a:gd name="connsiteX162" fmla="*/ 3285066 w 4089400"/>
              <a:gd name="connsiteY162" fmla="*/ 2497667 h 2870200"/>
              <a:gd name="connsiteX163" fmla="*/ 3302000 w 4089400"/>
              <a:gd name="connsiteY163" fmla="*/ 2531534 h 2870200"/>
              <a:gd name="connsiteX164" fmla="*/ 3318933 w 4089400"/>
              <a:gd name="connsiteY164" fmla="*/ 2599267 h 2870200"/>
              <a:gd name="connsiteX165" fmla="*/ 3344333 w 4089400"/>
              <a:gd name="connsiteY165" fmla="*/ 2667000 h 2870200"/>
              <a:gd name="connsiteX166" fmla="*/ 3386666 w 4089400"/>
              <a:gd name="connsiteY166" fmla="*/ 2810934 h 2870200"/>
              <a:gd name="connsiteX167" fmla="*/ 3412066 w 4089400"/>
              <a:gd name="connsiteY167" fmla="*/ 2870200 h 2870200"/>
              <a:gd name="connsiteX168" fmla="*/ 3437466 w 4089400"/>
              <a:gd name="connsiteY168" fmla="*/ 1828800 h 2870200"/>
              <a:gd name="connsiteX169" fmla="*/ 3436968 w 4089400"/>
              <a:gd name="connsiteY169" fmla="*/ 2090271 h 2870200"/>
              <a:gd name="connsiteX170" fmla="*/ 3462866 w 4089400"/>
              <a:gd name="connsiteY170" fmla="*/ 1735667 h 2870200"/>
              <a:gd name="connsiteX171" fmla="*/ 3488266 w 4089400"/>
              <a:gd name="connsiteY171" fmla="*/ 1651000 h 2870200"/>
              <a:gd name="connsiteX172" fmla="*/ 3496733 w 4089400"/>
              <a:gd name="connsiteY172" fmla="*/ 1701800 h 2870200"/>
              <a:gd name="connsiteX173" fmla="*/ 3500717 w 4089400"/>
              <a:gd name="connsiteY173" fmla="*/ 1875118 h 2870200"/>
              <a:gd name="connsiteX174" fmla="*/ 3522133 w 4089400"/>
              <a:gd name="connsiteY174" fmla="*/ 1752600 h 2870200"/>
              <a:gd name="connsiteX175" fmla="*/ 3530600 w 4089400"/>
              <a:gd name="connsiteY175" fmla="*/ 1693334 h 2870200"/>
              <a:gd name="connsiteX176" fmla="*/ 3572933 w 4089400"/>
              <a:gd name="connsiteY176" fmla="*/ 1608667 h 2870200"/>
              <a:gd name="connsiteX177" fmla="*/ 3589866 w 4089400"/>
              <a:gd name="connsiteY177" fmla="*/ 1566334 h 2870200"/>
              <a:gd name="connsiteX178" fmla="*/ 3632200 w 4089400"/>
              <a:gd name="connsiteY178" fmla="*/ 1464734 h 2870200"/>
              <a:gd name="connsiteX179" fmla="*/ 3636184 w 4089400"/>
              <a:gd name="connsiteY179" fmla="*/ 1373094 h 2870200"/>
              <a:gd name="connsiteX180" fmla="*/ 3657600 w 4089400"/>
              <a:gd name="connsiteY180" fmla="*/ 1363134 h 2870200"/>
              <a:gd name="connsiteX181" fmla="*/ 3674533 w 4089400"/>
              <a:gd name="connsiteY181" fmla="*/ 1320800 h 2870200"/>
              <a:gd name="connsiteX182" fmla="*/ 3669553 w 4089400"/>
              <a:gd name="connsiteY182" fmla="*/ 1151964 h 2870200"/>
              <a:gd name="connsiteX183" fmla="*/ 3716866 w 4089400"/>
              <a:gd name="connsiteY183" fmla="*/ 1227667 h 2870200"/>
              <a:gd name="connsiteX184" fmla="*/ 3725333 w 4089400"/>
              <a:gd name="connsiteY184" fmla="*/ 1176867 h 2870200"/>
              <a:gd name="connsiteX185" fmla="*/ 3742266 w 4089400"/>
              <a:gd name="connsiteY185" fmla="*/ 1126067 h 2870200"/>
              <a:gd name="connsiteX186" fmla="*/ 3750733 w 4089400"/>
              <a:gd name="connsiteY186" fmla="*/ 1058334 h 2870200"/>
              <a:gd name="connsiteX187" fmla="*/ 3759200 w 4089400"/>
              <a:gd name="connsiteY187" fmla="*/ 1270000 h 2870200"/>
              <a:gd name="connsiteX188" fmla="*/ 3788048 w 4089400"/>
              <a:gd name="connsiteY188" fmla="*/ 678606 h 2870200"/>
              <a:gd name="connsiteX189" fmla="*/ 3793066 w 4089400"/>
              <a:gd name="connsiteY189" fmla="*/ 558800 h 2870200"/>
              <a:gd name="connsiteX190" fmla="*/ 3810000 w 4089400"/>
              <a:gd name="connsiteY190" fmla="*/ 482600 h 2870200"/>
              <a:gd name="connsiteX191" fmla="*/ 3818466 w 4089400"/>
              <a:gd name="connsiteY191" fmla="*/ 533400 h 2870200"/>
              <a:gd name="connsiteX192" fmla="*/ 3835400 w 4089400"/>
              <a:gd name="connsiteY192" fmla="*/ 660400 h 2870200"/>
              <a:gd name="connsiteX193" fmla="*/ 3843866 w 4089400"/>
              <a:gd name="connsiteY193" fmla="*/ 702734 h 2870200"/>
              <a:gd name="connsiteX194" fmla="*/ 3860800 w 4089400"/>
              <a:gd name="connsiteY194" fmla="*/ 736600 h 2870200"/>
              <a:gd name="connsiteX195" fmla="*/ 3877733 w 4089400"/>
              <a:gd name="connsiteY195" fmla="*/ 702734 h 2870200"/>
              <a:gd name="connsiteX196" fmla="*/ 3937000 w 4089400"/>
              <a:gd name="connsiteY196" fmla="*/ 482600 h 2870200"/>
              <a:gd name="connsiteX197" fmla="*/ 3953933 w 4089400"/>
              <a:gd name="connsiteY197" fmla="*/ 457200 h 2870200"/>
              <a:gd name="connsiteX198" fmla="*/ 3979333 w 4089400"/>
              <a:gd name="connsiteY198" fmla="*/ 177800 h 2870200"/>
              <a:gd name="connsiteX199" fmla="*/ 4004733 w 4089400"/>
              <a:gd name="connsiteY199" fmla="*/ 135467 h 2870200"/>
              <a:gd name="connsiteX200" fmla="*/ 4013200 w 4089400"/>
              <a:gd name="connsiteY200" fmla="*/ 101600 h 2870200"/>
              <a:gd name="connsiteX201" fmla="*/ 4021666 w 4089400"/>
              <a:gd name="connsiteY201" fmla="*/ 76200 h 2870200"/>
              <a:gd name="connsiteX202" fmla="*/ 4030133 w 4089400"/>
              <a:gd name="connsiteY202" fmla="*/ 110067 h 2870200"/>
              <a:gd name="connsiteX203" fmla="*/ 4047066 w 4089400"/>
              <a:gd name="connsiteY203" fmla="*/ 160867 h 2870200"/>
              <a:gd name="connsiteX204" fmla="*/ 4089400 w 4089400"/>
              <a:gd name="connsiteY204" fmla="*/ 0 h 2870200"/>
              <a:gd name="connsiteX0" fmla="*/ 3927 w 4093327"/>
              <a:gd name="connsiteY0" fmla="*/ 702734 h 2870200"/>
              <a:gd name="connsiteX1" fmla="*/ 1274 w 4093327"/>
              <a:gd name="connsiteY1" fmla="*/ 647092 h 2870200"/>
              <a:gd name="connsiteX2" fmla="*/ 32362 w 4093327"/>
              <a:gd name="connsiteY2" fmla="*/ 567267 h 2870200"/>
              <a:gd name="connsiteX3" fmla="*/ 40701 w 4093327"/>
              <a:gd name="connsiteY3" fmla="*/ 828517 h 2870200"/>
              <a:gd name="connsiteX4" fmla="*/ 36460 w 4093327"/>
              <a:gd name="connsiteY4" fmla="*/ 1083293 h 2870200"/>
              <a:gd name="connsiteX5" fmla="*/ 34193 w 4093327"/>
              <a:gd name="connsiteY5" fmla="*/ 1212385 h 2870200"/>
              <a:gd name="connsiteX6" fmla="*/ 48784 w 4093327"/>
              <a:gd name="connsiteY6" fmla="*/ 1401791 h 2870200"/>
              <a:gd name="connsiteX7" fmla="*/ 91246 w 4093327"/>
              <a:gd name="connsiteY7" fmla="*/ 1209517 h 2870200"/>
              <a:gd name="connsiteX8" fmla="*/ 113993 w 4093327"/>
              <a:gd name="connsiteY8" fmla="*/ 1100667 h 2870200"/>
              <a:gd name="connsiteX9" fmla="*/ 147860 w 4093327"/>
              <a:gd name="connsiteY9" fmla="*/ 999067 h 2870200"/>
              <a:gd name="connsiteX10" fmla="*/ 164793 w 4093327"/>
              <a:gd name="connsiteY10" fmla="*/ 948267 h 2870200"/>
              <a:gd name="connsiteX11" fmla="*/ 181727 w 4093327"/>
              <a:gd name="connsiteY11" fmla="*/ 1134534 h 2870200"/>
              <a:gd name="connsiteX12" fmla="*/ 198660 w 4093327"/>
              <a:gd name="connsiteY12" fmla="*/ 1464734 h 2870200"/>
              <a:gd name="connsiteX13" fmla="*/ 257927 w 4093327"/>
              <a:gd name="connsiteY13" fmla="*/ 1363134 h 2870200"/>
              <a:gd name="connsiteX14" fmla="*/ 283327 w 4093327"/>
              <a:gd name="connsiteY14" fmla="*/ 1371600 h 2870200"/>
              <a:gd name="connsiteX15" fmla="*/ 291793 w 4093327"/>
              <a:gd name="connsiteY15" fmla="*/ 2243667 h 2870200"/>
              <a:gd name="connsiteX16" fmla="*/ 317193 w 4093327"/>
              <a:gd name="connsiteY16" fmla="*/ 2201334 h 2870200"/>
              <a:gd name="connsiteX17" fmla="*/ 325660 w 4093327"/>
              <a:gd name="connsiteY17" fmla="*/ 2150534 h 2870200"/>
              <a:gd name="connsiteX18" fmla="*/ 350562 w 4093327"/>
              <a:gd name="connsiteY18" fmla="*/ 2376146 h 2870200"/>
              <a:gd name="connsiteX19" fmla="*/ 367993 w 4093327"/>
              <a:gd name="connsiteY19" fmla="*/ 2082800 h 2870200"/>
              <a:gd name="connsiteX20" fmla="*/ 393892 w 4093327"/>
              <a:gd name="connsiteY20" fmla="*/ 1792444 h 2870200"/>
              <a:gd name="connsiteX21" fmla="*/ 401860 w 4093327"/>
              <a:gd name="connsiteY21" fmla="*/ 2032000 h 2870200"/>
              <a:gd name="connsiteX22" fmla="*/ 427260 w 4093327"/>
              <a:gd name="connsiteY22" fmla="*/ 1998134 h 2870200"/>
              <a:gd name="connsiteX23" fmla="*/ 444193 w 4093327"/>
              <a:gd name="connsiteY23" fmla="*/ 1752600 h 2870200"/>
              <a:gd name="connsiteX24" fmla="*/ 469593 w 4093327"/>
              <a:gd name="connsiteY24" fmla="*/ 1651000 h 2870200"/>
              <a:gd name="connsiteX25" fmla="*/ 494993 w 4093327"/>
              <a:gd name="connsiteY25" fmla="*/ 1710267 h 2870200"/>
              <a:gd name="connsiteX26" fmla="*/ 503460 w 4093327"/>
              <a:gd name="connsiteY26" fmla="*/ 1851666 h 2870200"/>
              <a:gd name="connsiteX27" fmla="*/ 537327 w 4093327"/>
              <a:gd name="connsiteY27" fmla="*/ 1820334 h 2870200"/>
              <a:gd name="connsiteX28" fmla="*/ 562727 w 4093327"/>
              <a:gd name="connsiteY28" fmla="*/ 1938867 h 2870200"/>
              <a:gd name="connsiteX29" fmla="*/ 579660 w 4093327"/>
              <a:gd name="connsiteY29" fmla="*/ 1998134 h 2870200"/>
              <a:gd name="connsiteX30" fmla="*/ 596593 w 4093327"/>
              <a:gd name="connsiteY30" fmla="*/ 2023534 h 2870200"/>
              <a:gd name="connsiteX31" fmla="*/ 621993 w 4093327"/>
              <a:gd name="connsiteY31" fmla="*/ 1786467 h 2870200"/>
              <a:gd name="connsiteX32" fmla="*/ 630460 w 4093327"/>
              <a:gd name="connsiteY32" fmla="*/ 1744134 h 2870200"/>
              <a:gd name="connsiteX33" fmla="*/ 647393 w 4093327"/>
              <a:gd name="connsiteY33" fmla="*/ 1718734 h 2870200"/>
              <a:gd name="connsiteX34" fmla="*/ 664327 w 4093327"/>
              <a:gd name="connsiteY34" fmla="*/ 1617134 h 2870200"/>
              <a:gd name="connsiteX35" fmla="*/ 681260 w 4093327"/>
              <a:gd name="connsiteY35" fmla="*/ 1557867 h 2870200"/>
              <a:gd name="connsiteX36" fmla="*/ 689727 w 4093327"/>
              <a:gd name="connsiteY36" fmla="*/ 1524000 h 2870200"/>
              <a:gd name="connsiteX37" fmla="*/ 706660 w 4093327"/>
              <a:gd name="connsiteY37" fmla="*/ 1312334 h 2870200"/>
              <a:gd name="connsiteX38" fmla="*/ 723593 w 4093327"/>
              <a:gd name="connsiteY38" fmla="*/ 1380067 h 2870200"/>
              <a:gd name="connsiteX39" fmla="*/ 740527 w 4093327"/>
              <a:gd name="connsiteY39" fmla="*/ 1532467 h 2870200"/>
              <a:gd name="connsiteX40" fmla="*/ 757460 w 4093327"/>
              <a:gd name="connsiteY40" fmla="*/ 1566334 h 2870200"/>
              <a:gd name="connsiteX41" fmla="*/ 782860 w 4093327"/>
              <a:gd name="connsiteY41" fmla="*/ 1456267 h 2870200"/>
              <a:gd name="connsiteX42" fmla="*/ 799793 w 4093327"/>
              <a:gd name="connsiteY42" fmla="*/ 1430867 h 2870200"/>
              <a:gd name="connsiteX43" fmla="*/ 833660 w 4093327"/>
              <a:gd name="connsiteY43" fmla="*/ 1388534 h 2870200"/>
              <a:gd name="connsiteX44" fmla="*/ 842127 w 4093327"/>
              <a:gd name="connsiteY44" fmla="*/ 1498600 h 2870200"/>
              <a:gd name="connsiteX45" fmla="*/ 867527 w 4093327"/>
              <a:gd name="connsiteY45" fmla="*/ 1811867 h 2870200"/>
              <a:gd name="connsiteX46" fmla="*/ 875993 w 4093327"/>
              <a:gd name="connsiteY46" fmla="*/ 1642534 h 2870200"/>
              <a:gd name="connsiteX47" fmla="*/ 901393 w 4093327"/>
              <a:gd name="connsiteY47" fmla="*/ 1583267 h 2870200"/>
              <a:gd name="connsiteX48" fmla="*/ 909860 w 4093327"/>
              <a:gd name="connsiteY48" fmla="*/ 1557867 h 2870200"/>
              <a:gd name="connsiteX49" fmla="*/ 918327 w 4093327"/>
              <a:gd name="connsiteY49" fmla="*/ 2006600 h 2870200"/>
              <a:gd name="connsiteX50" fmla="*/ 943727 w 4093327"/>
              <a:gd name="connsiteY50" fmla="*/ 2116667 h 2870200"/>
              <a:gd name="connsiteX51" fmla="*/ 952193 w 4093327"/>
              <a:gd name="connsiteY51" fmla="*/ 1948424 h 2870200"/>
              <a:gd name="connsiteX52" fmla="*/ 969127 w 4093327"/>
              <a:gd name="connsiteY52" fmla="*/ 1794934 h 2870200"/>
              <a:gd name="connsiteX53" fmla="*/ 977593 w 4093327"/>
              <a:gd name="connsiteY53" fmla="*/ 1761067 h 2870200"/>
              <a:gd name="connsiteX54" fmla="*/ 994527 w 4093327"/>
              <a:gd name="connsiteY54" fmla="*/ 1871134 h 2870200"/>
              <a:gd name="connsiteX55" fmla="*/ 1011460 w 4093327"/>
              <a:gd name="connsiteY55" fmla="*/ 1947334 h 2870200"/>
              <a:gd name="connsiteX56" fmla="*/ 1028393 w 4093327"/>
              <a:gd name="connsiteY56" fmla="*/ 2040467 h 2870200"/>
              <a:gd name="connsiteX57" fmla="*/ 1053793 w 4093327"/>
              <a:gd name="connsiteY57" fmla="*/ 2108200 h 2870200"/>
              <a:gd name="connsiteX58" fmla="*/ 1062260 w 4093327"/>
              <a:gd name="connsiteY58" fmla="*/ 2150534 h 2870200"/>
              <a:gd name="connsiteX59" fmla="*/ 1104593 w 4093327"/>
              <a:gd name="connsiteY59" fmla="*/ 2209800 h 2870200"/>
              <a:gd name="connsiteX60" fmla="*/ 1113060 w 4093327"/>
              <a:gd name="connsiteY60" fmla="*/ 2108200 h 2870200"/>
              <a:gd name="connsiteX61" fmla="*/ 1163860 w 4093327"/>
              <a:gd name="connsiteY61" fmla="*/ 1989667 h 2870200"/>
              <a:gd name="connsiteX62" fmla="*/ 1214660 w 4093327"/>
              <a:gd name="connsiteY62" fmla="*/ 1913467 h 2870200"/>
              <a:gd name="connsiteX63" fmla="*/ 1223127 w 4093327"/>
              <a:gd name="connsiteY63" fmla="*/ 2167467 h 2870200"/>
              <a:gd name="connsiteX64" fmla="*/ 1240060 w 4093327"/>
              <a:gd name="connsiteY64" fmla="*/ 2082800 h 2870200"/>
              <a:gd name="connsiteX65" fmla="*/ 1248527 w 4093327"/>
              <a:gd name="connsiteY65" fmla="*/ 2015067 h 2870200"/>
              <a:gd name="connsiteX66" fmla="*/ 1290860 w 4093327"/>
              <a:gd name="connsiteY66" fmla="*/ 1854200 h 2870200"/>
              <a:gd name="connsiteX67" fmla="*/ 1299327 w 4093327"/>
              <a:gd name="connsiteY67" fmla="*/ 1803400 h 2870200"/>
              <a:gd name="connsiteX68" fmla="*/ 1324727 w 4093327"/>
              <a:gd name="connsiteY68" fmla="*/ 1701800 h 2870200"/>
              <a:gd name="connsiteX69" fmla="*/ 1350127 w 4093327"/>
              <a:gd name="connsiteY69" fmla="*/ 1718734 h 2870200"/>
              <a:gd name="connsiteX70" fmla="*/ 1358593 w 4093327"/>
              <a:gd name="connsiteY70" fmla="*/ 1744134 h 2870200"/>
              <a:gd name="connsiteX71" fmla="*/ 1383993 w 4093327"/>
              <a:gd name="connsiteY71" fmla="*/ 1828800 h 2870200"/>
              <a:gd name="connsiteX72" fmla="*/ 1400927 w 4093327"/>
              <a:gd name="connsiteY72" fmla="*/ 1879600 h 2870200"/>
              <a:gd name="connsiteX73" fmla="*/ 1409393 w 4093327"/>
              <a:gd name="connsiteY73" fmla="*/ 1913467 h 2870200"/>
              <a:gd name="connsiteX74" fmla="*/ 1434793 w 4093327"/>
              <a:gd name="connsiteY74" fmla="*/ 1947334 h 2870200"/>
              <a:gd name="connsiteX75" fmla="*/ 1451727 w 4093327"/>
              <a:gd name="connsiteY75" fmla="*/ 1938867 h 2870200"/>
              <a:gd name="connsiteX76" fmla="*/ 1494060 w 4093327"/>
              <a:gd name="connsiteY76" fmla="*/ 1803400 h 2870200"/>
              <a:gd name="connsiteX77" fmla="*/ 1553327 w 4093327"/>
              <a:gd name="connsiteY77" fmla="*/ 1651000 h 2870200"/>
              <a:gd name="connsiteX78" fmla="*/ 1561793 w 4093327"/>
              <a:gd name="connsiteY78" fmla="*/ 1591734 h 2870200"/>
              <a:gd name="connsiteX79" fmla="*/ 1578727 w 4093327"/>
              <a:gd name="connsiteY79" fmla="*/ 1566334 h 2870200"/>
              <a:gd name="connsiteX80" fmla="*/ 1587193 w 4093327"/>
              <a:gd name="connsiteY80" fmla="*/ 1524000 h 2870200"/>
              <a:gd name="connsiteX81" fmla="*/ 1595660 w 4093327"/>
              <a:gd name="connsiteY81" fmla="*/ 1498600 h 2870200"/>
              <a:gd name="connsiteX82" fmla="*/ 1612593 w 4093327"/>
              <a:gd name="connsiteY82" fmla="*/ 1524000 h 2870200"/>
              <a:gd name="connsiteX83" fmla="*/ 1637993 w 4093327"/>
              <a:gd name="connsiteY83" fmla="*/ 1490134 h 2870200"/>
              <a:gd name="connsiteX84" fmla="*/ 1663393 w 4093327"/>
              <a:gd name="connsiteY84" fmla="*/ 1388534 h 2870200"/>
              <a:gd name="connsiteX85" fmla="*/ 1722660 w 4093327"/>
              <a:gd name="connsiteY85" fmla="*/ 1286934 h 2870200"/>
              <a:gd name="connsiteX86" fmla="*/ 1773460 w 4093327"/>
              <a:gd name="connsiteY86" fmla="*/ 1176867 h 2870200"/>
              <a:gd name="connsiteX87" fmla="*/ 1798860 w 4093327"/>
              <a:gd name="connsiteY87" fmla="*/ 1202267 h 2870200"/>
              <a:gd name="connsiteX88" fmla="*/ 1807327 w 4093327"/>
              <a:gd name="connsiteY88" fmla="*/ 1227667 h 2870200"/>
              <a:gd name="connsiteX89" fmla="*/ 1824260 w 4093327"/>
              <a:gd name="connsiteY89" fmla="*/ 1261534 h 2870200"/>
              <a:gd name="connsiteX90" fmla="*/ 1866593 w 4093327"/>
              <a:gd name="connsiteY90" fmla="*/ 1422400 h 2870200"/>
              <a:gd name="connsiteX91" fmla="*/ 1917393 w 4093327"/>
              <a:gd name="connsiteY91" fmla="*/ 1600200 h 2870200"/>
              <a:gd name="connsiteX92" fmla="*/ 1968193 w 4093327"/>
              <a:gd name="connsiteY92" fmla="*/ 1744134 h 2870200"/>
              <a:gd name="connsiteX93" fmla="*/ 1985127 w 4093327"/>
              <a:gd name="connsiteY93" fmla="*/ 1498600 h 2870200"/>
              <a:gd name="connsiteX94" fmla="*/ 2002060 w 4093327"/>
              <a:gd name="connsiteY94" fmla="*/ 1464734 h 2870200"/>
              <a:gd name="connsiteX95" fmla="*/ 2010527 w 4093327"/>
              <a:gd name="connsiteY95" fmla="*/ 1439334 h 2870200"/>
              <a:gd name="connsiteX96" fmla="*/ 2061327 w 4093327"/>
              <a:gd name="connsiteY96" fmla="*/ 2032000 h 2870200"/>
              <a:gd name="connsiteX97" fmla="*/ 2069793 w 4093327"/>
              <a:gd name="connsiteY97" fmla="*/ 2150534 h 2870200"/>
              <a:gd name="connsiteX98" fmla="*/ 2078260 w 4093327"/>
              <a:gd name="connsiteY98" fmla="*/ 2489200 h 2870200"/>
              <a:gd name="connsiteX99" fmla="*/ 2112127 w 4093327"/>
              <a:gd name="connsiteY99" fmla="*/ 2421467 h 2870200"/>
              <a:gd name="connsiteX100" fmla="*/ 2154460 w 4093327"/>
              <a:gd name="connsiteY100" fmla="*/ 2319867 h 2870200"/>
              <a:gd name="connsiteX101" fmla="*/ 2179860 w 4093327"/>
              <a:gd name="connsiteY101" fmla="*/ 2286000 h 2870200"/>
              <a:gd name="connsiteX102" fmla="*/ 2213727 w 4093327"/>
              <a:gd name="connsiteY102" fmla="*/ 2235200 h 2870200"/>
              <a:gd name="connsiteX103" fmla="*/ 2230660 w 4093327"/>
              <a:gd name="connsiteY103" fmla="*/ 2514600 h 2870200"/>
              <a:gd name="connsiteX104" fmla="*/ 2256060 w 4093327"/>
              <a:gd name="connsiteY104" fmla="*/ 2565400 h 2870200"/>
              <a:gd name="connsiteX105" fmla="*/ 2264527 w 4093327"/>
              <a:gd name="connsiteY105" fmla="*/ 2489200 h 2870200"/>
              <a:gd name="connsiteX106" fmla="*/ 2281460 w 4093327"/>
              <a:gd name="connsiteY106" fmla="*/ 2421467 h 2870200"/>
              <a:gd name="connsiteX107" fmla="*/ 2289927 w 4093327"/>
              <a:gd name="connsiteY107" fmla="*/ 1718734 h 2870200"/>
              <a:gd name="connsiteX108" fmla="*/ 2315327 w 4093327"/>
              <a:gd name="connsiteY108" fmla="*/ 1811867 h 2870200"/>
              <a:gd name="connsiteX109" fmla="*/ 2340727 w 4093327"/>
              <a:gd name="connsiteY109" fmla="*/ 1871134 h 2870200"/>
              <a:gd name="connsiteX110" fmla="*/ 2366127 w 4093327"/>
              <a:gd name="connsiteY110" fmla="*/ 1938867 h 2870200"/>
              <a:gd name="connsiteX111" fmla="*/ 2374593 w 4093327"/>
              <a:gd name="connsiteY111" fmla="*/ 1972734 h 2870200"/>
              <a:gd name="connsiteX112" fmla="*/ 2383060 w 4093327"/>
              <a:gd name="connsiteY112" fmla="*/ 1574800 h 2870200"/>
              <a:gd name="connsiteX113" fmla="*/ 2408460 w 4093327"/>
              <a:gd name="connsiteY113" fmla="*/ 1236134 h 2870200"/>
              <a:gd name="connsiteX114" fmla="*/ 2425393 w 4093327"/>
              <a:gd name="connsiteY114" fmla="*/ 1092200 h 2870200"/>
              <a:gd name="connsiteX115" fmla="*/ 2433860 w 4093327"/>
              <a:gd name="connsiteY115" fmla="*/ 1066800 h 2870200"/>
              <a:gd name="connsiteX116" fmla="*/ 2442327 w 4093327"/>
              <a:gd name="connsiteY116" fmla="*/ 1092200 h 2870200"/>
              <a:gd name="connsiteX117" fmla="*/ 2459260 w 4093327"/>
              <a:gd name="connsiteY117" fmla="*/ 1117600 h 2870200"/>
              <a:gd name="connsiteX118" fmla="*/ 2467727 w 4093327"/>
              <a:gd name="connsiteY118" fmla="*/ 1227667 h 2870200"/>
              <a:gd name="connsiteX119" fmla="*/ 2493127 w 4093327"/>
              <a:gd name="connsiteY119" fmla="*/ 753534 h 2870200"/>
              <a:gd name="connsiteX120" fmla="*/ 2510060 w 4093327"/>
              <a:gd name="connsiteY120" fmla="*/ 685800 h 2870200"/>
              <a:gd name="connsiteX121" fmla="*/ 2518527 w 4093327"/>
              <a:gd name="connsiteY121" fmla="*/ 609600 h 2870200"/>
              <a:gd name="connsiteX122" fmla="*/ 2526993 w 4093327"/>
              <a:gd name="connsiteY122" fmla="*/ 558800 h 2870200"/>
              <a:gd name="connsiteX123" fmla="*/ 2543927 w 4093327"/>
              <a:gd name="connsiteY123" fmla="*/ 584200 h 2870200"/>
              <a:gd name="connsiteX124" fmla="*/ 2552393 w 4093327"/>
              <a:gd name="connsiteY124" fmla="*/ 778934 h 2870200"/>
              <a:gd name="connsiteX125" fmla="*/ 2594727 w 4093327"/>
              <a:gd name="connsiteY125" fmla="*/ 914400 h 2870200"/>
              <a:gd name="connsiteX126" fmla="*/ 2611660 w 4093327"/>
              <a:gd name="connsiteY126" fmla="*/ 973667 h 2870200"/>
              <a:gd name="connsiteX127" fmla="*/ 2628593 w 4093327"/>
              <a:gd name="connsiteY127" fmla="*/ 812800 h 2870200"/>
              <a:gd name="connsiteX128" fmla="*/ 2645527 w 4093327"/>
              <a:gd name="connsiteY128" fmla="*/ 694267 h 2870200"/>
              <a:gd name="connsiteX129" fmla="*/ 2670927 w 4093327"/>
              <a:gd name="connsiteY129" fmla="*/ 558800 h 2870200"/>
              <a:gd name="connsiteX130" fmla="*/ 2696327 w 4093327"/>
              <a:gd name="connsiteY130" fmla="*/ 321734 h 2870200"/>
              <a:gd name="connsiteX131" fmla="*/ 2713260 w 4093327"/>
              <a:gd name="connsiteY131" fmla="*/ 1058334 h 2870200"/>
              <a:gd name="connsiteX132" fmla="*/ 2739657 w 4093327"/>
              <a:gd name="connsiteY132" fmla="*/ 1023969 h 2870200"/>
              <a:gd name="connsiteX133" fmla="*/ 2789460 w 4093327"/>
              <a:gd name="connsiteY133" fmla="*/ 905934 h 2870200"/>
              <a:gd name="connsiteX134" fmla="*/ 2823327 w 4093327"/>
              <a:gd name="connsiteY134" fmla="*/ 855134 h 2870200"/>
              <a:gd name="connsiteX135" fmla="*/ 2848727 w 4093327"/>
              <a:gd name="connsiteY135" fmla="*/ 1422400 h 2870200"/>
              <a:gd name="connsiteX136" fmla="*/ 2857193 w 4093327"/>
              <a:gd name="connsiteY136" fmla="*/ 1388534 h 2870200"/>
              <a:gd name="connsiteX137" fmla="*/ 2874127 w 4093327"/>
              <a:gd name="connsiteY137" fmla="*/ 1363134 h 2870200"/>
              <a:gd name="connsiteX138" fmla="*/ 2899527 w 4093327"/>
              <a:gd name="connsiteY138" fmla="*/ 1278467 h 2870200"/>
              <a:gd name="connsiteX139" fmla="*/ 2916460 w 4093327"/>
              <a:gd name="connsiteY139" fmla="*/ 1320800 h 2870200"/>
              <a:gd name="connsiteX140" fmla="*/ 2933393 w 4093327"/>
              <a:gd name="connsiteY140" fmla="*/ 1388534 h 2870200"/>
              <a:gd name="connsiteX141" fmla="*/ 2950327 w 4093327"/>
              <a:gd name="connsiteY141" fmla="*/ 1422400 h 2870200"/>
              <a:gd name="connsiteX142" fmla="*/ 2992660 w 4093327"/>
              <a:gd name="connsiteY142" fmla="*/ 1540934 h 2870200"/>
              <a:gd name="connsiteX143" fmla="*/ 3009593 w 4093327"/>
              <a:gd name="connsiteY143" fmla="*/ 1566334 h 2870200"/>
              <a:gd name="connsiteX144" fmla="*/ 3043460 w 4093327"/>
              <a:gd name="connsiteY144" fmla="*/ 1718734 h 2870200"/>
              <a:gd name="connsiteX145" fmla="*/ 3068860 w 4093327"/>
              <a:gd name="connsiteY145" fmla="*/ 1761067 h 2870200"/>
              <a:gd name="connsiteX146" fmla="*/ 3102727 w 4093327"/>
              <a:gd name="connsiteY146" fmla="*/ 1879600 h 2870200"/>
              <a:gd name="connsiteX147" fmla="*/ 3094260 w 4093327"/>
              <a:gd name="connsiteY147" fmla="*/ 1913467 h 2870200"/>
              <a:gd name="connsiteX148" fmla="*/ 3106710 w 4093327"/>
              <a:gd name="connsiteY148" fmla="*/ 1901016 h 2870200"/>
              <a:gd name="connsiteX149" fmla="*/ 3085793 w 4093327"/>
              <a:gd name="connsiteY149" fmla="*/ 1888067 h 2870200"/>
              <a:gd name="connsiteX150" fmla="*/ 3111193 w 4093327"/>
              <a:gd name="connsiteY150" fmla="*/ 1871134 h 2870200"/>
              <a:gd name="connsiteX151" fmla="*/ 3119660 w 4093327"/>
              <a:gd name="connsiteY151" fmla="*/ 1769534 h 2870200"/>
              <a:gd name="connsiteX152" fmla="*/ 3136593 w 4093327"/>
              <a:gd name="connsiteY152" fmla="*/ 1710267 h 2870200"/>
              <a:gd name="connsiteX153" fmla="*/ 3145060 w 4093327"/>
              <a:gd name="connsiteY153" fmla="*/ 1684867 h 2870200"/>
              <a:gd name="connsiteX154" fmla="*/ 3170460 w 4093327"/>
              <a:gd name="connsiteY154" fmla="*/ 1676400 h 2870200"/>
              <a:gd name="connsiteX155" fmla="*/ 3178927 w 4093327"/>
              <a:gd name="connsiteY155" fmla="*/ 2006600 h 2870200"/>
              <a:gd name="connsiteX156" fmla="*/ 3187393 w 4093327"/>
              <a:gd name="connsiteY156" fmla="*/ 2048934 h 2870200"/>
              <a:gd name="connsiteX157" fmla="*/ 3195860 w 4093327"/>
              <a:gd name="connsiteY157" fmla="*/ 2099734 h 2870200"/>
              <a:gd name="connsiteX158" fmla="*/ 3212793 w 4093327"/>
              <a:gd name="connsiteY158" fmla="*/ 2048934 h 2870200"/>
              <a:gd name="connsiteX159" fmla="*/ 3221260 w 4093327"/>
              <a:gd name="connsiteY159" fmla="*/ 1998134 h 2870200"/>
              <a:gd name="connsiteX160" fmla="*/ 3255127 w 4093327"/>
              <a:gd name="connsiteY160" fmla="*/ 2353734 h 2870200"/>
              <a:gd name="connsiteX161" fmla="*/ 3280527 w 4093327"/>
              <a:gd name="connsiteY161" fmla="*/ 2387600 h 2870200"/>
              <a:gd name="connsiteX162" fmla="*/ 3288993 w 4093327"/>
              <a:gd name="connsiteY162" fmla="*/ 2497667 h 2870200"/>
              <a:gd name="connsiteX163" fmla="*/ 3305927 w 4093327"/>
              <a:gd name="connsiteY163" fmla="*/ 2531534 h 2870200"/>
              <a:gd name="connsiteX164" fmla="*/ 3322860 w 4093327"/>
              <a:gd name="connsiteY164" fmla="*/ 2599267 h 2870200"/>
              <a:gd name="connsiteX165" fmla="*/ 3348260 w 4093327"/>
              <a:gd name="connsiteY165" fmla="*/ 2667000 h 2870200"/>
              <a:gd name="connsiteX166" fmla="*/ 3390593 w 4093327"/>
              <a:gd name="connsiteY166" fmla="*/ 2810934 h 2870200"/>
              <a:gd name="connsiteX167" fmla="*/ 3415993 w 4093327"/>
              <a:gd name="connsiteY167" fmla="*/ 2870200 h 2870200"/>
              <a:gd name="connsiteX168" fmla="*/ 3441393 w 4093327"/>
              <a:gd name="connsiteY168" fmla="*/ 1828800 h 2870200"/>
              <a:gd name="connsiteX169" fmla="*/ 3440895 w 4093327"/>
              <a:gd name="connsiteY169" fmla="*/ 2090271 h 2870200"/>
              <a:gd name="connsiteX170" fmla="*/ 3466793 w 4093327"/>
              <a:gd name="connsiteY170" fmla="*/ 1735667 h 2870200"/>
              <a:gd name="connsiteX171" fmla="*/ 3492193 w 4093327"/>
              <a:gd name="connsiteY171" fmla="*/ 1651000 h 2870200"/>
              <a:gd name="connsiteX172" fmla="*/ 3500660 w 4093327"/>
              <a:gd name="connsiteY172" fmla="*/ 1701800 h 2870200"/>
              <a:gd name="connsiteX173" fmla="*/ 3504644 w 4093327"/>
              <a:gd name="connsiteY173" fmla="*/ 1875118 h 2870200"/>
              <a:gd name="connsiteX174" fmla="*/ 3526060 w 4093327"/>
              <a:gd name="connsiteY174" fmla="*/ 1752600 h 2870200"/>
              <a:gd name="connsiteX175" fmla="*/ 3534527 w 4093327"/>
              <a:gd name="connsiteY175" fmla="*/ 1693334 h 2870200"/>
              <a:gd name="connsiteX176" fmla="*/ 3576860 w 4093327"/>
              <a:gd name="connsiteY176" fmla="*/ 1608667 h 2870200"/>
              <a:gd name="connsiteX177" fmla="*/ 3593793 w 4093327"/>
              <a:gd name="connsiteY177" fmla="*/ 1566334 h 2870200"/>
              <a:gd name="connsiteX178" fmla="*/ 3636127 w 4093327"/>
              <a:gd name="connsiteY178" fmla="*/ 1464734 h 2870200"/>
              <a:gd name="connsiteX179" fmla="*/ 3640111 w 4093327"/>
              <a:gd name="connsiteY179" fmla="*/ 1373094 h 2870200"/>
              <a:gd name="connsiteX180" fmla="*/ 3661527 w 4093327"/>
              <a:gd name="connsiteY180" fmla="*/ 1363134 h 2870200"/>
              <a:gd name="connsiteX181" fmla="*/ 3678460 w 4093327"/>
              <a:gd name="connsiteY181" fmla="*/ 1320800 h 2870200"/>
              <a:gd name="connsiteX182" fmla="*/ 3673480 w 4093327"/>
              <a:gd name="connsiteY182" fmla="*/ 1151964 h 2870200"/>
              <a:gd name="connsiteX183" fmla="*/ 3720793 w 4093327"/>
              <a:gd name="connsiteY183" fmla="*/ 1227667 h 2870200"/>
              <a:gd name="connsiteX184" fmla="*/ 3729260 w 4093327"/>
              <a:gd name="connsiteY184" fmla="*/ 1176867 h 2870200"/>
              <a:gd name="connsiteX185" fmla="*/ 3746193 w 4093327"/>
              <a:gd name="connsiteY185" fmla="*/ 1126067 h 2870200"/>
              <a:gd name="connsiteX186" fmla="*/ 3754660 w 4093327"/>
              <a:gd name="connsiteY186" fmla="*/ 1058334 h 2870200"/>
              <a:gd name="connsiteX187" fmla="*/ 3763127 w 4093327"/>
              <a:gd name="connsiteY187" fmla="*/ 1270000 h 2870200"/>
              <a:gd name="connsiteX188" fmla="*/ 3791975 w 4093327"/>
              <a:gd name="connsiteY188" fmla="*/ 678606 h 2870200"/>
              <a:gd name="connsiteX189" fmla="*/ 3796993 w 4093327"/>
              <a:gd name="connsiteY189" fmla="*/ 558800 h 2870200"/>
              <a:gd name="connsiteX190" fmla="*/ 3813927 w 4093327"/>
              <a:gd name="connsiteY190" fmla="*/ 482600 h 2870200"/>
              <a:gd name="connsiteX191" fmla="*/ 3822393 w 4093327"/>
              <a:gd name="connsiteY191" fmla="*/ 533400 h 2870200"/>
              <a:gd name="connsiteX192" fmla="*/ 3839327 w 4093327"/>
              <a:gd name="connsiteY192" fmla="*/ 660400 h 2870200"/>
              <a:gd name="connsiteX193" fmla="*/ 3847793 w 4093327"/>
              <a:gd name="connsiteY193" fmla="*/ 702734 h 2870200"/>
              <a:gd name="connsiteX194" fmla="*/ 3864727 w 4093327"/>
              <a:gd name="connsiteY194" fmla="*/ 736600 h 2870200"/>
              <a:gd name="connsiteX195" fmla="*/ 3881660 w 4093327"/>
              <a:gd name="connsiteY195" fmla="*/ 702734 h 2870200"/>
              <a:gd name="connsiteX196" fmla="*/ 3940927 w 4093327"/>
              <a:gd name="connsiteY196" fmla="*/ 482600 h 2870200"/>
              <a:gd name="connsiteX197" fmla="*/ 3957860 w 4093327"/>
              <a:gd name="connsiteY197" fmla="*/ 457200 h 2870200"/>
              <a:gd name="connsiteX198" fmla="*/ 3983260 w 4093327"/>
              <a:gd name="connsiteY198" fmla="*/ 177800 h 2870200"/>
              <a:gd name="connsiteX199" fmla="*/ 4008660 w 4093327"/>
              <a:gd name="connsiteY199" fmla="*/ 135467 h 2870200"/>
              <a:gd name="connsiteX200" fmla="*/ 4017127 w 4093327"/>
              <a:gd name="connsiteY200" fmla="*/ 101600 h 2870200"/>
              <a:gd name="connsiteX201" fmla="*/ 4025593 w 4093327"/>
              <a:gd name="connsiteY201" fmla="*/ 76200 h 2870200"/>
              <a:gd name="connsiteX202" fmla="*/ 4034060 w 4093327"/>
              <a:gd name="connsiteY202" fmla="*/ 110067 h 2870200"/>
              <a:gd name="connsiteX203" fmla="*/ 4050993 w 4093327"/>
              <a:gd name="connsiteY203" fmla="*/ 160867 h 2870200"/>
              <a:gd name="connsiteX204" fmla="*/ 4093327 w 4093327"/>
              <a:gd name="connsiteY204" fmla="*/ 0 h 2870200"/>
              <a:gd name="connsiteX0" fmla="*/ 0 w 4128314"/>
              <a:gd name="connsiteY0" fmla="*/ 724484 h 2870200"/>
              <a:gd name="connsiteX1" fmla="*/ 36261 w 4128314"/>
              <a:gd name="connsiteY1" fmla="*/ 647092 h 2870200"/>
              <a:gd name="connsiteX2" fmla="*/ 67349 w 4128314"/>
              <a:gd name="connsiteY2" fmla="*/ 567267 h 2870200"/>
              <a:gd name="connsiteX3" fmla="*/ 75688 w 4128314"/>
              <a:gd name="connsiteY3" fmla="*/ 828517 h 2870200"/>
              <a:gd name="connsiteX4" fmla="*/ 71447 w 4128314"/>
              <a:gd name="connsiteY4" fmla="*/ 1083293 h 2870200"/>
              <a:gd name="connsiteX5" fmla="*/ 69180 w 4128314"/>
              <a:gd name="connsiteY5" fmla="*/ 1212385 h 2870200"/>
              <a:gd name="connsiteX6" fmla="*/ 83771 w 4128314"/>
              <a:gd name="connsiteY6" fmla="*/ 1401791 h 2870200"/>
              <a:gd name="connsiteX7" fmla="*/ 126233 w 4128314"/>
              <a:gd name="connsiteY7" fmla="*/ 1209517 h 2870200"/>
              <a:gd name="connsiteX8" fmla="*/ 148980 w 4128314"/>
              <a:gd name="connsiteY8" fmla="*/ 1100667 h 2870200"/>
              <a:gd name="connsiteX9" fmla="*/ 182847 w 4128314"/>
              <a:gd name="connsiteY9" fmla="*/ 999067 h 2870200"/>
              <a:gd name="connsiteX10" fmla="*/ 199780 w 4128314"/>
              <a:gd name="connsiteY10" fmla="*/ 948267 h 2870200"/>
              <a:gd name="connsiteX11" fmla="*/ 216714 w 4128314"/>
              <a:gd name="connsiteY11" fmla="*/ 1134534 h 2870200"/>
              <a:gd name="connsiteX12" fmla="*/ 233647 w 4128314"/>
              <a:gd name="connsiteY12" fmla="*/ 1464734 h 2870200"/>
              <a:gd name="connsiteX13" fmla="*/ 292914 w 4128314"/>
              <a:gd name="connsiteY13" fmla="*/ 1363134 h 2870200"/>
              <a:gd name="connsiteX14" fmla="*/ 318314 w 4128314"/>
              <a:gd name="connsiteY14" fmla="*/ 1371600 h 2870200"/>
              <a:gd name="connsiteX15" fmla="*/ 326780 w 4128314"/>
              <a:gd name="connsiteY15" fmla="*/ 2243667 h 2870200"/>
              <a:gd name="connsiteX16" fmla="*/ 352180 w 4128314"/>
              <a:gd name="connsiteY16" fmla="*/ 2201334 h 2870200"/>
              <a:gd name="connsiteX17" fmla="*/ 360647 w 4128314"/>
              <a:gd name="connsiteY17" fmla="*/ 2150534 h 2870200"/>
              <a:gd name="connsiteX18" fmla="*/ 385549 w 4128314"/>
              <a:gd name="connsiteY18" fmla="*/ 2376146 h 2870200"/>
              <a:gd name="connsiteX19" fmla="*/ 402980 w 4128314"/>
              <a:gd name="connsiteY19" fmla="*/ 2082800 h 2870200"/>
              <a:gd name="connsiteX20" fmla="*/ 428879 w 4128314"/>
              <a:gd name="connsiteY20" fmla="*/ 1792444 h 2870200"/>
              <a:gd name="connsiteX21" fmla="*/ 436847 w 4128314"/>
              <a:gd name="connsiteY21" fmla="*/ 2032000 h 2870200"/>
              <a:gd name="connsiteX22" fmla="*/ 462247 w 4128314"/>
              <a:gd name="connsiteY22" fmla="*/ 1998134 h 2870200"/>
              <a:gd name="connsiteX23" fmla="*/ 479180 w 4128314"/>
              <a:gd name="connsiteY23" fmla="*/ 1752600 h 2870200"/>
              <a:gd name="connsiteX24" fmla="*/ 504580 w 4128314"/>
              <a:gd name="connsiteY24" fmla="*/ 1651000 h 2870200"/>
              <a:gd name="connsiteX25" fmla="*/ 529980 w 4128314"/>
              <a:gd name="connsiteY25" fmla="*/ 1710267 h 2870200"/>
              <a:gd name="connsiteX26" fmla="*/ 538447 w 4128314"/>
              <a:gd name="connsiteY26" fmla="*/ 1851666 h 2870200"/>
              <a:gd name="connsiteX27" fmla="*/ 572314 w 4128314"/>
              <a:gd name="connsiteY27" fmla="*/ 1820334 h 2870200"/>
              <a:gd name="connsiteX28" fmla="*/ 597714 w 4128314"/>
              <a:gd name="connsiteY28" fmla="*/ 1938867 h 2870200"/>
              <a:gd name="connsiteX29" fmla="*/ 614647 w 4128314"/>
              <a:gd name="connsiteY29" fmla="*/ 1998134 h 2870200"/>
              <a:gd name="connsiteX30" fmla="*/ 631580 w 4128314"/>
              <a:gd name="connsiteY30" fmla="*/ 2023534 h 2870200"/>
              <a:gd name="connsiteX31" fmla="*/ 656980 w 4128314"/>
              <a:gd name="connsiteY31" fmla="*/ 1786467 h 2870200"/>
              <a:gd name="connsiteX32" fmla="*/ 665447 w 4128314"/>
              <a:gd name="connsiteY32" fmla="*/ 1744134 h 2870200"/>
              <a:gd name="connsiteX33" fmla="*/ 682380 w 4128314"/>
              <a:gd name="connsiteY33" fmla="*/ 1718734 h 2870200"/>
              <a:gd name="connsiteX34" fmla="*/ 699314 w 4128314"/>
              <a:gd name="connsiteY34" fmla="*/ 1617134 h 2870200"/>
              <a:gd name="connsiteX35" fmla="*/ 716247 w 4128314"/>
              <a:gd name="connsiteY35" fmla="*/ 1557867 h 2870200"/>
              <a:gd name="connsiteX36" fmla="*/ 724714 w 4128314"/>
              <a:gd name="connsiteY36" fmla="*/ 1524000 h 2870200"/>
              <a:gd name="connsiteX37" fmla="*/ 741647 w 4128314"/>
              <a:gd name="connsiteY37" fmla="*/ 1312334 h 2870200"/>
              <a:gd name="connsiteX38" fmla="*/ 758580 w 4128314"/>
              <a:gd name="connsiteY38" fmla="*/ 1380067 h 2870200"/>
              <a:gd name="connsiteX39" fmla="*/ 775514 w 4128314"/>
              <a:gd name="connsiteY39" fmla="*/ 1532467 h 2870200"/>
              <a:gd name="connsiteX40" fmla="*/ 792447 w 4128314"/>
              <a:gd name="connsiteY40" fmla="*/ 1566334 h 2870200"/>
              <a:gd name="connsiteX41" fmla="*/ 817847 w 4128314"/>
              <a:gd name="connsiteY41" fmla="*/ 1456267 h 2870200"/>
              <a:gd name="connsiteX42" fmla="*/ 834780 w 4128314"/>
              <a:gd name="connsiteY42" fmla="*/ 1430867 h 2870200"/>
              <a:gd name="connsiteX43" fmla="*/ 868647 w 4128314"/>
              <a:gd name="connsiteY43" fmla="*/ 1388534 h 2870200"/>
              <a:gd name="connsiteX44" fmla="*/ 877114 w 4128314"/>
              <a:gd name="connsiteY44" fmla="*/ 1498600 h 2870200"/>
              <a:gd name="connsiteX45" fmla="*/ 902514 w 4128314"/>
              <a:gd name="connsiteY45" fmla="*/ 1811867 h 2870200"/>
              <a:gd name="connsiteX46" fmla="*/ 910980 w 4128314"/>
              <a:gd name="connsiteY46" fmla="*/ 1642534 h 2870200"/>
              <a:gd name="connsiteX47" fmla="*/ 936380 w 4128314"/>
              <a:gd name="connsiteY47" fmla="*/ 1583267 h 2870200"/>
              <a:gd name="connsiteX48" fmla="*/ 944847 w 4128314"/>
              <a:gd name="connsiteY48" fmla="*/ 1557867 h 2870200"/>
              <a:gd name="connsiteX49" fmla="*/ 953314 w 4128314"/>
              <a:gd name="connsiteY49" fmla="*/ 2006600 h 2870200"/>
              <a:gd name="connsiteX50" fmla="*/ 978714 w 4128314"/>
              <a:gd name="connsiteY50" fmla="*/ 2116667 h 2870200"/>
              <a:gd name="connsiteX51" fmla="*/ 987180 w 4128314"/>
              <a:gd name="connsiteY51" fmla="*/ 1948424 h 2870200"/>
              <a:gd name="connsiteX52" fmla="*/ 1004114 w 4128314"/>
              <a:gd name="connsiteY52" fmla="*/ 1794934 h 2870200"/>
              <a:gd name="connsiteX53" fmla="*/ 1012580 w 4128314"/>
              <a:gd name="connsiteY53" fmla="*/ 1761067 h 2870200"/>
              <a:gd name="connsiteX54" fmla="*/ 1029514 w 4128314"/>
              <a:gd name="connsiteY54" fmla="*/ 1871134 h 2870200"/>
              <a:gd name="connsiteX55" fmla="*/ 1046447 w 4128314"/>
              <a:gd name="connsiteY55" fmla="*/ 1947334 h 2870200"/>
              <a:gd name="connsiteX56" fmla="*/ 1063380 w 4128314"/>
              <a:gd name="connsiteY56" fmla="*/ 2040467 h 2870200"/>
              <a:gd name="connsiteX57" fmla="*/ 1088780 w 4128314"/>
              <a:gd name="connsiteY57" fmla="*/ 2108200 h 2870200"/>
              <a:gd name="connsiteX58" fmla="*/ 1097247 w 4128314"/>
              <a:gd name="connsiteY58" fmla="*/ 2150534 h 2870200"/>
              <a:gd name="connsiteX59" fmla="*/ 1139580 w 4128314"/>
              <a:gd name="connsiteY59" fmla="*/ 2209800 h 2870200"/>
              <a:gd name="connsiteX60" fmla="*/ 1148047 w 4128314"/>
              <a:gd name="connsiteY60" fmla="*/ 2108200 h 2870200"/>
              <a:gd name="connsiteX61" fmla="*/ 1198847 w 4128314"/>
              <a:gd name="connsiteY61" fmla="*/ 1989667 h 2870200"/>
              <a:gd name="connsiteX62" fmla="*/ 1249647 w 4128314"/>
              <a:gd name="connsiteY62" fmla="*/ 1913467 h 2870200"/>
              <a:gd name="connsiteX63" fmla="*/ 1258114 w 4128314"/>
              <a:gd name="connsiteY63" fmla="*/ 2167467 h 2870200"/>
              <a:gd name="connsiteX64" fmla="*/ 1275047 w 4128314"/>
              <a:gd name="connsiteY64" fmla="*/ 2082800 h 2870200"/>
              <a:gd name="connsiteX65" fmla="*/ 1283514 w 4128314"/>
              <a:gd name="connsiteY65" fmla="*/ 2015067 h 2870200"/>
              <a:gd name="connsiteX66" fmla="*/ 1325847 w 4128314"/>
              <a:gd name="connsiteY66" fmla="*/ 1854200 h 2870200"/>
              <a:gd name="connsiteX67" fmla="*/ 1334314 w 4128314"/>
              <a:gd name="connsiteY67" fmla="*/ 1803400 h 2870200"/>
              <a:gd name="connsiteX68" fmla="*/ 1359714 w 4128314"/>
              <a:gd name="connsiteY68" fmla="*/ 1701800 h 2870200"/>
              <a:gd name="connsiteX69" fmla="*/ 1385114 w 4128314"/>
              <a:gd name="connsiteY69" fmla="*/ 1718734 h 2870200"/>
              <a:gd name="connsiteX70" fmla="*/ 1393580 w 4128314"/>
              <a:gd name="connsiteY70" fmla="*/ 1744134 h 2870200"/>
              <a:gd name="connsiteX71" fmla="*/ 1418980 w 4128314"/>
              <a:gd name="connsiteY71" fmla="*/ 1828800 h 2870200"/>
              <a:gd name="connsiteX72" fmla="*/ 1435914 w 4128314"/>
              <a:gd name="connsiteY72" fmla="*/ 1879600 h 2870200"/>
              <a:gd name="connsiteX73" fmla="*/ 1444380 w 4128314"/>
              <a:gd name="connsiteY73" fmla="*/ 1913467 h 2870200"/>
              <a:gd name="connsiteX74" fmla="*/ 1469780 w 4128314"/>
              <a:gd name="connsiteY74" fmla="*/ 1947334 h 2870200"/>
              <a:gd name="connsiteX75" fmla="*/ 1486714 w 4128314"/>
              <a:gd name="connsiteY75" fmla="*/ 1938867 h 2870200"/>
              <a:gd name="connsiteX76" fmla="*/ 1529047 w 4128314"/>
              <a:gd name="connsiteY76" fmla="*/ 1803400 h 2870200"/>
              <a:gd name="connsiteX77" fmla="*/ 1588314 w 4128314"/>
              <a:gd name="connsiteY77" fmla="*/ 1651000 h 2870200"/>
              <a:gd name="connsiteX78" fmla="*/ 1596780 w 4128314"/>
              <a:gd name="connsiteY78" fmla="*/ 1591734 h 2870200"/>
              <a:gd name="connsiteX79" fmla="*/ 1613714 w 4128314"/>
              <a:gd name="connsiteY79" fmla="*/ 1566334 h 2870200"/>
              <a:gd name="connsiteX80" fmla="*/ 1622180 w 4128314"/>
              <a:gd name="connsiteY80" fmla="*/ 1524000 h 2870200"/>
              <a:gd name="connsiteX81" fmla="*/ 1630647 w 4128314"/>
              <a:gd name="connsiteY81" fmla="*/ 1498600 h 2870200"/>
              <a:gd name="connsiteX82" fmla="*/ 1647580 w 4128314"/>
              <a:gd name="connsiteY82" fmla="*/ 1524000 h 2870200"/>
              <a:gd name="connsiteX83" fmla="*/ 1672980 w 4128314"/>
              <a:gd name="connsiteY83" fmla="*/ 1490134 h 2870200"/>
              <a:gd name="connsiteX84" fmla="*/ 1698380 w 4128314"/>
              <a:gd name="connsiteY84" fmla="*/ 1388534 h 2870200"/>
              <a:gd name="connsiteX85" fmla="*/ 1757647 w 4128314"/>
              <a:gd name="connsiteY85" fmla="*/ 1286934 h 2870200"/>
              <a:gd name="connsiteX86" fmla="*/ 1808447 w 4128314"/>
              <a:gd name="connsiteY86" fmla="*/ 1176867 h 2870200"/>
              <a:gd name="connsiteX87" fmla="*/ 1833847 w 4128314"/>
              <a:gd name="connsiteY87" fmla="*/ 1202267 h 2870200"/>
              <a:gd name="connsiteX88" fmla="*/ 1842314 w 4128314"/>
              <a:gd name="connsiteY88" fmla="*/ 1227667 h 2870200"/>
              <a:gd name="connsiteX89" fmla="*/ 1859247 w 4128314"/>
              <a:gd name="connsiteY89" fmla="*/ 1261534 h 2870200"/>
              <a:gd name="connsiteX90" fmla="*/ 1901580 w 4128314"/>
              <a:gd name="connsiteY90" fmla="*/ 1422400 h 2870200"/>
              <a:gd name="connsiteX91" fmla="*/ 1952380 w 4128314"/>
              <a:gd name="connsiteY91" fmla="*/ 1600200 h 2870200"/>
              <a:gd name="connsiteX92" fmla="*/ 2003180 w 4128314"/>
              <a:gd name="connsiteY92" fmla="*/ 1744134 h 2870200"/>
              <a:gd name="connsiteX93" fmla="*/ 2020114 w 4128314"/>
              <a:gd name="connsiteY93" fmla="*/ 1498600 h 2870200"/>
              <a:gd name="connsiteX94" fmla="*/ 2037047 w 4128314"/>
              <a:gd name="connsiteY94" fmla="*/ 1464734 h 2870200"/>
              <a:gd name="connsiteX95" fmla="*/ 2045514 w 4128314"/>
              <a:gd name="connsiteY95" fmla="*/ 1439334 h 2870200"/>
              <a:gd name="connsiteX96" fmla="*/ 2096314 w 4128314"/>
              <a:gd name="connsiteY96" fmla="*/ 2032000 h 2870200"/>
              <a:gd name="connsiteX97" fmla="*/ 2104780 w 4128314"/>
              <a:gd name="connsiteY97" fmla="*/ 2150534 h 2870200"/>
              <a:gd name="connsiteX98" fmla="*/ 2113247 w 4128314"/>
              <a:gd name="connsiteY98" fmla="*/ 2489200 h 2870200"/>
              <a:gd name="connsiteX99" fmla="*/ 2147114 w 4128314"/>
              <a:gd name="connsiteY99" fmla="*/ 2421467 h 2870200"/>
              <a:gd name="connsiteX100" fmla="*/ 2189447 w 4128314"/>
              <a:gd name="connsiteY100" fmla="*/ 2319867 h 2870200"/>
              <a:gd name="connsiteX101" fmla="*/ 2214847 w 4128314"/>
              <a:gd name="connsiteY101" fmla="*/ 2286000 h 2870200"/>
              <a:gd name="connsiteX102" fmla="*/ 2248714 w 4128314"/>
              <a:gd name="connsiteY102" fmla="*/ 2235200 h 2870200"/>
              <a:gd name="connsiteX103" fmla="*/ 2265647 w 4128314"/>
              <a:gd name="connsiteY103" fmla="*/ 2514600 h 2870200"/>
              <a:gd name="connsiteX104" fmla="*/ 2291047 w 4128314"/>
              <a:gd name="connsiteY104" fmla="*/ 2565400 h 2870200"/>
              <a:gd name="connsiteX105" fmla="*/ 2299514 w 4128314"/>
              <a:gd name="connsiteY105" fmla="*/ 2489200 h 2870200"/>
              <a:gd name="connsiteX106" fmla="*/ 2316447 w 4128314"/>
              <a:gd name="connsiteY106" fmla="*/ 2421467 h 2870200"/>
              <a:gd name="connsiteX107" fmla="*/ 2324914 w 4128314"/>
              <a:gd name="connsiteY107" fmla="*/ 1718734 h 2870200"/>
              <a:gd name="connsiteX108" fmla="*/ 2350314 w 4128314"/>
              <a:gd name="connsiteY108" fmla="*/ 1811867 h 2870200"/>
              <a:gd name="connsiteX109" fmla="*/ 2375714 w 4128314"/>
              <a:gd name="connsiteY109" fmla="*/ 1871134 h 2870200"/>
              <a:gd name="connsiteX110" fmla="*/ 2401114 w 4128314"/>
              <a:gd name="connsiteY110" fmla="*/ 1938867 h 2870200"/>
              <a:gd name="connsiteX111" fmla="*/ 2409580 w 4128314"/>
              <a:gd name="connsiteY111" fmla="*/ 1972734 h 2870200"/>
              <a:gd name="connsiteX112" fmla="*/ 2418047 w 4128314"/>
              <a:gd name="connsiteY112" fmla="*/ 1574800 h 2870200"/>
              <a:gd name="connsiteX113" fmla="*/ 2443447 w 4128314"/>
              <a:gd name="connsiteY113" fmla="*/ 1236134 h 2870200"/>
              <a:gd name="connsiteX114" fmla="*/ 2460380 w 4128314"/>
              <a:gd name="connsiteY114" fmla="*/ 1092200 h 2870200"/>
              <a:gd name="connsiteX115" fmla="*/ 2468847 w 4128314"/>
              <a:gd name="connsiteY115" fmla="*/ 1066800 h 2870200"/>
              <a:gd name="connsiteX116" fmla="*/ 2477314 w 4128314"/>
              <a:gd name="connsiteY116" fmla="*/ 1092200 h 2870200"/>
              <a:gd name="connsiteX117" fmla="*/ 2494247 w 4128314"/>
              <a:gd name="connsiteY117" fmla="*/ 1117600 h 2870200"/>
              <a:gd name="connsiteX118" fmla="*/ 2502714 w 4128314"/>
              <a:gd name="connsiteY118" fmla="*/ 1227667 h 2870200"/>
              <a:gd name="connsiteX119" fmla="*/ 2528114 w 4128314"/>
              <a:gd name="connsiteY119" fmla="*/ 753534 h 2870200"/>
              <a:gd name="connsiteX120" fmla="*/ 2545047 w 4128314"/>
              <a:gd name="connsiteY120" fmla="*/ 685800 h 2870200"/>
              <a:gd name="connsiteX121" fmla="*/ 2553514 w 4128314"/>
              <a:gd name="connsiteY121" fmla="*/ 609600 h 2870200"/>
              <a:gd name="connsiteX122" fmla="*/ 2561980 w 4128314"/>
              <a:gd name="connsiteY122" fmla="*/ 558800 h 2870200"/>
              <a:gd name="connsiteX123" fmla="*/ 2578914 w 4128314"/>
              <a:gd name="connsiteY123" fmla="*/ 584200 h 2870200"/>
              <a:gd name="connsiteX124" fmla="*/ 2587380 w 4128314"/>
              <a:gd name="connsiteY124" fmla="*/ 778934 h 2870200"/>
              <a:gd name="connsiteX125" fmla="*/ 2629714 w 4128314"/>
              <a:gd name="connsiteY125" fmla="*/ 914400 h 2870200"/>
              <a:gd name="connsiteX126" fmla="*/ 2646647 w 4128314"/>
              <a:gd name="connsiteY126" fmla="*/ 973667 h 2870200"/>
              <a:gd name="connsiteX127" fmla="*/ 2663580 w 4128314"/>
              <a:gd name="connsiteY127" fmla="*/ 812800 h 2870200"/>
              <a:gd name="connsiteX128" fmla="*/ 2680514 w 4128314"/>
              <a:gd name="connsiteY128" fmla="*/ 694267 h 2870200"/>
              <a:gd name="connsiteX129" fmla="*/ 2705914 w 4128314"/>
              <a:gd name="connsiteY129" fmla="*/ 558800 h 2870200"/>
              <a:gd name="connsiteX130" fmla="*/ 2731314 w 4128314"/>
              <a:gd name="connsiteY130" fmla="*/ 321734 h 2870200"/>
              <a:gd name="connsiteX131" fmla="*/ 2748247 w 4128314"/>
              <a:gd name="connsiteY131" fmla="*/ 1058334 h 2870200"/>
              <a:gd name="connsiteX132" fmla="*/ 2774644 w 4128314"/>
              <a:gd name="connsiteY132" fmla="*/ 1023969 h 2870200"/>
              <a:gd name="connsiteX133" fmla="*/ 2824447 w 4128314"/>
              <a:gd name="connsiteY133" fmla="*/ 905934 h 2870200"/>
              <a:gd name="connsiteX134" fmla="*/ 2858314 w 4128314"/>
              <a:gd name="connsiteY134" fmla="*/ 855134 h 2870200"/>
              <a:gd name="connsiteX135" fmla="*/ 2883714 w 4128314"/>
              <a:gd name="connsiteY135" fmla="*/ 1422400 h 2870200"/>
              <a:gd name="connsiteX136" fmla="*/ 2892180 w 4128314"/>
              <a:gd name="connsiteY136" fmla="*/ 1388534 h 2870200"/>
              <a:gd name="connsiteX137" fmla="*/ 2909114 w 4128314"/>
              <a:gd name="connsiteY137" fmla="*/ 1363134 h 2870200"/>
              <a:gd name="connsiteX138" fmla="*/ 2934514 w 4128314"/>
              <a:gd name="connsiteY138" fmla="*/ 1278467 h 2870200"/>
              <a:gd name="connsiteX139" fmla="*/ 2951447 w 4128314"/>
              <a:gd name="connsiteY139" fmla="*/ 1320800 h 2870200"/>
              <a:gd name="connsiteX140" fmla="*/ 2968380 w 4128314"/>
              <a:gd name="connsiteY140" fmla="*/ 1388534 h 2870200"/>
              <a:gd name="connsiteX141" fmla="*/ 2985314 w 4128314"/>
              <a:gd name="connsiteY141" fmla="*/ 1422400 h 2870200"/>
              <a:gd name="connsiteX142" fmla="*/ 3027647 w 4128314"/>
              <a:gd name="connsiteY142" fmla="*/ 1540934 h 2870200"/>
              <a:gd name="connsiteX143" fmla="*/ 3044580 w 4128314"/>
              <a:gd name="connsiteY143" fmla="*/ 1566334 h 2870200"/>
              <a:gd name="connsiteX144" fmla="*/ 3078447 w 4128314"/>
              <a:gd name="connsiteY144" fmla="*/ 1718734 h 2870200"/>
              <a:gd name="connsiteX145" fmla="*/ 3103847 w 4128314"/>
              <a:gd name="connsiteY145" fmla="*/ 1761067 h 2870200"/>
              <a:gd name="connsiteX146" fmla="*/ 3137714 w 4128314"/>
              <a:gd name="connsiteY146" fmla="*/ 1879600 h 2870200"/>
              <a:gd name="connsiteX147" fmla="*/ 3129247 w 4128314"/>
              <a:gd name="connsiteY147" fmla="*/ 1913467 h 2870200"/>
              <a:gd name="connsiteX148" fmla="*/ 3141697 w 4128314"/>
              <a:gd name="connsiteY148" fmla="*/ 1901016 h 2870200"/>
              <a:gd name="connsiteX149" fmla="*/ 3120780 w 4128314"/>
              <a:gd name="connsiteY149" fmla="*/ 1888067 h 2870200"/>
              <a:gd name="connsiteX150" fmla="*/ 3146180 w 4128314"/>
              <a:gd name="connsiteY150" fmla="*/ 1871134 h 2870200"/>
              <a:gd name="connsiteX151" fmla="*/ 3154647 w 4128314"/>
              <a:gd name="connsiteY151" fmla="*/ 1769534 h 2870200"/>
              <a:gd name="connsiteX152" fmla="*/ 3171580 w 4128314"/>
              <a:gd name="connsiteY152" fmla="*/ 1710267 h 2870200"/>
              <a:gd name="connsiteX153" fmla="*/ 3180047 w 4128314"/>
              <a:gd name="connsiteY153" fmla="*/ 1684867 h 2870200"/>
              <a:gd name="connsiteX154" fmla="*/ 3205447 w 4128314"/>
              <a:gd name="connsiteY154" fmla="*/ 1676400 h 2870200"/>
              <a:gd name="connsiteX155" fmla="*/ 3213914 w 4128314"/>
              <a:gd name="connsiteY155" fmla="*/ 2006600 h 2870200"/>
              <a:gd name="connsiteX156" fmla="*/ 3222380 w 4128314"/>
              <a:gd name="connsiteY156" fmla="*/ 2048934 h 2870200"/>
              <a:gd name="connsiteX157" fmla="*/ 3230847 w 4128314"/>
              <a:gd name="connsiteY157" fmla="*/ 2099734 h 2870200"/>
              <a:gd name="connsiteX158" fmla="*/ 3247780 w 4128314"/>
              <a:gd name="connsiteY158" fmla="*/ 2048934 h 2870200"/>
              <a:gd name="connsiteX159" fmla="*/ 3256247 w 4128314"/>
              <a:gd name="connsiteY159" fmla="*/ 1998134 h 2870200"/>
              <a:gd name="connsiteX160" fmla="*/ 3290114 w 4128314"/>
              <a:gd name="connsiteY160" fmla="*/ 2353734 h 2870200"/>
              <a:gd name="connsiteX161" fmla="*/ 3315514 w 4128314"/>
              <a:gd name="connsiteY161" fmla="*/ 2387600 h 2870200"/>
              <a:gd name="connsiteX162" fmla="*/ 3323980 w 4128314"/>
              <a:gd name="connsiteY162" fmla="*/ 2497667 h 2870200"/>
              <a:gd name="connsiteX163" fmla="*/ 3340914 w 4128314"/>
              <a:gd name="connsiteY163" fmla="*/ 2531534 h 2870200"/>
              <a:gd name="connsiteX164" fmla="*/ 3357847 w 4128314"/>
              <a:gd name="connsiteY164" fmla="*/ 2599267 h 2870200"/>
              <a:gd name="connsiteX165" fmla="*/ 3383247 w 4128314"/>
              <a:gd name="connsiteY165" fmla="*/ 2667000 h 2870200"/>
              <a:gd name="connsiteX166" fmla="*/ 3425580 w 4128314"/>
              <a:gd name="connsiteY166" fmla="*/ 2810934 h 2870200"/>
              <a:gd name="connsiteX167" fmla="*/ 3450980 w 4128314"/>
              <a:gd name="connsiteY167" fmla="*/ 2870200 h 2870200"/>
              <a:gd name="connsiteX168" fmla="*/ 3476380 w 4128314"/>
              <a:gd name="connsiteY168" fmla="*/ 1828800 h 2870200"/>
              <a:gd name="connsiteX169" fmla="*/ 3475882 w 4128314"/>
              <a:gd name="connsiteY169" fmla="*/ 2090271 h 2870200"/>
              <a:gd name="connsiteX170" fmla="*/ 3501780 w 4128314"/>
              <a:gd name="connsiteY170" fmla="*/ 1735667 h 2870200"/>
              <a:gd name="connsiteX171" fmla="*/ 3527180 w 4128314"/>
              <a:gd name="connsiteY171" fmla="*/ 1651000 h 2870200"/>
              <a:gd name="connsiteX172" fmla="*/ 3535647 w 4128314"/>
              <a:gd name="connsiteY172" fmla="*/ 1701800 h 2870200"/>
              <a:gd name="connsiteX173" fmla="*/ 3539631 w 4128314"/>
              <a:gd name="connsiteY173" fmla="*/ 1875118 h 2870200"/>
              <a:gd name="connsiteX174" fmla="*/ 3561047 w 4128314"/>
              <a:gd name="connsiteY174" fmla="*/ 1752600 h 2870200"/>
              <a:gd name="connsiteX175" fmla="*/ 3569514 w 4128314"/>
              <a:gd name="connsiteY175" fmla="*/ 1693334 h 2870200"/>
              <a:gd name="connsiteX176" fmla="*/ 3611847 w 4128314"/>
              <a:gd name="connsiteY176" fmla="*/ 1608667 h 2870200"/>
              <a:gd name="connsiteX177" fmla="*/ 3628780 w 4128314"/>
              <a:gd name="connsiteY177" fmla="*/ 1566334 h 2870200"/>
              <a:gd name="connsiteX178" fmla="*/ 3671114 w 4128314"/>
              <a:gd name="connsiteY178" fmla="*/ 1464734 h 2870200"/>
              <a:gd name="connsiteX179" fmla="*/ 3675098 w 4128314"/>
              <a:gd name="connsiteY179" fmla="*/ 1373094 h 2870200"/>
              <a:gd name="connsiteX180" fmla="*/ 3696514 w 4128314"/>
              <a:gd name="connsiteY180" fmla="*/ 1363134 h 2870200"/>
              <a:gd name="connsiteX181" fmla="*/ 3713447 w 4128314"/>
              <a:gd name="connsiteY181" fmla="*/ 1320800 h 2870200"/>
              <a:gd name="connsiteX182" fmla="*/ 3708467 w 4128314"/>
              <a:gd name="connsiteY182" fmla="*/ 1151964 h 2870200"/>
              <a:gd name="connsiteX183" fmla="*/ 3755780 w 4128314"/>
              <a:gd name="connsiteY183" fmla="*/ 1227667 h 2870200"/>
              <a:gd name="connsiteX184" fmla="*/ 3764247 w 4128314"/>
              <a:gd name="connsiteY184" fmla="*/ 1176867 h 2870200"/>
              <a:gd name="connsiteX185" fmla="*/ 3781180 w 4128314"/>
              <a:gd name="connsiteY185" fmla="*/ 1126067 h 2870200"/>
              <a:gd name="connsiteX186" fmla="*/ 3789647 w 4128314"/>
              <a:gd name="connsiteY186" fmla="*/ 1058334 h 2870200"/>
              <a:gd name="connsiteX187" fmla="*/ 3798114 w 4128314"/>
              <a:gd name="connsiteY187" fmla="*/ 1270000 h 2870200"/>
              <a:gd name="connsiteX188" fmla="*/ 3826962 w 4128314"/>
              <a:gd name="connsiteY188" fmla="*/ 678606 h 2870200"/>
              <a:gd name="connsiteX189" fmla="*/ 3831980 w 4128314"/>
              <a:gd name="connsiteY189" fmla="*/ 558800 h 2870200"/>
              <a:gd name="connsiteX190" fmla="*/ 3848914 w 4128314"/>
              <a:gd name="connsiteY190" fmla="*/ 482600 h 2870200"/>
              <a:gd name="connsiteX191" fmla="*/ 3857380 w 4128314"/>
              <a:gd name="connsiteY191" fmla="*/ 533400 h 2870200"/>
              <a:gd name="connsiteX192" fmla="*/ 3874314 w 4128314"/>
              <a:gd name="connsiteY192" fmla="*/ 660400 h 2870200"/>
              <a:gd name="connsiteX193" fmla="*/ 3882780 w 4128314"/>
              <a:gd name="connsiteY193" fmla="*/ 702734 h 2870200"/>
              <a:gd name="connsiteX194" fmla="*/ 3899714 w 4128314"/>
              <a:gd name="connsiteY194" fmla="*/ 736600 h 2870200"/>
              <a:gd name="connsiteX195" fmla="*/ 3916647 w 4128314"/>
              <a:gd name="connsiteY195" fmla="*/ 702734 h 2870200"/>
              <a:gd name="connsiteX196" fmla="*/ 3975914 w 4128314"/>
              <a:gd name="connsiteY196" fmla="*/ 482600 h 2870200"/>
              <a:gd name="connsiteX197" fmla="*/ 3992847 w 4128314"/>
              <a:gd name="connsiteY197" fmla="*/ 457200 h 2870200"/>
              <a:gd name="connsiteX198" fmla="*/ 4018247 w 4128314"/>
              <a:gd name="connsiteY198" fmla="*/ 177800 h 2870200"/>
              <a:gd name="connsiteX199" fmla="*/ 4043647 w 4128314"/>
              <a:gd name="connsiteY199" fmla="*/ 135467 h 2870200"/>
              <a:gd name="connsiteX200" fmla="*/ 4052114 w 4128314"/>
              <a:gd name="connsiteY200" fmla="*/ 101600 h 2870200"/>
              <a:gd name="connsiteX201" fmla="*/ 4060580 w 4128314"/>
              <a:gd name="connsiteY201" fmla="*/ 76200 h 2870200"/>
              <a:gd name="connsiteX202" fmla="*/ 4069047 w 4128314"/>
              <a:gd name="connsiteY202" fmla="*/ 110067 h 2870200"/>
              <a:gd name="connsiteX203" fmla="*/ 4085980 w 4128314"/>
              <a:gd name="connsiteY203" fmla="*/ 160867 h 2870200"/>
              <a:gd name="connsiteX204" fmla="*/ 4128314 w 4128314"/>
              <a:gd name="connsiteY204" fmla="*/ 0 h 2870200"/>
              <a:gd name="connsiteX0" fmla="*/ 0 w 4114416"/>
              <a:gd name="connsiteY0" fmla="*/ 735359 h 2870200"/>
              <a:gd name="connsiteX1" fmla="*/ 22363 w 4114416"/>
              <a:gd name="connsiteY1" fmla="*/ 647092 h 2870200"/>
              <a:gd name="connsiteX2" fmla="*/ 53451 w 4114416"/>
              <a:gd name="connsiteY2" fmla="*/ 567267 h 2870200"/>
              <a:gd name="connsiteX3" fmla="*/ 61790 w 4114416"/>
              <a:gd name="connsiteY3" fmla="*/ 828517 h 2870200"/>
              <a:gd name="connsiteX4" fmla="*/ 57549 w 4114416"/>
              <a:gd name="connsiteY4" fmla="*/ 1083293 h 2870200"/>
              <a:gd name="connsiteX5" fmla="*/ 55282 w 4114416"/>
              <a:gd name="connsiteY5" fmla="*/ 1212385 h 2870200"/>
              <a:gd name="connsiteX6" fmla="*/ 69873 w 4114416"/>
              <a:gd name="connsiteY6" fmla="*/ 1401791 h 2870200"/>
              <a:gd name="connsiteX7" fmla="*/ 112335 w 4114416"/>
              <a:gd name="connsiteY7" fmla="*/ 1209517 h 2870200"/>
              <a:gd name="connsiteX8" fmla="*/ 135082 w 4114416"/>
              <a:gd name="connsiteY8" fmla="*/ 1100667 h 2870200"/>
              <a:gd name="connsiteX9" fmla="*/ 168949 w 4114416"/>
              <a:gd name="connsiteY9" fmla="*/ 999067 h 2870200"/>
              <a:gd name="connsiteX10" fmla="*/ 185882 w 4114416"/>
              <a:gd name="connsiteY10" fmla="*/ 948267 h 2870200"/>
              <a:gd name="connsiteX11" fmla="*/ 202816 w 4114416"/>
              <a:gd name="connsiteY11" fmla="*/ 1134534 h 2870200"/>
              <a:gd name="connsiteX12" fmla="*/ 219749 w 4114416"/>
              <a:gd name="connsiteY12" fmla="*/ 1464734 h 2870200"/>
              <a:gd name="connsiteX13" fmla="*/ 279016 w 4114416"/>
              <a:gd name="connsiteY13" fmla="*/ 1363134 h 2870200"/>
              <a:gd name="connsiteX14" fmla="*/ 304416 w 4114416"/>
              <a:gd name="connsiteY14" fmla="*/ 1371600 h 2870200"/>
              <a:gd name="connsiteX15" fmla="*/ 312882 w 4114416"/>
              <a:gd name="connsiteY15" fmla="*/ 2243667 h 2870200"/>
              <a:gd name="connsiteX16" fmla="*/ 338282 w 4114416"/>
              <a:gd name="connsiteY16" fmla="*/ 2201334 h 2870200"/>
              <a:gd name="connsiteX17" fmla="*/ 346749 w 4114416"/>
              <a:gd name="connsiteY17" fmla="*/ 2150534 h 2870200"/>
              <a:gd name="connsiteX18" fmla="*/ 371651 w 4114416"/>
              <a:gd name="connsiteY18" fmla="*/ 2376146 h 2870200"/>
              <a:gd name="connsiteX19" fmla="*/ 389082 w 4114416"/>
              <a:gd name="connsiteY19" fmla="*/ 2082800 h 2870200"/>
              <a:gd name="connsiteX20" fmla="*/ 414981 w 4114416"/>
              <a:gd name="connsiteY20" fmla="*/ 1792444 h 2870200"/>
              <a:gd name="connsiteX21" fmla="*/ 422949 w 4114416"/>
              <a:gd name="connsiteY21" fmla="*/ 2032000 h 2870200"/>
              <a:gd name="connsiteX22" fmla="*/ 448349 w 4114416"/>
              <a:gd name="connsiteY22" fmla="*/ 1998134 h 2870200"/>
              <a:gd name="connsiteX23" fmla="*/ 465282 w 4114416"/>
              <a:gd name="connsiteY23" fmla="*/ 1752600 h 2870200"/>
              <a:gd name="connsiteX24" fmla="*/ 490682 w 4114416"/>
              <a:gd name="connsiteY24" fmla="*/ 1651000 h 2870200"/>
              <a:gd name="connsiteX25" fmla="*/ 516082 w 4114416"/>
              <a:gd name="connsiteY25" fmla="*/ 1710267 h 2870200"/>
              <a:gd name="connsiteX26" fmla="*/ 524549 w 4114416"/>
              <a:gd name="connsiteY26" fmla="*/ 1851666 h 2870200"/>
              <a:gd name="connsiteX27" fmla="*/ 558416 w 4114416"/>
              <a:gd name="connsiteY27" fmla="*/ 1820334 h 2870200"/>
              <a:gd name="connsiteX28" fmla="*/ 583816 w 4114416"/>
              <a:gd name="connsiteY28" fmla="*/ 1938867 h 2870200"/>
              <a:gd name="connsiteX29" fmla="*/ 600749 w 4114416"/>
              <a:gd name="connsiteY29" fmla="*/ 1998134 h 2870200"/>
              <a:gd name="connsiteX30" fmla="*/ 617682 w 4114416"/>
              <a:gd name="connsiteY30" fmla="*/ 2023534 h 2870200"/>
              <a:gd name="connsiteX31" fmla="*/ 643082 w 4114416"/>
              <a:gd name="connsiteY31" fmla="*/ 1786467 h 2870200"/>
              <a:gd name="connsiteX32" fmla="*/ 651549 w 4114416"/>
              <a:gd name="connsiteY32" fmla="*/ 1744134 h 2870200"/>
              <a:gd name="connsiteX33" fmla="*/ 668482 w 4114416"/>
              <a:gd name="connsiteY33" fmla="*/ 1718734 h 2870200"/>
              <a:gd name="connsiteX34" fmla="*/ 685416 w 4114416"/>
              <a:gd name="connsiteY34" fmla="*/ 1617134 h 2870200"/>
              <a:gd name="connsiteX35" fmla="*/ 702349 w 4114416"/>
              <a:gd name="connsiteY35" fmla="*/ 1557867 h 2870200"/>
              <a:gd name="connsiteX36" fmla="*/ 710816 w 4114416"/>
              <a:gd name="connsiteY36" fmla="*/ 1524000 h 2870200"/>
              <a:gd name="connsiteX37" fmla="*/ 727749 w 4114416"/>
              <a:gd name="connsiteY37" fmla="*/ 1312334 h 2870200"/>
              <a:gd name="connsiteX38" fmla="*/ 744682 w 4114416"/>
              <a:gd name="connsiteY38" fmla="*/ 1380067 h 2870200"/>
              <a:gd name="connsiteX39" fmla="*/ 761616 w 4114416"/>
              <a:gd name="connsiteY39" fmla="*/ 1532467 h 2870200"/>
              <a:gd name="connsiteX40" fmla="*/ 778549 w 4114416"/>
              <a:gd name="connsiteY40" fmla="*/ 1566334 h 2870200"/>
              <a:gd name="connsiteX41" fmla="*/ 803949 w 4114416"/>
              <a:gd name="connsiteY41" fmla="*/ 1456267 h 2870200"/>
              <a:gd name="connsiteX42" fmla="*/ 820882 w 4114416"/>
              <a:gd name="connsiteY42" fmla="*/ 1430867 h 2870200"/>
              <a:gd name="connsiteX43" fmla="*/ 854749 w 4114416"/>
              <a:gd name="connsiteY43" fmla="*/ 1388534 h 2870200"/>
              <a:gd name="connsiteX44" fmla="*/ 863216 w 4114416"/>
              <a:gd name="connsiteY44" fmla="*/ 1498600 h 2870200"/>
              <a:gd name="connsiteX45" fmla="*/ 888616 w 4114416"/>
              <a:gd name="connsiteY45" fmla="*/ 1811867 h 2870200"/>
              <a:gd name="connsiteX46" fmla="*/ 897082 w 4114416"/>
              <a:gd name="connsiteY46" fmla="*/ 1642534 h 2870200"/>
              <a:gd name="connsiteX47" fmla="*/ 922482 w 4114416"/>
              <a:gd name="connsiteY47" fmla="*/ 1583267 h 2870200"/>
              <a:gd name="connsiteX48" fmla="*/ 930949 w 4114416"/>
              <a:gd name="connsiteY48" fmla="*/ 1557867 h 2870200"/>
              <a:gd name="connsiteX49" fmla="*/ 939416 w 4114416"/>
              <a:gd name="connsiteY49" fmla="*/ 2006600 h 2870200"/>
              <a:gd name="connsiteX50" fmla="*/ 964816 w 4114416"/>
              <a:gd name="connsiteY50" fmla="*/ 2116667 h 2870200"/>
              <a:gd name="connsiteX51" fmla="*/ 973282 w 4114416"/>
              <a:gd name="connsiteY51" fmla="*/ 1948424 h 2870200"/>
              <a:gd name="connsiteX52" fmla="*/ 990216 w 4114416"/>
              <a:gd name="connsiteY52" fmla="*/ 1794934 h 2870200"/>
              <a:gd name="connsiteX53" fmla="*/ 998682 w 4114416"/>
              <a:gd name="connsiteY53" fmla="*/ 1761067 h 2870200"/>
              <a:gd name="connsiteX54" fmla="*/ 1015616 w 4114416"/>
              <a:gd name="connsiteY54" fmla="*/ 1871134 h 2870200"/>
              <a:gd name="connsiteX55" fmla="*/ 1032549 w 4114416"/>
              <a:gd name="connsiteY55" fmla="*/ 1947334 h 2870200"/>
              <a:gd name="connsiteX56" fmla="*/ 1049482 w 4114416"/>
              <a:gd name="connsiteY56" fmla="*/ 2040467 h 2870200"/>
              <a:gd name="connsiteX57" fmla="*/ 1074882 w 4114416"/>
              <a:gd name="connsiteY57" fmla="*/ 2108200 h 2870200"/>
              <a:gd name="connsiteX58" fmla="*/ 1083349 w 4114416"/>
              <a:gd name="connsiteY58" fmla="*/ 2150534 h 2870200"/>
              <a:gd name="connsiteX59" fmla="*/ 1125682 w 4114416"/>
              <a:gd name="connsiteY59" fmla="*/ 2209800 h 2870200"/>
              <a:gd name="connsiteX60" fmla="*/ 1134149 w 4114416"/>
              <a:gd name="connsiteY60" fmla="*/ 2108200 h 2870200"/>
              <a:gd name="connsiteX61" fmla="*/ 1184949 w 4114416"/>
              <a:gd name="connsiteY61" fmla="*/ 1989667 h 2870200"/>
              <a:gd name="connsiteX62" fmla="*/ 1235749 w 4114416"/>
              <a:gd name="connsiteY62" fmla="*/ 1913467 h 2870200"/>
              <a:gd name="connsiteX63" fmla="*/ 1244216 w 4114416"/>
              <a:gd name="connsiteY63" fmla="*/ 2167467 h 2870200"/>
              <a:gd name="connsiteX64" fmla="*/ 1261149 w 4114416"/>
              <a:gd name="connsiteY64" fmla="*/ 2082800 h 2870200"/>
              <a:gd name="connsiteX65" fmla="*/ 1269616 w 4114416"/>
              <a:gd name="connsiteY65" fmla="*/ 2015067 h 2870200"/>
              <a:gd name="connsiteX66" fmla="*/ 1311949 w 4114416"/>
              <a:gd name="connsiteY66" fmla="*/ 1854200 h 2870200"/>
              <a:gd name="connsiteX67" fmla="*/ 1320416 w 4114416"/>
              <a:gd name="connsiteY67" fmla="*/ 1803400 h 2870200"/>
              <a:gd name="connsiteX68" fmla="*/ 1345816 w 4114416"/>
              <a:gd name="connsiteY68" fmla="*/ 1701800 h 2870200"/>
              <a:gd name="connsiteX69" fmla="*/ 1371216 w 4114416"/>
              <a:gd name="connsiteY69" fmla="*/ 1718734 h 2870200"/>
              <a:gd name="connsiteX70" fmla="*/ 1379682 w 4114416"/>
              <a:gd name="connsiteY70" fmla="*/ 1744134 h 2870200"/>
              <a:gd name="connsiteX71" fmla="*/ 1405082 w 4114416"/>
              <a:gd name="connsiteY71" fmla="*/ 1828800 h 2870200"/>
              <a:gd name="connsiteX72" fmla="*/ 1422016 w 4114416"/>
              <a:gd name="connsiteY72" fmla="*/ 1879600 h 2870200"/>
              <a:gd name="connsiteX73" fmla="*/ 1430482 w 4114416"/>
              <a:gd name="connsiteY73" fmla="*/ 1913467 h 2870200"/>
              <a:gd name="connsiteX74" fmla="*/ 1455882 w 4114416"/>
              <a:gd name="connsiteY74" fmla="*/ 1947334 h 2870200"/>
              <a:gd name="connsiteX75" fmla="*/ 1472816 w 4114416"/>
              <a:gd name="connsiteY75" fmla="*/ 1938867 h 2870200"/>
              <a:gd name="connsiteX76" fmla="*/ 1515149 w 4114416"/>
              <a:gd name="connsiteY76" fmla="*/ 1803400 h 2870200"/>
              <a:gd name="connsiteX77" fmla="*/ 1574416 w 4114416"/>
              <a:gd name="connsiteY77" fmla="*/ 1651000 h 2870200"/>
              <a:gd name="connsiteX78" fmla="*/ 1582882 w 4114416"/>
              <a:gd name="connsiteY78" fmla="*/ 1591734 h 2870200"/>
              <a:gd name="connsiteX79" fmla="*/ 1599816 w 4114416"/>
              <a:gd name="connsiteY79" fmla="*/ 1566334 h 2870200"/>
              <a:gd name="connsiteX80" fmla="*/ 1608282 w 4114416"/>
              <a:gd name="connsiteY80" fmla="*/ 1524000 h 2870200"/>
              <a:gd name="connsiteX81" fmla="*/ 1616749 w 4114416"/>
              <a:gd name="connsiteY81" fmla="*/ 1498600 h 2870200"/>
              <a:gd name="connsiteX82" fmla="*/ 1633682 w 4114416"/>
              <a:gd name="connsiteY82" fmla="*/ 1524000 h 2870200"/>
              <a:gd name="connsiteX83" fmla="*/ 1659082 w 4114416"/>
              <a:gd name="connsiteY83" fmla="*/ 1490134 h 2870200"/>
              <a:gd name="connsiteX84" fmla="*/ 1684482 w 4114416"/>
              <a:gd name="connsiteY84" fmla="*/ 1388534 h 2870200"/>
              <a:gd name="connsiteX85" fmla="*/ 1743749 w 4114416"/>
              <a:gd name="connsiteY85" fmla="*/ 1286934 h 2870200"/>
              <a:gd name="connsiteX86" fmla="*/ 1794549 w 4114416"/>
              <a:gd name="connsiteY86" fmla="*/ 1176867 h 2870200"/>
              <a:gd name="connsiteX87" fmla="*/ 1819949 w 4114416"/>
              <a:gd name="connsiteY87" fmla="*/ 1202267 h 2870200"/>
              <a:gd name="connsiteX88" fmla="*/ 1828416 w 4114416"/>
              <a:gd name="connsiteY88" fmla="*/ 1227667 h 2870200"/>
              <a:gd name="connsiteX89" fmla="*/ 1845349 w 4114416"/>
              <a:gd name="connsiteY89" fmla="*/ 1261534 h 2870200"/>
              <a:gd name="connsiteX90" fmla="*/ 1887682 w 4114416"/>
              <a:gd name="connsiteY90" fmla="*/ 1422400 h 2870200"/>
              <a:gd name="connsiteX91" fmla="*/ 1938482 w 4114416"/>
              <a:gd name="connsiteY91" fmla="*/ 1600200 h 2870200"/>
              <a:gd name="connsiteX92" fmla="*/ 1989282 w 4114416"/>
              <a:gd name="connsiteY92" fmla="*/ 1744134 h 2870200"/>
              <a:gd name="connsiteX93" fmla="*/ 2006216 w 4114416"/>
              <a:gd name="connsiteY93" fmla="*/ 1498600 h 2870200"/>
              <a:gd name="connsiteX94" fmla="*/ 2023149 w 4114416"/>
              <a:gd name="connsiteY94" fmla="*/ 1464734 h 2870200"/>
              <a:gd name="connsiteX95" fmla="*/ 2031616 w 4114416"/>
              <a:gd name="connsiteY95" fmla="*/ 1439334 h 2870200"/>
              <a:gd name="connsiteX96" fmla="*/ 2082416 w 4114416"/>
              <a:gd name="connsiteY96" fmla="*/ 2032000 h 2870200"/>
              <a:gd name="connsiteX97" fmla="*/ 2090882 w 4114416"/>
              <a:gd name="connsiteY97" fmla="*/ 2150534 h 2870200"/>
              <a:gd name="connsiteX98" fmla="*/ 2099349 w 4114416"/>
              <a:gd name="connsiteY98" fmla="*/ 2489200 h 2870200"/>
              <a:gd name="connsiteX99" fmla="*/ 2133216 w 4114416"/>
              <a:gd name="connsiteY99" fmla="*/ 2421467 h 2870200"/>
              <a:gd name="connsiteX100" fmla="*/ 2175549 w 4114416"/>
              <a:gd name="connsiteY100" fmla="*/ 2319867 h 2870200"/>
              <a:gd name="connsiteX101" fmla="*/ 2200949 w 4114416"/>
              <a:gd name="connsiteY101" fmla="*/ 2286000 h 2870200"/>
              <a:gd name="connsiteX102" fmla="*/ 2234816 w 4114416"/>
              <a:gd name="connsiteY102" fmla="*/ 2235200 h 2870200"/>
              <a:gd name="connsiteX103" fmla="*/ 2251749 w 4114416"/>
              <a:gd name="connsiteY103" fmla="*/ 2514600 h 2870200"/>
              <a:gd name="connsiteX104" fmla="*/ 2277149 w 4114416"/>
              <a:gd name="connsiteY104" fmla="*/ 2565400 h 2870200"/>
              <a:gd name="connsiteX105" fmla="*/ 2285616 w 4114416"/>
              <a:gd name="connsiteY105" fmla="*/ 2489200 h 2870200"/>
              <a:gd name="connsiteX106" fmla="*/ 2302549 w 4114416"/>
              <a:gd name="connsiteY106" fmla="*/ 2421467 h 2870200"/>
              <a:gd name="connsiteX107" fmla="*/ 2311016 w 4114416"/>
              <a:gd name="connsiteY107" fmla="*/ 1718734 h 2870200"/>
              <a:gd name="connsiteX108" fmla="*/ 2336416 w 4114416"/>
              <a:gd name="connsiteY108" fmla="*/ 1811867 h 2870200"/>
              <a:gd name="connsiteX109" fmla="*/ 2361816 w 4114416"/>
              <a:gd name="connsiteY109" fmla="*/ 1871134 h 2870200"/>
              <a:gd name="connsiteX110" fmla="*/ 2387216 w 4114416"/>
              <a:gd name="connsiteY110" fmla="*/ 1938867 h 2870200"/>
              <a:gd name="connsiteX111" fmla="*/ 2395682 w 4114416"/>
              <a:gd name="connsiteY111" fmla="*/ 1972734 h 2870200"/>
              <a:gd name="connsiteX112" fmla="*/ 2404149 w 4114416"/>
              <a:gd name="connsiteY112" fmla="*/ 1574800 h 2870200"/>
              <a:gd name="connsiteX113" fmla="*/ 2429549 w 4114416"/>
              <a:gd name="connsiteY113" fmla="*/ 1236134 h 2870200"/>
              <a:gd name="connsiteX114" fmla="*/ 2446482 w 4114416"/>
              <a:gd name="connsiteY114" fmla="*/ 1092200 h 2870200"/>
              <a:gd name="connsiteX115" fmla="*/ 2454949 w 4114416"/>
              <a:gd name="connsiteY115" fmla="*/ 1066800 h 2870200"/>
              <a:gd name="connsiteX116" fmla="*/ 2463416 w 4114416"/>
              <a:gd name="connsiteY116" fmla="*/ 1092200 h 2870200"/>
              <a:gd name="connsiteX117" fmla="*/ 2480349 w 4114416"/>
              <a:gd name="connsiteY117" fmla="*/ 1117600 h 2870200"/>
              <a:gd name="connsiteX118" fmla="*/ 2488816 w 4114416"/>
              <a:gd name="connsiteY118" fmla="*/ 1227667 h 2870200"/>
              <a:gd name="connsiteX119" fmla="*/ 2514216 w 4114416"/>
              <a:gd name="connsiteY119" fmla="*/ 753534 h 2870200"/>
              <a:gd name="connsiteX120" fmla="*/ 2531149 w 4114416"/>
              <a:gd name="connsiteY120" fmla="*/ 685800 h 2870200"/>
              <a:gd name="connsiteX121" fmla="*/ 2539616 w 4114416"/>
              <a:gd name="connsiteY121" fmla="*/ 609600 h 2870200"/>
              <a:gd name="connsiteX122" fmla="*/ 2548082 w 4114416"/>
              <a:gd name="connsiteY122" fmla="*/ 558800 h 2870200"/>
              <a:gd name="connsiteX123" fmla="*/ 2565016 w 4114416"/>
              <a:gd name="connsiteY123" fmla="*/ 584200 h 2870200"/>
              <a:gd name="connsiteX124" fmla="*/ 2573482 w 4114416"/>
              <a:gd name="connsiteY124" fmla="*/ 778934 h 2870200"/>
              <a:gd name="connsiteX125" fmla="*/ 2615816 w 4114416"/>
              <a:gd name="connsiteY125" fmla="*/ 914400 h 2870200"/>
              <a:gd name="connsiteX126" fmla="*/ 2632749 w 4114416"/>
              <a:gd name="connsiteY126" fmla="*/ 973667 h 2870200"/>
              <a:gd name="connsiteX127" fmla="*/ 2649682 w 4114416"/>
              <a:gd name="connsiteY127" fmla="*/ 812800 h 2870200"/>
              <a:gd name="connsiteX128" fmla="*/ 2666616 w 4114416"/>
              <a:gd name="connsiteY128" fmla="*/ 694267 h 2870200"/>
              <a:gd name="connsiteX129" fmla="*/ 2692016 w 4114416"/>
              <a:gd name="connsiteY129" fmla="*/ 558800 h 2870200"/>
              <a:gd name="connsiteX130" fmla="*/ 2717416 w 4114416"/>
              <a:gd name="connsiteY130" fmla="*/ 321734 h 2870200"/>
              <a:gd name="connsiteX131" fmla="*/ 2734349 w 4114416"/>
              <a:gd name="connsiteY131" fmla="*/ 1058334 h 2870200"/>
              <a:gd name="connsiteX132" fmla="*/ 2760746 w 4114416"/>
              <a:gd name="connsiteY132" fmla="*/ 1023969 h 2870200"/>
              <a:gd name="connsiteX133" fmla="*/ 2810549 w 4114416"/>
              <a:gd name="connsiteY133" fmla="*/ 905934 h 2870200"/>
              <a:gd name="connsiteX134" fmla="*/ 2844416 w 4114416"/>
              <a:gd name="connsiteY134" fmla="*/ 855134 h 2870200"/>
              <a:gd name="connsiteX135" fmla="*/ 2869816 w 4114416"/>
              <a:gd name="connsiteY135" fmla="*/ 1422400 h 2870200"/>
              <a:gd name="connsiteX136" fmla="*/ 2878282 w 4114416"/>
              <a:gd name="connsiteY136" fmla="*/ 1388534 h 2870200"/>
              <a:gd name="connsiteX137" fmla="*/ 2895216 w 4114416"/>
              <a:gd name="connsiteY137" fmla="*/ 1363134 h 2870200"/>
              <a:gd name="connsiteX138" fmla="*/ 2920616 w 4114416"/>
              <a:gd name="connsiteY138" fmla="*/ 1278467 h 2870200"/>
              <a:gd name="connsiteX139" fmla="*/ 2937549 w 4114416"/>
              <a:gd name="connsiteY139" fmla="*/ 1320800 h 2870200"/>
              <a:gd name="connsiteX140" fmla="*/ 2954482 w 4114416"/>
              <a:gd name="connsiteY140" fmla="*/ 1388534 h 2870200"/>
              <a:gd name="connsiteX141" fmla="*/ 2971416 w 4114416"/>
              <a:gd name="connsiteY141" fmla="*/ 1422400 h 2870200"/>
              <a:gd name="connsiteX142" fmla="*/ 3013749 w 4114416"/>
              <a:gd name="connsiteY142" fmla="*/ 1540934 h 2870200"/>
              <a:gd name="connsiteX143" fmla="*/ 3030682 w 4114416"/>
              <a:gd name="connsiteY143" fmla="*/ 1566334 h 2870200"/>
              <a:gd name="connsiteX144" fmla="*/ 3064549 w 4114416"/>
              <a:gd name="connsiteY144" fmla="*/ 1718734 h 2870200"/>
              <a:gd name="connsiteX145" fmla="*/ 3089949 w 4114416"/>
              <a:gd name="connsiteY145" fmla="*/ 1761067 h 2870200"/>
              <a:gd name="connsiteX146" fmla="*/ 3123816 w 4114416"/>
              <a:gd name="connsiteY146" fmla="*/ 1879600 h 2870200"/>
              <a:gd name="connsiteX147" fmla="*/ 3115349 w 4114416"/>
              <a:gd name="connsiteY147" fmla="*/ 1913467 h 2870200"/>
              <a:gd name="connsiteX148" fmla="*/ 3127799 w 4114416"/>
              <a:gd name="connsiteY148" fmla="*/ 1901016 h 2870200"/>
              <a:gd name="connsiteX149" fmla="*/ 3106882 w 4114416"/>
              <a:gd name="connsiteY149" fmla="*/ 1888067 h 2870200"/>
              <a:gd name="connsiteX150" fmla="*/ 3132282 w 4114416"/>
              <a:gd name="connsiteY150" fmla="*/ 1871134 h 2870200"/>
              <a:gd name="connsiteX151" fmla="*/ 3140749 w 4114416"/>
              <a:gd name="connsiteY151" fmla="*/ 1769534 h 2870200"/>
              <a:gd name="connsiteX152" fmla="*/ 3157682 w 4114416"/>
              <a:gd name="connsiteY152" fmla="*/ 1710267 h 2870200"/>
              <a:gd name="connsiteX153" fmla="*/ 3166149 w 4114416"/>
              <a:gd name="connsiteY153" fmla="*/ 1684867 h 2870200"/>
              <a:gd name="connsiteX154" fmla="*/ 3191549 w 4114416"/>
              <a:gd name="connsiteY154" fmla="*/ 1676400 h 2870200"/>
              <a:gd name="connsiteX155" fmla="*/ 3200016 w 4114416"/>
              <a:gd name="connsiteY155" fmla="*/ 2006600 h 2870200"/>
              <a:gd name="connsiteX156" fmla="*/ 3208482 w 4114416"/>
              <a:gd name="connsiteY156" fmla="*/ 2048934 h 2870200"/>
              <a:gd name="connsiteX157" fmla="*/ 3216949 w 4114416"/>
              <a:gd name="connsiteY157" fmla="*/ 2099734 h 2870200"/>
              <a:gd name="connsiteX158" fmla="*/ 3233882 w 4114416"/>
              <a:gd name="connsiteY158" fmla="*/ 2048934 h 2870200"/>
              <a:gd name="connsiteX159" fmla="*/ 3242349 w 4114416"/>
              <a:gd name="connsiteY159" fmla="*/ 1998134 h 2870200"/>
              <a:gd name="connsiteX160" fmla="*/ 3276216 w 4114416"/>
              <a:gd name="connsiteY160" fmla="*/ 2353734 h 2870200"/>
              <a:gd name="connsiteX161" fmla="*/ 3301616 w 4114416"/>
              <a:gd name="connsiteY161" fmla="*/ 2387600 h 2870200"/>
              <a:gd name="connsiteX162" fmla="*/ 3310082 w 4114416"/>
              <a:gd name="connsiteY162" fmla="*/ 2497667 h 2870200"/>
              <a:gd name="connsiteX163" fmla="*/ 3327016 w 4114416"/>
              <a:gd name="connsiteY163" fmla="*/ 2531534 h 2870200"/>
              <a:gd name="connsiteX164" fmla="*/ 3343949 w 4114416"/>
              <a:gd name="connsiteY164" fmla="*/ 2599267 h 2870200"/>
              <a:gd name="connsiteX165" fmla="*/ 3369349 w 4114416"/>
              <a:gd name="connsiteY165" fmla="*/ 2667000 h 2870200"/>
              <a:gd name="connsiteX166" fmla="*/ 3411682 w 4114416"/>
              <a:gd name="connsiteY166" fmla="*/ 2810934 h 2870200"/>
              <a:gd name="connsiteX167" fmla="*/ 3437082 w 4114416"/>
              <a:gd name="connsiteY167" fmla="*/ 2870200 h 2870200"/>
              <a:gd name="connsiteX168" fmla="*/ 3462482 w 4114416"/>
              <a:gd name="connsiteY168" fmla="*/ 1828800 h 2870200"/>
              <a:gd name="connsiteX169" fmla="*/ 3461984 w 4114416"/>
              <a:gd name="connsiteY169" fmla="*/ 2090271 h 2870200"/>
              <a:gd name="connsiteX170" fmla="*/ 3487882 w 4114416"/>
              <a:gd name="connsiteY170" fmla="*/ 1735667 h 2870200"/>
              <a:gd name="connsiteX171" fmla="*/ 3513282 w 4114416"/>
              <a:gd name="connsiteY171" fmla="*/ 1651000 h 2870200"/>
              <a:gd name="connsiteX172" fmla="*/ 3521749 w 4114416"/>
              <a:gd name="connsiteY172" fmla="*/ 1701800 h 2870200"/>
              <a:gd name="connsiteX173" fmla="*/ 3525733 w 4114416"/>
              <a:gd name="connsiteY173" fmla="*/ 1875118 h 2870200"/>
              <a:gd name="connsiteX174" fmla="*/ 3547149 w 4114416"/>
              <a:gd name="connsiteY174" fmla="*/ 1752600 h 2870200"/>
              <a:gd name="connsiteX175" fmla="*/ 3555616 w 4114416"/>
              <a:gd name="connsiteY175" fmla="*/ 1693334 h 2870200"/>
              <a:gd name="connsiteX176" fmla="*/ 3597949 w 4114416"/>
              <a:gd name="connsiteY176" fmla="*/ 1608667 h 2870200"/>
              <a:gd name="connsiteX177" fmla="*/ 3614882 w 4114416"/>
              <a:gd name="connsiteY177" fmla="*/ 1566334 h 2870200"/>
              <a:gd name="connsiteX178" fmla="*/ 3657216 w 4114416"/>
              <a:gd name="connsiteY178" fmla="*/ 1464734 h 2870200"/>
              <a:gd name="connsiteX179" fmla="*/ 3661200 w 4114416"/>
              <a:gd name="connsiteY179" fmla="*/ 1373094 h 2870200"/>
              <a:gd name="connsiteX180" fmla="*/ 3682616 w 4114416"/>
              <a:gd name="connsiteY180" fmla="*/ 1363134 h 2870200"/>
              <a:gd name="connsiteX181" fmla="*/ 3699549 w 4114416"/>
              <a:gd name="connsiteY181" fmla="*/ 1320800 h 2870200"/>
              <a:gd name="connsiteX182" fmla="*/ 3694569 w 4114416"/>
              <a:gd name="connsiteY182" fmla="*/ 1151964 h 2870200"/>
              <a:gd name="connsiteX183" fmla="*/ 3741882 w 4114416"/>
              <a:gd name="connsiteY183" fmla="*/ 1227667 h 2870200"/>
              <a:gd name="connsiteX184" fmla="*/ 3750349 w 4114416"/>
              <a:gd name="connsiteY184" fmla="*/ 1176867 h 2870200"/>
              <a:gd name="connsiteX185" fmla="*/ 3767282 w 4114416"/>
              <a:gd name="connsiteY185" fmla="*/ 1126067 h 2870200"/>
              <a:gd name="connsiteX186" fmla="*/ 3775749 w 4114416"/>
              <a:gd name="connsiteY186" fmla="*/ 1058334 h 2870200"/>
              <a:gd name="connsiteX187" fmla="*/ 3784216 w 4114416"/>
              <a:gd name="connsiteY187" fmla="*/ 1270000 h 2870200"/>
              <a:gd name="connsiteX188" fmla="*/ 3813064 w 4114416"/>
              <a:gd name="connsiteY188" fmla="*/ 678606 h 2870200"/>
              <a:gd name="connsiteX189" fmla="*/ 3818082 w 4114416"/>
              <a:gd name="connsiteY189" fmla="*/ 558800 h 2870200"/>
              <a:gd name="connsiteX190" fmla="*/ 3835016 w 4114416"/>
              <a:gd name="connsiteY190" fmla="*/ 482600 h 2870200"/>
              <a:gd name="connsiteX191" fmla="*/ 3843482 w 4114416"/>
              <a:gd name="connsiteY191" fmla="*/ 533400 h 2870200"/>
              <a:gd name="connsiteX192" fmla="*/ 3860416 w 4114416"/>
              <a:gd name="connsiteY192" fmla="*/ 660400 h 2870200"/>
              <a:gd name="connsiteX193" fmla="*/ 3868882 w 4114416"/>
              <a:gd name="connsiteY193" fmla="*/ 702734 h 2870200"/>
              <a:gd name="connsiteX194" fmla="*/ 3885816 w 4114416"/>
              <a:gd name="connsiteY194" fmla="*/ 736600 h 2870200"/>
              <a:gd name="connsiteX195" fmla="*/ 3902749 w 4114416"/>
              <a:gd name="connsiteY195" fmla="*/ 702734 h 2870200"/>
              <a:gd name="connsiteX196" fmla="*/ 3962016 w 4114416"/>
              <a:gd name="connsiteY196" fmla="*/ 482600 h 2870200"/>
              <a:gd name="connsiteX197" fmla="*/ 3978949 w 4114416"/>
              <a:gd name="connsiteY197" fmla="*/ 457200 h 2870200"/>
              <a:gd name="connsiteX198" fmla="*/ 4004349 w 4114416"/>
              <a:gd name="connsiteY198" fmla="*/ 177800 h 2870200"/>
              <a:gd name="connsiteX199" fmla="*/ 4029749 w 4114416"/>
              <a:gd name="connsiteY199" fmla="*/ 135467 h 2870200"/>
              <a:gd name="connsiteX200" fmla="*/ 4038216 w 4114416"/>
              <a:gd name="connsiteY200" fmla="*/ 101600 h 2870200"/>
              <a:gd name="connsiteX201" fmla="*/ 4046682 w 4114416"/>
              <a:gd name="connsiteY201" fmla="*/ 76200 h 2870200"/>
              <a:gd name="connsiteX202" fmla="*/ 4055149 w 4114416"/>
              <a:gd name="connsiteY202" fmla="*/ 110067 h 2870200"/>
              <a:gd name="connsiteX203" fmla="*/ 4072082 w 4114416"/>
              <a:gd name="connsiteY203" fmla="*/ 160867 h 2870200"/>
              <a:gd name="connsiteX204" fmla="*/ 4114416 w 4114416"/>
              <a:gd name="connsiteY204" fmla="*/ 0 h 2870200"/>
              <a:gd name="connsiteX0" fmla="*/ 0 w 4114416"/>
              <a:gd name="connsiteY0" fmla="*/ 735359 h 2870200"/>
              <a:gd name="connsiteX1" fmla="*/ 22363 w 4114416"/>
              <a:gd name="connsiteY1" fmla="*/ 647092 h 2870200"/>
              <a:gd name="connsiteX2" fmla="*/ 53451 w 4114416"/>
              <a:gd name="connsiteY2" fmla="*/ 567267 h 2870200"/>
              <a:gd name="connsiteX3" fmla="*/ 61790 w 4114416"/>
              <a:gd name="connsiteY3" fmla="*/ 828517 h 2870200"/>
              <a:gd name="connsiteX4" fmla="*/ 57549 w 4114416"/>
              <a:gd name="connsiteY4" fmla="*/ 1083293 h 2870200"/>
              <a:gd name="connsiteX5" fmla="*/ 55282 w 4114416"/>
              <a:gd name="connsiteY5" fmla="*/ 1212385 h 2870200"/>
              <a:gd name="connsiteX6" fmla="*/ 69873 w 4114416"/>
              <a:gd name="connsiteY6" fmla="*/ 1401791 h 2870200"/>
              <a:gd name="connsiteX7" fmla="*/ 112335 w 4114416"/>
              <a:gd name="connsiteY7" fmla="*/ 1209517 h 2870200"/>
              <a:gd name="connsiteX8" fmla="*/ 135082 w 4114416"/>
              <a:gd name="connsiteY8" fmla="*/ 1100667 h 2870200"/>
              <a:gd name="connsiteX9" fmla="*/ 168949 w 4114416"/>
              <a:gd name="connsiteY9" fmla="*/ 999067 h 2870200"/>
              <a:gd name="connsiteX10" fmla="*/ 185882 w 4114416"/>
              <a:gd name="connsiteY10" fmla="*/ 948267 h 2870200"/>
              <a:gd name="connsiteX11" fmla="*/ 202816 w 4114416"/>
              <a:gd name="connsiteY11" fmla="*/ 1134534 h 2870200"/>
              <a:gd name="connsiteX12" fmla="*/ 219749 w 4114416"/>
              <a:gd name="connsiteY12" fmla="*/ 1464734 h 2870200"/>
              <a:gd name="connsiteX13" fmla="*/ 279016 w 4114416"/>
              <a:gd name="connsiteY13" fmla="*/ 1363134 h 2870200"/>
              <a:gd name="connsiteX14" fmla="*/ 304416 w 4114416"/>
              <a:gd name="connsiteY14" fmla="*/ 1371600 h 2870200"/>
              <a:gd name="connsiteX15" fmla="*/ 312882 w 4114416"/>
              <a:gd name="connsiteY15" fmla="*/ 2243667 h 2870200"/>
              <a:gd name="connsiteX16" fmla="*/ 338282 w 4114416"/>
              <a:gd name="connsiteY16" fmla="*/ 2201334 h 2870200"/>
              <a:gd name="connsiteX17" fmla="*/ 346749 w 4114416"/>
              <a:gd name="connsiteY17" fmla="*/ 2150534 h 2870200"/>
              <a:gd name="connsiteX18" fmla="*/ 371651 w 4114416"/>
              <a:gd name="connsiteY18" fmla="*/ 2376146 h 2870200"/>
              <a:gd name="connsiteX19" fmla="*/ 389082 w 4114416"/>
              <a:gd name="connsiteY19" fmla="*/ 2082800 h 2870200"/>
              <a:gd name="connsiteX20" fmla="*/ 414981 w 4114416"/>
              <a:gd name="connsiteY20" fmla="*/ 1792444 h 2870200"/>
              <a:gd name="connsiteX21" fmla="*/ 422949 w 4114416"/>
              <a:gd name="connsiteY21" fmla="*/ 2032000 h 2870200"/>
              <a:gd name="connsiteX22" fmla="*/ 459467 w 4114416"/>
              <a:gd name="connsiteY22" fmla="*/ 1994509 h 2870200"/>
              <a:gd name="connsiteX23" fmla="*/ 465282 w 4114416"/>
              <a:gd name="connsiteY23" fmla="*/ 1752600 h 2870200"/>
              <a:gd name="connsiteX24" fmla="*/ 490682 w 4114416"/>
              <a:gd name="connsiteY24" fmla="*/ 1651000 h 2870200"/>
              <a:gd name="connsiteX25" fmla="*/ 516082 w 4114416"/>
              <a:gd name="connsiteY25" fmla="*/ 1710267 h 2870200"/>
              <a:gd name="connsiteX26" fmla="*/ 524549 w 4114416"/>
              <a:gd name="connsiteY26" fmla="*/ 1851666 h 2870200"/>
              <a:gd name="connsiteX27" fmla="*/ 558416 w 4114416"/>
              <a:gd name="connsiteY27" fmla="*/ 1820334 h 2870200"/>
              <a:gd name="connsiteX28" fmla="*/ 583816 w 4114416"/>
              <a:gd name="connsiteY28" fmla="*/ 1938867 h 2870200"/>
              <a:gd name="connsiteX29" fmla="*/ 600749 w 4114416"/>
              <a:gd name="connsiteY29" fmla="*/ 1998134 h 2870200"/>
              <a:gd name="connsiteX30" fmla="*/ 617682 w 4114416"/>
              <a:gd name="connsiteY30" fmla="*/ 2023534 h 2870200"/>
              <a:gd name="connsiteX31" fmla="*/ 643082 w 4114416"/>
              <a:gd name="connsiteY31" fmla="*/ 1786467 h 2870200"/>
              <a:gd name="connsiteX32" fmla="*/ 651549 w 4114416"/>
              <a:gd name="connsiteY32" fmla="*/ 1744134 h 2870200"/>
              <a:gd name="connsiteX33" fmla="*/ 668482 w 4114416"/>
              <a:gd name="connsiteY33" fmla="*/ 1718734 h 2870200"/>
              <a:gd name="connsiteX34" fmla="*/ 685416 w 4114416"/>
              <a:gd name="connsiteY34" fmla="*/ 1617134 h 2870200"/>
              <a:gd name="connsiteX35" fmla="*/ 702349 w 4114416"/>
              <a:gd name="connsiteY35" fmla="*/ 1557867 h 2870200"/>
              <a:gd name="connsiteX36" fmla="*/ 710816 w 4114416"/>
              <a:gd name="connsiteY36" fmla="*/ 1524000 h 2870200"/>
              <a:gd name="connsiteX37" fmla="*/ 727749 w 4114416"/>
              <a:gd name="connsiteY37" fmla="*/ 1312334 h 2870200"/>
              <a:gd name="connsiteX38" fmla="*/ 744682 w 4114416"/>
              <a:gd name="connsiteY38" fmla="*/ 1380067 h 2870200"/>
              <a:gd name="connsiteX39" fmla="*/ 761616 w 4114416"/>
              <a:gd name="connsiteY39" fmla="*/ 1532467 h 2870200"/>
              <a:gd name="connsiteX40" fmla="*/ 778549 w 4114416"/>
              <a:gd name="connsiteY40" fmla="*/ 1566334 h 2870200"/>
              <a:gd name="connsiteX41" fmla="*/ 803949 w 4114416"/>
              <a:gd name="connsiteY41" fmla="*/ 1456267 h 2870200"/>
              <a:gd name="connsiteX42" fmla="*/ 820882 w 4114416"/>
              <a:gd name="connsiteY42" fmla="*/ 1430867 h 2870200"/>
              <a:gd name="connsiteX43" fmla="*/ 854749 w 4114416"/>
              <a:gd name="connsiteY43" fmla="*/ 1388534 h 2870200"/>
              <a:gd name="connsiteX44" fmla="*/ 863216 w 4114416"/>
              <a:gd name="connsiteY44" fmla="*/ 1498600 h 2870200"/>
              <a:gd name="connsiteX45" fmla="*/ 888616 w 4114416"/>
              <a:gd name="connsiteY45" fmla="*/ 1811867 h 2870200"/>
              <a:gd name="connsiteX46" fmla="*/ 897082 w 4114416"/>
              <a:gd name="connsiteY46" fmla="*/ 1642534 h 2870200"/>
              <a:gd name="connsiteX47" fmla="*/ 922482 w 4114416"/>
              <a:gd name="connsiteY47" fmla="*/ 1583267 h 2870200"/>
              <a:gd name="connsiteX48" fmla="*/ 930949 w 4114416"/>
              <a:gd name="connsiteY48" fmla="*/ 1557867 h 2870200"/>
              <a:gd name="connsiteX49" fmla="*/ 939416 w 4114416"/>
              <a:gd name="connsiteY49" fmla="*/ 2006600 h 2870200"/>
              <a:gd name="connsiteX50" fmla="*/ 964816 w 4114416"/>
              <a:gd name="connsiteY50" fmla="*/ 2116667 h 2870200"/>
              <a:gd name="connsiteX51" fmla="*/ 973282 w 4114416"/>
              <a:gd name="connsiteY51" fmla="*/ 1948424 h 2870200"/>
              <a:gd name="connsiteX52" fmla="*/ 990216 w 4114416"/>
              <a:gd name="connsiteY52" fmla="*/ 1794934 h 2870200"/>
              <a:gd name="connsiteX53" fmla="*/ 998682 w 4114416"/>
              <a:gd name="connsiteY53" fmla="*/ 1761067 h 2870200"/>
              <a:gd name="connsiteX54" fmla="*/ 1015616 w 4114416"/>
              <a:gd name="connsiteY54" fmla="*/ 1871134 h 2870200"/>
              <a:gd name="connsiteX55" fmla="*/ 1032549 w 4114416"/>
              <a:gd name="connsiteY55" fmla="*/ 1947334 h 2870200"/>
              <a:gd name="connsiteX56" fmla="*/ 1049482 w 4114416"/>
              <a:gd name="connsiteY56" fmla="*/ 2040467 h 2870200"/>
              <a:gd name="connsiteX57" fmla="*/ 1074882 w 4114416"/>
              <a:gd name="connsiteY57" fmla="*/ 2108200 h 2870200"/>
              <a:gd name="connsiteX58" fmla="*/ 1083349 w 4114416"/>
              <a:gd name="connsiteY58" fmla="*/ 2150534 h 2870200"/>
              <a:gd name="connsiteX59" fmla="*/ 1125682 w 4114416"/>
              <a:gd name="connsiteY59" fmla="*/ 2209800 h 2870200"/>
              <a:gd name="connsiteX60" fmla="*/ 1134149 w 4114416"/>
              <a:gd name="connsiteY60" fmla="*/ 2108200 h 2870200"/>
              <a:gd name="connsiteX61" fmla="*/ 1184949 w 4114416"/>
              <a:gd name="connsiteY61" fmla="*/ 1989667 h 2870200"/>
              <a:gd name="connsiteX62" fmla="*/ 1235749 w 4114416"/>
              <a:gd name="connsiteY62" fmla="*/ 1913467 h 2870200"/>
              <a:gd name="connsiteX63" fmla="*/ 1244216 w 4114416"/>
              <a:gd name="connsiteY63" fmla="*/ 2167467 h 2870200"/>
              <a:gd name="connsiteX64" fmla="*/ 1261149 w 4114416"/>
              <a:gd name="connsiteY64" fmla="*/ 2082800 h 2870200"/>
              <a:gd name="connsiteX65" fmla="*/ 1269616 w 4114416"/>
              <a:gd name="connsiteY65" fmla="*/ 2015067 h 2870200"/>
              <a:gd name="connsiteX66" fmla="*/ 1311949 w 4114416"/>
              <a:gd name="connsiteY66" fmla="*/ 1854200 h 2870200"/>
              <a:gd name="connsiteX67" fmla="*/ 1320416 w 4114416"/>
              <a:gd name="connsiteY67" fmla="*/ 1803400 h 2870200"/>
              <a:gd name="connsiteX68" fmla="*/ 1345816 w 4114416"/>
              <a:gd name="connsiteY68" fmla="*/ 1701800 h 2870200"/>
              <a:gd name="connsiteX69" fmla="*/ 1371216 w 4114416"/>
              <a:gd name="connsiteY69" fmla="*/ 1718734 h 2870200"/>
              <a:gd name="connsiteX70" fmla="*/ 1379682 w 4114416"/>
              <a:gd name="connsiteY70" fmla="*/ 1744134 h 2870200"/>
              <a:gd name="connsiteX71" fmla="*/ 1405082 w 4114416"/>
              <a:gd name="connsiteY71" fmla="*/ 1828800 h 2870200"/>
              <a:gd name="connsiteX72" fmla="*/ 1422016 w 4114416"/>
              <a:gd name="connsiteY72" fmla="*/ 1879600 h 2870200"/>
              <a:gd name="connsiteX73" fmla="*/ 1430482 w 4114416"/>
              <a:gd name="connsiteY73" fmla="*/ 1913467 h 2870200"/>
              <a:gd name="connsiteX74" fmla="*/ 1455882 w 4114416"/>
              <a:gd name="connsiteY74" fmla="*/ 1947334 h 2870200"/>
              <a:gd name="connsiteX75" fmla="*/ 1472816 w 4114416"/>
              <a:gd name="connsiteY75" fmla="*/ 1938867 h 2870200"/>
              <a:gd name="connsiteX76" fmla="*/ 1515149 w 4114416"/>
              <a:gd name="connsiteY76" fmla="*/ 1803400 h 2870200"/>
              <a:gd name="connsiteX77" fmla="*/ 1574416 w 4114416"/>
              <a:gd name="connsiteY77" fmla="*/ 1651000 h 2870200"/>
              <a:gd name="connsiteX78" fmla="*/ 1582882 w 4114416"/>
              <a:gd name="connsiteY78" fmla="*/ 1591734 h 2870200"/>
              <a:gd name="connsiteX79" fmla="*/ 1599816 w 4114416"/>
              <a:gd name="connsiteY79" fmla="*/ 1566334 h 2870200"/>
              <a:gd name="connsiteX80" fmla="*/ 1608282 w 4114416"/>
              <a:gd name="connsiteY80" fmla="*/ 1524000 h 2870200"/>
              <a:gd name="connsiteX81" fmla="*/ 1616749 w 4114416"/>
              <a:gd name="connsiteY81" fmla="*/ 1498600 h 2870200"/>
              <a:gd name="connsiteX82" fmla="*/ 1633682 w 4114416"/>
              <a:gd name="connsiteY82" fmla="*/ 1524000 h 2870200"/>
              <a:gd name="connsiteX83" fmla="*/ 1659082 w 4114416"/>
              <a:gd name="connsiteY83" fmla="*/ 1490134 h 2870200"/>
              <a:gd name="connsiteX84" fmla="*/ 1684482 w 4114416"/>
              <a:gd name="connsiteY84" fmla="*/ 1388534 h 2870200"/>
              <a:gd name="connsiteX85" fmla="*/ 1743749 w 4114416"/>
              <a:gd name="connsiteY85" fmla="*/ 1286934 h 2870200"/>
              <a:gd name="connsiteX86" fmla="*/ 1794549 w 4114416"/>
              <a:gd name="connsiteY86" fmla="*/ 1176867 h 2870200"/>
              <a:gd name="connsiteX87" fmla="*/ 1819949 w 4114416"/>
              <a:gd name="connsiteY87" fmla="*/ 1202267 h 2870200"/>
              <a:gd name="connsiteX88" fmla="*/ 1828416 w 4114416"/>
              <a:gd name="connsiteY88" fmla="*/ 1227667 h 2870200"/>
              <a:gd name="connsiteX89" fmla="*/ 1845349 w 4114416"/>
              <a:gd name="connsiteY89" fmla="*/ 1261534 h 2870200"/>
              <a:gd name="connsiteX90" fmla="*/ 1887682 w 4114416"/>
              <a:gd name="connsiteY90" fmla="*/ 1422400 h 2870200"/>
              <a:gd name="connsiteX91" fmla="*/ 1938482 w 4114416"/>
              <a:gd name="connsiteY91" fmla="*/ 1600200 h 2870200"/>
              <a:gd name="connsiteX92" fmla="*/ 1989282 w 4114416"/>
              <a:gd name="connsiteY92" fmla="*/ 1744134 h 2870200"/>
              <a:gd name="connsiteX93" fmla="*/ 2006216 w 4114416"/>
              <a:gd name="connsiteY93" fmla="*/ 1498600 h 2870200"/>
              <a:gd name="connsiteX94" fmla="*/ 2023149 w 4114416"/>
              <a:gd name="connsiteY94" fmla="*/ 1464734 h 2870200"/>
              <a:gd name="connsiteX95" fmla="*/ 2031616 w 4114416"/>
              <a:gd name="connsiteY95" fmla="*/ 1439334 h 2870200"/>
              <a:gd name="connsiteX96" fmla="*/ 2082416 w 4114416"/>
              <a:gd name="connsiteY96" fmla="*/ 2032000 h 2870200"/>
              <a:gd name="connsiteX97" fmla="*/ 2090882 w 4114416"/>
              <a:gd name="connsiteY97" fmla="*/ 2150534 h 2870200"/>
              <a:gd name="connsiteX98" fmla="*/ 2099349 w 4114416"/>
              <a:gd name="connsiteY98" fmla="*/ 2489200 h 2870200"/>
              <a:gd name="connsiteX99" fmla="*/ 2133216 w 4114416"/>
              <a:gd name="connsiteY99" fmla="*/ 2421467 h 2870200"/>
              <a:gd name="connsiteX100" fmla="*/ 2175549 w 4114416"/>
              <a:gd name="connsiteY100" fmla="*/ 2319867 h 2870200"/>
              <a:gd name="connsiteX101" fmla="*/ 2200949 w 4114416"/>
              <a:gd name="connsiteY101" fmla="*/ 2286000 h 2870200"/>
              <a:gd name="connsiteX102" fmla="*/ 2234816 w 4114416"/>
              <a:gd name="connsiteY102" fmla="*/ 2235200 h 2870200"/>
              <a:gd name="connsiteX103" fmla="*/ 2251749 w 4114416"/>
              <a:gd name="connsiteY103" fmla="*/ 2514600 h 2870200"/>
              <a:gd name="connsiteX104" fmla="*/ 2277149 w 4114416"/>
              <a:gd name="connsiteY104" fmla="*/ 2565400 h 2870200"/>
              <a:gd name="connsiteX105" fmla="*/ 2285616 w 4114416"/>
              <a:gd name="connsiteY105" fmla="*/ 2489200 h 2870200"/>
              <a:gd name="connsiteX106" fmla="*/ 2302549 w 4114416"/>
              <a:gd name="connsiteY106" fmla="*/ 2421467 h 2870200"/>
              <a:gd name="connsiteX107" fmla="*/ 2311016 w 4114416"/>
              <a:gd name="connsiteY107" fmla="*/ 1718734 h 2870200"/>
              <a:gd name="connsiteX108" fmla="*/ 2336416 w 4114416"/>
              <a:gd name="connsiteY108" fmla="*/ 1811867 h 2870200"/>
              <a:gd name="connsiteX109" fmla="*/ 2361816 w 4114416"/>
              <a:gd name="connsiteY109" fmla="*/ 1871134 h 2870200"/>
              <a:gd name="connsiteX110" fmla="*/ 2387216 w 4114416"/>
              <a:gd name="connsiteY110" fmla="*/ 1938867 h 2870200"/>
              <a:gd name="connsiteX111" fmla="*/ 2395682 w 4114416"/>
              <a:gd name="connsiteY111" fmla="*/ 1972734 h 2870200"/>
              <a:gd name="connsiteX112" fmla="*/ 2404149 w 4114416"/>
              <a:gd name="connsiteY112" fmla="*/ 1574800 h 2870200"/>
              <a:gd name="connsiteX113" fmla="*/ 2429549 w 4114416"/>
              <a:gd name="connsiteY113" fmla="*/ 1236134 h 2870200"/>
              <a:gd name="connsiteX114" fmla="*/ 2446482 w 4114416"/>
              <a:gd name="connsiteY114" fmla="*/ 1092200 h 2870200"/>
              <a:gd name="connsiteX115" fmla="*/ 2454949 w 4114416"/>
              <a:gd name="connsiteY115" fmla="*/ 1066800 h 2870200"/>
              <a:gd name="connsiteX116" fmla="*/ 2463416 w 4114416"/>
              <a:gd name="connsiteY116" fmla="*/ 1092200 h 2870200"/>
              <a:gd name="connsiteX117" fmla="*/ 2480349 w 4114416"/>
              <a:gd name="connsiteY117" fmla="*/ 1117600 h 2870200"/>
              <a:gd name="connsiteX118" fmla="*/ 2488816 w 4114416"/>
              <a:gd name="connsiteY118" fmla="*/ 1227667 h 2870200"/>
              <a:gd name="connsiteX119" fmla="*/ 2514216 w 4114416"/>
              <a:gd name="connsiteY119" fmla="*/ 753534 h 2870200"/>
              <a:gd name="connsiteX120" fmla="*/ 2531149 w 4114416"/>
              <a:gd name="connsiteY120" fmla="*/ 685800 h 2870200"/>
              <a:gd name="connsiteX121" fmla="*/ 2539616 w 4114416"/>
              <a:gd name="connsiteY121" fmla="*/ 609600 h 2870200"/>
              <a:gd name="connsiteX122" fmla="*/ 2548082 w 4114416"/>
              <a:gd name="connsiteY122" fmla="*/ 558800 h 2870200"/>
              <a:gd name="connsiteX123" fmla="*/ 2565016 w 4114416"/>
              <a:gd name="connsiteY123" fmla="*/ 584200 h 2870200"/>
              <a:gd name="connsiteX124" fmla="*/ 2573482 w 4114416"/>
              <a:gd name="connsiteY124" fmla="*/ 778934 h 2870200"/>
              <a:gd name="connsiteX125" fmla="*/ 2615816 w 4114416"/>
              <a:gd name="connsiteY125" fmla="*/ 914400 h 2870200"/>
              <a:gd name="connsiteX126" fmla="*/ 2632749 w 4114416"/>
              <a:gd name="connsiteY126" fmla="*/ 973667 h 2870200"/>
              <a:gd name="connsiteX127" fmla="*/ 2649682 w 4114416"/>
              <a:gd name="connsiteY127" fmla="*/ 812800 h 2870200"/>
              <a:gd name="connsiteX128" fmla="*/ 2666616 w 4114416"/>
              <a:gd name="connsiteY128" fmla="*/ 694267 h 2870200"/>
              <a:gd name="connsiteX129" fmla="*/ 2692016 w 4114416"/>
              <a:gd name="connsiteY129" fmla="*/ 558800 h 2870200"/>
              <a:gd name="connsiteX130" fmla="*/ 2717416 w 4114416"/>
              <a:gd name="connsiteY130" fmla="*/ 321734 h 2870200"/>
              <a:gd name="connsiteX131" fmla="*/ 2734349 w 4114416"/>
              <a:gd name="connsiteY131" fmla="*/ 1058334 h 2870200"/>
              <a:gd name="connsiteX132" fmla="*/ 2760746 w 4114416"/>
              <a:gd name="connsiteY132" fmla="*/ 1023969 h 2870200"/>
              <a:gd name="connsiteX133" fmla="*/ 2810549 w 4114416"/>
              <a:gd name="connsiteY133" fmla="*/ 905934 h 2870200"/>
              <a:gd name="connsiteX134" fmla="*/ 2844416 w 4114416"/>
              <a:gd name="connsiteY134" fmla="*/ 855134 h 2870200"/>
              <a:gd name="connsiteX135" fmla="*/ 2869816 w 4114416"/>
              <a:gd name="connsiteY135" fmla="*/ 1422400 h 2870200"/>
              <a:gd name="connsiteX136" fmla="*/ 2878282 w 4114416"/>
              <a:gd name="connsiteY136" fmla="*/ 1388534 h 2870200"/>
              <a:gd name="connsiteX137" fmla="*/ 2895216 w 4114416"/>
              <a:gd name="connsiteY137" fmla="*/ 1363134 h 2870200"/>
              <a:gd name="connsiteX138" fmla="*/ 2920616 w 4114416"/>
              <a:gd name="connsiteY138" fmla="*/ 1278467 h 2870200"/>
              <a:gd name="connsiteX139" fmla="*/ 2937549 w 4114416"/>
              <a:gd name="connsiteY139" fmla="*/ 1320800 h 2870200"/>
              <a:gd name="connsiteX140" fmla="*/ 2954482 w 4114416"/>
              <a:gd name="connsiteY140" fmla="*/ 1388534 h 2870200"/>
              <a:gd name="connsiteX141" fmla="*/ 2971416 w 4114416"/>
              <a:gd name="connsiteY141" fmla="*/ 1422400 h 2870200"/>
              <a:gd name="connsiteX142" fmla="*/ 3013749 w 4114416"/>
              <a:gd name="connsiteY142" fmla="*/ 1540934 h 2870200"/>
              <a:gd name="connsiteX143" fmla="*/ 3030682 w 4114416"/>
              <a:gd name="connsiteY143" fmla="*/ 1566334 h 2870200"/>
              <a:gd name="connsiteX144" fmla="*/ 3064549 w 4114416"/>
              <a:gd name="connsiteY144" fmla="*/ 1718734 h 2870200"/>
              <a:gd name="connsiteX145" fmla="*/ 3089949 w 4114416"/>
              <a:gd name="connsiteY145" fmla="*/ 1761067 h 2870200"/>
              <a:gd name="connsiteX146" fmla="*/ 3123816 w 4114416"/>
              <a:gd name="connsiteY146" fmla="*/ 1879600 h 2870200"/>
              <a:gd name="connsiteX147" fmla="*/ 3115349 w 4114416"/>
              <a:gd name="connsiteY147" fmla="*/ 1913467 h 2870200"/>
              <a:gd name="connsiteX148" fmla="*/ 3127799 w 4114416"/>
              <a:gd name="connsiteY148" fmla="*/ 1901016 h 2870200"/>
              <a:gd name="connsiteX149" fmla="*/ 3106882 w 4114416"/>
              <a:gd name="connsiteY149" fmla="*/ 1888067 h 2870200"/>
              <a:gd name="connsiteX150" fmla="*/ 3132282 w 4114416"/>
              <a:gd name="connsiteY150" fmla="*/ 1871134 h 2870200"/>
              <a:gd name="connsiteX151" fmla="*/ 3140749 w 4114416"/>
              <a:gd name="connsiteY151" fmla="*/ 1769534 h 2870200"/>
              <a:gd name="connsiteX152" fmla="*/ 3157682 w 4114416"/>
              <a:gd name="connsiteY152" fmla="*/ 1710267 h 2870200"/>
              <a:gd name="connsiteX153" fmla="*/ 3166149 w 4114416"/>
              <a:gd name="connsiteY153" fmla="*/ 1684867 h 2870200"/>
              <a:gd name="connsiteX154" fmla="*/ 3191549 w 4114416"/>
              <a:gd name="connsiteY154" fmla="*/ 1676400 h 2870200"/>
              <a:gd name="connsiteX155" fmla="*/ 3200016 w 4114416"/>
              <a:gd name="connsiteY155" fmla="*/ 2006600 h 2870200"/>
              <a:gd name="connsiteX156" fmla="*/ 3208482 w 4114416"/>
              <a:gd name="connsiteY156" fmla="*/ 2048934 h 2870200"/>
              <a:gd name="connsiteX157" fmla="*/ 3216949 w 4114416"/>
              <a:gd name="connsiteY157" fmla="*/ 2099734 h 2870200"/>
              <a:gd name="connsiteX158" fmla="*/ 3233882 w 4114416"/>
              <a:gd name="connsiteY158" fmla="*/ 2048934 h 2870200"/>
              <a:gd name="connsiteX159" fmla="*/ 3242349 w 4114416"/>
              <a:gd name="connsiteY159" fmla="*/ 1998134 h 2870200"/>
              <a:gd name="connsiteX160" fmla="*/ 3276216 w 4114416"/>
              <a:gd name="connsiteY160" fmla="*/ 2353734 h 2870200"/>
              <a:gd name="connsiteX161" fmla="*/ 3301616 w 4114416"/>
              <a:gd name="connsiteY161" fmla="*/ 2387600 h 2870200"/>
              <a:gd name="connsiteX162" fmla="*/ 3310082 w 4114416"/>
              <a:gd name="connsiteY162" fmla="*/ 2497667 h 2870200"/>
              <a:gd name="connsiteX163" fmla="*/ 3327016 w 4114416"/>
              <a:gd name="connsiteY163" fmla="*/ 2531534 h 2870200"/>
              <a:gd name="connsiteX164" fmla="*/ 3343949 w 4114416"/>
              <a:gd name="connsiteY164" fmla="*/ 2599267 h 2870200"/>
              <a:gd name="connsiteX165" fmla="*/ 3369349 w 4114416"/>
              <a:gd name="connsiteY165" fmla="*/ 2667000 h 2870200"/>
              <a:gd name="connsiteX166" fmla="*/ 3411682 w 4114416"/>
              <a:gd name="connsiteY166" fmla="*/ 2810934 h 2870200"/>
              <a:gd name="connsiteX167" fmla="*/ 3437082 w 4114416"/>
              <a:gd name="connsiteY167" fmla="*/ 2870200 h 2870200"/>
              <a:gd name="connsiteX168" fmla="*/ 3462482 w 4114416"/>
              <a:gd name="connsiteY168" fmla="*/ 1828800 h 2870200"/>
              <a:gd name="connsiteX169" fmla="*/ 3461984 w 4114416"/>
              <a:gd name="connsiteY169" fmla="*/ 2090271 h 2870200"/>
              <a:gd name="connsiteX170" fmla="*/ 3487882 w 4114416"/>
              <a:gd name="connsiteY170" fmla="*/ 1735667 h 2870200"/>
              <a:gd name="connsiteX171" fmla="*/ 3513282 w 4114416"/>
              <a:gd name="connsiteY171" fmla="*/ 1651000 h 2870200"/>
              <a:gd name="connsiteX172" fmla="*/ 3521749 w 4114416"/>
              <a:gd name="connsiteY172" fmla="*/ 1701800 h 2870200"/>
              <a:gd name="connsiteX173" fmla="*/ 3525733 w 4114416"/>
              <a:gd name="connsiteY173" fmla="*/ 1875118 h 2870200"/>
              <a:gd name="connsiteX174" fmla="*/ 3547149 w 4114416"/>
              <a:gd name="connsiteY174" fmla="*/ 1752600 h 2870200"/>
              <a:gd name="connsiteX175" fmla="*/ 3555616 w 4114416"/>
              <a:gd name="connsiteY175" fmla="*/ 1693334 h 2870200"/>
              <a:gd name="connsiteX176" fmla="*/ 3597949 w 4114416"/>
              <a:gd name="connsiteY176" fmla="*/ 1608667 h 2870200"/>
              <a:gd name="connsiteX177" fmla="*/ 3614882 w 4114416"/>
              <a:gd name="connsiteY177" fmla="*/ 1566334 h 2870200"/>
              <a:gd name="connsiteX178" fmla="*/ 3657216 w 4114416"/>
              <a:gd name="connsiteY178" fmla="*/ 1464734 h 2870200"/>
              <a:gd name="connsiteX179" fmla="*/ 3661200 w 4114416"/>
              <a:gd name="connsiteY179" fmla="*/ 1373094 h 2870200"/>
              <a:gd name="connsiteX180" fmla="*/ 3682616 w 4114416"/>
              <a:gd name="connsiteY180" fmla="*/ 1363134 h 2870200"/>
              <a:gd name="connsiteX181" fmla="*/ 3699549 w 4114416"/>
              <a:gd name="connsiteY181" fmla="*/ 1320800 h 2870200"/>
              <a:gd name="connsiteX182" fmla="*/ 3694569 w 4114416"/>
              <a:gd name="connsiteY182" fmla="*/ 1151964 h 2870200"/>
              <a:gd name="connsiteX183" fmla="*/ 3741882 w 4114416"/>
              <a:gd name="connsiteY183" fmla="*/ 1227667 h 2870200"/>
              <a:gd name="connsiteX184" fmla="*/ 3750349 w 4114416"/>
              <a:gd name="connsiteY184" fmla="*/ 1176867 h 2870200"/>
              <a:gd name="connsiteX185" fmla="*/ 3767282 w 4114416"/>
              <a:gd name="connsiteY185" fmla="*/ 1126067 h 2870200"/>
              <a:gd name="connsiteX186" fmla="*/ 3775749 w 4114416"/>
              <a:gd name="connsiteY186" fmla="*/ 1058334 h 2870200"/>
              <a:gd name="connsiteX187" fmla="*/ 3784216 w 4114416"/>
              <a:gd name="connsiteY187" fmla="*/ 1270000 h 2870200"/>
              <a:gd name="connsiteX188" fmla="*/ 3813064 w 4114416"/>
              <a:gd name="connsiteY188" fmla="*/ 678606 h 2870200"/>
              <a:gd name="connsiteX189" fmla="*/ 3818082 w 4114416"/>
              <a:gd name="connsiteY189" fmla="*/ 558800 h 2870200"/>
              <a:gd name="connsiteX190" fmla="*/ 3835016 w 4114416"/>
              <a:gd name="connsiteY190" fmla="*/ 482600 h 2870200"/>
              <a:gd name="connsiteX191" fmla="*/ 3843482 w 4114416"/>
              <a:gd name="connsiteY191" fmla="*/ 533400 h 2870200"/>
              <a:gd name="connsiteX192" fmla="*/ 3860416 w 4114416"/>
              <a:gd name="connsiteY192" fmla="*/ 660400 h 2870200"/>
              <a:gd name="connsiteX193" fmla="*/ 3868882 w 4114416"/>
              <a:gd name="connsiteY193" fmla="*/ 702734 h 2870200"/>
              <a:gd name="connsiteX194" fmla="*/ 3885816 w 4114416"/>
              <a:gd name="connsiteY194" fmla="*/ 736600 h 2870200"/>
              <a:gd name="connsiteX195" fmla="*/ 3902749 w 4114416"/>
              <a:gd name="connsiteY195" fmla="*/ 702734 h 2870200"/>
              <a:gd name="connsiteX196" fmla="*/ 3962016 w 4114416"/>
              <a:gd name="connsiteY196" fmla="*/ 482600 h 2870200"/>
              <a:gd name="connsiteX197" fmla="*/ 3978949 w 4114416"/>
              <a:gd name="connsiteY197" fmla="*/ 457200 h 2870200"/>
              <a:gd name="connsiteX198" fmla="*/ 4004349 w 4114416"/>
              <a:gd name="connsiteY198" fmla="*/ 177800 h 2870200"/>
              <a:gd name="connsiteX199" fmla="*/ 4029749 w 4114416"/>
              <a:gd name="connsiteY199" fmla="*/ 135467 h 2870200"/>
              <a:gd name="connsiteX200" fmla="*/ 4038216 w 4114416"/>
              <a:gd name="connsiteY200" fmla="*/ 101600 h 2870200"/>
              <a:gd name="connsiteX201" fmla="*/ 4046682 w 4114416"/>
              <a:gd name="connsiteY201" fmla="*/ 76200 h 2870200"/>
              <a:gd name="connsiteX202" fmla="*/ 4055149 w 4114416"/>
              <a:gd name="connsiteY202" fmla="*/ 110067 h 2870200"/>
              <a:gd name="connsiteX203" fmla="*/ 4072082 w 4114416"/>
              <a:gd name="connsiteY203" fmla="*/ 160867 h 2870200"/>
              <a:gd name="connsiteX204" fmla="*/ 4114416 w 4114416"/>
              <a:gd name="connsiteY204" fmla="*/ 0 h 2870200"/>
              <a:gd name="connsiteX0" fmla="*/ 0 w 4114416"/>
              <a:gd name="connsiteY0" fmla="*/ 735359 h 2870200"/>
              <a:gd name="connsiteX1" fmla="*/ 22363 w 4114416"/>
              <a:gd name="connsiteY1" fmla="*/ 647092 h 2870200"/>
              <a:gd name="connsiteX2" fmla="*/ 53451 w 4114416"/>
              <a:gd name="connsiteY2" fmla="*/ 567267 h 2870200"/>
              <a:gd name="connsiteX3" fmla="*/ 61790 w 4114416"/>
              <a:gd name="connsiteY3" fmla="*/ 828517 h 2870200"/>
              <a:gd name="connsiteX4" fmla="*/ 57549 w 4114416"/>
              <a:gd name="connsiteY4" fmla="*/ 1083293 h 2870200"/>
              <a:gd name="connsiteX5" fmla="*/ 55282 w 4114416"/>
              <a:gd name="connsiteY5" fmla="*/ 1212385 h 2870200"/>
              <a:gd name="connsiteX6" fmla="*/ 69873 w 4114416"/>
              <a:gd name="connsiteY6" fmla="*/ 1401791 h 2870200"/>
              <a:gd name="connsiteX7" fmla="*/ 112335 w 4114416"/>
              <a:gd name="connsiteY7" fmla="*/ 1209517 h 2870200"/>
              <a:gd name="connsiteX8" fmla="*/ 135082 w 4114416"/>
              <a:gd name="connsiteY8" fmla="*/ 1100667 h 2870200"/>
              <a:gd name="connsiteX9" fmla="*/ 168949 w 4114416"/>
              <a:gd name="connsiteY9" fmla="*/ 999067 h 2870200"/>
              <a:gd name="connsiteX10" fmla="*/ 185882 w 4114416"/>
              <a:gd name="connsiteY10" fmla="*/ 948267 h 2870200"/>
              <a:gd name="connsiteX11" fmla="*/ 202816 w 4114416"/>
              <a:gd name="connsiteY11" fmla="*/ 1134534 h 2870200"/>
              <a:gd name="connsiteX12" fmla="*/ 219749 w 4114416"/>
              <a:gd name="connsiteY12" fmla="*/ 1464734 h 2870200"/>
              <a:gd name="connsiteX13" fmla="*/ 279016 w 4114416"/>
              <a:gd name="connsiteY13" fmla="*/ 1363134 h 2870200"/>
              <a:gd name="connsiteX14" fmla="*/ 304416 w 4114416"/>
              <a:gd name="connsiteY14" fmla="*/ 1371600 h 2870200"/>
              <a:gd name="connsiteX15" fmla="*/ 312882 w 4114416"/>
              <a:gd name="connsiteY15" fmla="*/ 2243667 h 2870200"/>
              <a:gd name="connsiteX16" fmla="*/ 338282 w 4114416"/>
              <a:gd name="connsiteY16" fmla="*/ 2201334 h 2870200"/>
              <a:gd name="connsiteX17" fmla="*/ 346749 w 4114416"/>
              <a:gd name="connsiteY17" fmla="*/ 2150534 h 2870200"/>
              <a:gd name="connsiteX18" fmla="*/ 371651 w 4114416"/>
              <a:gd name="connsiteY18" fmla="*/ 2376146 h 2870200"/>
              <a:gd name="connsiteX19" fmla="*/ 389082 w 4114416"/>
              <a:gd name="connsiteY19" fmla="*/ 2082800 h 2870200"/>
              <a:gd name="connsiteX20" fmla="*/ 414981 w 4114416"/>
              <a:gd name="connsiteY20" fmla="*/ 1792444 h 2870200"/>
              <a:gd name="connsiteX21" fmla="*/ 422949 w 4114416"/>
              <a:gd name="connsiteY21" fmla="*/ 2032000 h 2870200"/>
              <a:gd name="connsiteX22" fmla="*/ 459467 w 4114416"/>
              <a:gd name="connsiteY22" fmla="*/ 1994509 h 2870200"/>
              <a:gd name="connsiteX23" fmla="*/ 465282 w 4114416"/>
              <a:gd name="connsiteY23" fmla="*/ 1752600 h 2870200"/>
              <a:gd name="connsiteX24" fmla="*/ 490682 w 4114416"/>
              <a:gd name="connsiteY24" fmla="*/ 1651000 h 2870200"/>
              <a:gd name="connsiteX25" fmla="*/ 516082 w 4114416"/>
              <a:gd name="connsiteY25" fmla="*/ 1710267 h 2870200"/>
              <a:gd name="connsiteX26" fmla="*/ 524549 w 4114416"/>
              <a:gd name="connsiteY26" fmla="*/ 1851666 h 2870200"/>
              <a:gd name="connsiteX27" fmla="*/ 558416 w 4114416"/>
              <a:gd name="connsiteY27" fmla="*/ 1820334 h 2870200"/>
              <a:gd name="connsiteX28" fmla="*/ 583816 w 4114416"/>
              <a:gd name="connsiteY28" fmla="*/ 1938867 h 2870200"/>
              <a:gd name="connsiteX29" fmla="*/ 600749 w 4114416"/>
              <a:gd name="connsiteY29" fmla="*/ 1998134 h 2870200"/>
              <a:gd name="connsiteX30" fmla="*/ 617682 w 4114416"/>
              <a:gd name="connsiteY30" fmla="*/ 2023534 h 2870200"/>
              <a:gd name="connsiteX31" fmla="*/ 643082 w 4114416"/>
              <a:gd name="connsiteY31" fmla="*/ 1786467 h 2870200"/>
              <a:gd name="connsiteX32" fmla="*/ 651549 w 4114416"/>
              <a:gd name="connsiteY32" fmla="*/ 1744134 h 2870200"/>
              <a:gd name="connsiteX33" fmla="*/ 668482 w 4114416"/>
              <a:gd name="connsiteY33" fmla="*/ 1718734 h 2870200"/>
              <a:gd name="connsiteX34" fmla="*/ 685416 w 4114416"/>
              <a:gd name="connsiteY34" fmla="*/ 1617134 h 2870200"/>
              <a:gd name="connsiteX35" fmla="*/ 702349 w 4114416"/>
              <a:gd name="connsiteY35" fmla="*/ 1557867 h 2870200"/>
              <a:gd name="connsiteX36" fmla="*/ 710816 w 4114416"/>
              <a:gd name="connsiteY36" fmla="*/ 1524000 h 2870200"/>
              <a:gd name="connsiteX37" fmla="*/ 727749 w 4114416"/>
              <a:gd name="connsiteY37" fmla="*/ 1312334 h 2870200"/>
              <a:gd name="connsiteX38" fmla="*/ 744682 w 4114416"/>
              <a:gd name="connsiteY38" fmla="*/ 1380067 h 2870200"/>
              <a:gd name="connsiteX39" fmla="*/ 761616 w 4114416"/>
              <a:gd name="connsiteY39" fmla="*/ 1532467 h 2870200"/>
              <a:gd name="connsiteX40" fmla="*/ 778549 w 4114416"/>
              <a:gd name="connsiteY40" fmla="*/ 1566334 h 2870200"/>
              <a:gd name="connsiteX41" fmla="*/ 803949 w 4114416"/>
              <a:gd name="connsiteY41" fmla="*/ 1456267 h 2870200"/>
              <a:gd name="connsiteX42" fmla="*/ 820882 w 4114416"/>
              <a:gd name="connsiteY42" fmla="*/ 1430867 h 2870200"/>
              <a:gd name="connsiteX43" fmla="*/ 854749 w 4114416"/>
              <a:gd name="connsiteY43" fmla="*/ 1388534 h 2870200"/>
              <a:gd name="connsiteX44" fmla="*/ 863216 w 4114416"/>
              <a:gd name="connsiteY44" fmla="*/ 1498600 h 2870200"/>
              <a:gd name="connsiteX45" fmla="*/ 888616 w 4114416"/>
              <a:gd name="connsiteY45" fmla="*/ 1811867 h 2870200"/>
              <a:gd name="connsiteX46" fmla="*/ 897082 w 4114416"/>
              <a:gd name="connsiteY46" fmla="*/ 1642534 h 2870200"/>
              <a:gd name="connsiteX47" fmla="*/ 922482 w 4114416"/>
              <a:gd name="connsiteY47" fmla="*/ 1583267 h 2870200"/>
              <a:gd name="connsiteX48" fmla="*/ 930949 w 4114416"/>
              <a:gd name="connsiteY48" fmla="*/ 1557867 h 2870200"/>
              <a:gd name="connsiteX49" fmla="*/ 939416 w 4114416"/>
              <a:gd name="connsiteY49" fmla="*/ 2006600 h 2870200"/>
              <a:gd name="connsiteX50" fmla="*/ 964816 w 4114416"/>
              <a:gd name="connsiteY50" fmla="*/ 2116667 h 2870200"/>
              <a:gd name="connsiteX51" fmla="*/ 973282 w 4114416"/>
              <a:gd name="connsiteY51" fmla="*/ 1948424 h 2870200"/>
              <a:gd name="connsiteX52" fmla="*/ 990216 w 4114416"/>
              <a:gd name="connsiteY52" fmla="*/ 1794934 h 2870200"/>
              <a:gd name="connsiteX53" fmla="*/ 998682 w 4114416"/>
              <a:gd name="connsiteY53" fmla="*/ 1761067 h 2870200"/>
              <a:gd name="connsiteX54" fmla="*/ 1015616 w 4114416"/>
              <a:gd name="connsiteY54" fmla="*/ 1871134 h 2870200"/>
              <a:gd name="connsiteX55" fmla="*/ 1032549 w 4114416"/>
              <a:gd name="connsiteY55" fmla="*/ 1947334 h 2870200"/>
              <a:gd name="connsiteX56" fmla="*/ 1049482 w 4114416"/>
              <a:gd name="connsiteY56" fmla="*/ 2040467 h 2870200"/>
              <a:gd name="connsiteX57" fmla="*/ 1074882 w 4114416"/>
              <a:gd name="connsiteY57" fmla="*/ 2108200 h 2870200"/>
              <a:gd name="connsiteX58" fmla="*/ 1083349 w 4114416"/>
              <a:gd name="connsiteY58" fmla="*/ 2150534 h 2870200"/>
              <a:gd name="connsiteX59" fmla="*/ 1125682 w 4114416"/>
              <a:gd name="connsiteY59" fmla="*/ 2209800 h 2870200"/>
              <a:gd name="connsiteX60" fmla="*/ 1134149 w 4114416"/>
              <a:gd name="connsiteY60" fmla="*/ 2108200 h 2870200"/>
              <a:gd name="connsiteX61" fmla="*/ 1184949 w 4114416"/>
              <a:gd name="connsiteY61" fmla="*/ 1989667 h 2870200"/>
              <a:gd name="connsiteX62" fmla="*/ 1235749 w 4114416"/>
              <a:gd name="connsiteY62" fmla="*/ 1913467 h 2870200"/>
              <a:gd name="connsiteX63" fmla="*/ 1244216 w 4114416"/>
              <a:gd name="connsiteY63" fmla="*/ 2167467 h 2870200"/>
              <a:gd name="connsiteX64" fmla="*/ 1261149 w 4114416"/>
              <a:gd name="connsiteY64" fmla="*/ 2082800 h 2870200"/>
              <a:gd name="connsiteX65" fmla="*/ 1269616 w 4114416"/>
              <a:gd name="connsiteY65" fmla="*/ 2015067 h 2870200"/>
              <a:gd name="connsiteX66" fmla="*/ 1311949 w 4114416"/>
              <a:gd name="connsiteY66" fmla="*/ 1854200 h 2870200"/>
              <a:gd name="connsiteX67" fmla="*/ 1320416 w 4114416"/>
              <a:gd name="connsiteY67" fmla="*/ 1803400 h 2870200"/>
              <a:gd name="connsiteX68" fmla="*/ 1345816 w 4114416"/>
              <a:gd name="connsiteY68" fmla="*/ 1701800 h 2870200"/>
              <a:gd name="connsiteX69" fmla="*/ 1371216 w 4114416"/>
              <a:gd name="connsiteY69" fmla="*/ 1718734 h 2870200"/>
              <a:gd name="connsiteX70" fmla="*/ 1379682 w 4114416"/>
              <a:gd name="connsiteY70" fmla="*/ 1744134 h 2870200"/>
              <a:gd name="connsiteX71" fmla="*/ 1405082 w 4114416"/>
              <a:gd name="connsiteY71" fmla="*/ 1828800 h 2870200"/>
              <a:gd name="connsiteX72" fmla="*/ 1422016 w 4114416"/>
              <a:gd name="connsiteY72" fmla="*/ 1879600 h 2870200"/>
              <a:gd name="connsiteX73" fmla="*/ 1430482 w 4114416"/>
              <a:gd name="connsiteY73" fmla="*/ 1913467 h 2870200"/>
              <a:gd name="connsiteX74" fmla="*/ 1455882 w 4114416"/>
              <a:gd name="connsiteY74" fmla="*/ 1947334 h 2870200"/>
              <a:gd name="connsiteX75" fmla="*/ 1472816 w 4114416"/>
              <a:gd name="connsiteY75" fmla="*/ 1938867 h 2870200"/>
              <a:gd name="connsiteX76" fmla="*/ 1515149 w 4114416"/>
              <a:gd name="connsiteY76" fmla="*/ 1803400 h 2870200"/>
              <a:gd name="connsiteX77" fmla="*/ 1574416 w 4114416"/>
              <a:gd name="connsiteY77" fmla="*/ 1651000 h 2870200"/>
              <a:gd name="connsiteX78" fmla="*/ 1582882 w 4114416"/>
              <a:gd name="connsiteY78" fmla="*/ 1591734 h 2870200"/>
              <a:gd name="connsiteX79" fmla="*/ 1599816 w 4114416"/>
              <a:gd name="connsiteY79" fmla="*/ 1566334 h 2870200"/>
              <a:gd name="connsiteX80" fmla="*/ 1608282 w 4114416"/>
              <a:gd name="connsiteY80" fmla="*/ 1524000 h 2870200"/>
              <a:gd name="connsiteX81" fmla="*/ 1616749 w 4114416"/>
              <a:gd name="connsiteY81" fmla="*/ 1498600 h 2870200"/>
              <a:gd name="connsiteX82" fmla="*/ 1633682 w 4114416"/>
              <a:gd name="connsiteY82" fmla="*/ 1524000 h 2870200"/>
              <a:gd name="connsiteX83" fmla="*/ 1659082 w 4114416"/>
              <a:gd name="connsiteY83" fmla="*/ 1490134 h 2870200"/>
              <a:gd name="connsiteX84" fmla="*/ 1684482 w 4114416"/>
              <a:gd name="connsiteY84" fmla="*/ 1388534 h 2870200"/>
              <a:gd name="connsiteX85" fmla="*/ 1743749 w 4114416"/>
              <a:gd name="connsiteY85" fmla="*/ 1286934 h 2870200"/>
              <a:gd name="connsiteX86" fmla="*/ 1794549 w 4114416"/>
              <a:gd name="connsiteY86" fmla="*/ 1176867 h 2870200"/>
              <a:gd name="connsiteX87" fmla="*/ 1819949 w 4114416"/>
              <a:gd name="connsiteY87" fmla="*/ 1202267 h 2870200"/>
              <a:gd name="connsiteX88" fmla="*/ 1828416 w 4114416"/>
              <a:gd name="connsiteY88" fmla="*/ 1227667 h 2870200"/>
              <a:gd name="connsiteX89" fmla="*/ 1845349 w 4114416"/>
              <a:gd name="connsiteY89" fmla="*/ 1261534 h 2870200"/>
              <a:gd name="connsiteX90" fmla="*/ 1887682 w 4114416"/>
              <a:gd name="connsiteY90" fmla="*/ 1422400 h 2870200"/>
              <a:gd name="connsiteX91" fmla="*/ 1938482 w 4114416"/>
              <a:gd name="connsiteY91" fmla="*/ 1600200 h 2870200"/>
              <a:gd name="connsiteX92" fmla="*/ 1989282 w 4114416"/>
              <a:gd name="connsiteY92" fmla="*/ 1744134 h 2870200"/>
              <a:gd name="connsiteX93" fmla="*/ 2006216 w 4114416"/>
              <a:gd name="connsiteY93" fmla="*/ 1498600 h 2870200"/>
              <a:gd name="connsiteX94" fmla="*/ 2023149 w 4114416"/>
              <a:gd name="connsiteY94" fmla="*/ 1464734 h 2870200"/>
              <a:gd name="connsiteX95" fmla="*/ 2031616 w 4114416"/>
              <a:gd name="connsiteY95" fmla="*/ 1439334 h 2870200"/>
              <a:gd name="connsiteX96" fmla="*/ 2082416 w 4114416"/>
              <a:gd name="connsiteY96" fmla="*/ 2032000 h 2870200"/>
              <a:gd name="connsiteX97" fmla="*/ 2090882 w 4114416"/>
              <a:gd name="connsiteY97" fmla="*/ 2150534 h 2870200"/>
              <a:gd name="connsiteX98" fmla="*/ 2099349 w 4114416"/>
              <a:gd name="connsiteY98" fmla="*/ 2489200 h 2870200"/>
              <a:gd name="connsiteX99" fmla="*/ 2133216 w 4114416"/>
              <a:gd name="connsiteY99" fmla="*/ 2421467 h 2870200"/>
              <a:gd name="connsiteX100" fmla="*/ 2175549 w 4114416"/>
              <a:gd name="connsiteY100" fmla="*/ 2319867 h 2870200"/>
              <a:gd name="connsiteX101" fmla="*/ 2200949 w 4114416"/>
              <a:gd name="connsiteY101" fmla="*/ 2286000 h 2870200"/>
              <a:gd name="connsiteX102" fmla="*/ 2234816 w 4114416"/>
              <a:gd name="connsiteY102" fmla="*/ 2235200 h 2870200"/>
              <a:gd name="connsiteX103" fmla="*/ 2251749 w 4114416"/>
              <a:gd name="connsiteY103" fmla="*/ 2514600 h 2870200"/>
              <a:gd name="connsiteX104" fmla="*/ 2277149 w 4114416"/>
              <a:gd name="connsiteY104" fmla="*/ 2565400 h 2870200"/>
              <a:gd name="connsiteX105" fmla="*/ 2285616 w 4114416"/>
              <a:gd name="connsiteY105" fmla="*/ 2489200 h 2870200"/>
              <a:gd name="connsiteX106" fmla="*/ 2302549 w 4114416"/>
              <a:gd name="connsiteY106" fmla="*/ 2421467 h 2870200"/>
              <a:gd name="connsiteX107" fmla="*/ 2311016 w 4114416"/>
              <a:gd name="connsiteY107" fmla="*/ 1718734 h 2870200"/>
              <a:gd name="connsiteX108" fmla="*/ 2336416 w 4114416"/>
              <a:gd name="connsiteY108" fmla="*/ 1811867 h 2870200"/>
              <a:gd name="connsiteX109" fmla="*/ 2361816 w 4114416"/>
              <a:gd name="connsiteY109" fmla="*/ 1871134 h 2870200"/>
              <a:gd name="connsiteX110" fmla="*/ 2387216 w 4114416"/>
              <a:gd name="connsiteY110" fmla="*/ 1938867 h 2870200"/>
              <a:gd name="connsiteX111" fmla="*/ 2395682 w 4114416"/>
              <a:gd name="connsiteY111" fmla="*/ 1972734 h 2870200"/>
              <a:gd name="connsiteX112" fmla="*/ 2404149 w 4114416"/>
              <a:gd name="connsiteY112" fmla="*/ 1574800 h 2870200"/>
              <a:gd name="connsiteX113" fmla="*/ 2429549 w 4114416"/>
              <a:gd name="connsiteY113" fmla="*/ 1236134 h 2870200"/>
              <a:gd name="connsiteX114" fmla="*/ 2446482 w 4114416"/>
              <a:gd name="connsiteY114" fmla="*/ 1092200 h 2870200"/>
              <a:gd name="connsiteX115" fmla="*/ 2454949 w 4114416"/>
              <a:gd name="connsiteY115" fmla="*/ 1066800 h 2870200"/>
              <a:gd name="connsiteX116" fmla="*/ 2463416 w 4114416"/>
              <a:gd name="connsiteY116" fmla="*/ 1092200 h 2870200"/>
              <a:gd name="connsiteX117" fmla="*/ 2480349 w 4114416"/>
              <a:gd name="connsiteY117" fmla="*/ 1117600 h 2870200"/>
              <a:gd name="connsiteX118" fmla="*/ 2488816 w 4114416"/>
              <a:gd name="connsiteY118" fmla="*/ 1227667 h 2870200"/>
              <a:gd name="connsiteX119" fmla="*/ 2514216 w 4114416"/>
              <a:gd name="connsiteY119" fmla="*/ 753534 h 2870200"/>
              <a:gd name="connsiteX120" fmla="*/ 2531149 w 4114416"/>
              <a:gd name="connsiteY120" fmla="*/ 685800 h 2870200"/>
              <a:gd name="connsiteX121" fmla="*/ 2539616 w 4114416"/>
              <a:gd name="connsiteY121" fmla="*/ 609600 h 2870200"/>
              <a:gd name="connsiteX122" fmla="*/ 2548082 w 4114416"/>
              <a:gd name="connsiteY122" fmla="*/ 558800 h 2870200"/>
              <a:gd name="connsiteX123" fmla="*/ 2565016 w 4114416"/>
              <a:gd name="connsiteY123" fmla="*/ 584200 h 2870200"/>
              <a:gd name="connsiteX124" fmla="*/ 2573482 w 4114416"/>
              <a:gd name="connsiteY124" fmla="*/ 778934 h 2870200"/>
              <a:gd name="connsiteX125" fmla="*/ 2615816 w 4114416"/>
              <a:gd name="connsiteY125" fmla="*/ 914400 h 2870200"/>
              <a:gd name="connsiteX126" fmla="*/ 2632749 w 4114416"/>
              <a:gd name="connsiteY126" fmla="*/ 973667 h 2870200"/>
              <a:gd name="connsiteX127" fmla="*/ 2649682 w 4114416"/>
              <a:gd name="connsiteY127" fmla="*/ 812800 h 2870200"/>
              <a:gd name="connsiteX128" fmla="*/ 2666616 w 4114416"/>
              <a:gd name="connsiteY128" fmla="*/ 694267 h 2870200"/>
              <a:gd name="connsiteX129" fmla="*/ 2692016 w 4114416"/>
              <a:gd name="connsiteY129" fmla="*/ 558800 h 2870200"/>
              <a:gd name="connsiteX130" fmla="*/ 2717416 w 4114416"/>
              <a:gd name="connsiteY130" fmla="*/ 321734 h 2870200"/>
              <a:gd name="connsiteX131" fmla="*/ 2734349 w 4114416"/>
              <a:gd name="connsiteY131" fmla="*/ 1058334 h 2870200"/>
              <a:gd name="connsiteX132" fmla="*/ 2760746 w 4114416"/>
              <a:gd name="connsiteY132" fmla="*/ 1023969 h 2870200"/>
              <a:gd name="connsiteX133" fmla="*/ 2810549 w 4114416"/>
              <a:gd name="connsiteY133" fmla="*/ 905934 h 2870200"/>
              <a:gd name="connsiteX134" fmla="*/ 2844416 w 4114416"/>
              <a:gd name="connsiteY134" fmla="*/ 855134 h 2870200"/>
              <a:gd name="connsiteX135" fmla="*/ 2869816 w 4114416"/>
              <a:gd name="connsiteY135" fmla="*/ 1422400 h 2870200"/>
              <a:gd name="connsiteX136" fmla="*/ 2878282 w 4114416"/>
              <a:gd name="connsiteY136" fmla="*/ 1388534 h 2870200"/>
              <a:gd name="connsiteX137" fmla="*/ 2895216 w 4114416"/>
              <a:gd name="connsiteY137" fmla="*/ 1363134 h 2870200"/>
              <a:gd name="connsiteX138" fmla="*/ 2920616 w 4114416"/>
              <a:gd name="connsiteY138" fmla="*/ 1278467 h 2870200"/>
              <a:gd name="connsiteX139" fmla="*/ 2937549 w 4114416"/>
              <a:gd name="connsiteY139" fmla="*/ 1320800 h 2870200"/>
              <a:gd name="connsiteX140" fmla="*/ 2954482 w 4114416"/>
              <a:gd name="connsiteY140" fmla="*/ 1388534 h 2870200"/>
              <a:gd name="connsiteX141" fmla="*/ 2971416 w 4114416"/>
              <a:gd name="connsiteY141" fmla="*/ 1422400 h 2870200"/>
              <a:gd name="connsiteX142" fmla="*/ 3013749 w 4114416"/>
              <a:gd name="connsiteY142" fmla="*/ 1540934 h 2870200"/>
              <a:gd name="connsiteX143" fmla="*/ 3030682 w 4114416"/>
              <a:gd name="connsiteY143" fmla="*/ 1566334 h 2870200"/>
              <a:gd name="connsiteX144" fmla="*/ 3064549 w 4114416"/>
              <a:gd name="connsiteY144" fmla="*/ 1718734 h 2870200"/>
              <a:gd name="connsiteX145" fmla="*/ 3089949 w 4114416"/>
              <a:gd name="connsiteY145" fmla="*/ 1761067 h 2870200"/>
              <a:gd name="connsiteX146" fmla="*/ 3123816 w 4114416"/>
              <a:gd name="connsiteY146" fmla="*/ 1879600 h 2870200"/>
              <a:gd name="connsiteX147" fmla="*/ 3115349 w 4114416"/>
              <a:gd name="connsiteY147" fmla="*/ 1913467 h 2870200"/>
              <a:gd name="connsiteX148" fmla="*/ 3127799 w 4114416"/>
              <a:gd name="connsiteY148" fmla="*/ 1901016 h 2870200"/>
              <a:gd name="connsiteX149" fmla="*/ 3106882 w 4114416"/>
              <a:gd name="connsiteY149" fmla="*/ 1888067 h 2870200"/>
              <a:gd name="connsiteX150" fmla="*/ 3132282 w 4114416"/>
              <a:gd name="connsiteY150" fmla="*/ 1871134 h 2870200"/>
              <a:gd name="connsiteX151" fmla="*/ 3140749 w 4114416"/>
              <a:gd name="connsiteY151" fmla="*/ 1769534 h 2870200"/>
              <a:gd name="connsiteX152" fmla="*/ 3157682 w 4114416"/>
              <a:gd name="connsiteY152" fmla="*/ 1710267 h 2870200"/>
              <a:gd name="connsiteX153" fmla="*/ 3166149 w 4114416"/>
              <a:gd name="connsiteY153" fmla="*/ 1684867 h 2870200"/>
              <a:gd name="connsiteX154" fmla="*/ 3191549 w 4114416"/>
              <a:gd name="connsiteY154" fmla="*/ 1676400 h 2870200"/>
              <a:gd name="connsiteX155" fmla="*/ 3200016 w 4114416"/>
              <a:gd name="connsiteY155" fmla="*/ 2006600 h 2870200"/>
              <a:gd name="connsiteX156" fmla="*/ 3208482 w 4114416"/>
              <a:gd name="connsiteY156" fmla="*/ 2048934 h 2870200"/>
              <a:gd name="connsiteX157" fmla="*/ 3216949 w 4114416"/>
              <a:gd name="connsiteY157" fmla="*/ 2099734 h 2870200"/>
              <a:gd name="connsiteX158" fmla="*/ 3233882 w 4114416"/>
              <a:gd name="connsiteY158" fmla="*/ 2048934 h 2870200"/>
              <a:gd name="connsiteX159" fmla="*/ 3242349 w 4114416"/>
              <a:gd name="connsiteY159" fmla="*/ 1998134 h 2870200"/>
              <a:gd name="connsiteX160" fmla="*/ 3276216 w 4114416"/>
              <a:gd name="connsiteY160" fmla="*/ 2353734 h 2870200"/>
              <a:gd name="connsiteX161" fmla="*/ 3301616 w 4114416"/>
              <a:gd name="connsiteY161" fmla="*/ 2387600 h 2870200"/>
              <a:gd name="connsiteX162" fmla="*/ 3310082 w 4114416"/>
              <a:gd name="connsiteY162" fmla="*/ 2497667 h 2870200"/>
              <a:gd name="connsiteX163" fmla="*/ 3327016 w 4114416"/>
              <a:gd name="connsiteY163" fmla="*/ 2531534 h 2870200"/>
              <a:gd name="connsiteX164" fmla="*/ 3343949 w 4114416"/>
              <a:gd name="connsiteY164" fmla="*/ 2599267 h 2870200"/>
              <a:gd name="connsiteX165" fmla="*/ 3369349 w 4114416"/>
              <a:gd name="connsiteY165" fmla="*/ 2667000 h 2870200"/>
              <a:gd name="connsiteX166" fmla="*/ 3411682 w 4114416"/>
              <a:gd name="connsiteY166" fmla="*/ 2810934 h 2870200"/>
              <a:gd name="connsiteX167" fmla="*/ 3437082 w 4114416"/>
              <a:gd name="connsiteY167" fmla="*/ 2870200 h 2870200"/>
              <a:gd name="connsiteX168" fmla="*/ 3462482 w 4114416"/>
              <a:gd name="connsiteY168" fmla="*/ 1828800 h 2870200"/>
              <a:gd name="connsiteX169" fmla="*/ 3461984 w 4114416"/>
              <a:gd name="connsiteY169" fmla="*/ 2090271 h 2870200"/>
              <a:gd name="connsiteX170" fmla="*/ 3487882 w 4114416"/>
              <a:gd name="connsiteY170" fmla="*/ 1735667 h 2870200"/>
              <a:gd name="connsiteX171" fmla="*/ 3513282 w 4114416"/>
              <a:gd name="connsiteY171" fmla="*/ 1651000 h 2870200"/>
              <a:gd name="connsiteX172" fmla="*/ 3521749 w 4114416"/>
              <a:gd name="connsiteY172" fmla="*/ 1701800 h 2870200"/>
              <a:gd name="connsiteX173" fmla="*/ 3525733 w 4114416"/>
              <a:gd name="connsiteY173" fmla="*/ 1875118 h 2870200"/>
              <a:gd name="connsiteX174" fmla="*/ 3547149 w 4114416"/>
              <a:gd name="connsiteY174" fmla="*/ 1752600 h 2870200"/>
              <a:gd name="connsiteX175" fmla="*/ 3555616 w 4114416"/>
              <a:gd name="connsiteY175" fmla="*/ 1693334 h 2870200"/>
              <a:gd name="connsiteX176" fmla="*/ 3597949 w 4114416"/>
              <a:gd name="connsiteY176" fmla="*/ 1608667 h 2870200"/>
              <a:gd name="connsiteX177" fmla="*/ 3614882 w 4114416"/>
              <a:gd name="connsiteY177" fmla="*/ 1566334 h 2870200"/>
              <a:gd name="connsiteX178" fmla="*/ 3657216 w 4114416"/>
              <a:gd name="connsiteY178" fmla="*/ 1464734 h 2870200"/>
              <a:gd name="connsiteX179" fmla="*/ 3661200 w 4114416"/>
              <a:gd name="connsiteY179" fmla="*/ 1373094 h 2870200"/>
              <a:gd name="connsiteX180" fmla="*/ 3682616 w 4114416"/>
              <a:gd name="connsiteY180" fmla="*/ 1363134 h 2870200"/>
              <a:gd name="connsiteX181" fmla="*/ 3699549 w 4114416"/>
              <a:gd name="connsiteY181" fmla="*/ 1320800 h 2870200"/>
              <a:gd name="connsiteX182" fmla="*/ 3694569 w 4114416"/>
              <a:gd name="connsiteY182" fmla="*/ 1151964 h 2870200"/>
              <a:gd name="connsiteX183" fmla="*/ 3741882 w 4114416"/>
              <a:gd name="connsiteY183" fmla="*/ 1227667 h 2870200"/>
              <a:gd name="connsiteX184" fmla="*/ 3750349 w 4114416"/>
              <a:gd name="connsiteY184" fmla="*/ 1176867 h 2870200"/>
              <a:gd name="connsiteX185" fmla="*/ 3767282 w 4114416"/>
              <a:gd name="connsiteY185" fmla="*/ 1126067 h 2870200"/>
              <a:gd name="connsiteX186" fmla="*/ 3775749 w 4114416"/>
              <a:gd name="connsiteY186" fmla="*/ 1058334 h 2870200"/>
              <a:gd name="connsiteX187" fmla="*/ 3784216 w 4114416"/>
              <a:gd name="connsiteY187" fmla="*/ 1270000 h 2870200"/>
              <a:gd name="connsiteX188" fmla="*/ 3813064 w 4114416"/>
              <a:gd name="connsiteY188" fmla="*/ 678606 h 2870200"/>
              <a:gd name="connsiteX189" fmla="*/ 3818082 w 4114416"/>
              <a:gd name="connsiteY189" fmla="*/ 558800 h 2870200"/>
              <a:gd name="connsiteX190" fmla="*/ 3835016 w 4114416"/>
              <a:gd name="connsiteY190" fmla="*/ 482600 h 2870200"/>
              <a:gd name="connsiteX191" fmla="*/ 3843482 w 4114416"/>
              <a:gd name="connsiteY191" fmla="*/ 533400 h 2870200"/>
              <a:gd name="connsiteX192" fmla="*/ 3860416 w 4114416"/>
              <a:gd name="connsiteY192" fmla="*/ 660400 h 2870200"/>
              <a:gd name="connsiteX193" fmla="*/ 3868882 w 4114416"/>
              <a:gd name="connsiteY193" fmla="*/ 702734 h 2870200"/>
              <a:gd name="connsiteX194" fmla="*/ 3885816 w 4114416"/>
              <a:gd name="connsiteY194" fmla="*/ 736600 h 2870200"/>
              <a:gd name="connsiteX195" fmla="*/ 3902749 w 4114416"/>
              <a:gd name="connsiteY195" fmla="*/ 702734 h 2870200"/>
              <a:gd name="connsiteX196" fmla="*/ 3962016 w 4114416"/>
              <a:gd name="connsiteY196" fmla="*/ 482600 h 2870200"/>
              <a:gd name="connsiteX197" fmla="*/ 3978949 w 4114416"/>
              <a:gd name="connsiteY197" fmla="*/ 457200 h 2870200"/>
              <a:gd name="connsiteX198" fmla="*/ 4004349 w 4114416"/>
              <a:gd name="connsiteY198" fmla="*/ 177800 h 2870200"/>
              <a:gd name="connsiteX199" fmla="*/ 4029749 w 4114416"/>
              <a:gd name="connsiteY199" fmla="*/ 135467 h 2870200"/>
              <a:gd name="connsiteX200" fmla="*/ 4038216 w 4114416"/>
              <a:gd name="connsiteY200" fmla="*/ 101600 h 2870200"/>
              <a:gd name="connsiteX201" fmla="*/ 4046682 w 4114416"/>
              <a:gd name="connsiteY201" fmla="*/ 76200 h 2870200"/>
              <a:gd name="connsiteX202" fmla="*/ 4055149 w 4114416"/>
              <a:gd name="connsiteY202" fmla="*/ 110067 h 2870200"/>
              <a:gd name="connsiteX203" fmla="*/ 4072082 w 4114416"/>
              <a:gd name="connsiteY203" fmla="*/ 160867 h 2870200"/>
              <a:gd name="connsiteX204" fmla="*/ 4114416 w 4114416"/>
              <a:gd name="connsiteY204" fmla="*/ 0 h 2870200"/>
              <a:gd name="connsiteX0" fmla="*/ 0 w 4114416"/>
              <a:gd name="connsiteY0" fmla="*/ 735359 h 2870200"/>
              <a:gd name="connsiteX1" fmla="*/ 22363 w 4114416"/>
              <a:gd name="connsiteY1" fmla="*/ 647092 h 2870200"/>
              <a:gd name="connsiteX2" fmla="*/ 53451 w 4114416"/>
              <a:gd name="connsiteY2" fmla="*/ 567267 h 2870200"/>
              <a:gd name="connsiteX3" fmla="*/ 61790 w 4114416"/>
              <a:gd name="connsiteY3" fmla="*/ 828517 h 2870200"/>
              <a:gd name="connsiteX4" fmla="*/ 57549 w 4114416"/>
              <a:gd name="connsiteY4" fmla="*/ 1083293 h 2870200"/>
              <a:gd name="connsiteX5" fmla="*/ 55282 w 4114416"/>
              <a:gd name="connsiteY5" fmla="*/ 1212385 h 2870200"/>
              <a:gd name="connsiteX6" fmla="*/ 69873 w 4114416"/>
              <a:gd name="connsiteY6" fmla="*/ 1401791 h 2870200"/>
              <a:gd name="connsiteX7" fmla="*/ 112335 w 4114416"/>
              <a:gd name="connsiteY7" fmla="*/ 1209517 h 2870200"/>
              <a:gd name="connsiteX8" fmla="*/ 135082 w 4114416"/>
              <a:gd name="connsiteY8" fmla="*/ 1100667 h 2870200"/>
              <a:gd name="connsiteX9" fmla="*/ 168949 w 4114416"/>
              <a:gd name="connsiteY9" fmla="*/ 999067 h 2870200"/>
              <a:gd name="connsiteX10" fmla="*/ 185882 w 4114416"/>
              <a:gd name="connsiteY10" fmla="*/ 948267 h 2870200"/>
              <a:gd name="connsiteX11" fmla="*/ 202816 w 4114416"/>
              <a:gd name="connsiteY11" fmla="*/ 1134534 h 2870200"/>
              <a:gd name="connsiteX12" fmla="*/ 219749 w 4114416"/>
              <a:gd name="connsiteY12" fmla="*/ 1464734 h 2870200"/>
              <a:gd name="connsiteX13" fmla="*/ 279016 w 4114416"/>
              <a:gd name="connsiteY13" fmla="*/ 1363134 h 2870200"/>
              <a:gd name="connsiteX14" fmla="*/ 304416 w 4114416"/>
              <a:gd name="connsiteY14" fmla="*/ 1371600 h 2870200"/>
              <a:gd name="connsiteX15" fmla="*/ 312882 w 4114416"/>
              <a:gd name="connsiteY15" fmla="*/ 2243667 h 2870200"/>
              <a:gd name="connsiteX16" fmla="*/ 338282 w 4114416"/>
              <a:gd name="connsiteY16" fmla="*/ 2201334 h 2870200"/>
              <a:gd name="connsiteX17" fmla="*/ 346749 w 4114416"/>
              <a:gd name="connsiteY17" fmla="*/ 2150534 h 2870200"/>
              <a:gd name="connsiteX18" fmla="*/ 371651 w 4114416"/>
              <a:gd name="connsiteY18" fmla="*/ 2376146 h 2870200"/>
              <a:gd name="connsiteX19" fmla="*/ 389082 w 4114416"/>
              <a:gd name="connsiteY19" fmla="*/ 2082800 h 2870200"/>
              <a:gd name="connsiteX20" fmla="*/ 414981 w 4114416"/>
              <a:gd name="connsiteY20" fmla="*/ 1792444 h 2870200"/>
              <a:gd name="connsiteX21" fmla="*/ 422949 w 4114416"/>
              <a:gd name="connsiteY21" fmla="*/ 2032000 h 2870200"/>
              <a:gd name="connsiteX22" fmla="*/ 453908 w 4114416"/>
              <a:gd name="connsiteY22" fmla="*/ 1990884 h 2870200"/>
              <a:gd name="connsiteX23" fmla="*/ 465282 w 4114416"/>
              <a:gd name="connsiteY23" fmla="*/ 1752600 h 2870200"/>
              <a:gd name="connsiteX24" fmla="*/ 490682 w 4114416"/>
              <a:gd name="connsiteY24" fmla="*/ 1651000 h 2870200"/>
              <a:gd name="connsiteX25" fmla="*/ 516082 w 4114416"/>
              <a:gd name="connsiteY25" fmla="*/ 1710267 h 2870200"/>
              <a:gd name="connsiteX26" fmla="*/ 524549 w 4114416"/>
              <a:gd name="connsiteY26" fmla="*/ 1851666 h 2870200"/>
              <a:gd name="connsiteX27" fmla="*/ 558416 w 4114416"/>
              <a:gd name="connsiteY27" fmla="*/ 1820334 h 2870200"/>
              <a:gd name="connsiteX28" fmla="*/ 583816 w 4114416"/>
              <a:gd name="connsiteY28" fmla="*/ 1938867 h 2870200"/>
              <a:gd name="connsiteX29" fmla="*/ 600749 w 4114416"/>
              <a:gd name="connsiteY29" fmla="*/ 1998134 h 2870200"/>
              <a:gd name="connsiteX30" fmla="*/ 617682 w 4114416"/>
              <a:gd name="connsiteY30" fmla="*/ 2023534 h 2870200"/>
              <a:gd name="connsiteX31" fmla="*/ 643082 w 4114416"/>
              <a:gd name="connsiteY31" fmla="*/ 1786467 h 2870200"/>
              <a:gd name="connsiteX32" fmla="*/ 651549 w 4114416"/>
              <a:gd name="connsiteY32" fmla="*/ 1744134 h 2870200"/>
              <a:gd name="connsiteX33" fmla="*/ 668482 w 4114416"/>
              <a:gd name="connsiteY33" fmla="*/ 1718734 h 2870200"/>
              <a:gd name="connsiteX34" fmla="*/ 685416 w 4114416"/>
              <a:gd name="connsiteY34" fmla="*/ 1617134 h 2870200"/>
              <a:gd name="connsiteX35" fmla="*/ 702349 w 4114416"/>
              <a:gd name="connsiteY35" fmla="*/ 1557867 h 2870200"/>
              <a:gd name="connsiteX36" fmla="*/ 710816 w 4114416"/>
              <a:gd name="connsiteY36" fmla="*/ 1524000 h 2870200"/>
              <a:gd name="connsiteX37" fmla="*/ 727749 w 4114416"/>
              <a:gd name="connsiteY37" fmla="*/ 1312334 h 2870200"/>
              <a:gd name="connsiteX38" fmla="*/ 744682 w 4114416"/>
              <a:gd name="connsiteY38" fmla="*/ 1380067 h 2870200"/>
              <a:gd name="connsiteX39" fmla="*/ 761616 w 4114416"/>
              <a:gd name="connsiteY39" fmla="*/ 1532467 h 2870200"/>
              <a:gd name="connsiteX40" fmla="*/ 778549 w 4114416"/>
              <a:gd name="connsiteY40" fmla="*/ 1566334 h 2870200"/>
              <a:gd name="connsiteX41" fmla="*/ 803949 w 4114416"/>
              <a:gd name="connsiteY41" fmla="*/ 1456267 h 2870200"/>
              <a:gd name="connsiteX42" fmla="*/ 820882 w 4114416"/>
              <a:gd name="connsiteY42" fmla="*/ 1430867 h 2870200"/>
              <a:gd name="connsiteX43" fmla="*/ 854749 w 4114416"/>
              <a:gd name="connsiteY43" fmla="*/ 1388534 h 2870200"/>
              <a:gd name="connsiteX44" fmla="*/ 863216 w 4114416"/>
              <a:gd name="connsiteY44" fmla="*/ 1498600 h 2870200"/>
              <a:gd name="connsiteX45" fmla="*/ 888616 w 4114416"/>
              <a:gd name="connsiteY45" fmla="*/ 1811867 h 2870200"/>
              <a:gd name="connsiteX46" fmla="*/ 897082 w 4114416"/>
              <a:gd name="connsiteY46" fmla="*/ 1642534 h 2870200"/>
              <a:gd name="connsiteX47" fmla="*/ 922482 w 4114416"/>
              <a:gd name="connsiteY47" fmla="*/ 1583267 h 2870200"/>
              <a:gd name="connsiteX48" fmla="*/ 930949 w 4114416"/>
              <a:gd name="connsiteY48" fmla="*/ 1557867 h 2870200"/>
              <a:gd name="connsiteX49" fmla="*/ 939416 w 4114416"/>
              <a:gd name="connsiteY49" fmla="*/ 2006600 h 2870200"/>
              <a:gd name="connsiteX50" fmla="*/ 964816 w 4114416"/>
              <a:gd name="connsiteY50" fmla="*/ 2116667 h 2870200"/>
              <a:gd name="connsiteX51" fmla="*/ 973282 w 4114416"/>
              <a:gd name="connsiteY51" fmla="*/ 1948424 h 2870200"/>
              <a:gd name="connsiteX52" fmla="*/ 990216 w 4114416"/>
              <a:gd name="connsiteY52" fmla="*/ 1794934 h 2870200"/>
              <a:gd name="connsiteX53" fmla="*/ 998682 w 4114416"/>
              <a:gd name="connsiteY53" fmla="*/ 1761067 h 2870200"/>
              <a:gd name="connsiteX54" fmla="*/ 1015616 w 4114416"/>
              <a:gd name="connsiteY54" fmla="*/ 1871134 h 2870200"/>
              <a:gd name="connsiteX55" fmla="*/ 1032549 w 4114416"/>
              <a:gd name="connsiteY55" fmla="*/ 1947334 h 2870200"/>
              <a:gd name="connsiteX56" fmla="*/ 1049482 w 4114416"/>
              <a:gd name="connsiteY56" fmla="*/ 2040467 h 2870200"/>
              <a:gd name="connsiteX57" fmla="*/ 1074882 w 4114416"/>
              <a:gd name="connsiteY57" fmla="*/ 2108200 h 2870200"/>
              <a:gd name="connsiteX58" fmla="*/ 1083349 w 4114416"/>
              <a:gd name="connsiteY58" fmla="*/ 2150534 h 2870200"/>
              <a:gd name="connsiteX59" fmla="*/ 1125682 w 4114416"/>
              <a:gd name="connsiteY59" fmla="*/ 2209800 h 2870200"/>
              <a:gd name="connsiteX60" fmla="*/ 1134149 w 4114416"/>
              <a:gd name="connsiteY60" fmla="*/ 2108200 h 2870200"/>
              <a:gd name="connsiteX61" fmla="*/ 1184949 w 4114416"/>
              <a:gd name="connsiteY61" fmla="*/ 1989667 h 2870200"/>
              <a:gd name="connsiteX62" fmla="*/ 1235749 w 4114416"/>
              <a:gd name="connsiteY62" fmla="*/ 1913467 h 2870200"/>
              <a:gd name="connsiteX63" fmla="*/ 1244216 w 4114416"/>
              <a:gd name="connsiteY63" fmla="*/ 2167467 h 2870200"/>
              <a:gd name="connsiteX64" fmla="*/ 1261149 w 4114416"/>
              <a:gd name="connsiteY64" fmla="*/ 2082800 h 2870200"/>
              <a:gd name="connsiteX65" fmla="*/ 1269616 w 4114416"/>
              <a:gd name="connsiteY65" fmla="*/ 2015067 h 2870200"/>
              <a:gd name="connsiteX66" fmla="*/ 1311949 w 4114416"/>
              <a:gd name="connsiteY66" fmla="*/ 1854200 h 2870200"/>
              <a:gd name="connsiteX67" fmla="*/ 1320416 w 4114416"/>
              <a:gd name="connsiteY67" fmla="*/ 1803400 h 2870200"/>
              <a:gd name="connsiteX68" fmla="*/ 1345816 w 4114416"/>
              <a:gd name="connsiteY68" fmla="*/ 1701800 h 2870200"/>
              <a:gd name="connsiteX69" fmla="*/ 1371216 w 4114416"/>
              <a:gd name="connsiteY69" fmla="*/ 1718734 h 2870200"/>
              <a:gd name="connsiteX70" fmla="*/ 1379682 w 4114416"/>
              <a:gd name="connsiteY70" fmla="*/ 1744134 h 2870200"/>
              <a:gd name="connsiteX71" fmla="*/ 1405082 w 4114416"/>
              <a:gd name="connsiteY71" fmla="*/ 1828800 h 2870200"/>
              <a:gd name="connsiteX72" fmla="*/ 1422016 w 4114416"/>
              <a:gd name="connsiteY72" fmla="*/ 1879600 h 2870200"/>
              <a:gd name="connsiteX73" fmla="*/ 1430482 w 4114416"/>
              <a:gd name="connsiteY73" fmla="*/ 1913467 h 2870200"/>
              <a:gd name="connsiteX74" fmla="*/ 1455882 w 4114416"/>
              <a:gd name="connsiteY74" fmla="*/ 1947334 h 2870200"/>
              <a:gd name="connsiteX75" fmla="*/ 1472816 w 4114416"/>
              <a:gd name="connsiteY75" fmla="*/ 1938867 h 2870200"/>
              <a:gd name="connsiteX76" fmla="*/ 1515149 w 4114416"/>
              <a:gd name="connsiteY76" fmla="*/ 1803400 h 2870200"/>
              <a:gd name="connsiteX77" fmla="*/ 1574416 w 4114416"/>
              <a:gd name="connsiteY77" fmla="*/ 1651000 h 2870200"/>
              <a:gd name="connsiteX78" fmla="*/ 1582882 w 4114416"/>
              <a:gd name="connsiteY78" fmla="*/ 1591734 h 2870200"/>
              <a:gd name="connsiteX79" fmla="*/ 1599816 w 4114416"/>
              <a:gd name="connsiteY79" fmla="*/ 1566334 h 2870200"/>
              <a:gd name="connsiteX80" fmla="*/ 1608282 w 4114416"/>
              <a:gd name="connsiteY80" fmla="*/ 1524000 h 2870200"/>
              <a:gd name="connsiteX81" fmla="*/ 1616749 w 4114416"/>
              <a:gd name="connsiteY81" fmla="*/ 1498600 h 2870200"/>
              <a:gd name="connsiteX82" fmla="*/ 1633682 w 4114416"/>
              <a:gd name="connsiteY82" fmla="*/ 1524000 h 2870200"/>
              <a:gd name="connsiteX83" fmla="*/ 1659082 w 4114416"/>
              <a:gd name="connsiteY83" fmla="*/ 1490134 h 2870200"/>
              <a:gd name="connsiteX84" fmla="*/ 1684482 w 4114416"/>
              <a:gd name="connsiteY84" fmla="*/ 1388534 h 2870200"/>
              <a:gd name="connsiteX85" fmla="*/ 1743749 w 4114416"/>
              <a:gd name="connsiteY85" fmla="*/ 1286934 h 2870200"/>
              <a:gd name="connsiteX86" fmla="*/ 1794549 w 4114416"/>
              <a:gd name="connsiteY86" fmla="*/ 1176867 h 2870200"/>
              <a:gd name="connsiteX87" fmla="*/ 1819949 w 4114416"/>
              <a:gd name="connsiteY87" fmla="*/ 1202267 h 2870200"/>
              <a:gd name="connsiteX88" fmla="*/ 1828416 w 4114416"/>
              <a:gd name="connsiteY88" fmla="*/ 1227667 h 2870200"/>
              <a:gd name="connsiteX89" fmla="*/ 1845349 w 4114416"/>
              <a:gd name="connsiteY89" fmla="*/ 1261534 h 2870200"/>
              <a:gd name="connsiteX90" fmla="*/ 1887682 w 4114416"/>
              <a:gd name="connsiteY90" fmla="*/ 1422400 h 2870200"/>
              <a:gd name="connsiteX91" fmla="*/ 1938482 w 4114416"/>
              <a:gd name="connsiteY91" fmla="*/ 1600200 h 2870200"/>
              <a:gd name="connsiteX92" fmla="*/ 1989282 w 4114416"/>
              <a:gd name="connsiteY92" fmla="*/ 1744134 h 2870200"/>
              <a:gd name="connsiteX93" fmla="*/ 2006216 w 4114416"/>
              <a:gd name="connsiteY93" fmla="*/ 1498600 h 2870200"/>
              <a:gd name="connsiteX94" fmla="*/ 2023149 w 4114416"/>
              <a:gd name="connsiteY94" fmla="*/ 1464734 h 2870200"/>
              <a:gd name="connsiteX95" fmla="*/ 2031616 w 4114416"/>
              <a:gd name="connsiteY95" fmla="*/ 1439334 h 2870200"/>
              <a:gd name="connsiteX96" fmla="*/ 2082416 w 4114416"/>
              <a:gd name="connsiteY96" fmla="*/ 2032000 h 2870200"/>
              <a:gd name="connsiteX97" fmla="*/ 2090882 w 4114416"/>
              <a:gd name="connsiteY97" fmla="*/ 2150534 h 2870200"/>
              <a:gd name="connsiteX98" fmla="*/ 2099349 w 4114416"/>
              <a:gd name="connsiteY98" fmla="*/ 2489200 h 2870200"/>
              <a:gd name="connsiteX99" fmla="*/ 2133216 w 4114416"/>
              <a:gd name="connsiteY99" fmla="*/ 2421467 h 2870200"/>
              <a:gd name="connsiteX100" fmla="*/ 2175549 w 4114416"/>
              <a:gd name="connsiteY100" fmla="*/ 2319867 h 2870200"/>
              <a:gd name="connsiteX101" fmla="*/ 2200949 w 4114416"/>
              <a:gd name="connsiteY101" fmla="*/ 2286000 h 2870200"/>
              <a:gd name="connsiteX102" fmla="*/ 2234816 w 4114416"/>
              <a:gd name="connsiteY102" fmla="*/ 2235200 h 2870200"/>
              <a:gd name="connsiteX103" fmla="*/ 2251749 w 4114416"/>
              <a:gd name="connsiteY103" fmla="*/ 2514600 h 2870200"/>
              <a:gd name="connsiteX104" fmla="*/ 2277149 w 4114416"/>
              <a:gd name="connsiteY104" fmla="*/ 2565400 h 2870200"/>
              <a:gd name="connsiteX105" fmla="*/ 2285616 w 4114416"/>
              <a:gd name="connsiteY105" fmla="*/ 2489200 h 2870200"/>
              <a:gd name="connsiteX106" fmla="*/ 2302549 w 4114416"/>
              <a:gd name="connsiteY106" fmla="*/ 2421467 h 2870200"/>
              <a:gd name="connsiteX107" fmla="*/ 2311016 w 4114416"/>
              <a:gd name="connsiteY107" fmla="*/ 1718734 h 2870200"/>
              <a:gd name="connsiteX108" fmla="*/ 2336416 w 4114416"/>
              <a:gd name="connsiteY108" fmla="*/ 1811867 h 2870200"/>
              <a:gd name="connsiteX109" fmla="*/ 2361816 w 4114416"/>
              <a:gd name="connsiteY109" fmla="*/ 1871134 h 2870200"/>
              <a:gd name="connsiteX110" fmla="*/ 2387216 w 4114416"/>
              <a:gd name="connsiteY110" fmla="*/ 1938867 h 2870200"/>
              <a:gd name="connsiteX111" fmla="*/ 2395682 w 4114416"/>
              <a:gd name="connsiteY111" fmla="*/ 1972734 h 2870200"/>
              <a:gd name="connsiteX112" fmla="*/ 2404149 w 4114416"/>
              <a:gd name="connsiteY112" fmla="*/ 1574800 h 2870200"/>
              <a:gd name="connsiteX113" fmla="*/ 2429549 w 4114416"/>
              <a:gd name="connsiteY113" fmla="*/ 1236134 h 2870200"/>
              <a:gd name="connsiteX114" fmla="*/ 2446482 w 4114416"/>
              <a:gd name="connsiteY114" fmla="*/ 1092200 h 2870200"/>
              <a:gd name="connsiteX115" fmla="*/ 2454949 w 4114416"/>
              <a:gd name="connsiteY115" fmla="*/ 1066800 h 2870200"/>
              <a:gd name="connsiteX116" fmla="*/ 2463416 w 4114416"/>
              <a:gd name="connsiteY116" fmla="*/ 1092200 h 2870200"/>
              <a:gd name="connsiteX117" fmla="*/ 2480349 w 4114416"/>
              <a:gd name="connsiteY117" fmla="*/ 1117600 h 2870200"/>
              <a:gd name="connsiteX118" fmla="*/ 2488816 w 4114416"/>
              <a:gd name="connsiteY118" fmla="*/ 1227667 h 2870200"/>
              <a:gd name="connsiteX119" fmla="*/ 2514216 w 4114416"/>
              <a:gd name="connsiteY119" fmla="*/ 753534 h 2870200"/>
              <a:gd name="connsiteX120" fmla="*/ 2531149 w 4114416"/>
              <a:gd name="connsiteY120" fmla="*/ 685800 h 2870200"/>
              <a:gd name="connsiteX121" fmla="*/ 2539616 w 4114416"/>
              <a:gd name="connsiteY121" fmla="*/ 609600 h 2870200"/>
              <a:gd name="connsiteX122" fmla="*/ 2548082 w 4114416"/>
              <a:gd name="connsiteY122" fmla="*/ 558800 h 2870200"/>
              <a:gd name="connsiteX123" fmla="*/ 2565016 w 4114416"/>
              <a:gd name="connsiteY123" fmla="*/ 584200 h 2870200"/>
              <a:gd name="connsiteX124" fmla="*/ 2573482 w 4114416"/>
              <a:gd name="connsiteY124" fmla="*/ 778934 h 2870200"/>
              <a:gd name="connsiteX125" fmla="*/ 2615816 w 4114416"/>
              <a:gd name="connsiteY125" fmla="*/ 914400 h 2870200"/>
              <a:gd name="connsiteX126" fmla="*/ 2632749 w 4114416"/>
              <a:gd name="connsiteY126" fmla="*/ 973667 h 2870200"/>
              <a:gd name="connsiteX127" fmla="*/ 2649682 w 4114416"/>
              <a:gd name="connsiteY127" fmla="*/ 812800 h 2870200"/>
              <a:gd name="connsiteX128" fmla="*/ 2666616 w 4114416"/>
              <a:gd name="connsiteY128" fmla="*/ 694267 h 2870200"/>
              <a:gd name="connsiteX129" fmla="*/ 2692016 w 4114416"/>
              <a:gd name="connsiteY129" fmla="*/ 558800 h 2870200"/>
              <a:gd name="connsiteX130" fmla="*/ 2717416 w 4114416"/>
              <a:gd name="connsiteY130" fmla="*/ 321734 h 2870200"/>
              <a:gd name="connsiteX131" fmla="*/ 2734349 w 4114416"/>
              <a:gd name="connsiteY131" fmla="*/ 1058334 h 2870200"/>
              <a:gd name="connsiteX132" fmla="*/ 2760746 w 4114416"/>
              <a:gd name="connsiteY132" fmla="*/ 1023969 h 2870200"/>
              <a:gd name="connsiteX133" fmla="*/ 2810549 w 4114416"/>
              <a:gd name="connsiteY133" fmla="*/ 905934 h 2870200"/>
              <a:gd name="connsiteX134" fmla="*/ 2844416 w 4114416"/>
              <a:gd name="connsiteY134" fmla="*/ 855134 h 2870200"/>
              <a:gd name="connsiteX135" fmla="*/ 2869816 w 4114416"/>
              <a:gd name="connsiteY135" fmla="*/ 1422400 h 2870200"/>
              <a:gd name="connsiteX136" fmla="*/ 2878282 w 4114416"/>
              <a:gd name="connsiteY136" fmla="*/ 1388534 h 2870200"/>
              <a:gd name="connsiteX137" fmla="*/ 2895216 w 4114416"/>
              <a:gd name="connsiteY137" fmla="*/ 1363134 h 2870200"/>
              <a:gd name="connsiteX138" fmla="*/ 2920616 w 4114416"/>
              <a:gd name="connsiteY138" fmla="*/ 1278467 h 2870200"/>
              <a:gd name="connsiteX139" fmla="*/ 2937549 w 4114416"/>
              <a:gd name="connsiteY139" fmla="*/ 1320800 h 2870200"/>
              <a:gd name="connsiteX140" fmla="*/ 2954482 w 4114416"/>
              <a:gd name="connsiteY140" fmla="*/ 1388534 h 2870200"/>
              <a:gd name="connsiteX141" fmla="*/ 2971416 w 4114416"/>
              <a:gd name="connsiteY141" fmla="*/ 1422400 h 2870200"/>
              <a:gd name="connsiteX142" fmla="*/ 3013749 w 4114416"/>
              <a:gd name="connsiteY142" fmla="*/ 1540934 h 2870200"/>
              <a:gd name="connsiteX143" fmla="*/ 3030682 w 4114416"/>
              <a:gd name="connsiteY143" fmla="*/ 1566334 h 2870200"/>
              <a:gd name="connsiteX144" fmla="*/ 3064549 w 4114416"/>
              <a:gd name="connsiteY144" fmla="*/ 1718734 h 2870200"/>
              <a:gd name="connsiteX145" fmla="*/ 3089949 w 4114416"/>
              <a:gd name="connsiteY145" fmla="*/ 1761067 h 2870200"/>
              <a:gd name="connsiteX146" fmla="*/ 3123816 w 4114416"/>
              <a:gd name="connsiteY146" fmla="*/ 1879600 h 2870200"/>
              <a:gd name="connsiteX147" fmla="*/ 3115349 w 4114416"/>
              <a:gd name="connsiteY147" fmla="*/ 1913467 h 2870200"/>
              <a:gd name="connsiteX148" fmla="*/ 3127799 w 4114416"/>
              <a:gd name="connsiteY148" fmla="*/ 1901016 h 2870200"/>
              <a:gd name="connsiteX149" fmla="*/ 3106882 w 4114416"/>
              <a:gd name="connsiteY149" fmla="*/ 1888067 h 2870200"/>
              <a:gd name="connsiteX150" fmla="*/ 3132282 w 4114416"/>
              <a:gd name="connsiteY150" fmla="*/ 1871134 h 2870200"/>
              <a:gd name="connsiteX151" fmla="*/ 3140749 w 4114416"/>
              <a:gd name="connsiteY151" fmla="*/ 1769534 h 2870200"/>
              <a:gd name="connsiteX152" fmla="*/ 3157682 w 4114416"/>
              <a:gd name="connsiteY152" fmla="*/ 1710267 h 2870200"/>
              <a:gd name="connsiteX153" fmla="*/ 3166149 w 4114416"/>
              <a:gd name="connsiteY153" fmla="*/ 1684867 h 2870200"/>
              <a:gd name="connsiteX154" fmla="*/ 3191549 w 4114416"/>
              <a:gd name="connsiteY154" fmla="*/ 1676400 h 2870200"/>
              <a:gd name="connsiteX155" fmla="*/ 3200016 w 4114416"/>
              <a:gd name="connsiteY155" fmla="*/ 2006600 h 2870200"/>
              <a:gd name="connsiteX156" fmla="*/ 3208482 w 4114416"/>
              <a:gd name="connsiteY156" fmla="*/ 2048934 h 2870200"/>
              <a:gd name="connsiteX157" fmla="*/ 3216949 w 4114416"/>
              <a:gd name="connsiteY157" fmla="*/ 2099734 h 2870200"/>
              <a:gd name="connsiteX158" fmla="*/ 3233882 w 4114416"/>
              <a:gd name="connsiteY158" fmla="*/ 2048934 h 2870200"/>
              <a:gd name="connsiteX159" fmla="*/ 3242349 w 4114416"/>
              <a:gd name="connsiteY159" fmla="*/ 1998134 h 2870200"/>
              <a:gd name="connsiteX160" fmla="*/ 3276216 w 4114416"/>
              <a:gd name="connsiteY160" fmla="*/ 2353734 h 2870200"/>
              <a:gd name="connsiteX161" fmla="*/ 3301616 w 4114416"/>
              <a:gd name="connsiteY161" fmla="*/ 2387600 h 2870200"/>
              <a:gd name="connsiteX162" fmla="*/ 3310082 w 4114416"/>
              <a:gd name="connsiteY162" fmla="*/ 2497667 h 2870200"/>
              <a:gd name="connsiteX163" fmla="*/ 3327016 w 4114416"/>
              <a:gd name="connsiteY163" fmla="*/ 2531534 h 2870200"/>
              <a:gd name="connsiteX164" fmla="*/ 3343949 w 4114416"/>
              <a:gd name="connsiteY164" fmla="*/ 2599267 h 2870200"/>
              <a:gd name="connsiteX165" fmla="*/ 3369349 w 4114416"/>
              <a:gd name="connsiteY165" fmla="*/ 2667000 h 2870200"/>
              <a:gd name="connsiteX166" fmla="*/ 3411682 w 4114416"/>
              <a:gd name="connsiteY166" fmla="*/ 2810934 h 2870200"/>
              <a:gd name="connsiteX167" fmla="*/ 3437082 w 4114416"/>
              <a:gd name="connsiteY167" fmla="*/ 2870200 h 2870200"/>
              <a:gd name="connsiteX168" fmla="*/ 3462482 w 4114416"/>
              <a:gd name="connsiteY168" fmla="*/ 1828800 h 2870200"/>
              <a:gd name="connsiteX169" fmla="*/ 3461984 w 4114416"/>
              <a:gd name="connsiteY169" fmla="*/ 2090271 h 2870200"/>
              <a:gd name="connsiteX170" fmla="*/ 3487882 w 4114416"/>
              <a:gd name="connsiteY170" fmla="*/ 1735667 h 2870200"/>
              <a:gd name="connsiteX171" fmla="*/ 3513282 w 4114416"/>
              <a:gd name="connsiteY171" fmla="*/ 1651000 h 2870200"/>
              <a:gd name="connsiteX172" fmla="*/ 3521749 w 4114416"/>
              <a:gd name="connsiteY172" fmla="*/ 1701800 h 2870200"/>
              <a:gd name="connsiteX173" fmla="*/ 3525733 w 4114416"/>
              <a:gd name="connsiteY173" fmla="*/ 1875118 h 2870200"/>
              <a:gd name="connsiteX174" fmla="*/ 3547149 w 4114416"/>
              <a:gd name="connsiteY174" fmla="*/ 1752600 h 2870200"/>
              <a:gd name="connsiteX175" fmla="*/ 3555616 w 4114416"/>
              <a:gd name="connsiteY175" fmla="*/ 1693334 h 2870200"/>
              <a:gd name="connsiteX176" fmla="*/ 3597949 w 4114416"/>
              <a:gd name="connsiteY176" fmla="*/ 1608667 h 2870200"/>
              <a:gd name="connsiteX177" fmla="*/ 3614882 w 4114416"/>
              <a:gd name="connsiteY177" fmla="*/ 1566334 h 2870200"/>
              <a:gd name="connsiteX178" fmla="*/ 3657216 w 4114416"/>
              <a:gd name="connsiteY178" fmla="*/ 1464734 h 2870200"/>
              <a:gd name="connsiteX179" fmla="*/ 3661200 w 4114416"/>
              <a:gd name="connsiteY179" fmla="*/ 1373094 h 2870200"/>
              <a:gd name="connsiteX180" fmla="*/ 3682616 w 4114416"/>
              <a:gd name="connsiteY180" fmla="*/ 1363134 h 2870200"/>
              <a:gd name="connsiteX181" fmla="*/ 3699549 w 4114416"/>
              <a:gd name="connsiteY181" fmla="*/ 1320800 h 2870200"/>
              <a:gd name="connsiteX182" fmla="*/ 3694569 w 4114416"/>
              <a:gd name="connsiteY182" fmla="*/ 1151964 h 2870200"/>
              <a:gd name="connsiteX183" fmla="*/ 3741882 w 4114416"/>
              <a:gd name="connsiteY183" fmla="*/ 1227667 h 2870200"/>
              <a:gd name="connsiteX184" fmla="*/ 3750349 w 4114416"/>
              <a:gd name="connsiteY184" fmla="*/ 1176867 h 2870200"/>
              <a:gd name="connsiteX185" fmla="*/ 3767282 w 4114416"/>
              <a:gd name="connsiteY185" fmla="*/ 1126067 h 2870200"/>
              <a:gd name="connsiteX186" fmla="*/ 3775749 w 4114416"/>
              <a:gd name="connsiteY186" fmla="*/ 1058334 h 2870200"/>
              <a:gd name="connsiteX187" fmla="*/ 3784216 w 4114416"/>
              <a:gd name="connsiteY187" fmla="*/ 1270000 h 2870200"/>
              <a:gd name="connsiteX188" fmla="*/ 3813064 w 4114416"/>
              <a:gd name="connsiteY188" fmla="*/ 678606 h 2870200"/>
              <a:gd name="connsiteX189" fmla="*/ 3818082 w 4114416"/>
              <a:gd name="connsiteY189" fmla="*/ 558800 h 2870200"/>
              <a:gd name="connsiteX190" fmla="*/ 3835016 w 4114416"/>
              <a:gd name="connsiteY190" fmla="*/ 482600 h 2870200"/>
              <a:gd name="connsiteX191" fmla="*/ 3843482 w 4114416"/>
              <a:gd name="connsiteY191" fmla="*/ 533400 h 2870200"/>
              <a:gd name="connsiteX192" fmla="*/ 3860416 w 4114416"/>
              <a:gd name="connsiteY192" fmla="*/ 660400 h 2870200"/>
              <a:gd name="connsiteX193" fmla="*/ 3868882 w 4114416"/>
              <a:gd name="connsiteY193" fmla="*/ 702734 h 2870200"/>
              <a:gd name="connsiteX194" fmla="*/ 3885816 w 4114416"/>
              <a:gd name="connsiteY194" fmla="*/ 736600 h 2870200"/>
              <a:gd name="connsiteX195" fmla="*/ 3902749 w 4114416"/>
              <a:gd name="connsiteY195" fmla="*/ 702734 h 2870200"/>
              <a:gd name="connsiteX196" fmla="*/ 3962016 w 4114416"/>
              <a:gd name="connsiteY196" fmla="*/ 482600 h 2870200"/>
              <a:gd name="connsiteX197" fmla="*/ 3978949 w 4114416"/>
              <a:gd name="connsiteY197" fmla="*/ 457200 h 2870200"/>
              <a:gd name="connsiteX198" fmla="*/ 4004349 w 4114416"/>
              <a:gd name="connsiteY198" fmla="*/ 177800 h 2870200"/>
              <a:gd name="connsiteX199" fmla="*/ 4029749 w 4114416"/>
              <a:gd name="connsiteY199" fmla="*/ 135467 h 2870200"/>
              <a:gd name="connsiteX200" fmla="*/ 4038216 w 4114416"/>
              <a:gd name="connsiteY200" fmla="*/ 101600 h 2870200"/>
              <a:gd name="connsiteX201" fmla="*/ 4046682 w 4114416"/>
              <a:gd name="connsiteY201" fmla="*/ 76200 h 2870200"/>
              <a:gd name="connsiteX202" fmla="*/ 4055149 w 4114416"/>
              <a:gd name="connsiteY202" fmla="*/ 110067 h 2870200"/>
              <a:gd name="connsiteX203" fmla="*/ 4072082 w 4114416"/>
              <a:gd name="connsiteY203" fmla="*/ 160867 h 2870200"/>
              <a:gd name="connsiteX204" fmla="*/ 4114416 w 4114416"/>
              <a:gd name="connsiteY204" fmla="*/ 0 h 2870200"/>
              <a:gd name="connsiteX0" fmla="*/ 0 w 4114416"/>
              <a:gd name="connsiteY0" fmla="*/ 735359 h 2870200"/>
              <a:gd name="connsiteX1" fmla="*/ 22363 w 4114416"/>
              <a:gd name="connsiteY1" fmla="*/ 647092 h 2870200"/>
              <a:gd name="connsiteX2" fmla="*/ 53451 w 4114416"/>
              <a:gd name="connsiteY2" fmla="*/ 567267 h 2870200"/>
              <a:gd name="connsiteX3" fmla="*/ 61790 w 4114416"/>
              <a:gd name="connsiteY3" fmla="*/ 828517 h 2870200"/>
              <a:gd name="connsiteX4" fmla="*/ 57549 w 4114416"/>
              <a:gd name="connsiteY4" fmla="*/ 1083293 h 2870200"/>
              <a:gd name="connsiteX5" fmla="*/ 55282 w 4114416"/>
              <a:gd name="connsiteY5" fmla="*/ 1212385 h 2870200"/>
              <a:gd name="connsiteX6" fmla="*/ 69873 w 4114416"/>
              <a:gd name="connsiteY6" fmla="*/ 1401791 h 2870200"/>
              <a:gd name="connsiteX7" fmla="*/ 112335 w 4114416"/>
              <a:gd name="connsiteY7" fmla="*/ 1209517 h 2870200"/>
              <a:gd name="connsiteX8" fmla="*/ 135082 w 4114416"/>
              <a:gd name="connsiteY8" fmla="*/ 1100667 h 2870200"/>
              <a:gd name="connsiteX9" fmla="*/ 168949 w 4114416"/>
              <a:gd name="connsiteY9" fmla="*/ 999067 h 2870200"/>
              <a:gd name="connsiteX10" fmla="*/ 185882 w 4114416"/>
              <a:gd name="connsiteY10" fmla="*/ 948267 h 2870200"/>
              <a:gd name="connsiteX11" fmla="*/ 202816 w 4114416"/>
              <a:gd name="connsiteY11" fmla="*/ 1134534 h 2870200"/>
              <a:gd name="connsiteX12" fmla="*/ 219749 w 4114416"/>
              <a:gd name="connsiteY12" fmla="*/ 1464734 h 2870200"/>
              <a:gd name="connsiteX13" fmla="*/ 279016 w 4114416"/>
              <a:gd name="connsiteY13" fmla="*/ 1363134 h 2870200"/>
              <a:gd name="connsiteX14" fmla="*/ 304416 w 4114416"/>
              <a:gd name="connsiteY14" fmla="*/ 1371600 h 2870200"/>
              <a:gd name="connsiteX15" fmla="*/ 312882 w 4114416"/>
              <a:gd name="connsiteY15" fmla="*/ 2243667 h 2870200"/>
              <a:gd name="connsiteX16" fmla="*/ 338282 w 4114416"/>
              <a:gd name="connsiteY16" fmla="*/ 2201334 h 2870200"/>
              <a:gd name="connsiteX17" fmla="*/ 346749 w 4114416"/>
              <a:gd name="connsiteY17" fmla="*/ 2150534 h 2870200"/>
              <a:gd name="connsiteX18" fmla="*/ 371651 w 4114416"/>
              <a:gd name="connsiteY18" fmla="*/ 2376146 h 2870200"/>
              <a:gd name="connsiteX19" fmla="*/ 389082 w 4114416"/>
              <a:gd name="connsiteY19" fmla="*/ 2082800 h 2870200"/>
              <a:gd name="connsiteX20" fmla="*/ 414981 w 4114416"/>
              <a:gd name="connsiteY20" fmla="*/ 1792444 h 2870200"/>
              <a:gd name="connsiteX21" fmla="*/ 422949 w 4114416"/>
              <a:gd name="connsiteY21" fmla="*/ 2032000 h 2870200"/>
              <a:gd name="connsiteX22" fmla="*/ 453908 w 4114416"/>
              <a:gd name="connsiteY22" fmla="*/ 1990884 h 2870200"/>
              <a:gd name="connsiteX23" fmla="*/ 465282 w 4114416"/>
              <a:gd name="connsiteY23" fmla="*/ 1752600 h 2870200"/>
              <a:gd name="connsiteX24" fmla="*/ 490682 w 4114416"/>
              <a:gd name="connsiteY24" fmla="*/ 1651000 h 2870200"/>
              <a:gd name="connsiteX25" fmla="*/ 516082 w 4114416"/>
              <a:gd name="connsiteY25" fmla="*/ 1710267 h 2870200"/>
              <a:gd name="connsiteX26" fmla="*/ 524549 w 4114416"/>
              <a:gd name="connsiteY26" fmla="*/ 1851666 h 2870200"/>
              <a:gd name="connsiteX27" fmla="*/ 558416 w 4114416"/>
              <a:gd name="connsiteY27" fmla="*/ 1820334 h 2870200"/>
              <a:gd name="connsiteX28" fmla="*/ 583816 w 4114416"/>
              <a:gd name="connsiteY28" fmla="*/ 1938867 h 2870200"/>
              <a:gd name="connsiteX29" fmla="*/ 600749 w 4114416"/>
              <a:gd name="connsiteY29" fmla="*/ 1998134 h 2870200"/>
              <a:gd name="connsiteX30" fmla="*/ 617682 w 4114416"/>
              <a:gd name="connsiteY30" fmla="*/ 2023534 h 2870200"/>
              <a:gd name="connsiteX31" fmla="*/ 643082 w 4114416"/>
              <a:gd name="connsiteY31" fmla="*/ 1786467 h 2870200"/>
              <a:gd name="connsiteX32" fmla="*/ 651549 w 4114416"/>
              <a:gd name="connsiteY32" fmla="*/ 1744134 h 2870200"/>
              <a:gd name="connsiteX33" fmla="*/ 668482 w 4114416"/>
              <a:gd name="connsiteY33" fmla="*/ 1718734 h 2870200"/>
              <a:gd name="connsiteX34" fmla="*/ 685416 w 4114416"/>
              <a:gd name="connsiteY34" fmla="*/ 1617134 h 2870200"/>
              <a:gd name="connsiteX35" fmla="*/ 702349 w 4114416"/>
              <a:gd name="connsiteY35" fmla="*/ 1557867 h 2870200"/>
              <a:gd name="connsiteX36" fmla="*/ 710816 w 4114416"/>
              <a:gd name="connsiteY36" fmla="*/ 1524000 h 2870200"/>
              <a:gd name="connsiteX37" fmla="*/ 727749 w 4114416"/>
              <a:gd name="connsiteY37" fmla="*/ 1312334 h 2870200"/>
              <a:gd name="connsiteX38" fmla="*/ 744682 w 4114416"/>
              <a:gd name="connsiteY38" fmla="*/ 1380067 h 2870200"/>
              <a:gd name="connsiteX39" fmla="*/ 761616 w 4114416"/>
              <a:gd name="connsiteY39" fmla="*/ 1532467 h 2870200"/>
              <a:gd name="connsiteX40" fmla="*/ 778549 w 4114416"/>
              <a:gd name="connsiteY40" fmla="*/ 1566334 h 2870200"/>
              <a:gd name="connsiteX41" fmla="*/ 803949 w 4114416"/>
              <a:gd name="connsiteY41" fmla="*/ 1456267 h 2870200"/>
              <a:gd name="connsiteX42" fmla="*/ 820882 w 4114416"/>
              <a:gd name="connsiteY42" fmla="*/ 1430867 h 2870200"/>
              <a:gd name="connsiteX43" fmla="*/ 854749 w 4114416"/>
              <a:gd name="connsiteY43" fmla="*/ 1388534 h 2870200"/>
              <a:gd name="connsiteX44" fmla="*/ 863216 w 4114416"/>
              <a:gd name="connsiteY44" fmla="*/ 1498600 h 2870200"/>
              <a:gd name="connsiteX45" fmla="*/ 888616 w 4114416"/>
              <a:gd name="connsiteY45" fmla="*/ 1811867 h 2870200"/>
              <a:gd name="connsiteX46" fmla="*/ 897082 w 4114416"/>
              <a:gd name="connsiteY46" fmla="*/ 1642534 h 2870200"/>
              <a:gd name="connsiteX47" fmla="*/ 922482 w 4114416"/>
              <a:gd name="connsiteY47" fmla="*/ 1583267 h 2870200"/>
              <a:gd name="connsiteX48" fmla="*/ 930949 w 4114416"/>
              <a:gd name="connsiteY48" fmla="*/ 1557867 h 2870200"/>
              <a:gd name="connsiteX49" fmla="*/ 939416 w 4114416"/>
              <a:gd name="connsiteY49" fmla="*/ 2006600 h 2870200"/>
              <a:gd name="connsiteX50" fmla="*/ 964816 w 4114416"/>
              <a:gd name="connsiteY50" fmla="*/ 2116667 h 2870200"/>
              <a:gd name="connsiteX51" fmla="*/ 973282 w 4114416"/>
              <a:gd name="connsiteY51" fmla="*/ 1948424 h 2870200"/>
              <a:gd name="connsiteX52" fmla="*/ 990216 w 4114416"/>
              <a:gd name="connsiteY52" fmla="*/ 1794934 h 2870200"/>
              <a:gd name="connsiteX53" fmla="*/ 998682 w 4114416"/>
              <a:gd name="connsiteY53" fmla="*/ 1761067 h 2870200"/>
              <a:gd name="connsiteX54" fmla="*/ 1015616 w 4114416"/>
              <a:gd name="connsiteY54" fmla="*/ 1871134 h 2870200"/>
              <a:gd name="connsiteX55" fmla="*/ 1032549 w 4114416"/>
              <a:gd name="connsiteY55" fmla="*/ 1947334 h 2870200"/>
              <a:gd name="connsiteX56" fmla="*/ 1049482 w 4114416"/>
              <a:gd name="connsiteY56" fmla="*/ 2040467 h 2870200"/>
              <a:gd name="connsiteX57" fmla="*/ 1074882 w 4114416"/>
              <a:gd name="connsiteY57" fmla="*/ 2108200 h 2870200"/>
              <a:gd name="connsiteX58" fmla="*/ 1083349 w 4114416"/>
              <a:gd name="connsiteY58" fmla="*/ 2150534 h 2870200"/>
              <a:gd name="connsiteX59" fmla="*/ 1125682 w 4114416"/>
              <a:gd name="connsiteY59" fmla="*/ 2209800 h 2870200"/>
              <a:gd name="connsiteX60" fmla="*/ 1134149 w 4114416"/>
              <a:gd name="connsiteY60" fmla="*/ 2108200 h 2870200"/>
              <a:gd name="connsiteX61" fmla="*/ 1184949 w 4114416"/>
              <a:gd name="connsiteY61" fmla="*/ 1989667 h 2870200"/>
              <a:gd name="connsiteX62" fmla="*/ 1235749 w 4114416"/>
              <a:gd name="connsiteY62" fmla="*/ 1913467 h 2870200"/>
              <a:gd name="connsiteX63" fmla="*/ 1244216 w 4114416"/>
              <a:gd name="connsiteY63" fmla="*/ 2167467 h 2870200"/>
              <a:gd name="connsiteX64" fmla="*/ 1261149 w 4114416"/>
              <a:gd name="connsiteY64" fmla="*/ 2082800 h 2870200"/>
              <a:gd name="connsiteX65" fmla="*/ 1269616 w 4114416"/>
              <a:gd name="connsiteY65" fmla="*/ 2015067 h 2870200"/>
              <a:gd name="connsiteX66" fmla="*/ 1311949 w 4114416"/>
              <a:gd name="connsiteY66" fmla="*/ 1854200 h 2870200"/>
              <a:gd name="connsiteX67" fmla="*/ 1320416 w 4114416"/>
              <a:gd name="connsiteY67" fmla="*/ 1803400 h 2870200"/>
              <a:gd name="connsiteX68" fmla="*/ 1345816 w 4114416"/>
              <a:gd name="connsiteY68" fmla="*/ 1701800 h 2870200"/>
              <a:gd name="connsiteX69" fmla="*/ 1371216 w 4114416"/>
              <a:gd name="connsiteY69" fmla="*/ 1718734 h 2870200"/>
              <a:gd name="connsiteX70" fmla="*/ 1379682 w 4114416"/>
              <a:gd name="connsiteY70" fmla="*/ 1744134 h 2870200"/>
              <a:gd name="connsiteX71" fmla="*/ 1405082 w 4114416"/>
              <a:gd name="connsiteY71" fmla="*/ 1828800 h 2870200"/>
              <a:gd name="connsiteX72" fmla="*/ 1422016 w 4114416"/>
              <a:gd name="connsiteY72" fmla="*/ 1879600 h 2870200"/>
              <a:gd name="connsiteX73" fmla="*/ 1430482 w 4114416"/>
              <a:gd name="connsiteY73" fmla="*/ 1913467 h 2870200"/>
              <a:gd name="connsiteX74" fmla="*/ 1455882 w 4114416"/>
              <a:gd name="connsiteY74" fmla="*/ 1947334 h 2870200"/>
              <a:gd name="connsiteX75" fmla="*/ 1472816 w 4114416"/>
              <a:gd name="connsiteY75" fmla="*/ 1938867 h 2870200"/>
              <a:gd name="connsiteX76" fmla="*/ 1515149 w 4114416"/>
              <a:gd name="connsiteY76" fmla="*/ 1803400 h 2870200"/>
              <a:gd name="connsiteX77" fmla="*/ 1574416 w 4114416"/>
              <a:gd name="connsiteY77" fmla="*/ 1651000 h 2870200"/>
              <a:gd name="connsiteX78" fmla="*/ 1582882 w 4114416"/>
              <a:gd name="connsiteY78" fmla="*/ 1591734 h 2870200"/>
              <a:gd name="connsiteX79" fmla="*/ 1599816 w 4114416"/>
              <a:gd name="connsiteY79" fmla="*/ 1566334 h 2870200"/>
              <a:gd name="connsiteX80" fmla="*/ 1608282 w 4114416"/>
              <a:gd name="connsiteY80" fmla="*/ 1524000 h 2870200"/>
              <a:gd name="connsiteX81" fmla="*/ 1616749 w 4114416"/>
              <a:gd name="connsiteY81" fmla="*/ 1498600 h 2870200"/>
              <a:gd name="connsiteX82" fmla="*/ 1633682 w 4114416"/>
              <a:gd name="connsiteY82" fmla="*/ 1524000 h 2870200"/>
              <a:gd name="connsiteX83" fmla="*/ 1659082 w 4114416"/>
              <a:gd name="connsiteY83" fmla="*/ 1490134 h 2870200"/>
              <a:gd name="connsiteX84" fmla="*/ 1684482 w 4114416"/>
              <a:gd name="connsiteY84" fmla="*/ 1388534 h 2870200"/>
              <a:gd name="connsiteX85" fmla="*/ 1743749 w 4114416"/>
              <a:gd name="connsiteY85" fmla="*/ 1286934 h 2870200"/>
              <a:gd name="connsiteX86" fmla="*/ 1794549 w 4114416"/>
              <a:gd name="connsiteY86" fmla="*/ 1176867 h 2870200"/>
              <a:gd name="connsiteX87" fmla="*/ 1819949 w 4114416"/>
              <a:gd name="connsiteY87" fmla="*/ 1202267 h 2870200"/>
              <a:gd name="connsiteX88" fmla="*/ 1828416 w 4114416"/>
              <a:gd name="connsiteY88" fmla="*/ 1227667 h 2870200"/>
              <a:gd name="connsiteX89" fmla="*/ 1845349 w 4114416"/>
              <a:gd name="connsiteY89" fmla="*/ 1261534 h 2870200"/>
              <a:gd name="connsiteX90" fmla="*/ 1887682 w 4114416"/>
              <a:gd name="connsiteY90" fmla="*/ 1422400 h 2870200"/>
              <a:gd name="connsiteX91" fmla="*/ 1938482 w 4114416"/>
              <a:gd name="connsiteY91" fmla="*/ 1600200 h 2870200"/>
              <a:gd name="connsiteX92" fmla="*/ 1989282 w 4114416"/>
              <a:gd name="connsiteY92" fmla="*/ 1744134 h 2870200"/>
              <a:gd name="connsiteX93" fmla="*/ 2006216 w 4114416"/>
              <a:gd name="connsiteY93" fmla="*/ 1498600 h 2870200"/>
              <a:gd name="connsiteX94" fmla="*/ 2023149 w 4114416"/>
              <a:gd name="connsiteY94" fmla="*/ 1464734 h 2870200"/>
              <a:gd name="connsiteX95" fmla="*/ 2031616 w 4114416"/>
              <a:gd name="connsiteY95" fmla="*/ 1439334 h 2870200"/>
              <a:gd name="connsiteX96" fmla="*/ 2082416 w 4114416"/>
              <a:gd name="connsiteY96" fmla="*/ 2032000 h 2870200"/>
              <a:gd name="connsiteX97" fmla="*/ 2090882 w 4114416"/>
              <a:gd name="connsiteY97" fmla="*/ 2150534 h 2870200"/>
              <a:gd name="connsiteX98" fmla="*/ 2099349 w 4114416"/>
              <a:gd name="connsiteY98" fmla="*/ 2489200 h 2870200"/>
              <a:gd name="connsiteX99" fmla="*/ 2133216 w 4114416"/>
              <a:gd name="connsiteY99" fmla="*/ 2421467 h 2870200"/>
              <a:gd name="connsiteX100" fmla="*/ 2175549 w 4114416"/>
              <a:gd name="connsiteY100" fmla="*/ 2319867 h 2870200"/>
              <a:gd name="connsiteX101" fmla="*/ 2200949 w 4114416"/>
              <a:gd name="connsiteY101" fmla="*/ 2286000 h 2870200"/>
              <a:gd name="connsiteX102" fmla="*/ 2234816 w 4114416"/>
              <a:gd name="connsiteY102" fmla="*/ 2235200 h 2870200"/>
              <a:gd name="connsiteX103" fmla="*/ 2251749 w 4114416"/>
              <a:gd name="connsiteY103" fmla="*/ 2514600 h 2870200"/>
              <a:gd name="connsiteX104" fmla="*/ 2277149 w 4114416"/>
              <a:gd name="connsiteY104" fmla="*/ 2565400 h 2870200"/>
              <a:gd name="connsiteX105" fmla="*/ 2285616 w 4114416"/>
              <a:gd name="connsiteY105" fmla="*/ 2489200 h 2870200"/>
              <a:gd name="connsiteX106" fmla="*/ 2302549 w 4114416"/>
              <a:gd name="connsiteY106" fmla="*/ 2421467 h 2870200"/>
              <a:gd name="connsiteX107" fmla="*/ 2311016 w 4114416"/>
              <a:gd name="connsiteY107" fmla="*/ 1718734 h 2870200"/>
              <a:gd name="connsiteX108" fmla="*/ 2336416 w 4114416"/>
              <a:gd name="connsiteY108" fmla="*/ 1811867 h 2870200"/>
              <a:gd name="connsiteX109" fmla="*/ 2361816 w 4114416"/>
              <a:gd name="connsiteY109" fmla="*/ 1871134 h 2870200"/>
              <a:gd name="connsiteX110" fmla="*/ 2387216 w 4114416"/>
              <a:gd name="connsiteY110" fmla="*/ 1938867 h 2870200"/>
              <a:gd name="connsiteX111" fmla="*/ 2395682 w 4114416"/>
              <a:gd name="connsiteY111" fmla="*/ 1972734 h 2870200"/>
              <a:gd name="connsiteX112" fmla="*/ 2404149 w 4114416"/>
              <a:gd name="connsiteY112" fmla="*/ 1574800 h 2870200"/>
              <a:gd name="connsiteX113" fmla="*/ 2429549 w 4114416"/>
              <a:gd name="connsiteY113" fmla="*/ 1236134 h 2870200"/>
              <a:gd name="connsiteX114" fmla="*/ 2446482 w 4114416"/>
              <a:gd name="connsiteY114" fmla="*/ 1092200 h 2870200"/>
              <a:gd name="connsiteX115" fmla="*/ 2454949 w 4114416"/>
              <a:gd name="connsiteY115" fmla="*/ 1066800 h 2870200"/>
              <a:gd name="connsiteX116" fmla="*/ 2463416 w 4114416"/>
              <a:gd name="connsiteY116" fmla="*/ 1092200 h 2870200"/>
              <a:gd name="connsiteX117" fmla="*/ 2480349 w 4114416"/>
              <a:gd name="connsiteY117" fmla="*/ 1117600 h 2870200"/>
              <a:gd name="connsiteX118" fmla="*/ 2488816 w 4114416"/>
              <a:gd name="connsiteY118" fmla="*/ 1227667 h 2870200"/>
              <a:gd name="connsiteX119" fmla="*/ 2514216 w 4114416"/>
              <a:gd name="connsiteY119" fmla="*/ 753534 h 2870200"/>
              <a:gd name="connsiteX120" fmla="*/ 2531149 w 4114416"/>
              <a:gd name="connsiteY120" fmla="*/ 685800 h 2870200"/>
              <a:gd name="connsiteX121" fmla="*/ 2539616 w 4114416"/>
              <a:gd name="connsiteY121" fmla="*/ 609600 h 2870200"/>
              <a:gd name="connsiteX122" fmla="*/ 2548082 w 4114416"/>
              <a:gd name="connsiteY122" fmla="*/ 558800 h 2870200"/>
              <a:gd name="connsiteX123" fmla="*/ 2565016 w 4114416"/>
              <a:gd name="connsiteY123" fmla="*/ 584200 h 2870200"/>
              <a:gd name="connsiteX124" fmla="*/ 2573482 w 4114416"/>
              <a:gd name="connsiteY124" fmla="*/ 778934 h 2870200"/>
              <a:gd name="connsiteX125" fmla="*/ 2615816 w 4114416"/>
              <a:gd name="connsiteY125" fmla="*/ 914400 h 2870200"/>
              <a:gd name="connsiteX126" fmla="*/ 2632749 w 4114416"/>
              <a:gd name="connsiteY126" fmla="*/ 973667 h 2870200"/>
              <a:gd name="connsiteX127" fmla="*/ 2649682 w 4114416"/>
              <a:gd name="connsiteY127" fmla="*/ 812800 h 2870200"/>
              <a:gd name="connsiteX128" fmla="*/ 2666616 w 4114416"/>
              <a:gd name="connsiteY128" fmla="*/ 694267 h 2870200"/>
              <a:gd name="connsiteX129" fmla="*/ 2692016 w 4114416"/>
              <a:gd name="connsiteY129" fmla="*/ 558800 h 2870200"/>
              <a:gd name="connsiteX130" fmla="*/ 2717416 w 4114416"/>
              <a:gd name="connsiteY130" fmla="*/ 321734 h 2870200"/>
              <a:gd name="connsiteX131" fmla="*/ 2734349 w 4114416"/>
              <a:gd name="connsiteY131" fmla="*/ 1058334 h 2870200"/>
              <a:gd name="connsiteX132" fmla="*/ 2760746 w 4114416"/>
              <a:gd name="connsiteY132" fmla="*/ 1023969 h 2870200"/>
              <a:gd name="connsiteX133" fmla="*/ 2810549 w 4114416"/>
              <a:gd name="connsiteY133" fmla="*/ 905934 h 2870200"/>
              <a:gd name="connsiteX134" fmla="*/ 2844416 w 4114416"/>
              <a:gd name="connsiteY134" fmla="*/ 855134 h 2870200"/>
              <a:gd name="connsiteX135" fmla="*/ 2869816 w 4114416"/>
              <a:gd name="connsiteY135" fmla="*/ 1422400 h 2870200"/>
              <a:gd name="connsiteX136" fmla="*/ 2878282 w 4114416"/>
              <a:gd name="connsiteY136" fmla="*/ 1388534 h 2870200"/>
              <a:gd name="connsiteX137" fmla="*/ 2895216 w 4114416"/>
              <a:gd name="connsiteY137" fmla="*/ 1363134 h 2870200"/>
              <a:gd name="connsiteX138" fmla="*/ 2920616 w 4114416"/>
              <a:gd name="connsiteY138" fmla="*/ 1278467 h 2870200"/>
              <a:gd name="connsiteX139" fmla="*/ 2937549 w 4114416"/>
              <a:gd name="connsiteY139" fmla="*/ 1320800 h 2870200"/>
              <a:gd name="connsiteX140" fmla="*/ 2954482 w 4114416"/>
              <a:gd name="connsiteY140" fmla="*/ 1388534 h 2870200"/>
              <a:gd name="connsiteX141" fmla="*/ 2971416 w 4114416"/>
              <a:gd name="connsiteY141" fmla="*/ 1422400 h 2870200"/>
              <a:gd name="connsiteX142" fmla="*/ 3013749 w 4114416"/>
              <a:gd name="connsiteY142" fmla="*/ 1540934 h 2870200"/>
              <a:gd name="connsiteX143" fmla="*/ 3030682 w 4114416"/>
              <a:gd name="connsiteY143" fmla="*/ 1566334 h 2870200"/>
              <a:gd name="connsiteX144" fmla="*/ 3064549 w 4114416"/>
              <a:gd name="connsiteY144" fmla="*/ 1718734 h 2870200"/>
              <a:gd name="connsiteX145" fmla="*/ 3089949 w 4114416"/>
              <a:gd name="connsiteY145" fmla="*/ 1761067 h 2870200"/>
              <a:gd name="connsiteX146" fmla="*/ 3123816 w 4114416"/>
              <a:gd name="connsiteY146" fmla="*/ 1879600 h 2870200"/>
              <a:gd name="connsiteX147" fmla="*/ 3115349 w 4114416"/>
              <a:gd name="connsiteY147" fmla="*/ 1913467 h 2870200"/>
              <a:gd name="connsiteX148" fmla="*/ 3127799 w 4114416"/>
              <a:gd name="connsiteY148" fmla="*/ 1901016 h 2870200"/>
              <a:gd name="connsiteX149" fmla="*/ 3106882 w 4114416"/>
              <a:gd name="connsiteY149" fmla="*/ 1888067 h 2870200"/>
              <a:gd name="connsiteX150" fmla="*/ 3132282 w 4114416"/>
              <a:gd name="connsiteY150" fmla="*/ 1871134 h 2870200"/>
              <a:gd name="connsiteX151" fmla="*/ 3140749 w 4114416"/>
              <a:gd name="connsiteY151" fmla="*/ 1769534 h 2870200"/>
              <a:gd name="connsiteX152" fmla="*/ 3157682 w 4114416"/>
              <a:gd name="connsiteY152" fmla="*/ 1710267 h 2870200"/>
              <a:gd name="connsiteX153" fmla="*/ 3166149 w 4114416"/>
              <a:gd name="connsiteY153" fmla="*/ 1684867 h 2870200"/>
              <a:gd name="connsiteX154" fmla="*/ 3191549 w 4114416"/>
              <a:gd name="connsiteY154" fmla="*/ 1676400 h 2870200"/>
              <a:gd name="connsiteX155" fmla="*/ 3200016 w 4114416"/>
              <a:gd name="connsiteY155" fmla="*/ 2006600 h 2870200"/>
              <a:gd name="connsiteX156" fmla="*/ 3208482 w 4114416"/>
              <a:gd name="connsiteY156" fmla="*/ 2048934 h 2870200"/>
              <a:gd name="connsiteX157" fmla="*/ 3216949 w 4114416"/>
              <a:gd name="connsiteY157" fmla="*/ 2099734 h 2870200"/>
              <a:gd name="connsiteX158" fmla="*/ 3233882 w 4114416"/>
              <a:gd name="connsiteY158" fmla="*/ 2048934 h 2870200"/>
              <a:gd name="connsiteX159" fmla="*/ 3242349 w 4114416"/>
              <a:gd name="connsiteY159" fmla="*/ 1998134 h 2870200"/>
              <a:gd name="connsiteX160" fmla="*/ 3276216 w 4114416"/>
              <a:gd name="connsiteY160" fmla="*/ 2353734 h 2870200"/>
              <a:gd name="connsiteX161" fmla="*/ 3301616 w 4114416"/>
              <a:gd name="connsiteY161" fmla="*/ 2387600 h 2870200"/>
              <a:gd name="connsiteX162" fmla="*/ 3310082 w 4114416"/>
              <a:gd name="connsiteY162" fmla="*/ 2497667 h 2870200"/>
              <a:gd name="connsiteX163" fmla="*/ 3327016 w 4114416"/>
              <a:gd name="connsiteY163" fmla="*/ 2531534 h 2870200"/>
              <a:gd name="connsiteX164" fmla="*/ 3343949 w 4114416"/>
              <a:gd name="connsiteY164" fmla="*/ 2599267 h 2870200"/>
              <a:gd name="connsiteX165" fmla="*/ 3369349 w 4114416"/>
              <a:gd name="connsiteY165" fmla="*/ 2667000 h 2870200"/>
              <a:gd name="connsiteX166" fmla="*/ 3411682 w 4114416"/>
              <a:gd name="connsiteY166" fmla="*/ 2810934 h 2870200"/>
              <a:gd name="connsiteX167" fmla="*/ 3437082 w 4114416"/>
              <a:gd name="connsiteY167" fmla="*/ 2870200 h 2870200"/>
              <a:gd name="connsiteX168" fmla="*/ 3462482 w 4114416"/>
              <a:gd name="connsiteY168" fmla="*/ 1828800 h 2870200"/>
              <a:gd name="connsiteX169" fmla="*/ 3461984 w 4114416"/>
              <a:gd name="connsiteY169" fmla="*/ 2090271 h 2870200"/>
              <a:gd name="connsiteX170" fmla="*/ 3487882 w 4114416"/>
              <a:gd name="connsiteY170" fmla="*/ 1735667 h 2870200"/>
              <a:gd name="connsiteX171" fmla="*/ 3513282 w 4114416"/>
              <a:gd name="connsiteY171" fmla="*/ 1651000 h 2870200"/>
              <a:gd name="connsiteX172" fmla="*/ 3521749 w 4114416"/>
              <a:gd name="connsiteY172" fmla="*/ 1701800 h 2870200"/>
              <a:gd name="connsiteX173" fmla="*/ 3525733 w 4114416"/>
              <a:gd name="connsiteY173" fmla="*/ 1875118 h 2870200"/>
              <a:gd name="connsiteX174" fmla="*/ 3547149 w 4114416"/>
              <a:gd name="connsiteY174" fmla="*/ 1752600 h 2870200"/>
              <a:gd name="connsiteX175" fmla="*/ 3555616 w 4114416"/>
              <a:gd name="connsiteY175" fmla="*/ 1693334 h 2870200"/>
              <a:gd name="connsiteX176" fmla="*/ 3597949 w 4114416"/>
              <a:gd name="connsiteY176" fmla="*/ 1608667 h 2870200"/>
              <a:gd name="connsiteX177" fmla="*/ 3614882 w 4114416"/>
              <a:gd name="connsiteY177" fmla="*/ 1566334 h 2870200"/>
              <a:gd name="connsiteX178" fmla="*/ 3657216 w 4114416"/>
              <a:gd name="connsiteY178" fmla="*/ 1464734 h 2870200"/>
              <a:gd name="connsiteX179" fmla="*/ 3661200 w 4114416"/>
              <a:gd name="connsiteY179" fmla="*/ 1373094 h 2870200"/>
              <a:gd name="connsiteX180" fmla="*/ 3682616 w 4114416"/>
              <a:gd name="connsiteY180" fmla="*/ 1363134 h 2870200"/>
              <a:gd name="connsiteX181" fmla="*/ 3699549 w 4114416"/>
              <a:gd name="connsiteY181" fmla="*/ 1320800 h 2870200"/>
              <a:gd name="connsiteX182" fmla="*/ 3694569 w 4114416"/>
              <a:gd name="connsiteY182" fmla="*/ 1151964 h 2870200"/>
              <a:gd name="connsiteX183" fmla="*/ 3741882 w 4114416"/>
              <a:gd name="connsiteY183" fmla="*/ 1227667 h 2870200"/>
              <a:gd name="connsiteX184" fmla="*/ 3750349 w 4114416"/>
              <a:gd name="connsiteY184" fmla="*/ 1176867 h 2870200"/>
              <a:gd name="connsiteX185" fmla="*/ 3767282 w 4114416"/>
              <a:gd name="connsiteY185" fmla="*/ 1126067 h 2870200"/>
              <a:gd name="connsiteX186" fmla="*/ 3775749 w 4114416"/>
              <a:gd name="connsiteY186" fmla="*/ 1058334 h 2870200"/>
              <a:gd name="connsiteX187" fmla="*/ 3784216 w 4114416"/>
              <a:gd name="connsiteY187" fmla="*/ 1270000 h 2870200"/>
              <a:gd name="connsiteX188" fmla="*/ 3813064 w 4114416"/>
              <a:gd name="connsiteY188" fmla="*/ 678606 h 2870200"/>
              <a:gd name="connsiteX189" fmla="*/ 3818082 w 4114416"/>
              <a:gd name="connsiteY189" fmla="*/ 558800 h 2870200"/>
              <a:gd name="connsiteX190" fmla="*/ 3835016 w 4114416"/>
              <a:gd name="connsiteY190" fmla="*/ 482600 h 2870200"/>
              <a:gd name="connsiteX191" fmla="*/ 3843482 w 4114416"/>
              <a:gd name="connsiteY191" fmla="*/ 533400 h 2870200"/>
              <a:gd name="connsiteX192" fmla="*/ 3860416 w 4114416"/>
              <a:gd name="connsiteY192" fmla="*/ 660400 h 2870200"/>
              <a:gd name="connsiteX193" fmla="*/ 3868882 w 4114416"/>
              <a:gd name="connsiteY193" fmla="*/ 702734 h 2870200"/>
              <a:gd name="connsiteX194" fmla="*/ 3885816 w 4114416"/>
              <a:gd name="connsiteY194" fmla="*/ 736600 h 2870200"/>
              <a:gd name="connsiteX195" fmla="*/ 3902749 w 4114416"/>
              <a:gd name="connsiteY195" fmla="*/ 702734 h 2870200"/>
              <a:gd name="connsiteX196" fmla="*/ 3962016 w 4114416"/>
              <a:gd name="connsiteY196" fmla="*/ 482600 h 2870200"/>
              <a:gd name="connsiteX197" fmla="*/ 3978949 w 4114416"/>
              <a:gd name="connsiteY197" fmla="*/ 457200 h 2870200"/>
              <a:gd name="connsiteX198" fmla="*/ 4004349 w 4114416"/>
              <a:gd name="connsiteY198" fmla="*/ 177800 h 2870200"/>
              <a:gd name="connsiteX199" fmla="*/ 4029749 w 4114416"/>
              <a:gd name="connsiteY199" fmla="*/ 135467 h 2870200"/>
              <a:gd name="connsiteX200" fmla="*/ 4038216 w 4114416"/>
              <a:gd name="connsiteY200" fmla="*/ 101600 h 2870200"/>
              <a:gd name="connsiteX201" fmla="*/ 4046682 w 4114416"/>
              <a:gd name="connsiteY201" fmla="*/ 76200 h 2870200"/>
              <a:gd name="connsiteX202" fmla="*/ 4055149 w 4114416"/>
              <a:gd name="connsiteY202" fmla="*/ 110067 h 2870200"/>
              <a:gd name="connsiteX203" fmla="*/ 4072082 w 4114416"/>
              <a:gd name="connsiteY203" fmla="*/ 160867 h 2870200"/>
              <a:gd name="connsiteX204" fmla="*/ 4114416 w 4114416"/>
              <a:gd name="connsiteY204" fmla="*/ 0 h 2870200"/>
              <a:gd name="connsiteX0" fmla="*/ 0 w 4114416"/>
              <a:gd name="connsiteY0" fmla="*/ 735359 h 2870200"/>
              <a:gd name="connsiteX1" fmla="*/ 22363 w 4114416"/>
              <a:gd name="connsiteY1" fmla="*/ 647092 h 2870200"/>
              <a:gd name="connsiteX2" fmla="*/ 53451 w 4114416"/>
              <a:gd name="connsiteY2" fmla="*/ 567267 h 2870200"/>
              <a:gd name="connsiteX3" fmla="*/ 61790 w 4114416"/>
              <a:gd name="connsiteY3" fmla="*/ 828517 h 2870200"/>
              <a:gd name="connsiteX4" fmla="*/ 57549 w 4114416"/>
              <a:gd name="connsiteY4" fmla="*/ 1083293 h 2870200"/>
              <a:gd name="connsiteX5" fmla="*/ 55282 w 4114416"/>
              <a:gd name="connsiteY5" fmla="*/ 1212385 h 2870200"/>
              <a:gd name="connsiteX6" fmla="*/ 69873 w 4114416"/>
              <a:gd name="connsiteY6" fmla="*/ 1401791 h 2870200"/>
              <a:gd name="connsiteX7" fmla="*/ 112335 w 4114416"/>
              <a:gd name="connsiteY7" fmla="*/ 1209517 h 2870200"/>
              <a:gd name="connsiteX8" fmla="*/ 135082 w 4114416"/>
              <a:gd name="connsiteY8" fmla="*/ 1100667 h 2870200"/>
              <a:gd name="connsiteX9" fmla="*/ 168949 w 4114416"/>
              <a:gd name="connsiteY9" fmla="*/ 999067 h 2870200"/>
              <a:gd name="connsiteX10" fmla="*/ 185882 w 4114416"/>
              <a:gd name="connsiteY10" fmla="*/ 948267 h 2870200"/>
              <a:gd name="connsiteX11" fmla="*/ 202816 w 4114416"/>
              <a:gd name="connsiteY11" fmla="*/ 1134534 h 2870200"/>
              <a:gd name="connsiteX12" fmla="*/ 219749 w 4114416"/>
              <a:gd name="connsiteY12" fmla="*/ 1464734 h 2870200"/>
              <a:gd name="connsiteX13" fmla="*/ 279016 w 4114416"/>
              <a:gd name="connsiteY13" fmla="*/ 1363134 h 2870200"/>
              <a:gd name="connsiteX14" fmla="*/ 304416 w 4114416"/>
              <a:gd name="connsiteY14" fmla="*/ 1371600 h 2870200"/>
              <a:gd name="connsiteX15" fmla="*/ 312882 w 4114416"/>
              <a:gd name="connsiteY15" fmla="*/ 2243667 h 2870200"/>
              <a:gd name="connsiteX16" fmla="*/ 338282 w 4114416"/>
              <a:gd name="connsiteY16" fmla="*/ 2201334 h 2870200"/>
              <a:gd name="connsiteX17" fmla="*/ 346749 w 4114416"/>
              <a:gd name="connsiteY17" fmla="*/ 2150534 h 2870200"/>
              <a:gd name="connsiteX18" fmla="*/ 371651 w 4114416"/>
              <a:gd name="connsiteY18" fmla="*/ 2376146 h 2870200"/>
              <a:gd name="connsiteX19" fmla="*/ 389082 w 4114416"/>
              <a:gd name="connsiteY19" fmla="*/ 2082800 h 2870200"/>
              <a:gd name="connsiteX20" fmla="*/ 414981 w 4114416"/>
              <a:gd name="connsiteY20" fmla="*/ 1792444 h 2870200"/>
              <a:gd name="connsiteX21" fmla="*/ 422949 w 4114416"/>
              <a:gd name="connsiteY21" fmla="*/ 2032000 h 2870200"/>
              <a:gd name="connsiteX22" fmla="*/ 453908 w 4114416"/>
              <a:gd name="connsiteY22" fmla="*/ 1990884 h 2870200"/>
              <a:gd name="connsiteX23" fmla="*/ 465282 w 4114416"/>
              <a:gd name="connsiteY23" fmla="*/ 1752600 h 2870200"/>
              <a:gd name="connsiteX24" fmla="*/ 490682 w 4114416"/>
              <a:gd name="connsiteY24" fmla="*/ 1651000 h 2870200"/>
              <a:gd name="connsiteX25" fmla="*/ 516082 w 4114416"/>
              <a:gd name="connsiteY25" fmla="*/ 1710267 h 2870200"/>
              <a:gd name="connsiteX26" fmla="*/ 524549 w 4114416"/>
              <a:gd name="connsiteY26" fmla="*/ 1851666 h 2870200"/>
              <a:gd name="connsiteX27" fmla="*/ 558416 w 4114416"/>
              <a:gd name="connsiteY27" fmla="*/ 1820334 h 2870200"/>
              <a:gd name="connsiteX28" fmla="*/ 583816 w 4114416"/>
              <a:gd name="connsiteY28" fmla="*/ 1938867 h 2870200"/>
              <a:gd name="connsiteX29" fmla="*/ 600749 w 4114416"/>
              <a:gd name="connsiteY29" fmla="*/ 1998134 h 2870200"/>
              <a:gd name="connsiteX30" fmla="*/ 643082 w 4114416"/>
              <a:gd name="connsiteY30" fmla="*/ 1786467 h 2870200"/>
              <a:gd name="connsiteX31" fmla="*/ 651549 w 4114416"/>
              <a:gd name="connsiteY31" fmla="*/ 1744134 h 2870200"/>
              <a:gd name="connsiteX32" fmla="*/ 668482 w 4114416"/>
              <a:gd name="connsiteY32" fmla="*/ 1718734 h 2870200"/>
              <a:gd name="connsiteX33" fmla="*/ 685416 w 4114416"/>
              <a:gd name="connsiteY33" fmla="*/ 1617134 h 2870200"/>
              <a:gd name="connsiteX34" fmla="*/ 702349 w 4114416"/>
              <a:gd name="connsiteY34" fmla="*/ 1557867 h 2870200"/>
              <a:gd name="connsiteX35" fmla="*/ 710816 w 4114416"/>
              <a:gd name="connsiteY35" fmla="*/ 1524000 h 2870200"/>
              <a:gd name="connsiteX36" fmla="*/ 727749 w 4114416"/>
              <a:gd name="connsiteY36" fmla="*/ 1312334 h 2870200"/>
              <a:gd name="connsiteX37" fmla="*/ 744682 w 4114416"/>
              <a:gd name="connsiteY37" fmla="*/ 1380067 h 2870200"/>
              <a:gd name="connsiteX38" fmla="*/ 761616 w 4114416"/>
              <a:gd name="connsiteY38" fmla="*/ 1532467 h 2870200"/>
              <a:gd name="connsiteX39" fmla="*/ 778549 w 4114416"/>
              <a:gd name="connsiteY39" fmla="*/ 1566334 h 2870200"/>
              <a:gd name="connsiteX40" fmla="*/ 803949 w 4114416"/>
              <a:gd name="connsiteY40" fmla="*/ 1456267 h 2870200"/>
              <a:gd name="connsiteX41" fmla="*/ 820882 w 4114416"/>
              <a:gd name="connsiteY41" fmla="*/ 1430867 h 2870200"/>
              <a:gd name="connsiteX42" fmla="*/ 854749 w 4114416"/>
              <a:gd name="connsiteY42" fmla="*/ 1388534 h 2870200"/>
              <a:gd name="connsiteX43" fmla="*/ 863216 w 4114416"/>
              <a:gd name="connsiteY43" fmla="*/ 1498600 h 2870200"/>
              <a:gd name="connsiteX44" fmla="*/ 888616 w 4114416"/>
              <a:gd name="connsiteY44" fmla="*/ 1811867 h 2870200"/>
              <a:gd name="connsiteX45" fmla="*/ 897082 w 4114416"/>
              <a:gd name="connsiteY45" fmla="*/ 1642534 h 2870200"/>
              <a:gd name="connsiteX46" fmla="*/ 922482 w 4114416"/>
              <a:gd name="connsiteY46" fmla="*/ 1583267 h 2870200"/>
              <a:gd name="connsiteX47" fmla="*/ 930949 w 4114416"/>
              <a:gd name="connsiteY47" fmla="*/ 1557867 h 2870200"/>
              <a:gd name="connsiteX48" fmla="*/ 939416 w 4114416"/>
              <a:gd name="connsiteY48" fmla="*/ 2006600 h 2870200"/>
              <a:gd name="connsiteX49" fmla="*/ 964816 w 4114416"/>
              <a:gd name="connsiteY49" fmla="*/ 2116667 h 2870200"/>
              <a:gd name="connsiteX50" fmla="*/ 973282 w 4114416"/>
              <a:gd name="connsiteY50" fmla="*/ 1948424 h 2870200"/>
              <a:gd name="connsiteX51" fmla="*/ 990216 w 4114416"/>
              <a:gd name="connsiteY51" fmla="*/ 1794934 h 2870200"/>
              <a:gd name="connsiteX52" fmla="*/ 998682 w 4114416"/>
              <a:gd name="connsiteY52" fmla="*/ 1761067 h 2870200"/>
              <a:gd name="connsiteX53" fmla="*/ 1015616 w 4114416"/>
              <a:gd name="connsiteY53" fmla="*/ 1871134 h 2870200"/>
              <a:gd name="connsiteX54" fmla="*/ 1032549 w 4114416"/>
              <a:gd name="connsiteY54" fmla="*/ 1947334 h 2870200"/>
              <a:gd name="connsiteX55" fmla="*/ 1049482 w 4114416"/>
              <a:gd name="connsiteY55" fmla="*/ 2040467 h 2870200"/>
              <a:gd name="connsiteX56" fmla="*/ 1074882 w 4114416"/>
              <a:gd name="connsiteY56" fmla="*/ 2108200 h 2870200"/>
              <a:gd name="connsiteX57" fmla="*/ 1083349 w 4114416"/>
              <a:gd name="connsiteY57" fmla="*/ 2150534 h 2870200"/>
              <a:gd name="connsiteX58" fmla="*/ 1125682 w 4114416"/>
              <a:gd name="connsiteY58" fmla="*/ 2209800 h 2870200"/>
              <a:gd name="connsiteX59" fmla="*/ 1134149 w 4114416"/>
              <a:gd name="connsiteY59" fmla="*/ 2108200 h 2870200"/>
              <a:gd name="connsiteX60" fmla="*/ 1184949 w 4114416"/>
              <a:gd name="connsiteY60" fmla="*/ 1989667 h 2870200"/>
              <a:gd name="connsiteX61" fmla="*/ 1235749 w 4114416"/>
              <a:gd name="connsiteY61" fmla="*/ 1913467 h 2870200"/>
              <a:gd name="connsiteX62" fmla="*/ 1244216 w 4114416"/>
              <a:gd name="connsiteY62" fmla="*/ 2167467 h 2870200"/>
              <a:gd name="connsiteX63" fmla="*/ 1261149 w 4114416"/>
              <a:gd name="connsiteY63" fmla="*/ 2082800 h 2870200"/>
              <a:gd name="connsiteX64" fmla="*/ 1269616 w 4114416"/>
              <a:gd name="connsiteY64" fmla="*/ 2015067 h 2870200"/>
              <a:gd name="connsiteX65" fmla="*/ 1311949 w 4114416"/>
              <a:gd name="connsiteY65" fmla="*/ 1854200 h 2870200"/>
              <a:gd name="connsiteX66" fmla="*/ 1320416 w 4114416"/>
              <a:gd name="connsiteY66" fmla="*/ 1803400 h 2870200"/>
              <a:gd name="connsiteX67" fmla="*/ 1345816 w 4114416"/>
              <a:gd name="connsiteY67" fmla="*/ 1701800 h 2870200"/>
              <a:gd name="connsiteX68" fmla="*/ 1371216 w 4114416"/>
              <a:gd name="connsiteY68" fmla="*/ 1718734 h 2870200"/>
              <a:gd name="connsiteX69" fmla="*/ 1379682 w 4114416"/>
              <a:gd name="connsiteY69" fmla="*/ 1744134 h 2870200"/>
              <a:gd name="connsiteX70" fmla="*/ 1405082 w 4114416"/>
              <a:gd name="connsiteY70" fmla="*/ 1828800 h 2870200"/>
              <a:gd name="connsiteX71" fmla="*/ 1422016 w 4114416"/>
              <a:gd name="connsiteY71" fmla="*/ 1879600 h 2870200"/>
              <a:gd name="connsiteX72" fmla="*/ 1430482 w 4114416"/>
              <a:gd name="connsiteY72" fmla="*/ 1913467 h 2870200"/>
              <a:gd name="connsiteX73" fmla="*/ 1455882 w 4114416"/>
              <a:gd name="connsiteY73" fmla="*/ 1947334 h 2870200"/>
              <a:gd name="connsiteX74" fmla="*/ 1472816 w 4114416"/>
              <a:gd name="connsiteY74" fmla="*/ 1938867 h 2870200"/>
              <a:gd name="connsiteX75" fmla="*/ 1515149 w 4114416"/>
              <a:gd name="connsiteY75" fmla="*/ 1803400 h 2870200"/>
              <a:gd name="connsiteX76" fmla="*/ 1574416 w 4114416"/>
              <a:gd name="connsiteY76" fmla="*/ 1651000 h 2870200"/>
              <a:gd name="connsiteX77" fmla="*/ 1582882 w 4114416"/>
              <a:gd name="connsiteY77" fmla="*/ 1591734 h 2870200"/>
              <a:gd name="connsiteX78" fmla="*/ 1599816 w 4114416"/>
              <a:gd name="connsiteY78" fmla="*/ 1566334 h 2870200"/>
              <a:gd name="connsiteX79" fmla="*/ 1608282 w 4114416"/>
              <a:gd name="connsiteY79" fmla="*/ 1524000 h 2870200"/>
              <a:gd name="connsiteX80" fmla="*/ 1616749 w 4114416"/>
              <a:gd name="connsiteY80" fmla="*/ 1498600 h 2870200"/>
              <a:gd name="connsiteX81" fmla="*/ 1633682 w 4114416"/>
              <a:gd name="connsiteY81" fmla="*/ 1524000 h 2870200"/>
              <a:gd name="connsiteX82" fmla="*/ 1659082 w 4114416"/>
              <a:gd name="connsiteY82" fmla="*/ 1490134 h 2870200"/>
              <a:gd name="connsiteX83" fmla="*/ 1684482 w 4114416"/>
              <a:gd name="connsiteY83" fmla="*/ 1388534 h 2870200"/>
              <a:gd name="connsiteX84" fmla="*/ 1743749 w 4114416"/>
              <a:gd name="connsiteY84" fmla="*/ 1286934 h 2870200"/>
              <a:gd name="connsiteX85" fmla="*/ 1794549 w 4114416"/>
              <a:gd name="connsiteY85" fmla="*/ 1176867 h 2870200"/>
              <a:gd name="connsiteX86" fmla="*/ 1819949 w 4114416"/>
              <a:gd name="connsiteY86" fmla="*/ 1202267 h 2870200"/>
              <a:gd name="connsiteX87" fmla="*/ 1828416 w 4114416"/>
              <a:gd name="connsiteY87" fmla="*/ 1227667 h 2870200"/>
              <a:gd name="connsiteX88" fmla="*/ 1845349 w 4114416"/>
              <a:gd name="connsiteY88" fmla="*/ 1261534 h 2870200"/>
              <a:gd name="connsiteX89" fmla="*/ 1887682 w 4114416"/>
              <a:gd name="connsiteY89" fmla="*/ 1422400 h 2870200"/>
              <a:gd name="connsiteX90" fmla="*/ 1938482 w 4114416"/>
              <a:gd name="connsiteY90" fmla="*/ 1600200 h 2870200"/>
              <a:gd name="connsiteX91" fmla="*/ 1989282 w 4114416"/>
              <a:gd name="connsiteY91" fmla="*/ 1744134 h 2870200"/>
              <a:gd name="connsiteX92" fmla="*/ 2006216 w 4114416"/>
              <a:gd name="connsiteY92" fmla="*/ 1498600 h 2870200"/>
              <a:gd name="connsiteX93" fmla="*/ 2023149 w 4114416"/>
              <a:gd name="connsiteY93" fmla="*/ 1464734 h 2870200"/>
              <a:gd name="connsiteX94" fmla="*/ 2031616 w 4114416"/>
              <a:gd name="connsiteY94" fmla="*/ 1439334 h 2870200"/>
              <a:gd name="connsiteX95" fmla="*/ 2082416 w 4114416"/>
              <a:gd name="connsiteY95" fmla="*/ 2032000 h 2870200"/>
              <a:gd name="connsiteX96" fmla="*/ 2090882 w 4114416"/>
              <a:gd name="connsiteY96" fmla="*/ 2150534 h 2870200"/>
              <a:gd name="connsiteX97" fmla="*/ 2099349 w 4114416"/>
              <a:gd name="connsiteY97" fmla="*/ 2489200 h 2870200"/>
              <a:gd name="connsiteX98" fmla="*/ 2133216 w 4114416"/>
              <a:gd name="connsiteY98" fmla="*/ 2421467 h 2870200"/>
              <a:gd name="connsiteX99" fmla="*/ 2175549 w 4114416"/>
              <a:gd name="connsiteY99" fmla="*/ 2319867 h 2870200"/>
              <a:gd name="connsiteX100" fmla="*/ 2200949 w 4114416"/>
              <a:gd name="connsiteY100" fmla="*/ 2286000 h 2870200"/>
              <a:gd name="connsiteX101" fmla="*/ 2234816 w 4114416"/>
              <a:gd name="connsiteY101" fmla="*/ 2235200 h 2870200"/>
              <a:gd name="connsiteX102" fmla="*/ 2251749 w 4114416"/>
              <a:gd name="connsiteY102" fmla="*/ 2514600 h 2870200"/>
              <a:gd name="connsiteX103" fmla="*/ 2277149 w 4114416"/>
              <a:gd name="connsiteY103" fmla="*/ 2565400 h 2870200"/>
              <a:gd name="connsiteX104" fmla="*/ 2285616 w 4114416"/>
              <a:gd name="connsiteY104" fmla="*/ 2489200 h 2870200"/>
              <a:gd name="connsiteX105" fmla="*/ 2302549 w 4114416"/>
              <a:gd name="connsiteY105" fmla="*/ 2421467 h 2870200"/>
              <a:gd name="connsiteX106" fmla="*/ 2311016 w 4114416"/>
              <a:gd name="connsiteY106" fmla="*/ 1718734 h 2870200"/>
              <a:gd name="connsiteX107" fmla="*/ 2336416 w 4114416"/>
              <a:gd name="connsiteY107" fmla="*/ 1811867 h 2870200"/>
              <a:gd name="connsiteX108" fmla="*/ 2361816 w 4114416"/>
              <a:gd name="connsiteY108" fmla="*/ 1871134 h 2870200"/>
              <a:gd name="connsiteX109" fmla="*/ 2387216 w 4114416"/>
              <a:gd name="connsiteY109" fmla="*/ 1938867 h 2870200"/>
              <a:gd name="connsiteX110" fmla="*/ 2395682 w 4114416"/>
              <a:gd name="connsiteY110" fmla="*/ 1972734 h 2870200"/>
              <a:gd name="connsiteX111" fmla="*/ 2404149 w 4114416"/>
              <a:gd name="connsiteY111" fmla="*/ 1574800 h 2870200"/>
              <a:gd name="connsiteX112" fmla="*/ 2429549 w 4114416"/>
              <a:gd name="connsiteY112" fmla="*/ 1236134 h 2870200"/>
              <a:gd name="connsiteX113" fmla="*/ 2446482 w 4114416"/>
              <a:gd name="connsiteY113" fmla="*/ 1092200 h 2870200"/>
              <a:gd name="connsiteX114" fmla="*/ 2454949 w 4114416"/>
              <a:gd name="connsiteY114" fmla="*/ 1066800 h 2870200"/>
              <a:gd name="connsiteX115" fmla="*/ 2463416 w 4114416"/>
              <a:gd name="connsiteY115" fmla="*/ 1092200 h 2870200"/>
              <a:gd name="connsiteX116" fmla="*/ 2480349 w 4114416"/>
              <a:gd name="connsiteY116" fmla="*/ 1117600 h 2870200"/>
              <a:gd name="connsiteX117" fmla="*/ 2488816 w 4114416"/>
              <a:gd name="connsiteY117" fmla="*/ 1227667 h 2870200"/>
              <a:gd name="connsiteX118" fmla="*/ 2514216 w 4114416"/>
              <a:gd name="connsiteY118" fmla="*/ 753534 h 2870200"/>
              <a:gd name="connsiteX119" fmla="*/ 2531149 w 4114416"/>
              <a:gd name="connsiteY119" fmla="*/ 685800 h 2870200"/>
              <a:gd name="connsiteX120" fmla="*/ 2539616 w 4114416"/>
              <a:gd name="connsiteY120" fmla="*/ 609600 h 2870200"/>
              <a:gd name="connsiteX121" fmla="*/ 2548082 w 4114416"/>
              <a:gd name="connsiteY121" fmla="*/ 558800 h 2870200"/>
              <a:gd name="connsiteX122" fmla="*/ 2565016 w 4114416"/>
              <a:gd name="connsiteY122" fmla="*/ 584200 h 2870200"/>
              <a:gd name="connsiteX123" fmla="*/ 2573482 w 4114416"/>
              <a:gd name="connsiteY123" fmla="*/ 778934 h 2870200"/>
              <a:gd name="connsiteX124" fmla="*/ 2615816 w 4114416"/>
              <a:gd name="connsiteY124" fmla="*/ 914400 h 2870200"/>
              <a:gd name="connsiteX125" fmla="*/ 2632749 w 4114416"/>
              <a:gd name="connsiteY125" fmla="*/ 973667 h 2870200"/>
              <a:gd name="connsiteX126" fmla="*/ 2649682 w 4114416"/>
              <a:gd name="connsiteY126" fmla="*/ 812800 h 2870200"/>
              <a:gd name="connsiteX127" fmla="*/ 2666616 w 4114416"/>
              <a:gd name="connsiteY127" fmla="*/ 694267 h 2870200"/>
              <a:gd name="connsiteX128" fmla="*/ 2692016 w 4114416"/>
              <a:gd name="connsiteY128" fmla="*/ 558800 h 2870200"/>
              <a:gd name="connsiteX129" fmla="*/ 2717416 w 4114416"/>
              <a:gd name="connsiteY129" fmla="*/ 321734 h 2870200"/>
              <a:gd name="connsiteX130" fmla="*/ 2734349 w 4114416"/>
              <a:gd name="connsiteY130" fmla="*/ 1058334 h 2870200"/>
              <a:gd name="connsiteX131" fmla="*/ 2760746 w 4114416"/>
              <a:gd name="connsiteY131" fmla="*/ 1023969 h 2870200"/>
              <a:gd name="connsiteX132" fmla="*/ 2810549 w 4114416"/>
              <a:gd name="connsiteY132" fmla="*/ 905934 h 2870200"/>
              <a:gd name="connsiteX133" fmla="*/ 2844416 w 4114416"/>
              <a:gd name="connsiteY133" fmla="*/ 855134 h 2870200"/>
              <a:gd name="connsiteX134" fmla="*/ 2869816 w 4114416"/>
              <a:gd name="connsiteY134" fmla="*/ 1422400 h 2870200"/>
              <a:gd name="connsiteX135" fmla="*/ 2878282 w 4114416"/>
              <a:gd name="connsiteY135" fmla="*/ 1388534 h 2870200"/>
              <a:gd name="connsiteX136" fmla="*/ 2895216 w 4114416"/>
              <a:gd name="connsiteY136" fmla="*/ 1363134 h 2870200"/>
              <a:gd name="connsiteX137" fmla="*/ 2920616 w 4114416"/>
              <a:gd name="connsiteY137" fmla="*/ 1278467 h 2870200"/>
              <a:gd name="connsiteX138" fmla="*/ 2937549 w 4114416"/>
              <a:gd name="connsiteY138" fmla="*/ 1320800 h 2870200"/>
              <a:gd name="connsiteX139" fmla="*/ 2954482 w 4114416"/>
              <a:gd name="connsiteY139" fmla="*/ 1388534 h 2870200"/>
              <a:gd name="connsiteX140" fmla="*/ 2971416 w 4114416"/>
              <a:gd name="connsiteY140" fmla="*/ 1422400 h 2870200"/>
              <a:gd name="connsiteX141" fmla="*/ 3013749 w 4114416"/>
              <a:gd name="connsiteY141" fmla="*/ 1540934 h 2870200"/>
              <a:gd name="connsiteX142" fmla="*/ 3030682 w 4114416"/>
              <a:gd name="connsiteY142" fmla="*/ 1566334 h 2870200"/>
              <a:gd name="connsiteX143" fmla="*/ 3064549 w 4114416"/>
              <a:gd name="connsiteY143" fmla="*/ 1718734 h 2870200"/>
              <a:gd name="connsiteX144" fmla="*/ 3089949 w 4114416"/>
              <a:gd name="connsiteY144" fmla="*/ 1761067 h 2870200"/>
              <a:gd name="connsiteX145" fmla="*/ 3123816 w 4114416"/>
              <a:gd name="connsiteY145" fmla="*/ 1879600 h 2870200"/>
              <a:gd name="connsiteX146" fmla="*/ 3115349 w 4114416"/>
              <a:gd name="connsiteY146" fmla="*/ 1913467 h 2870200"/>
              <a:gd name="connsiteX147" fmla="*/ 3127799 w 4114416"/>
              <a:gd name="connsiteY147" fmla="*/ 1901016 h 2870200"/>
              <a:gd name="connsiteX148" fmla="*/ 3106882 w 4114416"/>
              <a:gd name="connsiteY148" fmla="*/ 1888067 h 2870200"/>
              <a:gd name="connsiteX149" fmla="*/ 3132282 w 4114416"/>
              <a:gd name="connsiteY149" fmla="*/ 1871134 h 2870200"/>
              <a:gd name="connsiteX150" fmla="*/ 3140749 w 4114416"/>
              <a:gd name="connsiteY150" fmla="*/ 1769534 h 2870200"/>
              <a:gd name="connsiteX151" fmla="*/ 3157682 w 4114416"/>
              <a:gd name="connsiteY151" fmla="*/ 1710267 h 2870200"/>
              <a:gd name="connsiteX152" fmla="*/ 3166149 w 4114416"/>
              <a:gd name="connsiteY152" fmla="*/ 1684867 h 2870200"/>
              <a:gd name="connsiteX153" fmla="*/ 3191549 w 4114416"/>
              <a:gd name="connsiteY153" fmla="*/ 1676400 h 2870200"/>
              <a:gd name="connsiteX154" fmla="*/ 3200016 w 4114416"/>
              <a:gd name="connsiteY154" fmla="*/ 2006600 h 2870200"/>
              <a:gd name="connsiteX155" fmla="*/ 3208482 w 4114416"/>
              <a:gd name="connsiteY155" fmla="*/ 2048934 h 2870200"/>
              <a:gd name="connsiteX156" fmla="*/ 3216949 w 4114416"/>
              <a:gd name="connsiteY156" fmla="*/ 2099734 h 2870200"/>
              <a:gd name="connsiteX157" fmla="*/ 3233882 w 4114416"/>
              <a:gd name="connsiteY157" fmla="*/ 2048934 h 2870200"/>
              <a:gd name="connsiteX158" fmla="*/ 3242349 w 4114416"/>
              <a:gd name="connsiteY158" fmla="*/ 1998134 h 2870200"/>
              <a:gd name="connsiteX159" fmla="*/ 3276216 w 4114416"/>
              <a:gd name="connsiteY159" fmla="*/ 2353734 h 2870200"/>
              <a:gd name="connsiteX160" fmla="*/ 3301616 w 4114416"/>
              <a:gd name="connsiteY160" fmla="*/ 2387600 h 2870200"/>
              <a:gd name="connsiteX161" fmla="*/ 3310082 w 4114416"/>
              <a:gd name="connsiteY161" fmla="*/ 2497667 h 2870200"/>
              <a:gd name="connsiteX162" fmla="*/ 3327016 w 4114416"/>
              <a:gd name="connsiteY162" fmla="*/ 2531534 h 2870200"/>
              <a:gd name="connsiteX163" fmla="*/ 3343949 w 4114416"/>
              <a:gd name="connsiteY163" fmla="*/ 2599267 h 2870200"/>
              <a:gd name="connsiteX164" fmla="*/ 3369349 w 4114416"/>
              <a:gd name="connsiteY164" fmla="*/ 2667000 h 2870200"/>
              <a:gd name="connsiteX165" fmla="*/ 3411682 w 4114416"/>
              <a:gd name="connsiteY165" fmla="*/ 2810934 h 2870200"/>
              <a:gd name="connsiteX166" fmla="*/ 3437082 w 4114416"/>
              <a:gd name="connsiteY166" fmla="*/ 2870200 h 2870200"/>
              <a:gd name="connsiteX167" fmla="*/ 3462482 w 4114416"/>
              <a:gd name="connsiteY167" fmla="*/ 1828800 h 2870200"/>
              <a:gd name="connsiteX168" fmla="*/ 3461984 w 4114416"/>
              <a:gd name="connsiteY168" fmla="*/ 2090271 h 2870200"/>
              <a:gd name="connsiteX169" fmla="*/ 3487882 w 4114416"/>
              <a:gd name="connsiteY169" fmla="*/ 1735667 h 2870200"/>
              <a:gd name="connsiteX170" fmla="*/ 3513282 w 4114416"/>
              <a:gd name="connsiteY170" fmla="*/ 1651000 h 2870200"/>
              <a:gd name="connsiteX171" fmla="*/ 3521749 w 4114416"/>
              <a:gd name="connsiteY171" fmla="*/ 1701800 h 2870200"/>
              <a:gd name="connsiteX172" fmla="*/ 3525733 w 4114416"/>
              <a:gd name="connsiteY172" fmla="*/ 1875118 h 2870200"/>
              <a:gd name="connsiteX173" fmla="*/ 3547149 w 4114416"/>
              <a:gd name="connsiteY173" fmla="*/ 1752600 h 2870200"/>
              <a:gd name="connsiteX174" fmla="*/ 3555616 w 4114416"/>
              <a:gd name="connsiteY174" fmla="*/ 1693334 h 2870200"/>
              <a:gd name="connsiteX175" fmla="*/ 3597949 w 4114416"/>
              <a:gd name="connsiteY175" fmla="*/ 1608667 h 2870200"/>
              <a:gd name="connsiteX176" fmla="*/ 3614882 w 4114416"/>
              <a:gd name="connsiteY176" fmla="*/ 1566334 h 2870200"/>
              <a:gd name="connsiteX177" fmla="*/ 3657216 w 4114416"/>
              <a:gd name="connsiteY177" fmla="*/ 1464734 h 2870200"/>
              <a:gd name="connsiteX178" fmla="*/ 3661200 w 4114416"/>
              <a:gd name="connsiteY178" fmla="*/ 1373094 h 2870200"/>
              <a:gd name="connsiteX179" fmla="*/ 3682616 w 4114416"/>
              <a:gd name="connsiteY179" fmla="*/ 1363134 h 2870200"/>
              <a:gd name="connsiteX180" fmla="*/ 3699549 w 4114416"/>
              <a:gd name="connsiteY180" fmla="*/ 1320800 h 2870200"/>
              <a:gd name="connsiteX181" fmla="*/ 3694569 w 4114416"/>
              <a:gd name="connsiteY181" fmla="*/ 1151964 h 2870200"/>
              <a:gd name="connsiteX182" fmla="*/ 3741882 w 4114416"/>
              <a:gd name="connsiteY182" fmla="*/ 1227667 h 2870200"/>
              <a:gd name="connsiteX183" fmla="*/ 3750349 w 4114416"/>
              <a:gd name="connsiteY183" fmla="*/ 1176867 h 2870200"/>
              <a:gd name="connsiteX184" fmla="*/ 3767282 w 4114416"/>
              <a:gd name="connsiteY184" fmla="*/ 1126067 h 2870200"/>
              <a:gd name="connsiteX185" fmla="*/ 3775749 w 4114416"/>
              <a:gd name="connsiteY185" fmla="*/ 1058334 h 2870200"/>
              <a:gd name="connsiteX186" fmla="*/ 3784216 w 4114416"/>
              <a:gd name="connsiteY186" fmla="*/ 1270000 h 2870200"/>
              <a:gd name="connsiteX187" fmla="*/ 3813064 w 4114416"/>
              <a:gd name="connsiteY187" fmla="*/ 678606 h 2870200"/>
              <a:gd name="connsiteX188" fmla="*/ 3818082 w 4114416"/>
              <a:gd name="connsiteY188" fmla="*/ 558800 h 2870200"/>
              <a:gd name="connsiteX189" fmla="*/ 3835016 w 4114416"/>
              <a:gd name="connsiteY189" fmla="*/ 482600 h 2870200"/>
              <a:gd name="connsiteX190" fmla="*/ 3843482 w 4114416"/>
              <a:gd name="connsiteY190" fmla="*/ 533400 h 2870200"/>
              <a:gd name="connsiteX191" fmla="*/ 3860416 w 4114416"/>
              <a:gd name="connsiteY191" fmla="*/ 660400 h 2870200"/>
              <a:gd name="connsiteX192" fmla="*/ 3868882 w 4114416"/>
              <a:gd name="connsiteY192" fmla="*/ 702734 h 2870200"/>
              <a:gd name="connsiteX193" fmla="*/ 3885816 w 4114416"/>
              <a:gd name="connsiteY193" fmla="*/ 736600 h 2870200"/>
              <a:gd name="connsiteX194" fmla="*/ 3902749 w 4114416"/>
              <a:gd name="connsiteY194" fmla="*/ 702734 h 2870200"/>
              <a:gd name="connsiteX195" fmla="*/ 3962016 w 4114416"/>
              <a:gd name="connsiteY195" fmla="*/ 482600 h 2870200"/>
              <a:gd name="connsiteX196" fmla="*/ 3978949 w 4114416"/>
              <a:gd name="connsiteY196" fmla="*/ 457200 h 2870200"/>
              <a:gd name="connsiteX197" fmla="*/ 4004349 w 4114416"/>
              <a:gd name="connsiteY197" fmla="*/ 177800 h 2870200"/>
              <a:gd name="connsiteX198" fmla="*/ 4029749 w 4114416"/>
              <a:gd name="connsiteY198" fmla="*/ 135467 h 2870200"/>
              <a:gd name="connsiteX199" fmla="*/ 4038216 w 4114416"/>
              <a:gd name="connsiteY199" fmla="*/ 101600 h 2870200"/>
              <a:gd name="connsiteX200" fmla="*/ 4046682 w 4114416"/>
              <a:gd name="connsiteY200" fmla="*/ 76200 h 2870200"/>
              <a:gd name="connsiteX201" fmla="*/ 4055149 w 4114416"/>
              <a:gd name="connsiteY201" fmla="*/ 110067 h 2870200"/>
              <a:gd name="connsiteX202" fmla="*/ 4072082 w 4114416"/>
              <a:gd name="connsiteY202" fmla="*/ 160867 h 2870200"/>
              <a:gd name="connsiteX203" fmla="*/ 4114416 w 4114416"/>
              <a:gd name="connsiteY203" fmla="*/ 0 h 2870200"/>
              <a:gd name="connsiteX0" fmla="*/ 0 w 4114416"/>
              <a:gd name="connsiteY0" fmla="*/ 735359 h 2870200"/>
              <a:gd name="connsiteX1" fmla="*/ 22363 w 4114416"/>
              <a:gd name="connsiteY1" fmla="*/ 647092 h 2870200"/>
              <a:gd name="connsiteX2" fmla="*/ 53451 w 4114416"/>
              <a:gd name="connsiteY2" fmla="*/ 567267 h 2870200"/>
              <a:gd name="connsiteX3" fmla="*/ 61790 w 4114416"/>
              <a:gd name="connsiteY3" fmla="*/ 828517 h 2870200"/>
              <a:gd name="connsiteX4" fmla="*/ 57549 w 4114416"/>
              <a:gd name="connsiteY4" fmla="*/ 1083293 h 2870200"/>
              <a:gd name="connsiteX5" fmla="*/ 55282 w 4114416"/>
              <a:gd name="connsiteY5" fmla="*/ 1212385 h 2870200"/>
              <a:gd name="connsiteX6" fmla="*/ 69873 w 4114416"/>
              <a:gd name="connsiteY6" fmla="*/ 1401791 h 2870200"/>
              <a:gd name="connsiteX7" fmla="*/ 112335 w 4114416"/>
              <a:gd name="connsiteY7" fmla="*/ 1209517 h 2870200"/>
              <a:gd name="connsiteX8" fmla="*/ 135082 w 4114416"/>
              <a:gd name="connsiteY8" fmla="*/ 1100667 h 2870200"/>
              <a:gd name="connsiteX9" fmla="*/ 168949 w 4114416"/>
              <a:gd name="connsiteY9" fmla="*/ 999067 h 2870200"/>
              <a:gd name="connsiteX10" fmla="*/ 185882 w 4114416"/>
              <a:gd name="connsiteY10" fmla="*/ 948267 h 2870200"/>
              <a:gd name="connsiteX11" fmla="*/ 202816 w 4114416"/>
              <a:gd name="connsiteY11" fmla="*/ 1134534 h 2870200"/>
              <a:gd name="connsiteX12" fmla="*/ 219749 w 4114416"/>
              <a:gd name="connsiteY12" fmla="*/ 1464734 h 2870200"/>
              <a:gd name="connsiteX13" fmla="*/ 279016 w 4114416"/>
              <a:gd name="connsiteY13" fmla="*/ 1363134 h 2870200"/>
              <a:gd name="connsiteX14" fmla="*/ 304416 w 4114416"/>
              <a:gd name="connsiteY14" fmla="*/ 1371600 h 2870200"/>
              <a:gd name="connsiteX15" fmla="*/ 312882 w 4114416"/>
              <a:gd name="connsiteY15" fmla="*/ 2243667 h 2870200"/>
              <a:gd name="connsiteX16" fmla="*/ 338282 w 4114416"/>
              <a:gd name="connsiteY16" fmla="*/ 2201334 h 2870200"/>
              <a:gd name="connsiteX17" fmla="*/ 346749 w 4114416"/>
              <a:gd name="connsiteY17" fmla="*/ 2150534 h 2870200"/>
              <a:gd name="connsiteX18" fmla="*/ 371651 w 4114416"/>
              <a:gd name="connsiteY18" fmla="*/ 2376146 h 2870200"/>
              <a:gd name="connsiteX19" fmla="*/ 389082 w 4114416"/>
              <a:gd name="connsiteY19" fmla="*/ 2082800 h 2870200"/>
              <a:gd name="connsiteX20" fmla="*/ 414981 w 4114416"/>
              <a:gd name="connsiteY20" fmla="*/ 1792444 h 2870200"/>
              <a:gd name="connsiteX21" fmla="*/ 422949 w 4114416"/>
              <a:gd name="connsiteY21" fmla="*/ 2032000 h 2870200"/>
              <a:gd name="connsiteX22" fmla="*/ 453908 w 4114416"/>
              <a:gd name="connsiteY22" fmla="*/ 1990884 h 2870200"/>
              <a:gd name="connsiteX23" fmla="*/ 465282 w 4114416"/>
              <a:gd name="connsiteY23" fmla="*/ 1752600 h 2870200"/>
              <a:gd name="connsiteX24" fmla="*/ 490682 w 4114416"/>
              <a:gd name="connsiteY24" fmla="*/ 1651000 h 2870200"/>
              <a:gd name="connsiteX25" fmla="*/ 516082 w 4114416"/>
              <a:gd name="connsiteY25" fmla="*/ 1710267 h 2870200"/>
              <a:gd name="connsiteX26" fmla="*/ 524549 w 4114416"/>
              <a:gd name="connsiteY26" fmla="*/ 1851666 h 2870200"/>
              <a:gd name="connsiteX27" fmla="*/ 558416 w 4114416"/>
              <a:gd name="connsiteY27" fmla="*/ 1820334 h 2870200"/>
              <a:gd name="connsiteX28" fmla="*/ 583816 w 4114416"/>
              <a:gd name="connsiteY28" fmla="*/ 1938867 h 2870200"/>
              <a:gd name="connsiteX29" fmla="*/ 600749 w 4114416"/>
              <a:gd name="connsiteY29" fmla="*/ 1998134 h 2870200"/>
              <a:gd name="connsiteX30" fmla="*/ 643082 w 4114416"/>
              <a:gd name="connsiteY30" fmla="*/ 1786467 h 2870200"/>
              <a:gd name="connsiteX31" fmla="*/ 668482 w 4114416"/>
              <a:gd name="connsiteY31" fmla="*/ 1718734 h 2870200"/>
              <a:gd name="connsiteX32" fmla="*/ 685416 w 4114416"/>
              <a:gd name="connsiteY32" fmla="*/ 1617134 h 2870200"/>
              <a:gd name="connsiteX33" fmla="*/ 702349 w 4114416"/>
              <a:gd name="connsiteY33" fmla="*/ 1557867 h 2870200"/>
              <a:gd name="connsiteX34" fmla="*/ 710816 w 4114416"/>
              <a:gd name="connsiteY34" fmla="*/ 1524000 h 2870200"/>
              <a:gd name="connsiteX35" fmla="*/ 727749 w 4114416"/>
              <a:gd name="connsiteY35" fmla="*/ 1312334 h 2870200"/>
              <a:gd name="connsiteX36" fmla="*/ 744682 w 4114416"/>
              <a:gd name="connsiteY36" fmla="*/ 1380067 h 2870200"/>
              <a:gd name="connsiteX37" fmla="*/ 761616 w 4114416"/>
              <a:gd name="connsiteY37" fmla="*/ 1532467 h 2870200"/>
              <a:gd name="connsiteX38" fmla="*/ 778549 w 4114416"/>
              <a:gd name="connsiteY38" fmla="*/ 1566334 h 2870200"/>
              <a:gd name="connsiteX39" fmla="*/ 803949 w 4114416"/>
              <a:gd name="connsiteY39" fmla="*/ 1456267 h 2870200"/>
              <a:gd name="connsiteX40" fmla="*/ 820882 w 4114416"/>
              <a:gd name="connsiteY40" fmla="*/ 1430867 h 2870200"/>
              <a:gd name="connsiteX41" fmla="*/ 854749 w 4114416"/>
              <a:gd name="connsiteY41" fmla="*/ 1388534 h 2870200"/>
              <a:gd name="connsiteX42" fmla="*/ 863216 w 4114416"/>
              <a:gd name="connsiteY42" fmla="*/ 1498600 h 2870200"/>
              <a:gd name="connsiteX43" fmla="*/ 888616 w 4114416"/>
              <a:gd name="connsiteY43" fmla="*/ 1811867 h 2870200"/>
              <a:gd name="connsiteX44" fmla="*/ 897082 w 4114416"/>
              <a:gd name="connsiteY44" fmla="*/ 1642534 h 2870200"/>
              <a:gd name="connsiteX45" fmla="*/ 922482 w 4114416"/>
              <a:gd name="connsiteY45" fmla="*/ 1583267 h 2870200"/>
              <a:gd name="connsiteX46" fmla="*/ 930949 w 4114416"/>
              <a:gd name="connsiteY46" fmla="*/ 1557867 h 2870200"/>
              <a:gd name="connsiteX47" fmla="*/ 939416 w 4114416"/>
              <a:gd name="connsiteY47" fmla="*/ 2006600 h 2870200"/>
              <a:gd name="connsiteX48" fmla="*/ 964816 w 4114416"/>
              <a:gd name="connsiteY48" fmla="*/ 2116667 h 2870200"/>
              <a:gd name="connsiteX49" fmla="*/ 973282 w 4114416"/>
              <a:gd name="connsiteY49" fmla="*/ 1948424 h 2870200"/>
              <a:gd name="connsiteX50" fmla="*/ 990216 w 4114416"/>
              <a:gd name="connsiteY50" fmla="*/ 1794934 h 2870200"/>
              <a:gd name="connsiteX51" fmla="*/ 998682 w 4114416"/>
              <a:gd name="connsiteY51" fmla="*/ 1761067 h 2870200"/>
              <a:gd name="connsiteX52" fmla="*/ 1015616 w 4114416"/>
              <a:gd name="connsiteY52" fmla="*/ 1871134 h 2870200"/>
              <a:gd name="connsiteX53" fmla="*/ 1032549 w 4114416"/>
              <a:gd name="connsiteY53" fmla="*/ 1947334 h 2870200"/>
              <a:gd name="connsiteX54" fmla="*/ 1049482 w 4114416"/>
              <a:gd name="connsiteY54" fmla="*/ 2040467 h 2870200"/>
              <a:gd name="connsiteX55" fmla="*/ 1074882 w 4114416"/>
              <a:gd name="connsiteY55" fmla="*/ 2108200 h 2870200"/>
              <a:gd name="connsiteX56" fmla="*/ 1083349 w 4114416"/>
              <a:gd name="connsiteY56" fmla="*/ 2150534 h 2870200"/>
              <a:gd name="connsiteX57" fmla="*/ 1125682 w 4114416"/>
              <a:gd name="connsiteY57" fmla="*/ 2209800 h 2870200"/>
              <a:gd name="connsiteX58" fmla="*/ 1134149 w 4114416"/>
              <a:gd name="connsiteY58" fmla="*/ 2108200 h 2870200"/>
              <a:gd name="connsiteX59" fmla="*/ 1184949 w 4114416"/>
              <a:gd name="connsiteY59" fmla="*/ 1989667 h 2870200"/>
              <a:gd name="connsiteX60" fmla="*/ 1235749 w 4114416"/>
              <a:gd name="connsiteY60" fmla="*/ 1913467 h 2870200"/>
              <a:gd name="connsiteX61" fmla="*/ 1244216 w 4114416"/>
              <a:gd name="connsiteY61" fmla="*/ 2167467 h 2870200"/>
              <a:gd name="connsiteX62" fmla="*/ 1261149 w 4114416"/>
              <a:gd name="connsiteY62" fmla="*/ 2082800 h 2870200"/>
              <a:gd name="connsiteX63" fmla="*/ 1269616 w 4114416"/>
              <a:gd name="connsiteY63" fmla="*/ 2015067 h 2870200"/>
              <a:gd name="connsiteX64" fmla="*/ 1311949 w 4114416"/>
              <a:gd name="connsiteY64" fmla="*/ 1854200 h 2870200"/>
              <a:gd name="connsiteX65" fmla="*/ 1320416 w 4114416"/>
              <a:gd name="connsiteY65" fmla="*/ 1803400 h 2870200"/>
              <a:gd name="connsiteX66" fmla="*/ 1345816 w 4114416"/>
              <a:gd name="connsiteY66" fmla="*/ 1701800 h 2870200"/>
              <a:gd name="connsiteX67" fmla="*/ 1371216 w 4114416"/>
              <a:gd name="connsiteY67" fmla="*/ 1718734 h 2870200"/>
              <a:gd name="connsiteX68" fmla="*/ 1379682 w 4114416"/>
              <a:gd name="connsiteY68" fmla="*/ 1744134 h 2870200"/>
              <a:gd name="connsiteX69" fmla="*/ 1405082 w 4114416"/>
              <a:gd name="connsiteY69" fmla="*/ 1828800 h 2870200"/>
              <a:gd name="connsiteX70" fmla="*/ 1422016 w 4114416"/>
              <a:gd name="connsiteY70" fmla="*/ 1879600 h 2870200"/>
              <a:gd name="connsiteX71" fmla="*/ 1430482 w 4114416"/>
              <a:gd name="connsiteY71" fmla="*/ 1913467 h 2870200"/>
              <a:gd name="connsiteX72" fmla="*/ 1455882 w 4114416"/>
              <a:gd name="connsiteY72" fmla="*/ 1947334 h 2870200"/>
              <a:gd name="connsiteX73" fmla="*/ 1472816 w 4114416"/>
              <a:gd name="connsiteY73" fmla="*/ 1938867 h 2870200"/>
              <a:gd name="connsiteX74" fmla="*/ 1515149 w 4114416"/>
              <a:gd name="connsiteY74" fmla="*/ 1803400 h 2870200"/>
              <a:gd name="connsiteX75" fmla="*/ 1574416 w 4114416"/>
              <a:gd name="connsiteY75" fmla="*/ 1651000 h 2870200"/>
              <a:gd name="connsiteX76" fmla="*/ 1582882 w 4114416"/>
              <a:gd name="connsiteY76" fmla="*/ 1591734 h 2870200"/>
              <a:gd name="connsiteX77" fmla="*/ 1599816 w 4114416"/>
              <a:gd name="connsiteY77" fmla="*/ 1566334 h 2870200"/>
              <a:gd name="connsiteX78" fmla="*/ 1608282 w 4114416"/>
              <a:gd name="connsiteY78" fmla="*/ 1524000 h 2870200"/>
              <a:gd name="connsiteX79" fmla="*/ 1616749 w 4114416"/>
              <a:gd name="connsiteY79" fmla="*/ 1498600 h 2870200"/>
              <a:gd name="connsiteX80" fmla="*/ 1633682 w 4114416"/>
              <a:gd name="connsiteY80" fmla="*/ 1524000 h 2870200"/>
              <a:gd name="connsiteX81" fmla="*/ 1659082 w 4114416"/>
              <a:gd name="connsiteY81" fmla="*/ 1490134 h 2870200"/>
              <a:gd name="connsiteX82" fmla="*/ 1684482 w 4114416"/>
              <a:gd name="connsiteY82" fmla="*/ 1388534 h 2870200"/>
              <a:gd name="connsiteX83" fmla="*/ 1743749 w 4114416"/>
              <a:gd name="connsiteY83" fmla="*/ 1286934 h 2870200"/>
              <a:gd name="connsiteX84" fmla="*/ 1794549 w 4114416"/>
              <a:gd name="connsiteY84" fmla="*/ 1176867 h 2870200"/>
              <a:gd name="connsiteX85" fmla="*/ 1819949 w 4114416"/>
              <a:gd name="connsiteY85" fmla="*/ 1202267 h 2870200"/>
              <a:gd name="connsiteX86" fmla="*/ 1828416 w 4114416"/>
              <a:gd name="connsiteY86" fmla="*/ 1227667 h 2870200"/>
              <a:gd name="connsiteX87" fmla="*/ 1845349 w 4114416"/>
              <a:gd name="connsiteY87" fmla="*/ 1261534 h 2870200"/>
              <a:gd name="connsiteX88" fmla="*/ 1887682 w 4114416"/>
              <a:gd name="connsiteY88" fmla="*/ 1422400 h 2870200"/>
              <a:gd name="connsiteX89" fmla="*/ 1938482 w 4114416"/>
              <a:gd name="connsiteY89" fmla="*/ 1600200 h 2870200"/>
              <a:gd name="connsiteX90" fmla="*/ 1989282 w 4114416"/>
              <a:gd name="connsiteY90" fmla="*/ 1744134 h 2870200"/>
              <a:gd name="connsiteX91" fmla="*/ 2006216 w 4114416"/>
              <a:gd name="connsiteY91" fmla="*/ 1498600 h 2870200"/>
              <a:gd name="connsiteX92" fmla="*/ 2023149 w 4114416"/>
              <a:gd name="connsiteY92" fmla="*/ 1464734 h 2870200"/>
              <a:gd name="connsiteX93" fmla="*/ 2031616 w 4114416"/>
              <a:gd name="connsiteY93" fmla="*/ 1439334 h 2870200"/>
              <a:gd name="connsiteX94" fmla="*/ 2082416 w 4114416"/>
              <a:gd name="connsiteY94" fmla="*/ 2032000 h 2870200"/>
              <a:gd name="connsiteX95" fmla="*/ 2090882 w 4114416"/>
              <a:gd name="connsiteY95" fmla="*/ 2150534 h 2870200"/>
              <a:gd name="connsiteX96" fmla="*/ 2099349 w 4114416"/>
              <a:gd name="connsiteY96" fmla="*/ 2489200 h 2870200"/>
              <a:gd name="connsiteX97" fmla="*/ 2133216 w 4114416"/>
              <a:gd name="connsiteY97" fmla="*/ 2421467 h 2870200"/>
              <a:gd name="connsiteX98" fmla="*/ 2175549 w 4114416"/>
              <a:gd name="connsiteY98" fmla="*/ 2319867 h 2870200"/>
              <a:gd name="connsiteX99" fmla="*/ 2200949 w 4114416"/>
              <a:gd name="connsiteY99" fmla="*/ 2286000 h 2870200"/>
              <a:gd name="connsiteX100" fmla="*/ 2234816 w 4114416"/>
              <a:gd name="connsiteY100" fmla="*/ 2235200 h 2870200"/>
              <a:gd name="connsiteX101" fmla="*/ 2251749 w 4114416"/>
              <a:gd name="connsiteY101" fmla="*/ 2514600 h 2870200"/>
              <a:gd name="connsiteX102" fmla="*/ 2277149 w 4114416"/>
              <a:gd name="connsiteY102" fmla="*/ 2565400 h 2870200"/>
              <a:gd name="connsiteX103" fmla="*/ 2285616 w 4114416"/>
              <a:gd name="connsiteY103" fmla="*/ 2489200 h 2870200"/>
              <a:gd name="connsiteX104" fmla="*/ 2302549 w 4114416"/>
              <a:gd name="connsiteY104" fmla="*/ 2421467 h 2870200"/>
              <a:gd name="connsiteX105" fmla="*/ 2311016 w 4114416"/>
              <a:gd name="connsiteY105" fmla="*/ 1718734 h 2870200"/>
              <a:gd name="connsiteX106" fmla="*/ 2336416 w 4114416"/>
              <a:gd name="connsiteY106" fmla="*/ 1811867 h 2870200"/>
              <a:gd name="connsiteX107" fmla="*/ 2361816 w 4114416"/>
              <a:gd name="connsiteY107" fmla="*/ 1871134 h 2870200"/>
              <a:gd name="connsiteX108" fmla="*/ 2387216 w 4114416"/>
              <a:gd name="connsiteY108" fmla="*/ 1938867 h 2870200"/>
              <a:gd name="connsiteX109" fmla="*/ 2395682 w 4114416"/>
              <a:gd name="connsiteY109" fmla="*/ 1972734 h 2870200"/>
              <a:gd name="connsiteX110" fmla="*/ 2404149 w 4114416"/>
              <a:gd name="connsiteY110" fmla="*/ 1574800 h 2870200"/>
              <a:gd name="connsiteX111" fmla="*/ 2429549 w 4114416"/>
              <a:gd name="connsiteY111" fmla="*/ 1236134 h 2870200"/>
              <a:gd name="connsiteX112" fmla="*/ 2446482 w 4114416"/>
              <a:gd name="connsiteY112" fmla="*/ 1092200 h 2870200"/>
              <a:gd name="connsiteX113" fmla="*/ 2454949 w 4114416"/>
              <a:gd name="connsiteY113" fmla="*/ 1066800 h 2870200"/>
              <a:gd name="connsiteX114" fmla="*/ 2463416 w 4114416"/>
              <a:gd name="connsiteY114" fmla="*/ 1092200 h 2870200"/>
              <a:gd name="connsiteX115" fmla="*/ 2480349 w 4114416"/>
              <a:gd name="connsiteY115" fmla="*/ 1117600 h 2870200"/>
              <a:gd name="connsiteX116" fmla="*/ 2488816 w 4114416"/>
              <a:gd name="connsiteY116" fmla="*/ 1227667 h 2870200"/>
              <a:gd name="connsiteX117" fmla="*/ 2514216 w 4114416"/>
              <a:gd name="connsiteY117" fmla="*/ 753534 h 2870200"/>
              <a:gd name="connsiteX118" fmla="*/ 2531149 w 4114416"/>
              <a:gd name="connsiteY118" fmla="*/ 685800 h 2870200"/>
              <a:gd name="connsiteX119" fmla="*/ 2539616 w 4114416"/>
              <a:gd name="connsiteY119" fmla="*/ 609600 h 2870200"/>
              <a:gd name="connsiteX120" fmla="*/ 2548082 w 4114416"/>
              <a:gd name="connsiteY120" fmla="*/ 558800 h 2870200"/>
              <a:gd name="connsiteX121" fmla="*/ 2565016 w 4114416"/>
              <a:gd name="connsiteY121" fmla="*/ 584200 h 2870200"/>
              <a:gd name="connsiteX122" fmla="*/ 2573482 w 4114416"/>
              <a:gd name="connsiteY122" fmla="*/ 778934 h 2870200"/>
              <a:gd name="connsiteX123" fmla="*/ 2615816 w 4114416"/>
              <a:gd name="connsiteY123" fmla="*/ 914400 h 2870200"/>
              <a:gd name="connsiteX124" fmla="*/ 2632749 w 4114416"/>
              <a:gd name="connsiteY124" fmla="*/ 973667 h 2870200"/>
              <a:gd name="connsiteX125" fmla="*/ 2649682 w 4114416"/>
              <a:gd name="connsiteY125" fmla="*/ 812800 h 2870200"/>
              <a:gd name="connsiteX126" fmla="*/ 2666616 w 4114416"/>
              <a:gd name="connsiteY126" fmla="*/ 694267 h 2870200"/>
              <a:gd name="connsiteX127" fmla="*/ 2692016 w 4114416"/>
              <a:gd name="connsiteY127" fmla="*/ 558800 h 2870200"/>
              <a:gd name="connsiteX128" fmla="*/ 2717416 w 4114416"/>
              <a:gd name="connsiteY128" fmla="*/ 321734 h 2870200"/>
              <a:gd name="connsiteX129" fmla="*/ 2734349 w 4114416"/>
              <a:gd name="connsiteY129" fmla="*/ 1058334 h 2870200"/>
              <a:gd name="connsiteX130" fmla="*/ 2760746 w 4114416"/>
              <a:gd name="connsiteY130" fmla="*/ 1023969 h 2870200"/>
              <a:gd name="connsiteX131" fmla="*/ 2810549 w 4114416"/>
              <a:gd name="connsiteY131" fmla="*/ 905934 h 2870200"/>
              <a:gd name="connsiteX132" fmla="*/ 2844416 w 4114416"/>
              <a:gd name="connsiteY132" fmla="*/ 855134 h 2870200"/>
              <a:gd name="connsiteX133" fmla="*/ 2869816 w 4114416"/>
              <a:gd name="connsiteY133" fmla="*/ 1422400 h 2870200"/>
              <a:gd name="connsiteX134" fmla="*/ 2878282 w 4114416"/>
              <a:gd name="connsiteY134" fmla="*/ 1388534 h 2870200"/>
              <a:gd name="connsiteX135" fmla="*/ 2895216 w 4114416"/>
              <a:gd name="connsiteY135" fmla="*/ 1363134 h 2870200"/>
              <a:gd name="connsiteX136" fmla="*/ 2920616 w 4114416"/>
              <a:gd name="connsiteY136" fmla="*/ 1278467 h 2870200"/>
              <a:gd name="connsiteX137" fmla="*/ 2937549 w 4114416"/>
              <a:gd name="connsiteY137" fmla="*/ 1320800 h 2870200"/>
              <a:gd name="connsiteX138" fmla="*/ 2954482 w 4114416"/>
              <a:gd name="connsiteY138" fmla="*/ 1388534 h 2870200"/>
              <a:gd name="connsiteX139" fmla="*/ 2971416 w 4114416"/>
              <a:gd name="connsiteY139" fmla="*/ 1422400 h 2870200"/>
              <a:gd name="connsiteX140" fmla="*/ 3013749 w 4114416"/>
              <a:gd name="connsiteY140" fmla="*/ 1540934 h 2870200"/>
              <a:gd name="connsiteX141" fmla="*/ 3030682 w 4114416"/>
              <a:gd name="connsiteY141" fmla="*/ 1566334 h 2870200"/>
              <a:gd name="connsiteX142" fmla="*/ 3064549 w 4114416"/>
              <a:gd name="connsiteY142" fmla="*/ 1718734 h 2870200"/>
              <a:gd name="connsiteX143" fmla="*/ 3089949 w 4114416"/>
              <a:gd name="connsiteY143" fmla="*/ 1761067 h 2870200"/>
              <a:gd name="connsiteX144" fmla="*/ 3123816 w 4114416"/>
              <a:gd name="connsiteY144" fmla="*/ 1879600 h 2870200"/>
              <a:gd name="connsiteX145" fmla="*/ 3115349 w 4114416"/>
              <a:gd name="connsiteY145" fmla="*/ 1913467 h 2870200"/>
              <a:gd name="connsiteX146" fmla="*/ 3127799 w 4114416"/>
              <a:gd name="connsiteY146" fmla="*/ 1901016 h 2870200"/>
              <a:gd name="connsiteX147" fmla="*/ 3106882 w 4114416"/>
              <a:gd name="connsiteY147" fmla="*/ 1888067 h 2870200"/>
              <a:gd name="connsiteX148" fmla="*/ 3132282 w 4114416"/>
              <a:gd name="connsiteY148" fmla="*/ 1871134 h 2870200"/>
              <a:gd name="connsiteX149" fmla="*/ 3140749 w 4114416"/>
              <a:gd name="connsiteY149" fmla="*/ 1769534 h 2870200"/>
              <a:gd name="connsiteX150" fmla="*/ 3157682 w 4114416"/>
              <a:gd name="connsiteY150" fmla="*/ 1710267 h 2870200"/>
              <a:gd name="connsiteX151" fmla="*/ 3166149 w 4114416"/>
              <a:gd name="connsiteY151" fmla="*/ 1684867 h 2870200"/>
              <a:gd name="connsiteX152" fmla="*/ 3191549 w 4114416"/>
              <a:gd name="connsiteY152" fmla="*/ 1676400 h 2870200"/>
              <a:gd name="connsiteX153" fmla="*/ 3200016 w 4114416"/>
              <a:gd name="connsiteY153" fmla="*/ 2006600 h 2870200"/>
              <a:gd name="connsiteX154" fmla="*/ 3208482 w 4114416"/>
              <a:gd name="connsiteY154" fmla="*/ 2048934 h 2870200"/>
              <a:gd name="connsiteX155" fmla="*/ 3216949 w 4114416"/>
              <a:gd name="connsiteY155" fmla="*/ 2099734 h 2870200"/>
              <a:gd name="connsiteX156" fmla="*/ 3233882 w 4114416"/>
              <a:gd name="connsiteY156" fmla="*/ 2048934 h 2870200"/>
              <a:gd name="connsiteX157" fmla="*/ 3242349 w 4114416"/>
              <a:gd name="connsiteY157" fmla="*/ 1998134 h 2870200"/>
              <a:gd name="connsiteX158" fmla="*/ 3276216 w 4114416"/>
              <a:gd name="connsiteY158" fmla="*/ 2353734 h 2870200"/>
              <a:gd name="connsiteX159" fmla="*/ 3301616 w 4114416"/>
              <a:gd name="connsiteY159" fmla="*/ 2387600 h 2870200"/>
              <a:gd name="connsiteX160" fmla="*/ 3310082 w 4114416"/>
              <a:gd name="connsiteY160" fmla="*/ 2497667 h 2870200"/>
              <a:gd name="connsiteX161" fmla="*/ 3327016 w 4114416"/>
              <a:gd name="connsiteY161" fmla="*/ 2531534 h 2870200"/>
              <a:gd name="connsiteX162" fmla="*/ 3343949 w 4114416"/>
              <a:gd name="connsiteY162" fmla="*/ 2599267 h 2870200"/>
              <a:gd name="connsiteX163" fmla="*/ 3369349 w 4114416"/>
              <a:gd name="connsiteY163" fmla="*/ 2667000 h 2870200"/>
              <a:gd name="connsiteX164" fmla="*/ 3411682 w 4114416"/>
              <a:gd name="connsiteY164" fmla="*/ 2810934 h 2870200"/>
              <a:gd name="connsiteX165" fmla="*/ 3437082 w 4114416"/>
              <a:gd name="connsiteY165" fmla="*/ 2870200 h 2870200"/>
              <a:gd name="connsiteX166" fmla="*/ 3462482 w 4114416"/>
              <a:gd name="connsiteY166" fmla="*/ 1828800 h 2870200"/>
              <a:gd name="connsiteX167" fmla="*/ 3461984 w 4114416"/>
              <a:gd name="connsiteY167" fmla="*/ 2090271 h 2870200"/>
              <a:gd name="connsiteX168" fmla="*/ 3487882 w 4114416"/>
              <a:gd name="connsiteY168" fmla="*/ 1735667 h 2870200"/>
              <a:gd name="connsiteX169" fmla="*/ 3513282 w 4114416"/>
              <a:gd name="connsiteY169" fmla="*/ 1651000 h 2870200"/>
              <a:gd name="connsiteX170" fmla="*/ 3521749 w 4114416"/>
              <a:gd name="connsiteY170" fmla="*/ 1701800 h 2870200"/>
              <a:gd name="connsiteX171" fmla="*/ 3525733 w 4114416"/>
              <a:gd name="connsiteY171" fmla="*/ 1875118 h 2870200"/>
              <a:gd name="connsiteX172" fmla="*/ 3547149 w 4114416"/>
              <a:gd name="connsiteY172" fmla="*/ 1752600 h 2870200"/>
              <a:gd name="connsiteX173" fmla="*/ 3555616 w 4114416"/>
              <a:gd name="connsiteY173" fmla="*/ 1693334 h 2870200"/>
              <a:gd name="connsiteX174" fmla="*/ 3597949 w 4114416"/>
              <a:gd name="connsiteY174" fmla="*/ 1608667 h 2870200"/>
              <a:gd name="connsiteX175" fmla="*/ 3614882 w 4114416"/>
              <a:gd name="connsiteY175" fmla="*/ 1566334 h 2870200"/>
              <a:gd name="connsiteX176" fmla="*/ 3657216 w 4114416"/>
              <a:gd name="connsiteY176" fmla="*/ 1464734 h 2870200"/>
              <a:gd name="connsiteX177" fmla="*/ 3661200 w 4114416"/>
              <a:gd name="connsiteY177" fmla="*/ 1373094 h 2870200"/>
              <a:gd name="connsiteX178" fmla="*/ 3682616 w 4114416"/>
              <a:gd name="connsiteY178" fmla="*/ 1363134 h 2870200"/>
              <a:gd name="connsiteX179" fmla="*/ 3699549 w 4114416"/>
              <a:gd name="connsiteY179" fmla="*/ 1320800 h 2870200"/>
              <a:gd name="connsiteX180" fmla="*/ 3694569 w 4114416"/>
              <a:gd name="connsiteY180" fmla="*/ 1151964 h 2870200"/>
              <a:gd name="connsiteX181" fmla="*/ 3741882 w 4114416"/>
              <a:gd name="connsiteY181" fmla="*/ 1227667 h 2870200"/>
              <a:gd name="connsiteX182" fmla="*/ 3750349 w 4114416"/>
              <a:gd name="connsiteY182" fmla="*/ 1176867 h 2870200"/>
              <a:gd name="connsiteX183" fmla="*/ 3767282 w 4114416"/>
              <a:gd name="connsiteY183" fmla="*/ 1126067 h 2870200"/>
              <a:gd name="connsiteX184" fmla="*/ 3775749 w 4114416"/>
              <a:gd name="connsiteY184" fmla="*/ 1058334 h 2870200"/>
              <a:gd name="connsiteX185" fmla="*/ 3784216 w 4114416"/>
              <a:gd name="connsiteY185" fmla="*/ 1270000 h 2870200"/>
              <a:gd name="connsiteX186" fmla="*/ 3813064 w 4114416"/>
              <a:gd name="connsiteY186" fmla="*/ 678606 h 2870200"/>
              <a:gd name="connsiteX187" fmla="*/ 3818082 w 4114416"/>
              <a:gd name="connsiteY187" fmla="*/ 558800 h 2870200"/>
              <a:gd name="connsiteX188" fmla="*/ 3835016 w 4114416"/>
              <a:gd name="connsiteY188" fmla="*/ 482600 h 2870200"/>
              <a:gd name="connsiteX189" fmla="*/ 3843482 w 4114416"/>
              <a:gd name="connsiteY189" fmla="*/ 533400 h 2870200"/>
              <a:gd name="connsiteX190" fmla="*/ 3860416 w 4114416"/>
              <a:gd name="connsiteY190" fmla="*/ 660400 h 2870200"/>
              <a:gd name="connsiteX191" fmla="*/ 3868882 w 4114416"/>
              <a:gd name="connsiteY191" fmla="*/ 702734 h 2870200"/>
              <a:gd name="connsiteX192" fmla="*/ 3885816 w 4114416"/>
              <a:gd name="connsiteY192" fmla="*/ 736600 h 2870200"/>
              <a:gd name="connsiteX193" fmla="*/ 3902749 w 4114416"/>
              <a:gd name="connsiteY193" fmla="*/ 702734 h 2870200"/>
              <a:gd name="connsiteX194" fmla="*/ 3962016 w 4114416"/>
              <a:gd name="connsiteY194" fmla="*/ 482600 h 2870200"/>
              <a:gd name="connsiteX195" fmla="*/ 3978949 w 4114416"/>
              <a:gd name="connsiteY195" fmla="*/ 457200 h 2870200"/>
              <a:gd name="connsiteX196" fmla="*/ 4004349 w 4114416"/>
              <a:gd name="connsiteY196" fmla="*/ 177800 h 2870200"/>
              <a:gd name="connsiteX197" fmla="*/ 4029749 w 4114416"/>
              <a:gd name="connsiteY197" fmla="*/ 135467 h 2870200"/>
              <a:gd name="connsiteX198" fmla="*/ 4038216 w 4114416"/>
              <a:gd name="connsiteY198" fmla="*/ 101600 h 2870200"/>
              <a:gd name="connsiteX199" fmla="*/ 4046682 w 4114416"/>
              <a:gd name="connsiteY199" fmla="*/ 76200 h 2870200"/>
              <a:gd name="connsiteX200" fmla="*/ 4055149 w 4114416"/>
              <a:gd name="connsiteY200" fmla="*/ 110067 h 2870200"/>
              <a:gd name="connsiteX201" fmla="*/ 4072082 w 4114416"/>
              <a:gd name="connsiteY201" fmla="*/ 160867 h 2870200"/>
              <a:gd name="connsiteX202" fmla="*/ 4114416 w 4114416"/>
              <a:gd name="connsiteY202" fmla="*/ 0 h 2870200"/>
              <a:gd name="connsiteX0" fmla="*/ 0 w 4114416"/>
              <a:gd name="connsiteY0" fmla="*/ 735359 h 2870200"/>
              <a:gd name="connsiteX1" fmla="*/ 22363 w 4114416"/>
              <a:gd name="connsiteY1" fmla="*/ 647092 h 2870200"/>
              <a:gd name="connsiteX2" fmla="*/ 53451 w 4114416"/>
              <a:gd name="connsiteY2" fmla="*/ 567267 h 2870200"/>
              <a:gd name="connsiteX3" fmla="*/ 61790 w 4114416"/>
              <a:gd name="connsiteY3" fmla="*/ 828517 h 2870200"/>
              <a:gd name="connsiteX4" fmla="*/ 57549 w 4114416"/>
              <a:gd name="connsiteY4" fmla="*/ 1083293 h 2870200"/>
              <a:gd name="connsiteX5" fmla="*/ 55282 w 4114416"/>
              <a:gd name="connsiteY5" fmla="*/ 1212385 h 2870200"/>
              <a:gd name="connsiteX6" fmla="*/ 69873 w 4114416"/>
              <a:gd name="connsiteY6" fmla="*/ 1401791 h 2870200"/>
              <a:gd name="connsiteX7" fmla="*/ 112335 w 4114416"/>
              <a:gd name="connsiteY7" fmla="*/ 1209517 h 2870200"/>
              <a:gd name="connsiteX8" fmla="*/ 135082 w 4114416"/>
              <a:gd name="connsiteY8" fmla="*/ 1100667 h 2870200"/>
              <a:gd name="connsiteX9" fmla="*/ 168949 w 4114416"/>
              <a:gd name="connsiteY9" fmla="*/ 999067 h 2870200"/>
              <a:gd name="connsiteX10" fmla="*/ 185882 w 4114416"/>
              <a:gd name="connsiteY10" fmla="*/ 948267 h 2870200"/>
              <a:gd name="connsiteX11" fmla="*/ 202816 w 4114416"/>
              <a:gd name="connsiteY11" fmla="*/ 1134534 h 2870200"/>
              <a:gd name="connsiteX12" fmla="*/ 219749 w 4114416"/>
              <a:gd name="connsiteY12" fmla="*/ 1464734 h 2870200"/>
              <a:gd name="connsiteX13" fmla="*/ 279016 w 4114416"/>
              <a:gd name="connsiteY13" fmla="*/ 1363134 h 2870200"/>
              <a:gd name="connsiteX14" fmla="*/ 304416 w 4114416"/>
              <a:gd name="connsiteY14" fmla="*/ 1371600 h 2870200"/>
              <a:gd name="connsiteX15" fmla="*/ 312882 w 4114416"/>
              <a:gd name="connsiteY15" fmla="*/ 2243667 h 2870200"/>
              <a:gd name="connsiteX16" fmla="*/ 338282 w 4114416"/>
              <a:gd name="connsiteY16" fmla="*/ 2201334 h 2870200"/>
              <a:gd name="connsiteX17" fmla="*/ 346749 w 4114416"/>
              <a:gd name="connsiteY17" fmla="*/ 2150534 h 2870200"/>
              <a:gd name="connsiteX18" fmla="*/ 371651 w 4114416"/>
              <a:gd name="connsiteY18" fmla="*/ 2376146 h 2870200"/>
              <a:gd name="connsiteX19" fmla="*/ 389082 w 4114416"/>
              <a:gd name="connsiteY19" fmla="*/ 2082800 h 2870200"/>
              <a:gd name="connsiteX20" fmla="*/ 414981 w 4114416"/>
              <a:gd name="connsiteY20" fmla="*/ 1792444 h 2870200"/>
              <a:gd name="connsiteX21" fmla="*/ 422949 w 4114416"/>
              <a:gd name="connsiteY21" fmla="*/ 2032000 h 2870200"/>
              <a:gd name="connsiteX22" fmla="*/ 453908 w 4114416"/>
              <a:gd name="connsiteY22" fmla="*/ 1990884 h 2870200"/>
              <a:gd name="connsiteX23" fmla="*/ 465282 w 4114416"/>
              <a:gd name="connsiteY23" fmla="*/ 1752600 h 2870200"/>
              <a:gd name="connsiteX24" fmla="*/ 490682 w 4114416"/>
              <a:gd name="connsiteY24" fmla="*/ 1651000 h 2870200"/>
              <a:gd name="connsiteX25" fmla="*/ 516082 w 4114416"/>
              <a:gd name="connsiteY25" fmla="*/ 1710267 h 2870200"/>
              <a:gd name="connsiteX26" fmla="*/ 524549 w 4114416"/>
              <a:gd name="connsiteY26" fmla="*/ 1851666 h 2870200"/>
              <a:gd name="connsiteX27" fmla="*/ 558416 w 4114416"/>
              <a:gd name="connsiteY27" fmla="*/ 1820334 h 2870200"/>
              <a:gd name="connsiteX28" fmla="*/ 583816 w 4114416"/>
              <a:gd name="connsiteY28" fmla="*/ 1938867 h 2870200"/>
              <a:gd name="connsiteX29" fmla="*/ 600749 w 4114416"/>
              <a:gd name="connsiteY29" fmla="*/ 1998134 h 2870200"/>
              <a:gd name="connsiteX30" fmla="*/ 643082 w 4114416"/>
              <a:gd name="connsiteY30" fmla="*/ 1786467 h 2870200"/>
              <a:gd name="connsiteX31" fmla="*/ 668482 w 4114416"/>
              <a:gd name="connsiteY31" fmla="*/ 1718734 h 2870200"/>
              <a:gd name="connsiteX32" fmla="*/ 685416 w 4114416"/>
              <a:gd name="connsiteY32" fmla="*/ 1617134 h 2870200"/>
              <a:gd name="connsiteX33" fmla="*/ 702349 w 4114416"/>
              <a:gd name="connsiteY33" fmla="*/ 1557867 h 2870200"/>
              <a:gd name="connsiteX34" fmla="*/ 710816 w 4114416"/>
              <a:gd name="connsiteY34" fmla="*/ 1524000 h 2870200"/>
              <a:gd name="connsiteX35" fmla="*/ 727749 w 4114416"/>
              <a:gd name="connsiteY35" fmla="*/ 1312334 h 2870200"/>
              <a:gd name="connsiteX36" fmla="*/ 744682 w 4114416"/>
              <a:gd name="connsiteY36" fmla="*/ 1380067 h 2870200"/>
              <a:gd name="connsiteX37" fmla="*/ 761616 w 4114416"/>
              <a:gd name="connsiteY37" fmla="*/ 1532467 h 2870200"/>
              <a:gd name="connsiteX38" fmla="*/ 778549 w 4114416"/>
              <a:gd name="connsiteY38" fmla="*/ 1566334 h 2870200"/>
              <a:gd name="connsiteX39" fmla="*/ 820882 w 4114416"/>
              <a:gd name="connsiteY39" fmla="*/ 1430867 h 2870200"/>
              <a:gd name="connsiteX40" fmla="*/ 854749 w 4114416"/>
              <a:gd name="connsiteY40" fmla="*/ 1388534 h 2870200"/>
              <a:gd name="connsiteX41" fmla="*/ 863216 w 4114416"/>
              <a:gd name="connsiteY41" fmla="*/ 1498600 h 2870200"/>
              <a:gd name="connsiteX42" fmla="*/ 888616 w 4114416"/>
              <a:gd name="connsiteY42" fmla="*/ 1811867 h 2870200"/>
              <a:gd name="connsiteX43" fmla="*/ 897082 w 4114416"/>
              <a:gd name="connsiteY43" fmla="*/ 1642534 h 2870200"/>
              <a:gd name="connsiteX44" fmla="*/ 922482 w 4114416"/>
              <a:gd name="connsiteY44" fmla="*/ 1583267 h 2870200"/>
              <a:gd name="connsiteX45" fmla="*/ 930949 w 4114416"/>
              <a:gd name="connsiteY45" fmla="*/ 1557867 h 2870200"/>
              <a:gd name="connsiteX46" fmla="*/ 939416 w 4114416"/>
              <a:gd name="connsiteY46" fmla="*/ 2006600 h 2870200"/>
              <a:gd name="connsiteX47" fmla="*/ 964816 w 4114416"/>
              <a:gd name="connsiteY47" fmla="*/ 2116667 h 2870200"/>
              <a:gd name="connsiteX48" fmla="*/ 973282 w 4114416"/>
              <a:gd name="connsiteY48" fmla="*/ 1948424 h 2870200"/>
              <a:gd name="connsiteX49" fmla="*/ 990216 w 4114416"/>
              <a:gd name="connsiteY49" fmla="*/ 1794934 h 2870200"/>
              <a:gd name="connsiteX50" fmla="*/ 998682 w 4114416"/>
              <a:gd name="connsiteY50" fmla="*/ 1761067 h 2870200"/>
              <a:gd name="connsiteX51" fmla="*/ 1015616 w 4114416"/>
              <a:gd name="connsiteY51" fmla="*/ 1871134 h 2870200"/>
              <a:gd name="connsiteX52" fmla="*/ 1032549 w 4114416"/>
              <a:gd name="connsiteY52" fmla="*/ 1947334 h 2870200"/>
              <a:gd name="connsiteX53" fmla="*/ 1049482 w 4114416"/>
              <a:gd name="connsiteY53" fmla="*/ 2040467 h 2870200"/>
              <a:gd name="connsiteX54" fmla="*/ 1074882 w 4114416"/>
              <a:gd name="connsiteY54" fmla="*/ 2108200 h 2870200"/>
              <a:gd name="connsiteX55" fmla="*/ 1083349 w 4114416"/>
              <a:gd name="connsiteY55" fmla="*/ 2150534 h 2870200"/>
              <a:gd name="connsiteX56" fmla="*/ 1125682 w 4114416"/>
              <a:gd name="connsiteY56" fmla="*/ 2209800 h 2870200"/>
              <a:gd name="connsiteX57" fmla="*/ 1134149 w 4114416"/>
              <a:gd name="connsiteY57" fmla="*/ 2108200 h 2870200"/>
              <a:gd name="connsiteX58" fmla="*/ 1184949 w 4114416"/>
              <a:gd name="connsiteY58" fmla="*/ 1989667 h 2870200"/>
              <a:gd name="connsiteX59" fmla="*/ 1235749 w 4114416"/>
              <a:gd name="connsiteY59" fmla="*/ 1913467 h 2870200"/>
              <a:gd name="connsiteX60" fmla="*/ 1244216 w 4114416"/>
              <a:gd name="connsiteY60" fmla="*/ 2167467 h 2870200"/>
              <a:gd name="connsiteX61" fmla="*/ 1261149 w 4114416"/>
              <a:gd name="connsiteY61" fmla="*/ 2082800 h 2870200"/>
              <a:gd name="connsiteX62" fmla="*/ 1269616 w 4114416"/>
              <a:gd name="connsiteY62" fmla="*/ 2015067 h 2870200"/>
              <a:gd name="connsiteX63" fmla="*/ 1311949 w 4114416"/>
              <a:gd name="connsiteY63" fmla="*/ 1854200 h 2870200"/>
              <a:gd name="connsiteX64" fmla="*/ 1320416 w 4114416"/>
              <a:gd name="connsiteY64" fmla="*/ 1803400 h 2870200"/>
              <a:gd name="connsiteX65" fmla="*/ 1345816 w 4114416"/>
              <a:gd name="connsiteY65" fmla="*/ 1701800 h 2870200"/>
              <a:gd name="connsiteX66" fmla="*/ 1371216 w 4114416"/>
              <a:gd name="connsiteY66" fmla="*/ 1718734 h 2870200"/>
              <a:gd name="connsiteX67" fmla="*/ 1379682 w 4114416"/>
              <a:gd name="connsiteY67" fmla="*/ 1744134 h 2870200"/>
              <a:gd name="connsiteX68" fmla="*/ 1405082 w 4114416"/>
              <a:gd name="connsiteY68" fmla="*/ 1828800 h 2870200"/>
              <a:gd name="connsiteX69" fmla="*/ 1422016 w 4114416"/>
              <a:gd name="connsiteY69" fmla="*/ 1879600 h 2870200"/>
              <a:gd name="connsiteX70" fmla="*/ 1430482 w 4114416"/>
              <a:gd name="connsiteY70" fmla="*/ 1913467 h 2870200"/>
              <a:gd name="connsiteX71" fmla="*/ 1455882 w 4114416"/>
              <a:gd name="connsiteY71" fmla="*/ 1947334 h 2870200"/>
              <a:gd name="connsiteX72" fmla="*/ 1472816 w 4114416"/>
              <a:gd name="connsiteY72" fmla="*/ 1938867 h 2870200"/>
              <a:gd name="connsiteX73" fmla="*/ 1515149 w 4114416"/>
              <a:gd name="connsiteY73" fmla="*/ 1803400 h 2870200"/>
              <a:gd name="connsiteX74" fmla="*/ 1574416 w 4114416"/>
              <a:gd name="connsiteY74" fmla="*/ 1651000 h 2870200"/>
              <a:gd name="connsiteX75" fmla="*/ 1582882 w 4114416"/>
              <a:gd name="connsiteY75" fmla="*/ 1591734 h 2870200"/>
              <a:gd name="connsiteX76" fmla="*/ 1599816 w 4114416"/>
              <a:gd name="connsiteY76" fmla="*/ 1566334 h 2870200"/>
              <a:gd name="connsiteX77" fmla="*/ 1608282 w 4114416"/>
              <a:gd name="connsiteY77" fmla="*/ 1524000 h 2870200"/>
              <a:gd name="connsiteX78" fmla="*/ 1616749 w 4114416"/>
              <a:gd name="connsiteY78" fmla="*/ 1498600 h 2870200"/>
              <a:gd name="connsiteX79" fmla="*/ 1633682 w 4114416"/>
              <a:gd name="connsiteY79" fmla="*/ 1524000 h 2870200"/>
              <a:gd name="connsiteX80" fmla="*/ 1659082 w 4114416"/>
              <a:gd name="connsiteY80" fmla="*/ 1490134 h 2870200"/>
              <a:gd name="connsiteX81" fmla="*/ 1684482 w 4114416"/>
              <a:gd name="connsiteY81" fmla="*/ 1388534 h 2870200"/>
              <a:gd name="connsiteX82" fmla="*/ 1743749 w 4114416"/>
              <a:gd name="connsiteY82" fmla="*/ 1286934 h 2870200"/>
              <a:gd name="connsiteX83" fmla="*/ 1794549 w 4114416"/>
              <a:gd name="connsiteY83" fmla="*/ 1176867 h 2870200"/>
              <a:gd name="connsiteX84" fmla="*/ 1819949 w 4114416"/>
              <a:gd name="connsiteY84" fmla="*/ 1202267 h 2870200"/>
              <a:gd name="connsiteX85" fmla="*/ 1828416 w 4114416"/>
              <a:gd name="connsiteY85" fmla="*/ 1227667 h 2870200"/>
              <a:gd name="connsiteX86" fmla="*/ 1845349 w 4114416"/>
              <a:gd name="connsiteY86" fmla="*/ 1261534 h 2870200"/>
              <a:gd name="connsiteX87" fmla="*/ 1887682 w 4114416"/>
              <a:gd name="connsiteY87" fmla="*/ 1422400 h 2870200"/>
              <a:gd name="connsiteX88" fmla="*/ 1938482 w 4114416"/>
              <a:gd name="connsiteY88" fmla="*/ 1600200 h 2870200"/>
              <a:gd name="connsiteX89" fmla="*/ 1989282 w 4114416"/>
              <a:gd name="connsiteY89" fmla="*/ 1744134 h 2870200"/>
              <a:gd name="connsiteX90" fmla="*/ 2006216 w 4114416"/>
              <a:gd name="connsiteY90" fmla="*/ 1498600 h 2870200"/>
              <a:gd name="connsiteX91" fmla="*/ 2023149 w 4114416"/>
              <a:gd name="connsiteY91" fmla="*/ 1464734 h 2870200"/>
              <a:gd name="connsiteX92" fmla="*/ 2031616 w 4114416"/>
              <a:gd name="connsiteY92" fmla="*/ 1439334 h 2870200"/>
              <a:gd name="connsiteX93" fmla="*/ 2082416 w 4114416"/>
              <a:gd name="connsiteY93" fmla="*/ 2032000 h 2870200"/>
              <a:gd name="connsiteX94" fmla="*/ 2090882 w 4114416"/>
              <a:gd name="connsiteY94" fmla="*/ 2150534 h 2870200"/>
              <a:gd name="connsiteX95" fmla="*/ 2099349 w 4114416"/>
              <a:gd name="connsiteY95" fmla="*/ 2489200 h 2870200"/>
              <a:gd name="connsiteX96" fmla="*/ 2133216 w 4114416"/>
              <a:gd name="connsiteY96" fmla="*/ 2421467 h 2870200"/>
              <a:gd name="connsiteX97" fmla="*/ 2175549 w 4114416"/>
              <a:gd name="connsiteY97" fmla="*/ 2319867 h 2870200"/>
              <a:gd name="connsiteX98" fmla="*/ 2200949 w 4114416"/>
              <a:gd name="connsiteY98" fmla="*/ 2286000 h 2870200"/>
              <a:gd name="connsiteX99" fmla="*/ 2234816 w 4114416"/>
              <a:gd name="connsiteY99" fmla="*/ 2235200 h 2870200"/>
              <a:gd name="connsiteX100" fmla="*/ 2251749 w 4114416"/>
              <a:gd name="connsiteY100" fmla="*/ 2514600 h 2870200"/>
              <a:gd name="connsiteX101" fmla="*/ 2277149 w 4114416"/>
              <a:gd name="connsiteY101" fmla="*/ 2565400 h 2870200"/>
              <a:gd name="connsiteX102" fmla="*/ 2285616 w 4114416"/>
              <a:gd name="connsiteY102" fmla="*/ 2489200 h 2870200"/>
              <a:gd name="connsiteX103" fmla="*/ 2302549 w 4114416"/>
              <a:gd name="connsiteY103" fmla="*/ 2421467 h 2870200"/>
              <a:gd name="connsiteX104" fmla="*/ 2311016 w 4114416"/>
              <a:gd name="connsiteY104" fmla="*/ 1718734 h 2870200"/>
              <a:gd name="connsiteX105" fmla="*/ 2336416 w 4114416"/>
              <a:gd name="connsiteY105" fmla="*/ 1811867 h 2870200"/>
              <a:gd name="connsiteX106" fmla="*/ 2361816 w 4114416"/>
              <a:gd name="connsiteY106" fmla="*/ 1871134 h 2870200"/>
              <a:gd name="connsiteX107" fmla="*/ 2387216 w 4114416"/>
              <a:gd name="connsiteY107" fmla="*/ 1938867 h 2870200"/>
              <a:gd name="connsiteX108" fmla="*/ 2395682 w 4114416"/>
              <a:gd name="connsiteY108" fmla="*/ 1972734 h 2870200"/>
              <a:gd name="connsiteX109" fmla="*/ 2404149 w 4114416"/>
              <a:gd name="connsiteY109" fmla="*/ 1574800 h 2870200"/>
              <a:gd name="connsiteX110" fmla="*/ 2429549 w 4114416"/>
              <a:gd name="connsiteY110" fmla="*/ 1236134 h 2870200"/>
              <a:gd name="connsiteX111" fmla="*/ 2446482 w 4114416"/>
              <a:gd name="connsiteY111" fmla="*/ 1092200 h 2870200"/>
              <a:gd name="connsiteX112" fmla="*/ 2454949 w 4114416"/>
              <a:gd name="connsiteY112" fmla="*/ 1066800 h 2870200"/>
              <a:gd name="connsiteX113" fmla="*/ 2463416 w 4114416"/>
              <a:gd name="connsiteY113" fmla="*/ 1092200 h 2870200"/>
              <a:gd name="connsiteX114" fmla="*/ 2480349 w 4114416"/>
              <a:gd name="connsiteY114" fmla="*/ 1117600 h 2870200"/>
              <a:gd name="connsiteX115" fmla="*/ 2488816 w 4114416"/>
              <a:gd name="connsiteY115" fmla="*/ 1227667 h 2870200"/>
              <a:gd name="connsiteX116" fmla="*/ 2514216 w 4114416"/>
              <a:gd name="connsiteY116" fmla="*/ 753534 h 2870200"/>
              <a:gd name="connsiteX117" fmla="*/ 2531149 w 4114416"/>
              <a:gd name="connsiteY117" fmla="*/ 685800 h 2870200"/>
              <a:gd name="connsiteX118" fmla="*/ 2539616 w 4114416"/>
              <a:gd name="connsiteY118" fmla="*/ 609600 h 2870200"/>
              <a:gd name="connsiteX119" fmla="*/ 2548082 w 4114416"/>
              <a:gd name="connsiteY119" fmla="*/ 558800 h 2870200"/>
              <a:gd name="connsiteX120" fmla="*/ 2565016 w 4114416"/>
              <a:gd name="connsiteY120" fmla="*/ 584200 h 2870200"/>
              <a:gd name="connsiteX121" fmla="*/ 2573482 w 4114416"/>
              <a:gd name="connsiteY121" fmla="*/ 778934 h 2870200"/>
              <a:gd name="connsiteX122" fmla="*/ 2615816 w 4114416"/>
              <a:gd name="connsiteY122" fmla="*/ 914400 h 2870200"/>
              <a:gd name="connsiteX123" fmla="*/ 2632749 w 4114416"/>
              <a:gd name="connsiteY123" fmla="*/ 973667 h 2870200"/>
              <a:gd name="connsiteX124" fmla="*/ 2649682 w 4114416"/>
              <a:gd name="connsiteY124" fmla="*/ 812800 h 2870200"/>
              <a:gd name="connsiteX125" fmla="*/ 2666616 w 4114416"/>
              <a:gd name="connsiteY125" fmla="*/ 694267 h 2870200"/>
              <a:gd name="connsiteX126" fmla="*/ 2692016 w 4114416"/>
              <a:gd name="connsiteY126" fmla="*/ 558800 h 2870200"/>
              <a:gd name="connsiteX127" fmla="*/ 2717416 w 4114416"/>
              <a:gd name="connsiteY127" fmla="*/ 321734 h 2870200"/>
              <a:gd name="connsiteX128" fmla="*/ 2734349 w 4114416"/>
              <a:gd name="connsiteY128" fmla="*/ 1058334 h 2870200"/>
              <a:gd name="connsiteX129" fmla="*/ 2760746 w 4114416"/>
              <a:gd name="connsiteY129" fmla="*/ 1023969 h 2870200"/>
              <a:gd name="connsiteX130" fmla="*/ 2810549 w 4114416"/>
              <a:gd name="connsiteY130" fmla="*/ 905934 h 2870200"/>
              <a:gd name="connsiteX131" fmla="*/ 2844416 w 4114416"/>
              <a:gd name="connsiteY131" fmla="*/ 855134 h 2870200"/>
              <a:gd name="connsiteX132" fmla="*/ 2869816 w 4114416"/>
              <a:gd name="connsiteY132" fmla="*/ 1422400 h 2870200"/>
              <a:gd name="connsiteX133" fmla="*/ 2878282 w 4114416"/>
              <a:gd name="connsiteY133" fmla="*/ 1388534 h 2870200"/>
              <a:gd name="connsiteX134" fmla="*/ 2895216 w 4114416"/>
              <a:gd name="connsiteY134" fmla="*/ 1363134 h 2870200"/>
              <a:gd name="connsiteX135" fmla="*/ 2920616 w 4114416"/>
              <a:gd name="connsiteY135" fmla="*/ 1278467 h 2870200"/>
              <a:gd name="connsiteX136" fmla="*/ 2937549 w 4114416"/>
              <a:gd name="connsiteY136" fmla="*/ 1320800 h 2870200"/>
              <a:gd name="connsiteX137" fmla="*/ 2954482 w 4114416"/>
              <a:gd name="connsiteY137" fmla="*/ 1388534 h 2870200"/>
              <a:gd name="connsiteX138" fmla="*/ 2971416 w 4114416"/>
              <a:gd name="connsiteY138" fmla="*/ 1422400 h 2870200"/>
              <a:gd name="connsiteX139" fmla="*/ 3013749 w 4114416"/>
              <a:gd name="connsiteY139" fmla="*/ 1540934 h 2870200"/>
              <a:gd name="connsiteX140" fmla="*/ 3030682 w 4114416"/>
              <a:gd name="connsiteY140" fmla="*/ 1566334 h 2870200"/>
              <a:gd name="connsiteX141" fmla="*/ 3064549 w 4114416"/>
              <a:gd name="connsiteY141" fmla="*/ 1718734 h 2870200"/>
              <a:gd name="connsiteX142" fmla="*/ 3089949 w 4114416"/>
              <a:gd name="connsiteY142" fmla="*/ 1761067 h 2870200"/>
              <a:gd name="connsiteX143" fmla="*/ 3123816 w 4114416"/>
              <a:gd name="connsiteY143" fmla="*/ 1879600 h 2870200"/>
              <a:gd name="connsiteX144" fmla="*/ 3115349 w 4114416"/>
              <a:gd name="connsiteY144" fmla="*/ 1913467 h 2870200"/>
              <a:gd name="connsiteX145" fmla="*/ 3127799 w 4114416"/>
              <a:gd name="connsiteY145" fmla="*/ 1901016 h 2870200"/>
              <a:gd name="connsiteX146" fmla="*/ 3106882 w 4114416"/>
              <a:gd name="connsiteY146" fmla="*/ 1888067 h 2870200"/>
              <a:gd name="connsiteX147" fmla="*/ 3132282 w 4114416"/>
              <a:gd name="connsiteY147" fmla="*/ 1871134 h 2870200"/>
              <a:gd name="connsiteX148" fmla="*/ 3140749 w 4114416"/>
              <a:gd name="connsiteY148" fmla="*/ 1769534 h 2870200"/>
              <a:gd name="connsiteX149" fmla="*/ 3157682 w 4114416"/>
              <a:gd name="connsiteY149" fmla="*/ 1710267 h 2870200"/>
              <a:gd name="connsiteX150" fmla="*/ 3166149 w 4114416"/>
              <a:gd name="connsiteY150" fmla="*/ 1684867 h 2870200"/>
              <a:gd name="connsiteX151" fmla="*/ 3191549 w 4114416"/>
              <a:gd name="connsiteY151" fmla="*/ 1676400 h 2870200"/>
              <a:gd name="connsiteX152" fmla="*/ 3200016 w 4114416"/>
              <a:gd name="connsiteY152" fmla="*/ 2006600 h 2870200"/>
              <a:gd name="connsiteX153" fmla="*/ 3208482 w 4114416"/>
              <a:gd name="connsiteY153" fmla="*/ 2048934 h 2870200"/>
              <a:gd name="connsiteX154" fmla="*/ 3216949 w 4114416"/>
              <a:gd name="connsiteY154" fmla="*/ 2099734 h 2870200"/>
              <a:gd name="connsiteX155" fmla="*/ 3233882 w 4114416"/>
              <a:gd name="connsiteY155" fmla="*/ 2048934 h 2870200"/>
              <a:gd name="connsiteX156" fmla="*/ 3242349 w 4114416"/>
              <a:gd name="connsiteY156" fmla="*/ 1998134 h 2870200"/>
              <a:gd name="connsiteX157" fmla="*/ 3276216 w 4114416"/>
              <a:gd name="connsiteY157" fmla="*/ 2353734 h 2870200"/>
              <a:gd name="connsiteX158" fmla="*/ 3301616 w 4114416"/>
              <a:gd name="connsiteY158" fmla="*/ 2387600 h 2870200"/>
              <a:gd name="connsiteX159" fmla="*/ 3310082 w 4114416"/>
              <a:gd name="connsiteY159" fmla="*/ 2497667 h 2870200"/>
              <a:gd name="connsiteX160" fmla="*/ 3327016 w 4114416"/>
              <a:gd name="connsiteY160" fmla="*/ 2531534 h 2870200"/>
              <a:gd name="connsiteX161" fmla="*/ 3343949 w 4114416"/>
              <a:gd name="connsiteY161" fmla="*/ 2599267 h 2870200"/>
              <a:gd name="connsiteX162" fmla="*/ 3369349 w 4114416"/>
              <a:gd name="connsiteY162" fmla="*/ 2667000 h 2870200"/>
              <a:gd name="connsiteX163" fmla="*/ 3411682 w 4114416"/>
              <a:gd name="connsiteY163" fmla="*/ 2810934 h 2870200"/>
              <a:gd name="connsiteX164" fmla="*/ 3437082 w 4114416"/>
              <a:gd name="connsiteY164" fmla="*/ 2870200 h 2870200"/>
              <a:gd name="connsiteX165" fmla="*/ 3462482 w 4114416"/>
              <a:gd name="connsiteY165" fmla="*/ 1828800 h 2870200"/>
              <a:gd name="connsiteX166" fmla="*/ 3461984 w 4114416"/>
              <a:gd name="connsiteY166" fmla="*/ 2090271 h 2870200"/>
              <a:gd name="connsiteX167" fmla="*/ 3487882 w 4114416"/>
              <a:gd name="connsiteY167" fmla="*/ 1735667 h 2870200"/>
              <a:gd name="connsiteX168" fmla="*/ 3513282 w 4114416"/>
              <a:gd name="connsiteY168" fmla="*/ 1651000 h 2870200"/>
              <a:gd name="connsiteX169" fmla="*/ 3521749 w 4114416"/>
              <a:gd name="connsiteY169" fmla="*/ 1701800 h 2870200"/>
              <a:gd name="connsiteX170" fmla="*/ 3525733 w 4114416"/>
              <a:gd name="connsiteY170" fmla="*/ 1875118 h 2870200"/>
              <a:gd name="connsiteX171" fmla="*/ 3547149 w 4114416"/>
              <a:gd name="connsiteY171" fmla="*/ 1752600 h 2870200"/>
              <a:gd name="connsiteX172" fmla="*/ 3555616 w 4114416"/>
              <a:gd name="connsiteY172" fmla="*/ 1693334 h 2870200"/>
              <a:gd name="connsiteX173" fmla="*/ 3597949 w 4114416"/>
              <a:gd name="connsiteY173" fmla="*/ 1608667 h 2870200"/>
              <a:gd name="connsiteX174" fmla="*/ 3614882 w 4114416"/>
              <a:gd name="connsiteY174" fmla="*/ 1566334 h 2870200"/>
              <a:gd name="connsiteX175" fmla="*/ 3657216 w 4114416"/>
              <a:gd name="connsiteY175" fmla="*/ 1464734 h 2870200"/>
              <a:gd name="connsiteX176" fmla="*/ 3661200 w 4114416"/>
              <a:gd name="connsiteY176" fmla="*/ 1373094 h 2870200"/>
              <a:gd name="connsiteX177" fmla="*/ 3682616 w 4114416"/>
              <a:gd name="connsiteY177" fmla="*/ 1363134 h 2870200"/>
              <a:gd name="connsiteX178" fmla="*/ 3699549 w 4114416"/>
              <a:gd name="connsiteY178" fmla="*/ 1320800 h 2870200"/>
              <a:gd name="connsiteX179" fmla="*/ 3694569 w 4114416"/>
              <a:gd name="connsiteY179" fmla="*/ 1151964 h 2870200"/>
              <a:gd name="connsiteX180" fmla="*/ 3741882 w 4114416"/>
              <a:gd name="connsiteY180" fmla="*/ 1227667 h 2870200"/>
              <a:gd name="connsiteX181" fmla="*/ 3750349 w 4114416"/>
              <a:gd name="connsiteY181" fmla="*/ 1176867 h 2870200"/>
              <a:gd name="connsiteX182" fmla="*/ 3767282 w 4114416"/>
              <a:gd name="connsiteY182" fmla="*/ 1126067 h 2870200"/>
              <a:gd name="connsiteX183" fmla="*/ 3775749 w 4114416"/>
              <a:gd name="connsiteY183" fmla="*/ 1058334 h 2870200"/>
              <a:gd name="connsiteX184" fmla="*/ 3784216 w 4114416"/>
              <a:gd name="connsiteY184" fmla="*/ 1270000 h 2870200"/>
              <a:gd name="connsiteX185" fmla="*/ 3813064 w 4114416"/>
              <a:gd name="connsiteY185" fmla="*/ 678606 h 2870200"/>
              <a:gd name="connsiteX186" fmla="*/ 3818082 w 4114416"/>
              <a:gd name="connsiteY186" fmla="*/ 558800 h 2870200"/>
              <a:gd name="connsiteX187" fmla="*/ 3835016 w 4114416"/>
              <a:gd name="connsiteY187" fmla="*/ 482600 h 2870200"/>
              <a:gd name="connsiteX188" fmla="*/ 3843482 w 4114416"/>
              <a:gd name="connsiteY188" fmla="*/ 533400 h 2870200"/>
              <a:gd name="connsiteX189" fmla="*/ 3860416 w 4114416"/>
              <a:gd name="connsiteY189" fmla="*/ 660400 h 2870200"/>
              <a:gd name="connsiteX190" fmla="*/ 3868882 w 4114416"/>
              <a:gd name="connsiteY190" fmla="*/ 702734 h 2870200"/>
              <a:gd name="connsiteX191" fmla="*/ 3885816 w 4114416"/>
              <a:gd name="connsiteY191" fmla="*/ 736600 h 2870200"/>
              <a:gd name="connsiteX192" fmla="*/ 3902749 w 4114416"/>
              <a:gd name="connsiteY192" fmla="*/ 702734 h 2870200"/>
              <a:gd name="connsiteX193" fmla="*/ 3962016 w 4114416"/>
              <a:gd name="connsiteY193" fmla="*/ 482600 h 2870200"/>
              <a:gd name="connsiteX194" fmla="*/ 3978949 w 4114416"/>
              <a:gd name="connsiteY194" fmla="*/ 457200 h 2870200"/>
              <a:gd name="connsiteX195" fmla="*/ 4004349 w 4114416"/>
              <a:gd name="connsiteY195" fmla="*/ 177800 h 2870200"/>
              <a:gd name="connsiteX196" fmla="*/ 4029749 w 4114416"/>
              <a:gd name="connsiteY196" fmla="*/ 135467 h 2870200"/>
              <a:gd name="connsiteX197" fmla="*/ 4038216 w 4114416"/>
              <a:gd name="connsiteY197" fmla="*/ 101600 h 2870200"/>
              <a:gd name="connsiteX198" fmla="*/ 4046682 w 4114416"/>
              <a:gd name="connsiteY198" fmla="*/ 76200 h 2870200"/>
              <a:gd name="connsiteX199" fmla="*/ 4055149 w 4114416"/>
              <a:gd name="connsiteY199" fmla="*/ 110067 h 2870200"/>
              <a:gd name="connsiteX200" fmla="*/ 4072082 w 4114416"/>
              <a:gd name="connsiteY200" fmla="*/ 160867 h 2870200"/>
              <a:gd name="connsiteX201" fmla="*/ 4114416 w 4114416"/>
              <a:gd name="connsiteY201" fmla="*/ 0 h 2870200"/>
              <a:gd name="connsiteX0" fmla="*/ 0 w 4114416"/>
              <a:gd name="connsiteY0" fmla="*/ 735359 h 2870200"/>
              <a:gd name="connsiteX1" fmla="*/ 22363 w 4114416"/>
              <a:gd name="connsiteY1" fmla="*/ 647092 h 2870200"/>
              <a:gd name="connsiteX2" fmla="*/ 53451 w 4114416"/>
              <a:gd name="connsiteY2" fmla="*/ 567267 h 2870200"/>
              <a:gd name="connsiteX3" fmla="*/ 61790 w 4114416"/>
              <a:gd name="connsiteY3" fmla="*/ 828517 h 2870200"/>
              <a:gd name="connsiteX4" fmla="*/ 57549 w 4114416"/>
              <a:gd name="connsiteY4" fmla="*/ 1083293 h 2870200"/>
              <a:gd name="connsiteX5" fmla="*/ 55282 w 4114416"/>
              <a:gd name="connsiteY5" fmla="*/ 1212385 h 2870200"/>
              <a:gd name="connsiteX6" fmla="*/ 69873 w 4114416"/>
              <a:gd name="connsiteY6" fmla="*/ 1401791 h 2870200"/>
              <a:gd name="connsiteX7" fmla="*/ 112335 w 4114416"/>
              <a:gd name="connsiteY7" fmla="*/ 1209517 h 2870200"/>
              <a:gd name="connsiteX8" fmla="*/ 135082 w 4114416"/>
              <a:gd name="connsiteY8" fmla="*/ 1100667 h 2870200"/>
              <a:gd name="connsiteX9" fmla="*/ 168949 w 4114416"/>
              <a:gd name="connsiteY9" fmla="*/ 999067 h 2870200"/>
              <a:gd name="connsiteX10" fmla="*/ 185882 w 4114416"/>
              <a:gd name="connsiteY10" fmla="*/ 948267 h 2870200"/>
              <a:gd name="connsiteX11" fmla="*/ 202816 w 4114416"/>
              <a:gd name="connsiteY11" fmla="*/ 1134534 h 2870200"/>
              <a:gd name="connsiteX12" fmla="*/ 219749 w 4114416"/>
              <a:gd name="connsiteY12" fmla="*/ 1464734 h 2870200"/>
              <a:gd name="connsiteX13" fmla="*/ 279016 w 4114416"/>
              <a:gd name="connsiteY13" fmla="*/ 1363134 h 2870200"/>
              <a:gd name="connsiteX14" fmla="*/ 304416 w 4114416"/>
              <a:gd name="connsiteY14" fmla="*/ 1371600 h 2870200"/>
              <a:gd name="connsiteX15" fmla="*/ 312882 w 4114416"/>
              <a:gd name="connsiteY15" fmla="*/ 2243667 h 2870200"/>
              <a:gd name="connsiteX16" fmla="*/ 338282 w 4114416"/>
              <a:gd name="connsiteY16" fmla="*/ 2201334 h 2870200"/>
              <a:gd name="connsiteX17" fmla="*/ 346749 w 4114416"/>
              <a:gd name="connsiteY17" fmla="*/ 2150534 h 2870200"/>
              <a:gd name="connsiteX18" fmla="*/ 371651 w 4114416"/>
              <a:gd name="connsiteY18" fmla="*/ 2376146 h 2870200"/>
              <a:gd name="connsiteX19" fmla="*/ 389082 w 4114416"/>
              <a:gd name="connsiteY19" fmla="*/ 2082800 h 2870200"/>
              <a:gd name="connsiteX20" fmla="*/ 414981 w 4114416"/>
              <a:gd name="connsiteY20" fmla="*/ 1792444 h 2870200"/>
              <a:gd name="connsiteX21" fmla="*/ 422949 w 4114416"/>
              <a:gd name="connsiteY21" fmla="*/ 2032000 h 2870200"/>
              <a:gd name="connsiteX22" fmla="*/ 453908 w 4114416"/>
              <a:gd name="connsiteY22" fmla="*/ 1990884 h 2870200"/>
              <a:gd name="connsiteX23" fmla="*/ 465282 w 4114416"/>
              <a:gd name="connsiteY23" fmla="*/ 1752600 h 2870200"/>
              <a:gd name="connsiteX24" fmla="*/ 490682 w 4114416"/>
              <a:gd name="connsiteY24" fmla="*/ 1651000 h 2870200"/>
              <a:gd name="connsiteX25" fmla="*/ 516082 w 4114416"/>
              <a:gd name="connsiteY25" fmla="*/ 1710267 h 2870200"/>
              <a:gd name="connsiteX26" fmla="*/ 524549 w 4114416"/>
              <a:gd name="connsiteY26" fmla="*/ 1851666 h 2870200"/>
              <a:gd name="connsiteX27" fmla="*/ 558416 w 4114416"/>
              <a:gd name="connsiteY27" fmla="*/ 1820334 h 2870200"/>
              <a:gd name="connsiteX28" fmla="*/ 583816 w 4114416"/>
              <a:gd name="connsiteY28" fmla="*/ 1938867 h 2870200"/>
              <a:gd name="connsiteX29" fmla="*/ 600749 w 4114416"/>
              <a:gd name="connsiteY29" fmla="*/ 1998134 h 2870200"/>
              <a:gd name="connsiteX30" fmla="*/ 643082 w 4114416"/>
              <a:gd name="connsiteY30" fmla="*/ 1786467 h 2870200"/>
              <a:gd name="connsiteX31" fmla="*/ 668482 w 4114416"/>
              <a:gd name="connsiteY31" fmla="*/ 1718734 h 2870200"/>
              <a:gd name="connsiteX32" fmla="*/ 685416 w 4114416"/>
              <a:gd name="connsiteY32" fmla="*/ 1617134 h 2870200"/>
              <a:gd name="connsiteX33" fmla="*/ 702349 w 4114416"/>
              <a:gd name="connsiteY33" fmla="*/ 1557867 h 2870200"/>
              <a:gd name="connsiteX34" fmla="*/ 710816 w 4114416"/>
              <a:gd name="connsiteY34" fmla="*/ 1524000 h 2870200"/>
              <a:gd name="connsiteX35" fmla="*/ 727749 w 4114416"/>
              <a:gd name="connsiteY35" fmla="*/ 1312334 h 2870200"/>
              <a:gd name="connsiteX36" fmla="*/ 744682 w 4114416"/>
              <a:gd name="connsiteY36" fmla="*/ 1380067 h 2870200"/>
              <a:gd name="connsiteX37" fmla="*/ 761616 w 4114416"/>
              <a:gd name="connsiteY37" fmla="*/ 1532467 h 2870200"/>
              <a:gd name="connsiteX38" fmla="*/ 778549 w 4114416"/>
              <a:gd name="connsiteY38" fmla="*/ 1566334 h 2870200"/>
              <a:gd name="connsiteX39" fmla="*/ 820882 w 4114416"/>
              <a:gd name="connsiteY39" fmla="*/ 1430867 h 2870200"/>
              <a:gd name="connsiteX40" fmla="*/ 854749 w 4114416"/>
              <a:gd name="connsiteY40" fmla="*/ 1388534 h 2870200"/>
              <a:gd name="connsiteX41" fmla="*/ 863216 w 4114416"/>
              <a:gd name="connsiteY41" fmla="*/ 1498600 h 2870200"/>
              <a:gd name="connsiteX42" fmla="*/ 888616 w 4114416"/>
              <a:gd name="connsiteY42" fmla="*/ 1811867 h 2870200"/>
              <a:gd name="connsiteX43" fmla="*/ 897082 w 4114416"/>
              <a:gd name="connsiteY43" fmla="*/ 1642534 h 2870200"/>
              <a:gd name="connsiteX44" fmla="*/ 930949 w 4114416"/>
              <a:gd name="connsiteY44" fmla="*/ 1557867 h 2870200"/>
              <a:gd name="connsiteX45" fmla="*/ 939416 w 4114416"/>
              <a:gd name="connsiteY45" fmla="*/ 2006600 h 2870200"/>
              <a:gd name="connsiteX46" fmla="*/ 964816 w 4114416"/>
              <a:gd name="connsiteY46" fmla="*/ 2116667 h 2870200"/>
              <a:gd name="connsiteX47" fmla="*/ 973282 w 4114416"/>
              <a:gd name="connsiteY47" fmla="*/ 1948424 h 2870200"/>
              <a:gd name="connsiteX48" fmla="*/ 990216 w 4114416"/>
              <a:gd name="connsiteY48" fmla="*/ 1794934 h 2870200"/>
              <a:gd name="connsiteX49" fmla="*/ 998682 w 4114416"/>
              <a:gd name="connsiteY49" fmla="*/ 1761067 h 2870200"/>
              <a:gd name="connsiteX50" fmla="*/ 1015616 w 4114416"/>
              <a:gd name="connsiteY50" fmla="*/ 1871134 h 2870200"/>
              <a:gd name="connsiteX51" fmla="*/ 1032549 w 4114416"/>
              <a:gd name="connsiteY51" fmla="*/ 1947334 h 2870200"/>
              <a:gd name="connsiteX52" fmla="*/ 1049482 w 4114416"/>
              <a:gd name="connsiteY52" fmla="*/ 2040467 h 2870200"/>
              <a:gd name="connsiteX53" fmla="*/ 1074882 w 4114416"/>
              <a:gd name="connsiteY53" fmla="*/ 2108200 h 2870200"/>
              <a:gd name="connsiteX54" fmla="*/ 1083349 w 4114416"/>
              <a:gd name="connsiteY54" fmla="*/ 2150534 h 2870200"/>
              <a:gd name="connsiteX55" fmla="*/ 1125682 w 4114416"/>
              <a:gd name="connsiteY55" fmla="*/ 2209800 h 2870200"/>
              <a:gd name="connsiteX56" fmla="*/ 1134149 w 4114416"/>
              <a:gd name="connsiteY56" fmla="*/ 2108200 h 2870200"/>
              <a:gd name="connsiteX57" fmla="*/ 1184949 w 4114416"/>
              <a:gd name="connsiteY57" fmla="*/ 1989667 h 2870200"/>
              <a:gd name="connsiteX58" fmla="*/ 1235749 w 4114416"/>
              <a:gd name="connsiteY58" fmla="*/ 1913467 h 2870200"/>
              <a:gd name="connsiteX59" fmla="*/ 1244216 w 4114416"/>
              <a:gd name="connsiteY59" fmla="*/ 2167467 h 2870200"/>
              <a:gd name="connsiteX60" fmla="*/ 1261149 w 4114416"/>
              <a:gd name="connsiteY60" fmla="*/ 2082800 h 2870200"/>
              <a:gd name="connsiteX61" fmla="*/ 1269616 w 4114416"/>
              <a:gd name="connsiteY61" fmla="*/ 2015067 h 2870200"/>
              <a:gd name="connsiteX62" fmla="*/ 1311949 w 4114416"/>
              <a:gd name="connsiteY62" fmla="*/ 1854200 h 2870200"/>
              <a:gd name="connsiteX63" fmla="*/ 1320416 w 4114416"/>
              <a:gd name="connsiteY63" fmla="*/ 1803400 h 2870200"/>
              <a:gd name="connsiteX64" fmla="*/ 1345816 w 4114416"/>
              <a:gd name="connsiteY64" fmla="*/ 1701800 h 2870200"/>
              <a:gd name="connsiteX65" fmla="*/ 1371216 w 4114416"/>
              <a:gd name="connsiteY65" fmla="*/ 1718734 h 2870200"/>
              <a:gd name="connsiteX66" fmla="*/ 1379682 w 4114416"/>
              <a:gd name="connsiteY66" fmla="*/ 1744134 h 2870200"/>
              <a:gd name="connsiteX67" fmla="*/ 1405082 w 4114416"/>
              <a:gd name="connsiteY67" fmla="*/ 1828800 h 2870200"/>
              <a:gd name="connsiteX68" fmla="*/ 1422016 w 4114416"/>
              <a:gd name="connsiteY68" fmla="*/ 1879600 h 2870200"/>
              <a:gd name="connsiteX69" fmla="*/ 1430482 w 4114416"/>
              <a:gd name="connsiteY69" fmla="*/ 1913467 h 2870200"/>
              <a:gd name="connsiteX70" fmla="*/ 1455882 w 4114416"/>
              <a:gd name="connsiteY70" fmla="*/ 1947334 h 2870200"/>
              <a:gd name="connsiteX71" fmla="*/ 1472816 w 4114416"/>
              <a:gd name="connsiteY71" fmla="*/ 1938867 h 2870200"/>
              <a:gd name="connsiteX72" fmla="*/ 1515149 w 4114416"/>
              <a:gd name="connsiteY72" fmla="*/ 1803400 h 2870200"/>
              <a:gd name="connsiteX73" fmla="*/ 1574416 w 4114416"/>
              <a:gd name="connsiteY73" fmla="*/ 1651000 h 2870200"/>
              <a:gd name="connsiteX74" fmla="*/ 1582882 w 4114416"/>
              <a:gd name="connsiteY74" fmla="*/ 1591734 h 2870200"/>
              <a:gd name="connsiteX75" fmla="*/ 1599816 w 4114416"/>
              <a:gd name="connsiteY75" fmla="*/ 1566334 h 2870200"/>
              <a:gd name="connsiteX76" fmla="*/ 1608282 w 4114416"/>
              <a:gd name="connsiteY76" fmla="*/ 1524000 h 2870200"/>
              <a:gd name="connsiteX77" fmla="*/ 1616749 w 4114416"/>
              <a:gd name="connsiteY77" fmla="*/ 1498600 h 2870200"/>
              <a:gd name="connsiteX78" fmla="*/ 1633682 w 4114416"/>
              <a:gd name="connsiteY78" fmla="*/ 1524000 h 2870200"/>
              <a:gd name="connsiteX79" fmla="*/ 1659082 w 4114416"/>
              <a:gd name="connsiteY79" fmla="*/ 1490134 h 2870200"/>
              <a:gd name="connsiteX80" fmla="*/ 1684482 w 4114416"/>
              <a:gd name="connsiteY80" fmla="*/ 1388534 h 2870200"/>
              <a:gd name="connsiteX81" fmla="*/ 1743749 w 4114416"/>
              <a:gd name="connsiteY81" fmla="*/ 1286934 h 2870200"/>
              <a:gd name="connsiteX82" fmla="*/ 1794549 w 4114416"/>
              <a:gd name="connsiteY82" fmla="*/ 1176867 h 2870200"/>
              <a:gd name="connsiteX83" fmla="*/ 1819949 w 4114416"/>
              <a:gd name="connsiteY83" fmla="*/ 1202267 h 2870200"/>
              <a:gd name="connsiteX84" fmla="*/ 1828416 w 4114416"/>
              <a:gd name="connsiteY84" fmla="*/ 1227667 h 2870200"/>
              <a:gd name="connsiteX85" fmla="*/ 1845349 w 4114416"/>
              <a:gd name="connsiteY85" fmla="*/ 1261534 h 2870200"/>
              <a:gd name="connsiteX86" fmla="*/ 1887682 w 4114416"/>
              <a:gd name="connsiteY86" fmla="*/ 1422400 h 2870200"/>
              <a:gd name="connsiteX87" fmla="*/ 1938482 w 4114416"/>
              <a:gd name="connsiteY87" fmla="*/ 1600200 h 2870200"/>
              <a:gd name="connsiteX88" fmla="*/ 1989282 w 4114416"/>
              <a:gd name="connsiteY88" fmla="*/ 1744134 h 2870200"/>
              <a:gd name="connsiteX89" fmla="*/ 2006216 w 4114416"/>
              <a:gd name="connsiteY89" fmla="*/ 1498600 h 2870200"/>
              <a:gd name="connsiteX90" fmla="*/ 2023149 w 4114416"/>
              <a:gd name="connsiteY90" fmla="*/ 1464734 h 2870200"/>
              <a:gd name="connsiteX91" fmla="*/ 2031616 w 4114416"/>
              <a:gd name="connsiteY91" fmla="*/ 1439334 h 2870200"/>
              <a:gd name="connsiteX92" fmla="*/ 2082416 w 4114416"/>
              <a:gd name="connsiteY92" fmla="*/ 2032000 h 2870200"/>
              <a:gd name="connsiteX93" fmla="*/ 2090882 w 4114416"/>
              <a:gd name="connsiteY93" fmla="*/ 2150534 h 2870200"/>
              <a:gd name="connsiteX94" fmla="*/ 2099349 w 4114416"/>
              <a:gd name="connsiteY94" fmla="*/ 2489200 h 2870200"/>
              <a:gd name="connsiteX95" fmla="*/ 2133216 w 4114416"/>
              <a:gd name="connsiteY95" fmla="*/ 2421467 h 2870200"/>
              <a:gd name="connsiteX96" fmla="*/ 2175549 w 4114416"/>
              <a:gd name="connsiteY96" fmla="*/ 2319867 h 2870200"/>
              <a:gd name="connsiteX97" fmla="*/ 2200949 w 4114416"/>
              <a:gd name="connsiteY97" fmla="*/ 2286000 h 2870200"/>
              <a:gd name="connsiteX98" fmla="*/ 2234816 w 4114416"/>
              <a:gd name="connsiteY98" fmla="*/ 2235200 h 2870200"/>
              <a:gd name="connsiteX99" fmla="*/ 2251749 w 4114416"/>
              <a:gd name="connsiteY99" fmla="*/ 2514600 h 2870200"/>
              <a:gd name="connsiteX100" fmla="*/ 2277149 w 4114416"/>
              <a:gd name="connsiteY100" fmla="*/ 2565400 h 2870200"/>
              <a:gd name="connsiteX101" fmla="*/ 2285616 w 4114416"/>
              <a:gd name="connsiteY101" fmla="*/ 2489200 h 2870200"/>
              <a:gd name="connsiteX102" fmla="*/ 2302549 w 4114416"/>
              <a:gd name="connsiteY102" fmla="*/ 2421467 h 2870200"/>
              <a:gd name="connsiteX103" fmla="*/ 2311016 w 4114416"/>
              <a:gd name="connsiteY103" fmla="*/ 1718734 h 2870200"/>
              <a:gd name="connsiteX104" fmla="*/ 2336416 w 4114416"/>
              <a:gd name="connsiteY104" fmla="*/ 1811867 h 2870200"/>
              <a:gd name="connsiteX105" fmla="*/ 2361816 w 4114416"/>
              <a:gd name="connsiteY105" fmla="*/ 1871134 h 2870200"/>
              <a:gd name="connsiteX106" fmla="*/ 2387216 w 4114416"/>
              <a:gd name="connsiteY106" fmla="*/ 1938867 h 2870200"/>
              <a:gd name="connsiteX107" fmla="*/ 2395682 w 4114416"/>
              <a:gd name="connsiteY107" fmla="*/ 1972734 h 2870200"/>
              <a:gd name="connsiteX108" fmla="*/ 2404149 w 4114416"/>
              <a:gd name="connsiteY108" fmla="*/ 1574800 h 2870200"/>
              <a:gd name="connsiteX109" fmla="*/ 2429549 w 4114416"/>
              <a:gd name="connsiteY109" fmla="*/ 1236134 h 2870200"/>
              <a:gd name="connsiteX110" fmla="*/ 2446482 w 4114416"/>
              <a:gd name="connsiteY110" fmla="*/ 1092200 h 2870200"/>
              <a:gd name="connsiteX111" fmla="*/ 2454949 w 4114416"/>
              <a:gd name="connsiteY111" fmla="*/ 1066800 h 2870200"/>
              <a:gd name="connsiteX112" fmla="*/ 2463416 w 4114416"/>
              <a:gd name="connsiteY112" fmla="*/ 1092200 h 2870200"/>
              <a:gd name="connsiteX113" fmla="*/ 2480349 w 4114416"/>
              <a:gd name="connsiteY113" fmla="*/ 1117600 h 2870200"/>
              <a:gd name="connsiteX114" fmla="*/ 2488816 w 4114416"/>
              <a:gd name="connsiteY114" fmla="*/ 1227667 h 2870200"/>
              <a:gd name="connsiteX115" fmla="*/ 2514216 w 4114416"/>
              <a:gd name="connsiteY115" fmla="*/ 753534 h 2870200"/>
              <a:gd name="connsiteX116" fmla="*/ 2531149 w 4114416"/>
              <a:gd name="connsiteY116" fmla="*/ 685800 h 2870200"/>
              <a:gd name="connsiteX117" fmla="*/ 2539616 w 4114416"/>
              <a:gd name="connsiteY117" fmla="*/ 609600 h 2870200"/>
              <a:gd name="connsiteX118" fmla="*/ 2548082 w 4114416"/>
              <a:gd name="connsiteY118" fmla="*/ 558800 h 2870200"/>
              <a:gd name="connsiteX119" fmla="*/ 2565016 w 4114416"/>
              <a:gd name="connsiteY119" fmla="*/ 584200 h 2870200"/>
              <a:gd name="connsiteX120" fmla="*/ 2573482 w 4114416"/>
              <a:gd name="connsiteY120" fmla="*/ 778934 h 2870200"/>
              <a:gd name="connsiteX121" fmla="*/ 2615816 w 4114416"/>
              <a:gd name="connsiteY121" fmla="*/ 914400 h 2870200"/>
              <a:gd name="connsiteX122" fmla="*/ 2632749 w 4114416"/>
              <a:gd name="connsiteY122" fmla="*/ 973667 h 2870200"/>
              <a:gd name="connsiteX123" fmla="*/ 2649682 w 4114416"/>
              <a:gd name="connsiteY123" fmla="*/ 812800 h 2870200"/>
              <a:gd name="connsiteX124" fmla="*/ 2666616 w 4114416"/>
              <a:gd name="connsiteY124" fmla="*/ 694267 h 2870200"/>
              <a:gd name="connsiteX125" fmla="*/ 2692016 w 4114416"/>
              <a:gd name="connsiteY125" fmla="*/ 558800 h 2870200"/>
              <a:gd name="connsiteX126" fmla="*/ 2717416 w 4114416"/>
              <a:gd name="connsiteY126" fmla="*/ 321734 h 2870200"/>
              <a:gd name="connsiteX127" fmla="*/ 2734349 w 4114416"/>
              <a:gd name="connsiteY127" fmla="*/ 1058334 h 2870200"/>
              <a:gd name="connsiteX128" fmla="*/ 2760746 w 4114416"/>
              <a:gd name="connsiteY128" fmla="*/ 1023969 h 2870200"/>
              <a:gd name="connsiteX129" fmla="*/ 2810549 w 4114416"/>
              <a:gd name="connsiteY129" fmla="*/ 905934 h 2870200"/>
              <a:gd name="connsiteX130" fmla="*/ 2844416 w 4114416"/>
              <a:gd name="connsiteY130" fmla="*/ 855134 h 2870200"/>
              <a:gd name="connsiteX131" fmla="*/ 2869816 w 4114416"/>
              <a:gd name="connsiteY131" fmla="*/ 1422400 h 2870200"/>
              <a:gd name="connsiteX132" fmla="*/ 2878282 w 4114416"/>
              <a:gd name="connsiteY132" fmla="*/ 1388534 h 2870200"/>
              <a:gd name="connsiteX133" fmla="*/ 2895216 w 4114416"/>
              <a:gd name="connsiteY133" fmla="*/ 1363134 h 2870200"/>
              <a:gd name="connsiteX134" fmla="*/ 2920616 w 4114416"/>
              <a:gd name="connsiteY134" fmla="*/ 1278467 h 2870200"/>
              <a:gd name="connsiteX135" fmla="*/ 2937549 w 4114416"/>
              <a:gd name="connsiteY135" fmla="*/ 1320800 h 2870200"/>
              <a:gd name="connsiteX136" fmla="*/ 2954482 w 4114416"/>
              <a:gd name="connsiteY136" fmla="*/ 1388534 h 2870200"/>
              <a:gd name="connsiteX137" fmla="*/ 2971416 w 4114416"/>
              <a:gd name="connsiteY137" fmla="*/ 1422400 h 2870200"/>
              <a:gd name="connsiteX138" fmla="*/ 3013749 w 4114416"/>
              <a:gd name="connsiteY138" fmla="*/ 1540934 h 2870200"/>
              <a:gd name="connsiteX139" fmla="*/ 3030682 w 4114416"/>
              <a:gd name="connsiteY139" fmla="*/ 1566334 h 2870200"/>
              <a:gd name="connsiteX140" fmla="*/ 3064549 w 4114416"/>
              <a:gd name="connsiteY140" fmla="*/ 1718734 h 2870200"/>
              <a:gd name="connsiteX141" fmla="*/ 3089949 w 4114416"/>
              <a:gd name="connsiteY141" fmla="*/ 1761067 h 2870200"/>
              <a:gd name="connsiteX142" fmla="*/ 3123816 w 4114416"/>
              <a:gd name="connsiteY142" fmla="*/ 1879600 h 2870200"/>
              <a:gd name="connsiteX143" fmla="*/ 3115349 w 4114416"/>
              <a:gd name="connsiteY143" fmla="*/ 1913467 h 2870200"/>
              <a:gd name="connsiteX144" fmla="*/ 3127799 w 4114416"/>
              <a:gd name="connsiteY144" fmla="*/ 1901016 h 2870200"/>
              <a:gd name="connsiteX145" fmla="*/ 3106882 w 4114416"/>
              <a:gd name="connsiteY145" fmla="*/ 1888067 h 2870200"/>
              <a:gd name="connsiteX146" fmla="*/ 3132282 w 4114416"/>
              <a:gd name="connsiteY146" fmla="*/ 1871134 h 2870200"/>
              <a:gd name="connsiteX147" fmla="*/ 3140749 w 4114416"/>
              <a:gd name="connsiteY147" fmla="*/ 1769534 h 2870200"/>
              <a:gd name="connsiteX148" fmla="*/ 3157682 w 4114416"/>
              <a:gd name="connsiteY148" fmla="*/ 1710267 h 2870200"/>
              <a:gd name="connsiteX149" fmla="*/ 3166149 w 4114416"/>
              <a:gd name="connsiteY149" fmla="*/ 1684867 h 2870200"/>
              <a:gd name="connsiteX150" fmla="*/ 3191549 w 4114416"/>
              <a:gd name="connsiteY150" fmla="*/ 1676400 h 2870200"/>
              <a:gd name="connsiteX151" fmla="*/ 3200016 w 4114416"/>
              <a:gd name="connsiteY151" fmla="*/ 2006600 h 2870200"/>
              <a:gd name="connsiteX152" fmla="*/ 3208482 w 4114416"/>
              <a:gd name="connsiteY152" fmla="*/ 2048934 h 2870200"/>
              <a:gd name="connsiteX153" fmla="*/ 3216949 w 4114416"/>
              <a:gd name="connsiteY153" fmla="*/ 2099734 h 2870200"/>
              <a:gd name="connsiteX154" fmla="*/ 3233882 w 4114416"/>
              <a:gd name="connsiteY154" fmla="*/ 2048934 h 2870200"/>
              <a:gd name="connsiteX155" fmla="*/ 3242349 w 4114416"/>
              <a:gd name="connsiteY155" fmla="*/ 1998134 h 2870200"/>
              <a:gd name="connsiteX156" fmla="*/ 3276216 w 4114416"/>
              <a:gd name="connsiteY156" fmla="*/ 2353734 h 2870200"/>
              <a:gd name="connsiteX157" fmla="*/ 3301616 w 4114416"/>
              <a:gd name="connsiteY157" fmla="*/ 2387600 h 2870200"/>
              <a:gd name="connsiteX158" fmla="*/ 3310082 w 4114416"/>
              <a:gd name="connsiteY158" fmla="*/ 2497667 h 2870200"/>
              <a:gd name="connsiteX159" fmla="*/ 3327016 w 4114416"/>
              <a:gd name="connsiteY159" fmla="*/ 2531534 h 2870200"/>
              <a:gd name="connsiteX160" fmla="*/ 3343949 w 4114416"/>
              <a:gd name="connsiteY160" fmla="*/ 2599267 h 2870200"/>
              <a:gd name="connsiteX161" fmla="*/ 3369349 w 4114416"/>
              <a:gd name="connsiteY161" fmla="*/ 2667000 h 2870200"/>
              <a:gd name="connsiteX162" fmla="*/ 3411682 w 4114416"/>
              <a:gd name="connsiteY162" fmla="*/ 2810934 h 2870200"/>
              <a:gd name="connsiteX163" fmla="*/ 3437082 w 4114416"/>
              <a:gd name="connsiteY163" fmla="*/ 2870200 h 2870200"/>
              <a:gd name="connsiteX164" fmla="*/ 3462482 w 4114416"/>
              <a:gd name="connsiteY164" fmla="*/ 1828800 h 2870200"/>
              <a:gd name="connsiteX165" fmla="*/ 3461984 w 4114416"/>
              <a:gd name="connsiteY165" fmla="*/ 2090271 h 2870200"/>
              <a:gd name="connsiteX166" fmla="*/ 3487882 w 4114416"/>
              <a:gd name="connsiteY166" fmla="*/ 1735667 h 2870200"/>
              <a:gd name="connsiteX167" fmla="*/ 3513282 w 4114416"/>
              <a:gd name="connsiteY167" fmla="*/ 1651000 h 2870200"/>
              <a:gd name="connsiteX168" fmla="*/ 3521749 w 4114416"/>
              <a:gd name="connsiteY168" fmla="*/ 1701800 h 2870200"/>
              <a:gd name="connsiteX169" fmla="*/ 3525733 w 4114416"/>
              <a:gd name="connsiteY169" fmla="*/ 1875118 h 2870200"/>
              <a:gd name="connsiteX170" fmla="*/ 3547149 w 4114416"/>
              <a:gd name="connsiteY170" fmla="*/ 1752600 h 2870200"/>
              <a:gd name="connsiteX171" fmla="*/ 3555616 w 4114416"/>
              <a:gd name="connsiteY171" fmla="*/ 1693334 h 2870200"/>
              <a:gd name="connsiteX172" fmla="*/ 3597949 w 4114416"/>
              <a:gd name="connsiteY172" fmla="*/ 1608667 h 2870200"/>
              <a:gd name="connsiteX173" fmla="*/ 3614882 w 4114416"/>
              <a:gd name="connsiteY173" fmla="*/ 1566334 h 2870200"/>
              <a:gd name="connsiteX174" fmla="*/ 3657216 w 4114416"/>
              <a:gd name="connsiteY174" fmla="*/ 1464734 h 2870200"/>
              <a:gd name="connsiteX175" fmla="*/ 3661200 w 4114416"/>
              <a:gd name="connsiteY175" fmla="*/ 1373094 h 2870200"/>
              <a:gd name="connsiteX176" fmla="*/ 3682616 w 4114416"/>
              <a:gd name="connsiteY176" fmla="*/ 1363134 h 2870200"/>
              <a:gd name="connsiteX177" fmla="*/ 3699549 w 4114416"/>
              <a:gd name="connsiteY177" fmla="*/ 1320800 h 2870200"/>
              <a:gd name="connsiteX178" fmla="*/ 3694569 w 4114416"/>
              <a:gd name="connsiteY178" fmla="*/ 1151964 h 2870200"/>
              <a:gd name="connsiteX179" fmla="*/ 3741882 w 4114416"/>
              <a:gd name="connsiteY179" fmla="*/ 1227667 h 2870200"/>
              <a:gd name="connsiteX180" fmla="*/ 3750349 w 4114416"/>
              <a:gd name="connsiteY180" fmla="*/ 1176867 h 2870200"/>
              <a:gd name="connsiteX181" fmla="*/ 3767282 w 4114416"/>
              <a:gd name="connsiteY181" fmla="*/ 1126067 h 2870200"/>
              <a:gd name="connsiteX182" fmla="*/ 3775749 w 4114416"/>
              <a:gd name="connsiteY182" fmla="*/ 1058334 h 2870200"/>
              <a:gd name="connsiteX183" fmla="*/ 3784216 w 4114416"/>
              <a:gd name="connsiteY183" fmla="*/ 1270000 h 2870200"/>
              <a:gd name="connsiteX184" fmla="*/ 3813064 w 4114416"/>
              <a:gd name="connsiteY184" fmla="*/ 678606 h 2870200"/>
              <a:gd name="connsiteX185" fmla="*/ 3818082 w 4114416"/>
              <a:gd name="connsiteY185" fmla="*/ 558800 h 2870200"/>
              <a:gd name="connsiteX186" fmla="*/ 3835016 w 4114416"/>
              <a:gd name="connsiteY186" fmla="*/ 482600 h 2870200"/>
              <a:gd name="connsiteX187" fmla="*/ 3843482 w 4114416"/>
              <a:gd name="connsiteY187" fmla="*/ 533400 h 2870200"/>
              <a:gd name="connsiteX188" fmla="*/ 3860416 w 4114416"/>
              <a:gd name="connsiteY188" fmla="*/ 660400 h 2870200"/>
              <a:gd name="connsiteX189" fmla="*/ 3868882 w 4114416"/>
              <a:gd name="connsiteY189" fmla="*/ 702734 h 2870200"/>
              <a:gd name="connsiteX190" fmla="*/ 3885816 w 4114416"/>
              <a:gd name="connsiteY190" fmla="*/ 736600 h 2870200"/>
              <a:gd name="connsiteX191" fmla="*/ 3902749 w 4114416"/>
              <a:gd name="connsiteY191" fmla="*/ 702734 h 2870200"/>
              <a:gd name="connsiteX192" fmla="*/ 3962016 w 4114416"/>
              <a:gd name="connsiteY192" fmla="*/ 482600 h 2870200"/>
              <a:gd name="connsiteX193" fmla="*/ 3978949 w 4114416"/>
              <a:gd name="connsiteY193" fmla="*/ 457200 h 2870200"/>
              <a:gd name="connsiteX194" fmla="*/ 4004349 w 4114416"/>
              <a:gd name="connsiteY194" fmla="*/ 177800 h 2870200"/>
              <a:gd name="connsiteX195" fmla="*/ 4029749 w 4114416"/>
              <a:gd name="connsiteY195" fmla="*/ 135467 h 2870200"/>
              <a:gd name="connsiteX196" fmla="*/ 4038216 w 4114416"/>
              <a:gd name="connsiteY196" fmla="*/ 101600 h 2870200"/>
              <a:gd name="connsiteX197" fmla="*/ 4046682 w 4114416"/>
              <a:gd name="connsiteY197" fmla="*/ 76200 h 2870200"/>
              <a:gd name="connsiteX198" fmla="*/ 4055149 w 4114416"/>
              <a:gd name="connsiteY198" fmla="*/ 110067 h 2870200"/>
              <a:gd name="connsiteX199" fmla="*/ 4072082 w 4114416"/>
              <a:gd name="connsiteY199" fmla="*/ 160867 h 2870200"/>
              <a:gd name="connsiteX200" fmla="*/ 4114416 w 4114416"/>
              <a:gd name="connsiteY200" fmla="*/ 0 h 2870200"/>
              <a:gd name="connsiteX0" fmla="*/ 0 w 4114416"/>
              <a:gd name="connsiteY0" fmla="*/ 735359 h 2870200"/>
              <a:gd name="connsiteX1" fmla="*/ 22363 w 4114416"/>
              <a:gd name="connsiteY1" fmla="*/ 647092 h 2870200"/>
              <a:gd name="connsiteX2" fmla="*/ 53451 w 4114416"/>
              <a:gd name="connsiteY2" fmla="*/ 567267 h 2870200"/>
              <a:gd name="connsiteX3" fmla="*/ 61790 w 4114416"/>
              <a:gd name="connsiteY3" fmla="*/ 828517 h 2870200"/>
              <a:gd name="connsiteX4" fmla="*/ 57549 w 4114416"/>
              <a:gd name="connsiteY4" fmla="*/ 1083293 h 2870200"/>
              <a:gd name="connsiteX5" fmla="*/ 55282 w 4114416"/>
              <a:gd name="connsiteY5" fmla="*/ 1212385 h 2870200"/>
              <a:gd name="connsiteX6" fmla="*/ 69873 w 4114416"/>
              <a:gd name="connsiteY6" fmla="*/ 1401791 h 2870200"/>
              <a:gd name="connsiteX7" fmla="*/ 112335 w 4114416"/>
              <a:gd name="connsiteY7" fmla="*/ 1209517 h 2870200"/>
              <a:gd name="connsiteX8" fmla="*/ 135082 w 4114416"/>
              <a:gd name="connsiteY8" fmla="*/ 1100667 h 2870200"/>
              <a:gd name="connsiteX9" fmla="*/ 168949 w 4114416"/>
              <a:gd name="connsiteY9" fmla="*/ 999067 h 2870200"/>
              <a:gd name="connsiteX10" fmla="*/ 185882 w 4114416"/>
              <a:gd name="connsiteY10" fmla="*/ 948267 h 2870200"/>
              <a:gd name="connsiteX11" fmla="*/ 202816 w 4114416"/>
              <a:gd name="connsiteY11" fmla="*/ 1134534 h 2870200"/>
              <a:gd name="connsiteX12" fmla="*/ 219749 w 4114416"/>
              <a:gd name="connsiteY12" fmla="*/ 1464734 h 2870200"/>
              <a:gd name="connsiteX13" fmla="*/ 279016 w 4114416"/>
              <a:gd name="connsiteY13" fmla="*/ 1363134 h 2870200"/>
              <a:gd name="connsiteX14" fmla="*/ 304416 w 4114416"/>
              <a:gd name="connsiteY14" fmla="*/ 1371600 h 2870200"/>
              <a:gd name="connsiteX15" fmla="*/ 312882 w 4114416"/>
              <a:gd name="connsiteY15" fmla="*/ 2243667 h 2870200"/>
              <a:gd name="connsiteX16" fmla="*/ 338282 w 4114416"/>
              <a:gd name="connsiteY16" fmla="*/ 2201334 h 2870200"/>
              <a:gd name="connsiteX17" fmla="*/ 346749 w 4114416"/>
              <a:gd name="connsiteY17" fmla="*/ 2150534 h 2870200"/>
              <a:gd name="connsiteX18" fmla="*/ 371651 w 4114416"/>
              <a:gd name="connsiteY18" fmla="*/ 2376146 h 2870200"/>
              <a:gd name="connsiteX19" fmla="*/ 389082 w 4114416"/>
              <a:gd name="connsiteY19" fmla="*/ 2082800 h 2870200"/>
              <a:gd name="connsiteX20" fmla="*/ 414981 w 4114416"/>
              <a:gd name="connsiteY20" fmla="*/ 1792444 h 2870200"/>
              <a:gd name="connsiteX21" fmla="*/ 422949 w 4114416"/>
              <a:gd name="connsiteY21" fmla="*/ 2032000 h 2870200"/>
              <a:gd name="connsiteX22" fmla="*/ 453908 w 4114416"/>
              <a:gd name="connsiteY22" fmla="*/ 1990884 h 2870200"/>
              <a:gd name="connsiteX23" fmla="*/ 465282 w 4114416"/>
              <a:gd name="connsiteY23" fmla="*/ 1752600 h 2870200"/>
              <a:gd name="connsiteX24" fmla="*/ 490682 w 4114416"/>
              <a:gd name="connsiteY24" fmla="*/ 1651000 h 2870200"/>
              <a:gd name="connsiteX25" fmla="*/ 516082 w 4114416"/>
              <a:gd name="connsiteY25" fmla="*/ 1710267 h 2870200"/>
              <a:gd name="connsiteX26" fmla="*/ 524549 w 4114416"/>
              <a:gd name="connsiteY26" fmla="*/ 1851666 h 2870200"/>
              <a:gd name="connsiteX27" fmla="*/ 558416 w 4114416"/>
              <a:gd name="connsiteY27" fmla="*/ 1820334 h 2870200"/>
              <a:gd name="connsiteX28" fmla="*/ 583816 w 4114416"/>
              <a:gd name="connsiteY28" fmla="*/ 1938867 h 2870200"/>
              <a:gd name="connsiteX29" fmla="*/ 600749 w 4114416"/>
              <a:gd name="connsiteY29" fmla="*/ 1998134 h 2870200"/>
              <a:gd name="connsiteX30" fmla="*/ 643082 w 4114416"/>
              <a:gd name="connsiteY30" fmla="*/ 1786467 h 2870200"/>
              <a:gd name="connsiteX31" fmla="*/ 668482 w 4114416"/>
              <a:gd name="connsiteY31" fmla="*/ 1718734 h 2870200"/>
              <a:gd name="connsiteX32" fmla="*/ 685416 w 4114416"/>
              <a:gd name="connsiteY32" fmla="*/ 1617134 h 2870200"/>
              <a:gd name="connsiteX33" fmla="*/ 702349 w 4114416"/>
              <a:gd name="connsiteY33" fmla="*/ 1557867 h 2870200"/>
              <a:gd name="connsiteX34" fmla="*/ 710816 w 4114416"/>
              <a:gd name="connsiteY34" fmla="*/ 1524000 h 2870200"/>
              <a:gd name="connsiteX35" fmla="*/ 727749 w 4114416"/>
              <a:gd name="connsiteY35" fmla="*/ 1312334 h 2870200"/>
              <a:gd name="connsiteX36" fmla="*/ 744682 w 4114416"/>
              <a:gd name="connsiteY36" fmla="*/ 1380067 h 2870200"/>
              <a:gd name="connsiteX37" fmla="*/ 761616 w 4114416"/>
              <a:gd name="connsiteY37" fmla="*/ 1532467 h 2870200"/>
              <a:gd name="connsiteX38" fmla="*/ 778549 w 4114416"/>
              <a:gd name="connsiteY38" fmla="*/ 1566334 h 2870200"/>
              <a:gd name="connsiteX39" fmla="*/ 820882 w 4114416"/>
              <a:gd name="connsiteY39" fmla="*/ 1430867 h 2870200"/>
              <a:gd name="connsiteX40" fmla="*/ 854749 w 4114416"/>
              <a:gd name="connsiteY40" fmla="*/ 1388534 h 2870200"/>
              <a:gd name="connsiteX41" fmla="*/ 863216 w 4114416"/>
              <a:gd name="connsiteY41" fmla="*/ 1498600 h 2870200"/>
              <a:gd name="connsiteX42" fmla="*/ 888616 w 4114416"/>
              <a:gd name="connsiteY42" fmla="*/ 1811867 h 2870200"/>
              <a:gd name="connsiteX43" fmla="*/ 897082 w 4114416"/>
              <a:gd name="connsiteY43" fmla="*/ 1642534 h 2870200"/>
              <a:gd name="connsiteX44" fmla="*/ 930949 w 4114416"/>
              <a:gd name="connsiteY44" fmla="*/ 1557867 h 2870200"/>
              <a:gd name="connsiteX45" fmla="*/ 939416 w 4114416"/>
              <a:gd name="connsiteY45" fmla="*/ 2006600 h 2870200"/>
              <a:gd name="connsiteX46" fmla="*/ 964816 w 4114416"/>
              <a:gd name="connsiteY46" fmla="*/ 2116667 h 2870200"/>
              <a:gd name="connsiteX47" fmla="*/ 973282 w 4114416"/>
              <a:gd name="connsiteY47" fmla="*/ 1948424 h 2870200"/>
              <a:gd name="connsiteX48" fmla="*/ 990216 w 4114416"/>
              <a:gd name="connsiteY48" fmla="*/ 1794934 h 2870200"/>
              <a:gd name="connsiteX49" fmla="*/ 998682 w 4114416"/>
              <a:gd name="connsiteY49" fmla="*/ 1761067 h 2870200"/>
              <a:gd name="connsiteX50" fmla="*/ 1015616 w 4114416"/>
              <a:gd name="connsiteY50" fmla="*/ 1871134 h 2870200"/>
              <a:gd name="connsiteX51" fmla="*/ 1032549 w 4114416"/>
              <a:gd name="connsiteY51" fmla="*/ 1947334 h 2870200"/>
              <a:gd name="connsiteX52" fmla="*/ 1049482 w 4114416"/>
              <a:gd name="connsiteY52" fmla="*/ 2040467 h 2870200"/>
              <a:gd name="connsiteX53" fmla="*/ 1074882 w 4114416"/>
              <a:gd name="connsiteY53" fmla="*/ 2108200 h 2870200"/>
              <a:gd name="connsiteX54" fmla="*/ 1083349 w 4114416"/>
              <a:gd name="connsiteY54" fmla="*/ 2150534 h 2870200"/>
              <a:gd name="connsiteX55" fmla="*/ 1125682 w 4114416"/>
              <a:gd name="connsiteY55" fmla="*/ 2209800 h 2870200"/>
              <a:gd name="connsiteX56" fmla="*/ 1134149 w 4114416"/>
              <a:gd name="connsiteY56" fmla="*/ 2108200 h 2870200"/>
              <a:gd name="connsiteX57" fmla="*/ 1184949 w 4114416"/>
              <a:gd name="connsiteY57" fmla="*/ 1989667 h 2870200"/>
              <a:gd name="connsiteX58" fmla="*/ 1235749 w 4114416"/>
              <a:gd name="connsiteY58" fmla="*/ 1913467 h 2870200"/>
              <a:gd name="connsiteX59" fmla="*/ 1244216 w 4114416"/>
              <a:gd name="connsiteY59" fmla="*/ 2167467 h 2870200"/>
              <a:gd name="connsiteX60" fmla="*/ 1261149 w 4114416"/>
              <a:gd name="connsiteY60" fmla="*/ 2082800 h 2870200"/>
              <a:gd name="connsiteX61" fmla="*/ 1269616 w 4114416"/>
              <a:gd name="connsiteY61" fmla="*/ 2015067 h 2870200"/>
              <a:gd name="connsiteX62" fmla="*/ 1311949 w 4114416"/>
              <a:gd name="connsiteY62" fmla="*/ 1854200 h 2870200"/>
              <a:gd name="connsiteX63" fmla="*/ 1320416 w 4114416"/>
              <a:gd name="connsiteY63" fmla="*/ 1803400 h 2870200"/>
              <a:gd name="connsiteX64" fmla="*/ 1345816 w 4114416"/>
              <a:gd name="connsiteY64" fmla="*/ 1701800 h 2870200"/>
              <a:gd name="connsiteX65" fmla="*/ 1371216 w 4114416"/>
              <a:gd name="connsiteY65" fmla="*/ 1718734 h 2870200"/>
              <a:gd name="connsiteX66" fmla="*/ 1379682 w 4114416"/>
              <a:gd name="connsiteY66" fmla="*/ 1744134 h 2870200"/>
              <a:gd name="connsiteX67" fmla="*/ 1405082 w 4114416"/>
              <a:gd name="connsiteY67" fmla="*/ 1828800 h 2870200"/>
              <a:gd name="connsiteX68" fmla="*/ 1422016 w 4114416"/>
              <a:gd name="connsiteY68" fmla="*/ 1879600 h 2870200"/>
              <a:gd name="connsiteX69" fmla="*/ 1430482 w 4114416"/>
              <a:gd name="connsiteY69" fmla="*/ 1913467 h 2870200"/>
              <a:gd name="connsiteX70" fmla="*/ 1455882 w 4114416"/>
              <a:gd name="connsiteY70" fmla="*/ 1947334 h 2870200"/>
              <a:gd name="connsiteX71" fmla="*/ 1472816 w 4114416"/>
              <a:gd name="connsiteY71" fmla="*/ 1938867 h 2870200"/>
              <a:gd name="connsiteX72" fmla="*/ 1515149 w 4114416"/>
              <a:gd name="connsiteY72" fmla="*/ 1803400 h 2870200"/>
              <a:gd name="connsiteX73" fmla="*/ 1574416 w 4114416"/>
              <a:gd name="connsiteY73" fmla="*/ 1651000 h 2870200"/>
              <a:gd name="connsiteX74" fmla="*/ 1582882 w 4114416"/>
              <a:gd name="connsiteY74" fmla="*/ 1591734 h 2870200"/>
              <a:gd name="connsiteX75" fmla="*/ 1599816 w 4114416"/>
              <a:gd name="connsiteY75" fmla="*/ 1566334 h 2870200"/>
              <a:gd name="connsiteX76" fmla="*/ 1608282 w 4114416"/>
              <a:gd name="connsiteY76" fmla="*/ 1524000 h 2870200"/>
              <a:gd name="connsiteX77" fmla="*/ 1616749 w 4114416"/>
              <a:gd name="connsiteY77" fmla="*/ 1498600 h 2870200"/>
              <a:gd name="connsiteX78" fmla="*/ 1633682 w 4114416"/>
              <a:gd name="connsiteY78" fmla="*/ 1524000 h 2870200"/>
              <a:gd name="connsiteX79" fmla="*/ 1659082 w 4114416"/>
              <a:gd name="connsiteY79" fmla="*/ 1490134 h 2870200"/>
              <a:gd name="connsiteX80" fmla="*/ 1684482 w 4114416"/>
              <a:gd name="connsiteY80" fmla="*/ 1388534 h 2870200"/>
              <a:gd name="connsiteX81" fmla="*/ 1743749 w 4114416"/>
              <a:gd name="connsiteY81" fmla="*/ 1286934 h 2870200"/>
              <a:gd name="connsiteX82" fmla="*/ 1794549 w 4114416"/>
              <a:gd name="connsiteY82" fmla="*/ 1176867 h 2870200"/>
              <a:gd name="connsiteX83" fmla="*/ 1819949 w 4114416"/>
              <a:gd name="connsiteY83" fmla="*/ 1202267 h 2870200"/>
              <a:gd name="connsiteX84" fmla="*/ 1828416 w 4114416"/>
              <a:gd name="connsiteY84" fmla="*/ 1227667 h 2870200"/>
              <a:gd name="connsiteX85" fmla="*/ 1845349 w 4114416"/>
              <a:gd name="connsiteY85" fmla="*/ 1261534 h 2870200"/>
              <a:gd name="connsiteX86" fmla="*/ 1887682 w 4114416"/>
              <a:gd name="connsiteY86" fmla="*/ 1422400 h 2870200"/>
              <a:gd name="connsiteX87" fmla="*/ 1938482 w 4114416"/>
              <a:gd name="connsiteY87" fmla="*/ 1600200 h 2870200"/>
              <a:gd name="connsiteX88" fmla="*/ 1989282 w 4114416"/>
              <a:gd name="connsiteY88" fmla="*/ 1744134 h 2870200"/>
              <a:gd name="connsiteX89" fmla="*/ 2006216 w 4114416"/>
              <a:gd name="connsiteY89" fmla="*/ 1498600 h 2870200"/>
              <a:gd name="connsiteX90" fmla="*/ 2023149 w 4114416"/>
              <a:gd name="connsiteY90" fmla="*/ 1464734 h 2870200"/>
              <a:gd name="connsiteX91" fmla="*/ 2031616 w 4114416"/>
              <a:gd name="connsiteY91" fmla="*/ 1439334 h 2870200"/>
              <a:gd name="connsiteX92" fmla="*/ 2082416 w 4114416"/>
              <a:gd name="connsiteY92" fmla="*/ 2032000 h 2870200"/>
              <a:gd name="connsiteX93" fmla="*/ 2090882 w 4114416"/>
              <a:gd name="connsiteY93" fmla="*/ 2150534 h 2870200"/>
              <a:gd name="connsiteX94" fmla="*/ 2099349 w 4114416"/>
              <a:gd name="connsiteY94" fmla="*/ 2489200 h 2870200"/>
              <a:gd name="connsiteX95" fmla="*/ 2133216 w 4114416"/>
              <a:gd name="connsiteY95" fmla="*/ 2421467 h 2870200"/>
              <a:gd name="connsiteX96" fmla="*/ 2175549 w 4114416"/>
              <a:gd name="connsiteY96" fmla="*/ 2319867 h 2870200"/>
              <a:gd name="connsiteX97" fmla="*/ 2200949 w 4114416"/>
              <a:gd name="connsiteY97" fmla="*/ 2286000 h 2870200"/>
              <a:gd name="connsiteX98" fmla="*/ 2234816 w 4114416"/>
              <a:gd name="connsiteY98" fmla="*/ 2235200 h 2870200"/>
              <a:gd name="connsiteX99" fmla="*/ 2251749 w 4114416"/>
              <a:gd name="connsiteY99" fmla="*/ 2514600 h 2870200"/>
              <a:gd name="connsiteX100" fmla="*/ 2277149 w 4114416"/>
              <a:gd name="connsiteY100" fmla="*/ 2565400 h 2870200"/>
              <a:gd name="connsiteX101" fmla="*/ 2285616 w 4114416"/>
              <a:gd name="connsiteY101" fmla="*/ 2489200 h 2870200"/>
              <a:gd name="connsiteX102" fmla="*/ 2302549 w 4114416"/>
              <a:gd name="connsiteY102" fmla="*/ 2421467 h 2870200"/>
              <a:gd name="connsiteX103" fmla="*/ 2311016 w 4114416"/>
              <a:gd name="connsiteY103" fmla="*/ 1718734 h 2870200"/>
              <a:gd name="connsiteX104" fmla="*/ 2336416 w 4114416"/>
              <a:gd name="connsiteY104" fmla="*/ 1811867 h 2870200"/>
              <a:gd name="connsiteX105" fmla="*/ 2361816 w 4114416"/>
              <a:gd name="connsiteY105" fmla="*/ 1871134 h 2870200"/>
              <a:gd name="connsiteX106" fmla="*/ 2387216 w 4114416"/>
              <a:gd name="connsiteY106" fmla="*/ 1938867 h 2870200"/>
              <a:gd name="connsiteX107" fmla="*/ 2395682 w 4114416"/>
              <a:gd name="connsiteY107" fmla="*/ 1972734 h 2870200"/>
              <a:gd name="connsiteX108" fmla="*/ 2404149 w 4114416"/>
              <a:gd name="connsiteY108" fmla="*/ 1574800 h 2870200"/>
              <a:gd name="connsiteX109" fmla="*/ 2429549 w 4114416"/>
              <a:gd name="connsiteY109" fmla="*/ 1236134 h 2870200"/>
              <a:gd name="connsiteX110" fmla="*/ 2446482 w 4114416"/>
              <a:gd name="connsiteY110" fmla="*/ 1092200 h 2870200"/>
              <a:gd name="connsiteX111" fmla="*/ 2454949 w 4114416"/>
              <a:gd name="connsiteY111" fmla="*/ 1066800 h 2870200"/>
              <a:gd name="connsiteX112" fmla="*/ 2463416 w 4114416"/>
              <a:gd name="connsiteY112" fmla="*/ 1092200 h 2870200"/>
              <a:gd name="connsiteX113" fmla="*/ 2480349 w 4114416"/>
              <a:gd name="connsiteY113" fmla="*/ 1117600 h 2870200"/>
              <a:gd name="connsiteX114" fmla="*/ 2488816 w 4114416"/>
              <a:gd name="connsiteY114" fmla="*/ 1227667 h 2870200"/>
              <a:gd name="connsiteX115" fmla="*/ 2514216 w 4114416"/>
              <a:gd name="connsiteY115" fmla="*/ 753534 h 2870200"/>
              <a:gd name="connsiteX116" fmla="*/ 2531149 w 4114416"/>
              <a:gd name="connsiteY116" fmla="*/ 685800 h 2870200"/>
              <a:gd name="connsiteX117" fmla="*/ 2539616 w 4114416"/>
              <a:gd name="connsiteY117" fmla="*/ 609600 h 2870200"/>
              <a:gd name="connsiteX118" fmla="*/ 2548082 w 4114416"/>
              <a:gd name="connsiteY118" fmla="*/ 558800 h 2870200"/>
              <a:gd name="connsiteX119" fmla="*/ 2565016 w 4114416"/>
              <a:gd name="connsiteY119" fmla="*/ 584200 h 2870200"/>
              <a:gd name="connsiteX120" fmla="*/ 2573482 w 4114416"/>
              <a:gd name="connsiteY120" fmla="*/ 778934 h 2870200"/>
              <a:gd name="connsiteX121" fmla="*/ 2615816 w 4114416"/>
              <a:gd name="connsiteY121" fmla="*/ 914400 h 2870200"/>
              <a:gd name="connsiteX122" fmla="*/ 2632749 w 4114416"/>
              <a:gd name="connsiteY122" fmla="*/ 973667 h 2870200"/>
              <a:gd name="connsiteX123" fmla="*/ 2649682 w 4114416"/>
              <a:gd name="connsiteY123" fmla="*/ 812800 h 2870200"/>
              <a:gd name="connsiteX124" fmla="*/ 2666616 w 4114416"/>
              <a:gd name="connsiteY124" fmla="*/ 694267 h 2870200"/>
              <a:gd name="connsiteX125" fmla="*/ 2692016 w 4114416"/>
              <a:gd name="connsiteY125" fmla="*/ 558800 h 2870200"/>
              <a:gd name="connsiteX126" fmla="*/ 2717416 w 4114416"/>
              <a:gd name="connsiteY126" fmla="*/ 321734 h 2870200"/>
              <a:gd name="connsiteX127" fmla="*/ 2734349 w 4114416"/>
              <a:gd name="connsiteY127" fmla="*/ 1058334 h 2870200"/>
              <a:gd name="connsiteX128" fmla="*/ 2760746 w 4114416"/>
              <a:gd name="connsiteY128" fmla="*/ 1023969 h 2870200"/>
              <a:gd name="connsiteX129" fmla="*/ 2810549 w 4114416"/>
              <a:gd name="connsiteY129" fmla="*/ 905934 h 2870200"/>
              <a:gd name="connsiteX130" fmla="*/ 2844416 w 4114416"/>
              <a:gd name="connsiteY130" fmla="*/ 855134 h 2870200"/>
              <a:gd name="connsiteX131" fmla="*/ 2869816 w 4114416"/>
              <a:gd name="connsiteY131" fmla="*/ 1422400 h 2870200"/>
              <a:gd name="connsiteX132" fmla="*/ 2878282 w 4114416"/>
              <a:gd name="connsiteY132" fmla="*/ 1388534 h 2870200"/>
              <a:gd name="connsiteX133" fmla="*/ 2895216 w 4114416"/>
              <a:gd name="connsiteY133" fmla="*/ 1363134 h 2870200"/>
              <a:gd name="connsiteX134" fmla="*/ 2920616 w 4114416"/>
              <a:gd name="connsiteY134" fmla="*/ 1278467 h 2870200"/>
              <a:gd name="connsiteX135" fmla="*/ 2937549 w 4114416"/>
              <a:gd name="connsiteY135" fmla="*/ 1320800 h 2870200"/>
              <a:gd name="connsiteX136" fmla="*/ 2954482 w 4114416"/>
              <a:gd name="connsiteY136" fmla="*/ 1388534 h 2870200"/>
              <a:gd name="connsiteX137" fmla="*/ 2971416 w 4114416"/>
              <a:gd name="connsiteY137" fmla="*/ 1422400 h 2870200"/>
              <a:gd name="connsiteX138" fmla="*/ 3013749 w 4114416"/>
              <a:gd name="connsiteY138" fmla="*/ 1540934 h 2870200"/>
              <a:gd name="connsiteX139" fmla="*/ 3030682 w 4114416"/>
              <a:gd name="connsiteY139" fmla="*/ 1566334 h 2870200"/>
              <a:gd name="connsiteX140" fmla="*/ 3064549 w 4114416"/>
              <a:gd name="connsiteY140" fmla="*/ 1718734 h 2870200"/>
              <a:gd name="connsiteX141" fmla="*/ 3089949 w 4114416"/>
              <a:gd name="connsiteY141" fmla="*/ 1761067 h 2870200"/>
              <a:gd name="connsiteX142" fmla="*/ 3123816 w 4114416"/>
              <a:gd name="connsiteY142" fmla="*/ 1879600 h 2870200"/>
              <a:gd name="connsiteX143" fmla="*/ 3115349 w 4114416"/>
              <a:gd name="connsiteY143" fmla="*/ 1913467 h 2870200"/>
              <a:gd name="connsiteX144" fmla="*/ 3127799 w 4114416"/>
              <a:gd name="connsiteY144" fmla="*/ 1901016 h 2870200"/>
              <a:gd name="connsiteX145" fmla="*/ 3106882 w 4114416"/>
              <a:gd name="connsiteY145" fmla="*/ 1888067 h 2870200"/>
              <a:gd name="connsiteX146" fmla="*/ 3132282 w 4114416"/>
              <a:gd name="connsiteY146" fmla="*/ 1871134 h 2870200"/>
              <a:gd name="connsiteX147" fmla="*/ 3140749 w 4114416"/>
              <a:gd name="connsiteY147" fmla="*/ 1769534 h 2870200"/>
              <a:gd name="connsiteX148" fmla="*/ 3157682 w 4114416"/>
              <a:gd name="connsiteY148" fmla="*/ 1710267 h 2870200"/>
              <a:gd name="connsiteX149" fmla="*/ 3166149 w 4114416"/>
              <a:gd name="connsiteY149" fmla="*/ 1684867 h 2870200"/>
              <a:gd name="connsiteX150" fmla="*/ 3191549 w 4114416"/>
              <a:gd name="connsiteY150" fmla="*/ 1676400 h 2870200"/>
              <a:gd name="connsiteX151" fmla="*/ 3200016 w 4114416"/>
              <a:gd name="connsiteY151" fmla="*/ 2006600 h 2870200"/>
              <a:gd name="connsiteX152" fmla="*/ 3208482 w 4114416"/>
              <a:gd name="connsiteY152" fmla="*/ 2048934 h 2870200"/>
              <a:gd name="connsiteX153" fmla="*/ 3216949 w 4114416"/>
              <a:gd name="connsiteY153" fmla="*/ 2099734 h 2870200"/>
              <a:gd name="connsiteX154" fmla="*/ 3233882 w 4114416"/>
              <a:gd name="connsiteY154" fmla="*/ 2048934 h 2870200"/>
              <a:gd name="connsiteX155" fmla="*/ 3242349 w 4114416"/>
              <a:gd name="connsiteY155" fmla="*/ 1998134 h 2870200"/>
              <a:gd name="connsiteX156" fmla="*/ 3276216 w 4114416"/>
              <a:gd name="connsiteY156" fmla="*/ 2353734 h 2870200"/>
              <a:gd name="connsiteX157" fmla="*/ 3301616 w 4114416"/>
              <a:gd name="connsiteY157" fmla="*/ 2387600 h 2870200"/>
              <a:gd name="connsiteX158" fmla="*/ 3310082 w 4114416"/>
              <a:gd name="connsiteY158" fmla="*/ 2497667 h 2870200"/>
              <a:gd name="connsiteX159" fmla="*/ 3327016 w 4114416"/>
              <a:gd name="connsiteY159" fmla="*/ 2531534 h 2870200"/>
              <a:gd name="connsiteX160" fmla="*/ 3343949 w 4114416"/>
              <a:gd name="connsiteY160" fmla="*/ 2599267 h 2870200"/>
              <a:gd name="connsiteX161" fmla="*/ 3369349 w 4114416"/>
              <a:gd name="connsiteY161" fmla="*/ 2667000 h 2870200"/>
              <a:gd name="connsiteX162" fmla="*/ 3411682 w 4114416"/>
              <a:gd name="connsiteY162" fmla="*/ 2810934 h 2870200"/>
              <a:gd name="connsiteX163" fmla="*/ 3437082 w 4114416"/>
              <a:gd name="connsiteY163" fmla="*/ 2870200 h 2870200"/>
              <a:gd name="connsiteX164" fmla="*/ 3462482 w 4114416"/>
              <a:gd name="connsiteY164" fmla="*/ 1828800 h 2870200"/>
              <a:gd name="connsiteX165" fmla="*/ 3461984 w 4114416"/>
              <a:gd name="connsiteY165" fmla="*/ 2090271 h 2870200"/>
              <a:gd name="connsiteX166" fmla="*/ 3487882 w 4114416"/>
              <a:gd name="connsiteY166" fmla="*/ 1735667 h 2870200"/>
              <a:gd name="connsiteX167" fmla="*/ 3513282 w 4114416"/>
              <a:gd name="connsiteY167" fmla="*/ 1651000 h 2870200"/>
              <a:gd name="connsiteX168" fmla="*/ 3521749 w 4114416"/>
              <a:gd name="connsiteY168" fmla="*/ 1701800 h 2870200"/>
              <a:gd name="connsiteX169" fmla="*/ 3525733 w 4114416"/>
              <a:gd name="connsiteY169" fmla="*/ 1875118 h 2870200"/>
              <a:gd name="connsiteX170" fmla="*/ 3547149 w 4114416"/>
              <a:gd name="connsiteY170" fmla="*/ 1752600 h 2870200"/>
              <a:gd name="connsiteX171" fmla="*/ 3555616 w 4114416"/>
              <a:gd name="connsiteY171" fmla="*/ 1693334 h 2870200"/>
              <a:gd name="connsiteX172" fmla="*/ 3597949 w 4114416"/>
              <a:gd name="connsiteY172" fmla="*/ 1608667 h 2870200"/>
              <a:gd name="connsiteX173" fmla="*/ 3614882 w 4114416"/>
              <a:gd name="connsiteY173" fmla="*/ 1566334 h 2870200"/>
              <a:gd name="connsiteX174" fmla="*/ 3657216 w 4114416"/>
              <a:gd name="connsiteY174" fmla="*/ 1464734 h 2870200"/>
              <a:gd name="connsiteX175" fmla="*/ 3661200 w 4114416"/>
              <a:gd name="connsiteY175" fmla="*/ 1373094 h 2870200"/>
              <a:gd name="connsiteX176" fmla="*/ 3682616 w 4114416"/>
              <a:gd name="connsiteY176" fmla="*/ 1363134 h 2870200"/>
              <a:gd name="connsiteX177" fmla="*/ 3699549 w 4114416"/>
              <a:gd name="connsiteY177" fmla="*/ 1320800 h 2870200"/>
              <a:gd name="connsiteX178" fmla="*/ 3694569 w 4114416"/>
              <a:gd name="connsiteY178" fmla="*/ 1151964 h 2870200"/>
              <a:gd name="connsiteX179" fmla="*/ 3741882 w 4114416"/>
              <a:gd name="connsiteY179" fmla="*/ 1227667 h 2870200"/>
              <a:gd name="connsiteX180" fmla="*/ 3750349 w 4114416"/>
              <a:gd name="connsiteY180" fmla="*/ 1176867 h 2870200"/>
              <a:gd name="connsiteX181" fmla="*/ 3767282 w 4114416"/>
              <a:gd name="connsiteY181" fmla="*/ 1126067 h 2870200"/>
              <a:gd name="connsiteX182" fmla="*/ 3775749 w 4114416"/>
              <a:gd name="connsiteY182" fmla="*/ 1058334 h 2870200"/>
              <a:gd name="connsiteX183" fmla="*/ 3784216 w 4114416"/>
              <a:gd name="connsiteY183" fmla="*/ 1270000 h 2870200"/>
              <a:gd name="connsiteX184" fmla="*/ 3813064 w 4114416"/>
              <a:gd name="connsiteY184" fmla="*/ 678606 h 2870200"/>
              <a:gd name="connsiteX185" fmla="*/ 3818082 w 4114416"/>
              <a:gd name="connsiteY185" fmla="*/ 558800 h 2870200"/>
              <a:gd name="connsiteX186" fmla="*/ 3835016 w 4114416"/>
              <a:gd name="connsiteY186" fmla="*/ 482600 h 2870200"/>
              <a:gd name="connsiteX187" fmla="*/ 3843482 w 4114416"/>
              <a:gd name="connsiteY187" fmla="*/ 533400 h 2870200"/>
              <a:gd name="connsiteX188" fmla="*/ 3860416 w 4114416"/>
              <a:gd name="connsiteY188" fmla="*/ 660400 h 2870200"/>
              <a:gd name="connsiteX189" fmla="*/ 3868882 w 4114416"/>
              <a:gd name="connsiteY189" fmla="*/ 702734 h 2870200"/>
              <a:gd name="connsiteX190" fmla="*/ 3885816 w 4114416"/>
              <a:gd name="connsiteY190" fmla="*/ 736600 h 2870200"/>
              <a:gd name="connsiteX191" fmla="*/ 3902749 w 4114416"/>
              <a:gd name="connsiteY191" fmla="*/ 702734 h 2870200"/>
              <a:gd name="connsiteX192" fmla="*/ 3962016 w 4114416"/>
              <a:gd name="connsiteY192" fmla="*/ 482600 h 2870200"/>
              <a:gd name="connsiteX193" fmla="*/ 3978949 w 4114416"/>
              <a:gd name="connsiteY193" fmla="*/ 457200 h 2870200"/>
              <a:gd name="connsiteX194" fmla="*/ 4004349 w 4114416"/>
              <a:gd name="connsiteY194" fmla="*/ 177800 h 2870200"/>
              <a:gd name="connsiteX195" fmla="*/ 4029749 w 4114416"/>
              <a:gd name="connsiteY195" fmla="*/ 135467 h 2870200"/>
              <a:gd name="connsiteX196" fmla="*/ 4038216 w 4114416"/>
              <a:gd name="connsiteY196" fmla="*/ 101600 h 2870200"/>
              <a:gd name="connsiteX197" fmla="*/ 4046682 w 4114416"/>
              <a:gd name="connsiteY197" fmla="*/ 76200 h 2870200"/>
              <a:gd name="connsiteX198" fmla="*/ 4055149 w 4114416"/>
              <a:gd name="connsiteY198" fmla="*/ 110067 h 2870200"/>
              <a:gd name="connsiteX199" fmla="*/ 4072082 w 4114416"/>
              <a:gd name="connsiteY199" fmla="*/ 160867 h 2870200"/>
              <a:gd name="connsiteX200" fmla="*/ 4114416 w 4114416"/>
              <a:gd name="connsiteY200" fmla="*/ 0 h 2870200"/>
              <a:gd name="connsiteX0" fmla="*/ 0 w 4114416"/>
              <a:gd name="connsiteY0" fmla="*/ 735359 h 2870200"/>
              <a:gd name="connsiteX1" fmla="*/ 22363 w 4114416"/>
              <a:gd name="connsiteY1" fmla="*/ 647092 h 2870200"/>
              <a:gd name="connsiteX2" fmla="*/ 53451 w 4114416"/>
              <a:gd name="connsiteY2" fmla="*/ 567267 h 2870200"/>
              <a:gd name="connsiteX3" fmla="*/ 61790 w 4114416"/>
              <a:gd name="connsiteY3" fmla="*/ 828517 h 2870200"/>
              <a:gd name="connsiteX4" fmla="*/ 57549 w 4114416"/>
              <a:gd name="connsiteY4" fmla="*/ 1083293 h 2870200"/>
              <a:gd name="connsiteX5" fmla="*/ 55282 w 4114416"/>
              <a:gd name="connsiteY5" fmla="*/ 1212385 h 2870200"/>
              <a:gd name="connsiteX6" fmla="*/ 69873 w 4114416"/>
              <a:gd name="connsiteY6" fmla="*/ 1401791 h 2870200"/>
              <a:gd name="connsiteX7" fmla="*/ 112335 w 4114416"/>
              <a:gd name="connsiteY7" fmla="*/ 1209517 h 2870200"/>
              <a:gd name="connsiteX8" fmla="*/ 135082 w 4114416"/>
              <a:gd name="connsiteY8" fmla="*/ 1100667 h 2870200"/>
              <a:gd name="connsiteX9" fmla="*/ 168949 w 4114416"/>
              <a:gd name="connsiteY9" fmla="*/ 999067 h 2870200"/>
              <a:gd name="connsiteX10" fmla="*/ 185882 w 4114416"/>
              <a:gd name="connsiteY10" fmla="*/ 948267 h 2870200"/>
              <a:gd name="connsiteX11" fmla="*/ 202816 w 4114416"/>
              <a:gd name="connsiteY11" fmla="*/ 1134534 h 2870200"/>
              <a:gd name="connsiteX12" fmla="*/ 219749 w 4114416"/>
              <a:gd name="connsiteY12" fmla="*/ 1464734 h 2870200"/>
              <a:gd name="connsiteX13" fmla="*/ 279016 w 4114416"/>
              <a:gd name="connsiteY13" fmla="*/ 1363134 h 2870200"/>
              <a:gd name="connsiteX14" fmla="*/ 304416 w 4114416"/>
              <a:gd name="connsiteY14" fmla="*/ 1371600 h 2870200"/>
              <a:gd name="connsiteX15" fmla="*/ 312882 w 4114416"/>
              <a:gd name="connsiteY15" fmla="*/ 2243667 h 2870200"/>
              <a:gd name="connsiteX16" fmla="*/ 338282 w 4114416"/>
              <a:gd name="connsiteY16" fmla="*/ 2201334 h 2870200"/>
              <a:gd name="connsiteX17" fmla="*/ 346749 w 4114416"/>
              <a:gd name="connsiteY17" fmla="*/ 2150534 h 2870200"/>
              <a:gd name="connsiteX18" fmla="*/ 371651 w 4114416"/>
              <a:gd name="connsiteY18" fmla="*/ 2376146 h 2870200"/>
              <a:gd name="connsiteX19" fmla="*/ 389082 w 4114416"/>
              <a:gd name="connsiteY19" fmla="*/ 2082800 h 2870200"/>
              <a:gd name="connsiteX20" fmla="*/ 414981 w 4114416"/>
              <a:gd name="connsiteY20" fmla="*/ 1792444 h 2870200"/>
              <a:gd name="connsiteX21" fmla="*/ 422949 w 4114416"/>
              <a:gd name="connsiteY21" fmla="*/ 2032000 h 2870200"/>
              <a:gd name="connsiteX22" fmla="*/ 453908 w 4114416"/>
              <a:gd name="connsiteY22" fmla="*/ 1990884 h 2870200"/>
              <a:gd name="connsiteX23" fmla="*/ 465282 w 4114416"/>
              <a:gd name="connsiteY23" fmla="*/ 1752600 h 2870200"/>
              <a:gd name="connsiteX24" fmla="*/ 490682 w 4114416"/>
              <a:gd name="connsiteY24" fmla="*/ 1651000 h 2870200"/>
              <a:gd name="connsiteX25" fmla="*/ 516082 w 4114416"/>
              <a:gd name="connsiteY25" fmla="*/ 1710267 h 2870200"/>
              <a:gd name="connsiteX26" fmla="*/ 524549 w 4114416"/>
              <a:gd name="connsiteY26" fmla="*/ 1851666 h 2870200"/>
              <a:gd name="connsiteX27" fmla="*/ 558416 w 4114416"/>
              <a:gd name="connsiteY27" fmla="*/ 1820334 h 2870200"/>
              <a:gd name="connsiteX28" fmla="*/ 583816 w 4114416"/>
              <a:gd name="connsiteY28" fmla="*/ 1938867 h 2870200"/>
              <a:gd name="connsiteX29" fmla="*/ 600749 w 4114416"/>
              <a:gd name="connsiteY29" fmla="*/ 1998134 h 2870200"/>
              <a:gd name="connsiteX30" fmla="*/ 643082 w 4114416"/>
              <a:gd name="connsiteY30" fmla="*/ 1786467 h 2870200"/>
              <a:gd name="connsiteX31" fmla="*/ 668482 w 4114416"/>
              <a:gd name="connsiteY31" fmla="*/ 1718734 h 2870200"/>
              <a:gd name="connsiteX32" fmla="*/ 685416 w 4114416"/>
              <a:gd name="connsiteY32" fmla="*/ 1617134 h 2870200"/>
              <a:gd name="connsiteX33" fmla="*/ 702349 w 4114416"/>
              <a:gd name="connsiteY33" fmla="*/ 1557867 h 2870200"/>
              <a:gd name="connsiteX34" fmla="*/ 710816 w 4114416"/>
              <a:gd name="connsiteY34" fmla="*/ 1524000 h 2870200"/>
              <a:gd name="connsiteX35" fmla="*/ 727749 w 4114416"/>
              <a:gd name="connsiteY35" fmla="*/ 1312334 h 2870200"/>
              <a:gd name="connsiteX36" fmla="*/ 744682 w 4114416"/>
              <a:gd name="connsiteY36" fmla="*/ 1380067 h 2870200"/>
              <a:gd name="connsiteX37" fmla="*/ 761616 w 4114416"/>
              <a:gd name="connsiteY37" fmla="*/ 1532467 h 2870200"/>
              <a:gd name="connsiteX38" fmla="*/ 778549 w 4114416"/>
              <a:gd name="connsiteY38" fmla="*/ 1566334 h 2870200"/>
              <a:gd name="connsiteX39" fmla="*/ 820882 w 4114416"/>
              <a:gd name="connsiteY39" fmla="*/ 1430867 h 2870200"/>
              <a:gd name="connsiteX40" fmla="*/ 854749 w 4114416"/>
              <a:gd name="connsiteY40" fmla="*/ 1388534 h 2870200"/>
              <a:gd name="connsiteX41" fmla="*/ 863216 w 4114416"/>
              <a:gd name="connsiteY41" fmla="*/ 1498600 h 2870200"/>
              <a:gd name="connsiteX42" fmla="*/ 888616 w 4114416"/>
              <a:gd name="connsiteY42" fmla="*/ 1811867 h 2870200"/>
              <a:gd name="connsiteX43" fmla="*/ 897082 w 4114416"/>
              <a:gd name="connsiteY43" fmla="*/ 1642534 h 2870200"/>
              <a:gd name="connsiteX44" fmla="*/ 930949 w 4114416"/>
              <a:gd name="connsiteY44" fmla="*/ 1557867 h 2870200"/>
              <a:gd name="connsiteX45" fmla="*/ 939416 w 4114416"/>
              <a:gd name="connsiteY45" fmla="*/ 2006600 h 2870200"/>
              <a:gd name="connsiteX46" fmla="*/ 964816 w 4114416"/>
              <a:gd name="connsiteY46" fmla="*/ 2116667 h 2870200"/>
              <a:gd name="connsiteX47" fmla="*/ 973282 w 4114416"/>
              <a:gd name="connsiteY47" fmla="*/ 1948424 h 2870200"/>
              <a:gd name="connsiteX48" fmla="*/ 990216 w 4114416"/>
              <a:gd name="connsiteY48" fmla="*/ 1794934 h 2870200"/>
              <a:gd name="connsiteX49" fmla="*/ 998682 w 4114416"/>
              <a:gd name="connsiteY49" fmla="*/ 1761067 h 2870200"/>
              <a:gd name="connsiteX50" fmla="*/ 1015616 w 4114416"/>
              <a:gd name="connsiteY50" fmla="*/ 1871134 h 2870200"/>
              <a:gd name="connsiteX51" fmla="*/ 1032549 w 4114416"/>
              <a:gd name="connsiteY51" fmla="*/ 1947334 h 2870200"/>
              <a:gd name="connsiteX52" fmla="*/ 1049482 w 4114416"/>
              <a:gd name="connsiteY52" fmla="*/ 2040467 h 2870200"/>
              <a:gd name="connsiteX53" fmla="*/ 1074882 w 4114416"/>
              <a:gd name="connsiteY53" fmla="*/ 2108200 h 2870200"/>
              <a:gd name="connsiteX54" fmla="*/ 1083349 w 4114416"/>
              <a:gd name="connsiteY54" fmla="*/ 2150534 h 2870200"/>
              <a:gd name="connsiteX55" fmla="*/ 1117344 w 4114416"/>
              <a:gd name="connsiteY55" fmla="*/ 2220675 h 2870200"/>
              <a:gd name="connsiteX56" fmla="*/ 1134149 w 4114416"/>
              <a:gd name="connsiteY56" fmla="*/ 2108200 h 2870200"/>
              <a:gd name="connsiteX57" fmla="*/ 1184949 w 4114416"/>
              <a:gd name="connsiteY57" fmla="*/ 1989667 h 2870200"/>
              <a:gd name="connsiteX58" fmla="*/ 1235749 w 4114416"/>
              <a:gd name="connsiteY58" fmla="*/ 1913467 h 2870200"/>
              <a:gd name="connsiteX59" fmla="*/ 1244216 w 4114416"/>
              <a:gd name="connsiteY59" fmla="*/ 2167467 h 2870200"/>
              <a:gd name="connsiteX60" fmla="*/ 1261149 w 4114416"/>
              <a:gd name="connsiteY60" fmla="*/ 2082800 h 2870200"/>
              <a:gd name="connsiteX61" fmla="*/ 1269616 w 4114416"/>
              <a:gd name="connsiteY61" fmla="*/ 2015067 h 2870200"/>
              <a:gd name="connsiteX62" fmla="*/ 1311949 w 4114416"/>
              <a:gd name="connsiteY62" fmla="*/ 1854200 h 2870200"/>
              <a:gd name="connsiteX63" fmla="*/ 1320416 w 4114416"/>
              <a:gd name="connsiteY63" fmla="*/ 1803400 h 2870200"/>
              <a:gd name="connsiteX64" fmla="*/ 1345816 w 4114416"/>
              <a:gd name="connsiteY64" fmla="*/ 1701800 h 2870200"/>
              <a:gd name="connsiteX65" fmla="*/ 1371216 w 4114416"/>
              <a:gd name="connsiteY65" fmla="*/ 1718734 h 2870200"/>
              <a:gd name="connsiteX66" fmla="*/ 1379682 w 4114416"/>
              <a:gd name="connsiteY66" fmla="*/ 1744134 h 2870200"/>
              <a:gd name="connsiteX67" fmla="*/ 1405082 w 4114416"/>
              <a:gd name="connsiteY67" fmla="*/ 1828800 h 2870200"/>
              <a:gd name="connsiteX68" fmla="*/ 1422016 w 4114416"/>
              <a:gd name="connsiteY68" fmla="*/ 1879600 h 2870200"/>
              <a:gd name="connsiteX69" fmla="*/ 1430482 w 4114416"/>
              <a:gd name="connsiteY69" fmla="*/ 1913467 h 2870200"/>
              <a:gd name="connsiteX70" fmla="*/ 1455882 w 4114416"/>
              <a:gd name="connsiteY70" fmla="*/ 1947334 h 2870200"/>
              <a:gd name="connsiteX71" fmla="*/ 1472816 w 4114416"/>
              <a:gd name="connsiteY71" fmla="*/ 1938867 h 2870200"/>
              <a:gd name="connsiteX72" fmla="*/ 1515149 w 4114416"/>
              <a:gd name="connsiteY72" fmla="*/ 1803400 h 2870200"/>
              <a:gd name="connsiteX73" fmla="*/ 1574416 w 4114416"/>
              <a:gd name="connsiteY73" fmla="*/ 1651000 h 2870200"/>
              <a:gd name="connsiteX74" fmla="*/ 1582882 w 4114416"/>
              <a:gd name="connsiteY74" fmla="*/ 1591734 h 2870200"/>
              <a:gd name="connsiteX75" fmla="*/ 1599816 w 4114416"/>
              <a:gd name="connsiteY75" fmla="*/ 1566334 h 2870200"/>
              <a:gd name="connsiteX76" fmla="*/ 1608282 w 4114416"/>
              <a:gd name="connsiteY76" fmla="*/ 1524000 h 2870200"/>
              <a:gd name="connsiteX77" fmla="*/ 1616749 w 4114416"/>
              <a:gd name="connsiteY77" fmla="*/ 1498600 h 2870200"/>
              <a:gd name="connsiteX78" fmla="*/ 1633682 w 4114416"/>
              <a:gd name="connsiteY78" fmla="*/ 1524000 h 2870200"/>
              <a:gd name="connsiteX79" fmla="*/ 1659082 w 4114416"/>
              <a:gd name="connsiteY79" fmla="*/ 1490134 h 2870200"/>
              <a:gd name="connsiteX80" fmla="*/ 1684482 w 4114416"/>
              <a:gd name="connsiteY80" fmla="*/ 1388534 h 2870200"/>
              <a:gd name="connsiteX81" fmla="*/ 1743749 w 4114416"/>
              <a:gd name="connsiteY81" fmla="*/ 1286934 h 2870200"/>
              <a:gd name="connsiteX82" fmla="*/ 1794549 w 4114416"/>
              <a:gd name="connsiteY82" fmla="*/ 1176867 h 2870200"/>
              <a:gd name="connsiteX83" fmla="*/ 1819949 w 4114416"/>
              <a:gd name="connsiteY83" fmla="*/ 1202267 h 2870200"/>
              <a:gd name="connsiteX84" fmla="*/ 1828416 w 4114416"/>
              <a:gd name="connsiteY84" fmla="*/ 1227667 h 2870200"/>
              <a:gd name="connsiteX85" fmla="*/ 1845349 w 4114416"/>
              <a:gd name="connsiteY85" fmla="*/ 1261534 h 2870200"/>
              <a:gd name="connsiteX86" fmla="*/ 1887682 w 4114416"/>
              <a:gd name="connsiteY86" fmla="*/ 1422400 h 2870200"/>
              <a:gd name="connsiteX87" fmla="*/ 1938482 w 4114416"/>
              <a:gd name="connsiteY87" fmla="*/ 1600200 h 2870200"/>
              <a:gd name="connsiteX88" fmla="*/ 1989282 w 4114416"/>
              <a:gd name="connsiteY88" fmla="*/ 1744134 h 2870200"/>
              <a:gd name="connsiteX89" fmla="*/ 2006216 w 4114416"/>
              <a:gd name="connsiteY89" fmla="*/ 1498600 h 2870200"/>
              <a:gd name="connsiteX90" fmla="*/ 2023149 w 4114416"/>
              <a:gd name="connsiteY90" fmla="*/ 1464734 h 2870200"/>
              <a:gd name="connsiteX91" fmla="*/ 2031616 w 4114416"/>
              <a:gd name="connsiteY91" fmla="*/ 1439334 h 2870200"/>
              <a:gd name="connsiteX92" fmla="*/ 2082416 w 4114416"/>
              <a:gd name="connsiteY92" fmla="*/ 2032000 h 2870200"/>
              <a:gd name="connsiteX93" fmla="*/ 2090882 w 4114416"/>
              <a:gd name="connsiteY93" fmla="*/ 2150534 h 2870200"/>
              <a:gd name="connsiteX94" fmla="*/ 2099349 w 4114416"/>
              <a:gd name="connsiteY94" fmla="*/ 2489200 h 2870200"/>
              <a:gd name="connsiteX95" fmla="*/ 2133216 w 4114416"/>
              <a:gd name="connsiteY95" fmla="*/ 2421467 h 2870200"/>
              <a:gd name="connsiteX96" fmla="*/ 2175549 w 4114416"/>
              <a:gd name="connsiteY96" fmla="*/ 2319867 h 2870200"/>
              <a:gd name="connsiteX97" fmla="*/ 2200949 w 4114416"/>
              <a:gd name="connsiteY97" fmla="*/ 2286000 h 2870200"/>
              <a:gd name="connsiteX98" fmla="*/ 2234816 w 4114416"/>
              <a:gd name="connsiteY98" fmla="*/ 2235200 h 2870200"/>
              <a:gd name="connsiteX99" fmla="*/ 2251749 w 4114416"/>
              <a:gd name="connsiteY99" fmla="*/ 2514600 h 2870200"/>
              <a:gd name="connsiteX100" fmla="*/ 2277149 w 4114416"/>
              <a:gd name="connsiteY100" fmla="*/ 2565400 h 2870200"/>
              <a:gd name="connsiteX101" fmla="*/ 2285616 w 4114416"/>
              <a:gd name="connsiteY101" fmla="*/ 2489200 h 2870200"/>
              <a:gd name="connsiteX102" fmla="*/ 2302549 w 4114416"/>
              <a:gd name="connsiteY102" fmla="*/ 2421467 h 2870200"/>
              <a:gd name="connsiteX103" fmla="*/ 2311016 w 4114416"/>
              <a:gd name="connsiteY103" fmla="*/ 1718734 h 2870200"/>
              <a:gd name="connsiteX104" fmla="*/ 2336416 w 4114416"/>
              <a:gd name="connsiteY104" fmla="*/ 1811867 h 2870200"/>
              <a:gd name="connsiteX105" fmla="*/ 2361816 w 4114416"/>
              <a:gd name="connsiteY105" fmla="*/ 1871134 h 2870200"/>
              <a:gd name="connsiteX106" fmla="*/ 2387216 w 4114416"/>
              <a:gd name="connsiteY106" fmla="*/ 1938867 h 2870200"/>
              <a:gd name="connsiteX107" fmla="*/ 2395682 w 4114416"/>
              <a:gd name="connsiteY107" fmla="*/ 1972734 h 2870200"/>
              <a:gd name="connsiteX108" fmla="*/ 2404149 w 4114416"/>
              <a:gd name="connsiteY108" fmla="*/ 1574800 h 2870200"/>
              <a:gd name="connsiteX109" fmla="*/ 2429549 w 4114416"/>
              <a:gd name="connsiteY109" fmla="*/ 1236134 h 2870200"/>
              <a:gd name="connsiteX110" fmla="*/ 2446482 w 4114416"/>
              <a:gd name="connsiteY110" fmla="*/ 1092200 h 2870200"/>
              <a:gd name="connsiteX111" fmla="*/ 2454949 w 4114416"/>
              <a:gd name="connsiteY111" fmla="*/ 1066800 h 2870200"/>
              <a:gd name="connsiteX112" fmla="*/ 2463416 w 4114416"/>
              <a:gd name="connsiteY112" fmla="*/ 1092200 h 2870200"/>
              <a:gd name="connsiteX113" fmla="*/ 2480349 w 4114416"/>
              <a:gd name="connsiteY113" fmla="*/ 1117600 h 2870200"/>
              <a:gd name="connsiteX114" fmla="*/ 2488816 w 4114416"/>
              <a:gd name="connsiteY114" fmla="*/ 1227667 h 2870200"/>
              <a:gd name="connsiteX115" fmla="*/ 2514216 w 4114416"/>
              <a:gd name="connsiteY115" fmla="*/ 753534 h 2870200"/>
              <a:gd name="connsiteX116" fmla="*/ 2531149 w 4114416"/>
              <a:gd name="connsiteY116" fmla="*/ 685800 h 2870200"/>
              <a:gd name="connsiteX117" fmla="*/ 2539616 w 4114416"/>
              <a:gd name="connsiteY117" fmla="*/ 609600 h 2870200"/>
              <a:gd name="connsiteX118" fmla="*/ 2548082 w 4114416"/>
              <a:gd name="connsiteY118" fmla="*/ 558800 h 2870200"/>
              <a:gd name="connsiteX119" fmla="*/ 2565016 w 4114416"/>
              <a:gd name="connsiteY119" fmla="*/ 584200 h 2870200"/>
              <a:gd name="connsiteX120" fmla="*/ 2573482 w 4114416"/>
              <a:gd name="connsiteY120" fmla="*/ 778934 h 2870200"/>
              <a:gd name="connsiteX121" fmla="*/ 2615816 w 4114416"/>
              <a:gd name="connsiteY121" fmla="*/ 914400 h 2870200"/>
              <a:gd name="connsiteX122" fmla="*/ 2632749 w 4114416"/>
              <a:gd name="connsiteY122" fmla="*/ 973667 h 2870200"/>
              <a:gd name="connsiteX123" fmla="*/ 2649682 w 4114416"/>
              <a:gd name="connsiteY123" fmla="*/ 812800 h 2870200"/>
              <a:gd name="connsiteX124" fmla="*/ 2666616 w 4114416"/>
              <a:gd name="connsiteY124" fmla="*/ 694267 h 2870200"/>
              <a:gd name="connsiteX125" fmla="*/ 2692016 w 4114416"/>
              <a:gd name="connsiteY125" fmla="*/ 558800 h 2870200"/>
              <a:gd name="connsiteX126" fmla="*/ 2717416 w 4114416"/>
              <a:gd name="connsiteY126" fmla="*/ 321734 h 2870200"/>
              <a:gd name="connsiteX127" fmla="*/ 2734349 w 4114416"/>
              <a:gd name="connsiteY127" fmla="*/ 1058334 h 2870200"/>
              <a:gd name="connsiteX128" fmla="*/ 2760746 w 4114416"/>
              <a:gd name="connsiteY128" fmla="*/ 1023969 h 2870200"/>
              <a:gd name="connsiteX129" fmla="*/ 2810549 w 4114416"/>
              <a:gd name="connsiteY129" fmla="*/ 905934 h 2870200"/>
              <a:gd name="connsiteX130" fmla="*/ 2844416 w 4114416"/>
              <a:gd name="connsiteY130" fmla="*/ 855134 h 2870200"/>
              <a:gd name="connsiteX131" fmla="*/ 2869816 w 4114416"/>
              <a:gd name="connsiteY131" fmla="*/ 1422400 h 2870200"/>
              <a:gd name="connsiteX132" fmla="*/ 2878282 w 4114416"/>
              <a:gd name="connsiteY132" fmla="*/ 1388534 h 2870200"/>
              <a:gd name="connsiteX133" fmla="*/ 2895216 w 4114416"/>
              <a:gd name="connsiteY133" fmla="*/ 1363134 h 2870200"/>
              <a:gd name="connsiteX134" fmla="*/ 2920616 w 4114416"/>
              <a:gd name="connsiteY134" fmla="*/ 1278467 h 2870200"/>
              <a:gd name="connsiteX135" fmla="*/ 2937549 w 4114416"/>
              <a:gd name="connsiteY135" fmla="*/ 1320800 h 2870200"/>
              <a:gd name="connsiteX136" fmla="*/ 2954482 w 4114416"/>
              <a:gd name="connsiteY136" fmla="*/ 1388534 h 2870200"/>
              <a:gd name="connsiteX137" fmla="*/ 2971416 w 4114416"/>
              <a:gd name="connsiteY137" fmla="*/ 1422400 h 2870200"/>
              <a:gd name="connsiteX138" fmla="*/ 3013749 w 4114416"/>
              <a:gd name="connsiteY138" fmla="*/ 1540934 h 2870200"/>
              <a:gd name="connsiteX139" fmla="*/ 3030682 w 4114416"/>
              <a:gd name="connsiteY139" fmla="*/ 1566334 h 2870200"/>
              <a:gd name="connsiteX140" fmla="*/ 3064549 w 4114416"/>
              <a:gd name="connsiteY140" fmla="*/ 1718734 h 2870200"/>
              <a:gd name="connsiteX141" fmla="*/ 3089949 w 4114416"/>
              <a:gd name="connsiteY141" fmla="*/ 1761067 h 2870200"/>
              <a:gd name="connsiteX142" fmla="*/ 3123816 w 4114416"/>
              <a:gd name="connsiteY142" fmla="*/ 1879600 h 2870200"/>
              <a:gd name="connsiteX143" fmla="*/ 3115349 w 4114416"/>
              <a:gd name="connsiteY143" fmla="*/ 1913467 h 2870200"/>
              <a:gd name="connsiteX144" fmla="*/ 3127799 w 4114416"/>
              <a:gd name="connsiteY144" fmla="*/ 1901016 h 2870200"/>
              <a:gd name="connsiteX145" fmla="*/ 3106882 w 4114416"/>
              <a:gd name="connsiteY145" fmla="*/ 1888067 h 2870200"/>
              <a:gd name="connsiteX146" fmla="*/ 3132282 w 4114416"/>
              <a:gd name="connsiteY146" fmla="*/ 1871134 h 2870200"/>
              <a:gd name="connsiteX147" fmla="*/ 3140749 w 4114416"/>
              <a:gd name="connsiteY147" fmla="*/ 1769534 h 2870200"/>
              <a:gd name="connsiteX148" fmla="*/ 3157682 w 4114416"/>
              <a:gd name="connsiteY148" fmla="*/ 1710267 h 2870200"/>
              <a:gd name="connsiteX149" fmla="*/ 3166149 w 4114416"/>
              <a:gd name="connsiteY149" fmla="*/ 1684867 h 2870200"/>
              <a:gd name="connsiteX150" fmla="*/ 3191549 w 4114416"/>
              <a:gd name="connsiteY150" fmla="*/ 1676400 h 2870200"/>
              <a:gd name="connsiteX151" fmla="*/ 3200016 w 4114416"/>
              <a:gd name="connsiteY151" fmla="*/ 2006600 h 2870200"/>
              <a:gd name="connsiteX152" fmla="*/ 3208482 w 4114416"/>
              <a:gd name="connsiteY152" fmla="*/ 2048934 h 2870200"/>
              <a:gd name="connsiteX153" fmla="*/ 3216949 w 4114416"/>
              <a:gd name="connsiteY153" fmla="*/ 2099734 h 2870200"/>
              <a:gd name="connsiteX154" fmla="*/ 3233882 w 4114416"/>
              <a:gd name="connsiteY154" fmla="*/ 2048934 h 2870200"/>
              <a:gd name="connsiteX155" fmla="*/ 3242349 w 4114416"/>
              <a:gd name="connsiteY155" fmla="*/ 1998134 h 2870200"/>
              <a:gd name="connsiteX156" fmla="*/ 3276216 w 4114416"/>
              <a:gd name="connsiteY156" fmla="*/ 2353734 h 2870200"/>
              <a:gd name="connsiteX157" fmla="*/ 3301616 w 4114416"/>
              <a:gd name="connsiteY157" fmla="*/ 2387600 h 2870200"/>
              <a:gd name="connsiteX158" fmla="*/ 3310082 w 4114416"/>
              <a:gd name="connsiteY158" fmla="*/ 2497667 h 2870200"/>
              <a:gd name="connsiteX159" fmla="*/ 3327016 w 4114416"/>
              <a:gd name="connsiteY159" fmla="*/ 2531534 h 2870200"/>
              <a:gd name="connsiteX160" fmla="*/ 3343949 w 4114416"/>
              <a:gd name="connsiteY160" fmla="*/ 2599267 h 2870200"/>
              <a:gd name="connsiteX161" fmla="*/ 3369349 w 4114416"/>
              <a:gd name="connsiteY161" fmla="*/ 2667000 h 2870200"/>
              <a:gd name="connsiteX162" fmla="*/ 3411682 w 4114416"/>
              <a:gd name="connsiteY162" fmla="*/ 2810934 h 2870200"/>
              <a:gd name="connsiteX163" fmla="*/ 3437082 w 4114416"/>
              <a:gd name="connsiteY163" fmla="*/ 2870200 h 2870200"/>
              <a:gd name="connsiteX164" fmla="*/ 3462482 w 4114416"/>
              <a:gd name="connsiteY164" fmla="*/ 1828800 h 2870200"/>
              <a:gd name="connsiteX165" fmla="*/ 3461984 w 4114416"/>
              <a:gd name="connsiteY165" fmla="*/ 2090271 h 2870200"/>
              <a:gd name="connsiteX166" fmla="*/ 3487882 w 4114416"/>
              <a:gd name="connsiteY166" fmla="*/ 1735667 h 2870200"/>
              <a:gd name="connsiteX167" fmla="*/ 3513282 w 4114416"/>
              <a:gd name="connsiteY167" fmla="*/ 1651000 h 2870200"/>
              <a:gd name="connsiteX168" fmla="*/ 3521749 w 4114416"/>
              <a:gd name="connsiteY168" fmla="*/ 1701800 h 2870200"/>
              <a:gd name="connsiteX169" fmla="*/ 3525733 w 4114416"/>
              <a:gd name="connsiteY169" fmla="*/ 1875118 h 2870200"/>
              <a:gd name="connsiteX170" fmla="*/ 3547149 w 4114416"/>
              <a:gd name="connsiteY170" fmla="*/ 1752600 h 2870200"/>
              <a:gd name="connsiteX171" fmla="*/ 3555616 w 4114416"/>
              <a:gd name="connsiteY171" fmla="*/ 1693334 h 2870200"/>
              <a:gd name="connsiteX172" fmla="*/ 3597949 w 4114416"/>
              <a:gd name="connsiteY172" fmla="*/ 1608667 h 2870200"/>
              <a:gd name="connsiteX173" fmla="*/ 3614882 w 4114416"/>
              <a:gd name="connsiteY173" fmla="*/ 1566334 h 2870200"/>
              <a:gd name="connsiteX174" fmla="*/ 3657216 w 4114416"/>
              <a:gd name="connsiteY174" fmla="*/ 1464734 h 2870200"/>
              <a:gd name="connsiteX175" fmla="*/ 3661200 w 4114416"/>
              <a:gd name="connsiteY175" fmla="*/ 1373094 h 2870200"/>
              <a:gd name="connsiteX176" fmla="*/ 3682616 w 4114416"/>
              <a:gd name="connsiteY176" fmla="*/ 1363134 h 2870200"/>
              <a:gd name="connsiteX177" fmla="*/ 3699549 w 4114416"/>
              <a:gd name="connsiteY177" fmla="*/ 1320800 h 2870200"/>
              <a:gd name="connsiteX178" fmla="*/ 3694569 w 4114416"/>
              <a:gd name="connsiteY178" fmla="*/ 1151964 h 2870200"/>
              <a:gd name="connsiteX179" fmla="*/ 3741882 w 4114416"/>
              <a:gd name="connsiteY179" fmla="*/ 1227667 h 2870200"/>
              <a:gd name="connsiteX180" fmla="*/ 3750349 w 4114416"/>
              <a:gd name="connsiteY180" fmla="*/ 1176867 h 2870200"/>
              <a:gd name="connsiteX181" fmla="*/ 3767282 w 4114416"/>
              <a:gd name="connsiteY181" fmla="*/ 1126067 h 2870200"/>
              <a:gd name="connsiteX182" fmla="*/ 3775749 w 4114416"/>
              <a:gd name="connsiteY182" fmla="*/ 1058334 h 2870200"/>
              <a:gd name="connsiteX183" fmla="*/ 3784216 w 4114416"/>
              <a:gd name="connsiteY183" fmla="*/ 1270000 h 2870200"/>
              <a:gd name="connsiteX184" fmla="*/ 3813064 w 4114416"/>
              <a:gd name="connsiteY184" fmla="*/ 678606 h 2870200"/>
              <a:gd name="connsiteX185" fmla="*/ 3818082 w 4114416"/>
              <a:gd name="connsiteY185" fmla="*/ 558800 h 2870200"/>
              <a:gd name="connsiteX186" fmla="*/ 3835016 w 4114416"/>
              <a:gd name="connsiteY186" fmla="*/ 482600 h 2870200"/>
              <a:gd name="connsiteX187" fmla="*/ 3843482 w 4114416"/>
              <a:gd name="connsiteY187" fmla="*/ 533400 h 2870200"/>
              <a:gd name="connsiteX188" fmla="*/ 3860416 w 4114416"/>
              <a:gd name="connsiteY188" fmla="*/ 660400 h 2870200"/>
              <a:gd name="connsiteX189" fmla="*/ 3868882 w 4114416"/>
              <a:gd name="connsiteY189" fmla="*/ 702734 h 2870200"/>
              <a:gd name="connsiteX190" fmla="*/ 3885816 w 4114416"/>
              <a:gd name="connsiteY190" fmla="*/ 736600 h 2870200"/>
              <a:gd name="connsiteX191" fmla="*/ 3902749 w 4114416"/>
              <a:gd name="connsiteY191" fmla="*/ 702734 h 2870200"/>
              <a:gd name="connsiteX192" fmla="*/ 3962016 w 4114416"/>
              <a:gd name="connsiteY192" fmla="*/ 482600 h 2870200"/>
              <a:gd name="connsiteX193" fmla="*/ 3978949 w 4114416"/>
              <a:gd name="connsiteY193" fmla="*/ 457200 h 2870200"/>
              <a:gd name="connsiteX194" fmla="*/ 4004349 w 4114416"/>
              <a:gd name="connsiteY194" fmla="*/ 177800 h 2870200"/>
              <a:gd name="connsiteX195" fmla="*/ 4029749 w 4114416"/>
              <a:gd name="connsiteY195" fmla="*/ 135467 h 2870200"/>
              <a:gd name="connsiteX196" fmla="*/ 4038216 w 4114416"/>
              <a:gd name="connsiteY196" fmla="*/ 101600 h 2870200"/>
              <a:gd name="connsiteX197" fmla="*/ 4046682 w 4114416"/>
              <a:gd name="connsiteY197" fmla="*/ 76200 h 2870200"/>
              <a:gd name="connsiteX198" fmla="*/ 4055149 w 4114416"/>
              <a:gd name="connsiteY198" fmla="*/ 110067 h 2870200"/>
              <a:gd name="connsiteX199" fmla="*/ 4072082 w 4114416"/>
              <a:gd name="connsiteY199" fmla="*/ 160867 h 2870200"/>
              <a:gd name="connsiteX200" fmla="*/ 4114416 w 4114416"/>
              <a:gd name="connsiteY200" fmla="*/ 0 h 2870200"/>
              <a:gd name="connsiteX0" fmla="*/ 0 w 4114416"/>
              <a:gd name="connsiteY0" fmla="*/ 735359 h 2870200"/>
              <a:gd name="connsiteX1" fmla="*/ 22363 w 4114416"/>
              <a:gd name="connsiteY1" fmla="*/ 647092 h 2870200"/>
              <a:gd name="connsiteX2" fmla="*/ 53451 w 4114416"/>
              <a:gd name="connsiteY2" fmla="*/ 567267 h 2870200"/>
              <a:gd name="connsiteX3" fmla="*/ 61790 w 4114416"/>
              <a:gd name="connsiteY3" fmla="*/ 828517 h 2870200"/>
              <a:gd name="connsiteX4" fmla="*/ 57549 w 4114416"/>
              <a:gd name="connsiteY4" fmla="*/ 1083293 h 2870200"/>
              <a:gd name="connsiteX5" fmla="*/ 55282 w 4114416"/>
              <a:gd name="connsiteY5" fmla="*/ 1212385 h 2870200"/>
              <a:gd name="connsiteX6" fmla="*/ 69873 w 4114416"/>
              <a:gd name="connsiteY6" fmla="*/ 1401791 h 2870200"/>
              <a:gd name="connsiteX7" fmla="*/ 112335 w 4114416"/>
              <a:gd name="connsiteY7" fmla="*/ 1209517 h 2870200"/>
              <a:gd name="connsiteX8" fmla="*/ 135082 w 4114416"/>
              <a:gd name="connsiteY8" fmla="*/ 1100667 h 2870200"/>
              <a:gd name="connsiteX9" fmla="*/ 168949 w 4114416"/>
              <a:gd name="connsiteY9" fmla="*/ 999067 h 2870200"/>
              <a:gd name="connsiteX10" fmla="*/ 185882 w 4114416"/>
              <a:gd name="connsiteY10" fmla="*/ 948267 h 2870200"/>
              <a:gd name="connsiteX11" fmla="*/ 202816 w 4114416"/>
              <a:gd name="connsiteY11" fmla="*/ 1134534 h 2870200"/>
              <a:gd name="connsiteX12" fmla="*/ 219749 w 4114416"/>
              <a:gd name="connsiteY12" fmla="*/ 1464734 h 2870200"/>
              <a:gd name="connsiteX13" fmla="*/ 279016 w 4114416"/>
              <a:gd name="connsiteY13" fmla="*/ 1363134 h 2870200"/>
              <a:gd name="connsiteX14" fmla="*/ 304416 w 4114416"/>
              <a:gd name="connsiteY14" fmla="*/ 1371600 h 2870200"/>
              <a:gd name="connsiteX15" fmla="*/ 312882 w 4114416"/>
              <a:gd name="connsiteY15" fmla="*/ 2243667 h 2870200"/>
              <a:gd name="connsiteX16" fmla="*/ 338282 w 4114416"/>
              <a:gd name="connsiteY16" fmla="*/ 2201334 h 2870200"/>
              <a:gd name="connsiteX17" fmla="*/ 346749 w 4114416"/>
              <a:gd name="connsiteY17" fmla="*/ 2150534 h 2870200"/>
              <a:gd name="connsiteX18" fmla="*/ 371651 w 4114416"/>
              <a:gd name="connsiteY18" fmla="*/ 2376146 h 2870200"/>
              <a:gd name="connsiteX19" fmla="*/ 389082 w 4114416"/>
              <a:gd name="connsiteY19" fmla="*/ 2082800 h 2870200"/>
              <a:gd name="connsiteX20" fmla="*/ 414981 w 4114416"/>
              <a:gd name="connsiteY20" fmla="*/ 1792444 h 2870200"/>
              <a:gd name="connsiteX21" fmla="*/ 422949 w 4114416"/>
              <a:gd name="connsiteY21" fmla="*/ 2032000 h 2870200"/>
              <a:gd name="connsiteX22" fmla="*/ 453908 w 4114416"/>
              <a:gd name="connsiteY22" fmla="*/ 1990884 h 2870200"/>
              <a:gd name="connsiteX23" fmla="*/ 465282 w 4114416"/>
              <a:gd name="connsiteY23" fmla="*/ 1752600 h 2870200"/>
              <a:gd name="connsiteX24" fmla="*/ 490682 w 4114416"/>
              <a:gd name="connsiteY24" fmla="*/ 1651000 h 2870200"/>
              <a:gd name="connsiteX25" fmla="*/ 516082 w 4114416"/>
              <a:gd name="connsiteY25" fmla="*/ 1710267 h 2870200"/>
              <a:gd name="connsiteX26" fmla="*/ 524549 w 4114416"/>
              <a:gd name="connsiteY26" fmla="*/ 1851666 h 2870200"/>
              <a:gd name="connsiteX27" fmla="*/ 558416 w 4114416"/>
              <a:gd name="connsiteY27" fmla="*/ 1820334 h 2870200"/>
              <a:gd name="connsiteX28" fmla="*/ 583816 w 4114416"/>
              <a:gd name="connsiteY28" fmla="*/ 1938867 h 2870200"/>
              <a:gd name="connsiteX29" fmla="*/ 600749 w 4114416"/>
              <a:gd name="connsiteY29" fmla="*/ 1998134 h 2870200"/>
              <a:gd name="connsiteX30" fmla="*/ 643082 w 4114416"/>
              <a:gd name="connsiteY30" fmla="*/ 1786467 h 2870200"/>
              <a:gd name="connsiteX31" fmla="*/ 668482 w 4114416"/>
              <a:gd name="connsiteY31" fmla="*/ 1718734 h 2870200"/>
              <a:gd name="connsiteX32" fmla="*/ 685416 w 4114416"/>
              <a:gd name="connsiteY32" fmla="*/ 1617134 h 2870200"/>
              <a:gd name="connsiteX33" fmla="*/ 702349 w 4114416"/>
              <a:gd name="connsiteY33" fmla="*/ 1557867 h 2870200"/>
              <a:gd name="connsiteX34" fmla="*/ 710816 w 4114416"/>
              <a:gd name="connsiteY34" fmla="*/ 1524000 h 2870200"/>
              <a:gd name="connsiteX35" fmla="*/ 727749 w 4114416"/>
              <a:gd name="connsiteY35" fmla="*/ 1312334 h 2870200"/>
              <a:gd name="connsiteX36" fmla="*/ 744682 w 4114416"/>
              <a:gd name="connsiteY36" fmla="*/ 1380067 h 2870200"/>
              <a:gd name="connsiteX37" fmla="*/ 761616 w 4114416"/>
              <a:gd name="connsiteY37" fmla="*/ 1532467 h 2870200"/>
              <a:gd name="connsiteX38" fmla="*/ 778549 w 4114416"/>
              <a:gd name="connsiteY38" fmla="*/ 1566334 h 2870200"/>
              <a:gd name="connsiteX39" fmla="*/ 820882 w 4114416"/>
              <a:gd name="connsiteY39" fmla="*/ 1430867 h 2870200"/>
              <a:gd name="connsiteX40" fmla="*/ 854749 w 4114416"/>
              <a:gd name="connsiteY40" fmla="*/ 1388534 h 2870200"/>
              <a:gd name="connsiteX41" fmla="*/ 863216 w 4114416"/>
              <a:gd name="connsiteY41" fmla="*/ 1498600 h 2870200"/>
              <a:gd name="connsiteX42" fmla="*/ 888616 w 4114416"/>
              <a:gd name="connsiteY42" fmla="*/ 1811867 h 2870200"/>
              <a:gd name="connsiteX43" fmla="*/ 897082 w 4114416"/>
              <a:gd name="connsiteY43" fmla="*/ 1642534 h 2870200"/>
              <a:gd name="connsiteX44" fmla="*/ 930949 w 4114416"/>
              <a:gd name="connsiteY44" fmla="*/ 1557867 h 2870200"/>
              <a:gd name="connsiteX45" fmla="*/ 939416 w 4114416"/>
              <a:gd name="connsiteY45" fmla="*/ 2006600 h 2870200"/>
              <a:gd name="connsiteX46" fmla="*/ 964816 w 4114416"/>
              <a:gd name="connsiteY46" fmla="*/ 2116667 h 2870200"/>
              <a:gd name="connsiteX47" fmla="*/ 973282 w 4114416"/>
              <a:gd name="connsiteY47" fmla="*/ 1948424 h 2870200"/>
              <a:gd name="connsiteX48" fmla="*/ 990216 w 4114416"/>
              <a:gd name="connsiteY48" fmla="*/ 1794934 h 2870200"/>
              <a:gd name="connsiteX49" fmla="*/ 998682 w 4114416"/>
              <a:gd name="connsiteY49" fmla="*/ 1761067 h 2870200"/>
              <a:gd name="connsiteX50" fmla="*/ 1015616 w 4114416"/>
              <a:gd name="connsiteY50" fmla="*/ 1871134 h 2870200"/>
              <a:gd name="connsiteX51" fmla="*/ 1032549 w 4114416"/>
              <a:gd name="connsiteY51" fmla="*/ 1947334 h 2870200"/>
              <a:gd name="connsiteX52" fmla="*/ 1049482 w 4114416"/>
              <a:gd name="connsiteY52" fmla="*/ 2040467 h 2870200"/>
              <a:gd name="connsiteX53" fmla="*/ 1074882 w 4114416"/>
              <a:gd name="connsiteY53" fmla="*/ 2108200 h 2870200"/>
              <a:gd name="connsiteX54" fmla="*/ 1105586 w 4114416"/>
              <a:gd name="connsiteY54" fmla="*/ 2165034 h 2870200"/>
              <a:gd name="connsiteX55" fmla="*/ 1117344 w 4114416"/>
              <a:gd name="connsiteY55" fmla="*/ 2220675 h 2870200"/>
              <a:gd name="connsiteX56" fmla="*/ 1134149 w 4114416"/>
              <a:gd name="connsiteY56" fmla="*/ 2108200 h 2870200"/>
              <a:gd name="connsiteX57" fmla="*/ 1184949 w 4114416"/>
              <a:gd name="connsiteY57" fmla="*/ 1989667 h 2870200"/>
              <a:gd name="connsiteX58" fmla="*/ 1235749 w 4114416"/>
              <a:gd name="connsiteY58" fmla="*/ 1913467 h 2870200"/>
              <a:gd name="connsiteX59" fmla="*/ 1244216 w 4114416"/>
              <a:gd name="connsiteY59" fmla="*/ 2167467 h 2870200"/>
              <a:gd name="connsiteX60" fmla="*/ 1261149 w 4114416"/>
              <a:gd name="connsiteY60" fmla="*/ 2082800 h 2870200"/>
              <a:gd name="connsiteX61" fmla="*/ 1269616 w 4114416"/>
              <a:gd name="connsiteY61" fmla="*/ 2015067 h 2870200"/>
              <a:gd name="connsiteX62" fmla="*/ 1311949 w 4114416"/>
              <a:gd name="connsiteY62" fmla="*/ 1854200 h 2870200"/>
              <a:gd name="connsiteX63" fmla="*/ 1320416 w 4114416"/>
              <a:gd name="connsiteY63" fmla="*/ 1803400 h 2870200"/>
              <a:gd name="connsiteX64" fmla="*/ 1345816 w 4114416"/>
              <a:gd name="connsiteY64" fmla="*/ 1701800 h 2870200"/>
              <a:gd name="connsiteX65" fmla="*/ 1371216 w 4114416"/>
              <a:gd name="connsiteY65" fmla="*/ 1718734 h 2870200"/>
              <a:gd name="connsiteX66" fmla="*/ 1379682 w 4114416"/>
              <a:gd name="connsiteY66" fmla="*/ 1744134 h 2870200"/>
              <a:gd name="connsiteX67" fmla="*/ 1405082 w 4114416"/>
              <a:gd name="connsiteY67" fmla="*/ 1828800 h 2870200"/>
              <a:gd name="connsiteX68" fmla="*/ 1422016 w 4114416"/>
              <a:gd name="connsiteY68" fmla="*/ 1879600 h 2870200"/>
              <a:gd name="connsiteX69" fmla="*/ 1430482 w 4114416"/>
              <a:gd name="connsiteY69" fmla="*/ 1913467 h 2870200"/>
              <a:gd name="connsiteX70" fmla="*/ 1455882 w 4114416"/>
              <a:gd name="connsiteY70" fmla="*/ 1947334 h 2870200"/>
              <a:gd name="connsiteX71" fmla="*/ 1472816 w 4114416"/>
              <a:gd name="connsiteY71" fmla="*/ 1938867 h 2870200"/>
              <a:gd name="connsiteX72" fmla="*/ 1515149 w 4114416"/>
              <a:gd name="connsiteY72" fmla="*/ 1803400 h 2870200"/>
              <a:gd name="connsiteX73" fmla="*/ 1574416 w 4114416"/>
              <a:gd name="connsiteY73" fmla="*/ 1651000 h 2870200"/>
              <a:gd name="connsiteX74" fmla="*/ 1582882 w 4114416"/>
              <a:gd name="connsiteY74" fmla="*/ 1591734 h 2870200"/>
              <a:gd name="connsiteX75" fmla="*/ 1599816 w 4114416"/>
              <a:gd name="connsiteY75" fmla="*/ 1566334 h 2870200"/>
              <a:gd name="connsiteX76" fmla="*/ 1608282 w 4114416"/>
              <a:gd name="connsiteY76" fmla="*/ 1524000 h 2870200"/>
              <a:gd name="connsiteX77" fmla="*/ 1616749 w 4114416"/>
              <a:gd name="connsiteY77" fmla="*/ 1498600 h 2870200"/>
              <a:gd name="connsiteX78" fmla="*/ 1633682 w 4114416"/>
              <a:gd name="connsiteY78" fmla="*/ 1524000 h 2870200"/>
              <a:gd name="connsiteX79" fmla="*/ 1659082 w 4114416"/>
              <a:gd name="connsiteY79" fmla="*/ 1490134 h 2870200"/>
              <a:gd name="connsiteX80" fmla="*/ 1684482 w 4114416"/>
              <a:gd name="connsiteY80" fmla="*/ 1388534 h 2870200"/>
              <a:gd name="connsiteX81" fmla="*/ 1743749 w 4114416"/>
              <a:gd name="connsiteY81" fmla="*/ 1286934 h 2870200"/>
              <a:gd name="connsiteX82" fmla="*/ 1794549 w 4114416"/>
              <a:gd name="connsiteY82" fmla="*/ 1176867 h 2870200"/>
              <a:gd name="connsiteX83" fmla="*/ 1819949 w 4114416"/>
              <a:gd name="connsiteY83" fmla="*/ 1202267 h 2870200"/>
              <a:gd name="connsiteX84" fmla="*/ 1828416 w 4114416"/>
              <a:gd name="connsiteY84" fmla="*/ 1227667 h 2870200"/>
              <a:gd name="connsiteX85" fmla="*/ 1845349 w 4114416"/>
              <a:gd name="connsiteY85" fmla="*/ 1261534 h 2870200"/>
              <a:gd name="connsiteX86" fmla="*/ 1887682 w 4114416"/>
              <a:gd name="connsiteY86" fmla="*/ 1422400 h 2870200"/>
              <a:gd name="connsiteX87" fmla="*/ 1938482 w 4114416"/>
              <a:gd name="connsiteY87" fmla="*/ 1600200 h 2870200"/>
              <a:gd name="connsiteX88" fmla="*/ 1989282 w 4114416"/>
              <a:gd name="connsiteY88" fmla="*/ 1744134 h 2870200"/>
              <a:gd name="connsiteX89" fmla="*/ 2006216 w 4114416"/>
              <a:gd name="connsiteY89" fmla="*/ 1498600 h 2870200"/>
              <a:gd name="connsiteX90" fmla="*/ 2023149 w 4114416"/>
              <a:gd name="connsiteY90" fmla="*/ 1464734 h 2870200"/>
              <a:gd name="connsiteX91" fmla="*/ 2031616 w 4114416"/>
              <a:gd name="connsiteY91" fmla="*/ 1439334 h 2870200"/>
              <a:gd name="connsiteX92" fmla="*/ 2082416 w 4114416"/>
              <a:gd name="connsiteY92" fmla="*/ 2032000 h 2870200"/>
              <a:gd name="connsiteX93" fmla="*/ 2090882 w 4114416"/>
              <a:gd name="connsiteY93" fmla="*/ 2150534 h 2870200"/>
              <a:gd name="connsiteX94" fmla="*/ 2099349 w 4114416"/>
              <a:gd name="connsiteY94" fmla="*/ 2489200 h 2870200"/>
              <a:gd name="connsiteX95" fmla="*/ 2133216 w 4114416"/>
              <a:gd name="connsiteY95" fmla="*/ 2421467 h 2870200"/>
              <a:gd name="connsiteX96" fmla="*/ 2175549 w 4114416"/>
              <a:gd name="connsiteY96" fmla="*/ 2319867 h 2870200"/>
              <a:gd name="connsiteX97" fmla="*/ 2200949 w 4114416"/>
              <a:gd name="connsiteY97" fmla="*/ 2286000 h 2870200"/>
              <a:gd name="connsiteX98" fmla="*/ 2234816 w 4114416"/>
              <a:gd name="connsiteY98" fmla="*/ 2235200 h 2870200"/>
              <a:gd name="connsiteX99" fmla="*/ 2251749 w 4114416"/>
              <a:gd name="connsiteY99" fmla="*/ 2514600 h 2870200"/>
              <a:gd name="connsiteX100" fmla="*/ 2277149 w 4114416"/>
              <a:gd name="connsiteY100" fmla="*/ 2565400 h 2870200"/>
              <a:gd name="connsiteX101" fmla="*/ 2285616 w 4114416"/>
              <a:gd name="connsiteY101" fmla="*/ 2489200 h 2870200"/>
              <a:gd name="connsiteX102" fmla="*/ 2302549 w 4114416"/>
              <a:gd name="connsiteY102" fmla="*/ 2421467 h 2870200"/>
              <a:gd name="connsiteX103" fmla="*/ 2311016 w 4114416"/>
              <a:gd name="connsiteY103" fmla="*/ 1718734 h 2870200"/>
              <a:gd name="connsiteX104" fmla="*/ 2336416 w 4114416"/>
              <a:gd name="connsiteY104" fmla="*/ 1811867 h 2870200"/>
              <a:gd name="connsiteX105" fmla="*/ 2361816 w 4114416"/>
              <a:gd name="connsiteY105" fmla="*/ 1871134 h 2870200"/>
              <a:gd name="connsiteX106" fmla="*/ 2387216 w 4114416"/>
              <a:gd name="connsiteY106" fmla="*/ 1938867 h 2870200"/>
              <a:gd name="connsiteX107" fmla="*/ 2395682 w 4114416"/>
              <a:gd name="connsiteY107" fmla="*/ 1972734 h 2870200"/>
              <a:gd name="connsiteX108" fmla="*/ 2404149 w 4114416"/>
              <a:gd name="connsiteY108" fmla="*/ 1574800 h 2870200"/>
              <a:gd name="connsiteX109" fmla="*/ 2429549 w 4114416"/>
              <a:gd name="connsiteY109" fmla="*/ 1236134 h 2870200"/>
              <a:gd name="connsiteX110" fmla="*/ 2446482 w 4114416"/>
              <a:gd name="connsiteY110" fmla="*/ 1092200 h 2870200"/>
              <a:gd name="connsiteX111" fmla="*/ 2454949 w 4114416"/>
              <a:gd name="connsiteY111" fmla="*/ 1066800 h 2870200"/>
              <a:gd name="connsiteX112" fmla="*/ 2463416 w 4114416"/>
              <a:gd name="connsiteY112" fmla="*/ 1092200 h 2870200"/>
              <a:gd name="connsiteX113" fmla="*/ 2480349 w 4114416"/>
              <a:gd name="connsiteY113" fmla="*/ 1117600 h 2870200"/>
              <a:gd name="connsiteX114" fmla="*/ 2488816 w 4114416"/>
              <a:gd name="connsiteY114" fmla="*/ 1227667 h 2870200"/>
              <a:gd name="connsiteX115" fmla="*/ 2514216 w 4114416"/>
              <a:gd name="connsiteY115" fmla="*/ 753534 h 2870200"/>
              <a:gd name="connsiteX116" fmla="*/ 2531149 w 4114416"/>
              <a:gd name="connsiteY116" fmla="*/ 685800 h 2870200"/>
              <a:gd name="connsiteX117" fmla="*/ 2539616 w 4114416"/>
              <a:gd name="connsiteY117" fmla="*/ 609600 h 2870200"/>
              <a:gd name="connsiteX118" fmla="*/ 2548082 w 4114416"/>
              <a:gd name="connsiteY118" fmla="*/ 558800 h 2870200"/>
              <a:gd name="connsiteX119" fmla="*/ 2565016 w 4114416"/>
              <a:gd name="connsiteY119" fmla="*/ 584200 h 2870200"/>
              <a:gd name="connsiteX120" fmla="*/ 2573482 w 4114416"/>
              <a:gd name="connsiteY120" fmla="*/ 778934 h 2870200"/>
              <a:gd name="connsiteX121" fmla="*/ 2615816 w 4114416"/>
              <a:gd name="connsiteY121" fmla="*/ 914400 h 2870200"/>
              <a:gd name="connsiteX122" fmla="*/ 2632749 w 4114416"/>
              <a:gd name="connsiteY122" fmla="*/ 973667 h 2870200"/>
              <a:gd name="connsiteX123" fmla="*/ 2649682 w 4114416"/>
              <a:gd name="connsiteY123" fmla="*/ 812800 h 2870200"/>
              <a:gd name="connsiteX124" fmla="*/ 2666616 w 4114416"/>
              <a:gd name="connsiteY124" fmla="*/ 694267 h 2870200"/>
              <a:gd name="connsiteX125" fmla="*/ 2692016 w 4114416"/>
              <a:gd name="connsiteY125" fmla="*/ 558800 h 2870200"/>
              <a:gd name="connsiteX126" fmla="*/ 2717416 w 4114416"/>
              <a:gd name="connsiteY126" fmla="*/ 321734 h 2870200"/>
              <a:gd name="connsiteX127" fmla="*/ 2734349 w 4114416"/>
              <a:gd name="connsiteY127" fmla="*/ 1058334 h 2870200"/>
              <a:gd name="connsiteX128" fmla="*/ 2760746 w 4114416"/>
              <a:gd name="connsiteY128" fmla="*/ 1023969 h 2870200"/>
              <a:gd name="connsiteX129" fmla="*/ 2810549 w 4114416"/>
              <a:gd name="connsiteY129" fmla="*/ 905934 h 2870200"/>
              <a:gd name="connsiteX130" fmla="*/ 2844416 w 4114416"/>
              <a:gd name="connsiteY130" fmla="*/ 855134 h 2870200"/>
              <a:gd name="connsiteX131" fmla="*/ 2869816 w 4114416"/>
              <a:gd name="connsiteY131" fmla="*/ 1422400 h 2870200"/>
              <a:gd name="connsiteX132" fmla="*/ 2878282 w 4114416"/>
              <a:gd name="connsiteY132" fmla="*/ 1388534 h 2870200"/>
              <a:gd name="connsiteX133" fmla="*/ 2895216 w 4114416"/>
              <a:gd name="connsiteY133" fmla="*/ 1363134 h 2870200"/>
              <a:gd name="connsiteX134" fmla="*/ 2920616 w 4114416"/>
              <a:gd name="connsiteY134" fmla="*/ 1278467 h 2870200"/>
              <a:gd name="connsiteX135" fmla="*/ 2937549 w 4114416"/>
              <a:gd name="connsiteY135" fmla="*/ 1320800 h 2870200"/>
              <a:gd name="connsiteX136" fmla="*/ 2954482 w 4114416"/>
              <a:gd name="connsiteY136" fmla="*/ 1388534 h 2870200"/>
              <a:gd name="connsiteX137" fmla="*/ 2971416 w 4114416"/>
              <a:gd name="connsiteY137" fmla="*/ 1422400 h 2870200"/>
              <a:gd name="connsiteX138" fmla="*/ 3013749 w 4114416"/>
              <a:gd name="connsiteY138" fmla="*/ 1540934 h 2870200"/>
              <a:gd name="connsiteX139" fmla="*/ 3030682 w 4114416"/>
              <a:gd name="connsiteY139" fmla="*/ 1566334 h 2870200"/>
              <a:gd name="connsiteX140" fmla="*/ 3064549 w 4114416"/>
              <a:gd name="connsiteY140" fmla="*/ 1718734 h 2870200"/>
              <a:gd name="connsiteX141" fmla="*/ 3089949 w 4114416"/>
              <a:gd name="connsiteY141" fmla="*/ 1761067 h 2870200"/>
              <a:gd name="connsiteX142" fmla="*/ 3123816 w 4114416"/>
              <a:gd name="connsiteY142" fmla="*/ 1879600 h 2870200"/>
              <a:gd name="connsiteX143" fmla="*/ 3115349 w 4114416"/>
              <a:gd name="connsiteY143" fmla="*/ 1913467 h 2870200"/>
              <a:gd name="connsiteX144" fmla="*/ 3127799 w 4114416"/>
              <a:gd name="connsiteY144" fmla="*/ 1901016 h 2870200"/>
              <a:gd name="connsiteX145" fmla="*/ 3106882 w 4114416"/>
              <a:gd name="connsiteY145" fmla="*/ 1888067 h 2870200"/>
              <a:gd name="connsiteX146" fmla="*/ 3132282 w 4114416"/>
              <a:gd name="connsiteY146" fmla="*/ 1871134 h 2870200"/>
              <a:gd name="connsiteX147" fmla="*/ 3140749 w 4114416"/>
              <a:gd name="connsiteY147" fmla="*/ 1769534 h 2870200"/>
              <a:gd name="connsiteX148" fmla="*/ 3157682 w 4114416"/>
              <a:gd name="connsiteY148" fmla="*/ 1710267 h 2870200"/>
              <a:gd name="connsiteX149" fmla="*/ 3166149 w 4114416"/>
              <a:gd name="connsiteY149" fmla="*/ 1684867 h 2870200"/>
              <a:gd name="connsiteX150" fmla="*/ 3191549 w 4114416"/>
              <a:gd name="connsiteY150" fmla="*/ 1676400 h 2870200"/>
              <a:gd name="connsiteX151" fmla="*/ 3200016 w 4114416"/>
              <a:gd name="connsiteY151" fmla="*/ 2006600 h 2870200"/>
              <a:gd name="connsiteX152" fmla="*/ 3208482 w 4114416"/>
              <a:gd name="connsiteY152" fmla="*/ 2048934 h 2870200"/>
              <a:gd name="connsiteX153" fmla="*/ 3216949 w 4114416"/>
              <a:gd name="connsiteY153" fmla="*/ 2099734 h 2870200"/>
              <a:gd name="connsiteX154" fmla="*/ 3233882 w 4114416"/>
              <a:gd name="connsiteY154" fmla="*/ 2048934 h 2870200"/>
              <a:gd name="connsiteX155" fmla="*/ 3242349 w 4114416"/>
              <a:gd name="connsiteY155" fmla="*/ 1998134 h 2870200"/>
              <a:gd name="connsiteX156" fmla="*/ 3276216 w 4114416"/>
              <a:gd name="connsiteY156" fmla="*/ 2353734 h 2870200"/>
              <a:gd name="connsiteX157" fmla="*/ 3301616 w 4114416"/>
              <a:gd name="connsiteY157" fmla="*/ 2387600 h 2870200"/>
              <a:gd name="connsiteX158" fmla="*/ 3310082 w 4114416"/>
              <a:gd name="connsiteY158" fmla="*/ 2497667 h 2870200"/>
              <a:gd name="connsiteX159" fmla="*/ 3327016 w 4114416"/>
              <a:gd name="connsiteY159" fmla="*/ 2531534 h 2870200"/>
              <a:gd name="connsiteX160" fmla="*/ 3343949 w 4114416"/>
              <a:gd name="connsiteY160" fmla="*/ 2599267 h 2870200"/>
              <a:gd name="connsiteX161" fmla="*/ 3369349 w 4114416"/>
              <a:gd name="connsiteY161" fmla="*/ 2667000 h 2870200"/>
              <a:gd name="connsiteX162" fmla="*/ 3411682 w 4114416"/>
              <a:gd name="connsiteY162" fmla="*/ 2810934 h 2870200"/>
              <a:gd name="connsiteX163" fmla="*/ 3437082 w 4114416"/>
              <a:gd name="connsiteY163" fmla="*/ 2870200 h 2870200"/>
              <a:gd name="connsiteX164" fmla="*/ 3462482 w 4114416"/>
              <a:gd name="connsiteY164" fmla="*/ 1828800 h 2870200"/>
              <a:gd name="connsiteX165" fmla="*/ 3461984 w 4114416"/>
              <a:gd name="connsiteY165" fmla="*/ 2090271 h 2870200"/>
              <a:gd name="connsiteX166" fmla="*/ 3487882 w 4114416"/>
              <a:gd name="connsiteY166" fmla="*/ 1735667 h 2870200"/>
              <a:gd name="connsiteX167" fmla="*/ 3513282 w 4114416"/>
              <a:gd name="connsiteY167" fmla="*/ 1651000 h 2870200"/>
              <a:gd name="connsiteX168" fmla="*/ 3521749 w 4114416"/>
              <a:gd name="connsiteY168" fmla="*/ 1701800 h 2870200"/>
              <a:gd name="connsiteX169" fmla="*/ 3525733 w 4114416"/>
              <a:gd name="connsiteY169" fmla="*/ 1875118 h 2870200"/>
              <a:gd name="connsiteX170" fmla="*/ 3547149 w 4114416"/>
              <a:gd name="connsiteY170" fmla="*/ 1752600 h 2870200"/>
              <a:gd name="connsiteX171" fmla="*/ 3555616 w 4114416"/>
              <a:gd name="connsiteY171" fmla="*/ 1693334 h 2870200"/>
              <a:gd name="connsiteX172" fmla="*/ 3597949 w 4114416"/>
              <a:gd name="connsiteY172" fmla="*/ 1608667 h 2870200"/>
              <a:gd name="connsiteX173" fmla="*/ 3614882 w 4114416"/>
              <a:gd name="connsiteY173" fmla="*/ 1566334 h 2870200"/>
              <a:gd name="connsiteX174" fmla="*/ 3657216 w 4114416"/>
              <a:gd name="connsiteY174" fmla="*/ 1464734 h 2870200"/>
              <a:gd name="connsiteX175" fmla="*/ 3661200 w 4114416"/>
              <a:gd name="connsiteY175" fmla="*/ 1373094 h 2870200"/>
              <a:gd name="connsiteX176" fmla="*/ 3682616 w 4114416"/>
              <a:gd name="connsiteY176" fmla="*/ 1363134 h 2870200"/>
              <a:gd name="connsiteX177" fmla="*/ 3699549 w 4114416"/>
              <a:gd name="connsiteY177" fmla="*/ 1320800 h 2870200"/>
              <a:gd name="connsiteX178" fmla="*/ 3694569 w 4114416"/>
              <a:gd name="connsiteY178" fmla="*/ 1151964 h 2870200"/>
              <a:gd name="connsiteX179" fmla="*/ 3741882 w 4114416"/>
              <a:gd name="connsiteY179" fmla="*/ 1227667 h 2870200"/>
              <a:gd name="connsiteX180" fmla="*/ 3750349 w 4114416"/>
              <a:gd name="connsiteY180" fmla="*/ 1176867 h 2870200"/>
              <a:gd name="connsiteX181" fmla="*/ 3767282 w 4114416"/>
              <a:gd name="connsiteY181" fmla="*/ 1126067 h 2870200"/>
              <a:gd name="connsiteX182" fmla="*/ 3775749 w 4114416"/>
              <a:gd name="connsiteY182" fmla="*/ 1058334 h 2870200"/>
              <a:gd name="connsiteX183" fmla="*/ 3784216 w 4114416"/>
              <a:gd name="connsiteY183" fmla="*/ 1270000 h 2870200"/>
              <a:gd name="connsiteX184" fmla="*/ 3813064 w 4114416"/>
              <a:gd name="connsiteY184" fmla="*/ 678606 h 2870200"/>
              <a:gd name="connsiteX185" fmla="*/ 3818082 w 4114416"/>
              <a:gd name="connsiteY185" fmla="*/ 558800 h 2870200"/>
              <a:gd name="connsiteX186" fmla="*/ 3835016 w 4114416"/>
              <a:gd name="connsiteY186" fmla="*/ 482600 h 2870200"/>
              <a:gd name="connsiteX187" fmla="*/ 3843482 w 4114416"/>
              <a:gd name="connsiteY187" fmla="*/ 533400 h 2870200"/>
              <a:gd name="connsiteX188" fmla="*/ 3860416 w 4114416"/>
              <a:gd name="connsiteY188" fmla="*/ 660400 h 2870200"/>
              <a:gd name="connsiteX189" fmla="*/ 3868882 w 4114416"/>
              <a:gd name="connsiteY189" fmla="*/ 702734 h 2870200"/>
              <a:gd name="connsiteX190" fmla="*/ 3885816 w 4114416"/>
              <a:gd name="connsiteY190" fmla="*/ 736600 h 2870200"/>
              <a:gd name="connsiteX191" fmla="*/ 3902749 w 4114416"/>
              <a:gd name="connsiteY191" fmla="*/ 702734 h 2870200"/>
              <a:gd name="connsiteX192" fmla="*/ 3962016 w 4114416"/>
              <a:gd name="connsiteY192" fmla="*/ 482600 h 2870200"/>
              <a:gd name="connsiteX193" fmla="*/ 3978949 w 4114416"/>
              <a:gd name="connsiteY193" fmla="*/ 457200 h 2870200"/>
              <a:gd name="connsiteX194" fmla="*/ 4004349 w 4114416"/>
              <a:gd name="connsiteY194" fmla="*/ 177800 h 2870200"/>
              <a:gd name="connsiteX195" fmla="*/ 4029749 w 4114416"/>
              <a:gd name="connsiteY195" fmla="*/ 135467 h 2870200"/>
              <a:gd name="connsiteX196" fmla="*/ 4038216 w 4114416"/>
              <a:gd name="connsiteY196" fmla="*/ 101600 h 2870200"/>
              <a:gd name="connsiteX197" fmla="*/ 4046682 w 4114416"/>
              <a:gd name="connsiteY197" fmla="*/ 76200 h 2870200"/>
              <a:gd name="connsiteX198" fmla="*/ 4055149 w 4114416"/>
              <a:gd name="connsiteY198" fmla="*/ 110067 h 2870200"/>
              <a:gd name="connsiteX199" fmla="*/ 4072082 w 4114416"/>
              <a:gd name="connsiteY199" fmla="*/ 160867 h 2870200"/>
              <a:gd name="connsiteX200" fmla="*/ 4114416 w 4114416"/>
              <a:gd name="connsiteY200" fmla="*/ 0 h 2870200"/>
              <a:gd name="connsiteX0" fmla="*/ 0 w 4114416"/>
              <a:gd name="connsiteY0" fmla="*/ 735359 h 2870200"/>
              <a:gd name="connsiteX1" fmla="*/ 22363 w 4114416"/>
              <a:gd name="connsiteY1" fmla="*/ 647092 h 2870200"/>
              <a:gd name="connsiteX2" fmla="*/ 53451 w 4114416"/>
              <a:gd name="connsiteY2" fmla="*/ 567267 h 2870200"/>
              <a:gd name="connsiteX3" fmla="*/ 61790 w 4114416"/>
              <a:gd name="connsiteY3" fmla="*/ 828517 h 2870200"/>
              <a:gd name="connsiteX4" fmla="*/ 57549 w 4114416"/>
              <a:gd name="connsiteY4" fmla="*/ 1083293 h 2870200"/>
              <a:gd name="connsiteX5" fmla="*/ 55282 w 4114416"/>
              <a:gd name="connsiteY5" fmla="*/ 1212385 h 2870200"/>
              <a:gd name="connsiteX6" fmla="*/ 69873 w 4114416"/>
              <a:gd name="connsiteY6" fmla="*/ 1401791 h 2870200"/>
              <a:gd name="connsiteX7" fmla="*/ 112335 w 4114416"/>
              <a:gd name="connsiteY7" fmla="*/ 1209517 h 2870200"/>
              <a:gd name="connsiteX8" fmla="*/ 135082 w 4114416"/>
              <a:gd name="connsiteY8" fmla="*/ 1100667 h 2870200"/>
              <a:gd name="connsiteX9" fmla="*/ 168949 w 4114416"/>
              <a:gd name="connsiteY9" fmla="*/ 999067 h 2870200"/>
              <a:gd name="connsiteX10" fmla="*/ 185882 w 4114416"/>
              <a:gd name="connsiteY10" fmla="*/ 948267 h 2870200"/>
              <a:gd name="connsiteX11" fmla="*/ 202816 w 4114416"/>
              <a:gd name="connsiteY11" fmla="*/ 1134534 h 2870200"/>
              <a:gd name="connsiteX12" fmla="*/ 219749 w 4114416"/>
              <a:gd name="connsiteY12" fmla="*/ 1464734 h 2870200"/>
              <a:gd name="connsiteX13" fmla="*/ 279016 w 4114416"/>
              <a:gd name="connsiteY13" fmla="*/ 1363134 h 2870200"/>
              <a:gd name="connsiteX14" fmla="*/ 304416 w 4114416"/>
              <a:gd name="connsiteY14" fmla="*/ 1371600 h 2870200"/>
              <a:gd name="connsiteX15" fmla="*/ 312882 w 4114416"/>
              <a:gd name="connsiteY15" fmla="*/ 2243667 h 2870200"/>
              <a:gd name="connsiteX16" fmla="*/ 338282 w 4114416"/>
              <a:gd name="connsiteY16" fmla="*/ 2201334 h 2870200"/>
              <a:gd name="connsiteX17" fmla="*/ 346749 w 4114416"/>
              <a:gd name="connsiteY17" fmla="*/ 2150534 h 2870200"/>
              <a:gd name="connsiteX18" fmla="*/ 371651 w 4114416"/>
              <a:gd name="connsiteY18" fmla="*/ 2376146 h 2870200"/>
              <a:gd name="connsiteX19" fmla="*/ 389082 w 4114416"/>
              <a:gd name="connsiteY19" fmla="*/ 2082800 h 2870200"/>
              <a:gd name="connsiteX20" fmla="*/ 414981 w 4114416"/>
              <a:gd name="connsiteY20" fmla="*/ 1792444 h 2870200"/>
              <a:gd name="connsiteX21" fmla="*/ 422949 w 4114416"/>
              <a:gd name="connsiteY21" fmla="*/ 2032000 h 2870200"/>
              <a:gd name="connsiteX22" fmla="*/ 453908 w 4114416"/>
              <a:gd name="connsiteY22" fmla="*/ 1990884 h 2870200"/>
              <a:gd name="connsiteX23" fmla="*/ 465282 w 4114416"/>
              <a:gd name="connsiteY23" fmla="*/ 1752600 h 2870200"/>
              <a:gd name="connsiteX24" fmla="*/ 490682 w 4114416"/>
              <a:gd name="connsiteY24" fmla="*/ 1651000 h 2870200"/>
              <a:gd name="connsiteX25" fmla="*/ 516082 w 4114416"/>
              <a:gd name="connsiteY25" fmla="*/ 1710267 h 2870200"/>
              <a:gd name="connsiteX26" fmla="*/ 524549 w 4114416"/>
              <a:gd name="connsiteY26" fmla="*/ 1851666 h 2870200"/>
              <a:gd name="connsiteX27" fmla="*/ 558416 w 4114416"/>
              <a:gd name="connsiteY27" fmla="*/ 1820334 h 2870200"/>
              <a:gd name="connsiteX28" fmla="*/ 583816 w 4114416"/>
              <a:gd name="connsiteY28" fmla="*/ 1938867 h 2870200"/>
              <a:gd name="connsiteX29" fmla="*/ 600749 w 4114416"/>
              <a:gd name="connsiteY29" fmla="*/ 1998134 h 2870200"/>
              <a:gd name="connsiteX30" fmla="*/ 643082 w 4114416"/>
              <a:gd name="connsiteY30" fmla="*/ 1786467 h 2870200"/>
              <a:gd name="connsiteX31" fmla="*/ 668482 w 4114416"/>
              <a:gd name="connsiteY31" fmla="*/ 1718734 h 2870200"/>
              <a:gd name="connsiteX32" fmla="*/ 685416 w 4114416"/>
              <a:gd name="connsiteY32" fmla="*/ 1617134 h 2870200"/>
              <a:gd name="connsiteX33" fmla="*/ 702349 w 4114416"/>
              <a:gd name="connsiteY33" fmla="*/ 1557867 h 2870200"/>
              <a:gd name="connsiteX34" fmla="*/ 710816 w 4114416"/>
              <a:gd name="connsiteY34" fmla="*/ 1524000 h 2870200"/>
              <a:gd name="connsiteX35" fmla="*/ 727749 w 4114416"/>
              <a:gd name="connsiteY35" fmla="*/ 1312334 h 2870200"/>
              <a:gd name="connsiteX36" fmla="*/ 744682 w 4114416"/>
              <a:gd name="connsiteY36" fmla="*/ 1380067 h 2870200"/>
              <a:gd name="connsiteX37" fmla="*/ 761616 w 4114416"/>
              <a:gd name="connsiteY37" fmla="*/ 1532467 h 2870200"/>
              <a:gd name="connsiteX38" fmla="*/ 778549 w 4114416"/>
              <a:gd name="connsiteY38" fmla="*/ 1566334 h 2870200"/>
              <a:gd name="connsiteX39" fmla="*/ 820882 w 4114416"/>
              <a:gd name="connsiteY39" fmla="*/ 1430867 h 2870200"/>
              <a:gd name="connsiteX40" fmla="*/ 854749 w 4114416"/>
              <a:gd name="connsiteY40" fmla="*/ 1388534 h 2870200"/>
              <a:gd name="connsiteX41" fmla="*/ 863216 w 4114416"/>
              <a:gd name="connsiteY41" fmla="*/ 1498600 h 2870200"/>
              <a:gd name="connsiteX42" fmla="*/ 888616 w 4114416"/>
              <a:gd name="connsiteY42" fmla="*/ 1811867 h 2870200"/>
              <a:gd name="connsiteX43" fmla="*/ 897082 w 4114416"/>
              <a:gd name="connsiteY43" fmla="*/ 1642534 h 2870200"/>
              <a:gd name="connsiteX44" fmla="*/ 930949 w 4114416"/>
              <a:gd name="connsiteY44" fmla="*/ 1557867 h 2870200"/>
              <a:gd name="connsiteX45" fmla="*/ 939416 w 4114416"/>
              <a:gd name="connsiteY45" fmla="*/ 2006600 h 2870200"/>
              <a:gd name="connsiteX46" fmla="*/ 964816 w 4114416"/>
              <a:gd name="connsiteY46" fmla="*/ 2116667 h 2870200"/>
              <a:gd name="connsiteX47" fmla="*/ 973282 w 4114416"/>
              <a:gd name="connsiteY47" fmla="*/ 1948424 h 2870200"/>
              <a:gd name="connsiteX48" fmla="*/ 990216 w 4114416"/>
              <a:gd name="connsiteY48" fmla="*/ 1794934 h 2870200"/>
              <a:gd name="connsiteX49" fmla="*/ 998682 w 4114416"/>
              <a:gd name="connsiteY49" fmla="*/ 1761067 h 2870200"/>
              <a:gd name="connsiteX50" fmla="*/ 1015616 w 4114416"/>
              <a:gd name="connsiteY50" fmla="*/ 1871134 h 2870200"/>
              <a:gd name="connsiteX51" fmla="*/ 1032549 w 4114416"/>
              <a:gd name="connsiteY51" fmla="*/ 1947334 h 2870200"/>
              <a:gd name="connsiteX52" fmla="*/ 1049482 w 4114416"/>
              <a:gd name="connsiteY52" fmla="*/ 2040467 h 2870200"/>
              <a:gd name="connsiteX53" fmla="*/ 1074882 w 4114416"/>
              <a:gd name="connsiteY53" fmla="*/ 2108200 h 2870200"/>
              <a:gd name="connsiteX54" fmla="*/ 1105586 w 4114416"/>
              <a:gd name="connsiteY54" fmla="*/ 2165034 h 2870200"/>
              <a:gd name="connsiteX55" fmla="*/ 1117344 w 4114416"/>
              <a:gd name="connsiteY55" fmla="*/ 2220675 h 2870200"/>
              <a:gd name="connsiteX56" fmla="*/ 1134149 w 4114416"/>
              <a:gd name="connsiteY56" fmla="*/ 2108200 h 2870200"/>
              <a:gd name="connsiteX57" fmla="*/ 1184949 w 4114416"/>
              <a:gd name="connsiteY57" fmla="*/ 1989667 h 2870200"/>
              <a:gd name="connsiteX58" fmla="*/ 1221851 w 4114416"/>
              <a:gd name="connsiteY58" fmla="*/ 1898967 h 2870200"/>
              <a:gd name="connsiteX59" fmla="*/ 1244216 w 4114416"/>
              <a:gd name="connsiteY59" fmla="*/ 2167467 h 2870200"/>
              <a:gd name="connsiteX60" fmla="*/ 1261149 w 4114416"/>
              <a:gd name="connsiteY60" fmla="*/ 2082800 h 2870200"/>
              <a:gd name="connsiteX61" fmla="*/ 1269616 w 4114416"/>
              <a:gd name="connsiteY61" fmla="*/ 2015067 h 2870200"/>
              <a:gd name="connsiteX62" fmla="*/ 1311949 w 4114416"/>
              <a:gd name="connsiteY62" fmla="*/ 1854200 h 2870200"/>
              <a:gd name="connsiteX63" fmla="*/ 1320416 w 4114416"/>
              <a:gd name="connsiteY63" fmla="*/ 1803400 h 2870200"/>
              <a:gd name="connsiteX64" fmla="*/ 1345816 w 4114416"/>
              <a:gd name="connsiteY64" fmla="*/ 1701800 h 2870200"/>
              <a:gd name="connsiteX65" fmla="*/ 1371216 w 4114416"/>
              <a:gd name="connsiteY65" fmla="*/ 1718734 h 2870200"/>
              <a:gd name="connsiteX66" fmla="*/ 1379682 w 4114416"/>
              <a:gd name="connsiteY66" fmla="*/ 1744134 h 2870200"/>
              <a:gd name="connsiteX67" fmla="*/ 1405082 w 4114416"/>
              <a:gd name="connsiteY67" fmla="*/ 1828800 h 2870200"/>
              <a:gd name="connsiteX68" fmla="*/ 1422016 w 4114416"/>
              <a:gd name="connsiteY68" fmla="*/ 1879600 h 2870200"/>
              <a:gd name="connsiteX69" fmla="*/ 1430482 w 4114416"/>
              <a:gd name="connsiteY69" fmla="*/ 1913467 h 2870200"/>
              <a:gd name="connsiteX70" fmla="*/ 1455882 w 4114416"/>
              <a:gd name="connsiteY70" fmla="*/ 1947334 h 2870200"/>
              <a:gd name="connsiteX71" fmla="*/ 1472816 w 4114416"/>
              <a:gd name="connsiteY71" fmla="*/ 1938867 h 2870200"/>
              <a:gd name="connsiteX72" fmla="*/ 1515149 w 4114416"/>
              <a:gd name="connsiteY72" fmla="*/ 1803400 h 2870200"/>
              <a:gd name="connsiteX73" fmla="*/ 1574416 w 4114416"/>
              <a:gd name="connsiteY73" fmla="*/ 1651000 h 2870200"/>
              <a:gd name="connsiteX74" fmla="*/ 1582882 w 4114416"/>
              <a:gd name="connsiteY74" fmla="*/ 1591734 h 2870200"/>
              <a:gd name="connsiteX75" fmla="*/ 1599816 w 4114416"/>
              <a:gd name="connsiteY75" fmla="*/ 1566334 h 2870200"/>
              <a:gd name="connsiteX76" fmla="*/ 1608282 w 4114416"/>
              <a:gd name="connsiteY76" fmla="*/ 1524000 h 2870200"/>
              <a:gd name="connsiteX77" fmla="*/ 1616749 w 4114416"/>
              <a:gd name="connsiteY77" fmla="*/ 1498600 h 2870200"/>
              <a:gd name="connsiteX78" fmla="*/ 1633682 w 4114416"/>
              <a:gd name="connsiteY78" fmla="*/ 1524000 h 2870200"/>
              <a:gd name="connsiteX79" fmla="*/ 1659082 w 4114416"/>
              <a:gd name="connsiteY79" fmla="*/ 1490134 h 2870200"/>
              <a:gd name="connsiteX80" fmla="*/ 1684482 w 4114416"/>
              <a:gd name="connsiteY80" fmla="*/ 1388534 h 2870200"/>
              <a:gd name="connsiteX81" fmla="*/ 1743749 w 4114416"/>
              <a:gd name="connsiteY81" fmla="*/ 1286934 h 2870200"/>
              <a:gd name="connsiteX82" fmla="*/ 1794549 w 4114416"/>
              <a:gd name="connsiteY82" fmla="*/ 1176867 h 2870200"/>
              <a:gd name="connsiteX83" fmla="*/ 1819949 w 4114416"/>
              <a:gd name="connsiteY83" fmla="*/ 1202267 h 2870200"/>
              <a:gd name="connsiteX84" fmla="*/ 1828416 w 4114416"/>
              <a:gd name="connsiteY84" fmla="*/ 1227667 h 2870200"/>
              <a:gd name="connsiteX85" fmla="*/ 1845349 w 4114416"/>
              <a:gd name="connsiteY85" fmla="*/ 1261534 h 2870200"/>
              <a:gd name="connsiteX86" fmla="*/ 1887682 w 4114416"/>
              <a:gd name="connsiteY86" fmla="*/ 1422400 h 2870200"/>
              <a:gd name="connsiteX87" fmla="*/ 1938482 w 4114416"/>
              <a:gd name="connsiteY87" fmla="*/ 1600200 h 2870200"/>
              <a:gd name="connsiteX88" fmla="*/ 1989282 w 4114416"/>
              <a:gd name="connsiteY88" fmla="*/ 1744134 h 2870200"/>
              <a:gd name="connsiteX89" fmla="*/ 2006216 w 4114416"/>
              <a:gd name="connsiteY89" fmla="*/ 1498600 h 2870200"/>
              <a:gd name="connsiteX90" fmla="*/ 2023149 w 4114416"/>
              <a:gd name="connsiteY90" fmla="*/ 1464734 h 2870200"/>
              <a:gd name="connsiteX91" fmla="*/ 2031616 w 4114416"/>
              <a:gd name="connsiteY91" fmla="*/ 1439334 h 2870200"/>
              <a:gd name="connsiteX92" fmla="*/ 2082416 w 4114416"/>
              <a:gd name="connsiteY92" fmla="*/ 2032000 h 2870200"/>
              <a:gd name="connsiteX93" fmla="*/ 2090882 w 4114416"/>
              <a:gd name="connsiteY93" fmla="*/ 2150534 h 2870200"/>
              <a:gd name="connsiteX94" fmla="*/ 2099349 w 4114416"/>
              <a:gd name="connsiteY94" fmla="*/ 2489200 h 2870200"/>
              <a:gd name="connsiteX95" fmla="*/ 2133216 w 4114416"/>
              <a:gd name="connsiteY95" fmla="*/ 2421467 h 2870200"/>
              <a:gd name="connsiteX96" fmla="*/ 2175549 w 4114416"/>
              <a:gd name="connsiteY96" fmla="*/ 2319867 h 2870200"/>
              <a:gd name="connsiteX97" fmla="*/ 2200949 w 4114416"/>
              <a:gd name="connsiteY97" fmla="*/ 2286000 h 2870200"/>
              <a:gd name="connsiteX98" fmla="*/ 2234816 w 4114416"/>
              <a:gd name="connsiteY98" fmla="*/ 2235200 h 2870200"/>
              <a:gd name="connsiteX99" fmla="*/ 2251749 w 4114416"/>
              <a:gd name="connsiteY99" fmla="*/ 2514600 h 2870200"/>
              <a:gd name="connsiteX100" fmla="*/ 2277149 w 4114416"/>
              <a:gd name="connsiteY100" fmla="*/ 2565400 h 2870200"/>
              <a:gd name="connsiteX101" fmla="*/ 2285616 w 4114416"/>
              <a:gd name="connsiteY101" fmla="*/ 2489200 h 2870200"/>
              <a:gd name="connsiteX102" fmla="*/ 2302549 w 4114416"/>
              <a:gd name="connsiteY102" fmla="*/ 2421467 h 2870200"/>
              <a:gd name="connsiteX103" fmla="*/ 2311016 w 4114416"/>
              <a:gd name="connsiteY103" fmla="*/ 1718734 h 2870200"/>
              <a:gd name="connsiteX104" fmla="*/ 2336416 w 4114416"/>
              <a:gd name="connsiteY104" fmla="*/ 1811867 h 2870200"/>
              <a:gd name="connsiteX105" fmla="*/ 2361816 w 4114416"/>
              <a:gd name="connsiteY105" fmla="*/ 1871134 h 2870200"/>
              <a:gd name="connsiteX106" fmla="*/ 2387216 w 4114416"/>
              <a:gd name="connsiteY106" fmla="*/ 1938867 h 2870200"/>
              <a:gd name="connsiteX107" fmla="*/ 2395682 w 4114416"/>
              <a:gd name="connsiteY107" fmla="*/ 1972734 h 2870200"/>
              <a:gd name="connsiteX108" fmla="*/ 2404149 w 4114416"/>
              <a:gd name="connsiteY108" fmla="*/ 1574800 h 2870200"/>
              <a:gd name="connsiteX109" fmla="*/ 2429549 w 4114416"/>
              <a:gd name="connsiteY109" fmla="*/ 1236134 h 2870200"/>
              <a:gd name="connsiteX110" fmla="*/ 2446482 w 4114416"/>
              <a:gd name="connsiteY110" fmla="*/ 1092200 h 2870200"/>
              <a:gd name="connsiteX111" fmla="*/ 2454949 w 4114416"/>
              <a:gd name="connsiteY111" fmla="*/ 1066800 h 2870200"/>
              <a:gd name="connsiteX112" fmla="*/ 2463416 w 4114416"/>
              <a:gd name="connsiteY112" fmla="*/ 1092200 h 2870200"/>
              <a:gd name="connsiteX113" fmla="*/ 2480349 w 4114416"/>
              <a:gd name="connsiteY113" fmla="*/ 1117600 h 2870200"/>
              <a:gd name="connsiteX114" fmla="*/ 2488816 w 4114416"/>
              <a:gd name="connsiteY114" fmla="*/ 1227667 h 2870200"/>
              <a:gd name="connsiteX115" fmla="*/ 2514216 w 4114416"/>
              <a:gd name="connsiteY115" fmla="*/ 753534 h 2870200"/>
              <a:gd name="connsiteX116" fmla="*/ 2531149 w 4114416"/>
              <a:gd name="connsiteY116" fmla="*/ 685800 h 2870200"/>
              <a:gd name="connsiteX117" fmla="*/ 2539616 w 4114416"/>
              <a:gd name="connsiteY117" fmla="*/ 609600 h 2870200"/>
              <a:gd name="connsiteX118" fmla="*/ 2548082 w 4114416"/>
              <a:gd name="connsiteY118" fmla="*/ 558800 h 2870200"/>
              <a:gd name="connsiteX119" fmla="*/ 2565016 w 4114416"/>
              <a:gd name="connsiteY119" fmla="*/ 584200 h 2870200"/>
              <a:gd name="connsiteX120" fmla="*/ 2573482 w 4114416"/>
              <a:gd name="connsiteY120" fmla="*/ 778934 h 2870200"/>
              <a:gd name="connsiteX121" fmla="*/ 2615816 w 4114416"/>
              <a:gd name="connsiteY121" fmla="*/ 914400 h 2870200"/>
              <a:gd name="connsiteX122" fmla="*/ 2632749 w 4114416"/>
              <a:gd name="connsiteY122" fmla="*/ 973667 h 2870200"/>
              <a:gd name="connsiteX123" fmla="*/ 2649682 w 4114416"/>
              <a:gd name="connsiteY123" fmla="*/ 812800 h 2870200"/>
              <a:gd name="connsiteX124" fmla="*/ 2666616 w 4114416"/>
              <a:gd name="connsiteY124" fmla="*/ 694267 h 2870200"/>
              <a:gd name="connsiteX125" fmla="*/ 2692016 w 4114416"/>
              <a:gd name="connsiteY125" fmla="*/ 558800 h 2870200"/>
              <a:gd name="connsiteX126" fmla="*/ 2717416 w 4114416"/>
              <a:gd name="connsiteY126" fmla="*/ 321734 h 2870200"/>
              <a:gd name="connsiteX127" fmla="*/ 2734349 w 4114416"/>
              <a:gd name="connsiteY127" fmla="*/ 1058334 h 2870200"/>
              <a:gd name="connsiteX128" fmla="*/ 2760746 w 4114416"/>
              <a:gd name="connsiteY128" fmla="*/ 1023969 h 2870200"/>
              <a:gd name="connsiteX129" fmla="*/ 2810549 w 4114416"/>
              <a:gd name="connsiteY129" fmla="*/ 905934 h 2870200"/>
              <a:gd name="connsiteX130" fmla="*/ 2844416 w 4114416"/>
              <a:gd name="connsiteY130" fmla="*/ 855134 h 2870200"/>
              <a:gd name="connsiteX131" fmla="*/ 2869816 w 4114416"/>
              <a:gd name="connsiteY131" fmla="*/ 1422400 h 2870200"/>
              <a:gd name="connsiteX132" fmla="*/ 2878282 w 4114416"/>
              <a:gd name="connsiteY132" fmla="*/ 1388534 h 2870200"/>
              <a:gd name="connsiteX133" fmla="*/ 2895216 w 4114416"/>
              <a:gd name="connsiteY133" fmla="*/ 1363134 h 2870200"/>
              <a:gd name="connsiteX134" fmla="*/ 2920616 w 4114416"/>
              <a:gd name="connsiteY134" fmla="*/ 1278467 h 2870200"/>
              <a:gd name="connsiteX135" fmla="*/ 2937549 w 4114416"/>
              <a:gd name="connsiteY135" fmla="*/ 1320800 h 2870200"/>
              <a:gd name="connsiteX136" fmla="*/ 2954482 w 4114416"/>
              <a:gd name="connsiteY136" fmla="*/ 1388534 h 2870200"/>
              <a:gd name="connsiteX137" fmla="*/ 2971416 w 4114416"/>
              <a:gd name="connsiteY137" fmla="*/ 1422400 h 2870200"/>
              <a:gd name="connsiteX138" fmla="*/ 3013749 w 4114416"/>
              <a:gd name="connsiteY138" fmla="*/ 1540934 h 2870200"/>
              <a:gd name="connsiteX139" fmla="*/ 3030682 w 4114416"/>
              <a:gd name="connsiteY139" fmla="*/ 1566334 h 2870200"/>
              <a:gd name="connsiteX140" fmla="*/ 3064549 w 4114416"/>
              <a:gd name="connsiteY140" fmla="*/ 1718734 h 2870200"/>
              <a:gd name="connsiteX141" fmla="*/ 3089949 w 4114416"/>
              <a:gd name="connsiteY141" fmla="*/ 1761067 h 2870200"/>
              <a:gd name="connsiteX142" fmla="*/ 3123816 w 4114416"/>
              <a:gd name="connsiteY142" fmla="*/ 1879600 h 2870200"/>
              <a:gd name="connsiteX143" fmla="*/ 3115349 w 4114416"/>
              <a:gd name="connsiteY143" fmla="*/ 1913467 h 2870200"/>
              <a:gd name="connsiteX144" fmla="*/ 3127799 w 4114416"/>
              <a:gd name="connsiteY144" fmla="*/ 1901016 h 2870200"/>
              <a:gd name="connsiteX145" fmla="*/ 3106882 w 4114416"/>
              <a:gd name="connsiteY145" fmla="*/ 1888067 h 2870200"/>
              <a:gd name="connsiteX146" fmla="*/ 3132282 w 4114416"/>
              <a:gd name="connsiteY146" fmla="*/ 1871134 h 2870200"/>
              <a:gd name="connsiteX147" fmla="*/ 3140749 w 4114416"/>
              <a:gd name="connsiteY147" fmla="*/ 1769534 h 2870200"/>
              <a:gd name="connsiteX148" fmla="*/ 3157682 w 4114416"/>
              <a:gd name="connsiteY148" fmla="*/ 1710267 h 2870200"/>
              <a:gd name="connsiteX149" fmla="*/ 3166149 w 4114416"/>
              <a:gd name="connsiteY149" fmla="*/ 1684867 h 2870200"/>
              <a:gd name="connsiteX150" fmla="*/ 3191549 w 4114416"/>
              <a:gd name="connsiteY150" fmla="*/ 1676400 h 2870200"/>
              <a:gd name="connsiteX151" fmla="*/ 3200016 w 4114416"/>
              <a:gd name="connsiteY151" fmla="*/ 2006600 h 2870200"/>
              <a:gd name="connsiteX152" fmla="*/ 3208482 w 4114416"/>
              <a:gd name="connsiteY152" fmla="*/ 2048934 h 2870200"/>
              <a:gd name="connsiteX153" fmla="*/ 3216949 w 4114416"/>
              <a:gd name="connsiteY153" fmla="*/ 2099734 h 2870200"/>
              <a:gd name="connsiteX154" fmla="*/ 3233882 w 4114416"/>
              <a:gd name="connsiteY154" fmla="*/ 2048934 h 2870200"/>
              <a:gd name="connsiteX155" fmla="*/ 3242349 w 4114416"/>
              <a:gd name="connsiteY155" fmla="*/ 1998134 h 2870200"/>
              <a:gd name="connsiteX156" fmla="*/ 3276216 w 4114416"/>
              <a:gd name="connsiteY156" fmla="*/ 2353734 h 2870200"/>
              <a:gd name="connsiteX157" fmla="*/ 3301616 w 4114416"/>
              <a:gd name="connsiteY157" fmla="*/ 2387600 h 2870200"/>
              <a:gd name="connsiteX158" fmla="*/ 3310082 w 4114416"/>
              <a:gd name="connsiteY158" fmla="*/ 2497667 h 2870200"/>
              <a:gd name="connsiteX159" fmla="*/ 3327016 w 4114416"/>
              <a:gd name="connsiteY159" fmla="*/ 2531534 h 2870200"/>
              <a:gd name="connsiteX160" fmla="*/ 3343949 w 4114416"/>
              <a:gd name="connsiteY160" fmla="*/ 2599267 h 2870200"/>
              <a:gd name="connsiteX161" fmla="*/ 3369349 w 4114416"/>
              <a:gd name="connsiteY161" fmla="*/ 2667000 h 2870200"/>
              <a:gd name="connsiteX162" fmla="*/ 3411682 w 4114416"/>
              <a:gd name="connsiteY162" fmla="*/ 2810934 h 2870200"/>
              <a:gd name="connsiteX163" fmla="*/ 3437082 w 4114416"/>
              <a:gd name="connsiteY163" fmla="*/ 2870200 h 2870200"/>
              <a:gd name="connsiteX164" fmla="*/ 3462482 w 4114416"/>
              <a:gd name="connsiteY164" fmla="*/ 1828800 h 2870200"/>
              <a:gd name="connsiteX165" fmla="*/ 3461984 w 4114416"/>
              <a:gd name="connsiteY165" fmla="*/ 2090271 h 2870200"/>
              <a:gd name="connsiteX166" fmla="*/ 3487882 w 4114416"/>
              <a:gd name="connsiteY166" fmla="*/ 1735667 h 2870200"/>
              <a:gd name="connsiteX167" fmla="*/ 3513282 w 4114416"/>
              <a:gd name="connsiteY167" fmla="*/ 1651000 h 2870200"/>
              <a:gd name="connsiteX168" fmla="*/ 3521749 w 4114416"/>
              <a:gd name="connsiteY168" fmla="*/ 1701800 h 2870200"/>
              <a:gd name="connsiteX169" fmla="*/ 3525733 w 4114416"/>
              <a:gd name="connsiteY169" fmla="*/ 1875118 h 2870200"/>
              <a:gd name="connsiteX170" fmla="*/ 3547149 w 4114416"/>
              <a:gd name="connsiteY170" fmla="*/ 1752600 h 2870200"/>
              <a:gd name="connsiteX171" fmla="*/ 3555616 w 4114416"/>
              <a:gd name="connsiteY171" fmla="*/ 1693334 h 2870200"/>
              <a:gd name="connsiteX172" fmla="*/ 3597949 w 4114416"/>
              <a:gd name="connsiteY172" fmla="*/ 1608667 h 2870200"/>
              <a:gd name="connsiteX173" fmla="*/ 3614882 w 4114416"/>
              <a:gd name="connsiteY173" fmla="*/ 1566334 h 2870200"/>
              <a:gd name="connsiteX174" fmla="*/ 3657216 w 4114416"/>
              <a:gd name="connsiteY174" fmla="*/ 1464734 h 2870200"/>
              <a:gd name="connsiteX175" fmla="*/ 3661200 w 4114416"/>
              <a:gd name="connsiteY175" fmla="*/ 1373094 h 2870200"/>
              <a:gd name="connsiteX176" fmla="*/ 3682616 w 4114416"/>
              <a:gd name="connsiteY176" fmla="*/ 1363134 h 2870200"/>
              <a:gd name="connsiteX177" fmla="*/ 3699549 w 4114416"/>
              <a:gd name="connsiteY177" fmla="*/ 1320800 h 2870200"/>
              <a:gd name="connsiteX178" fmla="*/ 3694569 w 4114416"/>
              <a:gd name="connsiteY178" fmla="*/ 1151964 h 2870200"/>
              <a:gd name="connsiteX179" fmla="*/ 3741882 w 4114416"/>
              <a:gd name="connsiteY179" fmla="*/ 1227667 h 2870200"/>
              <a:gd name="connsiteX180" fmla="*/ 3750349 w 4114416"/>
              <a:gd name="connsiteY180" fmla="*/ 1176867 h 2870200"/>
              <a:gd name="connsiteX181" fmla="*/ 3767282 w 4114416"/>
              <a:gd name="connsiteY181" fmla="*/ 1126067 h 2870200"/>
              <a:gd name="connsiteX182" fmla="*/ 3775749 w 4114416"/>
              <a:gd name="connsiteY182" fmla="*/ 1058334 h 2870200"/>
              <a:gd name="connsiteX183" fmla="*/ 3784216 w 4114416"/>
              <a:gd name="connsiteY183" fmla="*/ 1270000 h 2870200"/>
              <a:gd name="connsiteX184" fmla="*/ 3813064 w 4114416"/>
              <a:gd name="connsiteY184" fmla="*/ 678606 h 2870200"/>
              <a:gd name="connsiteX185" fmla="*/ 3818082 w 4114416"/>
              <a:gd name="connsiteY185" fmla="*/ 558800 h 2870200"/>
              <a:gd name="connsiteX186" fmla="*/ 3835016 w 4114416"/>
              <a:gd name="connsiteY186" fmla="*/ 482600 h 2870200"/>
              <a:gd name="connsiteX187" fmla="*/ 3843482 w 4114416"/>
              <a:gd name="connsiteY187" fmla="*/ 533400 h 2870200"/>
              <a:gd name="connsiteX188" fmla="*/ 3860416 w 4114416"/>
              <a:gd name="connsiteY188" fmla="*/ 660400 h 2870200"/>
              <a:gd name="connsiteX189" fmla="*/ 3868882 w 4114416"/>
              <a:gd name="connsiteY189" fmla="*/ 702734 h 2870200"/>
              <a:gd name="connsiteX190" fmla="*/ 3885816 w 4114416"/>
              <a:gd name="connsiteY190" fmla="*/ 736600 h 2870200"/>
              <a:gd name="connsiteX191" fmla="*/ 3902749 w 4114416"/>
              <a:gd name="connsiteY191" fmla="*/ 702734 h 2870200"/>
              <a:gd name="connsiteX192" fmla="*/ 3962016 w 4114416"/>
              <a:gd name="connsiteY192" fmla="*/ 482600 h 2870200"/>
              <a:gd name="connsiteX193" fmla="*/ 3978949 w 4114416"/>
              <a:gd name="connsiteY193" fmla="*/ 457200 h 2870200"/>
              <a:gd name="connsiteX194" fmla="*/ 4004349 w 4114416"/>
              <a:gd name="connsiteY194" fmla="*/ 177800 h 2870200"/>
              <a:gd name="connsiteX195" fmla="*/ 4029749 w 4114416"/>
              <a:gd name="connsiteY195" fmla="*/ 135467 h 2870200"/>
              <a:gd name="connsiteX196" fmla="*/ 4038216 w 4114416"/>
              <a:gd name="connsiteY196" fmla="*/ 101600 h 2870200"/>
              <a:gd name="connsiteX197" fmla="*/ 4046682 w 4114416"/>
              <a:gd name="connsiteY197" fmla="*/ 76200 h 2870200"/>
              <a:gd name="connsiteX198" fmla="*/ 4055149 w 4114416"/>
              <a:gd name="connsiteY198" fmla="*/ 110067 h 2870200"/>
              <a:gd name="connsiteX199" fmla="*/ 4072082 w 4114416"/>
              <a:gd name="connsiteY199" fmla="*/ 160867 h 2870200"/>
              <a:gd name="connsiteX200" fmla="*/ 4114416 w 4114416"/>
              <a:gd name="connsiteY200" fmla="*/ 0 h 2870200"/>
              <a:gd name="connsiteX0" fmla="*/ 0 w 4114416"/>
              <a:gd name="connsiteY0" fmla="*/ 735359 h 2870200"/>
              <a:gd name="connsiteX1" fmla="*/ 22363 w 4114416"/>
              <a:gd name="connsiteY1" fmla="*/ 647092 h 2870200"/>
              <a:gd name="connsiteX2" fmla="*/ 53451 w 4114416"/>
              <a:gd name="connsiteY2" fmla="*/ 567267 h 2870200"/>
              <a:gd name="connsiteX3" fmla="*/ 61790 w 4114416"/>
              <a:gd name="connsiteY3" fmla="*/ 828517 h 2870200"/>
              <a:gd name="connsiteX4" fmla="*/ 57549 w 4114416"/>
              <a:gd name="connsiteY4" fmla="*/ 1083293 h 2870200"/>
              <a:gd name="connsiteX5" fmla="*/ 55282 w 4114416"/>
              <a:gd name="connsiteY5" fmla="*/ 1212385 h 2870200"/>
              <a:gd name="connsiteX6" fmla="*/ 69873 w 4114416"/>
              <a:gd name="connsiteY6" fmla="*/ 1401791 h 2870200"/>
              <a:gd name="connsiteX7" fmla="*/ 112335 w 4114416"/>
              <a:gd name="connsiteY7" fmla="*/ 1209517 h 2870200"/>
              <a:gd name="connsiteX8" fmla="*/ 135082 w 4114416"/>
              <a:gd name="connsiteY8" fmla="*/ 1100667 h 2870200"/>
              <a:gd name="connsiteX9" fmla="*/ 168949 w 4114416"/>
              <a:gd name="connsiteY9" fmla="*/ 999067 h 2870200"/>
              <a:gd name="connsiteX10" fmla="*/ 185882 w 4114416"/>
              <a:gd name="connsiteY10" fmla="*/ 948267 h 2870200"/>
              <a:gd name="connsiteX11" fmla="*/ 202816 w 4114416"/>
              <a:gd name="connsiteY11" fmla="*/ 1134534 h 2870200"/>
              <a:gd name="connsiteX12" fmla="*/ 219749 w 4114416"/>
              <a:gd name="connsiteY12" fmla="*/ 1464734 h 2870200"/>
              <a:gd name="connsiteX13" fmla="*/ 279016 w 4114416"/>
              <a:gd name="connsiteY13" fmla="*/ 1363134 h 2870200"/>
              <a:gd name="connsiteX14" fmla="*/ 304416 w 4114416"/>
              <a:gd name="connsiteY14" fmla="*/ 1371600 h 2870200"/>
              <a:gd name="connsiteX15" fmla="*/ 312882 w 4114416"/>
              <a:gd name="connsiteY15" fmla="*/ 2243667 h 2870200"/>
              <a:gd name="connsiteX16" fmla="*/ 338282 w 4114416"/>
              <a:gd name="connsiteY16" fmla="*/ 2201334 h 2870200"/>
              <a:gd name="connsiteX17" fmla="*/ 346749 w 4114416"/>
              <a:gd name="connsiteY17" fmla="*/ 2150534 h 2870200"/>
              <a:gd name="connsiteX18" fmla="*/ 371651 w 4114416"/>
              <a:gd name="connsiteY18" fmla="*/ 2376146 h 2870200"/>
              <a:gd name="connsiteX19" fmla="*/ 389082 w 4114416"/>
              <a:gd name="connsiteY19" fmla="*/ 2082800 h 2870200"/>
              <a:gd name="connsiteX20" fmla="*/ 414981 w 4114416"/>
              <a:gd name="connsiteY20" fmla="*/ 1792444 h 2870200"/>
              <a:gd name="connsiteX21" fmla="*/ 422949 w 4114416"/>
              <a:gd name="connsiteY21" fmla="*/ 2032000 h 2870200"/>
              <a:gd name="connsiteX22" fmla="*/ 453908 w 4114416"/>
              <a:gd name="connsiteY22" fmla="*/ 1990884 h 2870200"/>
              <a:gd name="connsiteX23" fmla="*/ 465282 w 4114416"/>
              <a:gd name="connsiteY23" fmla="*/ 1752600 h 2870200"/>
              <a:gd name="connsiteX24" fmla="*/ 490682 w 4114416"/>
              <a:gd name="connsiteY24" fmla="*/ 1651000 h 2870200"/>
              <a:gd name="connsiteX25" fmla="*/ 516082 w 4114416"/>
              <a:gd name="connsiteY25" fmla="*/ 1710267 h 2870200"/>
              <a:gd name="connsiteX26" fmla="*/ 524549 w 4114416"/>
              <a:gd name="connsiteY26" fmla="*/ 1851666 h 2870200"/>
              <a:gd name="connsiteX27" fmla="*/ 558416 w 4114416"/>
              <a:gd name="connsiteY27" fmla="*/ 1820334 h 2870200"/>
              <a:gd name="connsiteX28" fmla="*/ 583816 w 4114416"/>
              <a:gd name="connsiteY28" fmla="*/ 1938867 h 2870200"/>
              <a:gd name="connsiteX29" fmla="*/ 600749 w 4114416"/>
              <a:gd name="connsiteY29" fmla="*/ 1998134 h 2870200"/>
              <a:gd name="connsiteX30" fmla="*/ 643082 w 4114416"/>
              <a:gd name="connsiteY30" fmla="*/ 1786467 h 2870200"/>
              <a:gd name="connsiteX31" fmla="*/ 668482 w 4114416"/>
              <a:gd name="connsiteY31" fmla="*/ 1718734 h 2870200"/>
              <a:gd name="connsiteX32" fmla="*/ 685416 w 4114416"/>
              <a:gd name="connsiteY32" fmla="*/ 1617134 h 2870200"/>
              <a:gd name="connsiteX33" fmla="*/ 702349 w 4114416"/>
              <a:gd name="connsiteY33" fmla="*/ 1557867 h 2870200"/>
              <a:gd name="connsiteX34" fmla="*/ 710816 w 4114416"/>
              <a:gd name="connsiteY34" fmla="*/ 1524000 h 2870200"/>
              <a:gd name="connsiteX35" fmla="*/ 727749 w 4114416"/>
              <a:gd name="connsiteY35" fmla="*/ 1312334 h 2870200"/>
              <a:gd name="connsiteX36" fmla="*/ 744682 w 4114416"/>
              <a:gd name="connsiteY36" fmla="*/ 1380067 h 2870200"/>
              <a:gd name="connsiteX37" fmla="*/ 761616 w 4114416"/>
              <a:gd name="connsiteY37" fmla="*/ 1532467 h 2870200"/>
              <a:gd name="connsiteX38" fmla="*/ 778549 w 4114416"/>
              <a:gd name="connsiteY38" fmla="*/ 1566334 h 2870200"/>
              <a:gd name="connsiteX39" fmla="*/ 820882 w 4114416"/>
              <a:gd name="connsiteY39" fmla="*/ 1430867 h 2870200"/>
              <a:gd name="connsiteX40" fmla="*/ 854749 w 4114416"/>
              <a:gd name="connsiteY40" fmla="*/ 1388534 h 2870200"/>
              <a:gd name="connsiteX41" fmla="*/ 863216 w 4114416"/>
              <a:gd name="connsiteY41" fmla="*/ 1498600 h 2870200"/>
              <a:gd name="connsiteX42" fmla="*/ 888616 w 4114416"/>
              <a:gd name="connsiteY42" fmla="*/ 1811867 h 2870200"/>
              <a:gd name="connsiteX43" fmla="*/ 897082 w 4114416"/>
              <a:gd name="connsiteY43" fmla="*/ 1642534 h 2870200"/>
              <a:gd name="connsiteX44" fmla="*/ 930949 w 4114416"/>
              <a:gd name="connsiteY44" fmla="*/ 1557867 h 2870200"/>
              <a:gd name="connsiteX45" fmla="*/ 939416 w 4114416"/>
              <a:gd name="connsiteY45" fmla="*/ 2006600 h 2870200"/>
              <a:gd name="connsiteX46" fmla="*/ 964816 w 4114416"/>
              <a:gd name="connsiteY46" fmla="*/ 2116667 h 2870200"/>
              <a:gd name="connsiteX47" fmla="*/ 973282 w 4114416"/>
              <a:gd name="connsiteY47" fmla="*/ 1948424 h 2870200"/>
              <a:gd name="connsiteX48" fmla="*/ 990216 w 4114416"/>
              <a:gd name="connsiteY48" fmla="*/ 1794934 h 2870200"/>
              <a:gd name="connsiteX49" fmla="*/ 998682 w 4114416"/>
              <a:gd name="connsiteY49" fmla="*/ 1761067 h 2870200"/>
              <a:gd name="connsiteX50" fmla="*/ 1015616 w 4114416"/>
              <a:gd name="connsiteY50" fmla="*/ 1871134 h 2870200"/>
              <a:gd name="connsiteX51" fmla="*/ 1032549 w 4114416"/>
              <a:gd name="connsiteY51" fmla="*/ 1947334 h 2870200"/>
              <a:gd name="connsiteX52" fmla="*/ 1049482 w 4114416"/>
              <a:gd name="connsiteY52" fmla="*/ 2040467 h 2870200"/>
              <a:gd name="connsiteX53" fmla="*/ 1074882 w 4114416"/>
              <a:gd name="connsiteY53" fmla="*/ 2108200 h 2870200"/>
              <a:gd name="connsiteX54" fmla="*/ 1105586 w 4114416"/>
              <a:gd name="connsiteY54" fmla="*/ 2165034 h 2870200"/>
              <a:gd name="connsiteX55" fmla="*/ 1117344 w 4114416"/>
              <a:gd name="connsiteY55" fmla="*/ 2220675 h 2870200"/>
              <a:gd name="connsiteX56" fmla="*/ 1134149 w 4114416"/>
              <a:gd name="connsiteY56" fmla="*/ 2108200 h 2870200"/>
              <a:gd name="connsiteX57" fmla="*/ 1184949 w 4114416"/>
              <a:gd name="connsiteY57" fmla="*/ 1989667 h 2870200"/>
              <a:gd name="connsiteX58" fmla="*/ 1221851 w 4114416"/>
              <a:gd name="connsiteY58" fmla="*/ 1898967 h 2870200"/>
              <a:gd name="connsiteX59" fmla="*/ 1244216 w 4114416"/>
              <a:gd name="connsiteY59" fmla="*/ 2167467 h 2870200"/>
              <a:gd name="connsiteX60" fmla="*/ 1261149 w 4114416"/>
              <a:gd name="connsiteY60" fmla="*/ 2082800 h 2870200"/>
              <a:gd name="connsiteX61" fmla="*/ 1269616 w 4114416"/>
              <a:gd name="connsiteY61" fmla="*/ 2015067 h 2870200"/>
              <a:gd name="connsiteX62" fmla="*/ 1311949 w 4114416"/>
              <a:gd name="connsiteY62" fmla="*/ 1854200 h 2870200"/>
              <a:gd name="connsiteX63" fmla="*/ 1320416 w 4114416"/>
              <a:gd name="connsiteY63" fmla="*/ 1803400 h 2870200"/>
              <a:gd name="connsiteX64" fmla="*/ 1345816 w 4114416"/>
              <a:gd name="connsiteY64" fmla="*/ 1701800 h 2870200"/>
              <a:gd name="connsiteX65" fmla="*/ 1371216 w 4114416"/>
              <a:gd name="connsiteY65" fmla="*/ 1718734 h 2870200"/>
              <a:gd name="connsiteX66" fmla="*/ 1379682 w 4114416"/>
              <a:gd name="connsiteY66" fmla="*/ 1744134 h 2870200"/>
              <a:gd name="connsiteX67" fmla="*/ 1405082 w 4114416"/>
              <a:gd name="connsiteY67" fmla="*/ 1828800 h 2870200"/>
              <a:gd name="connsiteX68" fmla="*/ 1422016 w 4114416"/>
              <a:gd name="connsiteY68" fmla="*/ 1879600 h 2870200"/>
              <a:gd name="connsiteX69" fmla="*/ 1455882 w 4114416"/>
              <a:gd name="connsiteY69" fmla="*/ 1947334 h 2870200"/>
              <a:gd name="connsiteX70" fmla="*/ 1472816 w 4114416"/>
              <a:gd name="connsiteY70" fmla="*/ 1938867 h 2870200"/>
              <a:gd name="connsiteX71" fmla="*/ 1515149 w 4114416"/>
              <a:gd name="connsiteY71" fmla="*/ 1803400 h 2870200"/>
              <a:gd name="connsiteX72" fmla="*/ 1574416 w 4114416"/>
              <a:gd name="connsiteY72" fmla="*/ 1651000 h 2870200"/>
              <a:gd name="connsiteX73" fmla="*/ 1582882 w 4114416"/>
              <a:gd name="connsiteY73" fmla="*/ 1591734 h 2870200"/>
              <a:gd name="connsiteX74" fmla="*/ 1599816 w 4114416"/>
              <a:gd name="connsiteY74" fmla="*/ 1566334 h 2870200"/>
              <a:gd name="connsiteX75" fmla="*/ 1608282 w 4114416"/>
              <a:gd name="connsiteY75" fmla="*/ 1524000 h 2870200"/>
              <a:gd name="connsiteX76" fmla="*/ 1616749 w 4114416"/>
              <a:gd name="connsiteY76" fmla="*/ 1498600 h 2870200"/>
              <a:gd name="connsiteX77" fmla="*/ 1633682 w 4114416"/>
              <a:gd name="connsiteY77" fmla="*/ 1524000 h 2870200"/>
              <a:gd name="connsiteX78" fmla="*/ 1659082 w 4114416"/>
              <a:gd name="connsiteY78" fmla="*/ 1490134 h 2870200"/>
              <a:gd name="connsiteX79" fmla="*/ 1684482 w 4114416"/>
              <a:gd name="connsiteY79" fmla="*/ 1388534 h 2870200"/>
              <a:gd name="connsiteX80" fmla="*/ 1743749 w 4114416"/>
              <a:gd name="connsiteY80" fmla="*/ 1286934 h 2870200"/>
              <a:gd name="connsiteX81" fmla="*/ 1794549 w 4114416"/>
              <a:gd name="connsiteY81" fmla="*/ 1176867 h 2870200"/>
              <a:gd name="connsiteX82" fmla="*/ 1819949 w 4114416"/>
              <a:gd name="connsiteY82" fmla="*/ 1202267 h 2870200"/>
              <a:gd name="connsiteX83" fmla="*/ 1828416 w 4114416"/>
              <a:gd name="connsiteY83" fmla="*/ 1227667 h 2870200"/>
              <a:gd name="connsiteX84" fmla="*/ 1845349 w 4114416"/>
              <a:gd name="connsiteY84" fmla="*/ 1261534 h 2870200"/>
              <a:gd name="connsiteX85" fmla="*/ 1887682 w 4114416"/>
              <a:gd name="connsiteY85" fmla="*/ 1422400 h 2870200"/>
              <a:gd name="connsiteX86" fmla="*/ 1938482 w 4114416"/>
              <a:gd name="connsiteY86" fmla="*/ 1600200 h 2870200"/>
              <a:gd name="connsiteX87" fmla="*/ 1989282 w 4114416"/>
              <a:gd name="connsiteY87" fmla="*/ 1744134 h 2870200"/>
              <a:gd name="connsiteX88" fmla="*/ 2006216 w 4114416"/>
              <a:gd name="connsiteY88" fmla="*/ 1498600 h 2870200"/>
              <a:gd name="connsiteX89" fmla="*/ 2023149 w 4114416"/>
              <a:gd name="connsiteY89" fmla="*/ 1464734 h 2870200"/>
              <a:gd name="connsiteX90" fmla="*/ 2031616 w 4114416"/>
              <a:gd name="connsiteY90" fmla="*/ 1439334 h 2870200"/>
              <a:gd name="connsiteX91" fmla="*/ 2082416 w 4114416"/>
              <a:gd name="connsiteY91" fmla="*/ 2032000 h 2870200"/>
              <a:gd name="connsiteX92" fmla="*/ 2090882 w 4114416"/>
              <a:gd name="connsiteY92" fmla="*/ 2150534 h 2870200"/>
              <a:gd name="connsiteX93" fmla="*/ 2099349 w 4114416"/>
              <a:gd name="connsiteY93" fmla="*/ 2489200 h 2870200"/>
              <a:gd name="connsiteX94" fmla="*/ 2133216 w 4114416"/>
              <a:gd name="connsiteY94" fmla="*/ 2421467 h 2870200"/>
              <a:gd name="connsiteX95" fmla="*/ 2175549 w 4114416"/>
              <a:gd name="connsiteY95" fmla="*/ 2319867 h 2870200"/>
              <a:gd name="connsiteX96" fmla="*/ 2200949 w 4114416"/>
              <a:gd name="connsiteY96" fmla="*/ 2286000 h 2870200"/>
              <a:gd name="connsiteX97" fmla="*/ 2234816 w 4114416"/>
              <a:gd name="connsiteY97" fmla="*/ 2235200 h 2870200"/>
              <a:gd name="connsiteX98" fmla="*/ 2251749 w 4114416"/>
              <a:gd name="connsiteY98" fmla="*/ 2514600 h 2870200"/>
              <a:gd name="connsiteX99" fmla="*/ 2277149 w 4114416"/>
              <a:gd name="connsiteY99" fmla="*/ 2565400 h 2870200"/>
              <a:gd name="connsiteX100" fmla="*/ 2285616 w 4114416"/>
              <a:gd name="connsiteY100" fmla="*/ 2489200 h 2870200"/>
              <a:gd name="connsiteX101" fmla="*/ 2302549 w 4114416"/>
              <a:gd name="connsiteY101" fmla="*/ 2421467 h 2870200"/>
              <a:gd name="connsiteX102" fmla="*/ 2311016 w 4114416"/>
              <a:gd name="connsiteY102" fmla="*/ 1718734 h 2870200"/>
              <a:gd name="connsiteX103" fmla="*/ 2336416 w 4114416"/>
              <a:gd name="connsiteY103" fmla="*/ 1811867 h 2870200"/>
              <a:gd name="connsiteX104" fmla="*/ 2361816 w 4114416"/>
              <a:gd name="connsiteY104" fmla="*/ 1871134 h 2870200"/>
              <a:gd name="connsiteX105" fmla="*/ 2387216 w 4114416"/>
              <a:gd name="connsiteY105" fmla="*/ 1938867 h 2870200"/>
              <a:gd name="connsiteX106" fmla="*/ 2395682 w 4114416"/>
              <a:gd name="connsiteY106" fmla="*/ 1972734 h 2870200"/>
              <a:gd name="connsiteX107" fmla="*/ 2404149 w 4114416"/>
              <a:gd name="connsiteY107" fmla="*/ 1574800 h 2870200"/>
              <a:gd name="connsiteX108" fmla="*/ 2429549 w 4114416"/>
              <a:gd name="connsiteY108" fmla="*/ 1236134 h 2870200"/>
              <a:gd name="connsiteX109" fmla="*/ 2446482 w 4114416"/>
              <a:gd name="connsiteY109" fmla="*/ 1092200 h 2870200"/>
              <a:gd name="connsiteX110" fmla="*/ 2454949 w 4114416"/>
              <a:gd name="connsiteY110" fmla="*/ 1066800 h 2870200"/>
              <a:gd name="connsiteX111" fmla="*/ 2463416 w 4114416"/>
              <a:gd name="connsiteY111" fmla="*/ 1092200 h 2870200"/>
              <a:gd name="connsiteX112" fmla="*/ 2480349 w 4114416"/>
              <a:gd name="connsiteY112" fmla="*/ 1117600 h 2870200"/>
              <a:gd name="connsiteX113" fmla="*/ 2488816 w 4114416"/>
              <a:gd name="connsiteY113" fmla="*/ 1227667 h 2870200"/>
              <a:gd name="connsiteX114" fmla="*/ 2514216 w 4114416"/>
              <a:gd name="connsiteY114" fmla="*/ 753534 h 2870200"/>
              <a:gd name="connsiteX115" fmla="*/ 2531149 w 4114416"/>
              <a:gd name="connsiteY115" fmla="*/ 685800 h 2870200"/>
              <a:gd name="connsiteX116" fmla="*/ 2539616 w 4114416"/>
              <a:gd name="connsiteY116" fmla="*/ 609600 h 2870200"/>
              <a:gd name="connsiteX117" fmla="*/ 2548082 w 4114416"/>
              <a:gd name="connsiteY117" fmla="*/ 558800 h 2870200"/>
              <a:gd name="connsiteX118" fmla="*/ 2565016 w 4114416"/>
              <a:gd name="connsiteY118" fmla="*/ 584200 h 2870200"/>
              <a:gd name="connsiteX119" fmla="*/ 2573482 w 4114416"/>
              <a:gd name="connsiteY119" fmla="*/ 778934 h 2870200"/>
              <a:gd name="connsiteX120" fmla="*/ 2615816 w 4114416"/>
              <a:gd name="connsiteY120" fmla="*/ 914400 h 2870200"/>
              <a:gd name="connsiteX121" fmla="*/ 2632749 w 4114416"/>
              <a:gd name="connsiteY121" fmla="*/ 973667 h 2870200"/>
              <a:gd name="connsiteX122" fmla="*/ 2649682 w 4114416"/>
              <a:gd name="connsiteY122" fmla="*/ 812800 h 2870200"/>
              <a:gd name="connsiteX123" fmla="*/ 2666616 w 4114416"/>
              <a:gd name="connsiteY123" fmla="*/ 694267 h 2870200"/>
              <a:gd name="connsiteX124" fmla="*/ 2692016 w 4114416"/>
              <a:gd name="connsiteY124" fmla="*/ 558800 h 2870200"/>
              <a:gd name="connsiteX125" fmla="*/ 2717416 w 4114416"/>
              <a:gd name="connsiteY125" fmla="*/ 321734 h 2870200"/>
              <a:gd name="connsiteX126" fmla="*/ 2734349 w 4114416"/>
              <a:gd name="connsiteY126" fmla="*/ 1058334 h 2870200"/>
              <a:gd name="connsiteX127" fmla="*/ 2760746 w 4114416"/>
              <a:gd name="connsiteY127" fmla="*/ 1023969 h 2870200"/>
              <a:gd name="connsiteX128" fmla="*/ 2810549 w 4114416"/>
              <a:gd name="connsiteY128" fmla="*/ 905934 h 2870200"/>
              <a:gd name="connsiteX129" fmla="*/ 2844416 w 4114416"/>
              <a:gd name="connsiteY129" fmla="*/ 855134 h 2870200"/>
              <a:gd name="connsiteX130" fmla="*/ 2869816 w 4114416"/>
              <a:gd name="connsiteY130" fmla="*/ 1422400 h 2870200"/>
              <a:gd name="connsiteX131" fmla="*/ 2878282 w 4114416"/>
              <a:gd name="connsiteY131" fmla="*/ 1388534 h 2870200"/>
              <a:gd name="connsiteX132" fmla="*/ 2895216 w 4114416"/>
              <a:gd name="connsiteY132" fmla="*/ 1363134 h 2870200"/>
              <a:gd name="connsiteX133" fmla="*/ 2920616 w 4114416"/>
              <a:gd name="connsiteY133" fmla="*/ 1278467 h 2870200"/>
              <a:gd name="connsiteX134" fmla="*/ 2937549 w 4114416"/>
              <a:gd name="connsiteY134" fmla="*/ 1320800 h 2870200"/>
              <a:gd name="connsiteX135" fmla="*/ 2954482 w 4114416"/>
              <a:gd name="connsiteY135" fmla="*/ 1388534 h 2870200"/>
              <a:gd name="connsiteX136" fmla="*/ 2971416 w 4114416"/>
              <a:gd name="connsiteY136" fmla="*/ 1422400 h 2870200"/>
              <a:gd name="connsiteX137" fmla="*/ 3013749 w 4114416"/>
              <a:gd name="connsiteY137" fmla="*/ 1540934 h 2870200"/>
              <a:gd name="connsiteX138" fmla="*/ 3030682 w 4114416"/>
              <a:gd name="connsiteY138" fmla="*/ 1566334 h 2870200"/>
              <a:gd name="connsiteX139" fmla="*/ 3064549 w 4114416"/>
              <a:gd name="connsiteY139" fmla="*/ 1718734 h 2870200"/>
              <a:gd name="connsiteX140" fmla="*/ 3089949 w 4114416"/>
              <a:gd name="connsiteY140" fmla="*/ 1761067 h 2870200"/>
              <a:gd name="connsiteX141" fmla="*/ 3123816 w 4114416"/>
              <a:gd name="connsiteY141" fmla="*/ 1879600 h 2870200"/>
              <a:gd name="connsiteX142" fmla="*/ 3115349 w 4114416"/>
              <a:gd name="connsiteY142" fmla="*/ 1913467 h 2870200"/>
              <a:gd name="connsiteX143" fmla="*/ 3127799 w 4114416"/>
              <a:gd name="connsiteY143" fmla="*/ 1901016 h 2870200"/>
              <a:gd name="connsiteX144" fmla="*/ 3106882 w 4114416"/>
              <a:gd name="connsiteY144" fmla="*/ 1888067 h 2870200"/>
              <a:gd name="connsiteX145" fmla="*/ 3132282 w 4114416"/>
              <a:gd name="connsiteY145" fmla="*/ 1871134 h 2870200"/>
              <a:gd name="connsiteX146" fmla="*/ 3140749 w 4114416"/>
              <a:gd name="connsiteY146" fmla="*/ 1769534 h 2870200"/>
              <a:gd name="connsiteX147" fmla="*/ 3157682 w 4114416"/>
              <a:gd name="connsiteY147" fmla="*/ 1710267 h 2870200"/>
              <a:gd name="connsiteX148" fmla="*/ 3166149 w 4114416"/>
              <a:gd name="connsiteY148" fmla="*/ 1684867 h 2870200"/>
              <a:gd name="connsiteX149" fmla="*/ 3191549 w 4114416"/>
              <a:gd name="connsiteY149" fmla="*/ 1676400 h 2870200"/>
              <a:gd name="connsiteX150" fmla="*/ 3200016 w 4114416"/>
              <a:gd name="connsiteY150" fmla="*/ 2006600 h 2870200"/>
              <a:gd name="connsiteX151" fmla="*/ 3208482 w 4114416"/>
              <a:gd name="connsiteY151" fmla="*/ 2048934 h 2870200"/>
              <a:gd name="connsiteX152" fmla="*/ 3216949 w 4114416"/>
              <a:gd name="connsiteY152" fmla="*/ 2099734 h 2870200"/>
              <a:gd name="connsiteX153" fmla="*/ 3233882 w 4114416"/>
              <a:gd name="connsiteY153" fmla="*/ 2048934 h 2870200"/>
              <a:gd name="connsiteX154" fmla="*/ 3242349 w 4114416"/>
              <a:gd name="connsiteY154" fmla="*/ 1998134 h 2870200"/>
              <a:gd name="connsiteX155" fmla="*/ 3276216 w 4114416"/>
              <a:gd name="connsiteY155" fmla="*/ 2353734 h 2870200"/>
              <a:gd name="connsiteX156" fmla="*/ 3301616 w 4114416"/>
              <a:gd name="connsiteY156" fmla="*/ 2387600 h 2870200"/>
              <a:gd name="connsiteX157" fmla="*/ 3310082 w 4114416"/>
              <a:gd name="connsiteY157" fmla="*/ 2497667 h 2870200"/>
              <a:gd name="connsiteX158" fmla="*/ 3327016 w 4114416"/>
              <a:gd name="connsiteY158" fmla="*/ 2531534 h 2870200"/>
              <a:gd name="connsiteX159" fmla="*/ 3343949 w 4114416"/>
              <a:gd name="connsiteY159" fmla="*/ 2599267 h 2870200"/>
              <a:gd name="connsiteX160" fmla="*/ 3369349 w 4114416"/>
              <a:gd name="connsiteY160" fmla="*/ 2667000 h 2870200"/>
              <a:gd name="connsiteX161" fmla="*/ 3411682 w 4114416"/>
              <a:gd name="connsiteY161" fmla="*/ 2810934 h 2870200"/>
              <a:gd name="connsiteX162" fmla="*/ 3437082 w 4114416"/>
              <a:gd name="connsiteY162" fmla="*/ 2870200 h 2870200"/>
              <a:gd name="connsiteX163" fmla="*/ 3462482 w 4114416"/>
              <a:gd name="connsiteY163" fmla="*/ 1828800 h 2870200"/>
              <a:gd name="connsiteX164" fmla="*/ 3461984 w 4114416"/>
              <a:gd name="connsiteY164" fmla="*/ 2090271 h 2870200"/>
              <a:gd name="connsiteX165" fmla="*/ 3487882 w 4114416"/>
              <a:gd name="connsiteY165" fmla="*/ 1735667 h 2870200"/>
              <a:gd name="connsiteX166" fmla="*/ 3513282 w 4114416"/>
              <a:gd name="connsiteY166" fmla="*/ 1651000 h 2870200"/>
              <a:gd name="connsiteX167" fmla="*/ 3521749 w 4114416"/>
              <a:gd name="connsiteY167" fmla="*/ 1701800 h 2870200"/>
              <a:gd name="connsiteX168" fmla="*/ 3525733 w 4114416"/>
              <a:gd name="connsiteY168" fmla="*/ 1875118 h 2870200"/>
              <a:gd name="connsiteX169" fmla="*/ 3547149 w 4114416"/>
              <a:gd name="connsiteY169" fmla="*/ 1752600 h 2870200"/>
              <a:gd name="connsiteX170" fmla="*/ 3555616 w 4114416"/>
              <a:gd name="connsiteY170" fmla="*/ 1693334 h 2870200"/>
              <a:gd name="connsiteX171" fmla="*/ 3597949 w 4114416"/>
              <a:gd name="connsiteY171" fmla="*/ 1608667 h 2870200"/>
              <a:gd name="connsiteX172" fmla="*/ 3614882 w 4114416"/>
              <a:gd name="connsiteY172" fmla="*/ 1566334 h 2870200"/>
              <a:gd name="connsiteX173" fmla="*/ 3657216 w 4114416"/>
              <a:gd name="connsiteY173" fmla="*/ 1464734 h 2870200"/>
              <a:gd name="connsiteX174" fmla="*/ 3661200 w 4114416"/>
              <a:gd name="connsiteY174" fmla="*/ 1373094 h 2870200"/>
              <a:gd name="connsiteX175" fmla="*/ 3682616 w 4114416"/>
              <a:gd name="connsiteY175" fmla="*/ 1363134 h 2870200"/>
              <a:gd name="connsiteX176" fmla="*/ 3699549 w 4114416"/>
              <a:gd name="connsiteY176" fmla="*/ 1320800 h 2870200"/>
              <a:gd name="connsiteX177" fmla="*/ 3694569 w 4114416"/>
              <a:gd name="connsiteY177" fmla="*/ 1151964 h 2870200"/>
              <a:gd name="connsiteX178" fmla="*/ 3741882 w 4114416"/>
              <a:gd name="connsiteY178" fmla="*/ 1227667 h 2870200"/>
              <a:gd name="connsiteX179" fmla="*/ 3750349 w 4114416"/>
              <a:gd name="connsiteY179" fmla="*/ 1176867 h 2870200"/>
              <a:gd name="connsiteX180" fmla="*/ 3767282 w 4114416"/>
              <a:gd name="connsiteY180" fmla="*/ 1126067 h 2870200"/>
              <a:gd name="connsiteX181" fmla="*/ 3775749 w 4114416"/>
              <a:gd name="connsiteY181" fmla="*/ 1058334 h 2870200"/>
              <a:gd name="connsiteX182" fmla="*/ 3784216 w 4114416"/>
              <a:gd name="connsiteY182" fmla="*/ 1270000 h 2870200"/>
              <a:gd name="connsiteX183" fmla="*/ 3813064 w 4114416"/>
              <a:gd name="connsiteY183" fmla="*/ 678606 h 2870200"/>
              <a:gd name="connsiteX184" fmla="*/ 3818082 w 4114416"/>
              <a:gd name="connsiteY184" fmla="*/ 558800 h 2870200"/>
              <a:gd name="connsiteX185" fmla="*/ 3835016 w 4114416"/>
              <a:gd name="connsiteY185" fmla="*/ 482600 h 2870200"/>
              <a:gd name="connsiteX186" fmla="*/ 3843482 w 4114416"/>
              <a:gd name="connsiteY186" fmla="*/ 533400 h 2870200"/>
              <a:gd name="connsiteX187" fmla="*/ 3860416 w 4114416"/>
              <a:gd name="connsiteY187" fmla="*/ 660400 h 2870200"/>
              <a:gd name="connsiteX188" fmla="*/ 3868882 w 4114416"/>
              <a:gd name="connsiteY188" fmla="*/ 702734 h 2870200"/>
              <a:gd name="connsiteX189" fmla="*/ 3885816 w 4114416"/>
              <a:gd name="connsiteY189" fmla="*/ 736600 h 2870200"/>
              <a:gd name="connsiteX190" fmla="*/ 3902749 w 4114416"/>
              <a:gd name="connsiteY190" fmla="*/ 702734 h 2870200"/>
              <a:gd name="connsiteX191" fmla="*/ 3962016 w 4114416"/>
              <a:gd name="connsiteY191" fmla="*/ 482600 h 2870200"/>
              <a:gd name="connsiteX192" fmla="*/ 3978949 w 4114416"/>
              <a:gd name="connsiteY192" fmla="*/ 457200 h 2870200"/>
              <a:gd name="connsiteX193" fmla="*/ 4004349 w 4114416"/>
              <a:gd name="connsiteY193" fmla="*/ 177800 h 2870200"/>
              <a:gd name="connsiteX194" fmla="*/ 4029749 w 4114416"/>
              <a:gd name="connsiteY194" fmla="*/ 135467 h 2870200"/>
              <a:gd name="connsiteX195" fmla="*/ 4038216 w 4114416"/>
              <a:gd name="connsiteY195" fmla="*/ 101600 h 2870200"/>
              <a:gd name="connsiteX196" fmla="*/ 4046682 w 4114416"/>
              <a:gd name="connsiteY196" fmla="*/ 76200 h 2870200"/>
              <a:gd name="connsiteX197" fmla="*/ 4055149 w 4114416"/>
              <a:gd name="connsiteY197" fmla="*/ 110067 h 2870200"/>
              <a:gd name="connsiteX198" fmla="*/ 4072082 w 4114416"/>
              <a:gd name="connsiteY198" fmla="*/ 160867 h 2870200"/>
              <a:gd name="connsiteX199" fmla="*/ 4114416 w 4114416"/>
              <a:gd name="connsiteY199" fmla="*/ 0 h 2870200"/>
              <a:gd name="connsiteX0" fmla="*/ 0 w 4114416"/>
              <a:gd name="connsiteY0" fmla="*/ 735359 h 2870200"/>
              <a:gd name="connsiteX1" fmla="*/ 22363 w 4114416"/>
              <a:gd name="connsiteY1" fmla="*/ 647092 h 2870200"/>
              <a:gd name="connsiteX2" fmla="*/ 53451 w 4114416"/>
              <a:gd name="connsiteY2" fmla="*/ 567267 h 2870200"/>
              <a:gd name="connsiteX3" fmla="*/ 61790 w 4114416"/>
              <a:gd name="connsiteY3" fmla="*/ 828517 h 2870200"/>
              <a:gd name="connsiteX4" fmla="*/ 57549 w 4114416"/>
              <a:gd name="connsiteY4" fmla="*/ 1083293 h 2870200"/>
              <a:gd name="connsiteX5" fmla="*/ 55282 w 4114416"/>
              <a:gd name="connsiteY5" fmla="*/ 1212385 h 2870200"/>
              <a:gd name="connsiteX6" fmla="*/ 69873 w 4114416"/>
              <a:gd name="connsiteY6" fmla="*/ 1401791 h 2870200"/>
              <a:gd name="connsiteX7" fmla="*/ 112335 w 4114416"/>
              <a:gd name="connsiteY7" fmla="*/ 1209517 h 2870200"/>
              <a:gd name="connsiteX8" fmla="*/ 135082 w 4114416"/>
              <a:gd name="connsiteY8" fmla="*/ 1100667 h 2870200"/>
              <a:gd name="connsiteX9" fmla="*/ 168949 w 4114416"/>
              <a:gd name="connsiteY9" fmla="*/ 999067 h 2870200"/>
              <a:gd name="connsiteX10" fmla="*/ 185882 w 4114416"/>
              <a:gd name="connsiteY10" fmla="*/ 948267 h 2870200"/>
              <a:gd name="connsiteX11" fmla="*/ 202816 w 4114416"/>
              <a:gd name="connsiteY11" fmla="*/ 1134534 h 2870200"/>
              <a:gd name="connsiteX12" fmla="*/ 219749 w 4114416"/>
              <a:gd name="connsiteY12" fmla="*/ 1464734 h 2870200"/>
              <a:gd name="connsiteX13" fmla="*/ 279016 w 4114416"/>
              <a:gd name="connsiteY13" fmla="*/ 1363134 h 2870200"/>
              <a:gd name="connsiteX14" fmla="*/ 304416 w 4114416"/>
              <a:gd name="connsiteY14" fmla="*/ 1371600 h 2870200"/>
              <a:gd name="connsiteX15" fmla="*/ 312882 w 4114416"/>
              <a:gd name="connsiteY15" fmla="*/ 2243667 h 2870200"/>
              <a:gd name="connsiteX16" fmla="*/ 338282 w 4114416"/>
              <a:gd name="connsiteY16" fmla="*/ 2201334 h 2870200"/>
              <a:gd name="connsiteX17" fmla="*/ 346749 w 4114416"/>
              <a:gd name="connsiteY17" fmla="*/ 2150534 h 2870200"/>
              <a:gd name="connsiteX18" fmla="*/ 371651 w 4114416"/>
              <a:gd name="connsiteY18" fmla="*/ 2376146 h 2870200"/>
              <a:gd name="connsiteX19" fmla="*/ 389082 w 4114416"/>
              <a:gd name="connsiteY19" fmla="*/ 2082800 h 2870200"/>
              <a:gd name="connsiteX20" fmla="*/ 414981 w 4114416"/>
              <a:gd name="connsiteY20" fmla="*/ 1792444 h 2870200"/>
              <a:gd name="connsiteX21" fmla="*/ 422949 w 4114416"/>
              <a:gd name="connsiteY21" fmla="*/ 2032000 h 2870200"/>
              <a:gd name="connsiteX22" fmla="*/ 453908 w 4114416"/>
              <a:gd name="connsiteY22" fmla="*/ 1990884 h 2870200"/>
              <a:gd name="connsiteX23" fmla="*/ 465282 w 4114416"/>
              <a:gd name="connsiteY23" fmla="*/ 1752600 h 2870200"/>
              <a:gd name="connsiteX24" fmla="*/ 490682 w 4114416"/>
              <a:gd name="connsiteY24" fmla="*/ 1651000 h 2870200"/>
              <a:gd name="connsiteX25" fmla="*/ 516082 w 4114416"/>
              <a:gd name="connsiteY25" fmla="*/ 1710267 h 2870200"/>
              <a:gd name="connsiteX26" fmla="*/ 524549 w 4114416"/>
              <a:gd name="connsiteY26" fmla="*/ 1851666 h 2870200"/>
              <a:gd name="connsiteX27" fmla="*/ 558416 w 4114416"/>
              <a:gd name="connsiteY27" fmla="*/ 1820334 h 2870200"/>
              <a:gd name="connsiteX28" fmla="*/ 583816 w 4114416"/>
              <a:gd name="connsiteY28" fmla="*/ 1938867 h 2870200"/>
              <a:gd name="connsiteX29" fmla="*/ 600749 w 4114416"/>
              <a:gd name="connsiteY29" fmla="*/ 1998134 h 2870200"/>
              <a:gd name="connsiteX30" fmla="*/ 643082 w 4114416"/>
              <a:gd name="connsiteY30" fmla="*/ 1786467 h 2870200"/>
              <a:gd name="connsiteX31" fmla="*/ 668482 w 4114416"/>
              <a:gd name="connsiteY31" fmla="*/ 1718734 h 2870200"/>
              <a:gd name="connsiteX32" fmla="*/ 685416 w 4114416"/>
              <a:gd name="connsiteY32" fmla="*/ 1617134 h 2870200"/>
              <a:gd name="connsiteX33" fmla="*/ 702349 w 4114416"/>
              <a:gd name="connsiteY33" fmla="*/ 1557867 h 2870200"/>
              <a:gd name="connsiteX34" fmla="*/ 710816 w 4114416"/>
              <a:gd name="connsiteY34" fmla="*/ 1524000 h 2870200"/>
              <a:gd name="connsiteX35" fmla="*/ 727749 w 4114416"/>
              <a:gd name="connsiteY35" fmla="*/ 1312334 h 2870200"/>
              <a:gd name="connsiteX36" fmla="*/ 744682 w 4114416"/>
              <a:gd name="connsiteY36" fmla="*/ 1380067 h 2870200"/>
              <a:gd name="connsiteX37" fmla="*/ 761616 w 4114416"/>
              <a:gd name="connsiteY37" fmla="*/ 1532467 h 2870200"/>
              <a:gd name="connsiteX38" fmla="*/ 778549 w 4114416"/>
              <a:gd name="connsiteY38" fmla="*/ 1566334 h 2870200"/>
              <a:gd name="connsiteX39" fmla="*/ 820882 w 4114416"/>
              <a:gd name="connsiteY39" fmla="*/ 1430867 h 2870200"/>
              <a:gd name="connsiteX40" fmla="*/ 854749 w 4114416"/>
              <a:gd name="connsiteY40" fmla="*/ 1388534 h 2870200"/>
              <a:gd name="connsiteX41" fmla="*/ 863216 w 4114416"/>
              <a:gd name="connsiteY41" fmla="*/ 1498600 h 2870200"/>
              <a:gd name="connsiteX42" fmla="*/ 888616 w 4114416"/>
              <a:gd name="connsiteY42" fmla="*/ 1811867 h 2870200"/>
              <a:gd name="connsiteX43" fmla="*/ 897082 w 4114416"/>
              <a:gd name="connsiteY43" fmla="*/ 1642534 h 2870200"/>
              <a:gd name="connsiteX44" fmla="*/ 930949 w 4114416"/>
              <a:gd name="connsiteY44" fmla="*/ 1557867 h 2870200"/>
              <a:gd name="connsiteX45" fmla="*/ 939416 w 4114416"/>
              <a:gd name="connsiteY45" fmla="*/ 2006600 h 2870200"/>
              <a:gd name="connsiteX46" fmla="*/ 964816 w 4114416"/>
              <a:gd name="connsiteY46" fmla="*/ 2116667 h 2870200"/>
              <a:gd name="connsiteX47" fmla="*/ 973282 w 4114416"/>
              <a:gd name="connsiteY47" fmla="*/ 1948424 h 2870200"/>
              <a:gd name="connsiteX48" fmla="*/ 990216 w 4114416"/>
              <a:gd name="connsiteY48" fmla="*/ 1794934 h 2870200"/>
              <a:gd name="connsiteX49" fmla="*/ 998682 w 4114416"/>
              <a:gd name="connsiteY49" fmla="*/ 1761067 h 2870200"/>
              <a:gd name="connsiteX50" fmla="*/ 1015616 w 4114416"/>
              <a:gd name="connsiteY50" fmla="*/ 1871134 h 2870200"/>
              <a:gd name="connsiteX51" fmla="*/ 1032549 w 4114416"/>
              <a:gd name="connsiteY51" fmla="*/ 1947334 h 2870200"/>
              <a:gd name="connsiteX52" fmla="*/ 1049482 w 4114416"/>
              <a:gd name="connsiteY52" fmla="*/ 2040467 h 2870200"/>
              <a:gd name="connsiteX53" fmla="*/ 1074882 w 4114416"/>
              <a:gd name="connsiteY53" fmla="*/ 2108200 h 2870200"/>
              <a:gd name="connsiteX54" fmla="*/ 1105586 w 4114416"/>
              <a:gd name="connsiteY54" fmla="*/ 2165034 h 2870200"/>
              <a:gd name="connsiteX55" fmla="*/ 1117344 w 4114416"/>
              <a:gd name="connsiteY55" fmla="*/ 2220675 h 2870200"/>
              <a:gd name="connsiteX56" fmla="*/ 1134149 w 4114416"/>
              <a:gd name="connsiteY56" fmla="*/ 2108200 h 2870200"/>
              <a:gd name="connsiteX57" fmla="*/ 1184949 w 4114416"/>
              <a:gd name="connsiteY57" fmla="*/ 1989667 h 2870200"/>
              <a:gd name="connsiteX58" fmla="*/ 1221851 w 4114416"/>
              <a:gd name="connsiteY58" fmla="*/ 1898967 h 2870200"/>
              <a:gd name="connsiteX59" fmla="*/ 1244216 w 4114416"/>
              <a:gd name="connsiteY59" fmla="*/ 2167467 h 2870200"/>
              <a:gd name="connsiteX60" fmla="*/ 1261149 w 4114416"/>
              <a:gd name="connsiteY60" fmla="*/ 2082800 h 2870200"/>
              <a:gd name="connsiteX61" fmla="*/ 1269616 w 4114416"/>
              <a:gd name="connsiteY61" fmla="*/ 2015067 h 2870200"/>
              <a:gd name="connsiteX62" fmla="*/ 1311949 w 4114416"/>
              <a:gd name="connsiteY62" fmla="*/ 1854200 h 2870200"/>
              <a:gd name="connsiteX63" fmla="*/ 1320416 w 4114416"/>
              <a:gd name="connsiteY63" fmla="*/ 1803400 h 2870200"/>
              <a:gd name="connsiteX64" fmla="*/ 1345816 w 4114416"/>
              <a:gd name="connsiteY64" fmla="*/ 1701800 h 2870200"/>
              <a:gd name="connsiteX65" fmla="*/ 1371216 w 4114416"/>
              <a:gd name="connsiteY65" fmla="*/ 1718734 h 2870200"/>
              <a:gd name="connsiteX66" fmla="*/ 1379682 w 4114416"/>
              <a:gd name="connsiteY66" fmla="*/ 1744134 h 2870200"/>
              <a:gd name="connsiteX67" fmla="*/ 1422016 w 4114416"/>
              <a:gd name="connsiteY67" fmla="*/ 1879600 h 2870200"/>
              <a:gd name="connsiteX68" fmla="*/ 1455882 w 4114416"/>
              <a:gd name="connsiteY68" fmla="*/ 1947334 h 2870200"/>
              <a:gd name="connsiteX69" fmla="*/ 1472816 w 4114416"/>
              <a:gd name="connsiteY69" fmla="*/ 1938867 h 2870200"/>
              <a:gd name="connsiteX70" fmla="*/ 1515149 w 4114416"/>
              <a:gd name="connsiteY70" fmla="*/ 1803400 h 2870200"/>
              <a:gd name="connsiteX71" fmla="*/ 1574416 w 4114416"/>
              <a:gd name="connsiteY71" fmla="*/ 1651000 h 2870200"/>
              <a:gd name="connsiteX72" fmla="*/ 1582882 w 4114416"/>
              <a:gd name="connsiteY72" fmla="*/ 1591734 h 2870200"/>
              <a:gd name="connsiteX73" fmla="*/ 1599816 w 4114416"/>
              <a:gd name="connsiteY73" fmla="*/ 1566334 h 2870200"/>
              <a:gd name="connsiteX74" fmla="*/ 1608282 w 4114416"/>
              <a:gd name="connsiteY74" fmla="*/ 1524000 h 2870200"/>
              <a:gd name="connsiteX75" fmla="*/ 1616749 w 4114416"/>
              <a:gd name="connsiteY75" fmla="*/ 1498600 h 2870200"/>
              <a:gd name="connsiteX76" fmla="*/ 1633682 w 4114416"/>
              <a:gd name="connsiteY76" fmla="*/ 1524000 h 2870200"/>
              <a:gd name="connsiteX77" fmla="*/ 1659082 w 4114416"/>
              <a:gd name="connsiteY77" fmla="*/ 1490134 h 2870200"/>
              <a:gd name="connsiteX78" fmla="*/ 1684482 w 4114416"/>
              <a:gd name="connsiteY78" fmla="*/ 1388534 h 2870200"/>
              <a:gd name="connsiteX79" fmla="*/ 1743749 w 4114416"/>
              <a:gd name="connsiteY79" fmla="*/ 1286934 h 2870200"/>
              <a:gd name="connsiteX80" fmla="*/ 1794549 w 4114416"/>
              <a:gd name="connsiteY80" fmla="*/ 1176867 h 2870200"/>
              <a:gd name="connsiteX81" fmla="*/ 1819949 w 4114416"/>
              <a:gd name="connsiteY81" fmla="*/ 1202267 h 2870200"/>
              <a:gd name="connsiteX82" fmla="*/ 1828416 w 4114416"/>
              <a:gd name="connsiteY82" fmla="*/ 1227667 h 2870200"/>
              <a:gd name="connsiteX83" fmla="*/ 1845349 w 4114416"/>
              <a:gd name="connsiteY83" fmla="*/ 1261534 h 2870200"/>
              <a:gd name="connsiteX84" fmla="*/ 1887682 w 4114416"/>
              <a:gd name="connsiteY84" fmla="*/ 1422400 h 2870200"/>
              <a:gd name="connsiteX85" fmla="*/ 1938482 w 4114416"/>
              <a:gd name="connsiteY85" fmla="*/ 1600200 h 2870200"/>
              <a:gd name="connsiteX86" fmla="*/ 1989282 w 4114416"/>
              <a:gd name="connsiteY86" fmla="*/ 1744134 h 2870200"/>
              <a:gd name="connsiteX87" fmla="*/ 2006216 w 4114416"/>
              <a:gd name="connsiteY87" fmla="*/ 1498600 h 2870200"/>
              <a:gd name="connsiteX88" fmla="*/ 2023149 w 4114416"/>
              <a:gd name="connsiteY88" fmla="*/ 1464734 h 2870200"/>
              <a:gd name="connsiteX89" fmla="*/ 2031616 w 4114416"/>
              <a:gd name="connsiteY89" fmla="*/ 1439334 h 2870200"/>
              <a:gd name="connsiteX90" fmla="*/ 2082416 w 4114416"/>
              <a:gd name="connsiteY90" fmla="*/ 2032000 h 2870200"/>
              <a:gd name="connsiteX91" fmla="*/ 2090882 w 4114416"/>
              <a:gd name="connsiteY91" fmla="*/ 2150534 h 2870200"/>
              <a:gd name="connsiteX92" fmla="*/ 2099349 w 4114416"/>
              <a:gd name="connsiteY92" fmla="*/ 2489200 h 2870200"/>
              <a:gd name="connsiteX93" fmla="*/ 2133216 w 4114416"/>
              <a:gd name="connsiteY93" fmla="*/ 2421467 h 2870200"/>
              <a:gd name="connsiteX94" fmla="*/ 2175549 w 4114416"/>
              <a:gd name="connsiteY94" fmla="*/ 2319867 h 2870200"/>
              <a:gd name="connsiteX95" fmla="*/ 2200949 w 4114416"/>
              <a:gd name="connsiteY95" fmla="*/ 2286000 h 2870200"/>
              <a:gd name="connsiteX96" fmla="*/ 2234816 w 4114416"/>
              <a:gd name="connsiteY96" fmla="*/ 2235200 h 2870200"/>
              <a:gd name="connsiteX97" fmla="*/ 2251749 w 4114416"/>
              <a:gd name="connsiteY97" fmla="*/ 2514600 h 2870200"/>
              <a:gd name="connsiteX98" fmla="*/ 2277149 w 4114416"/>
              <a:gd name="connsiteY98" fmla="*/ 2565400 h 2870200"/>
              <a:gd name="connsiteX99" fmla="*/ 2285616 w 4114416"/>
              <a:gd name="connsiteY99" fmla="*/ 2489200 h 2870200"/>
              <a:gd name="connsiteX100" fmla="*/ 2302549 w 4114416"/>
              <a:gd name="connsiteY100" fmla="*/ 2421467 h 2870200"/>
              <a:gd name="connsiteX101" fmla="*/ 2311016 w 4114416"/>
              <a:gd name="connsiteY101" fmla="*/ 1718734 h 2870200"/>
              <a:gd name="connsiteX102" fmla="*/ 2336416 w 4114416"/>
              <a:gd name="connsiteY102" fmla="*/ 1811867 h 2870200"/>
              <a:gd name="connsiteX103" fmla="*/ 2361816 w 4114416"/>
              <a:gd name="connsiteY103" fmla="*/ 1871134 h 2870200"/>
              <a:gd name="connsiteX104" fmla="*/ 2387216 w 4114416"/>
              <a:gd name="connsiteY104" fmla="*/ 1938867 h 2870200"/>
              <a:gd name="connsiteX105" fmla="*/ 2395682 w 4114416"/>
              <a:gd name="connsiteY105" fmla="*/ 1972734 h 2870200"/>
              <a:gd name="connsiteX106" fmla="*/ 2404149 w 4114416"/>
              <a:gd name="connsiteY106" fmla="*/ 1574800 h 2870200"/>
              <a:gd name="connsiteX107" fmla="*/ 2429549 w 4114416"/>
              <a:gd name="connsiteY107" fmla="*/ 1236134 h 2870200"/>
              <a:gd name="connsiteX108" fmla="*/ 2446482 w 4114416"/>
              <a:gd name="connsiteY108" fmla="*/ 1092200 h 2870200"/>
              <a:gd name="connsiteX109" fmla="*/ 2454949 w 4114416"/>
              <a:gd name="connsiteY109" fmla="*/ 1066800 h 2870200"/>
              <a:gd name="connsiteX110" fmla="*/ 2463416 w 4114416"/>
              <a:gd name="connsiteY110" fmla="*/ 1092200 h 2870200"/>
              <a:gd name="connsiteX111" fmla="*/ 2480349 w 4114416"/>
              <a:gd name="connsiteY111" fmla="*/ 1117600 h 2870200"/>
              <a:gd name="connsiteX112" fmla="*/ 2488816 w 4114416"/>
              <a:gd name="connsiteY112" fmla="*/ 1227667 h 2870200"/>
              <a:gd name="connsiteX113" fmla="*/ 2514216 w 4114416"/>
              <a:gd name="connsiteY113" fmla="*/ 753534 h 2870200"/>
              <a:gd name="connsiteX114" fmla="*/ 2531149 w 4114416"/>
              <a:gd name="connsiteY114" fmla="*/ 685800 h 2870200"/>
              <a:gd name="connsiteX115" fmla="*/ 2539616 w 4114416"/>
              <a:gd name="connsiteY115" fmla="*/ 609600 h 2870200"/>
              <a:gd name="connsiteX116" fmla="*/ 2548082 w 4114416"/>
              <a:gd name="connsiteY116" fmla="*/ 558800 h 2870200"/>
              <a:gd name="connsiteX117" fmla="*/ 2565016 w 4114416"/>
              <a:gd name="connsiteY117" fmla="*/ 584200 h 2870200"/>
              <a:gd name="connsiteX118" fmla="*/ 2573482 w 4114416"/>
              <a:gd name="connsiteY118" fmla="*/ 778934 h 2870200"/>
              <a:gd name="connsiteX119" fmla="*/ 2615816 w 4114416"/>
              <a:gd name="connsiteY119" fmla="*/ 914400 h 2870200"/>
              <a:gd name="connsiteX120" fmla="*/ 2632749 w 4114416"/>
              <a:gd name="connsiteY120" fmla="*/ 973667 h 2870200"/>
              <a:gd name="connsiteX121" fmla="*/ 2649682 w 4114416"/>
              <a:gd name="connsiteY121" fmla="*/ 812800 h 2870200"/>
              <a:gd name="connsiteX122" fmla="*/ 2666616 w 4114416"/>
              <a:gd name="connsiteY122" fmla="*/ 694267 h 2870200"/>
              <a:gd name="connsiteX123" fmla="*/ 2692016 w 4114416"/>
              <a:gd name="connsiteY123" fmla="*/ 558800 h 2870200"/>
              <a:gd name="connsiteX124" fmla="*/ 2717416 w 4114416"/>
              <a:gd name="connsiteY124" fmla="*/ 321734 h 2870200"/>
              <a:gd name="connsiteX125" fmla="*/ 2734349 w 4114416"/>
              <a:gd name="connsiteY125" fmla="*/ 1058334 h 2870200"/>
              <a:gd name="connsiteX126" fmla="*/ 2760746 w 4114416"/>
              <a:gd name="connsiteY126" fmla="*/ 1023969 h 2870200"/>
              <a:gd name="connsiteX127" fmla="*/ 2810549 w 4114416"/>
              <a:gd name="connsiteY127" fmla="*/ 905934 h 2870200"/>
              <a:gd name="connsiteX128" fmla="*/ 2844416 w 4114416"/>
              <a:gd name="connsiteY128" fmla="*/ 855134 h 2870200"/>
              <a:gd name="connsiteX129" fmla="*/ 2869816 w 4114416"/>
              <a:gd name="connsiteY129" fmla="*/ 1422400 h 2870200"/>
              <a:gd name="connsiteX130" fmla="*/ 2878282 w 4114416"/>
              <a:gd name="connsiteY130" fmla="*/ 1388534 h 2870200"/>
              <a:gd name="connsiteX131" fmla="*/ 2895216 w 4114416"/>
              <a:gd name="connsiteY131" fmla="*/ 1363134 h 2870200"/>
              <a:gd name="connsiteX132" fmla="*/ 2920616 w 4114416"/>
              <a:gd name="connsiteY132" fmla="*/ 1278467 h 2870200"/>
              <a:gd name="connsiteX133" fmla="*/ 2937549 w 4114416"/>
              <a:gd name="connsiteY133" fmla="*/ 1320800 h 2870200"/>
              <a:gd name="connsiteX134" fmla="*/ 2954482 w 4114416"/>
              <a:gd name="connsiteY134" fmla="*/ 1388534 h 2870200"/>
              <a:gd name="connsiteX135" fmla="*/ 2971416 w 4114416"/>
              <a:gd name="connsiteY135" fmla="*/ 1422400 h 2870200"/>
              <a:gd name="connsiteX136" fmla="*/ 3013749 w 4114416"/>
              <a:gd name="connsiteY136" fmla="*/ 1540934 h 2870200"/>
              <a:gd name="connsiteX137" fmla="*/ 3030682 w 4114416"/>
              <a:gd name="connsiteY137" fmla="*/ 1566334 h 2870200"/>
              <a:gd name="connsiteX138" fmla="*/ 3064549 w 4114416"/>
              <a:gd name="connsiteY138" fmla="*/ 1718734 h 2870200"/>
              <a:gd name="connsiteX139" fmla="*/ 3089949 w 4114416"/>
              <a:gd name="connsiteY139" fmla="*/ 1761067 h 2870200"/>
              <a:gd name="connsiteX140" fmla="*/ 3123816 w 4114416"/>
              <a:gd name="connsiteY140" fmla="*/ 1879600 h 2870200"/>
              <a:gd name="connsiteX141" fmla="*/ 3115349 w 4114416"/>
              <a:gd name="connsiteY141" fmla="*/ 1913467 h 2870200"/>
              <a:gd name="connsiteX142" fmla="*/ 3127799 w 4114416"/>
              <a:gd name="connsiteY142" fmla="*/ 1901016 h 2870200"/>
              <a:gd name="connsiteX143" fmla="*/ 3106882 w 4114416"/>
              <a:gd name="connsiteY143" fmla="*/ 1888067 h 2870200"/>
              <a:gd name="connsiteX144" fmla="*/ 3132282 w 4114416"/>
              <a:gd name="connsiteY144" fmla="*/ 1871134 h 2870200"/>
              <a:gd name="connsiteX145" fmla="*/ 3140749 w 4114416"/>
              <a:gd name="connsiteY145" fmla="*/ 1769534 h 2870200"/>
              <a:gd name="connsiteX146" fmla="*/ 3157682 w 4114416"/>
              <a:gd name="connsiteY146" fmla="*/ 1710267 h 2870200"/>
              <a:gd name="connsiteX147" fmla="*/ 3166149 w 4114416"/>
              <a:gd name="connsiteY147" fmla="*/ 1684867 h 2870200"/>
              <a:gd name="connsiteX148" fmla="*/ 3191549 w 4114416"/>
              <a:gd name="connsiteY148" fmla="*/ 1676400 h 2870200"/>
              <a:gd name="connsiteX149" fmla="*/ 3200016 w 4114416"/>
              <a:gd name="connsiteY149" fmla="*/ 2006600 h 2870200"/>
              <a:gd name="connsiteX150" fmla="*/ 3208482 w 4114416"/>
              <a:gd name="connsiteY150" fmla="*/ 2048934 h 2870200"/>
              <a:gd name="connsiteX151" fmla="*/ 3216949 w 4114416"/>
              <a:gd name="connsiteY151" fmla="*/ 2099734 h 2870200"/>
              <a:gd name="connsiteX152" fmla="*/ 3233882 w 4114416"/>
              <a:gd name="connsiteY152" fmla="*/ 2048934 h 2870200"/>
              <a:gd name="connsiteX153" fmla="*/ 3242349 w 4114416"/>
              <a:gd name="connsiteY153" fmla="*/ 1998134 h 2870200"/>
              <a:gd name="connsiteX154" fmla="*/ 3276216 w 4114416"/>
              <a:gd name="connsiteY154" fmla="*/ 2353734 h 2870200"/>
              <a:gd name="connsiteX155" fmla="*/ 3301616 w 4114416"/>
              <a:gd name="connsiteY155" fmla="*/ 2387600 h 2870200"/>
              <a:gd name="connsiteX156" fmla="*/ 3310082 w 4114416"/>
              <a:gd name="connsiteY156" fmla="*/ 2497667 h 2870200"/>
              <a:gd name="connsiteX157" fmla="*/ 3327016 w 4114416"/>
              <a:gd name="connsiteY157" fmla="*/ 2531534 h 2870200"/>
              <a:gd name="connsiteX158" fmla="*/ 3343949 w 4114416"/>
              <a:gd name="connsiteY158" fmla="*/ 2599267 h 2870200"/>
              <a:gd name="connsiteX159" fmla="*/ 3369349 w 4114416"/>
              <a:gd name="connsiteY159" fmla="*/ 2667000 h 2870200"/>
              <a:gd name="connsiteX160" fmla="*/ 3411682 w 4114416"/>
              <a:gd name="connsiteY160" fmla="*/ 2810934 h 2870200"/>
              <a:gd name="connsiteX161" fmla="*/ 3437082 w 4114416"/>
              <a:gd name="connsiteY161" fmla="*/ 2870200 h 2870200"/>
              <a:gd name="connsiteX162" fmla="*/ 3462482 w 4114416"/>
              <a:gd name="connsiteY162" fmla="*/ 1828800 h 2870200"/>
              <a:gd name="connsiteX163" fmla="*/ 3461984 w 4114416"/>
              <a:gd name="connsiteY163" fmla="*/ 2090271 h 2870200"/>
              <a:gd name="connsiteX164" fmla="*/ 3487882 w 4114416"/>
              <a:gd name="connsiteY164" fmla="*/ 1735667 h 2870200"/>
              <a:gd name="connsiteX165" fmla="*/ 3513282 w 4114416"/>
              <a:gd name="connsiteY165" fmla="*/ 1651000 h 2870200"/>
              <a:gd name="connsiteX166" fmla="*/ 3521749 w 4114416"/>
              <a:gd name="connsiteY166" fmla="*/ 1701800 h 2870200"/>
              <a:gd name="connsiteX167" fmla="*/ 3525733 w 4114416"/>
              <a:gd name="connsiteY167" fmla="*/ 1875118 h 2870200"/>
              <a:gd name="connsiteX168" fmla="*/ 3547149 w 4114416"/>
              <a:gd name="connsiteY168" fmla="*/ 1752600 h 2870200"/>
              <a:gd name="connsiteX169" fmla="*/ 3555616 w 4114416"/>
              <a:gd name="connsiteY169" fmla="*/ 1693334 h 2870200"/>
              <a:gd name="connsiteX170" fmla="*/ 3597949 w 4114416"/>
              <a:gd name="connsiteY170" fmla="*/ 1608667 h 2870200"/>
              <a:gd name="connsiteX171" fmla="*/ 3614882 w 4114416"/>
              <a:gd name="connsiteY171" fmla="*/ 1566334 h 2870200"/>
              <a:gd name="connsiteX172" fmla="*/ 3657216 w 4114416"/>
              <a:gd name="connsiteY172" fmla="*/ 1464734 h 2870200"/>
              <a:gd name="connsiteX173" fmla="*/ 3661200 w 4114416"/>
              <a:gd name="connsiteY173" fmla="*/ 1373094 h 2870200"/>
              <a:gd name="connsiteX174" fmla="*/ 3682616 w 4114416"/>
              <a:gd name="connsiteY174" fmla="*/ 1363134 h 2870200"/>
              <a:gd name="connsiteX175" fmla="*/ 3699549 w 4114416"/>
              <a:gd name="connsiteY175" fmla="*/ 1320800 h 2870200"/>
              <a:gd name="connsiteX176" fmla="*/ 3694569 w 4114416"/>
              <a:gd name="connsiteY176" fmla="*/ 1151964 h 2870200"/>
              <a:gd name="connsiteX177" fmla="*/ 3741882 w 4114416"/>
              <a:gd name="connsiteY177" fmla="*/ 1227667 h 2870200"/>
              <a:gd name="connsiteX178" fmla="*/ 3750349 w 4114416"/>
              <a:gd name="connsiteY178" fmla="*/ 1176867 h 2870200"/>
              <a:gd name="connsiteX179" fmla="*/ 3767282 w 4114416"/>
              <a:gd name="connsiteY179" fmla="*/ 1126067 h 2870200"/>
              <a:gd name="connsiteX180" fmla="*/ 3775749 w 4114416"/>
              <a:gd name="connsiteY180" fmla="*/ 1058334 h 2870200"/>
              <a:gd name="connsiteX181" fmla="*/ 3784216 w 4114416"/>
              <a:gd name="connsiteY181" fmla="*/ 1270000 h 2870200"/>
              <a:gd name="connsiteX182" fmla="*/ 3813064 w 4114416"/>
              <a:gd name="connsiteY182" fmla="*/ 678606 h 2870200"/>
              <a:gd name="connsiteX183" fmla="*/ 3818082 w 4114416"/>
              <a:gd name="connsiteY183" fmla="*/ 558800 h 2870200"/>
              <a:gd name="connsiteX184" fmla="*/ 3835016 w 4114416"/>
              <a:gd name="connsiteY184" fmla="*/ 482600 h 2870200"/>
              <a:gd name="connsiteX185" fmla="*/ 3843482 w 4114416"/>
              <a:gd name="connsiteY185" fmla="*/ 533400 h 2870200"/>
              <a:gd name="connsiteX186" fmla="*/ 3860416 w 4114416"/>
              <a:gd name="connsiteY186" fmla="*/ 660400 h 2870200"/>
              <a:gd name="connsiteX187" fmla="*/ 3868882 w 4114416"/>
              <a:gd name="connsiteY187" fmla="*/ 702734 h 2870200"/>
              <a:gd name="connsiteX188" fmla="*/ 3885816 w 4114416"/>
              <a:gd name="connsiteY188" fmla="*/ 736600 h 2870200"/>
              <a:gd name="connsiteX189" fmla="*/ 3902749 w 4114416"/>
              <a:gd name="connsiteY189" fmla="*/ 702734 h 2870200"/>
              <a:gd name="connsiteX190" fmla="*/ 3962016 w 4114416"/>
              <a:gd name="connsiteY190" fmla="*/ 482600 h 2870200"/>
              <a:gd name="connsiteX191" fmla="*/ 3978949 w 4114416"/>
              <a:gd name="connsiteY191" fmla="*/ 457200 h 2870200"/>
              <a:gd name="connsiteX192" fmla="*/ 4004349 w 4114416"/>
              <a:gd name="connsiteY192" fmla="*/ 177800 h 2870200"/>
              <a:gd name="connsiteX193" fmla="*/ 4029749 w 4114416"/>
              <a:gd name="connsiteY193" fmla="*/ 135467 h 2870200"/>
              <a:gd name="connsiteX194" fmla="*/ 4038216 w 4114416"/>
              <a:gd name="connsiteY194" fmla="*/ 101600 h 2870200"/>
              <a:gd name="connsiteX195" fmla="*/ 4046682 w 4114416"/>
              <a:gd name="connsiteY195" fmla="*/ 76200 h 2870200"/>
              <a:gd name="connsiteX196" fmla="*/ 4055149 w 4114416"/>
              <a:gd name="connsiteY196" fmla="*/ 110067 h 2870200"/>
              <a:gd name="connsiteX197" fmla="*/ 4072082 w 4114416"/>
              <a:gd name="connsiteY197" fmla="*/ 160867 h 2870200"/>
              <a:gd name="connsiteX198" fmla="*/ 4114416 w 4114416"/>
              <a:gd name="connsiteY198" fmla="*/ 0 h 2870200"/>
              <a:gd name="connsiteX0" fmla="*/ 0 w 4114416"/>
              <a:gd name="connsiteY0" fmla="*/ 735359 h 2870200"/>
              <a:gd name="connsiteX1" fmla="*/ 22363 w 4114416"/>
              <a:gd name="connsiteY1" fmla="*/ 647092 h 2870200"/>
              <a:gd name="connsiteX2" fmla="*/ 53451 w 4114416"/>
              <a:gd name="connsiteY2" fmla="*/ 567267 h 2870200"/>
              <a:gd name="connsiteX3" fmla="*/ 61790 w 4114416"/>
              <a:gd name="connsiteY3" fmla="*/ 828517 h 2870200"/>
              <a:gd name="connsiteX4" fmla="*/ 57549 w 4114416"/>
              <a:gd name="connsiteY4" fmla="*/ 1083293 h 2870200"/>
              <a:gd name="connsiteX5" fmla="*/ 55282 w 4114416"/>
              <a:gd name="connsiteY5" fmla="*/ 1212385 h 2870200"/>
              <a:gd name="connsiteX6" fmla="*/ 69873 w 4114416"/>
              <a:gd name="connsiteY6" fmla="*/ 1401791 h 2870200"/>
              <a:gd name="connsiteX7" fmla="*/ 112335 w 4114416"/>
              <a:gd name="connsiteY7" fmla="*/ 1209517 h 2870200"/>
              <a:gd name="connsiteX8" fmla="*/ 135082 w 4114416"/>
              <a:gd name="connsiteY8" fmla="*/ 1100667 h 2870200"/>
              <a:gd name="connsiteX9" fmla="*/ 168949 w 4114416"/>
              <a:gd name="connsiteY9" fmla="*/ 999067 h 2870200"/>
              <a:gd name="connsiteX10" fmla="*/ 185882 w 4114416"/>
              <a:gd name="connsiteY10" fmla="*/ 948267 h 2870200"/>
              <a:gd name="connsiteX11" fmla="*/ 202816 w 4114416"/>
              <a:gd name="connsiteY11" fmla="*/ 1134534 h 2870200"/>
              <a:gd name="connsiteX12" fmla="*/ 219749 w 4114416"/>
              <a:gd name="connsiteY12" fmla="*/ 1464734 h 2870200"/>
              <a:gd name="connsiteX13" fmla="*/ 279016 w 4114416"/>
              <a:gd name="connsiteY13" fmla="*/ 1363134 h 2870200"/>
              <a:gd name="connsiteX14" fmla="*/ 304416 w 4114416"/>
              <a:gd name="connsiteY14" fmla="*/ 1371600 h 2870200"/>
              <a:gd name="connsiteX15" fmla="*/ 312882 w 4114416"/>
              <a:gd name="connsiteY15" fmla="*/ 2243667 h 2870200"/>
              <a:gd name="connsiteX16" fmla="*/ 338282 w 4114416"/>
              <a:gd name="connsiteY16" fmla="*/ 2201334 h 2870200"/>
              <a:gd name="connsiteX17" fmla="*/ 346749 w 4114416"/>
              <a:gd name="connsiteY17" fmla="*/ 2150534 h 2870200"/>
              <a:gd name="connsiteX18" fmla="*/ 371651 w 4114416"/>
              <a:gd name="connsiteY18" fmla="*/ 2376146 h 2870200"/>
              <a:gd name="connsiteX19" fmla="*/ 389082 w 4114416"/>
              <a:gd name="connsiteY19" fmla="*/ 2082800 h 2870200"/>
              <a:gd name="connsiteX20" fmla="*/ 414981 w 4114416"/>
              <a:gd name="connsiteY20" fmla="*/ 1792444 h 2870200"/>
              <a:gd name="connsiteX21" fmla="*/ 422949 w 4114416"/>
              <a:gd name="connsiteY21" fmla="*/ 2032000 h 2870200"/>
              <a:gd name="connsiteX22" fmla="*/ 453908 w 4114416"/>
              <a:gd name="connsiteY22" fmla="*/ 1990884 h 2870200"/>
              <a:gd name="connsiteX23" fmla="*/ 465282 w 4114416"/>
              <a:gd name="connsiteY23" fmla="*/ 1752600 h 2870200"/>
              <a:gd name="connsiteX24" fmla="*/ 490682 w 4114416"/>
              <a:gd name="connsiteY24" fmla="*/ 1651000 h 2870200"/>
              <a:gd name="connsiteX25" fmla="*/ 516082 w 4114416"/>
              <a:gd name="connsiteY25" fmla="*/ 1710267 h 2870200"/>
              <a:gd name="connsiteX26" fmla="*/ 524549 w 4114416"/>
              <a:gd name="connsiteY26" fmla="*/ 1851666 h 2870200"/>
              <a:gd name="connsiteX27" fmla="*/ 558416 w 4114416"/>
              <a:gd name="connsiteY27" fmla="*/ 1820334 h 2870200"/>
              <a:gd name="connsiteX28" fmla="*/ 583816 w 4114416"/>
              <a:gd name="connsiteY28" fmla="*/ 1938867 h 2870200"/>
              <a:gd name="connsiteX29" fmla="*/ 600749 w 4114416"/>
              <a:gd name="connsiteY29" fmla="*/ 1998134 h 2870200"/>
              <a:gd name="connsiteX30" fmla="*/ 643082 w 4114416"/>
              <a:gd name="connsiteY30" fmla="*/ 1786467 h 2870200"/>
              <a:gd name="connsiteX31" fmla="*/ 668482 w 4114416"/>
              <a:gd name="connsiteY31" fmla="*/ 1718734 h 2870200"/>
              <a:gd name="connsiteX32" fmla="*/ 685416 w 4114416"/>
              <a:gd name="connsiteY32" fmla="*/ 1617134 h 2870200"/>
              <a:gd name="connsiteX33" fmla="*/ 702349 w 4114416"/>
              <a:gd name="connsiteY33" fmla="*/ 1557867 h 2870200"/>
              <a:gd name="connsiteX34" fmla="*/ 710816 w 4114416"/>
              <a:gd name="connsiteY34" fmla="*/ 1524000 h 2870200"/>
              <a:gd name="connsiteX35" fmla="*/ 727749 w 4114416"/>
              <a:gd name="connsiteY35" fmla="*/ 1312334 h 2870200"/>
              <a:gd name="connsiteX36" fmla="*/ 744682 w 4114416"/>
              <a:gd name="connsiteY36" fmla="*/ 1380067 h 2870200"/>
              <a:gd name="connsiteX37" fmla="*/ 761616 w 4114416"/>
              <a:gd name="connsiteY37" fmla="*/ 1532467 h 2870200"/>
              <a:gd name="connsiteX38" fmla="*/ 778549 w 4114416"/>
              <a:gd name="connsiteY38" fmla="*/ 1566334 h 2870200"/>
              <a:gd name="connsiteX39" fmla="*/ 820882 w 4114416"/>
              <a:gd name="connsiteY39" fmla="*/ 1430867 h 2870200"/>
              <a:gd name="connsiteX40" fmla="*/ 854749 w 4114416"/>
              <a:gd name="connsiteY40" fmla="*/ 1388534 h 2870200"/>
              <a:gd name="connsiteX41" fmla="*/ 863216 w 4114416"/>
              <a:gd name="connsiteY41" fmla="*/ 1498600 h 2870200"/>
              <a:gd name="connsiteX42" fmla="*/ 888616 w 4114416"/>
              <a:gd name="connsiteY42" fmla="*/ 1811867 h 2870200"/>
              <a:gd name="connsiteX43" fmla="*/ 897082 w 4114416"/>
              <a:gd name="connsiteY43" fmla="*/ 1642534 h 2870200"/>
              <a:gd name="connsiteX44" fmla="*/ 930949 w 4114416"/>
              <a:gd name="connsiteY44" fmla="*/ 1557867 h 2870200"/>
              <a:gd name="connsiteX45" fmla="*/ 939416 w 4114416"/>
              <a:gd name="connsiteY45" fmla="*/ 2006600 h 2870200"/>
              <a:gd name="connsiteX46" fmla="*/ 964816 w 4114416"/>
              <a:gd name="connsiteY46" fmla="*/ 2116667 h 2870200"/>
              <a:gd name="connsiteX47" fmla="*/ 973282 w 4114416"/>
              <a:gd name="connsiteY47" fmla="*/ 1948424 h 2870200"/>
              <a:gd name="connsiteX48" fmla="*/ 990216 w 4114416"/>
              <a:gd name="connsiteY48" fmla="*/ 1794934 h 2870200"/>
              <a:gd name="connsiteX49" fmla="*/ 998682 w 4114416"/>
              <a:gd name="connsiteY49" fmla="*/ 1761067 h 2870200"/>
              <a:gd name="connsiteX50" fmla="*/ 1015616 w 4114416"/>
              <a:gd name="connsiteY50" fmla="*/ 1871134 h 2870200"/>
              <a:gd name="connsiteX51" fmla="*/ 1032549 w 4114416"/>
              <a:gd name="connsiteY51" fmla="*/ 1947334 h 2870200"/>
              <a:gd name="connsiteX52" fmla="*/ 1049482 w 4114416"/>
              <a:gd name="connsiteY52" fmla="*/ 2040467 h 2870200"/>
              <a:gd name="connsiteX53" fmla="*/ 1074882 w 4114416"/>
              <a:gd name="connsiteY53" fmla="*/ 2108200 h 2870200"/>
              <a:gd name="connsiteX54" fmla="*/ 1105586 w 4114416"/>
              <a:gd name="connsiteY54" fmla="*/ 2165034 h 2870200"/>
              <a:gd name="connsiteX55" fmla="*/ 1117344 w 4114416"/>
              <a:gd name="connsiteY55" fmla="*/ 2220675 h 2870200"/>
              <a:gd name="connsiteX56" fmla="*/ 1134149 w 4114416"/>
              <a:gd name="connsiteY56" fmla="*/ 2108200 h 2870200"/>
              <a:gd name="connsiteX57" fmla="*/ 1184949 w 4114416"/>
              <a:gd name="connsiteY57" fmla="*/ 1989667 h 2870200"/>
              <a:gd name="connsiteX58" fmla="*/ 1221851 w 4114416"/>
              <a:gd name="connsiteY58" fmla="*/ 1898967 h 2870200"/>
              <a:gd name="connsiteX59" fmla="*/ 1244216 w 4114416"/>
              <a:gd name="connsiteY59" fmla="*/ 2167467 h 2870200"/>
              <a:gd name="connsiteX60" fmla="*/ 1261149 w 4114416"/>
              <a:gd name="connsiteY60" fmla="*/ 2082800 h 2870200"/>
              <a:gd name="connsiteX61" fmla="*/ 1269616 w 4114416"/>
              <a:gd name="connsiteY61" fmla="*/ 2015067 h 2870200"/>
              <a:gd name="connsiteX62" fmla="*/ 1311949 w 4114416"/>
              <a:gd name="connsiteY62" fmla="*/ 1854200 h 2870200"/>
              <a:gd name="connsiteX63" fmla="*/ 1320416 w 4114416"/>
              <a:gd name="connsiteY63" fmla="*/ 1803400 h 2870200"/>
              <a:gd name="connsiteX64" fmla="*/ 1345816 w 4114416"/>
              <a:gd name="connsiteY64" fmla="*/ 1701800 h 2870200"/>
              <a:gd name="connsiteX65" fmla="*/ 1379682 w 4114416"/>
              <a:gd name="connsiteY65" fmla="*/ 1744134 h 2870200"/>
              <a:gd name="connsiteX66" fmla="*/ 1422016 w 4114416"/>
              <a:gd name="connsiteY66" fmla="*/ 1879600 h 2870200"/>
              <a:gd name="connsiteX67" fmla="*/ 1455882 w 4114416"/>
              <a:gd name="connsiteY67" fmla="*/ 1947334 h 2870200"/>
              <a:gd name="connsiteX68" fmla="*/ 1472816 w 4114416"/>
              <a:gd name="connsiteY68" fmla="*/ 1938867 h 2870200"/>
              <a:gd name="connsiteX69" fmla="*/ 1515149 w 4114416"/>
              <a:gd name="connsiteY69" fmla="*/ 1803400 h 2870200"/>
              <a:gd name="connsiteX70" fmla="*/ 1574416 w 4114416"/>
              <a:gd name="connsiteY70" fmla="*/ 1651000 h 2870200"/>
              <a:gd name="connsiteX71" fmla="*/ 1582882 w 4114416"/>
              <a:gd name="connsiteY71" fmla="*/ 1591734 h 2870200"/>
              <a:gd name="connsiteX72" fmla="*/ 1599816 w 4114416"/>
              <a:gd name="connsiteY72" fmla="*/ 1566334 h 2870200"/>
              <a:gd name="connsiteX73" fmla="*/ 1608282 w 4114416"/>
              <a:gd name="connsiteY73" fmla="*/ 1524000 h 2870200"/>
              <a:gd name="connsiteX74" fmla="*/ 1616749 w 4114416"/>
              <a:gd name="connsiteY74" fmla="*/ 1498600 h 2870200"/>
              <a:gd name="connsiteX75" fmla="*/ 1633682 w 4114416"/>
              <a:gd name="connsiteY75" fmla="*/ 1524000 h 2870200"/>
              <a:gd name="connsiteX76" fmla="*/ 1659082 w 4114416"/>
              <a:gd name="connsiteY76" fmla="*/ 1490134 h 2870200"/>
              <a:gd name="connsiteX77" fmla="*/ 1684482 w 4114416"/>
              <a:gd name="connsiteY77" fmla="*/ 1388534 h 2870200"/>
              <a:gd name="connsiteX78" fmla="*/ 1743749 w 4114416"/>
              <a:gd name="connsiteY78" fmla="*/ 1286934 h 2870200"/>
              <a:gd name="connsiteX79" fmla="*/ 1794549 w 4114416"/>
              <a:gd name="connsiteY79" fmla="*/ 1176867 h 2870200"/>
              <a:gd name="connsiteX80" fmla="*/ 1819949 w 4114416"/>
              <a:gd name="connsiteY80" fmla="*/ 1202267 h 2870200"/>
              <a:gd name="connsiteX81" fmla="*/ 1828416 w 4114416"/>
              <a:gd name="connsiteY81" fmla="*/ 1227667 h 2870200"/>
              <a:gd name="connsiteX82" fmla="*/ 1845349 w 4114416"/>
              <a:gd name="connsiteY82" fmla="*/ 1261534 h 2870200"/>
              <a:gd name="connsiteX83" fmla="*/ 1887682 w 4114416"/>
              <a:gd name="connsiteY83" fmla="*/ 1422400 h 2870200"/>
              <a:gd name="connsiteX84" fmla="*/ 1938482 w 4114416"/>
              <a:gd name="connsiteY84" fmla="*/ 1600200 h 2870200"/>
              <a:gd name="connsiteX85" fmla="*/ 1989282 w 4114416"/>
              <a:gd name="connsiteY85" fmla="*/ 1744134 h 2870200"/>
              <a:gd name="connsiteX86" fmla="*/ 2006216 w 4114416"/>
              <a:gd name="connsiteY86" fmla="*/ 1498600 h 2870200"/>
              <a:gd name="connsiteX87" fmla="*/ 2023149 w 4114416"/>
              <a:gd name="connsiteY87" fmla="*/ 1464734 h 2870200"/>
              <a:gd name="connsiteX88" fmla="*/ 2031616 w 4114416"/>
              <a:gd name="connsiteY88" fmla="*/ 1439334 h 2870200"/>
              <a:gd name="connsiteX89" fmla="*/ 2082416 w 4114416"/>
              <a:gd name="connsiteY89" fmla="*/ 2032000 h 2870200"/>
              <a:gd name="connsiteX90" fmla="*/ 2090882 w 4114416"/>
              <a:gd name="connsiteY90" fmla="*/ 2150534 h 2870200"/>
              <a:gd name="connsiteX91" fmla="*/ 2099349 w 4114416"/>
              <a:gd name="connsiteY91" fmla="*/ 2489200 h 2870200"/>
              <a:gd name="connsiteX92" fmla="*/ 2133216 w 4114416"/>
              <a:gd name="connsiteY92" fmla="*/ 2421467 h 2870200"/>
              <a:gd name="connsiteX93" fmla="*/ 2175549 w 4114416"/>
              <a:gd name="connsiteY93" fmla="*/ 2319867 h 2870200"/>
              <a:gd name="connsiteX94" fmla="*/ 2200949 w 4114416"/>
              <a:gd name="connsiteY94" fmla="*/ 2286000 h 2870200"/>
              <a:gd name="connsiteX95" fmla="*/ 2234816 w 4114416"/>
              <a:gd name="connsiteY95" fmla="*/ 2235200 h 2870200"/>
              <a:gd name="connsiteX96" fmla="*/ 2251749 w 4114416"/>
              <a:gd name="connsiteY96" fmla="*/ 2514600 h 2870200"/>
              <a:gd name="connsiteX97" fmla="*/ 2277149 w 4114416"/>
              <a:gd name="connsiteY97" fmla="*/ 2565400 h 2870200"/>
              <a:gd name="connsiteX98" fmla="*/ 2285616 w 4114416"/>
              <a:gd name="connsiteY98" fmla="*/ 2489200 h 2870200"/>
              <a:gd name="connsiteX99" fmla="*/ 2302549 w 4114416"/>
              <a:gd name="connsiteY99" fmla="*/ 2421467 h 2870200"/>
              <a:gd name="connsiteX100" fmla="*/ 2311016 w 4114416"/>
              <a:gd name="connsiteY100" fmla="*/ 1718734 h 2870200"/>
              <a:gd name="connsiteX101" fmla="*/ 2336416 w 4114416"/>
              <a:gd name="connsiteY101" fmla="*/ 1811867 h 2870200"/>
              <a:gd name="connsiteX102" fmla="*/ 2361816 w 4114416"/>
              <a:gd name="connsiteY102" fmla="*/ 1871134 h 2870200"/>
              <a:gd name="connsiteX103" fmla="*/ 2387216 w 4114416"/>
              <a:gd name="connsiteY103" fmla="*/ 1938867 h 2870200"/>
              <a:gd name="connsiteX104" fmla="*/ 2395682 w 4114416"/>
              <a:gd name="connsiteY104" fmla="*/ 1972734 h 2870200"/>
              <a:gd name="connsiteX105" fmla="*/ 2404149 w 4114416"/>
              <a:gd name="connsiteY105" fmla="*/ 1574800 h 2870200"/>
              <a:gd name="connsiteX106" fmla="*/ 2429549 w 4114416"/>
              <a:gd name="connsiteY106" fmla="*/ 1236134 h 2870200"/>
              <a:gd name="connsiteX107" fmla="*/ 2446482 w 4114416"/>
              <a:gd name="connsiteY107" fmla="*/ 1092200 h 2870200"/>
              <a:gd name="connsiteX108" fmla="*/ 2454949 w 4114416"/>
              <a:gd name="connsiteY108" fmla="*/ 1066800 h 2870200"/>
              <a:gd name="connsiteX109" fmla="*/ 2463416 w 4114416"/>
              <a:gd name="connsiteY109" fmla="*/ 1092200 h 2870200"/>
              <a:gd name="connsiteX110" fmla="*/ 2480349 w 4114416"/>
              <a:gd name="connsiteY110" fmla="*/ 1117600 h 2870200"/>
              <a:gd name="connsiteX111" fmla="*/ 2488816 w 4114416"/>
              <a:gd name="connsiteY111" fmla="*/ 1227667 h 2870200"/>
              <a:gd name="connsiteX112" fmla="*/ 2514216 w 4114416"/>
              <a:gd name="connsiteY112" fmla="*/ 753534 h 2870200"/>
              <a:gd name="connsiteX113" fmla="*/ 2531149 w 4114416"/>
              <a:gd name="connsiteY113" fmla="*/ 685800 h 2870200"/>
              <a:gd name="connsiteX114" fmla="*/ 2539616 w 4114416"/>
              <a:gd name="connsiteY114" fmla="*/ 609600 h 2870200"/>
              <a:gd name="connsiteX115" fmla="*/ 2548082 w 4114416"/>
              <a:gd name="connsiteY115" fmla="*/ 558800 h 2870200"/>
              <a:gd name="connsiteX116" fmla="*/ 2565016 w 4114416"/>
              <a:gd name="connsiteY116" fmla="*/ 584200 h 2870200"/>
              <a:gd name="connsiteX117" fmla="*/ 2573482 w 4114416"/>
              <a:gd name="connsiteY117" fmla="*/ 778934 h 2870200"/>
              <a:gd name="connsiteX118" fmla="*/ 2615816 w 4114416"/>
              <a:gd name="connsiteY118" fmla="*/ 914400 h 2870200"/>
              <a:gd name="connsiteX119" fmla="*/ 2632749 w 4114416"/>
              <a:gd name="connsiteY119" fmla="*/ 973667 h 2870200"/>
              <a:gd name="connsiteX120" fmla="*/ 2649682 w 4114416"/>
              <a:gd name="connsiteY120" fmla="*/ 812800 h 2870200"/>
              <a:gd name="connsiteX121" fmla="*/ 2666616 w 4114416"/>
              <a:gd name="connsiteY121" fmla="*/ 694267 h 2870200"/>
              <a:gd name="connsiteX122" fmla="*/ 2692016 w 4114416"/>
              <a:gd name="connsiteY122" fmla="*/ 558800 h 2870200"/>
              <a:gd name="connsiteX123" fmla="*/ 2717416 w 4114416"/>
              <a:gd name="connsiteY123" fmla="*/ 321734 h 2870200"/>
              <a:gd name="connsiteX124" fmla="*/ 2734349 w 4114416"/>
              <a:gd name="connsiteY124" fmla="*/ 1058334 h 2870200"/>
              <a:gd name="connsiteX125" fmla="*/ 2760746 w 4114416"/>
              <a:gd name="connsiteY125" fmla="*/ 1023969 h 2870200"/>
              <a:gd name="connsiteX126" fmla="*/ 2810549 w 4114416"/>
              <a:gd name="connsiteY126" fmla="*/ 905934 h 2870200"/>
              <a:gd name="connsiteX127" fmla="*/ 2844416 w 4114416"/>
              <a:gd name="connsiteY127" fmla="*/ 855134 h 2870200"/>
              <a:gd name="connsiteX128" fmla="*/ 2869816 w 4114416"/>
              <a:gd name="connsiteY128" fmla="*/ 1422400 h 2870200"/>
              <a:gd name="connsiteX129" fmla="*/ 2878282 w 4114416"/>
              <a:gd name="connsiteY129" fmla="*/ 1388534 h 2870200"/>
              <a:gd name="connsiteX130" fmla="*/ 2895216 w 4114416"/>
              <a:gd name="connsiteY130" fmla="*/ 1363134 h 2870200"/>
              <a:gd name="connsiteX131" fmla="*/ 2920616 w 4114416"/>
              <a:gd name="connsiteY131" fmla="*/ 1278467 h 2870200"/>
              <a:gd name="connsiteX132" fmla="*/ 2937549 w 4114416"/>
              <a:gd name="connsiteY132" fmla="*/ 1320800 h 2870200"/>
              <a:gd name="connsiteX133" fmla="*/ 2954482 w 4114416"/>
              <a:gd name="connsiteY133" fmla="*/ 1388534 h 2870200"/>
              <a:gd name="connsiteX134" fmla="*/ 2971416 w 4114416"/>
              <a:gd name="connsiteY134" fmla="*/ 1422400 h 2870200"/>
              <a:gd name="connsiteX135" fmla="*/ 3013749 w 4114416"/>
              <a:gd name="connsiteY135" fmla="*/ 1540934 h 2870200"/>
              <a:gd name="connsiteX136" fmla="*/ 3030682 w 4114416"/>
              <a:gd name="connsiteY136" fmla="*/ 1566334 h 2870200"/>
              <a:gd name="connsiteX137" fmla="*/ 3064549 w 4114416"/>
              <a:gd name="connsiteY137" fmla="*/ 1718734 h 2870200"/>
              <a:gd name="connsiteX138" fmla="*/ 3089949 w 4114416"/>
              <a:gd name="connsiteY138" fmla="*/ 1761067 h 2870200"/>
              <a:gd name="connsiteX139" fmla="*/ 3123816 w 4114416"/>
              <a:gd name="connsiteY139" fmla="*/ 1879600 h 2870200"/>
              <a:gd name="connsiteX140" fmla="*/ 3115349 w 4114416"/>
              <a:gd name="connsiteY140" fmla="*/ 1913467 h 2870200"/>
              <a:gd name="connsiteX141" fmla="*/ 3127799 w 4114416"/>
              <a:gd name="connsiteY141" fmla="*/ 1901016 h 2870200"/>
              <a:gd name="connsiteX142" fmla="*/ 3106882 w 4114416"/>
              <a:gd name="connsiteY142" fmla="*/ 1888067 h 2870200"/>
              <a:gd name="connsiteX143" fmla="*/ 3132282 w 4114416"/>
              <a:gd name="connsiteY143" fmla="*/ 1871134 h 2870200"/>
              <a:gd name="connsiteX144" fmla="*/ 3140749 w 4114416"/>
              <a:gd name="connsiteY144" fmla="*/ 1769534 h 2870200"/>
              <a:gd name="connsiteX145" fmla="*/ 3157682 w 4114416"/>
              <a:gd name="connsiteY145" fmla="*/ 1710267 h 2870200"/>
              <a:gd name="connsiteX146" fmla="*/ 3166149 w 4114416"/>
              <a:gd name="connsiteY146" fmla="*/ 1684867 h 2870200"/>
              <a:gd name="connsiteX147" fmla="*/ 3191549 w 4114416"/>
              <a:gd name="connsiteY147" fmla="*/ 1676400 h 2870200"/>
              <a:gd name="connsiteX148" fmla="*/ 3200016 w 4114416"/>
              <a:gd name="connsiteY148" fmla="*/ 2006600 h 2870200"/>
              <a:gd name="connsiteX149" fmla="*/ 3208482 w 4114416"/>
              <a:gd name="connsiteY149" fmla="*/ 2048934 h 2870200"/>
              <a:gd name="connsiteX150" fmla="*/ 3216949 w 4114416"/>
              <a:gd name="connsiteY150" fmla="*/ 2099734 h 2870200"/>
              <a:gd name="connsiteX151" fmla="*/ 3233882 w 4114416"/>
              <a:gd name="connsiteY151" fmla="*/ 2048934 h 2870200"/>
              <a:gd name="connsiteX152" fmla="*/ 3242349 w 4114416"/>
              <a:gd name="connsiteY152" fmla="*/ 1998134 h 2870200"/>
              <a:gd name="connsiteX153" fmla="*/ 3276216 w 4114416"/>
              <a:gd name="connsiteY153" fmla="*/ 2353734 h 2870200"/>
              <a:gd name="connsiteX154" fmla="*/ 3301616 w 4114416"/>
              <a:gd name="connsiteY154" fmla="*/ 2387600 h 2870200"/>
              <a:gd name="connsiteX155" fmla="*/ 3310082 w 4114416"/>
              <a:gd name="connsiteY155" fmla="*/ 2497667 h 2870200"/>
              <a:gd name="connsiteX156" fmla="*/ 3327016 w 4114416"/>
              <a:gd name="connsiteY156" fmla="*/ 2531534 h 2870200"/>
              <a:gd name="connsiteX157" fmla="*/ 3343949 w 4114416"/>
              <a:gd name="connsiteY157" fmla="*/ 2599267 h 2870200"/>
              <a:gd name="connsiteX158" fmla="*/ 3369349 w 4114416"/>
              <a:gd name="connsiteY158" fmla="*/ 2667000 h 2870200"/>
              <a:gd name="connsiteX159" fmla="*/ 3411682 w 4114416"/>
              <a:gd name="connsiteY159" fmla="*/ 2810934 h 2870200"/>
              <a:gd name="connsiteX160" fmla="*/ 3437082 w 4114416"/>
              <a:gd name="connsiteY160" fmla="*/ 2870200 h 2870200"/>
              <a:gd name="connsiteX161" fmla="*/ 3462482 w 4114416"/>
              <a:gd name="connsiteY161" fmla="*/ 1828800 h 2870200"/>
              <a:gd name="connsiteX162" fmla="*/ 3461984 w 4114416"/>
              <a:gd name="connsiteY162" fmla="*/ 2090271 h 2870200"/>
              <a:gd name="connsiteX163" fmla="*/ 3487882 w 4114416"/>
              <a:gd name="connsiteY163" fmla="*/ 1735667 h 2870200"/>
              <a:gd name="connsiteX164" fmla="*/ 3513282 w 4114416"/>
              <a:gd name="connsiteY164" fmla="*/ 1651000 h 2870200"/>
              <a:gd name="connsiteX165" fmla="*/ 3521749 w 4114416"/>
              <a:gd name="connsiteY165" fmla="*/ 1701800 h 2870200"/>
              <a:gd name="connsiteX166" fmla="*/ 3525733 w 4114416"/>
              <a:gd name="connsiteY166" fmla="*/ 1875118 h 2870200"/>
              <a:gd name="connsiteX167" fmla="*/ 3547149 w 4114416"/>
              <a:gd name="connsiteY167" fmla="*/ 1752600 h 2870200"/>
              <a:gd name="connsiteX168" fmla="*/ 3555616 w 4114416"/>
              <a:gd name="connsiteY168" fmla="*/ 1693334 h 2870200"/>
              <a:gd name="connsiteX169" fmla="*/ 3597949 w 4114416"/>
              <a:gd name="connsiteY169" fmla="*/ 1608667 h 2870200"/>
              <a:gd name="connsiteX170" fmla="*/ 3614882 w 4114416"/>
              <a:gd name="connsiteY170" fmla="*/ 1566334 h 2870200"/>
              <a:gd name="connsiteX171" fmla="*/ 3657216 w 4114416"/>
              <a:gd name="connsiteY171" fmla="*/ 1464734 h 2870200"/>
              <a:gd name="connsiteX172" fmla="*/ 3661200 w 4114416"/>
              <a:gd name="connsiteY172" fmla="*/ 1373094 h 2870200"/>
              <a:gd name="connsiteX173" fmla="*/ 3682616 w 4114416"/>
              <a:gd name="connsiteY173" fmla="*/ 1363134 h 2870200"/>
              <a:gd name="connsiteX174" fmla="*/ 3699549 w 4114416"/>
              <a:gd name="connsiteY174" fmla="*/ 1320800 h 2870200"/>
              <a:gd name="connsiteX175" fmla="*/ 3694569 w 4114416"/>
              <a:gd name="connsiteY175" fmla="*/ 1151964 h 2870200"/>
              <a:gd name="connsiteX176" fmla="*/ 3741882 w 4114416"/>
              <a:gd name="connsiteY176" fmla="*/ 1227667 h 2870200"/>
              <a:gd name="connsiteX177" fmla="*/ 3750349 w 4114416"/>
              <a:gd name="connsiteY177" fmla="*/ 1176867 h 2870200"/>
              <a:gd name="connsiteX178" fmla="*/ 3767282 w 4114416"/>
              <a:gd name="connsiteY178" fmla="*/ 1126067 h 2870200"/>
              <a:gd name="connsiteX179" fmla="*/ 3775749 w 4114416"/>
              <a:gd name="connsiteY179" fmla="*/ 1058334 h 2870200"/>
              <a:gd name="connsiteX180" fmla="*/ 3784216 w 4114416"/>
              <a:gd name="connsiteY180" fmla="*/ 1270000 h 2870200"/>
              <a:gd name="connsiteX181" fmla="*/ 3813064 w 4114416"/>
              <a:gd name="connsiteY181" fmla="*/ 678606 h 2870200"/>
              <a:gd name="connsiteX182" fmla="*/ 3818082 w 4114416"/>
              <a:gd name="connsiteY182" fmla="*/ 558800 h 2870200"/>
              <a:gd name="connsiteX183" fmla="*/ 3835016 w 4114416"/>
              <a:gd name="connsiteY183" fmla="*/ 482600 h 2870200"/>
              <a:gd name="connsiteX184" fmla="*/ 3843482 w 4114416"/>
              <a:gd name="connsiteY184" fmla="*/ 533400 h 2870200"/>
              <a:gd name="connsiteX185" fmla="*/ 3860416 w 4114416"/>
              <a:gd name="connsiteY185" fmla="*/ 660400 h 2870200"/>
              <a:gd name="connsiteX186" fmla="*/ 3868882 w 4114416"/>
              <a:gd name="connsiteY186" fmla="*/ 702734 h 2870200"/>
              <a:gd name="connsiteX187" fmla="*/ 3885816 w 4114416"/>
              <a:gd name="connsiteY187" fmla="*/ 736600 h 2870200"/>
              <a:gd name="connsiteX188" fmla="*/ 3902749 w 4114416"/>
              <a:gd name="connsiteY188" fmla="*/ 702734 h 2870200"/>
              <a:gd name="connsiteX189" fmla="*/ 3962016 w 4114416"/>
              <a:gd name="connsiteY189" fmla="*/ 482600 h 2870200"/>
              <a:gd name="connsiteX190" fmla="*/ 3978949 w 4114416"/>
              <a:gd name="connsiteY190" fmla="*/ 457200 h 2870200"/>
              <a:gd name="connsiteX191" fmla="*/ 4004349 w 4114416"/>
              <a:gd name="connsiteY191" fmla="*/ 177800 h 2870200"/>
              <a:gd name="connsiteX192" fmla="*/ 4029749 w 4114416"/>
              <a:gd name="connsiteY192" fmla="*/ 135467 h 2870200"/>
              <a:gd name="connsiteX193" fmla="*/ 4038216 w 4114416"/>
              <a:gd name="connsiteY193" fmla="*/ 101600 h 2870200"/>
              <a:gd name="connsiteX194" fmla="*/ 4046682 w 4114416"/>
              <a:gd name="connsiteY194" fmla="*/ 76200 h 2870200"/>
              <a:gd name="connsiteX195" fmla="*/ 4055149 w 4114416"/>
              <a:gd name="connsiteY195" fmla="*/ 110067 h 2870200"/>
              <a:gd name="connsiteX196" fmla="*/ 4072082 w 4114416"/>
              <a:gd name="connsiteY196" fmla="*/ 160867 h 2870200"/>
              <a:gd name="connsiteX197" fmla="*/ 4114416 w 4114416"/>
              <a:gd name="connsiteY197" fmla="*/ 0 h 2870200"/>
              <a:gd name="connsiteX0" fmla="*/ 0 w 4114416"/>
              <a:gd name="connsiteY0" fmla="*/ 735359 h 2870200"/>
              <a:gd name="connsiteX1" fmla="*/ 22363 w 4114416"/>
              <a:gd name="connsiteY1" fmla="*/ 647092 h 2870200"/>
              <a:gd name="connsiteX2" fmla="*/ 53451 w 4114416"/>
              <a:gd name="connsiteY2" fmla="*/ 567267 h 2870200"/>
              <a:gd name="connsiteX3" fmla="*/ 61790 w 4114416"/>
              <a:gd name="connsiteY3" fmla="*/ 828517 h 2870200"/>
              <a:gd name="connsiteX4" fmla="*/ 57549 w 4114416"/>
              <a:gd name="connsiteY4" fmla="*/ 1083293 h 2870200"/>
              <a:gd name="connsiteX5" fmla="*/ 55282 w 4114416"/>
              <a:gd name="connsiteY5" fmla="*/ 1212385 h 2870200"/>
              <a:gd name="connsiteX6" fmla="*/ 69873 w 4114416"/>
              <a:gd name="connsiteY6" fmla="*/ 1401791 h 2870200"/>
              <a:gd name="connsiteX7" fmla="*/ 112335 w 4114416"/>
              <a:gd name="connsiteY7" fmla="*/ 1209517 h 2870200"/>
              <a:gd name="connsiteX8" fmla="*/ 135082 w 4114416"/>
              <a:gd name="connsiteY8" fmla="*/ 1100667 h 2870200"/>
              <a:gd name="connsiteX9" fmla="*/ 168949 w 4114416"/>
              <a:gd name="connsiteY9" fmla="*/ 999067 h 2870200"/>
              <a:gd name="connsiteX10" fmla="*/ 185882 w 4114416"/>
              <a:gd name="connsiteY10" fmla="*/ 948267 h 2870200"/>
              <a:gd name="connsiteX11" fmla="*/ 202816 w 4114416"/>
              <a:gd name="connsiteY11" fmla="*/ 1134534 h 2870200"/>
              <a:gd name="connsiteX12" fmla="*/ 219749 w 4114416"/>
              <a:gd name="connsiteY12" fmla="*/ 1464734 h 2870200"/>
              <a:gd name="connsiteX13" fmla="*/ 279016 w 4114416"/>
              <a:gd name="connsiteY13" fmla="*/ 1363134 h 2870200"/>
              <a:gd name="connsiteX14" fmla="*/ 304416 w 4114416"/>
              <a:gd name="connsiteY14" fmla="*/ 1371600 h 2870200"/>
              <a:gd name="connsiteX15" fmla="*/ 312882 w 4114416"/>
              <a:gd name="connsiteY15" fmla="*/ 2243667 h 2870200"/>
              <a:gd name="connsiteX16" fmla="*/ 338282 w 4114416"/>
              <a:gd name="connsiteY16" fmla="*/ 2201334 h 2870200"/>
              <a:gd name="connsiteX17" fmla="*/ 346749 w 4114416"/>
              <a:gd name="connsiteY17" fmla="*/ 2150534 h 2870200"/>
              <a:gd name="connsiteX18" fmla="*/ 371651 w 4114416"/>
              <a:gd name="connsiteY18" fmla="*/ 2376146 h 2870200"/>
              <a:gd name="connsiteX19" fmla="*/ 389082 w 4114416"/>
              <a:gd name="connsiteY19" fmla="*/ 2082800 h 2870200"/>
              <a:gd name="connsiteX20" fmla="*/ 414981 w 4114416"/>
              <a:gd name="connsiteY20" fmla="*/ 1792444 h 2870200"/>
              <a:gd name="connsiteX21" fmla="*/ 422949 w 4114416"/>
              <a:gd name="connsiteY21" fmla="*/ 2032000 h 2870200"/>
              <a:gd name="connsiteX22" fmla="*/ 453908 w 4114416"/>
              <a:gd name="connsiteY22" fmla="*/ 1990884 h 2870200"/>
              <a:gd name="connsiteX23" fmla="*/ 465282 w 4114416"/>
              <a:gd name="connsiteY23" fmla="*/ 1752600 h 2870200"/>
              <a:gd name="connsiteX24" fmla="*/ 490682 w 4114416"/>
              <a:gd name="connsiteY24" fmla="*/ 1651000 h 2870200"/>
              <a:gd name="connsiteX25" fmla="*/ 516082 w 4114416"/>
              <a:gd name="connsiteY25" fmla="*/ 1710267 h 2870200"/>
              <a:gd name="connsiteX26" fmla="*/ 524549 w 4114416"/>
              <a:gd name="connsiteY26" fmla="*/ 1851666 h 2870200"/>
              <a:gd name="connsiteX27" fmla="*/ 558416 w 4114416"/>
              <a:gd name="connsiteY27" fmla="*/ 1820334 h 2870200"/>
              <a:gd name="connsiteX28" fmla="*/ 583816 w 4114416"/>
              <a:gd name="connsiteY28" fmla="*/ 1938867 h 2870200"/>
              <a:gd name="connsiteX29" fmla="*/ 600749 w 4114416"/>
              <a:gd name="connsiteY29" fmla="*/ 1998134 h 2870200"/>
              <a:gd name="connsiteX30" fmla="*/ 643082 w 4114416"/>
              <a:gd name="connsiteY30" fmla="*/ 1786467 h 2870200"/>
              <a:gd name="connsiteX31" fmla="*/ 668482 w 4114416"/>
              <a:gd name="connsiteY31" fmla="*/ 1718734 h 2870200"/>
              <a:gd name="connsiteX32" fmla="*/ 685416 w 4114416"/>
              <a:gd name="connsiteY32" fmla="*/ 1617134 h 2870200"/>
              <a:gd name="connsiteX33" fmla="*/ 702349 w 4114416"/>
              <a:gd name="connsiteY33" fmla="*/ 1557867 h 2870200"/>
              <a:gd name="connsiteX34" fmla="*/ 710816 w 4114416"/>
              <a:gd name="connsiteY34" fmla="*/ 1524000 h 2870200"/>
              <a:gd name="connsiteX35" fmla="*/ 727749 w 4114416"/>
              <a:gd name="connsiteY35" fmla="*/ 1312334 h 2870200"/>
              <a:gd name="connsiteX36" fmla="*/ 744682 w 4114416"/>
              <a:gd name="connsiteY36" fmla="*/ 1380067 h 2870200"/>
              <a:gd name="connsiteX37" fmla="*/ 761616 w 4114416"/>
              <a:gd name="connsiteY37" fmla="*/ 1532467 h 2870200"/>
              <a:gd name="connsiteX38" fmla="*/ 778549 w 4114416"/>
              <a:gd name="connsiteY38" fmla="*/ 1566334 h 2870200"/>
              <a:gd name="connsiteX39" fmla="*/ 820882 w 4114416"/>
              <a:gd name="connsiteY39" fmla="*/ 1430867 h 2870200"/>
              <a:gd name="connsiteX40" fmla="*/ 854749 w 4114416"/>
              <a:gd name="connsiteY40" fmla="*/ 1388534 h 2870200"/>
              <a:gd name="connsiteX41" fmla="*/ 863216 w 4114416"/>
              <a:gd name="connsiteY41" fmla="*/ 1498600 h 2870200"/>
              <a:gd name="connsiteX42" fmla="*/ 888616 w 4114416"/>
              <a:gd name="connsiteY42" fmla="*/ 1811867 h 2870200"/>
              <a:gd name="connsiteX43" fmla="*/ 897082 w 4114416"/>
              <a:gd name="connsiteY43" fmla="*/ 1642534 h 2870200"/>
              <a:gd name="connsiteX44" fmla="*/ 930949 w 4114416"/>
              <a:gd name="connsiteY44" fmla="*/ 1557867 h 2870200"/>
              <a:gd name="connsiteX45" fmla="*/ 939416 w 4114416"/>
              <a:gd name="connsiteY45" fmla="*/ 2006600 h 2870200"/>
              <a:gd name="connsiteX46" fmla="*/ 964816 w 4114416"/>
              <a:gd name="connsiteY46" fmla="*/ 2116667 h 2870200"/>
              <a:gd name="connsiteX47" fmla="*/ 973282 w 4114416"/>
              <a:gd name="connsiteY47" fmla="*/ 1948424 h 2870200"/>
              <a:gd name="connsiteX48" fmla="*/ 990216 w 4114416"/>
              <a:gd name="connsiteY48" fmla="*/ 1794934 h 2870200"/>
              <a:gd name="connsiteX49" fmla="*/ 998682 w 4114416"/>
              <a:gd name="connsiteY49" fmla="*/ 1761067 h 2870200"/>
              <a:gd name="connsiteX50" fmla="*/ 1015616 w 4114416"/>
              <a:gd name="connsiteY50" fmla="*/ 1871134 h 2870200"/>
              <a:gd name="connsiteX51" fmla="*/ 1032549 w 4114416"/>
              <a:gd name="connsiteY51" fmla="*/ 1947334 h 2870200"/>
              <a:gd name="connsiteX52" fmla="*/ 1049482 w 4114416"/>
              <a:gd name="connsiteY52" fmla="*/ 2040467 h 2870200"/>
              <a:gd name="connsiteX53" fmla="*/ 1074882 w 4114416"/>
              <a:gd name="connsiteY53" fmla="*/ 2108200 h 2870200"/>
              <a:gd name="connsiteX54" fmla="*/ 1105586 w 4114416"/>
              <a:gd name="connsiteY54" fmla="*/ 2165034 h 2870200"/>
              <a:gd name="connsiteX55" fmla="*/ 1117344 w 4114416"/>
              <a:gd name="connsiteY55" fmla="*/ 2220675 h 2870200"/>
              <a:gd name="connsiteX56" fmla="*/ 1134149 w 4114416"/>
              <a:gd name="connsiteY56" fmla="*/ 2108200 h 2870200"/>
              <a:gd name="connsiteX57" fmla="*/ 1184949 w 4114416"/>
              <a:gd name="connsiteY57" fmla="*/ 1989667 h 2870200"/>
              <a:gd name="connsiteX58" fmla="*/ 1221851 w 4114416"/>
              <a:gd name="connsiteY58" fmla="*/ 1898967 h 2870200"/>
              <a:gd name="connsiteX59" fmla="*/ 1244216 w 4114416"/>
              <a:gd name="connsiteY59" fmla="*/ 2167467 h 2870200"/>
              <a:gd name="connsiteX60" fmla="*/ 1261149 w 4114416"/>
              <a:gd name="connsiteY60" fmla="*/ 2082800 h 2870200"/>
              <a:gd name="connsiteX61" fmla="*/ 1269616 w 4114416"/>
              <a:gd name="connsiteY61" fmla="*/ 2015067 h 2870200"/>
              <a:gd name="connsiteX62" fmla="*/ 1311949 w 4114416"/>
              <a:gd name="connsiteY62" fmla="*/ 1854200 h 2870200"/>
              <a:gd name="connsiteX63" fmla="*/ 1320416 w 4114416"/>
              <a:gd name="connsiteY63" fmla="*/ 1803400 h 2870200"/>
              <a:gd name="connsiteX64" fmla="*/ 1345816 w 4114416"/>
              <a:gd name="connsiteY64" fmla="*/ 1701800 h 2870200"/>
              <a:gd name="connsiteX65" fmla="*/ 1379682 w 4114416"/>
              <a:gd name="connsiteY65" fmla="*/ 1744134 h 2870200"/>
              <a:gd name="connsiteX66" fmla="*/ 1422016 w 4114416"/>
              <a:gd name="connsiteY66" fmla="*/ 1879600 h 2870200"/>
              <a:gd name="connsiteX67" fmla="*/ 1455882 w 4114416"/>
              <a:gd name="connsiteY67" fmla="*/ 1947334 h 2870200"/>
              <a:gd name="connsiteX68" fmla="*/ 1472816 w 4114416"/>
              <a:gd name="connsiteY68" fmla="*/ 1938867 h 2870200"/>
              <a:gd name="connsiteX69" fmla="*/ 1515149 w 4114416"/>
              <a:gd name="connsiteY69" fmla="*/ 1803400 h 2870200"/>
              <a:gd name="connsiteX70" fmla="*/ 1574416 w 4114416"/>
              <a:gd name="connsiteY70" fmla="*/ 1651000 h 2870200"/>
              <a:gd name="connsiteX71" fmla="*/ 1582882 w 4114416"/>
              <a:gd name="connsiteY71" fmla="*/ 1591734 h 2870200"/>
              <a:gd name="connsiteX72" fmla="*/ 1608282 w 4114416"/>
              <a:gd name="connsiteY72" fmla="*/ 1524000 h 2870200"/>
              <a:gd name="connsiteX73" fmla="*/ 1616749 w 4114416"/>
              <a:gd name="connsiteY73" fmla="*/ 1498600 h 2870200"/>
              <a:gd name="connsiteX74" fmla="*/ 1633682 w 4114416"/>
              <a:gd name="connsiteY74" fmla="*/ 1524000 h 2870200"/>
              <a:gd name="connsiteX75" fmla="*/ 1659082 w 4114416"/>
              <a:gd name="connsiteY75" fmla="*/ 1490134 h 2870200"/>
              <a:gd name="connsiteX76" fmla="*/ 1684482 w 4114416"/>
              <a:gd name="connsiteY76" fmla="*/ 1388534 h 2870200"/>
              <a:gd name="connsiteX77" fmla="*/ 1743749 w 4114416"/>
              <a:gd name="connsiteY77" fmla="*/ 1286934 h 2870200"/>
              <a:gd name="connsiteX78" fmla="*/ 1794549 w 4114416"/>
              <a:gd name="connsiteY78" fmla="*/ 1176867 h 2870200"/>
              <a:gd name="connsiteX79" fmla="*/ 1819949 w 4114416"/>
              <a:gd name="connsiteY79" fmla="*/ 1202267 h 2870200"/>
              <a:gd name="connsiteX80" fmla="*/ 1828416 w 4114416"/>
              <a:gd name="connsiteY80" fmla="*/ 1227667 h 2870200"/>
              <a:gd name="connsiteX81" fmla="*/ 1845349 w 4114416"/>
              <a:gd name="connsiteY81" fmla="*/ 1261534 h 2870200"/>
              <a:gd name="connsiteX82" fmla="*/ 1887682 w 4114416"/>
              <a:gd name="connsiteY82" fmla="*/ 1422400 h 2870200"/>
              <a:gd name="connsiteX83" fmla="*/ 1938482 w 4114416"/>
              <a:gd name="connsiteY83" fmla="*/ 1600200 h 2870200"/>
              <a:gd name="connsiteX84" fmla="*/ 1989282 w 4114416"/>
              <a:gd name="connsiteY84" fmla="*/ 1744134 h 2870200"/>
              <a:gd name="connsiteX85" fmla="*/ 2006216 w 4114416"/>
              <a:gd name="connsiteY85" fmla="*/ 1498600 h 2870200"/>
              <a:gd name="connsiteX86" fmla="*/ 2023149 w 4114416"/>
              <a:gd name="connsiteY86" fmla="*/ 1464734 h 2870200"/>
              <a:gd name="connsiteX87" fmla="*/ 2031616 w 4114416"/>
              <a:gd name="connsiteY87" fmla="*/ 1439334 h 2870200"/>
              <a:gd name="connsiteX88" fmla="*/ 2082416 w 4114416"/>
              <a:gd name="connsiteY88" fmla="*/ 2032000 h 2870200"/>
              <a:gd name="connsiteX89" fmla="*/ 2090882 w 4114416"/>
              <a:gd name="connsiteY89" fmla="*/ 2150534 h 2870200"/>
              <a:gd name="connsiteX90" fmla="*/ 2099349 w 4114416"/>
              <a:gd name="connsiteY90" fmla="*/ 2489200 h 2870200"/>
              <a:gd name="connsiteX91" fmla="*/ 2133216 w 4114416"/>
              <a:gd name="connsiteY91" fmla="*/ 2421467 h 2870200"/>
              <a:gd name="connsiteX92" fmla="*/ 2175549 w 4114416"/>
              <a:gd name="connsiteY92" fmla="*/ 2319867 h 2870200"/>
              <a:gd name="connsiteX93" fmla="*/ 2200949 w 4114416"/>
              <a:gd name="connsiteY93" fmla="*/ 2286000 h 2870200"/>
              <a:gd name="connsiteX94" fmla="*/ 2234816 w 4114416"/>
              <a:gd name="connsiteY94" fmla="*/ 2235200 h 2870200"/>
              <a:gd name="connsiteX95" fmla="*/ 2251749 w 4114416"/>
              <a:gd name="connsiteY95" fmla="*/ 2514600 h 2870200"/>
              <a:gd name="connsiteX96" fmla="*/ 2277149 w 4114416"/>
              <a:gd name="connsiteY96" fmla="*/ 2565400 h 2870200"/>
              <a:gd name="connsiteX97" fmla="*/ 2285616 w 4114416"/>
              <a:gd name="connsiteY97" fmla="*/ 2489200 h 2870200"/>
              <a:gd name="connsiteX98" fmla="*/ 2302549 w 4114416"/>
              <a:gd name="connsiteY98" fmla="*/ 2421467 h 2870200"/>
              <a:gd name="connsiteX99" fmla="*/ 2311016 w 4114416"/>
              <a:gd name="connsiteY99" fmla="*/ 1718734 h 2870200"/>
              <a:gd name="connsiteX100" fmla="*/ 2336416 w 4114416"/>
              <a:gd name="connsiteY100" fmla="*/ 1811867 h 2870200"/>
              <a:gd name="connsiteX101" fmla="*/ 2361816 w 4114416"/>
              <a:gd name="connsiteY101" fmla="*/ 1871134 h 2870200"/>
              <a:gd name="connsiteX102" fmla="*/ 2387216 w 4114416"/>
              <a:gd name="connsiteY102" fmla="*/ 1938867 h 2870200"/>
              <a:gd name="connsiteX103" fmla="*/ 2395682 w 4114416"/>
              <a:gd name="connsiteY103" fmla="*/ 1972734 h 2870200"/>
              <a:gd name="connsiteX104" fmla="*/ 2404149 w 4114416"/>
              <a:gd name="connsiteY104" fmla="*/ 1574800 h 2870200"/>
              <a:gd name="connsiteX105" fmla="*/ 2429549 w 4114416"/>
              <a:gd name="connsiteY105" fmla="*/ 1236134 h 2870200"/>
              <a:gd name="connsiteX106" fmla="*/ 2446482 w 4114416"/>
              <a:gd name="connsiteY106" fmla="*/ 1092200 h 2870200"/>
              <a:gd name="connsiteX107" fmla="*/ 2454949 w 4114416"/>
              <a:gd name="connsiteY107" fmla="*/ 1066800 h 2870200"/>
              <a:gd name="connsiteX108" fmla="*/ 2463416 w 4114416"/>
              <a:gd name="connsiteY108" fmla="*/ 1092200 h 2870200"/>
              <a:gd name="connsiteX109" fmla="*/ 2480349 w 4114416"/>
              <a:gd name="connsiteY109" fmla="*/ 1117600 h 2870200"/>
              <a:gd name="connsiteX110" fmla="*/ 2488816 w 4114416"/>
              <a:gd name="connsiteY110" fmla="*/ 1227667 h 2870200"/>
              <a:gd name="connsiteX111" fmla="*/ 2514216 w 4114416"/>
              <a:gd name="connsiteY111" fmla="*/ 753534 h 2870200"/>
              <a:gd name="connsiteX112" fmla="*/ 2531149 w 4114416"/>
              <a:gd name="connsiteY112" fmla="*/ 685800 h 2870200"/>
              <a:gd name="connsiteX113" fmla="*/ 2539616 w 4114416"/>
              <a:gd name="connsiteY113" fmla="*/ 609600 h 2870200"/>
              <a:gd name="connsiteX114" fmla="*/ 2548082 w 4114416"/>
              <a:gd name="connsiteY114" fmla="*/ 558800 h 2870200"/>
              <a:gd name="connsiteX115" fmla="*/ 2565016 w 4114416"/>
              <a:gd name="connsiteY115" fmla="*/ 584200 h 2870200"/>
              <a:gd name="connsiteX116" fmla="*/ 2573482 w 4114416"/>
              <a:gd name="connsiteY116" fmla="*/ 778934 h 2870200"/>
              <a:gd name="connsiteX117" fmla="*/ 2615816 w 4114416"/>
              <a:gd name="connsiteY117" fmla="*/ 914400 h 2870200"/>
              <a:gd name="connsiteX118" fmla="*/ 2632749 w 4114416"/>
              <a:gd name="connsiteY118" fmla="*/ 973667 h 2870200"/>
              <a:gd name="connsiteX119" fmla="*/ 2649682 w 4114416"/>
              <a:gd name="connsiteY119" fmla="*/ 812800 h 2870200"/>
              <a:gd name="connsiteX120" fmla="*/ 2666616 w 4114416"/>
              <a:gd name="connsiteY120" fmla="*/ 694267 h 2870200"/>
              <a:gd name="connsiteX121" fmla="*/ 2692016 w 4114416"/>
              <a:gd name="connsiteY121" fmla="*/ 558800 h 2870200"/>
              <a:gd name="connsiteX122" fmla="*/ 2717416 w 4114416"/>
              <a:gd name="connsiteY122" fmla="*/ 321734 h 2870200"/>
              <a:gd name="connsiteX123" fmla="*/ 2734349 w 4114416"/>
              <a:gd name="connsiteY123" fmla="*/ 1058334 h 2870200"/>
              <a:gd name="connsiteX124" fmla="*/ 2760746 w 4114416"/>
              <a:gd name="connsiteY124" fmla="*/ 1023969 h 2870200"/>
              <a:gd name="connsiteX125" fmla="*/ 2810549 w 4114416"/>
              <a:gd name="connsiteY125" fmla="*/ 905934 h 2870200"/>
              <a:gd name="connsiteX126" fmla="*/ 2844416 w 4114416"/>
              <a:gd name="connsiteY126" fmla="*/ 855134 h 2870200"/>
              <a:gd name="connsiteX127" fmla="*/ 2869816 w 4114416"/>
              <a:gd name="connsiteY127" fmla="*/ 1422400 h 2870200"/>
              <a:gd name="connsiteX128" fmla="*/ 2878282 w 4114416"/>
              <a:gd name="connsiteY128" fmla="*/ 1388534 h 2870200"/>
              <a:gd name="connsiteX129" fmla="*/ 2895216 w 4114416"/>
              <a:gd name="connsiteY129" fmla="*/ 1363134 h 2870200"/>
              <a:gd name="connsiteX130" fmla="*/ 2920616 w 4114416"/>
              <a:gd name="connsiteY130" fmla="*/ 1278467 h 2870200"/>
              <a:gd name="connsiteX131" fmla="*/ 2937549 w 4114416"/>
              <a:gd name="connsiteY131" fmla="*/ 1320800 h 2870200"/>
              <a:gd name="connsiteX132" fmla="*/ 2954482 w 4114416"/>
              <a:gd name="connsiteY132" fmla="*/ 1388534 h 2870200"/>
              <a:gd name="connsiteX133" fmla="*/ 2971416 w 4114416"/>
              <a:gd name="connsiteY133" fmla="*/ 1422400 h 2870200"/>
              <a:gd name="connsiteX134" fmla="*/ 3013749 w 4114416"/>
              <a:gd name="connsiteY134" fmla="*/ 1540934 h 2870200"/>
              <a:gd name="connsiteX135" fmla="*/ 3030682 w 4114416"/>
              <a:gd name="connsiteY135" fmla="*/ 1566334 h 2870200"/>
              <a:gd name="connsiteX136" fmla="*/ 3064549 w 4114416"/>
              <a:gd name="connsiteY136" fmla="*/ 1718734 h 2870200"/>
              <a:gd name="connsiteX137" fmla="*/ 3089949 w 4114416"/>
              <a:gd name="connsiteY137" fmla="*/ 1761067 h 2870200"/>
              <a:gd name="connsiteX138" fmla="*/ 3123816 w 4114416"/>
              <a:gd name="connsiteY138" fmla="*/ 1879600 h 2870200"/>
              <a:gd name="connsiteX139" fmla="*/ 3115349 w 4114416"/>
              <a:gd name="connsiteY139" fmla="*/ 1913467 h 2870200"/>
              <a:gd name="connsiteX140" fmla="*/ 3127799 w 4114416"/>
              <a:gd name="connsiteY140" fmla="*/ 1901016 h 2870200"/>
              <a:gd name="connsiteX141" fmla="*/ 3106882 w 4114416"/>
              <a:gd name="connsiteY141" fmla="*/ 1888067 h 2870200"/>
              <a:gd name="connsiteX142" fmla="*/ 3132282 w 4114416"/>
              <a:gd name="connsiteY142" fmla="*/ 1871134 h 2870200"/>
              <a:gd name="connsiteX143" fmla="*/ 3140749 w 4114416"/>
              <a:gd name="connsiteY143" fmla="*/ 1769534 h 2870200"/>
              <a:gd name="connsiteX144" fmla="*/ 3157682 w 4114416"/>
              <a:gd name="connsiteY144" fmla="*/ 1710267 h 2870200"/>
              <a:gd name="connsiteX145" fmla="*/ 3166149 w 4114416"/>
              <a:gd name="connsiteY145" fmla="*/ 1684867 h 2870200"/>
              <a:gd name="connsiteX146" fmla="*/ 3191549 w 4114416"/>
              <a:gd name="connsiteY146" fmla="*/ 1676400 h 2870200"/>
              <a:gd name="connsiteX147" fmla="*/ 3200016 w 4114416"/>
              <a:gd name="connsiteY147" fmla="*/ 2006600 h 2870200"/>
              <a:gd name="connsiteX148" fmla="*/ 3208482 w 4114416"/>
              <a:gd name="connsiteY148" fmla="*/ 2048934 h 2870200"/>
              <a:gd name="connsiteX149" fmla="*/ 3216949 w 4114416"/>
              <a:gd name="connsiteY149" fmla="*/ 2099734 h 2870200"/>
              <a:gd name="connsiteX150" fmla="*/ 3233882 w 4114416"/>
              <a:gd name="connsiteY150" fmla="*/ 2048934 h 2870200"/>
              <a:gd name="connsiteX151" fmla="*/ 3242349 w 4114416"/>
              <a:gd name="connsiteY151" fmla="*/ 1998134 h 2870200"/>
              <a:gd name="connsiteX152" fmla="*/ 3276216 w 4114416"/>
              <a:gd name="connsiteY152" fmla="*/ 2353734 h 2870200"/>
              <a:gd name="connsiteX153" fmla="*/ 3301616 w 4114416"/>
              <a:gd name="connsiteY153" fmla="*/ 2387600 h 2870200"/>
              <a:gd name="connsiteX154" fmla="*/ 3310082 w 4114416"/>
              <a:gd name="connsiteY154" fmla="*/ 2497667 h 2870200"/>
              <a:gd name="connsiteX155" fmla="*/ 3327016 w 4114416"/>
              <a:gd name="connsiteY155" fmla="*/ 2531534 h 2870200"/>
              <a:gd name="connsiteX156" fmla="*/ 3343949 w 4114416"/>
              <a:gd name="connsiteY156" fmla="*/ 2599267 h 2870200"/>
              <a:gd name="connsiteX157" fmla="*/ 3369349 w 4114416"/>
              <a:gd name="connsiteY157" fmla="*/ 2667000 h 2870200"/>
              <a:gd name="connsiteX158" fmla="*/ 3411682 w 4114416"/>
              <a:gd name="connsiteY158" fmla="*/ 2810934 h 2870200"/>
              <a:gd name="connsiteX159" fmla="*/ 3437082 w 4114416"/>
              <a:gd name="connsiteY159" fmla="*/ 2870200 h 2870200"/>
              <a:gd name="connsiteX160" fmla="*/ 3462482 w 4114416"/>
              <a:gd name="connsiteY160" fmla="*/ 1828800 h 2870200"/>
              <a:gd name="connsiteX161" fmla="*/ 3461984 w 4114416"/>
              <a:gd name="connsiteY161" fmla="*/ 2090271 h 2870200"/>
              <a:gd name="connsiteX162" fmla="*/ 3487882 w 4114416"/>
              <a:gd name="connsiteY162" fmla="*/ 1735667 h 2870200"/>
              <a:gd name="connsiteX163" fmla="*/ 3513282 w 4114416"/>
              <a:gd name="connsiteY163" fmla="*/ 1651000 h 2870200"/>
              <a:gd name="connsiteX164" fmla="*/ 3521749 w 4114416"/>
              <a:gd name="connsiteY164" fmla="*/ 1701800 h 2870200"/>
              <a:gd name="connsiteX165" fmla="*/ 3525733 w 4114416"/>
              <a:gd name="connsiteY165" fmla="*/ 1875118 h 2870200"/>
              <a:gd name="connsiteX166" fmla="*/ 3547149 w 4114416"/>
              <a:gd name="connsiteY166" fmla="*/ 1752600 h 2870200"/>
              <a:gd name="connsiteX167" fmla="*/ 3555616 w 4114416"/>
              <a:gd name="connsiteY167" fmla="*/ 1693334 h 2870200"/>
              <a:gd name="connsiteX168" fmla="*/ 3597949 w 4114416"/>
              <a:gd name="connsiteY168" fmla="*/ 1608667 h 2870200"/>
              <a:gd name="connsiteX169" fmla="*/ 3614882 w 4114416"/>
              <a:gd name="connsiteY169" fmla="*/ 1566334 h 2870200"/>
              <a:gd name="connsiteX170" fmla="*/ 3657216 w 4114416"/>
              <a:gd name="connsiteY170" fmla="*/ 1464734 h 2870200"/>
              <a:gd name="connsiteX171" fmla="*/ 3661200 w 4114416"/>
              <a:gd name="connsiteY171" fmla="*/ 1373094 h 2870200"/>
              <a:gd name="connsiteX172" fmla="*/ 3682616 w 4114416"/>
              <a:gd name="connsiteY172" fmla="*/ 1363134 h 2870200"/>
              <a:gd name="connsiteX173" fmla="*/ 3699549 w 4114416"/>
              <a:gd name="connsiteY173" fmla="*/ 1320800 h 2870200"/>
              <a:gd name="connsiteX174" fmla="*/ 3694569 w 4114416"/>
              <a:gd name="connsiteY174" fmla="*/ 1151964 h 2870200"/>
              <a:gd name="connsiteX175" fmla="*/ 3741882 w 4114416"/>
              <a:gd name="connsiteY175" fmla="*/ 1227667 h 2870200"/>
              <a:gd name="connsiteX176" fmla="*/ 3750349 w 4114416"/>
              <a:gd name="connsiteY176" fmla="*/ 1176867 h 2870200"/>
              <a:gd name="connsiteX177" fmla="*/ 3767282 w 4114416"/>
              <a:gd name="connsiteY177" fmla="*/ 1126067 h 2870200"/>
              <a:gd name="connsiteX178" fmla="*/ 3775749 w 4114416"/>
              <a:gd name="connsiteY178" fmla="*/ 1058334 h 2870200"/>
              <a:gd name="connsiteX179" fmla="*/ 3784216 w 4114416"/>
              <a:gd name="connsiteY179" fmla="*/ 1270000 h 2870200"/>
              <a:gd name="connsiteX180" fmla="*/ 3813064 w 4114416"/>
              <a:gd name="connsiteY180" fmla="*/ 678606 h 2870200"/>
              <a:gd name="connsiteX181" fmla="*/ 3818082 w 4114416"/>
              <a:gd name="connsiteY181" fmla="*/ 558800 h 2870200"/>
              <a:gd name="connsiteX182" fmla="*/ 3835016 w 4114416"/>
              <a:gd name="connsiteY182" fmla="*/ 482600 h 2870200"/>
              <a:gd name="connsiteX183" fmla="*/ 3843482 w 4114416"/>
              <a:gd name="connsiteY183" fmla="*/ 533400 h 2870200"/>
              <a:gd name="connsiteX184" fmla="*/ 3860416 w 4114416"/>
              <a:gd name="connsiteY184" fmla="*/ 660400 h 2870200"/>
              <a:gd name="connsiteX185" fmla="*/ 3868882 w 4114416"/>
              <a:gd name="connsiteY185" fmla="*/ 702734 h 2870200"/>
              <a:gd name="connsiteX186" fmla="*/ 3885816 w 4114416"/>
              <a:gd name="connsiteY186" fmla="*/ 736600 h 2870200"/>
              <a:gd name="connsiteX187" fmla="*/ 3902749 w 4114416"/>
              <a:gd name="connsiteY187" fmla="*/ 702734 h 2870200"/>
              <a:gd name="connsiteX188" fmla="*/ 3962016 w 4114416"/>
              <a:gd name="connsiteY188" fmla="*/ 482600 h 2870200"/>
              <a:gd name="connsiteX189" fmla="*/ 3978949 w 4114416"/>
              <a:gd name="connsiteY189" fmla="*/ 457200 h 2870200"/>
              <a:gd name="connsiteX190" fmla="*/ 4004349 w 4114416"/>
              <a:gd name="connsiteY190" fmla="*/ 177800 h 2870200"/>
              <a:gd name="connsiteX191" fmla="*/ 4029749 w 4114416"/>
              <a:gd name="connsiteY191" fmla="*/ 135467 h 2870200"/>
              <a:gd name="connsiteX192" fmla="*/ 4038216 w 4114416"/>
              <a:gd name="connsiteY192" fmla="*/ 101600 h 2870200"/>
              <a:gd name="connsiteX193" fmla="*/ 4046682 w 4114416"/>
              <a:gd name="connsiteY193" fmla="*/ 76200 h 2870200"/>
              <a:gd name="connsiteX194" fmla="*/ 4055149 w 4114416"/>
              <a:gd name="connsiteY194" fmla="*/ 110067 h 2870200"/>
              <a:gd name="connsiteX195" fmla="*/ 4072082 w 4114416"/>
              <a:gd name="connsiteY195" fmla="*/ 160867 h 2870200"/>
              <a:gd name="connsiteX196" fmla="*/ 4114416 w 4114416"/>
              <a:gd name="connsiteY196" fmla="*/ 0 h 2870200"/>
              <a:gd name="connsiteX0" fmla="*/ 0 w 4114416"/>
              <a:gd name="connsiteY0" fmla="*/ 735359 h 2870200"/>
              <a:gd name="connsiteX1" fmla="*/ 22363 w 4114416"/>
              <a:gd name="connsiteY1" fmla="*/ 647092 h 2870200"/>
              <a:gd name="connsiteX2" fmla="*/ 53451 w 4114416"/>
              <a:gd name="connsiteY2" fmla="*/ 567267 h 2870200"/>
              <a:gd name="connsiteX3" fmla="*/ 61790 w 4114416"/>
              <a:gd name="connsiteY3" fmla="*/ 828517 h 2870200"/>
              <a:gd name="connsiteX4" fmla="*/ 57549 w 4114416"/>
              <a:gd name="connsiteY4" fmla="*/ 1083293 h 2870200"/>
              <a:gd name="connsiteX5" fmla="*/ 55282 w 4114416"/>
              <a:gd name="connsiteY5" fmla="*/ 1212385 h 2870200"/>
              <a:gd name="connsiteX6" fmla="*/ 69873 w 4114416"/>
              <a:gd name="connsiteY6" fmla="*/ 1401791 h 2870200"/>
              <a:gd name="connsiteX7" fmla="*/ 112335 w 4114416"/>
              <a:gd name="connsiteY7" fmla="*/ 1209517 h 2870200"/>
              <a:gd name="connsiteX8" fmla="*/ 135082 w 4114416"/>
              <a:gd name="connsiteY8" fmla="*/ 1100667 h 2870200"/>
              <a:gd name="connsiteX9" fmla="*/ 168949 w 4114416"/>
              <a:gd name="connsiteY9" fmla="*/ 999067 h 2870200"/>
              <a:gd name="connsiteX10" fmla="*/ 185882 w 4114416"/>
              <a:gd name="connsiteY10" fmla="*/ 948267 h 2870200"/>
              <a:gd name="connsiteX11" fmla="*/ 202816 w 4114416"/>
              <a:gd name="connsiteY11" fmla="*/ 1134534 h 2870200"/>
              <a:gd name="connsiteX12" fmla="*/ 219749 w 4114416"/>
              <a:gd name="connsiteY12" fmla="*/ 1464734 h 2870200"/>
              <a:gd name="connsiteX13" fmla="*/ 279016 w 4114416"/>
              <a:gd name="connsiteY13" fmla="*/ 1363134 h 2870200"/>
              <a:gd name="connsiteX14" fmla="*/ 304416 w 4114416"/>
              <a:gd name="connsiteY14" fmla="*/ 1371600 h 2870200"/>
              <a:gd name="connsiteX15" fmla="*/ 312882 w 4114416"/>
              <a:gd name="connsiteY15" fmla="*/ 2243667 h 2870200"/>
              <a:gd name="connsiteX16" fmla="*/ 338282 w 4114416"/>
              <a:gd name="connsiteY16" fmla="*/ 2201334 h 2870200"/>
              <a:gd name="connsiteX17" fmla="*/ 346749 w 4114416"/>
              <a:gd name="connsiteY17" fmla="*/ 2150534 h 2870200"/>
              <a:gd name="connsiteX18" fmla="*/ 371651 w 4114416"/>
              <a:gd name="connsiteY18" fmla="*/ 2376146 h 2870200"/>
              <a:gd name="connsiteX19" fmla="*/ 389082 w 4114416"/>
              <a:gd name="connsiteY19" fmla="*/ 2082800 h 2870200"/>
              <a:gd name="connsiteX20" fmla="*/ 414981 w 4114416"/>
              <a:gd name="connsiteY20" fmla="*/ 1792444 h 2870200"/>
              <a:gd name="connsiteX21" fmla="*/ 422949 w 4114416"/>
              <a:gd name="connsiteY21" fmla="*/ 2032000 h 2870200"/>
              <a:gd name="connsiteX22" fmla="*/ 453908 w 4114416"/>
              <a:gd name="connsiteY22" fmla="*/ 1990884 h 2870200"/>
              <a:gd name="connsiteX23" fmla="*/ 465282 w 4114416"/>
              <a:gd name="connsiteY23" fmla="*/ 1752600 h 2870200"/>
              <a:gd name="connsiteX24" fmla="*/ 490682 w 4114416"/>
              <a:gd name="connsiteY24" fmla="*/ 1651000 h 2870200"/>
              <a:gd name="connsiteX25" fmla="*/ 516082 w 4114416"/>
              <a:gd name="connsiteY25" fmla="*/ 1710267 h 2870200"/>
              <a:gd name="connsiteX26" fmla="*/ 524549 w 4114416"/>
              <a:gd name="connsiteY26" fmla="*/ 1851666 h 2870200"/>
              <a:gd name="connsiteX27" fmla="*/ 558416 w 4114416"/>
              <a:gd name="connsiteY27" fmla="*/ 1820334 h 2870200"/>
              <a:gd name="connsiteX28" fmla="*/ 583816 w 4114416"/>
              <a:gd name="connsiteY28" fmla="*/ 1938867 h 2870200"/>
              <a:gd name="connsiteX29" fmla="*/ 600749 w 4114416"/>
              <a:gd name="connsiteY29" fmla="*/ 1998134 h 2870200"/>
              <a:gd name="connsiteX30" fmla="*/ 643082 w 4114416"/>
              <a:gd name="connsiteY30" fmla="*/ 1786467 h 2870200"/>
              <a:gd name="connsiteX31" fmla="*/ 668482 w 4114416"/>
              <a:gd name="connsiteY31" fmla="*/ 1718734 h 2870200"/>
              <a:gd name="connsiteX32" fmla="*/ 685416 w 4114416"/>
              <a:gd name="connsiteY32" fmla="*/ 1617134 h 2870200"/>
              <a:gd name="connsiteX33" fmla="*/ 702349 w 4114416"/>
              <a:gd name="connsiteY33" fmla="*/ 1557867 h 2870200"/>
              <a:gd name="connsiteX34" fmla="*/ 710816 w 4114416"/>
              <a:gd name="connsiteY34" fmla="*/ 1524000 h 2870200"/>
              <a:gd name="connsiteX35" fmla="*/ 727749 w 4114416"/>
              <a:gd name="connsiteY35" fmla="*/ 1312334 h 2870200"/>
              <a:gd name="connsiteX36" fmla="*/ 744682 w 4114416"/>
              <a:gd name="connsiteY36" fmla="*/ 1380067 h 2870200"/>
              <a:gd name="connsiteX37" fmla="*/ 761616 w 4114416"/>
              <a:gd name="connsiteY37" fmla="*/ 1532467 h 2870200"/>
              <a:gd name="connsiteX38" fmla="*/ 778549 w 4114416"/>
              <a:gd name="connsiteY38" fmla="*/ 1566334 h 2870200"/>
              <a:gd name="connsiteX39" fmla="*/ 820882 w 4114416"/>
              <a:gd name="connsiteY39" fmla="*/ 1430867 h 2870200"/>
              <a:gd name="connsiteX40" fmla="*/ 854749 w 4114416"/>
              <a:gd name="connsiteY40" fmla="*/ 1388534 h 2870200"/>
              <a:gd name="connsiteX41" fmla="*/ 863216 w 4114416"/>
              <a:gd name="connsiteY41" fmla="*/ 1498600 h 2870200"/>
              <a:gd name="connsiteX42" fmla="*/ 888616 w 4114416"/>
              <a:gd name="connsiteY42" fmla="*/ 1811867 h 2870200"/>
              <a:gd name="connsiteX43" fmla="*/ 897082 w 4114416"/>
              <a:gd name="connsiteY43" fmla="*/ 1642534 h 2870200"/>
              <a:gd name="connsiteX44" fmla="*/ 930949 w 4114416"/>
              <a:gd name="connsiteY44" fmla="*/ 1557867 h 2870200"/>
              <a:gd name="connsiteX45" fmla="*/ 939416 w 4114416"/>
              <a:gd name="connsiteY45" fmla="*/ 2006600 h 2870200"/>
              <a:gd name="connsiteX46" fmla="*/ 964816 w 4114416"/>
              <a:gd name="connsiteY46" fmla="*/ 2116667 h 2870200"/>
              <a:gd name="connsiteX47" fmla="*/ 973282 w 4114416"/>
              <a:gd name="connsiteY47" fmla="*/ 1948424 h 2870200"/>
              <a:gd name="connsiteX48" fmla="*/ 990216 w 4114416"/>
              <a:gd name="connsiteY48" fmla="*/ 1794934 h 2870200"/>
              <a:gd name="connsiteX49" fmla="*/ 998682 w 4114416"/>
              <a:gd name="connsiteY49" fmla="*/ 1761067 h 2870200"/>
              <a:gd name="connsiteX50" fmla="*/ 1015616 w 4114416"/>
              <a:gd name="connsiteY50" fmla="*/ 1871134 h 2870200"/>
              <a:gd name="connsiteX51" fmla="*/ 1032549 w 4114416"/>
              <a:gd name="connsiteY51" fmla="*/ 1947334 h 2870200"/>
              <a:gd name="connsiteX52" fmla="*/ 1049482 w 4114416"/>
              <a:gd name="connsiteY52" fmla="*/ 2040467 h 2870200"/>
              <a:gd name="connsiteX53" fmla="*/ 1074882 w 4114416"/>
              <a:gd name="connsiteY53" fmla="*/ 2108200 h 2870200"/>
              <a:gd name="connsiteX54" fmla="*/ 1105586 w 4114416"/>
              <a:gd name="connsiteY54" fmla="*/ 2165034 h 2870200"/>
              <a:gd name="connsiteX55" fmla="*/ 1117344 w 4114416"/>
              <a:gd name="connsiteY55" fmla="*/ 2220675 h 2870200"/>
              <a:gd name="connsiteX56" fmla="*/ 1134149 w 4114416"/>
              <a:gd name="connsiteY56" fmla="*/ 2108200 h 2870200"/>
              <a:gd name="connsiteX57" fmla="*/ 1184949 w 4114416"/>
              <a:gd name="connsiteY57" fmla="*/ 1989667 h 2870200"/>
              <a:gd name="connsiteX58" fmla="*/ 1221851 w 4114416"/>
              <a:gd name="connsiteY58" fmla="*/ 1898967 h 2870200"/>
              <a:gd name="connsiteX59" fmla="*/ 1244216 w 4114416"/>
              <a:gd name="connsiteY59" fmla="*/ 2167467 h 2870200"/>
              <a:gd name="connsiteX60" fmla="*/ 1261149 w 4114416"/>
              <a:gd name="connsiteY60" fmla="*/ 2082800 h 2870200"/>
              <a:gd name="connsiteX61" fmla="*/ 1269616 w 4114416"/>
              <a:gd name="connsiteY61" fmla="*/ 2015067 h 2870200"/>
              <a:gd name="connsiteX62" fmla="*/ 1311949 w 4114416"/>
              <a:gd name="connsiteY62" fmla="*/ 1854200 h 2870200"/>
              <a:gd name="connsiteX63" fmla="*/ 1320416 w 4114416"/>
              <a:gd name="connsiteY63" fmla="*/ 1803400 h 2870200"/>
              <a:gd name="connsiteX64" fmla="*/ 1345816 w 4114416"/>
              <a:gd name="connsiteY64" fmla="*/ 1701800 h 2870200"/>
              <a:gd name="connsiteX65" fmla="*/ 1379682 w 4114416"/>
              <a:gd name="connsiteY65" fmla="*/ 1744134 h 2870200"/>
              <a:gd name="connsiteX66" fmla="*/ 1422016 w 4114416"/>
              <a:gd name="connsiteY66" fmla="*/ 1879600 h 2870200"/>
              <a:gd name="connsiteX67" fmla="*/ 1455882 w 4114416"/>
              <a:gd name="connsiteY67" fmla="*/ 1947334 h 2870200"/>
              <a:gd name="connsiteX68" fmla="*/ 1472816 w 4114416"/>
              <a:gd name="connsiteY68" fmla="*/ 1938867 h 2870200"/>
              <a:gd name="connsiteX69" fmla="*/ 1515149 w 4114416"/>
              <a:gd name="connsiteY69" fmla="*/ 1803400 h 2870200"/>
              <a:gd name="connsiteX70" fmla="*/ 1574416 w 4114416"/>
              <a:gd name="connsiteY70" fmla="*/ 1651000 h 2870200"/>
              <a:gd name="connsiteX71" fmla="*/ 1582882 w 4114416"/>
              <a:gd name="connsiteY71" fmla="*/ 1591734 h 2870200"/>
              <a:gd name="connsiteX72" fmla="*/ 1616749 w 4114416"/>
              <a:gd name="connsiteY72" fmla="*/ 1498600 h 2870200"/>
              <a:gd name="connsiteX73" fmla="*/ 1633682 w 4114416"/>
              <a:gd name="connsiteY73" fmla="*/ 1524000 h 2870200"/>
              <a:gd name="connsiteX74" fmla="*/ 1659082 w 4114416"/>
              <a:gd name="connsiteY74" fmla="*/ 1490134 h 2870200"/>
              <a:gd name="connsiteX75" fmla="*/ 1684482 w 4114416"/>
              <a:gd name="connsiteY75" fmla="*/ 1388534 h 2870200"/>
              <a:gd name="connsiteX76" fmla="*/ 1743749 w 4114416"/>
              <a:gd name="connsiteY76" fmla="*/ 1286934 h 2870200"/>
              <a:gd name="connsiteX77" fmla="*/ 1794549 w 4114416"/>
              <a:gd name="connsiteY77" fmla="*/ 1176867 h 2870200"/>
              <a:gd name="connsiteX78" fmla="*/ 1819949 w 4114416"/>
              <a:gd name="connsiteY78" fmla="*/ 1202267 h 2870200"/>
              <a:gd name="connsiteX79" fmla="*/ 1828416 w 4114416"/>
              <a:gd name="connsiteY79" fmla="*/ 1227667 h 2870200"/>
              <a:gd name="connsiteX80" fmla="*/ 1845349 w 4114416"/>
              <a:gd name="connsiteY80" fmla="*/ 1261534 h 2870200"/>
              <a:gd name="connsiteX81" fmla="*/ 1887682 w 4114416"/>
              <a:gd name="connsiteY81" fmla="*/ 1422400 h 2870200"/>
              <a:gd name="connsiteX82" fmla="*/ 1938482 w 4114416"/>
              <a:gd name="connsiteY82" fmla="*/ 1600200 h 2870200"/>
              <a:gd name="connsiteX83" fmla="*/ 1989282 w 4114416"/>
              <a:gd name="connsiteY83" fmla="*/ 1744134 h 2870200"/>
              <a:gd name="connsiteX84" fmla="*/ 2006216 w 4114416"/>
              <a:gd name="connsiteY84" fmla="*/ 1498600 h 2870200"/>
              <a:gd name="connsiteX85" fmla="*/ 2023149 w 4114416"/>
              <a:gd name="connsiteY85" fmla="*/ 1464734 h 2870200"/>
              <a:gd name="connsiteX86" fmla="*/ 2031616 w 4114416"/>
              <a:gd name="connsiteY86" fmla="*/ 1439334 h 2870200"/>
              <a:gd name="connsiteX87" fmla="*/ 2082416 w 4114416"/>
              <a:gd name="connsiteY87" fmla="*/ 2032000 h 2870200"/>
              <a:gd name="connsiteX88" fmla="*/ 2090882 w 4114416"/>
              <a:gd name="connsiteY88" fmla="*/ 2150534 h 2870200"/>
              <a:gd name="connsiteX89" fmla="*/ 2099349 w 4114416"/>
              <a:gd name="connsiteY89" fmla="*/ 2489200 h 2870200"/>
              <a:gd name="connsiteX90" fmla="*/ 2133216 w 4114416"/>
              <a:gd name="connsiteY90" fmla="*/ 2421467 h 2870200"/>
              <a:gd name="connsiteX91" fmla="*/ 2175549 w 4114416"/>
              <a:gd name="connsiteY91" fmla="*/ 2319867 h 2870200"/>
              <a:gd name="connsiteX92" fmla="*/ 2200949 w 4114416"/>
              <a:gd name="connsiteY92" fmla="*/ 2286000 h 2870200"/>
              <a:gd name="connsiteX93" fmla="*/ 2234816 w 4114416"/>
              <a:gd name="connsiteY93" fmla="*/ 2235200 h 2870200"/>
              <a:gd name="connsiteX94" fmla="*/ 2251749 w 4114416"/>
              <a:gd name="connsiteY94" fmla="*/ 2514600 h 2870200"/>
              <a:gd name="connsiteX95" fmla="*/ 2277149 w 4114416"/>
              <a:gd name="connsiteY95" fmla="*/ 2565400 h 2870200"/>
              <a:gd name="connsiteX96" fmla="*/ 2285616 w 4114416"/>
              <a:gd name="connsiteY96" fmla="*/ 2489200 h 2870200"/>
              <a:gd name="connsiteX97" fmla="*/ 2302549 w 4114416"/>
              <a:gd name="connsiteY97" fmla="*/ 2421467 h 2870200"/>
              <a:gd name="connsiteX98" fmla="*/ 2311016 w 4114416"/>
              <a:gd name="connsiteY98" fmla="*/ 1718734 h 2870200"/>
              <a:gd name="connsiteX99" fmla="*/ 2336416 w 4114416"/>
              <a:gd name="connsiteY99" fmla="*/ 1811867 h 2870200"/>
              <a:gd name="connsiteX100" fmla="*/ 2361816 w 4114416"/>
              <a:gd name="connsiteY100" fmla="*/ 1871134 h 2870200"/>
              <a:gd name="connsiteX101" fmla="*/ 2387216 w 4114416"/>
              <a:gd name="connsiteY101" fmla="*/ 1938867 h 2870200"/>
              <a:gd name="connsiteX102" fmla="*/ 2395682 w 4114416"/>
              <a:gd name="connsiteY102" fmla="*/ 1972734 h 2870200"/>
              <a:gd name="connsiteX103" fmla="*/ 2404149 w 4114416"/>
              <a:gd name="connsiteY103" fmla="*/ 1574800 h 2870200"/>
              <a:gd name="connsiteX104" fmla="*/ 2429549 w 4114416"/>
              <a:gd name="connsiteY104" fmla="*/ 1236134 h 2870200"/>
              <a:gd name="connsiteX105" fmla="*/ 2446482 w 4114416"/>
              <a:gd name="connsiteY105" fmla="*/ 1092200 h 2870200"/>
              <a:gd name="connsiteX106" fmla="*/ 2454949 w 4114416"/>
              <a:gd name="connsiteY106" fmla="*/ 1066800 h 2870200"/>
              <a:gd name="connsiteX107" fmla="*/ 2463416 w 4114416"/>
              <a:gd name="connsiteY107" fmla="*/ 1092200 h 2870200"/>
              <a:gd name="connsiteX108" fmla="*/ 2480349 w 4114416"/>
              <a:gd name="connsiteY108" fmla="*/ 1117600 h 2870200"/>
              <a:gd name="connsiteX109" fmla="*/ 2488816 w 4114416"/>
              <a:gd name="connsiteY109" fmla="*/ 1227667 h 2870200"/>
              <a:gd name="connsiteX110" fmla="*/ 2514216 w 4114416"/>
              <a:gd name="connsiteY110" fmla="*/ 753534 h 2870200"/>
              <a:gd name="connsiteX111" fmla="*/ 2531149 w 4114416"/>
              <a:gd name="connsiteY111" fmla="*/ 685800 h 2870200"/>
              <a:gd name="connsiteX112" fmla="*/ 2539616 w 4114416"/>
              <a:gd name="connsiteY112" fmla="*/ 609600 h 2870200"/>
              <a:gd name="connsiteX113" fmla="*/ 2548082 w 4114416"/>
              <a:gd name="connsiteY113" fmla="*/ 558800 h 2870200"/>
              <a:gd name="connsiteX114" fmla="*/ 2565016 w 4114416"/>
              <a:gd name="connsiteY114" fmla="*/ 584200 h 2870200"/>
              <a:gd name="connsiteX115" fmla="*/ 2573482 w 4114416"/>
              <a:gd name="connsiteY115" fmla="*/ 778934 h 2870200"/>
              <a:gd name="connsiteX116" fmla="*/ 2615816 w 4114416"/>
              <a:gd name="connsiteY116" fmla="*/ 914400 h 2870200"/>
              <a:gd name="connsiteX117" fmla="*/ 2632749 w 4114416"/>
              <a:gd name="connsiteY117" fmla="*/ 973667 h 2870200"/>
              <a:gd name="connsiteX118" fmla="*/ 2649682 w 4114416"/>
              <a:gd name="connsiteY118" fmla="*/ 812800 h 2870200"/>
              <a:gd name="connsiteX119" fmla="*/ 2666616 w 4114416"/>
              <a:gd name="connsiteY119" fmla="*/ 694267 h 2870200"/>
              <a:gd name="connsiteX120" fmla="*/ 2692016 w 4114416"/>
              <a:gd name="connsiteY120" fmla="*/ 558800 h 2870200"/>
              <a:gd name="connsiteX121" fmla="*/ 2717416 w 4114416"/>
              <a:gd name="connsiteY121" fmla="*/ 321734 h 2870200"/>
              <a:gd name="connsiteX122" fmla="*/ 2734349 w 4114416"/>
              <a:gd name="connsiteY122" fmla="*/ 1058334 h 2870200"/>
              <a:gd name="connsiteX123" fmla="*/ 2760746 w 4114416"/>
              <a:gd name="connsiteY123" fmla="*/ 1023969 h 2870200"/>
              <a:gd name="connsiteX124" fmla="*/ 2810549 w 4114416"/>
              <a:gd name="connsiteY124" fmla="*/ 905934 h 2870200"/>
              <a:gd name="connsiteX125" fmla="*/ 2844416 w 4114416"/>
              <a:gd name="connsiteY125" fmla="*/ 855134 h 2870200"/>
              <a:gd name="connsiteX126" fmla="*/ 2869816 w 4114416"/>
              <a:gd name="connsiteY126" fmla="*/ 1422400 h 2870200"/>
              <a:gd name="connsiteX127" fmla="*/ 2878282 w 4114416"/>
              <a:gd name="connsiteY127" fmla="*/ 1388534 h 2870200"/>
              <a:gd name="connsiteX128" fmla="*/ 2895216 w 4114416"/>
              <a:gd name="connsiteY128" fmla="*/ 1363134 h 2870200"/>
              <a:gd name="connsiteX129" fmla="*/ 2920616 w 4114416"/>
              <a:gd name="connsiteY129" fmla="*/ 1278467 h 2870200"/>
              <a:gd name="connsiteX130" fmla="*/ 2937549 w 4114416"/>
              <a:gd name="connsiteY130" fmla="*/ 1320800 h 2870200"/>
              <a:gd name="connsiteX131" fmla="*/ 2954482 w 4114416"/>
              <a:gd name="connsiteY131" fmla="*/ 1388534 h 2870200"/>
              <a:gd name="connsiteX132" fmla="*/ 2971416 w 4114416"/>
              <a:gd name="connsiteY132" fmla="*/ 1422400 h 2870200"/>
              <a:gd name="connsiteX133" fmla="*/ 3013749 w 4114416"/>
              <a:gd name="connsiteY133" fmla="*/ 1540934 h 2870200"/>
              <a:gd name="connsiteX134" fmla="*/ 3030682 w 4114416"/>
              <a:gd name="connsiteY134" fmla="*/ 1566334 h 2870200"/>
              <a:gd name="connsiteX135" fmla="*/ 3064549 w 4114416"/>
              <a:gd name="connsiteY135" fmla="*/ 1718734 h 2870200"/>
              <a:gd name="connsiteX136" fmla="*/ 3089949 w 4114416"/>
              <a:gd name="connsiteY136" fmla="*/ 1761067 h 2870200"/>
              <a:gd name="connsiteX137" fmla="*/ 3123816 w 4114416"/>
              <a:gd name="connsiteY137" fmla="*/ 1879600 h 2870200"/>
              <a:gd name="connsiteX138" fmla="*/ 3115349 w 4114416"/>
              <a:gd name="connsiteY138" fmla="*/ 1913467 h 2870200"/>
              <a:gd name="connsiteX139" fmla="*/ 3127799 w 4114416"/>
              <a:gd name="connsiteY139" fmla="*/ 1901016 h 2870200"/>
              <a:gd name="connsiteX140" fmla="*/ 3106882 w 4114416"/>
              <a:gd name="connsiteY140" fmla="*/ 1888067 h 2870200"/>
              <a:gd name="connsiteX141" fmla="*/ 3132282 w 4114416"/>
              <a:gd name="connsiteY141" fmla="*/ 1871134 h 2870200"/>
              <a:gd name="connsiteX142" fmla="*/ 3140749 w 4114416"/>
              <a:gd name="connsiteY142" fmla="*/ 1769534 h 2870200"/>
              <a:gd name="connsiteX143" fmla="*/ 3157682 w 4114416"/>
              <a:gd name="connsiteY143" fmla="*/ 1710267 h 2870200"/>
              <a:gd name="connsiteX144" fmla="*/ 3166149 w 4114416"/>
              <a:gd name="connsiteY144" fmla="*/ 1684867 h 2870200"/>
              <a:gd name="connsiteX145" fmla="*/ 3191549 w 4114416"/>
              <a:gd name="connsiteY145" fmla="*/ 1676400 h 2870200"/>
              <a:gd name="connsiteX146" fmla="*/ 3200016 w 4114416"/>
              <a:gd name="connsiteY146" fmla="*/ 2006600 h 2870200"/>
              <a:gd name="connsiteX147" fmla="*/ 3208482 w 4114416"/>
              <a:gd name="connsiteY147" fmla="*/ 2048934 h 2870200"/>
              <a:gd name="connsiteX148" fmla="*/ 3216949 w 4114416"/>
              <a:gd name="connsiteY148" fmla="*/ 2099734 h 2870200"/>
              <a:gd name="connsiteX149" fmla="*/ 3233882 w 4114416"/>
              <a:gd name="connsiteY149" fmla="*/ 2048934 h 2870200"/>
              <a:gd name="connsiteX150" fmla="*/ 3242349 w 4114416"/>
              <a:gd name="connsiteY150" fmla="*/ 1998134 h 2870200"/>
              <a:gd name="connsiteX151" fmla="*/ 3276216 w 4114416"/>
              <a:gd name="connsiteY151" fmla="*/ 2353734 h 2870200"/>
              <a:gd name="connsiteX152" fmla="*/ 3301616 w 4114416"/>
              <a:gd name="connsiteY152" fmla="*/ 2387600 h 2870200"/>
              <a:gd name="connsiteX153" fmla="*/ 3310082 w 4114416"/>
              <a:gd name="connsiteY153" fmla="*/ 2497667 h 2870200"/>
              <a:gd name="connsiteX154" fmla="*/ 3327016 w 4114416"/>
              <a:gd name="connsiteY154" fmla="*/ 2531534 h 2870200"/>
              <a:gd name="connsiteX155" fmla="*/ 3343949 w 4114416"/>
              <a:gd name="connsiteY155" fmla="*/ 2599267 h 2870200"/>
              <a:gd name="connsiteX156" fmla="*/ 3369349 w 4114416"/>
              <a:gd name="connsiteY156" fmla="*/ 2667000 h 2870200"/>
              <a:gd name="connsiteX157" fmla="*/ 3411682 w 4114416"/>
              <a:gd name="connsiteY157" fmla="*/ 2810934 h 2870200"/>
              <a:gd name="connsiteX158" fmla="*/ 3437082 w 4114416"/>
              <a:gd name="connsiteY158" fmla="*/ 2870200 h 2870200"/>
              <a:gd name="connsiteX159" fmla="*/ 3462482 w 4114416"/>
              <a:gd name="connsiteY159" fmla="*/ 1828800 h 2870200"/>
              <a:gd name="connsiteX160" fmla="*/ 3461984 w 4114416"/>
              <a:gd name="connsiteY160" fmla="*/ 2090271 h 2870200"/>
              <a:gd name="connsiteX161" fmla="*/ 3487882 w 4114416"/>
              <a:gd name="connsiteY161" fmla="*/ 1735667 h 2870200"/>
              <a:gd name="connsiteX162" fmla="*/ 3513282 w 4114416"/>
              <a:gd name="connsiteY162" fmla="*/ 1651000 h 2870200"/>
              <a:gd name="connsiteX163" fmla="*/ 3521749 w 4114416"/>
              <a:gd name="connsiteY163" fmla="*/ 1701800 h 2870200"/>
              <a:gd name="connsiteX164" fmla="*/ 3525733 w 4114416"/>
              <a:gd name="connsiteY164" fmla="*/ 1875118 h 2870200"/>
              <a:gd name="connsiteX165" fmla="*/ 3547149 w 4114416"/>
              <a:gd name="connsiteY165" fmla="*/ 1752600 h 2870200"/>
              <a:gd name="connsiteX166" fmla="*/ 3555616 w 4114416"/>
              <a:gd name="connsiteY166" fmla="*/ 1693334 h 2870200"/>
              <a:gd name="connsiteX167" fmla="*/ 3597949 w 4114416"/>
              <a:gd name="connsiteY167" fmla="*/ 1608667 h 2870200"/>
              <a:gd name="connsiteX168" fmla="*/ 3614882 w 4114416"/>
              <a:gd name="connsiteY168" fmla="*/ 1566334 h 2870200"/>
              <a:gd name="connsiteX169" fmla="*/ 3657216 w 4114416"/>
              <a:gd name="connsiteY169" fmla="*/ 1464734 h 2870200"/>
              <a:gd name="connsiteX170" fmla="*/ 3661200 w 4114416"/>
              <a:gd name="connsiteY170" fmla="*/ 1373094 h 2870200"/>
              <a:gd name="connsiteX171" fmla="*/ 3682616 w 4114416"/>
              <a:gd name="connsiteY171" fmla="*/ 1363134 h 2870200"/>
              <a:gd name="connsiteX172" fmla="*/ 3699549 w 4114416"/>
              <a:gd name="connsiteY172" fmla="*/ 1320800 h 2870200"/>
              <a:gd name="connsiteX173" fmla="*/ 3694569 w 4114416"/>
              <a:gd name="connsiteY173" fmla="*/ 1151964 h 2870200"/>
              <a:gd name="connsiteX174" fmla="*/ 3741882 w 4114416"/>
              <a:gd name="connsiteY174" fmla="*/ 1227667 h 2870200"/>
              <a:gd name="connsiteX175" fmla="*/ 3750349 w 4114416"/>
              <a:gd name="connsiteY175" fmla="*/ 1176867 h 2870200"/>
              <a:gd name="connsiteX176" fmla="*/ 3767282 w 4114416"/>
              <a:gd name="connsiteY176" fmla="*/ 1126067 h 2870200"/>
              <a:gd name="connsiteX177" fmla="*/ 3775749 w 4114416"/>
              <a:gd name="connsiteY177" fmla="*/ 1058334 h 2870200"/>
              <a:gd name="connsiteX178" fmla="*/ 3784216 w 4114416"/>
              <a:gd name="connsiteY178" fmla="*/ 1270000 h 2870200"/>
              <a:gd name="connsiteX179" fmla="*/ 3813064 w 4114416"/>
              <a:gd name="connsiteY179" fmla="*/ 678606 h 2870200"/>
              <a:gd name="connsiteX180" fmla="*/ 3818082 w 4114416"/>
              <a:gd name="connsiteY180" fmla="*/ 558800 h 2870200"/>
              <a:gd name="connsiteX181" fmla="*/ 3835016 w 4114416"/>
              <a:gd name="connsiteY181" fmla="*/ 482600 h 2870200"/>
              <a:gd name="connsiteX182" fmla="*/ 3843482 w 4114416"/>
              <a:gd name="connsiteY182" fmla="*/ 533400 h 2870200"/>
              <a:gd name="connsiteX183" fmla="*/ 3860416 w 4114416"/>
              <a:gd name="connsiteY183" fmla="*/ 660400 h 2870200"/>
              <a:gd name="connsiteX184" fmla="*/ 3868882 w 4114416"/>
              <a:gd name="connsiteY184" fmla="*/ 702734 h 2870200"/>
              <a:gd name="connsiteX185" fmla="*/ 3885816 w 4114416"/>
              <a:gd name="connsiteY185" fmla="*/ 736600 h 2870200"/>
              <a:gd name="connsiteX186" fmla="*/ 3902749 w 4114416"/>
              <a:gd name="connsiteY186" fmla="*/ 702734 h 2870200"/>
              <a:gd name="connsiteX187" fmla="*/ 3962016 w 4114416"/>
              <a:gd name="connsiteY187" fmla="*/ 482600 h 2870200"/>
              <a:gd name="connsiteX188" fmla="*/ 3978949 w 4114416"/>
              <a:gd name="connsiteY188" fmla="*/ 457200 h 2870200"/>
              <a:gd name="connsiteX189" fmla="*/ 4004349 w 4114416"/>
              <a:gd name="connsiteY189" fmla="*/ 177800 h 2870200"/>
              <a:gd name="connsiteX190" fmla="*/ 4029749 w 4114416"/>
              <a:gd name="connsiteY190" fmla="*/ 135467 h 2870200"/>
              <a:gd name="connsiteX191" fmla="*/ 4038216 w 4114416"/>
              <a:gd name="connsiteY191" fmla="*/ 101600 h 2870200"/>
              <a:gd name="connsiteX192" fmla="*/ 4046682 w 4114416"/>
              <a:gd name="connsiteY192" fmla="*/ 76200 h 2870200"/>
              <a:gd name="connsiteX193" fmla="*/ 4055149 w 4114416"/>
              <a:gd name="connsiteY193" fmla="*/ 110067 h 2870200"/>
              <a:gd name="connsiteX194" fmla="*/ 4072082 w 4114416"/>
              <a:gd name="connsiteY194" fmla="*/ 160867 h 2870200"/>
              <a:gd name="connsiteX195" fmla="*/ 4114416 w 4114416"/>
              <a:gd name="connsiteY195" fmla="*/ 0 h 2870200"/>
              <a:gd name="connsiteX0" fmla="*/ 0 w 4114416"/>
              <a:gd name="connsiteY0" fmla="*/ 735359 h 2870200"/>
              <a:gd name="connsiteX1" fmla="*/ 22363 w 4114416"/>
              <a:gd name="connsiteY1" fmla="*/ 647092 h 2870200"/>
              <a:gd name="connsiteX2" fmla="*/ 53451 w 4114416"/>
              <a:gd name="connsiteY2" fmla="*/ 567267 h 2870200"/>
              <a:gd name="connsiteX3" fmla="*/ 61790 w 4114416"/>
              <a:gd name="connsiteY3" fmla="*/ 828517 h 2870200"/>
              <a:gd name="connsiteX4" fmla="*/ 57549 w 4114416"/>
              <a:gd name="connsiteY4" fmla="*/ 1083293 h 2870200"/>
              <a:gd name="connsiteX5" fmla="*/ 55282 w 4114416"/>
              <a:gd name="connsiteY5" fmla="*/ 1212385 h 2870200"/>
              <a:gd name="connsiteX6" fmla="*/ 69873 w 4114416"/>
              <a:gd name="connsiteY6" fmla="*/ 1401791 h 2870200"/>
              <a:gd name="connsiteX7" fmla="*/ 112335 w 4114416"/>
              <a:gd name="connsiteY7" fmla="*/ 1209517 h 2870200"/>
              <a:gd name="connsiteX8" fmla="*/ 135082 w 4114416"/>
              <a:gd name="connsiteY8" fmla="*/ 1100667 h 2870200"/>
              <a:gd name="connsiteX9" fmla="*/ 168949 w 4114416"/>
              <a:gd name="connsiteY9" fmla="*/ 999067 h 2870200"/>
              <a:gd name="connsiteX10" fmla="*/ 185882 w 4114416"/>
              <a:gd name="connsiteY10" fmla="*/ 948267 h 2870200"/>
              <a:gd name="connsiteX11" fmla="*/ 202816 w 4114416"/>
              <a:gd name="connsiteY11" fmla="*/ 1134534 h 2870200"/>
              <a:gd name="connsiteX12" fmla="*/ 219749 w 4114416"/>
              <a:gd name="connsiteY12" fmla="*/ 1464734 h 2870200"/>
              <a:gd name="connsiteX13" fmla="*/ 279016 w 4114416"/>
              <a:gd name="connsiteY13" fmla="*/ 1363134 h 2870200"/>
              <a:gd name="connsiteX14" fmla="*/ 304416 w 4114416"/>
              <a:gd name="connsiteY14" fmla="*/ 1371600 h 2870200"/>
              <a:gd name="connsiteX15" fmla="*/ 312882 w 4114416"/>
              <a:gd name="connsiteY15" fmla="*/ 2243667 h 2870200"/>
              <a:gd name="connsiteX16" fmla="*/ 338282 w 4114416"/>
              <a:gd name="connsiteY16" fmla="*/ 2201334 h 2870200"/>
              <a:gd name="connsiteX17" fmla="*/ 346749 w 4114416"/>
              <a:gd name="connsiteY17" fmla="*/ 2150534 h 2870200"/>
              <a:gd name="connsiteX18" fmla="*/ 371651 w 4114416"/>
              <a:gd name="connsiteY18" fmla="*/ 2376146 h 2870200"/>
              <a:gd name="connsiteX19" fmla="*/ 389082 w 4114416"/>
              <a:gd name="connsiteY19" fmla="*/ 2082800 h 2870200"/>
              <a:gd name="connsiteX20" fmla="*/ 414981 w 4114416"/>
              <a:gd name="connsiteY20" fmla="*/ 1792444 h 2870200"/>
              <a:gd name="connsiteX21" fmla="*/ 422949 w 4114416"/>
              <a:gd name="connsiteY21" fmla="*/ 2032000 h 2870200"/>
              <a:gd name="connsiteX22" fmla="*/ 453908 w 4114416"/>
              <a:gd name="connsiteY22" fmla="*/ 1990884 h 2870200"/>
              <a:gd name="connsiteX23" fmla="*/ 465282 w 4114416"/>
              <a:gd name="connsiteY23" fmla="*/ 1752600 h 2870200"/>
              <a:gd name="connsiteX24" fmla="*/ 490682 w 4114416"/>
              <a:gd name="connsiteY24" fmla="*/ 1651000 h 2870200"/>
              <a:gd name="connsiteX25" fmla="*/ 516082 w 4114416"/>
              <a:gd name="connsiteY25" fmla="*/ 1710267 h 2870200"/>
              <a:gd name="connsiteX26" fmla="*/ 524549 w 4114416"/>
              <a:gd name="connsiteY26" fmla="*/ 1851666 h 2870200"/>
              <a:gd name="connsiteX27" fmla="*/ 558416 w 4114416"/>
              <a:gd name="connsiteY27" fmla="*/ 1820334 h 2870200"/>
              <a:gd name="connsiteX28" fmla="*/ 583816 w 4114416"/>
              <a:gd name="connsiteY28" fmla="*/ 1938867 h 2870200"/>
              <a:gd name="connsiteX29" fmla="*/ 600749 w 4114416"/>
              <a:gd name="connsiteY29" fmla="*/ 1998134 h 2870200"/>
              <a:gd name="connsiteX30" fmla="*/ 643082 w 4114416"/>
              <a:gd name="connsiteY30" fmla="*/ 1786467 h 2870200"/>
              <a:gd name="connsiteX31" fmla="*/ 668482 w 4114416"/>
              <a:gd name="connsiteY31" fmla="*/ 1718734 h 2870200"/>
              <a:gd name="connsiteX32" fmla="*/ 685416 w 4114416"/>
              <a:gd name="connsiteY32" fmla="*/ 1617134 h 2870200"/>
              <a:gd name="connsiteX33" fmla="*/ 702349 w 4114416"/>
              <a:gd name="connsiteY33" fmla="*/ 1557867 h 2870200"/>
              <a:gd name="connsiteX34" fmla="*/ 710816 w 4114416"/>
              <a:gd name="connsiteY34" fmla="*/ 1524000 h 2870200"/>
              <a:gd name="connsiteX35" fmla="*/ 727749 w 4114416"/>
              <a:gd name="connsiteY35" fmla="*/ 1312334 h 2870200"/>
              <a:gd name="connsiteX36" fmla="*/ 744682 w 4114416"/>
              <a:gd name="connsiteY36" fmla="*/ 1380067 h 2870200"/>
              <a:gd name="connsiteX37" fmla="*/ 761616 w 4114416"/>
              <a:gd name="connsiteY37" fmla="*/ 1532467 h 2870200"/>
              <a:gd name="connsiteX38" fmla="*/ 778549 w 4114416"/>
              <a:gd name="connsiteY38" fmla="*/ 1566334 h 2870200"/>
              <a:gd name="connsiteX39" fmla="*/ 820882 w 4114416"/>
              <a:gd name="connsiteY39" fmla="*/ 1430867 h 2870200"/>
              <a:gd name="connsiteX40" fmla="*/ 854749 w 4114416"/>
              <a:gd name="connsiteY40" fmla="*/ 1388534 h 2870200"/>
              <a:gd name="connsiteX41" fmla="*/ 863216 w 4114416"/>
              <a:gd name="connsiteY41" fmla="*/ 1498600 h 2870200"/>
              <a:gd name="connsiteX42" fmla="*/ 888616 w 4114416"/>
              <a:gd name="connsiteY42" fmla="*/ 1811867 h 2870200"/>
              <a:gd name="connsiteX43" fmla="*/ 897082 w 4114416"/>
              <a:gd name="connsiteY43" fmla="*/ 1642534 h 2870200"/>
              <a:gd name="connsiteX44" fmla="*/ 930949 w 4114416"/>
              <a:gd name="connsiteY44" fmla="*/ 1557867 h 2870200"/>
              <a:gd name="connsiteX45" fmla="*/ 939416 w 4114416"/>
              <a:gd name="connsiteY45" fmla="*/ 2006600 h 2870200"/>
              <a:gd name="connsiteX46" fmla="*/ 964816 w 4114416"/>
              <a:gd name="connsiteY46" fmla="*/ 2116667 h 2870200"/>
              <a:gd name="connsiteX47" fmla="*/ 973282 w 4114416"/>
              <a:gd name="connsiteY47" fmla="*/ 1948424 h 2870200"/>
              <a:gd name="connsiteX48" fmla="*/ 990216 w 4114416"/>
              <a:gd name="connsiteY48" fmla="*/ 1794934 h 2870200"/>
              <a:gd name="connsiteX49" fmla="*/ 998682 w 4114416"/>
              <a:gd name="connsiteY49" fmla="*/ 1761067 h 2870200"/>
              <a:gd name="connsiteX50" fmla="*/ 1015616 w 4114416"/>
              <a:gd name="connsiteY50" fmla="*/ 1871134 h 2870200"/>
              <a:gd name="connsiteX51" fmla="*/ 1032549 w 4114416"/>
              <a:gd name="connsiteY51" fmla="*/ 1947334 h 2870200"/>
              <a:gd name="connsiteX52" fmla="*/ 1049482 w 4114416"/>
              <a:gd name="connsiteY52" fmla="*/ 2040467 h 2870200"/>
              <a:gd name="connsiteX53" fmla="*/ 1074882 w 4114416"/>
              <a:gd name="connsiteY53" fmla="*/ 2108200 h 2870200"/>
              <a:gd name="connsiteX54" fmla="*/ 1105586 w 4114416"/>
              <a:gd name="connsiteY54" fmla="*/ 2165034 h 2870200"/>
              <a:gd name="connsiteX55" fmla="*/ 1117344 w 4114416"/>
              <a:gd name="connsiteY55" fmla="*/ 2220675 h 2870200"/>
              <a:gd name="connsiteX56" fmla="*/ 1134149 w 4114416"/>
              <a:gd name="connsiteY56" fmla="*/ 2108200 h 2870200"/>
              <a:gd name="connsiteX57" fmla="*/ 1184949 w 4114416"/>
              <a:gd name="connsiteY57" fmla="*/ 1989667 h 2870200"/>
              <a:gd name="connsiteX58" fmla="*/ 1221851 w 4114416"/>
              <a:gd name="connsiteY58" fmla="*/ 1898967 h 2870200"/>
              <a:gd name="connsiteX59" fmla="*/ 1244216 w 4114416"/>
              <a:gd name="connsiteY59" fmla="*/ 2167467 h 2870200"/>
              <a:gd name="connsiteX60" fmla="*/ 1261149 w 4114416"/>
              <a:gd name="connsiteY60" fmla="*/ 2082800 h 2870200"/>
              <a:gd name="connsiteX61" fmla="*/ 1269616 w 4114416"/>
              <a:gd name="connsiteY61" fmla="*/ 2015067 h 2870200"/>
              <a:gd name="connsiteX62" fmla="*/ 1311949 w 4114416"/>
              <a:gd name="connsiteY62" fmla="*/ 1854200 h 2870200"/>
              <a:gd name="connsiteX63" fmla="*/ 1320416 w 4114416"/>
              <a:gd name="connsiteY63" fmla="*/ 1803400 h 2870200"/>
              <a:gd name="connsiteX64" fmla="*/ 1345816 w 4114416"/>
              <a:gd name="connsiteY64" fmla="*/ 1701800 h 2870200"/>
              <a:gd name="connsiteX65" fmla="*/ 1379682 w 4114416"/>
              <a:gd name="connsiteY65" fmla="*/ 1744134 h 2870200"/>
              <a:gd name="connsiteX66" fmla="*/ 1422016 w 4114416"/>
              <a:gd name="connsiteY66" fmla="*/ 1879600 h 2870200"/>
              <a:gd name="connsiteX67" fmla="*/ 1455882 w 4114416"/>
              <a:gd name="connsiteY67" fmla="*/ 1947334 h 2870200"/>
              <a:gd name="connsiteX68" fmla="*/ 1472816 w 4114416"/>
              <a:gd name="connsiteY68" fmla="*/ 1938867 h 2870200"/>
              <a:gd name="connsiteX69" fmla="*/ 1515149 w 4114416"/>
              <a:gd name="connsiteY69" fmla="*/ 1803400 h 2870200"/>
              <a:gd name="connsiteX70" fmla="*/ 1574416 w 4114416"/>
              <a:gd name="connsiteY70" fmla="*/ 1651000 h 2870200"/>
              <a:gd name="connsiteX71" fmla="*/ 1582882 w 4114416"/>
              <a:gd name="connsiteY71" fmla="*/ 1591734 h 2870200"/>
              <a:gd name="connsiteX72" fmla="*/ 1608410 w 4114416"/>
              <a:gd name="connsiteY72" fmla="*/ 1462351 h 2870200"/>
              <a:gd name="connsiteX73" fmla="*/ 1633682 w 4114416"/>
              <a:gd name="connsiteY73" fmla="*/ 1524000 h 2870200"/>
              <a:gd name="connsiteX74" fmla="*/ 1659082 w 4114416"/>
              <a:gd name="connsiteY74" fmla="*/ 1490134 h 2870200"/>
              <a:gd name="connsiteX75" fmla="*/ 1684482 w 4114416"/>
              <a:gd name="connsiteY75" fmla="*/ 1388534 h 2870200"/>
              <a:gd name="connsiteX76" fmla="*/ 1743749 w 4114416"/>
              <a:gd name="connsiteY76" fmla="*/ 1286934 h 2870200"/>
              <a:gd name="connsiteX77" fmla="*/ 1794549 w 4114416"/>
              <a:gd name="connsiteY77" fmla="*/ 1176867 h 2870200"/>
              <a:gd name="connsiteX78" fmla="*/ 1819949 w 4114416"/>
              <a:gd name="connsiteY78" fmla="*/ 1202267 h 2870200"/>
              <a:gd name="connsiteX79" fmla="*/ 1828416 w 4114416"/>
              <a:gd name="connsiteY79" fmla="*/ 1227667 h 2870200"/>
              <a:gd name="connsiteX80" fmla="*/ 1845349 w 4114416"/>
              <a:gd name="connsiteY80" fmla="*/ 1261534 h 2870200"/>
              <a:gd name="connsiteX81" fmla="*/ 1887682 w 4114416"/>
              <a:gd name="connsiteY81" fmla="*/ 1422400 h 2870200"/>
              <a:gd name="connsiteX82" fmla="*/ 1938482 w 4114416"/>
              <a:gd name="connsiteY82" fmla="*/ 1600200 h 2870200"/>
              <a:gd name="connsiteX83" fmla="*/ 1989282 w 4114416"/>
              <a:gd name="connsiteY83" fmla="*/ 1744134 h 2870200"/>
              <a:gd name="connsiteX84" fmla="*/ 2006216 w 4114416"/>
              <a:gd name="connsiteY84" fmla="*/ 1498600 h 2870200"/>
              <a:gd name="connsiteX85" fmla="*/ 2023149 w 4114416"/>
              <a:gd name="connsiteY85" fmla="*/ 1464734 h 2870200"/>
              <a:gd name="connsiteX86" fmla="*/ 2031616 w 4114416"/>
              <a:gd name="connsiteY86" fmla="*/ 1439334 h 2870200"/>
              <a:gd name="connsiteX87" fmla="*/ 2082416 w 4114416"/>
              <a:gd name="connsiteY87" fmla="*/ 2032000 h 2870200"/>
              <a:gd name="connsiteX88" fmla="*/ 2090882 w 4114416"/>
              <a:gd name="connsiteY88" fmla="*/ 2150534 h 2870200"/>
              <a:gd name="connsiteX89" fmla="*/ 2099349 w 4114416"/>
              <a:gd name="connsiteY89" fmla="*/ 2489200 h 2870200"/>
              <a:gd name="connsiteX90" fmla="*/ 2133216 w 4114416"/>
              <a:gd name="connsiteY90" fmla="*/ 2421467 h 2870200"/>
              <a:gd name="connsiteX91" fmla="*/ 2175549 w 4114416"/>
              <a:gd name="connsiteY91" fmla="*/ 2319867 h 2870200"/>
              <a:gd name="connsiteX92" fmla="*/ 2200949 w 4114416"/>
              <a:gd name="connsiteY92" fmla="*/ 2286000 h 2870200"/>
              <a:gd name="connsiteX93" fmla="*/ 2234816 w 4114416"/>
              <a:gd name="connsiteY93" fmla="*/ 2235200 h 2870200"/>
              <a:gd name="connsiteX94" fmla="*/ 2251749 w 4114416"/>
              <a:gd name="connsiteY94" fmla="*/ 2514600 h 2870200"/>
              <a:gd name="connsiteX95" fmla="*/ 2277149 w 4114416"/>
              <a:gd name="connsiteY95" fmla="*/ 2565400 h 2870200"/>
              <a:gd name="connsiteX96" fmla="*/ 2285616 w 4114416"/>
              <a:gd name="connsiteY96" fmla="*/ 2489200 h 2870200"/>
              <a:gd name="connsiteX97" fmla="*/ 2302549 w 4114416"/>
              <a:gd name="connsiteY97" fmla="*/ 2421467 h 2870200"/>
              <a:gd name="connsiteX98" fmla="*/ 2311016 w 4114416"/>
              <a:gd name="connsiteY98" fmla="*/ 1718734 h 2870200"/>
              <a:gd name="connsiteX99" fmla="*/ 2336416 w 4114416"/>
              <a:gd name="connsiteY99" fmla="*/ 1811867 h 2870200"/>
              <a:gd name="connsiteX100" fmla="*/ 2361816 w 4114416"/>
              <a:gd name="connsiteY100" fmla="*/ 1871134 h 2870200"/>
              <a:gd name="connsiteX101" fmla="*/ 2387216 w 4114416"/>
              <a:gd name="connsiteY101" fmla="*/ 1938867 h 2870200"/>
              <a:gd name="connsiteX102" fmla="*/ 2395682 w 4114416"/>
              <a:gd name="connsiteY102" fmla="*/ 1972734 h 2870200"/>
              <a:gd name="connsiteX103" fmla="*/ 2404149 w 4114416"/>
              <a:gd name="connsiteY103" fmla="*/ 1574800 h 2870200"/>
              <a:gd name="connsiteX104" fmla="*/ 2429549 w 4114416"/>
              <a:gd name="connsiteY104" fmla="*/ 1236134 h 2870200"/>
              <a:gd name="connsiteX105" fmla="*/ 2446482 w 4114416"/>
              <a:gd name="connsiteY105" fmla="*/ 1092200 h 2870200"/>
              <a:gd name="connsiteX106" fmla="*/ 2454949 w 4114416"/>
              <a:gd name="connsiteY106" fmla="*/ 1066800 h 2870200"/>
              <a:gd name="connsiteX107" fmla="*/ 2463416 w 4114416"/>
              <a:gd name="connsiteY107" fmla="*/ 1092200 h 2870200"/>
              <a:gd name="connsiteX108" fmla="*/ 2480349 w 4114416"/>
              <a:gd name="connsiteY108" fmla="*/ 1117600 h 2870200"/>
              <a:gd name="connsiteX109" fmla="*/ 2488816 w 4114416"/>
              <a:gd name="connsiteY109" fmla="*/ 1227667 h 2870200"/>
              <a:gd name="connsiteX110" fmla="*/ 2514216 w 4114416"/>
              <a:gd name="connsiteY110" fmla="*/ 753534 h 2870200"/>
              <a:gd name="connsiteX111" fmla="*/ 2531149 w 4114416"/>
              <a:gd name="connsiteY111" fmla="*/ 685800 h 2870200"/>
              <a:gd name="connsiteX112" fmla="*/ 2539616 w 4114416"/>
              <a:gd name="connsiteY112" fmla="*/ 609600 h 2870200"/>
              <a:gd name="connsiteX113" fmla="*/ 2548082 w 4114416"/>
              <a:gd name="connsiteY113" fmla="*/ 558800 h 2870200"/>
              <a:gd name="connsiteX114" fmla="*/ 2565016 w 4114416"/>
              <a:gd name="connsiteY114" fmla="*/ 584200 h 2870200"/>
              <a:gd name="connsiteX115" fmla="*/ 2573482 w 4114416"/>
              <a:gd name="connsiteY115" fmla="*/ 778934 h 2870200"/>
              <a:gd name="connsiteX116" fmla="*/ 2615816 w 4114416"/>
              <a:gd name="connsiteY116" fmla="*/ 914400 h 2870200"/>
              <a:gd name="connsiteX117" fmla="*/ 2632749 w 4114416"/>
              <a:gd name="connsiteY117" fmla="*/ 973667 h 2870200"/>
              <a:gd name="connsiteX118" fmla="*/ 2649682 w 4114416"/>
              <a:gd name="connsiteY118" fmla="*/ 812800 h 2870200"/>
              <a:gd name="connsiteX119" fmla="*/ 2666616 w 4114416"/>
              <a:gd name="connsiteY119" fmla="*/ 694267 h 2870200"/>
              <a:gd name="connsiteX120" fmla="*/ 2692016 w 4114416"/>
              <a:gd name="connsiteY120" fmla="*/ 558800 h 2870200"/>
              <a:gd name="connsiteX121" fmla="*/ 2717416 w 4114416"/>
              <a:gd name="connsiteY121" fmla="*/ 321734 h 2870200"/>
              <a:gd name="connsiteX122" fmla="*/ 2734349 w 4114416"/>
              <a:gd name="connsiteY122" fmla="*/ 1058334 h 2870200"/>
              <a:gd name="connsiteX123" fmla="*/ 2760746 w 4114416"/>
              <a:gd name="connsiteY123" fmla="*/ 1023969 h 2870200"/>
              <a:gd name="connsiteX124" fmla="*/ 2810549 w 4114416"/>
              <a:gd name="connsiteY124" fmla="*/ 905934 h 2870200"/>
              <a:gd name="connsiteX125" fmla="*/ 2844416 w 4114416"/>
              <a:gd name="connsiteY125" fmla="*/ 855134 h 2870200"/>
              <a:gd name="connsiteX126" fmla="*/ 2869816 w 4114416"/>
              <a:gd name="connsiteY126" fmla="*/ 1422400 h 2870200"/>
              <a:gd name="connsiteX127" fmla="*/ 2878282 w 4114416"/>
              <a:gd name="connsiteY127" fmla="*/ 1388534 h 2870200"/>
              <a:gd name="connsiteX128" fmla="*/ 2895216 w 4114416"/>
              <a:gd name="connsiteY128" fmla="*/ 1363134 h 2870200"/>
              <a:gd name="connsiteX129" fmla="*/ 2920616 w 4114416"/>
              <a:gd name="connsiteY129" fmla="*/ 1278467 h 2870200"/>
              <a:gd name="connsiteX130" fmla="*/ 2937549 w 4114416"/>
              <a:gd name="connsiteY130" fmla="*/ 1320800 h 2870200"/>
              <a:gd name="connsiteX131" fmla="*/ 2954482 w 4114416"/>
              <a:gd name="connsiteY131" fmla="*/ 1388534 h 2870200"/>
              <a:gd name="connsiteX132" fmla="*/ 2971416 w 4114416"/>
              <a:gd name="connsiteY132" fmla="*/ 1422400 h 2870200"/>
              <a:gd name="connsiteX133" fmla="*/ 3013749 w 4114416"/>
              <a:gd name="connsiteY133" fmla="*/ 1540934 h 2870200"/>
              <a:gd name="connsiteX134" fmla="*/ 3030682 w 4114416"/>
              <a:gd name="connsiteY134" fmla="*/ 1566334 h 2870200"/>
              <a:gd name="connsiteX135" fmla="*/ 3064549 w 4114416"/>
              <a:gd name="connsiteY135" fmla="*/ 1718734 h 2870200"/>
              <a:gd name="connsiteX136" fmla="*/ 3089949 w 4114416"/>
              <a:gd name="connsiteY136" fmla="*/ 1761067 h 2870200"/>
              <a:gd name="connsiteX137" fmla="*/ 3123816 w 4114416"/>
              <a:gd name="connsiteY137" fmla="*/ 1879600 h 2870200"/>
              <a:gd name="connsiteX138" fmla="*/ 3115349 w 4114416"/>
              <a:gd name="connsiteY138" fmla="*/ 1913467 h 2870200"/>
              <a:gd name="connsiteX139" fmla="*/ 3127799 w 4114416"/>
              <a:gd name="connsiteY139" fmla="*/ 1901016 h 2870200"/>
              <a:gd name="connsiteX140" fmla="*/ 3106882 w 4114416"/>
              <a:gd name="connsiteY140" fmla="*/ 1888067 h 2870200"/>
              <a:gd name="connsiteX141" fmla="*/ 3132282 w 4114416"/>
              <a:gd name="connsiteY141" fmla="*/ 1871134 h 2870200"/>
              <a:gd name="connsiteX142" fmla="*/ 3140749 w 4114416"/>
              <a:gd name="connsiteY142" fmla="*/ 1769534 h 2870200"/>
              <a:gd name="connsiteX143" fmla="*/ 3157682 w 4114416"/>
              <a:gd name="connsiteY143" fmla="*/ 1710267 h 2870200"/>
              <a:gd name="connsiteX144" fmla="*/ 3166149 w 4114416"/>
              <a:gd name="connsiteY144" fmla="*/ 1684867 h 2870200"/>
              <a:gd name="connsiteX145" fmla="*/ 3191549 w 4114416"/>
              <a:gd name="connsiteY145" fmla="*/ 1676400 h 2870200"/>
              <a:gd name="connsiteX146" fmla="*/ 3200016 w 4114416"/>
              <a:gd name="connsiteY146" fmla="*/ 2006600 h 2870200"/>
              <a:gd name="connsiteX147" fmla="*/ 3208482 w 4114416"/>
              <a:gd name="connsiteY147" fmla="*/ 2048934 h 2870200"/>
              <a:gd name="connsiteX148" fmla="*/ 3216949 w 4114416"/>
              <a:gd name="connsiteY148" fmla="*/ 2099734 h 2870200"/>
              <a:gd name="connsiteX149" fmla="*/ 3233882 w 4114416"/>
              <a:gd name="connsiteY149" fmla="*/ 2048934 h 2870200"/>
              <a:gd name="connsiteX150" fmla="*/ 3242349 w 4114416"/>
              <a:gd name="connsiteY150" fmla="*/ 1998134 h 2870200"/>
              <a:gd name="connsiteX151" fmla="*/ 3276216 w 4114416"/>
              <a:gd name="connsiteY151" fmla="*/ 2353734 h 2870200"/>
              <a:gd name="connsiteX152" fmla="*/ 3301616 w 4114416"/>
              <a:gd name="connsiteY152" fmla="*/ 2387600 h 2870200"/>
              <a:gd name="connsiteX153" fmla="*/ 3310082 w 4114416"/>
              <a:gd name="connsiteY153" fmla="*/ 2497667 h 2870200"/>
              <a:gd name="connsiteX154" fmla="*/ 3327016 w 4114416"/>
              <a:gd name="connsiteY154" fmla="*/ 2531534 h 2870200"/>
              <a:gd name="connsiteX155" fmla="*/ 3343949 w 4114416"/>
              <a:gd name="connsiteY155" fmla="*/ 2599267 h 2870200"/>
              <a:gd name="connsiteX156" fmla="*/ 3369349 w 4114416"/>
              <a:gd name="connsiteY156" fmla="*/ 2667000 h 2870200"/>
              <a:gd name="connsiteX157" fmla="*/ 3411682 w 4114416"/>
              <a:gd name="connsiteY157" fmla="*/ 2810934 h 2870200"/>
              <a:gd name="connsiteX158" fmla="*/ 3437082 w 4114416"/>
              <a:gd name="connsiteY158" fmla="*/ 2870200 h 2870200"/>
              <a:gd name="connsiteX159" fmla="*/ 3462482 w 4114416"/>
              <a:gd name="connsiteY159" fmla="*/ 1828800 h 2870200"/>
              <a:gd name="connsiteX160" fmla="*/ 3461984 w 4114416"/>
              <a:gd name="connsiteY160" fmla="*/ 2090271 h 2870200"/>
              <a:gd name="connsiteX161" fmla="*/ 3487882 w 4114416"/>
              <a:gd name="connsiteY161" fmla="*/ 1735667 h 2870200"/>
              <a:gd name="connsiteX162" fmla="*/ 3513282 w 4114416"/>
              <a:gd name="connsiteY162" fmla="*/ 1651000 h 2870200"/>
              <a:gd name="connsiteX163" fmla="*/ 3521749 w 4114416"/>
              <a:gd name="connsiteY163" fmla="*/ 1701800 h 2870200"/>
              <a:gd name="connsiteX164" fmla="*/ 3525733 w 4114416"/>
              <a:gd name="connsiteY164" fmla="*/ 1875118 h 2870200"/>
              <a:gd name="connsiteX165" fmla="*/ 3547149 w 4114416"/>
              <a:gd name="connsiteY165" fmla="*/ 1752600 h 2870200"/>
              <a:gd name="connsiteX166" fmla="*/ 3555616 w 4114416"/>
              <a:gd name="connsiteY166" fmla="*/ 1693334 h 2870200"/>
              <a:gd name="connsiteX167" fmla="*/ 3597949 w 4114416"/>
              <a:gd name="connsiteY167" fmla="*/ 1608667 h 2870200"/>
              <a:gd name="connsiteX168" fmla="*/ 3614882 w 4114416"/>
              <a:gd name="connsiteY168" fmla="*/ 1566334 h 2870200"/>
              <a:gd name="connsiteX169" fmla="*/ 3657216 w 4114416"/>
              <a:gd name="connsiteY169" fmla="*/ 1464734 h 2870200"/>
              <a:gd name="connsiteX170" fmla="*/ 3661200 w 4114416"/>
              <a:gd name="connsiteY170" fmla="*/ 1373094 h 2870200"/>
              <a:gd name="connsiteX171" fmla="*/ 3682616 w 4114416"/>
              <a:gd name="connsiteY171" fmla="*/ 1363134 h 2870200"/>
              <a:gd name="connsiteX172" fmla="*/ 3699549 w 4114416"/>
              <a:gd name="connsiteY172" fmla="*/ 1320800 h 2870200"/>
              <a:gd name="connsiteX173" fmla="*/ 3694569 w 4114416"/>
              <a:gd name="connsiteY173" fmla="*/ 1151964 h 2870200"/>
              <a:gd name="connsiteX174" fmla="*/ 3741882 w 4114416"/>
              <a:gd name="connsiteY174" fmla="*/ 1227667 h 2870200"/>
              <a:gd name="connsiteX175" fmla="*/ 3750349 w 4114416"/>
              <a:gd name="connsiteY175" fmla="*/ 1176867 h 2870200"/>
              <a:gd name="connsiteX176" fmla="*/ 3767282 w 4114416"/>
              <a:gd name="connsiteY176" fmla="*/ 1126067 h 2870200"/>
              <a:gd name="connsiteX177" fmla="*/ 3775749 w 4114416"/>
              <a:gd name="connsiteY177" fmla="*/ 1058334 h 2870200"/>
              <a:gd name="connsiteX178" fmla="*/ 3784216 w 4114416"/>
              <a:gd name="connsiteY178" fmla="*/ 1270000 h 2870200"/>
              <a:gd name="connsiteX179" fmla="*/ 3813064 w 4114416"/>
              <a:gd name="connsiteY179" fmla="*/ 678606 h 2870200"/>
              <a:gd name="connsiteX180" fmla="*/ 3818082 w 4114416"/>
              <a:gd name="connsiteY180" fmla="*/ 558800 h 2870200"/>
              <a:gd name="connsiteX181" fmla="*/ 3835016 w 4114416"/>
              <a:gd name="connsiteY181" fmla="*/ 482600 h 2870200"/>
              <a:gd name="connsiteX182" fmla="*/ 3843482 w 4114416"/>
              <a:gd name="connsiteY182" fmla="*/ 533400 h 2870200"/>
              <a:gd name="connsiteX183" fmla="*/ 3860416 w 4114416"/>
              <a:gd name="connsiteY183" fmla="*/ 660400 h 2870200"/>
              <a:gd name="connsiteX184" fmla="*/ 3868882 w 4114416"/>
              <a:gd name="connsiteY184" fmla="*/ 702734 h 2870200"/>
              <a:gd name="connsiteX185" fmla="*/ 3885816 w 4114416"/>
              <a:gd name="connsiteY185" fmla="*/ 736600 h 2870200"/>
              <a:gd name="connsiteX186" fmla="*/ 3902749 w 4114416"/>
              <a:gd name="connsiteY186" fmla="*/ 702734 h 2870200"/>
              <a:gd name="connsiteX187" fmla="*/ 3962016 w 4114416"/>
              <a:gd name="connsiteY187" fmla="*/ 482600 h 2870200"/>
              <a:gd name="connsiteX188" fmla="*/ 3978949 w 4114416"/>
              <a:gd name="connsiteY188" fmla="*/ 457200 h 2870200"/>
              <a:gd name="connsiteX189" fmla="*/ 4004349 w 4114416"/>
              <a:gd name="connsiteY189" fmla="*/ 177800 h 2870200"/>
              <a:gd name="connsiteX190" fmla="*/ 4029749 w 4114416"/>
              <a:gd name="connsiteY190" fmla="*/ 135467 h 2870200"/>
              <a:gd name="connsiteX191" fmla="*/ 4038216 w 4114416"/>
              <a:gd name="connsiteY191" fmla="*/ 101600 h 2870200"/>
              <a:gd name="connsiteX192" fmla="*/ 4046682 w 4114416"/>
              <a:gd name="connsiteY192" fmla="*/ 76200 h 2870200"/>
              <a:gd name="connsiteX193" fmla="*/ 4055149 w 4114416"/>
              <a:gd name="connsiteY193" fmla="*/ 110067 h 2870200"/>
              <a:gd name="connsiteX194" fmla="*/ 4072082 w 4114416"/>
              <a:gd name="connsiteY194" fmla="*/ 160867 h 2870200"/>
              <a:gd name="connsiteX195" fmla="*/ 4114416 w 4114416"/>
              <a:gd name="connsiteY195" fmla="*/ 0 h 2870200"/>
              <a:gd name="connsiteX0" fmla="*/ 0 w 4114416"/>
              <a:gd name="connsiteY0" fmla="*/ 735359 h 2870200"/>
              <a:gd name="connsiteX1" fmla="*/ 22363 w 4114416"/>
              <a:gd name="connsiteY1" fmla="*/ 647092 h 2870200"/>
              <a:gd name="connsiteX2" fmla="*/ 53451 w 4114416"/>
              <a:gd name="connsiteY2" fmla="*/ 567267 h 2870200"/>
              <a:gd name="connsiteX3" fmla="*/ 61790 w 4114416"/>
              <a:gd name="connsiteY3" fmla="*/ 828517 h 2870200"/>
              <a:gd name="connsiteX4" fmla="*/ 57549 w 4114416"/>
              <a:gd name="connsiteY4" fmla="*/ 1083293 h 2870200"/>
              <a:gd name="connsiteX5" fmla="*/ 55282 w 4114416"/>
              <a:gd name="connsiteY5" fmla="*/ 1212385 h 2870200"/>
              <a:gd name="connsiteX6" fmla="*/ 69873 w 4114416"/>
              <a:gd name="connsiteY6" fmla="*/ 1401791 h 2870200"/>
              <a:gd name="connsiteX7" fmla="*/ 112335 w 4114416"/>
              <a:gd name="connsiteY7" fmla="*/ 1209517 h 2870200"/>
              <a:gd name="connsiteX8" fmla="*/ 135082 w 4114416"/>
              <a:gd name="connsiteY8" fmla="*/ 1100667 h 2870200"/>
              <a:gd name="connsiteX9" fmla="*/ 168949 w 4114416"/>
              <a:gd name="connsiteY9" fmla="*/ 999067 h 2870200"/>
              <a:gd name="connsiteX10" fmla="*/ 185882 w 4114416"/>
              <a:gd name="connsiteY10" fmla="*/ 948267 h 2870200"/>
              <a:gd name="connsiteX11" fmla="*/ 202816 w 4114416"/>
              <a:gd name="connsiteY11" fmla="*/ 1134534 h 2870200"/>
              <a:gd name="connsiteX12" fmla="*/ 219749 w 4114416"/>
              <a:gd name="connsiteY12" fmla="*/ 1464734 h 2870200"/>
              <a:gd name="connsiteX13" fmla="*/ 279016 w 4114416"/>
              <a:gd name="connsiteY13" fmla="*/ 1363134 h 2870200"/>
              <a:gd name="connsiteX14" fmla="*/ 304416 w 4114416"/>
              <a:gd name="connsiteY14" fmla="*/ 1371600 h 2870200"/>
              <a:gd name="connsiteX15" fmla="*/ 312882 w 4114416"/>
              <a:gd name="connsiteY15" fmla="*/ 2243667 h 2870200"/>
              <a:gd name="connsiteX16" fmla="*/ 338282 w 4114416"/>
              <a:gd name="connsiteY16" fmla="*/ 2201334 h 2870200"/>
              <a:gd name="connsiteX17" fmla="*/ 346749 w 4114416"/>
              <a:gd name="connsiteY17" fmla="*/ 2150534 h 2870200"/>
              <a:gd name="connsiteX18" fmla="*/ 371651 w 4114416"/>
              <a:gd name="connsiteY18" fmla="*/ 2376146 h 2870200"/>
              <a:gd name="connsiteX19" fmla="*/ 389082 w 4114416"/>
              <a:gd name="connsiteY19" fmla="*/ 2082800 h 2870200"/>
              <a:gd name="connsiteX20" fmla="*/ 414981 w 4114416"/>
              <a:gd name="connsiteY20" fmla="*/ 1792444 h 2870200"/>
              <a:gd name="connsiteX21" fmla="*/ 422949 w 4114416"/>
              <a:gd name="connsiteY21" fmla="*/ 2032000 h 2870200"/>
              <a:gd name="connsiteX22" fmla="*/ 453908 w 4114416"/>
              <a:gd name="connsiteY22" fmla="*/ 1990884 h 2870200"/>
              <a:gd name="connsiteX23" fmla="*/ 465282 w 4114416"/>
              <a:gd name="connsiteY23" fmla="*/ 1752600 h 2870200"/>
              <a:gd name="connsiteX24" fmla="*/ 490682 w 4114416"/>
              <a:gd name="connsiteY24" fmla="*/ 1651000 h 2870200"/>
              <a:gd name="connsiteX25" fmla="*/ 516082 w 4114416"/>
              <a:gd name="connsiteY25" fmla="*/ 1710267 h 2870200"/>
              <a:gd name="connsiteX26" fmla="*/ 524549 w 4114416"/>
              <a:gd name="connsiteY26" fmla="*/ 1851666 h 2870200"/>
              <a:gd name="connsiteX27" fmla="*/ 558416 w 4114416"/>
              <a:gd name="connsiteY27" fmla="*/ 1820334 h 2870200"/>
              <a:gd name="connsiteX28" fmla="*/ 583816 w 4114416"/>
              <a:gd name="connsiteY28" fmla="*/ 1938867 h 2870200"/>
              <a:gd name="connsiteX29" fmla="*/ 600749 w 4114416"/>
              <a:gd name="connsiteY29" fmla="*/ 1998134 h 2870200"/>
              <a:gd name="connsiteX30" fmla="*/ 643082 w 4114416"/>
              <a:gd name="connsiteY30" fmla="*/ 1786467 h 2870200"/>
              <a:gd name="connsiteX31" fmla="*/ 668482 w 4114416"/>
              <a:gd name="connsiteY31" fmla="*/ 1718734 h 2870200"/>
              <a:gd name="connsiteX32" fmla="*/ 685416 w 4114416"/>
              <a:gd name="connsiteY32" fmla="*/ 1617134 h 2870200"/>
              <a:gd name="connsiteX33" fmla="*/ 702349 w 4114416"/>
              <a:gd name="connsiteY33" fmla="*/ 1557867 h 2870200"/>
              <a:gd name="connsiteX34" fmla="*/ 710816 w 4114416"/>
              <a:gd name="connsiteY34" fmla="*/ 1524000 h 2870200"/>
              <a:gd name="connsiteX35" fmla="*/ 727749 w 4114416"/>
              <a:gd name="connsiteY35" fmla="*/ 1312334 h 2870200"/>
              <a:gd name="connsiteX36" fmla="*/ 744682 w 4114416"/>
              <a:gd name="connsiteY36" fmla="*/ 1380067 h 2870200"/>
              <a:gd name="connsiteX37" fmla="*/ 761616 w 4114416"/>
              <a:gd name="connsiteY37" fmla="*/ 1532467 h 2870200"/>
              <a:gd name="connsiteX38" fmla="*/ 778549 w 4114416"/>
              <a:gd name="connsiteY38" fmla="*/ 1566334 h 2870200"/>
              <a:gd name="connsiteX39" fmla="*/ 820882 w 4114416"/>
              <a:gd name="connsiteY39" fmla="*/ 1430867 h 2870200"/>
              <a:gd name="connsiteX40" fmla="*/ 854749 w 4114416"/>
              <a:gd name="connsiteY40" fmla="*/ 1388534 h 2870200"/>
              <a:gd name="connsiteX41" fmla="*/ 863216 w 4114416"/>
              <a:gd name="connsiteY41" fmla="*/ 1498600 h 2870200"/>
              <a:gd name="connsiteX42" fmla="*/ 888616 w 4114416"/>
              <a:gd name="connsiteY42" fmla="*/ 1811867 h 2870200"/>
              <a:gd name="connsiteX43" fmla="*/ 897082 w 4114416"/>
              <a:gd name="connsiteY43" fmla="*/ 1642534 h 2870200"/>
              <a:gd name="connsiteX44" fmla="*/ 930949 w 4114416"/>
              <a:gd name="connsiteY44" fmla="*/ 1557867 h 2870200"/>
              <a:gd name="connsiteX45" fmla="*/ 939416 w 4114416"/>
              <a:gd name="connsiteY45" fmla="*/ 2006600 h 2870200"/>
              <a:gd name="connsiteX46" fmla="*/ 964816 w 4114416"/>
              <a:gd name="connsiteY46" fmla="*/ 2116667 h 2870200"/>
              <a:gd name="connsiteX47" fmla="*/ 973282 w 4114416"/>
              <a:gd name="connsiteY47" fmla="*/ 1948424 h 2870200"/>
              <a:gd name="connsiteX48" fmla="*/ 990216 w 4114416"/>
              <a:gd name="connsiteY48" fmla="*/ 1794934 h 2870200"/>
              <a:gd name="connsiteX49" fmla="*/ 998682 w 4114416"/>
              <a:gd name="connsiteY49" fmla="*/ 1761067 h 2870200"/>
              <a:gd name="connsiteX50" fmla="*/ 1015616 w 4114416"/>
              <a:gd name="connsiteY50" fmla="*/ 1871134 h 2870200"/>
              <a:gd name="connsiteX51" fmla="*/ 1032549 w 4114416"/>
              <a:gd name="connsiteY51" fmla="*/ 1947334 h 2870200"/>
              <a:gd name="connsiteX52" fmla="*/ 1049482 w 4114416"/>
              <a:gd name="connsiteY52" fmla="*/ 2040467 h 2870200"/>
              <a:gd name="connsiteX53" fmla="*/ 1074882 w 4114416"/>
              <a:gd name="connsiteY53" fmla="*/ 2108200 h 2870200"/>
              <a:gd name="connsiteX54" fmla="*/ 1105586 w 4114416"/>
              <a:gd name="connsiteY54" fmla="*/ 2165034 h 2870200"/>
              <a:gd name="connsiteX55" fmla="*/ 1117344 w 4114416"/>
              <a:gd name="connsiteY55" fmla="*/ 2220675 h 2870200"/>
              <a:gd name="connsiteX56" fmla="*/ 1134149 w 4114416"/>
              <a:gd name="connsiteY56" fmla="*/ 2108200 h 2870200"/>
              <a:gd name="connsiteX57" fmla="*/ 1184949 w 4114416"/>
              <a:gd name="connsiteY57" fmla="*/ 1989667 h 2870200"/>
              <a:gd name="connsiteX58" fmla="*/ 1221851 w 4114416"/>
              <a:gd name="connsiteY58" fmla="*/ 1898967 h 2870200"/>
              <a:gd name="connsiteX59" fmla="*/ 1244216 w 4114416"/>
              <a:gd name="connsiteY59" fmla="*/ 2167467 h 2870200"/>
              <a:gd name="connsiteX60" fmla="*/ 1261149 w 4114416"/>
              <a:gd name="connsiteY60" fmla="*/ 2082800 h 2870200"/>
              <a:gd name="connsiteX61" fmla="*/ 1269616 w 4114416"/>
              <a:gd name="connsiteY61" fmla="*/ 2015067 h 2870200"/>
              <a:gd name="connsiteX62" fmla="*/ 1311949 w 4114416"/>
              <a:gd name="connsiteY62" fmla="*/ 1854200 h 2870200"/>
              <a:gd name="connsiteX63" fmla="*/ 1320416 w 4114416"/>
              <a:gd name="connsiteY63" fmla="*/ 1803400 h 2870200"/>
              <a:gd name="connsiteX64" fmla="*/ 1345816 w 4114416"/>
              <a:gd name="connsiteY64" fmla="*/ 1701800 h 2870200"/>
              <a:gd name="connsiteX65" fmla="*/ 1379682 w 4114416"/>
              <a:gd name="connsiteY65" fmla="*/ 1744134 h 2870200"/>
              <a:gd name="connsiteX66" fmla="*/ 1422016 w 4114416"/>
              <a:gd name="connsiteY66" fmla="*/ 1879600 h 2870200"/>
              <a:gd name="connsiteX67" fmla="*/ 1455882 w 4114416"/>
              <a:gd name="connsiteY67" fmla="*/ 1947334 h 2870200"/>
              <a:gd name="connsiteX68" fmla="*/ 1472816 w 4114416"/>
              <a:gd name="connsiteY68" fmla="*/ 1938867 h 2870200"/>
              <a:gd name="connsiteX69" fmla="*/ 1515149 w 4114416"/>
              <a:gd name="connsiteY69" fmla="*/ 1803400 h 2870200"/>
              <a:gd name="connsiteX70" fmla="*/ 1574416 w 4114416"/>
              <a:gd name="connsiteY70" fmla="*/ 1651000 h 2870200"/>
              <a:gd name="connsiteX71" fmla="*/ 1582882 w 4114416"/>
              <a:gd name="connsiteY71" fmla="*/ 1591734 h 2870200"/>
              <a:gd name="connsiteX72" fmla="*/ 1608410 w 4114416"/>
              <a:gd name="connsiteY72" fmla="*/ 1462351 h 2870200"/>
              <a:gd name="connsiteX73" fmla="*/ 1633682 w 4114416"/>
              <a:gd name="connsiteY73" fmla="*/ 1524000 h 2870200"/>
              <a:gd name="connsiteX74" fmla="*/ 1659082 w 4114416"/>
              <a:gd name="connsiteY74" fmla="*/ 1490134 h 2870200"/>
              <a:gd name="connsiteX75" fmla="*/ 1684482 w 4114416"/>
              <a:gd name="connsiteY75" fmla="*/ 1388534 h 2870200"/>
              <a:gd name="connsiteX76" fmla="*/ 1732631 w 4114416"/>
              <a:gd name="connsiteY76" fmla="*/ 1294184 h 2870200"/>
              <a:gd name="connsiteX77" fmla="*/ 1794549 w 4114416"/>
              <a:gd name="connsiteY77" fmla="*/ 1176867 h 2870200"/>
              <a:gd name="connsiteX78" fmla="*/ 1819949 w 4114416"/>
              <a:gd name="connsiteY78" fmla="*/ 1202267 h 2870200"/>
              <a:gd name="connsiteX79" fmla="*/ 1828416 w 4114416"/>
              <a:gd name="connsiteY79" fmla="*/ 1227667 h 2870200"/>
              <a:gd name="connsiteX80" fmla="*/ 1845349 w 4114416"/>
              <a:gd name="connsiteY80" fmla="*/ 1261534 h 2870200"/>
              <a:gd name="connsiteX81" fmla="*/ 1887682 w 4114416"/>
              <a:gd name="connsiteY81" fmla="*/ 1422400 h 2870200"/>
              <a:gd name="connsiteX82" fmla="*/ 1938482 w 4114416"/>
              <a:gd name="connsiteY82" fmla="*/ 1600200 h 2870200"/>
              <a:gd name="connsiteX83" fmla="*/ 1989282 w 4114416"/>
              <a:gd name="connsiteY83" fmla="*/ 1744134 h 2870200"/>
              <a:gd name="connsiteX84" fmla="*/ 2006216 w 4114416"/>
              <a:gd name="connsiteY84" fmla="*/ 1498600 h 2870200"/>
              <a:gd name="connsiteX85" fmla="*/ 2023149 w 4114416"/>
              <a:gd name="connsiteY85" fmla="*/ 1464734 h 2870200"/>
              <a:gd name="connsiteX86" fmla="*/ 2031616 w 4114416"/>
              <a:gd name="connsiteY86" fmla="*/ 1439334 h 2870200"/>
              <a:gd name="connsiteX87" fmla="*/ 2082416 w 4114416"/>
              <a:gd name="connsiteY87" fmla="*/ 2032000 h 2870200"/>
              <a:gd name="connsiteX88" fmla="*/ 2090882 w 4114416"/>
              <a:gd name="connsiteY88" fmla="*/ 2150534 h 2870200"/>
              <a:gd name="connsiteX89" fmla="*/ 2099349 w 4114416"/>
              <a:gd name="connsiteY89" fmla="*/ 2489200 h 2870200"/>
              <a:gd name="connsiteX90" fmla="*/ 2133216 w 4114416"/>
              <a:gd name="connsiteY90" fmla="*/ 2421467 h 2870200"/>
              <a:gd name="connsiteX91" fmla="*/ 2175549 w 4114416"/>
              <a:gd name="connsiteY91" fmla="*/ 2319867 h 2870200"/>
              <a:gd name="connsiteX92" fmla="*/ 2200949 w 4114416"/>
              <a:gd name="connsiteY92" fmla="*/ 2286000 h 2870200"/>
              <a:gd name="connsiteX93" fmla="*/ 2234816 w 4114416"/>
              <a:gd name="connsiteY93" fmla="*/ 2235200 h 2870200"/>
              <a:gd name="connsiteX94" fmla="*/ 2251749 w 4114416"/>
              <a:gd name="connsiteY94" fmla="*/ 2514600 h 2870200"/>
              <a:gd name="connsiteX95" fmla="*/ 2277149 w 4114416"/>
              <a:gd name="connsiteY95" fmla="*/ 2565400 h 2870200"/>
              <a:gd name="connsiteX96" fmla="*/ 2285616 w 4114416"/>
              <a:gd name="connsiteY96" fmla="*/ 2489200 h 2870200"/>
              <a:gd name="connsiteX97" fmla="*/ 2302549 w 4114416"/>
              <a:gd name="connsiteY97" fmla="*/ 2421467 h 2870200"/>
              <a:gd name="connsiteX98" fmla="*/ 2311016 w 4114416"/>
              <a:gd name="connsiteY98" fmla="*/ 1718734 h 2870200"/>
              <a:gd name="connsiteX99" fmla="*/ 2336416 w 4114416"/>
              <a:gd name="connsiteY99" fmla="*/ 1811867 h 2870200"/>
              <a:gd name="connsiteX100" fmla="*/ 2361816 w 4114416"/>
              <a:gd name="connsiteY100" fmla="*/ 1871134 h 2870200"/>
              <a:gd name="connsiteX101" fmla="*/ 2387216 w 4114416"/>
              <a:gd name="connsiteY101" fmla="*/ 1938867 h 2870200"/>
              <a:gd name="connsiteX102" fmla="*/ 2395682 w 4114416"/>
              <a:gd name="connsiteY102" fmla="*/ 1972734 h 2870200"/>
              <a:gd name="connsiteX103" fmla="*/ 2404149 w 4114416"/>
              <a:gd name="connsiteY103" fmla="*/ 1574800 h 2870200"/>
              <a:gd name="connsiteX104" fmla="*/ 2429549 w 4114416"/>
              <a:gd name="connsiteY104" fmla="*/ 1236134 h 2870200"/>
              <a:gd name="connsiteX105" fmla="*/ 2446482 w 4114416"/>
              <a:gd name="connsiteY105" fmla="*/ 1092200 h 2870200"/>
              <a:gd name="connsiteX106" fmla="*/ 2454949 w 4114416"/>
              <a:gd name="connsiteY106" fmla="*/ 1066800 h 2870200"/>
              <a:gd name="connsiteX107" fmla="*/ 2463416 w 4114416"/>
              <a:gd name="connsiteY107" fmla="*/ 1092200 h 2870200"/>
              <a:gd name="connsiteX108" fmla="*/ 2480349 w 4114416"/>
              <a:gd name="connsiteY108" fmla="*/ 1117600 h 2870200"/>
              <a:gd name="connsiteX109" fmla="*/ 2488816 w 4114416"/>
              <a:gd name="connsiteY109" fmla="*/ 1227667 h 2870200"/>
              <a:gd name="connsiteX110" fmla="*/ 2514216 w 4114416"/>
              <a:gd name="connsiteY110" fmla="*/ 753534 h 2870200"/>
              <a:gd name="connsiteX111" fmla="*/ 2531149 w 4114416"/>
              <a:gd name="connsiteY111" fmla="*/ 685800 h 2870200"/>
              <a:gd name="connsiteX112" fmla="*/ 2539616 w 4114416"/>
              <a:gd name="connsiteY112" fmla="*/ 609600 h 2870200"/>
              <a:gd name="connsiteX113" fmla="*/ 2548082 w 4114416"/>
              <a:gd name="connsiteY113" fmla="*/ 558800 h 2870200"/>
              <a:gd name="connsiteX114" fmla="*/ 2565016 w 4114416"/>
              <a:gd name="connsiteY114" fmla="*/ 584200 h 2870200"/>
              <a:gd name="connsiteX115" fmla="*/ 2573482 w 4114416"/>
              <a:gd name="connsiteY115" fmla="*/ 778934 h 2870200"/>
              <a:gd name="connsiteX116" fmla="*/ 2615816 w 4114416"/>
              <a:gd name="connsiteY116" fmla="*/ 914400 h 2870200"/>
              <a:gd name="connsiteX117" fmla="*/ 2632749 w 4114416"/>
              <a:gd name="connsiteY117" fmla="*/ 973667 h 2870200"/>
              <a:gd name="connsiteX118" fmla="*/ 2649682 w 4114416"/>
              <a:gd name="connsiteY118" fmla="*/ 812800 h 2870200"/>
              <a:gd name="connsiteX119" fmla="*/ 2666616 w 4114416"/>
              <a:gd name="connsiteY119" fmla="*/ 694267 h 2870200"/>
              <a:gd name="connsiteX120" fmla="*/ 2692016 w 4114416"/>
              <a:gd name="connsiteY120" fmla="*/ 558800 h 2870200"/>
              <a:gd name="connsiteX121" fmla="*/ 2717416 w 4114416"/>
              <a:gd name="connsiteY121" fmla="*/ 321734 h 2870200"/>
              <a:gd name="connsiteX122" fmla="*/ 2734349 w 4114416"/>
              <a:gd name="connsiteY122" fmla="*/ 1058334 h 2870200"/>
              <a:gd name="connsiteX123" fmla="*/ 2760746 w 4114416"/>
              <a:gd name="connsiteY123" fmla="*/ 1023969 h 2870200"/>
              <a:gd name="connsiteX124" fmla="*/ 2810549 w 4114416"/>
              <a:gd name="connsiteY124" fmla="*/ 905934 h 2870200"/>
              <a:gd name="connsiteX125" fmla="*/ 2844416 w 4114416"/>
              <a:gd name="connsiteY125" fmla="*/ 855134 h 2870200"/>
              <a:gd name="connsiteX126" fmla="*/ 2869816 w 4114416"/>
              <a:gd name="connsiteY126" fmla="*/ 1422400 h 2870200"/>
              <a:gd name="connsiteX127" fmla="*/ 2878282 w 4114416"/>
              <a:gd name="connsiteY127" fmla="*/ 1388534 h 2870200"/>
              <a:gd name="connsiteX128" fmla="*/ 2895216 w 4114416"/>
              <a:gd name="connsiteY128" fmla="*/ 1363134 h 2870200"/>
              <a:gd name="connsiteX129" fmla="*/ 2920616 w 4114416"/>
              <a:gd name="connsiteY129" fmla="*/ 1278467 h 2870200"/>
              <a:gd name="connsiteX130" fmla="*/ 2937549 w 4114416"/>
              <a:gd name="connsiteY130" fmla="*/ 1320800 h 2870200"/>
              <a:gd name="connsiteX131" fmla="*/ 2954482 w 4114416"/>
              <a:gd name="connsiteY131" fmla="*/ 1388534 h 2870200"/>
              <a:gd name="connsiteX132" fmla="*/ 2971416 w 4114416"/>
              <a:gd name="connsiteY132" fmla="*/ 1422400 h 2870200"/>
              <a:gd name="connsiteX133" fmla="*/ 3013749 w 4114416"/>
              <a:gd name="connsiteY133" fmla="*/ 1540934 h 2870200"/>
              <a:gd name="connsiteX134" fmla="*/ 3030682 w 4114416"/>
              <a:gd name="connsiteY134" fmla="*/ 1566334 h 2870200"/>
              <a:gd name="connsiteX135" fmla="*/ 3064549 w 4114416"/>
              <a:gd name="connsiteY135" fmla="*/ 1718734 h 2870200"/>
              <a:gd name="connsiteX136" fmla="*/ 3089949 w 4114416"/>
              <a:gd name="connsiteY136" fmla="*/ 1761067 h 2870200"/>
              <a:gd name="connsiteX137" fmla="*/ 3123816 w 4114416"/>
              <a:gd name="connsiteY137" fmla="*/ 1879600 h 2870200"/>
              <a:gd name="connsiteX138" fmla="*/ 3115349 w 4114416"/>
              <a:gd name="connsiteY138" fmla="*/ 1913467 h 2870200"/>
              <a:gd name="connsiteX139" fmla="*/ 3127799 w 4114416"/>
              <a:gd name="connsiteY139" fmla="*/ 1901016 h 2870200"/>
              <a:gd name="connsiteX140" fmla="*/ 3106882 w 4114416"/>
              <a:gd name="connsiteY140" fmla="*/ 1888067 h 2870200"/>
              <a:gd name="connsiteX141" fmla="*/ 3132282 w 4114416"/>
              <a:gd name="connsiteY141" fmla="*/ 1871134 h 2870200"/>
              <a:gd name="connsiteX142" fmla="*/ 3140749 w 4114416"/>
              <a:gd name="connsiteY142" fmla="*/ 1769534 h 2870200"/>
              <a:gd name="connsiteX143" fmla="*/ 3157682 w 4114416"/>
              <a:gd name="connsiteY143" fmla="*/ 1710267 h 2870200"/>
              <a:gd name="connsiteX144" fmla="*/ 3166149 w 4114416"/>
              <a:gd name="connsiteY144" fmla="*/ 1684867 h 2870200"/>
              <a:gd name="connsiteX145" fmla="*/ 3191549 w 4114416"/>
              <a:gd name="connsiteY145" fmla="*/ 1676400 h 2870200"/>
              <a:gd name="connsiteX146" fmla="*/ 3200016 w 4114416"/>
              <a:gd name="connsiteY146" fmla="*/ 2006600 h 2870200"/>
              <a:gd name="connsiteX147" fmla="*/ 3208482 w 4114416"/>
              <a:gd name="connsiteY147" fmla="*/ 2048934 h 2870200"/>
              <a:gd name="connsiteX148" fmla="*/ 3216949 w 4114416"/>
              <a:gd name="connsiteY148" fmla="*/ 2099734 h 2870200"/>
              <a:gd name="connsiteX149" fmla="*/ 3233882 w 4114416"/>
              <a:gd name="connsiteY149" fmla="*/ 2048934 h 2870200"/>
              <a:gd name="connsiteX150" fmla="*/ 3242349 w 4114416"/>
              <a:gd name="connsiteY150" fmla="*/ 1998134 h 2870200"/>
              <a:gd name="connsiteX151" fmla="*/ 3276216 w 4114416"/>
              <a:gd name="connsiteY151" fmla="*/ 2353734 h 2870200"/>
              <a:gd name="connsiteX152" fmla="*/ 3301616 w 4114416"/>
              <a:gd name="connsiteY152" fmla="*/ 2387600 h 2870200"/>
              <a:gd name="connsiteX153" fmla="*/ 3310082 w 4114416"/>
              <a:gd name="connsiteY153" fmla="*/ 2497667 h 2870200"/>
              <a:gd name="connsiteX154" fmla="*/ 3327016 w 4114416"/>
              <a:gd name="connsiteY154" fmla="*/ 2531534 h 2870200"/>
              <a:gd name="connsiteX155" fmla="*/ 3343949 w 4114416"/>
              <a:gd name="connsiteY155" fmla="*/ 2599267 h 2870200"/>
              <a:gd name="connsiteX156" fmla="*/ 3369349 w 4114416"/>
              <a:gd name="connsiteY156" fmla="*/ 2667000 h 2870200"/>
              <a:gd name="connsiteX157" fmla="*/ 3411682 w 4114416"/>
              <a:gd name="connsiteY157" fmla="*/ 2810934 h 2870200"/>
              <a:gd name="connsiteX158" fmla="*/ 3437082 w 4114416"/>
              <a:gd name="connsiteY158" fmla="*/ 2870200 h 2870200"/>
              <a:gd name="connsiteX159" fmla="*/ 3462482 w 4114416"/>
              <a:gd name="connsiteY159" fmla="*/ 1828800 h 2870200"/>
              <a:gd name="connsiteX160" fmla="*/ 3461984 w 4114416"/>
              <a:gd name="connsiteY160" fmla="*/ 2090271 h 2870200"/>
              <a:gd name="connsiteX161" fmla="*/ 3487882 w 4114416"/>
              <a:gd name="connsiteY161" fmla="*/ 1735667 h 2870200"/>
              <a:gd name="connsiteX162" fmla="*/ 3513282 w 4114416"/>
              <a:gd name="connsiteY162" fmla="*/ 1651000 h 2870200"/>
              <a:gd name="connsiteX163" fmla="*/ 3521749 w 4114416"/>
              <a:gd name="connsiteY163" fmla="*/ 1701800 h 2870200"/>
              <a:gd name="connsiteX164" fmla="*/ 3525733 w 4114416"/>
              <a:gd name="connsiteY164" fmla="*/ 1875118 h 2870200"/>
              <a:gd name="connsiteX165" fmla="*/ 3547149 w 4114416"/>
              <a:gd name="connsiteY165" fmla="*/ 1752600 h 2870200"/>
              <a:gd name="connsiteX166" fmla="*/ 3555616 w 4114416"/>
              <a:gd name="connsiteY166" fmla="*/ 1693334 h 2870200"/>
              <a:gd name="connsiteX167" fmla="*/ 3597949 w 4114416"/>
              <a:gd name="connsiteY167" fmla="*/ 1608667 h 2870200"/>
              <a:gd name="connsiteX168" fmla="*/ 3614882 w 4114416"/>
              <a:gd name="connsiteY168" fmla="*/ 1566334 h 2870200"/>
              <a:gd name="connsiteX169" fmla="*/ 3657216 w 4114416"/>
              <a:gd name="connsiteY169" fmla="*/ 1464734 h 2870200"/>
              <a:gd name="connsiteX170" fmla="*/ 3661200 w 4114416"/>
              <a:gd name="connsiteY170" fmla="*/ 1373094 h 2870200"/>
              <a:gd name="connsiteX171" fmla="*/ 3682616 w 4114416"/>
              <a:gd name="connsiteY171" fmla="*/ 1363134 h 2870200"/>
              <a:gd name="connsiteX172" fmla="*/ 3699549 w 4114416"/>
              <a:gd name="connsiteY172" fmla="*/ 1320800 h 2870200"/>
              <a:gd name="connsiteX173" fmla="*/ 3694569 w 4114416"/>
              <a:gd name="connsiteY173" fmla="*/ 1151964 h 2870200"/>
              <a:gd name="connsiteX174" fmla="*/ 3741882 w 4114416"/>
              <a:gd name="connsiteY174" fmla="*/ 1227667 h 2870200"/>
              <a:gd name="connsiteX175" fmla="*/ 3750349 w 4114416"/>
              <a:gd name="connsiteY175" fmla="*/ 1176867 h 2870200"/>
              <a:gd name="connsiteX176" fmla="*/ 3767282 w 4114416"/>
              <a:gd name="connsiteY176" fmla="*/ 1126067 h 2870200"/>
              <a:gd name="connsiteX177" fmla="*/ 3775749 w 4114416"/>
              <a:gd name="connsiteY177" fmla="*/ 1058334 h 2870200"/>
              <a:gd name="connsiteX178" fmla="*/ 3784216 w 4114416"/>
              <a:gd name="connsiteY178" fmla="*/ 1270000 h 2870200"/>
              <a:gd name="connsiteX179" fmla="*/ 3813064 w 4114416"/>
              <a:gd name="connsiteY179" fmla="*/ 678606 h 2870200"/>
              <a:gd name="connsiteX180" fmla="*/ 3818082 w 4114416"/>
              <a:gd name="connsiteY180" fmla="*/ 558800 h 2870200"/>
              <a:gd name="connsiteX181" fmla="*/ 3835016 w 4114416"/>
              <a:gd name="connsiteY181" fmla="*/ 482600 h 2870200"/>
              <a:gd name="connsiteX182" fmla="*/ 3843482 w 4114416"/>
              <a:gd name="connsiteY182" fmla="*/ 533400 h 2870200"/>
              <a:gd name="connsiteX183" fmla="*/ 3860416 w 4114416"/>
              <a:gd name="connsiteY183" fmla="*/ 660400 h 2870200"/>
              <a:gd name="connsiteX184" fmla="*/ 3868882 w 4114416"/>
              <a:gd name="connsiteY184" fmla="*/ 702734 h 2870200"/>
              <a:gd name="connsiteX185" fmla="*/ 3885816 w 4114416"/>
              <a:gd name="connsiteY185" fmla="*/ 736600 h 2870200"/>
              <a:gd name="connsiteX186" fmla="*/ 3902749 w 4114416"/>
              <a:gd name="connsiteY186" fmla="*/ 702734 h 2870200"/>
              <a:gd name="connsiteX187" fmla="*/ 3962016 w 4114416"/>
              <a:gd name="connsiteY187" fmla="*/ 482600 h 2870200"/>
              <a:gd name="connsiteX188" fmla="*/ 3978949 w 4114416"/>
              <a:gd name="connsiteY188" fmla="*/ 457200 h 2870200"/>
              <a:gd name="connsiteX189" fmla="*/ 4004349 w 4114416"/>
              <a:gd name="connsiteY189" fmla="*/ 177800 h 2870200"/>
              <a:gd name="connsiteX190" fmla="*/ 4029749 w 4114416"/>
              <a:gd name="connsiteY190" fmla="*/ 135467 h 2870200"/>
              <a:gd name="connsiteX191" fmla="*/ 4038216 w 4114416"/>
              <a:gd name="connsiteY191" fmla="*/ 101600 h 2870200"/>
              <a:gd name="connsiteX192" fmla="*/ 4046682 w 4114416"/>
              <a:gd name="connsiteY192" fmla="*/ 76200 h 2870200"/>
              <a:gd name="connsiteX193" fmla="*/ 4055149 w 4114416"/>
              <a:gd name="connsiteY193" fmla="*/ 110067 h 2870200"/>
              <a:gd name="connsiteX194" fmla="*/ 4072082 w 4114416"/>
              <a:gd name="connsiteY194" fmla="*/ 160867 h 2870200"/>
              <a:gd name="connsiteX195" fmla="*/ 4114416 w 4114416"/>
              <a:gd name="connsiteY195" fmla="*/ 0 h 2870200"/>
              <a:gd name="connsiteX0" fmla="*/ 0 w 4114416"/>
              <a:gd name="connsiteY0" fmla="*/ 735359 h 2870200"/>
              <a:gd name="connsiteX1" fmla="*/ 22363 w 4114416"/>
              <a:gd name="connsiteY1" fmla="*/ 647092 h 2870200"/>
              <a:gd name="connsiteX2" fmla="*/ 53451 w 4114416"/>
              <a:gd name="connsiteY2" fmla="*/ 567267 h 2870200"/>
              <a:gd name="connsiteX3" fmla="*/ 61790 w 4114416"/>
              <a:gd name="connsiteY3" fmla="*/ 828517 h 2870200"/>
              <a:gd name="connsiteX4" fmla="*/ 57549 w 4114416"/>
              <a:gd name="connsiteY4" fmla="*/ 1083293 h 2870200"/>
              <a:gd name="connsiteX5" fmla="*/ 55282 w 4114416"/>
              <a:gd name="connsiteY5" fmla="*/ 1212385 h 2870200"/>
              <a:gd name="connsiteX6" fmla="*/ 69873 w 4114416"/>
              <a:gd name="connsiteY6" fmla="*/ 1401791 h 2870200"/>
              <a:gd name="connsiteX7" fmla="*/ 112335 w 4114416"/>
              <a:gd name="connsiteY7" fmla="*/ 1209517 h 2870200"/>
              <a:gd name="connsiteX8" fmla="*/ 135082 w 4114416"/>
              <a:gd name="connsiteY8" fmla="*/ 1100667 h 2870200"/>
              <a:gd name="connsiteX9" fmla="*/ 168949 w 4114416"/>
              <a:gd name="connsiteY9" fmla="*/ 999067 h 2870200"/>
              <a:gd name="connsiteX10" fmla="*/ 185882 w 4114416"/>
              <a:gd name="connsiteY10" fmla="*/ 948267 h 2870200"/>
              <a:gd name="connsiteX11" fmla="*/ 202816 w 4114416"/>
              <a:gd name="connsiteY11" fmla="*/ 1134534 h 2870200"/>
              <a:gd name="connsiteX12" fmla="*/ 219749 w 4114416"/>
              <a:gd name="connsiteY12" fmla="*/ 1464734 h 2870200"/>
              <a:gd name="connsiteX13" fmla="*/ 279016 w 4114416"/>
              <a:gd name="connsiteY13" fmla="*/ 1363134 h 2870200"/>
              <a:gd name="connsiteX14" fmla="*/ 304416 w 4114416"/>
              <a:gd name="connsiteY14" fmla="*/ 1371600 h 2870200"/>
              <a:gd name="connsiteX15" fmla="*/ 312882 w 4114416"/>
              <a:gd name="connsiteY15" fmla="*/ 2243667 h 2870200"/>
              <a:gd name="connsiteX16" fmla="*/ 338282 w 4114416"/>
              <a:gd name="connsiteY16" fmla="*/ 2201334 h 2870200"/>
              <a:gd name="connsiteX17" fmla="*/ 346749 w 4114416"/>
              <a:gd name="connsiteY17" fmla="*/ 2150534 h 2870200"/>
              <a:gd name="connsiteX18" fmla="*/ 371651 w 4114416"/>
              <a:gd name="connsiteY18" fmla="*/ 2376146 h 2870200"/>
              <a:gd name="connsiteX19" fmla="*/ 389082 w 4114416"/>
              <a:gd name="connsiteY19" fmla="*/ 2082800 h 2870200"/>
              <a:gd name="connsiteX20" fmla="*/ 414981 w 4114416"/>
              <a:gd name="connsiteY20" fmla="*/ 1792444 h 2870200"/>
              <a:gd name="connsiteX21" fmla="*/ 422949 w 4114416"/>
              <a:gd name="connsiteY21" fmla="*/ 2032000 h 2870200"/>
              <a:gd name="connsiteX22" fmla="*/ 453908 w 4114416"/>
              <a:gd name="connsiteY22" fmla="*/ 1990884 h 2870200"/>
              <a:gd name="connsiteX23" fmla="*/ 465282 w 4114416"/>
              <a:gd name="connsiteY23" fmla="*/ 1752600 h 2870200"/>
              <a:gd name="connsiteX24" fmla="*/ 490682 w 4114416"/>
              <a:gd name="connsiteY24" fmla="*/ 1651000 h 2870200"/>
              <a:gd name="connsiteX25" fmla="*/ 516082 w 4114416"/>
              <a:gd name="connsiteY25" fmla="*/ 1710267 h 2870200"/>
              <a:gd name="connsiteX26" fmla="*/ 524549 w 4114416"/>
              <a:gd name="connsiteY26" fmla="*/ 1851666 h 2870200"/>
              <a:gd name="connsiteX27" fmla="*/ 558416 w 4114416"/>
              <a:gd name="connsiteY27" fmla="*/ 1820334 h 2870200"/>
              <a:gd name="connsiteX28" fmla="*/ 583816 w 4114416"/>
              <a:gd name="connsiteY28" fmla="*/ 1938867 h 2870200"/>
              <a:gd name="connsiteX29" fmla="*/ 600749 w 4114416"/>
              <a:gd name="connsiteY29" fmla="*/ 1998134 h 2870200"/>
              <a:gd name="connsiteX30" fmla="*/ 643082 w 4114416"/>
              <a:gd name="connsiteY30" fmla="*/ 1786467 h 2870200"/>
              <a:gd name="connsiteX31" fmla="*/ 668482 w 4114416"/>
              <a:gd name="connsiteY31" fmla="*/ 1718734 h 2870200"/>
              <a:gd name="connsiteX32" fmla="*/ 685416 w 4114416"/>
              <a:gd name="connsiteY32" fmla="*/ 1617134 h 2870200"/>
              <a:gd name="connsiteX33" fmla="*/ 702349 w 4114416"/>
              <a:gd name="connsiteY33" fmla="*/ 1557867 h 2870200"/>
              <a:gd name="connsiteX34" fmla="*/ 710816 w 4114416"/>
              <a:gd name="connsiteY34" fmla="*/ 1524000 h 2870200"/>
              <a:gd name="connsiteX35" fmla="*/ 727749 w 4114416"/>
              <a:gd name="connsiteY35" fmla="*/ 1312334 h 2870200"/>
              <a:gd name="connsiteX36" fmla="*/ 744682 w 4114416"/>
              <a:gd name="connsiteY36" fmla="*/ 1380067 h 2870200"/>
              <a:gd name="connsiteX37" fmla="*/ 761616 w 4114416"/>
              <a:gd name="connsiteY37" fmla="*/ 1532467 h 2870200"/>
              <a:gd name="connsiteX38" fmla="*/ 778549 w 4114416"/>
              <a:gd name="connsiteY38" fmla="*/ 1566334 h 2870200"/>
              <a:gd name="connsiteX39" fmla="*/ 820882 w 4114416"/>
              <a:gd name="connsiteY39" fmla="*/ 1430867 h 2870200"/>
              <a:gd name="connsiteX40" fmla="*/ 854749 w 4114416"/>
              <a:gd name="connsiteY40" fmla="*/ 1388534 h 2870200"/>
              <a:gd name="connsiteX41" fmla="*/ 863216 w 4114416"/>
              <a:gd name="connsiteY41" fmla="*/ 1498600 h 2870200"/>
              <a:gd name="connsiteX42" fmla="*/ 888616 w 4114416"/>
              <a:gd name="connsiteY42" fmla="*/ 1811867 h 2870200"/>
              <a:gd name="connsiteX43" fmla="*/ 897082 w 4114416"/>
              <a:gd name="connsiteY43" fmla="*/ 1642534 h 2870200"/>
              <a:gd name="connsiteX44" fmla="*/ 930949 w 4114416"/>
              <a:gd name="connsiteY44" fmla="*/ 1557867 h 2870200"/>
              <a:gd name="connsiteX45" fmla="*/ 939416 w 4114416"/>
              <a:gd name="connsiteY45" fmla="*/ 2006600 h 2870200"/>
              <a:gd name="connsiteX46" fmla="*/ 964816 w 4114416"/>
              <a:gd name="connsiteY46" fmla="*/ 2116667 h 2870200"/>
              <a:gd name="connsiteX47" fmla="*/ 973282 w 4114416"/>
              <a:gd name="connsiteY47" fmla="*/ 1948424 h 2870200"/>
              <a:gd name="connsiteX48" fmla="*/ 990216 w 4114416"/>
              <a:gd name="connsiteY48" fmla="*/ 1794934 h 2870200"/>
              <a:gd name="connsiteX49" fmla="*/ 998682 w 4114416"/>
              <a:gd name="connsiteY49" fmla="*/ 1761067 h 2870200"/>
              <a:gd name="connsiteX50" fmla="*/ 1015616 w 4114416"/>
              <a:gd name="connsiteY50" fmla="*/ 1871134 h 2870200"/>
              <a:gd name="connsiteX51" fmla="*/ 1032549 w 4114416"/>
              <a:gd name="connsiteY51" fmla="*/ 1947334 h 2870200"/>
              <a:gd name="connsiteX52" fmla="*/ 1049482 w 4114416"/>
              <a:gd name="connsiteY52" fmla="*/ 2040467 h 2870200"/>
              <a:gd name="connsiteX53" fmla="*/ 1074882 w 4114416"/>
              <a:gd name="connsiteY53" fmla="*/ 2108200 h 2870200"/>
              <a:gd name="connsiteX54" fmla="*/ 1105586 w 4114416"/>
              <a:gd name="connsiteY54" fmla="*/ 2165034 h 2870200"/>
              <a:gd name="connsiteX55" fmla="*/ 1117344 w 4114416"/>
              <a:gd name="connsiteY55" fmla="*/ 2220675 h 2870200"/>
              <a:gd name="connsiteX56" fmla="*/ 1134149 w 4114416"/>
              <a:gd name="connsiteY56" fmla="*/ 2108200 h 2870200"/>
              <a:gd name="connsiteX57" fmla="*/ 1184949 w 4114416"/>
              <a:gd name="connsiteY57" fmla="*/ 1989667 h 2870200"/>
              <a:gd name="connsiteX58" fmla="*/ 1221851 w 4114416"/>
              <a:gd name="connsiteY58" fmla="*/ 1898967 h 2870200"/>
              <a:gd name="connsiteX59" fmla="*/ 1244216 w 4114416"/>
              <a:gd name="connsiteY59" fmla="*/ 2167467 h 2870200"/>
              <a:gd name="connsiteX60" fmla="*/ 1261149 w 4114416"/>
              <a:gd name="connsiteY60" fmla="*/ 2082800 h 2870200"/>
              <a:gd name="connsiteX61" fmla="*/ 1269616 w 4114416"/>
              <a:gd name="connsiteY61" fmla="*/ 2015067 h 2870200"/>
              <a:gd name="connsiteX62" fmla="*/ 1311949 w 4114416"/>
              <a:gd name="connsiteY62" fmla="*/ 1854200 h 2870200"/>
              <a:gd name="connsiteX63" fmla="*/ 1320416 w 4114416"/>
              <a:gd name="connsiteY63" fmla="*/ 1803400 h 2870200"/>
              <a:gd name="connsiteX64" fmla="*/ 1345816 w 4114416"/>
              <a:gd name="connsiteY64" fmla="*/ 1701800 h 2870200"/>
              <a:gd name="connsiteX65" fmla="*/ 1379682 w 4114416"/>
              <a:gd name="connsiteY65" fmla="*/ 1744134 h 2870200"/>
              <a:gd name="connsiteX66" fmla="*/ 1422016 w 4114416"/>
              <a:gd name="connsiteY66" fmla="*/ 1879600 h 2870200"/>
              <a:gd name="connsiteX67" fmla="*/ 1455882 w 4114416"/>
              <a:gd name="connsiteY67" fmla="*/ 1947334 h 2870200"/>
              <a:gd name="connsiteX68" fmla="*/ 1472816 w 4114416"/>
              <a:gd name="connsiteY68" fmla="*/ 1938867 h 2870200"/>
              <a:gd name="connsiteX69" fmla="*/ 1515149 w 4114416"/>
              <a:gd name="connsiteY69" fmla="*/ 1803400 h 2870200"/>
              <a:gd name="connsiteX70" fmla="*/ 1574416 w 4114416"/>
              <a:gd name="connsiteY70" fmla="*/ 1651000 h 2870200"/>
              <a:gd name="connsiteX71" fmla="*/ 1582882 w 4114416"/>
              <a:gd name="connsiteY71" fmla="*/ 1591734 h 2870200"/>
              <a:gd name="connsiteX72" fmla="*/ 1608410 w 4114416"/>
              <a:gd name="connsiteY72" fmla="*/ 1462351 h 2870200"/>
              <a:gd name="connsiteX73" fmla="*/ 1633682 w 4114416"/>
              <a:gd name="connsiteY73" fmla="*/ 1524000 h 2870200"/>
              <a:gd name="connsiteX74" fmla="*/ 1659082 w 4114416"/>
              <a:gd name="connsiteY74" fmla="*/ 1490134 h 2870200"/>
              <a:gd name="connsiteX75" fmla="*/ 1684482 w 4114416"/>
              <a:gd name="connsiteY75" fmla="*/ 1388534 h 2870200"/>
              <a:gd name="connsiteX76" fmla="*/ 1732631 w 4114416"/>
              <a:gd name="connsiteY76" fmla="*/ 1294184 h 2870200"/>
              <a:gd name="connsiteX77" fmla="*/ 1794549 w 4114416"/>
              <a:gd name="connsiteY77" fmla="*/ 1176867 h 2870200"/>
              <a:gd name="connsiteX78" fmla="*/ 1819949 w 4114416"/>
              <a:gd name="connsiteY78" fmla="*/ 1202267 h 2870200"/>
              <a:gd name="connsiteX79" fmla="*/ 1845349 w 4114416"/>
              <a:gd name="connsiteY79" fmla="*/ 1261534 h 2870200"/>
              <a:gd name="connsiteX80" fmla="*/ 1887682 w 4114416"/>
              <a:gd name="connsiteY80" fmla="*/ 1422400 h 2870200"/>
              <a:gd name="connsiteX81" fmla="*/ 1938482 w 4114416"/>
              <a:gd name="connsiteY81" fmla="*/ 1600200 h 2870200"/>
              <a:gd name="connsiteX82" fmla="*/ 1989282 w 4114416"/>
              <a:gd name="connsiteY82" fmla="*/ 1744134 h 2870200"/>
              <a:gd name="connsiteX83" fmla="*/ 2006216 w 4114416"/>
              <a:gd name="connsiteY83" fmla="*/ 1498600 h 2870200"/>
              <a:gd name="connsiteX84" fmla="*/ 2023149 w 4114416"/>
              <a:gd name="connsiteY84" fmla="*/ 1464734 h 2870200"/>
              <a:gd name="connsiteX85" fmla="*/ 2031616 w 4114416"/>
              <a:gd name="connsiteY85" fmla="*/ 1439334 h 2870200"/>
              <a:gd name="connsiteX86" fmla="*/ 2082416 w 4114416"/>
              <a:gd name="connsiteY86" fmla="*/ 2032000 h 2870200"/>
              <a:gd name="connsiteX87" fmla="*/ 2090882 w 4114416"/>
              <a:gd name="connsiteY87" fmla="*/ 2150534 h 2870200"/>
              <a:gd name="connsiteX88" fmla="*/ 2099349 w 4114416"/>
              <a:gd name="connsiteY88" fmla="*/ 2489200 h 2870200"/>
              <a:gd name="connsiteX89" fmla="*/ 2133216 w 4114416"/>
              <a:gd name="connsiteY89" fmla="*/ 2421467 h 2870200"/>
              <a:gd name="connsiteX90" fmla="*/ 2175549 w 4114416"/>
              <a:gd name="connsiteY90" fmla="*/ 2319867 h 2870200"/>
              <a:gd name="connsiteX91" fmla="*/ 2200949 w 4114416"/>
              <a:gd name="connsiteY91" fmla="*/ 2286000 h 2870200"/>
              <a:gd name="connsiteX92" fmla="*/ 2234816 w 4114416"/>
              <a:gd name="connsiteY92" fmla="*/ 2235200 h 2870200"/>
              <a:gd name="connsiteX93" fmla="*/ 2251749 w 4114416"/>
              <a:gd name="connsiteY93" fmla="*/ 2514600 h 2870200"/>
              <a:gd name="connsiteX94" fmla="*/ 2277149 w 4114416"/>
              <a:gd name="connsiteY94" fmla="*/ 2565400 h 2870200"/>
              <a:gd name="connsiteX95" fmla="*/ 2285616 w 4114416"/>
              <a:gd name="connsiteY95" fmla="*/ 2489200 h 2870200"/>
              <a:gd name="connsiteX96" fmla="*/ 2302549 w 4114416"/>
              <a:gd name="connsiteY96" fmla="*/ 2421467 h 2870200"/>
              <a:gd name="connsiteX97" fmla="*/ 2311016 w 4114416"/>
              <a:gd name="connsiteY97" fmla="*/ 1718734 h 2870200"/>
              <a:gd name="connsiteX98" fmla="*/ 2336416 w 4114416"/>
              <a:gd name="connsiteY98" fmla="*/ 1811867 h 2870200"/>
              <a:gd name="connsiteX99" fmla="*/ 2361816 w 4114416"/>
              <a:gd name="connsiteY99" fmla="*/ 1871134 h 2870200"/>
              <a:gd name="connsiteX100" fmla="*/ 2387216 w 4114416"/>
              <a:gd name="connsiteY100" fmla="*/ 1938867 h 2870200"/>
              <a:gd name="connsiteX101" fmla="*/ 2395682 w 4114416"/>
              <a:gd name="connsiteY101" fmla="*/ 1972734 h 2870200"/>
              <a:gd name="connsiteX102" fmla="*/ 2404149 w 4114416"/>
              <a:gd name="connsiteY102" fmla="*/ 1574800 h 2870200"/>
              <a:gd name="connsiteX103" fmla="*/ 2429549 w 4114416"/>
              <a:gd name="connsiteY103" fmla="*/ 1236134 h 2870200"/>
              <a:gd name="connsiteX104" fmla="*/ 2446482 w 4114416"/>
              <a:gd name="connsiteY104" fmla="*/ 1092200 h 2870200"/>
              <a:gd name="connsiteX105" fmla="*/ 2454949 w 4114416"/>
              <a:gd name="connsiteY105" fmla="*/ 1066800 h 2870200"/>
              <a:gd name="connsiteX106" fmla="*/ 2463416 w 4114416"/>
              <a:gd name="connsiteY106" fmla="*/ 1092200 h 2870200"/>
              <a:gd name="connsiteX107" fmla="*/ 2480349 w 4114416"/>
              <a:gd name="connsiteY107" fmla="*/ 1117600 h 2870200"/>
              <a:gd name="connsiteX108" fmla="*/ 2488816 w 4114416"/>
              <a:gd name="connsiteY108" fmla="*/ 1227667 h 2870200"/>
              <a:gd name="connsiteX109" fmla="*/ 2514216 w 4114416"/>
              <a:gd name="connsiteY109" fmla="*/ 753534 h 2870200"/>
              <a:gd name="connsiteX110" fmla="*/ 2531149 w 4114416"/>
              <a:gd name="connsiteY110" fmla="*/ 685800 h 2870200"/>
              <a:gd name="connsiteX111" fmla="*/ 2539616 w 4114416"/>
              <a:gd name="connsiteY111" fmla="*/ 609600 h 2870200"/>
              <a:gd name="connsiteX112" fmla="*/ 2548082 w 4114416"/>
              <a:gd name="connsiteY112" fmla="*/ 558800 h 2870200"/>
              <a:gd name="connsiteX113" fmla="*/ 2565016 w 4114416"/>
              <a:gd name="connsiteY113" fmla="*/ 584200 h 2870200"/>
              <a:gd name="connsiteX114" fmla="*/ 2573482 w 4114416"/>
              <a:gd name="connsiteY114" fmla="*/ 778934 h 2870200"/>
              <a:gd name="connsiteX115" fmla="*/ 2615816 w 4114416"/>
              <a:gd name="connsiteY115" fmla="*/ 914400 h 2870200"/>
              <a:gd name="connsiteX116" fmla="*/ 2632749 w 4114416"/>
              <a:gd name="connsiteY116" fmla="*/ 973667 h 2870200"/>
              <a:gd name="connsiteX117" fmla="*/ 2649682 w 4114416"/>
              <a:gd name="connsiteY117" fmla="*/ 812800 h 2870200"/>
              <a:gd name="connsiteX118" fmla="*/ 2666616 w 4114416"/>
              <a:gd name="connsiteY118" fmla="*/ 694267 h 2870200"/>
              <a:gd name="connsiteX119" fmla="*/ 2692016 w 4114416"/>
              <a:gd name="connsiteY119" fmla="*/ 558800 h 2870200"/>
              <a:gd name="connsiteX120" fmla="*/ 2717416 w 4114416"/>
              <a:gd name="connsiteY120" fmla="*/ 321734 h 2870200"/>
              <a:gd name="connsiteX121" fmla="*/ 2734349 w 4114416"/>
              <a:gd name="connsiteY121" fmla="*/ 1058334 h 2870200"/>
              <a:gd name="connsiteX122" fmla="*/ 2760746 w 4114416"/>
              <a:gd name="connsiteY122" fmla="*/ 1023969 h 2870200"/>
              <a:gd name="connsiteX123" fmla="*/ 2810549 w 4114416"/>
              <a:gd name="connsiteY123" fmla="*/ 905934 h 2870200"/>
              <a:gd name="connsiteX124" fmla="*/ 2844416 w 4114416"/>
              <a:gd name="connsiteY124" fmla="*/ 855134 h 2870200"/>
              <a:gd name="connsiteX125" fmla="*/ 2869816 w 4114416"/>
              <a:gd name="connsiteY125" fmla="*/ 1422400 h 2870200"/>
              <a:gd name="connsiteX126" fmla="*/ 2878282 w 4114416"/>
              <a:gd name="connsiteY126" fmla="*/ 1388534 h 2870200"/>
              <a:gd name="connsiteX127" fmla="*/ 2895216 w 4114416"/>
              <a:gd name="connsiteY127" fmla="*/ 1363134 h 2870200"/>
              <a:gd name="connsiteX128" fmla="*/ 2920616 w 4114416"/>
              <a:gd name="connsiteY128" fmla="*/ 1278467 h 2870200"/>
              <a:gd name="connsiteX129" fmla="*/ 2937549 w 4114416"/>
              <a:gd name="connsiteY129" fmla="*/ 1320800 h 2870200"/>
              <a:gd name="connsiteX130" fmla="*/ 2954482 w 4114416"/>
              <a:gd name="connsiteY130" fmla="*/ 1388534 h 2870200"/>
              <a:gd name="connsiteX131" fmla="*/ 2971416 w 4114416"/>
              <a:gd name="connsiteY131" fmla="*/ 1422400 h 2870200"/>
              <a:gd name="connsiteX132" fmla="*/ 3013749 w 4114416"/>
              <a:gd name="connsiteY132" fmla="*/ 1540934 h 2870200"/>
              <a:gd name="connsiteX133" fmla="*/ 3030682 w 4114416"/>
              <a:gd name="connsiteY133" fmla="*/ 1566334 h 2870200"/>
              <a:gd name="connsiteX134" fmla="*/ 3064549 w 4114416"/>
              <a:gd name="connsiteY134" fmla="*/ 1718734 h 2870200"/>
              <a:gd name="connsiteX135" fmla="*/ 3089949 w 4114416"/>
              <a:gd name="connsiteY135" fmla="*/ 1761067 h 2870200"/>
              <a:gd name="connsiteX136" fmla="*/ 3123816 w 4114416"/>
              <a:gd name="connsiteY136" fmla="*/ 1879600 h 2870200"/>
              <a:gd name="connsiteX137" fmla="*/ 3115349 w 4114416"/>
              <a:gd name="connsiteY137" fmla="*/ 1913467 h 2870200"/>
              <a:gd name="connsiteX138" fmla="*/ 3127799 w 4114416"/>
              <a:gd name="connsiteY138" fmla="*/ 1901016 h 2870200"/>
              <a:gd name="connsiteX139" fmla="*/ 3106882 w 4114416"/>
              <a:gd name="connsiteY139" fmla="*/ 1888067 h 2870200"/>
              <a:gd name="connsiteX140" fmla="*/ 3132282 w 4114416"/>
              <a:gd name="connsiteY140" fmla="*/ 1871134 h 2870200"/>
              <a:gd name="connsiteX141" fmla="*/ 3140749 w 4114416"/>
              <a:gd name="connsiteY141" fmla="*/ 1769534 h 2870200"/>
              <a:gd name="connsiteX142" fmla="*/ 3157682 w 4114416"/>
              <a:gd name="connsiteY142" fmla="*/ 1710267 h 2870200"/>
              <a:gd name="connsiteX143" fmla="*/ 3166149 w 4114416"/>
              <a:gd name="connsiteY143" fmla="*/ 1684867 h 2870200"/>
              <a:gd name="connsiteX144" fmla="*/ 3191549 w 4114416"/>
              <a:gd name="connsiteY144" fmla="*/ 1676400 h 2870200"/>
              <a:gd name="connsiteX145" fmla="*/ 3200016 w 4114416"/>
              <a:gd name="connsiteY145" fmla="*/ 2006600 h 2870200"/>
              <a:gd name="connsiteX146" fmla="*/ 3208482 w 4114416"/>
              <a:gd name="connsiteY146" fmla="*/ 2048934 h 2870200"/>
              <a:gd name="connsiteX147" fmla="*/ 3216949 w 4114416"/>
              <a:gd name="connsiteY147" fmla="*/ 2099734 h 2870200"/>
              <a:gd name="connsiteX148" fmla="*/ 3233882 w 4114416"/>
              <a:gd name="connsiteY148" fmla="*/ 2048934 h 2870200"/>
              <a:gd name="connsiteX149" fmla="*/ 3242349 w 4114416"/>
              <a:gd name="connsiteY149" fmla="*/ 1998134 h 2870200"/>
              <a:gd name="connsiteX150" fmla="*/ 3276216 w 4114416"/>
              <a:gd name="connsiteY150" fmla="*/ 2353734 h 2870200"/>
              <a:gd name="connsiteX151" fmla="*/ 3301616 w 4114416"/>
              <a:gd name="connsiteY151" fmla="*/ 2387600 h 2870200"/>
              <a:gd name="connsiteX152" fmla="*/ 3310082 w 4114416"/>
              <a:gd name="connsiteY152" fmla="*/ 2497667 h 2870200"/>
              <a:gd name="connsiteX153" fmla="*/ 3327016 w 4114416"/>
              <a:gd name="connsiteY153" fmla="*/ 2531534 h 2870200"/>
              <a:gd name="connsiteX154" fmla="*/ 3343949 w 4114416"/>
              <a:gd name="connsiteY154" fmla="*/ 2599267 h 2870200"/>
              <a:gd name="connsiteX155" fmla="*/ 3369349 w 4114416"/>
              <a:gd name="connsiteY155" fmla="*/ 2667000 h 2870200"/>
              <a:gd name="connsiteX156" fmla="*/ 3411682 w 4114416"/>
              <a:gd name="connsiteY156" fmla="*/ 2810934 h 2870200"/>
              <a:gd name="connsiteX157" fmla="*/ 3437082 w 4114416"/>
              <a:gd name="connsiteY157" fmla="*/ 2870200 h 2870200"/>
              <a:gd name="connsiteX158" fmla="*/ 3462482 w 4114416"/>
              <a:gd name="connsiteY158" fmla="*/ 1828800 h 2870200"/>
              <a:gd name="connsiteX159" fmla="*/ 3461984 w 4114416"/>
              <a:gd name="connsiteY159" fmla="*/ 2090271 h 2870200"/>
              <a:gd name="connsiteX160" fmla="*/ 3487882 w 4114416"/>
              <a:gd name="connsiteY160" fmla="*/ 1735667 h 2870200"/>
              <a:gd name="connsiteX161" fmla="*/ 3513282 w 4114416"/>
              <a:gd name="connsiteY161" fmla="*/ 1651000 h 2870200"/>
              <a:gd name="connsiteX162" fmla="*/ 3521749 w 4114416"/>
              <a:gd name="connsiteY162" fmla="*/ 1701800 h 2870200"/>
              <a:gd name="connsiteX163" fmla="*/ 3525733 w 4114416"/>
              <a:gd name="connsiteY163" fmla="*/ 1875118 h 2870200"/>
              <a:gd name="connsiteX164" fmla="*/ 3547149 w 4114416"/>
              <a:gd name="connsiteY164" fmla="*/ 1752600 h 2870200"/>
              <a:gd name="connsiteX165" fmla="*/ 3555616 w 4114416"/>
              <a:gd name="connsiteY165" fmla="*/ 1693334 h 2870200"/>
              <a:gd name="connsiteX166" fmla="*/ 3597949 w 4114416"/>
              <a:gd name="connsiteY166" fmla="*/ 1608667 h 2870200"/>
              <a:gd name="connsiteX167" fmla="*/ 3614882 w 4114416"/>
              <a:gd name="connsiteY167" fmla="*/ 1566334 h 2870200"/>
              <a:gd name="connsiteX168" fmla="*/ 3657216 w 4114416"/>
              <a:gd name="connsiteY168" fmla="*/ 1464734 h 2870200"/>
              <a:gd name="connsiteX169" fmla="*/ 3661200 w 4114416"/>
              <a:gd name="connsiteY169" fmla="*/ 1373094 h 2870200"/>
              <a:gd name="connsiteX170" fmla="*/ 3682616 w 4114416"/>
              <a:gd name="connsiteY170" fmla="*/ 1363134 h 2870200"/>
              <a:gd name="connsiteX171" fmla="*/ 3699549 w 4114416"/>
              <a:gd name="connsiteY171" fmla="*/ 1320800 h 2870200"/>
              <a:gd name="connsiteX172" fmla="*/ 3694569 w 4114416"/>
              <a:gd name="connsiteY172" fmla="*/ 1151964 h 2870200"/>
              <a:gd name="connsiteX173" fmla="*/ 3741882 w 4114416"/>
              <a:gd name="connsiteY173" fmla="*/ 1227667 h 2870200"/>
              <a:gd name="connsiteX174" fmla="*/ 3750349 w 4114416"/>
              <a:gd name="connsiteY174" fmla="*/ 1176867 h 2870200"/>
              <a:gd name="connsiteX175" fmla="*/ 3767282 w 4114416"/>
              <a:gd name="connsiteY175" fmla="*/ 1126067 h 2870200"/>
              <a:gd name="connsiteX176" fmla="*/ 3775749 w 4114416"/>
              <a:gd name="connsiteY176" fmla="*/ 1058334 h 2870200"/>
              <a:gd name="connsiteX177" fmla="*/ 3784216 w 4114416"/>
              <a:gd name="connsiteY177" fmla="*/ 1270000 h 2870200"/>
              <a:gd name="connsiteX178" fmla="*/ 3813064 w 4114416"/>
              <a:gd name="connsiteY178" fmla="*/ 678606 h 2870200"/>
              <a:gd name="connsiteX179" fmla="*/ 3818082 w 4114416"/>
              <a:gd name="connsiteY179" fmla="*/ 558800 h 2870200"/>
              <a:gd name="connsiteX180" fmla="*/ 3835016 w 4114416"/>
              <a:gd name="connsiteY180" fmla="*/ 482600 h 2870200"/>
              <a:gd name="connsiteX181" fmla="*/ 3843482 w 4114416"/>
              <a:gd name="connsiteY181" fmla="*/ 533400 h 2870200"/>
              <a:gd name="connsiteX182" fmla="*/ 3860416 w 4114416"/>
              <a:gd name="connsiteY182" fmla="*/ 660400 h 2870200"/>
              <a:gd name="connsiteX183" fmla="*/ 3868882 w 4114416"/>
              <a:gd name="connsiteY183" fmla="*/ 702734 h 2870200"/>
              <a:gd name="connsiteX184" fmla="*/ 3885816 w 4114416"/>
              <a:gd name="connsiteY184" fmla="*/ 736600 h 2870200"/>
              <a:gd name="connsiteX185" fmla="*/ 3902749 w 4114416"/>
              <a:gd name="connsiteY185" fmla="*/ 702734 h 2870200"/>
              <a:gd name="connsiteX186" fmla="*/ 3962016 w 4114416"/>
              <a:gd name="connsiteY186" fmla="*/ 482600 h 2870200"/>
              <a:gd name="connsiteX187" fmla="*/ 3978949 w 4114416"/>
              <a:gd name="connsiteY187" fmla="*/ 457200 h 2870200"/>
              <a:gd name="connsiteX188" fmla="*/ 4004349 w 4114416"/>
              <a:gd name="connsiteY188" fmla="*/ 177800 h 2870200"/>
              <a:gd name="connsiteX189" fmla="*/ 4029749 w 4114416"/>
              <a:gd name="connsiteY189" fmla="*/ 135467 h 2870200"/>
              <a:gd name="connsiteX190" fmla="*/ 4038216 w 4114416"/>
              <a:gd name="connsiteY190" fmla="*/ 101600 h 2870200"/>
              <a:gd name="connsiteX191" fmla="*/ 4046682 w 4114416"/>
              <a:gd name="connsiteY191" fmla="*/ 76200 h 2870200"/>
              <a:gd name="connsiteX192" fmla="*/ 4055149 w 4114416"/>
              <a:gd name="connsiteY192" fmla="*/ 110067 h 2870200"/>
              <a:gd name="connsiteX193" fmla="*/ 4072082 w 4114416"/>
              <a:gd name="connsiteY193" fmla="*/ 160867 h 2870200"/>
              <a:gd name="connsiteX194" fmla="*/ 4114416 w 4114416"/>
              <a:gd name="connsiteY194" fmla="*/ 0 h 2870200"/>
              <a:gd name="connsiteX0" fmla="*/ 0 w 4114416"/>
              <a:gd name="connsiteY0" fmla="*/ 735359 h 2870200"/>
              <a:gd name="connsiteX1" fmla="*/ 22363 w 4114416"/>
              <a:gd name="connsiteY1" fmla="*/ 647092 h 2870200"/>
              <a:gd name="connsiteX2" fmla="*/ 53451 w 4114416"/>
              <a:gd name="connsiteY2" fmla="*/ 567267 h 2870200"/>
              <a:gd name="connsiteX3" fmla="*/ 61790 w 4114416"/>
              <a:gd name="connsiteY3" fmla="*/ 828517 h 2870200"/>
              <a:gd name="connsiteX4" fmla="*/ 57549 w 4114416"/>
              <a:gd name="connsiteY4" fmla="*/ 1083293 h 2870200"/>
              <a:gd name="connsiteX5" fmla="*/ 55282 w 4114416"/>
              <a:gd name="connsiteY5" fmla="*/ 1212385 h 2870200"/>
              <a:gd name="connsiteX6" fmla="*/ 69873 w 4114416"/>
              <a:gd name="connsiteY6" fmla="*/ 1401791 h 2870200"/>
              <a:gd name="connsiteX7" fmla="*/ 112335 w 4114416"/>
              <a:gd name="connsiteY7" fmla="*/ 1209517 h 2870200"/>
              <a:gd name="connsiteX8" fmla="*/ 135082 w 4114416"/>
              <a:gd name="connsiteY8" fmla="*/ 1100667 h 2870200"/>
              <a:gd name="connsiteX9" fmla="*/ 168949 w 4114416"/>
              <a:gd name="connsiteY9" fmla="*/ 999067 h 2870200"/>
              <a:gd name="connsiteX10" fmla="*/ 185882 w 4114416"/>
              <a:gd name="connsiteY10" fmla="*/ 948267 h 2870200"/>
              <a:gd name="connsiteX11" fmla="*/ 202816 w 4114416"/>
              <a:gd name="connsiteY11" fmla="*/ 1134534 h 2870200"/>
              <a:gd name="connsiteX12" fmla="*/ 219749 w 4114416"/>
              <a:gd name="connsiteY12" fmla="*/ 1464734 h 2870200"/>
              <a:gd name="connsiteX13" fmla="*/ 279016 w 4114416"/>
              <a:gd name="connsiteY13" fmla="*/ 1363134 h 2870200"/>
              <a:gd name="connsiteX14" fmla="*/ 304416 w 4114416"/>
              <a:gd name="connsiteY14" fmla="*/ 1371600 h 2870200"/>
              <a:gd name="connsiteX15" fmla="*/ 312882 w 4114416"/>
              <a:gd name="connsiteY15" fmla="*/ 2243667 h 2870200"/>
              <a:gd name="connsiteX16" fmla="*/ 338282 w 4114416"/>
              <a:gd name="connsiteY16" fmla="*/ 2201334 h 2870200"/>
              <a:gd name="connsiteX17" fmla="*/ 346749 w 4114416"/>
              <a:gd name="connsiteY17" fmla="*/ 2150534 h 2870200"/>
              <a:gd name="connsiteX18" fmla="*/ 371651 w 4114416"/>
              <a:gd name="connsiteY18" fmla="*/ 2376146 h 2870200"/>
              <a:gd name="connsiteX19" fmla="*/ 389082 w 4114416"/>
              <a:gd name="connsiteY19" fmla="*/ 2082800 h 2870200"/>
              <a:gd name="connsiteX20" fmla="*/ 414981 w 4114416"/>
              <a:gd name="connsiteY20" fmla="*/ 1792444 h 2870200"/>
              <a:gd name="connsiteX21" fmla="*/ 422949 w 4114416"/>
              <a:gd name="connsiteY21" fmla="*/ 2032000 h 2870200"/>
              <a:gd name="connsiteX22" fmla="*/ 453908 w 4114416"/>
              <a:gd name="connsiteY22" fmla="*/ 1990884 h 2870200"/>
              <a:gd name="connsiteX23" fmla="*/ 465282 w 4114416"/>
              <a:gd name="connsiteY23" fmla="*/ 1752600 h 2870200"/>
              <a:gd name="connsiteX24" fmla="*/ 490682 w 4114416"/>
              <a:gd name="connsiteY24" fmla="*/ 1651000 h 2870200"/>
              <a:gd name="connsiteX25" fmla="*/ 516082 w 4114416"/>
              <a:gd name="connsiteY25" fmla="*/ 1710267 h 2870200"/>
              <a:gd name="connsiteX26" fmla="*/ 524549 w 4114416"/>
              <a:gd name="connsiteY26" fmla="*/ 1851666 h 2870200"/>
              <a:gd name="connsiteX27" fmla="*/ 558416 w 4114416"/>
              <a:gd name="connsiteY27" fmla="*/ 1820334 h 2870200"/>
              <a:gd name="connsiteX28" fmla="*/ 583816 w 4114416"/>
              <a:gd name="connsiteY28" fmla="*/ 1938867 h 2870200"/>
              <a:gd name="connsiteX29" fmla="*/ 600749 w 4114416"/>
              <a:gd name="connsiteY29" fmla="*/ 1998134 h 2870200"/>
              <a:gd name="connsiteX30" fmla="*/ 643082 w 4114416"/>
              <a:gd name="connsiteY30" fmla="*/ 1786467 h 2870200"/>
              <a:gd name="connsiteX31" fmla="*/ 668482 w 4114416"/>
              <a:gd name="connsiteY31" fmla="*/ 1718734 h 2870200"/>
              <a:gd name="connsiteX32" fmla="*/ 685416 w 4114416"/>
              <a:gd name="connsiteY32" fmla="*/ 1617134 h 2870200"/>
              <a:gd name="connsiteX33" fmla="*/ 702349 w 4114416"/>
              <a:gd name="connsiteY33" fmla="*/ 1557867 h 2870200"/>
              <a:gd name="connsiteX34" fmla="*/ 710816 w 4114416"/>
              <a:gd name="connsiteY34" fmla="*/ 1524000 h 2870200"/>
              <a:gd name="connsiteX35" fmla="*/ 727749 w 4114416"/>
              <a:gd name="connsiteY35" fmla="*/ 1312334 h 2870200"/>
              <a:gd name="connsiteX36" fmla="*/ 744682 w 4114416"/>
              <a:gd name="connsiteY36" fmla="*/ 1380067 h 2870200"/>
              <a:gd name="connsiteX37" fmla="*/ 761616 w 4114416"/>
              <a:gd name="connsiteY37" fmla="*/ 1532467 h 2870200"/>
              <a:gd name="connsiteX38" fmla="*/ 778549 w 4114416"/>
              <a:gd name="connsiteY38" fmla="*/ 1566334 h 2870200"/>
              <a:gd name="connsiteX39" fmla="*/ 820882 w 4114416"/>
              <a:gd name="connsiteY39" fmla="*/ 1430867 h 2870200"/>
              <a:gd name="connsiteX40" fmla="*/ 854749 w 4114416"/>
              <a:gd name="connsiteY40" fmla="*/ 1388534 h 2870200"/>
              <a:gd name="connsiteX41" fmla="*/ 863216 w 4114416"/>
              <a:gd name="connsiteY41" fmla="*/ 1498600 h 2870200"/>
              <a:gd name="connsiteX42" fmla="*/ 888616 w 4114416"/>
              <a:gd name="connsiteY42" fmla="*/ 1811867 h 2870200"/>
              <a:gd name="connsiteX43" fmla="*/ 897082 w 4114416"/>
              <a:gd name="connsiteY43" fmla="*/ 1642534 h 2870200"/>
              <a:gd name="connsiteX44" fmla="*/ 930949 w 4114416"/>
              <a:gd name="connsiteY44" fmla="*/ 1557867 h 2870200"/>
              <a:gd name="connsiteX45" fmla="*/ 939416 w 4114416"/>
              <a:gd name="connsiteY45" fmla="*/ 2006600 h 2870200"/>
              <a:gd name="connsiteX46" fmla="*/ 964816 w 4114416"/>
              <a:gd name="connsiteY46" fmla="*/ 2116667 h 2870200"/>
              <a:gd name="connsiteX47" fmla="*/ 973282 w 4114416"/>
              <a:gd name="connsiteY47" fmla="*/ 1948424 h 2870200"/>
              <a:gd name="connsiteX48" fmla="*/ 990216 w 4114416"/>
              <a:gd name="connsiteY48" fmla="*/ 1794934 h 2870200"/>
              <a:gd name="connsiteX49" fmla="*/ 998682 w 4114416"/>
              <a:gd name="connsiteY49" fmla="*/ 1761067 h 2870200"/>
              <a:gd name="connsiteX50" fmla="*/ 1015616 w 4114416"/>
              <a:gd name="connsiteY50" fmla="*/ 1871134 h 2870200"/>
              <a:gd name="connsiteX51" fmla="*/ 1032549 w 4114416"/>
              <a:gd name="connsiteY51" fmla="*/ 1947334 h 2870200"/>
              <a:gd name="connsiteX52" fmla="*/ 1049482 w 4114416"/>
              <a:gd name="connsiteY52" fmla="*/ 2040467 h 2870200"/>
              <a:gd name="connsiteX53" fmla="*/ 1074882 w 4114416"/>
              <a:gd name="connsiteY53" fmla="*/ 2108200 h 2870200"/>
              <a:gd name="connsiteX54" fmla="*/ 1105586 w 4114416"/>
              <a:gd name="connsiteY54" fmla="*/ 2165034 h 2870200"/>
              <a:gd name="connsiteX55" fmla="*/ 1117344 w 4114416"/>
              <a:gd name="connsiteY55" fmla="*/ 2220675 h 2870200"/>
              <a:gd name="connsiteX56" fmla="*/ 1134149 w 4114416"/>
              <a:gd name="connsiteY56" fmla="*/ 2108200 h 2870200"/>
              <a:gd name="connsiteX57" fmla="*/ 1184949 w 4114416"/>
              <a:gd name="connsiteY57" fmla="*/ 1989667 h 2870200"/>
              <a:gd name="connsiteX58" fmla="*/ 1221851 w 4114416"/>
              <a:gd name="connsiteY58" fmla="*/ 1898967 h 2870200"/>
              <a:gd name="connsiteX59" fmla="*/ 1244216 w 4114416"/>
              <a:gd name="connsiteY59" fmla="*/ 2167467 h 2870200"/>
              <a:gd name="connsiteX60" fmla="*/ 1261149 w 4114416"/>
              <a:gd name="connsiteY60" fmla="*/ 2082800 h 2870200"/>
              <a:gd name="connsiteX61" fmla="*/ 1269616 w 4114416"/>
              <a:gd name="connsiteY61" fmla="*/ 2015067 h 2870200"/>
              <a:gd name="connsiteX62" fmla="*/ 1311949 w 4114416"/>
              <a:gd name="connsiteY62" fmla="*/ 1854200 h 2870200"/>
              <a:gd name="connsiteX63" fmla="*/ 1320416 w 4114416"/>
              <a:gd name="connsiteY63" fmla="*/ 1803400 h 2870200"/>
              <a:gd name="connsiteX64" fmla="*/ 1345816 w 4114416"/>
              <a:gd name="connsiteY64" fmla="*/ 1701800 h 2870200"/>
              <a:gd name="connsiteX65" fmla="*/ 1379682 w 4114416"/>
              <a:gd name="connsiteY65" fmla="*/ 1744134 h 2870200"/>
              <a:gd name="connsiteX66" fmla="*/ 1422016 w 4114416"/>
              <a:gd name="connsiteY66" fmla="*/ 1879600 h 2870200"/>
              <a:gd name="connsiteX67" fmla="*/ 1455882 w 4114416"/>
              <a:gd name="connsiteY67" fmla="*/ 1947334 h 2870200"/>
              <a:gd name="connsiteX68" fmla="*/ 1472816 w 4114416"/>
              <a:gd name="connsiteY68" fmla="*/ 1938867 h 2870200"/>
              <a:gd name="connsiteX69" fmla="*/ 1515149 w 4114416"/>
              <a:gd name="connsiteY69" fmla="*/ 1803400 h 2870200"/>
              <a:gd name="connsiteX70" fmla="*/ 1574416 w 4114416"/>
              <a:gd name="connsiteY70" fmla="*/ 1651000 h 2870200"/>
              <a:gd name="connsiteX71" fmla="*/ 1582882 w 4114416"/>
              <a:gd name="connsiteY71" fmla="*/ 1591734 h 2870200"/>
              <a:gd name="connsiteX72" fmla="*/ 1608410 w 4114416"/>
              <a:gd name="connsiteY72" fmla="*/ 1462351 h 2870200"/>
              <a:gd name="connsiteX73" fmla="*/ 1633682 w 4114416"/>
              <a:gd name="connsiteY73" fmla="*/ 1524000 h 2870200"/>
              <a:gd name="connsiteX74" fmla="*/ 1659082 w 4114416"/>
              <a:gd name="connsiteY74" fmla="*/ 1490134 h 2870200"/>
              <a:gd name="connsiteX75" fmla="*/ 1684482 w 4114416"/>
              <a:gd name="connsiteY75" fmla="*/ 1388534 h 2870200"/>
              <a:gd name="connsiteX76" fmla="*/ 1732631 w 4114416"/>
              <a:gd name="connsiteY76" fmla="*/ 1294184 h 2870200"/>
              <a:gd name="connsiteX77" fmla="*/ 1794549 w 4114416"/>
              <a:gd name="connsiteY77" fmla="*/ 1176867 h 2870200"/>
              <a:gd name="connsiteX78" fmla="*/ 1831067 w 4114416"/>
              <a:gd name="connsiteY78" fmla="*/ 1238516 h 2870200"/>
              <a:gd name="connsiteX79" fmla="*/ 1845349 w 4114416"/>
              <a:gd name="connsiteY79" fmla="*/ 1261534 h 2870200"/>
              <a:gd name="connsiteX80" fmla="*/ 1887682 w 4114416"/>
              <a:gd name="connsiteY80" fmla="*/ 1422400 h 2870200"/>
              <a:gd name="connsiteX81" fmla="*/ 1938482 w 4114416"/>
              <a:gd name="connsiteY81" fmla="*/ 1600200 h 2870200"/>
              <a:gd name="connsiteX82" fmla="*/ 1989282 w 4114416"/>
              <a:gd name="connsiteY82" fmla="*/ 1744134 h 2870200"/>
              <a:gd name="connsiteX83" fmla="*/ 2006216 w 4114416"/>
              <a:gd name="connsiteY83" fmla="*/ 1498600 h 2870200"/>
              <a:gd name="connsiteX84" fmla="*/ 2023149 w 4114416"/>
              <a:gd name="connsiteY84" fmla="*/ 1464734 h 2870200"/>
              <a:gd name="connsiteX85" fmla="*/ 2031616 w 4114416"/>
              <a:gd name="connsiteY85" fmla="*/ 1439334 h 2870200"/>
              <a:gd name="connsiteX86" fmla="*/ 2082416 w 4114416"/>
              <a:gd name="connsiteY86" fmla="*/ 2032000 h 2870200"/>
              <a:gd name="connsiteX87" fmla="*/ 2090882 w 4114416"/>
              <a:gd name="connsiteY87" fmla="*/ 2150534 h 2870200"/>
              <a:gd name="connsiteX88" fmla="*/ 2099349 w 4114416"/>
              <a:gd name="connsiteY88" fmla="*/ 2489200 h 2870200"/>
              <a:gd name="connsiteX89" fmla="*/ 2133216 w 4114416"/>
              <a:gd name="connsiteY89" fmla="*/ 2421467 h 2870200"/>
              <a:gd name="connsiteX90" fmla="*/ 2175549 w 4114416"/>
              <a:gd name="connsiteY90" fmla="*/ 2319867 h 2870200"/>
              <a:gd name="connsiteX91" fmla="*/ 2200949 w 4114416"/>
              <a:gd name="connsiteY91" fmla="*/ 2286000 h 2870200"/>
              <a:gd name="connsiteX92" fmla="*/ 2234816 w 4114416"/>
              <a:gd name="connsiteY92" fmla="*/ 2235200 h 2870200"/>
              <a:gd name="connsiteX93" fmla="*/ 2251749 w 4114416"/>
              <a:gd name="connsiteY93" fmla="*/ 2514600 h 2870200"/>
              <a:gd name="connsiteX94" fmla="*/ 2277149 w 4114416"/>
              <a:gd name="connsiteY94" fmla="*/ 2565400 h 2870200"/>
              <a:gd name="connsiteX95" fmla="*/ 2285616 w 4114416"/>
              <a:gd name="connsiteY95" fmla="*/ 2489200 h 2870200"/>
              <a:gd name="connsiteX96" fmla="*/ 2302549 w 4114416"/>
              <a:gd name="connsiteY96" fmla="*/ 2421467 h 2870200"/>
              <a:gd name="connsiteX97" fmla="*/ 2311016 w 4114416"/>
              <a:gd name="connsiteY97" fmla="*/ 1718734 h 2870200"/>
              <a:gd name="connsiteX98" fmla="*/ 2336416 w 4114416"/>
              <a:gd name="connsiteY98" fmla="*/ 1811867 h 2870200"/>
              <a:gd name="connsiteX99" fmla="*/ 2361816 w 4114416"/>
              <a:gd name="connsiteY99" fmla="*/ 1871134 h 2870200"/>
              <a:gd name="connsiteX100" fmla="*/ 2387216 w 4114416"/>
              <a:gd name="connsiteY100" fmla="*/ 1938867 h 2870200"/>
              <a:gd name="connsiteX101" fmla="*/ 2395682 w 4114416"/>
              <a:gd name="connsiteY101" fmla="*/ 1972734 h 2870200"/>
              <a:gd name="connsiteX102" fmla="*/ 2404149 w 4114416"/>
              <a:gd name="connsiteY102" fmla="*/ 1574800 h 2870200"/>
              <a:gd name="connsiteX103" fmla="*/ 2429549 w 4114416"/>
              <a:gd name="connsiteY103" fmla="*/ 1236134 h 2870200"/>
              <a:gd name="connsiteX104" fmla="*/ 2446482 w 4114416"/>
              <a:gd name="connsiteY104" fmla="*/ 1092200 h 2870200"/>
              <a:gd name="connsiteX105" fmla="*/ 2454949 w 4114416"/>
              <a:gd name="connsiteY105" fmla="*/ 1066800 h 2870200"/>
              <a:gd name="connsiteX106" fmla="*/ 2463416 w 4114416"/>
              <a:gd name="connsiteY106" fmla="*/ 1092200 h 2870200"/>
              <a:gd name="connsiteX107" fmla="*/ 2480349 w 4114416"/>
              <a:gd name="connsiteY107" fmla="*/ 1117600 h 2870200"/>
              <a:gd name="connsiteX108" fmla="*/ 2488816 w 4114416"/>
              <a:gd name="connsiteY108" fmla="*/ 1227667 h 2870200"/>
              <a:gd name="connsiteX109" fmla="*/ 2514216 w 4114416"/>
              <a:gd name="connsiteY109" fmla="*/ 753534 h 2870200"/>
              <a:gd name="connsiteX110" fmla="*/ 2531149 w 4114416"/>
              <a:gd name="connsiteY110" fmla="*/ 685800 h 2870200"/>
              <a:gd name="connsiteX111" fmla="*/ 2539616 w 4114416"/>
              <a:gd name="connsiteY111" fmla="*/ 609600 h 2870200"/>
              <a:gd name="connsiteX112" fmla="*/ 2548082 w 4114416"/>
              <a:gd name="connsiteY112" fmla="*/ 558800 h 2870200"/>
              <a:gd name="connsiteX113" fmla="*/ 2565016 w 4114416"/>
              <a:gd name="connsiteY113" fmla="*/ 584200 h 2870200"/>
              <a:gd name="connsiteX114" fmla="*/ 2573482 w 4114416"/>
              <a:gd name="connsiteY114" fmla="*/ 778934 h 2870200"/>
              <a:gd name="connsiteX115" fmla="*/ 2615816 w 4114416"/>
              <a:gd name="connsiteY115" fmla="*/ 914400 h 2870200"/>
              <a:gd name="connsiteX116" fmla="*/ 2632749 w 4114416"/>
              <a:gd name="connsiteY116" fmla="*/ 973667 h 2870200"/>
              <a:gd name="connsiteX117" fmla="*/ 2649682 w 4114416"/>
              <a:gd name="connsiteY117" fmla="*/ 812800 h 2870200"/>
              <a:gd name="connsiteX118" fmla="*/ 2666616 w 4114416"/>
              <a:gd name="connsiteY118" fmla="*/ 694267 h 2870200"/>
              <a:gd name="connsiteX119" fmla="*/ 2692016 w 4114416"/>
              <a:gd name="connsiteY119" fmla="*/ 558800 h 2870200"/>
              <a:gd name="connsiteX120" fmla="*/ 2717416 w 4114416"/>
              <a:gd name="connsiteY120" fmla="*/ 321734 h 2870200"/>
              <a:gd name="connsiteX121" fmla="*/ 2734349 w 4114416"/>
              <a:gd name="connsiteY121" fmla="*/ 1058334 h 2870200"/>
              <a:gd name="connsiteX122" fmla="*/ 2760746 w 4114416"/>
              <a:gd name="connsiteY122" fmla="*/ 1023969 h 2870200"/>
              <a:gd name="connsiteX123" fmla="*/ 2810549 w 4114416"/>
              <a:gd name="connsiteY123" fmla="*/ 905934 h 2870200"/>
              <a:gd name="connsiteX124" fmla="*/ 2844416 w 4114416"/>
              <a:gd name="connsiteY124" fmla="*/ 855134 h 2870200"/>
              <a:gd name="connsiteX125" fmla="*/ 2869816 w 4114416"/>
              <a:gd name="connsiteY125" fmla="*/ 1422400 h 2870200"/>
              <a:gd name="connsiteX126" fmla="*/ 2878282 w 4114416"/>
              <a:gd name="connsiteY126" fmla="*/ 1388534 h 2870200"/>
              <a:gd name="connsiteX127" fmla="*/ 2895216 w 4114416"/>
              <a:gd name="connsiteY127" fmla="*/ 1363134 h 2870200"/>
              <a:gd name="connsiteX128" fmla="*/ 2920616 w 4114416"/>
              <a:gd name="connsiteY128" fmla="*/ 1278467 h 2870200"/>
              <a:gd name="connsiteX129" fmla="*/ 2937549 w 4114416"/>
              <a:gd name="connsiteY129" fmla="*/ 1320800 h 2870200"/>
              <a:gd name="connsiteX130" fmla="*/ 2954482 w 4114416"/>
              <a:gd name="connsiteY130" fmla="*/ 1388534 h 2870200"/>
              <a:gd name="connsiteX131" fmla="*/ 2971416 w 4114416"/>
              <a:gd name="connsiteY131" fmla="*/ 1422400 h 2870200"/>
              <a:gd name="connsiteX132" fmla="*/ 3013749 w 4114416"/>
              <a:gd name="connsiteY132" fmla="*/ 1540934 h 2870200"/>
              <a:gd name="connsiteX133" fmla="*/ 3030682 w 4114416"/>
              <a:gd name="connsiteY133" fmla="*/ 1566334 h 2870200"/>
              <a:gd name="connsiteX134" fmla="*/ 3064549 w 4114416"/>
              <a:gd name="connsiteY134" fmla="*/ 1718734 h 2870200"/>
              <a:gd name="connsiteX135" fmla="*/ 3089949 w 4114416"/>
              <a:gd name="connsiteY135" fmla="*/ 1761067 h 2870200"/>
              <a:gd name="connsiteX136" fmla="*/ 3123816 w 4114416"/>
              <a:gd name="connsiteY136" fmla="*/ 1879600 h 2870200"/>
              <a:gd name="connsiteX137" fmla="*/ 3115349 w 4114416"/>
              <a:gd name="connsiteY137" fmla="*/ 1913467 h 2870200"/>
              <a:gd name="connsiteX138" fmla="*/ 3127799 w 4114416"/>
              <a:gd name="connsiteY138" fmla="*/ 1901016 h 2870200"/>
              <a:gd name="connsiteX139" fmla="*/ 3106882 w 4114416"/>
              <a:gd name="connsiteY139" fmla="*/ 1888067 h 2870200"/>
              <a:gd name="connsiteX140" fmla="*/ 3132282 w 4114416"/>
              <a:gd name="connsiteY140" fmla="*/ 1871134 h 2870200"/>
              <a:gd name="connsiteX141" fmla="*/ 3140749 w 4114416"/>
              <a:gd name="connsiteY141" fmla="*/ 1769534 h 2870200"/>
              <a:gd name="connsiteX142" fmla="*/ 3157682 w 4114416"/>
              <a:gd name="connsiteY142" fmla="*/ 1710267 h 2870200"/>
              <a:gd name="connsiteX143" fmla="*/ 3166149 w 4114416"/>
              <a:gd name="connsiteY143" fmla="*/ 1684867 h 2870200"/>
              <a:gd name="connsiteX144" fmla="*/ 3191549 w 4114416"/>
              <a:gd name="connsiteY144" fmla="*/ 1676400 h 2870200"/>
              <a:gd name="connsiteX145" fmla="*/ 3200016 w 4114416"/>
              <a:gd name="connsiteY145" fmla="*/ 2006600 h 2870200"/>
              <a:gd name="connsiteX146" fmla="*/ 3208482 w 4114416"/>
              <a:gd name="connsiteY146" fmla="*/ 2048934 h 2870200"/>
              <a:gd name="connsiteX147" fmla="*/ 3216949 w 4114416"/>
              <a:gd name="connsiteY147" fmla="*/ 2099734 h 2870200"/>
              <a:gd name="connsiteX148" fmla="*/ 3233882 w 4114416"/>
              <a:gd name="connsiteY148" fmla="*/ 2048934 h 2870200"/>
              <a:gd name="connsiteX149" fmla="*/ 3242349 w 4114416"/>
              <a:gd name="connsiteY149" fmla="*/ 1998134 h 2870200"/>
              <a:gd name="connsiteX150" fmla="*/ 3276216 w 4114416"/>
              <a:gd name="connsiteY150" fmla="*/ 2353734 h 2870200"/>
              <a:gd name="connsiteX151" fmla="*/ 3301616 w 4114416"/>
              <a:gd name="connsiteY151" fmla="*/ 2387600 h 2870200"/>
              <a:gd name="connsiteX152" fmla="*/ 3310082 w 4114416"/>
              <a:gd name="connsiteY152" fmla="*/ 2497667 h 2870200"/>
              <a:gd name="connsiteX153" fmla="*/ 3327016 w 4114416"/>
              <a:gd name="connsiteY153" fmla="*/ 2531534 h 2870200"/>
              <a:gd name="connsiteX154" fmla="*/ 3343949 w 4114416"/>
              <a:gd name="connsiteY154" fmla="*/ 2599267 h 2870200"/>
              <a:gd name="connsiteX155" fmla="*/ 3369349 w 4114416"/>
              <a:gd name="connsiteY155" fmla="*/ 2667000 h 2870200"/>
              <a:gd name="connsiteX156" fmla="*/ 3411682 w 4114416"/>
              <a:gd name="connsiteY156" fmla="*/ 2810934 h 2870200"/>
              <a:gd name="connsiteX157" fmla="*/ 3437082 w 4114416"/>
              <a:gd name="connsiteY157" fmla="*/ 2870200 h 2870200"/>
              <a:gd name="connsiteX158" fmla="*/ 3462482 w 4114416"/>
              <a:gd name="connsiteY158" fmla="*/ 1828800 h 2870200"/>
              <a:gd name="connsiteX159" fmla="*/ 3461984 w 4114416"/>
              <a:gd name="connsiteY159" fmla="*/ 2090271 h 2870200"/>
              <a:gd name="connsiteX160" fmla="*/ 3487882 w 4114416"/>
              <a:gd name="connsiteY160" fmla="*/ 1735667 h 2870200"/>
              <a:gd name="connsiteX161" fmla="*/ 3513282 w 4114416"/>
              <a:gd name="connsiteY161" fmla="*/ 1651000 h 2870200"/>
              <a:gd name="connsiteX162" fmla="*/ 3521749 w 4114416"/>
              <a:gd name="connsiteY162" fmla="*/ 1701800 h 2870200"/>
              <a:gd name="connsiteX163" fmla="*/ 3525733 w 4114416"/>
              <a:gd name="connsiteY163" fmla="*/ 1875118 h 2870200"/>
              <a:gd name="connsiteX164" fmla="*/ 3547149 w 4114416"/>
              <a:gd name="connsiteY164" fmla="*/ 1752600 h 2870200"/>
              <a:gd name="connsiteX165" fmla="*/ 3555616 w 4114416"/>
              <a:gd name="connsiteY165" fmla="*/ 1693334 h 2870200"/>
              <a:gd name="connsiteX166" fmla="*/ 3597949 w 4114416"/>
              <a:gd name="connsiteY166" fmla="*/ 1608667 h 2870200"/>
              <a:gd name="connsiteX167" fmla="*/ 3614882 w 4114416"/>
              <a:gd name="connsiteY167" fmla="*/ 1566334 h 2870200"/>
              <a:gd name="connsiteX168" fmla="*/ 3657216 w 4114416"/>
              <a:gd name="connsiteY168" fmla="*/ 1464734 h 2870200"/>
              <a:gd name="connsiteX169" fmla="*/ 3661200 w 4114416"/>
              <a:gd name="connsiteY169" fmla="*/ 1373094 h 2870200"/>
              <a:gd name="connsiteX170" fmla="*/ 3682616 w 4114416"/>
              <a:gd name="connsiteY170" fmla="*/ 1363134 h 2870200"/>
              <a:gd name="connsiteX171" fmla="*/ 3699549 w 4114416"/>
              <a:gd name="connsiteY171" fmla="*/ 1320800 h 2870200"/>
              <a:gd name="connsiteX172" fmla="*/ 3694569 w 4114416"/>
              <a:gd name="connsiteY172" fmla="*/ 1151964 h 2870200"/>
              <a:gd name="connsiteX173" fmla="*/ 3741882 w 4114416"/>
              <a:gd name="connsiteY173" fmla="*/ 1227667 h 2870200"/>
              <a:gd name="connsiteX174" fmla="*/ 3750349 w 4114416"/>
              <a:gd name="connsiteY174" fmla="*/ 1176867 h 2870200"/>
              <a:gd name="connsiteX175" fmla="*/ 3767282 w 4114416"/>
              <a:gd name="connsiteY175" fmla="*/ 1126067 h 2870200"/>
              <a:gd name="connsiteX176" fmla="*/ 3775749 w 4114416"/>
              <a:gd name="connsiteY176" fmla="*/ 1058334 h 2870200"/>
              <a:gd name="connsiteX177" fmla="*/ 3784216 w 4114416"/>
              <a:gd name="connsiteY177" fmla="*/ 1270000 h 2870200"/>
              <a:gd name="connsiteX178" fmla="*/ 3813064 w 4114416"/>
              <a:gd name="connsiteY178" fmla="*/ 678606 h 2870200"/>
              <a:gd name="connsiteX179" fmla="*/ 3818082 w 4114416"/>
              <a:gd name="connsiteY179" fmla="*/ 558800 h 2870200"/>
              <a:gd name="connsiteX180" fmla="*/ 3835016 w 4114416"/>
              <a:gd name="connsiteY180" fmla="*/ 482600 h 2870200"/>
              <a:gd name="connsiteX181" fmla="*/ 3843482 w 4114416"/>
              <a:gd name="connsiteY181" fmla="*/ 533400 h 2870200"/>
              <a:gd name="connsiteX182" fmla="*/ 3860416 w 4114416"/>
              <a:gd name="connsiteY182" fmla="*/ 660400 h 2870200"/>
              <a:gd name="connsiteX183" fmla="*/ 3868882 w 4114416"/>
              <a:gd name="connsiteY183" fmla="*/ 702734 h 2870200"/>
              <a:gd name="connsiteX184" fmla="*/ 3885816 w 4114416"/>
              <a:gd name="connsiteY184" fmla="*/ 736600 h 2870200"/>
              <a:gd name="connsiteX185" fmla="*/ 3902749 w 4114416"/>
              <a:gd name="connsiteY185" fmla="*/ 702734 h 2870200"/>
              <a:gd name="connsiteX186" fmla="*/ 3962016 w 4114416"/>
              <a:gd name="connsiteY186" fmla="*/ 482600 h 2870200"/>
              <a:gd name="connsiteX187" fmla="*/ 3978949 w 4114416"/>
              <a:gd name="connsiteY187" fmla="*/ 457200 h 2870200"/>
              <a:gd name="connsiteX188" fmla="*/ 4004349 w 4114416"/>
              <a:gd name="connsiteY188" fmla="*/ 177800 h 2870200"/>
              <a:gd name="connsiteX189" fmla="*/ 4029749 w 4114416"/>
              <a:gd name="connsiteY189" fmla="*/ 135467 h 2870200"/>
              <a:gd name="connsiteX190" fmla="*/ 4038216 w 4114416"/>
              <a:gd name="connsiteY190" fmla="*/ 101600 h 2870200"/>
              <a:gd name="connsiteX191" fmla="*/ 4046682 w 4114416"/>
              <a:gd name="connsiteY191" fmla="*/ 76200 h 2870200"/>
              <a:gd name="connsiteX192" fmla="*/ 4055149 w 4114416"/>
              <a:gd name="connsiteY192" fmla="*/ 110067 h 2870200"/>
              <a:gd name="connsiteX193" fmla="*/ 4072082 w 4114416"/>
              <a:gd name="connsiteY193" fmla="*/ 160867 h 2870200"/>
              <a:gd name="connsiteX194" fmla="*/ 4114416 w 4114416"/>
              <a:gd name="connsiteY194" fmla="*/ 0 h 2870200"/>
              <a:gd name="connsiteX0" fmla="*/ 0 w 4114416"/>
              <a:gd name="connsiteY0" fmla="*/ 735359 h 2870200"/>
              <a:gd name="connsiteX1" fmla="*/ 22363 w 4114416"/>
              <a:gd name="connsiteY1" fmla="*/ 647092 h 2870200"/>
              <a:gd name="connsiteX2" fmla="*/ 53451 w 4114416"/>
              <a:gd name="connsiteY2" fmla="*/ 567267 h 2870200"/>
              <a:gd name="connsiteX3" fmla="*/ 61790 w 4114416"/>
              <a:gd name="connsiteY3" fmla="*/ 828517 h 2870200"/>
              <a:gd name="connsiteX4" fmla="*/ 57549 w 4114416"/>
              <a:gd name="connsiteY4" fmla="*/ 1083293 h 2870200"/>
              <a:gd name="connsiteX5" fmla="*/ 55282 w 4114416"/>
              <a:gd name="connsiteY5" fmla="*/ 1212385 h 2870200"/>
              <a:gd name="connsiteX6" fmla="*/ 69873 w 4114416"/>
              <a:gd name="connsiteY6" fmla="*/ 1401791 h 2870200"/>
              <a:gd name="connsiteX7" fmla="*/ 112335 w 4114416"/>
              <a:gd name="connsiteY7" fmla="*/ 1209517 h 2870200"/>
              <a:gd name="connsiteX8" fmla="*/ 135082 w 4114416"/>
              <a:gd name="connsiteY8" fmla="*/ 1100667 h 2870200"/>
              <a:gd name="connsiteX9" fmla="*/ 168949 w 4114416"/>
              <a:gd name="connsiteY9" fmla="*/ 999067 h 2870200"/>
              <a:gd name="connsiteX10" fmla="*/ 185882 w 4114416"/>
              <a:gd name="connsiteY10" fmla="*/ 948267 h 2870200"/>
              <a:gd name="connsiteX11" fmla="*/ 202816 w 4114416"/>
              <a:gd name="connsiteY11" fmla="*/ 1134534 h 2870200"/>
              <a:gd name="connsiteX12" fmla="*/ 219749 w 4114416"/>
              <a:gd name="connsiteY12" fmla="*/ 1464734 h 2870200"/>
              <a:gd name="connsiteX13" fmla="*/ 279016 w 4114416"/>
              <a:gd name="connsiteY13" fmla="*/ 1363134 h 2870200"/>
              <a:gd name="connsiteX14" fmla="*/ 304416 w 4114416"/>
              <a:gd name="connsiteY14" fmla="*/ 1371600 h 2870200"/>
              <a:gd name="connsiteX15" fmla="*/ 312882 w 4114416"/>
              <a:gd name="connsiteY15" fmla="*/ 2243667 h 2870200"/>
              <a:gd name="connsiteX16" fmla="*/ 338282 w 4114416"/>
              <a:gd name="connsiteY16" fmla="*/ 2201334 h 2870200"/>
              <a:gd name="connsiteX17" fmla="*/ 346749 w 4114416"/>
              <a:gd name="connsiteY17" fmla="*/ 2150534 h 2870200"/>
              <a:gd name="connsiteX18" fmla="*/ 371651 w 4114416"/>
              <a:gd name="connsiteY18" fmla="*/ 2376146 h 2870200"/>
              <a:gd name="connsiteX19" fmla="*/ 389082 w 4114416"/>
              <a:gd name="connsiteY19" fmla="*/ 2082800 h 2870200"/>
              <a:gd name="connsiteX20" fmla="*/ 414981 w 4114416"/>
              <a:gd name="connsiteY20" fmla="*/ 1792444 h 2870200"/>
              <a:gd name="connsiteX21" fmla="*/ 422949 w 4114416"/>
              <a:gd name="connsiteY21" fmla="*/ 2032000 h 2870200"/>
              <a:gd name="connsiteX22" fmla="*/ 453908 w 4114416"/>
              <a:gd name="connsiteY22" fmla="*/ 1990884 h 2870200"/>
              <a:gd name="connsiteX23" fmla="*/ 465282 w 4114416"/>
              <a:gd name="connsiteY23" fmla="*/ 1752600 h 2870200"/>
              <a:gd name="connsiteX24" fmla="*/ 490682 w 4114416"/>
              <a:gd name="connsiteY24" fmla="*/ 1651000 h 2870200"/>
              <a:gd name="connsiteX25" fmla="*/ 516082 w 4114416"/>
              <a:gd name="connsiteY25" fmla="*/ 1710267 h 2870200"/>
              <a:gd name="connsiteX26" fmla="*/ 524549 w 4114416"/>
              <a:gd name="connsiteY26" fmla="*/ 1851666 h 2870200"/>
              <a:gd name="connsiteX27" fmla="*/ 558416 w 4114416"/>
              <a:gd name="connsiteY27" fmla="*/ 1820334 h 2870200"/>
              <a:gd name="connsiteX28" fmla="*/ 583816 w 4114416"/>
              <a:gd name="connsiteY28" fmla="*/ 1938867 h 2870200"/>
              <a:gd name="connsiteX29" fmla="*/ 600749 w 4114416"/>
              <a:gd name="connsiteY29" fmla="*/ 1998134 h 2870200"/>
              <a:gd name="connsiteX30" fmla="*/ 643082 w 4114416"/>
              <a:gd name="connsiteY30" fmla="*/ 1786467 h 2870200"/>
              <a:gd name="connsiteX31" fmla="*/ 668482 w 4114416"/>
              <a:gd name="connsiteY31" fmla="*/ 1718734 h 2870200"/>
              <a:gd name="connsiteX32" fmla="*/ 685416 w 4114416"/>
              <a:gd name="connsiteY32" fmla="*/ 1617134 h 2870200"/>
              <a:gd name="connsiteX33" fmla="*/ 702349 w 4114416"/>
              <a:gd name="connsiteY33" fmla="*/ 1557867 h 2870200"/>
              <a:gd name="connsiteX34" fmla="*/ 710816 w 4114416"/>
              <a:gd name="connsiteY34" fmla="*/ 1524000 h 2870200"/>
              <a:gd name="connsiteX35" fmla="*/ 727749 w 4114416"/>
              <a:gd name="connsiteY35" fmla="*/ 1312334 h 2870200"/>
              <a:gd name="connsiteX36" fmla="*/ 744682 w 4114416"/>
              <a:gd name="connsiteY36" fmla="*/ 1380067 h 2870200"/>
              <a:gd name="connsiteX37" fmla="*/ 761616 w 4114416"/>
              <a:gd name="connsiteY37" fmla="*/ 1532467 h 2870200"/>
              <a:gd name="connsiteX38" fmla="*/ 778549 w 4114416"/>
              <a:gd name="connsiteY38" fmla="*/ 1566334 h 2870200"/>
              <a:gd name="connsiteX39" fmla="*/ 820882 w 4114416"/>
              <a:gd name="connsiteY39" fmla="*/ 1430867 h 2870200"/>
              <a:gd name="connsiteX40" fmla="*/ 854749 w 4114416"/>
              <a:gd name="connsiteY40" fmla="*/ 1388534 h 2870200"/>
              <a:gd name="connsiteX41" fmla="*/ 863216 w 4114416"/>
              <a:gd name="connsiteY41" fmla="*/ 1498600 h 2870200"/>
              <a:gd name="connsiteX42" fmla="*/ 888616 w 4114416"/>
              <a:gd name="connsiteY42" fmla="*/ 1811867 h 2870200"/>
              <a:gd name="connsiteX43" fmla="*/ 897082 w 4114416"/>
              <a:gd name="connsiteY43" fmla="*/ 1642534 h 2870200"/>
              <a:gd name="connsiteX44" fmla="*/ 930949 w 4114416"/>
              <a:gd name="connsiteY44" fmla="*/ 1557867 h 2870200"/>
              <a:gd name="connsiteX45" fmla="*/ 939416 w 4114416"/>
              <a:gd name="connsiteY45" fmla="*/ 2006600 h 2870200"/>
              <a:gd name="connsiteX46" fmla="*/ 964816 w 4114416"/>
              <a:gd name="connsiteY46" fmla="*/ 2116667 h 2870200"/>
              <a:gd name="connsiteX47" fmla="*/ 973282 w 4114416"/>
              <a:gd name="connsiteY47" fmla="*/ 1948424 h 2870200"/>
              <a:gd name="connsiteX48" fmla="*/ 990216 w 4114416"/>
              <a:gd name="connsiteY48" fmla="*/ 1794934 h 2870200"/>
              <a:gd name="connsiteX49" fmla="*/ 998682 w 4114416"/>
              <a:gd name="connsiteY49" fmla="*/ 1761067 h 2870200"/>
              <a:gd name="connsiteX50" fmla="*/ 1015616 w 4114416"/>
              <a:gd name="connsiteY50" fmla="*/ 1871134 h 2870200"/>
              <a:gd name="connsiteX51" fmla="*/ 1032549 w 4114416"/>
              <a:gd name="connsiteY51" fmla="*/ 1947334 h 2870200"/>
              <a:gd name="connsiteX52" fmla="*/ 1049482 w 4114416"/>
              <a:gd name="connsiteY52" fmla="*/ 2040467 h 2870200"/>
              <a:gd name="connsiteX53" fmla="*/ 1074882 w 4114416"/>
              <a:gd name="connsiteY53" fmla="*/ 2108200 h 2870200"/>
              <a:gd name="connsiteX54" fmla="*/ 1105586 w 4114416"/>
              <a:gd name="connsiteY54" fmla="*/ 2165034 h 2870200"/>
              <a:gd name="connsiteX55" fmla="*/ 1117344 w 4114416"/>
              <a:gd name="connsiteY55" fmla="*/ 2220675 h 2870200"/>
              <a:gd name="connsiteX56" fmla="*/ 1134149 w 4114416"/>
              <a:gd name="connsiteY56" fmla="*/ 2108200 h 2870200"/>
              <a:gd name="connsiteX57" fmla="*/ 1184949 w 4114416"/>
              <a:gd name="connsiteY57" fmla="*/ 1989667 h 2870200"/>
              <a:gd name="connsiteX58" fmla="*/ 1221851 w 4114416"/>
              <a:gd name="connsiteY58" fmla="*/ 1898967 h 2870200"/>
              <a:gd name="connsiteX59" fmla="*/ 1244216 w 4114416"/>
              <a:gd name="connsiteY59" fmla="*/ 2167467 h 2870200"/>
              <a:gd name="connsiteX60" fmla="*/ 1261149 w 4114416"/>
              <a:gd name="connsiteY60" fmla="*/ 2082800 h 2870200"/>
              <a:gd name="connsiteX61" fmla="*/ 1269616 w 4114416"/>
              <a:gd name="connsiteY61" fmla="*/ 2015067 h 2870200"/>
              <a:gd name="connsiteX62" fmla="*/ 1311949 w 4114416"/>
              <a:gd name="connsiteY62" fmla="*/ 1854200 h 2870200"/>
              <a:gd name="connsiteX63" fmla="*/ 1320416 w 4114416"/>
              <a:gd name="connsiteY63" fmla="*/ 1803400 h 2870200"/>
              <a:gd name="connsiteX64" fmla="*/ 1345816 w 4114416"/>
              <a:gd name="connsiteY64" fmla="*/ 1701800 h 2870200"/>
              <a:gd name="connsiteX65" fmla="*/ 1379682 w 4114416"/>
              <a:gd name="connsiteY65" fmla="*/ 1744134 h 2870200"/>
              <a:gd name="connsiteX66" fmla="*/ 1422016 w 4114416"/>
              <a:gd name="connsiteY66" fmla="*/ 1879600 h 2870200"/>
              <a:gd name="connsiteX67" fmla="*/ 1455882 w 4114416"/>
              <a:gd name="connsiteY67" fmla="*/ 1947334 h 2870200"/>
              <a:gd name="connsiteX68" fmla="*/ 1472816 w 4114416"/>
              <a:gd name="connsiteY68" fmla="*/ 1938867 h 2870200"/>
              <a:gd name="connsiteX69" fmla="*/ 1515149 w 4114416"/>
              <a:gd name="connsiteY69" fmla="*/ 1803400 h 2870200"/>
              <a:gd name="connsiteX70" fmla="*/ 1574416 w 4114416"/>
              <a:gd name="connsiteY70" fmla="*/ 1651000 h 2870200"/>
              <a:gd name="connsiteX71" fmla="*/ 1582882 w 4114416"/>
              <a:gd name="connsiteY71" fmla="*/ 1591734 h 2870200"/>
              <a:gd name="connsiteX72" fmla="*/ 1608410 w 4114416"/>
              <a:gd name="connsiteY72" fmla="*/ 1462351 h 2870200"/>
              <a:gd name="connsiteX73" fmla="*/ 1633682 w 4114416"/>
              <a:gd name="connsiteY73" fmla="*/ 1524000 h 2870200"/>
              <a:gd name="connsiteX74" fmla="*/ 1659082 w 4114416"/>
              <a:gd name="connsiteY74" fmla="*/ 1490134 h 2870200"/>
              <a:gd name="connsiteX75" fmla="*/ 1684482 w 4114416"/>
              <a:gd name="connsiteY75" fmla="*/ 1388534 h 2870200"/>
              <a:gd name="connsiteX76" fmla="*/ 1732631 w 4114416"/>
              <a:gd name="connsiteY76" fmla="*/ 1294184 h 2870200"/>
              <a:gd name="connsiteX77" fmla="*/ 1794549 w 4114416"/>
              <a:gd name="connsiteY77" fmla="*/ 1176867 h 2870200"/>
              <a:gd name="connsiteX78" fmla="*/ 1831067 w 4114416"/>
              <a:gd name="connsiteY78" fmla="*/ 1238516 h 2870200"/>
              <a:gd name="connsiteX79" fmla="*/ 1853688 w 4114416"/>
              <a:gd name="connsiteY79" fmla="*/ 1323159 h 2870200"/>
              <a:gd name="connsiteX80" fmla="*/ 1887682 w 4114416"/>
              <a:gd name="connsiteY80" fmla="*/ 1422400 h 2870200"/>
              <a:gd name="connsiteX81" fmla="*/ 1938482 w 4114416"/>
              <a:gd name="connsiteY81" fmla="*/ 1600200 h 2870200"/>
              <a:gd name="connsiteX82" fmla="*/ 1989282 w 4114416"/>
              <a:gd name="connsiteY82" fmla="*/ 1744134 h 2870200"/>
              <a:gd name="connsiteX83" fmla="*/ 2006216 w 4114416"/>
              <a:gd name="connsiteY83" fmla="*/ 1498600 h 2870200"/>
              <a:gd name="connsiteX84" fmla="*/ 2023149 w 4114416"/>
              <a:gd name="connsiteY84" fmla="*/ 1464734 h 2870200"/>
              <a:gd name="connsiteX85" fmla="*/ 2031616 w 4114416"/>
              <a:gd name="connsiteY85" fmla="*/ 1439334 h 2870200"/>
              <a:gd name="connsiteX86" fmla="*/ 2082416 w 4114416"/>
              <a:gd name="connsiteY86" fmla="*/ 2032000 h 2870200"/>
              <a:gd name="connsiteX87" fmla="*/ 2090882 w 4114416"/>
              <a:gd name="connsiteY87" fmla="*/ 2150534 h 2870200"/>
              <a:gd name="connsiteX88" fmla="*/ 2099349 w 4114416"/>
              <a:gd name="connsiteY88" fmla="*/ 2489200 h 2870200"/>
              <a:gd name="connsiteX89" fmla="*/ 2133216 w 4114416"/>
              <a:gd name="connsiteY89" fmla="*/ 2421467 h 2870200"/>
              <a:gd name="connsiteX90" fmla="*/ 2175549 w 4114416"/>
              <a:gd name="connsiteY90" fmla="*/ 2319867 h 2870200"/>
              <a:gd name="connsiteX91" fmla="*/ 2200949 w 4114416"/>
              <a:gd name="connsiteY91" fmla="*/ 2286000 h 2870200"/>
              <a:gd name="connsiteX92" fmla="*/ 2234816 w 4114416"/>
              <a:gd name="connsiteY92" fmla="*/ 2235200 h 2870200"/>
              <a:gd name="connsiteX93" fmla="*/ 2251749 w 4114416"/>
              <a:gd name="connsiteY93" fmla="*/ 2514600 h 2870200"/>
              <a:gd name="connsiteX94" fmla="*/ 2277149 w 4114416"/>
              <a:gd name="connsiteY94" fmla="*/ 2565400 h 2870200"/>
              <a:gd name="connsiteX95" fmla="*/ 2285616 w 4114416"/>
              <a:gd name="connsiteY95" fmla="*/ 2489200 h 2870200"/>
              <a:gd name="connsiteX96" fmla="*/ 2302549 w 4114416"/>
              <a:gd name="connsiteY96" fmla="*/ 2421467 h 2870200"/>
              <a:gd name="connsiteX97" fmla="*/ 2311016 w 4114416"/>
              <a:gd name="connsiteY97" fmla="*/ 1718734 h 2870200"/>
              <a:gd name="connsiteX98" fmla="*/ 2336416 w 4114416"/>
              <a:gd name="connsiteY98" fmla="*/ 1811867 h 2870200"/>
              <a:gd name="connsiteX99" fmla="*/ 2361816 w 4114416"/>
              <a:gd name="connsiteY99" fmla="*/ 1871134 h 2870200"/>
              <a:gd name="connsiteX100" fmla="*/ 2387216 w 4114416"/>
              <a:gd name="connsiteY100" fmla="*/ 1938867 h 2870200"/>
              <a:gd name="connsiteX101" fmla="*/ 2395682 w 4114416"/>
              <a:gd name="connsiteY101" fmla="*/ 1972734 h 2870200"/>
              <a:gd name="connsiteX102" fmla="*/ 2404149 w 4114416"/>
              <a:gd name="connsiteY102" fmla="*/ 1574800 h 2870200"/>
              <a:gd name="connsiteX103" fmla="*/ 2429549 w 4114416"/>
              <a:gd name="connsiteY103" fmla="*/ 1236134 h 2870200"/>
              <a:gd name="connsiteX104" fmla="*/ 2446482 w 4114416"/>
              <a:gd name="connsiteY104" fmla="*/ 1092200 h 2870200"/>
              <a:gd name="connsiteX105" fmla="*/ 2454949 w 4114416"/>
              <a:gd name="connsiteY105" fmla="*/ 1066800 h 2870200"/>
              <a:gd name="connsiteX106" fmla="*/ 2463416 w 4114416"/>
              <a:gd name="connsiteY106" fmla="*/ 1092200 h 2870200"/>
              <a:gd name="connsiteX107" fmla="*/ 2480349 w 4114416"/>
              <a:gd name="connsiteY107" fmla="*/ 1117600 h 2870200"/>
              <a:gd name="connsiteX108" fmla="*/ 2488816 w 4114416"/>
              <a:gd name="connsiteY108" fmla="*/ 1227667 h 2870200"/>
              <a:gd name="connsiteX109" fmla="*/ 2514216 w 4114416"/>
              <a:gd name="connsiteY109" fmla="*/ 753534 h 2870200"/>
              <a:gd name="connsiteX110" fmla="*/ 2531149 w 4114416"/>
              <a:gd name="connsiteY110" fmla="*/ 685800 h 2870200"/>
              <a:gd name="connsiteX111" fmla="*/ 2539616 w 4114416"/>
              <a:gd name="connsiteY111" fmla="*/ 609600 h 2870200"/>
              <a:gd name="connsiteX112" fmla="*/ 2548082 w 4114416"/>
              <a:gd name="connsiteY112" fmla="*/ 558800 h 2870200"/>
              <a:gd name="connsiteX113" fmla="*/ 2565016 w 4114416"/>
              <a:gd name="connsiteY113" fmla="*/ 584200 h 2870200"/>
              <a:gd name="connsiteX114" fmla="*/ 2573482 w 4114416"/>
              <a:gd name="connsiteY114" fmla="*/ 778934 h 2870200"/>
              <a:gd name="connsiteX115" fmla="*/ 2615816 w 4114416"/>
              <a:gd name="connsiteY115" fmla="*/ 914400 h 2870200"/>
              <a:gd name="connsiteX116" fmla="*/ 2632749 w 4114416"/>
              <a:gd name="connsiteY116" fmla="*/ 973667 h 2870200"/>
              <a:gd name="connsiteX117" fmla="*/ 2649682 w 4114416"/>
              <a:gd name="connsiteY117" fmla="*/ 812800 h 2870200"/>
              <a:gd name="connsiteX118" fmla="*/ 2666616 w 4114416"/>
              <a:gd name="connsiteY118" fmla="*/ 694267 h 2870200"/>
              <a:gd name="connsiteX119" fmla="*/ 2692016 w 4114416"/>
              <a:gd name="connsiteY119" fmla="*/ 558800 h 2870200"/>
              <a:gd name="connsiteX120" fmla="*/ 2717416 w 4114416"/>
              <a:gd name="connsiteY120" fmla="*/ 321734 h 2870200"/>
              <a:gd name="connsiteX121" fmla="*/ 2734349 w 4114416"/>
              <a:gd name="connsiteY121" fmla="*/ 1058334 h 2870200"/>
              <a:gd name="connsiteX122" fmla="*/ 2760746 w 4114416"/>
              <a:gd name="connsiteY122" fmla="*/ 1023969 h 2870200"/>
              <a:gd name="connsiteX123" fmla="*/ 2810549 w 4114416"/>
              <a:gd name="connsiteY123" fmla="*/ 905934 h 2870200"/>
              <a:gd name="connsiteX124" fmla="*/ 2844416 w 4114416"/>
              <a:gd name="connsiteY124" fmla="*/ 855134 h 2870200"/>
              <a:gd name="connsiteX125" fmla="*/ 2869816 w 4114416"/>
              <a:gd name="connsiteY125" fmla="*/ 1422400 h 2870200"/>
              <a:gd name="connsiteX126" fmla="*/ 2878282 w 4114416"/>
              <a:gd name="connsiteY126" fmla="*/ 1388534 h 2870200"/>
              <a:gd name="connsiteX127" fmla="*/ 2895216 w 4114416"/>
              <a:gd name="connsiteY127" fmla="*/ 1363134 h 2870200"/>
              <a:gd name="connsiteX128" fmla="*/ 2920616 w 4114416"/>
              <a:gd name="connsiteY128" fmla="*/ 1278467 h 2870200"/>
              <a:gd name="connsiteX129" fmla="*/ 2937549 w 4114416"/>
              <a:gd name="connsiteY129" fmla="*/ 1320800 h 2870200"/>
              <a:gd name="connsiteX130" fmla="*/ 2954482 w 4114416"/>
              <a:gd name="connsiteY130" fmla="*/ 1388534 h 2870200"/>
              <a:gd name="connsiteX131" fmla="*/ 2971416 w 4114416"/>
              <a:gd name="connsiteY131" fmla="*/ 1422400 h 2870200"/>
              <a:gd name="connsiteX132" fmla="*/ 3013749 w 4114416"/>
              <a:gd name="connsiteY132" fmla="*/ 1540934 h 2870200"/>
              <a:gd name="connsiteX133" fmla="*/ 3030682 w 4114416"/>
              <a:gd name="connsiteY133" fmla="*/ 1566334 h 2870200"/>
              <a:gd name="connsiteX134" fmla="*/ 3064549 w 4114416"/>
              <a:gd name="connsiteY134" fmla="*/ 1718734 h 2870200"/>
              <a:gd name="connsiteX135" fmla="*/ 3089949 w 4114416"/>
              <a:gd name="connsiteY135" fmla="*/ 1761067 h 2870200"/>
              <a:gd name="connsiteX136" fmla="*/ 3123816 w 4114416"/>
              <a:gd name="connsiteY136" fmla="*/ 1879600 h 2870200"/>
              <a:gd name="connsiteX137" fmla="*/ 3115349 w 4114416"/>
              <a:gd name="connsiteY137" fmla="*/ 1913467 h 2870200"/>
              <a:gd name="connsiteX138" fmla="*/ 3127799 w 4114416"/>
              <a:gd name="connsiteY138" fmla="*/ 1901016 h 2870200"/>
              <a:gd name="connsiteX139" fmla="*/ 3106882 w 4114416"/>
              <a:gd name="connsiteY139" fmla="*/ 1888067 h 2870200"/>
              <a:gd name="connsiteX140" fmla="*/ 3132282 w 4114416"/>
              <a:gd name="connsiteY140" fmla="*/ 1871134 h 2870200"/>
              <a:gd name="connsiteX141" fmla="*/ 3140749 w 4114416"/>
              <a:gd name="connsiteY141" fmla="*/ 1769534 h 2870200"/>
              <a:gd name="connsiteX142" fmla="*/ 3157682 w 4114416"/>
              <a:gd name="connsiteY142" fmla="*/ 1710267 h 2870200"/>
              <a:gd name="connsiteX143" fmla="*/ 3166149 w 4114416"/>
              <a:gd name="connsiteY143" fmla="*/ 1684867 h 2870200"/>
              <a:gd name="connsiteX144" fmla="*/ 3191549 w 4114416"/>
              <a:gd name="connsiteY144" fmla="*/ 1676400 h 2870200"/>
              <a:gd name="connsiteX145" fmla="*/ 3200016 w 4114416"/>
              <a:gd name="connsiteY145" fmla="*/ 2006600 h 2870200"/>
              <a:gd name="connsiteX146" fmla="*/ 3208482 w 4114416"/>
              <a:gd name="connsiteY146" fmla="*/ 2048934 h 2870200"/>
              <a:gd name="connsiteX147" fmla="*/ 3216949 w 4114416"/>
              <a:gd name="connsiteY147" fmla="*/ 2099734 h 2870200"/>
              <a:gd name="connsiteX148" fmla="*/ 3233882 w 4114416"/>
              <a:gd name="connsiteY148" fmla="*/ 2048934 h 2870200"/>
              <a:gd name="connsiteX149" fmla="*/ 3242349 w 4114416"/>
              <a:gd name="connsiteY149" fmla="*/ 1998134 h 2870200"/>
              <a:gd name="connsiteX150" fmla="*/ 3276216 w 4114416"/>
              <a:gd name="connsiteY150" fmla="*/ 2353734 h 2870200"/>
              <a:gd name="connsiteX151" fmla="*/ 3301616 w 4114416"/>
              <a:gd name="connsiteY151" fmla="*/ 2387600 h 2870200"/>
              <a:gd name="connsiteX152" fmla="*/ 3310082 w 4114416"/>
              <a:gd name="connsiteY152" fmla="*/ 2497667 h 2870200"/>
              <a:gd name="connsiteX153" fmla="*/ 3327016 w 4114416"/>
              <a:gd name="connsiteY153" fmla="*/ 2531534 h 2870200"/>
              <a:gd name="connsiteX154" fmla="*/ 3343949 w 4114416"/>
              <a:gd name="connsiteY154" fmla="*/ 2599267 h 2870200"/>
              <a:gd name="connsiteX155" fmla="*/ 3369349 w 4114416"/>
              <a:gd name="connsiteY155" fmla="*/ 2667000 h 2870200"/>
              <a:gd name="connsiteX156" fmla="*/ 3411682 w 4114416"/>
              <a:gd name="connsiteY156" fmla="*/ 2810934 h 2870200"/>
              <a:gd name="connsiteX157" fmla="*/ 3437082 w 4114416"/>
              <a:gd name="connsiteY157" fmla="*/ 2870200 h 2870200"/>
              <a:gd name="connsiteX158" fmla="*/ 3462482 w 4114416"/>
              <a:gd name="connsiteY158" fmla="*/ 1828800 h 2870200"/>
              <a:gd name="connsiteX159" fmla="*/ 3461984 w 4114416"/>
              <a:gd name="connsiteY159" fmla="*/ 2090271 h 2870200"/>
              <a:gd name="connsiteX160" fmla="*/ 3487882 w 4114416"/>
              <a:gd name="connsiteY160" fmla="*/ 1735667 h 2870200"/>
              <a:gd name="connsiteX161" fmla="*/ 3513282 w 4114416"/>
              <a:gd name="connsiteY161" fmla="*/ 1651000 h 2870200"/>
              <a:gd name="connsiteX162" fmla="*/ 3521749 w 4114416"/>
              <a:gd name="connsiteY162" fmla="*/ 1701800 h 2870200"/>
              <a:gd name="connsiteX163" fmla="*/ 3525733 w 4114416"/>
              <a:gd name="connsiteY163" fmla="*/ 1875118 h 2870200"/>
              <a:gd name="connsiteX164" fmla="*/ 3547149 w 4114416"/>
              <a:gd name="connsiteY164" fmla="*/ 1752600 h 2870200"/>
              <a:gd name="connsiteX165" fmla="*/ 3555616 w 4114416"/>
              <a:gd name="connsiteY165" fmla="*/ 1693334 h 2870200"/>
              <a:gd name="connsiteX166" fmla="*/ 3597949 w 4114416"/>
              <a:gd name="connsiteY166" fmla="*/ 1608667 h 2870200"/>
              <a:gd name="connsiteX167" fmla="*/ 3614882 w 4114416"/>
              <a:gd name="connsiteY167" fmla="*/ 1566334 h 2870200"/>
              <a:gd name="connsiteX168" fmla="*/ 3657216 w 4114416"/>
              <a:gd name="connsiteY168" fmla="*/ 1464734 h 2870200"/>
              <a:gd name="connsiteX169" fmla="*/ 3661200 w 4114416"/>
              <a:gd name="connsiteY169" fmla="*/ 1373094 h 2870200"/>
              <a:gd name="connsiteX170" fmla="*/ 3682616 w 4114416"/>
              <a:gd name="connsiteY170" fmla="*/ 1363134 h 2870200"/>
              <a:gd name="connsiteX171" fmla="*/ 3699549 w 4114416"/>
              <a:gd name="connsiteY171" fmla="*/ 1320800 h 2870200"/>
              <a:gd name="connsiteX172" fmla="*/ 3694569 w 4114416"/>
              <a:gd name="connsiteY172" fmla="*/ 1151964 h 2870200"/>
              <a:gd name="connsiteX173" fmla="*/ 3741882 w 4114416"/>
              <a:gd name="connsiteY173" fmla="*/ 1227667 h 2870200"/>
              <a:gd name="connsiteX174" fmla="*/ 3750349 w 4114416"/>
              <a:gd name="connsiteY174" fmla="*/ 1176867 h 2870200"/>
              <a:gd name="connsiteX175" fmla="*/ 3767282 w 4114416"/>
              <a:gd name="connsiteY175" fmla="*/ 1126067 h 2870200"/>
              <a:gd name="connsiteX176" fmla="*/ 3775749 w 4114416"/>
              <a:gd name="connsiteY176" fmla="*/ 1058334 h 2870200"/>
              <a:gd name="connsiteX177" fmla="*/ 3784216 w 4114416"/>
              <a:gd name="connsiteY177" fmla="*/ 1270000 h 2870200"/>
              <a:gd name="connsiteX178" fmla="*/ 3813064 w 4114416"/>
              <a:gd name="connsiteY178" fmla="*/ 678606 h 2870200"/>
              <a:gd name="connsiteX179" fmla="*/ 3818082 w 4114416"/>
              <a:gd name="connsiteY179" fmla="*/ 558800 h 2870200"/>
              <a:gd name="connsiteX180" fmla="*/ 3835016 w 4114416"/>
              <a:gd name="connsiteY180" fmla="*/ 482600 h 2870200"/>
              <a:gd name="connsiteX181" fmla="*/ 3843482 w 4114416"/>
              <a:gd name="connsiteY181" fmla="*/ 533400 h 2870200"/>
              <a:gd name="connsiteX182" fmla="*/ 3860416 w 4114416"/>
              <a:gd name="connsiteY182" fmla="*/ 660400 h 2870200"/>
              <a:gd name="connsiteX183" fmla="*/ 3868882 w 4114416"/>
              <a:gd name="connsiteY183" fmla="*/ 702734 h 2870200"/>
              <a:gd name="connsiteX184" fmla="*/ 3885816 w 4114416"/>
              <a:gd name="connsiteY184" fmla="*/ 736600 h 2870200"/>
              <a:gd name="connsiteX185" fmla="*/ 3902749 w 4114416"/>
              <a:gd name="connsiteY185" fmla="*/ 702734 h 2870200"/>
              <a:gd name="connsiteX186" fmla="*/ 3962016 w 4114416"/>
              <a:gd name="connsiteY186" fmla="*/ 482600 h 2870200"/>
              <a:gd name="connsiteX187" fmla="*/ 3978949 w 4114416"/>
              <a:gd name="connsiteY187" fmla="*/ 457200 h 2870200"/>
              <a:gd name="connsiteX188" fmla="*/ 4004349 w 4114416"/>
              <a:gd name="connsiteY188" fmla="*/ 177800 h 2870200"/>
              <a:gd name="connsiteX189" fmla="*/ 4029749 w 4114416"/>
              <a:gd name="connsiteY189" fmla="*/ 135467 h 2870200"/>
              <a:gd name="connsiteX190" fmla="*/ 4038216 w 4114416"/>
              <a:gd name="connsiteY190" fmla="*/ 101600 h 2870200"/>
              <a:gd name="connsiteX191" fmla="*/ 4046682 w 4114416"/>
              <a:gd name="connsiteY191" fmla="*/ 76200 h 2870200"/>
              <a:gd name="connsiteX192" fmla="*/ 4055149 w 4114416"/>
              <a:gd name="connsiteY192" fmla="*/ 110067 h 2870200"/>
              <a:gd name="connsiteX193" fmla="*/ 4072082 w 4114416"/>
              <a:gd name="connsiteY193" fmla="*/ 160867 h 2870200"/>
              <a:gd name="connsiteX194" fmla="*/ 4114416 w 4114416"/>
              <a:gd name="connsiteY194" fmla="*/ 0 h 2870200"/>
              <a:gd name="connsiteX0" fmla="*/ 0 w 4114416"/>
              <a:gd name="connsiteY0" fmla="*/ 735359 h 2870200"/>
              <a:gd name="connsiteX1" fmla="*/ 22363 w 4114416"/>
              <a:gd name="connsiteY1" fmla="*/ 647092 h 2870200"/>
              <a:gd name="connsiteX2" fmla="*/ 53451 w 4114416"/>
              <a:gd name="connsiteY2" fmla="*/ 567267 h 2870200"/>
              <a:gd name="connsiteX3" fmla="*/ 61790 w 4114416"/>
              <a:gd name="connsiteY3" fmla="*/ 828517 h 2870200"/>
              <a:gd name="connsiteX4" fmla="*/ 57549 w 4114416"/>
              <a:gd name="connsiteY4" fmla="*/ 1083293 h 2870200"/>
              <a:gd name="connsiteX5" fmla="*/ 55282 w 4114416"/>
              <a:gd name="connsiteY5" fmla="*/ 1212385 h 2870200"/>
              <a:gd name="connsiteX6" fmla="*/ 69873 w 4114416"/>
              <a:gd name="connsiteY6" fmla="*/ 1401791 h 2870200"/>
              <a:gd name="connsiteX7" fmla="*/ 112335 w 4114416"/>
              <a:gd name="connsiteY7" fmla="*/ 1209517 h 2870200"/>
              <a:gd name="connsiteX8" fmla="*/ 135082 w 4114416"/>
              <a:gd name="connsiteY8" fmla="*/ 1100667 h 2870200"/>
              <a:gd name="connsiteX9" fmla="*/ 168949 w 4114416"/>
              <a:gd name="connsiteY9" fmla="*/ 999067 h 2870200"/>
              <a:gd name="connsiteX10" fmla="*/ 185882 w 4114416"/>
              <a:gd name="connsiteY10" fmla="*/ 948267 h 2870200"/>
              <a:gd name="connsiteX11" fmla="*/ 202816 w 4114416"/>
              <a:gd name="connsiteY11" fmla="*/ 1134534 h 2870200"/>
              <a:gd name="connsiteX12" fmla="*/ 219749 w 4114416"/>
              <a:gd name="connsiteY12" fmla="*/ 1464734 h 2870200"/>
              <a:gd name="connsiteX13" fmla="*/ 279016 w 4114416"/>
              <a:gd name="connsiteY13" fmla="*/ 1363134 h 2870200"/>
              <a:gd name="connsiteX14" fmla="*/ 304416 w 4114416"/>
              <a:gd name="connsiteY14" fmla="*/ 1371600 h 2870200"/>
              <a:gd name="connsiteX15" fmla="*/ 312882 w 4114416"/>
              <a:gd name="connsiteY15" fmla="*/ 2243667 h 2870200"/>
              <a:gd name="connsiteX16" fmla="*/ 338282 w 4114416"/>
              <a:gd name="connsiteY16" fmla="*/ 2201334 h 2870200"/>
              <a:gd name="connsiteX17" fmla="*/ 346749 w 4114416"/>
              <a:gd name="connsiteY17" fmla="*/ 2150534 h 2870200"/>
              <a:gd name="connsiteX18" fmla="*/ 371651 w 4114416"/>
              <a:gd name="connsiteY18" fmla="*/ 2376146 h 2870200"/>
              <a:gd name="connsiteX19" fmla="*/ 389082 w 4114416"/>
              <a:gd name="connsiteY19" fmla="*/ 2082800 h 2870200"/>
              <a:gd name="connsiteX20" fmla="*/ 414981 w 4114416"/>
              <a:gd name="connsiteY20" fmla="*/ 1792444 h 2870200"/>
              <a:gd name="connsiteX21" fmla="*/ 422949 w 4114416"/>
              <a:gd name="connsiteY21" fmla="*/ 2032000 h 2870200"/>
              <a:gd name="connsiteX22" fmla="*/ 453908 w 4114416"/>
              <a:gd name="connsiteY22" fmla="*/ 1990884 h 2870200"/>
              <a:gd name="connsiteX23" fmla="*/ 465282 w 4114416"/>
              <a:gd name="connsiteY23" fmla="*/ 1752600 h 2870200"/>
              <a:gd name="connsiteX24" fmla="*/ 490682 w 4114416"/>
              <a:gd name="connsiteY24" fmla="*/ 1651000 h 2870200"/>
              <a:gd name="connsiteX25" fmla="*/ 516082 w 4114416"/>
              <a:gd name="connsiteY25" fmla="*/ 1710267 h 2870200"/>
              <a:gd name="connsiteX26" fmla="*/ 524549 w 4114416"/>
              <a:gd name="connsiteY26" fmla="*/ 1851666 h 2870200"/>
              <a:gd name="connsiteX27" fmla="*/ 558416 w 4114416"/>
              <a:gd name="connsiteY27" fmla="*/ 1820334 h 2870200"/>
              <a:gd name="connsiteX28" fmla="*/ 583816 w 4114416"/>
              <a:gd name="connsiteY28" fmla="*/ 1938867 h 2870200"/>
              <a:gd name="connsiteX29" fmla="*/ 600749 w 4114416"/>
              <a:gd name="connsiteY29" fmla="*/ 1998134 h 2870200"/>
              <a:gd name="connsiteX30" fmla="*/ 643082 w 4114416"/>
              <a:gd name="connsiteY30" fmla="*/ 1786467 h 2870200"/>
              <a:gd name="connsiteX31" fmla="*/ 668482 w 4114416"/>
              <a:gd name="connsiteY31" fmla="*/ 1718734 h 2870200"/>
              <a:gd name="connsiteX32" fmla="*/ 685416 w 4114416"/>
              <a:gd name="connsiteY32" fmla="*/ 1617134 h 2870200"/>
              <a:gd name="connsiteX33" fmla="*/ 702349 w 4114416"/>
              <a:gd name="connsiteY33" fmla="*/ 1557867 h 2870200"/>
              <a:gd name="connsiteX34" fmla="*/ 710816 w 4114416"/>
              <a:gd name="connsiteY34" fmla="*/ 1524000 h 2870200"/>
              <a:gd name="connsiteX35" fmla="*/ 727749 w 4114416"/>
              <a:gd name="connsiteY35" fmla="*/ 1312334 h 2870200"/>
              <a:gd name="connsiteX36" fmla="*/ 744682 w 4114416"/>
              <a:gd name="connsiteY36" fmla="*/ 1380067 h 2870200"/>
              <a:gd name="connsiteX37" fmla="*/ 761616 w 4114416"/>
              <a:gd name="connsiteY37" fmla="*/ 1532467 h 2870200"/>
              <a:gd name="connsiteX38" fmla="*/ 778549 w 4114416"/>
              <a:gd name="connsiteY38" fmla="*/ 1566334 h 2870200"/>
              <a:gd name="connsiteX39" fmla="*/ 820882 w 4114416"/>
              <a:gd name="connsiteY39" fmla="*/ 1430867 h 2870200"/>
              <a:gd name="connsiteX40" fmla="*/ 854749 w 4114416"/>
              <a:gd name="connsiteY40" fmla="*/ 1388534 h 2870200"/>
              <a:gd name="connsiteX41" fmla="*/ 863216 w 4114416"/>
              <a:gd name="connsiteY41" fmla="*/ 1498600 h 2870200"/>
              <a:gd name="connsiteX42" fmla="*/ 888616 w 4114416"/>
              <a:gd name="connsiteY42" fmla="*/ 1811867 h 2870200"/>
              <a:gd name="connsiteX43" fmla="*/ 897082 w 4114416"/>
              <a:gd name="connsiteY43" fmla="*/ 1642534 h 2870200"/>
              <a:gd name="connsiteX44" fmla="*/ 930949 w 4114416"/>
              <a:gd name="connsiteY44" fmla="*/ 1557867 h 2870200"/>
              <a:gd name="connsiteX45" fmla="*/ 939416 w 4114416"/>
              <a:gd name="connsiteY45" fmla="*/ 2006600 h 2870200"/>
              <a:gd name="connsiteX46" fmla="*/ 964816 w 4114416"/>
              <a:gd name="connsiteY46" fmla="*/ 2116667 h 2870200"/>
              <a:gd name="connsiteX47" fmla="*/ 973282 w 4114416"/>
              <a:gd name="connsiteY47" fmla="*/ 1948424 h 2870200"/>
              <a:gd name="connsiteX48" fmla="*/ 990216 w 4114416"/>
              <a:gd name="connsiteY48" fmla="*/ 1794934 h 2870200"/>
              <a:gd name="connsiteX49" fmla="*/ 998682 w 4114416"/>
              <a:gd name="connsiteY49" fmla="*/ 1761067 h 2870200"/>
              <a:gd name="connsiteX50" fmla="*/ 1015616 w 4114416"/>
              <a:gd name="connsiteY50" fmla="*/ 1871134 h 2870200"/>
              <a:gd name="connsiteX51" fmla="*/ 1032549 w 4114416"/>
              <a:gd name="connsiteY51" fmla="*/ 1947334 h 2870200"/>
              <a:gd name="connsiteX52" fmla="*/ 1049482 w 4114416"/>
              <a:gd name="connsiteY52" fmla="*/ 2040467 h 2870200"/>
              <a:gd name="connsiteX53" fmla="*/ 1074882 w 4114416"/>
              <a:gd name="connsiteY53" fmla="*/ 2108200 h 2870200"/>
              <a:gd name="connsiteX54" fmla="*/ 1105586 w 4114416"/>
              <a:gd name="connsiteY54" fmla="*/ 2165034 h 2870200"/>
              <a:gd name="connsiteX55" fmla="*/ 1117344 w 4114416"/>
              <a:gd name="connsiteY55" fmla="*/ 2220675 h 2870200"/>
              <a:gd name="connsiteX56" fmla="*/ 1134149 w 4114416"/>
              <a:gd name="connsiteY56" fmla="*/ 2108200 h 2870200"/>
              <a:gd name="connsiteX57" fmla="*/ 1184949 w 4114416"/>
              <a:gd name="connsiteY57" fmla="*/ 1989667 h 2870200"/>
              <a:gd name="connsiteX58" fmla="*/ 1221851 w 4114416"/>
              <a:gd name="connsiteY58" fmla="*/ 1898967 h 2870200"/>
              <a:gd name="connsiteX59" fmla="*/ 1244216 w 4114416"/>
              <a:gd name="connsiteY59" fmla="*/ 2167467 h 2870200"/>
              <a:gd name="connsiteX60" fmla="*/ 1261149 w 4114416"/>
              <a:gd name="connsiteY60" fmla="*/ 2082800 h 2870200"/>
              <a:gd name="connsiteX61" fmla="*/ 1269616 w 4114416"/>
              <a:gd name="connsiteY61" fmla="*/ 2015067 h 2870200"/>
              <a:gd name="connsiteX62" fmla="*/ 1311949 w 4114416"/>
              <a:gd name="connsiteY62" fmla="*/ 1854200 h 2870200"/>
              <a:gd name="connsiteX63" fmla="*/ 1320416 w 4114416"/>
              <a:gd name="connsiteY63" fmla="*/ 1803400 h 2870200"/>
              <a:gd name="connsiteX64" fmla="*/ 1345816 w 4114416"/>
              <a:gd name="connsiteY64" fmla="*/ 1701800 h 2870200"/>
              <a:gd name="connsiteX65" fmla="*/ 1379682 w 4114416"/>
              <a:gd name="connsiteY65" fmla="*/ 1744134 h 2870200"/>
              <a:gd name="connsiteX66" fmla="*/ 1422016 w 4114416"/>
              <a:gd name="connsiteY66" fmla="*/ 1879600 h 2870200"/>
              <a:gd name="connsiteX67" fmla="*/ 1455882 w 4114416"/>
              <a:gd name="connsiteY67" fmla="*/ 1947334 h 2870200"/>
              <a:gd name="connsiteX68" fmla="*/ 1472816 w 4114416"/>
              <a:gd name="connsiteY68" fmla="*/ 1938867 h 2870200"/>
              <a:gd name="connsiteX69" fmla="*/ 1515149 w 4114416"/>
              <a:gd name="connsiteY69" fmla="*/ 1803400 h 2870200"/>
              <a:gd name="connsiteX70" fmla="*/ 1574416 w 4114416"/>
              <a:gd name="connsiteY70" fmla="*/ 1651000 h 2870200"/>
              <a:gd name="connsiteX71" fmla="*/ 1582882 w 4114416"/>
              <a:gd name="connsiteY71" fmla="*/ 1591734 h 2870200"/>
              <a:gd name="connsiteX72" fmla="*/ 1608410 w 4114416"/>
              <a:gd name="connsiteY72" fmla="*/ 1462351 h 2870200"/>
              <a:gd name="connsiteX73" fmla="*/ 1633682 w 4114416"/>
              <a:gd name="connsiteY73" fmla="*/ 1524000 h 2870200"/>
              <a:gd name="connsiteX74" fmla="*/ 1659082 w 4114416"/>
              <a:gd name="connsiteY74" fmla="*/ 1490134 h 2870200"/>
              <a:gd name="connsiteX75" fmla="*/ 1684482 w 4114416"/>
              <a:gd name="connsiteY75" fmla="*/ 1388534 h 2870200"/>
              <a:gd name="connsiteX76" fmla="*/ 1732631 w 4114416"/>
              <a:gd name="connsiteY76" fmla="*/ 1294184 h 2870200"/>
              <a:gd name="connsiteX77" fmla="*/ 1794549 w 4114416"/>
              <a:gd name="connsiteY77" fmla="*/ 1176867 h 2870200"/>
              <a:gd name="connsiteX78" fmla="*/ 1831067 w 4114416"/>
              <a:gd name="connsiteY78" fmla="*/ 1238516 h 2870200"/>
              <a:gd name="connsiteX79" fmla="*/ 1853688 w 4114416"/>
              <a:gd name="connsiteY79" fmla="*/ 1323159 h 2870200"/>
              <a:gd name="connsiteX80" fmla="*/ 1887682 w 4114416"/>
              <a:gd name="connsiteY80" fmla="*/ 1422400 h 2870200"/>
              <a:gd name="connsiteX81" fmla="*/ 1938482 w 4114416"/>
              <a:gd name="connsiteY81" fmla="*/ 1600200 h 2870200"/>
              <a:gd name="connsiteX82" fmla="*/ 1978163 w 4114416"/>
              <a:gd name="connsiteY82" fmla="*/ 1762259 h 2870200"/>
              <a:gd name="connsiteX83" fmla="*/ 2006216 w 4114416"/>
              <a:gd name="connsiteY83" fmla="*/ 1498600 h 2870200"/>
              <a:gd name="connsiteX84" fmla="*/ 2023149 w 4114416"/>
              <a:gd name="connsiteY84" fmla="*/ 1464734 h 2870200"/>
              <a:gd name="connsiteX85" fmla="*/ 2031616 w 4114416"/>
              <a:gd name="connsiteY85" fmla="*/ 1439334 h 2870200"/>
              <a:gd name="connsiteX86" fmla="*/ 2082416 w 4114416"/>
              <a:gd name="connsiteY86" fmla="*/ 2032000 h 2870200"/>
              <a:gd name="connsiteX87" fmla="*/ 2090882 w 4114416"/>
              <a:gd name="connsiteY87" fmla="*/ 2150534 h 2870200"/>
              <a:gd name="connsiteX88" fmla="*/ 2099349 w 4114416"/>
              <a:gd name="connsiteY88" fmla="*/ 2489200 h 2870200"/>
              <a:gd name="connsiteX89" fmla="*/ 2133216 w 4114416"/>
              <a:gd name="connsiteY89" fmla="*/ 2421467 h 2870200"/>
              <a:gd name="connsiteX90" fmla="*/ 2175549 w 4114416"/>
              <a:gd name="connsiteY90" fmla="*/ 2319867 h 2870200"/>
              <a:gd name="connsiteX91" fmla="*/ 2200949 w 4114416"/>
              <a:gd name="connsiteY91" fmla="*/ 2286000 h 2870200"/>
              <a:gd name="connsiteX92" fmla="*/ 2234816 w 4114416"/>
              <a:gd name="connsiteY92" fmla="*/ 2235200 h 2870200"/>
              <a:gd name="connsiteX93" fmla="*/ 2251749 w 4114416"/>
              <a:gd name="connsiteY93" fmla="*/ 2514600 h 2870200"/>
              <a:gd name="connsiteX94" fmla="*/ 2277149 w 4114416"/>
              <a:gd name="connsiteY94" fmla="*/ 2565400 h 2870200"/>
              <a:gd name="connsiteX95" fmla="*/ 2285616 w 4114416"/>
              <a:gd name="connsiteY95" fmla="*/ 2489200 h 2870200"/>
              <a:gd name="connsiteX96" fmla="*/ 2302549 w 4114416"/>
              <a:gd name="connsiteY96" fmla="*/ 2421467 h 2870200"/>
              <a:gd name="connsiteX97" fmla="*/ 2311016 w 4114416"/>
              <a:gd name="connsiteY97" fmla="*/ 1718734 h 2870200"/>
              <a:gd name="connsiteX98" fmla="*/ 2336416 w 4114416"/>
              <a:gd name="connsiteY98" fmla="*/ 1811867 h 2870200"/>
              <a:gd name="connsiteX99" fmla="*/ 2361816 w 4114416"/>
              <a:gd name="connsiteY99" fmla="*/ 1871134 h 2870200"/>
              <a:gd name="connsiteX100" fmla="*/ 2387216 w 4114416"/>
              <a:gd name="connsiteY100" fmla="*/ 1938867 h 2870200"/>
              <a:gd name="connsiteX101" fmla="*/ 2395682 w 4114416"/>
              <a:gd name="connsiteY101" fmla="*/ 1972734 h 2870200"/>
              <a:gd name="connsiteX102" fmla="*/ 2404149 w 4114416"/>
              <a:gd name="connsiteY102" fmla="*/ 1574800 h 2870200"/>
              <a:gd name="connsiteX103" fmla="*/ 2429549 w 4114416"/>
              <a:gd name="connsiteY103" fmla="*/ 1236134 h 2870200"/>
              <a:gd name="connsiteX104" fmla="*/ 2446482 w 4114416"/>
              <a:gd name="connsiteY104" fmla="*/ 1092200 h 2870200"/>
              <a:gd name="connsiteX105" fmla="*/ 2454949 w 4114416"/>
              <a:gd name="connsiteY105" fmla="*/ 1066800 h 2870200"/>
              <a:gd name="connsiteX106" fmla="*/ 2463416 w 4114416"/>
              <a:gd name="connsiteY106" fmla="*/ 1092200 h 2870200"/>
              <a:gd name="connsiteX107" fmla="*/ 2480349 w 4114416"/>
              <a:gd name="connsiteY107" fmla="*/ 1117600 h 2870200"/>
              <a:gd name="connsiteX108" fmla="*/ 2488816 w 4114416"/>
              <a:gd name="connsiteY108" fmla="*/ 1227667 h 2870200"/>
              <a:gd name="connsiteX109" fmla="*/ 2514216 w 4114416"/>
              <a:gd name="connsiteY109" fmla="*/ 753534 h 2870200"/>
              <a:gd name="connsiteX110" fmla="*/ 2531149 w 4114416"/>
              <a:gd name="connsiteY110" fmla="*/ 685800 h 2870200"/>
              <a:gd name="connsiteX111" fmla="*/ 2539616 w 4114416"/>
              <a:gd name="connsiteY111" fmla="*/ 609600 h 2870200"/>
              <a:gd name="connsiteX112" fmla="*/ 2548082 w 4114416"/>
              <a:gd name="connsiteY112" fmla="*/ 558800 h 2870200"/>
              <a:gd name="connsiteX113" fmla="*/ 2565016 w 4114416"/>
              <a:gd name="connsiteY113" fmla="*/ 584200 h 2870200"/>
              <a:gd name="connsiteX114" fmla="*/ 2573482 w 4114416"/>
              <a:gd name="connsiteY114" fmla="*/ 778934 h 2870200"/>
              <a:gd name="connsiteX115" fmla="*/ 2615816 w 4114416"/>
              <a:gd name="connsiteY115" fmla="*/ 914400 h 2870200"/>
              <a:gd name="connsiteX116" fmla="*/ 2632749 w 4114416"/>
              <a:gd name="connsiteY116" fmla="*/ 973667 h 2870200"/>
              <a:gd name="connsiteX117" fmla="*/ 2649682 w 4114416"/>
              <a:gd name="connsiteY117" fmla="*/ 812800 h 2870200"/>
              <a:gd name="connsiteX118" fmla="*/ 2666616 w 4114416"/>
              <a:gd name="connsiteY118" fmla="*/ 694267 h 2870200"/>
              <a:gd name="connsiteX119" fmla="*/ 2692016 w 4114416"/>
              <a:gd name="connsiteY119" fmla="*/ 558800 h 2870200"/>
              <a:gd name="connsiteX120" fmla="*/ 2717416 w 4114416"/>
              <a:gd name="connsiteY120" fmla="*/ 321734 h 2870200"/>
              <a:gd name="connsiteX121" fmla="*/ 2734349 w 4114416"/>
              <a:gd name="connsiteY121" fmla="*/ 1058334 h 2870200"/>
              <a:gd name="connsiteX122" fmla="*/ 2760746 w 4114416"/>
              <a:gd name="connsiteY122" fmla="*/ 1023969 h 2870200"/>
              <a:gd name="connsiteX123" fmla="*/ 2810549 w 4114416"/>
              <a:gd name="connsiteY123" fmla="*/ 905934 h 2870200"/>
              <a:gd name="connsiteX124" fmla="*/ 2844416 w 4114416"/>
              <a:gd name="connsiteY124" fmla="*/ 855134 h 2870200"/>
              <a:gd name="connsiteX125" fmla="*/ 2869816 w 4114416"/>
              <a:gd name="connsiteY125" fmla="*/ 1422400 h 2870200"/>
              <a:gd name="connsiteX126" fmla="*/ 2878282 w 4114416"/>
              <a:gd name="connsiteY126" fmla="*/ 1388534 h 2870200"/>
              <a:gd name="connsiteX127" fmla="*/ 2895216 w 4114416"/>
              <a:gd name="connsiteY127" fmla="*/ 1363134 h 2870200"/>
              <a:gd name="connsiteX128" fmla="*/ 2920616 w 4114416"/>
              <a:gd name="connsiteY128" fmla="*/ 1278467 h 2870200"/>
              <a:gd name="connsiteX129" fmla="*/ 2937549 w 4114416"/>
              <a:gd name="connsiteY129" fmla="*/ 1320800 h 2870200"/>
              <a:gd name="connsiteX130" fmla="*/ 2954482 w 4114416"/>
              <a:gd name="connsiteY130" fmla="*/ 1388534 h 2870200"/>
              <a:gd name="connsiteX131" fmla="*/ 2971416 w 4114416"/>
              <a:gd name="connsiteY131" fmla="*/ 1422400 h 2870200"/>
              <a:gd name="connsiteX132" fmla="*/ 3013749 w 4114416"/>
              <a:gd name="connsiteY132" fmla="*/ 1540934 h 2870200"/>
              <a:gd name="connsiteX133" fmla="*/ 3030682 w 4114416"/>
              <a:gd name="connsiteY133" fmla="*/ 1566334 h 2870200"/>
              <a:gd name="connsiteX134" fmla="*/ 3064549 w 4114416"/>
              <a:gd name="connsiteY134" fmla="*/ 1718734 h 2870200"/>
              <a:gd name="connsiteX135" fmla="*/ 3089949 w 4114416"/>
              <a:gd name="connsiteY135" fmla="*/ 1761067 h 2870200"/>
              <a:gd name="connsiteX136" fmla="*/ 3123816 w 4114416"/>
              <a:gd name="connsiteY136" fmla="*/ 1879600 h 2870200"/>
              <a:gd name="connsiteX137" fmla="*/ 3115349 w 4114416"/>
              <a:gd name="connsiteY137" fmla="*/ 1913467 h 2870200"/>
              <a:gd name="connsiteX138" fmla="*/ 3127799 w 4114416"/>
              <a:gd name="connsiteY138" fmla="*/ 1901016 h 2870200"/>
              <a:gd name="connsiteX139" fmla="*/ 3106882 w 4114416"/>
              <a:gd name="connsiteY139" fmla="*/ 1888067 h 2870200"/>
              <a:gd name="connsiteX140" fmla="*/ 3132282 w 4114416"/>
              <a:gd name="connsiteY140" fmla="*/ 1871134 h 2870200"/>
              <a:gd name="connsiteX141" fmla="*/ 3140749 w 4114416"/>
              <a:gd name="connsiteY141" fmla="*/ 1769534 h 2870200"/>
              <a:gd name="connsiteX142" fmla="*/ 3157682 w 4114416"/>
              <a:gd name="connsiteY142" fmla="*/ 1710267 h 2870200"/>
              <a:gd name="connsiteX143" fmla="*/ 3166149 w 4114416"/>
              <a:gd name="connsiteY143" fmla="*/ 1684867 h 2870200"/>
              <a:gd name="connsiteX144" fmla="*/ 3191549 w 4114416"/>
              <a:gd name="connsiteY144" fmla="*/ 1676400 h 2870200"/>
              <a:gd name="connsiteX145" fmla="*/ 3200016 w 4114416"/>
              <a:gd name="connsiteY145" fmla="*/ 2006600 h 2870200"/>
              <a:gd name="connsiteX146" fmla="*/ 3208482 w 4114416"/>
              <a:gd name="connsiteY146" fmla="*/ 2048934 h 2870200"/>
              <a:gd name="connsiteX147" fmla="*/ 3216949 w 4114416"/>
              <a:gd name="connsiteY147" fmla="*/ 2099734 h 2870200"/>
              <a:gd name="connsiteX148" fmla="*/ 3233882 w 4114416"/>
              <a:gd name="connsiteY148" fmla="*/ 2048934 h 2870200"/>
              <a:gd name="connsiteX149" fmla="*/ 3242349 w 4114416"/>
              <a:gd name="connsiteY149" fmla="*/ 1998134 h 2870200"/>
              <a:gd name="connsiteX150" fmla="*/ 3276216 w 4114416"/>
              <a:gd name="connsiteY150" fmla="*/ 2353734 h 2870200"/>
              <a:gd name="connsiteX151" fmla="*/ 3301616 w 4114416"/>
              <a:gd name="connsiteY151" fmla="*/ 2387600 h 2870200"/>
              <a:gd name="connsiteX152" fmla="*/ 3310082 w 4114416"/>
              <a:gd name="connsiteY152" fmla="*/ 2497667 h 2870200"/>
              <a:gd name="connsiteX153" fmla="*/ 3327016 w 4114416"/>
              <a:gd name="connsiteY153" fmla="*/ 2531534 h 2870200"/>
              <a:gd name="connsiteX154" fmla="*/ 3343949 w 4114416"/>
              <a:gd name="connsiteY154" fmla="*/ 2599267 h 2870200"/>
              <a:gd name="connsiteX155" fmla="*/ 3369349 w 4114416"/>
              <a:gd name="connsiteY155" fmla="*/ 2667000 h 2870200"/>
              <a:gd name="connsiteX156" fmla="*/ 3411682 w 4114416"/>
              <a:gd name="connsiteY156" fmla="*/ 2810934 h 2870200"/>
              <a:gd name="connsiteX157" fmla="*/ 3437082 w 4114416"/>
              <a:gd name="connsiteY157" fmla="*/ 2870200 h 2870200"/>
              <a:gd name="connsiteX158" fmla="*/ 3462482 w 4114416"/>
              <a:gd name="connsiteY158" fmla="*/ 1828800 h 2870200"/>
              <a:gd name="connsiteX159" fmla="*/ 3461984 w 4114416"/>
              <a:gd name="connsiteY159" fmla="*/ 2090271 h 2870200"/>
              <a:gd name="connsiteX160" fmla="*/ 3487882 w 4114416"/>
              <a:gd name="connsiteY160" fmla="*/ 1735667 h 2870200"/>
              <a:gd name="connsiteX161" fmla="*/ 3513282 w 4114416"/>
              <a:gd name="connsiteY161" fmla="*/ 1651000 h 2870200"/>
              <a:gd name="connsiteX162" fmla="*/ 3521749 w 4114416"/>
              <a:gd name="connsiteY162" fmla="*/ 1701800 h 2870200"/>
              <a:gd name="connsiteX163" fmla="*/ 3525733 w 4114416"/>
              <a:gd name="connsiteY163" fmla="*/ 1875118 h 2870200"/>
              <a:gd name="connsiteX164" fmla="*/ 3547149 w 4114416"/>
              <a:gd name="connsiteY164" fmla="*/ 1752600 h 2870200"/>
              <a:gd name="connsiteX165" fmla="*/ 3555616 w 4114416"/>
              <a:gd name="connsiteY165" fmla="*/ 1693334 h 2870200"/>
              <a:gd name="connsiteX166" fmla="*/ 3597949 w 4114416"/>
              <a:gd name="connsiteY166" fmla="*/ 1608667 h 2870200"/>
              <a:gd name="connsiteX167" fmla="*/ 3614882 w 4114416"/>
              <a:gd name="connsiteY167" fmla="*/ 1566334 h 2870200"/>
              <a:gd name="connsiteX168" fmla="*/ 3657216 w 4114416"/>
              <a:gd name="connsiteY168" fmla="*/ 1464734 h 2870200"/>
              <a:gd name="connsiteX169" fmla="*/ 3661200 w 4114416"/>
              <a:gd name="connsiteY169" fmla="*/ 1373094 h 2870200"/>
              <a:gd name="connsiteX170" fmla="*/ 3682616 w 4114416"/>
              <a:gd name="connsiteY170" fmla="*/ 1363134 h 2870200"/>
              <a:gd name="connsiteX171" fmla="*/ 3699549 w 4114416"/>
              <a:gd name="connsiteY171" fmla="*/ 1320800 h 2870200"/>
              <a:gd name="connsiteX172" fmla="*/ 3694569 w 4114416"/>
              <a:gd name="connsiteY172" fmla="*/ 1151964 h 2870200"/>
              <a:gd name="connsiteX173" fmla="*/ 3741882 w 4114416"/>
              <a:gd name="connsiteY173" fmla="*/ 1227667 h 2870200"/>
              <a:gd name="connsiteX174" fmla="*/ 3750349 w 4114416"/>
              <a:gd name="connsiteY174" fmla="*/ 1176867 h 2870200"/>
              <a:gd name="connsiteX175" fmla="*/ 3767282 w 4114416"/>
              <a:gd name="connsiteY175" fmla="*/ 1126067 h 2870200"/>
              <a:gd name="connsiteX176" fmla="*/ 3775749 w 4114416"/>
              <a:gd name="connsiteY176" fmla="*/ 1058334 h 2870200"/>
              <a:gd name="connsiteX177" fmla="*/ 3784216 w 4114416"/>
              <a:gd name="connsiteY177" fmla="*/ 1270000 h 2870200"/>
              <a:gd name="connsiteX178" fmla="*/ 3813064 w 4114416"/>
              <a:gd name="connsiteY178" fmla="*/ 678606 h 2870200"/>
              <a:gd name="connsiteX179" fmla="*/ 3818082 w 4114416"/>
              <a:gd name="connsiteY179" fmla="*/ 558800 h 2870200"/>
              <a:gd name="connsiteX180" fmla="*/ 3835016 w 4114416"/>
              <a:gd name="connsiteY180" fmla="*/ 482600 h 2870200"/>
              <a:gd name="connsiteX181" fmla="*/ 3843482 w 4114416"/>
              <a:gd name="connsiteY181" fmla="*/ 533400 h 2870200"/>
              <a:gd name="connsiteX182" fmla="*/ 3860416 w 4114416"/>
              <a:gd name="connsiteY182" fmla="*/ 660400 h 2870200"/>
              <a:gd name="connsiteX183" fmla="*/ 3868882 w 4114416"/>
              <a:gd name="connsiteY183" fmla="*/ 702734 h 2870200"/>
              <a:gd name="connsiteX184" fmla="*/ 3885816 w 4114416"/>
              <a:gd name="connsiteY184" fmla="*/ 736600 h 2870200"/>
              <a:gd name="connsiteX185" fmla="*/ 3902749 w 4114416"/>
              <a:gd name="connsiteY185" fmla="*/ 702734 h 2870200"/>
              <a:gd name="connsiteX186" fmla="*/ 3962016 w 4114416"/>
              <a:gd name="connsiteY186" fmla="*/ 482600 h 2870200"/>
              <a:gd name="connsiteX187" fmla="*/ 3978949 w 4114416"/>
              <a:gd name="connsiteY187" fmla="*/ 457200 h 2870200"/>
              <a:gd name="connsiteX188" fmla="*/ 4004349 w 4114416"/>
              <a:gd name="connsiteY188" fmla="*/ 177800 h 2870200"/>
              <a:gd name="connsiteX189" fmla="*/ 4029749 w 4114416"/>
              <a:gd name="connsiteY189" fmla="*/ 135467 h 2870200"/>
              <a:gd name="connsiteX190" fmla="*/ 4038216 w 4114416"/>
              <a:gd name="connsiteY190" fmla="*/ 101600 h 2870200"/>
              <a:gd name="connsiteX191" fmla="*/ 4046682 w 4114416"/>
              <a:gd name="connsiteY191" fmla="*/ 76200 h 2870200"/>
              <a:gd name="connsiteX192" fmla="*/ 4055149 w 4114416"/>
              <a:gd name="connsiteY192" fmla="*/ 110067 h 2870200"/>
              <a:gd name="connsiteX193" fmla="*/ 4072082 w 4114416"/>
              <a:gd name="connsiteY193" fmla="*/ 160867 h 2870200"/>
              <a:gd name="connsiteX194" fmla="*/ 4114416 w 4114416"/>
              <a:gd name="connsiteY194" fmla="*/ 0 h 2870200"/>
              <a:gd name="connsiteX0" fmla="*/ 0 w 4114416"/>
              <a:gd name="connsiteY0" fmla="*/ 735359 h 2870200"/>
              <a:gd name="connsiteX1" fmla="*/ 22363 w 4114416"/>
              <a:gd name="connsiteY1" fmla="*/ 647092 h 2870200"/>
              <a:gd name="connsiteX2" fmla="*/ 53451 w 4114416"/>
              <a:gd name="connsiteY2" fmla="*/ 567267 h 2870200"/>
              <a:gd name="connsiteX3" fmla="*/ 61790 w 4114416"/>
              <a:gd name="connsiteY3" fmla="*/ 828517 h 2870200"/>
              <a:gd name="connsiteX4" fmla="*/ 57549 w 4114416"/>
              <a:gd name="connsiteY4" fmla="*/ 1083293 h 2870200"/>
              <a:gd name="connsiteX5" fmla="*/ 55282 w 4114416"/>
              <a:gd name="connsiteY5" fmla="*/ 1212385 h 2870200"/>
              <a:gd name="connsiteX6" fmla="*/ 69873 w 4114416"/>
              <a:gd name="connsiteY6" fmla="*/ 1401791 h 2870200"/>
              <a:gd name="connsiteX7" fmla="*/ 112335 w 4114416"/>
              <a:gd name="connsiteY7" fmla="*/ 1209517 h 2870200"/>
              <a:gd name="connsiteX8" fmla="*/ 135082 w 4114416"/>
              <a:gd name="connsiteY8" fmla="*/ 1100667 h 2870200"/>
              <a:gd name="connsiteX9" fmla="*/ 168949 w 4114416"/>
              <a:gd name="connsiteY9" fmla="*/ 999067 h 2870200"/>
              <a:gd name="connsiteX10" fmla="*/ 185882 w 4114416"/>
              <a:gd name="connsiteY10" fmla="*/ 948267 h 2870200"/>
              <a:gd name="connsiteX11" fmla="*/ 202816 w 4114416"/>
              <a:gd name="connsiteY11" fmla="*/ 1134534 h 2870200"/>
              <a:gd name="connsiteX12" fmla="*/ 219749 w 4114416"/>
              <a:gd name="connsiteY12" fmla="*/ 1464734 h 2870200"/>
              <a:gd name="connsiteX13" fmla="*/ 279016 w 4114416"/>
              <a:gd name="connsiteY13" fmla="*/ 1363134 h 2870200"/>
              <a:gd name="connsiteX14" fmla="*/ 304416 w 4114416"/>
              <a:gd name="connsiteY14" fmla="*/ 1371600 h 2870200"/>
              <a:gd name="connsiteX15" fmla="*/ 312882 w 4114416"/>
              <a:gd name="connsiteY15" fmla="*/ 2243667 h 2870200"/>
              <a:gd name="connsiteX16" fmla="*/ 338282 w 4114416"/>
              <a:gd name="connsiteY16" fmla="*/ 2201334 h 2870200"/>
              <a:gd name="connsiteX17" fmla="*/ 346749 w 4114416"/>
              <a:gd name="connsiteY17" fmla="*/ 2150534 h 2870200"/>
              <a:gd name="connsiteX18" fmla="*/ 371651 w 4114416"/>
              <a:gd name="connsiteY18" fmla="*/ 2376146 h 2870200"/>
              <a:gd name="connsiteX19" fmla="*/ 389082 w 4114416"/>
              <a:gd name="connsiteY19" fmla="*/ 2082800 h 2870200"/>
              <a:gd name="connsiteX20" fmla="*/ 414981 w 4114416"/>
              <a:gd name="connsiteY20" fmla="*/ 1792444 h 2870200"/>
              <a:gd name="connsiteX21" fmla="*/ 422949 w 4114416"/>
              <a:gd name="connsiteY21" fmla="*/ 2032000 h 2870200"/>
              <a:gd name="connsiteX22" fmla="*/ 453908 w 4114416"/>
              <a:gd name="connsiteY22" fmla="*/ 1990884 h 2870200"/>
              <a:gd name="connsiteX23" fmla="*/ 465282 w 4114416"/>
              <a:gd name="connsiteY23" fmla="*/ 1752600 h 2870200"/>
              <a:gd name="connsiteX24" fmla="*/ 490682 w 4114416"/>
              <a:gd name="connsiteY24" fmla="*/ 1651000 h 2870200"/>
              <a:gd name="connsiteX25" fmla="*/ 516082 w 4114416"/>
              <a:gd name="connsiteY25" fmla="*/ 1710267 h 2870200"/>
              <a:gd name="connsiteX26" fmla="*/ 524549 w 4114416"/>
              <a:gd name="connsiteY26" fmla="*/ 1851666 h 2870200"/>
              <a:gd name="connsiteX27" fmla="*/ 558416 w 4114416"/>
              <a:gd name="connsiteY27" fmla="*/ 1820334 h 2870200"/>
              <a:gd name="connsiteX28" fmla="*/ 583816 w 4114416"/>
              <a:gd name="connsiteY28" fmla="*/ 1938867 h 2870200"/>
              <a:gd name="connsiteX29" fmla="*/ 600749 w 4114416"/>
              <a:gd name="connsiteY29" fmla="*/ 1998134 h 2870200"/>
              <a:gd name="connsiteX30" fmla="*/ 643082 w 4114416"/>
              <a:gd name="connsiteY30" fmla="*/ 1786467 h 2870200"/>
              <a:gd name="connsiteX31" fmla="*/ 668482 w 4114416"/>
              <a:gd name="connsiteY31" fmla="*/ 1718734 h 2870200"/>
              <a:gd name="connsiteX32" fmla="*/ 685416 w 4114416"/>
              <a:gd name="connsiteY32" fmla="*/ 1617134 h 2870200"/>
              <a:gd name="connsiteX33" fmla="*/ 702349 w 4114416"/>
              <a:gd name="connsiteY33" fmla="*/ 1557867 h 2870200"/>
              <a:gd name="connsiteX34" fmla="*/ 710816 w 4114416"/>
              <a:gd name="connsiteY34" fmla="*/ 1524000 h 2870200"/>
              <a:gd name="connsiteX35" fmla="*/ 727749 w 4114416"/>
              <a:gd name="connsiteY35" fmla="*/ 1312334 h 2870200"/>
              <a:gd name="connsiteX36" fmla="*/ 744682 w 4114416"/>
              <a:gd name="connsiteY36" fmla="*/ 1380067 h 2870200"/>
              <a:gd name="connsiteX37" fmla="*/ 761616 w 4114416"/>
              <a:gd name="connsiteY37" fmla="*/ 1532467 h 2870200"/>
              <a:gd name="connsiteX38" fmla="*/ 778549 w 4114416"/>
              <a:gd name="connsiteY38" fmla="*/ 1566334 h 2870200"/>
              <a:gd name="connsiteX39" fmla="*/ 820882 w 4114416"/>
              <a:gd name="connsiteY39" fmla="*/ 1430867 h 2870200"/>
              <a:gd name="connsiteX40" fmla="*/ 854749 w 4114416"/>
              <a:gd name="connsiteY40" fmla="*/ 1388534 h 2870200"/>
              <a:gd name="connsiteX41" fmla="*/ 863216 w 4114416"/>
              <a:gd name="connsiteY41" fmla="*/ 1498600 h 2870200"/>
              <a:gd name="connsiteX42" fmla="*/ 888616 w 4114416"/>
              <a:gd name="connsiteY42" fmla="*/ 1811867 h 2870200"/>
              <a:gd name="connsiteX43" fmla="*/ 897082 w 4114416"/>
              <a:gd name="connsiteY43" fmla="*/ 1642534 h 2870200"/>
              <a:gd name="connsiteX44" fmla="*/ 930949 w 4114416"/>
              <a:gd name="connsiteY44" fmla="*/ 1557867 h 2870200"/>
              <a:gd name="connsiteX45" fmla="*/ 939416 w 4114416"/>
              <a:gd name="connsiteY45" fmla="*/ 2006600 h 2870200"/>
              <a:gd name="connsiteX46" fmla="*/ 964816 w 4114416"/>
              <a:gd name="connsiteY46" fmla="*/ 2116667 h 2870200"/>
              <a:gd name="connsiteX47" fmla="*/ 973282 w 4114416"/>
              <a:gd name="connsiteY47" fmla="*/ 1948424 h 2870200"/>
              <a:gd name="connsiteX48" fmla="*/ 990216 w 4114416"/>
              <a:gd name="connsiteY48" fmla="*/ 1794934 h 2870200"/>
              <a:gd name="connsiteX49" fmla="*/ 998682 w 4114416"/>
              <a:gd name="connsiteY49" fmla="*/ 1761067 h 2870200"/>
              <a:gd name="connsiteX50" fmla="*/ 1015616 w 4114416"/>
              <a:gd name="connsiteY50" fmla="*/ 1871134 h 2870200"/>
              <a:gd name="connsiteX51" fmla="*/ 1032549 w 4114416"/>
              <a:gd name="connsiteY51" fmla="*/ 1947334 h 2870200"/>
              <a:gd name="connsiteX52" fmla="*/ 1049482 w 4114416"/>
              <a:gd name="connsiteY52" fmla="*/ 2040467 h 2870200"/>
              <a:gd name="connsiteX53" fmla="*/ 1074882 w 4114416"/>
              <a:gd name="connsiteY53" fmla="*/ 2108200 h 2870200"/>
              <a:gd name="connsiteX54" fmla="*/ 1105586 w 4114416"/>
              <a:gd name="connsiteY54" fmla="*/ 2165034 h 2870200"/>
              <a:gd name="connsiteX55" fmla="*/ 1117344 w 4114416"/>
              <a:gd name="connsiteY55" fmla="*/ 2220675 h 2870200"/>
              <a:gd name="connsiteX56" fmla="*/ 1134149 w 4114416"/>
              <a:gd name="connsiteY56" fmla="*/ 2108200 h 2870200"/>
              <a:gd name="connsiteX57" fmla="*/ 1184949 w 4114416"/>
              <a:gd name="connsiteY57" fmla="*/ 1989667 h 2870200"/>
              <a:gd name="connsiteX58" fmla="*/ 1221851 w 4114416"/>
              <a:gd name="connsiteY58" fmla="*/ 1898967 h 2870200"/>
              <a:gd name="connsiteX59" fmla="*/ 1244216 w 4114416"/>
              <a:gd name="connsiteY59" fmla="*/ 2167467 h 2870200"/>
              <a:gd name="connsiteX60" fmla="*/ 1261149 w 4114416"/>
              <a:gd name="connsiteY60" fmla="*/ 2082800 h 2870200"/>
              <a:gd name="connsiteX61" fmla="*/ 1269616 w 4114416"/>
              <a:gd name="connsiteY61" fmla="*/ 2015067 h 2870200"/>
              <a:gd name="connsiteX62" fmla="*/ 1311949 w 4114416"/>
              <a:gd name="connsiteY62" fmla="*/ 1854200 h 2870200"/>
              <a:gd name="connsiteX63" fmla="*/ 1320416 w 4114416"/>
              <a:gd name="connsiteY63" fmla="*/ 1803400 h 2870200"/>
              <a:gd name="connsiteX64" fmla="*/ 1345816 w 4114416"/>
              <a:gd name="connsiteY64" fmla="*/ 1701800 h 2870200"/>
              <a:gd name="connsiteX65" fmla="*/ 1379682 w 4114416"/>
              <a:gd name="connsiteY65" fmla="*/ 1744134 h 2870200"/>
              <a:gd name="connsiteX66" fmla="*/ 1422016 w 4114416"/>
              <a:gd name="connsiteY66" fmla="*/ 1879600 h 2870200"/>
              <a:gd name="connsiteX67" fmla="*/ 1455882 w 4114416"/>
              <a:gd name="connsiteY67" fmla="*/ 1947334 h 2870200"/>
              <a:gd name="connsiteX68" fmla="*/ 1472816 w 4114416"/>
              <a:gd name="connsiteY68" fmla="*/ 1938867 h 2870200"/>
              <a:gd name="connsiteX69" fmla="*/ 1515149 w 4114416"/>
              <a:gd name="connsiteY69" fmla="*/ 1803400 h 2870200"/>
              <a:gd name="connsiteX70" fmla="*/ 1574416 w 4114416"/>
              <a:gd name="connsiteY70" fmla="*/ 1651000 h 2870200"/>
              <a:gd name="connsiteX71" fmla="*/ 1582882 w 4114416"/>
              <a:gd name="connsiteY71" fmla="*/ 1591734 h 2870200"/>
              <a:gd name="connsiteX72" fmla="*/ 1608410 w 4114416"/>
              <a:gd name="connsiteY72" fmla="*/ 1462351 h 2870200"/>
              <a:gd name="connsiteX73" fmla="*/ 1633682 w 4114416"/>
              <a:gd name="connsiteY73" fmla="*/ 1524000 h 2870200"/>
              <a:gd name="connsiteX74" fmla="*/ 1659082 w 4114416"/>
              <a:gd name="connsiteY74" fmla="*/ 1490134 h 2870200"/>
              <a:gd name="connsiteX75" fmla="*/ 1684482 w 4114416"/>
              <a:gd name="connsiteY75" fmla="*/ 1388534 h 2870200"/>
              <a:gd name="connsiteX76" fmla="*/ 1732631 w 4114416"/>
              <a:gd name="connsiteY76" fmla="*/ 1294184 h 2870200"/>
              <a:gd name="connsiteX77" fmla="*/ 1794549 w 4114416"/>
              <a:gd name="connsiteY77" fmla="*/ 1176867 h 2870200"/>
              <a:gd name="connsiteX78" fmla="*/ 1831067 w 4114416"/>
              <a:gd name="connsiteY78" fmla="*/ 1238516 h 2870200"/>
              <a:gd name="connsiteX79" fmla="*/ 1853688 w 4114416"/>
              <a:gd name="connsiteY79" fmla="*/ 1323159 h 2870200"/>
              <a:gd name="connsiteX80" fmla="*/ 1887682 w 4114416"/>
              <a:gd name="connsiteY80" fmla="*/ 1422400 h 2870200"/>
              <a:gd name="connsiteX81" fmla="*/ 1938482 w 4114416"/>
              <a:gd name="connsiteY81" fmla="*/ 1600200 h 2870200"/>
              <a:gd name="connsiteX82" fmla="*/ 1978163 w 4114416"/>
              <a:gd name="connsiteY82" fmla="*/ 1762259 h 2870200"/>
              <a:gd name="connsiteX83" fmla="*/ 2006216 w 4114416"/>
              <a:gd name="connsiteY83" fmla="*/ 1498600 h 2870200"/>
              <a:gd name="connsiteX84" fmla="*/ 2023149 w 4114416"/>
              <a:gd name="connsiteY84" fmla="*/ 1464734 h 2870200"/>
              <a:gd name="connsiteX85" fmla="*/ 2031616 w 4114416"/>
              <a:gd name="connsiteY85" fmla="*/ 1439334 h 2870200"/>
              <a:gd name="connsiteX86" fmla="*/ 2067707 w 4114416"/>
              <a:gd name="connsiteY86" fmla="*/ 1908377 h 2870200"/>
              <a:gd name="connsiteX87" fmla="*/ 2082416 w 4114416"/>
              <a:gd name="connsiteY87" fmla="*/ 2032000 h 2870200"/>
              <a:gd name="connsiteX88" fmla="*/ 2090882 w 4114416"/>
              <a:gd name="connsiteY88" fmla="*/ 2150534 h 2870200"/>
              <a:gd name="connsiteX89" fmla="*/ 2099349 w 4114416"/>
              <a:gd name="connsiteY89" fmla="*/ 2489200 h 2870200"/>
              <a:gd name="connsiteX90" fmla="*/ 2133216 w 4114416"/>
              <a:gd name="connsiteY90" fmla="*/ 2421467 h 2870200"/>
              <a:gd name="connsiteX91" fmla="*/ 2175549 w 4114416"/>
              <a:gd name="connsiteY91" fmla="*/ 2319867 h 2870200"/>
              <a:gd name="connsiteX92" fmla="*/ 2200949 w 4114416"/>
              <a:gd name="connsiteY92" fmla="*/ 2286000 h 2870200"/>
              <a:gd name="connsiteX93" fmla="*/ 2234816 w 4114416"/>
              <a:gd name="connsiteY93" fmla="*/ 2235200 h 2870200"/>
              <a:gd name="connsiteX94" fmla="*/ 2251749 w 4114416"/>
              <a:gd name="connsiteY94" fmla="*/ 2514600 h 2870200"/>
              <a:gd name="connsiteX95" fmla="*/ 2277149 w 4114416"/>
              <a:gd name="connsiteY95" fmla="*/ 2565400 h 2870200"/>
              <a:gd name="connsiteX96" fmla="*/ 2285616 w 4114416"/>
              <a:gd name="connsiteY96" fmla="*/ 2489200 h 2870200"/>
              <a:gd name="connsiteX97" fmla="*/ 2302549 w 4114416"/>
              <a:gd name="connsiteY97" fmla="*/ 2421467 h 2870200"/>
              <a:gd name="connsiteX98" fmla="*/ 2311016 w 4114416"/>
              <a:gd name="connsiteY98" fmla="*/ 1718734 h 2870200"/>
              <a:gd name="connsiteX99" fmla="*/ 2336416 w 4114416"/>
              <a:gd name="connsiteY99" fmla="*/ 1811867 h 2870200"/>
              <a:gd name="connsiteX100" fmla="*/ 2361816 w 4114416"/>
              <a:gd name="connsiteY100" fmla="*/ 1871134 h 2870200"/>
              <a:gd name="connsiteX101" fmla="*/ 2387216 w 4114416"/>
              <a:gd name="connsiteY101" fmla="*/ 1938867 h 2870200"/>
              <a:gd name="connsiteX102" fmla="*/ 2395682 w 4114416"/>
              <a:gd name="connsiteY102" fmla="*/ 1972734 h 2870200"/>
              <a:gd name="connsiteX103" fmla="*/ 2404149 w 4114416"/>
              <a:gd name="connsiteY103" fmla="*/ 1574800 h 2870200"/>
              <a:gd name="connsiteX104" fmla="*/ 2429549 w 4114416"/>
              <a:gd name="connsiteY104" fmla="*/ 1236134 h 2870200"/>
              <a:gd name="connsiteX105" fmla="*/ 2446482 w 4114416"/>
              <a:gd name="connsiteY105" fmla="*/ 1092200 h 2870200"/>
              <a:gd name="connsiteX106" fmla="*/ 2454949 w 4114416"/>
              <a:gd name="connsiteY106" fmla="*/ 1066800 h 2870200"/>
              <a:gd name="connsiteX107" fmla="*/ 2463416 w 4114416"/>
              <a:gd name="connsiteY107" fmla="*/ 1092200 h 2870200"/>
              <a:gd name="connsiteX108" fmla="*/ 2480349 w 4114416"/>
              <a:gd name="connsiteY108" fmla="*/ 1117600 h 2870200"/>
              <a:gd name="connsiteX109" fmla="*/ 2488816 w 4114416"/>
              <a:gd name="connsiteY109" fmla="*/ 1227667 h 2870200"/>
              <a:gd name="connsiteX110" fmla="*/ 2514216 w 4114416"/>
              <a:gd name="connsiteY110" fmla="*/ 753534 h 2870200"/>
              <a:gd name="connsiteX111" fmla="*/ 2531149 w 4114416"/>
              <a:gd name="connsiteY111" fmla="*/ 685800 h 2870200"/>
              <a:gd name="connsiteX112" fmla="*/ 2539616 w 4114416"/>
              <a:gd name="connsiteY112" fmla="*/ 609600 h 2870200"/>
              <a:gd name="connsiteX113" fmla="*/ 2548082 w 4114416"/>
              <a:gd name="connsiteY113" fmla="*/ 558800 h 2870200"/>
              <a:gd name="connsiteX114" fmla="*/ 2565016 w 4114416"/>
              <a:gd name="connsiteY114" fmla="*/ 584200 h 2870200"/>
              <a:gd name="connsiteX115" fmla="*/ 2573482 w 4114416"/>
              <a:gd name="connsiteY115" fmla="*/ 778934 h 2870200"/>
              <a:gd name="connsiteX116" fmla="*/ 2615816 w 4114416"/>
              <a:gd name="connsiteY116" fmla="*/ 914400 h 2870200"/>
              <a:gd name="connsiteX117" fmla="*/ 2632749 w 4114416"/>
              <a:gd name="connsiteY117" fmla="*/ 973667 h 2870200"/>
              <a:gd name="connsiteX118" fmla="*/ 2649682 w 4114416"/>
              <a:gd name="connsiteY118" fmla="*/ 812800 h 2870200"/>
              <a:gd name="connsiteX119" fmla="*/ 2666616 w 4114416"/>
              <a:gd name="connsiteY119" fmla="*/ 694267 h 2870200"/>
              <a:gd name="connsiteX120" fmla="*/ 2692016 w 4114416"/>
              <a:gd name="connsiteY120" fmla="*/ 558800 h 2870200"/>
              <a:gd name="connsiteX121" fmla="*/ 2717416 w 4114416"/>
              <a:gd name="connsiteY121" fmla="*/ 321734 h 2870200"/>
              <a:gd name="connsiteX122" fmla="*/ 2734349 w 4114416"/>
              <a:gd name="connsiteY122" fmla="*/ 1058334 h 2870200"/>
              <a:gd name="connsiteX123" fmla="*/ 2760746 w 4114416"/>
              <a:gd name="connsiteY123" fmla="*/ 1023969 h 2870200"/>
              <a:gd name="connsiteX124" fmla="*/ 2810549 w 4114416"/>
              <a:gd name="connsiteY124" fmla="*/ 905934 h 2870200"/>
              <a:gd name="connsiteX125" fmla="*/ 2844416 w 4114416"/>
              <a:gd name="connsiteY125" fmla="*/ 855134 h 2870200"/>
              <a:gd name="connsiteX126" fmla="*/ 2869816 w 4114416"/>
              <a:gd name="connsiteY126" fmla="*/ 1422400 h 2870200"/>
              <a:gd name="connsiteX127" fmla="*/ 2878282 w 4114416"/>
              <a:gd name="connsiteY127" fmla="*/ 1388534 h 2870200"/>
              <a:gd name="connsiteX128" fmla="*/ 2895216 w 4114416"/>
              <a:gd name="connsiteY128" fmla="*/ 1363134 h 2870200"/>
              <a:gd name="connsiteX129" fmla="*/ 2920616 w 4114416"/>
              <a:gd name="connsiteY129" fmla="*/ 1278467 h 2870200"/>
              <a:gd name="connsiteX130" fmla="*/ 2937549 w 4114416"/>
              <a:gd name="connsiteY130" fmla="*/ 1320800 h 2870200"/>
              <a:gd name="connsiteX131" fmla="*/ 2954482 w 4114416"/>
              <a:gd name="connsiteY131" fmla="*/ 1388534 h 2870200"/>
              <a:gd name="connsiteX132" fmla="*/ 2971416 w 4114416"/>
              <a:gd name="connsiteY132" fmla="*/ 1422400 h 2870200"/>
              <a:gd name="connsiteX133" fmla="*/ 3013749 w 4114416"/>
              <a:gd name="connsiteY133" fmla="*/ 1540934 h 2870200"/>
              <a:gd name="connsiteX134" fmla="*/ 3030682 w 4114416"/>
              <a:gd name="connsiteY134" fmla="*/ 1566334 h 2870200"/>
              <a:gd name="connsiteX135" fmla="*/ 3064549 w 4114416"/>
              <a:gd name="connsiteY135" fmla="*/ 1718734 h 2870200"/>
              <a:gd name="connsiteX136" fmla="*/ 3089949 w 4114416"/>
              <a:gd name="connsiteY136" fmla="*/ 1761067 h 2870200"/>
              <a:gd name="connsiteX137" fmla="*/ 3123816 w 4114416"/>
              <a:gd name="connsiteY137" fmla="*/ 1879600 h 2870200"/>
              <a:gd name="connsiteX138" fmla="*/ 3115349 w 4114416"/>
              <a:gd name="connsiteY138" fmla="*/ 1913467 h 2870200"/>
              <a:gd name="connsiteX139" fmla="*/ 3127799 w 4114416"/>
              <a:gd name="connsiteY139" fmla="*/ 1901016 h 2870200"/>
              <a:gd name="connsiteX140" fmla="*/ 3106882 w 4114416"/>
              <a:gd name="connsiteY140" fmla="*/ 1888067 h 2870200"/>
              <a:gd name="connsiteX141" fmla="*/ 3132282 w 4114416"/>
              <a:gd name="connsiteY141" fmla="*/ 1871134 h 2870200"/>
              <a:gd name="connsiteX142" fmla="*/ 3140749 w 4114416"/>
              <a:gd name="connsiteY142" fmla="*/ 1769534 h 2870200"/>
              <a:gd name="connsiteX143" fmla="*/ 3157682 w 4114416"/>
              <a:gd name="connsiteY143" fmla="*/ 1710267 h 2870200"/>
              <a:gd name="connsiteX144" fmla="*/ 3166149 w 4114416"/>
              <a:gd name="connsiteY144" fmla="*/ 1684867 h 2870200"/>
              <a:gd name="connsiteX145" fmla="*/ 3191549 w 4114416"/>
              <a:gd name="connsiteY145" fmla="*/ 1676400 h 2870200"/>
              <a:gd name="connsiteX146" fmla="*/ 3200016 w 4114416"/>
              <a:gd name="connsiteY146" fmla="*/ 2006600 h 2870200"/>
              <a:gd name="connsiteX147" fmla="*/ 3208482 w 4114416"/>
              <a:gd name="connsiteY147" fmla="*/ 2048934 h 2870200"/>
              <a:gd name="connsiteX148" fmla="*/ 3216949 w 4114416"/>
              <a:gd name="connsiteY148" fmla="*/ 2099734 h 2870200"/>
              <a:gd name="connsiteX149" fmla="*/ 3233882 w 4114416"/>
              <a:gd name="connsiteY149" fmla="*/ 2048934 h 2870200"/>
              <a:gd name="connsiteX150" fmla="*/ 3242349 w 4114416"/>
              <a:gd name="connsiteY150" fmla="*/ 1998134 h 2870200"/>
              <a:gd name="connsiteX151" fmla="*/ 3276216 w 4114416"/>
              <a:gd name="connsiteY151" fmla="*/ 2353734 h 2870200"/>
              <a:gd name="connsiteX152" fmla="*/ 3301616 w 4114416"/>
              <a:gd name="connsiteY152" fmla="*/ 2387600 h 2870200"/>
              <a:gd name="connsiteX153" fmla="*/ 3310082 w 4114416"/>
              <a:gd name="connsiteY153" fmla="*/ 2497667 h 2870200"/>
              <a:gd name="connsiteX154" fmla="*/ 3327016 w 4114416"/>
              <a:gd name="connsiteY154" fmla="*/ 2531534 h 2870200"/>
              <a:gd name="connsiteX155" fmla="*/ 3343949 w 4114416"/>
              <a:gd name="connsiteY155" fmla="*/ 2599267 h 2870200"/>
              <a:gd name="connsiteX156" fmla="*/ 3369349 w 4114416"/>
              <a:gd name="connsiteY156" fmla="*/ 2667000 h 2870200"/>
              <a:gd name="connsiteX157" fmla="*/ 3411682 w 4114416"/>
              <a:gd name="connsiteY157" fmla="*/ 2810934 h 2870200"/>
              <a:gd name="connsiteX158" fmla="*/ 3437082 w 4114416"/>
              <a:gd name="connsiteY158" fmla="*/ 2870200 h 2870200"/>
              <a:gd name="connsiteX159" fmla="*/ 3462482 w 4114416"/>
              <a:gd name="connsiteY159" fmla="*/ 1828800 h 2870200"/>
              <a:gd name="connsiteX160" fmla="*/ 3461984 w 4114416"/>
              <a:gd name="connsiteY160" fmla="*/ 2090271 h 2870200"/>
              <a:gd name="connsiteX161" fmla="*/ 3487882 w 4114416"/>
              <a:gd name="connsiteY161" fmla="*/ 1735667 h 2870200"/>
              <a:gd name="connsiteX162" fmla="*/ 3513282 w 4114416"/>
              <a:gd name="connsiteY162" fmla="*/ 1651000 h 2870200"/>
              <a:gd name="connsiteX163" fmla="*/ 3521749 w 4114416"/>
              <a:gd name="connsiteY163" fmla="*/ 1701800 h 2870200"/>
              <a:gd name="connsiteX164" fmla="*/ 3525733 w 4114416"/>
              <a:gd name="connsiteY164" fmla="*/ 1875118 h 2870200"/>
              <a:gd name="connsiteX165" fmla="*/ 3547149 w 4114416"/>
              <a:gd name="connsiteY165" fmla="*/ 1752600 h 2870200"/>
              <a:gd name="connsiteX166" fmla="*/ 3555616 w 4114416"/>
              <a:gd name="connsiteY166" fmla="*/ 1693334 h 2870200"/>
              <a:gd name="connsiteX167" fmla="*/ 3597949 w 4114416"/>
              <a:gd name="connsiteY167" fmla="*/ 1608667 h 2870200"/>
              <a:gd name="connsiteX168" fmla="*/ 3614882 w 4114416"/>
              <a:gd name="connsiteY168" fmla="*/ 1566334 h 2870200"/>
              <a:gd name="connsiteX169" fmla="*/ 3657216 w 4114416"/>
              <a:gd name="connsiteY169" fmla="*/ 1464734 h 2870200"/>
              <a:gd name="connsiteX170" fmla="*/ 3661200 w 4114416"/>
              <a:gd name="connsiteY170" fmla="*/ 1373094 h 2870200"/>
              <a:gd name="connsiteX171" fmla="*/ 3682616 w 4114416"/>
              <a:gd name="connsiteY171" fmla="*/ 1363134 h 2870200"/>
              <a:gd name="connsiteX172" fmla="*/ 3699549 w 4114416"/>
              <a:gd name="connsiteY172" fmla="*/ 1320800 h 2870200"/>
              <a:gd name="connsiteX173" fmla="*/ 3694569 w 4114416"/>
              <a:gd name="connsiteY173" fmla="*/ 1151964 h 2870200"/>
              <a:gd name="connsiteX174" fmla="*/ 3741882 w 4114416"/>
              <a:gd name="connsiteY174" fmla="*/ 1227667 h 2870200"/>
              <a:gd name="connsiteX175" fmla="*/ 3750349 w 4114416"/>
              <a:gd name="connsiteY175" fmla="*/ 1176867 h 2870200"/>
              <a:gd name="connsiteX176" fmla="*/ 3767282 w 4114416"/>
              <a:gd name="connsiteY176" fmla="*/ 1126067 h 2870200"/>
              <a:gd name="connsiteX177" fmla="*/ 3775749 w 4114416"/>
              <a:gd name="connsiteY177" fmla="*/ 1058334 h 2870200"/>
              <a:gd name="connsiteX178" fmla="*/ 3784216 w 4114416"/>
              <a:gd name="connsiteY178" fmla="*/ 1270000 h 2870200"/>
              <a:gd name="connsiteX179" fmla="*/ 3813064 w 4114416"/>
              <a:gd name="connsiteY179" fmla="*/ 678606 h 2870200"/>
              <a:gd name="connsiteX180" fmla="*/ 3818082 w 4114416"/>
              <a:gd name="connsiteY180" fmla="*/ 558800 h 2870200"/>
              <a:gd name="connsiteX181" fmla="*/ 3835016 w 4114416"/>
              <a:gd name="connsiteY181" fmla="*/ 482600 h 2870200"/>
              <a:gd name="connsiteX182" fmla="*/ 3843482 w 4114416"/>
              <a:gd name="connsiteY182" fmla="*/ 533400 h 2870200"/>
              <a:gd name="connsiteX183" fmla="*/ 3860416 w 4114416"/>
              <a:gd name="connsiteY183" fmla="*/ 660400 h 2870200"/>
              <a:gd name="connsiteX184" fmla="*/ 3868882 w 4114416"/>
              <a:gd name="connsiteY184" fmla="*/ 702734 h 2870200"/>
              <a:gd name="connsiteX185" fmla="*/ 3885816 w 4114416"/>
              <a:gd name="connsiteY185" fmla="*/ 736600 h 2870200"/>
              <a:gd name="connsiteX186" fmla="*/ 3902749 w 4114416"/>
              <a:gd name="connsiteY186" fmla="*/ 702734 h 2870200"/>
              <a:gd name="connsiteX187" fmla="*/ 3962016 w 4114416"/>
              <a:gd name="connsiteY187" fmla="*/ 482600 h 2870200"/>
              <a:gd name="connsiteX188" fmla="*/ 3978949 w 4114416"/>
              <a:gd name="connsiteY188" fmla="*/ 457200 h 2870200"/>
              <a:gd name="connsiteX189" fmla="*/ 4004349 w 4114416"/>
              <a:gd name="connsiteY189" fmla="*/ 177800 h 2870200"/>
              <a:gd name="connsiteX190" fmla="*/ 4029749 w 4114416"/>
              <a:gd name="connsiteY190" fmla="*/ 135467 h 2870200"/>
              <a:gd name="connsiteX191" fmla="*/ 4038216 w 4114416"/>
              <a:gd name="connsiteY191" fmla="*/ 101600 h 2870200"/>
              <a:gd name="connsiteX192" fmla="*/ 4046682 w 4114416"/>
              <a:gd name="connsiteY192" fmla="*/ 76200 h 2870200"/>
              <a:gd name="connsiteX193" fmla="*/ 4055149 w 4114416"/>
              <a:gd name="connsiteY193" fmla="*/ 110067 h 2870200"/>
              <a:gd name="connsiteX194" fmla="*/ 4072082 w 4114416"/>
              <a:gd name="connsiteY194" fmla="*/ 160867 h 2870200"/>
              <a:gd name="connsiteX195" fmla="*/ 4114416 w 4114416"/>
              <a:gd name="connsiteY195" fmla="*/ 0 h 2870200"/>
              <a:gd name="connsiteX0" fmla="*/ 0 w 4114416"/>
              <a:gd name="connsiteY0" fmla="*/ 735359 h 2870200"/>
              <a:gd name="connsiteX1" fmla="*/ 22363 w 4114416"/>
              <a:gd name="connsiteY1" fmla="*/ 647092 h 2870200"/>
              <a:gd name="connsiteX2" fmla="*/ 53451 w 4114416"/>
              <a:gd name="connsiteY2" fmla="*/ 567267 h 2870200"/>
              <a:gd name="connsiteX3" fmla="*/ 61790 w 4114416"/>
              <a:gd name="connsiteY3" fmla="*/ 828517 h 2870200"/>
              <a:gd name="connsiteX4" fmla="*/ 57549 w 4114416"/>
              <a:gd name="connsiteY4" fmla="*/ 1083293 h 2870200"/>
              <a:gd name="connsiteX5" fmla="*/ 55282 w 4114416"/>
              <a:gd name="connsiteY5" fmla="*/ 1212385 h 2870200"/>
              <a:gd name="connsiteX6" fmla="*/ 69873 w 4114416"/>
              <a:gd name="connsiteY6" fmla="*/ 1401791 h 2870200"/>
              <a:gd name="connsiteX7" fmla="*/ 112335 w 4114416"/>
              <a:gd name="connsiteY7" fmla="*/ 1209517 h 2870200"/>
              <a:gd name="connsiteX8" fmla="*/ 135082 w 4114416"/>
              <a:gd name="connsiteY8" fmla="*/ 1100667 h 2870200"/>
              <a:gd name="connsiteX9" fmla="*/ 168949 w 4114416"/>
              <a:gd name="connsiteY9" fmla="*/ 999067 h 2870200"/>
              <a:gd name="connsiteX10" fmla="*/ 185882 w 4114416"/>
              <a:gd name="connsiteY10" fmla="*/ 948267 h 2870200"/>
              <a:gd name="connsiteX11" fmla="*/ 202816 w 4114416"/>
              <a:gd name="connsiteY11" fmla="*/ 1134534 h 2870200"/>
              <a:gd name="connsiteX12" fmla="*/ 219749 w 4114416"/>
              <a:gd name="connsiteY12" fmla="*/ 1464734 h 2870200"/>
              <a:gd name="connsiteX13" fmla="*/ 279016 w 4114416"/>
              <a:gd name="connsiteY13" fmla="*/ 1363134 h 2870200"/>
              <a:gd name="connsiteX14" fmla="*/ 304416 w 4114416"/>
              <a:gd name="connsiteY14" fmla="*/ 1371600 h 2870200"/>
              <a:gd name="connsiteX15" fmla="*/ 312882 w 4114416"/>
              <a:gd name="connsiteY15" fmla="*/ 2243667 h 2870200"/>
              <a:gd name="connsiteX16" fmla="*/ 338282 w 4114416"/>
              <a:gd name="connsiteY16" fmla="*/ 2201334 h 2870200"/>
              <a:gd name="connsiteX17" fmla="*/ 346749 w 4114416"/>
              <a:gd name="connsiteY17" fmla="*/ 2150534 h 2870200"/>
              <a:gd name="connsiteX18" fmla="*/ 371651 w 4114416"/>
              <a:gd name="connsiteY18" fmla="*/ 2376146 h 2870200"/>
              <a:gd name="connsiteX19" fmla="*/ 389082 w 4114416"/>
              <a:gd name="connsiteY19" fmla="*/ 2082800 h 2870200"/>
              <a:gd name="connsiteX20" fmla="*/ 414981 w 4114416"/>
              <a:gd name="connsiteY20" fmla="*/ 1792444 h 2870200"/>
              <a:gd name="connsiteX21" fmla="*/ 422949 w 4114416"/>
              <a:gd name="connsiteY21" fmla="*/ 2032000 h 2870200"/>
              <a:gd name="connsiteX22" fmla="*/ 453908 w 4114416"/>
              <a:gd name="connsiteY22" fmla="*/ 1990884 h 2870200"/>
              <a:gd name="connsiteX23" fmla="*/ 465282 w 4114416"/>
              <a:gd name="connsiteY23" fmla="*/ 1752600 h 2870200"/>
              <a:gd name="connsiteX24" fmla="*/ 490682 w 4114416"/>
              <a:gd name="connsiteY24" fmla="*/ 1651000 h 2870200"/>
              <a:gd name="connsiteX25" fmla="*/ 516082 w 4114416"/>
              <a:gd name="connsiteY25" fmla="*/ 1710267 h 2870200"/>
              <a:gd name="connsiteX26" fmla="*/ 524549 w 4114416"/>
              <a:gd name="connsiteY26" fmla="*/ 1851666 h 2870200"/>
              <a:gd name="connsiteX27" fmla="*/ 558416 w 4114416"/>
              <a:gd name="connsiteY27" fmla="*/ 1820334 h 2870200"/>
              <a:gd name="connsiteX28" fmla="*/ 583816 w 4114416"/>
              <a:gd name="connsiteY28" fmla="*/ 1938867 h 2870200"/>
              <a:gd name="connsiteX29" fmla="*/ 600749 w 4114416"/>
              <a:gd name="connsiteY29" fmla="*/ 1998134 h 2870200"/>
              <a:gd name="connsiteX30" fmla="*/ 643082 w 4114416"/>
              <a:gd name="connsiteY30" fmla="*/ 1786467 h 2870200"/>
              <a:gd name="connsiteX31" fmla="*/ 668482 w 4114416"/>
              <a:gd name="connsiteY31" fmla="*/ 1718734 h 2870200"/>
              <a:gd name="connsiteX32" fmla="*/ 685416 w 4114416"/>
              <a:gd name="connsiteY32" fmla="*/ 1617134 h 2870200"/>
              <a:gd name="connsiteX33" fmla="*/ 702349 w 4114416"/>
              <a:gd name="connsiteY33" fmla="*/ 1557867 h 2870200"/>
              <a:gd name="connsiteX34" fmla="*/ 710816 w 4114416"/>
              <a:gd name="connsiteY34" fmla="*/ 1524000 h 2870200"/>
              <a:gd name="connsiteX35" fmla="*/ 727749 w 4114416"/>
              <a:gd name="connsiteY35" fmla="*/ 1312334 h 2870200"/>
              <a:gd name="connsiteX36" fmla="*/ 744682 w 4114416"/>
              <a:gd name="connsiteY36" fmla="*/ 1380067 h 2870200"/>
              <a:gd name="connsiteX37" fmla="*/ 761616 w 4114416"/>
              <a:gd name="connsiteY37" fmla="*/ 1532467 h 2870200"/>
              <a:gd name="connsiteX38" fmla="*/ 778549 w 4114416"/>
              <a:gd name="connsiteY38" fmla="*/ 1566334 h 2870200"/>
              <a:gd name="connsiteX39" fmla="*/ 820882 w 4114416"/>
              <a:gd name="connsiteY39" fmla="*/ 1430867 h 2870200"/>
              <a:gd name="connsiteX40" fmla="*/ 854749 w 4114416"/>
              <a:gd name="connsiteY40" fmla="*/ 1388534 h 2870200"/>
              <a:gd name="connsiteX41" fmla="*/ 863216 w 4114416"/>
              <a:gd name="connsiteY41" fmla="*/ 1498600 h 2870200"/>
              <a:gd name="connsiteX42" fmla="*/ 888616 w 4114416"/>
              <a:gd name="connsiteY42" fmla="*/ 1811867 h 2870200"/>
              <a:gd name="connsiteX43" fmla="*/ 897082 w 4114416"/>
              <a:gd name="connsiteY43" fmla="*/ 1642534 h 2870200"/>
              <a:gd name="connsiteX44" fmla="*/ 930949 w 4114416"/>
              <a:gd name="connsiteY44" fmla="*/ 1557867 h 2870200"/>
              <a:gd name="connsiteX45" fmla="*/ 939416 w 4114416"/>
              <a:gd name="connsiteY45" fmla="*/ 2006600 h 2870200"/>
              <a:gd name="connsiteX46" fmla="*/ 964816 w 4114416"/>
              <a:gd name="connsiteY46" fmla="*/ 2116667 h 2870200"/>
              <a:gd name="connsiteX47" fmla="*/ 973282 w 4114416"/>
              <a:gd name="connsiteY47" fmla="*/ 1948424 h 2870200"/>
              <a:gd name="connsiteX48" fmla="*/ 990216 w 4114416"/>
              <a:gd name="connsiteY48" fmla="*/ 1794934 h 2870200"/>
              <a:gd name="connsiteX49" fmla="*/ 998682 w 4114416"/>
              <a:gd name="connsiteY49" fmla="*/ 1761067 h 2870200"/>
              <a:gd name="connsiteX50" fmla="*/ 1015616 w 4114416"/>
              <a:gd name="connsiteY50" fmla="*/ 1871134 h 2870200"/>
              <a:gd name="connsiteX51" fmla="*/ 1032549 w 4114416"/>
              <a:gd name="connsiteY51" fmla="*/ 1947334 h 2870200"/>
              <a:gd name="connsiteX52" fmla="*/ 1049482 w 4114416"/>
              <a:gd name="connsiteY52" fmla="*/ 2040467 h 2870200"/>
              <a:gd name="connsiteX53" fmla="*/ 1074882 w 4114416"/>
              <a:gd name="connsiteY53" fmla="*/ 2108200 h 2870200"/>
              <a:gd name="connsiteX54" fmla="*/ 1105586 w 4114416"/>
              <a:gd name="connsiteY54" fmla="*/ 2165034 h 2870200"/>
              <a:gd name="connsiteX55" fmla="*/ 1117344 w 4114416"/>
              <a:gd name="connsiteY55" fmla="*/ 2220675 h 2870200"/>
              <a:gd name="connsiteX56" fmla="*/ 1134149 w 4114416"/>
              <a:gd name="connsiteY56" fmla="*/ 2108200 h 2870200"/>
              <a:gd name="connsiteX57" fmla="*/ 1184949 w 4114416"/>
              <a:gd name="connsiteY57" fmla="*/ 1989667 h 2870200"/>
              <a:gd name="connsiteX58" fmla="*/ 1221851 w 4114416"/>
              <a:gd name="connsiteY58" fmla="*/ 1898967 h 2870200"/>
              <a:gd name="connsiteX59" fmla="*/ 1244216 w 4114416"/>
              <a:gd name="connsiteY59" fmla="*/ 2167467 h 2870200"/>
              <a:gd name="connsiteX60" fmla="*/ 1261149 w 4114416"/>
              <a:gd name="connsiteY60" fmla="*/ 2082800 h 2870200"/>
              <a:gd name="connsiteX61" fmla="*/ 1269616 w 4114416"/>
              <a:gd name="connsiteY61" fmla="*/ 2015067 h 2870200"/>
              <a:gd name="connsiteX62" fmla="*/ 1311949 w 4114416"/>
              <a:gd name="connsiteY62" fmla="*/ 1854200 h 2870200"/>
              <a:gd name="connsiteX63" fmla="*/ 1320416 w 4114416"/>
              <a:gd name="connsiteY63" fmla="*/ 1803400 h 2870200"/>
              <a:gd name="connsiteX64" fmla="*/ 1345816 w 4114416"/>
              <a:gd name="connsiteY64" fmla="*/ 1701800 h 2870200"/>
              <a:gd name="connsiteX65" fmla="*/ 1379682 w 4114416"/>
              <a:gd name="connsiteY65" fmla="*/ 1744134 h 2870200"/>
              <a:gd name="connsiteX66" fmla="*/ 1422016 w 4114416"/>
              <a:gd name="connsiteY66" fmla="*/ 1879600 h 2870200"/>
              <a:gd name="connsiteX67" fmla="*/ 1455882 w 4114416"/>
              <a:gd name="connsiteY67" fmla="*/ 1947334 h 2870200"/>
              <a:gd name="connsiteX68" fmla="*/ 1472816 w 4114416"/>
              <a:gd name="connsiteY68" fmla="*/ 1938867 h 2870200"/>
              <a:gd name="connsiteX69" fmla="*/ 1515149 w 4114416"/>
              <a:gd name="connsiteY69" fmla="*/ 1803400 h 2870200"/>
              <a:gd name="connsiteX70" fmla="*/ 1574416 w 4114416"/>
              <a:gd name="connsiteY70" fmla="*/ 1651000 h 2870200"/>
              <a:gd name="connsiteX71" fmla="*/ 1582882 w 4114416"/>
              <a:gd name="connsiteY71" fmla="*/ 1591734 h 2870200"/>
              <a:gd name="connsiteX72" fmla="*/ 1608410 w 4114416"/>
              <a:gd name="connsiteY72" fmla="*/ 1462351 h 2870200"/>
              <a:gd name="connsiteX73" fmla="*/ 1633682 w 4114416"/>
              <a:gd name="connsiteY73" fmla="*/ 1524000 h 2870200"/>
              <a:gd name="connsiteX74" fmla="*/ 1659082 w 4114416"/>
              <a:gd name="connsiteY74" fmla="*/ 1490134 h 2870200"/>
              <a:gd name="connsiteX75" fmla="*/ 1684482 w 4114416"/>
              <a:gd name="connsiteY75" fmla="*/ 1388534 h 2870200"/>
              <a:gd name="connsiteX76" fmla="*/ 1732631 w 4114416"/>
              <a:gd name="connsiteY76" fmla="*/ 1294184 h 2870200"/>
              <a:gd name="connsiteX77" fmla="*/ 1794549 w 4114416"/>
              <a:gd name="connsiteY77" fmla="*/ 1176867 h 2870200"/>
              <a:gd name="connsiteX78" fmla="*/ 1831067 w 4114416"/>
              <a:gd name="connsiteY78" fmla="*/ 1238516 h 2870200"/>
              <a:gd name="connsiteX79" fmla="*/ 1853688 w 4114416"/>
              <a:gd name="connsiteY79" fmla="*/ 1323159 h 2870200"/>
              <a:gd name="connsiteX80" fmla="*/ 1887682 w 4114416"/>
              <a:gd name="connsiteY80" fmla="*/ 1422400 h 2870200"/>
              <a:gd name="connsiteX81" fmla="*/ 1938482 w 4114416"/>
              <a:gd name="connsiteY81" fmla="*/ 1600200 h 2870200"/>
              <a:gd name="connsiteX82" fmla="*/ 1978163 w 4114416"/>
              <a:gd name="connsiteY82" fmla="*/ 1762259 h 2870200"/>
              <a:gd name="connsiteX83" fmla="*/ 2006216 w 4114416"/>
              <a:gd name="connsiteY83" fmla="*/ 1498600 h 2870200"/>
              <a:gd name="connsiteX84" fmla="*/ 2023149 w 4114416"/>
              <a:gd name="connsiteY84" fmla="*/ 1464734 h 2870200"/>
              <a:gd name="connsiteX85" fmla="*/ 2031616 w 4114416"/>
              <a:gd name="connsiteY85" fmla="*/ 1439334 h 2870200"/>
              <a:gd name="connsiteX86" fmla="*/ 2067707 w 4114416"/>
              <a:gd name="connsiteY86" fmla="*/ 1908377 h 2870200"/>
              <a:gd name="connsiteX87" fmla="*/ 2082416 w 4114416"/>
              <a:gd name="connsiteY87" fmla="*/ 2032000 h 2870200"/>
              <a:gd name="connsiteX88" fmla="*/ 2090882 w 4114416"/>
              <a:gd name="connsiteY88" fmla="*/ 2150534 h 2870200"/>
              <a:gd name="connsiteX89" fmla="*/ 2099349 w 4114416"/>
              <a:gd name="connsiteY89" fmla="*/ 2489200 h 2870200"/>
              <a:gd name="connsiteX90" fmla="*/ 2133216 w 4114416"/>
              <a:gd name="connsiteY90" fmla="*/ 2421467 h 2870200"/>
              <a:gd name="connsiteX91" fmla="*/ 2175549 w 4114416"/>
              <a:gd name="connsiteY91" fmla="*/ 2319867 h 2870200"/>
              <a:gd name="connsiteX92" fmla="*/ 2200949 w 4114416"/>
              <a:gd name="connsiteY92" fmla="*/ 2286000 h 2870200"/>
              <a:gd name="connsiteX93" fmla="*/ 2212579 w 4114416"/>
              <a:gd name="connsiteY93" fmla="*/ 2206201 h 2870200"/>
              <a:gd name="connsiteX94" fmla="*/ 2251749 w 4114416"/>
              <a:gd name="connsiteY94" fmla="*/ 2514600 h 2870200"/>
              <a:gd name="connsiteX95" fmla="*/ 2277149 w 4114416"/>
              <a:gd name="connsiteY95" fmla="*/ 2565400 h 2870200"/>
              <a:gd name="connsiteX96" fmla="*/ 2285616 w 4114416"/>
              <a:gd name="connsiteY96" fmla="*/ 2489200 h 2870200"/>
              <a:gd name="connsiteX97" fmla="*/ 2302549 w 4114416"/>
              <a:gd name="connsiteY97" fmla="*/ 2421467 h 2870200"/>
              <a:gd name="connsiteX98" fmla="*/ 2311016 w 4114416"/>
              <a:gd name="connsiteY98" fmla="*/ 1718734 h 2870200"/>
              <a:gd name="connsiteX99" fmla="*/ 2336416 w 4114416"/>
              <a:gd name="connsiteY99" fmla="*/ 1811867 h 2870200"/>
              <a:gd name="connsiteX100" fmla="*/ 2361816 w 4114416"/>
              <a:gd name="connsiteY100" fmla="*/ 1871134 h 2870200"/>
              <a:gd name="connsiteX101" fmla="*/ 2387216 w 4114416"/>
              <a:gd name="connsiteY101" fmla="*/ 1938867 h 2870200"/>
              <a:gd name="connsiteX102" fmla="*/ 2395682 w 4114416"/>
              <a:gd name="connsiteY102" fmla="*/ 1972734 h 2870200"/>
              <a:gd name="connsiteX103" fmla="*/ 2404149 w 4114416"/>
              <a:gd name="connsiteY103" fmla="*/ 1574800 h 2870200"/>
              <a:gd name="connsiteX104" fmla="*/ 2429549 w 4114416"/>
              <a:gd name="connsiteY104" fmla="*/ 1236134 h 2870200"/>
              <a:gd name="connsiteX105" fmla="*/ 2446482 w 4114416"/>
              <a:gd name="connsiteY105" fmla="*/ 1092200 h 2870200"/>
              <a:gd name="connsiteX106" fmla="*/ 2454949 w 4114416"/>
              <a:gd name="connsiteY106" fmla="*/ 1066800 h 2870200"/>
              <a:gd name="connsiteX107" fmla="*/ 2463416 w 4114416"/>
              <a:gd name="connsiteY107" fmla="*/ 1092200 h 2870200"/>
              <a:gd name="connsiteX108" fmla="*/ 2480349 w 4114416"/>
              <a:gd name="connsiteY108" fmla="*/ 1117600 h 2870200"/>
              <a:gd name="connsiteX109" fmla="*/ 2488816 w 4114416"/>
              <a:gd name="connsiteY109" fmla="*/ 1227667 h 2870200"/>
              <a:gd name="connsiteX110" fmla="*/ 2514216 w 4114416"/>
              <a:gd name="connsiteY110" fmla="*/ 753534 h 2870200"/>
              <a:gd name="connsiteX111" fmla="*/ 2531149 w 4114416"/>
              <a:gd name="connsiteY111" fmla="*/ 685800 h 2870200"/>
              <a:gd name="connsiteX112" fmla="*/ 2539616 w 4114416"/>
              <a:gd name="connsiteY112" fmla="*/ 609600 h 2870200"/>
              <a:gd name="connsiteX113" fmla="*/ 2548082 w 4114416"/>
              <a:gd name="connsiteY113" fmla="*/ 558800 h 2870200"/>
              <a:gd name="connsiteX114" fmla="*/ 2565016 w 4114416"/>
              <a:gd name="connsiteY114" fmla="*/ 584200 h 2870200"/>
              <a:gd name="connsiteX115" fmla="*/ 2573482 w 4114416"/>
              <a:gd name="connsiteY115" fmla="*/ 778934 h 2870200"/>
              <a:gd name="connsiteX116" fmla="*/ 2615816 w 4114416"/>
              <a:gd name="connsiteY116" fmla="*/ 914400 h 2870200"/>
              <a:gd name="connsiteX117" fmla="*/ 2632749 w 4114416"/>
              <a:gd name="connsiteY117" fmla="*/ 973667 h 2870200"/>
              <a:gd name="connsiteX118" fmla="*/ 2649682 w 4114416"/>
              <a:gd name="connsiteY118" fmla="*/ 812800 h 2870200"/>
              <a:gd name="connsiteX119" fmla="*/ 2666616 w 4114416"/>
              <a:gd name="connsiteY119" fmla="*/ 694267 h 2870200"/>
              <a:gd name="connsiteX120" fmla="*/ 2692016 w 4114416"/>
              <a:gd name="connsiteY120" fmla="*/ 558800 h 2870200"/>
              <a:gd name="connsiteX121" fmla="*/ 2717416 w 4114416"/>
              <a:gd name="connsiteY121" fmla="*/ 321734 h 2870200"/>
              <a:gd name="connsiteX122" fmla="*/ 2734349 w 4114416"/>
              <a:gd name="connsiteY122" fmla="*/ 1058334 h 2870200"/>
              <a:gd name="connsiteX123" fmla="*/ 2760746 w 4114416"/>
              <a:gd name="connsiteY123" fmla="*/ 1023969 h 2870200"/>
              <a:gd name="connsiteX124" fmla="*/ 2810549 w 4114416"/>
              <a:gd name="connsiteY124" fmla="*/ 905934 h 2870200"/>
              <a:gd name="connsiteX125" fmla="*/ 2844416 w 4114416"/>
              <a:gd name="connsiteY125" fmla="*/ 855134 h 2870200"/>
              <a:gd name="connsiteX126" fmla="*/ 2869816 w 4114416"/>
              <a:gd name="connsiteY126" fmla="*/ 1422400 h 2870200"/>
              <a:gd name="connsiteX127" fmla="*/ 2878282 w 4114416"/>
              <a:gd name="connsiteY127" fmla="*/ 1388534 h 2870200"/>
              <a:gd name="connsiteX128" fmla="*/ 2895216 w 4114416"/>
              <a:gd name="connsiteY128" fmla="*/ 1363134 h 2870200"/>
              <a:gd name="connsiteX129" fmla="*/ 2920616 w 4114416"/>
              <a:gd name="connsiteY129" fmla="*/ 1278467 h 2870200"/>
              <a:gd name="connsiteX130" fmla="*/ 2937549 w 4114416"/>
              <a:gd name="connsiteY130" fmla="*/ 1320800 h 2870200"/>
              <a:gd name="connsiteX131" fmla="*/ 2954482 w 4114416"/>
              <a:gd name="connsiteY131" fmla="*/ 1388534 h 2870200"/>
              <a:gd name="connsiteX132" fmla="*/ 2971416 w 4114416"/>
              <a:gd name="connsiteY132" fmla="*/ 1422400 h 2870200"/>
              <a:gd name="connsiteX133" fmla="*/ 3013749 w 4114416"/>
              <a:gd name="connsiteY133" fmla="*/ 1540934 h 2870200"/>
              <a:gd name="connsiteX134" fmla="*/ 3030682 w 4114416"/>
              <a:gd name="connsiteY134" fmla="*/ 1566334 h 2870200"/>
              <a:gd name="connsiteX135" fmla="*/ 3064549 w 4114416"/>
              <a:gd name="connsiteY135" fmla="*/ 1718734 h 2870200"/>
              <a:gd name="connsiteX136" fmla="*/ 3089949 w 4114416"/>
              <a:gd name="connsiteY136" fmla="*/ 1761067 h 2870200"/>
              <a:gd name="connsiteX137" fmla="*/ 3123816 w 4114416"/>
              <a:gd name="connsiteY137" fmla="*/ 1879600 h 2870200"/>
              <a:gd name="connsiteX138" fmla="*/ 3115349 w 4114416"/>
              <a:gd name="connsiteY138" fmla="*/ 1913467 h 2870200"/>
              <a:gd name="connsiteX139" fmla="*/ 3127799 w 4114416"/>
              <a:gd name="connsiteY139" fmla="*/ 1901016 h 2870200"/>
              <a:gd name="connsiteX140" fmla="*/ 3106882 w 4114416"/>
              <a:gd name="connsiteY140" fmla="*/ 1888067 h 2870200"/>
              <a:gd name="connsiteX141" fmla="*/ 3132282 w 4114416"/>
              <a:gd name="connsiteY141" fmla="*/ 1871134 h 2870200"/>
              <a:gd name="connsiteX142" fmla="*/ 3140749 w 4114416"/>
              <a:gd name="connsiteY142" fmla="*/ 1769534 h 2870200"/>
              <a:gd name="connsiteX143" fmla="*/ 3157682 w 4114416"/>
              <a:gd name="connsiteY143" fmla="*/ 1710267 h 2870200"/>
              <a:gd name="connsiteX144" fmla="*/ 3166149 w 4114416"/>
              <a:gd name="connsiteY144" fmla="*/ 1684867 h 2870200"/>
              <a:gd name="connsiteX145" fmla="*/ 3191549 w 4114416"/>
              <a:gd name="connsiteY145" fmla="*/ 1676400 h 2870200"/>
              <a:gd name="connsiteX146" fmla="*/ 3200016 w 4114416"/>
              <a:gd name="connsiteY146" fmla="*/ 2006600 h 2870200"/>
              <a:gd name="connsiteX147" fmla="*/ 3208482 w 4114416"/>
              <a:gd name="connsiteY147" fmla="*/ 2048934 h 2870200"/>
              <a:gd name="connsiteX148" fmla="*/ 3216949 w 4114416"/>
              <a:gd name="connsiteY148" fmla="*/ 2099734 h 2870200"/>
              <a:gd name="connsiteX149" fmla="*/ 3233882 w 4114416"/>
              <a:gd name="connsiteY149" fmla="*/ 2048934 h 2870200"/>
              <a:gd name="connsiteX150" fmla="*/ 3242349 w 4114416"/>
              <a:gd name="connsiteY150" fmla="*/ 1998134 h 2870200"/>
              <a:gd name="connsiteX151" fmla="*/ 3276216 w 4114416"/>
              <a:gd name="connsiteY151" fmla="*/ 2353734 h 2870200"/>
              <a:gd name="connsiteX152" fmla="*/ 3301616 w 4114416"/>
              <a:gd name="connsiteY152" fmla="*/ 2387600 h 2870200"/>
              <a:gd name="connsiteX153" fmla="*/ 3310082 w 4114416"/>
              <a:gd name="connsiteY153" fmla="*/ 2497667 h 2870200"/>
              <a:gd name="connsiteX154" fmla="*/ 3327016 w 4114416"/>
              <a:gd name="connsiteY154" fmla="*/ 2531534 h 2870200"/>
              <a:gd name="connsiteX155" fmla="*/ 3343949 w 4114416"/>
              <a:gd name="connsiteY155" fmla="*/ 2599267 h 2870200"/>
              <a:gd name="connsiteX156" fmla="*/ 3369349 w 4114416"/>
              <a:gd name="connsiteY156" fmla="*/ 2667000 h 2870200"/>
              <a:gd name="connsiteX157" fmla="*/ 3411682 w 4114416"/>
              <a:gd name="connsiteY157" fmla="*/ 2810934 h 2870200"/>
              <a:gd name="connsiteX158" fmla="*/ 3437082 w 4114416"/>
              <a:gd name="connsiteY158" fmla="*/ 2870200 h 2870200"/>
              <a:gd name="connsiteX159" fmla="*/ 3462482 w 4114416"/>
              <a:gd name="connsiteY159" fmla="*/ 1828800 h 2870200"/>
              <a:gd name="connsiteX160" fmla="*/ 3461984 w 4114416"/>
              <a:gd name="connsiteY160" fmla="*/ 2090271 h 2870200"/>
              <a:gd name="connsiteX161" fmla="*/ 3487882 w 4114416"/>
              <a:gd name="connsiteY161" fmla="*/ 1735667 h 2870200"/>
              <a:gd name="connsiteX162" fmla="*/ 3513282 w 4114416"/>
              <a:gd name="connsiteY162" fmla="*/ 1651000 h 2870200"/>
              <a:gd name="connsiteX163" fmla="*/ 3521749 w 4114416"/>
              <a:gd name="connsiteY163" fmla="*/ 1701800 h 2870200"/>
              <a:gd name="connsiteX164" fmla="*/ 3525733 w 4114416"/>
              <a:gd name="connsiteY164" fmla="*/ 1875118 h 2870200"/>
              <a:gd name="connsiteX165" fmla="*/ 3547149 w 4114416"/>
              <a:gd name="connsiteY165" fmla="*/ 1752600 h 2870200"/>
              <a:gd name="connsiteX166" fmla="*/ 3555616 w 4114416"/>
              <a:gd name="connsiteY166" fmla="*/ 1693334 h 2870200"/>
              <a:gd name="connsiteX167" fmla="*/ 3597949 w 4114416"/>
              <a:gd name="connsiteY167" fmla="*/ 1608667 h 2870200"/>
              <a:gd name="connsiteX168" fmla="*/ 3614882 w 4114416"/>
              <a:gd name="connsiteY168" fmla="*/ 1566334 h 2870200"/>
              <a:gd name="connsiteX169" fmla="*/ 3657216 w 4114416"/>
              <a:gd name="connsiteY169" fmla="*/ 1464734 h 2870200"/>
              <a:gd name="connsiteX170" fmla="*/ 3661200 w 4114416"/>
              <a:gd name="connsiteY170" fmla="*/ 1373094 h 2870200"/>
              <a:gd name="connsiteX171" fmla="*/ 3682616 w 4114416"/>
              <a:gd name="connsiteY171" fmla="*/ 1363134 h 2870200"/>
              <a:gd name="connsiteX172" fmla="*/ 3699549 w 4114416"/>
              <a:gd name="connsiteY172" fmla="*/ 1320800 h 2870200"/>
              <a:gd name="connsiteX173" fmla="*/ 3694569 w 4114416"/>
              <a:gd name="connsiteY173" fmla="*/ 1151964 h 2870200"/>
              <a:gd name="connsiteX174" fmla="*/ 3741882 w 4114416"/>
              <a:gd name="connsiteY174" fmla="*/ 1227667 h 2870200"/>
              <a:gd name="connsiteX175" fmla="*/ 3750349 w 4114416"/>
              <a:gd name="connsiteY175" fmla="*/ 1176867 h 2870200"/>
              <a:gd name="connsiteX176" fmla="*/ 3767282 w 4114416"/>
              <a:gd name="connsiteY176" fmla="*/ 1126067 h 2870200"/>
              <a:gd name="connsiteX177" fmla="*/ 3775749 w 4114416"/>
              <a:gd name="connsiteY177" fmla="*/ 1058334 h 2870200"/>
              <a:gd name="connsiteX178" fmla="*/ 3784216 w 4114416"/>
              <a:gd name="connsiteY178" fmla="*/ 1270000 h 2870200"/>
              <a:gd name="connsiteX179" fmla="*/ 3813064 w 4114416"/>
              <a:gd name="connsiteY179" fmla="*/ 678606 h 2870200"/>
              <a:gd name="connsiteX180" fmla="*/ 3818082 w 4114416"/>
              <a:gd name="connsiteY180" fmla="*/ 558800 h 2870200"/>
              <a:gd name="connsiteX181" fmla="*/ 3835016 w 4114416"/>
              <a:gd name="connsiteY181" fmla="*/ 482600 h 2870200"/>
              <a:gd name="connsiteX182" fmla="*/ 3843482 w 4114416"/>
              <a:gd name="connsiteY182" fmla="*/ 533400 h 2870200"/>
              <a:gd name="connsiteX183" fmla="*/ 3860416 w 4114416"/>
              <a:gd name="connsiteY183" fmla="*/ 660400 h 2870200"/>
              <a:gd name="connsiteX184" fmla="*/ 3868882 w 4114416"/>
              <a:gd name="connsiteY184" fmla="*/ 702734 h 2870200"/>
              <a:gd name="connsiteX185" fmla="*/ 3885816 w 4114416"/>
              <a:gd name="connsiteY185" fmla="*/ 736600 h 2870200"/>
              <a:gd name="connsiteX186" fmla="*/ 3902749 w 4114416"/>
              <a:gd name="connsiteY186" fmla="*/ 702734 h 2870200"/>
              <a:gd name="connsiteX187" fmla="*/ 3962016 w 4114416"/>
              <a:gd name="connsiteY187" fmla="*/ 482600 h 2870200"/>
              <a:gd name="connsiteX188" fmla="*/ 3978949 w 4114416"/>
              <a:gd name="connsiteY188" fmla="*/ 457200 h 2870200"/>
              <a:gd name="connsiteX189" fmla="*/ 4004349 w 4114416"/>
              <a:gd name="connsiteY189" fmla="*/ 177800 h 2870200"/>
              <a:gd name="connsiteX190" fmla="*/ 4029749 w 4114416"/>
              <a:gd name="connsiteY190" fmla="*/ 135467 h 2870200"/>
              <a:gd name="connsiteX191" fmla="*/ 4038216 w 4114416"/>
              <a:gd name="connsiteY191" fmla="*/ 101600 h 2870200"/>
              <a:gd name="connsiteX192" fmla="*/ 4046682 w 4114416"/>
              <a:gd name="connsiteY192" fmla="*/ 76200 h 2870200"/>
              <a:gd name="connsiteX193" fmla="*/ 4055149 w 4114416"/>
              <a:gd name="connsiteY193" fmla="*/ 110067 h 2870200"/>
              <a:gd name="connsiteX194" fmla="*/ 4072082 w 4114416"/>
              <a:gd name="connsiteY194" fmla="*/ 160867 h 2870200"/>
              <a:gd name="connsiteX195" fmla="*/ 4114416 w 4114416"/>
              <a:gd name="connsiteY195" fmla="*/ 0 h 2870200"/>
              <a:gd name="connsiteX0" fmla="*/ 0 w 4114416"/>
              <a:gd name="connsiteY0" fmla="*/ 735359 h 2870200"/>
              <a:gd name="connsiteX1" fmla="*/ 22363 w 4114416"/>
              <a:gd name="connsiteY1" fmla="*/ 647092 h 2870200"/>
              <a:gd name="connsiteX2" fmla="*/ 53451 w 4114416"/>
              <a:gd name="connsiteY2" fmla="*/ 567267 h 2870200"/>
              <a:gd name="connsiteX3" fmla="*/ 61790 w 4114416"/>
              <a:gd name="connsiteY3" fmla="*/ 828517 h 2870200"/>
              <a:gd name="connsiteX4" fmla="*/ 57549 w 4114416"/>
              <a:gd name="connsiteY4" fmla="*/ 1083293 h 2870200"/>
              <a:gd name="connsiteX5" fmla="*/ 55282 w 4114416"/>
              <a:gd name="connsiteY5" fmla="*/ 1212385 h 2870200"/>
              <a:gd name="connsiteX6" fmla="*/ 69873 w 4114416"/>
              <a:gd name="connsiteY6" fmla="*/ 1401791 h 2870200"/>
              <a:gd name="connsiteX7" fmla="*/ 112335 w 4114416"/>
              <a:gd name="connsiteY7" fmla="*/ 1209517 h 2870200"/>
              <a:gd name="connsiteX8" fmla="*/ 135082 w 4114416"/>
              <a:gd name="connsiteY8" fmla="*/ 1100667 h 2870200"/>
              <a:gd name="connsiteX9" fmla="*/ 168949 w 4114416"/>
              <a:gd name="connsiteY9" fmla="*/ 999067 h 2870200"/>
              <a:gd name="connsiteX10" fmla="*/ 185882 w 4114416"/>
              <a:gd name="connsiteY10" fmla="*/ 948267 h 2870200"/>
              <a:gd name="connsiteX11" fmla="*/ 202816 w 4114416"/>
              <a:gd name="connsiteY11" fmla="*/ 1134534 h 2870200"/>
              <a:gd name="connsiteX12" fmla="*/ 219749 w 4114416"/>
              <a:gd name="connsiteY12" fmla="*/ 1464734 h 2870200"/>
              <a:gd name="connsiteX13" fmla="*/ 279016 w 4114416"/>
              <a:gd name="connsiteY13" fmla="*/ 1363134 h 2870200"/>
              <a:gd name="connsiteX14" fmla="*/ 304416 w 4114416"/>
              <a:gd name="connsiteY14" fmla="*/ 1371600 h 2870200"/>
              <a:gd name="connsiteX15" fmla="*/ 312882 w 4114416"/>
              <a:gd name="connsiteY15" fmla="*/ 2243667 h 2870200"/>
              <a:gd name="connsiteX16" fmla="*/ 338282 w 4114416"/>
              <a:gd name="connsiteY16" fmla="*/ 2201334 h 2870200"/>
              <a:gd name="connsiteX17" fmla="*/ 346749 w 4114416"/>
              <a:gd name="connsiteY17" fmla="*/ 2150534 h 2870200"/>
              <a:gd name="connsiteX18" fmla="*/ 371651 w 4114416"/>
              <a:gd name="connsiteY18" fmla="*/ 2376146 h 2870200"/>
              <a:gd name="connsiteX19" fmla="*/ 389082 w 4114416"/>
              <a:gd name="connsiteY19" fmla="*/ 2082800 h 2870200"/>
              <a:gd name="connsiteX20" fmla="*/ 414981 w 4114416"/>
              <a:gd name="connsiteY20" fmla="*/ 1792444 h 2870200"/>
              <a:gd name="connsiteX21" fmla="*/ 422949 w 4114416"/>
              <a:gd name="connsiteY21" fmla="*/ 2032000 h 2870200"/>
              <a:gd name="connsiteX22" fmla="*/ 453908 w 4114416"/>
              <a:gd name="connsiteY22" fmla="*/ 1990884 h 2870200"/>
              <a:gd name="connsiteX23" fmla="*/ 465282 w 4114416"/>
              <a:gd name="connsiteY23" fmla="*/ 1752600 h 2870200"/>
              <a:gd name="connsiteX24" fmla="*/ 490682 w 4114416"/>
              <a:gd name="connsiteY24" fmla="*/ 1651000 h 2870200"/>
              <a:gd name="connsiteX25" fmla="*/ 516082 w 4114416"/>
              <a:gd name="connsiteY25" fmla="*/ 1710267 h 2870200"/>
              <a:gd name="connsiteX26" fmla="*/ 524549 w 4114416"/>
              <a:gd name="connsiteY26" fmla="*/ 1851666 h 2870200"/>
              <a:gd name="connsiteX27" fmla="*/ 558416 w 4114416"/>
              <a:gd name="connsiteY27" fmla="*/ 1820334 h 2870200"/>
              <a:gd name="connsiteX28" fmla="*/ 583816 w 4114416"/>
              <a:gd name="connsiteY28" fmla="*/ 1938867 h 2870200"/>
              <a:gd name="connsiteX29" fmla="*/ 600749 w 4114416"/>
              <a:gd name="connsiteY29" fmla="*/ 1998134 h 2870200"/>
              <a:gd name="connsiteX30" fmla="*/ 643082 w 4114416"/>
              <a:gd name="connsiteY30" fmla="*/ 1786467 h 2870200"/>
              <a:gd name="connsiteX31" fmla="*/ 668482 w 4114416"/>
              <a:gd name="connsiteY31" fmla="*/ 1718734 h 2870200"/>
              <a:gd name="connsiteX32" fmla="*/ 685416 w 4114416"/>
              <a:gd name="connsiteY32" fmla="*/ 1617134 h 2870200"/>
              <a:gd name="connsiteX33" fmla="*/ 702349 w 4114416"/>
              <a:gd name="connsiteY33" fmla="*/ 1557867 h 2870200"/>
              <a:gd name="connsiteX34" fmla="*/ 710816 w 4114416"/>
              <a:gd name="connsiteY34" fmla="*/ 1524000 h 2870200"/>
              <a:gd name="connsiteX35" fmla="*/ 727749 w 4114416"/>
              <a:gd name="connsiteY35" fmla="*/ 1312334 h 2870200"/>
              <a:gd name="connsiteX36" fmla="*/ 744682 w 4114416"/>
              <a:gd name="connsiteY36" fmla="*/ 1380067 h 2870200"/>
              <a:gd name="connsiteX37" fmla="*/ 761616 w 4114416"/>
              <a:gd name="connsiteY37" fmla="*/ 1532467 h 2870200"/>
              <a:gd name="connsiteX38" fmla="*/ 778549 w 4114416"/>
              <a:gd name="connsiteY38" fmla="*/ 1566334 h 2870200"/>
              <a:gd name="connsiteX39" fmla="*/ 820882 w 4114416"/>
              <a:gd name="connsiteY39" fmla="*/ 1430867 h 2870200"/>
              <a:gd name="connsiteX40" fmla="*/ 854749 w 4114416"/>
              <a:gd name="connsiteY40" fmla="*/ 1388534 h 2870200"/>
              <a:gd name="connsiteX41" fmla="*/ 863216 w 4114416"/>
              <a:gd name="connsiteY41" fmla="*/ 1498600 h 2870200"/>
              <a:gd name="connsiteX42" fmla="*/ 888616 w 4114416"/>
              <a:gd name="connsiteY42" fmla="*/ 1811867 h 2870200"/>
              <a:gd name="connsiteX43" fmla="*/ 897082 w 4114416"/>
              <a:gd name="connsiteY43" fmla="*/ 1642534 h 2870200"/>
              <a:gd name="connsiteX44" fmla="*/ 930949 w 4114416"/>
              <a:gd name="connsiteY44" fmla="*/ 1557867 h 2870200"/>
              <a:gd name="connsiteX45" fmla="*/ 939416 w 4114416"/>
              <a:gd name="connsiteY45" fmla="*/ 2006600 h 2870200"/>
              <a:gd name="connsiteX46" fmla="*/ 964816 w 4114416"/>
              <a:gd name="connsiteY46" fmla="*/ 2116667 h 2870200"/>
              <a:gd name="connsiteX47" fmla="*/ 973282 w 4114416"/>
              <a:gd name="connsiteY47" fmla="*/ 1948424 h 2870200"/>
              <a:gd name="connsiteX48" fmla="*/ 990216 w 4114416"/>
              <a:gd name="connsiteY48" fmla="*/ 1794934 h 2870200"/>
              <a:gd name="connsiteX49" fmla="*/ 998682 w 4114416"/>
              <a:gd name="connsiteY49" fmla="*/ 1761067 h 2870200"/>
              <a:gd name="connsiteX50" fmla="*/ 1015616 w 4114416"/>
              <a:gd name="connsiteY50" fmla="*/ 1871134 h 2870200"/>
              <a:gd name="connsiteX51" fmla="*/ 1032549 w 4114416"/>
              <a:gd name="connsiteY51" fmla="*/ 1947334 h 2870200"/>
              <a:gd name="connsiteX52" fmla="*/ 1049482 w 4114416"/>
              <a:gd name="connsiteY52" fmla="*/ 2040467 h 2870200"/>
              <a:gd name="connsiteX53" fmla="*/ 1074882 w 4114416"/>
              <a:gd name="connsiteY53" fmla="*/ 2108200 h 2870200"/>
              <a:gd name="connsiteX54" fmla="*/ 1105586 w 4114416"/>
              <a:gd name="connsiteY54" fmla="*/ 2165034 h 2870200"/>
              <a:gd name="connsiteX55" fmla="*/ 1117344 w 4114416"/>
              <a:gd name="connsiteY55" fmla="*/ 2220675 h 2870200"/>
              <a:gd name="connsiteX56" fmla="*/ 1134149 w 4114416"/>
              <a:gd name="connsiteY56" fmla="*/ 2108200 h 2870200"/>
              <a:gd name="connsiteX57" fmla="*/ 1184949 w 4114416"/>
              <a:gd name="connsiteY57" fmla="*/ 1989667 h 2870200"/>
              <a:gd name="connsiteX58" fmla="*/ 1221851 w 4114416"/>
              <a:gd name="connsiteY58" fmla="*/ 1898967 h 2870200"/>
              <a:gd name="connsiteX59" fmla="*/ 1244216 w 4114416"/>
              <a:gd name="connsiteY59" fmla="*/ 2167467 h 2870200"/>
              <a:gd name="connsiteX60" fmla="*/ 1261149 w 4114416"/>
              <a:gd name="connsiteY60" fmla="*/ 2082800 h 2870200"/>
              <a:gd name="connsiteX61" fmla="*/ 1269616 w 4114416"/>
              <a:gd name="connsiteY61" fmla="*/ 2015067 h 2870200"/>
              <a:gd name="connsiteX62" fmla="*/ 1311949 w 4114416"/>
              <a:gd name="connsiteY62" fmla="*/ 1854200 h 2870200"/>
              <a:gd name="connsiteX63" fmla="*/ 1320416 w 4114416"/>
              <a:gd name="connsiteY63" fmla="*/ 1803400 h 2870200"/>
              <a:gd name="connsiteX64" fmla="*/ 1345816 w 4114416"/>
              <a:gd name="connsiteY64" fmla="*/ 1701800 h 2870200"/>
              <a:gd name="connsiteX65" fmla="*/ 1379682 w 4114416"/>
              <a:gd name="connsiteY65" fmla="*/ 1744134 h 2870200"/>
              <a:gd name="connsiteX66" fmla="*/ 1422016 w 4114416"/>
              <a:gd name="connsiteY66" fmla="*/ 1879600 h 2870200"/>
              <a:gd name="connsiteX67" fmla="*/ 1455882 w 4114416"/>
              <a:gd name="connsiteY67" fmla="*/ 1947334 h 2870200"/>
              <a:gd name="connsiteX68" fmla="*/ 1472816 w 4114416"/>
              <a:gd name="connsiteY68" fmla="*/ 1938867 h 2870200"/>
              <a:gd name="connsiteX69" fmla="*/ 1515149 w 4114416"/>
              <a:gd name="connsiteY69" fmla="*/ 1803400 h 2870200"/>
              <a:gd name="connsiteX70" fmla="*/ 1574416 w 4114416"/>
              <a:gd name="connsiteY70" fmla="*/ 1651000 h 2870200"/>
              <a:gd name="connsiteX71" fmla="*/ 1582882 w 4114416"/>
              <a:gd name="connsiteY71" fmla="*/ 1591734 h 2870200"/>
              <a:gd name="connsiteX72" fmla="*/ 1608410 w 4114416"/>
              <a:gd name="connsiteY72" fmla="*/ 1462351 h 2870200"/>
              <a:gd name="connsiteX73" fmla="*/ 1633682 w 4114416"/>
              <a:gd name="connsiteY73" fmla="*/ 1524000 h 2870200"/>
              <a:gd name="connsiteX74" fmla="*/ 1659082 w 4114416"/>
              <a:gd name="connsiteY74" fmla="*/ 1490134 h 2870200"/>
              <a:gd name="connsiteX75" fmla="*/ 1684482 w 4114416"/>
              <a:gd name="connsiteY75" fmla="*/ 1388534 h 2870200"/>
              <a:gd name="connsiteX76" fmla="*/ 1732631 w 4114416"/>
              <a:gd name="connsiteY76" fmla="*/ 1294184 h 2870200"/>
              <a:gd name="connsiteX77" fmla="*/ 1794549 w 4114416"/>
              <a:gd name="connsiteY77" fmla="*/ 1176867 h 2870200"/>
              <a:gd name="connsiteX78" fmla="*/ 1831067 w 4114416"/>
              <a:gd name="connsiteY78" fmla="*/ 1238516 h 2870200"/>
              <a:gd name="connsiteX79" fmla="*/ 1853688 w 4114416"/>
              <a:gd name="connsiteY79" fmla="*/ 1323159 h 2870200"/>
              <a:gd name="connsiteX80" fmla="*/ 1887682 w 4114416"/>
              <a:gd name="connsiteY80" fmla="*/ 1422400 h 2870200"/>
              <a:gd name="connsiteX81" fmla="*/ 1938482 w 4114416"/>
              <a:gd name="connsiteY81" fmla="*/ 1600200 h 2870200"/>
              <a:gd name="connsiteX82" fmla="*/ 1978163 w 4114416"/>
              <a:gd name="connsiteY82" fmla="*/ 1762259 h 2870200"/>
              <a:gd name="connsiteX83" fmla="*/ 2006216 w 4114416"/>
              <a:gd name="connsiteY83" fmla="*/ 1498600 h 2870200"/>
              <a:gd name="connsiteX84" fmla="*/ 2023149 w 4114416"/>
              <a:gd name="connsiteY84" fmla="*/ 1464734 h 2870200"/>
              <a:gd name="connsiteX85" fmla="*/ 2031616 w 4114416"/>
              <a:gd name="connsiteY85" fmla="*/ 1439334 h 2870200"/>
              <a:gd name="connsiteX86" fmla="*/ 2067707 w 4114416"/>
              <a:gd name="connsiteY86" fmla="*/ 1908377 h 2870200"/>
              <a:gd name="connsiteX87" fmla="*/ 2082416 w 4114416"/>
              <a:gd name="connsiteY87" fmla="*/ 2032000 h 2870200"/>
              <a:gd name="connsiteX88" fmla="*/ 2090882 w 4114416"/>
              <a:gd name="connsiteY88" fmla="*/ 2150534 h 2870200"/>
              <a:gd name="connsiteX89" fmla="*/ 2099349 w 4114416"/>
              <a:gd name="connsiteY89" fmla="*/ 2489200 h 2870200"/>
              <a:gd name="connsiteX90" fmla="*/ 2133216 w 4114416"/>
              <a:gd name="connsiteY90" fmla="*/ 2421467 h 2870200"/>
              <a:gd name="connsiteX91" fmla="*/ 2175549 w 4114416"/>
              <a:gd name="connsiteY91" fmla="*/ 2319867 h 2870200"/>
              <a:gd name="connsiteX92" fmla="*/ 2192611 w 4114416"/>
              <a:gd name="connsiteY92" fmla="*/ 2271500 h 2870200"/>
              <a:gd name="connsiteX93" fmla="*/ 2212579 w 4114416"/>
              <a:gd name="connsiteY93" fmla="*/ 2206201 h 2870200"/>
              <a:gd name="connsiteX94" fmla="*/ 2251749 w 4114416"/>
              <a:gd name="connsiteY94" fmla="*/ 2514600 h 2870200"/>
              <a:gd name="connsiteX95" fmla="*/ 2277149 w 4114416"/>
              <a:gd name="connsiteY95" fmla="*/ 2565400 h 2870200"/>
              <a:gd name="connsiteX96" fmla="*/ 2285616 w 4114416"/>
              <a:gd name="connsiteY96" fmla="*/ 2489200 h 2870200"/>
              <a:gd name="connsiteX97" fmla="*/ 2302549 w 4114416"/>
              <a:gd name="connsiteY97" fmla="*/ 2421467 h 2870200"/>
              <a:gd name="connsiteX98" fmla="*/ 2311016 w 4114416"/>
              <a:gd name="connsiteY98" fmla="*/ 1718734 h 2870200"/>
              <a:gd name="connsiteX99" fmla="*/ 2336416 w 4114416"/>
              <a:gd name="connsiteY99" fmla="*/ 1811867 h 2870200"/>
              <a:gd name="connsiteX100" fmla="*/ 2361816 w 4114416"/>
              <a:gd name="connsiteY100" fmla="*/ 1871134 h 2870200"/>
              <a:gd name="connsiteX101" fmla="*/ 2387216 w 4114416"/>
              <a:gd name="connsiteY101" fmla="*/ 1938867 h 2870200"/>
              <a:gd name="connsiteX102" fmla="*/ 2395682 w 4114416"/>
              <a:gd name="connsiteY102" fmla="*/ 1972734 h 2870200"/>
              <a:gd name="connsiteX103" fmla="*/ 2404149 w 4114416"/>
              <a:gd name="connsiteY103" fmla="*/ 1574800 h 2870200"/>
              <a:gd name="connsiteX104" fmla="*/ 2429549 w 4114416"/>
              <a:gd name="connsiteY104" fmla="*/ 1236134 h 2870200"/>
              <a:gd name="connsiteX105" fmla="*/ 2446482 w 4114416"/>
              <a:gd name="connsiteY105" fmla="*/ 1092200 h 2870200"/>
              <a:gd name="connsiteX106" fmla="*/ 2454949 w 4114416"/>
              <a:gd name="connsiteY106" fmla="*/ 1066800 h 2870200"/>
              <a:gd name="connsiteX107" fmla="*/ 2463416 w 4114416"/>
              <a:gd name="connsiteY107" fmla="*/ 1092200 h 2870200"/>
              <a:gd name="connsiteX108" fmla="*/ 2480349 w 4114416"/>
              <a:gd name="connsiteY108" fmla="*/ 1117600 h 2870200"/>
              <a:gd name="connsiteX109" fmla="*/ 2488816 w 4114416"/>
              <a:gd name="connsiteY109" fmla="*/ 1227667 h 2870200"/>
              <a:gd name="connsiteX110" fmla="*/ 2514216 w 4114416"/>
              <a:gd name="connsiteY110" fmla="*/ 753534 h 2870200"/>
              <a:gd name="connsiteX111" fmla="*/ 2531149 w 4114416"/>
              <a:gd name="connsiteY111" fmla="*/ 685800 h 2870200"/>
              <a:gd name="connsiteX112" fmla="*/ 2539616 w 4114416"/>
              <a:gd name="connsiteY112" fmla="*/ 609600 h 2870200"/>
              <a:gd name="connsiteX113" fmla="*/ 2548082 w 4114416"/>
              <a:gd name="connsiteY113" fmla="*/ 558800 h 2870200"/>
              <a:gd name="connsiteX114" fmla="*/ 2565016 w 4114416"/>
              <a:gd name="connsiteY114" fmla="*/ 584200 h 2870200"/>
              <a:gd name="connsiteX115" fmla="*/ 2573482 w 4114416"/>
              <a:gd name="connsiteY115" fmla="*/ 778934 h 2870200"/>
              <a:gd name="connsiteX116" fmla="*/ 2615816 w 4114416"/>
              <a:gd name="connsiteY116" fmla="*/ 914400 h 2870200"/>
              <a:gd name="connsiteX117" fmla="*/ 2632749 w 4114416"/>
              <a:gd name="connsiteY117" fmla="*/ 973667 h 2870200"/>
              <a:gd name="connsiteX118" fmla="*/ 2649682 w 4114416"/>
              <a:gd name="connsiteY118" fmla="*/ 812800 h 2870200"/>
              <a:gd name="connsiteX119" fmla="*/ 2666616 w 4114416"/>
              <a:gd name="connsiteY119" fmla="*/ 694267 h 2870200"/>
              <a:gd name="connsiteX120" fmla="*/ 2692016 w 4114416"/>
              <a:gd name="connsiteY120" fmla="*/ 558800 h 2870200"/>
              <a:gd name="connsiteX121" fmla="*/ 2717416 w 4114416"/>
              <a:gd name="connsiteY121" fmla="*/ 321734 h 2870200"/>
              <a:gd name="connsiteX122" fmla="*/ 2734349 w 4114416"/>
              <a:gd name="connsiteY122" fmla="*/ 1058334 h 2870200"/>
              <a:gd name="connsiteX123" fmla="*/ 2760746 w 4114416"/>
              <a:gd name="connsiteY123" fmla="*/ 1023969 h 2870200"/>
              <a:gd name="connsiteX124" fmla="*/ 2810549 w 4114416"/>
              <a:gd name="connsiteY124" fmla="*/ 905934 h 2870200"/>
              <a:gd name="connsiteX125" fmla="*/ 2844416 w 4114416"/>
              <a:gd name="connsiteY125" fmla="*/ 855134 h 2870200"/>
              <a:gd name="connsiteX126" fmla="*/ 2869816 w 4114416"/>
              <a:gd name="connsiteY126" fmla="*/ 1422400 h 2870200"/>
              <a:gd name="connsiteX127" fmla="*/ 2878282 w 4114416"/>
              <a:gd name="connsiteY127" fmla="*/ 1388534 h 2870200"/>
              <a:gd name="connsiteX128" fmla="*/ 2895216 w 4114416"/>
              <a:gd name="connsiteY128" fmla="*/ 1363134 h 2870200"/>
              <a:gd name="connsiteX129" fmla="*/ 2920616 w 4114416"/>
              <a:gd name="connsiteY129" fmla="*/ 1278467 h 2870200"/>
              <a:gd name="connsiteX130" fmla="*/ 2937549 w 4114416"/>
              <a:gd name="connsiteY130" fmla="*/ 1320800 h 2870200"/>
              <a:gd name="connsiteX131" fmla="*/ 2954482 w 4114416"/>
              <a:gd name="connsiteY131" fmla="*/ 1388534 h 2870200"/>
              <a:gd name="connsiteX132" fmla="*/ 2971416 w 4114416"/>
              <a:gd name="connsiteY132" fmla="*/ 1422400 h 2870200"/>
              <a:gd name="connsiteX133" fmla="*/ 3013749 w 4114416"/>
              <a:gd name="connsiteY133" fmla="*/ 1540934 h 2870200"/>
              <a:gd name="connsiteX134" fmla="*/ 3030682 w 4114416"/>
              <a:gd name="connsiteY134" fmla="*/ 1566334 h 2870200"/>
              <a:gd name="connsiteX135" fmla="*/ 3064549 w 4114416"/>
              <a:gd name="connsiteY135" fmla="*/ 1718734 h 2870200"/>
              <a:gd name="connsiteX136" fmla="*/ 3089949 w 4114416"/>
              <a:gd name="connsiteY136" fmla="*/ 1761067 h 2870200"/>
              <a:gd name="connsiteX137" fmla="*/ 3123816 w 4114416"/>
              <a:gd name="connsiteY137" fmla="*/ 1879600 h 2870200"/>
              <a:gd name="connsiteX138" fmla="*/ 3115349 w 4114416"/>
              <a:gd name="connsiteY138" fmla="*/ 1913467 h 2870200"/>
              <a:gd name="connsiteX139" fmla="*/ 3127799 w 4114416"/>
              <a:gd name="connsiteY139" fmla="*/ 1901016 h 2870200"/>
              <a:gd name="connsiteX140" fmla="*/ 3106882 w 4114416"/>
              <a:gd name="connsiteY140" fmla="*/ 1888067 h 2870200"/>
              <a:gd name="connsiteX141" fmla="*/ 3132282 w 4114416"/>
              <a:gd name="connsiteY141" fmla="*/ 1871134 h 2870200"/>
              <a:gd name="connsiteX142" fmla="*/ 3140749 w 4114416"/>
              <a:gd name="connsiteY142" fmla="*/ 1769534 h 2870200"/>
              <a:gd name="connsiteX143" fmla="*/ 3157682 w 4114416"/>
              <a:gd name="connsiteY143" fmla="*/ 1710267 h 2870200"/>
              <a:gd name="connsiteX144" fmla="*/ 3166149 w 4114416"/>
              <a:gd name="connsiteY144" fmla="*/ 1684867 h 2870200"/>
              <a:gd name="connsiteX145" fmla="*/ 3191549 w 4114416"/>
              <a:gd name="connsiteY145" fmla="*/ 1676400 h 2870200"/>
              <a:gd name="connsiteX146" fmla="*/ 3200016 w 4114416"/>
              <a:gd name="connsiteY146" fmla="*/ 2006600 h 2870200"/>
              <a:gd name="connsiteX147" fmla="*/ 3208482 w 4114416"/>
              <a:gd name="connsiteY147" fmla="*/ 2048934 h 2870200"/>
              <a:gd name="connsiteX148" fmla="*/ 3216949 w 4114416"/>
              <a:gd name="connsiteY148" fmla="*/ 2099734 h 2870200"/>
              <a:gd name="connsiteX149" fmla="*/ 3233882 w 4114416"/>
              <a:gd name="connsiteY149" fmla="*/ 2048934 h 2870200"/>
              <a:gd name="connsiteX150" fmla="*/ 3242349 w 4114416"/>
              <a:gd name="connsiteY150" fmla="*/ 1998134 h 2870200"/>
              <a:gd name="connsiteX151" fmla="*/ 3276216 w 4114416"/>
              <a:gd name="connsiteY151" fmla="*/ 2353734 h 2870200"/>
              <a:gd name="connsiteX152" fmla="*/ 3301616 w 4114416"/>
              <a:gd name="connsiteY152" fmla="*/ 2387600 h 2870200"/>
              <a:gd name="connsiteX153" fmla="*/ 3310082 w 4114416"/>
              <a:gd name="connsiteY153" fmla="*/ 2497667 h 2870200"/>
              <a:gd name="connsiteX154" fmla="*/ 3327016 w 4114416"/>
              <a:gd name="connsiteY154" fmla="*/ 2531534 h 2870200"/>
              <a:gd name="connsiteX155" fmla="*/ 3343949 w 4114416"/>
              <a:gd name="connsiteY155" fmla="*/ 2599267 h 2870200"/>
              <a:gd name="connsiteX156" fmla="*/ 3369349 w 4114416"/>
              <a:gd name="connsiteY156" fmla="*/ 2667000 h 2870200"/>
              <a:gd name="connsiteX157" fmla="*/ 3411682 w 4114416"/>
              <a:gd name="connsiteY157" fmla="*/ 2810934 h 2870200"/>
              <a:gd name="connsiteX158" fmla="*/ 3437082 w 4114416"/>
              <a:gd name="connsiteY158" fmla="*/ 2870200 h 2870200"/>
              <a:gd name="connsiteX159" fmla="*/ 3462482 w 4114416"/>
              <a:gd name="connsiteY159" fmla="*/ 1828800 h 2870200"/>
              <a:gd name="connsiteX160" fmla="*/ 3461984 w 4114416"/>
              <a:gd name="connsiteY160" fmla="*/ 2090271 h 2870200"/>
              <a:gd name="connsiteX161" fmla="*/ 3487882 w 4114416"/>
              <a:gd name="connsiteY161" fmla="*/ 1735667 h 2870200"/>
              <a:gd name="connsiteX162" fmla="*/ 3513282 w 4114416"/>
              <a:gd name="connsiteY162" fmla="*/ 1651000 h 2870200"/>
              <a:gd name="connsiteX163" fmla="*/ 3521749 w 4114416"/>
              <a:gd name="connsiteY163" fmla="*/ 1701800 h 2870200"/>
              <a:gd name="connsiteX164" fmla="*/ 3525733 w 4114416"/>
              <a:gd name="connsiteY164" fmla="*/ 1875118 h 2870200"/>
              <a:gd name="connsiteX165" fmla="*/ 3547149 w 4114416"/>
              <a:gd name="connsiteY165" fmla="*/ 1752600 h 2870200"/>
              <a:gd name="connsiteX166" fmla="*/ 3555616 w 4114416"/>
              <a:gd name="connsiteY166" fmla="*/ 1693334 h 2870200"/>
              <a:gd name="connsiteX167" fmla="*/ 3597949 w 4114416"/>
              <a:gd name="connsiteY167" fmla="*/ 1608667 h 2870200"/>
              <a:gd name="connsiteX168" fmla="*/ 3614882 w 4114416"/>
              <a:gd name="connsiteY168" fmla="*/ 1566334 h 2870200"/>
              <a:gd name="connsiteX169" fmla="*/ 3657216 w 4114416"/>
              <a:gd name="connsiteY169" fmla="*/ 1464734 h 2870200"/>
              <a:gd name="connsiteX170" fmla="*/ 3661200 w 4114416"/>
              <a:gd name="connsiteY170" fmla="*/ 1373094 h 2870200"/>
              <a:gd name="connsiteX171" fmla="*/ 3682616 w 4114416"/>
              <a:gd name="connsiteY171" fmla="*/ 1363134 h 2870200"/>
              <a:gd name="connsiteX172" fmla="*/ 3699549 w 4114416"/>
              <a:gd name="connsiteY172" fmla="*/ 1320800 h 2870200"/>
              <a:gd name="connsiteX173" fmla="*/ 3694569 w 4114416"/>
              <a:gd name="connsiteY173" fmla="*/ 1151964 h 2870200"/>
              <a:gd name="connsiteX174" fmla="*/ 3741882 w 4114416"/>
              <a:gd name="connsiteY174" fmla="*/ 1227667 h 2870200"/>
              <a:gd name="connsiteX175" fmla="*/ 3750349 w 4114416"/>
              <a:gd name="connsiteY175" fmla="*/ 1176867 h 2870200"/>
              <a:gd name="connsiteX176" fmla="*/ 3767282 w 4114416"/>
              <a:gd name="connsiteY176" fmla="*/ 1126067 h 2870200"/>
              <a:gd name="connsiteX177" fmla="*/ 3775749 w 4114416"/>
              <a:gd name="connsiteY177" fmla="*/ 1058334 h 2870200"/>
              <a:gd name="connsiteX178" fmla="*/ 3784216 w 4114416"/>
              <a:gd name="connsiteY178" fmla="*/ 1270000 h 2870200"/>
              <a:gd name="connsiteX179" fmla="*/ 3813064 w 4114416"/>
              <a:gd name="connsiteY179" fmla="*/ 678606 h 2870200"/>
              <a:gd name="connsiteX180" fmla="*/ 3818082 w 4114416"/>
              <a:gd name="connsiteY180" fmla="*/ 558800 h 2870200"/>
              <a:gd name="connsiteX181" fmla="*/ 3835016 w 4114416"/>
              <a:gd name="connsiteY181" fmla="*/ 482600 h 2870200"/>
              <a:gd name="connsiteX182" fmla="*/ 3843482 w 4114416"/>
              <a:gd name="connsiteY182" fmla="*/ 533400 h 2870200"/>
              <a:gd name="connsiteX183" fmla="*/ 3860416 w 4114416"/>
              <a:gd name="connsiteY183" fmla="*/ 660400 h 2870200"/>
              <a:gd name="connsiteX184" fmla="*/ 3868882 w 4114416"/>
              <a:gd name="connsiteY184" fmla="*/ 702734 h 2870200"/>
              <a:gd name="connsiteX185" fmla="*/ 3885816 w 4114416"/>
              <a:gd name="connsiteY185" fmla="*/ 736600 h 2870200"/>
              <a:gd name="connsiteX186" fmla="*/ 3902749 w 4114416"/>
              <a:gd name="connsiteY186" fmla="*/ 702734 h 2870200"/>
              <a:gd name="connsiteX187" fmla="*/ 3962016 w 4114416"/>
              <a:gd name="connsiteY187" fmla="*/ 482600 h 2870200"/>
              <a:gd name="connsiteX188" fmla="*/ 3978949 w 4114416"/>
              <a:gd name="connsiteY188" fmla="*/ 457200 h 2870200"/>
              <a:gd name="connsiteX189" fmla="*/ 4004349 w 4114416"/>
              <a:gd name="connsiteY189" fmla="*/ 177800 h 2870200"/>
              <a:gd name="connsiteX190" fmla="*/ 4029749 w 4114416"/>
              <a:gd name="connsiteY190" fmla="*/ 135467 h 2870200"/>
              <a:gd name="connsiteX191" fmla="*/ 4038216 w 4114416"/>
              <a:gd name="connsiteY191" fmla="*/ 101600 h 2870200"/>
              <a:gd name="connsiteX192" fmla="*/ 4046682 w 4114416"/>
              <a:gd name="connsiteY192" fmla="*/ 76200 h 2870200"/>
              <a:gd name="connsiteX193" fmla="*/ 4055149 w 4114416"/>
              <a:gd name="connsiteY193" fmla="*/ 110067 h 2870200"/>
              <a:gd name="connsiteX194" fmla="*/ 4072082 w 4114416"/>
              <a:gd name="connsiteY194" fmla="*/ 160867 h 2870200"/>
              <a:gd name="connsiteX195" fmla="*/ 4114416 w 4114416"/>
              <a:gd name="connsiteY195" fmla="*/ 0 h 2870200"/>
              <a:gd name="connsiteX0" fmla="*/ 0 w 4114416"/>
              <a:gd name="connsiteY0" fmla="*/ 735359 h 2870200"/>
              <a:gd name="connsiteX1" fmla="*/ 22363 w 4114416"/>
              <a:gd name="connsiteY1" fmla="*/ 647092 h 2870200"/>
              <a:gd name="connsiteX2" fmla="*/ 53451 w 4114416"/>
              <a:gd name="connsiteY2" fmla="*/ 567267 h 2870200"/>
              <a:gd name="connsiteX3" fmla="*/ 61790 w 4114416"/>
              <a:gd name="connsiteY3" fmla="*/ 828517 h 2870200"/>
              <a:gd name="connsiteX4" fmla="*/ 57549 w 4114416"/>
              <a:gd name="connsiteY4" fmla="*/ 1083293 h 2870200"/>
              <a:gd name="connsiteX5" fmla="*/ 55282 w 4114416"/>
              <a:gd name="connsiteY5" fmla="*/ 1212385 h 2870200"/>
              <a:gd name="connsiteX6" fmla="*/ 69873 w 4114416"/>
              <a:gd name="connsiteY6" fmla="*/ 1401791 h 2870200"/>
              <a:gd name="connsiteX7" fmla="*/ 112335 w 4114416"/>
              <a:gd name="connsiteY7" fmla="*/ 1209517 h 2870200"/>
              <a:gd name="connsiteX8" fmla="*/ 135082 w 4114416"/>
              <a:gd name="connsiteY8" fmla="*/ 1100667 h 2870200"/>
              <a:gd name="connsiteX9" fmla="*/ 168949 w 4114416"/>
              <a:gd name="connsiteY9" fmla="*/ 999067 h 2870200"/>
              <a:gd name="connsiteX10" fmla="*/ 185882 w 4114416"/>
              <a:gd name="connsiteY10" fmla="*/ 948267 h 2870200"/>
              <a:gd name="connsiteX11" fmla="*/ 202816 w 4114416"/>
              <a:gd name="connsiteY11" fmla="*/ 1134534 h 2870200"/>
              <a:gd name="connsiteX12" fmla="*/ 219749 w 4114416"/>
              <a:gd name="connsiteY12" fmla="*/ 1464734 h 2870200"/>
              <a:gd name="connsiteX13" fmla="*/ 279016 w 4114416"/>
              <a:gd name="connsiteY13" fmla="*/ 1363134 h 2870200"/>
              <a:gd name="connsiteX14" fmla="*/ 304416 w 4114416"/>
              <a:gd name="connsiteY14" fmla="*/ 1371600 h 2870200"/>
              <a:gd name="connsiteX15" fmla="*/ 312882 w 4114416"/>
              <a:gd name="connsiteY15" fmla="*/ 2243667 h 2870200"/>
              <a:gd name="connsiteX16" fmla="*/ 338282 w 4114416"/>
              <a:gd name="connsiteY16" fmla="*/ 2201334 h 2870200"/>
              <a:gd name="connsiteX17" fmla="*/ 346749 w 4114416"/>
              <a:gd name="connsiteY17" fmla="*/ 2150534 h 2870200"/>
              <a:gd name="connsiteX18" fmla="*/ 371651 w 4114416"/>
              <a:gd name="connsiteY18" fmla="*/ 2376146 h 2870200"/>
              <a:gd name="connsiteX19" fmla="*/ 389082 w 4114416"/>
              <a:gd name="connsiteY19" fmla="*/ 2082800 h 2870200"/>
              <a:gd name="connsiteX20" fmla="*/ 414981 w 4114416"/>
              <a:gd name="connsiteY20" fmla="*/ 1792444 h 2870200"/>
              <a:gd name="connsiteX21" fmla="*/ 422949 w 4114416"/>
              <a:gd name="connsiteY21" fmla="*/ 2032000 h 2870200"/>
              <a:gd name="connsiteX22" fmla="*/ 453908 w 4114416"/>
              <a:gd name="connsiteY22" fmla="*/ 1990884 h 2870200"/>
              <a:gd name="connsiteX23" fmla="*/ 465282 w 4114416"/>
              <a:gd name="connsiteY23" fmla="*/ 1752600 h 2870200"/>
              <a:gd name="connsiteX24" fmla="*/ 490682 w 4114416"/>
              <a:gd name="connsiteY24" fmla="*/ 1651000 h 2870200"/>
              <a:gd name="connsiteX25" fmla="*/ 516082 w 4114416"/>
              <a:gd name="connsiteY25" fmla="*/ 1710267 h 2870200"/>
              <a:gd name="connsiteX26" fmla="*/ 524549 w 4114416"/>
              <a:gd name="connsiteY26" fmla="*/ 1851666 h 2870200"/>
              <a:gd name="connsiteX27" fmla="*/ 558416 w 4114416"/>
              <a:gd name="connsiteY27" fmla="*/ 1820334 h 2870200"/>
              <a:gd name="connsiteX28" fmla="*/ 583816 w 4114416"/>
              <a:gd name="connsiteY28" fmla="*/ 1938867 h 2870200"/>
              <a:gd name="connsiteX29" fmla="*/ 600749 w 4114416"/>
              <a:gd name="connsiteY29" fmla="*/ 1998134 h 2870200"/>
              <a:gd name="connsiteX30" fmla="*/ 643082 w 4114416"/>
              <a:gd name="connsiteY30" fmla="*/ 1786467 h 2870200"/>
              <a:gd name="connsiteX31" fmla="*/ 668482 w 4114416"/>
              <a:gd name="connsiteY31" fmla="*/ 1718734 h 2870200"/>
              <a:gd name="connsiteX32" fmla="*/ 685416 w 4114416"/>
              <a:gd name="connsiteY32" fmla="*/ 1617134 h 2870200"/>
              <a:gd name="connsiteX33" fmla="*/ 702349 w 4114416"/>
              <a:gd name="connsiteY33" fmla="*/ 1557867 h 2870200"/>
              <a:gd name="connsiteX34" fmla="*/ 710816 w 4114416"/>
              <a:gd name="connsiteY34" fmla="*/ 1524000 h 2870200"/>
              <a:gd name="connsiteX35" fmla="*/ 727749 w 4114416"/>
              <a:gd name="connsiteY35" fmla="*/ 1312334 h 2870200"/>
              <a:gd name="connsiteX36" fmla="*/ 744682 w 4114416"/>
              <a:gd name="connsiteY36" fmla="*/ 1380067 h 2870200"/>
              <a:gd name="connsiteX37" fmla="*/ 761616 w 4114416"/>
              <a:gd name="connsiteY37" fmla="*/ 1532467 h 2870200"/>
              <a:gd name="connsiteX38" fmla="*/ 778549 w 4114416"/>
              <a:gd name="connsiteY38" fmla="*/ 1566334 h 2870200"/>
              <a:gd name="connsiteX39" fmla="*/ 820882 w 4114416"/>
              <a:gd name="connsiteY39" fmla="*/ 1430867 h 2870200"/>
              <a:gd name="connsiteX40" fmla="*/ 854749 w 4114416"/>
              <a:gd name="connsiteY40" fmla="*/ 1388534 h 2870200"/>
              <a:gd name="connsiteX41" fmla="*/ 863216 w 4114416"/>
              <a:gd name="connsiteY41" fmla="*/ 1498600 h 2870200"/>
              <a:gd name="connsiteX42" fmla="*/ 888616 w 4114416"/>
              <a:gd name="connsiteY42" fmla="*/ 1811867 h 2870200"/>
              <a:gd name="connsiteX43" fmla="*/ 897082 w 4114416"/>
              <a:gd name="connsiteY43" fmla="*/ 1642534 h 2870200"/>
              <a:gd name="connsiteX44" fmla="*/ 930949 w 4114416"/>
              <a:gd name="connsiteY44" fmla="*/ 1557867 h 2870200"/>
              <a:gd name="connsiteX45" fmla="*/ 939416 w 4114416"/>
              <a:gd name="connsiteY45" fmla="*/ 2006600 h 2870200"/>
              <a:gd name="connsiteX46" fmla="*/ 964816 w 4114416"/>
              <a:gd name="connsiteY46" fmla="*/ 2116667 h 2870200"/>
              <a:gd name="connsiteX47" fmla="*/ 973282 w 4114416"/>
              <a:gd name="connsiteY47" fmla="*/ 1948424 h 2870200"/>
              <a:gd name="connsiteX48" fmla="*/ 990216 w 4114416"/>
              <a:gd name="connsiteY48" fmla="*/ 1794934 h 2870200"/>
              <a:gd name="connsiteX49" fmla="*/ 998682 w 4114416"/>
              <a:gd name="connsiteY49" fmla="*/ 1761067 h 2870200"/>
              <a:gd name="connsiteX50" fmla="*/ 1015616 w 4114416"/>
              <a:gd name="connsiteY50" fmla="*/ 1871134 h 2870200"/>
              <a:gd name="connsiteX51" fmla="*/ 1032549 w 4114416"/>
              <a:gd name="connsiteY51" fmla="*/ 1947334 h 2870200"/>
              <a:gd name="connsiteX52" fmla="*/ 1049482 w 4114416"/>
              <a:gd name="connsiteY52" fmla="*/ 2040467 h 2870200"/>
              <a:gd name="connsiteX53" fmla="*/ 1074882 w 4114416"/>
              <a:gd name="connsiteY53" fmla="*/ 2108200 h 2870200"/>
              <a:gd name="connsiteX54" fmla="*/ 1105586 w 4114416"/>
              <a:gd name="connsiteY54" fmla="*/ 2165034 h 2870200"/>
              <a:gd name="connsiteX55" fmla="*/ 1117344 w 4114416"/>
              <a:gd name="connsiteY55" fmla="*/ 2220675 h 2870200"/>
              <a:gd name="connsiteX56" fmla="*/ 1134149 w 4114416"/>
              <a:gd name="connsiteY56" fmla="*/ 2108200 h 2870200"/>
              <a:gd name="connsiteX57" fmla="*/ 1184949 w 4114416"/>
              <a:gd name="connsiteY57" fmla="*/ 1989667 h 2870200"/>
              <a:gd name="connsiteX58" fmla="*/ 1221851 w 4114416"/>
              <a:gd name="connsiteY58" fmla="*/ 1898967 h 2870200"/>
              <a:gd name="connsiteX59" fmla="*/ 1244216 w 4114416"/>
              <a:gd name="connsiteY59" fmla="*/ 2167467 h 2870200"/>
              <a:gd name="connsiteX60" fmla="*/ 1261149 w 4114416"/>
              <a:gd name="connsiteY60" fmla="*/ 2082800 h 2870200"/>
              <a:gd name="connsiteX61" fmla="*/ 1269616 w 4114416"/>
              <a:gd name="connsiteY61" fmla="*/ 2015067 h 2870200"/>
              <a:gd name="connsiteX62" fmla="*/ 1311949 w 4114416"/>
              <a:gd name="connsiteY62" fmla="*/ 1854200 h 2870200"/>
              <a:gd name="connsiteX63" fmla="*/ 1320416 w 4114416"/>
              <a:gd name="connsiteY63" fmla="*/ 1803400 h 2870200"/>
              <a:gd name="connsiteX64" fmla="*/ 1345816 w 4114416"/>
              <a:gd name="connsiteY64" fmla="*/ 1701800 h 2870200"/>
              <a:gd name="connsiteX65" fmla="*/ 1379682 w 4114416"/>
              <a:gd name="connsiteY65" fmla="*/ 1744134 h 2870200"/>
              <a:gd name="connsiteX66" fmla="*/ 1422016 w 4114416"/>
              <a:gd name="connsiteY66" fmla="*/ 1879600 h 2870200"/>
              <a:gd name="connsiteX67" fmla="*/ 1455882 w 4114416"/>
              <a:gd name="connsiteY67" fmla="*/ 1947334 h 2870200"/>
              <a:gd name="connsiteX68" fmla="*/ 1472816 w 4114416"/>
              <a:gd name="connsiteY68" fmla="*/ 1938867 h 2870200"/>
              <a:gd name="connsiteX69" fmla="*/ 1515149 w 4114416"/>
              <a:gd name="connsiteY69" fmla="*/ 1803400 h 2870200"/>
              <a:gd name="connsiteX70" fmla="*/ 1574416 w 4114416"/>
              <a:gd name="connsiteY70" fmla="*/ 1651000 h 2870200"/>
              <a:gd name="connsiteX71" fmla="*/ 1582882 w 4114416"/>
              <a:gd name="connsiteY71" fmla="*/ 1591734 h 2870200"/>
              <a:gd name="connsiteX72" fmla="*/ 1608410 w 4114416"/>
              <a:gd name="connsiteY72" fmla="*/ 1462351 h 2870200"/>
              <a:gd name="connsiteX73" fmla="*/ 1633682 w 4114416"/>
              <a:gd name="connsiteY73" fmla="*/ 1524000 h 2870200"/>
              <a:gd name="connsiteX74" fmla="*/ 1659082 w 4114416"/>
              <a:gd name="connsiteY74" fmla="*/ 1490134 h 2870200"/>
              <a:gd name="connsiteX75" fmla="*/ 1684482 w 4114416"/>
              <a:gd name="connsiteY75" fmla="*/ 1388534 h 2870200"/>
              <a:gd name="connsiteX76" fmla="*/ 1732631 w 4114416"/>
              <a:gd name="connsiteY76" fmla="*/ 1294184 h 2870200"/>
              <a:gd name="connsiteX77" fmla="*/ 1794549 w 4114416"/>
              <a:gd name="connsiteY77" fmla="*/ 1176867 h 2870200"/>
              <a:gd name="connsiteX78" fmla="*/ 1831067 w 4114416"/>
              <a:gd name="connsiteY78" fmla="*/ 1238516 h 2870200"/>
              <a:gd name="connsiteX79" fmla="*/ 1853688 w 4114416"/>
              <a:gd name="connsiteY79" fmla="*/ 1323159 h 2870200"/>
              <a:gd name="connsiteX80" fmla="*/ 1887682 w 4114416"/>
              <a:gd name="connsiteY80" fmla="*/ 1422400 h 2870200"/>
              <a:gd name="connsiteX81" fmla="*/ 1938482 w 4114416"/>
              <a:gd name="connsiteY81" fmla="*/ 1600200 h 2870200"/>
              <a:gd name="connsiteX82" fmla="*/ 1978163 w 4114416"/>
              <a:gd name="connsiteY82" fmla="*/ 1762259 h 2870200"/>
              <a:gd name="connsiteX83" fmla="*/ 2006216 w 4114416"/>
              <a:gd name="connsiteY83" fmla="*/ 1498600 h 2870200"/>
              <a:gd name="connsiteX84" fmla="*/ 2023149 w 4114416"/>
              <a:gd name="connsiteY84" fmla="*/ 1464734 h 2870200"/>
              <a:gd name="connsiteX85" fmla="*/ 2031616 w 4114416"/>
              <a:gd name="connsiteY85" fmla="*/ 1439334 h 2870200"/>
              <a:gd name="connsiteX86" fmla="*/ 2067707 w 4114416"/>
              <a:gd name="connsiteY86" fmla="*/ 1908377 h 2870200"/>
              <a:gd name="connsiteX87" fmla="*/ 2082416 w 4114416"/>
              <a:gd name="connsiteY87" fmla="*/ 2032000 h 2870200"/>
              <a:gd name="connsiteX88" fmla="*/ 2090882 w 4114416"/>
              <a:gd name="connsiteY88" fmla="*/ 2150534 h 2870200"/>
              <a:gd name="connsiteX89" fmla="*/ 2099349 w 4114416"/>
              <a:gd name="connsiteY89" fmla="*/ 2489200 h 2870200"/>
              <a:gd name="connsiteX90" fmla="*/ 2133216 w 4114416"/>
              <a:gd name="connsiteY90" fmla="*/ 2421467 h 2870200"/>
              <a:gd name="connsiteX91" fmla="*/ 2175549 w 4114416"/>
              <a:gd name="connsiteY91" fmla="*/ 2319867 h 2870200"/>
              <a:gd name="connsiteX92" fmla="*/ 2192611 w 4114416"/>
              <a:gd name="connsiteY92" fmla="*/ 2271500 h 2870200"/>
              <a:gd name="connsiteX93" fmla="*/ 2212579 w 4114416"/>
              <a:gd name="connsiteY93" fmla="*/ 2206201 h 2870200"/>
              <a:gd name="connsiteX94" fmla="*/ 2251749 w 4114416"/>
              <a:gd name="connsiteY94" fmla="*/ 2514600 h 2870200"/>
              <a:gd name="connsiteX95" fmla="*/ 2277149 w 4114416"/>
              <a:gd name="connsiteY95" fmla="*/ 2565400 h 2870200"/>
              <a:gd name="connsiteX96" fmla="*/ 2285616 w 4114416"/>
              <a:gd name="connsiteY96" fmla="*/ 2489200 h 2870200"/>
              <a:gd name="connsiteX97" fmla="*/ 2302549 w 4114416"/>
              <a:gd name="connsiteY97" fmla="*/ 2421467 h 2870200"/>
              <a:gd name="connsiteX98" fmla="*/ 2311016 w 4114416"/>
              <a:gd name="connsiteY98" fmla="*/ 1718734 h 2870200"/>
              <a:gd name="connsiteX99" fmla="*/ 2336416 w 4114416"/>
              <a:gd name="connsiteY99" fmla="*/ 1811867 h 2870200"/>
              <a:gd name="connsiteX100" fmla="*/ 2361816 w 4114416"/>
              <a:gd name="connsiteY100" fmla="*/ 1871134 h 2870200"/>
              <a:gd name="connsiteX101" fmla="*/ 2395682 w 4114416"/>
              <a:gd name="connsiteY101" fmla="*/ 1972734 h 2870200"/>
              <a:gd name="connsiteX102" fmla="*/ 2404149 w 4114416"/>
              <a:gd name="connsiteY102" fmla="*/ 1574800 h 2870200"/>
              <a:gd name="connsiteX103" fmla="*/ 2429549 w 4114416"/>
              <a:gd name="connsiteY103" fmla="*/ 1236134 h 2870200"/>
              <a:gd name="connsiteX104" fmla="*/ 2446482 w 4114416"/>
              <a:gd name="connsiteY104" fmla="*/ 1092200 h 2870200"/>
              <a:gd name="connsiteX105" fmla="*/ 2454949 w 4114416"/>
              <a:gd name="connsiteY105" fmla="*/ 1066800 h 2870200"/>
              <a:gd name="connsiteX106" fmla="*/ 2463416 w 4114416"/>
              <a:gd name="connsiteY106" fmla="*/ 1092200 h 2870200"/>
              <a:gd name="connsiteX107" fmla="*/ 2480349 w 4114416"/>
              <a:gd name="connsiteY107" fmla="*/ 1117600 h 2870200"/>
              <a:gd name="connsiteX108" fmla="*/ 2488816 w 4114416"/>
              <a:gd name="connsiteY108" fmla="*/ 1227667 h 2870200"/>
              <a:gd name="connsiteX109" fmla="*/ 2514216 w 4114416"/>
              <a:gd name="connsiteY109" fmla="*/ 753534 h 2870200"/>
              <a:gd name="connsiteX110" fmla="*/ 2531149 w 4114416"/>
              <a:gd name="connsiteY110" fmla="*/ 685800 h 2870200"/>
              <a:gd name="connsiteX111" fmla="*/ 2539616 w 4114416"/>
              <a:gd name="connsiteY111" fmla="*/ 609600 h 2870200"/>
              <a:gd name="connsiteX112" fmla="*/ 2548082 w 4114416"/>
              <a:gd name="connsiteY112" fmla="*/ 558800 h 2870200"/>
              <a:gd name="connsiteX113" fmla="*/ 2565016 w 4114416"/>
              <a:gd name="connsiteY113" fmla="*/ 584200 h 2870200"/>
              <a:gd name="connsiteX114" fmla="*/ 2573482 w 4114416"/>
              <a:gd name="connsiteY114" fmla="*/ 778934 h 2870200"/>
              <a:gd name="connsiteX115" fmla="*/ 2615816 w 4114416"/>
              <a:gd name="connsiteY115" fmla="*/ 914400 h 2870200"/>
              <a:gd name="connsiteX116" fmla="*/ 2632749 w 4114416"/>
              <a:gd name="connsiteY116" fmla="*/ 973667 h 2870200"/>
              <a:gd name="connsiteX117" fmla="*/ 2649682 w 4114416"/>
              <a:gd name="connsiteY117" fmla="*/ 812800 h 2870200"/>
              <a:gd name="connsiteX118" fmla="*/ 2666616 w 4114416"/>
              <a:gd name="connsiteY118" fmla="*/ 694267 h 2870200"/>
              <a:gd name="connsiteX119" fmla="*/ 2692016 w 4114416"/>
              <a:gd name="connsiteY119" fmla="*/ 558800 h 2870200"/>
              <a:gd name="connsiteX120" fmla="*/ 2717416 w 4114416"/>
              <a:gd name="connsiteY120" fmla="*/ 321734 h 2870200"/>
              <a:gd name="connsiteX121" fmla="*/ 2734349 w 4114416"/>
              <a:gd name="connsiteY121" fmla="*/ 1058334 h 2870200"/>
              <a:gd name="connsiteX122" fmla="*/ 2760746 w 4114416"/>
              <a:gd name="connsiteY122" fmla="*/ 1023969 h 2870200"/>
              <a:gd name="connsiteX123" fmla="*/ 2810549 w 4114416"/>
              <a:gd name="connsiteY123" fmla="*/ 905934 h 2870200"/>
              <a:gd name="connsiteX124" fmla="*/ 2844416 w 4114416"/>
              <a:gd name="connsiteY124" fmla="*/ 855134 h 2870200"/>
              <a:gd name="connsiteX125" fmla="*/ 2869816 w 4114416"/>
              <a:gd name="connsiteY125" fmla="*/ 1422400 h 2870200"/>
              <a:gd name="connsiteX126" fmla="*/ 2878282 w 4114416"/>
              <a:gd name="connsiteY126" fmla="*/ 1388534 h 2870200"/>
              <a:gd name="connsiteX127" fmla="*/ 2895216 w 4114416"/>
              <a:gd name="connsiteY127" fmla="*/ 1363134 h 2870200"/>
              <a:gd name="connsiteX128" fmla="*/ 2920616 w 4114416"/>
              <a:gd name="connsiteY128" fmla="*/ 1278467 h 2870200"/>
              <a:gd name="connsiteX129" fmla="*/ 2937549 w 4114416"/>
              <a:gd name="connsiteY129" fmla="*/ 1320800 h 2870200"/>
              <a:gd name="connsiteX130" fmla="*/ 2954482 w 4114416"/>
              <a:gd name="connsiteY130" fmla="*/ 1388534 h 2870200"/>
              <a:gd name="connsiteX131" fmla="*/ 2971416 w 4114416"/>
              <a:gd name="connsiteY131" fmla="*/ 1422400 h 2870200"/>
              <a:gd name="connsiteX132" fmla="*/ 3013749 w 4114416"/>
              <a:gd name="connsiteY132" fmla="*/ 1540934 h 2870200"/>
              <a:gd name="connsiteX133" fmla="*/ 3030682 w 4114416"/>
              <a:gd name="connsiteY133" fmla="*/ 1566334 h 2870200"/>
              <a:gd name="connsiteX134" fmla="*/ 3064549 w 4114416"/>
              <a:gd name="connsiteY134" fmla="*/ 1718734 h 2870200"/>
              <a:gd name="connsiteX135" fmla="*/ 3089949 w 4114416"/>
              <a:gd name="connsiteY135" fmla="*/ 1761067 h 2870200"/>
              <a:gd name="connsiteX136" fmla="*/ 3123816 w 4114416"/>
              <a:gd name="connsiteY136" fmla="*/ 1879600 h 2870200"/>
              <a:gd name="connsiteX137" fmla="*/ 3115349 w 4114416"/>
              <a:gd name="connsiteY137" fmla="*/ 1913467 h 2870200"/>
              <a:gd name="connsiteX138" fmla="*/ 3127799 w 4114416"/>
              <a:gd name="connsiteY138" fmla="*/ 1901016 h 2870200"/>
              <a:gd name="connsiteX139" fmla="*/ 3106882 w 4114416"/>
              <a:gd name="connsiteY139" fmla="*/ 1888067 h 2870200"/>
              <a:gd name="connsiteX140" fmla="*/ 3132282 w 4114416"/>
              <a:gd name="connsiteY140" fmla="*/ 1871134 h 2870200"/>
              <a:gd name="connsiteX141" fmla="*/ 3140749 w 4114416"/>
              <a:gd name="connsiteY141" fmla="*/ 1769534 h 2870200"/>
              <a:gd name="connsiteX142" fmla="*/ 3157682 w 4114416"/>
              <a:gd name="connsiteY142" fmla="*/ 1710267 h 2870200"/>
              <a:gd name="connsiteX143" fmla="*/ 3166149 w 4114416"/>
              <a:gd name="connsiteY143" fmla="*/ 1684867 h 2870200"/>
              <a:gd name="connsiteX144" fmla="*/ 3191549 w 4114416"/>
              <a:gd name="connsiteY144" fmla="*/ 1676400 h 2870200"/>
              <a:gd name="connsiteX145" fmla="*/ 3200016 w 4114416"/>
              <a:gd name="connsiteY145" fmla="*/ 2006600 h 2870200"/>
              <a:gd name="connsiteX146" fmla="*/ 3208482 w 4114416"/>
              <a:gd name="connsiteY146" fmla="*/ 2048934 h 2870200"/>
              <a:gd name="connsiteX147" fmla="*/ 3216949 w 4114416"/>
              <a:gd name="connsiteY147" fmla="*/ 2099734 h 2870200"/>
              <a:gd name="connsiteX148" fmla="*/ 3233882 w 4114416"/>
              <a:gd name="connsiteY148" fmla="*/ 2048934 h 2870200"/>
              <a:gd name="connsiteX149" fmla="*/ 3242349 w 4114416"/>
              <a:gd name="connsiteY149" fmla="*/ 1998134 h 2870200"/>
              <a:gd name="connsiteX150" fmla="*/ 3276216 w 4114416"/>
              <a:gd name="connsiteY150" fmla="*/ 2353734 h 2870200"/>
              <a:gd name="connsiteX151" fmla="*/ 3301616 w 4114416"/>
              <a:gd name="connsiteY151" fmla="*/ 2387600 h 2870200"/>
              <a:gd name="connsiteX152" fmla="*/ 3310082 w 4114416"/>
              <a:gd name="connsiteY152" fmla="*/ 2497667 h 2870200"/>
              <a:gd name="connsiteX153" fmla="*/ 3327016 w 4114416"/>
              <a:gd name="connsiteY153" fmla="*/ 2531534 h 2870200"/>
              <a:gd name="connsiteX154" fmla="*/ 3343949 w 4114416"/>
              <a:gd name="connsiteY154" fmla="*/ 2599267 h 2870200"/>
              <a:gd name="connsiteX155" fmla="*/ 3369349 w 4114416"/>
              <a:gd name="connsiteY155" fmla="*/ 2667000 h 2870200"/>
              <a:gd name="connsiteX156" fmla="*/ 3411682 w 4114416"/>
              <a:gd name="connsiteY156" fmla="*/ 2810934 h 2870200"/>
              <a:gd name="connsiteX157" fmla="*/ 3437082 w 4114416"/>
              <a:gd name="connsiteY157" fmla="*/ 2870200 h 2870200"/>
              <a:gd name="connsiteX158" fmla="*/ 3462482 w 4114416"/>
              <a:gd name="connsiteY158" fmla="*/ 1828800 h 2870200"/>
              <a:gd name="connsiteX159" fmla="*/ 3461984 w 4114416"/>
              <a:gd name="connsiteY159" fmla="*/ 2090271 h 2870200"/>
              <a:gd name="connsiteX160" fmla="*/ 3487882 w 4114416"/>
              <a:gd name="connsiteY160" fmla="*/ 1735667 h 2870200"/>
              <a:gd name="connsiteX161" fmla="*/ 3513282 w 4114416"/>
              <a:gd name="connsiteY161" fmla="*/ 1651000 h 2870200"/>
              <a:gd name="connsiteX162" fmla="*/ 3521749 w 4114416"/>
              <a:gd name="connsiteY162" fmla="*/ 1701800 h 2870200"/>
              <a:gd name="connsiteX163" fmla="*/ 3525733 w 4114416"/>
              <a:gd name="connsiteY163" fmla="*/ 1875118 h 2870200"/>
              <a:gd name="connsiteX164" fmla="*/ 3547149 w 4114416"/>
              <a:gd name="connsiteY164" fmla="*/ 1752600 h 2870200"/>
              <a:gd name="connsiteX165" fmla="*/ 3555616 w 4114416"/>
              <a:gd name="connsiteY165" fmla="*/ 1693334 h 2870200"/>
              <a:gd name="connsiteX166" fmla="*/ 3597949 w 4114416"/>
              <a:gd name="connsiteY166" fmla="*/ 1608667 h 2870200"/>
              <a:gd name="connsiteX167" fmla="*/ 3614882 w 4114416"/>
              <a:gd name="connsiteY167" fmla="*/ 1566334 h 2870200"/>
              <a:gd name="connsiteX168" fmla="*/ 3657216 w 4114416"/>
              <a:gd name="connsiteY168" fmla="*/ 1464734 h 2870200"/>
              <a:gd name="connsiteX169" fmla="*/ 3661200 w 4114416"/>
              <a:gd name="connsiteY169" fmla="*/ 1373094 h 2870200"/>
              <a:gd name="connsiteX170" fmla="*/ 3682616 w 4114416"/>
              <a:gd name="connsiteY170" fmla="*/ 1363134 h 2870200"/>
              <a:gd name="connsiteX171" fmla="*/ 3699549 w 4114416"/>
              <a:gd name="connsiteY171" fmla="*/ 1320800 h 2870200"/>
              <a:gd name="connsiteX172" fmla="*/ 3694569 w 4114416"/>
              <a:gd name="connsiteY172" fmla="*/ 1151964 h 2870200"/>
              <a:gd name="connsiteX173" fmla="*/ 3741882 w 4114416"/>
              <a:gd name="connsiteY173" fmla="*/ 1227667 h 2870200"/>
              <a:gd name="connsiteX174" fmla="*/ 3750349 w 4114416"/>
              <a:gd name="connsiteY174" fmla="*/ 1176867 h 2870200"/>
              <a:gd name="connsiteX175" fmla="*/ 3767282 w 4114416"/>
              <a:gd name="connsiteY175" fmla="*/ 1126067 h 2870200"/>
              <a:gd name="connsiteX176" fmla="*/ 3775749 w 4114416"/>
              <a:gd name="connsiteY176" fmla="*/ 1058334 h 2870200"/>
              <a:gd name="connsiteX177" fmla="*/ 3784216 w 4114416"/>
              <a:gd name="connsiteY177" fmla="*/ 1270000 h 2870200"/>
              <a:gd name="connsiteX178" fmla="*/ 3813064 w 4114416"/>
              <a:gd name="connsiteY178" fmla="*/ 678606 h 2870200"/>
              <a:gd name="connsiteX179" fmla="*/ 3818082 w 4114416"/>
              <a:gd name="connsiteY179" fmla="*/ 558800 h 2870200"/>
              <a:gd name="connsiteX180" fmla="*/ 3835016 w 4114416"/>
              <a:gd name="connsiteY180" fmla="*/ 482600 h 2870200"/>
              <a:gd name="connsiteX181" fmla="*/ 3843482 w 4114416"/>
              <a:gd name="connsiteY181" fmla="*/ 533400 h 2870200"/>
              <a:gd name="connsiteX182" fmla="*/ 3860416 w 4114416"/>
              <a:gd name="connsiteY182" fmla="*/ 660400 h 2870200"/>
              <a:gd name="connsiteX183" fmla="*/ 3868882 w 4114416"/>
              <a:gd name="connsiteY183" fmla="*/ 702734 h 2870200"/>
              <a:gd name="connsiteX184" fmla="*/ 3885816 w 4114416"/>
              <a:gd name="connsiteY184" fmla="*/ 736600 h 2870200"/>
              <a:gd name="connsiteX185" fmla="*/ 3902749 w 4114416"/>
              <a:gd name="connsiteY185" fmla="*/ 702734 h 2870200"/>
              <a:gd name="connsiteX186" fmla="*/ 3962016 w 4114416"/>
              <a:gd name="connsiteY186" fmla="*/ 482600 h 2870200"/>
              <a:gd name="connsiteX187" fmla="*/ 3978949 w 4114416"/>
              <a:gd name="connsiteY187" fmla="*/ 457200 h 2870200"/>
              <a:gd name="connsiteX188" fmla="*/ 4004349 w 4114416"/>
              <a:gd name="connsiteY188" fmla="*/ 177800 h 2870200"/>
              <a:gd name="connsiteX189" fmla="*/ 4029749 w 4114416"/>
              <a:gd name="connsiteY189" fmla="*/ 135467 h 2870200"/>
              <a:gd name="connsiteX190" fmla="*/ 4038216 w 4114416"/>
              <a:gd name="connsiteY190" fmla="*/ 101600 h 2870200"/>
              <a:gd name="connsiteX191" fmla="*/ 4046682 w 4114416"/>
              <a:gd name="connsiteY191" fmla="*/ 76200 h 2870200"/>
              <a:gd name="connsiteX192" fmla="*/ 4055149 w 4114416"/>
              <a:gd name="connsiteY192" fmla="*/ 110067 h 2870200"/>
              <a:gd name="connsiteX193" fmla="*/ 4072082 w 4114416"/>
              <a:gd name="connsiteY193" fmla="*/ 160867 h 2870200"/>
              <a:gd name="connsiteX194" fmla="*/ 4114416 w 4114416"/>
              <a:gd name="connsiteY194" fmla="*/ 0 h 2870200"/>
              <a:gd name="connsiteX0" fmla="*/ 0 w 4114416"/>
              <a:gd name="connsiteY0" fmla="*/ 735359 h 2870200"/>
              <a:gd name="connsiteX1" fmla="*/ 22363 w 4114416"/>
              <a:gd name="connsiteY1" fmla="*/ 647092 h 2870200"/>
              <a:gd name="connsiteX2" fmla="*/ 53451 w 4114416"/>
              <a:gd name="connsiteY2" fmla="*/ 567267 h 2870200"/>
              <a:gd name="connsiteX3" fmla="*/ 61790 w 4114416"/>
              <a:gd name="connsiteY3" fmla="*/ 828517 h 2870200"/>
              <a:gd name="connsiteX4" fmla="*/ 57549 w 4114416"/>
              <a:gd name="connsiteY4" fmla="*/ 1083293 h 2870200"/>
              <a:gd name="connsiteX5" fmla="*/ 55282 w 4114416"/>
              <a:gd name="connsiteY5" fmla="*/ 1212385 h 2870200"/>
              <a:gd name="connsiteX6" fmla="*/ 69873 w 4114416"/>
              <a:gd name="connsiteY6" fmla="*/ 1401791 h 2870200"/>
              <a:gd name="connsiteX7" fmla="*/ 112335 w 4114416"/>
              <a:gd name="connsiteY7" fmla="*/ 1209517 h 2870200"/>
              <a:gd name="connsiteX8" fmla="*/ 135082 w 4114416"/>
              <a:gd name="connsiteY8" fmla="*/ 1100667 h 2870200"/>
              <a:gd name="connsiteX9" fmla="*/ 168949 w 4114416"/>
              <a:gd name="connsiteY9" fmla="*/ 999067 h 2870200"/>
              <a:gd name="connsiteX10" fmla="*/ 185882 w 4114416"/>
              <a:gd name="connsiteY10" fmla="*/ 948267 h 2870200"/>
              <a:gd name="connsiteX11" fmla="*/ 202816 w 4114416"/>
              <a:gd name="connsiteY11" fmla="*/ 1134534 h 2870200"/>
              <a:gd name="connsiteX12" fmla="*/ 219749 w 4114416"/>
              <a:gd name="connsiteY12" fmla="*/ 1464734 h 2870200"/>
              <a:gd name="connsiteX13" fmla="*/ 279016 w 4114416"/>
              <a:gd name="connsiteY13" fmla="*/ 1363134 h 2870200"/>
              <a:gd name="connsiteX14" fmla="*/ 304416 w 4114416"/>
              <a:gd name="connsiteY14" fmla="*/ 1371600 h 2870200"/>
              <a:gd name="connsiteX15" fmla="*/ 312882 w 4114416"/>
              <a:gd name="connsiteY15" fmla="*/ 2243667 h 2870200"/>
              <a:gd name="connsiteX16" fmla="*/ 338282 w 4114416"/>
              <a:gd name="connsiteY16" fmla="*/ 2201334 h 2870200"/>
              <a:gd name="connsiteX17" fmla="*/ 346749 w 4114416"/>
              <a:gd name="connsiteY17" fmla="*/ 2150534 h 2870200"/>
              <a:gd name="connsiteX18" fmla="*/ 371651 w 4114416"/>
              <a:gd name="connsiteY18" fmla="*/ 2376146 h 2870200"/>
              <a:gd name="connsiteX19" fmla="*/ 389082 w 4114416"/>
              <a:gd name="connsiteY19" fmla="*/ 2082800 h 2870200"/>
              <a:gd name="connsiteX20" fmla="*/ 414981 w 4114416"/>
              <a:gd name="connsiteY20" fmla="*/ 1792444 h 2870200"/>
              <a:gd name="connsiteX21" fmla="*/ 422949 w 4114416"/>
              <a:gd name="connsiteY21" fmla="*/ 2032000 h 2870200"/>
              <a:gd name="connsiteX22" fmla="*/ 453908 w 4114416"/>
              <a:gd name="connsiteY22" fmla="*/ 1990884 h 2870200"/>
              <a:gd name="connsiteX23" fmla="*/ 465282 w 4114416"/>
              <a:gd name="connsiteY23" fmla="*/ 1752600 h 2870200"/>
              <a:gd name="connsiteX24" fmla="*/ 490682 w 4114416"/>
              <a:gd name="connsiteY24" fmla="*/ 1651000 h 2870200"/>
              <a:gd name="connsiteX25" fmla="*/ 516082 w 4114416"/>
              <a:gd name="connsiteY25" fmla="*/ 1710267 h 2870200"/>
              <a:gd name="connsiteX26" fmla="*/ 524549 w 4114416"/>
              <a:gd name="connsiteY26" fmla="*/ 1851666 h 2870200"/>
              <a:gd name="connsiteX27" fmla="*/ 558416 w 4114416"/>
              <a:gd name="connsiteY27" fmla="*/ 1820334 h 2870200"/>
              <a:gd name="connsiteX28" fmla="*/ 583816 w 4114416"/>
              <a:gd name="connsiteY28" fmla="*/ 1938867 h 2870200"/>
              <a:gd name="connsiteX29" fmla="*/ 600749 w 4114416"/>
              <a:gd name="connsiteY29" fmla="*/ 1998134 h 2870200"/>
              <a:gd name="connsiteX30" fmla="*/ 643082 w 4114416"/>
              <a:gd name="connsiteY30" fmla="*/ 1786467 h 2870200"/>
              <a:gd name="connsiteX31" fmla="*/ 668482 w 4114416"/>
              <a:gd name="connsiteY31" fmla="*/ 1718734 h 2870200"/>
              <a:gd name="connsiteX32" fmla="*/ 685416 w 4114416"/>
              <a:gd name="connsiteY32" fmla="*/ 1617134 h 2870200"/>
              <a:gd name="connsiteX33" fmla="*/ 702349 w 4114416"/>
              <a:gd name="connsiteY33" fmla="*/ 1557867 h 2870200"/>
              <a:gd name="connsiteX34" fmla="*/ 710816 w 4114416"/>
              <a:gd name="connsiteY34" fmla="*/ 1524000 h 2870200"/>
              <a:gd name="connsiteX35" fmla="*/ 727749 w 4114416"/>
              <a:gd name="connsiteY35" fmla="*/ 1312334 h 2870200"/>
              <a:gd name="connsiteX36" fmla="*/ 744682 w 4114416"/>
              <a:gd name="connsiteY36" fmla="*/ 1380067 h 2870200"/>
              <a:gd name="connsiteX37" fmla="*/ 761616 w 4114416"/>
              <a:gd name="connsiteY37" fmla="*/ 1532467 h 2870200"/>
              <a:gd name="connsiteX38" fmla="*/ 778549 w 4114416"/>
              <a:gd name="connsiteY38" fmla="*/ 1566334 h 2870200"/>
              <a:gd name="connsiteX39" fmla="*/ 820882 w 4114416"/>
              <a:gd name="connsiteY39" fmla="*/ 1430867 h 2870200"/>
              <a:gd name="connsiteX40" fmla="*/ 854749 w 4114416"/>
              <a:gd name="connsiteY40" fmla="*/ 1388534 h 2870200"/>
              <a:gd name="connsiteX41" fmla="*/ 863216 w 4114416"/>
              <a:gd name="connsiteY41" fmla="*/ 1498600 h 2870200"/>
              <a:gd name="connsiteX42" fmla="*/ 888616 w 4114416"/>
              <a:gd name="connsiteY42" fmla="*/ 1811867 h 2870200"/>
              <a:gd name="connsiteX43" fmla="*/ 897082 w 4114416"/>
              <a:gd name="connsiteY43" fmla="*/ 1642534 h 2870200"/>
              <a:gd name="connsiteX44" fmla="*/ 930949 w 4114416"/>
              <a:gd name="connsiteY44" fmla="*/ 1557867 h 2870200"/>
              <a:gd name="connsiteX45" fmla="*/ 939416 w 4114416"/>
              <a:gd name="connsiteY45" fmla="*/ 2006600 h 2870200"/>
              <a:gd name="connsiteX46" fmla="*/ 964816 w 4114416"/>
              <a:gd name="connsiteY46" fmla="*/ 2116667 h 2870200"/>
              <a:gd name="connsiteX47" fmla="*/ 973282 w 4114416"/>
              <a:gd name="connsiteY47" fmla="*/ 1948424 h 2870200"/>
              <a:gd name="connsiteX48" fmla="*/ 990216 w 4114416"/>
              <a:gd name="connsiteY48" fmla="*/ 1794934 h 2870200"/>
              <a:gd name="connsiteX49" fmla="*/ 998682 w 4114416"/>
              <a:gd name="connsiteY49" fmla="*/ 1761067 h 2870200"/>
              <a:gd name="connsiteX50" fmla="*/ 1015616 w 4114416"/>
              <a:gd name="connsiteY50" fmla="*/ 1871134 h 2870200"/>
              <a:gd name="connsiteX51" fmla="*/ 1032549 w 4114416"/>
              <a:gd name="connsiteY51" fmla="*/ 1947334 h 2870200"/>
              <a:gd name="connsiteX52" fmla="*/ 1049482 w 4114416"/>
              <a:gd name="connsiteY52" fmla="*/ 2040467 h 2870200"/>
              <a:gd name="connsiteX53" fmla="*/ 1074882 w 4114416"/>
              <a:gd name="connsiteY53" fmla="*/ 2108200 h 2870200"/>
              <a:gd name="connsiteX54" fmla="*/ 1105586 w 4114416"/>
              <a:gd name="connsiteY54" fmla="*/ 2165034 h 2870200"/>
              <a:gd name="connsiteX55" fmla="*/ 1117344 w 4114416"/>
              <a:gd name="connsiteY55" fmla="*/ 2220675 h 2870200"/>
              <a:gd name="connsiteX56" fmla="*/ 1134149 w 4114416"/>
              <a:gd name="connsiteY56" fmla="*/ 2108200 h 2870200"/>
              <a:gd name="connsiteX57" fmla="*/ 1184949 w 4114416"/>
              <a:gd name="connsiteY57" fmla="*/ 1989667 h 2870200"/>
              <a:gd name="connsiteX58" fmla="*/ 1221851 w 4114416"/>
              <a:gd name="connsiteY58" fmla="*/ 1898967 h 2870200"/>
              <a:gd name="connsiteX59" fmla="*/ 1244216 w 4114416"/>
              <a:gd name="connsiteY59" fmla="*/ 2167467 h 2870200"/>
              <a:gd name="connsiteX60" fmla="*/ 1261149 w 4114416"/>
              <a:gd name="connsiteY60" fmla="*/ 2082800 h 2870200"/>
              <a:gd name="connsiteX61" fmla="*/ 1269616 w 4114416"/>
              <a:gd name="connsiteY61" fmla="*/ 2015067 h 2870200"/>
              <a:gd name="connsiteX62" fmla="*/ 1311949 w 4114416"/>
              <a:gd name="connsiteY62" fmla="*/ 1854200 h 2870200"/>
              <a:gd name="connsiteX63" fmla="*/ 1320416 w 4114416"/>
              <a:gd name="connsiteY63" fmla="*/ 1803400 h 2870200"/>
              <a:gd name="connsiteX64" fmla="*/ 1345816 w 4114416"/>
              <a:gd name="connsiteY64" fmla="*/ 1701800 h 2870200"/>
              <a:gd name="connsiteX65" fmla="*/ 1379682 w 4114416"/>
              <a:gd name="connsiteY65" fmla="*/ 1744134 h 2870200"/>
              <a:gd name="connsiteX66" fmla="*/ 1422016 w 4114416"/>
              <a:gd name="connsiteY66" fmla="*/ 1879600 h 2870200"/>
              <a:gd name="connsiteX67" fmla="*/ 1455882 w 4114416"/>
              <a:gd name="connsiteY67" fmla="*/ 1947334 h 2870200"/>
              <a:gd name="connsiteX68" fmla="*/ 1472816 w 4114416"/>
              <a:gd name="connsiteY68" fmla="*/ 1938867 h 2870200"/>
              <a:gd name="connsiteX69" fmla="*/ 1515149 w 4114416"/>
              <a:gd name="connsiteY69" fmla="*/ 1803400 h 2870200"/>
              <a:gd name="connsiteX70" fmla="*/ 1574416 w 4114416"/>
              <a:gd name="connsiteY70" fmla="*/ 1651000 h 2870200"/>
              <a:gd name="connsiteX71" fmla="*/ 1582882 w 4114416"/>
              <a:gd name="connsiteY71" fmla="*/ 1591734 h 2870200"/>
              <a:gd name="connsiteX72" fmla="*/ 1608410 w 4114416"/>
              <a:gd name="connsiteY72" fmla="*/ 1462351 h 2870200"/>
              <a:gd name="connsiteX73" fmla="*/ 1633682 w 4114416"/>
              <a:gd name="connsiteY73" fmla="*/ 1524000 h 2870200"/>
              <a:gd name="connsiteX74" fmla="*/ 1659082 w 4114416"/>
              <a:gd name="connsiteY74" fmla="*/ 1490134 h 2870200"/>
              <a:gd name="connsiteX75" fmla="*/ 1684482 w 4114416"/>
              <a:gd name="connsiteY75" fmla="*/ 1388534 h 2870200"/>
              <a:gd name="connsiteX76" fmla="*/ 1732631 w 4114416"/>
              <a:gd name="connsiteY76" fmla="*/ 1294184 h 2870200"/>
              <a:gd name="connsiteX77" fmla="*/ 1794549 w 4114416"/>
              <a:gd name="connsiteY77" fmla="*/ 1176867 h 2870200"/>
              <a:gd name="connsiteX78" fmla="*/ 1831067 w 4114416"/>
              <a:gd name="connsiteY78" fmla="*/ 1238516 h 2870200"/>
              <a:gd name="connsiteX79" fmla="*/ 1853688 w 4114416"/>
              <a:gd name="connsiteY79" fmla="*/ 1323159 h 2870200"/>
              <a:gd name="connsiteX80" fmla="*/ 1887682 w 4114416"/>
              <a:gd name="connsiteY80" fmla="*/ 1422400 h 2870200"/>
              <a:gd name="connsiteX81" fmla="*/ 1938482 w 4114416"/>
              <a:gd name="connsiteY81" fmla="*/ 1600200 h 2870200"/>
              <a:gd name="connsiteX82" fmla="*/ 1978163 w 4114416"/>
              <a:gd name="connsiteY82" fmla="*/ 1762259 h 2870200"/>
              <a:gd name="connsiteX83" fmla="*/ 2006216 w 4114416"/>
              <a:gd name="connsiteY83" fmla="*/ 1498600 h 2870200"/>
              <a:gd name="connsiteX84" fmla="*/ 2023149 w 4114416"/>
              <a:gd name="connsiteY84" fmla="*/ 1464734 h 2870200"/>
              <a:gd name="connsiteX85" fmla="*/ 2031616 w 4114416"/>
              <a:gd name="connsiteY85" fmla="*/ 1439334 h 2870200"/>
              <a:gd name="connsiteX86" fmla="*/ 2067707 w 4114416"/>
              <a:gd name="connsiteY86" fmla="*/ 1908377 h 2870200"/>
              <a:gd name="connsiteX87" fmla="*/ 2082416 w 4114416"/>
              <a:gd name="connsiteY87" fmla="*/ 2032000 h 2870200"/>
              <a:gd name="connsiteX88" fmla="*/ 2090882 w 4114416"/>
              <a:gd name="connsiteY88" fmla="*/ 2150534 h 2870200"/>
              <a:gd name="connsiteX89" fmla="*/ 2099349 w 4114416"/>
              <a:gd name="connsiteY89" fmla="*/ 2489200 h 2870200"/>
              <a:gd name="connsiteX90" fmla="*/ 2133216 w 4114416"/>
              <a:gd name="connsiteY90" fmla="*/ 2421467 h 2870200"/>
              <a:gd name="connsiteX91" fmla="*/ 2175549 w 4114416"/>
              <a:gd name="connsiteY91" fmla="*/ 2319867 h 2870200"/>
              <a:gd name="connsiteX92" fmla="*/ 2192611 w 4114416"/>
              <a:gd name="connsiteY92" fmla="*/ 2271500 h 2870200"/>
              <a:gd name="connsiteX93" fmla="*/ 2212579 w 4114416"/>
              <a:gd name="connsiteY93" fmla="*/ 2206201 h 2870200"/>
              <a:gd name="connsiteX94" fmla="*/ 2251749 w 4114416"/>
              <a:gd name="connsiteY94" fmla="*/ 2514600 h 2870200"/>
              <a:gd name="connsiteX95" fmla="*/ 2277149 w 4114416"/>
              <a:gd name="connsiteY95" fmla="*/ 2565400 h 2870200"/>
              <a:gd name="connsiteX96" fmla="*/ 2285616 w 4114416"/>
              <a:gd name="connsiteY96" fmla="*/ 2489200 h 2870200"/>
              <a:gd name="connsiteX97" fmla="*/ 2302549 w 4114416"/>
              <a:gd name="connsiteY97" fmla="*/ 2421467 h 2870200"/>
              <a:gd name="connsiteX98" fmla="*/ 2311016 w 4114416"/>
              <a:gd name="connsiteY98" fmla="*/ 1718734 h 2870200"/>
              <a:gd name="connsiteX99" fmla="*/ 2336416 w 4114416"/>
              <a:gd name="connsiteY99" fmla="*/ 1811867 h 2870200"/>
              <a:gd name="connsiteX100" fmla="*/ 2361816 w 4114416"/>
              <a:gd name="connsiteY100" fmla="*/ 1871134 h 2870200"/>
              <a:gd name="connsiteX101" fmla="*/ 2395682 w 4114416"/>
              <a:gd name="connsiteY101" fmla="*/ 1972734 h 2870200"/>
              <a:gd name="connsiteX102" fmla="*/ 2404149 w 4114416"/>
              <a:gd name="connsiteY102" fmla="*/ 1574800 h 2870200"/>
              <a:gd name="connsiteX103" fmla="*/ 2429549 w 4114416"/>
              <a:gd name="connsiteY103" fmla="*/ 1236134 h 2870200"/>
              <a:gd name="connsiteX104" fmla="*/ 2446482 w 4114416"/>
              <a:gd name="connsiteY104" fmla="*/ 1092200 h 2870200"/>
              <a:gd name="connsiteX105" fmla="*/ 2454949 w 4114416"/>
              <a:gd name="connsiteY105" fmla="*/ 1066800 h 2870200"/>
              <a:gd name="connsiteX106" fmla="*/ 2463416 w 4114416"/>
              <a:gd name="connsiteY106" fmla="*/ 1092200 h 2870200"/>
              <a:gd name="connsiteX107" fmla="*/ 2488816 w 4114416"/>
              <a:gd name="connsiteY107" fmla="*/ 1227667 h 2870200"/>
              <a:gd name="connsiteX108" fmla="*/ 2514216 w 4114416"/>
              <a:gd name="connsiteY108" fmla="*/ 753534 h 2870200"/>
              <a:gd name="connsiteX109" fmla="*/ 2531149 w 4114416"/>
              <a:gd name="connsiteY109" fmla="*/ 685800 h 2870200"/>
              <a:gd name="connsiteX110" fmla="*/ 2539616 w 4114416"/>
              <a:gd name="connsiteY110" fmla="*/ 609600 h 2870200"/>
              <a:gd name="connsiteX111" fmla="*/ 2548082 w 4114416"/>
              <a:gd name="connsiteY111" fmla="*/ 558800 h 2870200"/>
              <a:gd name="connsiteX112" fmla="*/ 2565016 w 4114416"/>
              <a:gd name="connsiteY112" fmla="*/ 584200 h 2870200"/>
              <a:gd name="connsiteX113" fmla="*/ 2573482 w 4114416"/>
              <a:gd name="connsiteY113" fmla="*/ 778934 h 2870200"/>
              <a:gd name="connsiteX114" fmla="*/ 2615816 w 4114416"/>
              <a:gd name="connsiteY114" fmla="*/ 914400 h 2870200"/>
              <a:gd name="connsiteX115" fmla="*/ 2632749 w 4114416"/>
              <a:gd name="connsiteY115" fmla="*/ 973667 h 2870200"/>
              <a:gd name="connsiteX116" fmla="*/ 2649682 w 4114416"/>
              <a:gd name="connsiteY116" fmla="*/ 812800 h 2870200"/>
              <a:gd name="connsiteX117" fmla="*/ 2666616 w 4114416"/>
              <a:gd name="connsiteY117" fmla="*/ 694267 h 2870200"/>
              <a:gd name="connsiteX118" fmla="*/ 2692016 w 4114416"/>
              <a:gd name="connsiteY118" fmla="*/ 558800 h 2870200"/>
              <a:gd name="connsiteX119" fmla="*/ 2717416 w 4114416"/>
              <a:gd name="connsiteY119" fmla="*/ 321734 h 2870200"/>
              <a:gd name="connsiteX120" fmla="*/ 2734349 w 4114416"/>
              <a:gd name="connsiteY120" fmla="*/ 1058334 h 2870200"/>
              <a:gd name="connsiteX121" fmla="*/ 2760746 w 4114416"/>
              <a:gd name="connsiteY121" fmla="*/ 1023969 h 2870200"/>
              <a:gd name="connsiteX122" fmla="*/ 2810549 w 4114416"/>
              <a:gd name="connsiteY122" fmla="*/ 905934 h 2870200"/>
              <a:gd name="connsiteX123" fmla="*/ 2844416 w 4114416"/>
              <a:gd name="connsiteY123" fmla="*/ 855134 h 2870200"/>
              <a:gd name="connsiteX124" fmla="*/ 2869816 w 4114416"/>
              <a:gd name="connsiteY124" fmla="*/ 1422400 h 2870200"/>
              <a:gd name="connsiteX125" fmla="*/ 2878282 w 4114416"/>
              <a:gd name="connsiteY125" fmla="*/ 1388534 h 2870200"/>
              <a:gd name="connsiteX126" fmla="*/ 2895216 w 4114416"/>
              <a:gd name="connsiteY126" fmla="*/ 1363134 h 2870200"/>
              <a:gd name="connsiteX127" fmla="*/ 2920616 w 4114416"/>
              <a:gd name="connsiteY127" fmla="*/ 1278467 h 2870200"/>
              <a:gd name="connsiteX128" fmla="*/ 2937549 w 4114416"/>
              <a:gd name="connsiteY128" fmla="*/ 1320800 h 2870200"/>
              <a:gd name="connsiteX129" fmla="*/ 2954482 w 4114416"/>
              <a:gd name="connsiteY129" fmla="*/ 1388534 h 2870200"/>
              <a:gd name="connsiteX130" fmla="*/ 2971416 w 4114416"/>
              <a:gd name="connsiteY130" fmla="*/ 1422400 h 2870200"/>
              <a:gd name="connsiteX131" fmla="*/ 3013749 w 4114416"/>
              <a:gd name="connsiteY131" fmla="*/ 1540934 h 2870200"/>
              <a:gd name="connsiteX132" fmla="*/ 3030682 w 4114416"/>
              <a:gd name="connsiteY132" fmla="*/ 1566334 h 2870200"/>
              <a:gd name="connsiteX133" fmla="*/ 3064549 w 4114416"/>
              <a:gd name="connsiteY133" fmla="*/ 1718734 h 2870200"/>
              <a:gd name="connsiteX134" fmla="*/ 3089949 w 4114416"/>
              <a:gd name="connsiteY134" fmla="*/ 1761067 h 2870200"/>
              <a:gd name="connsiteX135" fmla="*/ 3123816 w 4114416"/>
              <a:gd name="connsiteY135" fmla="*/ 1879600 h 2870200"/>
              <a:gd name="connsiteX136" fmla="*/ 3115349 w 4114416"/>
              <a:gd name="connsiteY136" fmla="*/ 1913467 h 2870200"/>
              <a:gd name="connsiteX137" fmla="*/ 3127799 w 4114416"/>
              <a:gd name="connsiteY137" fmla="*/ 1901016 h 2870200"/>
              <a:gd name="connsiteX138" fmla="*/ 3106882 w 4114416"/>
              <a:gd name="connsiteY138" fmla="*/ 1888067 h 2870200"/>
              <a:gd name="connsiteX139" fmla="*/ 3132282 w 4114416"/>
              <a:gd name="connsiteY139" fmla="*/ 1871134 h 2870200"/>
              <a:gd name="connsiteX140" fmla="*/ 3140749 w 4114416"/>
              <a:gd name="connsiteY140" fmla="*/ 1769534 h 2870200"/>
              <a:gd name="connsiteX141" fmla="*/ 3157682 w 4114416"/>
              <a:gd name="connsiteY141" fmla="*/ 1710267 h 2870200"/>
              <a:gd name="connsiteX142" fmla="*/ 3166149 w 4114416"/>
              <a:gd name="connsiteY142" fmla="*/ 1684867 h 2870200"/>
              <a:gd name="connsiteX143" fmla="*/ 3191549 w 4114416"/>
              <a:gd name="connsiteY143" fmla="*/ 1676400 h 2870200"/>
              <a:gd name="connsiteX144" fmla="*/ 3200016 w 4114416"/>
              <a:gd name="connsiteY144" fmla="*/ 2006600 h 2870200"/>
              <a:gd name="connsiteX145" fmla="*/ 3208482 w 4114416"/>
              <a:gd name="connsiteY145" fmla="*/ 2048934 h 2870200"/>
              <a:gd name="connsiteX146" fmla="*/ 3216949 w 4114416"/>
              <a:gd name="connsiteY146" fmla="*/ 2099734 h 2870200"/>
              <a:gd name="connsiteX147" fmla="*/ 3233882 w 4114416"/>
              <a:gd name="connsiteY147" fmla="*/ 2048934 h 2870200"/>
              <a:gd name="connsiteX148" fmla="*/ 3242349 w 4114416"/>
              <a:gd name="connsiteY148" fmla="*/ 1998134 h 2870200"/>
              <a:gd name="connsiteX149" fmla="*/ 3276216 w 4114416"/>
              <a:gd name="connsiteY149" fmla="*/ 2353734 h 2870200"/>
              <a:gd name="connsiteX150" fmla="*/ 3301616 w 4114416"/>
              <a:gd name="connsiteY150" fmla="*/ 2387600 h 2870200"/>
              <a:gd name="connsiteX151" fmla="*/ 3310082 w 4114416"/>
              <a:gd name="connsiteY151" fmla="*/ 2497667 h 2870200"/>
              <a:gd name="connsiteX152" fmla="*/ 3327016 w 4114416"/>
              <a:gd name="connsiteY152" fmla="*/ 2531534 h 2870200"/>
              <a:gd name="connsiteX153" fmla="*/ 3343949 w 4114416"/>
              <a:gd name="connsiteY153" fmla="*/ 2599267 h 2870200"/>
              <a:gd name="connsiteX154" fmla="*/ 3369349 w 4114416"/>
              <a:gd name="connsiteY154" fmla="*/ 2667000 h 2870200"/>
              <a:gd name="connsiteX155" fmla="*/ 3411682 w 4114416"/>
              <a:gd name="connsiteY155" fmla="*/ 2810934 h 2870200"/>
              <a:gd name="connsiteX156" fmla="*/ 3437082 w 4114416"/>
              <a:gd name="connsiteY156" fmla="*/ 2870200 h 2870200"/>
              <a:gd name="connsiteX157" fmla="*/ 3462482 w 4114416"/>
              <a:gd name="connsiteY157" fmla="*/ 1828800 h 2870200"/>
              <a:gd name="connsiteX158" fmla="*/ 3461984 w 4114416"/>
              <a:gd name="connsiteY158" fmla="*/ 2090271 h 2870200"/>
              <a:gd name="connsiteX159" fmla="*/ 3487882 w 4114416"/>
              <a:gd name="connsiteY159" fmla="*/ 1735667 h 2870200"/>
              <a:gd name="connsiteX160" fmla="*/ 3513282 w 4114416"/>
              <a:gd name="connsiteY160" fmla="*/ 1651000 h 2870200"/>
              <a:gd name="connsiteX161" fmla="*/ 3521749 w 4114416"/>
              <a:gd name="connsiteY161" fmla="*/ 1701800 h 2870200"/>
              <a:gd name="connsiteX162" fmla="*/ 3525733 w 4114416"/>
              <a:gd name="connsiteY162" fmla="*/ 1875118 h 2870200"/>
              <a:gd name="connsiteX163" fmla="*/ 3547149 w 4114416"/>
              <a:gd name="connsiteY163" fmla="*/ 1752600 h 2870200"/>
              <a:gd name="connsiteX164" fmla="*/ 3555616 w 4114416"/>
              <a:gd name="connsiteY164" fmla="*/ 1693334 h 2870200"/>
              <a:gd name="connsiteX165" fmla="*/ 3597949 w 4114416"/>
              <a:gd name="connsiteY165" fmla="*/ 1608667 h 2870200"/>
              <a:gd name="connsiteX166" fmla="*/ 3614882 w 4114416"/>
              <a:gd name="connsiteY166" fmla="*/ 1566334 h 2870200"/>
              <a:gd name="connsiteX167" fmla="*/ 3657216 w 4114416"/>
              <a:gd name="connsiteY167" fmla="*/ 1464734 h 2870200"/>
              <a:gd name="connsiteX168" fmla="*/ 3661200 w 4114416"/>
              <a:gd name="connsiteY168" fmla="*/ 1373094 h 2870200"/>
              <a:gd name="connsiteX169" fmla="*/ 3682616 w 4114416"/>
              <a:gd name="connsiteY169" fmla="*/ 1363134 h 2870200"/>
              <a:gd name="connsiteX170" fmla="*/ 3699549 w 4114416"/>
              <a:gd name="connsiteY170" fmla="*/ 1320800 h 2870200"/>
              <a:gd name="connsiteX171" fmla="*/ 3694569 w 4114416"/>
              <a:gd name="connsiteY171" fmla="*/ 1151964 h 2870200"/>
              <a:gd name="connsiteX172" fmla="*/ 3741882 w 4114416"/>
              <a:gd name="connsiteY172" fmla="*/ 1227667 h 2870200"/>
              <a:gd name="connsiteX173" fmla="*/ 3750349 w 4114416"/>
              <a:gd name="connsiteY173" fmla="*/ 1176867 h 2870200"/>
              <a:gd name="connsiteX174" fmla="*/ 3767282 w 4114416"/>
              <a:gd name="connsiteY174" fmla="*/ 1126067 h 2870200"/>
              <a:gd name="connsiteX175" fmla="*/ 3775749 w 4114416"/>
              <a:gd name="connsiteY175" fmla="*/ 1058334 h 2870200"/>
              <a:gd name="connsiteX176" fmla="*/ 3784216 w 4114416"/>
              <a:gd name="connsiteY176" fmla="*/ 1270000 h 2870200"/>
              <a:gd name="connsiteX177" fmla="*/ 3813064 w 4114416"/>
              <a:gd name="connsiteY177" fmla="*/ 678606 h 2870200"/>
              <a:gd name="connsiteX178" fmla="*/ 3818082 w 4114416"/>
              <a:gd name="connsiteY178" fmla="*/ 558800 h 2870200"/>
              <a:gd name="connsiteX179" fmla="*/ 3835016 w 4114416"/>
              <a:gd name="connsiteY179" fmla="*/ 482600 h 2870200"/>
              <a:gd name="connsiteX180" fmla="*/ 3843482 w 4114416"/>
              <a:gd name="connsiteY180" fmla="*/ 533400 h 2870200"/>
              <a:gd name="connsiteX181" fmla="*/ 3860416 w 4114416"/>
              <a:gd name="connsiteY181" fmla="*/ 660400 h 2870200"/>
              <a:gd name="connsiteX182" fmla="*/ 3868882 w 4114416"/>
              <a:gd name="connsiteY182" fmla="*/ 702734 h 2870200"/>
              <a:gd name="connsiteX183" fmla="*/ 3885816 w 4114416"/>
              <a:gd name="connsiteY183" fmla="*/ 736600 h 2870200"/>
              <a:gd name="connsiteX184" fmla="*/ 3902749 w 4114416"/>
              <a:gd name="connsiteY184" fmla="*/ 702734 h 2870200"/>
              <a:gd name="connsiteX185" fmla="*/ 3962016 w 4114416"/>
              <a:gd name="connsiteY185" fmla="*/ 482600 h 2870200"/>
              <a:gd name="connsiteX186" fmla="*/ 3978949 w 4114416"/>
              <a:gd name="connsiteY186" fmla="*/ 457200 h 2870200"/>
              <a:gd name="connsiteX187" fmla="*/ 4004349 w 4114416"/>
              <a:gd name="connsiteY187" fmla="*/ 177800 h 2870200"/>
              <a:gd name="connsiteX188" fmla="*/ 4029749 w 4114416"/>
              <a:gd name="connsiteY188" fmla="*/ 135467 h 2870200"/>
              <a:gd name="connsiteX189" fmla="*/ 4038216 w 4114416"/>
              <a:gd name="connsiteY189" fmla="*/ 101600 h 2870200"/>
              <a:gd name="connsiteX190" fmla="*/ 4046682 w 4114416"/>
              <a:gd name="connsiteY190" fmla="*/ 76200 h 2870200"/>
              <a:gd name="connsiteX191" fmla="*/ 4055149 w 4114416"/>
              <a:gd name="connsiteY191" fmla="*/ 110067 h 2870200"/>
              <a:gd name="connsiteX192" fmla="*/ 4072082 w 4114416"/>
              <a:gd name="connsiteY192" fmla="*/ 160867 h 2870200"/>
              <a:gd name="connsiteX193" fmla="*/ 4114416 w 4114416"/>
              <a:gd name="connsiteY193" fmla="*/ 0 h 2870200"/>
              <a:gd name="connsiteX0" fmla="*/ 0 w 4114416"/>
              <a:gd name="connsiteY0" fmla="*/ 735359 h 2870200"/>
              <a:gd name="connsiteX1" fmla="*/ 22363 w 4114416"/>
              <a:gd name="connsiteY1" fmla="*/ 647092 h 2870200"/>
              <a:gd name="connsiteX2" fmla="*/ 53451 w 4114416"/>
              <a:gd name="connsiteY2" fmla="*/ 567267 h 2870200"/>
              <a:gd name="connsiteX3" fmla="*/ 61790 w 4114416"/>
              <a:gd name="connsiteY3" fmla="*/ 828517 h 2870200"/>
              <a:gd name="connsiteX4" fmla="*/ 57549 w 4114416"/>
              <a:gd name="connsiteY4" fmla="*/ 1083293 h 2870200"/>
              <a:gd name="connsiteX5" fmla="*/ 55282 w 4114416"/>
              <a:gd name="connsiteY5" fmla="*/ 1212385 h 2870200"/>
              <a:gd name="connsiteX6" fmla="*/ 69873 w 4114416"/>
              <a:gd name="connsiteY6" fmla="*/ 1401791 h 2870200"/>
              <a:gd name="connsiteX7" fmla="*/ 112335 w 4114416"/>
              <a:gd name="connsiteY7" fmla="*/ 1209517 h 2870200"/>
              <a:gd name="connsiteX8" fmla="*/ 135082 w 4114416"/>
              <a:gd name="connsiteY8" fmla="*/ 1100667 h 2870200"/>
              <a:gd name="connsiteX9" fmla="*/ 168949 w 4114416"/>
              <a:gd name="connsiteY9" fmla="*/ 999067 h 2870200"/>
              <a:gd name="connsiteX10" fmla="*/ 185882 w 4114416"/>
              <a:gd name="connsiteY10" fmla="*/ 948267 h 2870200"/>
              <a:gd name="connsiteX11" fmla="*/ 202816 w 4114416"/>
              <a:gd name="connsiteY11" fmla="*/ 1134534 h 2870200"/>
              <a:gd name="connsiteX12" fmla="*/ 219749 w 4114416"/>
              <a:gd name="connsiteY12" fmla="*/ 1464734 h 2870200"/>
              <a:gd name="connsiteX13" fmla="*/ 279016 w 4114416"/>
              <a:gd name="connsiteY13" fmla="*/ 1363134 h 2870200"/>
              <a:gd name="connsiteX14" fmla="*/ 304416 w 4114416"/>
              <a:gd name="connsiteY14" fmla="*/ 1371600 h 2870200"/>
              <a:gd name="connsiteX15" fmla="*/ 312882 w 4114416"/>
              <a:gd name="connsiteY15" fmla="*/ 2243667 h 2870200"/>
              <a:gd name="connsiteX16" fmla="*/ 338282 w 4114416"/>
              <a:gd name="connsiteY16" fmla="*/ 2201334 h 2870200"/>
              <a:gd name="connsiteX17" fmla="*/ 346749 w 4114416"/>
              <a:gd name="connsiteY17" fmla="*/ 2150534 h 2870200"/>
              <a:gd name="connsiteX18" fmla="*/ 371651 w 4114416"/>
              <a:gd name="connsiteY18" fmla="*/ 2376146 h 2870200"/>
              <a:gd name="connsiteX19" fmla="*/ 389082 w 4114416"/>
              <a:gd name="connsiteY19" fmla="*/ 2082800 h 2870200"/>
              <a:gd name="connsiteX20" fmla="*/ 414981 w 4114416"/>
              <a:gd name="connsiteY20" fmla="*/ 1792444 h 2870200"/>
              <a:gd name="connsiteX21" fmla="*/ 422949 w 4114416"/>
              <a:gd name="connsiteY21" fmla="*/ 2032000 h 2870200"/>
              <a:gd name="connsiteX22" fmla="*/ 453908 w 4114416"/>
              <a:gd name="connsiteY22" fmla="*/ 1990884 h 2870200"/>
              <a:gd name="connsiteX23" fmla="*/ 465282 w 4114416"/>
              <a:gd name="connsiteY23" fmla="*/ 1752600 h 2870200"/>
              <a:gd name="connsiteX24" fmla="*/ 490682 w 4114416"/>
              <a:gd name="connsiteY24" fmla="*/ 1651000 h 2870200"/>
              <a:gd name="connsiteX25" fmla="*/ 516082 w 4114416"/>
              <a:gd name="connsiteY25" fmla="*/ 1710267 h 2870200"/>
              <a:gd name="connsiteX26" fmla="*/ 524549 w 4114416"/>
              <a:gd name="connsiteY26" fmla="*/ 1851666 h 2870200"/>
              <a:gd name="connsiteX27" fmla="*/ 558416 w 4114416"/>
              <a:gd name="connsiteY27" fmla="*/ 1820334 h 2870200"/>
              <a:gd name="connsiteX28" fmla="*/ 583816 w 4114416"/>
              <a:gd name="connsiteY28" fmla="*/ 1938867 h 2870200"/>
              <a:gd name="connsiteX29" fmla="*/ 600749 w 4114416"/>
              <a:gd name="connsiteY29" fmla="*/ 1998134 h 2870200"/>
              <a:gd name="connsiteX30" fmla="*/ 643082 w 4114416"/>
              <a:gd name="connsiteY30" fmla="*/ 1786467 h 2870200"/>
              <a:gd name="connsiteX31" fmla="*/ 668482 w 4114416"/>
              <a:gd name="connsiteY31" fmla="*/ 1718734 h 2870200"/>
              <a:gd name="connsiteX32" fmla="*/ 685416 w 4114416"/>
              <a:gd name="connsiteY32" fmla="*/ 1617134 h 2870200"/>
              <a:gd name="connsiteX33" fmla="*/ 702349 w 4114416"/>
              <a:gd name="connsiteY33" fmla="*/ 1557867 h 2870200"/>
              <a:gd name="connsiteX34" fmla="*/ 710816 w 4114416"/>
              <a:gd name="connsiteY34" fmla="*/ 1524000 h 2870200"/>
              <a:gd name="connsiteX35" fmla="*/ 727749 w 4114416"/>
              <a:gd name="connsiteY35" fmla="*/ 1312334 h 2870200"/>
              <a:gd name="connsiteX36" fmla="*/ 744682 w 4114416"/>
              <a:gd name="connsiteY36" fmla="*/ 1380067 h 2870200"/>
              <a:gd name="connsiteX37" fmla="*/ 761616 w 4114416"/>
              <a:gd name="connsiteY37" fmla="*/ 1532467 h 2870200"/>
              <a:gd name="connsiteX38" fmla="*/ 778549 w 4114416"/>
              <a:gd name="connsiteY38" fmla="*/ 1566334 h 2870200"/>
              <a:gd name="connsiteX39" fmla="*/ 820882 w 4114416"/>
              <a:gd name="connsiteY39" fmla="*/ 1430867 h 2870200"/>
              <a:gd name="connsiteX40" fmla="*/ 854749 w 4114416"/>
              <a:gd name="connsiteY40" fmla="*/ 1388534 h 2870200"/>
              <a:gd name="connsiteX41" fmla="*/ 863216 w 4114416"/>
              <a:gd name="connsiteY41" fmla="*/ 1498600 h 2870200"/>
              <a:gd name="connsiteX42" fmla="*/ 888616 w 4114416"/>
              <a:gd name="connsiteY42" fmla="*/ 1811867 h 2870200"/>
              <a:gd name="connsiteX43" fmla="*/ 897082 w 4114416"/>
              <a:gd name="connsiteY43" fmla="*/ 1642534 h 2870200"/>
              <a:gd name="connsiteX44" fmla="*/ 930949 w 4114416"/>
              <a:gd name="connsiteY44" fmla="*/ 1557867 h 2870200"/>
              <a:gd name="connsiteX45" fmla="*/ 939416 w 4114416"/>
              <a:gd name="connsiteY45" fmla="*/ 2006600 h 2870200"/>
              <a:gd name="connsiteX46" fmla="*/ 964816 w 4114416"/>
              <a:gd name="connsiteY46" fmla="*/ 2116667 h 2870200"/>
              <a:gd name="connsiteX47" fmla="*/ 973282 w 4114416"/>
              <a:gd name="connsiteY47" fmla="*/ 1948424 h 2870200"/>
              <a:gd name="connsiteX48" fmla="*/ 990216 w 4114416"/>
              <a:gd name="connsiteY48" fmla="*/ 1794934 h 2870200"/>
              <a:gd name="connsiteX49" fmla="*/ 998682 w 4114416"/>
              <a:gd name="connsiteY49" fmla="*/ 1761067 h 2870200"/>
              <a:gd name="connsiteX50" fmla="*/ 1015616 w 4114416"/>
              <a:gd name="connsiteY50" fmla="*/ 1871134 h 2870200"/>
              <a:gd name="connsiteX51" fmla="*/ 1032549 w 4114416"/>
              <a:gd name="connsiteY51" fmla="*/ 1947334 h 2870200"/>
              <a:gd name="connsiteX52" fmla="*/ 1049482 w 4114416"/>
              <a:gd name="connsiteY52" fmla="*/ 2040467 h 2870200"/>
              <a:gd name="connsiteX53" fmla="*/ 1074882 w 4114416"/>
              <a:gd name="connsiteY53" fmla="*/ 2108200 h 2870200"/>
              <a:gd name="connsiteX54" fmla="*/ 1105586 w 4114416"/>
              <a:gd name="connsiteY54" fmla="*/ 2165034 h 2870200"/>
              <a:gd name="connsiteX55" fmla="*/ 1117344 w 4114416"/>
              <a:gd name="connsiteY55" fmla="*/ 2220675 h 2870200"/>
              <a:gd name="connsiteX56" fmla="*/ 1134149 w 4114416"/>
              <a:gd name="connsiteY56" fmla="*/ 2108200 h 2870200"/>
              <a:gd name="connsiteX57" fmla="*/ 1184949 w 4114416"/>
              <a:gd name="connsiteY57" fmla="*/ 1989667 h 2870200"/>
              <a:gd name="connsiteX58" fmla="*/ 1221851 w 4114416"/>
              <a:gd name="connsiteY58" fmla="*/ 1898967 h 2870200"/>
              <a:gd name="connsiteX59" fmla="*/ 1244216 w 4114416"/>
              <a:gd name="connsiteY59" fmla="*/ 2167467 h 2870200"/>
              <a:gd name="connsiteX60" fmla="*/ 1261149 w 4114416"/>
              <a:gd name="connsiteY60" fmla="*/ 2082800 h 2870200"/>
              <a:gd name="connsiteX61" fmla="*/ 1269616 w 4114416"/>
              <a:gd name="connsiteY61" fmla="*/ 2015067 h 2870200"/>
              <a:gd name="connsiteX62" fmla="*/ 1311949 w 4114416"/>
              <a:gd name="connsiteY62" fmla="*/ 1854200 h 2870200"/>
              <a:gd name="connsiteX63" fmla="*/ 1320416 w 4114416"/>
              <a:gd name="connsiteY63" fmla="*/ 1803400 h 2870200"/>
              <a:gd name="connsiteX64" fmla="*/ 1345816 w 4114416"/>
              <a:gd name="connsiteY64" fmla="*/ 1701800 h 2870200"/>
              <a:gd name="connsiteX65" fmla="*/ 1379682 w 4114416"/>
              <a:gd name="connsiteY65" fmla="*/ 1744134 h 2870200"/>
              <a:gd name="connsiteX66" fmla="*/ 1422016 w 4114416"/>
              <a:gd name="connsiteY66" fmla="*/ 1879600 h 2870200"/>
              <a:gd name="connsiteX67" fmla="*/ 1455882 w 4114416"/>
              <a:gd name="connsiteY67" fmla="*/ 1947334 h 2870200"/>
              <a:gd name="connsiteX68" fmla="*/ 1472816 w 4114416"/>
              <a:gd name="connsiteY68" fmla="*/ 1938867 h 2870200"/>
              <a:gd name="connsiteX69" fmla="*/ 1515149 w 4114416"/>
              <a:gd name="connsiteY69" fmla="*/ 1803400 h 2870200"/>
              <a:gd name="connsiteX70" fmla="*/ 1574416 w 4114416"/>
              <a:gd name="connsiteY70" fmla="*/ 1651000 h 2870200"/>
              <a:gd name="connsiteX71" fmla="*/ 1582882 w 4114416"/>
              <a:gd name="connsiteY71" fmla="*/ 1591734 h 2870200"/>
              <a:gd name="connsiteX72" fmla="*/ 1608410 w 4114416"/>
              <a:gd name="connsiteY72" fmla="*/ 1462351 h 2870200"/>
              <a:gd name="connsiteX73" fmla="*/ 1633682 w 4114416"/>
              <a:gd name="connsiteY73" fmla="*/ 1524000 h 2870200"/>
              <a:gd name="connsiteX74" fmla="*/ 1659082 w 4114416"/>
              <a:gd name="connsiteY74" fmla="*/ 1490134 h 2870200"/>
              <a:gd name="connsiteX75" fmla="*/ 1684482 w 4114416"/>
              <a:gd name="connsiteY75" fmla="*/ 1388534 h 2870200"/>
              <a:gd name="connsiteX76" fmla="*/ 1732631 w 4114416"/>
              <a:gd name="connsiteY76" fmla="*/ 1294184 h 2870200"/>
              <a:gd name="connsiteX77" fmla="*/ 1794549 w 4114416"/>
              <a:gd name="connsiteY77" fmla="*/ 1176867 h 2870200"/>
              <a:gd name="connsiteX78" fmla="*/ 1831067 w 4114416"/>
              <a:gd name="connsiteY78" fmla="*/ 1238516 h 2870200"/>
              <a:gd name="connsiteX79" fmla="*/ 1853688 w 4114416"/>
              <a:gd name="connsiteY79" fmla="*/ 1323159 h 2870200"/>
              <a:gd name="connsiteX80" fmla="*/ 1887682 w 4114416"/>
              <a:gd name="connsiteY80" fmla="*/ 1422400 h 2870200"/>
              <a:gd name="connsiteX81" fmla="*/ 1938482 w 4114416"/>
              <a:gd name="connsiteY81" fmla="*/ 1600200 h 2870200"/>
              <a:gd name="connsiteX82" fmla="*/ 1978163 w 4114416"/>
              <a:gd name="connsiteY82" fmla="*/ 1762259 h 2870200"/>
              <a:gd name="connsiteX83" fmla="*/ 2006216 w 4114416"/>
              <a:gd name="connsiteY83" fmla="*/ 1498600 h 2870200"/>
              <a:gd name="connsiteX84" fmla="*/ 2023149 w 4114416"/>
              <a:gd name="connsiteY84" fmla="*/ 1464734 h 2870200"/>
              <a:gd name="connsiteX85" fmla="*/ 2031616 w 4114416"/>
              <a:gd name="connsiteY85" fmla="*/ 1439334 h 2870200"/>
              <a:gd name="connsiteX86" fmla="*/ 2067707 w 4114416"/>
              <a:gd name="connsiteY86" fmla="*/ 1908377 h 2870200"/>
              <a:gd name="connsiteX87" fmla="*/ 2082416 w 4114416"/>
              <a:gd name="connsiteY87" fmla="*/ 2032000 h 2870200"/>
              <a:gd name="connsiteX88" fmla="*/ 2090882 w 4114416"/>
              <a:gd name="connsiteY88" fmla="*/ 2150534 h 2870200"/>
              <a:gd name="connsiteX89" fmla="*/ 2099349 w 4114416"/>
              <a:gd name="connsiteY89" fmla="*/ 2489200 h 2870200"/>
              <a:gd name="connsiteX90" fmla="*/ 2133216 w 4114416"/>
              <a:gd name="connsiteY90" fmla="*/ 2421467 h 2870200"/>
              <a:gd name="connsiteX91" fmla="*/ 2175549 w 4114416"/>
              <a:gd name="connsiteY91" fmla="*/ 2319867 h 2870200"/>
              <a:gd name="connsiteX92" fmla="*/ 2192611 w 4114416"/>
              <a:gd name="connsiteY92" fmla="*/ 2271500 h 2870200"/>
              <a:gd name="connsiteX93" fmla="*/ 2212579 w 4114416"/>
              <a:gd name="connsiteY93" fmla="*/ 2206201 h 2870200"/>
              <a:gd name="connsiteX94" fmla="*/ 2251749 w 4114416"/>
              <a:gd name="connsiteY94" fmla="*/ 2514600 h 2870200"/>
              <a:gd name="connsiteX95" fmla="*/ 2277149 w 4114416"/>
              <a:gd name="connsiteY95" fmla="*/ 2565400 h 2870200"/>
              <a:gd name="connsiteX96" fmla="*/ 2285616 w 4114416"/>
              <a:gd name="connsiteY96" fmla="*/ 2489200 h 2870200"/>
              <a:gd name="connsiteX97" fmla="*/ 2302549 w 4114416"/>
              <a:gd name="connsiteY97" fmla="*/ 2421467 h 2870200"/>
              <a:gd name="connsiteX98" fmla="*/ 2311016 w 4114416"/>
              <a:gd name="connsiteY98" fmla="*/ 1718734 h 2870200"/>
              <a:gd name="connsiteX99" fmla="*/ 2336416 w 4114416"/>
              <a:gd name="connsiteY99" fmla="*/ 1811867 h 2870200"/>
              <a:gd name="connsiteX100" fmla="*/ 2361816 w 4114416"/>
              <a:gd name="connsiteY100" fmla="*/ 1871134 h 2870200"/>
              <a:gd name="connsiteX101" fmla="*/ 2395682 w 4114416"/>
              <a:gd name="connsiteY101" fmla="*/ 1972734 h 2870200"/>
              <a:gd name="connsiteX102" fmla="*/ 2404149 w 4114416"/>
              <a:gd name="connsiteY102" fmla="*/ 1574800 h 2870200"/>
              <a:gd name="connsiteX103" fmla="*/ 2429549 w 4114416"/>
              <a:gd name="connsiteY103" fmla="*/ 1236134 h 2870200"/>
              <a:gd name="connsiteX104" fmla="*/ 2446482 w 4114416"/>
              <a:gd name="connsiteY104" fmla="*/ 1092200 h 2870200"/>
              <a:gd name="connsiteX105" fmla="*/ 2454949 w 4114416"/>
              <a:gd name="connsiteY105" fmla="*/ 1066800 h 2870200"/>
              <a:gd name="connsiteX106" fmla="*/ 2463416 w 4114416"/>
              <a:gd name="connsiteY106" fmla="*/ 1092200 h 2870200"/>
              <a:gd name="connsiteX107" fmla="*/ 2488816 w 4114416"/>
              <a:gd name="connsiteY107" fmla="*/ 1227667 h 2870200"/>
              <a:gd name="connsiteX108" fmla="*/ 2514216 w 4114416"/>
              <a:gd name="connsiteY108" fmla="*/ 753534 h 2870200"/>
              <a:gd name="connsiteX109" fmla="*/ 2531149 w 4114416"/>
              <a:gd name="connsiteY109" fmla="*/ 685800 h 2870200"/>
              <a:gd name="connsiteX110" fmla="*/ 2539616 w 4114416"/>
              <a:gd name="connsiteY110" fmla="*/ 609600 h 2870200"/>
              <a:gd name="connsiteX111" fmla="*/ 2548082 w 4114416"/>
              <a:gd name="connsiteY111" fmla="*/ 558800 h 2870200"/>
              <a:gd name="connsiteX112" fmla="*/ 2565016 w 4114416"/>
              <a:gd name="connsiteY112" fmla="*/ 584200 h 2870200"/>
              <a:gd name="connsiteX113" fmla="*/ 2573482 w 4114416"/>
              <a:gd name="connsiteY113" fmla="*/ 778934 h 2870200"/>
              <a:gd name="connsiteX114" fmla="*/ 2615816 w 4114416"/>
              <a:gd name="connsiteY114" fmla="*/ 914400 h 2870200"/>
              <a:gd name="connsiteX115" fmla="*/ 2632749 w 4114416"/>
              <a:gd name="connsiteY115" fmla="*/ 973667 h 2870200"/>
              <a:gd name="connsiteX116" fmla="*/ 2649682 w 4114416"/>
              <a:gd name="connsiteY116" fmla="*/ 812800 h 2870200"/>
              <a:gd name="connsiteX117" fmla="*/ 2666616 w 4114416"/>
              <a:gd name="connsiteY117" fmla="*/ 694267 h 2870200"/>
              <a:gd name="connsiteX118" fmla="*/ 2692016 w 4114416"/>
              <a:gd name="connsiteY118" fmla="*/ 558800 h 2870200"/>
              <a:gd name="connsiteX119" fmla="*/ 2717416 w 4114416"/>
              <a:gd name="connsiteY119" fmla="*/ 321734 h 2870200"/>
              <a:gd name="connsiteX120" fmla="*/ 2734349 w 4114416"/>
              <a:gd name="connsiteY120" fmla="*/ 1058334 h 2870200"/>
              <a:gd name="connsiteX121" fmla="*/ 2760746 w 4114416"/>
              <a:gd name="connsiteY121" fmla="*/ 1023969 h 2870200"/>
              <a:gd name="connsiteX122" fmla="*/ 2810549 w 4114416"/>
              <a:gd name="connsiteY122" fmla="*/ 905934 h 2870200"/>
              <a:gd name="connsiteX123" fmla="*/ 2844416 w 4114416"/>
              <a:gd name="connsiteY123" fmla="*/ 855134 h 2870200"/>
              <a:gd name="connsiteX124" fmla="*/ 2869816 w 4114416"/>
              <a:gd name="connsiteY124" fmla="*/ 1422400 h 2870200"/>
              <a:gd name="connsiteX125" fmla="*/ 2878282 w 4114416"/>
              <a:gd name="connsiteY125" fmla="*/ 1388534 h 2870200"/>
              <a:gd name="connsiteX126" fmla="*/ 2895216 w 4114416"/>
              <a:gd name="connsiteY126" fmla="*/ 1363134 h 2870200"/>
              <a:gd name="connsiteX127" fmla="*/ 2920616 w 4114416"/>
              <a:gd name="connsiteY127" fmla="*/ 1278467 h 2870200"/>
              <a:gd name="connsiteX128" fmla="*/ 2937549 w 4114416"/>
              <a:gd name="connsiteY128" fmla="*/ 1320800 h 2870200"/>
              <a:gd name="connsiteX129" fmla="*/ 2954482 w 4114416"/>
              <a:gd name="connsiteY129" fmla="*/ 1388534 h 2870200"/>
              <a:gd name="connsiteX130" fmla="*/ 2971416 w 4114416"/>
              <a:gd name="connsiteY130" fmla="*/ 1422400 h 2870200"/>
              <a:gd name="connsiteX131" fmla="*/ 3013749 w 4114416"/>
              <a:gd name="connsiteY131" fmla="*/ 1540934 h 2870200"/>
              <a:gd name="connsiteX132" fmla="*/ 3030682 w 4114416"/>
              <a:gd name="connsiteY132" fmla="*/ 1566334 h 2870200"/>
              <a:gd name="connsiteX133" fmla="*/ 3064549 w 4114416"/>
              <a:gd name="connsiteY133" fmla="*/ 1718734 h 2870200"/>
              <a:gd name="connsiteX134" fmla="*/ 3089949 w 4114416"/>
              <a:gd name="connsiteY134" fmla="*/ 1761067 h 2870200"/>
              <a:gd name="connsiteX135" fmla="*/ 3123816 w 4114416"/>
              <a:gd name="connsiteY135" fmla="*/ 1879600 h 2870200"/>
              <a:gd name="connsiteX136" fmla="*/ 3115349 w 4114416"/>
              <a:gd name="connsiteY136" fmla="*/ 1913467 h 2870200"/>
              <a:gd name="connsiteX137" fmla="*/ 3127799 w 4114416"/>
              <a:gd name="connsiteY137" fmla="*/ 1901016 h 2870200"/>
              <a:gd name="connsiteX138" fmla="*/ 3132282 w 4114416"/>
              <a:gd name="connsiteY138" fmla="*/ 1871134 h 2870200"/>
              <a:gd name="connsiteX139" fmla="*/ 3140749 w 4114416"/>
              <a:gd name="connsiteY139" fmla="*/ 1769534 h 2870200"/>
              <a:gd name="connsiteX140" fmla="*/ 3157682 w 4114416"/>
              <a:gd name="connsiteY140" fmla="*/ 1710267 h 2870200"/>
              <a:gd name="connsiteX141" fmla="*/ 3166149 w 4114416"/>
              <a:gd name="connsiteY141" fmla="*/ 1684867 h 2870200"/>
              <a:gd name="connsiteX142" fmla="*/ 3191549 w 4114416"/>
              <a:gd name="connsiteY142" fmla="*/ 1676400 h 2870200"/>
              <a:gd name="connsiteX143" fmla="*/ 3200016 w 4114416"/>
              <a:gd name="connsiteY143" fmla="*/ 2006600 h 2870200"/>
              <a:gd name="connsiteX144" fmla="*/ 3208482 w 4114416"/>
              <a:gd name="connsiteY144" fmla="*/ 2048934 h 2870200"/>
              <a:gd name="connsiteX145" fmla="*/ 3216949 w 4114416"/>
              <a:gd name="connsiteY145" fmla="*/ 2099734 h 2870200"/>
              <a:gd name="connsiteX146" fmla="*/ 3233882 w 4114416"/>
              <a:gd name="connsiteY146" fmla="*/ 2048934 h 2870200"/>
              <a:gd name="connsiteX147" fmla="*/ 3242349 w 4114416"/>
              <a:gd name="connsiteY147" fmla="*/ 1998134 h 2870200"/>
              <a:gd name="connsiteX148" fmla="*/ 3276216 w 4114416"/>
              <a:gd name="connsiteY148" fmla="*/ 2353734 h 2870200"/>
              <a:gd name="connsiteX149" fmla="*/ 3301616 w 4114416"/>
              <a:gd name="connsiteY149" fmla="*/ 2387600 h 2870200"/>
              <a:gd name="connsiteX150" fmla="*/ 3310082 w 4114416"/>
              <a:gd name="connsiteY150" fmla="*/ 2497667 h 2870200"/>
              <a:gd name="connsiteX151" fmla="*/ 3327016 w 4114416"/>
              <a:gd name="connsiteY151" fmla="*/ 2531534 h 2870200"/>
              <a:gd name="connsiteX152" fmla="*/ 3343949 w 4114416"/>
              <a:gd name="connsiteY152" fmla="*/ 2599267 h 2870200"/>
              <a:gd name="connsiteX153" fmla="*/ 3369349 w 4114416"/>
              <a:gd name="connsiteY153" fmla="*/ 2667000 h 2870200"/>
              <a:gd name="connsiteX154" fmla="*/ 3411682 w 4114416"/>
              <a:gd name="connsiteY154" fmla="*/ 2810934 h 2870200"/>
              <a:gd name="connsiteX155" fmla="*/ 3437082 w 4114416"/>
              <a:gd name="connsiteY155" fmla="*/ 2870200 h 2870200"/>
              <a:gd name="connsiteX156" fmla="*/ 3462482 w 4114416"/>
              <a:gd name="connsiteY156" fmla="*/ 1828800 h 2870200"/>
              <a:gd name="connsiteX157" fmla="*/ 3461984 w 4114416"/>
              <a:gd name="connsiteY157" fmla="*/ 2090271 h 2870200"/>
              <a:gd name="connsiteX158" fmla="*/ 3487882 w 4114416"/>
              <a:gd name="connsiteY158" fmla="*/ 1735667 h 2870200"/>
              <a:gd name="connsiteX159" fmla="*/ 3513282 w 4114416"/>
              <a:gd name="connsiteY159" fmla="*/ 1651000 h 2870200"/>
              <a:gd name="connsiteX160" fmla="*/ 3521749 w 4114416"/>
              <a:gd name="connsiteY160" fmla="*/ 1701800 h 2870200"/>
              <a:gd name="connsiteX161" fmla="*/ 3525733 w 4114416"/>
              <a:gd name="connsiteY161" fmla="*/ 1875118 h 2870200"/>
              <a:gd name="connsiteX162" fmla="*/ 3547149 w 4114416"/>
              <a:gd name="connsiteY162" fmla="*/ 1752600 h 2870200"/>
              <a:gd name="connsiteX163" fmla="*/ 3555616 w 4114416"/>
              <a:gd name="connsiteY163" fmla="*/ 1693334 h 2870200"/>
              <a:gd name="connsiteX164" fmla="*/ 3597949 w 4114416"/>
              <a:gd name="connsiteY164" fmla="*/ 1608667 h 2870200"/>
              <a:gd name="connsiteX165" fmla="*/ 3614882 w 4114416"/>
              <a:gd name="connsiteY165" fmla="*/ 1566334 h 2870200"/>
              <a:gd name="connsiteX166" fmla="*/ 3657216 w 4114416"/>
              <a:gd name="connsiteY166" fmla="*/ 1464734 h 2870200"/>
              <a:gd name="connsiteX167" fmla="*/ 3661200 w 4114416"/>
              <a:gd name="connsiteY167" fmla="*/ 1373094 h 2870200"/>
              <a:gd name="connsiteX168" fmla="*/ 3682616 w 4114416"/>
              <a:gd name="connsiteY168" fmla="*/ 1363134 h 2870200"/>
              <a:gd name="connsiteX169" fmla="*/ 3699549 w 4114416"/>
              <a:gd name="connsiteY169" fmla="*/ 1320800 h 2870200"/>
              <a:gd name="connsiteX170" fmla="*/ 3694569 w 4114416"/>
              <a:gd name="connsiteY170" fmla="*/ 1151964 h 2870200"/>
              <a:gd name="connsiteX171" fmla="*/ 3741882 w 4114416"/>
              <a:gd name="connsiteY171" fmla="*/ 1227667 h 2870200"/>
              <a:gd name="connsiteX172" fmla="*/ 3750349 w 4114416"/>
              <a:gd name="connsiteY172" fmla="*/ 1176867 h 2870200"/>
              <a:gd name="connsiteX173" fmla="*/ 3767282 w 4114416"/>
              <a:gd name="connsiteY173" fmla="*/ 1126067 h 2870200"/>
              <a:gd name="connsiteX174" fmla="*/ 3775749 w 4114416"/>
              <a:gd name="connsiteY174" fmla="*/ 1058334 h 2870200"/>
              <a:gd name="connsiteX175" fmla="*/ 3784216 w 4114416"/>
              <a:gd name="connsiteY175" fmla="*/ 1270000 h 2870200"/>
              <a:gd name="connsiteX176" fmla="*/ 3813064 w 4114416"/>
              <a:gd name="connsiteY176" fmla="*/ 678606 h 2870200"/>
              <a:gd name="connsiteX177" fmla="*/ 3818082 w 4114416"/>
              <a:gd name="connsiteY177" fmla="*/ 558800 h 2870200"/>
              <a:gd name="connsiteX178" fmla="*/ 3835016 w 4114416"/>
              <a:gd name="connsiteY178" fmla="*/ 482600 h 2870200"/>
              <a:gd name="connsiteX179" fmla="*/ 3843482 w 4114416"/>
              <a:gd name="connsiteY179" fmla="*/ 533400 h 2870200"/>
              <a:gd name="connsiteX180" fmla="*/ 3860416 w 4114416"/>
              <a:gd name="connsiteY180" fmla="*/ 660400 h 2870200"/>
              <a:gd name="connsiteX181" fmla="*/ 3868882 w 4114416"/>
              <a:gd name="connsiteY181" fmla="*/ 702734 h 2870200"/>
              <a:gd name="connsiteX182" fmla="*/ 3885816 w 4114416"/>
              <a:gd name="connsiteY182" fmla="*/ 736600 h 2870200"/>
              <a:gd name="connsiteX183" fmla="*/ 3902749 w 4114416"/>
              <a:gd name="connsiteY183" fmla="*/ 702734 h 2870200"/>
              <a:gd name="connsiteX184" fmla="*/ 3962016 w 4114416"/>
              <a:gd name="connsiteY184" fmla="*/ 482600 h 2870200"/>
              <a:gd name="connsiteX185" fmla="*/ 3978949 w 4114416"/>
              <a:gd name="connsiteY185" fmla="*/ 457200 h 2870200"/>
              <a:gd name="connsiteX186" fmla="*/ 4004349 w 4114416"/>
              <a:gd name="connsiteY186" fmla="*/ 177800 h 2870200"/>
              <a:gd name="connsiteX187" fmla="*/ 4029749 w 4114416"/>
              <a:gd name="connsiteY187" fmla="*/ 135467 h 2870200"/>
              <a:gd name="connsiteX188" fmla="*/ 4038216 w 4114416"/>
              <a:gd name="connsiteY188" fmla="*/ 101600 h 2870200"/>
              <a:gd name="connsiteX189" fmla="*/ 4046682 w 4114416"/>
              <a:gd name="connsiteY189" fmla="*/ 76200 h 2870200"/>
              <a:gd name="connsiteX190" fmla="*/ 4055149 w 4114416"/>
              <a:gd name="connsiteY190" fmla="*/ 110067 h 2870200"/>
              <a:gd name="connsiteX191" fmla="*/ 4072082 w 4114416"/>
              <a:gd name="connsiteY191" fmla="*/ 160867 h 2870200"/>
              <a:gd name="connsiteX192" fmla="*/ 4114416 w 4114416"/>
              <a:gd name="connsiteY192" fmla="*/ 0 h 2870200"/>
              <a:gd name="connsiteX0" fmla="*/ 0 w 4114416"/>
              <a:gd name="connsiteY0" fmla="*/ 735359 h 2870200"/>
              <a:gd name="connsiteX1" fmla="*/ 22363 w 4114416"/>
              <a:gd name="connsiteY1" fmla="*/ 647092 h 2870200"/>
              <a:gd name="connsiteX2" fmla="*/ 53451 w 4114416"/>
              <a:gd name="connsiteY2" fmla="*/ 567267 h 2870200"/>
              <a:gd name="connsiteX3" fmla="*/ 61790 w 4114416"/>
              <a:gd name="connsiteY3" fmla="*/ 828517 h 2870200"/>
              <a:gd name="connsiteX4" fmla="*/ 57549 w 4114416"/>
              <a:gd name="connsiteY4" fmla="*/ 1083293 h 2870200"/>
              <a:gd name="connsiteX5" fmla="*/ 55282 w 4114416"/>
              <a:gd name="connsiteY5" fmla="*/ 1212385 h 2870200"/>
              <a:gd name="connsiteX6" fmla="*/ 69873 w 4114416"/>
              <a:gd name="connsiteY6" fmla="*/ 1401791 h 2870200"/>
              <a:gd name="connsiteX7" fmla="*/ 112335 w 4114416"/>
              <a:gd name="connsiteY7" fmla="*/ 1209517 h 2870200"/>
              <a:gd name="connsiteX8" fmla="*/ 135082 w 4114416"/>
              <a:gd name="connsiteY8" fmla="*/ 1100667 h 2870200"/>
              <a:gd name="connsiteX9" fmla="*/ 168949 w 4114416"/>
              <a:gd name="connsiteY9" fmla="*/ 999067 h 2870200"/>
              <a:gd name="connsiteX10" fmla="*/ 185882 w 4114416"/>
              <a:gd name="connsiteY10" fmla="*/ 948267 h 2870200"/>
              <a:gd name="connsiteX11" fmla="*/ 202816 w 4114416"/>
              <a:gd name="connsiteY11" fmla="*/ 1134534 h 2870200"/>
              <a:gd name="connsiteX12" fmla="*/ 219749 w 4114416"/>
              <a:gd name="connsiteY12" fmla="*/ 1464734 h 2870200"/>
              <a:gd name="connsiteX13" fmla="*/ 279016 w 4114416"/>
              <a:gd name="connsiteY13" fmla="*/ 1363134 h 2870200"/>
              <a:gd name="connsiteX14" fmla="*/ 304416 w 4114416"/>
              <a:gd name="connsiteY14" fmla="*/ 1371600 h 2870200"/>
              <a:gd name="connsiteX15" fmla="*/ 312882 w 4114416"/>
              <a:gd name="connsiteY15" fmla="*/ 2243667 h 2870200"/>
              <a:gd name="connsiteX16" fmla="*/ 338282 w 4114416"/>
              <a:gd name="connsiteY16" fmla="*/ 2201334 h 2870200"/>
              <a:gd name="connsiteX17" fmla="*/ 346749 w 4114416"/>
              <a:gd name="connsiteY17" fmla="*/ 2150534 h 2870200"/>
              <a:gd name="connsiteX18" fmla="*/ 371651 w 4114416"/>
              <a:gd name="connsiteY18" fmla="*/ 2376146 h 2870200"/>
              <a:gd name="connsiteX19" fmla="*/ 389082 w 4114416"/>
              <a:gd name="connsiteY19" fmla="*/ 2082800 h 2870200"/>
              <a:gd name="connsiteX20" fmla="*/ 414981 w 4114416"/>
              <a:gd name="connsiteY20" fmla="*/ 1792444 h 2870200"/>
              <a:gd name="connsiteX21" fmla="*/ 422949 w 4114416"/>
              <a:gd name="connsiteY21" fmla="*/ 2032000 h 2870200"/>
              <a:gd name="connsiteX22" fmla="*/ 453908 w 4114416"/>
              <a:gd name="connsiteY22" fmla="*/ 1990884 h 2870200"/>
              <a:gd name="connsiteX23" fmla="*/ 465282 w 4114416"/>
              <a:gd name="connsiteY23" fmla="*/ 1752600 h 2870200"/>
              <a:gd name="connsiteX24" fmla="*/ 490682 w 4114416"/>
              <a:gd name="connsiteY24" fmla="*/ 1651000 h 2870200"/>
              <a:gd name="connsiteX25" fmla="*/ 516082 w 4114416"/>
              <a:gd name="connsiteY25" fmla="*/ 1710267 h 2870200"/>
              <a:gd name="connsiteX26" fmla="*/ 524549 w 4114416"/>
              <a:gd name="connsiteY26" fmla="*/ 1851666 h 2870200"/>
              <a:gd name="connsiteX27" fmla="*/ 558416 w 4114416"/>
              <a:gd name="connsiteY27" fmla="*/ 1820334 h 2870200"/>
              <a:gd name="connsiteX28" fmla="*/ 583816 w 4114416"/>
              <a:gd name="connsiteY28" fmla="*/ 1938867 h 2870200"/>
              <a:gd name="connsiteX29" fmla="*/ 600749 w 4114416"/>
              <a:gd name="connsiteY29" fmla="*/ 1998134 h 2870200"/>
              <a:gd name="connsiteX30" fmla="*/ 643082 w 4114416"/>
              <a:gd name="connsiteY30" fmla="*/ 1786467 h 2870200"/>
              <a:gd name="connsiteX31" fmla="*/ 668482 w 4114416"/>
              <a:gd name="connsiteY31" fmla="*/ 1718734 h 2870200"/>
              <a:gd name="connsiteX32" fmla="*/ 685416 w 4114416"/>
              <a:gd name="connsiteY32" fmla="*/ 1617134 h 2870200"/>
              <a:gd name="connsiteX33" fmla="*/ 702349 w 4114416"/>
              <a:gd name="connsiteY33" fmla="*/ 1557867 h 2870200"/>
              <a:gd name="connsiteX34" fmla="*/ 710816 w 4114416"/>
              <a:gd name="connsiteY34" fmla="*/ 1524000 h 2870200"/>
              <a:gd name="connsiteX35" fmla="*/ 727749 w 4114416"/>
              <a:gd name="connsiteY35" fmla="*/ 1312334 h 2870200"/>
              <a:gd name="connsiteX36" fmla="*/ 744682 w 4114416"/>
              <a:gd name="connsiteY36" fmla="*/ 1380067 h 2870200"/>
              <a:gd name="connsiteX37" fmla="*/ 761616 w 4114416"/>
              <a:gd name="connsiteY37" fmla="*/ 1532467 h 2870200"/>
              <a:gd name="connsiteX38" fmla="*/ 778549 w 4114416"/>
              <a:gd name="connsiteY38" fmla="*/ 1566334 h 2870200"/>
              <a:gd name="connsiteX39" fmla="*/ 820882 w 4114416"/>
              <a:gd name="connsiteY39" fmla="*/ 1430867 h 2870200"/>
              <a:gd name="connsiteX40" fmla="*/ 854749 w 4114416"/>
              <a:gd name="connsiteY40" fmla="*/ 1388534 h 2870200"/>
              <a:gd name="connsiteX41" fmla="*/ 863216 w 4114416"/>
              <a:gd name="connsiteY41" fmla="*/ 1498600 h 2870200"/>
              <a:gd name="connsiteX42" fmla="*/ 888616 w 4114416"/>
              <a:gd name="connsiteY42" fmla="*/ 1811867 h 2870200"/>
              <a:gd name="connsiteX43" fmla="*/ 897082 w 4114416"/>
              <a:gd name="connsiteY43" fmla="*/ 1642534 h 2870200"/>
              <a:gd name="connsiteX44" fmla="*/ 930949 w 4114416"/>
              <a:gd name="connsiteY44" fmla="*/ 1557867 h 2870200"/>
              <a:gd name="connsiteX45" fmla="*/ 939416 w 4114416"/>
              <a:gd name="connsiteY45" fmla="*/ 2006600 h 2870200"/>
              <a:gd name="connsiteX46" fmla="*/ 964816 w 4114416"/>
              <a:gd name="connsiteY46" fmla="*/ 2116667 h 2870200"/>
              <a:gd name="connsiteX47" fmla="*/ 973282 w 4114416"/>
              <a:gd name="connsiteY47" fmla="*/ 1948424 h 2870200"/>
              <a:gd name="connsiteX48" fmla="*/ 990216 w 4114416"/>
              <a:gd name="connsiteY48" fmla="*/ 1794934 h 2870200"/>
              <a:gd name="connsiteX49" fmla="*/ 998682 w 4114416"/>
              <a:gd name="connsiteY49" fmla="*/ 1761067 h 2870200"/>
              <a:gd name="connsiteX50" fmla="*/ 1015616 w 4114416"/>
              <a:gd name="connsiteY50" fmla="*/ 1871134 h 2870200"/>
              <a:gd name="connsiteX51" fmla="*/ 1032549 w 4114416"/>
              <a:gd name="connsiteY51" fmla="*/ 1947334 h 2870200"/>
              <a:gd name="connsiteX52" fmla="*/ 1049482 w 4114416"/>
              <a:gd name="connsiteY52" fmla="*/ 2040467 h 2870200"/>
              <a:gd name="connsiteX53" fmla="*/ 1074882 w 4114416"/>
              <a:gd name="connsiteY53" fmla="*/ 2108200 h 2870200"/>
              <a:gd name="connsiteX54" fmla="*/ 1105586 w 4114416"/>
              <a:gd name="connsiteY54" fmla="*/ 2165034 h 2870200"/>
              <a:gd name="connsiteX55" fmla="*/ 1117344 w 4114416"/>
              <a:gd name="connsiteY55" fmla="*/ 2220675 h 2870200"/>
              <a:gd name="connsiteX56" fmla="*/ 1134149 w 4114416"/>
              <a:gd name="connsiteY56" fmla="*/ 2108200 h 2870200"/>
              <a:gd name="connsiteX57" fmla="*/ 1184949 w 4114416"/>
              <a:gd name="connsiteY57" fmla="*/ 1989667 h 2870200"/>
              <a:gd name="connsiteX58" fmla="*/ 1221851 w 4114416"/>
              <a:gd name="connsiteY58" fmla="*/ 1898967 h 2870200"/>
              <a:gd name="connsiteX59" fmla="*/ 1244216 w 4114416"/>
              <a:gd name="connsiteY59" fmla="*/ 2167467 h 2870200"/>
              <a:gd name="connsiteX60" fmla="*/ 1261149 w 4114416"/>
              <a:gd name="connsiteY60" fmla="*/ 2082800 h 2870200"/>
              <a:gd name="connsiteX61" fmla="*/ 1269616 w 4114416"/>
              <a:gd name="connsiteY61" fmla="*/ 2015067 h 2870200"/>
              <a:gd name="connsiteX62" fmla="*/ 1311949 w 4114416"/>
              <a:gd name="connsiteY62" fmla="*/ 1854200 h 2870200"/>
              <a:gd name="connsiteX63" fmla="*/ 1320416 w 4114416"/>
              <a:gd name="connsiteY63" fmla="*/ 1803400 h 2870200"/>
              <a:gd name="connsiteX64" fmla="*/ 1345816 w 4114416"/>
              <a:gd name="connsiteY64" fmla="*/ 1701800 h 2870200"/>
              <a:gd name="connsiteX65" fmla="*/ 1379682 w 4114416"/>
              <a:gd name="connsiteY65" fmla="*/ 1744134 h 2870200"/>
              <a:gd name="connsiteX66" fmla="*/ 1422016 w 4114416"/>
              <a:gd name="connsiteY66" fmla="*/ 1879600 h 2870200"/>
              <a:gd name="connsiteX67" fmla="*/ 1455882 w 4114416"/>
              <a:gd name="connsiteY67" fmla="*/ 1947334 h 2870200"/>
              <a:gd name="connsiteX68" fmla="*/ 1472816 w 4114416"/>
              <a:gd name="connsiteY68" fmla="*/ 1938867 h 2870200"/>
              <a:gd name="connsiteX69" fmla="*/ 1515149 w 4114416"/>
              <a:gd name="connsiteY69" fmla="*/ 1803400 h 2870200"/>
              <a:gd name="connsiteX70" fmla="*/ 1574416 w 4114416"/>
              <a:gd name="connsiteY70" fmla="*/ 1651000 h 2870200"/>
              <a:gd name="connsiteX71" fmla="*/ 1582882 w 4114416"/>
              <a:gd name="connsiteY71" fmla="*/ 1591734 h 2870200"/>
              <a:gd name="connsiteX72" fmla="*/ 1608410 w 4114416"/>
              <a:gd name="connsiteY72" fmla="*/ 1462351 h 2870200"/>
              <a:gd name="connsiteX73" fmla="*/ 1633682 w 4114416"/>
              <a:gd name="connsiteY73" fmla="*/ 1524000 h 2870200"/>
              <a:gd name="connsiteX74" fmla="*/ 1659082 w 4114416"/>
              <a:gd name="connsiteY74" fmla="*/ 1490134 h 2870200"/>
              <a:gd name="connsiteX75" fmla="*/ 1684482 w 4114416"/>
              <a:gd name="connsiteY75" fmla="*/ 1388534 h 2870200"/>
              <a:gd name="connsiteX76" fmla="*/ 1732631 w 4114416"/>
              <a:gd name="connsiteY76" fmla="*/ 1294184 h 2870200"/>
              <a:gd name="connsiteX77" fmla="*/ 1794549 w 4114416"/>
              <a:gd name="connsiteY77" fmla="*/ 1176867 h 2870200"/>
              <a:gd name="connsiteX78" fmla="*/ 1831067 w 4114416"/>
              <a:gd name="connsiteY78" fmla="*/ 1238516 h 2870200"/>
              <a:gd name="connsiteX79" fmla="*/ 1853688 w 4114416"/>
              <a:gd name="connsiteY79" fmla="*/ 1323159 h 2870200"/>
              <a:gd name="connsiteX80" fmla="*/ 1887682 w 4114416"/>
              <a:gd name="connsiteY80" fmla="*/ 1422400 h 2870200"/>
              <a:gd name="connsiteX81" fmla="*/ 1938482 w 4114416"/>
              <a:gd name="connsiteY81" fmla="*/ 1600200 h 2870200"/>
              <a:gd name="connsiteX82" fmla="*/ 1978163 w 4114416"/>
              <a:gd name="connsiteY82" fmla="*/ 1762259 h 2870200"/>
              <a:gd name="connsiteX83" fmla="*/ 2006216 w 4114416"/>
              <a:gd name="connsiteY83" fmla="*/ 1498600 h 2870200"/>
              <a:gd name="connsiteX84" fmla="*/ 2023149 w 4114416"/>
              <a:gd name="connsiteY84" fmla="*/ 1464734 h 2870200"/>
              <a:gd name="connsiteX85" fmla="*/ 2031616 w 4114416"/>
              <a:gd name="connsiteY85" fmla="*/ 1439334 h 2870200"/>
              <a:gd name="connsiteX86" fmla="*/ 2067707 w 4114416"/>
              <a:gd name="connsiteY86" fmla="*/ 1908377 h 2870200"/>
              <a:gd name="connsiteX87" fmla="*/ 2082416 w 4114416"/>
              <a:gd name="connsiteY87" fmla="*/ 2032000 h 2870200"/>
              <a:gd name="connsiteX88" fmla="*/ 2090882 w 4114416"/>
              <a:gd name="connsiteY88" fmla="*/ 2150534 h 2870200"/>
              <a:gd name="connsiteX89" fmla="*/ 2099349 w 4114416"/>
              <a:gd name="connsiteY89" fmla="*/ 2489200 h 2870200"/>
              <a:gd name="connsiteX90" fmla="*/ 2133216 w 4114416"/>
              <a:gd name="connsiteY90" fmla="*/ 2421467 h 2870200"/>
              <a:gd name="connsiteX91" fmla="*/ 2175549 w 4114416"/>
              <a:gd name="connsiteY91" fmla="*/ 2319867 h 2870200"/>
              <a:gd name="connsiteX92" fmla="*/ 2192611 w 4114416"/>
              <a:gd name="connsiteY92" fmla="*/ 2271500 h 2870200"/>
              <a:gd name="connsiteX93" fmla="*/ 2212579 w 4114416"/>
              <a:gd name="connsiteY93" fmla="*/ 2206201 h 2870200"/>
              <a:gd name="connsiteX94" fmla="*/ 2251749 w 4114416"/>
              <a:gd name="connsiteY94" fmla="*/ 2514600 h 2870200"/>
              <a:gd name="connsiteX95" fmla="*/ 2277149 w 4114416"/>
              <a:gd name="connsiteY95" fmla="*/ 2565400 h 2870200"/>
              <a:gd name="connsiteX96" fmla="*/ 2285616 w 4114416"/>
              <a:gd name="connsiteY96" fmla="*/ 2489200 h 2870200"/>
              <a:gd name="connsiteX97" fmla="*/ 2302549 w 4114416"/>
              <a:gd name="connsiteY97" fmla="*/ 2421467 h 2870200"/>
              <a:gd name="connsiteX98" fmla="*/ 2311016 w 4114416"/>
              <a:gd name="connsiteY98" fmla="*/ 1718734 h 2870200"/>
              <a:gd name="connsiteX99" fmla="*/ 2336416 w 4114416"/>
              <a:gd name="connsiteY99" fmla="*/ 1811867 h 2870200"/>
              <a:gd name="connsiteX100" fmla="*/ 2361816 w 4114416"/>
              <a:gd name="connsiteY100" fmla="*/ 1871134 h 2870200"/>
              <a:gd name="connsiteX101" fmla="*/ 2395682 w 4114416"/>
              <a:gd name="connsiteY101" fmla="*/ 1972734 h 2870200"/>
              <a:gd name="connsiteX102" fmla="*/ 2404149 w 4114416"/>
              <a:gd name="connsiteY102" fmla="*/ 1574800 h 2870200"/>
              <a:gd name="connsiteX103" fmla="*/ 2429549 w 4114416"/>
              <a:gd name="connsiteY103" fmla="*/ 1236134 h 2870200"/>
              <a:gd name="connsiteX104" fmla="*/ 2446482 w 4114416"/>
              <a:gd name="connsiteY104" fmla="*/ 1092200 h 2870200"/>
              <a:gd name="connsiteX105" fmla="*/ 2454949 w 4114416"/>
              <a:gd name="connsiteY105" fmla="*/ 1066800 h 2870200"/>
              <a:gd name="connsiteX106" fmla="*/ 2463416 w 4114416"/>
              <a:gd name="connsiteY106" fmla="*/ 1092200 h 2870200"/>
              <a:gd name="connsiteX107" fmla="*/ 2488816 w 4114416"/>
              <a:gd name="connsiteY107" fmla="*/ 1227667 h 2870200"/>
              <a:gd name="connsiteX108" fmla="*/ 2514216 w 4114416"/>
              <a:gd name="connsiteY108" fmla="*/ 753534 h 2870200"/>
              <a:gd name="connsiteX109" fmla="*/ 2531149 w 4114416"/>
              <a:gd name="connsiteY109" fmla="*/ 685800 h 2870200"/>
              <a:gd name="connsiteX110" fmla="*/ 2539616 w 4114416"/>
              <a:gd name="connsiteY110" fmla="*/ 609600 h 2870200"/>
              <a:gd name="connsiteX111" fmla="*/ 2548082 w 4114416"/>
              <a:gd name="connsiteY111" fmla="*/ 558800 h 2870200"/>
              <a:gd name="connsiteX112" fmla="*/ 2565016 w 4114416"/>
              <a:gd name="connsiteY112" fmla="*/ 584200 h 2870200"/>
              <a:gd name="connsiteX113" fmla="*/ 2573482 w 4114416"/>
              <a:gd name="connsiteY113" fmla="*/ 778934 h 2870200"/>
              <a:gd name="connsiteX114" fmla="*/ 2615816 w 4114416"/>
              <a:gd name="connsiteY114" fmla="*/ 914400 h 2870200"/>
              <a:gd name="connsiteX115" fmla="*/ 2632749 w 4114416"/>
              <a:gd name="connsiteY115" fmla="*/ 973667 h 2870200"/>
              <a:gd name="connsiteX116" fmla="*/ 2649682 w 4114416"/>
              <a:gd name="connsiteY116" fmla="*/ 812800 h 2870200"/>
              <a:gd name="connsiteX117" fmla="*/ 2666616 w 4114416"/>
              <a:gd name="connsiteY117" fmla="*/ 694267 h 2870200"/>
              <a:gd name="connsiteX118" fmla="*/ 2692016 w 4114416"/>
              <a:gd name="connsiteY118" fmla="*/ 558800 h 2870200"/>
              <a:gd name="connsiteX119" fmla="*/ 2717416 w 4114416"/>
              <a:gd name="connsiteY119" fmla="*/ 321734 h 2870200"/>
              <a:gd name="connsiteX120" fmla="*/ 2734349 w 4114416"/>
              <a:gd name="connsiteY120" fmla="*/ 1058334 h 2870200"/>
              <a:gd name="connsiteX121" fmla="*/ 2760746 w 4114416"/>
              <a:gd name="connsiteY121" fmla="*/ 1023969 h 2870200"/>
              <a:gd name="connsiteX122" fmla="*/ 2810549 w 4114416"/>
              <a:gd name="connsiteY122" fmla="*/ 905934 h 2870200"/>
              <a:gd name="connsiteX123" fmla="*/ 2844416 w 4114416"/>
              <a:gd name="connsiteY123" fmla="*/ 855134 h 2870200"/>
              <a:gd name="connsiteX124" fmla="*/ 2869816 w 4114416"/>
              <a:gd name="connsiteY124" fmla="*/ 1422400 h 2870200"/>
              <a:gd name="connsiteX125" fmla="*/ 2878282 w 4114416"/>
              <a:gd name="connsiteY125" fmla="*/ 1388534 h 2870200"/>
              <a:gd name="connsiteX126" fmla="*/ 2895216 w 4114416"/>
              <a:gd name="connsiteY126" fmla="*/ 1363134 h 2870200"/>
              <a:gd name="connsiteX127" fmla="*/ 2920616 w 4114416"/>
              <a:gd name="connsiteY127" fmla="*/ 1278467 h 2870200"/>
              <a:gd name="connsiteX128" fmla="*/ 2937549 w 4114416"/>
              <a:gd name="connsiteY128" fmla="*/ 1320800 h 2870200"/>
              <a:gd name="connsiteX129" fmla="*/ 2954482 w 4114416"/>
              <a:gd name="connsiteY129" fmla="*/ 1388534 h 2870200"/>
              <a:gd name="connsiteX130" fmla="*/ 2971416 w 4114416"/>
              <a:gd name="connsiteY130" fmla="*/ 1422400 h 2870200"/>
              <a:gd name="connsiteX131" fmla="*/ 3013749 w 4114416"/>
              <a:gd name="connsiteY131" fmla="*/ 1540934 h 2870200"/>
              <a:gd name="connsiteX132" fmla="*/ 3030682 w 4114416"/>
              <a:gd name="connsiteY132" fmla="*/ 1566334 h 2870200"/>
              <a:gd name="connsiteX133" fmla="*/ 3064549 w 4114416"/>
              <a:gd name="connsiteY133" fmla="*/ 1718734 h 2870200"/>
              <a:gd name="connsiteX134" fmla="*/ 3089949 w 4114416"/>
              <a:gd name="connsiteY134" fmla="*/ 1761067 h 2870200"/>
              <a:gd name="connsiteX135" fmla="*/ 3123816 w 4114416"/>
              <a:gd name="connsiteY135" fmla="*/ 1879600 h 2870200"/>
              <a:gd name="connsiteX136" fmla="*/ 3115349 w 4114416"/>
              <a:gd name="connsiteY136" fmla="*/ 1913467 h 2870200"/>
              <a:gd name="connsiteX137" fmla="*/ 3127799 w 4114416"/>
              <a:gd name="connsiteY137" fmla="*/ 1901016 h 2870200"/>
              <a:gd name="connsiteX138" fmla="*/ 3140749 w 4114416"/>
              <a:gd name="connsiteY138" fmla="*/ 1769534 h 2870200"/>
              <a:gd name="connsiteX139" fmla="*/ 3157682 w 4114416"/>
              <a:gd name="connsiteY139" fmla="*/ 1710267 h 2870200"/>
              <a:gd name="connsiteX140" fmla="*/ 3166149 w 4114416"/>
              <a:gd name="connsiteY140" fmla="*/ 1684867 h 2870200"/>
              <a:gd name="connsiteX141" fmla="*/ 3191549 w 4114416"/>
              <a:gd name="connsiteY141" fmla="*/ 1676400 h 2870200"/>
              <a:gd name="connsiteX142" fmla="*/ 3200016 w 4114416"/>
              <a:gd name="connsiteY142" fmla="*/ 2006600 h 2870200"/>
              <a:gd name="connsiteX143" fmla="*/ 3208482 w 4114416"/>
              <a:gd name="connsiteY143" fmla="*/ 2048934 h 2870200"/>
              <a:gd name="connsiteX144" fmla="*/ 3216949 w 4114416"/>
              <a:gd name="connsiteY144" fmla="*/ 2099734 h 2870200"/>
              <a:gd name="connsiteX145" fmla="*/ 3233882 w 4114416"/>
              <a:gd name="connsiteY145" fmla="*/ 2048934 h 2870200"/>
              <a:gd name="connsiteX146" fmla="*/ 3242349 w 4114416"/>
              <a:gd name="connsiteY146" fmla="*/ 1998134 h 2870200"/>
              <a:gd name="connsiteX147" fmla="*/ 3276216 w 4114416"/>
              <a:gd name="connsiteY147" fmla="*/ 2353734 h 2870200"/>
              <a:gd name="connsiteX148" fmla="*/ 3301616 w 4114416"/>
              <a:gd name="connsiteY148" fmla="*/ 2387600 h 2870200"/>
              <a:gd name="connsiteX149" fmla="*/ 3310082 w 4114416"/>
              <a:gd name="connsiteY149" fmla="*/ 2497667 h 2870200"/>
              <a:gd name="connsiteX150" fmla="*/ 3327016 w 4114416"/>
              <a:gd name="connsiteY150" fmla="*/ 2531534 h 2870200"/>
              <a:gd name="connsiteX151" fmla="*/ 3343949 w 4114416"/>
              <a:gd name="connsiteY151" fmla="*/ 2599267 h 2870200"/>
              <a:gd name="connsiteX152" fmla="*/ 3369349 w 4114416"/>
              <a:gd name="connsiteY152" fmla="*/ 2667000 h 2870200"/>
              <a:gd name="connsiteX153" fmla="*/ 3411682 w 4114416"/>
              <a:gd name="connsiteY153" fmla="*/ 2810934 h 2870200"/>
              <a:gd name="connsiteX154" fmla="*/ 3437082 w 4114416"/>
              <a:gd name="connsiteY154" fmla="*/ 2870200 h 2870200"/>
              <a:gd name="connsiteX155" fmla="*/ 3462482 w 4114416"/>
              <a:gd name="connsiteY155" fmla="*/ 1828800 h 2870200"/>
              <a:gd name="connsiteX156" fmla="*/ 3461984 w 4114416"/>
              <a:gd name="connsiteY156" fmla="*/ 2090271 h 2870200"/>
              <a:gd name="connsiteX157" fmla="*/ 3487882 w 4114416"/>
              <a:gd name="connsiteY157" fmla="*/ 1735667 h 2870200"/>
              <a:gd name="connsiteX158" fmla="*/ 3513282 w 4114416"/>
              <a:gd name="connsiteY158" fmla="*/ 1651000 h 2870200"/>
              <a:gd name="connsiteX159" fmla="*/ 3521749 w 4114416"/>
              <a:gd name="connsiteY159" fmla="*/ 1701800 h 2870200"/>
              <a:gd name="connsiteX160" fmla="*/ 3525733 w 4114416"/>
              <a:gd name="connsiteY160" fmla="*/ 1875118 h 2870200"/>
              <a:gd name="connsiteX161" fmla="*/ 3547149 w 4114416"/>
              <a:gd name="connsiteY161" fmla="*/ 1752600 h 2870200"/>
              <a:gd name="connsiteX162" fmla="*/ 3555616 w 4114416"/>
              <a:gd name="connsiteY162" fmla="*/ 1693334 h 2870200"/>
              <a:gd name="connsiteX163" fmla="*/ 3597949 w 4114416"/>
              <a:gd name="connsiteY163" fmla="*/ 1608667 h 2870200"/>
              <a:gd name="connsiteX164" fmla="*/ 3614882 w 4114416"/>
              <a:gd name="connsiteY164" fmla="*/ 1566334 h 2870200"/>
              <a:gd name="connsiteX165" fmla="*/ 3657216 w 4114416"/>
              <a:gd name="connsiteY165" fmla="*/ 1464734 h 2870200"/>
              <a:gd name="connsiteX166" fmla="*/ 3661200 w 4114416"/>
              <a:gd name="connsiteY166" fmla="*/ 1373094 h 2870200"/>
              <a:gd name="connsiteX167" fmla="*/ 3682616 w 4114416"/>
              <a:gd name="connsiteY167" fmla="*/ 1363134 h 2870200"/>
              <a:gd name="connsiteX168" fmla="*/ 3699549 w 4114416"/>
              <a:gd name="connsiteY168" fmla="*/ 1320800 h 2870200"/>
              <a:gd name="connsiteX169" fmla="*/ 3694569 w 4114416"/>
              <a:gd name="connsiteY169" fmla="*/ 1151964 h 2870200"/>
              <a:gd name="connsiteX170" fmla="*/ 3741882 w 4114416"/>
              <a:gd name="connsiteY170" fmla="*/ 1227667 h 2870200"/>
              <a:gd name="connsiteX171" fmla="*/ 3750349 w 4114416"/>
              <a:gd name="connsiteY171" fmla="*/ 1176867 h 2870200"/>
              <a:gd name="connsiteX172" fmla="*/ 3767282 w 4114416"/>
              <a:gd name="connsiteY172" fmla="*/ 1126067 h 2870200"/>
              <a:gd name="connsiteX173" fmla="*/ 3775749 w 4114416"/>
              <a:gd name="connsiteY173" fmla="*/ 1058334 h 2870200"/>
              <a:gd name="connsiteX174" fmla="*/ 3784216 w 4114416"/>
              <a:gd name="connsiteY174" fmla="*/ 1270000 h 2870200"/>
              <a:gd name="connsiteX175" fmla="*/ 3813064 w 4114416"/>
              <a:gd name="connsiteY175" fmla="*/ 678606 h 2870200"/>
              <a:gd name="connsiteX176" fmla="*/ 3818082 w 4114416"/>
              <a:gd name="connsiteY176" fmla="*/ 558800 h 2870200"/>
              <a:gd name="connsiteX177" fmla="*/ 3835016 w 4114416"/>
              <a:gd name="connsiteY177" fmla="*/ 482600 h 2870200"/>
              <a:gd name="connsiteX178" fmla="*/ 3843482 w 4114416"/>
              <a:gd name="connsiteY178" fmla="*/ 533400 h 2870200"/>
              <a:gd name="connsiteX179" fmla="*/ 3860416 w 4114416"/>
              <a:gd name="connsiteY179" fmla="*/ 660400 h 2870200"/>
              <a:gd name="connsiteX180" fmla="*/ 3868882 w 4114416"/>
              <a:gd name="connsiteY180" fmla="*/ 702734 h 2870200"/>
              <a:gd name="connsiteX181" fmla="*/ 3885816 w 4114416"/>
              <a:gd name="connsiteY181" fmla="*/ 736600 h 2870200"/>
              <a:gd name="connsiteX182" fmla="*/ 3902749 w 4114416"/>
              <a:gd name="connsiteY182" fmla="*/ 702734 h 2870200"/>
              <a:gd name="connsiteX183" fmla="*/ 3962016 w 4114416"/>
              <a:gd name="connsiteY183" fmla="*/ 482600 h 2870200"/>
              <a:gd name="connsiteX184" fmla="*/ 3978949 w 4114416"/>
              <a:gd name="connsiteY184" fmla="*/ 457200 h 2870200"/>
              <a:gd name="connsiteX185" fmla="*/ 4004349 w 4114416"/>
              <a:gd name="connsiteY185" fmla="*/ 177800 h 2870200"/>
              <a:gd name="connsiteX186" fmla="*/ 4029749 w 4114416"/>
              <a:gd name="connsiteY186" fmla="*/ 135467 h 2870200"/>
              <a:gd name="connsiteX187" fmla="*/ 4038216 w 4114416"/>
              <a:gd name="connsiteY187" fmla="*/ 101600 h 2870200"/>
              <a:gd name="connsiteX188" fmla="*/ 4046682 w 4114416"/>
              <a:gd name="connsiteY188" fmla="*/ 76200 h 2870200"/>
              <a:gd name="connsiteX189" fmla="*/ 4055149 w 4114416"/>
              <a:gd name="connsiteY189" fmla="*/ 110067 h 2870200"/>
              <a:gd name="connsiteX190" fmla="*/ 4072082 w 4114416"/>
              <a:gd name="connsiteY190" fmla="*/ 160867 h 2870200"/>
              <a:gd name="connsiteX191" fmla="*/ 4114416 w 4114416"/>
              <a:gd name="connsiteY191" fmla="*/ 0 h 2870200"/>
              <a:gd name="connsiteX0" fmla="*/ 0 w 4114416"/>
              <a:gd name="connsiteY0" fmla="*/ 735359 h 2870200"/>
              <a:gd name="connsiteX1" fmla="*/ 22363 w 4114416"/>
              <a:gd name="connsiteY1" fmla="*/ 647092 h 2870200"/>
              <a:gd name="connsiteX2" fmla="*/ 53451 w 4114416"/>
              <a:gd name="connsiteY2" fmla="*/ 567267 h 2870200"/>
              <a:gd name="connsiteX3" fmla="*/ 61790 w 4114416"/>
              <a:gd name="connsiteY3" fmla="*/ 828517 h 2870200"/>
              <a:gd name="connsiteX4" fmla="*/ 57549 w 4114416"/>
              <a:gd name="connsiteY4" fmla="*/ 1083293 h 2870200"/>
              <a:gd name="connsiteX5" fmla="*/ 55282 w 4114416"/>
              <a:gd name="connsiteY5" fmla="*/ 1212385 h 2870200"/>
              <a:gd name="connsiteX6" fmla="*/ 69873 w 4114416"/>
              <a:gd name="connsiteY6" fmla="*/ 1401791 h 2870200"/>
              <a:gd name="connsiteX7" fmla="*/ 112335 w 4114416"/>
              <a:gd name="connsiteY7" fmla="*/ 1209517 h 2870200"/>
              <a:gd name="connsiteX8" fmla="*/ 135082 w 4114416"/>
              <a:gd name="connsiteY8" fmla="*/ 1100667 h 2870200"/>
              <a:gd name="connsiteX9" fmla="*/ 168949 w 4114416"/>
              <a:gd name="connsiteY9" fmla="*/ 999067 h 2870200"/>
              <a:gd name="connsiteX10" fmla="*/ 185882 w 4114416"/>
              <a:gd name="connsiteY10" fmla="*/ 948267 h 2870200"/>
              <a:gd name="connsiteX11" fmla="*/ 202816 w 4114416"/>
              <a:gd name="connsiteY11" fmla="*/ 1134534 h 2870200"/>
              <a:gd name="connsiteX12" fmla="*/ 219749 w 4114416"/>
              <a:gd name="connsiteY12" fmla="*/ 1464734 h 2870200"/>
              <a:gd name="connsiteX13" fmla="*/ 279016 w 4114416"/>
              <a:gd name="connsiteY13" fmla="*/ 1363134 h 2870200"/>
              <a:gd name="connsiteX14" fmla="*/ 304416 w 4114416"/>
              <a:gd name="connsiteY14" fmla="*/ 1371600 h 2870200"/>
              <a:gd name="connsiteX15" fmla="*/ 312882 w 4114416"/>
              <a:gd name="connsiteY15" fmla="*/ 2243667 h 2870200"/>
              <a:gd name="connsiteX16" fmla="*/ 338282 w 4114416"/>
              <a:gd name="connsiteY16" fmla="*/ 2201334 h 2870200"/>
              <a:gd name="connsiteX17" fmla="*/ 346749 w 4114416"/>
              <a:gd name="connsiteY17" fmla="*/ 2150534 h 2870200"/>
              <a:gd name="connsiteX18" fmla="*/ 371651 w 4114416"/>
              <a:gd name="connsiteY18" fmla="*/ 2376146 h 2870200"/>
              <a:gd name="connsiteX19" fmla="*/ 389082 w 4114416"/>
              <a:gd name="connsiteY19" fmla="*/ 2082800 h 2870200"/>
              <a:gd name="connsiteX20" fmla="*/ 414981 w 4114416"/>
              <a:gd name="connsiteY20" fmla="*/ 1792444 h 2870200"/>
              <a:gd name="connsiteX21" fmla="*/ 422949 w 4114416"/>
              <a:gd name="connsiteY21" fmla="*/ 2032000 h 2870200"/>
              <a:gd name="connsiteX22" fmla="*/ 453908 w 4114416"/>
              <a:gd name="connsiteY22" fmla="*/ 1990884 h 2870200"/>
              <a:gd name="connsiteX23" fmla="*/ 465282 w 4114416"/>
              <a:gd name="connsiteY23" fmla="*/ 1752600 h 2870200"/>
              <a:gd name="connsiteX24" fmla="*/ 490682 w 4114416"/>
              <a:gd name="connsiteY24" fmla="*/ 1651000 h 2870200"/>
              <a:gd name="connsiteX25" fmla="*/ 516082 w 4114416"/>
              <a:gd name="connsiteY25" fmla="*/ 1710267 h 2870200"/>
              <a:gd name="connsiteX26" fmla="*/ 524549 w 4114416"/>
              <a:gd name="connsiteY26" fmla="*/ 1851666 h 2870200"/>
              <a:gd name="connsiteX27" fmla="*/ 558416 w 4114416"/>
              <a:gd name="connsiteY27" fmla="*/ 1820334 h 2870200"/>
              <a:gd name="connsiteX28" fmla="*/ 583816 w 4114416"/>
              <a:gd name="connsiteY28" fmla="*/ 1938867 h 2870200"/>
              <a:gd name="connsiteX29" fmla="*/ 600749 w 4114416"/>
              <a:gd name="connsiteY29" fmla="*/ 1998134 h 2870200"/>
              <a:gd name="connsiteX30" fmla="*/ 643082 w 4114416"/>
              <a:gd name="connsiteY30" fmla="*/ 1786467 h 2870200"/>
              <a:gd name="connsiteX31" fmla="*/ 668482 w 4114416"/>
              <a:gd name="connsiteY31" fmla="*/ 1718734 h 2870200"/>
              <a:gd name="connsiteX32" fmla="*/ 685416 w 4114416"/>
              <a:gd name="connsiteY32" fmla="*/ 1617134 h 2870200"/>
              <a:gd name="connsiteX33" fmla="*/ 702349 w 4114416"/>
              <a:gd name="connsiteY33" fmla="*/ 1557867 h 2870200"/>
              <a:gd name="connsiteX34" fmla="*/ 710816 w 4114416"/>
              <a:gd name="connsiteY34" fmla="*/ 1524000 h 2870200"/>
              <a:gd name="connsiteX35" fmla="*/ 727749 w 4114416"/>
              <a:gd name="connsiteY35" fmla="*/ 1312334 h 2870200"/>
              <a:gd name="connsiteX36" fmla="*/ 744682 w 4114416"/>
              <a:gd name="connsiteY36" fmla="*/ 1380067 h 2870200"/>
              <a:gd name="connsiteX37" fmla="*/ 761616 w 4114416"/>
              <a:gd name="connsiteY37" fmla="*/ 1532467 h 2870200"/>
              <a:gd name="connsiteX38" fmla="*/ 778549 w 4114416"/>
              <a:gd name="connsiteY38" fmla="*/ 1566334 h 2870200"/>
              <a:gd name="connsiteX39" fmla="*/ 820882 w 4114416"/>
              <a:gd name="connsiteY39" fmla="*/ 1430867 h 2870200"/>
              <a:gd name="connsiteX40" fmla="*/ 854749 w 4114416"/>
              <a:gd name="connsiteY40" fmla="*/ 1388534 h 2870200"/>
              <a:gd name="connsiteX41" fmla="*/ 863216 w 4114416"/>
              <a:gd name="connsiteY41" fmla="*/ 1498600 h 2870200"/>
              <a:gd name="connsiteX42" fmla="*/ 888616 w 4114416"/>
              <a:gd name="connsiteY42" fmla="*/ 1811867 h 2870200"/>
              <a:gd name="connsiteX43" fmla="*/ 897082 w 4114416"/>
              <a:gd name="connsiteY43" fmla="*/ 1642534 h 2870200"/>
              <a:gd name="connsiteX44" fmla="*/ 930949 w 4114416"/>
              <a:gd name="connsiteY44" fmla="*/ 1557867 h 2870200"/>
              <a:gd name="connsiteX45" fmla="*/ 939416 w 4114416"/>
              <a:gd name="connsiteY45" fmla="*/ 2006600 h 2870200"/>
              <a:gd name="connsiteX46" fmla="*/ 964816 w 4114416"/>
              <a:gd name="connsiteY46" fmla="*/ 2116667 h 2870200"/>
              <a:gd name="connsiteX47" fmla="*/ 973282 w 4114416"/>
              <a:gd name="connsiteY47" fmla="*/ 1948424 h 2870200"/>
              <a:gd name="connsiteX48" fmla="*/ 990216 w 4114416"/>
              <a:gd name="connsiteY48" fmla="*/ 1794934 h 2870200"/>
              <a:gd name="connsiteX49" fmla="*/ 998682 w 4114416"/>
              <a:gd name="connsiteY49" fmla="*/ 1761067 h 2870200"/>
              <a:gd name="connsiteX50" fmla="*/ 1015616 w 4114416"/>
              <a:gd name="connsiteY50" fmla="*/ 1871134 h 2870200"/>
              <a:gd name="connsiteX51" fmla="*/ 1032549 w 4114416"/>
              <a:gd name="connsiteY51" fmla="*/ 1947334 h 2870200"/>
              <a:gd name="connsiteX52" fmla="*/ 1049482 w 4114416"/>
              <a:gd name="connsiteY52" fmla="*/ 2040467 h 2870200"/>
              <a:gd name="connsiteX53" fmla="*/ 1074882 w 4114416"/>
              <a:gd name="connsiteY53" fmla="*/ 2108200 h 2870200"/>
              <a:gd name="connsiteX54" fmla="*/ 1105586 w 4114416"/>
              <a:gd name="connsiteY54" fmla="*/ 2165034 h 2870200"/>
              <a:gd name="connsiteX55" fmla="*/ 1117344 w 4114416"/>
              <a:gd name="connsiteY55" fmla="*/ 2220675 h 2870200"/>
              <a:gd name="connsiteX56" fmla="*/ 1134149 w 4114416"/>
              <a:gd name="connsiteY56" fmla="*/ 2108200 h 2870200"/>
              <a:gd name="connsiteX57" fmla="*/ 1184949 w 4114416"/>
              <a:gd name="connsiteY57" fmla="*/ 1989667 h 2870200"/>
              <a:gd name="connsiteX58" fmla="*/ 1221851 w 4114416"/>
              <a:gd name="connsiteY58" fmla="*/ 1898967 h 2870200"/>
              <a:gd name="connsiteX59" fmla="*/ 1244216 w 4114416"/>
              <a:gd name="connsiteY59" fmla="*/ 2167467 h 2870200"/>
              <a:gd name="connsiteX60" fmla="*/ 1261149 w 4114416"/>
              <a:gd name="connsiteY60" fmla="*/ 2082800 h 2870200"/>
              <a:gd name="connsiteX61" fmla="*/ 1269616 w 4114416"/>
              <a:gd name="connsiteY61" fmla="*/ 2015067 h 2870200"/>
              <a:gd name="connsiteX62" fmla="*/ 1311949 w 4114416"/>
              <a:gd name="connsiteY62" fmla="*/ 1854200 h 2870200"/>
              <a:gd name="connsiteX63" fmla="*/ 1320416 w 4114416"/>
              <a:gd name="connsiteY63" fmla="*/ 1803400 h 2870200"/>
              <a:gd name="connsiteX64" fmla="*/ 1345816 w 4114416"/>
              <a:gd name="connsiteY64" fmla="*/ 1701800 h 2870200"/>
              <a:gd name="connsiteX65" fmla="*/ 1379682 w 4114416"/>
              <a:gd name="connsiteY65" fmla="*/ 1744134 h 2870200"/>
              <a:gd name="connsiteX66" fmla="*/ 1422016 w 4114416"/>
              <a:gd name="connsiteY66" fmla="*/ 1879600 h 2870200"/>
              <a:gd name="connsiteX67" fmla="*/ 1455882 w 4114416"/>
              <a:gd name="connsiteY67" fmla="*/ 1947334 h 2870200"/>
              <a:gd name="connsiteX68" fmla="*/ 1472816 w 4114416"/>
              <a:gd name="connsiteY68" fmla="*/ 1938867 h 2870200"/>
              <a:gd name="connsiteX69" fmla="*/ 1515149 w 4114416"/>
              <a:gd name="connsiteY69" fmla="*/ 1803400 h 2870200"/>
              <a:gd name="connsiteX70" fmla="*/ 1574416 w 4114416"/>
              <a:gd name="connsiteY70" fmla="*/ 1651000 h 2870200"/>
              <a:gd name="connsiteX71" fmla="*/ 1582882 w 4114416"/>
              <a:gd name="connsiteY71" fmla="*/ 1591734 h 2870200"/>
              <a:gd name="connsiteX72" fmla="*/ 1608410 w 4114416"/>
              <a:gd name="connsiteY72" fmla="*/ 1462351 h 2870200"/>
              <a:gd name="connsiteX73" fmla="*/ 1633682 w 4114416"/>
              <a:gd name="connsiteY73" fmla="*/ 1524000 h 2870200"/>
              <a:gd name="connsiteX74" fmla="*/ 1659082 w 4114416"/>
              <a:gd name="connsiteY74" fmla="*/ 1490134 h 2870200"/>
              <a:gd name="connsiteX75" fmla="*/ 1684482 w 4114416"/>
              <a:gd name="connsiteY75" fmla="*/ 1388534 h 2870200"/>
              <a:gd name="connsiteX76" fmla="*/ 1732631 w 4114416"/>
              <a:gd name="connsiteY76" fmla="*/ 1294184 h 2870200"/>
              <a:gd name="connsiteX77" fmla="*/ 1794549 w 4114416"/>
              <a:gd name="connsiteY77" fmla="*/ 1176867 h 2870200"/>
              <a:gd name="connsiteX78" fmla="*/ 1831067 w 4114416"/>
              <a:gd name="connsiteY78" fmla="*/ 1238516 h 2870200"/>
              <a:gd name="connsiteX79" fmla="*/ 1853688 w 4114416"/>
              <a:gd name="connsiteY79" fmla="*/ 1323159 h 2870200"/>
              <a:gd name="connsiteX80" fmla="*/ 1887682 w 4114416"/>
              <a:gd name="connsiteY80" fmla="*/ 1422400 h 2870200"/>
              <a:gd name="connsiteX81" fmla="*/ 1938482 w 4114416"/>
              <a:gd name="connsiteY81" fmla="*/ 1600200 h 2870200"/>
              <a:gd name="connsiteX82" fmla="*/ 1978163 w 4114416"/>
              <a:gd name="connsiteY82" fmla="*/ 1762259 h 2870200"/>
              <a:gd name="connsiteX83" fmla="*/ 2006216 w 4114416"/>
              <a:gd name="connsiteY83" fmla="*/ 1498600 h 2870200"/>
              <a:gd name="connsiteX84" fmla="*/ 2023149 w 4114416"/>
              <a:gd name="connsiteY84" fmla="*/ 1464734 h 2870200"/>
              <a:gd name="connsiteX85" fmla="*/ 2031616 w 4114416"/>
              <a:gd name="connsiteY85" fmla="*/ 1439334 h 2870200"/>
              <a:gd name="connsiteX86" fmla="*/ 2067707 w 4114416"/>
              <a:gd name="connsiteY86" fmla="*/ 1908377 h 2870200"/>
              <a:gd name="connsiteX87" fmla="*/ 2082416 w 4114416"/>
              <a:gd name="connsiteY87" fmla="*/ 2032000 h 2870200"/>
              <a:gd name="connsiteX88" fmla="*/ 2090882 w 4114416"/>
              <a:gd name="connsiteY88" fmla="*/ 2150534 h 2870200"/>
              <a:gd name="connsiteX89" fmla="*/ 2099349 w 4114416"/>
              <a:gd name="connsiteY89" fmla="*/ 2489200 h 2870200"/>
              <a:gd name="connsiteX90" fmla="*/ 2133216 w 4114416"/>
              <a:gd name="connsiteY90" fmla="*/ 2421467 h 2870200"/>
              <a:gd name="connsiteX91" fmla="*/ 2175549 w 4114416"/>
              <a:gd name="connsiteY91" fmla="*/ 2319867 h 2870200"/>
              <a:gd name="connsiteX92" fmla="*/ 2192611 w 4114416"/>
              <a:gd name="connsiteY92" fmla="*/ 2271500 h 2870200"/>
              <a:gd name="connsiteX93" fmla="*/ 2212579 w 4114416"/>
              <a:gd name="connsiteY93" fmla="*/ 2206201 h 2870200"/>
              <a:gd name="connsiteX94" fmla="*/ 2251749 w 4114416"/>
              <a:gd name="connsiteY94" fmla="*/ 2514600 h 2870200"/>
              <a:gd name="connsiteX95" fmla="*/ 2277149 w 4114416"/>
              <a:gd name="connsiteY95" fmla="*/ 2565400 h 2870200"/>
              <a:gd name="connsiteX96" fmla="*/ 2285616 w 4114416"/>
              <a:gd name="connsiteY96" fmla="*/ 2489200 h 2870200"/>
              <a:gd name="connsiteX97" fmla="*/ 2302549 w 4114416"/>
              <a:gd name="connsiteY97" fmla="*/ 2421467 h 2870200"/>
              <a:gd name="connsiteX98" fmla="*/ 2311016 w 4114416"/>
              <a:gd name="connsiteY98" fmla="*/ 1718734 h 2870200"/>
              <a:gd name="connsiteX99" fmla="*/ 2336416 w 4114416"/>
              <a:gd name="connsiteY99" fmla="*/ 1811867 h 2870200"/>
              <a:gd name="connsiteX100" fmla="*/ 2361816 w 4114416"/>
              <a:gd name="connsiteY100" fmla="*/ 1871134 h 2870200"/>
              <a:gd name="connsiteX101" fmla="*/ 2395682 w 4114416"/>
              <a:gd name="connsiteY101" fmla="*/ 1972734 h 2870200"/>
              <a:gd name="connsiteX102" fmla="*/ 2404149 w 4114416"/>
              <a:gd name="connsiteY102" fmla="*/ 1574800 h 2870200"/>
              <a:gd name="connsiteX103" fmla="*/ 2429549 w 4114416"/>
              <a:gd name="connsiteY103" fmla="*/ 1236134 h 2870200"/>
              <a:gd name="connsiteX104" fmla="*/ 2446482 w 4114416"/>
              <a:gd name="connsiteY104" fmla="*/ 1092200 h 2870200"/>
              <a:gd name="connsiteX105" fmla="*/ 2454949 w 4114416"/>
              <a:gd name="connsiteY105" fmla="*/ 1066800 h 2870200"/>
              <a:gd name="connsiteX106" fmla="*/ 2463416 w 4114416"/>
              <a:gd name="connsiteY106" fmla="*/ 1092200 h 2870200"/>
              <a:gd name="connsiteX107" fmla="*/ 2488816 w 4114416"/>
              <a:gd name="connsiteY107" fmla="*/ 1227667 h 2870200"/>
              <a:gd name="connsiteX108" fmla="*/ 2514216 w 4114416"/>
              <a:gd name="connsiteY108" fmla="*/ 753534 h 2870200"/>
              <a:gd name="connsiteX109" fmla="*/ 2531149 w 4114416"/>
              <a:gd name="connsiteY109" fmla="*/ 685800 h 2870200"/>
              <a:gd name="connsiteX110" fmla="*/ 2539616 w 4114416"/>
              <a:gd name="connsiteY110" fmla="*/ 609600 h 2870200"/>
              <a:gd name="connsiteX111" fmla="*/ 2548082 w 4114416"/>
              <a:gd name="connsiteY111" fmla="*/ 558800 h 2870200"/>
              <a:gd name="connsiteX112" fmla="*/ 2565016 w 4114416"/>
              <a:gd name="connsiteY112" fmla="*/ 584200 h 2870200"/>
              <a:gd name="connsiteX113" fmla="*/ 2573482 w 4114416"/>
              <a:gd name="connsiteY113" fmla="*/ 778934 h 2870200"/>
              <a:gd name="connsiteX114" fmla="*/ 2615816 w 4114416"/>
              <a:gd name="connsiteY114" fmla="*/ 914400 h 2870200"/>
              <a:gd name="connsiteX115" fmla="*/ 2632749 w 4114416"/>
              <a:gd name="connsiteY115" fmla="*/ 973667 h 2870200"/>
              <a:gd name="connsiteX116" fmla="*/ 2649682 w 4114416"/>
              <a:gd name="connsiteY116" fmla="*/ 812800 h 2870200"/>
              <a:gd name="connsiteX117" fmla="*/ 2666616 w 4114416"/>
              <a:gd name="connsiteY117" fmla="*/ 694267 h 2870200"/>
              <a:gd name="connsiteX118" fmla="*/ 2692016 w 4114416"/>
              <a:gd name="connsiteY118" fmla="*/ 558800 h 2870200"/>
              <a:gd name="connsiteX119" fmla="*/ 2717416 w 4114416"/>
              <a:gd name="connsiteY119" fmla="*/ 321734 h 2870200"/>
              <a:gd name="connsiteX120" fmla="*/ 2734349 w 4114416"/>
              <a:gd name="connsiteY120" fmla="*/ 1058334 h 2870200"/>
              <a:gd name="connsiteX121" fmla="*/ 2760746 w 4114416"/>
              <a:gd name="connsiteY121" fmla="*/ 1023969 h 2870200"/>
              <a:gd name="connsiteX122" fmla="*/ 2810549 w 4114416"/>
              <a:gd name="connsiteY122" fmla="*/ 905934 h 2870200"/>
              <a:gd name="connsiteX123" fmla="*/ 2844416 w 4114416"/>
              <a:gd name="connsiteY123" fmla="*/ 855134 h 2870200"/>
              <a:gd name="connsiteX124" fmla="*/ 2869816 w 4114416"/>
              <a:gd name="connsiteY124" fmla="*/ 1422400 h 2870200"/>
              <a:gd name="connsiteX125" fmla="*/ 2878282 w 4114416"/>
              <a:gd name="connsiteY125" fmla="*/ 1388534 h 2870200"/>
              <a:gd name="connsiteX126" fmla="*/ 2895216 w 4114416"/>
              <a:gd name="connsiteY126" fmla="*/ 1363134 h 2870200"/>
              <a:gd name="connsiteX127" fmla="*/ 2920616 w 4114416"/>
              <a:gd name="connsiteY127" fmla="*/ 1278467 h 2870200"/>
              <a:gd name="connsiteX128" fmla="*/ 2937549 w 4114416"/>
              <a:gd name="connsiteY128" fmla="*/ 1320800 h 2870200"/>
              <a:gd name="connsiteX129" fmla="*/ 2954482 w 4114416"/>
              <a:gd name="connsiteY129" fmla="*/ 1388534 h 2870200"/>
              <a:gd name="connsiteX130" fmla="*/ 2971416 w 4114416"/>
              <a:gd name="connsiteY130" fmla="*/ 1422400 h 2870200"/>
              <a:gd name="connsiteX131" fmla="*/ 3013749 w 4114416"/>
              <a:gd name="connsiteY131" fmla="*/ 1540934 h 2870200"/>
              <a:gd name="connsiteX132" fmla="*/ 3030682 w 4114416"/>
              <a:gd name="connsiteY132" fmla="*/ 1566334 h 2870200"/>
              <a:gd name="connsiteX133" fmla="*/ 3064549 w 4114416"/>
              <a:gd name="connsiteY133" fmla="*/ 1718734 h 2870200"/>
              <a:gd name="connsiteX134" fmla="*/ 3089949 w 4114416"/>
              <a:gd name="connsiteY134" fmla="*/ 1761067 h 2870200"/>
              <a:gd name="connsiteX135" fmla="*/ 3123816 w 4114416"/>
              <a:gd name="connsiteY135" fmla="*/ 1879600 h 2870200"/>
              <a:gd name="connsiteX136" fmla="*/ 3115349 w 4114416"/>
              <a:gd name="connsiteY136" fmla="*/ 1913467 h 2870200"/>
              <a:gd name="connsiteX137" fmla="*/ 3140749 w 4114416"/>
              <a:gd name="connsiteY137" fmla="*/ 1769534 h 2870200"/>
              <a:gd name="connsiteX138" fmla="*/ 3157682 w 4114416"/>
              <a:gd name="connsiteY138" fmla="*/ 1710267 h 2870200"/>
              <a:gd name="connsiteX139" fmla="*/ 3166149 w 4114416"/>
              <a:gd name="connsiteY139" fmla="*/ 1684867 h 2870200"/>
              <a:gd name="connsiteX140" fmla="*/ 3191549 w 4114416"/>
              <a:gd name="connsiteY140" fmla="*/ 1676400 h 2870200"/>
              <a:gd name="connsiteX141" fmla="*/ 3200016 w 4114416"/>
              <a:gd name="connsiteY141" fmla="*/ 2006600 h 2870200"/>
              <a:gd name="connsiteX142" fmla="*/ 3208482 w 4114416"/>
              <a:gd name="connsiteY142" fmla="*/ 2048934 h 2870200"/>
              <a:gd name="connsiteX143" fmla="*/ 3216949 w 4114416"/>
              <a:gd name="connsiteY143" fmla="*/ 2099734 h 2870200"/>
              <a:gd name="connsiteX144" fmla="*/ 3233882 w 4114416"/>
              <a:gd name="connsiteY144" fmla="*/ 2048934 h 2870200"/>
              <a:gd name="connsiteX145" fmla="*/ 3242349 w 4114416"/>
              <a:gd name="connsiteY145" fmla="*/ 1998134 h 2870200"/>
              <a:gd name="connsiteX146" fmla="*/ 3276216 w 4114416"/>
              <a:gd name="connsiteY146" fmla="*/ 2353734 h 2870200"/>
              <a:gd name="connsiteX147" fmla="*/ 3301616 w 4114416"/>
              <a:gd name="connsiteY147" fmla="*/ 2387600 h 2870200"/>
              <a:gd name="connsiteX148" fmla="*/ 3310082 w 4114416"/>
              <a:gd name="connsiteY148" fmla="*/ 2497667 h 2870200"/>
              <a:gd name="connsiteX149" fmla="*/ 3327016 w 4114416"/>
              <a:gd name="connsiteY149" fmla="*/ 2531534 h 2870200"/>
              <a:gd name="connsiteX150" fmla="*/ 3343949 w 4114416"/>
              <a:gd name="connsiteY150" fmla="*/ 2599267 h 2870200"/>
              <a:gd name="connsiteX151" fmla="*/ 3369349 w 4114416"/>
              <a:gd name="connsiteY151" fmla="*/ 2667000 h 2870200"/>
              <a:gd name="connsiteX152" fmla="*/ 3411682 w 4114416"/>
              <a:gd name="connsiteY152" fmla="*/ 2810934 h 2870200"/>
              <a:gd name="connsiteX153" fmla="*/ 3437082 w 4114416"/>
              <a:gd name="connsiteY153" fmla="*/ 2870200 h 2870200"/>
              <a:gd name="connsiteX154" fmla="*/ 3462482 w 4114416"/>
              <a:gd name="connsiteY154" fmla="*/ 1828800 h 2870200"/>
              <a:gd name="connsiteX155" fmla="*/ 3461984 w 4114416"/>
              <a:gd name="connsiteY155" fmla="*/ 2090271 h 2870200"/>
              <a:gd name="connsiteX156" fmla="*/ 3487882 w 4114416"/>
              <a:gd name="connsiteY156" fmla="*/ 1735667 h 2870200"/>
              <a:gd name="connsiteX157" fmla="*/ 3513282 w 4114416"/>
              <a:gd name="connsiteY157" fmla="*/ 1651000 h 2870200"/>
              <a:gd name="connsiteX158" fmla="*/ 3521749 w 4114416"/>
              <a:gd name="connsiteY158" fmla="*/ 1701800 h 2870200"/>
              <a:gd name="connsiteX159" fmla="*/ 3525733 w 4114416"/>
              <a:gd name="connsiteY159" fmla="*/ 1875118 h 2870200"/>
              <a:gd name="connsiteX160" fmla="*/ 3547149 w 4114416"/>
              <a:gd name="connsiteY160" fmla="*/ 1752600 h 2870200"/>
              <a:gd name="connsiteX161" fmla="*/ 3555616 w 4114416"/>
              <a:gd name="connsiteY161" fmla="*/ 1693334 h 2870200"/>
              <a:gd name="connsiteX162" fmla="*/ 3597949 w 4114416"/>
              <a:gd name="connsiteY162" fmla="*/ 1608667 h 2870200"/>
              <a:gd name="connsiteX163" fmla="*/ 3614882 w 4114416"/>
              <a:gd name="connsiteY163" fmla="*/ 1566334 h 2870200"/>
              <a:gd name="connsiteX164" fmla="*/ 3657216 w 4114416"/>
              <a:gd name="connsiteY164" fmla="*/ 1464734 h 2870200"/>
              <a:gd name="connsiteX165" fmla="*/ 3661200 w 4114416"/>
              <a:gd name="connsiteY165" fmla="*/ 1373094 h 2870200"/>
              <a:gd name="connsiteX166" fmla="*/ 3682616 w 4114416"/>
              <a:gd name="connsiteY166" fmla="*/ 1363134 h 2870200"/>
              <a:gd name="connsiteX167" fmla="*/ 3699549 w 4114416"/>
              <a:gd name="connsiteY167" fmla="*/ 1320800 h 2870200"/>
              <a:gd name="connsiteX168" fmla="*/ 3694569 w 4114416"/>
              <a:gd name="connsiteY168" fmla="*/ 1151964 h 2870200"/>
              <a:gd name="connsiteX169" fmla="*/ 3741882 w 4114416"/>
              <a:gd name="connsiteY169" fmla="*/ 1227667 h 2870200"/>
              <a:gd name="connsiteX170" fmla="*/ 3750349 w 4114416"/>
              <a:gd name="connsiteY170" fmla="*/ 1176867 h 2870200"/>
              <a:gd name="connsiteX171" fmla="*/ 3767282 w 4114416"/>
              <a:gd name="connsiteY171" fmla="*/ 1126067 h 2870200"/>
              <a:gd name="connsiteX172" fmla="*/ 3775749 w 4114416"/>
              <a:gd name="connsiteY172" fmla="*/ 1058334 h 2870200"/>
              <a:gd name="connsiteX173" fmla="*/ 3784216 w 4114416"/>
              <a:gd name="connsiteY173" fmla="*/ 1270000 h 2870200"/>
              <a:gd name="connsiteX174" fmla="*/ 3813064 w 4114416"/>
              <a:gd name="connsiteY174" fmla="*/ 678606 h 2870200"/>
              <a:gd name="connsiteX175" fmla="*/ 3818082 w 4114416"/>
              <a:gd name="connsiteY175" fmla="*/ 558800 h 2870200"/>
              <a:gd name="connsiteX176" fmla="*/ 3835016 w 4114416"/>
              <a:gd name="connsiteY176" fmla="*/ 482600 h 2870200"/>
              <a:gd name="connsiteX177" fmla="*/ 3843482 w 4114416"/>
              <a:gd name="connsiteY177" fmla="*/ 533400 h 2870200"/>
              <a:gd name="connsiteX178" fmla="*/ 3860416 w 4114416"/>
              <a:gd name="connsiteY178" fmla="*/ 660400 h 2870200"/>
              <a:gd name="connsiteX179" fmla="*/ 3868882 w 4114416"/>
              <a:gd name="connsiteY179" fmla="*/ 702734 h 2870200"/>
              <a:gd name="connsiteX180" fmla="*/ 3885816 w 4114416"/>
              <a:gd name="connsiteY180" fmla="*/ 736600 h 2870200"/>
              <a:gd name="connsiteX181" fmla="*/ 3902749 w 4114416"/>
              <a:gd name="connsiteY181" fmla="*/ 702734 h 2870200"/>
              <a:gd name="connsiteX182" fmla="*/ 3962016 w 4114416"/>
              <a:gd name="connsiteY182" fmla="*/ 482600 h 2870200"/>
              <a:gd name="connsiteX183" fmla="*/ 3978949 w 4114416"/>
              <a:gd name="connsiteY183" fmla="*/ 457200 h 2870200"/>
              <a:gd name="connsiteX184" fmla="*/ 4004349 w 4114416"/>
              <a:gd name="connsiteY184" fmla="*/ 177800 h 2870200"/>
              <a:gd name="connsiteX185" fmla="*/ 4029749 w 4114416"/>
              <a:gd name="connsiteY185" fmla="*/ 135467 h 2870200"/>
              <a:gd name="connsiteX186" fmla="*/ 4038216 w 4114416"/>
              <a:gd name="connsiteY186" fmla="*/ 101600 h 2870200"/>
              <a:gd name="connsiteX187" fmla="*/ 4046682 w 4114416"/>
              <a:gd name="connsiteY187" fmla="*/ 76200 h 2870200"/>
              <a:gd name="connsiteX188" fmla="*/ 4055149 w 4114416"/>
              <a:gd name="connsiteY188" fmla="*/ 110067 h 2870200"/>
              <a:gd name="connsiteX189" fmla="*/ 4072082 w 4114416"/>
              <a:gd name="connsiteY189" fmla="*/ 160867 h 2870200"/>
              <a:gd name="connsiteX190" fmla="*/ 4114416 w 4114416"/>
              <a:gd name="connsiteY190" fmla="*/ 0 h 2870200"/>
              <a:gd name="connsiteX0" fmla="*/ 0 w 4114416"/>
              <a:gd name="connsiteY0" fmla="*/ 735359 h 2870200"/>
              <a:gd name="connsiteX1" fmla="*/ 22363 w 4114416"/>
              <a:gd name="connsiteY1" fmla="*/ 647092 h 2870200"/>
              <a:gd name="connsiteX2" fmla="*/ 53451 w 4114416"/>
              <a:gd name="connsiteY2" fmla="*/ 567267 h 2870200"/>
              <a:gd name="connsiteX3" fmla="*/ 61790 w 4114416"/>
              <a:gd name="connsiteY3" fmla="*/ 828517 h 2870200"/>
              <a:gd name="connsiteX4" fmla="*/ 57549 w 4114416"/>
              <a:gd name="connsiteY4" fmla="*/ 1083293 h 2870200"/>
              <a:gd name="connsiteX5" fmla="*/ 55282 w 4114416"/>
              <a:gd name="connsiteY5" fmla="*/ 1212385 h 2870200"/>
              <a:gd name="connsiteX6" fmla="*/ 69873 w 4114416"/>
              <a:gd name="connsiteY6" fmla="*/ 1401791 h 2870200"/>
              <a:gd name="connsiteX7" fmla="*/ 112335 w 4114416"/>
              <a:gd name="connsiteY7" fmla="*/ 1209517 h 2870200"/>
              <a:gd name="connsiteX8" fmla="*/ 135082 w 4114416"/>
              <a:gd name="connsiteY8" fmla="*/ 1100667 h 2870200"/>
              <a:gd name="connsiteX9" fmla="*/ 168949 w 4114416"/>
              <a:gd name="connsiteY9" fmla="*/ 999067 h 2870200"/>
              <a:gd name="connsiteX10" fmla="*/ 185882 w 4114416"/>
              <a:gd name="connsiteY10" fmla="*/ 948267 h 2870200"/>
              <a:gd name="connsiteX11" fmla="*/ 202816 w 4114416"/>
              <a:gd name="connsiteY11" fmla="*/ 1134534 h 2870200"/>
              <a:gd name="connsiteX12" fmla="*/ 219749 w 4114416"/>
              <a:gd name="connsiteY12" fmla="*/ 1464734 h 2870200"/>
              <a:gd name="connsiteX13" fmla="*/ 279016 w 4114416"/>
              <a:gd name="connsiteY13" fmla="*/ 1363134 h 2870200"/>
              <a:gd name="connsiteX14" fmla="*/ 304416 w 4114416"/>
              <a:gd name="connsiteY14" fmla="*/ 1371600 h 2870200"/>
              <a:gd name="connsiteX15" fmla="*/ 312882 w 4114416"/>
              <a:gd name="connsiteY15" fmla="*/ 2243667 h 2870200"/>
              <a:gd name="connsiteX16" fmla="*/ 338282 w 4114416"/>
              <a:gd name="connsiteY16" fmla="*/ 2201334 h 2870200"/>
              <a:gd name="connsiteX17" fmla="*/ 346749 w 4114416"/>
              <a:gd name="connsiteY17" fmla="*/ 2150534 h 2870200"/>
              <a:gd name="connsiteX18" fmla="*/ 371651 w 4114416"/>
              <a:gd name="connsiteY18" fmla="*/ 2376146 h 2870200"/>
              <a:gd name="connsiteX19" fmla="*/ 389082 w 4114416"/>
              <a:gd name="connsiteY19" fmla="*/ 2082800 h 2870200"/>
              <a:gd name="connsiteX20" fmla="*/ 414981 w 4114416"/>
              <a:gd name="connsiteY20" fmla="*/ 1792444 h 2870200"/>
              <a:gd name="connsiteX21" fmla="*/ 422949 w 4114416"/>
              <a:gd name="connsiteY21" fmla="*/ 2032000 h 2870200"/>
              <a:gd name="connsiteX22" fmla="*/ 453908 w 4114416"/>
              <a:gd name="connsiteY22" fmla="*/ 1990884 h 2870200"/>
              <a:gd name="connsiteX23" fmla="*/ 465282 w 4114416"/>
              <a:gd name="connsiteY23" fmla="*/ 1752600 h 2870200"/>
              <a:gd name="connsiteX24" fmla="*/ 490682 w 4114416"/>
              <a:gd name="connsiteY24" fmla="*/ 1651000 h 2870200"/>
              <a:gd name="connsiteX25" fmla="*/ 516082 w 4114416"/>
              <a:gd name="connsiteY25" fmla="*/ 1710267 h 2870200"/>
              <a:gd name="connsiteX26" fmla="*/ 524549 w 4114416"/>
              <a:gd name="connsiteY26" fmla="*/ 1851666 h 2870200"/>
              <a:gd name="connsiteX27" fmla="*/ 558416 w 4114416"/>
              <a:gd name="connsiteY27" fmla="*/ 1820334 h 2870200"/>
              <a:gd name="connsiteX28" fmla="*/ 583816 w 4114416"/>
              <a:gd name="connsiteY28" fmla="*/ 1938867 h 2870200"/>
              <a:gd name="connsiteX29" fmla="*/ 600749 w 4114416"/>
              <a:gd name="connsiteY29" fmla="*/ 1998134 h 2870200"/>
              <a:gd name="connsiteX30" fmla="*/ 643082 w 4114416"/>
              <a:gd name="connsiteY30" fmla="*/ 1786467 h 2870200"/>
              <a:gd name="connsiteX31" fmla="*/ 668482 w 4114416"/>
              <a:gd name="connsiteY31" fmla="*/ 1718734 h 2870200"/>
              <a:gd name="connsiteX32" fmla="*/ 685416 w 4114416"/>
              <a:gd name="connsiteY32" fmla="*/ 1617134 h 2870200"/>
              <a:gd name="connsiteX33" fmla="*/ 702349 w 4114416"/>
              <a:gd name="connsiteY33" fmla="*/ 1557867 h 2870200"/>
              <a:gd name="connsiteX34" fmla="*/ 710816 w 4114416"/>
              <a:gd name="connsiteY34" fmla="*/ 1524000 h 2870200"/>
              <a:gd name="connsiteX35" fmla="*/ 727749 w 4114416"/>
              <a:gd name="connsiteY35" fmla="*/ 1312334 h 2870200"/>
              <a:gd name="connsiteX36" fmla="*/ 744682 w 4114416"/>
              <a:gd name="connsiteY36" fmla="*/ 1380067 h 2870200"/>
              <a:gd name="connsiteX37" fmla="*/ 761616 w 4114416"/>
              <a:gd name="connsiteY37" fmla="*/ 1532467 h 2870200"/>
              <a:gd name="connsiteX38" fmla="*/ 778549 w 4114416"/>
              <a:gd name="connsiteY38" fmla="*/ 1566334 h 2870200"/>
              <a:gd name="connsiteX39" fmla="*/ 820882 w 4114416"/>
              <a:gd name="connsiteY39" fmla="*/ 1430867 h 2870200"/>
              <a:gd name="connsiteX40" fmla="*/ 854749 w 4114416"/>
              <a:gd name="connsiteY40" fmla="*/ 1388534 h 2870200"/>
              <a:gd name="connsiteX41" fmla="*/ 863216 w 4114416"/>
              <a:gd name="connsiteY41" fmla="*/ 1498600 h 2870200"/>
              <a:gd name="connsiteX42" fmla="*/ 888616 w 4114416"/>
              <a:gd name="connsiteY42" fmla="*/ 1811867 h 2870200"/>
              <a:gd name="connsiteX43" fmla="*/ 897082 w 4114416"/>
              <a:gd name="connsiteY43" fmla="*/ 1642534 h 2870200"/>
              <a:gd name="connsiteX44" fmla="*/ 930949 w 4114416"/>
              <a:gd name="connsiteY44" fmla="*/ 1557867 h 2870200"/>
              <a:gd name="connsiteX45" fmla="*/ 939416 w 4114416"/>
              <a:gd name="connsiteY45" fmla="*/ 2006600 h 2870200"/>
              <a:gd name="connsiteX46" fmla="*/ 964816 w 4114416"/>
              <a:gd name="connsiteY46" fmla="*/ 2116667 h 2870200"/>
              <a:gd name="connsiteX47" fmla="*/ 973282 w 4114416"/>
              <a:gd name="connsiteY47" fmla="*/ 1948424 h 2870200"/>
              <a:gd name="connsiteX48" fmla="*/ 990216 w 4114416"/>
              <a:gd name="connsiteY48" fmla="*/ 1794934 h 2870200"/>
              <a:gd name="connsiteX49" fmla="*/ 998682 w 4114416"/>
              <a:gd name="connsiteY49" fmla="*/ 1761067 h 2870200"/>
              <a:gd name="connsiteX50" fmla="*/ 1015616 w 4114416"/>
              <a:gd name="connsiteY50" fmla="*/ 1871134 h 2870200"/>
              <a:gd name="connsiteX51" fmla="*/ 1032549 w 4114416"/>
              <a:gd name="connsiteY51" fmla="*/ 1947334 h 2870200"/>
              <a:gd name="connsiteX52" fmla="*/ 1049482 w 4114416"/>
              <a:gd name="connsiteY52" fmla="*/ 2040467 h 2870200"/>
              <a:gd name="connsiteX53" fmla="*/ 1074882 w 4114416"/>
              <a:gd name="connsiteY53" fmla="*/ 2108200 h 2870200"/>
              <a:gd name="connsiteX54" fmla="*/ 1105586 w 4114416"/>
              <a:gd name="connsiteY54" fmla="*/ 2165034 h 2870200"/>
              <a:gd name="connsiteX55" fmla="*/ 1117344 w 4114416"/>
              <a:gd name="connsiteY55" fmla="*/ 2220675 h 2870200"/>
              <a:gd name="connsiteX56" fmla="*/ 1134149 w 4114416"/>
              <a:gd name="connsiteY56" fmla="*/ 2108200 h 2870200"/>
              <a:gd name="connsiteX57" fmla="*/ 1184949 w 4114416"/>
              <a:gd name="connsiteY57" fmla="*/ 1989667 h 2870200"/>
              <a:gd name="connsiteX58" fmla="*/ 1221851 w 4114416"/>
              <a:gd name="connsiteY58" fmla="*/ 1898967 h 2870200"/>
              <a:gd name="connsiteX59" fmla="*/ 1244216 w 4114416"/>
              <a:gd name="connsiteY59" fmla="*/ 2167467 h 2870200"/>
              <a:gd name="connsiteX60" fmla="*/ 1261149 w 4114416"/>
              <a:gd name="connsiteY60" fmla="*/ 2082800 h 2870200"/>
              <a:gd name="connsiteX61" fmla="*/ 1269616 w 4114416"/>
              <a:gd name="connsiteY61" fmla="*/ 2015067 h 2870200"/>
              <a:gd name="connsiteX62" fmla="*/ 1311949 w 4114416"/>
              <a:gd name="connsiteY62" fmla="*/ 1854200 h 2870200"/>
              <a:gd name="connsiteX63" fmla="*/ 1320416 w 4114416"/>
              <a:gd name="connsiteY63" fmla="*/ 1803400 h 2870200"/>
              <a:gd name="connsiteX64" fmla="*/ 1345816 w 4114416"/>
              <a:gd name="connsiteY64" fmla="*/ 1701800 h 2870200"/>
              <a:gd name="connsiteX65" fmla="*/ 1379682 w 4114416"/>
              <a:gd name="connsiteY65" fmla="*/ 1744134 h 2870200"/>
              <a:gd name="connsiteX66" fmla="*/ 1422016 w 4114416"/>
              <a:gd name="connsiteY66" fmla="*/ 1879600 h 2870200"/>
              <a:gd name="connsiteX67" fmla="*/ 1455882 w 4114416"/>
              <a:gd name="connsiteY67" fmla="*/ 1947334 h 2870200"/>
              <a:gd name="connsiteX68" fmla="*/ 1472816 w 4114416"/>
              <a:gd name="connsiteY68" fmla="*/ 1938867 h 2870200"/>
              <a:gd name="connsiteX69" fmla="*/ 1515149 w 4114416"/>
              <a:gd name="connsiteY69" fmla="*/ 1803400 h 2870200"/>
              <a:gd name="connsiteX70" fmla="*/ 1574416 w 4114416"/>
              <a:gd name="connsiteY70" fmla="*/ 1651000 h 2870200"/>
              <a:gd name="connsiteX71" fmla="*/ 1582882 w 4114416"/>
              <a:gd name="connsiteY71" fmla="*/ 1591734 h 2870200"/>
              <a:gd name="connsiteX72" fmla="*/ 1608410 w 4114416"/>
              <a:gd name="connsiteY72" fmla="*/ 1462351 h 2870200"/>
              <a:gd name="connsiteX73" fmla="*/ 1633682 w 4114416"/>
              <a:gd name="connsiteY73" fmla="*/ 1524000 h 2870200"/>
              <a:gd name="connsiteX74" fmla="*/ 1659082 w 4114416"/>
              <a:gd name="connsiteY74" fmla="*/ 1490134 h 2870200"/>
              <a:gd name="connsiteX75" fmla="*/ 1684482 w 4114416"/>
              <a:gd name="connsiteY75" fmla="*/ 1388534 h 2870200"/>
              <a:gd name="connsiteX76" fmla="*/ 1732631 w 4114416"/>
              <a:gd name="connsiteY76" fmla="*/ 1294184 h 2870200"/>
              <a:gd name="connsiteX77" fmla="*/ 1794549 w 4114416"/>
              <a:gd name="connsiteY77" fmla="*/ 1176867 h 2870200"/>
              <a:gd name="connsiteX78" fmla="*/ 1831067 w 4114416"/>
              <a:gd name="connsiteY78" fmla="*/ 1238516 h 2870200"/>
              <a:gd name="connsiteX79" fmla="*/ 1853688 w 4114416"/>
              <a:gd name="connsiteY79" fmla="*/ 1323159 h 2870200"/>
              <a:gd name="connsiteX80" fmla="*/ 1887682 w 4114416"/>
              <a:gd name="connsiteY80" fmla="*/ 1422400 h 2870200"/>
              <a:gd name="connsiteX81" fmla="*/ 1938482 w 4114416"/>
              <a:gd name="connsiteY81" fmla="*/ 1600200 h 2870200"/>
              <a:gd name="connsiteX82" fmla="*/ 1978163 w 4114416"/>
              <a:gd name="connsiteY82" fmla="*/ 1762259 h 2870200"/>
              <a:gd name="connsiteX83" fmla="*/ 2006216 w 4114416"/>
              <a:gd name="connsiteY83" fmla="*/ 1498600 h 2870200"/>
              <a:gd name="connsiteX84" fmla="*/ 2023149 w 4114416"/>
              <a:gd name="connsiteY84" fmla="*/ 1464734 h 2870200"/>
              <a:gd name="connsiteX85" fmla="*/ 2031616 w 4114416"/>
              <a:gd name="connsiteY85" fmla="*/ 1439334 h 2870200"/>
              <a:gd name="connsiteX86" fmla="*/ 2067707 w 4114416"/>
              <a:gd name="connsiteY86" fmla="*/ 1908377 h 2870200"/>
              <a:gd name="connsiteX87" fmla="*/ 2082416 w 4114416"/>
              <a:gd name="connsiteY87" fmla="*/ 2032000 h 2870200"/>
              <a:gd name="connsiteX88" fmla="*/ 2090882 w 4114416"/>
              <a:gd name="connsiteY88" fmla="*/ 2150534 h 2870200"/>
              <a:gd name="connsiteX89" fmla="*/ 2099349 w 4114416"/>
              <a:gd name="connsiteY89" fmla="*/ 2489200 h 2870200"/>
              <a:gd name="connsiteX90" fmla="*/ 2133216 w 4114416"/>
              <a:gd name="connsiteY90" fmla="*/ 2421467 h 2870200"/>
              <a:gd name="connsiteX91" fmla="*/ 2175549 w 4114416"/>
              <a:gd name="connsiteY91" fmla="*/ 2319867 h 2870200"/>
              <a:gd name="connsiteX92" fmla="*/ 2192611 w 4114416"/>
              <a:gd name="connsiteY92" fmla="*/ 2271500 h 2870200"/>
              <a:gd name="connsiteX93" fmla="*/ 2212579 w 4114416"/>
              <a:gd name="connsiteY93" fmla="*/ 2206201 h 2870200"/>
              <a:gd name="connsiteX94" fmla="*/ 2251749 w 4114416"/>
              <a:gd name="connsiteY94" fmla="*/ 2514600 h 2870200"/>
              <a:gd name="connsiteX95" fmla="*/ 2277149 w 4114416"/>
              <a:gd name="connsiteY95" fmla="*/ 2565400 h 2870200"/>
              <a:gd name="connsiteX96" fmla="*/ 2285616 w 4114416"/>
              <a:gd name="connsiteY96" fmla="*/ 2489200 h 2870200"/>
              <a:gd name="connsiteX97" fmla="*/ 2302549 w 4114416"/>
              <a:gd name="connsiteY97" fmla="*/ 2421467 h 2870200"/>
              <a:gd name="connsiteX98" fmla="*/ 2311016 w 4114416"/>
              <a:gd name="connsiteY98" fmla="*/ 1718734 h 2870200"/>
              <a:gd name="connsiteX99" fmla="*/ 2336416 w 4114416"/>
              <a:gd name="connsiteY99" fmla="*/ 1811867 h 2870200"/>
              <a:gd name="connsiteX100" fmla="*/ 2361816 w 4114416"/>
              <a:gd name="connsiteY100" fmla="*/ 1871134 h 2870200"/>
              <a:gd name="connsiteX101" fmla="*/ 2395682 w 4114416"/>
              <a:gd name="connsiteY101" fmla="*/ 1972734 h 2870200"/>
              <a:gd name="connsiteX102" fmla="*/ 2404149 w 4114416"/>
              <a:gd name="connsiteY102" fmla="*/ 1574800 h 2870200"/>
              <a:gd name="connsiteX103" fmla="*/ 2429549 w 4114416"/>
              <a:gd name="connsiteY103" fmla="*/ 1236134 h 2870200"/>
              <a:gd name="connsiteX104" fmla="*/ 2446482 w 4114416"/>
              <a:gd name="connsiteY104" fmla="*/ 1092200 h 2870200"/>
              <a:gd name="connsiteX105" fmla="*/ 2454949 w 4114416"/>
              <a:gd name="connsiteY105" fmla="*/ 1066800 h 2870200"/>
              <a:gd name="connsiteX106" fmla="*/ 2463416 w 4114416"/>
              <a:gd name="connsiteY106" fmla="*/ 1092200 h 2870200"/>
              <a:gd name="connsiteX107" fmla="*/ 2488816 w 4114416"/>
              <a:gd name="connsiteY107" fmla="*/ 1227667 h 2870200"/>
              <a:gd name="connsiteX108" fmla="*/ 2514216 w 4114416"/>
              <a:gd name="connsiteY108" fmla="*/ 753534 h 2870200"/>
              <a:gd name="connsiteX109" fmla="*/ 2531149 w 4114416"/>
              <a:gd name="connsiteY109" fmla="*/ 685800 h 2870200"/>
              <a:gd name="connsiteX110" fmla="*/ 2539616 w 4114416"/>
              <a:gd name="connsiteY110" fmla="*/ 609600 h 2870200"/>
              <a:gd name="connsiteX111" fmla="*/ 2548082 w 4114416"/>
              <a:gd name="connsiteY111" fmla="*/ 558800 h 2870200"/>
              <a:gd name="connsiteX112" fmla="*/ 2565016 w 4114416"/>
              <a:gd name="connsiteY112" fmla="*/ 584200 h 2870200"/>
              <a:gd name="connsiteX113" fmla="*/ 2573482 w 4114416"/>
              <a:gd name="connsiteY113" fmla="*/ 778934 h 2870200"/>
              <a:gd name="connsiteX114" fmla="*/ 2615816 w 4114416"/>
              <a:gd name="connsiteY114" fmla="*/ 914400 h 2870200"/>
              <a:gd name="connsiteX115" fmla="*/ 2632749 w 4114416"/>
              <a:gd name="connsiteY115" fmla="*/ 973667 h 2870200"/>
              <a:gd name="connsiteX116" fmla="*/ 2649682 w 4114416"/>
              <a:gd name="connsiteY116" fmla="*/ 812800 h 2870200"/>
              <a:gd name="connsiteX117" fmla="*/ 2666616 w 4114416"/>
              <a:gd name="connsiteY117" fmla="*/ 694267 h 2870200"/>
              <a:gd name="connsiteX118" fmla="*/ 2692016 w 4114416"/>
              <a:gd name="connsiteY118" fmla="*/ 558800 h 2870200"/>
              <a:gd name="connsiteX119" fmla="*/ 2717416 w 4114416"/>
              <a:gd name="connsiteY119" fmla="*/ 321734 h 2870200"/>
              <a:gd name="connsiteX120" fmla="*/ 2734349 w 4114416"/>
              <a:gd name="connsiteY120" fmla="*/ 1058334 h 2870200"/>
              <a:gd name="connsiteX121" fmla="*/ 2760746 w 4114416"/>
              <a:gd name="connsiteY121" fmla="*/ 1023969 h 2870200"/>
              <a:gd name="connsiteX122" fmla="*/ 2810549 w 4114416"/>
              <a:gd name="connsiteY122" fmla="*/ 905934 h 2870200"/>
              <a:gd name="connsiteX123" fmla="*/ 2844416 w 4114416"/>
              <a:gd name="connsiteY123" fmla="*/ 855134 h 2870200"/>
              <a:gd name="connsiteX124" fmla="*/ 2869816 w 4114416"/>
              <a:gd name="connsiteY124" fmla="*/ 1422400 h 2870200"/>
              <a:gd name="connsiteX125" fmla="*/ 2878282 w 4114416"/>
              <a:gd name="connsiteY125" fmla="*/ 1388534 h 2870200"/>
              <a:gd name="connsiteX126" fmla="*/ 2895216 w 4114416"/>
              <a:gd name="connsiteY126" fmla="*/ 1363134 h 2870200"/>
              <a:gd name="connsiteX127" fmla="*/ 2920616 w 4114416"/>
              <a:gd name="connsiteY127" fmla="*/ 1278467 h 2870200"/>
              <a:gd name="connsiteX128" fmla="*/ 2937549 w 4114416"/>
              <a:gd name="connsiteY128" fmla="*/ 1320800 h 2870200"/>
              <a:gd name="connsiteX129" fmla="*/ 2954482 w 4114416"/>
              <a:gd name="connsiteY129" fmla="*/ 1388534 h 2870200"/>
              <a:gd name="connsiteX130" fmla="*/ 2971416 w 4114416"/>
              <a:gd name="connsiteY130" fmla="*/ 1422400 h 2870200"/>
              <a:gd name="connsiteX131" fmla="*/ 3013749 w 4114416"/>
              <a:gd name="connsiteY131" fmla="*/ 1540934 h 2870200"/>
              <a:gd name="connsiteX132" fmla="*/ 3030682 w 4114416"/>
              <a:gd name="connsiteY132" fmla="*/ 1566334 h 2870200"/>
              <a:gd name="connsiteX133" fmla="*/ 3064549 w 4114416"/>
              <a:gd name="connsiteY133" fmla="*/ 1718734 h 2870200"/>
              <a:gd name="connsiteX134" fmla="*/ 3089949 w 4114416"/>
              <a:gd name="connsiteY134" fmla="*/ 1761067 h 2870200"/>
              <a:gd name="connsiteX135" fmla="*/ 3115349 w 4114416"/>
              <a:gd name="connsiteY135" fmla="*/ 1913467 h 2870200"/>
              <a:gd name="connsiteX136" fmla="*/ 3140749 w 4114416"/>
              <a:gd name="connsiteY136" fmla="*/ 1769534 h 2870200"/>
              <a:gd name="connsiteX137" fmla="*/ 3157682 w 4114416"/>
              <a:gd name="connsiteY137" fmla="*/ 1710267 h 2870200"/>
              <a:gd name="connsiteX138" fmla="*/ 3166149 w 4114416"/>
              <a:gd name="connsiteY138" fmla="*/ 1684867 h 2870200"/>
              <a:gd name="connsiteX139" fmla="*/ 3191549 w 4114416"/>
              <a:gd name="connsiteY139" fmla="*/ 1676400 h 2870200"/>
              <a:gd name="connsiteX140" fmla="*/ 3200016 w 4114416"/>
              <a:gd name="connsiteY140" fmla="*/ 2006600 h 2870200"/>
              <a:gd name="connsiteX141" fmla="*/ 3208482 w 4114416"/>
              <a:gd name="connsiteY141" fmla="*/ 2048934 h 2870200"/>
              <a:gd name="connsiteX142" fmla="*/ 3216949 w 4114416"/>
              <a:gd name="connsiteY142" fmla="*/ 2099734 h 2870200"/>
              <a:gd name="connsiteX143" fmla="*/ 3233882 w 4114416"/>
              <a:gd name="connsiteY143" fmla="*/ 2048934 h 2870200"/>
              <a:gd name="connsiteX144" fmla="*/ 3242349 w 4114416"/>
              <a:gd name="connsiteY144" fmla="*/ 1998134 h 2870200"/>
              <a:gd name="connsiteX145" fmla="*/ 3276216 w 4114416"/>
              <a:gd name="connsiteY145" fmla="*/ 2353734 h 2870200"/>
              <a:gd name="connsiteX146" fmla="*/ 3301616 w 4114416"/>
              <a:gd name="connsiteY146" fmla="*/ 2387600 h 2870200"/>
              <a:gd name="connsiteX147" fmla="*/ 3310082 w 4114416"/>
              <a:gd name="connsiteY147" fmla="*/ 2497667 h 2870200"/>
              <a:gd name="connsiteX148" fmla="*/ 3327016 w 4114416"/>
              <a:gd name="connsiteY148" fmla="*/ 2531534 h 2870200"/>
              <a:gd name="connsiteX149" fmla="*/ 3343949 w 4114416"/>
              <a:gd name="connsiteY149" fmla="*/ 2599267 h 2870200"/>
              <a:gd name="connsiteX150" fmla="*/ 3369349 w 4114416"/>
              <a:gd name="connsiteY150" fmla="*/ 2667000 h 2870200"/>
              <a:gd name="connsiteX151" fmla="*/ 3411682 w 4114416"/>
              <a:gd name="connsiteY151" fmla="*/ 2810934 h 2870200"/>
              <a:gd name="connsiteX152" fmla="*/ 3437082 w 4114416"/>
              <a:gd name="connsiteY152" fmla="*/ 2870200 h 2870200"/>
              <a:gd name="connsiteX153" fmla="*/ 3462482 w 4114416"/>
              <a:gd name="connsiteY153" fmla="*/ 1828800 h 2870200"/>
              <a:gd name="connsiteX154" fmla="*/ 3461984 w 4114416"/>
              <a:gd name="connsiteY154" fmla="*/ 2090271 h 2870200"/>
              <a:gd name="connsiteX155" fmla="*/ 3487882 w 4114416"/>
              <a:gd name="connsiteY155" fmla="*/ 1735667 h 2870200"/>
              <a:gd name="connsiteX156" fmla="*/ 3513282 w 4114416"/>
              <a:gd name="connsiteY156" fmla="*/ 1651000 h 2870200"/>
              <a:gd name="connsiteX157" fmla="*/ 3521749 w 4114416"/>
              <a:gd name="connsiteY157" fmla="*/ 1701800 h 2870200"/>
              <a:gd name="connsiteX158" fmla="*/ 3525733 w 4114416"/>
              <a:gd name="connsiteY158" fmla="*/ 1875118 h 2870200"/>
              <a:gd name="connsiteX159" fmla="*/ 3547149 w 4114416"/>
              <a:gd name="connsiteY159" fmla="*/ 1752600 h 2870200"/>
              <a:gd name="connsiteX160" fmla="*/ 3555616 w 4114416"/>
              <a:gd name="connsiteY160" fmla="*/ 1693334 h 2870200"/>
              <a:gd name="connsiteX161" fmla="*/ 3597949 w 4114416"/>
              <a:gd name="connsiteY161" fmla="*/ 1608667 h 2870200"/>
              <a:gd name="connsiteX162" fmla="*/ 3614882 w 4114416"/>
              <a:gd name="connsiteY162" fmla="*/ 1566334 h 2870200"/>
              <a:gd name="connsiteX163" fmla="*/ 3657216 w 4114416"/>
              <a:gd name="connsiteY163" fmla="*/ 1464734 h 2870200"/>
              <a:gd name="connsiteX164" fmla="*/ 3661200 w 4114416"/>
              <a:gd name="connsiteY164" fmla="*/ 1373094 h 2870200"/>
              <a:gd name="connsiteX165" fmla="*/ 3682616 w 4114416"/>
              <a:gd name="connsiteY165" fmla="*/ 1363134 h 2870200"/>
              <a:gd name="connsiteX166" fmla="*/ 3699549 w 4114416"/>
              <a:gd name="connsiteY166" fmla="*/ 1320800 h 2870200"/>
              <a:gd name="connsiteX167" fmla="*/ 3694569 w 4114416"/>
              <a:gd name="connsiteY167" fmla="*/ 1151964 h 2870200"/>
              <a:gd name="connsiteX168" fmla="*/ 3741882 w 4114416"/>
              <a:gd name="connsiteY168" fmla="*/ 1227667 h 2870200"/>
              <a:gd name="connsiteX169" fmla="*/ 3750349 w 4114416"/>
              <a:gd name="connsiteY169" fmla="*/ 1176867 h 2870200"/>
              <a:gd name="connsiteX170" fmla="*/ 3767282 w 4114416"/>
              <a:gd name="connsiteY170" fmla="*/ 1126067 h 2870200"/>
              <a:gd name="connsiteX171" fmla="*/ 3775749 w 4114416"/>
              <a:gd name="connsiteY171" fmla="*/ 1058334 h 2870200"/>
              <a:gd name="connsiteX172" fmla="*/ 3784216 w 4114416"/>
              <a:gd name="connsiteY172" fmla="*/ 1270000 h 2870200"/>
              <a:gd name="connsiteX173" fmla="*/ 3813064 w 4114416"/>
              <a:gd name="connsiteY173" fmla="*/ 678606 h 2870200"/>
              <a:gd name="connsiteX174" fmla="*/ 3818082 w 4114416"/>
              <a:gd name="connsiteY174" fmla="*/ 558800 h 2870200"/>
              <a:gd name="connsiteX175" fmla="*/ 3835016 w 4114416"/>
              <a:gd name="connsiteY175" fmla="*/ 482600 h 2870200"/>
              <a:gd name="connsiteX176" fmla="*/ 3843482 w 4114416"/>
              <a:gd name="connsiteY176" fmla="*/ 533400 h 2870200"/>
              <a:gd name="connsiteX177" fmla="*/ 3860416 w 4114416"/>
              <a:gd name="connsiteY177" fmla="*/ 660400 h 2870200"/>
              <a:gd name="connsiteX178" fmla="*/ 3868882 w 4114416"/>
              <a:gd name="connsiteY178" fmla="*/ 702734 h 2870200"/>
              <a:gd name="connsiteX179" fmla="*/ 3885816 w 4114416"/>
              <a:gd name="connsiteY179" fmla="*/ 736600 h 2870200"/>
              <a:gd name="connsiteX180" fmla="*/ 3902749 w 4114416"/>
              <a:gd name="connsiteY180" fmla="*/ 702734 h 2870200"/>
              <a:gd name="connsiteX181" fmla="*/ 3962016 w 4114416"/>
              <a:gd name="connsiteY181" fmla="*/ 482600 h 2870200"/>
              <a:gd name="connsiteX182" fmla="*/ 3978949 w 4114416"/>
              <a:gd name="connsiteY182" fmla="*/ 457200 h 2870200"/>
              <a:gd name="connsiteX183" fmla="*/ 4004349 w 4114416"/>
              <a:gd name="connsiteY183" fmla="*/ 177800 h 2870200"/>
              <a:gd name="connsiteX184" fmla="*/ 4029749 w 4114416"/>
              <a:gd name="connsiteY184" fmla="*/ 135467 h 2870200"/>
              <a:gd name="connsiteX185" fmla="*/ 4038216 w 4114416"/>
              <a:gd name="connsiteY185" fmla="*/ 101600 h 2870200"/>
              <a:gd name="connsiteX186" fmla="*/ 4046682 w 4114416"/>
              <a:gd name="connsiteY186" fmla="*/ 76200 h 2870200"/>
              <a:gd name="connsiteX187" fmla="*/ 4055149 w 4114416"/>
              <a:gd name="connsiteY187" fmla="*/ 110067 h 2870200"/>
              <a:gd name="connsiteX188" fmla="*/ 4072082 w 4114416"/>
              <a:gd name="connsiteY188" fmla="*/ 160867 h 2870200"/>
              <a:gd name="connsiteX189" fmla="*/ 4114416 w 4114416"/>
              <a:gd name="connsiteY189" fmla="*/ 0 h 2870200"/>
              <a:gd name="connsiteX0" fmla="*/ 0 w 4114416"/>
              <a:gd name="connsiteY0" fmla="*/ 735359 h 2870200"/>
              <a:gd name="connsiteX1" fmla="*/ 22363 w 4114416"/>
              <a:gd name="connsiteY1" fmla="*/ 647092 h 2870200"/>
              <a:gd name="connsiteX2" fmla="*/ 53451 w 4114416"/>
              <a:gd name="connsiteY2" fmla="*/ 567267 h 2870200"/>
              <a:gd name="connsiteX3" fmla="*/ 61790 w 4114416"/>
              <a:gd name="connsiteY3" fmla="*/ 828517 h 2870200"/>
              <a:gd name="connsiteX4" fmla="*/ 57549 w 4114416"/>
              <a:gd name="connsiteY4" fmla="*/ 1083293 h 2870200"/>
              <a:gd name="connsiteX5" fmla="*/ 55282 w 4114416"/>
              <a:gd name="connsiteY5" fmla="*/ 1212385 h 2870200"/>
              <a:gd name="connsiteX6" fmla="*/ 69873 w 4114416"/>
              <a:gd name="connsiteY6" fmla="*/ 1401791 h 2870200"/>
              <a:gd name="connsiteX7" fmla="*/ 112335 w 4114416"/>
              <a:gd name="connsiteY7" fmla="*/ 1209517 h 2870200"/>
              <a:gd name="connsiteX8" fmla="*/ 135082 w 4114416"/>
              <a:gd name="connsiteY8" fmla="*/ 1100667 h 2870200"/>
              <a:gd name="connsiteX9" fmla="*/ 168949 w 4114416"/>
              <a:gd name="connsiteY9" fmla="*/ 999067 h 2870200"/>
              <a:gd name="connsiteX10" fmla="*/ 185882 w 4114416"/>
              <a:gd name="connsiteY10" fmla="*/ 948267 h 2870200"/>
              <a:gd name="connsiteX11" fmla="*/ 202816 w 4114416"/>
              <a:gd name="connsiteY11" fmla="*/ 1134534 h 2870200"/>
              <a:gd name="connsiteX12" fmla="*/ 219749 w 4114416"/>
              <a:gd name="connsiteY12" fmla="*/ 1464734 h 2870200"/>
              <a:gd name="connsiteX13" fmla="*/ 279016 w 4114416"/>
              <a:gd name="connsiteY13" fmla="*/ 1363134 h 2870200"/>
              <a:gd name="connsiteX14" fmla="*/ 304416 w 4114416"/>
              <a:gd name="connsiteY14" fmla="*/ 1371600 h 2870200"/>
              <a:gd name="connsiteX15" fmla="*/ 312882 w 4114416"/>
              <a:gd name="connsiteY15" fmla="*/ 2243667 h 2870200"/>
              <a:gd name="connsiteX16" fmla="*/ 338282 w 4114416"/>
              <a:gd name="connsiteY16" fmla="*/ 2201334 h 2870200"/>
              <a:gd name="connsiteX17" fmla="*/ 346749 w 4114416"/>
              <a:gd name="connsiteY17" fmla="*/ 2150534 h 2870200"/>
              <a:gd name="connsiteX18" fmla="*/ 371651 w 4114416"/>
              <a:gd name="connsiteY18" fmla="*/ 2376146 h 2870200"/>
              <a:gd name="connsiteX19" fmla="*/ 389082 w 4114416"/>
              <a:gd name="connsiteY19" fmla="*/ 2082800 h 2870200"/>
              <a:gd name="connsiteX20" fmla="*/ 414981 w 4114416"/>
              <a:gd name="connsiteY20" fmla="*/ 1792444 h 2870200"/>
              <a:gd name="connsiteX21" fmla="*/ 422949 w 4114416"/>
              <a:gd name="connsiteY21" fmla="*/ 2032000 h 2870200"/>
              <a:gd name="connsiteX22" fmla="*/ 453908 w 4114416"/>
              <a:gd name="connsiteY22" fmla="*/ 1990884 h 2870200"/>
              <a:gd name="connsiteX23" fmla="*/ 465282 w 4114416"/>
              <a:gd name="connsiteY23" fmla="*/ 1752600 h 2870200"/>
              <a:gd name="connsiteX24" fmla="*/ 490682 w 4114416"/>
              <a:gd name="connsiteY24" fmla="*/ 1651000 h 2870200"/>
              <a:gd name="connsiteX25" fmla="*/ 516082 w 4114416"/>
              <a:gd name="connsiteY25" fmla="*/ 1710267 h 2870200"/>
              <a:gd name="connsiteX26" fmla="*/ 524549 w 4114416"/>
              <a:gd name="connsiteY26" fmla="*/ 1851666 h 2870200"/>
              <a:gd name="connsiteX27" fmla="*/ 558416 w 4114416"/>
              <a:gd name="connsiteY27" fmla="*/ 1820334 h 2870200"/>
              <a:gd name="connsiteX28" fmla="*/ 583816 w 4114416"/>
              <a:gd name="connsiteY28" fmla="*/ 1938867 h 2870200"/>
              <a:gd name="connsiteX29" fmla="*/ 600749 w 4114416"/>
              <a:gd name="connsiteY29" fmla="*/ 1998134 h 2870200"/>
              <a:gd name="connsiteX30" fmla="*/ 643082 w 4114416"/>
              <a:gd name="connsiteY30" fmla="*/ 1786467 h 2870200"/>
              <a:gd name="connsiteX31" fmla="*/ 668482 w 4114416"/>
              <a:gd name="connsiteY31" fmla="*/ 1718734 h 2870200"/>
              <a:gd name="connsiteX32" fmla="*/ 685416 w 4114416"/>
              <a:gd name="connsiteY32" fmla="*/ 1617134 h 2870200"/>
              <a:gd name="connsiteX33" fmla="*/ 702349 w 4114416"/>
              <a:gd name="connsiteY33" fmla="*/ 1557867 h 2870200"/>
              <a:gd name="connsiteX34" fmla="*/ 710816 w 4114416"/>
              <a:gd name="connsiteY34" fmla="*/ 1524000 h 2870200"/>
              <a:gd name="connsiteX35" fmla="*/ 727749 w 4114416"/>
              <a:gd name="connsiteY35" fmla="*/ 1312334 h 2870200"/>
              <a:gd name="connsiteX36" fmla="*/ 744682 w 4114416"/>
              <a:gd name="connsiteY36" fmla="*/ 1380067 h 2870200"/>
              <a:gd name="connsiteX37" fmla="*/ 761616 w 4114416"/>
              <a:gd name="connsiteY37" fmla="*/ 1532467 h 2870200"/>
              <a:gd name="connsiteX38" fmla="*/ 778549 w 4114416"/>
              <a:gd name="connsiteY38" fmla="*/ 1566334 h 2870200"/>
              <a:gd name="connsiteX39" fmla="*/ 820882 w 4114416"/>
              <a:gd name="connsiteY39" fmla="*/ 1430867 h 2870200"/>
              <a:gd name="connsiteX40" fmla="*/ 854749 w 4114416"/>
              <a:gd name="connsiteY40" fmla="*/ 1388534 h 2870200"/>
              <a:gd name="connsiteX41" fmla="*/ 863216 w 4114416"/>
              <a:gd name="connsiteY41" fmla="*/ 1498600 h 2870200"/>
              <a:gd name="connsiteX42" fmla="*/ 888616 w 4114416"/>
              <a:gd name="connsiteY42" fmla="*/ 1811867 h 2870200"/>
              <a:gd name="connsiteX43" fmla="*/ 897082 w 4114416"/>
              <a:gd name="connsiteY43" fmla="*/ 1642534 h 2870200"/>
              <a:gd name="connsiteX44" fmla="*/ 930949 w 4114416"/>
              <a:gd name="connsiteY44" fmla="*/ 1557867 h 2870200"/>
              <a:gd name="connsiteX45" fmla="*/ 939416 w 4114416"/>
              <a:gd name="connsiteY45" fmla="*/ 2006600 h 2870200"/>
              <a:gd name="connsiteX46" fmla="*/ 964816 w 4114416"/>
              <a:gd name="connsiteY46" fmla="*/ 2116667 h 2870200"/>
              <a:gd name="connsiteX47" fmla="*/ 973282 w 4114416"/>
              <a:gd name="connsiteY47" fmla="*/ 1948424 h 2870200"/>
              <a:gd name="connsiteX48" fmla="*/ 990216 w 4114416"/>
              <a:gd name="connsiteY48" fmla="*/ 1794934 h 2870200"/>
              <a:gd name="connsiteX49" fmla="*/ 998682 w 4114416"/>
              <a:gd name="connsiteY49" fmla="*/ 1761067 h 2870200"/>
              <a:gd name="connsiteX50" fmla="*/ 1015616 w 4114416"/>
              <a:gd name="connsiteY50" fmla="*/ 1871134 h 2870200"/>
              <a:gd name="connsiteX51" fmla="*/ 1032549 w 4114416"/>
              <a:gd name="connsiteY51" fmla="*/ 1947334 h 2870200"/>
              <a:gd name="connsiteX52" fmla="*/ 1049482 w 4114416"/>
              <a:gd name="connsiteY52" fmla="*/ 2040467 h 2870200"/>
              <a:gd name="connsiteX53" fmla="*/ 1074882 w 4114416"/>
              <a:gd name="connsiteY53" fmla="*/ 2108200 h 2870200"/>
              <a:gd name="connsiteX54" fmla="*/ 1105586 w 4114416"/>
              <a:gd name="connsiteY54" fmla="*/ 2165034 h 2870200"/>
              <a:gd name="connsiteX55" fmla="*/ 1117344 w 4114416"/>
              <a:gd name="connsiteY55" fmla="*/ 2220675 h 2870200"/>
              <a:gd name="connsiteX56" fmla="*/ 1134149 w 4114416"/>
              <a:gd name="connsiteY56" fmla="*/ 2108200 h 2870200"/>
              <a:gd name="connsiteX57" fmla="*/ 1184949 w 4114416"/>
              <a:gd name="connsiteY57" fmla="*/ 1989667 h 2870200"/>
              <a:gd name="connsiteX58" fmla="*/ 1221851 w 4114416"/>
              <a:gd name="connsiteY58" fmla="*/ 1898967 h 2870200"/>
              <a:gd name="connsiteX59" fmla="*/ 1244216 w 4114416"/>
              <a:gd name="connsiteY59" fmla="*/ 2167467 h 2870200"/>
              <a:gd name="connsiteX60" fmla="*/ 1261149 w 4114416"/>
              <a:gd name="connsiteY60" fmla="*/ 2082800 h 2870200"/>
              <a:gd name="connsiteX61" fmla="*/ 1269616 w 4114416"/>
              <a:gd name="connsiteY61" fmla="*/ 2015067 h 2870200"/>
              <a:gd name="connsiteX62" fmla="*/ 1311949 w 4114416"/>
              <a:gd name="connsiteY62" fmla="*/ 1854200 h 2870200"/>
              <a:gd name="connsiteX63" fmla="*/ 1320416 w 4114416"/>
              <a:gd name="connsiteY63" fmla="*/ 1803400 h 2870200"/>
              <a:gd name="connsiteX64" fmla="*/ 1345816 w 4114416"/>
              <a:gd name="connsiteY64" fmla="*/ 1701800 h 2870200"/>
              <a:gd name="connsiteX65" fmla="*/ 1379682 w 4114416"/>
              <a:gd name="connsiteY65" fmla="*/ 1744134 h 2870200"/>
              <a:gd name="connsiteX66" fmla="*/ 1422016 w 4114416"/>
              <a:gd name="connsiteY66" fmla="*/ 1879600 h 2870200"/>
              <a:gd name="connsiteX67" fmla="*/ 1455882 w 4114416"/>
              <a:gd name="connsiteY67" fmla="*/ 1947334 h 2870200"/>
              <a:gd name="connsiteX68" fmla="*/ 1472816 w 4114416"/>
              <a:gd name="connsiteY68" fmla="*/ 1938867 h 2870200"/>
              <a:gd name="connsiteX69" fmla="*/ 1515149 w 4114416"/>
              <a:gd name="connsiteY69" fmla="*/ 1803400 h 2870200"/>
              <a:gd name="connsiteX70" fmla="*/ 1574416 w 4114416"/>
              <a:gd name="connsiteY70" fmla="*/ 1651000 h 2870200"/>
              <a:gd name="connsiteX71" fmla="*/ 1582882 w 4114416"/>
              <a:gd name="connsiteY71" fmla="*/ 1591734 h 2870200"/>
              <a:gd name="connsiteX72" fmla="*/ 1608410 w 4114416"/>
              <a:gd name="connsiteY72" fmla="*/ 1462351 h 2870200"/>
              <a:gd name="connsiteX73" fmla="*/ 1633682 w 4114416"/>
              <a:gd name="connsiteY73" fmla="*/ 1524000 h 2870200"/>
              <a:gd name="connsiteX74" fmla="*/ 1659082 w 4114416"/>
              <a:gd name="connsiteY74" fmla="*/ 1490134 h 2870200"/>
              <a:gd name="connsiteX75" fmla="*/ 1684482 w 4114416"/>
              <a:gd name="connsiteY75" fmla="*/ 1388534 h 2870200"/>
              <a:gd name="connsiteX76" fmla="*/ 1732631 w 4114416"/>
              <a:gd name="connsiteY76" fmla="*/ 1294184 h 2870200"/>
              <a:gd name="connsiteX77" fmla="*/ 1794549 w 4114416"/>
              <a:gd name="connsiteY77" fmla="*/ 1176867 h 2870200"/>
              <a:gd name="connsiteX78" fmla="*/ 1831067 w 4114416"/>
              <a:gd name="connsiteY78" fmla="*/ 1238516 h 2870200"/>
              <a:gd name="connsiteX79" fmla="*/ 1853688 w 4114416"/>
              <a:gd name="connsiteY79" fmla="*/ 1323159 h 2870200"/>
              <a:gd name="connsiteX80" fmla="*/ 1887682 w 4114416"/>
              <a:gd name="connsiteY80" fmla="*/ 1422400 h 2870200"/>
              <a:gd name="connsiteX81" fmla="*/ 1938482 w 4114416"/>
              <a:gd name="connsiteY81" fmla="*/ 1600200 h 2870200"/>
              <a:gd name="connsiteX82" fmla="*/ 1978163 w 4114416"/>
              <a:gd name="connsiteY82" fmla="*/ 1762259 h 2870200"/>
              <a:gd name="connsiteX83" fmla="*/ 2006216 w 4114416"/>
              <a:gd name="connsiteY83" fmla="*/ 1498600 h 2870200"/>
              <a:gd name="connsiteX84" fmla="*/ 2023149 w 4114416"/>
              <a:gd name="connsiteY84" fmla="*/ 1464734 h 2870200"/>
              <a:gd name="connsiteX85" fmla="*/ 2031616 w 4114416"/>
              <a:gd name="connsiteY85" fmla="*/ 1439334 h 2870200"/>
              <a:gd name="connsiteX86" fmla="*/ 2067707 w 4114416"/>
              <a:gd name="connsiteY86" fmla="*/ 1908377 h 2870200"/>
              <a:gd name="connsiteX87" fmla="*/ 2082416 w 4114416"/>
              <a:gd name="connsiteY87" fmla="*/ 2032000 h 2870200"/>
              <a:gd name="connsiteX88" fmla="*/ 2090882 w 4114416"/>
              <a:gd name="connsiteY88" fmla="*/ 2150534 h 2870200"/>
              <a:gd name="connsiteX89" fmla="*/ 2099349 w 4114416"/>
              <a:gd name="connsiteY89" fmla="*/ 2489200 h 2870200"/>
              <a:gd name="connsiteX90" fmla="*/ 2133216 w 4114416"/>
              <a:gd name="connsiteY90" fmla="*/ 2421467 h 2870200"/>
              <a:gd name="connsiteX91" fmla="*/ 2175549 w 4114416"/>
              <a:gd name="connsiteY91" fmla="*/ 2319867 h 2870200"/>
              <a:gd name="connsiteX92" fmla="*/ 2192611 w 4114416"/>
              <a:gd name="connsiteY92" fmla="*/ 2271500 h 2870200"/>
              <a:gd name="connsiteX93" fmla="*/ 2212579 w 4114416"/>
              <a:gd name="connsiteY93" fmla="*/ 2206201 h 2870200"/>
              <a:gd name="connsiteX94" fmla="*/ 2251749 w 4114416"/>
              <a:gd name="connsiteY94" fmla="*/ 2514600 h 2870200"/>
              <a:gd name="connsiteX95" fmla="*/ 2277149 w 4114416"/>
              <a:gd name="connsiteY95" fmla="*/ 2565400 h 2870200"/>
              <a:gd name="connsiteX96" fmla="*/ 2285616 w 4114416"/>
              <a:gd name="connsiteY96" fmla="*/ 2489200 h 2870200"/>
              <a:gd name="connsiteX97" fmla="*/ 2302549 w 4114416"/>
              <a:gd name="connsiteY97" fmla="*/ 2421467 h 2870200"/>
              <a:gd name="connsiteX98" fmla="*/ 2311016 w 4114416"/>
              <a:gd name="connsiteY98" fmla="*/ 1718734 h 2870200"/>
              <a:gd name="connsiteX99" fmla="*/ 2336416 w 4114416"/>
              <a:gd name="connsiteY99" fmla="*/ 1811867 h 2870200"/>
              <a:gd name="connsiteX100" fmla="*/ 2361816 w 4114416"/>
              <a:gd name="connsiteY100" fmla="*/ 1871134 h 2870200"/>
              <a:gd name="connsiteX101" fmla="*/ 2395682 w 4114416"/>
              <a:gd name="connsiteY101" fmla="*/ 1972734 h 2870200"/>
              <a:gd name="connsiteX102" fmla="*/ 2404149 w 4114416"/>
              <a:gd name="connsiteY102" fmla="*/ 1574800 h 2870200"/>
              <a:gd name="connsiteX103" fmla="*/ 2429549 w 4114416"/>
              <a:gd name="connsiteY103" fmla="*/ 1236134 h 2870200"/>
              <a:gd name="connsiteX104" fmla="*/ 2446482 w 4114416"/>
              <a:gd name="connsiteY104" fmla="*/ 1092200 h 2870200"/>
              <a:gd name="connsiteX105" fmla="*/ 2454949 w 4114416"/>
              <a:gd name="connsiteY105" fmla="*/ 1066800 h 2870200"/>
              <a:gd name="connsiteX106" fmla="*/ 2463416 w 4114416"/>
              <a:gd name="connsiteY106" fmla="*/ 1092200 h 2870200"/>
              <a:gd name="connsiteX107" fmla="*/ 2488816 w 4114416"/>
              <a:gd name="connsiteY107" fmla="*/ 1227667 h 2870200"/>
              <a:gd name="connsiteX108" fmla="*/ 2514216 w 4114416"/>
              <a:gd name="connsiteY108" fmla="*/ 753534 h 2870200"/>
              <a:gd name="connsiteX109" fmla="*/ 2531149 w 4114416"/>
              <a:gd name="connsiteY109" fmla="*/ 685800 h 2870200"/>
              <a:gd name="connsiteX110" fmla="*/ 2539616 w 4114416"/>
              <a:gd name="connsiteY110" fmla="*/ 609600 h 2870200"/>
              <a:gd name="connsiteX111" fmla="*/ 2548082 w 4114416"/>
              <a:gd name="connsiteY111" fmla="*/ 558800 h 2870200"/>
              <a:gd name="connsiteX112" fmla="*/ 2565016 w 4114416"/>
              <a:gd name="connsiteY112" fmla="*/ 584200 h 2870200"/>
              <a:gd name="connsiteX113" fmla="*/ 2573482 w 4114416"/>
              <a:gd name="connsiteY113" fmla="*/ 778934 h 2870200"/>
              <a:gd name="connsiteX114" fmla="*/ 2615816 w 4114416"/>
              <a:gd name="connsiteY114" fmla="*/ 914400 h 2870200"/>
              <a:gd name="connsiteX115" fmla="*/ 2632749 w 4114416"/>
              <a:gd name="connsiteY115" fmla="*/ 973667 h 2870200"/>
              <a:gd name="connsiteX116" fmla="*/ 2649682 w 4114416"/>
              <a:gd name="connsiteY116" fmla="*/ 812800 h 2870200"/>
              <a:gd name="connsiteX117" fmla="*/ 2666616 w 4114416"/>
              <a:gd name="connsiteY117" fmla="*/ 694267 h 2870200"/>
              <a:gd name="connsiteX118" fmla="*/ 2692016 w 4114416"/>
              <a:gd name="connsiteY118" fmla="*/ 558800 h 2870200"/>
              <a:gd name="connsiteX119" fmla="*/ 2717416 w 4114416"/>
              <a:gd name="connsiteY119" fmla="*/ 321734 h 2870200"/>
              <a:gd name="connsiteX120" fmla="*/ 2734349 w 4114416"/>
              <a:gd name="connsiteY120" fmla="*/ 1058334 h 2870200"/>
              <a:gd name="connsiteX121" fmla="*/ 2760746 w 4114416"/>
              <a:gd name="connsiteY121" fmla="*/ 1023969 h 2870200"/>
              <a:gd name="connsiteX122" fmla="*/ 2810549 w 4114416"/>
              <a:gd name="connsiteY122" fmla="*/ 905934 h 2870200"/>
              <a:gd name="connsiteX123" fmla="*/ 2844416 w 4114416"/>
              <a:gd name="connsiteY123" fmla="*/ 855134 h 2870200"/>
              <a:gd name="connsiteX124" fmla="*/ 2869816 w 4114416"/>
              <a:gd name="connsiteY124" fmla="*/ 1422400 h 2870200"/>
              <a:gd name="connsiteX125" fmla="*/ 2878282 w 4114416"/>
              <a:gd name="connsiteY125" fmla="*/ 1388534 h 2870200"/>
              <a:gd name="connsiteX126" fmla="*/ 2895216 w 4114416"/>
              <a:gd name="connsiteY126" fmla="*/ 1363134 h 2870200"/>
              <a:gd name="connsiteX127" fmla="*/ 2920616 w 4114416"/>
              <a:gd name="connsiteY127" fmla="*/ 1278467 h 2870200"/>
              <a:gd name="connsiteX128" fmla="*/ 2937549 w 4114416"/>
              <a:gd name="connsiteY128" fmla="*/ 1320800 h 2870200"/>
              <a:gd name="connsiteX129" fmla="*/ 2954482 w 4114416"/>
              <a:gd name="connsiteY129" fmla="*/ 1388534 h 2870200"/>
              <a:gd name="connsiteX130" fmla="*/ 2971416 w 4114416"/>
              <a:gd name="connsiteY130" fmla="*/ 1422400 h 2870200"/>
              <a:gd name="connsiteX131" fmla="*/ 3013749 w 4114416"/>
              <a:gd name="connsiteY131" fmla="*/ 1540934 h 2870200"/>
              <a:gd name="connsiteX132" fmla="*/ 3030682 w 4114416"/>
              <a:gd name="connsiteY132" fmla="*/ 1566334 h 2870200"/>
              <a:gd name="connsiteX133" fmla="*/ 3064549 w 4114416"/>
              <a:gd name="connsiteY133" fmla="*/ 1718734 h 2870200"/>
              <a:gd name="connsiteX134" fmla="*/ 3089949 w 4114416"/>
              <a:gd name="connsiteY134" fmla="*/ 1761067 h 2870200"/>
              <a:gd name="connsiteX135" fmla="*/ 3118129 w 4114416"/>
              <a:gd name="connsiteY135" fmla="*/ 1909842 h 2870200"/>
              <a:gd name="connsiteX136" fmla="*/ 3140749 w 4114416"/>
              <a:gd name="connsiteY136" fmla="*/ 1769534 h 2870200"/>
              <a:gd name="connsiteX137" fmla="*/ 3157682 w 4114416"/>
              <a:gd name="connsiteY137" fmla="*/ 1710267 h 2870200"/>
              <a:gd name="connsiteX138" fmla="*/ 3166149 w 4114416"/>
              <a:gd name="connsiteY138" fmla="*/ 1684867 h 2870200"/>
              <a:gd name="connsiteX139" fmla="*/ 3191549 w 4114416"/>
              <a:gd name="connsiteY139" fmla="*/ 1676400 h 2870200"/>
              <a:gd name="connsiteX140" fmla="*/ 3200016 w 4114416"/>
              <a:gd name="connsiteY140" fmla="*/ 2006600 h 2870200"/>
              <a:gd name="connsiteX141" fmla="*/ 3208482 w 4114416"/>
              <a:gd name="connsiteY141" fmla="*/ 2048934 h 2870200"/>
              <a:gd name="connsiteX142" fmla="*/ 3216949 w 4114416"/>
              <a:gd name="connsiteY142" fmla="*/ 2099734 h 2870200"/>
              <a:gd name="connsiteX143" fmla="*/ 3233882 w 4114416"/>
              <a:gd name="connsiteY143" fmla="*/ 2048934 h 2870200"/>
              <a:gd name="connsiteX144" fmla="*/ 3242349 w 4114416"/>
              <a:gd name="connsiteY144" fmla="*/ 1998134 h 2870200"/>
              <a:gd name="connsiteX145" fmla="*/ 3276216 w 4114416"/>
              <a:gd name="connsiteY145" fmla="*/ 2353734 h 2870200"/>
              <a:gd name="connsiteX146" fmla="*/ 3301616 w 4114416"/>
              <a:gd name="connsiteY146" fmla="*/ 2387600 h 2870200"/>
              <a:gd name="connsiteX147" fmla="*/ 3310082 w 4114416"/>
              <a:gd name="connsiteY147" fmla="*/ 2497667 h 2870200"/>
              <a:gd name="connsiteX148" fmla="*/ 3327016 w 4114416"/>
              <a:gd name="connsiteY148" fmla="*/ 2531534 h 2870200"/>
              <a:gd name="connsiteX149" fmla="*/ 3343949 w 4114416"/>
              <a:gd name="connsiteY149" fmla="*/ 2599267 h 2870200"/>
              <a:gd name="connsiteX150" fmla="*/ 3369349 w 4114416"/>
              <a:gd name="connsiteY150" fmla="*/ 2667000 h 2870200"/>
              <a:gd name="connsiteX151" fmla="*/ 3411682 w 4114416"/>
              <a:gd name="connsiteY151" fmla="*/ 2810934 h 2870200"/>
              <a:gd name="connsiteX152" fmla="*/ 3437082 w 4114416"/>
              <a:gd name="connsiteY152" fmla="*/ 2870200 h 2870200"/>
              <a:gd name="connsiteX153" fmla="*/ 3462482 w 4114416"/>
              <a:gd name="connsiteY153" fmla="*/ 1828800 h 2870200"/>
              <a:gd name="connsiteX154" fmla="*/ 3461984 w 4114416"/>
              <a:gd name="connsiteY154" fmla="*/ 2090271 h 2870200"/>
              <a:gd name="connsiteX155" fmla="*/ 3487882 w 4114416"/>
              <a:gd name="connsiteY155" fmla="*/ 1735667 h 2870200"/>
              <a:gd name="connsiteX156" fmla="*/ 3513282 w 4114416"/>
              <a:gd name="connsiteY156" fmla="*/ 1651000 h 2870200"/>
              <a:gd name="connsiteX157" fmla="*/ 3521749 w 4114416"/>
              <a:gd name="connsiteY157" fmla="*/ 1701800 h 2870200"/>
              <a:gd name="connsiteX158" fmla="*/ 3525733 w 4114416"/>
              <a:gd name="connsiteY158" fmla="*/ 1875118 h 2870200"/>
              <a:gd name="connsiteX159" fmla="*/ 3547149 w 4114416"/>
              <a:gd name="connsiteY159" fmla="*/ 1752600 h 2870200"/>
              <a:gd name="connsiteX160" fmla="*/ 3555616 w 4114416"/>
              <a:gd name="connsiteY160" fmla="*/ 1693334 h 2870200"/>
              <a:gd name="connsiteX161" fmla="*/ 3597949 w 4114416"/>
              <a:gd name="connsiteY161" fmla="*/ 1608667 h 2870200"/>
              <a:gd name="connsiteX162" fmla="*/ 3614882 w 4114416"/>
              <a:gd name="connsiteY162" fmla="*/ 1566334 h 2870200"/>
              <a:gd name="connsiteX163" fmla="*/ 3657216 w 4114416"/>
              <a:gd name="connsiteY163" fmla="*/ 1464734 h 2870200"/>
              <a:gd name="connsiteX164" fmla="*/ 3661200 w 4114416"/>
              <a:gd name="connsiteY164" fmla="*/ 1373094 h 2870200"/>
              <a:gd name="connsiteX165" fmla="*/ 3682616 w 4114416"/>
              <a:gd name="connsiteY165" fmla="*/ 1363134 h 2870200"/>
              <a:gd name="connsiteX166" fmla="*/ 3699549 w 4114416"/>
              <a:gd name="connsiteY166" fmla="*/ 1320800 h 2870200"/>
              <a:gd name="connsiteX167" fmla="*/ 3694569 w 4114416"/>
              <a:gd name="connsiteY167" fmla="*/ 1151964 h 2870200"/>
              <a:gd name="connsiteX168" fmla="*/ 3741882 w 4114416"/>
              <a:gd name="connsiteY168" fmla="*/ 1227667 h 2870200"/>
              <a:gd name="connsiteX169" fmla="*/ 3750349 w 4114416"/>
              <a:gd name="connsiteY169" fmla="*/ 1176867 h 2870200"/>
              <a:gd name="connsiteX170" fmla="*/ 3767282 w 4114416"/>
              <a:gd name="connsiteY170" fmla="*/ 1126067 h 2870200"/>
              <a:gd name="connsiteX171" fmla="*/ 3775749 w 4114416"/>
              <a:gd name="connsiteY171" fmla="*/ 1058334 h 2870200"/>
              <a:gd name="connsiteX172" fmla="*/ 3784216 w 4114416"/>
              <a:gd name="connsiteY172" fmla="*/ 1270000 h 2870200"/>
              <a:gd name="connsiteX173" fmla="*/ 3813064 w 4114416"/>
              <a:gd name="connsiteY173" fmla="*/ 678606 h 2870200"/>
              <a:gd name="connsiteX174" fmla="*/ 3818082 w 4114416"/>
              <a:gd name="connsiteY174" fmla="*/ 558800 h 2870200"/>
              <a:gd name="connsiteX175" fmla="*/ 3835016 w 4114416"/>
              <a:gd name="connsiteY175" fmla="*/ 482600 h 2870200"/>
              <a:gd name="connsiteX176" fmla="*/ 3843482 w 4114416"/>
              <a:gd name="connsiteY176" fmla="*/ 533400 h 2870200"/>
              <a:gd name="connsiteX177" fmla="*/ 3860416 w 4114416"/>
              <a:gd name="connsiteY177" fmla="*/ 660400 h 2870200"/>
              <a:gd name="connsiteX178" fmla="*/ 3868882 w 4114416"/>
              <a:gd name="connsiteY178" fmla="*/ 702734 h 2870200"/>
              <a:gd name="connsiteX179" fmla="*/ 3885816 w 4114416"/>
              <a:gd name="connsiteY179" fmla="*/ 736600 h 2870200"/>
              <a:gd name="connsiteX180" fmla="*/ 3902749 w 4114416"/>
              <a:gd name="connsiteY180" fmla="*/ 702734 h 2870200"/>
              <a:gd name="connsiteX181" fmla="*/ 3962016 w 4114416"/>
              <a:gd name="connsiteY181" fmla="*/ 482600 h 2870200"/>
              <a:gd name="connsiteX182" fmla="*/ 3978949 w 4114416"/>
              <a:gd name="connsiteY182" fmla="*/ 457200 h 2870200"/>
              <a:gd name="connsiteX183" fmla="*/ 4004349 w 4114416"/>
              <a:gd name="connsiteY183" fmla="*/ 177800 h 2870200"/>
              <a:gd name="connsiteX184" fmla="*/ 4029749 w 4114416"/>
              <a:gd name="connsiteY184" fmla="*/ 135467 h 2870200"/>
              <a:gd name="connsiteX185" fmla="*/ 4038216 w 4114416"/>
              <a:gd name="connsiteY185" fmla="*/ 101600 h 2870200"/>
              <a:gd name="connsiteX186" fmla="*/ 4046682 w 4114416"/>
              <a:gd name="connsiteY186" fmla="*/ 76200 h 2870200"/>
              <a:gd name="connsiteX187" fmla="*/ 4055149 w 4114416"/>
              <a:gd name="connsiteY187" fmla="*/ 110067 h 2870200"/>
              <a:gd name="connsiteX188" fmla="*/ 4072082 w 4114416"/>
              <a:gd name="connsiteY188" fmla="*/ 160867 h 2870200"/>
              <a:gd name="connsiteX189" fmla="*/ 4114416 w 4114416"/>
              <a:gd name="connsiteY189" fmla="*/ 0 h 2870200"/>
              <a:gd name="connsiteX0" fmla="*/ 0 w 4114416"/>
              <a:gd name="connsiteY0" fmla="*/ 735359 h 2870200"/>
              <a:gd name="connsiteX1" fmla="*/ 22363 w 4114416"/>
              <a:gd name="connsiteY1" fmla="*/ 647092 h 2870200"/>
              <a:gd name="connsiteX2" fmla="*/ 53451 w 4114416"/>
              <a:gd name="connsiteY2" fmla="*/ 567267 h 2870200"/>
              <a:gd name="connsiteX3" fmla="*/ 61790 w 4114416"/>
              <a:gd name="connsiteY3" fmla="*/ 828517 h 2870200"/>
              <a:gd name="connsiteX4" fmla="*/ 57549 w 4114416"/>
              <a:gd name="connsiteY4" fmla="*/ 1083293 h 2870200"/>
              <a:gd name="connsiteX5" fmla="*/ 55282 w 4114416"/>
              <a:gd name="connsiteY5" fmla="*/ 1212385 h 2870200"/>
              <a:gd name="connsiteX6" fmla="*/ 69873 w 4114416"/>
              <a:gd name="connsiteY6" fmla="*/ 1401791 h 2870200"/>
              <a:gd name="connsiteX7" fmla="*/ 112335 w 4114416"/>
              <a:gd name="connsiteY7" fmla="*/ 1209517 h 2870200"/>
              <a:gd name="connsiteX8" fmla="*/ 135082 w 4114416"/>
              <a:gd name="connsiteY8" fmla="*/ 1100667 h 2870200"/>
              <a:gd name="connsiteX9" fmla="*/ 168949 w 4114416"/>
              <a:gd name="connsiteY9" fmla="*/ 999067 h 2870200"/>
              <a:gd name="connsiteX10" fmla="*/ 185882 w 4114416"/>
              <a:gd name="connsiteY10" fmla="*/ 948267 h 2870200"/>
              <a:gd name="connsiteX11" fmla="*/ 202816 w 4114416"/>
              <a:gd name="connsiteY11" fmla="*/ 1134534 h 2870200"/>
              <a:gd name="connsiteX12" fmla="*/ 219749 w 4114416"/>
              <a:gd name="connsiteY12" fmla="*/ 1464734 h 2870200"/>
              <a:gd name="connsiteX13" fmla="*/ 279016 w 4114416"/>
              <a:gd name="connsiteY13" fmla="*/ 1363134 h 2870200"/>
              <a:gd name="connsiteX14" fmla="*/ 304416 w 4114416"/>
              <a:gd name="connsiteY14" fmla="*/ 1371600 h 2870200"/>
              <a:gd name="connsiteX15" fmla="*/ 312882 w 4114416"/>
              <a:gd name="connsiteY15" fmla="*/ 2243667 h 2870200"/>
              <a:gd name="connsiteX16" fmla="*/ 338282 w 4114416"/>
              <a:gd name="connsiteY16" fmla="*/ 2201334 h 2870200"/>
              <a:gd name="connsiteX17" fmla="*/ 346749 w 4114416"/>
              <a:gd name="connsiteY17" fmla="*/ 2150534 h 2870200"/>
              <a:gd name="connsiteX18" fmla="*/ 371651 w 4114416"/>
              <a:gd name="connsiteY18" fmla="*/ 2376146 h 2870200"/>
              <a:gd name="connsiteX19" fmla="*/ 389082 w 4114416"/>
              <a:gd name="connsiteY19" fmla="*/ 2082800 h 2870200"/>
              <a:gd name="connsiteX20" fmla="*/ 414981 w 4114416"/>
              <a:gd name="connsiteY20" fmla="*/ 1792444 h 2870200"/>
              <a:gd name="connsiteX21" fmla="*/ 422949 w 4114416"/>
              <a:gd name="connsiteY21" fmla="*/ 2032000 h 2870200"/>
              <a:gd name="connsiteX22" fmla="*/ 453908 w 4114416"/>
              <a:gd name="connsiteY22" fmla="*/ 1990884 h 2870200"/>
              <a:gd name="connsiteX23" fmla="*/ 465282 w 4114416"/>
              <a:gd name="connsiteY23" fmla="*/ 1752600 h 2870200"/>
              <a:gd name="connsiteX24" fmla="*/ 490682 w 4114416"/>
              <a:gd name="connsiteY24" fmla="*/ 1651000 h 2870200"/>
              <a:gd name="connsiteX25" fmla="*/ 516082 w 4114416"/>
              <a:gd name="connsiteY25" fmla="*/ 1710267 h 2870200"/>
              <a:gd name="connsiteX26" fmla="*/ 524549 w 4114416"/>
              <a:gd name="connsiteY26" fmla="*/ 1851666 h 2870200"/>
              <a:gd name="connsiteX27" fmla="*/ 558416 w 4114416"/>
              <a:gd name="connsiteY27" fmla="*/ 1820334 h 2870200"/>
              <a:gd name="connsiteX28" fmla="*/ 583816 w 4114416"/>
              <a:gd name="connsiteY28" fmla="*/ 1938867 h 2870200"/>
              <a:gd name="connsiteX29" fmla="*/ 600749 w 4114416"/>
              <a:gd name="connsiteY29" fmla="*/ 1998134 h 2870200"/>
              <a:gd name="connsiteX30" fmla="*/ 643082 w 4114416"/>
              <a:gd name="connsiteY30" fmla="*/ 1786467 h 2870200"/>
              <a:gd name="connsiteX31" fmla="*/ 668482 w 4114416"/>
              <a:gd name="connsiteY31" fmla="*/ 1718734 h 2870200"/>
              <a:gd name="connsiteX32" fmla="*/ 685416 w 4114416"/>
              <a:gd name="connsiteY32" fmla="*/ 1617134 h 2870200"/>
              <a:gd name="connsiteX33" fmla="*/ 702349 w 4114416"/>
              <a:gd name="connsiteY33" fmla="*/ 1557867 h 2870200"/>
              <a:gd name="connsiteX34" fmla="*/ 710816 w 4114416"/>
              <a:gd name="connsiteY34" fmla="*/ 1524000 h 2870200"/>
              <a:gd name="connsiteX35" fmla="*/ 727749 w 4114416"/>
              <a:gd name="connsiteY35" fmla="*/ 1312334 h 2870200"/>
              <a:gd name="connsiteX36" fmla="*/ 744682 w 4114416"/>
              <a:gd name="connsiteY36" fmla="*/ 1380067 h 2870200"/>
              <a:gd name="connsiteX37" fmla="*/ 761616 w 4114416"/>
              <a:gd name="connsiteY37" fmla="*/ 1532467 h 2870200"/>
              <a:gd name="connsiteX38" fmla="*/ 778549 w 4114416"/>
              <a:gd name="connsiteY38" fmla="*/ 1566334 h 2870200"/>
              <a:gd name="connsiteX39" fmla="*/ 820882 w 4114416"/>
              <a:gd name="connsiteY39" fmla="*/ 1430867 h 2870200"/>
              <a:gd name="connsiteX40" fmla="*/ 854749 w 4114416"/>
              <a:gd name="connsiteY40" fmla="*/ 1388534 h 2870200"/>
              <a:gd name="connsiteX41" fmla="*/ 863216 w 4114416"/>
              <a:gd name="connsiteY41" fmla="*/ 1498600 h 2870200"/>
              <a:gd name="connsiteX42" fmla="*/ 888616 w 4114416"/>
              <a:gd name="connsiteY42" fmla="*/ 1811867 h 2870200"/>
              <a:gd name="connsiteX43" fmla="*/ 897082 w 4114416"/>
              <a:gd name="connsiteY43" fmla="*/ 1642534 h 2870200"/>
              <a:gd name="connsiteX44" fmla="*/ 930949 w 4114416"/>
              <a:gd name="connsiteY44" fmla="*/ 1557867 h 2870200"/>
              <a:gd name="connsiteX45" fmla="*/ 939416 w 4114416"/>
              <a:gd name="connsiteY45" fmla="*/ 2006600 h 2870200"/>
              <a:gd name="connsiteX46" fmla="*/ 964816 w 4114416"/>
              <a:gd name="connsiteY46" fmla="*/ 2116667 h 2870200"/>
              <a:gd name="connsiteX47" fmla="*/ 973282 w 4114416"/>
              <a:gd name="connsiteY47" fmla="*/ 1948424 h 2870200"/>
              <a:gd name="connsiteX48" fmla="*/ 990216 w 4114416"/>
              <a:gd name="connsiteY48" fmla="*/ 1794934 h 2870200"/>
              <a:gd name="connsiteX49" fmla="*/ 998682 w 4114416"/>
              <a:gd name="connsiteY49" fmla="*/ 1761067 h 2870200"/>
              <a:gd name="connsiteX50" fmla="*/ 1015616 w 4114416"/>
              <a:gd name="connsiteY50" fmla="*/ 1871134 h 2870200"/>
              <a:gd name="connsiteX51" fmla="*/ 1032549 w 4114416"/>
              <a:gd name="connsiteY51" fmla="*/ 1947334 h 2870200"/>
              <a:gd name="connsiteX52" fmla="*/ 1049482 w 4114416"/>
              <a:gd name="connsiteY52" fmla="*/ 2040467 h 2870200"/>
              <a:gd name="connsiteX53" fmla="*/ 1074882 w 4114416"/>
              <a:gd name="connsiteY53" fmla="*/ 2108200 h 2870200"/>
              <a:gd name="connsiteX54" fmla="*/ 1105586 w 4114416"/>
              <a:gd name="connsiteY54" fmla="*/ 2165034 h 2870200"/>
              <a:gd name="connsiteX55" fmla="*/ 1117344 w 4114416"/>
              <a:gd name="connsiteY55" fmla="*/ 2220675 h 2870200"/>
              <a:gd name="connsiteX56" fmla="*/ 1134149 w 4114416"/>
              <a:gd name="connsiteY56" fmla="*/ 2108200 h 2870200"/>
              <a:gd name="connsiteX57" fmla="*/ 1184949 w 4114416"/>
              <a:gd name="connsiteY57" fmla="*/ 1989667 h 2870200"/>
              <a:gd name="connsiteX58" fmla="*/ 1221851 w 4114416"/>
              <a:gd name="connsiteY58" fmla="*/ 1898967 h 2870200"/>
              <a:gd name="connsiteX59" fmla="*/ 1244216 w 4114416"/>
              <a:gd name="connsiteY59" fmla="*/ 2167467 h 2870200"/>
              <a:gd name="connsiteX60" fmla="*/ 1261149 w 4114416"/>
              <a:gd name="connsiteY60" fmla="*/ 2082800 h 2870200"/>
              <a:gd name="connsiteX61" fmla="*/ 1269616 w 4114416"/>
              <a:gd name="connsiteY61" fmla="*/ 2015067 h 2870200"/>
              <a:gd name="connsiteX62" fmla="*/ 1311949 w 4114416"/>
              <a:gd name="connsiteY62" fmla="*/ 1854200 h 2870200"/>
              <a:gd name="connsiteX63" fmla="*/ 1320416 w 4114416"/>
              <a:gd name="connsiteY63" fmla="*/ 1803400 h 2870200"/>
              <a:gd name="connsiteX64" fmla="*/ 1345816 w 4114416"/>
              <a:gd name="connsiteY64" fmla="*/ 1701800 h 2870200"/>
              <a:gd name="connsiteX65" fmla="*/ 1379682 w 4114416"/>
              <a:gd name="connsiteY65" fmla="*/ 1744134 h 2870200"/>
              <a:gd name="connsiteX66" fmla="*/ 1422016 w 4114416"/>
              <a:gd name="connsiteY66" fmla="*/ 1879600 h 2870200"/>
              <a:gd name="connsiteX67" fmla="*/ 1455882 w 4114416"/>
              <a:gd name="connsiteY67" fmla="*/ 1947334 h 2870200"/>
              <a:gd name="connsiteX68" fmla="*/ 1472816 w 4114416"/>
              <a:gd name="connsiteY68" fmla="*/ 1938867 h 2870200"/>
              <a:gd name="connsiteX69" fmla="*/ 1515149 w 4114416"/>
              <a:gd name="connsiteY69" fmla="*/ 1803400 h 2870200"/>
              <a:gd name="connsiteX70" fmla="*/ 1574416 w 4114416"/>
              <a:gd name="connsiteY70" fmla="*/ 1651000 h 2870200"/>
              <a:gd name="connsiteX71" fmla="*/ 1582882 w 4114416"/>
              <a:gd name="connsiteY71" fmla="*/ 1591734 h 2870200"/>
              <a:gd name="connsiteX72" fmla="*/ 1608410 w 4114416"/>
              <a:gd name="connsiteY72" fmla="*/ 1462351 h 2870200"/>
              <a:gd name="connsiteX73" fmla="*/ 1633682 w 4114416"/>
              <a:gd name="connsiteY73" fmla="*/ 1524000 h 2870200"/>
              <a:gd name="connsiteX74" fmla="*/ 1659082 w 4114416"/>
              <a:gd name="connsiteY74" fmla="*/ 1490134 h 2870200"/>
              <a:gd name="connsiteX75" fmla="*/ 1684482 w 4114416"/>
              <a:gd name="connsiteY75" fmla="*/ 1388534 h 2870200"/>
              <a:gd name="connsiteX76" fmla="*/ 1732631 w 4114416"/>
              <a:gd name="connsiteY76" fmla="*/ 1294184 h 2870200"/>
              <a:gd name="connsiteX77" fmla="*/ 1794549 w 4114416"/>
              <a:gd name="connsiteY77" fmla="*/ 1176867 h 2870200"/>
              <a:gd name="connsiteX78" fmla="*/ 1831067 w 4114416"/>
              <a:gd name="connsiteY78" fmla="*/ 1238516 h 2870200"/>
              <a:gd name="connsiteX79" fmla="*/ 1853688 w 4114416"/>
              <a:gd name="connsiteY79" fmla="*/ 1323159 h 2870200"/>
              <a:gd name="connsiteX80" fmla="*/ 1887682 w 4114416"/>
              <a:gd name="connsiteY80" fmla="*/ 1422400 h 2870200"/>
              <a:gd name="connsiteX81" fmla="*/ 1938482 w 4114416"/>
              <a:gd name="connsiteY81" fmla="*/ 1600200 h 2870200"/>
              <a:gd name="connsiteX82" fmla="*/ 1978163 w 4114416"/>
              <a:gd name="connsiteY82" fmla="*/ 1762259 h 2870200"/>
              <a:gd name="connsiteX83" fmla="*/ 2006216 w 4114416"/>
              <a:gd name="connsiteY83" fmla="*/ 1498600 h 2870200"/>
              <a:gd name="connsiteX84" fmla="*/ 2023149 w 4114416"/>
              <a:gd name="connsiteY84" fmla="*/ 1464734 h 2870200"/>
              <a:gd name="connsiteX85" fmla="*/ 2031616 w 4114416"/>
              <a:gd name="connsiteY85" fmla="*/ 1439334 h 2870200"/>
              <a:gd name="connsiteX86" fmla="*/ 2067707 w 4114416"/>
              <a:gd name="connsiteY86" fmla="*/ 1908377 h 2870200"/>
              <a:gd name="connsiteX87" fmla="*/ 2082416 w 4114416"/>
              <a:gd name="connsiteY87" fmla="*/ 2032000 h 2870200"/>
              <a:gd name="connsiteX88" fmla="*/ 2090882 w 4114416"/>
              <a:gd name="connsiteY88" fmla="*/ 2150534 h 2870200"/>
              <a:gd name="connsiteX89" fmla="*/ 2099349 w 4114416"/>
              <a:gd name="connsiteY89" fmla="*/ 2489200 h 2870200"/>
              <a:gd name="connsiteX90" fmla="*/ 2133216 w 4114416"/>
              <a:gd name="connsiteY90" fmla="*/ 2421467 h 2870200"/>
              <a:gd name="connsiteX91" fmla="*/ 2175549 w 4114416"/>
              <a:gd name="connsiteY91" fmla="*/ 2319867 h 2870200"/>
              <a:gd name="connsiteX92" fmla="*/ 2192611 w 4114416"/>
              <a:gd name="connsiteY92" fmla="*/ 2271500 h 2870200"/>
              <a:gd name="connsiteX93" fmla="*/ 2212579 w 4114416"/>
              <a:gd name="connsiteY93" fmla="*/ 2206201 h 2870200"/>
              <a:gd name="connsiteX94" fmla="*/ 2251749 w 4114416"/>
              <a:gd name="connsiteY94" fmla="*/ 2514600 h 2870200"/>
              <a:gd name="connsiteX95" fmla="*/ 2277149 w 4114416"/>
              <a:gd name="connsiteY95" fmla="*/ 2565400 h 2870200"/>
              <a:gd name="connsiteX96" fmla="*/ 2285616 w 4114416"/>
              <a:gd name="connsiteY96" fmla="*/ 2489200 h 2870200"/>
              <a:gd name="connsiteX97" fmla="*/ 2302549 w 4114416"/>
              <a:gd name="connsiteY97" fmla="*/ 2421467 h 2870200"/>
              <a:gd name="connsiteX98" fmla="*/ 2311016 w 4114416"/>
              <a:gd name="connsiteY98" fmla="*/ 1718734 h 2870200"/>
              <a:gd name="connsiteX99" fmla="*/ 2336416 w 4114416"/>
              <a:gd name="connsiteY99" fmla="*/ 1811867 h 2870200"/>
              <a:gd name="connsiteX100" fmla="*/ 2361816 w 4114416"/>
              <a:gd name="connsiteY100" fmla="*/ 1871134 h 2870200"/>
              <a:gd name="connsiteX101" fmla="*/ 2395682 w 4114416"/>
              <a:gd name="connsiteY101" fmla="*/ 1972734 h 2870200"/>
              <a:gd name="connsiteX102" fmla="*/ 2404149 w 4114416"/>
              <a:gd name="connsiteY102" fmla="*/ 1574800 h 2870200"/>
              <a:gd name="connsiteX103" fmla="*/ 2429549 w 4114416"/>
              <a:gd name="connsiteY103" fmla="*/ 1236134 h 2870200"/>
              <a:gd name="connsiteX104" fmla="*/ 2446482 w 4114416"/>
              <a:gd name="connsiteY104" fmla="*/ 1092200 h 2870200"/>
              <a:gd name="connsiteX105" fmla="*/ 2454949 w 4114416"/>
              <a:gd name="connsiteY105" fmla="*/ 1066800 h 2870200"/>
              <a:gd name="connsiteX106" fmla="*/ 2463416 w 4114416"/>
              <a:gd name="connsiteY106" fmla="*/ 1092200 h 2870200"/>
              <a:gd name="connsiteX107" fmla="*/ 2488816 w 4114416"/>
              <a:gd name="connsiteY107" fmla="*/ 1227667 h 2870200"/>
              <a:gd name="connsiteX108" fmla="*/ 2514216 w 4114416"/>
              <a:gd name="connsiteY108" fmla="*/ 753534 h 2870200"/>
              <a:gd name="connsiteX109" fmla="*/ 2531149 w 4114416"/>
              <a:gd name="connsiteY109" fmla="*/ 685800 h 2870200"/>
              <a:gd name="connsiteX110" fmla="*/ 2539616 w 4114416"/>
              <a:gd name="connsiteY110" fmla="*/ 609600 h 2870200"/>
              <a:gd name="connsiteX111" fmla="*/ 2548082 w 4114416"/>
              <a:gd name="connsiteY111" fmla="*/ 558800 h 2870200"/>
              <a:gd name="connsiteX112" fmla="*/ 2565016 w 4114416"/>
              <a:gd name="connsiteY112" fmla="*/ 584200 h 2870200"/>
              <a:gd name="connsiteX113" fmla="*/ 2573482 w 4114416"/>
              <a:gd name="connsiteY113" fmla="*/ 778934 h 2870200"/>
              <a:gd name="connsiteX114" fmla="*/ 2615816 w 4114416"/>
              <a:gd name="connsiteY114" fmla="*/ 914400 h 2870200"/>
              <a:gd name="connsiteX115" fmla="*/ 2632749 w 4114416"/>
              <a:gd name="connsiteY115" fmla="*/ 973667 h 2870200"/>
              <a:gd name="connsiteX116" fmla="*/ 2649682 w 4114416"/>
              <a:gd name="connsiteY116" fmla="*/ 812800 h 2870200"/>
              <a:gd name="connsiteX117" fmla="*/ 2666616 w 4114416"/>
              <a:gd name="connsiteY117" fmla="*/ 694267 h 2870200"/>
              <a:gd name="connsiteX118" fmla="*/ 2692016 w 4114416"/>
              <a:gd name="connsiteY118" fmla="*/ 558800 h 2870200"/>
              <a:gd name="connsiteX119" fmla="*/ 2717416 w 4114416"/>
              <a:gd name="connsiteY119" fmla="*/ 321734 h 2870200"/>
              <a:gd name="connsiteX120" fmla="*/ 2734349 w 4114416"/>
              <a:gd name="connsiteY120" fmla="*/ 1058334 h 2870200"/>
              <a:gd name="connsiteX121" fmla="*/ 2760746 w 4114416"/>
              <a:gd name="connsiteY121" fmla="*/ 1023969 h 2870200"/>
              <a:gd name="connsiteX122" fmla="*/ 2810549 w 4114416"/>
              <a:gd name="connsiteY122" fmla="*/ 905934 h 2870200"/>
              <a:gd name="connsiteX123" fmla="*/ 2844416 w 4114416"/>
              <a:gd name="connsiteY123" fmla="*/ 855134 h 2870200"/>
              <a:gd name="connsiteX124" fmla="*/ 2869816 w 4114416"/>
              <a:gd name="connsiteY124" fmla="*/ 1422400 h 2870200"/>
              <a:gd name="connsiteX125" fmla="*/ 2878282 w 4114416"/>
              <a:gd name="connsiteY125" fmla="*/ 1388534 h 2870200"/>
              <a:gd name="connsiteX126" fmla="*/ 2895216 w 4114416"/>
              <a:gd name="connsiteY126" fmla="*/ 1363134 h 2870200"/>
              <a:gd name="connsiteX127" fmla="*/ 2920616 w 4114416"/>
              <a:gd name="connsiteY127" fmla="*/ 1278467 h 2870200"/>
              <a:gd name="connsiteX128" fmla="*/ 2937549 w 4114416"/>
              <a:gd name="connsiteY128" fmla="*/ 1320800 h 2870200"/>
              <a:gd name="connsiteX129" fmla="*/ 2954482 w 4114416"/>
              <a:gd name="connsiteY129" fmla="*/ 1388534 h 2870200"/>
              <a:gd name="connsiteX130" fmla="*/ 2971416 w 4114416"/>
              <a:gd name="connsiteY130" fmla="*/ 1422400 h 2870200"/>
              <a:gd name="connsiteX131" fmla="*/ 3013749 w 4114416"/>
              <a:gd name="connsiteY131" fmla="*/ 1540934 h 2870200"/>
              <a:gd name="connsiteX132" fmla="*/ 3030682 w 4114416"/>
              <a:gd name="connsiteY132" fmla="*/ 1566334 h 2870200"/>
              <a:gd name="connsiteX133" fmla="*/ 3064549 w 4114416"/>
              <a:gd name="connsiteY133" fmla="*/ 1718734 h 2870200"/>
              <a:gd name="connsiteX134" fmla="*/ 3089949 w 4114416"/>
              <a:gd name="connsiteY134" fmla="*/ 1761067 h 2870200"/>
              <a:gd name="connsiteX135" fmla="*/ 3118129 w 4114416"/>
              <a:gd name="connsiteY135" fmla="*/ 1909842 h 2870200"/>
              <a:gd name="connsiteX136" fmla="*/ 3140749 w 4114416"/>
              <a:gd name="connsiteY136" fmla="*/ 1769534 h 2870200"/>
              <a:gd name="connsiteX137" fmla="*/ 3157682 w 4114416"/>
              <a:gd name="connsiteY137" fmla="*/ 1710267 h 2870200"/>
              <a:gd name="connsiteX138" fmla="*/ 3166149 w 4114416"/>
              <a:gd name="connsiteY138" fmla="*/ 1684867 h 2870200"/>
              <a:gd name="connsiteX139" fmla="*/ 3191549 w 4114416"/>
              <a:gd name="connsiteY139" fmla="*/ 1676400 h 2870200"/>
              <a:gd name="connsiteX140" fmla="*/ 3200016 w 4114416"/>
              <a:gd name="connsiteY140" fmla="*/ 2006600 h 2870200"/>
              <a:gd name="connsiteX141" fmla="*/ 3208482 w 4114416"/>
              <a:gd name="connsiteY141" fmla="*/ 2048934 h 2870200"/>
              <a:gd name="connsiteX142" fmla="*/ 3216949 w 4114416"/>
              <a:gd name="connsiteY142" fmla="*/ 2099734 h 2870200"/>
              <a:gd name="connsiteX143" fmla="*/ 3233882 w 4114416"/>
              <a:gd name="connsiteY143" fmla="*/ 2048934 h 2870200"/>
              <a:gd name="connsiteX144" fmla="*/ 3242349 w 4114416"/>
              <a:gd name="connsiteY144" fmla="*/ 1998134 h 2870200"/>
              <a:gd name="connsiteX145" fmla="*/ 3276216 w 4114416"/>
              <a:gd name="connsiteY145" fmla="*/ 2353734 h 2870200"/>
              <a:gd name="connsiteX146" fmla="*/ 3301616 w 4114416"/>
              <a:gd name="connsiteY146" fmla="*/ 2387600 h 2870200"/>
              <a:gd name="connsiteX147" fmla="*/ 3310082 w 4114416"/>
              <a:gd name="connsiteY147" fmla="*/ 2497667 h 2870200"/>
              <a:gd name="connsiteX148" fmla="*/ 3327016 w 4114416"/>
              <a:gd name="connsiteY148" fmla="*/ 2531534 h 2870200"/>
              <a:gd name="connsiteX149" fmla="*/ 3343949 w 4114416"/>
              <a:gd name="connsiteY149" fmla="*/ 2599267 h 2870200"/>
              <a:gd name="connsiteX150" fmla="*/ 3331591 w 4114416"/>
              <a:gd name="connsiteY150" fmla="*/ 2723509 h 2870200"/>
              <a:gd name="connsiteX151" fmla="*/ 3411682 w 4114416"/>
              <a:gd name="connsiteY151" fmla="*/ 2810934 h 2870200"/>
              <a:gd name="connsiteX152" fmla="*/ 3437082 w 4114416"/>
              <a:gd name="connsiteY152" fmla="*/ 2870200 h 2870200"/>
              <a:gd name="connsiteX153" fmla="*/ 3462482 w 4114416"/>
              <a:gd name="connsiteY153" fmla="*/ 1828800 h 2870200"/>
              <a:gd name="connsiteX154" fmla="*/ 3461984 w 4114416"/>
              <a:gd name="connsiteY154" fmla="*/ 2090271 h 2870200"/>
              <a:gd name="connsiteX155" fmla="*/ 3487882 w 4114416"/>
              <a:gd name="connsiteY155" fmla="*/ 1735667 h 2870200"/>
              <a:gd name="connsiteX156" fmla="*/ 3513282 w 4114416"/>
              <a:gd name="connsiteY156" fmla="*/ 1651000 h 2870200"/>
              <a:gd name="connsiteX157" fmla="*/ 3521749 w 4114416"/>
              <a:gd name="connsiteY157" fmla="*/ 1701800 h 2870200"/>
              <a:gd name="connsiteX158" fmla="*/ 3525733 w 4114416"/>
              <a:gd name="connsiteY158" fmla="*/ 1875118 h 2870200"/>
              <a:gd name="connsiteX159" fmla="*/ 3547149 w 4114416"/>
              <a:gd name="connsiteY159" fmla="*/ 1752600 h 2870200"/>
              <a:gd name="connsiteX160" fmla="*/ 3555616 w 4114416"/>
              <a:gd name="connsiteY160" fmla="*/ 1693334 h 2870200"/>
              <a:gd name="connsiteX161" fmla="*/ 3597949 w 4114416"/>
              <a:gd name="connsiteY161" fmla="*/ 1608667 h 2870200"/>
              <a:gd name="connsiteX162" fmla="*/ 3614882 w 4114416"/>
              <a:gd name="connsiteY162" fmla="*/ 1566334 h 2870200"/>
              <a:gd name="connsiteX163" fmla="*/ 3657216 w 4114416"/>
              <a:gd name="connsiteY163" fmla="*/ 1464734 h 2870200"/>
              <a:gd name="connsiteX164" fmla="*/ 3661200 w 4114416"/>
              <a:gd name="connsiteY164" fmla="*/ 1373094 h 2870200"/>
              <a:gd name="connsiteX165" fmla="*/ 3682616 w 4114416"/>
              <a:gd name="connsiteY165" fmla="*/ 1363134 h 2870200"/>
              <a:gd name="connsiteX166" fmla="*/ 3699549 w 4114416"/>
              <a:gd name="connsiteY166" fmla="*/ 1320800 h 2870200"/>
              <a:gd name="connsiteX167" fmla="*/ 3694569 w 4114416"/>
              <a:gd name="connsiteY167" fmla="*/ 1151964 h 2870200"/>
              <a:gd name="connsiteX168" fmla="*/ 3741882 w 4114416"/>
              <a:gd name="connsiteY168" fmla="*/ 1227667 h 2870200"/>
              <a:gd name="connsiteX169" fmla="*/ 3750349 w 4114416"/>
              <a:gd name="connsiteY169" fmla="*/ 1176867 h 2870200"/>
              <a:gd name="connsiteX170" fmla="*/ 3767282 w 4114416"/>
              <a:gd name="connsiteY170" fmla="*/ 1126067 h 2870200"/>
              <a:gd name="connsiteX171" fmla="*/ 3775749 w 4114416"/>
              <a:gd name="connsiteY171" fmla="*/ 1058334 h 2870200"/>
              <a:gd name="connsiteX172" fmla="*/ 3784216 w 4114416"/>
              <a:gd name="connsiteY172" fmla="*/ 1270000 h 2870200"/>
              <a:gd name="connsiteX173" fmla="*/ 3813064 w 4114416"/>
              <a:gd name="connsiteY173" fmla="*/ 678606 h 2870200"/>
              <a:gd name="connsiteX174" fmla="*/ 3818082 w 4114416"/>
              <a:gd name="connsiteY174" fmla="*/ 558800 h 2870200"/>
              <a:gd name="connsiteX175" fmla="*/ 3835016 w 4114416"/>
              <a:gd name="connsiteY175" fmla="*/ 482600 h 2870200"/>
              <a:gd name="connsiteX176" fmla="*/ 3843482 w 4114416"/>
              <a:gd name="connsiteY176" fmla="*/ 533400 h 2870200"/>
              <a:gd name="connsiteX177" fmla="*/ 3860416 w 4114416"/>
              <a:gd name="connsiteY177" fmla="*/ 660400 h 2870200"/>
              <a:gd name="connsiteX178" fmla="*/ 3868882 w 4114416"/>
              <a:gd name="connsiteY178" fmla="*/ 702734 h 2870200"/>
              <a:gd name="connsiteX179" fmla="*/ 3885816 w 4114416"/>
              <a:gd name="connsiteY179" fmla="*/ 736600 h 2870200"/>
              <a:gd name="connsiteX180" fmla="*/ 3902749 w 4114416"/>
              <a:gd name="connsiteY180" fmla="*/ 702734 h 2870200"/>
              <a:gd name="connsiteX181" fmla="*/ 3962016 w 4114416"/>
              <a:gd name="connsiteY181" fmla="*/ 482600 h 2870200"/>
              <a:gd name="connsiteX182" fmla="*/ 3978949 w 4114416"/>
              <a:gd name="connsiteY182" fmla="*/ 457200 h 2870200"/>
              <a:gd name="connsiteX183" fmla="*/ 4004349 w 4114416"/>
              <a:gd name="connsiteY183" fmla="*/ 177800 h 2870200"/>
              <a:gd name="connsiteX184" fmla="*/ 4029749 w 4114416"/>
              <a:gd name="connsiteY184" fmla="*/ 135467 h 2870200"/>
              <a:gd name="connsiteX185" fmla="*/ 4038216 w 4114416"/>
              <a:gd name="connsiteY185" fmla="*/ 101600 h 2870200"/>
              <a:gd name="connsiteX186" fmla="*/ 4046682 w 4114416"/>
              <a:gd name="connsiteY186" fmla="*/ 76200 h 2870200"/>
              <a:gd name="connsiteX187" fmla="*/ 4055149 w 4114416"/>
              <a:gd name="connsiteY187" fmla="*/ 110067 h 2870200"/>
              <a:gd name="connsiteX188" fmla="*/ 4072082 w 4114416"/>
              <a:gd name="connsiteY188" fmla="*/ 160867 h 2870200"/>
              <a:gd name="connsiteX189" fmla="*/ 4114416 w 4114416"/>
              <a:gd name="connsiteY189" fmla="*/ 0 h 2870200"/>
              <a:gd name="connsiteX0" fmla="*/ 0 w 4114416"/>
              <a:gd name="connsiteY0" fmla="*/ 735359 h 2870200"/>
              <a:gd name="connsiteX1" fmla="*/ 22363 w 4114416"/>
              <a:gd name="connsiteY1" fmla="*/ 647092 h 2870200"/>
              <a:gd name="connsiteX2" fmla="*/ 53451 w 4114416"/>
              <a:gd name="connsiteY2" fmla="*/ 567267 h 2870200"/>
              <a:gd name="connsiteX3" fmla="*/ 61790 w 4114416"/>
              <a:gd name="connsiteY3" fmla="*/ 828517 h 2870200"/>
              <a:gd name="connsiteX4" fmla="*/ 57549 w 4114416"/>
              <a:gd name="connsiteY4" fmla="*/ 1083293 h 2870200"/>
              <a:gd name="connsiteX5" fmla="*/ 55282 w 4114416"/>
              <a:gd name="connsiteY5" fmla="*/ 1212385 h 2870200"/>
              <a:gd name="connsiteX6" fmla="*/ 69873 w 4114416"/>
              <a:gd name="connsiteY6" fmla="*/ 1401791 h 2870200"/>
              <a:gd name="connsiteX7" fmla="*/ 112335 w 4114416"/>
              <a:gd name="connsiteY7" fmla="*/ 1209517 h 2870200"/>
              <a:gd name="connsiteX8" fmla="*/ 135082 w 4114416"/>
              <a:gd name="connsiteY8" fmla="*/ 1100667 h 2870200"/>
              <a:gd name="connsiteX9" fmla="*/ 168949 w 4114416"/>
              <a:gd name="connsiteY9" fmla="*/ 999067 h 2870200"/>
              <a:gd name="connsiteX10" fmla="*/ 185882 w 4114416"/>
              <a:gd name="connsiteY10" fmla="*/ 948267 h 2870200"/>
              <a:gd name="connsiteX11" fmla="*/ 202816 w 4114416"/>
              <a:gd name="connsiteY11" fmla="*/ 1134534 h 2870200"/>
              <a:gd name="connsiteX12" fmla="*/ 219749 w 4114416"/>
              <a:gd name="connsiteY12" fmla="*/ 1464734 h 2870200"/>
              <a:gd name="connsiteX13" fmla="*/ 279016 w 4114416"/>
              <a:gd name="connsiteY13" fmla="*/ 1363134 h 2870200"/>
              <a:gd name="connsiteX14" fmla="*/ 304416 w 4114416"/>
              <a:gd name="connsiteY14" fmla="*/ 1371600 h 2870200"/>
              <a:gd name="connsiteX15" fmla="*/ 312882 w 4114416"/>
              <a:gd name="connsiteY15" fmla="*/ 2243667 h 2870200"/>
              <a:gd name="connsiteX16" fmla="*/ 338282 w 4114416"/>
              <a:gd name="connsiteY16" fmla="*/ 2201334 h 2870200"/>
              <a:gd name="connsiteX17" fmla="*/ 346749 w 4114416"/>
              <a:gd name="connsiteY17" fmla="*/ 2150534 h 2870200"/>
              <a:gd name="connsiteX18" fmla="*/ 371651 w 4114416"/>
              <a:gd name="connsiteY18" fmla="*/ 2376146 h 2870200"/>
              <a:gd name="connsiteX19" fmla="*/ 389082 w 4114416"/>
              <a:gd name="connsiteY19" fmla="*/ 2082800 h 2870200"/>
              <a:gd name="connsiteX20" fmla="*/ 414981 w 4114416"/>
              <a:gd name="connsiteY20" fmla="*/ 1792444 h 2870200"/>
              <a:gd name="connsiteX21" fmla="*/ 422949 w 4114416"/>
              <a:gd name="connsiteY21" fmla="*/ 2032000 h 2870200"/>
              <a:gd name="connsiteX22" fmla="*/ 453908 w 4114416"/>
              <a:gd name="connsiteY22" fmla="*/ 1990884 h 2870200"/>
              <a:gd name="connsiteX23" fmla="*/ 465282 w 4114416"/>
              <a:gd name="connsiteY23" fmla="*/ 1752600 h 2870200"/>
              <a:gd name="connsiteX24" fmla="*/ 490682 w 4114416"/>
              <a:gd name="connsiteY24" fmla="*/ 1651000 h 2870200"/>
              <a:gd name="connsiteX25" fmla="*/ 516082 w 4114416"/>
              <a:gd name="connsiteY25" fmla="*/ 1710267 h 2870200"/>
              <a:gd name="connsiteX26" fmla="*/ 524549 w 4114416"/>
              <a:gd name="connsiteY26" fmla="*/ 1851666 h 2870200"/>
              <a:gd name="connsiteX27" fmla="*/ 558416 w 4114416"/>
              <a:gd name="connsiteY27" fmla="*/ 1820334 h 2870200"/>
              <a:gd name="connsiteX28" fmla="*/ 583816 w 4114416"/>
              <a:gd name="connsiteY28" fmla="*/ 1938867 h 2870200"/>
              <a:gd name="connsiteX29" fmla="*/ 600749 w 4114416"/>
              <a:gd name="connsiteY29" fmla="*/ 1998134 h 2870200"/>
              <a:gd name="connsiteX30" fmla="*/ 643082 w 4114416"/>
              <a:gd name="connsiteY30" fmla="*/ 1786467 h 2870200"/>
              <a:gd name="connsiteX31" fmla="*/ 668482 w 4114416"/>
              <a:gd name="connsiteY31" fmla="*/ 1718734 h 2870200"/>
              <a:gd name="connsiteX32" fmla="*/ 685416 w 4114416"/>
              <a:gd name="connsiteY32" fmla="*/ 1617134 h 2870200"/>
              <a:gd name="connsiteX33" fmla="*/ 702349 w 4114416"/>
              <a:gd name="connsiteY33" fmla="*/ 1557867 h 2870200"/>
              <a:gd name="connsiteX34" fmla="*/ 710816 w 4114416"/>
              <a:gd name="connsiteY34" fmla="*/ 1524000 h 2870200"/>
              <a:gd name="connsiteX35" fmla="*/ 727749 w 4114416"/>
              <a:gd name="connsiteY35" fmla="*/ 1312334 h 2870200"/>
              <a:gd name="connsiteX36" fmla="*/ 744682 w 4114416"/>
              <a:gd name="connsiteY36" fmla="*/ 1380067 h 2870200"/>
              <a:gd name="connsiteX37" fmla="*/ 761616 w 4114416"/>
              <a:gd name="connsiteY37" fmla="*/ 1532467 h 2870200"/>
              <a:gd name="connsiteX38" fmla="*/ 778549 w 4114416"/>
              <a:gd name="connsiteY38" fmla="*/ 1566334 h 2870200"/>
              <a:gd name="connsiteX39" fmla="*/ 820882 w 4114416"/>
              <a:gd name="connsiteY39" fmla="*/ 1430867 h 2870200"/>
              <a:gd name="connsiteX40" fmla="*/ 854749 w 4114416"/>
              <a:gd name="connsiteY40" fmla="*/ 1388534 h 2870200"/>
              <a:gd name="connsiteX41" fmla="*/ 863216 w 4114416"/>
              <a:gd name="connsiteY41" fmla="*/ 1498600 h 2870200"/>
              <a:gd name="connsiteX42" fmla="*/ 888616 w 4114416"/>
              <a:gd name="connsiteY42" fmla="*/ 1811867 h 2870200"/>
              <a:gd name="connsiteX43" fmla="*/ 897082 w 4114416"/>
              <a:gd name="connsiteY43" fmla="*/ 1642534 h 2870200"/>
              <a:gd name="connsiteX44" fmla="*/ 930949 w 4114416"/>
              <a:gd name="connsiteY44" fmla="*/ 1557867 h 2870200"/>
              <a:gd name="connsiteX45" fmla="*/ 939416 w 4114416"/>
              <a:gd name="connsiteY45" fmla="*/ 2006600 h 2870200"/>
              <a:gd name="connsiteX46" fmla="*/ 964816 w 4114416"/>
              <a:gd name="connsiteY46" fmla="*/ 2116667 h 2870200"/>
              <a:gd name="connsiteX47" fmla="*/ 973282 w 4114416"/>
              <a:gd name="connsiteY47" fmla="*/ 1948424 h 2870200"/>
              <a:gd name="connsiteX48" fmla="*/ 990216 w 4114416"/>
              <a:gd name="connsiteY48" fmla="*/ 1794934 h 2870200"/>
              <a:gd name="connsiteX49" fmla="*/ 998682 w 4114416"/>
              <a:gd name="connsiteY49" fmla="*/ 1761067 h 2870200"/>
              <a:gd name="connsiteX50" fmla="*/ 1015616 w 4114416"/>
              <a:gd name="connsiteY50" fmla="*/ 1871134 h 2870200"/>
              <a:gd name="connsiteX51" fmla="*/ 1032549 w 4114416"/>
              <a:gd name="connsiteY51" fmla="*/ 1947334 h 2870200"/>
              <a:gd name="connsiteX52" fmla="*/ 1049482 w 4114416"/>
              <a:gd name="connsiteY52" fmla="*/ 2040467 h 2870200"/>
              <a:gd name="connsiteX53" fmla="*/ 1074882 w 4114416"/>
              <a:gd name="connsiteY53" fmla="*/ 2108200 h 2870200"/>
              <a:gd name="connsiteX54" fmla="*/ 1105586 w 4114416"/>
              <a:gd name="connsiteY54" fmla="*/ 2165034 h 2870200"/>
              <a:gd name="connsiteX55" fmla="*/ 1117344 w 4114416"/>
              <a:gd name="connsiteY55" fmla="*/ 2220675 h 2870200"/>
              <a:gd name="connsiteX56" fmla="*/ 1134149 w 4114416"/>
              <a:gd name="connsiteY56" fmla="*/ 2108200 h 2870200"/>
              <a:gd name="connsiteX57" fmla="*/ 1184949 w 4114416"/>
              <a:gd name="connsiteY57" fmla="*/ 1989667 h 2870200"/>
              <a:gd name="connsiteX58" fmla="*/ 1221851 w 4114416"/>
              <a:gd name="connsiteY58" fmla="*/ 1898967 h 2870200"/>
              <a:gd name="connsiteX59" fmla="*/ 1244216 w 4114416"/>
              <a:gd name="connsiteY59" fmla="*/ 2167467 h 2870200"/>
              <a:gd name="connsiteX60" fmla="*/ 1261149 w 4114416"/>
              <a:gd name="connsiteY60" fmla="*/ 2082800 h 2870200"/>
              <a:gd name="connsiteX61" fmla="*/ 1269616 w 4114416"/>
              <a:gd name="connsiteY61" fmla="*/ 2015067 h 2870200"/>
              <a:gd name="connsiteX62" fmla="*/ 1311949 w 4114416"/>
              <a:gd name="connsiteY62" fmla="*/ 1854200 h 2870200"/>
              <a:gd name="connsiteX63" fmla="*/ 1320416 w 4114416"/>
              <a:gd name="connsiteY63" fmla="*/ 1803400 h 2870200"/>
              <a:gd name="connsiteX64" fmla="*/ 1345816 w 4114416"/>
              <a:gd name="connsiteY64" fmla="*/ 1701800 h 2870200"/>
              <a:gd name="connsiteX65" fmla="*/ 1379682 w 4114416"/>
              <a:gd name="connsiteY65" fmla="*/ 1744134 h 2870200"/>
              <a:gd name="connsiteX66" fmla="*/ 1422016 w 4114416"/>
              <a:gd name="connsiteY66" fmla="*/ 1879600 h 2870200"/>
              <a:gd name="connsiteX67" fmla="*/ 1455882 w 4114416"/>
              <a:gd name="connsiteY67" fmla="*/ 1947334 h 2870200"/>
              <a:gd name="connsiteX68" fmla="*/ 1472816 w 4114416"/>
              <a:gd name="connsiteY68" fmla="*/ 1938867 h 2870200"/>
              <a:gd name="connsiteX69" fmla="*/ 1515149 w 4114416"/>
              <a:gd name="connsiteY69" fmla="*/ 1803400 h 2870200"/>
              <a:gd name="connsiteX70" fmla="*/ 1574416 w 4114416"/>
              <a:gd name="connsiteY70" fmla="*/ 1651000 h 2870200"/>
              <a:gd name="connsiteX71" fmla="*/ 1582882 w 4114416"/>
              <a:gd name="connsiteY71" fmla="*/ 1591734 h 2870200"/>
              <a:gd name="connsiteX72" fmla="*/ 1608410 w 4114416"/>
              <a:gd name="connsiteY72" fmla="*/ 1462351 h 2870200"/>
              <a:gd name="connsiteX73" fmla="*/ 1633682 w 4114416"/>
              <a:gd name="connsiteY73" fmla="*/ 1524000 h 2870200"/>
              <a:gd name="connsiteX74" fmla="*/ 1659082 w 4114416"/>
              <a:gd name="connsiteY74" fmla="*/ 1490134 h 2870200"/>
              <a:gd name="connsiteX75" fmla="*/ 1684482 w 4114416"/>
              <a:gd name="connsiteY75" fmla="*/ 1388534 h 2870200"/>
              <a:gd name="connsiteX76" fmla="*/ 1732631 w 4114416"/>
              <a:gd name="connsiteY76" fmla="*/ 1294184 h 2870200"/>
              <a:gd name="connsiteX77" fmla="*/ 1794549 w 4114416"/>
              <a:gd name="connsiteY77" fmla="*/ 1176867 h 2870200"/>
              <a:gd name="connsiteX78" fmla="*/ 1831067 w 4114416"/>
              <a:gd name="connsiteY78" fmla="*/ 1238516 h 2870200"/>
              <a:gd name="connsiteX79" fmla="*/ 1853688 w 4114416"/>
              <a:gd name="connsiteY79" fmla="*/ 1323159 h 2870200"/>
              <a:gd name="connsiteX80" fmla="*/ 1887682 w 4114416"/>
              <a:gd name="connsiteY80" fmla="*/ 1422400 h 2870200"/>
              <a:gd name="connsiteX81" fmla="*/ 1938482 w 4114416"/>
              <a:gd name="connsiteY81" fmla="*/ 1600200 h 2870200"/>
              <a:gd name="connsiteX82" fmla="*/ 1978163 w 4114416"/>
              <a:gd name="connsiteY82" fmla="*/ 1762259 h 2870200"/>
              <a:gd name="connsiteX83" fmla="*/ 2006216 w 4114416"/>
              <a:gd name="connsiteY83" fmla="*/ 1498600 h 2870200"/>
              <a:gd name="connsiteX84" fmla="*/ 2023149 w 4114416"/>
              <a:gd name="connsiteY84" fmla="*/ 1464734 h 2870200"/>
              <a:gd name="connsiteX85" fmla="*/ 2031616 w 4114416"/>
              <a:gd name="connsiteY85" fmla="*/ 1439334 h 2870200"/>
              <a:gd name="connsiteX86" fmla="*/ 2067707 w 4114416"/>
              <a:gd name="connsiteY86" fmla="*/ 1908377 h 2870200"/>
              <a:gd name="connsiteX87" fmla="*/ 2082416 w 4114416"/>
              <a:gd name="connsiteY87" fmla="*/ 2032000 h 2870200"/>
              <a:gd name="connsiteX88" fmla="*/ 2090882 w 4114416"/>
              <a:gd name="connsiteY88" fmla="*/ 2150534 h 2870200"/>
              <a:gd name="connsiteX89" fmla="*/ 2099349 w 4114416"/>
              <a:gd name="connsiteY89" fmla="*/ 2489200 h 2870200"/>
              <a:gd name="connsiteX90" fmla="*/ 2133216 w 4114416"/>
              <a:gd name="connsiteY90" fmla="*/ 2421467 h 2870200"/>
              <a:gd name="connsiteX91" fmla="*/ 2175549 w 4114416"/>
              <a:gd name="connsiteY91" fmla="*/ 2319867 h 2870200"/>
              <a:gd name="connsiteX92" fmla="*/ 2192611 w 4114416"/>
              <a:gd name="connsiteY92" fmla="*/ 2271500 h 2870200"/>
              <a:gd name="connsiteX93" fmla="*/ 2212579 w 4114416"/>
              <a:gd name="connsiteY93" fmla="*/ 2206201 h 2870200"/>
              <a:gd name="connsiteX94" fmla="*/ 2251749 w 4114416"/>
              <a:gd name="connsiteY94" fmla="*/ 2514600 h 2870200"/>
              <a:gd name="connsiteX95" fmla="*/ 2277149 w 4114416"/>
              <a:gd name="connsiteY95" fmla="*/ 2565400 h 2870200"/>
              <a:gd name="connsiteX96" fmla="*/ 2285616 w 4114416"/>
              <a:gd name="connsiteY96" fmla="*/ 2489200 h 2870200"/>
              <a:gd name="connsiteX97" fmla="*/ 2302549 w 4114416"/>
              <a:gd name="connsiteY97" fmla="*/ 2421467 h 2870200"/>
              <a:gd name="connsiteX98" fmla="*/ 2311016 w 4114416"/>
              <a:gd name="connsiteY98" fmla="*/ 1718734 h 2870200"/>
              <a:gd name="connsiteX99" fmla="*/ 2336416 w 4114416"/>
              <a:gd name="connsiteY99" fmla="*/ 1811867 h 2870200"/>
              <a:gd name="connsiteX100" fmla="*/ 2361816 w 4114416"/>
              <a:gd name="connsiteY100" fmla="*/ 1871134 h 2870200"/>
              <a:gd name="connsiteX101" fmla="*/ 2395682 w 4114416"/>
              <a:gd name="connsiteY101" fmla="*/ 1972734 h 2870200"/>
              <a:gd name="connsiteX102" fmla="*/ 2404149 w 4114416"/>
              <a:gd name="connsiteY102" fmla="*/ 1574800 h 2870200"/>
              <a:gd name="connsiteX103" fmla="*/ 2429549 w 4114416"/>
              <a:gd name="connsiteY103" fmla="*/ 1236134 h 2870200"/>
              <a:gd name="connsiteX104" fmla="*/ 2446482 w 4114416"/>
              <a:gd name="connsiteY104" fmla="*/ 1092200 h 2870200"/>
              <a:gd name="connsiteX105" fmla="*/ 2454949 w 4114416"/>
              <a:gd name="connsiteY105" fmla="*/ 1066800 h 2870200"/>
              <a:gd name="connsiteX106" fmla="*/ 2463416 w 4114416"/>
              <a:gd name="connsiteY106" fmla="*/ 1092200 h 2870200"/>
              <a:gd name="connsiteX107" fmla="*/ 2488816 w 4114416"/>
              <a:gd name="connsiteY107" fmla="*/ 1227667 h 2870200"/>
              <a:gd name="connsiteX108" fmla="*/ 2514216 w 4114416"/>
              <a:gd name="connsiteY108" fmla="*/ 753534 h 2870200"/>
              <a:gd name="connsiteX109" fmla="*/ 2531149 w 4114416"/>
              <a:gd name="connsiteY109" fmla="*/ 685800 h 2870200"/>
              <a:gd name="connsiteX110" fmla="*/ 2539616 w 4114416"/>
              <a:gd name="connsiteY110" fmla="*/ 609600 h 2870200"/>
              <a:gd name="connsiteX111" fmla="*/ 2548082 w 4114416"/>
              <a:gd name="connsiteY111" fmla="*/ 558800 h 2870200"/>
              <a:gd name="connsiteX112" fmla="*/ 2565016 w 4114416"/>
              <a:gd name="connsiteY112" fmla="*/ 584200 h 2870200"/>
              <a:gd name="connsiteX113" fmla="*/ 2573482 w 4114416"/>
              <a:gd name="connsiteY113" fmla="*/ 778934 h 2870200"/>
              <a:gd name="connsiteX114" fmla="*/ 2615816 w 4114416"/>
              <a:gd name="connsiteY114" fmla="*/ 914400 h 2870200"/>
              <a:gd name="connsiteX115" fmla="*/ 2632749 w 4114416"/>
              <a:gd name="connsiteY115" fmla="*/ 973667 h 2870200"/>
              <a:gd name="connsiteX116" fmla="*/ 2649682 w 4114416"/>
              <a:gd name="connsiteY116" fmla="*/ 812800 h 2870200"/>
              <a:gd name="connsiteX117" fmla="*/ 2666616 w 4114416"/>
              <a:gd name="connsiteY117" fmla="*/ 694267 h 2870200"/>
              <a:gd name="connsiteX118" fmla="*/ 2692016 w 4114416"/>
              <a:gd name="connsiteY118" fmla="*/ 558800 h 2870200"/>
              <a:gd name="connsiteX119" fmla="*/ 2717416 w 4114416"/>
              <a:gd name="connsiteY119" fmla="*/ 321734 h 2870200"/>
              <a:gd name="connsiteX120" fmla="*/ 2734349 w 4114416"/>
              <a:gd name="connsiteY120" fmla="*/ 1058334 h 2870200"/>
              <a:gd name="connsiteX121" fmla="*/ 2760746 w 4114416"/>
              <a:gd name="connsiteY121" fmla="*/ 1023969 h 2870200"/>
              <a:gd name="connsiteX122" fmla="*/ 2810549 w 4114416"/>
              <a:gd name="connsiteY122" fmla="*/ 905934 h 2870200"/>
              <a:gd name="connsiteX123" fmla="*/ 2844416 w 4114416"/>
              <a:gd name="connsiteY123" fmla="*/ 855134 h 2870200"/>
              <a:gd name="connsiteX124" fmla="*/ 2869816 w 4114416"/>
              <a:gd name="connsiteY124" fmla="*/ 1422400 h 2870200"/>
              <a:gd name="connsiteX125" fmla="*/ 2878282 w 4114416"/>
              <a:gd name="connsiteY125" fmla="*/ 1388534 h 2870200"/>
              <a:gd name="connsiteX126" fmla="*/ 2895216 w 4114416"/>
              <a:gd name="connsiteY126" fmla="*/ 1363134 h 2870200"/>
              <a:gd name="connsiteX127" fmla="*/ 2920616 w 4114416"/>
              <a:gd name="connsiteY127" fmla="*/ 1278467 h 2870200"/>
              <a:gd name="connsiteX128" fmla="*/ 2937549 w 4114416"/>
              <a:gd name="connsiteY128" fmla="*/ 1320800 h 2870200"/>
              <a:gd name="connsiteX129" fmla="*/ 2954482 w 4114416"/>
              <a:gd name="connsiteY129" fmla="*/ 1388534 h 2870200"/>
              <a:gd name="connsiteX130" fmla="*/ 2971416 w 4114416"/>
              <a:gd name="connsiteY130" fmla="*/ 1422400 h 2870200"/>
              <a:gd name="connsiteX131" fmla="*/ 3013749 w 4114416"/>
              <a:gd name="connsiteY131" fmla="*/ 1540934 h 2870200"/>
              <a:gd name="connsiteX132" fmla="*/ 3030682 w 4114416"/>
              <a:gd name="connsiteY132" fmla="*/ 1566334 h 2870200"/>
              <a:gd name="connsiteX133" fmla="*/ 3064549 w 4114416"/>
              <a:gd name="connsiteY133" fmla="*/ 1718734 h 2870200"/>
              <a:gd name="connsiteX134" fmla="*/ 3089949 w 4114416"/>
              <a:gd name="connsiteY134" fmla="*/ 1761067 h 2870200"/>
              <a:gd name="connsiteX135" fmla="*/ 3118129 w 4114416"/>
              <a:gd name="connsiteY135" fmla="*/ 1909842 h 2870200"/>
              <a:gd name="connsiteX136" fmla="*/ 3140749 w 4114416"/>
              <a:gd name="connsiteY136" fmla="*/ 1769534 h 2870200"/>
              <a:gd name="connsiteX137" fmla="*/ 3157682 w 4114416"/>
              <a:gd name="connsiteY137" fmla="*/ 1710267 h 2870200"/>
              <a:gd name="connsiteX138" fmla="*/ 3166149 w 4114416"/>
              <a:gd name="connsiteY138" fmla="*/ 1684867 h 2870200"/>
              <a:gd name="connsiteX139" fmla="*/ 3191549 w 4114416"/>
              <a:gd name="connsiteY139" fmla="*/ 1676400 h 2870200"/>
              <a:gd name="connsiteX140" fmla="*/ 3200016 w 4114416"/>
              <a:gd name="connsiteY140" fmla="*/ 2006600 h 2870200"/>
              <a:gd name="connsiteX141" fmla="*/ 3208482 w 4114416"/>
              <a:gd name="connsiteY141" fmla="*/ 2048934 h 2870200"/>
              <a:gd name="connsiteX142" fmla="*/ 3216949 w 4114416"/>
              <a:gd name="connsiteY142" fmla="*/ 2099734 h 2870200"/>
              <a:gd name="connsiteX143" fmla="*/ 3233882 w 4114416"/>
              <a:gd name="connsiteY143" fmla="*/ 2048934 h 2870200"/>
              <a:gd name="connsiteX144" fmla="*/ 3242349 w 4114416"/>
              <a:gd name="connsiteY144" fmla="*/ 1998134 h 2870200"/>
              <a:gd name="connsiteX145" fmla="*/ 3276216 w 4114416"/>
              <a:gd name="connsiteY145" fmla="*/ 2353734 h 2870200"/>
              <a:gd name="connsiteX146" fmla="*/ 3301616 w 4114416"/>
              <a:gd name="connsiteY146" fmla="*/ 2387600 h 2870200"/>
              <a:gd name="connsiteX147" fmla="*/ 3310082 w 4114416"/>
              <a:gd name="connsiteY147" fmla="*/ 2497667 h 2870200"/>
              <a:gd name="connsiteX148" fmla="*/ 3327016 w 4114416"/>
              <a:gd name="connsiteY148" fmla="*/ 2531534 h 2870200"/>
              <a:gd name="connsiteX149" fmla="*/ 3298638 w 4114416"/>
              <a:gd name="connsiteY149" fmla="*/ 2608686 h 2870200"/>
              <a:gd name="connsiteX150" fmla="*/ 3331591 w 4114416"/>
              <a:gd name="connsiteY150" fmla="*/ 2723509 h 2870200"/>
              <a:gd name="connsiteX151" fmla="*/ 3411682 w 4114416"/>
              <a:gd name="connsiteY151" fmla="*/ 2810934 h 2870200"/>
              <a:gd name="connsiteX152" fmla="*/ 3437082 w 4114416"/>
              <a:gd name="connsiteY152" fmla="*/ 2870200 h 2870200"/>
              <a:gd name="connsiteX153" fmla="*/ 3462482 w 4114416"/>
              <a:gd name="connsiteY153" fmla="*/ 1828800 h 2870200"/>
              <a:gd name="connsiteX154" fmla="*/ 3461984 w 4114416"/>
              <a:gd name="connsiteY154" fmla="*/ 2090271 h 2870200"/>
              <a:gd name="connsiteX155" fmla="*/ 3487882 w 4114416"/>
              <a:gd name="connsiteY155" fmla="*/ 1735667 h 2870200"/>
              <a:gd name="connsiteX156" fmla="*/ 3513282 w 4114416"/>
              <a:gd name="connsiteY156" fmla="*/ 1651000 h 2870200"/>
              <a:gd name="connsiteX157" fmla="*/ 3521749 w 4114416"/>
              <a:gd name="connsiteY157" fmla="*/ 1701800 h 2870200"/>
              <a:gd name="connsiteX158" fmla="*/ 3525733 w 4114416"/>
              <a:gd name="connsiteY158" fmla="*/ 1875118 h 2870200"/>
              <a:gd name="connsiteX159" fmla="*/ 3547149 w 4114416"/>
              <a:gd name="connsiteY159" fmla="*/ 1752600 h 2870200"/>
              <a:gd name="connsiteX160" fmla="*/ 3555616 w 4114416"/>
              <a:gd name="connsiteY160" fmla="*/ 1693334 h 2870200"/>
              <a:gd name="connsiteX161" fmla="*/ 3597949 w 4114416"/>
              <a:gd name="connsiteY161" fmla="*/ 1608667 h 2870200"/>
              <a:gd name="connsiteX162" fmla="*/ 3614882 w 4114416"/>
              <a:gd name="connsiteY162" fmla="*/ 1566334 h 2870200"/>
              <a:gd name="connsiteX163" fmla="*/ 3657216 w 4114416"/>
              <a:gd name="connsiteY163" fmla="*/ 1464734 h 2870200"/>
              <a:gd name="connsiteX164" fmla="*/ 3661200 w 4114416"/>
              <a:gd name="connsiteY164" fmla="*/ 1373094 h 2870200"/>
              <a:gd name="connsiteX165" fmla="*/ 3682616 w 4114416"/>
              <a:gd name="connsiteY165" fmla="*/ 1363134 h 2870200"/>
              <a:gd name="connsiteX166" fmla="*/ 3699549 w 4114416"/>
              <a:gd name="connsiteY166" fmla="*/ 1320800 h 2870200"/>
              <a:gd name="connsiteX167" fmla="*/ 3694569 w 4114416"/>
              <a:gd name="connsiteY167" fmla="*/ 1151964 h 2870200"/>
              <a:gd name="connsiteX168" fmla="*/ 3741882 w 4114416"/>
              <a:gd name="connsiteY168" fmla="*/ 1227667 h 2870200"/>
              <a:gd name="connsiteX169" fmla="*/ 3750349 w 4114416"/>
              <a:gd name="connsiteY169" fmla="*/ 1176867 h 2870200"/>
              <a:gd name="connsiteX170" fmla="*/ 3767282 w 4114416"/>
              <a:gd name="connsiteY170" fmla="*/ 1126067 h 2870200"/>
              <a:gd name="connsiteX171" fmla="*/ 3775749 w 4114416"/>
              <a:gd name="connsiteY171" fmla="*/ 1058334 h 2870200"/>
              <a:gd name="connsiteX172" fmla="*/ 3784216 w 4114416"/>
              <a:gd name="connsiteY172" fmla="*/ 1270000 h 2870200"/>
              <a:gd name="connsiteX173" fmla="*/ 3813064 w 4114416"/>
              <a:gd name="connsiteY173" fmla="*/ 678606 h 2870200"/>
              <a:gd name="connsiteX174" fmla="*/ 3818082 w 4114416"/>
              <a:gd name="connsiteY174" fmla="*/ 558800 h 2870200"/>
              <a:gd name="connsiteX175" fmla="*/ 3835016 w 4114416"/>
              <a:gd name="connsiteY175" fmla="*/ 482600 h 2870200"/>
              <a:gd name="connsiteX176" fmla="*/ 3843482 w 4114416"/>
              <a:gd name="connsiteY176" fmla="*/ 533400 h 2870200"/>
              <a:gd name="connsiteX177" fmla="*/ 3860416 w 4114416"/>
              <a:gd name="connsiteY177" fmla="*/ 660400 h 2870200"/>
              <a:gd name="connsiteX178" fmla="*/ 3868882 w 4114416"/>
              <a:gd name="connsiteY178" fmla="*/ 702734 h 2870200"/>
              <a:gd name="connsiteX179" fmla="*/ 3885816 w 4114416"/>
              <a:gd name="connsiteY179" fmla="*/ 736600 h 2870200"/>
              <a:gd name="connsiteX180" fmla="*/ 3902749 w 4114416"/>
              <a:gd name="connsiteY180" fmla="*/ 702734 h 2870200"/>
              <a:gd name="connsiteX181" fmla="*/ 3962016 w 4114416"/>
              <a:gd name="connsiteY181" fmla="*/ 482600 h 2870200"/>
              <a:gd name="connsiteX182" fmla="*/ 3978949 w 4114416"/>
              <a:gd name="connsiteY182" fmla="*/ 457200 h 2870200"/>
              <a:gd name="connsiteX183" fmla="*/ 4004349 w 4114416"/>
              <a:gd name="connsiteY183" fmla="*/ 177800 h 2870200"/>
              <a:gd name="connsiteX184" fmla="*/ 4029749 w 4114416"/>
              <a:gd name="connsiteY184" fmla="*/ 135467 h 2870200"/>
              <a:gd name="connsiteX185" fmla="*/ 4038216 w 4114416"/>
              <a:gd name="connsiteY185" fmla="*/ 101600 h 2870200"/>
              <a:gd name="connsiteX186" fmla="*/ 4046682 w 4114416"/>
              <a:gd name="connsiteY186" fmla="*/ 76200 h 2870200"/>
              <a:gd name="connsiteX187" fmla="*/ 4055149 w 4114416"/>
              <a:gd name="connsiteY187" fmla="*/ 110067 h 2870200"/>
              <a:gd name="connsiteX188" fmla="*/ 4072082 w 4114416"/>
              <a:gd name="connsiteY188" fmla="*/ 160867 h 2870200"/>
              <a:gd name="connsiteX189" fmla="*/ 4114416 w 4114416"/>
              <a:gd name="connsiteY189" fmla="*/ 0 h 2870200"/>
              <a:gd name="connsiteX0" fmla="*/ 0 w 4114416"/>
              <a:gd name="connsiteY0" fmla="*/ 735359 h 2870200"/>
              <a:gd name="connsiteX1" fmla="*/ 22363 w 4114416"/>
              <a:gd name="connsiteY1" fmla="*/ 647092 h 2870200"/>
              <a:gd name="connsiteX2" fmla="*/ 53451 w 4114416"/>
              <a:gd name="connsiteY2" fmla="*/ 567267 h 2870200"/>
              <a:gd name="connsiteX3" fmla="*/ 61790 w 4114416"/>
              <a:gd name="connsiteY3" fmla="*/ 828517 h 2870200"/>
              <a:gd name="connsiteX4" fmla="*/ 57549 w 4114416"/>
              <a:gd name="connsiteY4" fmla="*/ 1083293 h 2870200"/>
              <a:gd name="connsiteX5" fmla="*/ 55282 w 4114416"/>
              <a:gd name="connsiteY5" fmla="*/ 1212385 h 2870200"/>
              <a:gd name="connsiteX6" fmla="*/ 69873 w 4114416"/>
              <a:gd name="connsiteY6" fmla="*/ 1401791 h 2870200"/>
              <a:gd name="connsiteX7" fmla="*/ 112335 w 4114416"/>
              <a:gd name="connsiteY7" fmla="*/ 1209517 h 2870200"/>
              <a:gd name="connsiteX8" fmla="*/ 135082 w 4114416"/>
              <a:gd name="connsiteY8" fmla="*/ 1100667 h 2870200"/>
              <a:gd name="connsiteX9" fmla="*/ 168949 w 4114416"/>
              <a:gd name="connsiteY9" fmla="*/ 999067 h 2870200"/>
              <a:gd name="connsiteX10" fmla="*/ 185882 w 4114416"/>
              <a:gd name="connsiteY10" fmla="*/ 948267 h 2870200"/>
              <a:gd name="connsiteX11" fmla="*/ 202816 w 4114416"/>
              <a:gd name="connsiteY11" fmla="*/ 1134534 h 2870200"/>
              <a:gd name="connsiteX12" fmla="*/ 219749 w 4114416"/>
              <a:gd name="connsiteY12" fmla="*/ 1464734 h 2870200"/>
              <a:gd name="connsiteX13" fmla="*/ 279016 w 4114416"/>
              <a:gd name="connsiteY13" fmla="*/ 1363134 h 2870200"/>
              <a:gd name="connsiteX14" fmla="*/ 304416 w 4114416"/>
              <a:gd name="connsiteY14" fmla="*/ 1371600 h 2870200"/>
              <a:gd name="connsiteX15" fmla="*/ 312882 w 4114416"/>
              <a:gd name="connsiteY15" fmla="*/ 2243667 h 2870200"/>
              <a:gd name="connsiteX16" fmla="*/ 338282 w 4114416"/>
              <a:gd name="connsiteY16" fmla="*/ 2201334 h 2870200"/>
              <a:gd name="connsiteX17" fmla="*/ 346749 w 4114416"/>
              <a:gd name="connsiteY17" fmla="*/ 2150534 h 2870200"/>
              <a:gd name="connsiteX18" fmla="*/ 371651 w 4114416"/>
              <a:gd name="connsiteY18" fmla="*/ 2376146 h 2870200"/>
              <a:gd name="connsiteX19" fmla="*/ 389082 w 4114416"/>
              <a:gd name="connsiteY19" fmla="*/ 2082800 h 2870200"/>
              <a:gd name="connsiteX20" fmla="*/ 414981 w 4114416"/>
              <a:gd name="connsiteY20" fmla="*/ 1792444 h 2870200"/>
              <a:gd name="connsiteX21" fmla="*/ 422949 w 4114416"/>
              <a:gd name="connsiteY21" fmla="*/ 2032000 h 2870200"/>
              <a:gd name="connsiteX22" fmla="*/ 453908 w 4114416"/>
              <a:gd name="connsiteY22" fmla="*/ 1990884 h 2870200"/>
              <a:gd name="connsiteX23" fmla="*/ 465282 w 4114416"/>
              <a:gd name="connsiteY23" fmla="*/ 1752600 h 2870200"/>
              <a:gd name="connsiteX24" fmla="*/ 490682 w 4114416"/>
              <a:gd name="connsiteY24" fmla="*/ 1651000 h 2870200"/>
              <a:gd name="connsiteX25" fmla="*/ 516082 w 4114416"/>
              <a:gd name="connsiteY25" fmla="*/ 1710267 h 2870200"/>
              <a:gd name="connsiteX26" fmla="*/ 524549 w 4114416"/>
              <a:gd name="connsiteY26" fmla="*/ 1851666 h 2870200"/>
              <a:gd name="connsiteX27" fmla="*/ 558416 w 4114416"/>
              <a:gd name="connsiteY27" fmla="*/ 1820334 h 2870200"/>
              <a:gd name="connsiteX28" fmla="*/ 583816 w 4114416"/>
              <a:gd name="connsiteY28" fmla="*/ 1938867 h 2870200"/>
              <a:gd name="connsiteX29" fmla="*/ 600749 w 4114416"/>
              <a:gd name="connsiteY29" fmla="*/ 1998134 h 2870200"/>
              <a:gd name="connsiteX30" fmla="*/ 643082 w 4114416"/>
              <a:gd name="connsiteY30" fmla="*/ 1786467 h 2870200"/>
              <a:gd name="connsiteX31" fmla="*/ 668482 w 4114416"/>
              <a:gd name="connsiteY31" fmla="*/ 1718734 h 2870200"/>
              <a:gd name="connsiteX32" fmla="*/ 685416 w 4114416"/>
              <a:gd name="connsiteY32" fmla="*/ 1617134 h 2870200"/>
              <a:gd name="connsiteX33" fmla="*/ 702349 w 4114416"/>
              <a:gd name="connsiteY33" fmla="*/ 1557867 h 2870200"/>
              <a:gd name="connsiteX34" fmla="*/ 710816 w 4114416"/>
              <a:gd name="connsiteY34" fmla="*/ 1524000 h 2870200"/>
              <a:gd name="connsiteX35" fmla="*/ 727749 w 4114416"/>
              <a:gd name="connsiteY35" fmla="*/ 1312334 h 2870200"/>
              <a:gd name="connsiteX36" fmla="*/ 744682 w 4114416"/>
              <a:gd name="connsiteY36" fmla="*/ 1380067 h 2870200"/>
              <a:gd name="connsiteX37" fmla="*/ 761616 w 4114416"/>
              <a:gd name="connsiteY37" fmla="*/ 1532467 h 2870200"/>
              <a:gd name="connsiteX38" fmla="*/ 778549 w 4114416"/>
              <a:gd name="connsiteY38" fmla="*/ 1566334 h 2870200"/>
              <a:gd name="connsiteX39" fmla="*/ 820882 w 4114416"/>
              <a:gd name="connsiteY39" fmla="*/ 1430867 h 2870200"/>
              <a:gd name="connsiteX40" fmla="*/ 854749 w 4114416"/>
              <a:gd name="connsiteY40" fmla="*/ 1388534 h 2870200"/>
              <a:gd name="connsiteX41" fmla="*/ 863216 w 4114416"/>
              <a:gd name="connsiteY41" fmla="*/ 1498600 h 2870200"/>
              <a:gd name="connsiteX42" fmla="*/ 888616 w 4114416"/>
              <a:gd name="connsiteY42" fmla="*/ 1811867 h 2870200"/>
              <a:gd name="connsiteX43" fmla="*/ 897082 w 4114416"/>
              <a:gd name="connsiteY43" fmla="*/ 1642534 h 2870200"/>
              <a:gd name="connsiteX44" fmla="*/ 930949 w 4114416"/>
              <a:gd name="connsiteY44" fmla="*/ 1557867 h 2870200"/>
              <a:gd name="connsiteX45" fmla="*/ 939416 w 4114416"/>
              <a:gd name="connsiteY45" fmla="*/ 2006600 h 2870200"/>
              <a:gd name="connsiteX46" fmla="*/ 964816 w 4114416"/>
              <a:gd name="connsiteY46" fmla="*/ 2116667 h 2870200"/>
              <a:gd name="connsiteX47" fmla="*/ 973282 w 4114416"/>
              <a:gd name="connsiteY47" fmla="*/ 1948424 h 2870200"/>
              <a:gd name="connsiteX48" fmla="*/ 990216 w 4114416"/>
              <a:gd name="connsiteY48" fmla="*/ 1794934 h 2870200"/>
              <a:gd name="connsiteX49" fmla="*/ 998682 w 4114416"/>
              <a:gd name="connsiteY49" fmla="*/ 1761067 h 2870200"/>
              <a:gd name="connsiteX50" fmla="*/ 1015616 w 4114416"/>
              <a:gd name="connsiteY50" fmla="*/ 1871134 h 2870200"/>
              <a:gd name="connsiteX51" fmla="*/ 1032549 w 4114416"/>
              <a:gd name="connsiteY51" fmla="*/ 1947334 h 2870200"/>
              <a:gd name="connsiteX52" fmla="*/ 1049482 w 4114416"/>
              <a:gd name="connsiteY52" fmla="*/ 2040467 h 2870200"/>
              <a:gd name="connsiteX53" fmla="*/ 1074882 w 4114416"/>
              <a:gd name="connsiteY53" fmla="*/ 2108200 h 2870200"/>
              <a:gd name="connsiteX54" fmla="*/ 1105586 w 4114416"/>
              <a:gd name="connsiteY54" fmla="*/ 2165034 h 2870200"/>
              <a:gd name="connsiteX55" fmla="*/ 1117344 w 4114416"/>
              <a:gd name="connsiteY55" fmla="*/ 2220675 h 2870200"/>
              <a:gd name="connsiteX56" fmla="*/ 1134149 w 4114416"/>
              <a:gd name="connsiteY56" fmla="*/ 2108200 h 2870200"/>
              <a:gd name="connsiteX57" fmla="*/ 1184949 w 4114416"/>
              <a:gd name="connsiteY57" fmla="*/ 1989667 h 2870200"/>
              <a:gd name="connsiteX58" fmla="*/ 1221851 w 4114416"/>
              <a:gd name="connsiteY58" fmla="*/ 1898967 h 2870200"/>
              <a:gd name="connsiteX59" fmla="*/ 1244216 w 4114416"/>
              <a:gd name="connsiteY59" fmla="*/ 2167467 h 2870200"/>
              <a:gd name="connsiteX60" fmla="*/ 1261149 w 4114416"/>
              <a:gd name="connsiteY60" fmla="*/ 2082800 h 2870200"/>
              <a:gd name="connsiteX61" fmla="*/ 1269616 w 4114416"/>
              <a:gd name="connsiteY61" fmla="*/ 2015067 h 2870200"/>
              <a:gd name="connsiteX62" fmla="*/ 1311949 w 4114416"/>
              <a:gd name="connsiteY62" fmla="*/ 1854200 h 2870200"/>
              <a:gd name="connsiteX63" fmla="*/ 1320416 w 4114416"/>
              <a:gd name="connsiteY63" fmla="*/ 1803400 h 2870200"/>
              <a:gd name="connsiteX64" fmla="*/ 1345816 w 4114416"/>
              <a:gd name="connsiteY64" fmla="*/ 1701800 h 2870200"/>
              <a:gd name="connsiteX65" fmla="*/ 1379682 w 4114416"/>
              <a:gd name="connsiteY65" fmla="*/ 1744134 h 2870200"/>
              <a:gd name="connsiteX66" fmla="*/ 1422016 w 4114416"/>
              <a:gd name="connsiteY66" fmla="*/ 1879600 h 2870200"/>
              <a:gd name="connsiteX67" fmla="*/ 1455882 w 4114416"/>
              <a:gd name="connsiteY67" fmla="*/ 1947334 h 2870200"/>
              <a:gd name="connsiteX68" fmla="*/ 1472816 w 4114416"/>
              <a:gd name="connsiteY68" fmla="*/ 1938867 h 2870200"/>
              <a:gd name="connsiteX69" fmla="*/ 1515149 w 4114416"/>
              <a:gd name="connsiteY69" fmla="*/ 1803400 h 2870200"/>
              <a:gd name="connsiteX70" fmla="*/ 1574416 w 4114416"/>
              <a:gd name="connsiteY70" fmla="*/ 1651000 h 2870200"/>
              <a:gd name="connsiteX71" fmla="*/ 1582882 w 4114416"/>
              <a:gd name="connsiteY71" fmla="*/ 1591734 h 2870200"/>
              <a:gd name="connsiteX72" fmla="*/ 1608410 w 4114416"/>
              <a:gd name="connsiteY72" fmla="*/ 1462351 h 2870200"/>
              <a:gd name="connsiteX73" fmla="*/ 1633682 w 4114416"/>
              <a:gd name="connsiteY73" fmla="*/ 1524000 h 2870200"/>
              <a:gd name="connsiteX74" fmla="*/ 1659082 w 4114416"/>
              <a:gd name="connsiteY74" fmla="*/ 1490134 h 2870200"/>
              <a:gd name="connsiteX75" fmla="*/ 1684482 w 4114416"/>
              <a:gd name="connsiteY75" fmla="*/ 1388534 h 2870200"/>
              <a:gd name="connsiteX76" fmla="*/ 1732631 w 4114416"/>
              <a:gd name="connsiteY76" fmla="*/ 1294184 h 2870200"/>
              <a:gd name="connsiteX77" fmla="*/ 1794549 w 4114416"/>
              <a:gd name="connsiteY77" fmla="*/ 1176867 h 2870200"/>
              <a:gd name="connsiteX78" fmla="*/ 1831067 w 4114416"/>
              <a:gd name="connsiteY78" fmla="*/ 1238516 h 2870200"/>
              <a:gd name="connsiteX79" fmla="*/ 1853688 w 4114416"/>
              <a:gd name="connsiteY79" fmla="*/ 1323159 h 2870200"/>
              <a:gd name="connsiteX80" fmla="*/ 1887682 w 4114416"/>
              <a:gd name="connsiteY80" fmla="*/ 1422400 h 2870200"/>
              <a:gd name="connsiteX81" fmla="*/ 1938482 w 4114416"/>
              <a:gd name="connsiteY81" fmla="*/ 1600200 h 2870200"/>
              <a:gd name="connsiteX82" fmla="*/ 1978163 w 4114416"/>
              <a:gd name="connsiteY82" fmla="*/ 1762259 h 2870200"/>
              <a:gd name="connsiteX83" fmla="*/ 2006216 w 4114416"/>
              <a:gd name="connsiteY83" fmla="*/ 1498600 h 2870200"/>
              <a:gd name="connsiteX84" fmla="*/ 2023149 w 4114416"/>
              <a:gd name="connsiteY84" fmla="*/ 1464734 h 2870200"/>
              <a:gd name="connsiteX85" fmla="*/ 2031616 w 4114416"/>
              <a:gd name="connsiteY85" fmla="*/ 1439334 h 2870200"/>
              <a:gd name="connsiteX86" fmla="*/ 2067707 w 4114416"/>
              <a:gd name="connsiteY86" fmla="*/ 1908377 h 2870200"/>
              <a:gd name="connsiteX87" fmla="*/ 2082416 w 4114416"/>
              <a:gd name="connsiteY87" fmla="*/ 2032000 h 2870200"/>
              <a:gd name="connsiteX88" fmla="*/ 2090882 w 4114416"/>
              <a:gd name="connsiteY88" fmla="*/ 2150534 h 2870200"/>
              <a:gd name="connsiteX89" fmla="*/ 2099349 w 4114416"/>
              <a:gd name="connsiteY89" fmla="*/ 2489200 h 2870200"/>
              <a:gd name="connsiteX90" fmla="*/ 2133216 w 4114416"/>
              <a:gd name="connsiteY90" fmla="*/ 2421467 h 2870200"/>
              <a:gd name="connsiteX91" fmla="*/ 2175549 w 4114416"/>
              <a:gd name="connsiteY91" fmla="*/ 2319867 h 2870200"/>
              <a:gd name="connsiteX92" fmla="*/ 2192611 w 4114416"/>
              <a:gd name="connsiteY92" fmla="*/ 2271500 h 2870200"/>
              <a:gd name="connsiteX93" fmla="*/ 2212579 w 4114416"/>
              <a:gd name="connsiteY93" fmla="*/ 2206201 h 2870200"/>
              <a:gd name="connsiteX94" fmla="*/ 2251749 w 4114416"/>
              <a:gd name="connsiteY94" fmla="*/ 2514600 h 2870200"/>
              <a:gd name="connsiteX95" fmla="*/ 2277149 w 4114416"/>
              <a:gd name="connsiteY95" fmla="*/ 2565400 h 2870200"/>
              <a:gd name="connsiteX96" fmla="*/ 2285616 w 4114416"/>
              <a:gd name="connsiteY96" fmla="*/ 2489200 h 2870200"/>
              <a:gd name="connsiteX97" fmla="*/ 2302549 w 4114416"/>
              <a:gd name="connsiteY97" fmla="*/ 2421467 h 2870200"/>
              <a:gd name="connsiteX98" fmla="*/ 2311016 w 4114416"/>
              <a:gd name="connsiteY98" fmla="*/ 1718734 h 2870200"/>
              <a:gd name="connsiteX99" fmla="*/ 2336416 w 4114416"/>
              <a:gd name="connsiteY99" fmla="*/ 1811867 h 2870200"/>
              <a:gd name="connsiteX100" fmla="*/ 2361816 w 4114416"/>
              <a:gd name="connsiteY100" fmla="*/ 1871134 h 2870200"/>
              <a:gd name="connsiteX101" fmla="*/ 2395682 w 4114416"/>
              <a:gd name="connsiteY101" fmla="*/ 1972734 h 2870200"/>
              <a:gd name="connsiteX102" fmla="*/ 2404149 w 4114416"/>
              <a:gd name="connsiteY102" fmla="*/ 1574800 h 2870200"/>
              <a:gd name="connsiteX103" fmla="*/ 2429549 w 4114416"/>
              <a:gd name="connsiteY103" fmla="*/ 1236134 h 2870200"/>
              <a:gd name="connsiteX104" fmla="*/ 2446482 w 4114416"/>
              <a:gd name="connsiteY104" fmla="*/ 1092200 h 2870200"/>
              <a:gd name="connsiteX105" fmla="*/ 2454949 w 4114416"/>
              <a:gd name="connsiteY105" fmla="*/ 1066800 h 2870200"/>
              <a:gd name="connsiteX106" fmla="*/ 2463416 w 4114416"/>
              <a:gd name="connsiteY106" fmla="*/ 1092200 h 2870200"/>
              <a:gd name="connsiteX107" fmla="*/ 2488816 w 4114416"/>
              <a:gd name="connsiteY107" fmla="*/ 1227667 h 2870200"/>
              <a:gd name="connsiteX108" fmla="*/ 2514216 w 4114416"/>
              <a:gd name="connsiteY108" fmla="*/ 753534 h 2870200"/>
              <a:gd name="connsiteX109" fmla="*/ 2531149 w 4114416"/>
              <a:gd name="connsiteY109" fmla="*/ 685800 h 2870200"/>
              <a:gd name="connsiteX110" fmla="*/ 2539616 w 4114416"/>
              <a:gd name="connsiteY110" fmla="*/ 609600 h 2870200"/>
              <a:gd name="connsiteX111" fmla="*/ 2548082 w 4114416"/>
              <a:gd name="connsiteY111" fmla="*/ 558800 h 2870200"/>
              <a:gd name="connsiteX112" fmla="*/ 2565016 w 4114416"/>
              <a:gd name="connsiteY112" fmla="*/ 584200 h 2870200"/>
              <a:gd name="connsiteX113" fmla="*/ 2573482 w 4114416"/>
              <a:gd name="connsiteY113" fmla="*/ 778934 h 2870200"/>
              <a:gd name="connsiteX114" fmla="*/ 2615816 w 4114416"/>
              <a:gd name="connsiteY114" fmla="*/ 914400 h 2870200"/>
              <a:gd name="connsiteX115" fmla="*/ 2632749 w 4114416"/>
              <a:gd name="connsiteY115" fmla="*/ 973667 h 2870200"/>
              <a:gd name="connsiteX116" fmla="*/ 2649682 w 4114416"/>
              <a:gd name="connsiteY116" fmla="*/ 812800 h 2870200"/>
              <a:gd name="connsiteX117" fmla="*/ 2666616 w 4114416"/>
              <a:gd name="connsiteY117" fmla="*/ 694267 h 2870200"/>
              <a:gd name="connsiteX118" fmla="*/ 2692016 w 4114416"/>
              <a:gd name="connsiteY118" fmla="*/ 558800 h 2870200"/>
              <a:gd name="connsiteX119" fmla="*/ 2717416 w 4114416"/>
              <a:gd name="connsiteY119" fmla="*/ 321734 h 2870200"/>
              <a:gd name="connsiteX120" fmla="*/ 2734349 w 4114416"/>
              <a:gd name="connsiteY120" fmla="*/ 1058334 h 2870200"/>
              <a:gd name="connsiteX121" fmla="*/ 2760746 w 4114416"/>
              <a:gd name="connsiteY121" fmla="*/ 1023969 h 2870200"/>
              <a:gd name="connsiteX122" fmla="*/ 2810549 w 4114416"/>
              <a:gd name="connsiteY122" fmla="*/ 905934 h 2870200"/>
              <a:gd name="connsiteX123" fmla="*/ 2844416 w 4114416"/>
              <a:gd name="connsiteY123" fmla="*/ 855134 h 2870200"/>
              <a:gd name="connsiteX124" fmla="*/ 2869816 w 4114416"/>
              <a:gd name="connsiteY124" fmla="*/ 1422400 h 2870200"/>
              <a:gd name="connsiteX125" fmla="*/ 2878282 w 4114416"/>
              <a:gd name="connsiteY125" fmla="*/ 1388534 h 2870200"/>
              <a:gd name="connsiteX126" fmla="*/ 2895216 w 4114416"/>
              <a:gd name="connsiteY126" fmla="*/ 1363134 h 2870200"/>
              <a:gd name="connsiteX127" fmla="*/ 2920616 w 4114416"/>
              <a:gd name="connsiteY127" fmla="*/ 1278467 h 2870200"/>
              <a:gd name="connsiteX128" fmla="*/ 2937549 w 4114416"/>
              <a:gd name="connsiteY128" fmla="*/ 1320800 h 2870200"/>
              <a:gd name="connsiteX129" fmla="*/ 2954482 w 4114416"/>
              <a:gd name="connsiteY129" fmla="*/ 1388534 h 2870200"/>
              <a:gd name="connsiteX130" fmla="*/ 2971416 w 4114416"/>
              <a:gd name="connsiteY130" fmla="*/ 1422400 h 2870200"/>
              <a:gd name="connsiteX131" fmla="*/ 3013749 w 4114416"/>
              <a:gd name="connsiteY131" fmla="*/ 1540934 h 2870200"/>
              <a:gd name="connsiteX132" fmla="*/ 3030682 w 4114416"/>
              <a:gd name="connsiteY132" fmla="*/ 1566334 h 2870200"/>
              <a:gd name="connsiteX133" fmla="*/ 3064549 w 4114416"/>
              <a:gd name="connsiteY133" fmla="*/ 1718734 h 2870200"/>
              <a:gd name="connsiteX134" fmla="*/ 3089949 w 4114416"/>
              <a:gd name="connsiteY134" fmla="*/ 1761067 h 2870200"/>
              <a:gd name="connsiteX135" fmla="*/ 3118129 w 4114416"/>
              <a:gd name="connsiteY135" fmla="*/ 1909842 h 2870200"/>
              <a:gd name="connsiteX136" fmla="*/ 3140749 w 4114416"/>
              <a:gd name="connsiteY136" fmla="*/ 1769534 h 2870200"/>
              <a:gd name="connsiteX137" fmla="*/ 3157682 w 4114416"/>
              <a:gd name="connsiteY137" fmla="*/ 1710267 h 2870200"/>
              <a:gd name="connsiteX138" fmla="*/ 3166149 w 4114416"/>
              <a:gd name="connsiteY138" fmla="*/ 1684867 h 2870200"/>
              <a:gd name="connsiteX139" fmla="*/ 3191549 w 4114416"/>
              <a:gd name="connsiteY139" fmla="*/ 1676400 h 2870200"/>
              <a:gd name="connsiteX140" fmla="*/ 3200016 w 4114416"/>
              <a:gd name="connsiteY140" fmla="*/ 2006600 h 2870200"/>
              <a:gd name="connsiteX141" fmla="*/ 3208482 w 4114416"/>
              <a:gd name="connsiteY141" fmla="*/ 2048934 h 2870200"/>
              <a:gd name="connsiteX142" fmla="*/ 3216949 w 4114416"/>
              <a:gd name="connsiteY142" fmla="*/ 2099734 h 2870200"/>
              <a:gd name="connsiteX143" fmla="*/ 3233882 w 4114416"/>
              <a:gd name="connsiteY143" fmla="*/ 2048934 h 2870200"/>
              <a:gd name="connsiteX144" fmla="*/ 3242349 w 4114416"/>
              <a:gd name="connsiteY144" fmla="*/ 1998134 h 2870200"/>
              <a:gd name="connsiteX145" fmla="*/ 3276216 w 4114416"/>
              <a:gd name="connsiteY145" fmla="*/ 2353734 h 2870200"/>
              <a:gd name="connsiteX146" fmla="*/ 3301616 w 4114416"/>
              <a:gd name="connsiteY146" fmla="*/ 2387600 h 2870200"/>
              <a:gd name="connsiteX147" fmla="*/ 3310082 w 4114416"/>
              <a:gd name="connsiteY147" fmla="*/ 2497667 h 2870200"/>
              <a:gd name="connsiteX148" fmla="*/ 3296810 w 4114416"/>
              <a:gd name="connsiteY148" fmla="*/ 2540952 h 2870200"/>
              <a:gd name="connsiteX149" fmla="*/ 3298638 w 4114416"/>
              <a:gd name="connsiteY149" fmla="*/ 2608686 h 2870200"/>
              <a:gd name="connsiteX150" fmla="*/ 3331591 w 4114416"/>
              <a:gd name="connsiteY150" fmla="*/ 2723509 h 2870200"/>
              <a:gd name="connsiteX151" fmla="*/ 3411682 w 4114416"/>
              <a:gd name="connsiteY151" fmla="*/ 2810934 h 2870200"/>
              <a:gd name="connsiteX152" fmla="*/ 3437082 w 4114416"/>
              <a:gd name="connsiteY152" fmla="*/ 2870200 h 2870200"/>
              <a:gd name="connsiteX153" fmla="*/ 3462482 w 4114416"/>
              <a:gd name="connsiteY153" fmla="*/ 1828800 h 2870200"/>
              <a:gd name="connsiteX154" fmla="*/ 3461984 w 4114416"/>
              <a:gd name="connsiteY154" fmla="*/ 2090271 h 2870200"/>
              <a:gd name="connsiteX155" fmla="*/ 3487882 w 4114416"/>
              <a:gd name="connsiteY155" fmla="*/ 1735667 h 2870200"/>
              <a:gd name="connsiteX156" fmla="*/ 3513282 w 4114416"/>
              <a:gd name="connsiteY156" fmla="*/ 1651000 h 2870200"/>
              <a:gd name="connsiteX157" fmla="*/ 3521749 w 4114416"/>
              <a:gd name="connsiteY157" fmla="*/ 1701800 h 2870200"/>
              <a:gd name="connsiteX158" fmla="*/ 3525733 w 4114416"/>
              <a:gd name="connsiteY158" fmla="*/ 1875118 h 2870200"/>
              <a:gd name="connsiteX159" fmla="*/ 3547149 w 4114416"/>
              <a:gd name="connsiteY159" fmla="*/ 1752600 h 2870200"/>
              <a:gd name="connsiteX160" fmla="*/ 3555616 w 4114416"/>
              <a:gd name="connsiteY160" fmla="*/ 1693334 h 2870200"/>
              <a:gd name="connsiteX161" fmla="*/ 3597949 w 4114416"/>
              <a:gd name="connsiteY161" fmla="*/ 1608667 h 2870200"/>
              <a:gd name="connsiteX162" fmla="*/ 3614882 w 4114416"/>
              <a:gd name="connsiteY162" fmla="*/ 1566334 h 2870200"/>
              <a:gd name="connsiteX163" fmla="*/ 3657216 w 4114416"/>
              <a:gd name="connsiteY163" fmla="*/ 1464734 h 2870200"/>
              <a:gd name="connsiteX164" fmla="*/ 3661200 w 4114416"/>
              <a:gd name="connsiteY164" fmla="*/ 1373094 h 2870200"/>
              <a:gd name="connsiteX165" fmla="*/ 3682616 w 4114416"/>
              <a:gd name="connsiteY165" fmla="*/ 1363134 h 2870200"/>
              <a:gd name="connsiteX166" fmla="*/ 3699549 w 4114416"/>
              <a:gd name="connsiteY166" fmla="*/ 1320800 h 2870200"/>
              <a:gd name="connsiteX167" fmla="*/ 3694569 w 4114416"/>
              <a:gd name="connsiteY167" fmla="*/ 1151964 h 2870200"/>
              <a:gd name="connsiteX168" fmla="*/ 3741882 w 4114416"/>
              <a:gd name="connsiteY168" fmla="*/ 1227667 h 2870200"/>
              <a:gd name="connsiteX169" fmla="*/ 3750349 w 4114416"/>
              <a:gd name="connsiteY169" fmla="*/ 1176867 h 2870200"/>
              <a:gd name="connsiteX170" fmla="*/ 3767282 w 4114416"/>
              <a:gd name="connsiteY170" fmla="*/ 1126067 h 2870200"/>
              <a:gd name="connsiteX171" fmla="*/ 3775749 w 4114416"/>
              <a:gd name="connsiteY171" fmla="*/ 1058334 h 2870200"/>
              <a:gd name="connsiteX172" fmla="*/ 3784216 w 4114416"/>
              <a:gd name="connsiteY172" fmla="*/ 1270000 h 2870200"/>
              <a:gd name="connsiteX173" fmla="*/ 3813064 w 4114416"/>
              <a:gd name="connsiteY173" fmla="*/ 678606 h 2870200"/>
              <a:gd name="connsiteX174" fmla="*/ 3818082 w 4114416"/>
              <a:gd name="connsiteY174" fmla="*/ 558800 h 2870200"/>
              <a:gd name="connsiteX175" fmla="*/ 3835016 w 4114416"/>
              <a:gd name="connsiteY175" fmla="*/ 482600 h 2870200"/>
              <a:gd name="connsiteX176" fmla="*/ 3843482 w 4114416"/>
              <a:gd name="connsiteY176" fmla="*/ 533400 h 2870200"/>
              <a:gd name="connsiteX177" fmla="*/ 3860416 w 4114416"/>
              <a:gd name="connsiteY177" fmla="*/ 660400 h 2870200"/>
              <a:gd name="connsiteX178" fmla="*/ 3868882 w 4114416"/>
              <a:gd name="connsiteY178" fmla="*/ 702734 h 2870200"/>
              <a:gd name="connsiteX179" fmla="*/ 3885816 w 4114416"/>
              <a:gd name="connsiteY179" fmla="*/ 736600 h 2870200"/>
              <a:gd name="connsiteX180" fmla="*/ 3902749 w 4114416"/>
              <a:gd name="connsiteY180" fmla="*/ 702734 h 2870200"/>
              <a:gd name="connsiteX181" fmla="*/ 3962016 w 4114416"/>
              <a:gd name="connsiteY181" fmla="*/ 482600 h 2870200"/>
              <a:gd name="connsiteX182" fmla="*/ 3978949 w 4114416"/>
              <a:gd name="connsiteY182" fmla="*/ 457200 h 2870200"/>
              <a:gd name="connsiteX183" fmla="*/ 4004349 w 4114416"/>
              <a:gd name="connsiteY183" fmla="*/ 177800 h 2870200"/>
              <a:gd name="connsiteX184" fmla="*/ 4029749 w 4114416"/>
              <a:gd name="connsiteY184" fmla="*/ 135467 h 2870200"/>
              <a:gd name="connsiteX185" fmla="*/ 4038216 w 4114416"/>
              <a:gd name="connsiteY185" fmla="*/ 101600 h 2870200"/>
              <a:gd name="connsiteX186" fmla="*/ 4046682 w 4114416"/>
              <a:gd name="connsiteY186" fmla="*/ 76200 h 2870200"/>
              <a:gd name="connsiteX187" fmla="*/ 4055149 w 4114416"/>
              <a:gd name="connsiteY187" fmla="*/ 110067 h 2870200"/>
              <a:gd name="connsiteX188" fmla="*/ 4072082 w 4114416"/>
              <a:gd name="connsiteY188" fmla="*/ 160867 h 2870200"/>
              <a:gd name="connsiteX189" fmla="*/ 4114416 w 4114416"/>
              <a:gd name="connsiteY189" fmla="*/ 0 h 2870200"/>
              <a:gd name="connsiteX0" fmla="*/ 0 w 4114416"/>
              <a:gd name="connsiteY0" fmla="*/ 735359 h 2870200"/>
              <a:gd name="connsiteX1" fmla="*/ 22363 w 4114416"/>
              <a:gd name="connsiteY1" fmla="*/ 647092 h 2870200"/>
              <a:gd name="connsiteX2" fmla="*/ 53451 w 4114416"/>
              <a:gd name="connsiteY2" fmla="*/ 567267 h 2870200"/>
              <a:gd name="connsiteX3" fmla="*/ 61790 w 4114416"/>
              <a:gd name="connsiteY3" fmla="*/ 828517 h 2870200"/>
              <a:gd name="connsiteX4" fmla="*/ 57549 w 4114416"/>
              <a:gd name="connsiteY4" fmla="*/ 1083293 h 2870200"/>
              <a:gd name="connsiteX5" fmla="*/ 55282 w 4114416"/>
              <a:gd name="connsiteY5" fmla="*/ 1212385 h 2870200"/>
              <a:gd name="connsiteX6" fmla="*/ 69873 w 4114416"/>
              <a:gd name="connsiteY6" fmla="*/ 1401791 h 2870200"/>
              <a:gd name="connsiteX7" fmla="*/ 112335 w 4114416"/>
              <a:gd name="connsiteY7" fmla="*/ 1209517 h 2870200"/>
              <a:gd name="connsiteX8" fmla="*/ 135082 w 4114416"/>
              <a:gd name="connsiteY8" fmla="*/ 1100667 h 2870200"/>
              <a:gd name="connsiteX9" fmla="*/ 168949 w 4114416"/>
              <a:gd name="connsiteY9" fmla="*/ 999067 h 2870200"/>
              <a:gd name="connsiteX10" fmla="*/ 185882 w 4114416"/>
              <a:gd name="connsiteY10" fmla="*/ 948267 h 2870200"/>
              <a:gd name="connsiteX11" fmla="*/ 202816 w 4114416"/>
              <a:gd name="connsiteY11" fmla="*/ 1134534 h 2870200"/>
              <a:gd name="connsiteX12" fmla="*/ 219749 w 4114416"/>
              <a:gd name="connsiteY12" fmla="*/ 1464734 h 2870200"/>
              <a:gd name="connsiteX13" fmla="*/ 279016 w 4114416"/>
              <a:gd name="connsiteY13" fmla="*/ 1363134 h 2870200"/>
              <a:gd name="connsiteX14" fmla="*/ 304416 w 4114416"/>
              <a:gd name="connsiteY14" fmla="*/ 1371600 h 2870200"/>
              <a:gd name="connsiteX15" fmla="*/ 312882 w 4114416"/>
              <a:gd name="connsiteY15" fmla="*/ 2243667 h 2870200"/>
              <a:gd name="connsiteX16" fmla="*/ 338282 w 4114416"/>
              <a:gd name="connsiteY16" fmla="*/ 2201334 h 2870200"/>
              <a:gd name="connsiteX17" fmla="*/ 346749 w 4114416"/>
              <a:gd name="connsiteY17" fmla="*/ 2150534 h 2870200"/>
              <a:gd name="connsiteX18" fmla="*/ 371651 w 4114416"/>
              <a:gd name="connsiteY18" fmla="*/ 2376146 h 2870200"/>
              <a:gd name="connsiteX19" fmla="*/ 389082 w 4114416"/>
              <a:gd name="connsiteY19" fmla="*/ 2082800 h 2870200"/>
              <a:gd name="connsiteX20" fmla="*/ 414981 w 4114416"/>
              <a:gd name="connsiteY20" fmla="*/ 1792444 h 2870200"/>
              <a:gd name="connsiteX21" fmla="*/ 422949 w 4114416"/>
              <a:gd name="connsiteY21" fmla="*/ 2032000 h 2870200"/>
              <a:gd name="connsiteX22" fmla="*/ 453908 w 4114416"/>
              <a:gd name="connsiteY22" fmla="*/ 1990884 h 2870200"/>
              <a:gd name="connsiteX23" fmla="*/ 465282 w 4114416"/>
              <a:gd name="connsiteY23" fmla="*/ 1752600 h 2870200"/>
              <a:gd name="connsiteX24" fmla="*/ 490682 w 4114416"/>
              <a:gd name="connsiteY24" fmla="*/ 1651000 h 2870200"/>
              <a:gd name="connsiteX25" fmla="*/ 516082 w 4114416"/>
              <a:gd name="connsiteY25" fmla="*/ 1710267 h 2870200"/>
              <a:gd name="connsiteX26" fmla="*/ 524549 w 4114416"/>
              <a:gd name="connsiteY26" fmla="*/ 1851666 h 2870200"/>
              <a:gd name="connsiteX27" fmla="*/ 558416 w 4114416"/>
              <a:gd name="connsiteY27" fmla="*/ 1820334 h 2870200"/>
              <a:gd name="connsiteX28" fmla="*/ 583816 w 4114416"/>
              <a:gd name="connsiteY28" fmla="*/ 1938867 h 2870200"/>
              <a:gd name="connsiteX29" fmla="*/ 600749 w 4114416"/>
              <a:gd name="connsiteY29" fmla="*/ 1998134 h 2870200"/>
              <a:gd name="connsiteX30" fmla="*/ 643082 w 4114416"/>
              <a:gd name="connsiteY30" fmla="*/ 1786467 h 2870200"/>
              <a:gd name="connsiteX31" fmla="*/ 668482 w 4114416"/>
              <a:gd name="connsiteY31" fmla="*/ 1718734 h 2870200"/>
              <a:gd name="connsiteX32" fmla="*/ 685416 w 4114416"/>
              <a:gd name="connsiteY32" fmla="*/ 1617134 h 2870200"/>
              <a:gd name="connsiteX33" fmla="*/ 702349 w 4114416"/>
              <a:gd name="connsiteY33" fmla="*/ 1557867 h 2870200"/>
              <a:gd name="connsiteX34" fmla="*/ 710816 w 4114416"/>
              <a:gd name="connsiteY34" fmla="*/ 1524000 h 2870200"/>
              <a:gd name="connsiteX35" fmla="*/ 727749 w 4114416"/>
              <a:gd name="connsiteY35" fmla="*/ 1312334 h 2870200"/>
              <a:gd name="connsiteX36" fmla="*/ 744682 w 4114416"/>
              <a:gd name="connsiteY36" fmla="*/ 1380067 h 2870200"/>
              <a:gd name="connsiteX37" fmla="*/ 761616 w 4114416"/>
              <a:gd name="connsiteY37" fmla="*/ 1532467 h 2870200"/>
              <a:gd name="connsiteX38" fmla="*/ 778549 w 4114416"/>
              <a:gd name="connsiteY38" fmla="*/ 1566334 h 2870200"/>
              <a:gd name="connsiteX39" fmla="*/ 820882 w 4114416"/>
              <a:gd name="connsiteY39" fmla="*/ 1430867 h 2870200"/>
              <a:gd name="connsiteX40" fmla="*/ 854749 w 4114416"/>
              <a:gd name="connsiteY40" fmla="*/ 1388534 h 2870200"/>
              <a:gd name="connsiteX41" fmla="*/ 863216 w 4114416"/>
              <a:gd name="connsiteY41" fmla="*/ 1498600 h 2870200"/>
              <a:gd name="connsiteX42" fmla="*/ 888616 w 4114416"/>
              <a:gd name="connsiteY42" fmla="*/ 1811867 h 2870200"/>
              <a:gd name="connsiteX43" fmla="*/ 897082 w 4114416"/>
              <a:gd name="connsiteY43" fmla="*/ 1642534 h 2870200"/>
              <a:gd name="connsiteX44" fmla="*/ 930949 w 4114416"/>
              <a:gd name="connsiteY44" fmla="*/ 1557867 h 2870200"/>
              <a:gd name="connsiteX45" fmla="*/ 939416 w 4114416"/>
              <a:gd name="connsiteY45" fmla="*/ 2006600 h 2870200"/>
              <a:gd name="connsiteX46" fmla="*/ 964816 w 4114416"/>
              <a:gd name="connsiteY46" fmla="*/ 2116667 h 2870200"/>
              <a:gd name="connsiteX47" fmla="*/ 973282 w 4114416"/>
              <a:gd name="connsiteY47" fmla="*/ 1948424 h 2870200"/>
              <a:gd name="connsiteX48" fmla="*/ 990216 w 4114416"/>
              <a:gd name="connsiteY48" fmla="*/ 1794934 h 2870200"/>
              <a:gd name="connsiteX49" fmla="*/ 998682 w 4114416"/>
              <a:gd name="connsiteY49" fmla="*/ 1761067 h 2870200"/>
              <a:gd name="connsiteX50" fmla="*/ 1015616 w 4114416"/>
              <a:gd name="connsiteY50" fmla="*/ 1871134 h 2870200"/>
              <a:gd name="connsiteX51" fmla="*/ 1032549 w 4114416"/>
              <a:gd name="connsiteY51" fmla="*/ 1947334 h 2870200"/>
              <a:gd name="connsiteX52" fmla="*/ 1049482 w 4114416"/>
              <a:gd name="connsiteY52" fmla="*/ 2040467 h 2870200"/>
              <a:gd name="connsiteX53" fmla="*/ 1074882 w 4114416"/>
              <a:gd name="connsiteY53" fmla="*/ 2108200 h 2870200"/>
              <a:gd name="connsiteX54" fmla="*/ 1105586 w 4114416"/>
              <a:gd name="connsiteY54" fmla="*/ 2165034 h 2870200"/>
              <a:gd name="connsiteX55" fmla="*/ 1117344 w 4114416"/>
              <a:gd name="connsiteY55" fmla="*/ 2220675 h 2870200"/>
              <a:gd name="connsiteX56" fmla="*/ 1134149 w 4114416"/>
              <a:gd name="connsiteY56" fmla="*/ 2108200 h 2870200"/>
              <a:gd name="connsiteX57" fmla="*/ 1184949 w 4114416"/>
              <a:gd name="connsiteY57" fmla="*/ 1989667 h 2870200"/>
              <a:gd name="connsiteX58" fmla="*/ 1221851 w 4114416"/>
              <a:gd name="connsiteY58" fmla="*/ 1898967 h 2870200"/>
              <a:gd name="connsiteX59" fmla="*/ 1244216 w 4114416"/>
              <a:gd name="connsiteY59" fmla="*/ 2167467 h 2870200"/>
              <a:gd name="connsiteX60" fmla="*/ 1261149 w 4114416"/>
              <a:gd name="connsiteY60" fmla="*/ 2082800 h 2870200"/>
              <a:gd name="connsiteX61" fmla="*/ 1269616 w 4114416"/>
              <a:gd name="connsiteY61" fmla="*/ 2015067 h 2870200"/>
              <a:gd name="connsiteX62" fmla="*/ 1311949 w 4114416"/>
              <a:gd name="connsiteY62" fmla="*/ 1854200 h 2870200"/>
              <a:gd name="connsiteX63" fmla="*/ 1320416 w 4114416"/>
              <a:gd name="connsiteY63" fmla="*/ 1803400 h 2870200"/>
              <a:gd name="connsiteX64" fmla="*/ 1345816 w 4114416"/>
              <a:gd name="connsiteY64" fmla="*/ 1701800 h 2870200"/>
              <a:gd name="connsiteX65" fmla="*/ 1379682 w 4114416"/>
              <a:gd name="connsiteY65" fmla="*/ 1744134 h 2870200"/>
              <a:gd name="connsiteX66" fmla="*/ 1422016 w 4114416"/>
              <a:gd name="connsiteY66" fmla="*/ 1879600 h 2870200"/>
              <a:gd name="connsiteX67" fmla="*/ 1455882 w 4114416"/>
              <a:gd name="connsiteY67" fmla="*/ 1947334 h 2870200"/>
              <a:gd name="connsiteX68" fmla="*/ 1472816 w 4114416"/>
              <a:gd name="connsiteY68" fmla="*/ 1938867 h 2870200"/>
              <a:gd name="connsiteX69" fmla="*/ 1515149 w 4114416"/>
              <a:gd name="connsiteY69" fmla="*/ 1803400 h 2870200"/>
              <a:gd name="connsiteX70" fmla="*/ 1574416 w 4114416"/>
              <a:gd name="connsiteY70" fmla="*/ 1651000 h 2870200"/>
              <a:gd name="connsiteX71" fmla="*/ 1582882 w 4114416"/>
              <a:gd name="connsiteY71" fmla="*/ 1591734 h 2870200"/>
              <a:gd name="connsiteX72" fmla="*/ 1608410 w 4114416"/>
              <a:gd name="connsiteY72" fmla="*/ 1462351 h 2870200"/>
              <a:gd name="connsiteX73" fmla="*/ 1633682 w 4114416"/>
              <a:gd name="connsiteY73" fmla="*/ 1524000 h 2870200"/>
              <a:gd name="connsiteX74" fmla="*/ 1659082 w 4114416"/>
              <a:gd name="connsiteY74" fmla="*/ 1490134 h 2870200"/>
              <a:gd name="connsiteX75" fmla="*/ 1684482 w 4114416"/>
              <a:gd name="connsiteY75" fmla="*/ 1388534 h 2870200"/>
              <a:gd name="connsiteX76" fmla="*/ 1732631 w 4114416"/>
              <a:gd name="connsiteY76" fmla="*/ 1294184 h 2870200"/>
              <a:gd name="connsiteX77" fmla="*/ 1794549 w 4114416"/>
              <a:gd name="connsiteY77" fmla="*/ 1176867 h 2870200"/>
              <a:gd name="connsiteX78" fmla="*/ 1831067 w 4114416"/>
              <a:gd name="connsiteY78" fmla="*/ 1238516 h 2870200"/>
              <a:gd name="connsiteX79" fmla="*/ 1853688 w 4114416"/>
              <a:gd name="connsiteY79" fmla="*/ 1323159 h 2870200"/>
              <a:gd name="connsiteX80" fmla="*/ 1887682 w 4114416"/>
              <a:gd name="connsiteY80" fmla="*/ 1422400 h 2870200"/>
              <a:gd name="connsiteX81" fmla="*/ 1938482 w 4114416"/>
              <a:gd name="connsiteY81" fmla="*/ 1600200 h 2870200"/>
              <a:gd name="connsiteX82" fmla="*/ 1978163 w 4114416"/>
              <a:gd name="connsiteY82" fmla="*/ 1762259 h 2870200"/>
              <a:gd name="connsiteX83" fmla="*/ 2006216 w 4114416"/>
              <a:gd name="connsiteY83" fmla="*/ 1498600 h 2870200"/>
              <a:gd name="connsiteX84" fmla="*/ 2023149 w 4114416"/>
              <a:gd name="connsiteY84" fmla="*/ 1464734 h 2870200"/>
              <a:gd name="connsiteX85" fmla="*/ 2031616 w 4114416"/>
              <a:gd name="connsiteY85" fmla="*/ 1439334 h 2870200"/>
              <a:gd name="connsiteX86" fmla="*/ 2067707 w 4114416"/>
              <a:gd name="connsiteY86" fmla="*/ 1908377 h 2870200"/>
              <a:gd name="connsiteX87" fmla="*/ 2082416 w 4114416"/>
              <a:gd name="connsiteY87" fmla="*/ 2032000 h 2870200"/>
              <a:gd name="connsiteX88" fmla="*/ 2090882 w 4114416"/>
              <a:gd name="connsiteY88" fmla="*/ 2150534 h 2870200"/>
              <a:gd name="connsiteX89" fmla="*/ 2099349 w 4114416"/>
              <a:gd name="connsiteY89" fmla="*/ 2489200 h 2870200"/>
              <a:gd name="connsiteX90" fmla="*/ 2133216 w 4114416"/>
              <a:gd name="connsiteY90" fmla="*/ 2421467 h 2870200"/>
              <a:gd name="connsiteX91" fmla="*/ 2175549 w 4114416"/>
              <a:gd name="connsiteY91" fmla="*/ 2319867 h 2870200"/>
              <a:gd name="connsiteX92" fmla="*/ 2192611 w 4114416"/>
              <a:gd name="connsiteY92" fmla="*/ 2271500 h 2870200"/>
              <a:gd name="connsiteX93" fmla="*/ 2212579 w 4114416"/>
              <a:gd name="connsiteY93" fmla="*/ 2206201 h 2870200"/>
              <a:gd name="connsiteX94" fmla="*/ 2251749 w 4114416"/>
              <a:gd name="connsiteY94" fmla="*/ 2514600 h 2870200"/>
              <a:gd name="connsiteX95" fmla="*/ 2277149 w 4114416"/>
              <a:gd name="connsiteY95" fmla="*/ 2565400 h 2870200"/>
              <a:gd name="connsiteX96" fmla="*/ 2285616 w 4114416"/>
              <a:gd name="connsiteY96" fmla="*/ 2489200 h 2870200"/>
              <a:gd name="connsiteX97" fmla="*/ 2302549 w 4114416"/>
              <a:gd name="connsiteY97" fmla="*/ 2421467 h 2870200"/>
              <a:gd name="connsiteX98" fmla="*/ 2311016 w 4114416"/>
              <a:gd name="connsiteY98" fmla="*/ 1718734 h 2870200"/>
              <a:gd name="connsiteX99" fmla="*/ 2336416 w 4114416"/>
              <a:gd name="connsiteY99" fmla="*/ 1811867 h 2870200"/>
              <a:gd name="connsiteX100" fmla="*/ 2361816 w 4114416"/>
              <a:gd name="connsiteY100" fmla="*/ 1871134 h 2870200"/>
              <a:gd name="connsiteX101" fmla="*/ 2395682 w 4114416"/>
              <a:gd name="connsiteY101" fmla="*/ 1972734 h 2870200"/>
              <a:gd name="connsiteX102" fmla="*/ 2404149 w 4114416"/>
              <a:gd name="connsiteY102" fmla="*/ 1574800 h 2870200"/>
              <a:gd name="connsiteX103" fmla="*/ 2429549 w 4114416"/>
              <a:gd name="connsiteY103" fmla="*/ 1236134 h 2870200"/>
              <a:gd name="connsiteX104" fmla="*/ 2446482 w 4114416"/>
              <a:gd name="connsiteY104" fmla="*/ 1092200 h 2870200"/>
              <a:gd name="connsiteX105" fmla="*/ 2454949 w 4114416"/>
              <a:gd name="connsiteY105" fmla="*/ 1066800 h 2870200"/>
              <a:gd name="connsiteX106" fmla="*/ 2463416 w 4114416"/>
              <a:gd name="connsiteY106" fmla="*/ 1092200 h 2870200"/>
              <a:gd name="connsiteX107" fmla="*/ 2488816 w 4114416"/>
              <a:gd name="connsiteY107" fmla="*/ 1227667 h 2870200"/>
              <a:gd name="connsiteX108" fmla="*/ 2514216 w 4114416"/>
              <a:gd name="connsiteY108" fmla="*/ 753534 h 2870200"/>
              <a:gd name="connsiteX109" fmla="*/ 2531149 w 4114416"/>
              <a:gd name="connsiteY109" fmla="*/ 685800 h 2870200"/>
              <a:gd name="connsiteX110" fmla="*/ 2539616 w 4114416"/>
              <a:gd name="connsiteY110" fmla="*/ 609600 h 2870200"/>
              <a:gd name="connsiteX111" fmla="*/ 2548082 w 4114416"/>
              <a:gd name="connsiteY111" fmla="*/ 558800 h 2870200"/>
              <a:gd name="connsiteX112" fmla="*/ 2565016 w 4114416"/>
              <a:gd name="connsiteY112" fmla="*/ 584200 h 2870200"/>
              <a:gd name="connsiteX113" fmla="*/ 2573482 w 4114416"/>
              <a:gd name="connsiteY113" fmla="*/ 778934 h 2870200"/>
              <a:gd name="connsiteX114" fmla="*/ 2615816 w 4114416"/>
              <a:gd name="connsiteY114" fmla="*/ 914400 h 2870200"/>
              <a:gd name="connsiteX115" fmla="*/ 2632749 w 4114416"/>
              <a:gd name="connsiteY115" fmla="*/ 973667 h 2870200"/>
              <a:gd name="connsiteX116" fmla="*/ 2649682 w 4114416"/>
              <a:gd name="connsiteY116" fmla="*/ 812800 h 2870200"/>
              <a:gd name="connsiteX117" fmla="*/ 2666616 w 4114416"/>
              <a:gd name="connsiteY117" fmla="*/ 694267 h 2870200"/>
              <a:gd name="connsiteX118" fmla="*/ 2692016 w 4114416"/>
              <a:gd name="connsiteY118" fmla="*/ 558800 h 2870200"/>
              <a:gd name="connsiteX119" fmla="*/ 2717416 w 4114416"/>
              <a:gd name="connsiteY119" fmla="*/ 321734 h 2870200"/>
              <a:gd name="connsiteX120" fmla="*/ 2734349 w 4114416"/>
              <a:gd name="connsiteY120" fmla="*/ 1058334 h 2870200"/>
              <a:gd name="connsiteX121" fmla="*/ 2760746 w 4114416"/>
              <a:gd name="connsiteY121" fmla="*/ 1023969 h 2870200"/>
              <a:gd name="connsiteX122" fmla="*/ 2810549 w 4114416"/>
              <a:gd name="connsiteY122" fmla="*/ 905934 h 2870200"/>
              <a:gd name="connsiteX123" fmla="*/ 2844416 w 4114416"/>
              <a:gd name="connsiteY123" fmla="*/ 855134 h 2870200"/>
              <a:gd name="connsiteX124" fmla="*/ 2869816 w 4114416"/>
              <a:gd name="connsiteY124" fmla="*/ 1422400 h 2870200"/>
              <a:gd name="connsiteX125" fmla="*/ 2878282 w 4114416"/>
              <a:gd name="connsiteY125" fmla="*/ 1388534 h 2870200"/>
              <a:gd name="connsiteX126" fmla="*/ 2895216 w 4114416"/>
              <a:gd name="connsiteY126" fmla="*/ 1363134 h 2870200"/>
              <a:gd name="connsiteX127" fmla="*/ 2920616 w 4114416"/>
              <a:gd name="connsiteY127" fmla="*/ 1278467 h 2870200"/>
              <a:gd name="connsiteX128" fmla="*/ 2937549 w 4114416"/>
              <a:gd name="connsiteY128" fmla="*/ 1320800 h 2870200"/>
              <a:gd name="connsiteX129" fmla="*/ 2954482 w 4114416"/>
              <a:gd name="connsiteY129" fmla="*/ 1388534 h 2870200"/>
              <a:gd name="connsiteX130" fmla="*/ 2971416 w 4114416"/>
              <a:gd name="connsiteY130" fmla="*/ 1422400 h 2870200"/>
              <a:gd name="connsiteX131" fmla="*/ 3013749 w 4114416"/>
              <a:gd name="connsiteY131" fmla="*/ 1540934 h 2870200"/>
              <a:gd name="connsiteX132" fmla="*/ 3030682 w 4114416"/>
              <a:gd name="connsiteY132" fmla="*/ 1566334 h 2870200"/>
              <a:gd name="connsiteX133" fmla="*/ 3064549 w 4114416"/>
              <a:gd name="connsiteY133" fmla="*/ 1718734 h 2870200"/>
              <a:gd name="connsiteX134" fmla="*/ 3089949 w 4114416"/>
              <a:gd name="connsiteY134" fmla="*/ 1761067 h 2870200"/>
              <a:gd name="connsiteX135" fmla="*/ 3118129 w 4114416"/>
              <a:gd name="connsiteY135" fmla="*/ 1909842 h 2870200"/>
              <a:gd name="connsiteX136" fmla="*/ 3140749 w 4114416"/>
              <a:gd name="connsiteY136" fmla="*/ 1769534 h 2870200"/>
              <a:gd name="connsiteX137" fmla="*/ 3157682 w 4114416"/>
              <a:gd name="connsiteY137" fmla="*/ 1710267 h 2870200"/>
              <a:gd name="connsiteX138" fmla="*/ 3166149 w 4114416"/>
              <a:gd name="connsiteY138" fmla="*/ 1684867 h 2870200"/>
              <a:gd name="connsiteX139" fmla="*/ 3191549 w 4114416"/>
              <a:gd name="connsiteY139" fmla="*/ 1676400 h 2870200"/>
              <a:gd name="connsiteX140" fmla="*/ 3200016 w 4114416"/>
              <a:gd name="connsiteY140" fmla="*/ 2006600 h 2870200"/>
              <a:gd name="connsiteX141" fmla="*/ 3208482 w 4114416"/>
              <a:gd name="connsiteY141" fmla="*/ 2048934 h 2870200"/>
              <a:gd name="connsiteX142" fmla="*/ 3216949 w 4114416"/>
              <a:gd name="connsiteY142" fmla="*/ 2099734 h 2870200"/>
              <a:gd name="connsiteX143" fmla="*/ 3233882 w 4114416"/>
              <a:gd name="connsiteY143" fmla="*/ 2048934 h 2870200"/>
              <a:gd name="connsiteX144" fmla="*/ 3242349 w 4114416"/>
              <a:gd name="connsiteY144" fmla="*/ 1998134 h 2870200"/>
              <a:gd name="connsiteX145" fmla="*/ 3276216 w 4114416"/>
              <a:gd name="connsiteY145" fmla="*/ 2353734 h 2870200"/>
              <a:gd name="connsiteX146" fmla="*/ 3301616 w 4114416"/>
              <a:gd name="connsiteY146" fmla="*/ 2387600 h 2870200"/>
              <a:gd name="connsiteX147" fmla="*/ 3272323 w 4114416"/>
              <a:gd name="connsiteY147" fmla="*/ 2497667 h 2870200"/>
              <a:gd name="connsiteX148" fmla="*/ 3296810 w 4114416"/>
              <a:gd name="connsiteY148" fmla="*/ 2540952 h 2870200"/>
              <a:gd name="connsiteX149" fmla="*/ 3298638 w 4114416"/>
              <a:gd name="connsiteY149" fmla="*/ 2608686 h 2870200"/>
              <a:gd name="connsiteX150" fmla="*/ 3331591 w 4114416"/>
              <a:gd name="connsiteY150" fmla="*/ 2723509 h 2870200"/>
              <a:gd name="connsiteX151" fmla="*/ 3411682 w 4114416"/>
              <a:gd name="connsiteY151" fmla="*/ 2810934 h 2870200"/>
              <a:gd name="connsiteX152" fmla="*/ 3437082 w 4114416"/>
              <a:gd name="connsiteY152" fmla="*/ 2870200 h 2870200"/>
              <a:gd name="connsiteX153" fmla="*/ 3462482 w 4114416"/>
              <a:gd name="connsiteY153" fmla="*/ 1828800 h 2870200"/>
              <a:gd name="connsiteX154" fmla="*/ 3461984 w 4114416"/>
              <a:gd name="connsiteY154" fmla="*/ 2090271 h 2870200"/>
              <a:gd name="connsiteX155" fmla="*/ 3487882 w 4114416"/>
              <a:gd name="connsiteY155" fmla="*/ 1735667 h 2870200"/>
              <a:gd name="connsiteX156" fmla="*/ 3513282 w 4114416"/>
              <a:gd name="connsiteY156" fmla="*/ 1651000 h 2870200"/>
              <a:gd name="connsiteX157" fmla="*/ 3521749 w 4114416"/>
              <a:gd name="connsiteY157" fmla="*/ 1701800 h 2870200"/>
              <a:gd name="connsiteX158" fmla="*/ 3525733 w 4114416"/>
              <a:gd name="connsiteY158" fmla="*/ 1875118 h 2870200"/>
              <a:gd name="connsiteX159" fmla="*/ 3547149 w 4114416"/>
              <a:gd name="connsiteY159" fmla="*/ 1752600 h 2870200"/>
              <a:gd name="connsiteX160" fmla="*/ 3555616 w 4114416"/>
              <a:gd name="connsiteY160" fmla="*/ 1693334 h 2870200"/>
              <a:gd name="connsiteX161" fmla="*/ 3597949 w 4114416"/>
              <a:gd name="connsiteY161" fmla="*/ 1608667 h 2870200"/>
              <a:gd name="connsiteX162" fmla="*/ 3614882 w 4114416"/>
              <a:gd name="connsiteY162" fmla="*/ 1566334 h 2870200"/>
              <a:gd name="connsiteX163" fmla="*/ 3657216 w 4114416"/>
              <a:gd name="connsiteY163" fmla="*/ 1464734 h 2870200"/>
              <a:gd name="connsiteX164" fmla="*/ 3661200 w 4114416"/>
              <a:gd name="connsiteY164" fmla="*/ 1373094 h 2870200"/>
              <a:gd name="connsiteX165" fmla="*/ 3682616 w 4114416"/>
              <a:gd name="connsiteY165" fmla="*/ 1363134 h 2870200"/>
              <a:gd name="connsiteX166" fmla="*/ 3699549 w 4114416"/>
              <a:gd name="connsiteY166" fmla="*/ 1320800 h 2870200"/>
              <a:gd name="connsiteX167" fmla="*/ 3694569 w 4114416"/>
              <a:gd name="connsiteY167" fmla="*/ 1151964 h 2870200"/>
              <a:gd name="connsiteX168" fmla="*/ 3741882 w 4114416"/>
              <a:gd name="connsiteY168" fmla="*/ 1227667 h 2870200"/>
              <a:gd name="connsiteX169" fmla="*/ 3750349 w 4114416"/>
              <a:gd name="connsiteY169" fmla="*/ 1176867 h 2870200"/>
              <a:gd name="connsiteX170" fmla="*/ 3767282 w 4114416"/>
              <a:gd name="connsiteY170" fmla="*/ 1126067 h 2870200"/>
              <a:gd name="connsiteX171" fmla="*/ 3775749 w 4114416"/>
              <a:gd name="connsiteY171" fmla="*/ 1058334 h 2870200"/>
              <a:gd name="connsiteX172" fmla="*/ 3784216 w 4114416"/>
              <a:gd name="connsiteY172" fmla="*/ 1270000 h 2870200"/>
              <a:gd name="connsiteX173" fmla="*/ 3813064 w 4114416"/>
              <a:gd name="connsiteY173" fmla="*/ 678606 h 2870200"/>
              <a:gd name="connsiteX174" fmla="*/ 3818082 w 4114416"/>
              <a:gd name="connsiteY174" fmla="*/ 558800 h 2870200"/>
              <a:gd name="connsiteX175" fmla="*/ 3835016 w 4114416"/>
              <a:gd name="connsiteY175" fmla="*/ 482600 h 2870200"/>
              <a:gd name="connsiteX176" fmla="*/ 3843482 w 4114416"/>
              <a:gd name="connsiteY176" fmla="*/ 533400 h 2870200"/>
              <a:gd name="connsiteX177" fmla="*/ 3860416 w 4114416"/>
              <a:gd name="connsiteY177" fmla="*/ 660400 h 2870200"/>
              <a:gd name="connsiteX178" fmla="*/ 3868882 w 4114416"/>
              <a:gd name="connsiteY178" fmla="*/ 702734 h 2870200"/>
              <a:gd name="connsiteX179" fmla="*/ 3885816 w 4114416"/>
              <a:gd name="connsiteY179" fmla="*/ 736600 h 2870200"/>
              <a:gd name="connsiteX180" fmla="*/ 3902749 w 4114416"/>
              <a:gd name="connsiteY180" fmla="*/ 702734 h 2870200"/>
              <a:gd name="connsiteX181" fmla="*/ 3962016 w 4114416"/>
              <a:gd name="connsiteY181" fmla="*/ 482600 h 2870200"/>
              <a:gd name="connsiteX182" fmla="*/ 3978949 w 4114416"/>
              <a:gd name="connsiteY182" fmla="*/ 457200 h 2870200"/>
              <a:gd name="connsiteX183" fmla="*/ 4004349 w 4114416"/>
              <a:gd name="connsiteY183" fmla="*/ 177800 h 2870200"/>
              <a:gd name="connsiteX184" fmla="*/ 4029749 w 4114416"/>
              <a:gd name="connsiteY184" fmla="*/ 135467 h 2870200"/>
              <a:gd name="connsiteX185" fmla="*/ 4038216 w 4114416"/>
              <a:gd name="connsiteY185" fmla="*/ 101600 h 2870200"/>
              <a:gd name="connsiteX186" fmla="*/ 4046682 w 4114416"/>
              <a:gd name="connsiteY186" fmla="*/ 76200 h 2870200"/>
              <a:gd name="connsiteX187" fmla="*/ 4055149 w 4114416"/>
              <a:gd name="connsiteY187" fmla="*/ 110067 h 2870200"/>
              <a:gd name="connsiteX188" fmla="*/ 4072082 w 4114416"/>
              <a:gd name="connsiteY188" fmla="*/ 160867 h 2870200"/>
              <a:gd name="connsiteX189" fmla="*/ 4114416 w 4114416"/>
              <a:gd name="connsiteY189" fmla="*/ 0 h 2870200"/>
              <a:gd name="connsiteX0" fmla="*/ 0 w 4114416"/>
              <a:gd name="connsiteY0" fmla="*/ 735359 h 2870200"/>
              <a:gd name="connsiteX1" fmla="*/ 22363 w 4114416"/>
              <a:gd name="connsiteY1" fmla="*/ 647092 h 2870200"/>
              <a:gd name="connsiteX2" fmla="*/ 53451 w 4114416"/>
              <a:gd name="connsiteY2" fmla="*/ 567267 h 2870200"/>
              <a:gd name="connsiteX3" fmla="*/ 61790 w 4114416"/>
              <a:gd name="connsiteY3" fmla="*/ 828517 h 2870200"/>
              <a:gd name="connsiteX4" fmla="*/ 57549 w 4114416"/>
              <a:gd name="connsiteY4" fmla="*/ 1083293 h 2870200"/>
              <a:gd name="connsiteX5" fmla="*/ 55282 w 4114416"/>
              <a:gd name="connsiteY5" fmla="*/ 1212385 h 2870200"/>
              <a:gd name="connsiteX6" fmla="*/ 69873 w 4114416"/>
              <a:gd name="connsiteY6" fmla="*/ 1401791 h 2870200"/>
              <a:gd name="connsiteX7" fmla="*/ 112335 w 4114416"/>
              <a:gd name="connsiteY7" fmla="*/ 1209517 h 2870200"/>
              <a:gd name="connsiteX8" fmla="*/ 135082 w 4114416"/>
              <a:gd name="connsiteY8" fmla="*/ 1100667 h 2870200"/>
              <a:gd name="connsiteX9" fmla="*/ 168949 w 4114416"/>
              <a:gd name="connsiteY9" fmla="*/ 999067 h 2870200"/>
              <a:gd name="connsiteX10" fmla="*/ 185882 w 4114416"/>
              <a:gd name="connsiteY10" fmla="*/ 948267 h 2870200"/>
              <a:gd name="connsiteX11" fmla="*/ 202816 w 4114416"/>
              <a:gd name="connsiteY11" fmla="*/ 1134534 h 2870200"/>
              <a:gd name="connsiteX12" fmla="*/ 219749 w 4114416"/>
              <a:gd name="connsiteY12" fmla="*/ 1464734 h 2870200"/>
              <a:gd name="connsiteX13" fmla="*/ 279016 w 4114416"/>
              <a:gd name="connsiteY13" fmla="*/ 1363134 h 2870200"/>
              <a:gd name="connsiteX14" fmla="*/ 304416 w 4114416"/>
              <a:gd name="connsiteY14" fmla="*/ 1371600 h 2870200"/>
              <a:gd name="connsiteX15" fmla="*/ 312882 w 4114416"/>
              <a:gd name="connsiteY15" fmla="*/ 2243667 h 2870200"/>
              <a:gd name="connsiteX16" fmla="*/ 338282 w 4114416"/>
              <a:gd name="connsiteY16" fmla="*/ 2201334 h 2870200"/>
              <a:gd name="connsiteX17" fmla="*/ 346749 w 4114416"/>
              <a:gd name="connsiteY17" fmla="*/ 2150534 h 2870200"/>
              <a:gd name="connsiteX18" fmla="*/ 371651 w 4114416"/>
              <a:gd name="connsiteY18" fmla="*/ 2376146 h 2870200"/>
              <a:gd name="connsiteX19" fmla="*/ 389082 w 4114416"/>
              <a:gd name="connsiteY19" fmla="*/ 2082800 h 2870200"/>
              <a:gd name="connsiteX20" fmla="*/ 414981 w 4114416"/>
              <a:gd name="connsiteY20" fmla="*/ 1792444 h 2870200"/>
              <a:gd name="connsiteX21" fmla="*/ 422949 w 4114416"/>
              <a:gd name="connsiteY21" fmla="*/ 2032000 h 2870200"/>
              <a:gd name="connsiteX22" fmla="*/ 453908 w 4114416"/>
              <a:gd name="connsiteY22" fmla="*/ 1990884 h 2870200"/>
              <a:gd name="connsiteX23" fmla="*/ 465282 w 4114416"/>
              <a:gd name="connsiteY23" fmla="*/ 1752600 h 2870200"/>
              <a:gd name="connsiteX24" fmla="*/ 490682 w 4114416"/>
              <a:gd name="connsiteY24" fmla="*/ 1651000 h 2870200"/>
              <a:gd name="connsiteX25" fmla="*/ 516082 w 4114416"/>
              <a:gd name="connsiteY25" fmla="*/ 1710267 h 2870200"/>
              <a:gd name="connsiteX26" fmla="*/ 524549 w 4114416"/>
              <a:gd name="connsiteY26" fmla="*/ 1851666 h 2870200"/>
              <a:gd name="connsiteX27" fmla="*/ 558416 w 4114416"/>
              <a:gd name="connsiteY27" fmla="*/ 1820334 h 2870200"/>
              <a:gd name="connsiteX28" fmla="*/ 583816 w 4114416"/>
              <a:gd name="connsiteY28" fmla="*/ 1938867 h 2870200"/>
              <a:gd name="connsiteX29" fmla="*/ 600749 w 4114416"/>
              <a:gd name="connsiteY29" fmla="*/ 1998134 h 2870200"/>
              <a:gd name="connsiteX30" fmla="*/ 643082 w 4114416"/>
              <a:gd name="connsiteY30" fmla="*/ 1786467 h 2870200"/>
              <a:gd name="connsiteX31" fmla="*/ 668482 w 4114416"/>
              <a:gd name="connsiteY31" fmla="*/ 1718734 h 2870200"/>
              <a:gd name="connsiteX32" fmla="*/ 685416 w 4114416"/>
              <a:gd name="connsiteY32" fmla="*/ 1617134 h 2870200"/>
              <a:gd name="connsiteX33" fmla="*/ 702349 w 4114416"/>
              <a:gd name="connsiteY33" fmla="*/ 1557867 h 2870200"/>
              <a:gd name="connsiteX34" fmla="*/ 710816 w 4114416"/>
              <a:gd name="connsiteY34" fmla="*/ 1524000 h 2870200"/>
              <a:gd name="connsiteX35" fmla="*/ 727749 w 4114416"/>
              <a:gd name="connsiteY35" fmla="*/ 1312334 h 2870200"/>
              <a:gd name="connsiteX36" fmla="*/ 744682 w 4114416"/>
              <a:gd name="connsiteY36" fmla="*/ 1380067 h 2870200"/>
              <a:gd name="connsiteX37" fmla="*/ 761616 w 4114416"/>
              <a:gd name="connsiteY37" fmla="*/ 1532467 h 2870200"/>
              <a:gd name="connsiteX38" fmla="*/ 778549 w 4114416"/>
              <a:gd name="connsiteY38" fmla="*/ 1566334 h 2870200"/>
              <a:gd name="connsiteX39" fmla="*/ 820882 w 4114416"/>
              <a:gd name="connsiteY39" fmla="*/ 1430867 h 2870200"/>
              <a:gd name="connsiteX40" fmla="*/ 854749 w 4114416"/>
              <a:gd name="connsiteY40" fmla="*/ 1388534 h 2870200"/>
              <a:gd name="connsiteX41" fmla="*/ 863216 w 4114416"/>
              <a:gd name="connsiteY41" fmla="*/ 1498600 h 2870200"/>
              <a:gd name="connsiteX42" fmla="*/ 888616 w 4114416"/>
              <a:gd name="connsiteY42" fmla="*/ 1811867 h 2870200"/>
              <a:gd name="connsiteX43" fmla="*/ 897082 w 4114416"/>
              <a:gd name="connsiteY43" fmla="*/ 1642534 h 2870200"/>
              <a:gd name="connsiteX44" fmla="*/ 930949 w 4114416"/>
              <a:gd name="connsiteY44" fmla="*/ 1557867 h 2870200"/>
              <a:gd name="connsiteX45" fmla="*/ 939416 w 4114416"/>
              <a:gd name="connsiteY45" fmla="*/ 2006600 h 2870200"/>
              <a:gd name="connsiteX46" fmla="*/ 964816 w 4114416"/>
              <a:gd name="connsiteY46" fmla="*/ 2116667 h 2870200"/>
              <a:gd name="connsiteX47" fmla="*/ 973282 w 4114416"/>
              <a:gd name="connsiteY47" fmla="*/ 1948424 h 2870200"/>
              <a:gd name="connsiteX48" fmla="*/ 990216 w 4114416"/>
              <a:gd name="connsiteY48" fmla="*/ 1794934 h 2870200"/>
              <a:gd name="connsiteX49" fmla="*/ 998682 w 4114416"/>
              <a:gd name="connsiteY49" fmla="*/ 1761067 h 2870200"/>
              <a:gd name="connsiteX50" fmla="*/ 1015616 w 4114416"/>
              <a:gd name="connsiteY50" fmla="*/ 1871134 h 2870200"/>
              <a:gd name="connsiteX51" fmla="*/ 1032549 w 4114416"/>
              <a:gd name="connsiteY51" fmla="*/ 1947334 h 2870200"/>
              <a:gd name="connsiteX52" fmla="*/ 1049482 w 4114416"/>
              <a:gd name="connsiteY52" fmla="*/ 2040467 h 2870200"/>
              <a:gd name="connsiteX53" fmla="*/ 1074882 w 4114416"/>
              <a:gd name="connsiteY53" fmla="*/ 2108200 h 2870200"/>
              <a:gd name="connsiteX54" fmla="*/ 1105586 w 4114416"/>
              <a:gd name="connsiteY54" fmla="*/ 2165034 h 2870200"/>
              <a:gd name="connsiteX55" fmla="*/ 1117344 w 4114416"/>
              <a:gd name="connsiteY55" fmla="*/ 2220675 h 2870200"/>
              <a:gd name="connsiteX56" fmla="*/ 1134149 w 4114416"/>
              <a:gd name="connsiteY56" fmla="*/ 2108200 h 2870200"/>
              <a:gd name="connsiteX57" fmla="*/ 1184949 w 4114416"/>
              <a:gd name="connsiteY57" fmla="*/ 1989667 h 2870200"/>
              <a:gd name="connsiteX58" fmla="*/ 1221851 w 4114416"/>
              <a:gd name="connsiteY58" fmla="*/ 1898967 h 2870200"/>
              <a:gd name="connsiteX59" fmla="*/ 1244216 w 4114416"/>
              <a:gd name="connsiteY59" fmla="*/ 2167467 h 2870200"/>
              <a:gd name="connsiteX60" fmla="*/ 1261149 w 4114416"/>
              <a:gd name="connsiteY60" fmla="*/ 2082800 h 2870200"/>
              <a:gd name="connsiteX61" fmla="*/ 1269616 w 4114416"/>
              <a:gd name="connsiteY61" fmla="*/ 2015067 h 2870200"/>
              <a:gd name="connsiteX62" fmla="*/ 1311949 w 4114416"/>
              <a:gd name="connsiteY62" fmla="*/ 1854200 h 2870200"/>
              <a:gd name="connsiteX63" fmla="*/ 1320416 w 4114416"/>
              <a:gd name="connsiteY63" fmla="*/ 1803400 h 2870200"/>
              <a:gd name="connsiteX64" fmla="*/ 1345816 w 4114416"/>
              <a:gd name="connsiteY64" fmla="*/ 1701800 h 2870200"/>
              <a:gd name="connsiteX65" fmla="*/ 1379682 w 4114416"/>
              <a:gd name="connsiteY65" fmla="*/ 1744134 h 2870200"/>
              <a:gd name="connsiteX66" fmla="*/ 1422016 w 4114416"/>
              <a:gd name="connsiteY66" fmla="*/ 1879600 h 2870200"/>
              <a:gd name="connsiteX67" fmla="*/ 1455882 w 4114416"/>
              <a:gd name="connsiteY67" fmla="*/ 1947334 h 2870200"/>
              <a:gd name="connsiteX68" fmla="*/ 1472816 w 4114416"/>
              <a:gd name="connsiteY68" fmla="*/ 1938867 h 2870200"/>
              <a:gd name="connsiteX69" fmla="*/ 1515149 w 4114416"/>
              <a:gd name="connsiteY69" fmla="*/ 1803400 h 2870200"/>
              <a:gd name="connsiteX70" fmla="*/ 1574416 w 4114416"/>
              <a:gd name="connsiteY70" fmla="*/ 1651000 h 2870200"/>
              <a:gd name="connsiteX71" fmla="*/ 1582882 w 4114416"/>
              <a:gd name="connsiteY71" fmla="*/ 1591734 h 2870200"/>
              <a:gd name="connsiteX72" fmla="*/ 1608410 w 4114416"/>
              <a:gd name="connsiteY72" fmla="*/ 1462351 h 2870200"/>
              <a:gd name="connsiteX73" fmla="*/ 1633682 w 4114416"/>
              <a:gd name="connsiteY73" fmla="*/ 1524000 h 2870200"/>
              <a:gd name="connsiteX74" fmla="*/ 1659082 w 4114416"/>
              <a:gd name="connsiteY74" fmla="*/ 1490134 h 2870200"/>
              <a:gd name="connsiteX75" fmla="*/ 1684482 w 4114416"/>
              <a:gd name="connsiteY75" fmla="*/ 1388534 h 2870200"/>
              <a:gd name="connsiteX76" fmla="*/ 1732631 w 4114416"/>
              <a:gd name="connsiteY76" fmla="*/ 1294184 h 2870200"/>
              <a:gd name="connsiteX77" fmla="*/ 1794549 w 4114416"/>
              <a:gd name="connsiteY77" fmla="*/ 1176867 h 2870200"/>
              <a:gd name="connsiteX78" fmla="*/ 1831067 w 4114416"/>
              <a:gd name="connsiteY78" fmla="*/ 1238516 h 2870200"/>
              <a:gd name="connsiteX79" fmla="*/ 1853688 w 4114416"/>
              <a:gd name="connsiteY79" fmla="*/ 1323159 h 2870200"/>
              <a:gd name="connsiteX80" fmla="*/ 1887682 w 4114416"/>
              <a:gd name="connsiteY80" fmla="*/ 1422400 h 2870200"/>
              <a:gd name="connsiteX81" fmla="*/ 1938482 w 4114416"/>
              <a:gd name="connsiteY81" fmla="*/ 1600200 h 2870200"/>
              <a:gd name="connsiteX82" fmla="*/ 1978163 w 4114416"/>
              <a:gd name="connsiteY82" fmla="*/ 1762259 h 2870200"/>
              <a:gd name="connsiteX83" fmla="*/ 2006216 w 4114416"/>
              <a:gd name="connsiteY83" fmla="*/ 1498600 h 2870200"/>
              <a:gd name="connsiteX84" fmla="*/ 2023149 w 4114416"/>
              <a:gd name="connsiteY84" fmla="*/ 1464734 h 2870200"/>
              <a:gd name="connsiteX85" fmla="*/ 2031616 w 4114416"/>
              <a:gd name="connsiteY85" fmla="*/ 1439334 h 2870200"/>
              <a:gd name="connsiteX86" fmla="*/ 2067707 w 4114416"/>
              <a:gd name="connsiteY86" fmla="*/ 1908377 h 2870200"/>
              <a:gd name="connsiteX87" fmla="*/ 2082416 w 4114416"/>
              <a:gd name="connsiteY87" fmla="*/ 2032000 h 2870200"/>
              <a:gd name="connsiteX88" fmla="*/ 2090882 w 4114416"/>
              <a:gd name="connsiteY88" fmla="*/ 2150534 h 2870200"/>
              <a:gd name="connsiteX89" fmla="*/ 2099349 w 4114416"/>
              <a:gd name="connsiteY89" fmla="*/ 2489200 h 2870200"/>
              <a:gd name="connsiteX90" fmla="*/ 2133216 w 4114416"/>
              <a:gd name="connsiteY90" fmla="*/ 2421467 h 2870200"/>
              <a:gd name="connsiteX91" fmla="*/ 2175549 w 4114416"/>
              <a:gd name="connsiteY91" fmla="*/ 2319867 h 2870200"/>
              <a:gd name="connsiteX92" fmla="*/ 2192611 w 4114416"/>
              <a:gd name="connsiteY92" fmla="*/ 2271500 h 2870200"/>
              <a:gd name="connsiteX93" fmla="*/ 2212579 w 4114416"/>
              <a:gd name="connsiteY93" fmla="*/ 2206201 h 2870200"/>
              <a:gd name="connsiteX94" fmla="*/ 2251749 w 4114416"/>
              <a:gd name="connsiteY94" fmla="*/ 2514600 h 2870200"/>
              <a:gd name="connsiteX95" fmla="*/ 2277149 w 4114416"/>
              <a:gd name="connsiteY95" fmla="*/ 2565400 h 2870200"/>
              <a:gd name="connsiteX96" fmla="*/ 2285616 w 4114416"/>
              <a:gd name="connsiteY96" fmla="*/ 2489200 h 2870200"/>
              <a:gd name="connsiteX97" fmla="*/ 2302549 w 4114416"/>
              <a:gd name="connsiteY97" fmla="*/ 2421467 h 2870200"/>
              <a:gd name="connsiteX98" fmla="*/ 2311016 w 4114416"/>
              <a:gd name="connsiteY98" fmla="*/ 1718734 h 2870200"/>
              <a:gd name="connsiteX99" fmla="*/ 2336416 w 4114416"/>
              <a:gd name="connsiteY99" fmla="*/ 1811867 h 2870200"/>
              <a:gd name="connsiteX100" fmla="*/ 2361816 w 4114416"/>
              <a:gd name="connsiteY100" fmla="*/ 1871134 h 2870200"/>
              <a:gd name="connsiteX101" fmla="*/ 2395682 w 4114416"/>
              <a:gd name="connsiteY101" fmla="*/ 1972734 h 2870200"/>
              <a:gd name="connsiteX102" fmla="*/ 2404149 w 4114416"/>
              <a:gd name="connsiteY102" fmla="*/ 1574800 h 2870200"/>
              <a:gd name="connsiteX103" fmla="*/ 2429549 w 4114416"/>
              <a:gd name="connsiteY103" fmla="*/ 1236134 h 2870200"/>
              <a:gd name="connsiteX104" fmla="*/ 2446482 w 4114416"/>
              <a:gd name="connsiteY104" fmla="*/ 1092200 h 2870200"/>
              <a:gd name="connsiteX105" fmla="*/ 2454949 w 4114416"/>
              <a:gd name="connsiteY105" fmla="*/ 1066800 h 2870200"/>
              <a:gd name="connsiteX106" fmla="*/ 2463416 w 4114416"/>
              <a:gd name="connsiteY106" fmla="*/ 1092200 h 2870200"/>
              <a:gd name="connsiteX107" fmla="*/ 2488816 w 4114416"/>
              <a:gd name="connsiteY107" fmla="*/ 1227667 h 2870200"/>
              <a:gd name="connsiteX108" fmla="*/ 2514216 w 4114416"/>
              <a:gd name="connsiteY108" fmla="*/ 753534 h 2870200"/>
              <a:gd name="connsiteX109" fmla="*/ 2531149 w 4114416"/>
              <a:gd name="connsiteY109" fmla="*/ 685800 h 2870200"/>
              <a:gd name="connsiteX110" fmla="*/ 2539616 w 4114416"/>
              <a:gd name="connsiteY110" fmla="*/ 609600 h 2870200"/>
              <a:gd name="connsiteX111" fmla="*/ 2548082 w 4114416"/>
              <a:gd name="connsiteY111" fmla="*/ 558800 h 2870200"/>
              <a:gd name="connsiteX112" fmla="*/ 2565016 w 4114416"/>
              <a:gd name="connsiteY112" fmla="*/ 584200 h 2870200"/>
              <a:gd name="connsiteX113" fmla="*/ 2573482 w 4114416"/>
              <a:gd name="connsiteY113" fmla="*/ 778934 h 2870200"/>
              <a:gd name="connsiteX114" fmla="*/ 2615816 w 4114416"/>
              <a:gd name="connsiteY114" fmla="*/ 914400 h 2870200"/>
              <a:gd name="connsiteX115" fmla="*/ 2632749 w 4114416"/>
              <a:gd name="connsiteY115" fmla="*/ 973667 h 2870200"/>
              <a:gd name="connsiteX116" fmla="*/ 2649682 w 4114416"/>
              <a:gd name="connsiteY116" fmla="*/ 812800 h 2870200"/>
              <a:gd name="connsiteX117" fmla="*/ 2666616 w 4114416"/>
              <a:gd name="connsiteY117" fmla="*/ 694267 h 2870200"/>
              <a:gd name="connsiteX118" fmla="*/ 2692016 w 4114416"/>
              <a:gd name="connsiteY118" fmla="*/ 558800 h 2870200"/>
              <a:gd name="connsiteX119" fmla="*/ 2717416 w 4114416"/>
              <a:gd name="connsiteY119" fmla="*/ 321734 h 2870200"/>
              <a:gd name="connsiteX120" fmla="*/ 2734349 w 4114416"/>
              <a:gd name="connsiteY120" fmla="*/ 1058334 h 2870200"/>
              <a:gd name="connsiteX121" fmla="*/ 2760746 w 4114416"/>
              <a:gd name="connsiteY121" fmla="*/ 1023969 h 2870200"/>
              <a:gd name="connsiteX122" fmla="*/ 2810549 w 4114416"/>
              <a:gd name="connsiteY122" fmla="*/ 905934 h 2870200"/>
              <a:gd name="connsiteX123" fmla="*/ 2844416 w 4114416"/>
              <a:gd name="connsiteY123" fmla="*/ 855134 h 2870200"/>
              <a:gd name="connsiteX124" fmla="*/ 2869816 w 4114416"/>
              <a:gd name="connsiteY124" fmla="*/ 1422400 h 2870200"/>
              <a:gd name="connsiteX125" fmla="*/ 2878282 w 4114416"/>
              <a:gd name="connsiteY125" fmla="*/ 1388534 h 2870200"/>
              <a:gd name="connsiteX126" fmla="*/ 2895216 w 4114416"/>
              <a:gd name="connsiteY126" fmla="*/ 1363134 h 2870200"/>
              <a:gd name="connsiteX127" fmla="*/ 2920616 w 4114416"/>
              <a:gd name="connsiteY127" fmla="*/ 1278467 h 2870200"/>
              <a:gd name="connsiteX128" fmla="*/ 2937549 w 4114416"/>
              <a:gd name="connsiteY128" fmla="*/ 1320800 h 2870200"/>
              <a:gd name="connsiteX129" fmla="*/ 2954482 w 4114416"/>
              <a:gd name="connsiteY129" fmla="*/ 1388534 h 2870200"/>
              <a:gd name="connsiteX130" fmla="*/ 2971416 w 4114416"/>
              <a:gd name="connsiteY130" fmla="*/ 1422400 h 2870200"/>
              <a:gd name="connsiteX131" fmla="*/ 3013749 w 4114416"/>
              <a:gd name="connsiteY131" fmla="*/ 1540934 h 2870200"/>
              <a:gd name="connsiteX132" fmla="*/ 3030682 w 4114416"/>
              <a:gd name="connsiteY132" fmla="*/ 1566334 h 2870200"/>
              <a:gd name="connsiteX133" fmla="*/ 3064549 w 4114416"/>
              <a:gd name="connsiteY133" fmla="*/ 1718734 h 2870200"/>
              <a:gd name="connsiteX134" fmla="*/ 3089949 w 4114416"/>
              <a:gd name="connsiteY134" fmla="*/ 1761067 h 2870200"/>
              <a:gd name="connsiteX135" fmla="*/ 3118129 w 4114416"/>
              <a:gd name="connsiteY135" fmla="*/ 1909842 h 2870200"/>
              <a:gd name="connsiteX136" fmla="*/ 3140749 w 4114416"/>
              <a:gd name="connsiteY136" fmla="*/ 1769534 h 2870200"/>
              <a:gd name="connsiteX137" fmla="*/ 3157682 w 4114416"/>
              <a:gd name="connsiteY137" fmla="*/ 1710267 h 2870200"/>
              <a:gd name="connsiteX138" fmla="*/ 3166149 w 4114416"/>
              <a:gd name="connsiteY138" fmla="*/ 1684867 h 2870200"/>
              <a:gd name="connsiteX139" fmla="*/ 3191549 w 4114416"/>
              <a:gd name="connsiteY139" fmla="*/ 1676400 h 2870200"/>
              <a:gd name="connsiteX140" fmla="*/ 3200016 w 4114416"/>
              <a:gd name="connsiteY140" fmla="*/ 2006600 h 2870200"/>
              <a:gd name="connsiteX141" fmla="*/ 3208482 w 4114416"/>
              <a:gd name="connsiteY141" fmla="*/ 2048934 h 2870200"/>
              <a:gd name="connsiteX142" fmla="*/ 3216949 w 4114416"/>
              <a:gd name="connsiteY142" fmla="*/ 2099734 h 2870200"/>
              <a:gd name="connsiteX143" fmla="*/ 3233882 w 4114416"/>
              <a:gd name="connsiteY143" fmla="*/ 2048934 h 2870200"/>
              <a:gd name="connsiteX144" fmla="*/ 3242349 w 4114416"/>
              <a:gd name="connsiteY144" fmla="*/ 1998134 h 2870200"/>
              <a:gd name="connsiteX145" fmla="*/ 3276216 w 4114416"/>
              <a:gd name="connsiteY145" fmla="*/ 2353734 h 2870200"/>
              <a:gd name="connsiteX146" fmla="*/ 3278960 w 4114416"/>
              <a:gd name="connsiteY146" fmla="*/ 2387600 h 2870200"/>
              <a:gd name="connsiteX147" fmla="*/ 3272323 w 4114416"/>
              <a:gd name="connsiteY147" fmla="*/ 2497667 h 2870200"/>
              <a:gd name="connsiteX148" fmla="*/ 3296810 w 4114416"/>
              <a:gd name="connsiteY148" fmla="*/ 2540952 h 2870200"/>
              <a:gd name="connsiteX149" fmla="*/ 3298638 w 4114416"/>
              <a:gd name="connsiteY149" fmla="*/ 2608686 h 2870200"/>
              <a:gd name="connsiteX150" fmla="*/ 3331591 w 4114416"/>
              <a:gd name="connsiteY150" fmla="*/ 2723509 h 2870200"/>
              <a:gd name="connsiteX151" fmla="*/ 3411682 w 4114416"/>
              <a:gd name="connsiteY151" fmla="*/ 2810934 h 2870200"/>
              <a:gd name="connsiteX152" fmla="*/ 3437082 w 4114416"/>
              <a:gd name="connsiteY152" fmla="*/ 2870200 h 2870200"/>
              <a:gd name="connsiteX153" fmla="*/ 3462482 w 4114416"/>
              <a:gd name="connsiteY153" fmla="*/ 1828800 h 2870200"/>
              <a:gd name="connsiteX154" fmla="*/ 3461984 w 4114416"/>
              <a:gd name="connsiteY154" fmla="*/ 2090271 h 2870200"/>
              <a:gd name="connsiteX155" fmla="*/ 3487882 w 4114416"/>
              <a:gd name="connsiteY155" fmla="*/ 1735667 h 2870200"/>
              <a:gd name="connsiteX156" fmla="*/ 3513282 w 4114416"/>
              <a:gd name="connsiteY156" fmla="*/ 1651000 h 2870200"/>
              <a:gd name="connsiteX157" fmla="*/ 3521749 w 4114416"/>
              <a:gd name="connsiteY157" fmla="*/ 1701800 h 2870200"/>
              <a:gd name="connsiteX158" fmla="*/ 3525733 w 4114416"/>
              <a:gd name="connsiteY158" fmla="*/ 1875118 h 2870200"/>
              <a:gd name="connsiteX159" fmla="*/ 3547149 w 4114416"/>
              <a:gd name="connsiteY159" fmla="*/ 1752600 h 2870200"/>
              <a:gd name="connsiteX160" fmla="*/ 3555616 w 4114416"/>
              <a:gd name="connsiteY160" fmla="*/ 1693334 h 2870200"/>
              <a:gd name="connsiteX161" fmla="*/ 3597949 w 4114416"/>
              <a:gd name="connsiteY161" fmla="*/ 1608667 h 2870200"/>
              <a:gd name="connsiteX162" fmla="*/ 3614882 w 4114416"/>
              <a:gd name="connsiteY162" fmla="*/ 1566334 h 2870200"/>
              <a:gd name="connsiteX163" fmla="*/ 3657216 w 4114416"/>
              <a:gd name="connsiteY163" fmla="*/ 1464734 h 2870200"/>
              <a:gd name="connsiteX164" fmla="*/ 3661200 w 4114416"/>
              <a:gd name="connsiteY164" fmla="*/ 1373094 h 2870200"/>
              <a:gd name="connsiteX165" fmla="*/ 3682616 w 4114416"/>
              <a:gd name="connsiteY165" fmla="*/ 1363134 h 2870200"/>
              <a:gd name="connsiteX166" fmla="*/ 3699549 w 4114416"/>
              <a:gd name="connsiteY166" fmla="*/ 1320800 h 2870200"/>
              <a:gd name="connsiteX167" fmla="*/ 3694569 w 4114416"/>
              <a:gd name="connsiteY167" fmla="*/ 1151964 h 2870200"/>
              <a:gd name="connsiteX168" fmla="*/ 3741882 w 4114416"/>
              <a:gd name="connsiteY168" fmla="*/ 1227667 h 2870200"/>
              <a:gd name="connsiteX169" fmla="*/ 3750349 w 4114416"/>
              <a:gd name="connsiteY169" fmla="*/ 1176867 h 2870200"/>
              <a:gd name="connsiteX170" fmla="*/ 3767282 w 4114416"/>
              <a:gd name="connsiteY170" fmla="*/ 1126067 h 2870200"/>
              <a:gd name="connsiteX171" fmla="*/ 3775749 w 4114416"/>
              <a:gd name="connsiteY171" fmla="*/ 1058334 h 2870200"/>
              <a:gd name="connsiteX172" fmla="*/ 3784216 w 4114416"/>
              <a:gd name="connsiteY172" fmla="*/ 1270000 h 2870200"/>
              <a:gd name="connsiteX173" fmla="*/ 3813064 w 4114416"/>
              <a:gd name="connsiteY173" fmla="*/ 678606 h 2870200"/>
              <a:gd name="connsiteX174" fmla="*/ 3818082 w 4114416"/>
              <a:gd name="connsiteY174" fmla="*/ 558800 h 2870200"/>
              <a:gd name="connsiteX175" fmla="*/ 3835016 w 4114416"/>
              <a:gd name="connsiteY175" fmla="*/ 482600 h 2870200"/>
              <a:gd name="connsiteX176" fmla="*/ 3843482 w 4114416"/>
              <a:gd name="connsiteY176" fmla="*/ 533400 h 2870200"/>
              <a:gd name="connsiteX177" fmla="*/ 3860416 w 4114416"/>
              <a:gd name="connsiteY177" fmla="*/ 660400 h 2870200"/>
              <a:gd name="connsiteX178" fmla="*/ 3868882 w 4114416"/>
              <a:gd name="connsiteY178" fmla="*/ 702734 h 2870200"/>
              <a:gd name="connsiteX179" fmla="*/ 3885816 w 4114416"/>
              <a:gd name="connsiteY179" fmla="*/ 736600 h 2870200"/>
              <a:gd name="connsiteX180" fmla="*/ 3902749 w 4114416"/>
              <a:gd name="connsiteY180" fmla="*/ 702734 h 2870200"/>
              <a:gd name="connsiteX181" fmla="*/ 3962016 w 4114416"/>
              <a:gd name="connsiteY181" fmla="*/ 482600 h 2870200"/>
              <a:gd name="connsiteX182" fmla="*/ 3978949 w 4114416"/>
              <a:gd name="connsiteY182" fmla="*/ 457200 h 2870200"/>
              <a:gd name="connsiteX183" fmla="*/ 4004349 w 4114416"/>
              <a:gd name="connsiteY183" fmla="*/ 177800 h 2870200"/>
              <a:gd name="connsiteX184" fmla="*/ 4029749 w 4114416"/>
              <a:gd name="connsiteY184" fmla="*/ 135467 h 2870200"/>
              <a:gd name="connsiteX185" fmla="*/ 4038216 w 4114416"/>
              <a:gd name="connsiteY185" fmla="*/ 101600 h 2870200"/>
              <a:gd name="connsiteX186" fmla="*/ 4046682 w 4114416"/>
              <a:gd name="connsiteY186" fmla="*/ 76200 h 2870200"/>
              <a:gd name="connsiteX187" fmla="*/ 4055149 w 4114416"/>
              <a:gd name="connsiteY187" fmla="*/ 110067 h 2870200"/>
              <a:gd name="connsiteX188" fmla="*/ 4072082 w 4114416"/>
              <a:gd name="connsiteY188" fmla="*/ 160867 h 2870200"/>
              <a:gd name="connsiteX189" fmla="*/ 4114416 w 4114416"/>
              <a:gd name="connsiteY189" fmla="*/ 0 h 2870200"/>
              <a:gd name="connsiteX0" fmla="*/ 0 w 4114416"/>
              <a:gd name="connsiteY0" fmla="*/ 735359 h 2870200"/>
              <a:gd name="connsiteX1" fmla="*/ 22363 w 4114416"/>
              <a:gd name="connsiteY1" fmla="*/ 647092 h 2870200"/>
              <a:gd name="connsiteX2" fmla="*/ 53451 w 4114416"/>
              <a:gd name="connsiteY2" fmla="*/ 567267 h 2870200"/>
              <a:gd name="connsiteX3" fmla="*/ 61790 w 4114416"/>
              <a:gd name="connsiteY3" fmla="*/ 828517 h 2870200"/>
              <a:gd name="connsiteX4" fmla="*/ 57549 w 4114416"/>
              <a:gd name="connsiteY4" fmla="*/ 1083293 h 2870200"/>
              <a:gd name="connsiteX5" fmla="*/ 55282 w 4114416"/>
              <a:gd name="connsiteY5" fmla="*/ 1212385 h 2870200"/>
              <a:gd name="connsiteX6" fmla="*/ 69873 w 4114416"/>
              <a:gd name="connsiteY6" fmla="*/ 1401791 h 2870200"/>
              <a:gd name="connsiteX7" fmla="*/ 112335 w 4114416"/>
              <a:gd name="connsiteY7" fmla="*/ 1209517 h 2870200"/>
              <a:gd name="connsiteX8" fmla="*/ 135082 w 4114416"/>
              <a:gd name="connsiteY8" fmla="*/ 1100667 h 2870200"/>
              <a:gd name="connsiteX9" fmla="*/ 168949 w 4114416"/>
              <a:gd name="connsiteY9" fmla="*/ 999067 h 2870200"/>
              <a:gd name="connsiteX10" fmla="*/ 185882 w 4114416"/>
              <a:gd name="connsiteY10" fmla="*/ 948267 h 2870200"/>
              <a:gd name="connsiteX11" fmla="*/ 202816 w 4114416"/>
              <a:gd name="connsiteY11" fmla="*/ 1134534 h 2870200"/>
              <a:gd name="connsiteX12" fmla="*/ 219749 w 4114416"/>
              <a:gd name="connsiteY12" fmla="*/ 1464734 h 2870200"/>
              <a:gd name="connsiteX13" fmla="*/ 279016 w 4114416"/>
              <a:gd name="connsiteY13" fmla="*/ 1363134 h 2870200"/>
              <a:gd name="connsiteX14" fmla="*/ 304416 w 4114416"/>
              <a:gd name="connsiteY14" fmla="*/ 1371600 h 2870200"/>
              <a:gd name="connsiteX15" fmla="*/ 312882 w 4114416"/>
              <a:gd name="connsiteY15" fmla="*/ 2243667 h 2870200"/>
              <a:gd name="connsiteX16" fmla="*/ 338282 w 4114416"/>
              <a:gd name="connsiteY16" fmla="*/ 2201334 h 2870200"/>
              <a:gd name="connsiteX17" fmla="*/ 346749 w 4114416"/>
              <a:gd name="connsiteY17" fmla="*/ 2150534 h 2870200"/>
              <a:gd name="connsiteX18" fmla="*/ 371651 w 4114416"/>
              <a:gd name="connsiteY18" fmla="*/ 2376146 h 2870200"/>
              <a:gd name="connsiteX19" fmla="*/ 389082 w 4114416"/>
              <a:gd name="connsiteY19" fmla="*/ 2082800 h 2870200"/>
              <a:gd name="connsiteX20" fmla="*/ 414981 w 4114416"/>
              <a:gd name="connsiteY20" fmla="*/ 1792444 h 2870200"/>
              <a:gd name="connsiteX21" fmla="*/ 422949 w 4114416"/>
              <a:gd name="connsiteY21" fmla="*/ 2032000 h 2870200"/>
              <a:gd name="connsiteX22" fmla="*/ 453908 w 4114416"/>
              <a:gd name="connsiteY22" fmla="*/ 1990884 h 2870200"/>
              <a:gd name="connsiteX23" fmla="*/ 465282 w 4114416"/>
              <a:gd name="connsiteY23" fmla="*/ 1752600 h 2870200"/>
              <a:gd name="connsiteX24" fmla="*/ 490682 w 4114416"/>
              <a:gd name="connsiteY24" fmla="*/ 1651000 h 2870200"/>
              <a:gd name="connsiteX25" fmla="*/ 516082 w 4114416"/>
              <a:gd name="connsiteY25" fmla="*/ 1710267 h 2870200"/>
              <a:gd name="connsiteX26" fmla="*/ 524549 w 4114416"/>
              <a:gd name="connsiteY26" fmla="*/ 1851666 h 2870200"/>
              <a:gd name="connsiteX27" fmla="*/ 558416 w 4114416"/>
              <a:gd name="connsiteY27" fmla="*/ 1820334 h 2870200"/>
              <a:gd name="connsiteX28" fmla="*/ 583816 w 4114416"/>
              <a:gd name="connsiteY28" fmla="*/ 1938867 h 2870200"/>
              <a:gd name="connsiteX29" fmla="*/ 600749 w 4114416"/>
              <a:gd name="connsiteY29" fmla="*/ 1998134 h 2870200"/>
              <a:gd name="connsiteX30" fmla="*/ 643082 w 4114416"/>
              <a:gd name="connsiteY30" fmla="*/ 1786467 h 2870200"/>
              <a:gd name="connsiteX31" fmla="*/ 668482 w 4114416"/>
              <a:gd name="connsiteY31" fmla="*/ 1718734 h 2870200"/>
              <a:gd name="connsiteX32" fmla="*/ 685416 w 4114416"/>
              <a:gd name="connsiteY32" fmla="*/ 1617134 h 2870200"/>
              <a:gd name="connsiteX33" fmla="*/ 702349 w 4114416"/>
              <a:gd name="connsiteY33" fmla="*/ 1557867 h 2870200"/>
              <a:gd name="connsiteX34" fmla="*/ 710816 w 4114416"/>
              <a:gd name="connsiteY34" fmla="*/ 1524000 h 2870200"/>
              <a:gd name="connsiteX35" fmla="*/ 727749 w 4114416"/>
              <a:gd name="connsiteY35" fmla="*/ 1312334 h 2870200"/>
              <a:gd name="connsiteX36" fmla="*/ 744682 w 4114416"/>
              <a:gd name="connsiteY36" fmla="*/ 1380067 h 2870200"/>
              <a:gd name="connsiteX37" fmla="*/ 761616 w 4114416"/>
              <a:gd name="connsiteY37" fmla="*/ 1532467 h 2870200"/>
              <a:gd name="connsiteX38" fmla="*/ 778549 w 4114416"/>
              <a:gd name="connsiteY38" fmla="*/ 1566334 h 2870200"/>
              <a:gd name="connsiteX39" fmla="*/ 820882 w 4114416"/>
              <a:gd name="connsiteY39" fmla="*/ 1430867 h 2870200"/>
              <a:gd name="connsiteX40" fmla="*/ 854749 w 4114416"/>
              <a:gd name="connsiteY40" fmla="*/ 1388534 h 2870200"/>
              <a:gd name="connsiteX41" fmla="*/ 863216 w 4114416"/>
              <a:gd name="connsiteY41" fmla="*/ 1498600 h 2870200"/>
              <a:gd name="connsiteX42" fmla="*/ 888616 w 4114416"/>
              <a:gd name="connsiteY42" fmla="*/ 1811867 h 2870200"/>
              <a:gd name="connsiteX43" fmla="*/ 897082 w 4114416"/>
              <a:gd name="connsiteY43" fmla="*/ 1642534 h 2870200"/>
              <a:gd name="connsiteX44" fmla="*/ 930949 w 4114416"/>
              <a:gd name="connsiteY44" fmla="*/ 1557867 h 2870200"/>
              <a:gd name="connsiteX45" fmla="*/ 939416 w 4114416"/>
              <a:gd name="connsiteY45" fmla="*/ 2006600 h 2870200"/>
              <a:gd name="connsiteX46" fmla="*/ 964816 w 4114416"/>
              <a:gd name="connsiteY46" fmla="*/ 2116667 h 2870200"/>
              <a:gd name="connsiteX47" fmla="*/ 973282 w 4114416"/>
              <a:gd name="connsiteY47" fmla="*/ 1948424 h 2870200"/>
              <a:gd name="connsiteX48" fmla="*/ 990216 w 4114416"/>
              <a:gd name="connsiteY48" fmla="*/ 1794934 h 2870200"/>
              <a:gd name="connsiteX49" fmla="*/ 998682 w 4114416"/>
              <a:gd name="connsiteY49" fmla="*/ 1761067 h 2870200"/>
              <a:gd name="connsiteX50" fmla="*/ 1015616 w 4114416"/>
              <a:gd name="connsiteY50" fmla="*/ 1871134 h 2870200"/>
              <a:gd name="connsiteX51" fmla="*/ 1032549 w 4114416"/>
              <a:gd name="connsiteY51" fmla="*/ 1947334 h 2870200"/>
              <a:gd name="connsiteX52" fmla="*/ 1049482 w 4114416"/>
              <a:gd name="connsiteY52" fmla="*/ 2040467 h 2870200"/>
              <a:gd name="connsiteX53" fmla="*/ 1074882 w 4114416"/>
              <a:gd name="connsiteY53" fmla="*/ 2108200 h 2870200"/>
              <a:gd name="connsiteX54" fmla="*/ 1105586 w 4114416"/>
              <a:gd name="connsiteY54" fmla="*/ 2165034 h 2870200"/>
              <a:gd name="connsiteX55" fmla="*/ 1117344 w 4114416"/>
              <a:gd name="connsiteY55" fmla="*/ 2220675 h 2870200"/>
              <a:gd name="connsiteX56" fmla="*/ 1134149 w 4114416"/>
              <a:gd name="connsiteY56" fmla="*/ 2108200 h 2870200"/>
              <a:gd name="connsiteX57" fmla="*/ 1184949 w 4114416"/>
              <a:gd name="connsiteY57" fmla="*/ 1989667 h 2870200"/>
              <a:gd name="connsiteX58" fmla="*/ 1221851 w 4114416"/>
              <a:gd name="connsiteY58" fmla="*/ 1898967 h 2870200"/>
              <a:gd name="connsiteX59" fmla="*/ 1244216 w 4114416"/>
              <a:gd name="connsiteY59" fmla="*/ 2167467 h 2870200"/>
              <a:gd name="connsiteX60" fmla="*/ 1261149 w 4114416"/>
              <a:gd name="connsiteY60" fmla="*/ 2082800 h 2870200"/>
              <a:gd name="connsiteX61" fmla="*/ 1269616 w 4114416"/>
              <a:gd name="connsiteY61" fmla="*/ 2015067 h 2870200"/>
              <a:gd name="connsiteX62" fmla="*/ 1311949 w 4114416"/>
              <a:gd name="connsiteY62" fmla="*/ 1854200 h 2870200"/>
              <a:gd name="connsiteX63" fmla="*/ 1320416 w 4114416"/>
              <a:gd name="connsiteY63" fmla="*/ 1803400 h 2870200"/>
              <a:gd name="connsiteX64" fmla="*/ 1345816 w 4114416"/>
              <a:gd name="connsiteY64" fmla="*/ 1701800 h 2870200"/>
              <a:gd name="connsiteX65" fmla="*/ 1379682 w 4114416"/>
              <a:gd name="connsiteY65" fmla="*/ 1744134 h 2870200"/>
              <a:gd name="connsiteX66" fmla="*/ 1422016 w 4114416"/>
              <a:gd name="connsiteY66" fmla="*/ 1879600 h 2870200"/>
              <a:gd name="connsiteX67" fmla="*/ 1455882 w 4114416"/>
              <a:gd name="connsiteY67" fmla="*/ 1947334 h 2870200"/>
              <a:gd name="connsiteX68" fmla="*/ 1472816 w 4114416"/>
              <a:gd name="connsiteY68" fmla="*/ 1938867 h 2870200"/>
              <a:gd name="connsiteX69" fmla="*/ 1515149 w 4114416"/>
              <a:gd name="connsiteY69" fmla="*/ 1803400 h 2870200"/>
              <a:gd name="connsiteX70" fmla="*/ 1574416 w 4114416"/>
              <a:gd name="connsiteY70" fmla="*/ 1651000 h 2870200"/>
              <a:gd name="connsiteX71" fmla="*/ 1582882 w 4114416"/>
              <a:gd name="connsiteY71" fmla="*/ 1591734 h 2870200"/>
              <a:gd name="connsiteX72" fmla="*/ 1608410 w 4114416"/>
              <a:gd name="connsiteY72" fmla="*/ 1462351 h 2870200"/>
              <a:gd name="connsiteX73" fmla="*/ 1633682 w 4114416"/>
              <a:gd name="connsiteY73" fmla="*/ 1524000 h 2870200"/>
              <a:gd name="connsiteX74" fmla="*/ 1659082 w 4114416"/>
              <a:gd name="connsiteY74" fmla="*/ 1490134 h 2870200"/>
              <a:gd name="connsiteX75" fmla="*/ 1684482 w 4114416"/>
              <a:gd name="connsiteY75" fmla="*/ 1388534 h 2870200"/>
              <a:gd name="connsiteX76" fmla="*/ 1732631 w 4114416"/>
              <a:gd name="connsiteY76" fmla="*/ 1294184 h 2870200"/>
              <a:gd name="connsiteX77" fmla="*/ 1794549 w 4114416"/>
              <a:gd name="connsiteY77" fmla="*/ 1176867 h 2870200"/>
              <a:gd name="connsiteX78" fmla="*/ 1831067 w 4114416"/>
              <a:gd name="connsiteY78" fmla="*/ 1238516 h 2870200"/>
              <a:gd name="connsiteX79" fmla="*/ 1853688 w 4114416"/>
              <a:gd name="connsiteY79" fmla="*/ 1323159 h 2870200"/>
              <a:gd name="connsiteX80" fmla="*/ 1887682 w 4114416"/>
              <a:gd name="connsiteY80" fmla="*/ 1422400 h 2870200"/>
              <a:gd name="connsiteX81" fmla="*/ 1938482 w 4114416"/>
              <a:gd name="connsiteY81" fmla="*/ 1600200 h 2870200"/>
              <a:gd name="connsiteX82" fmla="*/ 1978163 w 4114416"/>
              <a:gd name="connsiteY82" fmla="*/ 1762259 h 2870200"/>
              <a:gd name="connsiteX83" fmla="*/ 2006216 w 4114416"/>
              <a:gd name="connsiteY83" fmla="*/ 1498600 h 2870200"/>
              <a:gd name="connsiteX84" fmla="*/ 2023149 w 4114416"/>
              <a:gd name="connsiteY84" fmla="*/ 1464734 h 2870200"/>
              <a:gd name="connsiteX85" fmla="*/ 2031616 w 4114416"/>
              <a:gd name="connsiteY85" fmla="*/ 1439334 h 2870200"/>
              <a:gd name="connsiteX86" fmla="*/ 2067707 w 4114416"/>
              <a:gd name="connsiteY86" fmla="*/ 1908377 h 2870200"/>
              <a:gd name="connsiteX87" fmla="*/ 2082416 w 4114416"/>
              <a:gd name="connsiteY87" fmla="*/ 2032000 h 2870200"/>
              <a:gd name="connsiteX88" fmla="*/ 2090882 w 4114416"/>
              <a:gd name="connsiteY88" fmla="*/ 2150534 h 2870200"/>
              <a:gd name="connsiteX89" fmla="*/ 2099349 w 4114416"/>
              <a:gd name="connsiteY89" fmla="*/ 2489200 h 2870200"/>
              <a:gd name="connsiteX90" fmla="*/ 2133216 w 4114416"/>
              <a:gd name="connsiteY90" fmla="*/ 2421467 h 2870200"/>
              <a:gd name="connsiteX91" fmla="*/ 2175549 w 4114416"/>
              <a:gd name="connsiteY91" fmla="*/ 2319867 h 2870200"/>
              <a:gd name="connsiteX92" fmla="*/ 2192611 w 4114416"/>
              <a:gd name="connsiteY92" fmla="*/ 2271500 h 2870200"/>
              <a:gd name="connsiteX93" fmla="*/ 2212579 w 4114416"/>
              <a:gd name="connsiteY93" fmla="*/ 2206201 h 2870200"/>
              <a:gd name="connsiteX94" fmla="*/ 2251749 w 4114416"/>
              <a:gd name="connsiteY94" fmla="*/ 2514600 h 2870200"/>
              <a:gd name="connsiteX95" fmla="*/ 2277149 w 4114416"/>
              <a:gd name="connsiteY95" fmla="*/ 2565400 h 2870200"/>
              <a:gd name="connsiteX96" fmla="*/ 2285616 w 4114416"/>
              <a:gd name="connsiteY96" fmla="*/ 2489200 h 2870200"/>
              <a:gd name="connsiteX97" fmla="*/ 2302549 w 4114416"/>
              <a:gd name="connsiteY97" fmla="*/ 2421467 h 2870200"/>
              <a:gd name="connsiteX98" fmla="*/ 2311016 w 4114416"/>
              <a:gd name="connsiteY98" fmla="*/ 1718734 h 2870200"/>
              <a:gd name="connsiteX99" fmla="*/ 2336416 w 4114416"/>
              <a:gd name="connsiteY99" fmla="*/ 1811867 h 2870200"/>
              <a:gd name="connsiteX100" fmla="*/ 2361816 w 4114416"/>
              <a:gd name="connsiteY100" fmla="*/ 1871134 h 2870200"/>
              <a:gd name="connsiteX101" fmla="*/ 2395682 w 4114416"/>
              <a:gd name="connsiteY101" fmla="*/ 1972734 h 2870200"/>
              <a:gd name="connsiteX102" fmla="*/ 2404149 w 4114416"/>
              <a:gd name="connsiteY102" fmla="*/ 1574800 h 2870200"/>
              <a:gd name="connsiteX103" fmla="*/ 2429549 w 4114416"/>
              <a:gd name="connsiteY103" fmla="*/ 1236134 h 2870200"/>
              <a:gd name="connsiteX104" fmla="*/ 2446482 w 4114416"/>
              <a:gd name="connsiteY104" fmla="*/ 1092200 h 2870200"/>
              <a:gd name="connsiteX105" fmla="*/ 2454949 w 4114416"/>
              <a:gd name="connsiteY105" fmla="*/ 1066800 h 2870200"/>
              <a:gd name="connsiteX106" fmla="*/ 2463416 w 4114416"/>
              <a:gd name="connsiteY106" fmla="*/ 1092200 h 2870200"/>
              <a:gd name="connsiteX107" fmla="*/ 2488816 w 4114416"/>
              <a:gd name="connsiteY107" fmla="*/ 1227667 h 2870200"/>
              <a:gd name="connsiteX108" fmla="*/ 2514216 w 4114416"/>
              <a:gd name="connsiteY108" fmla="*/ 753534 h 2870200"/>
              <a:gd name="connsiteX109" fmla="*/ 2531149 w 4114416"/>
              <a:gd name="connsiteY109" fmla="*/ 685800 h 2870200"/>
              <a:gd name="connsiteX110" fmla="*/ 2539616 w 4114416"/>
              <a:gd name="connsiteY110" fmla="*/ 609600 h 2870200"/>
              <a:gd name="connsiteX111" fmla="*/ 2548082 w 4114416"/>
              <a:gd name="connsiteY111" fmla="*/ 558800 h 2870200"/>
              <a:gd name="connsiteX112" fmla="*/ 2565016 w 4114416"/>
              <a:gd name="connsiteY112" fmla="*/ 584200 h 2870200"/>
              <a:gd name="connsiteX113" fmla="*/ 2573482 w 4114416"/>
              <a:gd name="connsiteY113" fmla="*/ 778934 h 2870200"/>
              <a:gd name="connsiteX114" fmla="*/ 2615816 w 4114416"/>
              <a:gd name="connsiteY114" fmla="*/ 914400 h 2870200"/>
              <a:gd name="connsiteX115" fmla="*/ 2632749 w 4114416"/>
              <a:gd name="connsiteY115" fmla="*/ 973667 h 2870200"/>
              <a:gd name="connsiteX116" fmla="*/ 2649682 w 4114416"/>
              <a:gd name="connsiteY116" fmla="*/ 812800 h 2870200"/>
              <a:gd name="connsiteX117" fmla="*/ 2666616 w 4114416"/>
              <a:gd name="connsiteY117" fmla="*/ 694267 h 2870200"/>
              <a:gd name="connsiteX118" fmla="*/ 2692016 w 4114416"/>
              <a:gd name="connsiteY118" fmla="*/ 558800 h 2870200"/>
              <a:gd name="connsiteX119" fmla="*/ 2717416 w 4114416"/>
              <a:gd name="connsiteY119" fmla="*/ 321734 h 2870200"/>
              <a:gd name="connsiteX120" fmla="*/ 2734349 w 4114416"/>
              <a:gd name="connsiteY120" fmla="*/ 1058334 h 2870200"/>
              <a:gd name="connsiteX121" fmla="*/ 2760746 w 4114416"/>
              <a:gd name="connsiteY121" fmla="*/ 1023969 h 2870200"/>
              <a:gd name="connsiteX122" fmla="*/ 2810549 w 4114416"/>
              <a:gd name="connsiteY122" fmla="*/ 905934 h 2870200"/>
              <a:gd name="connsiteX123" fmla="*/ 2844416 w 4114416"/>
              <a:gd name="connsiteY123" fmla="*/ 855134 h 2870200"/>
              <a:gd name="connsiteX124" fmla="*/ 2869816 w 4114416"/>
              <a:gd name="connsiteY124" fmla="*/ 1422400 h 2870200"/>
              <a:gd name="connsiteX125" fmla="*/ 2878282 w 4114416"/>
              <a:gd name="connsiteY125" fmla="*/ 1388534 h 2870200"/>
              <a:gd name="connsiteX126" fmla="*/ 2895216 w 4114416"/>
              <a:gd name="connsiteY126" fmla="*/ 1363134 h 2870200"/>
              <a:gd name="connsiteX127" fmla="*/ 2920616 w 4114416"/>
              <a:gd name="connsiteY127" fmla="*/ 1278467 h 2870200"/>
              <a:gd name="connsiteX128" fmla="*/ 2937549 w 4114416"/>
              <a:gd name="connsiteY128" fmla="*/ 1320800 h 2870200"/>
              <a:gd name="connsiteX129" fmla="*/ 2954482 w 4114416"/>
              <a:gd name="connsiteY129" fmla="*/ 1388534 h 2870200"/>
              <a:gd name="connsiteX130" fmla="*/ 2971416 w 4114416"/>
              <a:gd name="connsiteY130" fmla="*/ 1422400 h 2870200"/>
              <a:gd name="connsiteX131" fmla="*/ 3013749 w 4114416"/>
              <a:gd name="connsiteY131" fmla="*/ 1540934 h 2870200"/>
              <a:gd name="connsiteX132" fmla="*/ 3030682 w 4114416"/>
              <a:gd name="connsiteY132" fmla="*/ 1566334 h 2870200"/>
              <a:gd name="connsiteX133" fmla="*/ 3064549 w 4114416"/>
              <a:gd name="connsiteY133" fmla="*/ 1718734 h 2870200"/>
              <a:gd name="connsiteX134" fmla="*/ 3089949 w 4114416"/>
              <a:gd name="connsiteY134" fmla="*/ 1761067 h 2870200"/>
              <a:gd name="connsiteX135" fmla="*/ 3118129 w 4114416"/>
              <a:gd name="connsiteY135" fmla="*/ 1909842 h 2870200"/>
              <a:gd name="connsiteX136" fmla="*/ 3140749 w 4114416"/>
              <a:gd name="connsiteY136" fmla="*/ 1769534 h 2870200"/>
              <a:gd name="connsiteX137" fmla="*/ 3157682 w 4114416"/>
              <a:gd name="connsiteY137" fmla="*/ 1710267 h 2870200"/>
              <a:gd name="connsiteX138" fmla="*/ 3166149 w 4114416"/>
              <a:gd name="connsiteY138" fmla="*/ 1684867 h 2870200"/>
              <a:gd name="connsiteX139" fmla="*/ 3191549 w 4114416"/>
              <a:gd name="connsiteY139" fmla="*/ 1676400 h 2870200"/>
              <a:gd name="connsiteX140" fmla="*/ 3200016 w 4114416"/>
              <a:gd name="connsiteY140" fmla="*/ 2006600 h 2870200"/>
              <a:gd name="connsiteX141" fmla="*/ 3208482 w 4114416"/>
              <a:gd name="connsiteY141" fmla="*/ 2048934 h 2870200"/>
              <a:gd name="connsiteX142" fmla="*/ 3216949 w 4114416"/>
              <a:gd name="connsiteY142" fmla="*/ 2099734 h 2870200"/>
              <a:gd name="connsiteX143" fmla="*/ 3233882 w 4114416"/>
              <a:gd name="connsiteY143" fmla="*/ 2048934 h 2870200"/>
              <a:gd name="connsiteX144" fmla="*/ 3242349 w 4114416"/>
              <a:gd name="connsiteY144" fmla="*/ 1998134 h 2870200"/>
              <a:gd name="connsiteX145" fmla="*/ 3276216 w 4114416"/>
              <a:gd name="connsiteY145" fmla="*/ 2353734 h 2870200"/>
              <a:gd name="connsiteX146" fmla="*/ 3278960 w 4114416"/>
              <a:gd name="connsiteY146" fmla="*/ 2387600 h 2870200"/>
              <a:gd name="connsiteX147" fmla="*/ 3272323 w 4114416"/>
              <a:gd name="connsiteY147" fmla="*/ 2497667 h 2870200"/>
              <a:gd name="connsiteX148" fmla="*/ 3296810 w 4114416"/>
              <a:gd name="connsiteY148" fmla="*/ 2540952 h 2870200"/>
              <a:gd name="connsiteX149" fmla="*/ 3298638 w 4114416"/>
              <a:gd name="connsiteY149" fmla="*/ 2608686 h 2870200"/>
              <a:gd name="connsiteX150" fmla="*/ 3331591 w 4114416"/>
              <a:gd name="connsiteY150" fmla="*/ 2723509 h 2870200"/>
              <a:gd name="connsiteX151" fmla="*/ 3411682 w 4114416"/>
              <a:gd name="connsiteY151" fmla="*/ 2810934 h 2870200"/>
              <a:gd name="connsiteX152" fmla="*/ 3437082 w 4114416"/>
              <a:gd name="connsiteY152" fmla="*/ 2870200 h 2870200"/>
              <a:gd name="connsiteX153" fmla="*/ 3462482 w 4114416"/>
              <a:gd name="connsiteY153" fmla="*/ 1828800 h 2870200"/>
              <a:gd name="connsiteX154" fmla="*/ 3461984 w 4114416"/>
              <a:gd name="connsiteY154" fmla="*/ 2090271 h 2870200"/>
              <a:gd name="connsiteX155" fmla="*/ 3487882 w 4114416"/>
              <a:gd name="connsiteY155" fmla="*/ 1735667 h 2870200"/>
              <a:gd name="connsiteX156" fmla="*/ 3513282 w 4114416"/>
              <a:gd name="connsiteY156" fmla="*/ 1651000 h 2870200"/>
              <a:gd name="connsiteX157" fmla="*/ 3521749 w 4114416"/>
              <a:gd name="connsiteY157" fmla="*/ 1701800 h 2870200"/>
              <a:gd name="connsiteX158" fmla="*/ 3525733 w 4114416"/>
              <a:gd name="connsiteY158" fmla="*/ 1875118 h 2870200"/>
              <a:gd name="connsiteX159" fmla="*/ 3547149 w 4114416"/>
              <a:gd name="connsiteY159" fmla="*/ 1752600 h 2870200"/>
              <a:gd name="connsiteX160" fmla="*/ 3555616 w 4114416"/>
              <a:gd name="connsiteY160" fmla="*/ 1693334 h 2870200"/>
              <a:gd name="connsiteX161" fmla="*/ 3597949 w 4114416"/>
              <a:gd name="connsiteY161" fmla="*/ 1608667 h 2870200"/>
              <a:gd name="connsiteX162" fmla="*/ 3614882 w 4114416"/>
              <a:gd name="connsiteY162" fmla="*/ 1566334 h 2870200"/>
              <a:gd name="connsiteX163" fmla="*/ 3657216 w 4114416"/>
              <a:gd name="connsiteY163" fmla="*/ 1464734 h 2870200"/>
              <a:gd name="connsiteX164" fmla="*/ 3661200 w 4114416"/>
              <a:gd name="connsiteY164" fmla="*/ 1373094 h 2870200"/>
              <a:gd name="connsiteX165" fmla="*/ 3682616 w 4114416"/>
              <a:gd name="connsiteY165" fmla="*/ 1363134 h 2870200"/>
              <a:gd name="connsiteX166" fmla="*/ 3699549 w 4114416"/>
              <a:gd name="connsiteY166" fmla="*/ 1320800 h 2870200"/>
              <a:gd name="connsiteX167" fmla="*/ 3694569 w 4114416"/>
              <a:gd name="connsiteY167" fmla="*/ 1151964 h 2870200"/>
              <a:gd name="connsiteX168" fmla="*/ 3741882 w 4114416"/>
              <a:gd name="connsiteY168" fmla="*/ 1227667 h 2870200"/>
              <a:gd name="connsiteX169" fmla="*/ 3750349 w 4114416"/>
              <a:gd name="connsiteY169" fmla="*/ 1176867 h 2870200"/>
              <a:gd name="connsiteX170" fmla="*/ 3767282 w 4114416"/>
              <a:gd name="connsiteY170" fmla="*/ 1126067 h 2870200"/>
              <a:gd name="connsiteX171" fmla="*/ 3775749 w 4114416"/>
              <a:gd name="connsiteY171" fmla="*/ 1058334 h 2870200"/>
              <a:gd name="connsiteX172" fmla="*/ 3784216 w 4114416"/>
              <a:gd name="connsiteY172" fmla="*/ 1270000 h 2870200"/>
              <a:gd name="connsiteX173" fmla="*/ 3813064 w 4114416"/>
              <a:gd name="connsiteY173" fmla="*/ 678606 h 2870200"/>
              <a:gd name="connsiteX174" fmla="*/ 3818082 w 4114416"/>
              <a:gd name="connsiteY174" fmla="*/ 558800 h 2870200"/>
              <a:gd name="connsiteX175" fmla="*/ 3835016 w 4114416"/>
              <a:gd name="connsiteY175" fmla="*/ 482600 h 2870200"/>
              <a:gd name="connsiteX176" fmla="*/ 3843482 w 4114416"/>
              <a:gd name="connsiteY176" fmla="*/ 533400 h 2870200"/>
              <a:gd name="connsiteX177" fmla="*/ 3860416 w 4114416"/>
              <a:gd name="connsiteY177" fmla="*/ 660400 h 2870200"/>
              <a:gd name="connsiteX178" fmla="*/ 3868882 w 4114416"/>
              <a:gd name="connsiteY178" fmla="*/ 702734 h 2870200"/>
              <a:gd name="connsiteX179" fmla="*/ 3885816 w 4114416"/>
              <a:gd name="connsiteY179" fmla="*/ 736600 h 2870200"/>
              <a:gd name="connsiteX180" fmla="*/ 3902749 w 4114416"/>
              <a:gd name="connsiteY180" fmla="*/ 702734 h 2870200"/>
              <a:gd name="connsiteX181" fmla="*/ 3962016 w 4114416"/>
              <a:gd name="connsiteY181" fmla="*/ 482600 h 2870200"/>
              <a:gd name="connsiteX182" fmla="*/ 3978949 w 4114416"/>
              <a:gd name="connsiteY182" fmla="*/ 457200 h 2870200"/>
              <a:gd name="connsiteX183" fmla="*/ 4004349 w 4114416"/>
              <a:gd name="connsiteY183" fmla="*/ 177800 h 2870200"/>
              <a:gd name="connsiteX184" fmla="*/ 4029749 w 4114416"/>
              <a:gd name="connsiteY184" fmla="*/ 135467 h 2870200"/>
              <a:gd name="connsiteX185" fmla="*/ 4038216 w 4114416"/>
              <a:gd name="connsiteY185" fmla="*/ 101600 h 2870200"/>
              <a:gd name="connsiteX186" fmla="*/ 4046682 w 4114416"/>
              <a:gd name="connsiteY186" fmla="*/ 76200 h 2870200"/>
              <a:gd name="connsiteX187" fmla="*/ 4055149 w 4114416"/>
              <a:gd name="connsiteY187" fmla="*/ 110067 h 2870200"/>
              <a:gd name="connsiteX188" fmla="*/ 4072082 w 4114416"/>
              <a:gd name="connsiteY188" fmla="*/ 160867 h 2870200"/>
              <a:gd name="connsiteX189" fmla="*/ 4114416 w 4114416"/>
              <a:gd name="connsiteY189" fmla="*/ 0 h 2870200"/>
              <a:gd name="connsiteX0" fmla="*/ 0 w 4114416"/>
              <a:gd name="connsiteY0" fmla="*/ 735359 h 2870200"/>
              <a:gd name="connsiteX1" fmla="*/ 22363 w 4114416"/>
              <a:gd name="connsiteY1" fmla="*/ 647092 h 2870200"/>
              <a:gd name="connsiteX2" fmla="*/ 53451 w 4114416"/>
              <a:gd name="connsiteY2" fmla="*/ 567267 h 2870200"/>
              <a:gd name="connsiteX3" fmla="*/ 61790 w 4114416"/>
              <a:gd name="connsiteY3" fmla="*/ 828517 h 2870200"/>
              <a:gd name="connsiteX4" fmla="*/ 57549 w 4114416"/>
              <a:gd name="connsiteY4" fmla="*/ 1083293 h 2870200"/>
              <a:gd name="connsiteX5" fmla="*/ 55282 w 4114416"/>
              <a:gd name="connsiteY5" fmla="*/ 1212385 h 2870200"/>
              <a:gd name="connsiteX6" fmla="*/ 69873 w 4114416"/>
              <a:gd name="connsiteY6" fmla="*/ 1401791 h 2870200"/>
              <a:gd name="connsiteX7" fmla="*/ 112335 w 4114416"/>
              <a:gd name="connsiteY7" fmla="*/ 1209517 h 2870200"/>
              <a:gd name="connsiteX8" fmla="*/ 135082 w 4114416"/>
              <a:gd name="connsiteY8" fmla="*/ 1100667 h 2870200"/>
              <a:gd name="connsiteX9" fmla="*/ 168949 w 4114416"/>
              <a:gd name="connsiteY9" fmla="*/ 999067 h 2870200"/>
              <a:gd name="connsiteX10" fmla="*/ 185882 w 4114416"/>
              <a:gd name="connsiteY10" fmla="*/ 948267 h 2870200"/>
              <a:gd name="connsiteX11" fmla="*/ 202816 w 4114416"/>
              <a:gd name="connsiteY11" fmla="*/ 1134534 h 2870200"/>
              <a:gd name="connsiteX12" fmla="*/ 219749 w 4114416"/>
              <a:gd name="connsiteY12" fmla="*/ 1464734 h 2870200"/>
              <a:gd name="connsiteX13" fmla="*/ 279016 w 4114416"/>
              <a:gd name="connsiteY13" fmla="*/ 1363134 h 2870200"/>
              <a:gd name="connsiteX14" fmla="*/ 304416 w 4114416"/>
              <a:gd name="connsiteY14" fmla="*/ 1371600 h 2870200"/>
              <a:gd name="connsiteX15" fmla="*/ 312882 w 4114416"/>
              <a:gd name="connsiteY15" fmla="*/ 2243667 h 2870200"/>
              <a:gd name="connsiteX16" fmla="*/ 338282 w 4114416"/>
              <a:gd name="connsiteY16" fmla="*/ 2201334 h 2870200"/>
              <a:gd name="connsiteX17" fmla="*/ 346749 w 4114416"/>
              <a:gd name="connsiteY17" fmla="*/ 2150534 h 2870200"/>
              <a:gd name="connsiteX18" fmla="*/ 371651 w 4114416"/>
              <a:gd name="connsiteY18" fmla="*/ 2376146 h 2870200"/>
              <a:gd name="connsiteX19" fmla="*/ 389082 w 4114416"/>
              <a:gd name="connsiteY19" fmla="*/ 2082800 h 2870200"/>
              <a:gd name="connsiteX20" fmla="*/ 414981 w 4114416"/>
              <a:gd name="connsiteY20" fmla="*/ 1792444 h 2870200"/>
              <a:gd name="connsiteX21" fmla="*/ 422949 w 4114416"/>
              <a:gd name="connsiteY21" fmla="*/ 2032000 h 2870200"/>
              <a:gd name="connsiteX22" fmla="*/ 453908 w 4114416"/>
              <a:gd name="connsiteY22" fmla="*/ 1990884 h 2870200"/>
              <a:gd name="connsiteX23" fmla="*/ 465282 w 4114416"/>
              <a:gd name="connsiteY23" fmla="*/ 1752600 h 2870200"/>
              <a:gd name="connsiteX24" fmla="*/ 490682 w 4114416"/>
              <a:gd name="connsiteY24" fmla="*/ 1651000 h 2870200"/>
              <a:gd name="connsiteX25" fmla="*/ 516082 w 4114416"/>
              <a:gd name="connsiteY25" fmla="*/ 1710267 h 2870200"/>
              <a:gd name="connsiteX26" fmla="*/ 524549 w 4114416"/>
              <a:gd name="connsiteY26" fmla="*/ 1851666 h 2870200"/>
              <a:gd name="connsiteX27" fmla="*/ 558416 w 4114416"/>
              <a:gd name="connsiteY27" fmla="*/ 1820334 h 2870200"/>
              <a:gd name="connsiteX28" fmla="*/ 583816 w 4114416"/>
              <a:gd name="connsiteY28" fmla="*/ 1938867 h 2870200"/>
              <a:gd name="connsiteX29" fmla="*/ 600749 w 4114416"/>
              <a:gd name="connsiteY29" fmla="*/ 1998134 h 2870200"/>
              <a:gd name="connsiteX30" fmla="*/ 643082 w 4114416"/>
              <a:gd name="connsiteY30" fmla="*/ 1786467 h 2870200"/>
              <a:gd name="connsiteX31" fmla="*/ 668482 w 4114416"/>
              <a:gd name="connsiteY31" fmla="*/ 1718734 h 2870200"/>
              <a:gd name="connsiteX32" fmla="*/ 685416 w 4114416"/>
              <a:gd name="connsiteY32" fmla="*/ 1617134 h 2870200"/>
              <a:gd name="connsiteX33" fmla="*/ 702349 w 4114416"/>
              <a:gd name="connsiteY33" fmla="*/ 1557867 h 2870200"/>
              <a:gd name="connsiteX34" fmla="*/ 710816 w 4114416"/>
              <a:gd name="connsiteY34" fmla="*/ 1524000 h 2870200"/>
              <a:gd name="connsiteX35" fmla="*/ 727749 w 4114416"/>
              <a:gd name="connsiteY35" fmla="*/ 1312334 h 2870200"/>
              <a:gd name="connsiteX36" fmla="*/ 744682 w 4114416"/>
              <a:gd name="connsiteY36" fmla="*/ 1380067 h 2870200"/>
              <a:gd name="connsiteX37" fmla="*/ 761616 w 4114416"/>
              <a:gd name="connsiteY37" fmla="*/ 1532467 h 2870200"/>
              <a:gd name="connsiteX38" fmla="*/ 778549 w 4114416"/>
              <a:gd name="connsiteY38" fmla="*/ 1566334 h 2870200"/>
              <a:gd name="connsiteX39" fmla="*/ 820882 w 4114416"/>
              <a:gd name="connsiteY39" fmla="*/ 1430867 h 2870200"/>
              <a:gd name="connsiteX40" fmla="*/ 854749 w 4114416"/>
              <a:gd name="connsiteY40" fmla="*/ 1388534 h 2870200"/>
              <a:gd name="connsiteX41" fmla="*/ 863216 w 4114416"/>
              <a:gd name="connsiteY41" fmla="*/ 1498600 h 2870200"/>
              <a:gd name="connsiteX42" fmla="*/ 888616 w 4114416"/>
              <a:gd name="connsiteY42" fmla="*/ 1811867 h 2870200"/>
              <a:gd name="connsiteX43" fmla="*/ 897082 w 4114416"/>
              <a:gd name="connsiteY43" fmla="*/ 1642534 h 2870200"/>
              <a:gd name="connsiteX44" fmla="*/ 930949 w 4114416"/>
              <a:gd name="connsiteY44" fmla="*/ 1557867 h 2870200"/>
              <a:gd name="connsiteX45" fmla="*/ 939416 w 4114416"/>
              <a:gd name="connsiteY45" fmla="*/ 2006600 h 2870200"/>
              <a:gd name="connsiteX46" fmla="*/ 964816 w 4114416"/>
              <a:gd name="connsiteY46" fmla="*/ 2116667 h 2870200"/>
              <a:gd name="connsiteX47" fmla="*/ 973282 w 4114416"/>
              <a:gd name="connsiteY47" fmla="*/ 1948424 h 2870200"/>
              <a:gd name="connsiteX48" fmla="*/ 990216 w 4114416"/>
              <a:gd name="connsiteY48" fmla="*/ 1794934 h 2870200"/>
              <a:gd name="connsiteX49" fmla="*/ 998682 w 4114416"/>
              <a:gd name="connsiteY49" fmla="*/ 1761067 h 2870200"/>
              <a:gd name="connsiteX50" fmla="*/ 1015616 w 4114416"/>
              <a:gd name="connsiteY50" fmla="*/ 1871134 h 2870200"/>
              <a:gd name="connsiteX51" fmla="*/ 1032549 w 4114416"/>
              <a:gd name="connsiteY51" fmla="*/ 1947334 h 2870200"/>
              <a:gd name="connsiteX52" fmla="*/ 1049482 w 4114416"/>
              <a:gd name="connsiteY52" fmla="*/ 2040467 h 2870200"/>
              <a:gd name="connsiteX53" fmla="*/ 1074882 w 4114416"/>
              <a:gd name="connsiteY53" fmla="*/ 2108200 h 2870200"/>
              <a:gd name="connsiteX54" fmla="*/ 1105586 w 4114416"/>
              <a:gd name="connsiteY54" fmla="*/ 2165034 h 2870200"/>
              <a:gd name="connsiteX55" fmla="*/ 1117344 w 4114416"/>
              <a:gd name="connsiteY55" fmla="*/ 2220675 h 2870200"/>
              <a:gd name="connsiteX56" fmla="*/ 1134149 w 4114416"/>
              <a:gd name="connsiteY56" fmla="*/ 2108200 h 2870200"/>
              <a:gd name="connsiteX57" fmla="*/ 1184949 w 4114416"/>
              <a:gd name="connsiteY57" fmla="*/ 1989667 h 2870200"/>
              <a:gd name="connsiteX58" fmla="*/ 1221851 w 4114416"/>
              <a:gd name="connsiteY58" fmla="*/ 1898967 h 2870200"/>
              <a:gd name="connsiteX59" fmla="*/ 1244216 w 4114416"/>
              <a:gd name="connsiteY59" fmla="*/ 2167467 h 2870200"/>
              <a:gd name="connsiteX60" fmla="*/ 1261149 w 4114416"/>
              <a:gd name="connsiteY60" fmla="*/ 2082800 h 2870200"/>
              <a:gd name="connsiteX61" fmla="*/ 1269616 w 4114416"/>
              <a:gd name="connsiteY61" fmla="*/ 2015067 h 2870200"/>
              <a:gd name="connsiteX62" fmla="*/ 1311949 w 4114416"/>
              <a:gd name="connsiteY62" fmla="*/ 1854200 h 2870200"/>
              <a:gd name="connsiteX63" fmla="*/ 1320416 w 4114416"/>
              <a:gd name="connsiteY63" fmla="*/ 1803400 h 2870200"/>
              <a:gd name="connsiteX64" fmla="*/ 1345816 w 4114416"/>
              <a:gd name="connsiteY64" fmla="*/ 1701800 h 2870200"/>
              <a:gd name="connsiteX65" fmla="*/ 1379682 w 4114416"/>
              <a:gd name="connsiteY65" fmla="*/ 1744134 h 2870200"/>
              <a:gd name="connsiteX66" fmla="*/ 1422016 w 4114416"/>
              <a:gd name="connsiteY66" fmla="*/ 1879600 h 2870200"/>
              <a:gd name="connsiteX67" fmla="*/ 1455882 w 4114416"/>
              <a:gd name="connsiteY67" fmla="*/ 1947334 h 2870200"/>
              <a:gd name="connsiteX68" fmla="*/ 1472816 w 4114416"/>
              <a:gd name="connsiteY68" fmla="*/ 1938867 h 2870200"/>
              <a:gd name="connsiteX69" fmla="*/ 1515149 w 4114416"/>
              <a:gd name="connsiteY69" fmla="*/ 1803400 h 2870200"/>
              <a:gd name="connsiteX70" fmla="*/ 1574416 w 4114416"/>
              <a:gd name="connsiteY70" fmla="*/ 1651000 h 2870200"/>
              <a:gd name="connsiteX71" fmla="*/ 1582882 w 4114416"/>
              <a:gd name="connsiteY71" fmla="*/ 1591734 h 2870200"/>
              <a:gd name="connsiteX72" fmla="*/ 1608410 w 4114416"/>
              <a:gd name="connsiteY72" fmla="*/ 1462351 h 2870200"/>
              <a:gd name="connsiteX73" fmla="*/ 1633682 w 4114416"/>
              <a:gd name="connsiteY73" fmla="*/ 1524000 h 2870200"/>
              <a:gd name="connsiteX74" fmla="*/ 1659082 w 4114416"/>
              <a:gd name="connsiteY74" fmla="*/ 1490134 h 2870200"/>
              <a:gd name="connsiteX75" fmla="*/ 1684482 w 4114416"/>
              <a:gd name="connsiteY75" fmla="*/ 1388534 h 2870200"/>
              <a:gd name="connsiteX76" fmla="*/ 1732631 w 4114416"/>
              <a:gd name="connsiteY76" fmla="*/ 1294184 h 2870200"/>
              <a:gd name="connsiteX77" fmla="*/ 1794549 w 4114416"/>
              <a:gd name="connsiteY77" fmla="*/ 1176867 h 2870200"/>
              <a:gd name="connsiteX78" fmla="*/ 1831067 w 4114416"/>
              <a:gd name="connsiteY78" fmla="*/ 1238516 h 2870200"/>
              <a:gd name="connsiteX79" fmla="*/ 1853688 w 4114416"/>
              <a:gd name="connsiteY79" fmla="*/ 1323159 h 2870200"/>
              <a:gd name="connsiteX80" fmla="*/ 1887682 w 4114416"/>
              <a:gd name="connsiteY80" fmla="*/ 1422400 h 2870200"/>
              <a:gd name="connsiteX81" fmla="*/ 1938482 w 4114416"/>
              <a:gd name="connsiteY81" fmla="*/ 1600200 h 2870200"/>
              <a:gd name="connsiteX82" fmla="*/ 1978163 w 4114416"/>
              <a:gd name="connsiteY82" fmla="*/ 1762259 h 2870200"/>
              <a:gd name="connsiteX83" fmla="*/ 2006216 w 4114416"/>
              <a:gd name="connsiteY83" fmla="*/ 1498600 h 2870200"/>
              <a:gd name="connsiteX84" fmla="*/ 2023149 w 4114416"/>
              <a:gd name="connsiteY84" fmla="*/ 1464734 h 2870200"/>
              <a:gd name="connsiteX85" fmla="*/ 2031616 w 4114416"/>
              <a:gd name="connsiteY85" fmla="*/ 1439334 h 2870200"/>
              <a:gd name="connsiteX86" fmla="*/ 2067707 w 4114416"/>
              <a:gd name="connsiteY86" fmla="*/ 1908377 h 2870200"/>
              <a:gd name="connsiteX87" fmla="*/ 2082416 w 4114416"/>
              <a:gd name="connsiteY87" fmla="*/ 2032000 h 2870200"/>
              <a:gd name="connsiteX88" fmla="*/ 2090882 w 4114416"/>
              <a:gd name="connsiteY88" fmla="*/ 2150534 h 2870200"/>
              <a:gd name="connsiteX89" fmla="*/ 2099349 w 4114416"/>
              <a:gd name="connsiteY89" fmla="*/ 2489200 h 2870200"/>
              <a:gd name="connsiteX90" fmla="*/ 2133216 w 4114416"/>
              <a:gd name="connsiteY90" fmla="*/ 2421467 h 2870200"/>
              <a:gd name="connsiteX91" fmla="*/ 2175549 w 4114416"/>
              <a:gd name="connsiteY91" fmla="*/ 2319867 h 2870200"/>
              <a:gd name="connsiteX92" fmla="*/ 2192611 w 4114416"/>
              <a:gd name="connsiteY92" fmla="*/ 2271500 h 2870200"/>
              <a:gd name="connsiteX93" fmla="*/ 2212579 w 4114416"/>
              <a:gd name="connsiteY93" fmla="*/ 2206201 h 2870200"/>
              <a:gd name="connsiteX94" fmla="*/ 2251749 w 4114416"/>
              <a:gd name="connsiteY94" fmla="*/ 2514600 h 2870200"/>
              <a:gd name="connsiteX95" fmla="*/ 2277149 w 4114416"/>
              <a:gd name="connsiteY95" fmla="*/ 2565400 h 2870200"/>
              <a:gd name="connsiteX96" fmla="*/ 2285616 w 4114416"/>
              <a:gd name="connsiteY96" fmla="*/ 2489200 h 2870200"/>
              <a:gd name="connsiteX97" fmla="*/ 2302549 w 4114416"/>
              <a:gd name="connsiteY97" fmla="*/ 2421467 h 2870200"/>
              <a:gd name="connsiteX98" fmla="*/ 2311016 w 4114416"/>
              <a:gd name="connsiteY98" fmla="*/ 1718734 h 2870200"/>
              <a:gd name="connsiteX99" fmla="*/ 2336416 w 4114416"/>
              <a:gd name="connsiteY99" fmla="*/ 1811867 h 2870200"/>
              <a:gd name="connsiteX100" fmla="*/ 2361816 w 4114416"/>
              <a:gd name="connsiteY100" fmla="*/ 1871134 h 2870200"/>
              <a:gd name="connsiteX101" fmla="*/ 2395682 w 4114416"/>
              <a:gd name="connsiteY101" fmla="*/ 1972734 h 2870200"/>
              <a:gd name="connsiteX102" fmla="*/ 2404149 w 4114416"/>
              <a:gd name="connsiteY102" fmla="*/ 1574800 h 2870200"/>
              <a:gd name="connsiteX103" fmla="*/ 2429549 w 4114416"/>
              <a:gd name="connsiteY103" fmla="*/ 1236134 h 2870200"/>
              <a:gd name="connsiteX104" fmla="*/ 2446482 w 4114416"/>
              <a:gd name="connsiteY104" fmla="*/ 1092200 h 2870200"/>
              <a:gd name="connsiteX105" fmla="*/ 2454949 w 4114416"/>
              <a:gd name="connsiteY105" fmla="*/ 1066800 h 2870200"/>
              <a:gd name="connsiteX106" fmla="*/ 2463416 w 4114416"/>
              <a:gd name="connsiteY106" fmla="*/ 1092200 h 2870200"/>
              <a:gd name="connsiteX107" fmla="*/ 2488816 w 4114416"/>
              <a:gd name="connsiteY107" fmla="*/ 1227667 h 2870200"/>
              <a:gd name="connsiteX108" fmla="*/ 2514216 w 4114416"/>
              <a:gd name="connsiteY108" fmla="*/ 753534 h 2870200"/>
              <a:gd name="connsiteX109" fmla="*/ 2531149 w 4114416"/>
              <a:gd name="connsiteY109" fmla="*/ 685800 h 2870200"/>
              <a:gd name="connsiteX110" fmla="*/ 2539616 w 4114416"/>
              <a:gd name="connsiteY110" fmla="*/ 609600 h 2870200"/>
              <a:gd name="connsiteX111" fmla="*/ 2548082 w 4114416"/>
              <a:gd name="connsiteY111" fmla="*/ 558800 h 2870200"/>
              <a:gd name="connsiteX112" fmla="*/ 2565016 w 4114416"/>
              <a:gd name="connsiteY112" fmla="*/ 584200 h 2870200"/>
              <a:gd name="connsiteX113" fmla="*/ 2573482 w 4114416"/>
              <a:gd name="connsiteY113" fmla="*/ 778934 h 2870200"/>
              <a:gd name="connsiteX114" fmla="*/ 2615816 w 4114416"/>
              <a:gd name="connsiteY114" fmla="*/ 914400 h 2870200"/>
              <a:gd name="connsiteX115" fmla="*/ 2632749 w 4114416"/>
              <a:gd name="connsiteY115" fmla="*/ 973667 h 2870200"/>
              <a:gd name="connsiteX116" fmla="*/ 2649682 w 4114416"/>
              <a:gd name="connsiteY116" fmla="*/ 812800 h 2870200"/>
              <a:gd name="connsiteX117" fmla="*/ 2666616 w 4114416"/>
              <a:gd name="connsiteY117" fmla="*/ 694267 h 2870200"/>
              <a:gd name="connsiteX118" fmla="*/ 2692016 w 4114416"/>
              <a:gd name="connsiteY118" fmla="*/ 558800 h 2870200"/>
              <a:gd name="connsiteX119" fmla="*/ 2717416 w 4114416"/>
              <a:gd name="connsiteY119" fmla="*/ 321734 h 2870200"/>
              <a:gd name="connsiteX120" fmla="*/ 2734349 w 4114416"/>
              <a:gd name="connsiteY120" fmla="*/ 1058334 h 2870200"/>
              <a:gd name="connsiteX121" fmla="*/ 2760746 w 4114416"/>
              <a:gd name="connsiteY121" fmla="*/ 1023969 h 2870200"/>
              <a:gd name="connsiteX122" fmla="*/ 2810549 w 4114416"/>
              <a:gd name="connsiteY122" fmla="*/ 905934 h 2870200"/>
              <a:gd name="connsiteX123" fmla="*/ 2844416 w 4114416"/>
              <a:gd name="connsiteY123" fmla="*/ 855134 h 2870200"/>
              <a:gd name="connsiteX124" fmla="*/ 2869816 w 4114416"/>
              <a:gd name="connsiteY124" fmla="*/ 1422400 h 2870200"/>
              <a:gd name="connsiteX125" fmla="*/ 2878282 w 4114416"/>
              <a:gd name="connsiteY125" fmla="*/ 1388534 h 2870200"/>
              <a:gd name="connsiteX126" fmla="*/ 2895216 w 4114416"/>
              <a:gd name="connsiteY126" fmla="*/ 1363134 h 2870200"/>
              <a:gd name="connsiteX127" fmla="*/ 2920616 w 4114416"/>
              <a:gd name="connsiteY127" fmla="*/ 1278467 h 2870200"/>
              <a:gd name="connsiteX128" fmla="*/ 2937549 w 4114416"/>
              <a:gd name="connsiteY128" fmla="*/ 1320800 h 2870200"/>
              <a:gd name="connsiteX129" fmla="*/ 2954482 w 4114416"/>
              <a:gd name="connsiteY129" fmla="*/ 1388534 h 2870200"/>
              <a:gd name="connsiteX130" fmla="*/ 2971416 w 4114416"/>
              <a:gd name="connsiteY130" fmla="*/ 1422400 h 2870200"/>
              <a:gd name="connsiteX131" fmla="*/ 3013749 w 4114416"/>
              <a:gd name="connsiteY131" fmla="*/ 1540934 h 2870200"/>
              <a:gd name="connsiteX132" fmla="*/ 3030682 w 4114416"/>
              <a:gd name="connsiteY132" fmla="*/ 1566334 h 2870200"/>
              <a:gd name="connsiteX133" fmla="*/ 3064549 w 4114416"/>
              <a:gd name="connsiteY133" fmla="*/ 1718734 h 2870200"/>
              <a:gd name="connsiteX134" fmla="*/ 3089949 w 4114416"/>
              <a:gd name="connsiteY134" fmla="*/ 1761067 h 2870200"/>
              <a:gd name="connsiteX135" fmla="*/ 3118129 w 4114416"/>
              <a:gd name="connsiteY135" fmla="*/ 1909842 h 2870200"/>
              <a:gd name="connsiteX136" fmla="*/ 3140749 w 4114416"/>
              <a:gd name="connsiteY136" fmla="*/ 1769534 h 2870200"/>
              <a:gd name="connsiteX137" fmla="*/ 3157682 w 4114416"/>
              <a:gd name="connsiteY137" fmla="*/ 1710267 h 2870200"/>
              <a:gd name="connsiteX138" fmla="*/ 3166149 w 4114416"/>
              <a:gd name="connsiteY138" fmla="*/ 1684867 h 2870200"/>
              <a:gd name="connsiteX139" fmla="*/ 3191549 w 4114416"/>
              <a:gd name="connsiteY139" fmla="*/ 1676400 h 2870200"/>
              <a:gd name="connsiteX140" fmla="*/ 3200016 w 4114416"/>
              <a:gd name="connsiteY140" fmla="*/ 2006600 h 2870200"/>
              <a:gd name="connsiteX141" fmla="*/ 3208482 w 4114416"/>
              <a:gd name="connsiteY141" fmla="*/ 2048934 h 2870200"/>
              <a:gd name="connsiteX142" fmla="*/ 3216949 w 4114416"/>
              <a:gd name="connsiteY142" fmla="*/ 2099734 h 2870200"/>
              <a:gd name="connsiteX143" fmla="*/ 3233882 w 4114416"/>
              <a:gd name="connsiteY143" fmla="*/ 2048934 h 2870200"/>
              <a:gd name="connsiteX144" fmla="*/ 3242349 w 4114416"/>
              <a:gd name="connsiteY144" fmla="*/ 1998134 h 2870200"/>
              <a:gd name="connsiteX145" fmla="*/ 3276216 w 4114416"/>
              <a:gd name="connsiteY145" fmla="*/ 2353734 h 2870200"/>
              <a:gd name="connsiteX146" fmla="*/ 3278960 w 4114416"/>
              <a:gd name="connsiteY146" fmla="*/ 2387600 h 2870200"/>
              <a:gd name="connsiteX147" fmla="*/ 3272323 w 4114416"/>
              <a:gd name="connsiteY147" fmla="*/ 2497667 h 2870200"/>
              <a:gd name="connsiteX148" fmla="*/ 3296810 w 4114416"/>
              <a:gd name="connsiteY148" fmla="*/ 2540952 h 2870200"/>
              <a:gd name="connsiteX149" fmla="*/ 3321294 w 4114416"/>
              <a:gd name="connsiteY149" fmla="*/ 2335554 h 2870200"/>
              <a:gd name="connsiteX150" fmla="*/ 3331591 w 4114416"/>
              <a:gd name="connsiteY150" fmla="*/ 2723509 h 2870200"/>
              <a:gd name="connsiteX151" fmla="*/ 3411682 w 4114416"/>
              <a:gd name="connsiteY151" fmla="*/ 2810934 h 2870200"/>
              <a:gd name="connsiteX152" fmla="*/ 3437082 w 4114416"/>
              <a:gd name="connsiteY152" fmla="*/ 2870200 h 2870200"/>
              <a:gd name="connsiteX153" fmla="*/ 3462482 w 4114416"/>
              <a:gd name="connsiteY153" fmla="*/ 1828800 h 2870200"/>
              <a:gd name="connsiteX154" fmla="*/ 3461984 w 4114416"/>
              <a:gd name="connsiteY154" fmla="*/ 2090271 h 2870200"/>
              <a:gd name="connsiteX155" fmla="*/ 3487882 w 4114416"/>
              <a:gd name="connsiteY155" fmla="*/ 1735667 h 2870200"/>
              <a:gd name="connsiteX156" fmla="*/ 3513282 w 4114416"/>
              <a:gd name="connsiteY156" fmla="*/ 1651000 h 2870200"/>
              <a:gd name="connsiteX157" fmla="*/ 3521749 w 4114416"/>
              <a:gd name="connsiteY157" fmla="*/ 1701800 h 2870200"/>
              <a:gd name="connsiteX158" fmla="*/ 3525733 w 4114416"/>
              <a:gd name="connsiteY158" fmla="*/ 1875118 h 2870200"/>
              <a:gd name="connsiteX159" fmla="*/ 3547149 w 4114416"/>
              <a:gd name="connsiteY159" fmla="*/ 1752600 h 2870200"/>
              <a:gd name="connsiteX160" fmla="*/ 3555616 w 4114416"/>
              <a:gd name="connsiteY160" fmla="*/ 1693334 h 2870200"/>
              <a:gd name="connsiteX161" fmla="*/ 3597949 w 4114416"/>
              <a:gd name="connsiteY161" fmla="*/ 1608667 h 2870200"/>
              <a:gd name="connsiteX162" fmla="*/ 3614882 w 4114416"/>
              <a:gd name="connsiteY162" fmla="*/ 1566334 h 2870200"/>
              <a:gd name="connsiteX163" fmla="*/ 3657216 w 4114416"/>
              <a:gd name="connsiteY163" fmla="*/ 1464734 h 2870200"/>
              <a:gd name="connsiteX164" fmla="*/ 3661200 w 4114416"/>
              <a:gd name="connsiteY164" fmla="*/ 1373094 h 2870200"/>
              <a:gd name="connsiteX165" fmla="*/ 3682616 w 4114416"/>
              <a:gd name="connsiteY165" fmla="*/ 1363134 h 2870200"/>
              <a:gd name="connsiteX166" fmla="*/ 3699549 w 4114416"/>
              <a:gd name="connsiteY166" fmla="*/ 1320800 h 2870200"/>
              <a:gd name="connsiteX167" fmla="*/ 3694569 w 4114416"/>
              <a:gd name="connsiteY167" fmla="*/ 1151964 h 2870200"/>
              <a:gd name="connsiteX168" fmla="*/ 3741882 w 4114416"/>
              <a:gd name="connsiteY168" fmla="*/ 1227667 h 2870200"/>
              <a:gd name="connsiteX169" fmla="*/ 3750349 w 4114416"/>
              <a:gd name="connsiteY169" fmla="*/ 1176867 h 2870200"/>
              <a:gd name="connsiteX170" fmla="*/ 3767282 w 4114416"/>
              <a:gd name="connsiteY170" fmla="*/ 1126067 h 2870200"/>
              <a:gd name="connsiteX171" fmla="*/ 3775749 w 4114416"/>
              <a:gd name="connsiteY171" fmla="*/ 1058334 h 2870200"/>
              <a:gd name="connsiteX172" fmla="*/ 3784216 w 4114416"/>
              <a:gd name="connsiteY172" fmla="*/ 1270000 h 2870200"/>
              <a:gd name="connsiteX173" fmla="*/ 3813064 w 4114416"/>
              <a:gd name="connsiteY173" fmla="*/ 678606 h 2870200"/>
              <a:gd name="connsiteX174" fmla="*/ 3818082 w 4114416"/>
              <a:gd name="connsiteY174" fmla="*/ 558800 h 2870200"/>
              <a:gd name="connsiteX175" fmla="*/ 3835016 w 4114416"/>
              <a:gd name="connsiteY175" fmla="*/ 482600 h 2870200"/>
              <a:gd name="connsiteX176" fmla="*/ 3843482 w 4114416"/>
              <a:gd name="connsiteY176" fmla="*/ 533400 h 2870200"/>
              <a:gd name="connsiteX177" fmla="*/ 3860416 w 4114416"/>
              <a:gd name="connsiteY177" fmla="*/ 660400 h 2870200"/>
              <a:gd name="connsiteX178" fmla="*/ 3868882 w 4114416"/>
              <a:gd name="connsiteY178" fmla="*/ 702734 h 2870200"/>
              <a:gd name="connsiteX179" fmla="*/ 3885816 w 4114416"/>
              <a:gd name="connsiteY179" fmla="*/ 736600 h 2870200"/>
              <a:gd name="connsiteX180" fmla="*/ 3902749 w 4114416"/>
              <a:gd name="connsiteY180" fmla="*/ 702734 h 2870200"/>
              <a:gd name="connsiteX181" fmla="*/ 3962016 w 4114416"/>
              <a:gd name="connsiteY181" fmla="*/ 482600 h 2870200"/>
              <a:gd name="connsiteX182" fmla="*/ 3978949 w 4114416"/>
              <a:gd name="connsiteY182" fmla="*/ 457200 h 2870200"/>
              <a:gd name="connsiteX183" fmla="*/ 4004349 w 4114416"/>
              <a:gd name="connsiteY183" fmla="*/ 177800 h 2870200"/>
              <a:gd name="connsiteX184" fmla="*/ 4029749 w 4114416"/>
              <a:gd name="connsiteY184" fmla="*/ 135467 h 2870200"/>
              <a:gd name="connsiteX185" fmla="*/ 4038216 w 4114416"/>
              <a:gd name="connsiteY185" fmla="*/ 101600 h 2870200"/>
              <a:gd name="connsiteX186" fmla="*/ 4046682 w 4114416"/>
              <a:gd name="connsiteY186" fmla="*/ 76200 h 2870200"/>
              <a:gd name="connsiteX187" fmla="*/ 4055149 w 4114416"/>
              <a:gd name="connsiteY187" fmla="*/ 110067 h 2870200"/>
              <a:gd name="connsiteX188" fmla="*/ 4072082 w 4114416"/>
              <a:gd name="connsiteY188" fmla="*/ 160867 h 2870200"/>
              <a:gd name="connsiteX189" fmla="*/ 4114416 w 4114416"/>
              <a:gd name="connsiteY189" fmla="*/ 0 h 2870200"/>
              <a:gd name="connsiteX0" fmla="*/ 0 w 4114416"/>
              <a:gd name="connsiteY0" fmla="*/ 735359 h 2888597"/>
              <a:gd name="connsiteX1" fmla="*/ 22363 w 4114416"/>
              <a:gd name="connsiteY1" fmla="*/ 647092 h 2888597"/>
              <a:gd name="connsiteX2" fmla="*/ 53451 w 4114416"/>
              <a:gd name="connsiteY2" fmla="*/ 567267 h 2888597"/>
              <a:gd name="connsiteX3" fmla="*/ 61790 w 4114416"/>
              <a:gd name="connsiteY3" fmla="*/ 828517 h 2888597"/>
              <a:gd name="connsiteX4" fmla="*/ 57549 w 4114416"/>
              <a:gd name="connsiteY4" fmla="*/ 1083293 h 2888597"/>
              <a:gd name="connsiteX5" fmla="*/ 55282 w 4114416"/>
              <a:gd name="connsiteY5" fmla="*/ 1212385 h 2888597"/>
              <a:gd name="connsiteX6" fmla="*/ 69873 w 4114416"/>
              <a:gd name="connsiteY6" fmla="*/ 1401791 h 2888597"/>
              <a:gd name="connsiteX7" fmla="*/ 112335 w 4114416"/>
              <a:gd name="connsiteY7" fmla="*/ 1209517 h 2888597"/>
              <a:gd name="connsiteX8" fmla="*/ 135082 w 4114416"/>
              <a:gd name="connsiteY8" fmla="*/ 1100667 h 2888597"/>
              <a:gd name="connsiteX9" fmla="*/ 168949 w 4114416"/>
              <a:gd name="connsiteY9" fmla="*/ 999067 h 2888597"/>
              <a:gd name="connsiteX10" fmla="*/ 185882 w 4114416"/>
              <a:gd name="connsiteY10" fmla="*/ 948267 h 2888597"/>
              <a:gd name="connsiteX11" fmla="*/ 202816 w 4114416"/>
              <a:gd name="connsiteY11" fmla="*/ 1134534 h 2888597"/>
              <a:gd name="connsiteX12" fmla="*/ 219749 w 4114416"/>
              <a:gd name="connsiteY12" fmla="*/ 1464734 h 2888597"/>
              <a:gd name="connsiteX13" fmla="*/ 279016 w 4114416"/>
              <a:gd name="connsiteY13" fmla="*/ 1363134 h 2888597"/>
              <a:gd name="connsiteX14" fmla="*/ 304416 w 4114416"/>
              <a:gd name="connsiteY14" fmla="*/ 1371600 h 2888597"/>
              <a:gd name="connsiteX15" fmla="*/ 312882 w 4114416"/>
              <a:gd name="connsiteY15" fmla="*/ 2243667 h 2888597"/>
              <a:gd name="connsiteX16" fmla="*/ 338282 w 4114416"/>
              <a:gd name="connsiteY16" fmla="*/ 2201334 h 2888597"/>
              <a:gd name="connsiteX17" fmla="*/ 346749 w 4114416"/>
              <a:gd name="connsiteY17" fmla="*/ 2150534 h 2888597"/>
              <a:gd name="connsiteX18" fmla="*/ 371651 w 4114416"/>
              <a:gd name="connsiteY18" fmla="*/ 2376146 h 2888597"/>
              <a:gd name="connsiteX19" fmla="*/ 389082 w 4114416"/>
              <a:gd name="connsiteY19" fmla="*/ 2082800 h 2888597"/>
              <a:gd name="connsiteX20" fmla="*/ 414981 w 4114416"/>
              <a:gd name="connsiteY20" fmla="*/ 1792444 h 2888597"/>
              <a:gd name="connsiteX21" fmla="*/ 422949 w 4114416"/>
              <a:gd name="connsiteY21" fmla="*/ 2032000 h 2888597"/>
              <a:gd name="connsiteX22" fmla="*/ 453908 w 4114416"/>
              <a:gd name="connsiteY22" fmla="*/ 1990884 h 2888597"/>
              <a:gd name="connsiteX23" fmla="*/ 465282 w 4114416"/>
              <a:gd name="connsiteY23" fmla="*/ 1752600 h 2888597"/>
              <a:gd name="connsiteX24" fmla="*/ 490682 w 4114416"/>
              <a:gd name="connsiteY24" fmla="*/ 1651000 h 2888597"/>
              <a:gd name="connsiteX25" fmla="*/ 516082 w 4114416"/>
              <a:gd name="connsiteY25" fmla="*/ 1710267 h 2888597"/>
              <a:gd name="connsiteX26" fmla="*/ 524549 w 4114416"/>
              <a:gd name="connsiteY26" fmla="*/ 1851666 h 2888597"/>
              <a:gd name="connsiteX27" fmla="*/ 558416 w 4114416"/>
              <a:gd name="connsiteY27" fmla="*/ 1820334 h 2888597"/>
              <a:gd name="connsiteX28" fmla="*/ 583816 w 4114416"/>
              <a:gd name="connsiteY28" fmla="*/ 1938867 h 2888597"/>
              <a:gd name="connsiteX29" fmla="*/ 600749 w 4114416"/>
              <a:gd name="connsiteY29" fmla="*/ 1998134 h 2888597"/>
              <a:gd name="connsiteX30" fmla="*/ 643082 w 4114416"/>
              <a:gd name="connsiteY30" fmla="*/ 1786467 h 2888597"/>
              <a:gd name="connsiteX31" fmla="*/ 668482 w 4114416"/>
              <a:gd name="connsiteY31" fmla="*/ 1718734 h 2888597"/>
              <a:gd name="connsiteX32" fmla="*/ 685416 w 4114416"/>
              <a:gd name="connsiteY32" fmla="*/ 1617134 h 2888597"/>
              <a:gd name="connsiteX33" fmla="*/ 702349 w 4114416"/>
              <a:gd name="connsiteY33" fmla="*/ 1557867 h 2888597"/>
              <a:gd name="connsiteX34" fmla="*/ 710816 w 4114416"/>
              <a:gd name="connsiteY34" fmla="*/ 1524000 h 2888597"/>
              <a:gd name="connsiteX35" fmla="*/ 727749 w 4114416"/>
              <a:gd name="connsiteY35" fmla="*/ 1312334 h 2888597"/>
              <a:gd name="connsiteX36" fmla="*/ 744682 w 4114416"/>
              <a:gd name="connsiteY36" fmla="*/ 1380067 h 2888597"/>
              <a:gd name="connsiteX37" fmla="*/ 761616 w 4114416"/>
              <a:gd name="connsiteY37" fmla="*/ 1532467 h 2888597"/>
              <a:gd name="connsiteX38" fmla="*/ 778549 w 4114416"/>
              <a:gd name="connsiteY38" fmla="*/ 1566334 h 2888597"/>
              <a:gd name="connsiteX39" fmla="*/ 820882 w 4114416"/>
              <a:gd name="connsiteY39" fmla="*/ 1430867 h 2888597"/>
              <a:gd name="connsiteX40" fmla="*/ 854749 w 4114416"/>
              <a:gd name="connsiteY40" fmla="*/ 1388534 h 2888597"/>
              <a:gd name="connsiteX41" fmla="*/ 863216 w 4114416"/>
              <a:gd name="connsiteY41" fmla="*/ 1498600 h 2888597"/>
              <a:gd name="connsiteX42" fmla="*/ 888616 w 4114416"/>
              <a:gd name="connsiteY42" fmla="*/ 1811867 h 2888597"/>
              <a:gd name="connsiteX43" fmla="*/ 897082 w 4114416"/>
              <a:gd name="connsiteY43" fmla="*/ 1642534 h 2888597"/>
              <a:gd name="connsiteX44" fmla="*/ 930949 w 4114416"/>
              <a:gd name="connsiteY44" fmla="*/ 1557867 h 2888597"/>
              <a:gd name="connsiteX45" fmla="*/ 939416 w 4114416"/>
              <a:gd name="connsiteY45" fmla="*/ 2006600 h 2888597"/>
              <a:gd name="connsiteX46" fmla="*/ 964816 w 4114416"/>
              <a:gd name="connsiteY46" fmla="*/ 2116667 h 2888597"/>
              <a:gd name="connsiteX47" fmla="*/ 973282 w 4114416"/>
              <a:gd name="connsiteY47" fmla="*/ 1948424 h 2888597"/>
              <a:gd name="connsiteX48" fmla="*/ 990216 w 4114416"/>
              <a:gd name="connsiteY48" fmla="*/ 1794934 h 2888597"/>
              <a:gd name="connsiteX49" fmla="*/ 998682 w 4114416"/>
              <a:gd name="connsiteY49" fmla="*/ 1761067 h 2888597"/>
              <a:gd name="connsiteX50" fmla="*/ 1015616 w 4114416"/>
              <a:gd name="connsiteY50" fmla="*/ 1871134 h 2888597"/>
              <a:gd name="connsiteX51" fmla="*/ 1032549 w 4114416"/>
              <a:gd name="connsiteY51" fmla="*/ 1947334 h 2888597"/>
              <a:gd name="connsiteX52" fmla="*/ 1049482 w 4114416"/>
              <a:gd name="connsiteY52" fmla="*/ 2040467 h 2888597"/>
              <a:gd name="connsiteX53" fmla="*/ 1074882 w 4114416"/>
              <a:gd name="connsiteY53" fmla="*/ 2108200 h 2888597"/>
              <a:gd name="connsiteX54" fmla="*/ 1105586 w 4114416"/>
              <a:gd name="connsiteY54" fmla="*/ 2165034 h 2888597"/>
              <a:gd name="connsiteX55" fmla="*/ 1117344 w 4114416"/>
              <a:gd name="connsiteY55" fmla="*/ 2220675 h 2888597"/>
              <a:gd name="connsiteX56" fmla="*/ 1134149 w 4114416"/>
              <a:gd name="connsiteY56" fmla="*/ 2108200 h 2888597"/>
              <a:gd name="connsiteX57" fmla="*/ 1184949 w 4114416"/>
              <a:gd name="connsiteY57" fmla="*/ 1989667 h 2888597"/>
              <a:gd name="connsiteX58" fmla="*/ 1221851 w 4114416"/>
              <a:gd name="connsiteY58" fmla="*/ 1898967 h 2888597"/>
              <a:gd name="connsiteX59" fmla="*/ 1244216 w 4114416"/>
              <a:gd name="connsiteY59" fmla="*/ 2167467 h 2888597"/>
              <a:gd name="connsiteX60" fmla="*/ 1261149 w 4114416"/>
              <a:gd name="connsiteY60" fmla="*/ 2082800 h 2888597"/>
              <a:gd name="connsiteX61" fmla="*/ 1269616 w 4114416"/>
              <a:gd name="connsiteY61" fmla="*/ 2015067 h 2888597"/>
              <a:gd name="connsiteX62" fmla="*/ 1311949 w 4114416"/>
              <a:gd name="connsiteY62" fmla="*/ 1854200 h 2888597"/>
              <a:gd name="connsiteX63" fmla="*/ 1320416 w 4114416"/>
              <a:gd name="connsiteY63" fmla="*/ 1803400 h 2888597"/>
              <a:gd name="connsiteX64" fmla="*/ 1345816 w 4114416"/>
              <a:gd name="connsiteY64" fmla="*/ 1701800 h 2888597"/>
              <a:gd name="connsiteX65" fmla="*/ 1379682 w 4114416"/>
              <a:gd name="connsiteY65" fmla="*/ 1744134 h 2888597"/>
              <a:gd name="connsiteX66" fmla="*/ 1422016 w 4114416"/>
              <a:gd name="connsiteY66" fmla="*/ 1879600 h 2888597"/>
              <a:gd name="connsiteX67" fmla="*/ 1455882 w 4114416"/>
              <a:gd name="connsiteY67" fmla="*/ 1947334 h 2888597"/>
              <a:gd name="connsiteX68" fmla="*/ 1472816 w 4114416"/>
              <a:gd name="connsiteY68" fmla="*/ 1938867 h 2888597"/>
              <a:gd name="connsiteX69" fmla="*/ 1515149 w 4114416"/>
              <a:gd name="connsiteY69" fmla="*/ 1803400 h 2888597"/>
              <a:gd name="connsiteX70" fmla="*/ 1574416 w 4114416"/>
              <a:gd name="connsiteY70" fmla="*/ 1651000 h 2888597"/>
              <a:gd name="connsiteX71" fmla="*/ 1582882 w 4114416"/>
              <a:gd name="connsiteY71" fmla="*/ 1591734 h 2888597"/>
              <a:gd name="connsiteX72" fmla="*/ 1608410 w 4114416"/>
              <a:gd name="connsiteY72" fmla="*/ 1462351 h 2888597"/>
              <a:gd name="connsiteX73" fmla="*/ 1633682 w 4114416"/>
              <a:gd name="connsiteY73" fmla="*/ 1524000 h 2888597"/>
              <a:gd name="connsiteX74" fmla="*/ 1659082 w 4114416"/>
              <a:gd name="connsiteY74" fmla="*/ 1490134 h 2888597"/>
              <a:gd name="connsiteX75" fmla="*/ 1684482 w 4114416"/>
              <a:gd name="connsiteY75" fmla="*/ 1388534 h 2888597"/>
              <a:gd name="connsiteX76" fmla="*/ 1732631 w 4114416"/>
              <a:gd name="connsiteY76" fmla="*/ 1294184 h 2888597"/>
              <a:gd name="connsiteX77" fmla="*/ 1794549 w 4114416"/>
              <a:gd name="connsiteY77" fmla="*/ 1176867 h 2888597"/>
              <a:gd name="connsiteX78" fmla="*/ 1831067 w 4114416"/>
              <a:gd name="connsiteY78" fmla="*/ 1238516 h 2888597"/>
              <a:gd name="connsiteX79" fmla="*/ 1853688 w 4114416"/>
              <a:gd name="connsiteY79" fmla="*/ 1323159 h 2888597"/>
              <a:gd name="connsiteX80" fmla="*/ 1887682 w 4114416"/>
              <a:gd name="connsiteY80" fmla="*/ 1422400 h 2888597"/>
              <a:gd name="connsiteX81" fmla="*/ 1938482 w 4114416"/>
              <a:gd name="connsiteY81" fmla="*/ 1600200 h 2888597"/>
              <a:gd name="connsiteX82" fmla="*/ 1978163 w 4114416"/>
              <a:gd name="connsiteY82" fmla="*/ 1762259 h 2888597"/>
              <a:gd name="connsiteX83" fmla="*/ 2006216 w 4114416"/>
              <a:gd name="connsiteY83" fmla="*/ 1498600 h 2888597"/>
              <a:gd name="connsiteX84" fmla="*/ 2023149 w 4114416"/>
              <a:gd name="connsiteY84" fmla="*/ 1464734 h 2888597"/>
              <a:gd name="connsiteX85" fmla="*/ 2031616 w 4114416"/>
              <a:gd name="connsiteY85" fmla="*/ 1439334 h 2888597"/>
              <a:gd name="connsiteX86" fmla="*/ 2067707 w 4114416"/>
              <a:gd name="connsiteY86" fmla="*/ 1908377 h 2888597"/>
              <a:gd name="connsiteX87" fmla="*/ 2082416 w 4114416"/>
              <a:gd name="connsiteY87" fmla="*/ 2032000 h 2888597"/>
              <a:gd name="connsiteX88" fmla="*/ 2090882 w 4114416"/>
              <a:gd name="connsiteY88" fmla="*/ 2150534 h 2888597"/>
              <a:gd name="connsiteX89" fmla="*/ 2099349 w 4114416"/>
              <a:gd name="connsiteY89" fmla="*/ 2489200 h 2888597"/>
              <a:gd name="connsiteX90" fmla="*/ 2133216 w 4114416"/>
              <a:gd name="connsiteY90" fmla="*/ 2421467 h 2888597"/>
              <a:gd name="connsiteX91" fmla="*/ 2175549 w 4114416"/>
              <a:gd name="connsiteY91" fmla="*/ 2319867 h 2888597"/>
              <a:gd name="connsiteX92" fmla="*/ 2192611 w 4114416"/>
              <a:gd name="connsiteY92" fmla="*/ 2271500 h 2888597"/>
              <a:gd name="connsiteX93" fmla="*/ 2212579 w 4114416"/>
              <a:gd name="connsiteY93" fmla="*/ 2206201 h 2888597"/>
              <a:gd name="connsiteX94" fmla="*/ 2251749 w 4114416"/>
              <a:gd name="connsiteY94" fmla="*/ 2514600 h 2888597"/>
              <a:gd name="connsiteX95" fmla="*/ 2277149 w 4114416"/>
              <a:gd name="connsiteY95" fmla="*/ 2565400 h 2888597"/>
              <a:gd name="connsiteX96" fmla="*/ 2285616 w 4114416"/>
              <a:gd name="connsiteY96" fmla="*/ 2489200 h 2888597"/>
              <a:gd name="connsiteX97" fmla="*/ 2302549 w 4114416"/>
              <a:gd name="connsiteY97" fmla="*/ 2421467 h 2888597"/>
              <a:gd name="connsiteX98" fmla="*/ 2311016 w 4114416"/>
              <a:gd name="connsiteY98" fmla="*/ 1718734 h 2888597"/>
              <a:gd name="connsiteX99" fmla="*/ 2336416 w 4114416"/>
              <a:gd name="connsiteY99" fmla="*/ 1811867 h 2888597"/>
              <a:gd name="connsiteX100" fmla="*/ 2361816 w 4114416"/>
              <a:gd name="connsiteY100" fmla="*/ 1871134 h 2888597"/>
              <a:gd name="connsiteX101" fmla="*/ 2395682 w 4114416"/>
              <a:gd name="connsiteY101" fmla="*/ 1972734 h 2888597"/>
              <a:gd name="connsiteX102" fmla="*/ 2404149 w 4114416"/>
              <a:gd name="connsiteY102" fmla="*/ 1574800 h 2888597"/>
              <a:gd name="connsiteX103" fmla="*/ 2429549 w 4114416"/>
              <a:gd name="connsiteY103" fmla="*/ 1236134 h 2888597"/>
              <a:gd name="connsiteX104" fmla="*/ 2446482 w 4114416"/>
              <a:gd name="connsiteY104" fmla="*/ 1092200 h 2888597"/>
              <a:gd name="connsiteX105" fmla="*/ 2454949 w 4114416"/>
              <a:gd name="connsiteY105" fmla="*/ 1066800 h 2888597"/>
              <a:gd name="connsiteX106" fmla="*/ 2463416 w 4114416"/>
              <a:gd name="connsiteY106" fmla="*/ 1092200 h 2888597"/>
              <a:gd name="connsiteX107" fmla="*/ 2488816 w 4114416"/>
              <a:gd name="connsiteY107" fmla="*/ 1227667 h 2888597"/>
              <a:gd name="connsiteX108" fmla="*/ 2514216 w 4114416"/>
              <a:gd name="connsiteY108" fmla="*/ 753534 h 2888597"/>
              <a:gd name="connsiteX109" fmla="*/ 2531149 w 4114416"/>
              <a:gd name="connsiteY109" fmla="*/ 685800 h 2888597"/>
              <a:gd name="connsiteX110" fmla="*/ 2539616 w 4114416"/>
              <a:gd name="connsiteY110" fmla="*/ 609600 h 2888597"/>
              <a:gd name="connsiteX111" fmla="*/ 2548082 w 4114416"/>
              <a:gd name="connsiteY111" fmla="*/ 558800 h 2888597"/>
              <a:gd name="connsiteX112" fmla="*/ 2565016 w 4114416"/>
              <a:gd name="connsiteY112" fmla="*/ 584200 h 2888597"/>
              <a:gd name="connsiteX113" fmla="*/ 2573482 w 4114416"/>
              <a:gd name="connsiteY113" fmla="*/ 778934 h 2888597"/>
              <a:gd name="connsiteX114" fmla="*/ 2615816 w 4114416"/>
              <a:gd name="connsiteY114" fmla="*/ 914400 h 2888597"/>
              <a:gd name="connsiteX115" fmla="*/ 2632749 w 4114416"/>
              <a:gd name="connsiteY115" fmla="*/ 973667 h 2888597"/>
              <a:gd name="connsiteX116" fmla="*/ 2649682 w 4114416"/>
              <a:gd name="connsiteY116" fmla="*/ 812800 h 2888597"/>
              <a:gd name="connsiteX117" fmla="*/ 2666616 w 4114416"/>
              <a:gd name="connsiteY117" fmla="*/ 694267 h 2888597"/>
              <a:gd name="connsiteX118" fmla="*/ 2692016 w 4114416"/>
              <a:gd name="connsiteY118" fmla="*/ 558800 h 2888597"/>
              <a:gd name="connsiteX119" fmla="*/ 2717416 w 4114416"/>
              <a:gd name="connsiteY119" fmla="*/ 321734 h 2888597"/>
              <a:gd name="connsiteX120" fmla="*/ 2734349 w 4114416"/>
              <a:gd name="connsiteY120" fmla="*/ 1058334 h 2888597"/>
              <a:gd name="connsiteX121" fmla="*/ 2760746 w 4114416"/>
              <a:gd name="connsiteY121" fmla="*/ 1023969 h 2888597"/>
              <a:gd name="connsiteX122" fmla="*/ 2810549 w 4114416"/>
              <a:gd name="connsiteY122" fmla="*/ 905934 h 2888597"/>
              <a:gd name="connsiteX123" fmla="*/ 2844416 w 4114416"/>
              <a:gd name="connsiteY123" fmla="*/ 855134 h 2888597"/>
              <a:gd name="connsiteX124" fmla="*/ 2869816 w 4114416"/>
              <a:gd name="connsiteY124" fmla="*/ 1422400 h 2888597"/>
              <a:gd name="connsiteX125" fmla="*/ 2878282 w 4114416"/>
              <a:gd name="connsiteY125" fmla="*/ 1388534 h 2888597"/>
              <a:gd name="connsiteX126" fmla="*/ 2895216 w 4114416"/>
              <a:gd name="connsiteY126" fmla="*/ 1363134 h 2888597"/>
              <a:gd name="connsiteX127" fmla="*/ 2920616 w 4114416"/>
              <a:gd name="connsiteY127" fmla="*/ 1278467 h 2888597"/>
              <a:gd name="connsiteX128" fmla="*/ 2937549 w 4114416"/>
              <a:gd name="connsiteY128" fmla="*/ 1320800 h 2888597"/>
              <a:gd name="connsiteX129" fmla="*/ 2954482 w 4114416"/>
              <a:gd name="connsiteY129" fmla="*/ 1388534 h 2888597"/>
              <a:gd name="connsiteX130" fmla="*/ 2971416 w 4114416"/>
              <a:gd name="connsiteY130" fmla="*/ 1422400 h 2888597"/>
              <a:gd name="connsiteX131" fmla="*/ 3013749 w 4114416"/>
              <a:gd name="connsiteY131" fmla="*/ 1540934 h 2888597"/>
              <a:gd name="connsiteX132" fmla="*/ 3030682 w 4114416"/>
              <a:gd name="connsiteY132" fmla="*/ 1566334 h 2888597"/>
              <a:gd name="connsiteX133" fmla="*/ 3064549 w 4114416"/>
              <a:gd name="connsiteY133" fmla="*/ 1718734 h 2888597"/>
              <a:gd name="connsiteX134" fmla="*/ 3089949 w 4114416"/>
              <a:gd name="connsiteY134" fmla="*/ 1761067 h 2888597"/>
              <a:gd name="connsiteX135" fmla="*/ 3118129 w 4114416"/>
              <a:gd name="connsiteY135" fmla="*/ 1909842 h 2888597"/>
              <a:gd name="connsiteX136" fmla="*/ 3140749 w 4114416"/>
              <a:gd name="connsiteY136" fmla="*/ 1769534 h 2888597"/>
              <a:gd name="connsiteX137" fmla="*/ 3157682 w 4114416"/>
              <a:gd name="connsiteY137" fmla="*/ 1710267 h 2888597"/>
              <a:gd name="connsiteX138" fmla="*/ 3166149 w 4114416"/>
              <a:gd name="connsiteY138" fmla="*/ 1684867 h 2888597"/>
              <a:gd name="connsiteX139" fmla="*/ 3191549 w 4114416"/>
              <a:gd name="connsiteY139" fmla="*/ 1676400 h 2888597"/>
              <a:gd name="connsiteX140" fmla="*/ 3200016 w 4114416"/>
              <a:gd name="connsiteY140" fmla="*/ 2006600 h 2888597"/>
              <a:gd name="connsiteX141" fmla="*/ 3208482 w 4114416"/>
              <a:gd name="connsiteY141" fmla="*/ 2048934 h 2888597"/>
              <a:gd name="connsiteX142" fmla="*/ 3216949 w 4114416"/>
              <a:gd name="connsiteY142" fmla="*/ 2099734 h 2888597"/>
              <a:gd name="connsiteX143" fmla="*/ 3233882 w 4114416"/>
              <a:gd name="connsiteY143" fmla="*/ 2048934 h 2888597"/>
              <a:gd name="connsiteX144" fmla="*/ 3242349 w 4114416"/>
              <a:gd name="connsiteY144" fmla="*/ 1998134 h 2888597"/>
              <a:gd name="connsiteX145" fmla="*/ 3276216 w 4114416"/>
              <a:gd name="connsiteY145" fmla="*/ 2353734 h 2888597"/>
              <a:gd name="connsiteX146" fmla="*/ 3278960 w 4114416"/>
              <a:gd name="connsiteY146" fmla="*/ 2387600 h 2888597"/>
              <a:gd name="connsiteX147" fmla="*/ 3272323 w 4114416"/>
              <a:gd name="connsiteY147" fmla="*/ 2497667 h 2888597"/>
              <a:gd name="connsiteX148" fmla="*/ 3296810 w 4114416"/>
              <a:gd name="connsiteY148" fmla="*/ 2540952 h 2888597"/>
              <a:gd name="connsiteX149" fmla="*/ 3321294 w 4114416"/>
              <a:gd name="connsiteY149" fmla="*/ 2335554 h 2888597"/>
              <a:gd name="connsiteX150" fmla="*/ 3331591 w 4114416"/>
              <a:gd name="connsiteY150" fmla="*/ 2723509 h 2888597"/>
              <a:gd name="connsiteX151" fmla="*/ 3411682 w 4114416"/>
              <a:gd name="connsiteY151" fmla="*/ 2810934 h 2888597"/>
              <a:gd name="connsiteX152" fmla="*/ 3437082 w 4114416"/>
              <a:gd name="connsiteY152" fmla="*/ 2870200 h 2888597"/>
              <a:gd name="connsiteX153" fmla="*/ 3452170 w 4114416"/>
              <a:gd name="connsiteY153" fmla="*/ 2345696 h 2888597"/>
              <a:gd name="connsiteX154" fmla="*/ 3462482 w 4114416"/>
              <a:gd name="connsiteY154" fmla="*/ 1828800 h 2888597"/>
              <a:gd name="connsiteX155" fmla="*/ 3461984 w 4114416"/>
              <a:gd name="connsiteY155" fmla="*/ 2090271 h 2888597"/>
              <a:gd name="connsiteX156" fmla="*/ 3487882 w 4114416"/>
              <a:gd name="connsiteY156" fmla="*/ 1735667 h 2888597"/>
              <a:gd name="connsiteX157" fmla="*/ 3513282 w 4114416"/>
              <a:gd name="connsiteY157" fmla="*/ 1651000 h 2888597"/>
              <a:gd name="connsiteX158" fmla="*/ 3521749 w 4114416"/>
              <a:gd name="connsiteY158" fmla="*/ 1701800 h 2888597"/>
              <a:gd name="connsiteX159" fmla="*/ 3525733 w 4114416"/>
              <a:gd name="connsiteY159" fmla="*/ 1875118 h 2888597"/>
              <a:gd name="connsiteX160" fmla="*/ 3547149 w 4114416"/>
              <a:gd name="connsiteY160" fmla="*/ 1752600 h 2888597"/>
              <a:gd name="connsiteX161" fmla="*/ 3555616 w 4114416"/>
              <a:gd name="connsiteY161" fmla="*/ 1693334 h 2888597"/>
              <a:gd name="connsiteX162" fmla="*/ 3597949 w 4114416"/>
              <a:gd name="connsiteY162" fmla="*/ 1608667 h 2888597"/>
              <a:gd name="connsiteX163" fmla="*/ 3614882 w 4114416"/>
              <a:gd name="connsiteY163" fmla="*/ 1566334 h 2888597"/>
              <a:gd name="connsiteX164" fmla="*/ 3657216 w 4114416"/>
              <a:gd name="connsiteY164" fmla="*/ 1464734 h 2888597"/>
              <a:gd name="connsiteX165" fmla="*/ 3661200 w 4114416"/>
              <a:gd name="connsiteY165" fmla="*/ 1373094 h 2888597"/>
              <a:gd name="connsiteX166" fmla="*/ 3682616 w 4114416"/>
              <a:gd name="connsiteY166" fmla="*/ 1363134 h 2888597"/>
              <a:gd name="connsiteX167" fmla="*/ 3699549 w 4114416"/>
              <a:gd name="connsiteY167" fmla="*/ 1320800 h 2888597"/>
              <a:gd name="connsiteX168" fmla="*/ 3694569 w 4114416"/>
              <a:gd name="connsiteY168" fmla="*/ 1151964 h 2888597"/>
              <a:gd name="connsiteX169" fmla="*/ 3741882 w 4114416"/>
              <a:gd name="connsiteY169" fmla="*/ 1227667 h 2888597"/>
              <a:gd name="connsiteX170" fmla="*/ 3750349 w 4114416"/>
              <a:gd name="connsiteY170" fmla="*/ 1176867 h 2888597"/>
              <a:gd name="connsiteX171" fmla="*/ 3767282 w 4114416"/>
              <a:gd name="connsiteY171" fmla="*/ 1126067 h 2888597"/>
              <a:gd name="connsiteX172" fmla="*/ 3775749 w 4114416"/>
              <a:gd name="connsiteY172" fmla="*/ 1058334 h 2888597"/>
              <a:gd name="connsiteX173" fmla="*/ 3784216 w 4114416"/>
              <a:gd name="connsiteY173" fmla="*/ 1270000 h 2888597"/>
              <a:gd name="connsiteX174" fmla="*/ 3813064 w 4114416"/>
              <a:gd name="connsiteY174" fmla="*/ 678606 h 2888597"/>
              <a:gd name="connsiteX175" fmla="*/ 3818082 w 4114416"/>
              <a:gd name="connsiteY175" fmla="*/ 558800 h 2888597"/>
              <a:gd name="connsiteX176" fmla="*/ 3835016 w 4114416"/>
              <a:gd name="connsiteY176" fmla="*/ 482600 h 2888597"/>
              <a:gd name="connsiteX177" fmla="*/ 3843482 w 4114416"/>
              <a:gd name="connsiteY177" fmla="*/ 533400 h 2888597"/>
              <a:gd name="connsiteX178" fmla="*/ 3860416 w 4114416"/>
              <a:gd name="connsiteY178" fmla="*/ 660400 h 2888597"/>
              <a:gd name="connsiteX179" fmla="*/ 3868882 w 4114416"/>
              <a:gd name="connsiteY179" fmla="*/ 702734 h 2888597"/>
              <a:gd name="connsiteX180" fmla="*/ 3885816 w 4114416"/>
              <a:gd name="connsiteY180" fmla="*/ 736600 h 2888597"/>
              <a:gd name="connsiteX181" fmla="*/ 3902749 w 4114416"/>
              <a:gd name="connsiteY181" fmla="*/ 702734 h 2888597"/>
              <a:gd name="connsiteX182" fmla="*/ 3962016 w 4114416"/>
              <a:gd name="connsiteY182" fmla="*/ 482600 h 2888597"/>
              <a:gd name="connsiteX183" fmla="*/ 3978949 w 4114416"/>
              <a:gd name="connsiteY183" fmla="*/ 457200 h 2888597"/>
              <a:gd name="connsiteX184" fmla="*/ 4004349 w 4114416"/>
              <a:gd name="connsiteY184" fmla="*/ 177800 h 2888597"/>
              <a:gd name="connsiteX185" fmla="*/ 4029749 w 4114416"/>
              <a:gd name="connsiteY185" fmla="*/ 135467 h 2888597"/>
              <a:gd name="connsiteX186" fmla="*/ 4038216 w 4114416"/>
              <a:gd name="connsiteY186" fmla="*/ 101600 h 2888597"/>
              <a:gd name="connsiteX187" fmla="*/ 4046682 w 4114416"/>
              <a:gd name="connsiteY187" fmla="*/ 76200 h 2888597"/>
              <a:gd name="connsiteX188" fmla="*/ 4055149 w 4114416"/>
              <a:gd name="connsiteY188" fmla="*/ 110067 h 2888597"/>
              <a:gd name="connsiteX189" fmla="*/ 4072082 w 4114416"/>
              <a:gd name="connsiteY189" fmla="*/ 160867 h 2888597"/>
              <a:gd name="connsiteX190" fmla="*/ 4114416 w 4114416"/>
              <a:gd name="connsiteY190" fmla="*/ 0 h 2888597"/>
              <a:gd name="connsiteX0" fmla="*/ 0 w 4114416"/>
              <a:gd name="connsiteY0" fmla="*/ 735359 h 2888597"/>
              <a:gd name="connsiteX1" fmla="*/ 22363 w 4114416"/>
              <a:gd name="connsiteY1" fmla="*/ 647092 h 2888597"/>
              <a:gd name="connsiteX2" fmla="*/ 53451 w 4114416"/>
              <a:gd name="connsiteY2" fmla="*/ 567267 h 2888597"/>
              <a:gd name="connsiteX3" fmla="*/ 61790 w 4114416"/>
              <a:gd name="connsiteY3" fmla="*/ 828517 h 2888597"/>
              <a:gd name="connsiteX4" fmla="*/ 57549 w 4114416"/>
              <a:gd name="connsiteY4" fmla="*/ 1083293 h 2888597"/>
              <a:gd name="connsiteX5" fmla="*/ 55282 w 4114416"/>
              <a:gd name="connsiteY5" fmla="*/ 1212385 h 2888597"/>
              <a:gd name="connsiteX6" fmla="*/ 69873 w 4114416"/>
              <a:gd name="connsiteY6" fmla="*/ 1401791 h 2888597"/>
              <a:gd name="connsiteX7" fmla="*/ 112335 w 4114416"/>
              <a:gd name="connsiteY7" fmla="*/ 1209517 h 2888597"/>
              <a:gd name="connsiteX8" fmla="*/ 135082 w 4114416"/>
              <a:gd name="connsiteY8" fmla="*/ 1100667 h 2888597"/>
              <a:gd name="connsiteX9" fmla="*/ 168949 w 4114416"/>
              <a:gd name="connsiteY9" fmla="*/ 999067 h 2888597"/>
              <a:gd name="connsiteX10" fmla="*/ 185882 w 4114416"/>
              <a:gd name="connsiteY10" fmla="*/ 948267 h 2888597"/>
              <a:gd name="connsiteX11" fmla="*/ 202816 w 4114416"/>
              <a:gd name="connsiteY11" fmla="*/ 1134534 h 2888597"/>
              <a:gd name="connsiteX12" fmla="*/ 219749 w 4114416"/>
              <a:gd name="connsiteY12" fmla="*/ 1464734 h 2888597"/>
              <a:gd name="connsiteX13" fmla="*/ 279016 w 4114416"/>
              <a:gd name="connsiteY13" fmla="*/ 1363134 h 2888597"/>
              <a:gd name="connsiteX14" fmla="*/ 304416 w 4114416"/>
              <a:gd name="connsiteY14" fmla="*/ 1371600 h 2888597"/>
              <a:gd name="connsiteX15" fmla="*/ 312882 w 4114416"/>
              <a:gd name="connsiteY15" fmla="*/ 2243667 h 2888597"/>
              <a:gd name="connsiteX16" fmla="*/ 338282 w 4114416"/>
              <a:gd name="connsiteY16" fmla="*/ 2201334 h 2888597"/>
              <a:gd name="connsiteX17" fmla="*/ 346749 w 4114416"/>
              <a:gd name="connsiteY17" fmla="*/ 2150534 h 2888597"/>
              <a:gd name="connsiteX18" fmla="*/ 371651 w 4114416"/>
              <a:gd name="connsiteY18" fmla="*/ 2376146 h 2888597"/>
              <a:gd name="connsiteX19" fmla="*/ 389082 w 4114416"/>
              <a:gd name="connsiteY19" fmla="*/ 2082800 h 2888597"/>
              <a:gd name="connsiteX20" fmla="*/ 414981 w 4114416"/>
              <a:gd name="connsiteY20" fmla="*/ 1792444 h 2888597"/>
              <a:gd name="connsiteX21" fmla="*/ 422949 w 4114416"/>
              <a:gd name="connsiteY21" fmla="*/ 2032000 h 2888597"/>
              <a:gd name="connsiteX22" fmla="*/ 453908 w 4114416"/>
              <a:gd name="connsiteY22" fmla="*/ 1990884 h 2888597"/>
              <a:gd name="connsiteX23" fmla="*/ 465282 w 4114416"/>
              <a:gd name="connsiteY23" fmla="*/ 1752600 h 2888597"/>
              <a:gd name="connsiteX24" fmla="*/ 490682 w 4114416"/>
              <a:gd name="connsiteY24" fmla="*/ 1651000 h 2888597"/>
              <a:gd name="connsiteX25" fmla="*/ 516082 w 4114416"/>
              <a:gd name="connsiteY25" fmla="*/ 1710267 h 2888597"/>
              <a:gd name="connsiteX26" fmla="*/ 524549 w 4114416"/>
              <a:gd name="connsiteY26" fmla="*/ 1851666 h 2888597"/>
              <a:gd name="connsiteX27" fmla="*/ 558416 w 4114416"/>
              <a:gd name="connsiteY27" fmla="*/ 1820334 h 2888597"/>
              <a:gd name="connsiteX28" fmla="*/ 583816 w 4114416"/>
              <a:gd name="connsiteY28" fmla="*/ 1938867 h 2888597"/>
              <a:gd name="connsiteX29" fmla="*/ 600749 w 4114416"/>
              <a:gd name="connsiteY29" fmla="*/ 1998134 h 2888597"/>
              <a:gd name="connsiteX30" fmla="*/ 643082 w 4114416"/>
              <a:gd name="connsiteY30" fmla="*/ 1786467 h 2888597"/>
              <a:gd name="connsiteX31" fmla="*/ 668482 w 4114416"/>
              <a:gd name="connsiteY31" fmla="*/ 1718734 h 2888597"/>
              <a:gd name="connsiteX32" fmla="*/ 685416 w 4114416"/>
              <a:gd name="connsiteY32" fmla="*/ 1617134 h 2888597"/>
              <a:gd name="connsiteX33" fmla="*/ 702349 w 4114416"/>
              <a:gd name="connsiteY33" fmla="*/ 1557867 h 2888597"/>
              <a:gd name="connsiteX34" fmla="*/ 710816 w 4114416"/>
              <a:gd name="connsiteY34" fmla="*/ 1524000 h 2888597"/>
              <a:gd name="connsiteX35" fmla="*/ 727749 w 4114416"/>
              <a:gd name="connsiteY35" fmla="*/ 1312334 h 2888597"/>
              <a:gd name="connsiteX36" fmla="*/ 744682 w 4114416"/>
              <a:gd name="connsiteY36" fmla="*/ 1380067 h 2888597"/>
              <a:gd name="connsiteX37" fmla="*/ 761616 w 4114416"/>
              <a:gd name="connsiteY37" fmla="*/ 1532467 h 2888597"/>
              <a:gd name="connsiteX38" fmla="*/ 778549 w 4114416"/>
              <a:gd name="connsiteY38" fmla="*/ 1566334 h 2888597"/>
              <a:gd name="connsiteX39" fmla="*/ 820882 w 4114416"/>
              <a:gd name="connsiteY39" fmla="*/ 1430867 h 2888597"/>
              <a:gd name="connsiteX40" fmla="*/ 854749 w 4114416"/>
              <a:gd name="connsiteY40" fmla="*/ 1388534 h 2888597"/>
              <a:gd name="connsiteX41" fmla="*/ 863216 w 4114416"/>
              <a:gd name="connsiteY41" fmla="*/ 1498600 h 2888597"/>
              <a:gd name="connsiteX42" fmla="*/ 888616 w 4114416"/>
              <a:gd name="connsiteY42" fmla="*/ 1811867 h 2888597"/>
              <a:gd name="connsiteX43" fmla="*/ 897082 w 4114416"/>
              <a:gd name="connsiteY43" fmla="*/ 1642534 h 2888597"/>
              <a:gd name="connsiteX44" fmla="*/ 930949 w 4114416"/>
              <a:gd name="connsiteY44" fmla="*/ 1557867 h 2888597"/>
              <a:gd name="connsiteX45" fmla="*/ 939416 w 4114416"/>
              <a:gd name="connsiteY45" fmla="*/ 2006600 h 2888597"/>
              <a:gd name="connsiteX46" fmla="*/ 964816 w 4114416"/>
              <a:gd name="connsiteY46" fmla="*/ 2116667 h 2888597"/>
              <a:gd name="connsiteX47" fmla="*/ 973282 w 4114416"/>
              <a:gd name="connsiteY47" fmla="*/ 1948424 h 2888597"/>
              <a:gd name="connsiteX48" fmla="*/ 990216 w 4114416"/>
              <a:gd name="connsiteY48" fmla="*/ 1794934 h 2888597"/>
              <a:gd name="connsiteX49" fmla="*/ 998682 w 4114416"/>
              <a:gd name="connsiteY49" fmla="*/ 1761067 h 2888597"/>
              <a:gd name="connsiteX50" fmla="*/ 1015616 w 4114416"/>
              <a:gd name="connsiteY50" fmla="*/ 1871134 h 2888597"/>
              <a:gd name="connsiteX51" fmla="*/ 1032549 w 4114416"/>
              <a:gd name="connsiteY51" fmla="*/ 1947334 h 2888597"/>
              <a:gd name="connsiteX52" fmla="*/ 1049482 w 4114416"/>
              <a:gd name="connsiteY52" fmla="*/ 2040467 h 2888597"/>
              <a:gd name="connsiteX53" fmla="*/ 1074882 w 4114416"/>
              <a:gd name="connsiteY53" fmla="*/ 2108200 h 2888597"/>
              <a:gd name="connsiteX54" fmla="*/ 1105586 w 4114416"/>
              <a:gd name="connsiteY54" fmla="*/ 2165034 h 2888597"/>
              <a:gd name="connsiteX55" fmla="*/ 1117344 w 4114416"/>
              <a:gd name="connsiteY55" fmla="*/ 2220675 h 2888597"/>
              <a:gd name="connsiteX56" fmla="*/ 1134149 w 4114416"/>
              <a:gd name="connsiteY56" fmla="*/ 2108200 h 2888597"/>
              <a:gd name="connsiteX57" fmla="*/ 1184949 w 4114416"/>
              <a:gd name="connsiteY57" fmla="*/ 1989667 h 2888597"/>
              <a:gd name="connsiteX58" fmla="*/ 1221851 w 4114416"/>
              <a:gd name="connsiteY58" fmla="*/ 1898967 h 2888597"/>
              <a:gd name="connsiteX59" fmla="*/ 1244216 w 4114416"/>
              <a:gd name="connsiteY59" fmla="*/ 2167467 h 2888597"/>
              <a:gd name="connsiteX60" fmla="*/ 1261149 w 4114416"/>
              <a:gd name="connsiteY60" fmla="*/ 2082800 h 2888597"/>
              <a:gd name="connsiteX61" fmla="*/ 1269616 w 4114416"/>
              <a:gd name="connsiteY61" fmla="*/ 2015067 h 2888597"/>
              <a:gd name="connsiteX62" fmla="*/ 1311949 w 4114416"/>
              <a:gd name="connsiteY62" fmla="*/ 1854200 h 2888597"/>
              <a:gd name="connsiteX63" fmla="*/ 1320416 w 4114416"/>
              <a:gd name="connsiteY63" fmla="*/ 1803400 h 2888597"/>
              <a:gd name="connsiteX64" fmla="*/ 1345816 w 4114416"/>
              <a:gd name="connsiteY64" fmla="*/ 1701800 h 2888597"/>
              <a:gd name="connsiteX65" fmla="*/ 1379682 w 4114416"/>
              <a:gd name="connsiteY65" fmla="*/ 1744134 h 2888597"/>
              <a:gd name="connsiteX66" fmla="*/ 1422016 w 4114416"/>
              <a:gd name="connsiteY66" fmla="*/ 1879600 h 2888597"/>
              <a:gd name="connsiteX67" fmla="*/ 1455882 w 4114416"/>
              <a:gd name="connsiteY67" fmla="*/ 1947334 h 2888597"/>
              <a:gd name="connsiteX68" fmla="*/ 1472816 w 4114416"/>
              <a:gd name="connsiteY68" fmla="*/ 1938867 h 2888597"/>
              <a:gd name="connsiteX69" fmla="*/ 1515149 w 4114416"/>
              <a:gd name="connsiteY69" fmla="*/ 1803400 h 2888597"/>
              <a:gd name="connsiteX70" fmla="*/ 1574416 w 4114416"/>
              <a:gd name="connsiteY70" fmla="*/ 1651000 h 2888597"/>
              <a:gd name="connsiteX71" fmla="*/ 1582882 w 4114416"/>
              <a:gd name="connsiteY71" fmla="*/ 1591734 h 2888597"/>
              <a:gd name="connsiteX72" fmla="*/ 1608410 w 4114416"/>
              <a:gd name="connsiteY72" fmla="*/ 1462351 h 2888597"/>
              <a:gd name="connsiteX73" fmla="*/ 1633682 w 4114416"/>
              <a:gd name="connsiteY73" fmla="*/ 1524000 h 2888597"/>
              <a:gd name="connsiteX74" fmla="*/ 1659082 w 4114416"/>
              <a:gd name="connsiteY74" fmla="*/ 1490134 h 2888597"/>
              <a:gd name="connsiteX75" fmla="*/ 1684482 w 4114416"/>
              <a:gd name="connsiteY75" fmla="*/ 1388534 h 2888597"/>
              <a:gd name="connsiteX76" fmla="*/ 1732631 w 4114416"/>
              <a:gd name="connsiteY76" fmla="*/ 1294184 h 2888597"/>
              <a:gd name="connsiteX77" fmla="*/ 1794549 w 4114416"/>
              <a:gd name="connsiteY77" fmla="*/ 1176867 h 2888597"/>
              <a:gd name="connsiteX78" fmla="*/ 1831067 w 4114416"/>
              <a:gd name="connsiteY78" fmla="*/ 1238516 h 2888597"/>
              <a:gd name="connsiteX79" fmla="*/ 1853688 w 4114416"/>
              <a:gd name="connsiteY79" fmla="*/ 1323159 h 2888597"/>
              <a:gd name="connsiteX80" fmla="*/ 1887682 w 4114416"/>
              <a:gd name="connsiteY80" fmla="*/ 1422400 h 2888597"/>
              <a:gd name="connsiteX81" fmla="*/ 1938482 w 4114416"/>
              <a:gd name="connsiteY81" fmla="*/ 1600200 h 2888597"/>
              <a:gd name="connsiteX82" fmla="*/ 1978163 w 4114416"/>
              <a:gd name="connsiteY82" fmla="*/ 1762259 h 2888597"/>
              <a:gd name="connsiteX83" fmla="*/ 2006216 w 4114416"/>
              <a:gd name="connsiteY83" fmla="*/ 1498600 h 2888597"/>
              <a:gd name="connsiteX84" fmla="*/ 2023149 w 4114416"/>
              <a:gd name="connsiteY84" fmla="*/ 1464734 h 2888597"/>
              <a:gd name="connsiteX85" fmla="*/ 2031616 w 4114416"/>
              <a:gd name="connsiteY85" fmla="*/ 1439334 h 2888597"/>
              <a:gd name="connsiteX86" fmla="*/ 2067707 w 4114416"/>
              <a:gd name="connsiteY86" fmla="*/ 1908377 h 2888597"/>
              <a:gd name="connsiteX87" fmla="*/ 2082416 w 4114416"/>
              <a:gd name="connsiteY87" fmla="*/ 2032000 h 2888597"/>
              <a:gd name="connsiteX88" fmla="*/ 2090882 w 4114416"/>
              <a:gd name="connsiteY88" fmla="*/ 2150534 h 2888597"/>
              <a:gd name="connsiteX89" fmla="*/ 2099349 w 4114416"/>
              <a:gd name="connsiteY89" fmla="*/ 2489200 h 2888597"/>
              <a:gd name="connsiteX90" fmla="*/ 2133216 w 4114416"/>
              <a:gd name="connsiteY90" fmla="*/ 2421467 h 2888597"/>
              <a:gd name="connsiteX91" fmla="*/ 2175549 w 4114416"/>
              <a:gd name="connsiteY91" fmla="*/ 2319867 h 2888597"/>
              <a:gd name="connsiteX92" fmla="*/ 2192611 w 4114416"/>
              <a:gd name="connsiteY92" fmla="*/ 2271500 h 2888597"/>
              <a:gd name="connsiteX93" fmla="*/ 2212579 w 4114416"/>
              <a:gd name="connsiteY93" fmla="*/ 2206201 h 2888597"/>
              <a:gd name="connsiteX94" fmla="*/ 2251749 w 4114416"/>
              <a:gd name="connsiteY94" fmla="*/ 2514600 h 2888597"/>
              <a:gd name="connsiteX95" fmla="*/ 2277149 w 4114416"/>
              <a:gd name="connsiteY95" fmla="*/ 2565400 h 2888597"/>
              <a:gd name="connsiteX96" fmla="*/ 2285616 w 4114416"/>
              <a:gd name="connsiteY96" fmla="*/ 2489200 h 2888597"/>
              <a:gd name="connsiteX97" fmla="*/ 2302549 w 4114416"/>
              <a:gd name="connsiteY97" fmla="*/ 2421467 h 2888597"/>
              <a:gd name="connsiteX98" fmla="*/ 2311016 w 4114416"/>
              <a:gd name="connsiteY98" fmla="*/ 1718734 h 2888597"/>
              <a:gd name="connsiteX99" fmla="*/ 2336416 w 4114416"/>
              <a:gd name="connsiteY99" fmla="*/ 1811867 h 2888597"/>
              <a:gd name="connsiteX100" fmla="*/ 2361816 w 4114416"/>
              <a:gd name="connsiteY100" fmla="*/ 1871134 h 2888597"/>
              <a:gd name="connsiteX101" fmla="*/ 2395682 w 4114416"/>
              <a:gd name="connsiteY101" fmla="*/ 1972734 h 2888597"/>
              <a:gd name="connsiteX102" fmla="*/ 2404149 w 4114416"/>
              <a:gd name="connsiteY102" fmla="*/ 1574800 h 2888597"/>
              <a:gd name="connsiteX103" fmla="*/ 2429549 w 4114416"/>
              <a:gd name="connsiteY103" fmla="*/ 1236134 h 2888597"/>
              <a:gd name="connsiteX104" fmla="*/ 2446482 w 4114416"/>
              <a:gd name="connsiteY104" fmla="*/ 1092200 h 2888597"/>
              <a:gd name="connsiteX105" fmla="*/ 2454949 w 4114416"/>
              <a:gd name="connsiteY105" fmla="*/ 1066800 h 2888597"/>
              <a:gd name="connsiteX106" fmla="*/ 2463416 w 4114416"/>
              <a:gd name="connsiteY106" fmla="*/ 1092200 h 2888597"/>
              <a:gd name="connsiteX107" fmla="*/ 2488816 w 4114416"/>
              <a:gd name="connsiteY107" fmla="*/ 1227667 h 2888597"/>
              <a:gd name="connsiteX108" fmla="*/ 2514216 w 4114416"/>
              <a:gd name="connsiteY108" fmla="*/ 753534 h 2888597"/>
              <a:gd name="connsiteX109" fmla="*/ 2531149 w 4114416"/>
              <a:gd name="connsiteY109" fmla="*/ 685800 h 2888597"/>
              <a:gd name="connsiteX110" fmla="*/ 2539616 w 4114416"/>
              <a:gd name="connsiteY110" fmla="*/ 609600 h 2888597"/>
              <a:gd name="connsiteX111" fmla="*/ 2548082 w 4114416"/>
              <a:gd name="connsiteY111" fmla="*/ 558800 h 2888597"/>
              <a:gd name="connsiteX112" fmla="*/ 2565016 w 4114416"/>
              <a:gd name="connsiteY112" fmla="*/ 584200 h 2888597"/>
              <a:gd name="connsiteX113" fmla="*/ 2573482 w 4114416"/>
              <a:gd name="connsiteY113" fmla="*/ 778934 h 2888597"/>
              <a:gd name="connsiteX114" fmla="*/ 2615816 w 4114416"/>
              <a:gd name="connsiteY114" fmla="*/ 914400 h 2888597"/>
              <a:gd name="connsiteX115" fmla="*/ 2632749 w 4114416"/>
              <a:gd name="connsiteY115" fmla="*/ 973667 h 2888597"/>
              <a:gd name="connsiteX116" fmla="*/ 2649682 w 4114416"/>
              <a:gd name="connsiteY116" fmla="*/ 812800 h 2888597"/>
              <a:gd name="connsiteX117" fmla="*/ 2666616 w 4114416"/>
              <a:gd name="connsiteY117" fmla="*/ 694267 h 2888597"/>
              <a:gd name="connsiteX118" fmla="*/ 2692016 w 4114416"/>
              <a:gd name="connsiteY118" fmla="*/ 558800 h 2888597"/>
              <a:gd name="connsiteX119" fmla="*/ 2717416 w 4114416"/>
              <a:gd name="connsiteY119" fmla="*/ 321734 h 2888597"/>
              <a:gd name="connsiteX120" fmla="*/ 2734349 w 4114416"/>
              <a:gd name="connsiteY120" fmla="*/ 1058334 h 2888597"/>
              <a:gd name="connsiteX121" fmla="*/ 2760746 w 4114416"/>
              <a:gd name="connsiteY121" fmla="*/ 1023969 h 2888597"/>
              <a:gd name="connsiteX122" fmla="*/ 2810549 w 4114416"/>
              <a:gd name="connsiteY122" fmla="*/ 905934 h 2888597"/>
              <a:gd name="connsiteX123" fmla="*/ 2844416 w 4114416"/>
              <a:gd name="connsiteY123" fmla="*/ 855134 h 2888597"/>
              <a:gd name="connsiteX124" fmla="*/ 2869816 w 4114416"/>
              <a:gd name="connsiteY124" fmla="*/ 1422400 h 2888597"/>
              <a:gd name="connsiteX125" fmla="*/ 2878282 w 4114416"/>
              <a:gd name="connsiteY125" fmla="*/ 1388534 h 2888597"/>
              <a:gd name="connsiteX126" fmla="*/ 2895216 w 4114416"/>
              <a:gd name="connsiteY126" fmla="*/ 1363134 h 2888597"/>
              <a:gd name="connsiteX127" fmla="*/ 2920616 w 4114416"/>
              <a:gd name="connsiteY127" fmla="*/ 1278467 h 2888597"/>
              <a:gd name="connsiteX128" fmla="*/ 2937549 w 4114416"/>
              <a:gd name="connsiteY128" fmla="*/ 1320800 h 2888597"/>
              <a:gd name="connsiteX129" fmla="*/ 2954482 w 4114416"/>
              <a:gd name="connsiteY129" fmla="*/ 1388534 h 2888597"/>
              <a:gd name="connsiteX130" fmla="*/ 2971416 w 4114416"/>
              <a:gd name="connsiteY130" fmla="*/ 1422400 h 2888597"/>
              <a:gd name="connsiteX131" fmla="*/ 3013749 w 4114416"/>
              <a:gd name="connsiteY131" fmla="*/ 1540934 h 2888597"/>
              <a:gd name="connsiteX132" fmla="*/ 3030682 w 4114416"/>
              <a:gd name="connsiteY132" fmla="*/ 1566334 h 2888597"/>
              <a:gd name="connsiteX133" fmla="*/ 3064549 w 4114416"/>
              <a:gd name="connsiteY133" fmla="*/ 1718734 h 2888597"/>
              <a:gd name="connsiteX134" fmla="*/ 3089949 w 4114416"/>
              <a:gd name="connsiteY134" fmla="*/ 1761067 h 2888597"/>
              <a:gd name="connsiteX135" fmla="*/ 3118129 w 4114416"/>
              <a:gd name="connsiteY135" fmla="*/ 1909842 h 2888597"/>
              <a:gd name="connsiteX136" fmla="*/ 3140749 w 4114416"/>
              <a:gd name="connsiteY136" fmla="*/ 1769534 h 2888597"/>
              <a:gd name="connsiteX137" fmla="*/ 3157682 w 4114416"/>
              <a:gd name="connsiteY137" fmla="*/ 1710267 h 2888597"/>
              <a:gd name="connsiteX138" fmla="*/ 3166149 w 4114416"/>
              <a:gd name="connsiteY138" fmla="*/ 1684867 h 2888597"/>
              <a:gd name="connsiteX139" fmla="*/ 3191549 w 4114416"/>
              <a:gd name="connsiteY139" fmla="*/ 1676400 h 2888597"/>
              <a:gd name="connsiteX140" fmla="*/ 3200016 w 4114416"/>
              <a:gd name="connsiteY140" fmla="*/ 2006600 h 2888597"/>
              <a:gd name="connsiteX141" fmla="*/ 3208482 w 4114416"/>
              <a:gd name="connsiteY141" fmla="*/ 2048934 h 2888597"/>
              <a:gd name="connsiteX142" fmla="*/ 3216949 w 4114416"/>
              <a:gd name="connsiteY142" fmla="*/ 2099734 h 2888597"/>
              <a:gd name="connsiteX143" fmla="*/ 3233882 w 4114416"/>
              <a:gd name="connsiteY143" fmla="*/ 2048934 h 2888597"/>
              <a:gd name="connsiteX144" fmla="*/ 3242349 w 4114416"/>
              <a:gd name="connsiteY144" fmla="*/ 1998134 h 2888597"/>
              <a:gd name="connsiteX145" fmla="*/ 3276216 w 4114416"/>
              <a:gd name="connsiteY145" fmla="*/ 2353734 h 2888597"/>
              <a:gd name="connsiteX146" fmla="*/ 3278960 w 4114416"/>
              <a:gd name="connsiteY146" fmla="*/ 2387600 h 2888597"/>
              <a:gd name="connsiteX147" fmla="*/ 3272323 w 4114416"/>
              <a:gd name="connsiteY147" fmla="*/ 2497667 h 2888597"/>
              <a:gd name="connsiteX148" fmla="*/ 3296810 w 4114416"/>
              <a:gd name="connsiteY148" fmla="*/ 2540952 h 2888597"/>
              <a:gd name="connsiteX149" fmla="*/ 3321294 w 4114416"/>
              <a:gd name="connsiteY149" fmla="*/ 2335554 h 2888597"/>
              <a:gd name="connsiteX150" fmla="*/ 3331591 w 4114416"/>
              <a:gd name="connsiteY150" fmla="*/ 2723509 h 2888597"/>
              <a:gd name="connsiteX151" fmla="*/ 3411682 w 4114416"/>
              <a:gd name="connsiteY151" fmla="*/ 2810934 h 2888597"/>
              <a:gd name="connsiteX152" fmla="*/ 3437082 w 4114416"/>
              <a:gd name="connsiteY152" fmla="*/ 2870200 h 2888597"/>
              <a:gd name="connsiteX153" fmla="*/ 3452170 w 4114416"/>
              <a:gd name="connsiteY153" fmla="*/ 2345696 h 2888597"/>
              <a:gd name="connsiteX154" fmla="*/ 3462482 w 4114416"/>
              <a:gd name="connsiteY154" fmla="*/ 1828800 h 2888597"/>
              <a:gd name="connsiteX155" fmla="*/ 3461984 w 4114416"/>
              <a:gd name="connsiteY155" fmla="*/ 2090271 h 2888597"/>
              <a:gd name="connsiteX156" fmla="*/ 3487882 w 4114416"/>
              <a:gd name="connsiteY156" fmla="*/ 1735667 h 2888597"/>
              <a:gd name="connsiteX157" fmla="*/ 3513282 w 4114416"/>
              <a:gd name="connsiteY157" fmla="*/ 1651000 h 2888597"/>
              <a:gd name="connsiteX158" fmla="*/ 3521749 w 4114416"/>
              <a:gd name="connsiteY158" fmla="*/ 1701800 h 2888597"/>
              <a:gd name="connsiteX159" fmla="*/ 3525733 w 4114416"/>
              <a:gd name="connsiteY159" fmla="*/ 1875118 h 2888597"/>
              <a:gd name="connsiteX160" fmla="*/ 3547149 w 4114416"/>
              <a:gd name="connsiteY160" fmla="*/ 1752600 h 2888597"/>
              <a:gd name="connsiteX161" fmla="*/ 3532962 w 4114416"/>
              <a:gd name="connsiteY161" fmla="*/ 1504968 h 2888597"/>
              <a:gd name="connsiteX162" fmla="*/ 3597949 w 4114416"/>
              <a:gd name="connsiteY162" fmla="*/ 1608667 h 2888597"/>
              <a:gd name="connsiteX163" fmla="*/ 3614882 w 4114416"/>
              <a:gd name="connsiteY163" fmla="*/ 1566334 h 2888597"/>
              <a:gd name="connsiteX164" fmla="*/ 3657216 w 4114416"/>
              <a:gd name="connsiteY164" fmla="*/ 1464734 h 2888597"/>
              <a:gd name="connsiteX165" fmla="*/ 3661200 w 4114416"/>
              <a:gd name="connsiteY165" fmla="*/ 1373094 h 2888597"/>
              <a:gd name="connsiteX166" fmla="*/ 3682616 w 4114416"/>
              <a:gd name="connsiteY166" fmla="*/ 1363134 h 2888597"/>
              <a:gd name="connsiteX167" fmla="*/ 3699549 w 4114416"/>
              <a:gd name="connsiteY167" fmla="*/ 1320800 h 2888597"/>
              <a:gd name="connsiteX168" fmla="*/ 3694569 w 4114416"/>
              <a:gd name="connsiteY168" fmla="*/ 1151964 h 2888597"/>
              <a:gd name="connsiteX169" fmla="*/ 3741882 w 4114416"/>
              <a:gd name="connsiteY169" fmla="*/ 1227667 h 2888597"/>
              <a:gd name="connsiteX170" fmla="*/ 3750349 w 4114416"/>
              <a:gd name="connsiteY170" fmla="*/ 1176867 h 2888597"/>
              <a:gd name="connsiteX171" fmla="*/ 3767282 w 4114416"/>
              <a:gd name="connsiteY171" fmla="*/ 1126067 h 2888597"/>
              <a:gd name="connsiteX172" fmla="*/ 3775749 w 4114416"/>
              <a:gd name="connsiteY172" fmla="*/ 1058334 h 2888597"/>
              <a:gd name="connsiteX173" fmla="*/ 3784216 w 4114416"/>
              <a:gd name="connsiteY173" fmla="*/ 1270000 h 2888597"/>
              <a:gd name="connsiteX174" fmla="*/ 3813064 w 4114416"/>
              <a:gd name="connsiteY174" fmla="*/ 678606 h 2888597"/>
              <a:gd name="connsiteX175" fmla="*/ 3818082 w 4114416"/>
              <a:gd name="connsiteY175" fmla="*/ 558800 h 2888597"/>
              <a:gd name="connsiteX176" fmla="*/ 3835016 w 4114416"/>
              <a:gd name="connsiteY176" fmla="*/ 482600 h 2888597"/>
              <a:gd name="connsiteX177" fmla="*/ 3843482 w 4114416"/>
              <a:gd name="connsiteY177" fmla="*/ 533400 h 2888597"/>
              <a:gd name="connsiteX178" fmla="*/ 3860416 w 4114416"/>
              <a:gd name="connsiteY178" fmla="*/ 660400 h 2888597"/>
              <a:gd name="connsiteX179" fmla="*/ 3868882 w 4114416"/>
              <a:gd name="connsiteY179" fmla="*/ 702734 h 2888597"/>
              <a:gd name="connsiteX180" fmla="*/ 3885816 w 4114416"/>
              <a:gd name="connsiteY180" fmla="*/ 736600 h 2888597"/>
              <a:gd name="connsiteX181" fmla="*/ 3902749 w 4114416"/>
              <a:gd name="connsiteY181" fmla="*/ 702734 h 2888597"/>
              <a:gd name="connsiteX182" fmla="*/ 3962016 w 4114416"/>
              <a:gd name="connsiteY182" fmla="*/ 482600 h 2888597"/>
              <a:gd name="connsiteX183" fmla="*/ 3978949 w 4114416"/>
              <a:gd name="connsiteY183" fmla="*/ 457200 h 2888597"/>
              <a:gd name="connsiteX184" fmla="*/ 4004349 w 4114416"/>
              <a:gd name="connsiteY184" fmla="*/ 177800 h 2888597"/>
              <a:gd name="connsiteX185" fmla="*/ 4029749 w 4114416"/>
              <a:gd name="connsiteY185" fmla="*/ 135467 h 2888597"/>
              <a:gd name="connsiteX186" fmla="*/ 4038216 w 4114416"/>
              <a:gd name="connsiteY186" fmla="*/ 101600 h 2888597"/>
              <a:gd name="connsiteX187" fmla="*/ 4046682 w 4114416"/>
              <a:gd name="connsiteY187" fmla="*/ 76200 h 2888597"/>
              <a:gd name="connsiteX188" fmla="*/ 4055149 w 4114416"/>
              <a:gd name="connsiteY188" fmla="*/ 110067 h 2888597"/>
              <a:gd name="connsiteX189" fmla="*/ 4072082 w 4114416"/>
              <a:gd name="connsiteY189" fmla="*/ 160867 h 2888597"/>
              <a:gd name="connsiteX190" fmla="*/ 4114416 w 4114416"/>
              <a:gd name="connsiteY190" fmla="*/ 0 h 2888597"/>
              <a:gd name="connsiteX0" fmla="*/ 0 w 4114416"/>
              <a:gd name="connsiteY0" fmla="*/ 735359 h 2888597"/>
              <a:gd name="connsiteX1" fmla="*/ 22363 w 4114416"/>
              <a:gd name="connsiteY1" fmla="*/ 647092 h 2888597"/>
              <a:gd name="connsiteX2" fmla="*/ 53451 w 4114416"/>
              <a:gd name="connsiteY2" fmla="*/ 567267 h 2888597"/>
              <a:gd name="connsiteX3" fmla="*/ 61790 w 4114416"/>
              <a:gd name="connsiteY3" fmla="*/ 828517 h 2888597"/>
              <a:gd name="connsiteX4" fmla="*/ 57549 w 4114416"/>
              <a:gd name="connsiteY4" fmla="*/ 1083293 h 2888597"/>
              <a:gd name="connsiteX5" fmla="*/ 55282 w 4114416"/>
              <a:gd name="connsiteY5" fmla="*/ 1212385 h 2888597"/>
              <a:gd name="connsiteX6" fmla="*/ 69873 w 4114416"/>
              <a:gd name="connsiteY6" fmla="*/ 1401791 h 2888597"/>
              <a:gd name="connsiteX7" fmla="*/ 112335 w 4114416"/>
              <a:gd name="connsiteY7" fmla="*/ 1209517 h 2888597"/>
              <a:gd name="connsiteX8" fmla="*/ 135082 w 4114416"/>
              <a:gd name="connsiteY8" fmla="*/ 1100667 h 2888597"/>
              <a:gd name="connsiteX9" fmla="*/ 168949 w 4114416"/>
              <a:gd name="connsiteY9" fmla="*/ 999067 h 2888597"/>
              <a:gd name="connsiteX10" fmla="*/ 185882 w 4114416"/>
              <a:gd name="connsiteY10" fmla="*/ 948267 h 2888597"/>
              <a:gd name="connsiteX11" fmla="*/ 202816 w 4114416"/>
              <a:gd name="connsiteY11" fmla="*/ 1134534 h 2888597"/>
              <a:gd name="connsiteX12" fmla="*/ 219749 w 4114416"/>
              <a:gd name="connsiteY12" fmla="*/ 1464734 h 2888597"/>
              <a:gd name="connsiteX13" fmla="*/ 279016 w 4114416"/>
              <a:gd name="connsiteY13" fmla="*/ 1363134 h 2888597"/>
              <a:gd name="connsiteX14" fmla="*/ 304416 w 4114416"/>
              <a:gd name="connsiteY14" fmla="*/ 1371600 h 2888597"/>
              <a:gd name="connsiteX15" fmla="*/ 312882 w 4114416"/>
              <a:gd name="connsiteY15" fmla="*/ 2243667 h 2888597"/>
              <a:gd name="connsiteX16" fmla="*/ 338282 w 4114416"/>
              <a:gd name="connsiteY16" fmla="*/ 2201334 h 2888597"/>
              <a:gd name="connsiteX17" fmla="*/ 346749 w 4114416"/>
              <a:gd name="connsiteY17" fmla="*/ 2150534 h 2888597"/>
              <a:gd name="connsiteX18" fmla="*/ 371651 w 4114416"/>
              <a:gd name="connsiteY18" fmla="*/ 2376146 h 2888597"/>
              <a:gd name="connsiteX19" fmla="*/ 389082 w 4114416"/>
              <a:gd name="connsiteY19" fmla="*/ 2082800 h 2888597"/>
              <a:gd name="connsiteX20" fmla="*/ 414981 w 4114416"/>
              <a:gd name="connsiteY20" fmla="*/ 1792444 h 2888597"/>
              <a:gd name="connsiteX21" fmla="*/ 422949 w 4114416"/>
              <a:gd name="connsiteY21" fmla="*/ 2032000 h 2888597"/>
              <a:gd name="connsiteX22" fmla="*/ 453908 w 4114416"/>
              <a:gd name="connsiteY22" fmla="*/ 1990884 h 2888597"/>
              <a:gd name="connsiteX23" fmla="*/ 465282 w 4114416"/>
              <a:gd name="connsiteY23" fmla="*/ 1752600 h 2888597"/>
              <a:gd name="connsiteX24" fmla="*/ 490682 w 4114416"/>
              <a:gd name="connsiteY24" fmla="*/ 1651000 h 2888597"/>
              <a:gd name="connsiteX25" fmla="*/ 516082 w 4114416"/>
              <a:gd name="connsiteY25" fmla="*/ 1710267 h 2888597"/>
              <a:gd name="connsiteX26" fmla="*/ 524549 w 4114416"/>
              <a:gd name="connsiteY26" fmla="*/ 1851666 h 2888597"/>
              <a:gd name="connsiteX27" fmla="*/ 558416 w 4114416"/>
              <a:gd name="connsiteY27" fmla="*/ 1820334 h 2888597"/>
              <a:gd name="connsiteX28" fmla="*/ 583816 w 4114416"/>
              <a:gd name="connsiteY28" fmla="*/ 1938867 h 2888597"/>
              <a:gd name="connsiteX29" fmla="*/ 600749 w 4114416"/>
              <a:gd name="connsiteY29" fmla="*/ 1998134 h 2888597"/>
              <a:gd name="connsiteX30" fmla="*/ 643082 w 4114416"/>
              <a:gd name="connsiteY30" fmla="*/ 1786467 h 2888597"/>
              <a:gd name="connsiteX31" fmla="*/ 668482 w 4114416"/>
              <a:gd name="connsiteY31" fmla="*/ 1718734 h 2888597"/>
              <a:gd name="connsiteX32" fmla="*/ 685416 w 4114416"/>
              <a:gd name="connsiteY32" fmla="*/ 1617134 h 2888597"/>
              <a:gd name="connsiteX33" fmla="*/ 702349 w 4114416"/>
              <a:gd name="connsiteY33" fmla="*/ 1557867 h 2888597"/>
              <a:gd name="connsiteX34" fmla="*/ 710816 w 4114416"/>
              <a:gd name="connsiteY34" fmla="*/ 1524000 h 2888597"/>
              <a:gd name="connsiteX35" fmla="*/ 727749 w 4114416"/>
              <a:gd name="connsiteY35" fmla="*/ 1312334 h 2888597"/>
              <a:gd name="connsiteX36" fmla="*/ 744682 w 4114416"/>
              <a:gd name="connsiteY36" fmla="*/ 1380067 h 2888597"/>
              <a:gd name="connsiteX37" fmla="*/ 761616 w 4114416"/>
              <a:gd name="connsiteY37" fmla="*/ 1532467 h 2888597"/>
              <a:gd name="connsiteX38" fmla="*/ 778549 w 4114416"/>
              <a:gd name="connsiteY38" fmla="*/ 1566334 h 2888597"/>
              <a:gd name="connsiteX39" fmla="*/ 820882 w 4114416"/>
              <a:gd name="connsiteY39" fmla="*/ 1430867 h 2888597"/>
              <a:gd name="connsiteX40" fmla="*/ 854749 w 4114416"/>
              <a:gd name="connsiteY40" fmla="*/ 1388534 h 2888597"/>
              <a:gd name="connsiteX41" fmla="*/ 863216 w 4114416"/>
              <a:gd name="connsiteY41" fmla="*/ 1498600 h 2888597"/>
              <a:gd name="connsiteX42" fmla="*/ 888616 w 4114416"/>
              <a:gd name="connsiteY42" fmla="*/ 1811867 h 2888597"/>
              <a:gd name="connsiteX43" fmla="*/ 897082 w 4114416"/>
              <a:gd name="connsiteY43" fmla="*/ 1642534 h 2888597"/>
              <a:gd name="connsiteX44" fmla="*/ 930949 w 4114416"/>
              <a:gd name="connsiteY44" fmla="*/ 1557867 h 2888597"/>
              <a:gd name="connsiteX45" fmla="*/ 939416 w 4114416"/>
              <a:gd name="connsiteY45" fmla="*/ 2006600 h 2888597"/>
              <a:gd name="connsiteX46" fmla="*/ 964816 w 4114416"/>
              <a:gd name="connsiteY46" fmla="*/ 2116667 h 2888597"/>
              <a:gd name="connsiteX47" fmla="*/ 973282 w 4114416"/>
              <a:gd name="connsiteY47" fmla="*/ 1948424 h 2888597"/>
              <a:gd name="connsiteX48" fmla="*/ 990216 w 4114416"/>
              <a:gd name="connsiteY48" fmla="*/ 1794934 h 2888597"/>
              <a:gd name="connsiteX49" fmla="*/ 998682 w 4114416"/>
              <a:gd name="connsiteY49" fmla="*/ 1761067 h 2888597"/>
              <a:gd name="connsiteX50" fmla="*/ 1015616 w 4114416"/>
              <a:gd name="connsiteY50" fmla="*/ 1871134 h 2888597"/>
              <a:gd name="connsiteX51" fmla="*/ 1032549 w 4114416"/>
              <a:gd name="connsiteY51" fmla="*/ 1947334 h 2888597"/>
              <a:gd name="connsiteX52" fmla="*/ 1049482 w 4114416"/>
              <a:gd name="connsiteY52" fmla="*/ 2040467 h 2888597"/>
              <a:gd name="connsiteX53" fmla="*/ 1074882 w 4114416"/>
              <a:gd name="connsiteY53" fmla="*/ 2108200 h 2888597"/>
              <a:gd name="connsiteX54" fmla="*/ 1105586 w 4114416"/>
              <a:gd name="connsiteY54" fmla="*/ 2165034 h 2888597"/>
              <a:gd name="connsiteX55" fmla="*/ 1117344 w 4114416"/>
              <a:gd name="connsiteY55" fmla="*/ 2220675 h 2888597"/>
              <a:gd name="connsiteX56" fmla="*/ 1134149 w 4114416"/>
              <a:gd name="connsiteY56" fmla="*/ 2108200 h 2888597"/>
              <a:gd name="connsiteX57" fmla="*/ 1184949 w 4114416"/>
              <a:gd name="connsiteY57" fmla="*/ 1989667 h 2888597"/>
              <a:gd name="connsiteX58" fmla="*/ 1221851 w 4114416"/>
              <a:gd name="connsiteY58" fmla="*/ 1898967 h 2888597"/>
              <a:gd name="connsiteX59" fmla="*/ 1244216 w 4114416"/>
              <a:gd name="connsiteY59" fmla="*/ 2167467 h 2888597"/>
              <a:gd name="connsiteX60" fmla="*/ 1261149 w 4114416"/>
              <a:gd name="connsiteY60" fmla="*/ 2082800 h 2888597"/>
              <a:gd name="connsiteX61" fmla="*/ 1269616 w 4114416"/>
              <a:gd name="connsiteY61" fmla="*/ 2015067 h 2888597"/>
              <a:gd name="connsiteX62" fmla="*/ 1311949 w 4114416"/>
              <a:gd name="connsiteY62" fmla="*/ 1854200 h 2888597"/>
              <a:gd name="connsiteX63" fmla="*/ 1320416 w 4114416"/>
              <a:gd name="connsiteY63" fmla="*/ 1803400 h 2888597"/>
              <a:gd name="connsiteX64" fmla="*/ 1345816 w 4114416"/>
              <a:gd name="connsiteY64" fmla="*/ 1701800 h 2888597"/>
              <a:gd name="connsiteX65" fmla="*/ 1379682 w 4114416"/>
              <a:gd name="connsiteY65" fmla="*/ 1744134 h 2888597"/>
              <a:gd name="connsiteX66" fmla="*/ 1422016 w 4114416"/>
              <a:gd name="connsiteY66" fmla="*/ 1879600 h 2888597"/>
              <a:gd name="connsiteX67" fmla="*/ 1455882 w 4114416"/>
              <a:gd name="connsiteY67" fmla="*/ 1947334 h 2888597"/>
              <a:gd name="connsiteX68" fmla="*/ 1472816 w 4114416"/>
              <a:gd name="connsiteY68" fmla="*/ 1938867 h 2888597"/>
              <a:gd name="connsiteX69" fmla="*/ 1515149 w 4114416"/>
              <a:gd name="connsiteY69" fmla="*/ 1803400 h 2888597"/>
              <a:gd name="connsiteX70" fmla="*/ 1574416 w 4114416"/>
              <a:gd name="connsiteY70" fmla="*/ 1651000 h 2888597"/>
              <a:gd name="connsiteX71" fmla="*/ 1582882 w 4114416"/>
              <a:gd name="connsiteY71" fmla="*/ 1591734 h 2888597"/>
              <a:gd name="connsiteX72" fmla="*/ 1608410 w 4114416"/>
              <a:gd name="connsiteY72" fmla="*/ 1462351 h 2888597"/>
              <a:gd name="connsiteX73" fmla="*/ 1633682 w 4114416"/>
              <a:gd name="connsiteY73" fmla="*/ 1524000 h 2888597"/>
              <a:gd name="connsiteX74" fmla="*/ 1659082 w 4114416"/>
              <a:gd name="connsiteY74" fmla="*/ 1490134 h 2888597"/>
              <a:gd name="connsiteX75" fmla="*/ 1684482 w 4114416"/>
              <a:gd name="connsiteY75" fmla="*/ 1388534 h 2888597"/>
              <a:gd name="connsiteX76" fmla="*/ 1732631 w 4114416"/>
              <a:gd name="connsiteY76" fmla="*/ 1294184 h 2888597"/>
              <a:gd name="connsiteX77" fmla="*/ 1794549 w 4114416"/>
              <a:gd name="connsiteY77" fmla="*/ 1176867 h 2888597"/>
              <a:gd name="connsiteX78" fmla="*/ 1831067 w 4114416"/>
              <a:gd name="connsiteY78" fmla="*/ 1238516 h 2888597"/>
              <a:gd name="connsiteX79" fmla="*/ 1853688 w 4114416"/>
              <a:gd name="connsiteY79" fmla="*/ 1323159 h 2888597"/>
              <a:gd name="connsiteX80" fmla="*/ 1887682 w 4114416"/>
              <a:gd name="connsiteY80" fmla="*/ 1422400 h 2888597"/>
              <a:gd name="connsiteX81" fmla="*/ 1938482 w 4114416"/>
              <a:gd name="connsiteY81" fmla="*/ 1600200 h 2888597"/>
              <a:gd name="connsiteX82" fmla="*/ 1978163 w 4114416"/>
              <a:gd name="connsiteY82" fmla="*/ 1762259 h 2888597"/>
              <a:gd name="connsiteX83" fmla="*/ 2006216 w 4114416"/>
              <a:gd name="connsiteY83" fmla="*/ 1498600 h 2888597"/>
              <a:gd name="connsiteX84" fmla="*/ 2023149 w 4114416"/>
              <a:gd name="connsiteY84" fmla="*/ 1464734 h 2888597"/>
              <a:gd name="connsiteX85" fmla="*/ 2031616 w 4114416"/>
              <a:gd name="connsiteY85" fmla="*/ 1439334 h 2888597"/>
              <a:gd name="connsiteX86" fmla="*/ 2067707 w 4114416"/>
              <a:gd name="connsiteY86" fmla="*/ 1908377 h 2888597"/>
              <a:gd name="connsiteX87" fmla="*/ 2082416 w 4114416"/>
              <a:gd name="connsiteY87" fmla="*/ 2032000 h 2888597"/>
              <a:gd name="connsiteX88" fmla="*/ 2090882 w 4114416"/>
              <a:gd name="connsiteY88" fmla="*/ 2150534 h 2888597"/>
              <a:gd name="connsiteX89" fmla="*/ 2099349 w 4114416"/>
              <a:gd name="connsiteY89" fmla="*/ 2489200 h 2888597"/>
              <a:gd name="connsiteX90" fmla="*/ 2133216 w 4114416"/>
              <a:gd name="connsiteY90" fmla="*/ 2421467 h 2888597"/>
              <a:gd name="connsiteX91" fmla="*/ 2175549 w 4114416"/>
              <a:gd name="connsiteY91" fmla="*/ 2319867 h 2888597"/>
              <a:gd name="connsiteX92" fmla="*/ 2192611 w 4114416"/>
              <a:gd name="connsiteY92" fmla="*/ 2271500 h 2888597"/>
              <a:gd name="connsiteX93" fmla="*/ 2212579 w 4114416"/>
              <a:gd name="connsiteY93" fmla="*/ 2206201 h 2888597"/>
              <a:gd name="connsiteX94" fmla="*/ 2251749 w 4114416"/>
              <a:gd name="connsiteY94" fmla="*/ 2514600 h 2888597"/>
              <a:gd name="connsiteX95" fmla="*/ 2277149 w 4114416"/>
              <a:gd name="connsiteY95" fmla="*/ 2565400 h 2888597"/>
              <a:gd name="connsiteX96" fmla="*/ 2285616 w 4114416"/>
              <a:gd name="connsiteY96" fmla="*/ 2489200 h 2888597"/>
              <a:gd name="connsiteX97" fmla="*/ 2302549 w 4114416"/>
              <a:gd name="connsiteY97" fmla="*/ 2421467 h 2888597"/>
              <a:gd name="connsiteX98" fmla="*/ 2311016 w 4114416"/>
              <a:gd name="connsiteY98" fmla="*/ 1718734 h 2888597"/>
              <a:gd name="connsiteX99" fmla="*/ 2336416 w 4114416"/>
              <a:gd name="connsiteY99" fmla="*/ 1811867 h 2888597"/>
              <a:gd name="connsiteX100" fmla="*/ 2361816 w 4114416"/>
              <a:gd name="connsiteY100" fmla="*/ 1871134 h 2888597"/>
              <a:gd name="connsiteX101" fmla="*/ 2395682 w 4114416"/>
              <a:gd name="connsiteY101" fmla="*/ 1972734 h 2888597"/>
              <a:gd name="connsiteX102" fmla="*/ 2404149 w 4114416"/>
              <a:gd name="connsiteY102" fmla="*/ 1574800 h 2888597"/>
              <a:gd name="connsiteX103" fmla="*/ 2429549 w 4114416"/>
              <a:gd name="connsiteY103" fmla="*/ 1236134 h 2888597"/>
              <a:gd name="connsiteX104" fmla="*/ 2446482 w 4114416"/>
              <a:gd name="connsiteY104" fmla="*/ 1092200 h 2888597"/>
              <a:gd name="connsiteX105" fmla="*/ 2454949 w 4114416"/>
              <a:gd name="connsiteY105" fmla="*/ 1066800 h 2888597"/>
              <a:gd name="connsiteX106" fmla="*/ 2463416 w 4114416"/>
              <a:gd name="connsiteY106" fmla="*/ 1092200 h 2888597"/>
              <a:gd name="connsiteX107" fmla="*/ 2488816 w 4114416"/>
              <a:gd name="connsiteY107" fmla="*/ 1227667 h 2888597"/>
              <a:gd name="connsiteX108" fmla="*/ 2514216 w 4114416"/>
              <a:gd name="connsiteY108" fmla="*/ 753534 h 2888597"/>
              <a:gd name="connsiteX109" fmla="*/ 2531149 w 4114416"/>
              <a:gd name="connsiteY109" fmla="*/ 685800 h 2888597"/>
              <a:gd name="connsiteX110" fmla="*/ 2539616 w 4114416"/>
              <a:gd name="connsiteY110" fmla="*/ 609600 h 2888597"/>
              <a:gd name="connsiteX111" fmla="*/ 2548082 w 4114416"/>
              <a:gd name="connsiteY111" fmla="*/ 558800 h 2888597"/>
              <a:gd name="connsiteX112" fmla="*/ 2565016 w 4114416"/>
              <a:gd name="connsiteY112" fmla="*/ 584200 h 2888597"/>
              <a:gd name="connsiteX113" fmla="*/ 2573482 w 4114416"/>
              <a:gd name="connsiteY113" fmla="*/ 778934 h 2888597"/>
              <a:gd name="connsiteX114" fmla="*/ 2615816 w 4114416"/>
              <a:gd name="connsiteY114" fmla="*/ 914400 h 2888597"/>
              <a:gd name="connsiteX115" fmla="*/ 2632749 w 4114416"/>
              <a:gd name="connsiteY115" fmla="*/ 973667 h 2888597"/>
              <a:gd name="connsiteX116" fmla="*/ 2649682 w 4114416"/>
              <a:gd name="connsiteY116" fmla="*/ 812800 h 2888597"/>
              <a:gd name="connsiteX117" fmla="*/ 2666616 w 4114416"/>
              <a:gd name="connsiteY117" fmla="*/ 694267 h 2888597"/>
              <a:gd name="connsiteX118" fmla="*/ 2692016 w 4114416"/>
              <a:gd name="connsiteY118" fmla="*/ 558800 h 2888597"/>
              <a:gd name="connsiteX119" fmla="*/ 2717416 w 4114416"/>
              <a:gd name="connsiteY119" fmla="*/ 321734 h 2888597"/>
              <a:gd name="connsiteX120" fmla="*/ 2734349 w 4114416"/>
              <a:gd name="connsiteY120" fmla="*/ 1058334 h 2888597"/>
              <a:gd name="connsiteX121" fmla="*/ 2760746 w 4114416"/>
              <a:gd name="connsiteY121" fmla="*/ 1023969 h 2888597"/>
              <a:gd name="connsiteX122" fmla="*/ 2810549 w 4114416"/>
              <a:gd name="connsiteY122" fmla="*/ 905934 h 2888597"/>
              <a:gd name="connsiteX123" fmla="*/ 2844416 w 4114416"/>
              <a:gd name="connsiteY123" fmla="*/ 855134 h 2888597"/>
              <a:gd name="connsiteX124" fmla="*/ 2869816 w 4114416"/>
              <a:gd name="connsiteY124" fmla="*/ 1422400 h 2888597"/>
              <a:gd name="connsiteX125" fmla="*/ 2878282 w 4114416"/>
              <a:gd name="connsiteY125" fmla="*/ 1388534 h 2888597"/>
              <a:gd name="connsiteX126" fmla="*/ 2895216 w 4114416"/>
              <a:gd name="connsiteY126" fmla="*/ 1363134 h 2888597"/>
              <a:gd name="connsiteX127" fmla="*/ 2920616 w 4114416"/>
              <a:gd name="connsiteY127" fmla="*/ 1278467 h 2888597"/>
              <a:gd name="connsiteX128" fmla="*/ 2937549 w 4114416"/>
              <a:gd name="connsiteY128" fmla="*/ 1320800 h 2888597"/>
              <a:gd name="connsiteX129" fmla="*/ 2954482 w 4114416"/>
              <a:gd name="connsiteY129" fmla="*/ 1388534 h 2888597"/>
              <a:gd name="connsiteX130" fmla="*/ 2971416 w 4114416"/>
              <a:gd name="connsiteY130" fmla="*/ 1422400 h 2888597"/>
              <a:gd name="connsiteX131" fmla="*/ 3013749 w 4114416"/>
              <a:gd name="connsiteY131" fmla="*/ 1540934 h 2888597"/>
              <a:gd name="connsiteX132" fmla="*/ 3030682 w 4114416"/>
              <a:gd name="connsiteY132" fmla="*/ 1566334 h 2888597"/>
              <a:gd name="connsiteX133" fmla="*/ 3064549 w 4114416"/>
              <a:gd name="connsiteY133" fmla="*/ 1718734 h 2888597"/>
              <a:gd name="connsiteX134" fmla="*/ 3089949 w 4114416"/>
              <a:gd name="connsiteY134" fmla="*/ 1761067 h 2888597"/>
              <a:gd name="connsiteX135" fmla="*/ 3118129 w 4114416"/>
              <a:gd name="connsiteY135" fmla="*/ 1909842 h 2888597"/>
              <a:gd name="connsiteX136" fmla="*/ 3140749 w 4114416"/>
              <a:gd name="connsiteY136" fmla="*/ 1769534 h 2888597"/>
              <a:gd name="connsiteX137" fmla="*/ 3157682 w 4114416"/>
              <a:gd name="connsiteY137" fmla="*/ 1710267 h 2888597"/>
              <a:gd name="connsiteX138" fmla="*/ 3166149 w 4114416"/>
              <a:gd name="connsiteY138" fmla="*/ 1684867 h 2888597"/>
              <a:gd name="connsiteX139" fmla="*/ 3191549 w 4114416"/>
              <a:gd name="connsiteY139" fmla="*/ 1676400 h 2888597"/>
              <a:gd name="connsiteX140" fmla="*/ 3200016 w 4114416"/>
              <a:gd name="connsiteY140" fmla="*/ 2006600 h 2888597"/>
              <a:gd name="connsiteX141" fmla="*/ 3208482 w 4114416"/>
              <a:gd name="connsiteY141" fmla="*/ 2048934 h 2888597"/>
              <a:gd name="connsiteX142" fmla="*/ 3216949 w 4114416"/>
              <a:gd name="connsiteY142" fmla="*/ 2099734 h 2888597"/>
              <a:gd name="connsiteX143" fmla="*/ 3233882 w 4114416"/>
              <a:gd name="connsiteY143" fmla="*/ 2048934 h 2888597"/>
              <a:gd name="connsiteX144" fmla="*/ 3242349 w 4114416"/>
              <a:gd name="connsiteY144" fmla="*/ 1998134 h 2888597"/>
              <a:gd name="connsiteX145" fmla="*/ 3276216 w 4114416"/>
              <a:gd name="connsiteY145" fmla="*/ 2353734 h 2888597"/>
              <a:gd name="connsiteX146" fmla="*/ 3278960 w 4114416"/>
              <a:gd name="connsiteY146" fmla="*/ 2387600 h 2888597"/>
              <a:gd name="connsiteX147" fmla="*/ 3272323 w 4114416"/>
              <a:gd name="connsiteY147" fmla="*/ 2497667 h 2888597"/>
              <a:gd name="connsiteX148" fmla="*/ 3296810 w 4114416"/>
              <a:gd name="connsiteY148" fmla="*/ 2540952 h 2888597"/>
              <a:gd name="connsiteX149" fmla="*/ 3321294 w 4114416"/>
              <a:gd name="connsiteY149" fmla="*/ 2335554 h 2888597"/>
              <a:gd name="connsiteX150" fmla="*/ 3331591 w 4114416"/>
              <a:gd name="connsiteY150" fmla="*/ 2723509 h 2888597"/>
              <a:gd name="connsiteX151" fmla="*/ 3411682 w 4114416"/>
              <a:gd name="connsiteY151" fmla="*/ 2810934 h 2888597"/>
              <a:gd name="connsiteX152" fmla="*/ 3437082 w 4114416"/>
              <a:gd name="connsiteY152" fmla="*/ 2870200 h 2888597"/>
              <a:gd name="connsiteX153" fmla="*/ 3452170 w 4114416"/>
              <a:gd name="connsiteY153" fmla="*/ 2345696 h 2888597"/>
              <a:gd name="connsiteX154" fmla="*/ 3462482 w 4114416"/>
              <a:gd name="connsiteY154" fmla="*/ 1828800 h 2888597"/>
              <a:gd name="connsiteX155" fmla="*/ 3461984 w 4114416"/>
              <a:gd name="connsiteY155" fmla="*/ 2090271 h 2888597"/>
              <a:gd name="connsiteX156" fmla="*/ 3487882 w 4114416"/>
              <a:gd name="connsiteY156" fmla="*/ 1735667 h 2888597"/>
              <a:gd name="connsiteX157" fmla="*/ 3513282 w 4114416"/>
              <a:gd name="connsiteY157" fmla="*/ 1651000 h 2888597"/>
              <a:gd name="connsiteX158" fmla="*/ 3521749 w 4114416"/>
              <a:gd name="connsiteY158" fmla="*/ 1701800 h 2888597"/>
              <a:gd name="connsiteX159" fmla="*/ 3525733 w 4114416"/>
              <a:gd name="connsiteY159" fmla="*/ 1875118 h 2888597"/>
              <a:gd name="connsiteX160" fmla="*/ 3547149 w 4114416"/>
              <a:gd name="connsiteY160" fmla="*/ 1752600 h 2888597"/>
              <a:gd name="connsiteX161" fmla="*/ 3532962 w 4114416"/>
              <a:gd name="connsiteY161" fmla="*/ 1504968 h 2888597"/>
              <a:gd name="connsiteX162" fmla="*/ 3597949 w 4114416"/>
              <a:gd name="connsiteY162" fmla="*/ 1608667 h 2888597"/>
              <a:gd name="connsiteX163" fmla="*/ 3614882 w 4114416"/>
              <a:gd name="connsiteY163" fmla="*/ 1566334 h 2888597"/>
              <a:gd name="connsiteX164" fmla="*/ 3664768 w 4114416"/>
              <a:gd name="connsiteY164" fmla="*/ 1775538 h 2888597"/>
              <a:gd name="connsiteX165" fmla="*/ 3661200 w 4114416"/>
              <a:gd name="connsiteY165" fmla="*/ 1373094 h 2888597"/>
              <a:gd name="connsiteX166" fmla="*/ 3682616 w 4114416"/>
              <a:gd name="connsiteY166" fmla="*/ 1363134 h 2888597"/>
              <a:gd name="connsiteX167" fmla="*/ 3699549 w 4114416"/>
              <a:gd name="connsiteY167" fmla="*/ 1320800 h 2888597"/>
              <a:gd name="connsiteX168" fmla="*/ 3694569 w 4114416"/>
              <a:gd name="connsiteY168" fmla="*/ 1151964 h 2888597"/>
              <a:gd name="connsiteX169" fmla="*/ 3741882 w 4114416"/>
              <a:gd name="connsiteY169" fmla="*/ 1227667 h 2888597"/>
              <a:gd name="connsiteX170" fmla="*/ 3750349 w 4114416"/>
              <a:gd name="connsiteY170" fmla="*/ 1176867 h 2888597"/>
              <a:gd name="connsiteX171" fmla="*/ 3767282 w 4114416"/>
              <a:gd name="connsiteY171" fmla="*/ 1126067 h 2888597"/>
              <a:gd name="connsiteX172" fmla="*/ 3775749 w 4114416"/>
              <a:gd name="connsiteY172" fmla="*/ 1058334 h 2888597"/>
              <a:gd name="connsiteX173" fmla="*/ 3784216 w 4114416"/>
              <a:gd name="connsiteY173" fmla="*/ 1270000 h 2888597"/>
              <a:gd name="connsiteX174" fmla="*/ 3813064 w 4114416"/>
              <a:gd name="connsiteY174" fmla="*/ 678606 h 2888597"/>
              <a:gd name="connsiteX175" fmla="*/ 3818082 w 4114416"/>
              <a:gd name="connsiteY175" fmla="*/ 558800 h 2888597"/>
              <a:gd name="connsiteX176" fmla="*/ 3835016 w 4114416"/>
              <a:gd name="connsiteY176" fmla="*/ 482600 h 2888597"/>
              <a:gd name="connsiteX177" fmla="*/ 3843482 w 4114416"/>
              <a:gd name="connsiteY177" fmla="*/ 533400 h 2888597"/>
              <a:gd name="connsiteX178" fmla="*/ 3860416 w 4114416"/>
              <a:gd name="connsiteY178" fmla="*/ 660400 h 2888597"/>
              <a:gd name="connsiteX179" fmla="*/ 3868882 w 4114416"/>
              <a:gd name="connsiteY179" fmla="*/ 702734 h 2888597"/>
              <a:gd name="connsiteX180" fmla="*/ 3885816 w 4114416"/>
              <a:gd name="connsiteY180" fmla="*/ 736600 h 2888597"/>
              <a:gd name="connsiteX181" fmla="*/ 3902749 w 4114416"/>
              <a:gd name="connsiteY181" fmla="*/ 702734 h 2888597"/>
              <a:gd name="connsiteX182" fmla="*/ 3962016 w 4114416"/>
              <a:gd name="connsiteY182" fmla="*/ 482600 h 2888597"/>
              <a:gd name="connsiteX183" fmla="*/ 3978949 w 4114416"/>
              <a:gd name="connsiteY183" fmla="*/ 457200 h 2888597"/>
              <a:gd name="connsiteX184" fmla="*/ 4004349 w 4114416"/>
              <a:gd name="connsiteY184" fmla="*/ 177800 h 2888597"/>
              <a:gd name="connsiteX185" fmla="*/ 4029749 w 4114416"/>
              <a:gd name="connsiteY185" fmla="*/ 135467 h 2888597"/>
              <a:gd name="connsiteX186" fmla="*/ 4038216 w 4114416"/>
              <a:gd name="connsiteY186" fmla="*/ 101600 h 2888597"/>
              <a:gd name="connsiteX187" fmla="*/ 4046682 w 4114416"/>
              <a:gd name="connsiteY187" fmla="*/ 76200 h 2888597"/>
              <a:gd name="connsiteX188" fmla="*/ 4055149 w 4114416"/>
              <a:gd name="connsiteY188" fmla="*/ 110067 h 2888597"/>
              <a:gd name="connsiteX189" fmla="*/ 4072082 w 4114416"/>
              <a:gd name="connsiteY189" fmla="*/ 160867 h 2888597"/>
              <a:gd name="connsiteX190" fmla="*/ 4114416 w 4114416"/>
              <a:gd name="connsiteY190" fmla="*/ 0 h 2888597"/>
              <a:gd name="connsiteX0" fmla="*/ 0 w 4114416"/>
              <a:gd name="connsiteY0" fmla="*/ 735359 h 2888597"/>
              <a:gd name="connsiteX1" fmla="*/ 22363 w 4114416"/>
              <a:gd name="connsiteY1" fmla="*/ 647092 h 2888597"/>
              <a:gd name="connsiteX2" fmla="*/ 53451 w 4114416"/>
              <a:gd name="connsiteY2" fmla="*/ 567267 h 2888597"/>
              <a:gd name="connsiteX3" fmla="*/ 61790 w 4114416"/>
              <a:gd name="connsiteY3" fmla="*/ 828517 h 2888597"/>
              <a:gd name="connsiteX4" fmla="*/ 57549 w 4114416"/>
              <a:gd name="connsiteY4" fmla="*/ 1083293 h 2888597"/>
              <a:gd name="connsiteX5" fmla="*/ 55282 w 4114416"/>
              <a:gd name="connsiteY5" fmla="*/ 1212385 h 2888597"/>
              <a:gd name="connsiteX6" fmla="*/ 69873 w 4114416"/>
              <a:gd name="connsiteY6" fmla="*/ 1401791 h 2888597"/>
              <a:gd name="connsiteX7" fmla="*/ 112335 w 4114416"/>
              <a:gd name="connsiteY7" fmla="*/ 1209517 h 2888597"/>
              <a:gd name="connsiteX8" fmla="*/ 135082 w 4114416"/>
              <a:gd name="connsiteY8" fmla="*/ 1100667 h 2888597"/>
              <a:gd name="connsiteX9" fmla="*/ 168949 w 4114416"/>
              <a:gd name="connsiteY9" fmla="*/ 999067 h 2888597"/>
              <a:gd name="connsiteX10" fmla="*/ 185882 w 4114416"/>
              <a:gd name="connsiteY10" fmla="*/ 948267 h 2888597"/>
              <a:gd name="connsiteX11" fmla="*/ 202816 w 4114416"/>
              <a:gd name="connsiteY11" fmla="*/ 1134534 h 2888597"/>
              <a:gd name="connsiteX12" fmla="*/ 219749 w 4114416"/>
              <a:gd name="connsiteY12" fmla="*/ 1464734 h 2888597"/>
              <a:gd name="connsiteX13" fmla="*/ 279016 w 4114416"/>
              <a:gd name="connsiteY13" fmla="*/ 1363134 h 2888597"/>
              <a:gd name="connsiteX14" fmla="*/ 304416 w 4114416"/>
              <a:gd name="connsiteY14" fmla="*/ 1371600 h 2888597"/>
              <a:gd name="connsiteX15" fmla="*/ 312882 w 4114416"/>
              <a:gd name="connsiteY15" fmla="*/ 2243667 h 2888597"/>
              <a:gd name="connsiteX16" fmla="*/ 338282 w 4114416"/>
              <a:gd name="connsiteY16" fmla="*/ 2201334 h 2888597"/>
              <a:gd name="connsiteX17" fmla="*/ 346749 w 4114416"/>
              <a:gd name="connsiteY17" fmla="*/ 2150534 h 2888597"/>
              <a:gd name="connsiteX18" fmla="*/ 371651 w 4114416"/>
              <a:gd name="connsiteY18" fmla="*/ 2376146 h 2888597"/>
              <a:gd name="connsiteX19" fmla="*/ 389082 w 4114416"/>
              <a:gd name="connsiteY19" fmla="*/ 2082800 h 2888597"/>
              <a:gd name="connsiteX20" fmla="*/ 414981 w 4114416"/>
              <a:gd name="connsiteY20" fmla="*/ 1792444 h 2888597"/>
              <a:gd name="connsiteX21" fmla="*/ 422949 w 4114416"/>
              <a:gd name="connsiteY21" fmla="*/ 2032000 h 2888597"/>
              <a:gd name="connsiteX22" fmla="*/ 453908 w 4114416"/>
              <a:gd name="connsiteY22" fmla="*/ 1990884 h 2888597"/>
              <a:gd name="connsiteX23" fmla="*/ 465282 w 4114416"/>
              <a:gd name="connsiteY23" fmla="*/ 1752600 h 2888597"/>
              <a:gd name="connsiteX24" fmla="*/ 490682 w 4114416"/>
              <a:gd name="connsiteY24" fmla="*/ 1651000 h 2888597"/>
              <a:gd name="connsiteX25" fmla="*/ 516082 w 4114416"/>
              <a:gd name="connsiteY25" fmla="*/ 1710267 h 2888597"/>
              <a:gd name="connsiteX26" fmla="*/ 524549 w 4114416"/>
              <a:gd name="connsiteY26" fmla="*/ 1851666 h 2888597"/>
              <a:gd name="connsiteX27" fmla="*/ 558416 w 4114416"/>
              <a:gd name="connsiteY27" fmla="*/ 1820334 h 2888597"/>
              <a:gd name="connsiteX28" fmla="*/ 583816 w 4114416"/>
              <a:gd name="connsiteY28" fmla="*/ 1938867 h 2888597"/>
              <a:gd name="connsiteX29" fmla="*/ 600749 w 4114416"/>
              <a:gd name="connsiteY29" fmla="*/ 1998134 h 2888597"/>
              <a:gd name="connsiteX30" fmla="*/ 643082 w 4114416"/>
              <a:gd name="connsiteY30" fmla="*/ 1786467 h 2888597"/>
              <a:gd name="connsiteX31" fmla="*/ 668482 w 4114416"/>
              <a:gd name="connsiteY31" fmla="*/ 1718734 h 2888597"/>
              <a:gd name="connsiteX32" fmla="*/ 685416 w 4114416"/>
              <a:gd name="connsiteY32" fmla="*/ 1617134 h 2888597"/>
              <a:gd name="connsiteX33" fmla="*/ 702349 w 4114416"/>
              <a:gd name="connsiteY33" fmla="*/ 1557867 h 2888597"/>
              <a:gd name="connsiteX34" fmla="*/ 710816 w 4114416"/>
              <a:gd name="connsiteY34" fmla="*/ 1524000 h 2888597"/>
              <a:gd name="connsiteX35" fmla="*/ 727749 w 4114416"/>
              <a:gd name="connsiteY35" fmla="*/ 1312334 h 2888597"/>
              <a:gd name="connsiteX36" fmla="*/ 744682 w 4114416"/>
              <a:gd name="connsiteY36" fmla="*/ 1380067 h 2888597"/>
              <a:gd name="connsiteX37" fmla="*/ 761616 w 4114416"/>
              <a:gd name="connsiteY37" fmla="*/ 1532467 h 2888597"/>
              <a:gd name="connsiteX38" fmla="*/ 778549 w 4114416"/>
              <a:gd name="connsiteY38" fmla="*/ 1566334 h 2888597"/>
              <a:gd name="connsiteX39" fmla="*/ 820882 w 4114416"/>
              <a:gd name="connsiteY39" fmla="*/ 1430867 h 2888597"/>
              <a:gd name="connsiteX40" fmla="*/ 854749 w 4114416"/>
              <a:gd name="connsiteY40" fmla="*/ 1388534 h 2888597"/>
              <a:gd name="connsiteX41" fmla="*/ 863216 w 4114416"/>
              <a:gd name="connsiteY41" fmla="*/ 1498600 h 2888597"/>
              <a:gd name="connsiteX42" fmla="*/ 888616 w 4114416"/>
              <a:gd name="connsiteY42" fmla="*/ 1811867 h 2888597"/>
              <a:gd name="connsiteX43" fmla="*/ 897082 w 4114416"/>
              <a:gd name="connsiteY43" fmla="*/ 1642534 h 2888597"/>
              <a:gd name="connsiteX44" fmla="*/ 930949 w 4114416"/>
              <a:gd name="connsiteY44" fmla="*/ 1557867 h 2888597"/>
              <a:gd name="connsiteX45" fmla="*/ 939416 w 4114416"/>
              <a:gd name="connsiteY45" fmla="*/ 2006600 h 2888597"/>
              <a:gd name="connsiteX46" fmla="*/ 964816 w 4114416"/>
              <a:gd name="connsiteY46" fmla="*/ 2116667 h 2888597"/>
              <a:gd name="connsiteX47" fmla="*/ 973282 w 4114416"/>
              <a:gd name="connsiteY47" fmla="*/ 1948424 h 2888597"/>
              <a:gd name="connsiteX48" fmla="*/ 990216 w 4114416"/>
              <a:gd name="connsiteY48" fmla="*/ 1794934 h 2888597"/>
              <a:gd name="connsiteX49" fmla="*/ 998682 w 4114416"/>
              <a:gd name="connsiteY49" fmla="*/ 1761067 h 2888597"/>
              <a:gd name="connsiteX50" fmla="*/ 1015616 w 4114416"/>
              <a:gd name="connsiteY50" fmla="*/ 1871134 h 2888597"/>
              <a:gd name="connsiteX51" fmla="*/ 1032549 w 4114416"/>
              <a:gd name="connsiteY51" fmla="*/ 1947334 h 2888597"/>
              <a:gd name="connsiteX52" fmla="*/ 1049482 w 4114416"/>
              <a:gd name="connsiteY52" fmla="*/ 2040467 h 2888597"/>
              <a:gd name="connsiteX53" fmla="*/ 1074882 w 4114416"/>
              <a:gd name="connsiteY53" fmla="*/ 2108200 h 2888597"/>
              <a:gd name="connsiteX54" fmla="*/ 1105586 w 4114416"/>
              <a:gd name="connsiteY54" fmla="*/ 2165034 h 2888597"/>
              <a:gd name="connsiteX55" fmla="*/ 1117344 w 4114416"/>
              <a:gd name="connsiteY55" fmla="*/ 2220675 h 2888597"/>
              <a:gd name="connsiteX56" fmla="*/ 1134149 w 4114416"/>
              <a:gd name="connsiteY56" fmla="*/ 2108200 h 2888597"/>
              <a:gd name="connsiteX57" fmla="*/ 1184949 w 4114416"/>
              <a:gd name="connsiteY57" fmla="*/ 1989667 h 2888597"/>
              <a:gd name="connsiteX58" fmla="*/ 1221851 w 4114416"/>
              <a:gd name="connsiteY58" fmla="*/ 1898967 h 2888597"/>
              <a:gd name="connsiteX59" fmla="*/ 1244216 w 4114416"/>
              <a:gd name="connsiteY59" fmla="*/ 2167467 h 2888597"/>
              <a:gd name="connsiteX60" fmla="*/ 1261149 w 4114416"/>
              <a:gd name="connsiteY60" fmla="*/ 2082800 h 2888597"/>
              <a:gd name="connsiteX61" fmla="*/ 1269616 w 4114416"/>
              <a:gd name="connsiteY61" fmla="*/ 2015067 h 2888597"/>
              <a:gd name="connsiteX62" fmla="*/ 1311949 w 4114416"/>
              <a:gd name="connsiteY62" fmla="*/ 1854200 h 2888597"/>
              <a:gd name="connsiteX63" fmla="*/ 1320416 w 4114416"/>
              <a:gd name="connsiteY63" fmla="*/ 1803400 h 2888597"/>
              <a:gd name="connsiteX64" fmla="*/ 1345816 w 4114416"/>
              <a:gd name="connsiteY64" fmla="*/ 1701800 h 2888597"/>
              <a:gd name="connsiteX65" fmla="*/ 1379682 w 4114416"/>
              <a:gd name="connsiteY65" fmla="*/ 1744134 h 2888597"/>
              <a:gd name="connsiteX66" fmla="*/ 1422016 w 4114416"/>
              <a:gd name="connsiteY66" fmla="*/ 1879600 h 2888597"/>
              <a:gd name="connsiteX67" fmla="*/ 1455882 w 4114416"/>
              <a:gd name="connsiteY67" fmla="*/ 1947334 h 2888597"/>
              <a:gd name="connsiteX68" fmla="*/ 1472816 w 4114416"/>
              <a:gd name="connsiteY68" fmla="*/ 1938867 h 2888597"/>
              <a:gd name="connsiteX69" fmla="*/ 1515149 w 4114416"/>
              <a:gd name="connsiteY69" fmla="*/ 1803400 h 2888597"/>
              <a:gd name="connsiteX70" fmla="*/ 1574416 w 4114416"/>
              <a:gd name="connsiteY70" fmla="*/ 1651000 h 2888597"/>
              <a:gd name="connsiteX71" fmla="*/ 1582882 w 4114416"/>
              <a:gd name="connsiteY71" fmla="*/ 1591734 h 2888597"/>
              <a:gd name="connsiteX72" fmla="*/ 1608410 w 4114416"/>
              <a:gd name="connsiteY72" fmla="*/ 1462351 h 2888597"/>
              <a:gd name="connsiteX73" fmla="*/ 1633682 w 4114416"/>
              <a:gd name="connsiteY73" fmla="*/ 1524000 h 2888597"/>
              <a:gd name="connsiteX74" fmla="*/ 1659082 w 4114416"/>
              <a:gd name="connsiteY74" fmla="*/ 1490134 h 2888597"/>
              <a:gd name="connsiteX75" fmla="*/ 1684482 w 4114416"/>
              <a:gd name="connsiteY75" fmla="*/ 1388534 h 2888597"/>
              <a:gd name="connsiteX76" fmla="*/ 1732631 w 4114416"/>
              <a:gd name="connsiteY76" fmla="*/ 1294184 h 2888597"/>
              <a:gd name="connsiteX77" fmla="*/ 1794549 w 4114416"/>
              <a:gd name="connsiteY77" fmla="*/ 1176867 h 2888597"/>
              <a:gd name="connsiteX78" fmla="*/ 1831067 w 4114416"/>
              <a:gd name="connsiteY78" fmla="*/ 1238516 h 2888597"/>
              <a:gd name="connsiteX79" fmla="*/ 1853688 w 4114416"/>
              <a:gd name="connsiteY79" fmla="*/ 1323159 h 2888597"/>
              <a:gd name="connsiteX80" fmla="*/ 1887682 w 4114416"/>
              <a:gd name="connsiteY80" fmla="*/ 1422400 h 2888597"/>
              <a:gd name="connsiteX81" fmla="*/ 1938482 w 4114416"/>
              <a:gd name="connsiteY81" fmla="*/ 1600200 h 2888597"/>
              <a:gd name="connsiteX82" fmla="*/ 1978163 w 4114416"/>
              <a:gd name="connsiteY82" fmla="*/ 1762259 h 2888597"/>
              <a:gd name="connsiteX83" fmla="*/ 2006216 w 4114416"/>
              <a:gd name="connsiteY83" fmla="*/ 1498600 h 2888597"/>
              <a:gd name="connsiteX84" fmla="*/ 2023149 w 4114416"/>
              <a:gd name="connsiteY84" fmla="*/ 1464734 h 2888597"/>
              <a:gd name="connsiteX85" fmla="*/ 2031616 w 4114416"/>
              <a:gd name="connsiteY85" fmla="*/ 1439334 h 2888597"/>
              <a:gd name="connsiteX86" fmla="*/ 2067707 w 4114416"/>
              <a:gd name="connsiteY86" fmla="*/ 1908377 h 2888597"/>
              <a:gd name="connsiteX87" fmla="*/ 2082416 w 4114416"/>
              <a:gd name="connsiteY87" fmla="*/ 2032000 h 2888597"/>
              <a:gd name="connsiteX88" fmla="*/ 2090882 w 4114416"/>
              <a:gd name="connsiteY88" fmla="*/ 2150534 h 2888597"/>
              <a:gd name="connsiteX89" fmla="*/ 2099349 w 4114416"/>
              <a:gd name="connsiteY89" fmla="*/ 2489200 h 2888597"/>
              <a:gd name="connsiteX90" fmla="*/ 2133216 w 4114416"/>
              <a:gd name="connsiteY90" fmla="*/ 2421467 h 2888597"/>
              <a:gd name="connsiteX91" fmla="*/ 2175549 w 4114416"/>
              <a:gd name="connsiteY91" fmla="*/ 2319867 h 2888597"/>
              <a:gd name="connsiteX92" fmla="*/ 2192611 w 4114416"/>
              <a:gd name="connsiteY92" fmla="*/ 2271500 h 2888597"/>
              <a:gd name="connsiteX93" fmla="*/ 2212579 w 4114416"/>
              <a:gd name="connsiteY93" fmla="*/ 2206201 h 2888597"/>
              <a:gd name="connsiteX94" fmla="*/ 2251749 w 4114416"/>
              <a:gd name="connsiteY94" fmla="*/ 2514600 h 2888597"/>
              <a:gd name="connsiteX95" fmla="*/ 2277149 w 4114416"/>
              <a:gd name="connsiteY95" fmla="*/ 2565400 h 2888597"/>
              <a:gd name="connsiteX96" fmla="*/ 2285616 w 4114416"/>
              <a:gd name="connsiteY96" fmla="*/ 2489200 h 2888597"/>
              <a:gd name="connsiteX97" fmla="*/ 2302549 w 4114416"/>
              <a:gd name="connsiteY97" fmla="*/ 2421467 h 2888597"/>
              <a:gd name="connsiteX98" fmla="*/ 2311016 w 4114416"/>
              <a:gd name="connsiteY98" fmla="*/ 1718734 h 2888597"/>
              <a:gd name="connsiteX99" fmla="*/ 2336416 w 4114416"/>
              <a:gd name="connsiteY99" fmla="*/ 1811867 h 2888597"/>
              <a:gd name="connsiteX100" fmla="*/ 2361816 w 4114416"/>
              <a:gd name="connsiteY100" fmla="*/ 1871134 h 2888597"/>
              <a:gd name="connsiteX101" fmla="*/ 2395682 w 4114416"/>
              <a:gd name="connsiteY101" fmla="*/ 1972734 h 2888597"/>
              <a:gd name="connsiteX102" fmla="*/ 2404149 w 4114416"/>
              <a:gd name="connsiteY102" fmla="*/ 1574800 h 2888597"/>
              <a:gd name="connsiteX103" fmla="*/ 2429549 w 4114416"/>
              <a:gd name="connsiteY103" fmla="*/ 1236134 h 2888597"/>
              <a:gd name="connsiteX104" fmla="*/ 2446482 w 4114416"/>
              <a:gd name="connsiteY104" fmla="*/ 1092200 h 2888597"/>
              <a:gd name="connsiteX105" fmla="*/ 2454949 w 4114416"/>
              <a:gd name="connsiteY105" fmla="*/ 1066800 h 2888597"/>
              <a:gd name="connsiteX106" fmla="*/ 2463416 w 4114416"/>
              <a:gd name="connsiteY106" fmla="*/ 1092200 h 2888597"/>
              <a:gd name="connsiteX107" fmla="*/ 2488816 w 4114416"/>
              <a:gd name="connsiteY107" fmla="*/ 1227667 h 2888597"/>
              <a:gd name="connsiteX108" fmla="*/ 2514216 w 4114416"/>
              <a:gd name="connsiteY108" fmla="*/ 753534 h 2888597"/>
              <a:gd name="connsiteX109" fmla="*/ 2531149 w 4114416"/>
              <a:gd name="connsiteY109" fmla="*/ 685800 h 2888597"/>
              <a:gd name="connsiteX110" fmla="*/ 2539616 w 4114416"/>
              <a:gd name="connsiteY110" fmla="*/ 609600 h 2888597"/>
              <a:gd name="connsiteX111" fmla="*/ 2548082 w 4114416"/>
              <a:gd name="connsiteY111" fmla="*/ 558800 h 2888597"/>
              <a:gd name="connsiteX112" fmla="*/ 2565016 w 4114416"/>
              <a:gd name="connsiteY112" fmla="*/ 584200 h 2888597"/>
              <a:gd name="connsiteX113" fmla="*/ 2573482 w 4114416"/>
              <a:gd name="connsiteY113" fmla="*/ 778934 h 2888597"/>
              <a:gd name="connsiteX114" fmla="*/ 2615816 w 4114416"/>
              <a:gd name="connsiteY114" fmla="*/ 914400 h 2888597"/>
              <a:gd name="connsiteX115" fmla="*/ 2632749 w 4114416"/>
              <a:gd name="connsiteY115" fmla="*/ 973667 h 2888597"/>
              <a:gd name="connsiteX116" fmla="*/ 2649682 w 4114416"/>
              <a:gd name="connsiteY116" fmla="*/ 812800 h 2888597"/>
              <a:gd name="connsiteX117" fmla="*/ 2666616 w 4114416"/>
              <a:gd name="connsiteY117" fmla="*/ 694267 h 2888597"/>
              <a:gd name="connsiteX118" fmla="*/ 2692016 w 4114416"/>
              <a:gd name="connsiteY118" fmla="*/ 558800 h 2888597"/>
              <a:gd name="connsiteX119" fmla="*/ 2717416 w 4114416"/>
              <a:gd name="connsiteY119" fmla="*/ 321734 h 2888597"/>
              <a:gd name="connsiteX120" fmla="*/ 2734349 w 4114416"/>
              <a:gd name="connsiteY120" fmla="*/ 1058334 h 2888597"/>
              <a:gd name="connsiteX121" fmla="*/ 2760746 w 4114416"/>
              <a:gd name="connsiteY121" fmla="*/ 1023969 h 2888597"/>
              <a:gd name="connsiteX122" fmla="*/ 2810549 w 4114416"/>
              <a:gd name="connsiteY122" fmla="*/ 905934 h 2888597"/>
              <a:gd name="connsiteX123" fmla="*/ 2844416 w 4114416"/>
              <a:gd name="connsiteY123" fmla="*/ 855134 h 2888597"/>
              <a:gd name="connsiteX124" fmla="*/ 2869816 w 4114416"/>
              <a:gd name="connsiteY124" fmla="*/ 1422400 h 2888597"/>
              <a:gd name="connsiteX125" fmla="*/ 2878282 w 4114416"/>
              <a:gd name="connsiteY125" fmla="*/ 1388534 h 2888597"/>
              <a:gd name="connsiteX126" fmla="*/ 2895216 w 4114416"/>
              <a:gd name="connsiteY126" fmla="*/ 1363134 h 2888597"/>
              <a:gd name="connsiteX127" fmla="*/ 2920616 w 4114416"/>
              <a:gd name="connsiteY127" fmla="*/ 1278467 h 2888597"/>
              <a:gd name="connsiteX128" fmla="*/ 2937549 w 4114416"/>
              <a:gd name="connsiteY128" fmla="*/ 1320800 h 2888597"/>
              <a:gd name="connsiteX129" fmla="*/ 2954482 w 4114416"/>
              <a:gd name="connsiteY129" fmla="*/ 1388534 h 2888597"/>
              <a:gd name="connsiteX130" fmla="*/ 2971416 w 4114416"/>
              <a:gd name="connsiteY130" fmla="*/ 1422400 h 2888597"/>
              <a:gd name="connsiteX131" fmla="*/ 3013749 w 4114416"/>
              <a:gd name="connsiteY131" fmla="*/ 1540934 h 2888597"/>
              <a:gd name="connsiteX132" fmla="*/ 3030682 w 4114416"/>
              <a:gd name="connsiteY132" fmla="*/ 1566334 h 2888597"/>
              <a:gd name="connsiteX133" fmla="*/ 3064549 w 4114416"/>
              <a:gd name="connsiteY133" fmla="*/ 1718734 h 2888597"/>
              <a:gd name="connsiteX134" fmla="*/ 3089949 w 4114416"/>
              <a:gd name="connsiteY134" fmla="*/ 1761067 h 2888597"/>
              <a:gd name="connsiteX135" fmla="*/ 3118129 w 4114416"/>
              <a:gd name="connsiteY135" fmla="*/ 1909842 h 2888597"/>
              <a:gd name="connsiteX136" fmla="*/ 3140749 w 4114416"/>
              <a:gd name="connsiteY136" fmla="*/ 1769534 h 2888597"/>
              <a:gd name="connsiteX137" fmla="*/ 3157682 w 4114416"/>
              <a:gd name="connsiteY137" fmla="*/ 1710267 h 2888597"/>
              <a:gd name="connsiteX138" fmla="*/ 3166149 w 4114416"/>
              <a:gd name="connsiteY138" fmla="*/ 1684867 h 2888597"/>
              <a:gd name="connsiteX139" fmla="*/ 3191549 w 4114416"/>
              <a:gd name="connsiteY139" fmla="*/ 1676400 h 2888597"/>
              <a:gd name="connsiteX140" fmla="*/ 3200016 w 4114416"/>
              <a:gd name="connsiteY140" fmla="*/ 2006600 h 2888597"/>
              <a:gd name="connsiteX141" fmla="*/ 3208482 w 4114416"/>
              <a:gd name="connsiteY141" fmla="*/ 2048934 h 2888597"/>
              <a:gd name="connsiteX142" fmla="*/ 3216949 w 4114416"/>
              <a:gd name="connsiteY142" fmla="*/ 2099734 h 2888597"/>
              <a:gd name="connsiteX143" fmla="*/ 3233882 w 4114416"/>
              <a:gd name="connsiteY143" fmla="*/ 2048934 h 2888597"/>
              <a:gd name="connsiteX144" fmla="*/ 3242349 w 4114416"/>
              <a:gd name="connsiteY144" fmla="*/ 1998134 h 2888597"/>
              <a:gd name="connsiteX145" fmla="*/ 3276216 w 4114416"/>
              <a:gd name="connsiteY145" fmla="*/ 2353734 h 2888597"/>
              <a:gd name="connsiteX146" fmla="*/ 3278960 w 4114416"/>
              <a:gd name="connsiteY146" fmla="*/ 2387600 h 2888597"/>
              <a:gd name="connsiteX147" fmla="*/ 3272323 w 4114416"/>
              <a:gd name="connsiteY147" fmla="*/ 2497667 h 2888597"/>
              <a:gd name="connsiteX148" fmla="*/ 3296810 w 4114416"/>
              <a:gd name="connsiteY148" fmla="*/ 2540952 h 2888597"/>
              <a:gd name="connsiteX149" fmla="*/ 3321294 w 4114416"/>
              <a:gd name="connsiteY149" fmla="*/ 2335554 h 2888597"/>
              <a:gd name="connsiteX150" fmla="*/ 3331591 w 4114416"/>
              <a:gd name="connsiteY150" fmla="*/ 2723509 h 2888597"/>
              <a:gd name="connsiteX151" fmla="*/ 3411682 w 4114416"/>
              <a:gd name="connsiteY151" fmla="*/ 2810934 h 2888597"/>
              <a:gd name="connsiteX152" fmla="*/ 3437082 w 4114416"/>
              <a:gd name="connsiteY152" fmla="*/ 2870200 h 2888597"/>
              <a:gd name="connsiteX153" fmla="*/ 3452170 w 4114416"/>
              <a:gd name="connsiteY153" fmla="*/ 2345696 h 2888597"/>
              <a:gd name="connsiteX154" fmla="*/ 3462482 w 4114416"/>
              <a:gd name="connsiteY154" fmla="*/ 1828800 h 2888597"/>
              <a:gd name="connsiteX155" fmla="*/ 3461984 w 4114416"/>
              <a:gd name="connsiteY155" fmla="*/ 2090271 h 2888597"/>
              <a:gd name="connsiteX156" fmla="*/ 3487882 w 4114416"/>
              <a:gd name="connsiteY156" fmla="*/ 1735667 h 2888597"/>
              <a:gd name="connsiteX157" fmla="*/ 3513282 w 4114416"/>
              <a:gd name="connsiteY157" fmla="*/ 1651000 h 2888597"/>
              <a:gd name="connsiteX158" fmla="*/ 3521749 w 4114416"/>
              <a:gd name="connsiteY158" fmla="*/ 1701800 h 2888597"/>
              <a:gd name="connsiteX159" fmla="*/ 3525733 w 4114416"/>
              <a:gd name="connsiteY159" fmla="*/ 1875118 h 2888597"/>
              <a:gd name="connsiteX160" fmla="*/ 3547149 w 4114416"/>
              <a:gd name="connsiteY160" fmla="*/ 1752600 h 2888597"/>
              <a:gd name="connsiteX161" fmla="*/ 3532962 w 4114416"/>
              <a:gd name="connsiteY161" fmla="*/ 1504968 h 2888597"/>
              <a:gd name="connsiteX162" fmla="*/ 3597949 w 4114416"/>
              <a:gd name="connsiteY162" fmla="*/ 1608667 h 2888597"/>
              <a:gd name="connsiteX163" fmla="*/ 3614882 w 4114416"/>
              <a:gd name="connsiteY163" fmla="*/ 1566334 h 2888597"/>
              <a:gd name="connsiteX164" fmla="*/ 3664768 w 4114416"/>
              <a:gd name="connsiteY164" fmla="*/ 1775538 h 2888597"/>
              <a:gd name="connsiteX165" fmla="*/ 3661200 w 4114416"/>
              <a:gd name="connsiteY165" fmla="*/ 1373094 h 2888597"/>
              <a:gd name="connsiteX166" fmla="*/ 3682616 w 4114416"/>
              <a:gd name="connsiteY166" fmla="*/ 1363134 h 2888597"/>
              <a:gd name="connsiteX167" fmla="*/ 3699549 w 4114416"/>
              <a:gd name="connsiteY167" fmla="*/ 1320800 h 2888597"/>
              <a:gd name="connsiteX168" fmla="*/ 3717224 w 4114416"/>
              <a:gd name="connsiteY168" fmla="*/ 973015 h 2888597"/>
              <a:gd name="connsiteX169" fmla="*/ 3741882 w 4114416"/>
              <a:gd name="connsiteY169" fmla="*/ 1227667 h 2888597"/>
              <a:gd name="connsiteX170" fmla="*/ 3750349 w 4114416"/>
              <a:gd name="connsiteY170" fmla="*/ 1176867 h 2888597"/>
              <a:gd name="connsiteX171" fmla="*/ 3767282 w 4114416"/>
              <a:gd name="connsiteY171" fmla="*/ 1126067 h 2888597"/>
              <a:gd name="connsiteX172" fmla="*/ 3775749 w 4114416"/>
              <a:gd name="connsiteY172" fmla="*/ 1058334 h 2888597"/>
              <a:gd name="connsiteX173" fmla="*/ 3784216 w 4114416"/>
              <a:gd name="connsiteY173" fmla="*/ 1270000 h 2888597"/>
              <a:gd name="connsiteX174" fmla="*/ 3813064 w 4114416"/>
              <a:gd name="connsiteY174" fmla="*/ 678606 h 2888597"/>
              <a:gd name="connsiteX175" fmla="*/ 3818082 w 4114416"/>
              <a:gd name="connsiteY175" fmla="*/ 558800 h 2888597"/>
              <a:gd name="connsiteX176" fmla="*/ 3835016 w 4114416"/>
              <a:gd name="connsiteY176" fmla="*/ 482600 h 2888597"/>
              <a:gd name="connsiteX177" fmla="*/ 3843482 w 4114416"/>
              <a:gd name="connsiteY177" fmla="*/ 533400 h 2888597"/>
              <a:gd name="connsiteX178" fmla="*/ 3860416 w 4114416"/>
              <a:gd name="connsiteY178" fmla="*/ 660400 h 2888597"/>
              <a:gd name="connsiteX179" fmla="*/ 3868882 w 4114416"/>
              <a:gd name="connsiteY179" fmla="*/ 702734 h 2888597"/>
              <a:gd name="connsiteX180" fmla="*/ 3885816 w 4114416"/>
              <a:gd name="connsiteY180" fmla="*/ 736600 h 2888597"/>
              <a:gd name="connsiteX181" fmla="*/ 3902749 w 4114416"/>
              <a:gd name="connsiteY181" fmla="*/ 702734 h 2888597"/>
              <a:gd name="connsiteX182" fmla="*/ 3962016 w 4114416"/>
              <a:gd name="connsiteY182" fmla="*/ 482600 h 2888597"/>
              <a:gd name="connsiteX183" fmla="*/ 3978949 w 4114416"/>
              <a:gd name="connsiteY183" fmla="*/ 457200 h 2888597"/>
              <a:gd name="connsiteX184" fmla="*/ 4004349 w 4114416"/>
              <a:gd name="connsiteY184" fmla="*/ 177800 h 2888597"/>
              <a:gd name="connsiteX185" fmla="*/ 4029749 w 4114416"/>
              <a:gd name="connsiteY185" fmla="*/ 135467 h 2888597"/>
              <a:gd name="connsiteX186" fmla="*/ 4038216 w 4114416"/>
              <a:gd name="connsiteY186" fmla="*/ 101600 h 2888597"/>
              <a:gd name="connsiteX187" fmla="*/ 4046682 w 4114416"/>
              <a:gd name="connsiteY187" fmla="*/ 76200 h 2888597"/>
              <a:gd name="connsiteX188" fmla="*/ 4055149 w 4114416"/>
              <a:gd name="connsiteY188" fmla="*/ 110067 h 2888597"/>
              <a:gd name="connsiteX189" fmla="*/ 4072082 w 4114416"/>
              <a:gd name="connsiteY189" fmla="*/ 160867 h 2888597"/>
              <a:gd name="connsiteX190" fmla="*/ 4114416 w 4114416"/>
              <a:gd name="connsiteY190" fmla="*/ 0 h 2888597"/>
              <a:gd name="connsiteX0" fmla="*/ 0 w 4114416"/>
              <a:gd name="connsiteY0" fmla="*/ 735359 h 2888597"/>
              <a:gd name="connsiteX1" fmla="*/ 22363 w 4114416"/>
              <a:gd name="connsiteY1" fmla="*/ 647092 h 2888597"/>
              <a:gd name="connsiteX2" fmla="*/ 53451 w 4114416"/>
              <a:gd name="connsiteY2" fmla="*/ 567267 h 2888597"/>
              <a:gd name="connsiteX3" fmla="*/ 61790 w 4114416"/>
              <a:gd name="connsiteY3" fmla="*/ 828517 h 2888597"/>
              <a:gd name="connsiteX4" fmla="*/ 57549 w 4114416"/>
              <a:gd name="connsiteY4" fmla="*/ 1083293 h 2888597"/>
              <a:gd name="connsiteX5" fmla="*/ 55282 w 4114416"/>
              <a:gd name="connsiteY5" fmla="*/ 1212385 h 2888597"/>
              <a:gd name="connsiteX6" fmla="*/ 69873 w 4114416"/>
              <a:gd name="connsiteY6" fmla="*/ 1401791 h 2888597"/>
              <a:gd name="connsiteX7" fmla="*/ 112335 w 4114416"/>
              <a:gd name="connsiteY7" fmla="*/ 1209517 h 2888597"/>
              <a:gd name="connsiteX8" fmla="*/ 135082 w 4114416"/>
              <a:gd name="connsiteY8" fmla="*/ 1100667 h 2888597"/>
              <a:gd name="connsiteX9" fmla="*/ 168949 w 4114416"/>
              <a:gd name="connsiteY9" fmla="*/ 999067 h 2888597"/>
              <a:gd name="connsiteX10" fmla="*/ 185882 w 4114416"/>
              <a:gd name="connsiteY10" fmla="*/ 948267 h 2888597"/>
              <a:gd name="connsiteX11" fmla="*/ 202816 w 4114416"/>
              <a:gd name="connsiteY11" fmla="*/ 1134534 h 2888597"/>
              <a:gd name="connsiteX12" fmla="*/ 219749 w 4114416"/>
              <a:gd name="connsiteY12" fmla="*/ 1464734 h 2888597"/>
              <a:gd name="connsiteX13" fmla="*/ 279016 w 4114416"/>
              <a:gd name="connsiteY13" fmla="*/ 1363134 h 2888597"/>
              <a:gd name="connsiteX14" fmla="*/ 304416 w 4114416"/>
              <a:gd name="connsiteY14" fmla="*/ 1371600 h 2888597"/>
              <a:gd name="connsiteX15" fmla="*/ 312882 w 4114416"/>
              <a:gd name="connsiteY15" fmla="*/ 2243667 h 2888597"/>
              <a:gd name="connsiteX16" fmla="*/ 338282 w 4114416"/>
              <a:gd name="connsiteY16" fmla="*/ 2201334 h 2888597"/>
              <a:gd name="connsiteX17" fmla="*/ 346749 w 4114416"/>
              <a:gd name="connsiteY17" fmla="*/ 2150534 h 2888597"/>
              <a:gd name="connsiteX18" fmla="*/ 371651 w 4114416"/>
              <a:gd name="connsiteY18" fmla="*/ 2376146 h 2888597"/>
              <a:gd name="connsiteX19" fmla="*/ 389082 w 4114416"/>
              <a:gd name="connsiteY19" fmla="*/ 2082800 h 2888597"/>
              <a:gd name="connsiteX20" fmla="*/ 414981 w 4114416"/>
              <a:gd name="connsiteY20" fmla="*/ 1792444 h 2888597"/>
              <a:gd name="connsiteX21" fmla="*/ 422949 w 4114416"/>
              <a:gd name="connsiteY21" fmla="*/ 2032000 h 2888597"/>
              <a:gd name="connsiteX22" fmla="*/ 453908 w 4114416"/>
              <a:gd name="connsiteY22" fmla="*/ 1990884 h 2888597"/>
              <a:gd name="connsiteX23" fmla="*/ 465282 w 4114416"/>
              <a:gd name="connsiteY23" fmla="*/ 1752600 h 2888597"/>
              <a:gd name="connsiteX24" fmla="*/ 490682 w 4114416"/>
              <a:gd name="connsiteY24" fmla="*/ 1651000 h 2888597"/>
              <a:gd name="connsiteX25" fmla="*/ 516082 w 4114416"/>
              <a:gd name="connsiteY25" fmla="*/ 1710267 h 2888597"/>
              <a:gd name="connsiteX26" fmla="*/ 524549 w 4114416"/>
              <a:gd name="connsiteY26" fmla="*/ 1851666 h 2888597"/>
              <a:gd name="connsiteX27" fmla="*/ 558416 w 4114416"/>
              <a:gd name="connsiteY27" fmla="*/ 1820334 h 2888597"/>
              <a:gd name="connsiteX28" fmla="*/ 583816 w 4114416"/>
              <a:gd name="connsiteY28" fmla="*/ 1938867 h 2888597"/>
              <a:gd name="connsiteX29" fmla="*/ 600749 w 4114416"/>
              <a:gd name="connsiteY29" fmla="*/ 1998134 h 2888597"/>
              <a:gd name="connsiteX30" fmla="*/ 643082 w 4114416"/>
              <a:gd name="connsiteY30" fmla="*/ 1786467 h 2888597"/>
              <a:gd name="connsiteX31" fmla="*/ 668482 w 4114416"/>
              <a:gd name="connsiteY31" fmla="*/ 1718734 h 2888597"/>
              <a:gd name="connsiteX32" fmla="*/ 685416 w 4114416"/>
              <a:gd name="connsiteY32" fmla="*/ 1617134 h 2888597"/>
              <a:gd name="connsiteX33" fmla="*/ 702349 w 4114416"/>
              <a:gd name="connsiteY33" fmla="*/ 1557867 h 2888597"/>
              <a:gd name="connsiteX34" fmla="*/ 710816 w 4114416"/>
              <a:gd name="connsiteY34" fmla="*/ 1524000 h 2888597"/>
              <a:gd name="connsiteX35" fmla="*/ 727749 w 4114416"/>
              <a:gd name="connsiteY35" fmla="*/ 1312334 h 2888597"/>
              <a:gd name="connsiteX36" fmla="*/ 744682 w 4114416"/>
              <a:gd name="connsiteY36" fmla="*/ 1380067 h 2888597"/>
              <a:gd name="connsiteX37" fmla="*/ 761616 w 4114416"/>
              <a:gd name="connsiteY37" fmla="*/ 1532467 h 2888597"/>
              <a:gd name="connsiteX38" fmla="*/ 778549 w 4114416"/>
              <a:gd name="connsiteY38" fmla="*/ 1566334 h 2888597"/>
              <a:gd name="connsiteX39" fmla="*/ 820882 w 4114416"/>
              <a:gd name="connsiteY39" fmla="*/ 1430867 h 2888597"/>
              <a:gd name="connsiteX40" fmla="*/ 854749 w 4114416"/>
              <a:gd name="connsiteY40" fmla="*/ 1388534 h 2888597"/>
              <a:gd name="connsiteX41" fmla="*/ 863216 w 4114416"/>
              <a:gd name="connsiteY41" fmla="*/ 1498600 h 2888597"/>
              <a:gd name="connsiteX42" fmla="*/ 888616 w 4114416"/>
              <a:gd name="connsiteY42" fmla="*/ 1811867 h 2888597"/>
              <a:gd name="connsiteX43" fmla="*/ 897082 w 4114416"/>
              <a:gd name="connsiteY43" fmla="*/ 1642534 h 2888597"/>
              <a:gd name="connsiteX44" fmla="*/ 930949 w 4114416"/>
              <a:gd name="connsiteY44" fmla="*/ 1557867 h 2888597"/>
              <a:gd name="connsiteX45" fmla="*/ 939416 w 4114416"/>
              <a:gd name="connsiteY45" fmla="*/ 2006600 h 2888597"/>
              <a:gd name="connsiteX46" fmla="*/ 964816 w 4114416"/>
              <a:gd name="connsiteY46" fmla="*/ 2116667 h 2888597"/>
              <a:gd name="connsiteX47" fmla="*/ 973282 w 4114416"/>
              <a:gd name="connsiteY47" fmla="*/ 1948424 h 2888597"/>
              <a:gd name="connsiteX48" fmla="*/ 990216 w 4114416"/>
              <a:gd name="connsiteY48" fmla="*/ 1794934 h 2888597"/>
              <a:gd name="connsiteX49" fmla="*/ 998682 w 4114416"/>
              <a:gd name="connsiteY49" fmla="*/ 1761067 h 2888597"/>
              <a:gd name="connsiteX50" fmla="*/ 1015616 w 4114416"/>
              <a:gd name="connsiteY50" fmla="*/ 1871134 h 2888597"/>
              <a:gd name="connsiteX51" fmla="*/ 1032549 w 4114416"/>
              <a:gd name="connsiteY51" fmla="*/ 1947334 h 2888597"/>
              <a:gd name="connsiteX52" fmla="*/ 1049482 w 4114416"/>
              <a:gd name="connsiteY52" fmla="*/ 2040467 h 2888597"/>
              <a:gd name="connsiteX53" fmla="*/ 1074882 w 4114416"/>
              <a:gd name="connsiteY53" fmla="*/ 2108200 h 2888597"/>
              <a:gd name="connsiteX54" fmla="*/ 1105586 w 4114416"/>
              <a:gd name="connsiteY54" fmla="*/ 2165034 h 2888597"/>
              <a:gd name="connsiteX55" fmla="*/ 1117344 w 4114416"/>
              <a:gd name="connsiteY55" fmla="*/ 2220675 h 2888597"/>
              <a:gd name="connsiteX56" fmla="*/ 1134149 w 4114416"/>
              <a:gd name="connsiteY56" fmla="*/ 2108200 h 2888597"/>
              <a:gd name="connsiteX57" fmla="*/ 1184949 w 4114416"/>
              <a:gd name="connsiteY57" fmla="*/ 1989667 h 2888597"/>
              <a:gd name="connsiteX58" fmla="*/ 1221851 w 4114416"/>
              <a:gd name="connsiteY58" fmla="*/ 1898967 h 2888597"/>
              <a:gd name="connsiteX59" fmla="*/ 1244216 w 4114416"/>
              <a:gd name="connsiteY59" fmla="*/ 2167467 h 2888597"/>
              <a:gd name="connsiteX60" fmla="*/ 1261149 w 4114416"/>
              <a:gd name="connsiteY60" fmla="*/ 2082800 h 2888597"/>
              <a:gd name="connsiteX61" fmla="*/ 1269616 w 4114416"/>
              <a:gd name="connsiteY61" fmla="*/ 2015067 h 2888597"/>
              <a:gd name="connsiteX62" fmla="*/ 1311949 w 4114416"/>
              <a:gd name="connsiteY62" fmla="*/ 1854200 h 2888597"/>
              <a:gd name="connsiteX63" fmla="*/ 1320416 w 4114416"/>
              <a:gd name="connsiteY63" fmla="*/ 1803400 h 2888597"/>
              <a:gd name="connsiteX64" fmla="*/ 1345816 w 4114416"/>
              <a:gd name="connsiteY64" fmla="*/ 1701800 h 2888597"/>
              <a:gd name="connsiteX65" fmla="*/ 1379682 w 4114416"/>
              <a:gd name="connsiteY65" fmla="*/ 1744134 h 2888597"/>
              <a:gd name="connsiteX66" fmla="*/ 1422016 w 4114416"/>
              <a:gd name="connsiteY66" fmla="*/ 1879600 h 2888597"/>
              <a:gd name="connsiteX67" fmla="*/ 1455882 w 4114416"/>
              <a:gd name="connsiteY67" fmla="*/ 1947334 h 2888597"/>
              <a:gd name="connsiteX68" fmla="*/ 1472816 w 4114416"/>
              <a:gd name="connsiteY68" fmla="*/ 1938867 h 2888597"/>
              <a:gd name="connsiteX69" fmla="*/ 1515149 w 4114416"/>
              <a:gd name="connsiteY69" fmla="*/ 1803400 h 2888597"/>
              <a:gd name="connsiteX70" fmla="*/ 1574416 w 4114416"/>
              <a:gd name="connsiteY70" fmla="*/ 1651000 h 2888597"/>
              <a:gd name="connsiteX71" fmla="*/ 1582882 w 4114416"/>
              <a:gd name="connsiteY71" fmla="*/ 1591734 h 2888597"/>
              <a:gd name="connsiteX72" fmla="*/ 1608410 w 4114416"/>
              <a:gd name="connsiteY72" fmla="*/ 1462351 h 2888597"/>
              <a:gd name="connsiteX73" fmla="*/ 1633682 w 4114416"/>
              <a:gd name="connsiteY73" fmla="*/ 1524000 h 2888597"/>
              <a:gd name="connsiteX74" fmla="*/ 1659082 w 4114416"/>
              <a:gd name="connsiteY74" fmla="*/ 1490134 h 2888597"/>
              <a:gd name="connsiteX75" fmla="*/ 1684482 w 4114416"/>
              <a:gd name="connsiteY75" fmla="*/ 1388534 h 2888597"/>
              <a:gd name="connsiteX76" fmla="*/ 1732631 w 4114416"/>
              <a:gd name="connsiteY76" fmla="*/ 1294184 h 2888597"/>
              <a:gd name="connsiteX77" fmla="*/ 1794549 w 4114416"/>
              <a:gd name="connsiteY77" fmla="*/ 1176867 h 2888597"/>
              <a:gd name="connsiteX78" fmla="*/ 1831067 w 4114416"/>
              <a:gd name="connsiteY78" fmla="*/ 1238516 h 2888597"/>
              <a:gd name="connsiteX79" fmla="*/ 1853688 w 4114416"/>
              <a:gd name="connsiteY79" fmla="*/ 1323159 h 2888597"/>
              <a:gd name="connsiteX80" fmla="*/ 1887682 w 4114416"/>
              <a:gd name="connsiteY80" fmla="*/ 1422400 h 2888597"/>
              <a:gd name="connsiteX81" fmla="*/ 1938482 w 4114416"/>
              <a:gd name="connsiteY81" fmla="*/ 1600200 h 2888597"/>
              <a:gd name="connsiteX82" fmla="*/ 1978163 w 4114416"/>
              <a:gd name="connsiteY82" fmla="*/ 1762259 h 2888597"/>
              <a:gd name="connsiteX83" fmla="*/ 2006216 w 4114416"/>
              <a:gd name="connsiteY83" fmla="*/ 1498600 h 2888597"/>
              <a:gd name="connsiteX84" fmla="*/ 2023149 w 4114416"/>
              <a:gd name="connsiteY84" fmla="*/ 1464734 h 2888597"/>
              <a:gd name="connsiteX85" fmla="*/ 2031616 w 4114416"/>
              <a:gd name="connsiteY85" fmla="*/ 1439334 h 2888597"/>
              <a:gd name="connsiteX86" fmla="*/ 2067707 w 4114416"/>
              <a:gd name="connsiteY86" fmla="*/ 1908377 h 2888597"/>
              <a:gd name="connsiteX87" fmla="*/ 2082416 w 4114416"/>
              <a:gd name="connsiteY87" fmla="*/ 2032000 h 2888597"/>
              <a:gd name="connsiteX88" fmla="*/ 2090882 w 4114416"/>
              <a:gd name="connsiteY88" fmla="*/ 2150534 h 2888597"/>
              <a:gd name="connsiteX89" fmla="*/ 2099349 w 4114416"/>
              <a:gd name="connsiteY89" fmla="*/ 2489200 h 2888597"/>
              <a:gd name="connsiteX90" fmla="*/ 2133216 w 4114416"/>
              <a:gd name="connsiteY90" fmla="*/ 2421467 h 2888597"/>
              <a:gd name="connsiteX91" fmla="*/ 2175549 w 4114416"/>
              <a:gd name="connsiteY91" fmla="*/ 2319867 h 2888597"/>
              <a:gd name="connsiteX92" fmla="*/ 2192611 w 4114416"/>
              <a:gd name="connsiteY92" fmla="*/ 2271500 h 2888597"/>
              <a:gd name="connsiteX93" fmla="*/ 2212579 w 4114416"/>
              <a:gd name="connsiteY93" fmla="*/ 2206201 h 2888597"/>
              <a:gd name="connsiteX94" fmla="*/ 2251749 w 4114416"/>
              <a:gd name="connsiteY94" fmla="*/ 2514600 h 2888597"/>
              <a:gd name="connsiteX95" fmla="*/ 2277149 w 4114416"/>
              <a:gd name="connsiteY95" fmla="*/ 2565400 h 2888597"/>
              <a:gd name="connsiteX96" fmla="*/ 2285616 w 4114416"/>
              <a:gd name="connsiteY96" fmla="*/ 2489200 h 2888597"/>
              <a:gd name="connsiteX97" fmla="*/ 2302549 w 4114416"/>
              <a:gd name="connsiteY97" fmla="*/ 2421467 h 2888597"/>
              <a:gd name="connsiteX98" fmla="*/ 2311016 w 4114416"/>
              <a:gd name="connsiteY98" fmla="*/ 1718734 h 2888597"/>
              <a:gd name="connsiteX99" fmla="*/ 2336416 w 4114416"/>
              <a:gd name="connsiteY99" fmla="*/ 1811867 h 2888597"/>
              <a:gd name="connsiteX100" fmla="*/ 2361816 w 4114416"/>
              <a:gd name="connsiteY100" fmla="*/ 1871134 h 2888597"/>
              <a:gd name="connsiteX101" fmla="*/ 2395682 w 4114416"/>
              <a:gd name="connsiteY101" fmla="*/ 1972734 h 2888597"/>
              <a:gd name="connsiteX102" fmla="*/ 2404149 w 4114416"/>
              <a:gd name="connsiteY102" fmla="*/ 1574800 h 2888597"/>
              <a:gd name="connsiteX103" fmla="*/ 2429549 w 4114416"/>
              <a:gd name="connsiteY103" fmla="*/ 1236134 h 2888597"/>
              <a:gd name="connsiteX104" fmla="*/ 2446482 w 4114416"/>
              <a:gd name="connsiteY104" fmla="*/ 1092200 h 2888597"/>
              <a:gd name="connsiteX105" fmla="*/ 2454949 w 4114416"/>
              <a:gd name="connsiteY105" fmla="*/ 1066800 h 2888597"/>
              <a:gd name="connsiteX106" fmla="*/ 2463416 w 4114416"/>
              <a:gd name="connsiteY106" fmla="*/ 1092200 h 2888597"/>
              <a:gd name="connsiteX107" fmla="*/ 2488816 w 4114416"/>
              <a:gd name="connsiteY107" fmla="*/ 1227667 h 2888597"/>
              <a:gd name="connsiteX108" fmla="*/ 2514216 w 4114416"/>
              <a:gd name="connsiteY108" fmla="*/ 753534 h 2888597"/>
              <a:gd name="connsiteX109" fmla="*/ 2531149 w 4114416"/>
              <a:gd name="connsiteY109" fmla="*/ 685800 h 2888597"/>
              <a:gd name="connsiteX110" fmla="*/ 2539616 w 4114416"/>
              <a:gd name="connsiteY110" fmla="*/ 609600 h 2888597"/>
              <a:gd name="connsiteX111" fmla="*/ 2548082 w 4114416"/>
              <a:gd name="connsiteY111" fmla="*/ 558800 h 2888597"/>
              <a:gd name="connsiteX112" fmla="*/ 2565016 w 4114416"/>
              <a:gd name="connsiteY112" fmla="*/ 584200 h 2888597"/>
              <a:gd name="connsiteX113" fmla="*/ 2573482 w 4114416"/>
              <a:gd name="connsiteY113" fmla="*/ 778934 h 2888597"/>
              <a:gd name="connsiteX114" fmla="*/ 2615816 w 4114416"/>
              <a:gd name="connsiteY114" fmla="*/ 914400 h 2888597"/>
              <a:gd name="connsiteX115" fmla="*/ 2632749 w 4114416"/>
              <a:gd name="connsiteY115" fmla="*/ 973667 h 2888597"/>
              <a:gd name="connsiteX116" fmla="*/ 2649682 w 4114416"/>
              <a:gd name="connsiteY116" fmla="*/ 812800 h 2888597"/>
              <a:gd name="connsiteX117" fmla="*/ 2666616 w 4114416"/>
              <a:gd name="connsiteY117" fmla="*/ 694267 h 2888597"/>
              <a:gd name="connsiteX118" fmla="*/ 2692016 w 4114416"/>
              <a:gd name="connsiteY118" fmla="*/ 558800 h 2888597"/>
              <a:gd name="connsiteX119" fmla="*/ 2717416 w 4114416"/>
              <a:gd name="connsiteY119" fmla="*/ 321734 h 2888597"/>
              <a:gd name="connsiteX120" fmla="*/ 2734349 w 4114416"/>
              <a:gd name="connsiteY120" fmla="*/ 1058334 h 2888597"/>
              <a:gd name="connsiteX121" fmla="*/ 2760746 w 4114416"/>
              <a:gd name="connsiteY121" fmla="*/ 1023969 h 2888597"/>
              <a:gd name="connsiteX122" fmla="*/ 2810549 w 4114416"/>
              <a:gd name="connsiteY122" fmla="*/ 905934 h 2888597"/>
              <a:gd name="connsiteX123" fmla="*/ 2844416 w 4114416"/>
              <a:gd name="connsiteY123" fmla="*/ 855134 h 2888597"/>
              <a:gd name="connsiteX124" fmla="*/ 2869816 w 4114416"/>
              <a:gd name="connsiteY124" fmla="*/ 1422400 h 2888597"/>
              <a:gd name="connsiteX125" fmla="*/ 2878282 w 4114416"/>
              <a:gd name="connsiteY125" fmla="*/ 1388534 h 2888597"/>
              <a:gd name="connsiteX126" fmla="*/ 2895216 w 4114416"/>
              <a:gd name="connsiteY126" fmla="*/ 1363134 h 2888597"/>
              <a:gd name="connsiteX127" fmla="*/ 2920616 w 4114416"/>
              <a:gd name="connsiteY127" fmla="*/ 1278467 h 2888597"/>
              <a:gd name="connsiteX128" fmla="*/ 2937549 w 4114416"/>
              <a:gd name="connsiteY128" fmla="*/ 1320800 h 2888597"/>
              <a:gd name="connsiteX129" fmla="*/ 2954482 w 4114416"/>
              <a:gd name="connsiteY129" fmla="*/ 1388534 h 2888597"/>
              <a:gd name="connsiteX130" fmla="*/ 2971416 w 4114416"/>
              <a:gd name="connsiteY130" fmla="*/ 1422400 h 2888597"/>
              <a:gd name="connsiteX131" fmla="*/ 3013749 w 4114416"/>
              <a:gd name="connsiteY131" fmla="*/ 1540934 h 2888597"/>
              <a:gd name="connsiteX132" fmla="*/ 3015578 w 4114416"/>
              <a:gd name="connsiteY132" fmla="*/ 1905393 h 2888597"/>
              <a:gd name="connsiteX133" fmla="*/ 3064549 w 4114416"/>
              <a:gd name="connsiteY133" fmla="*/ 1718734 h 2888597"/>
              <a:gd name="connsiteX134" fmla="*/ 3089949 w 4114416"/>
              <a:gd name="connsiteY134" fmla="*/ 1761067 h 2888597"/>
              <a:gd name="connsiteX135" fmla="*/ 3118129 w 4114416"/>
              <a:gd name="connsiteY135" fmla="*/ 1909842 h 2888597"/>
              <a:gd name="connsiteX136" fmla="*/ 3140749 w 4114416"/>
              <a:gd name="connsiteY136" fmla="*/ 1769534 h 2888597"/>
              <a:gd name="connsiteX137" fmla="*/ 3157682 w 4114416"/>
              <a:gd name="connsiteY137" fmla="*/ 1710267 h 2888597"/>
              <a:gd name="connsiteX138" fmla="*/ 3166149 w 4114416"/>
              <a:gd name="connsiteY138" fmla="*/ 1684867 h 2888597"/>
              <a:gd name="connsiteX139" fmla="*/ 3191549 w 4114416"/>
              <a:gd name="connsiteY139" fmla="*/ 1676400 h 2888597"/>
              <a:gd name="connsiteX140" fmla="*/ 3200016 w 4114416"/>
              <a:gd name="connsiteY140" fmla="*/ 2006600 h 2888597"/>
              <a:gd name="connsiteX141" fmla="*/ 3208482 w 4114416"/>
              <a:gd name="connsiteY141" fmla="*/ 2048934 h 2888597"/>
              <a:gd name="connsiteX142" fmla="*/ 3216949 w 4114416"/>
              <a:gd name="connsiteY142" fmla="*/ 2099734 h 2888597"/>
              <a:gd name="connsiteX143" fmla="*/ 3233882 w 4114416"/>
              <a:gd name="connsiteY143" fmla="*/ 2048934 h 2888597"/>
              <a:gd name="connsiteX144" fmla="*/ 3242349 w 4114416"/>
              <a:gd name="connsiteY144" fmla="*/ 1998134 h 2888597"/>
              <a:gd name="connsiteX145" fmla="*/ 3276216 w 4114416"/>
              <a:gd name="connsiteY145" fmla="*/ 2353734 h 2888597"/>
              <a:gd name="connsiteX146" fmla="*/ 3278960 w 4114416"/>
              <a:gd name="connsiteY146" fmla="*/ 2387600 h 2888597"/>
              <a:gd name="connsiteX147" fmla="*/ 3272323 w 4114416"/>
              <a:gd name="connsiteY147" fmla="*/ 2497667 h 2888597"/>
              <a:gd name="connsiteX148" fmla="*/ 3296810 w 4114416"/>
              <a:gd name="connsiteY148" fmla="*/ 2540952 h 2888597"/>
              <a:gd name="connsiteX149" fmla="*/ 3321294 w 4114416"/>
              <a:gd name="connsiteY149" fmla="*/ 2335554 h 2888597"/>
              <a:gd name="connsiteX150" fmla="*/ 3331591 w 4114416"/>
              <a:gd name="connsiteY150" fmla="*/ 2723509 h 2888597"/>
              <a:gd name="connsiteX151" fmla="*/ 3411682 w 4114416"/>
              <a:gd name="connsiteY151" fmla="*/ 2810934 h 2888597"/>
              <a:gd name="connsiteX152" fmla="*/ 3437082 w 4114416"/>
              <a:gd name="connsiteY152" fmla="*/ 2870200 h 2888597"/>
              <a:gd name="connsiteX153" fmla="*/ 3452170 w 4114416"/>
              <a:gd name="connsiteY153" fmla="*/ 2345696 h 2888597"/>
              <a:gd name="connsiteX154" fmla="*/ 3462482 w 4114416"/>
              <a:gd name="connsiteY154" fmla="*/ 1828800 h 2888597"/>
              <a:gd name="connsiteX155" fmla="*/ 3461984 w 4114416"/>
              <a:gd name="connsiteY155" fmla="*/ 2090271 h 2888597"/>
              <a:gd name="connsiteX156" fmla="*/ 3487882 w 4114416"/>
              <a:gd name="connsiteY156" fmla="*/ 1735667 h 2888597"/>
              <a:gd name="connsiteX157" fmla="*/ 3513282 w 4114416"/>
              <a:gd name="connsiteY157" fmla="*/ 1651000 h 2888597"/>
              <a:gd name="connsiteX158" fmla="*/ 3521749 w 4114416"/>
              <a:gd name="connsiteY158" fmla="*/ 1701800 h 2888597"/>
              <a:gd name="connsiteX159" fmla="*/ 3525733 w 4114416"/>
              <a:gd name="connsiteY159" fmla="*/ 1875118 h 2888597"/>
              <a:gd name="connsiteX160" fmla="*/ 3547149 w 4114416"/>
              <a:gd name="connsiteY160" fmla="*/ 1752600 h 2888597"/>
              <a:gd name="connsiteX161" fmla="*/ 3532962 w 4114416"/>
              <a:gd name="connsiteY161" fmla="*/ 1504968 h 2888597"/>
              <a:gd name="connsiteX162" fmla="*/ 3597949 w 4114416"/>
              <a:gd name="connsiteY162" fmla="*/ 1608667 h 2888597"/>
              <a:gd name="connsiteX163" fmla="*/ 3614882 w 4114416"/>
              <a:gd name="connsiteY163" fmla="*/ 1566334 h 2888597"/>
              <a:gd name="connsiteX164" fmla="*/ 3664768 w 4114416"/>
              <a:gd name="connsiteY164" fmla="*/ 1775538 h 2888597"/>
              <a:gd name="connsiteX165" fmla="*/ 3661200 w 4114416"/>
              <a:gd name="connsiteY165" fmla="*/ 1373094 h 2888597"/>
              <a:gd name="connsiteX166" fmla="*/ 3682616 w 4114416"/>
              <a:gd name="connsiteY166" fmla="*/ 1363134 h 2888597"/>
              <a:gd name="connsiteX167" fmla="*/ 3699549 w 4114416"/>
              <a:gd name="connsiteY167" fmla="*/ 1320800 h 2888597"/>
              <a:gd name="connsiteX168" fmla="*/ 3717224 w 4114416"/>
              <a:gd name="connsiteY168" fmla="*/ 973015 h 2888597"/>
              <a:gd name="connsiteX169" fmla="*/ 3741882 w 4114416"/>
              <a:gd name="connsiteY169" fmla="*/ 1227667 h 2888597"/>
              <a:gd name="connsiteX170" fmla="*/ 3750349 w 4114416"/>
              <a:gd name="connsiteY170" fmla="*/ 1176867 h 2888597"/>
              <a:gd name="connsiteX171" fmla="*/ 3767282 w 4114416"/>
              <a:gd name="connsiteY171" fmla="*/ 1126067 h 2888597"/>
              <a:gd name="connsiteX172" fmla="*/ 3775749 w 4114416"/>
              <a:gd name="connsiteY172" fmla="*/ 1058334 h 2888597"/>
              <a:gd name="connsiteX173" fmla="*/ 3784216 w 4114416"/>
              <a:gd name="connsiteY173" fmla="*/ 1270000 h 2888597"/>
              <a:gd name="connsiteX174" fmla="*/ 3813064 w 4114416"/>
              <a:gd name="connsiteY174" fmla="*/ 678606 h 2888597"/>
              <a:gd name="connsiteX175" fmla="*/ 3818082 w 4114416"/>
              <a:gd name="connsiteY175" fmla="*/ 558800 h 2888597"/>
              <a:gd name="connsiteX176" fmla="*/ 3835016 w 4114416"/>
              <a:gd name="connsiteY176" fmla="*/ 482600 h 2888597"/>
              <a:gd name="connsiteX177" fmla="*/ 3843482 w 4114416"/>
              <a:gd name="connsiteY177" fmla="*/ 533400 h 2888597"/>
              <a:gd name="connsiteX178" fmla="*/ 3860416 w 4114416"/>
              <a:gd name="connsiteY178" fmla="*/ 660400 h 2888597"/>
              <a:gd name="connsiteX179" fmla="*/ 3868882 w 4114416"/>
              <a:gd name="connsiteY179" fmla="*/ 702734 h 2888597"/>
              <a:gd name="connsiteX180" fmla="*/ 3885816 w 4114416"/>
              <a:gd name="connsiteY180" fmla="*/ 736600 h 2888597"/>
              <a:gd name="connsiteX181" fmla="*/ 3902749 w 4114416"/>
              <a:gd name="connsiteY181" fmla="*/ 702734 h 2888597"/>
              <a:gd name="connsiteX182" fmla="*/ 3962016 w 4114416"/>
              <a:gd name="connsiteY182" fmla="*/ 482600 h 2888597"/>
              <a:gd name="connsiteX183" fmla="*/ 3978949 w 4114416"/>
              <a:gd name="connsiteY183" fmla="*/ 457200 h 2888597"/>
              <a:gd name="connsiteX184" fmla="*/ 4004349 w 4114416"/>
              <a:gd name="connsiteY184" fmla="*/ 177800 h 2888597"/>
              <a:gd name="connsiteX185" fmla="*/ 4029749 w 4114416"/>
              <a:gd name="connsiteY185" fmla="*/ 135467 h 2888597"/>
              <a:gd name="connsiteX186" fmla="*/ 4038216 w 4114416"/>
              <a:gd name="connsiteY186" fmla="*/ 101600 h 2888597"/>
              <a:gd name="connsiteX187" fmla="*/ 4046682 w 4114416"/>
              <a:gd name="connsiteY187" fmla="*/ 76200 h 2888597"/>
              <a:gd name="connsiteX188" fmla="*/ 4055149 w 4114416"/>
              <a:gd name="connsiteY188" fmla="*/ 110067 h 2888597"/>
              <a:gd name="connsiteX189" fmla="*/ 4072082 w 4114416"/>
              <a:gd name="connsiteY189" fmla="*/ 160867 h 2888597"/>
              <a:gd name="connsiteX190" fmla="*/ 4114416 w 4114416"/>
              <a:gd name="connsiteY190" fmla="*/ 0 h 2888597"/>
              <a:gd name="connsiteX0" fmla="*/ 0 w 4114416"/>
              <a:gd name="connsiteY0" fmla="*/ 735359 h 2888597"/>
              <a:gd name="connsiteX1" fmla="*/ 22363 w 4114416"/>
              <a:gd name="connsiteY1" fmla="*/ 647092 h 2888597"/>
              <a:gd name="connsiteX2" fmla="*/ 53451 w 4114416"/>
              <a:gd name="connsiteY2" fmla="*/ 567267 h 2888597"/>
              <a:gd name="connsiteX3" fmla="*/ 61790 w 4114416"/>
              <a:gd name="connsiteY3" fmla="*/ 828517 h 2888597"/>
              <a:gd name="connsiteX4" fmla="*/ 57549 w 4114416"/>
              <a:gd name="connsiteY4" fmla="*/ 1083293 h 2888597"/>
              <a:gd name="connsiteX5" fmla="*/ 55282 w 4114416"/>
              <a:gd name="connsiteY5" fmla="*/ 1212385 h 2888597"/>
              <a:gd name="connsiteX6" fmla="*/ 69873 w 4114416"/>
              <a:gd name="connsiteY6" fmla="*/ 1401791 h 2888597"/>
              <a:gd name="connsiteX7" fmla="*/ 112335 w 4114416"/>
              <a:gd name="connsiteY7" fmla="*/ 1209517 h 2888597"/>
              <a:gd name="connsiteX8" fmla="*/ 135082 w 4114416"/>
              <a:gd name="connsiteY8" fmla="*/ 1100667 h 2888597"/>
              <a:gd name="connsiteX9" fmla="*/ 168949 w 4114416"/>
              <a:gd name="connsiteY9" fmla="*/ 999067 h 2888597"/>
              <a:gd name="connsiteX10" fmla="*/ 185882 w 4114416"/>
              <a:gd name="connsiteY10" fmla="*/ 948267 h 2888597"/>
              <a:gd name="connsiteX11" fmla="*/ 202816 w 4114416"/>
              <a:gd name="connsiteY11" fmla="*/ 1134534 h 2888597"/>
              <a:gd name="connsiteX12" fmla="*/ 219749 w 4114416"/>
              <a:gd name="connsiteY12" fmla="*/ 1464734 h 2888597"/>
              <a:gd name="connsiteX13" fmla="*/ 279016 w 4114416"/>
              <a:gd name="connsiteY13" fmla="*/ 1363134 h 2888597"/>
              <a:gd name="connsiteX14" fmla="*/ 304416 w 4114416"/>
              <a:gd name="connsiteY14" fmla="*/ 1371600 h 2888597"/>
              <a:gd name="connsiteX15" fmla="*/ 312882 w 4114416"/>
              <a:gd name="connsiteY15" fmla="*/ 2243667 h 2888597"/>
              <a:gd name="connsiteX16" fmla="*/ 338282 w 4114416"/>
              <a:gd name="connsiteY16" fmla="*/ 2201334 h 2888597"/>
              <a:gd name="connsiteX17" fmla="*/ 346749 w 4114416"/>
              <a:gd name="connsiteY17" fmla="*/ 2150534 h 2888597"/>
              <a:gd name="connsiteX18" fmla="*/ 371651 w 4114416"/>
              <a:gd name="connsiteY18" fmla="*/ 2376146 h 2888597"/>
              <a:gd name="connsiteX19" fmla="*/ 389082 w 4114416"/>
              <a:gd name="connsiteY19" fmla="*/ 2082800 h 2888597"/>
              <a:gd name="connsiteX20" fmla="*/ 414981 w 4114416"/>
              <a:gd name="connsiteY20" fmla="*/ 1792444 h 2888597"/>
              <a:gd name="connsiteX21" fmla="*/ 422949 w 4114416"/>
              <a:gd name="connsiteY21" fmla="*/ 2032000 h 2888597"/>
              <a:gd name="connsiteX22" fmla="*/ 453908 w 4114416"/>
              <a:gd name="connsiteY22" fmla="*/ 1990884 h 2888597"/>
              <a:gd name="connsiteX23" fmla="*/ 465282 w 4114416"/>
              <a:gd name="connsiteY23" fmla="*/ 1752600 h 2888597"/>
              <a:gd name="connsiteX24" fmla="*/ 490682 w 4114416"/>
              <a:gd name="connsiteY24" fmla="*/ 1651000 h 2888597"/>
              <a:gd name="connsiteX25" fmla="*/ 516082 w 4114416"/>
              <a:gd name="connsiteY25" fmla="*/ 1710267 h 2888597"/>
              <a:gd name="connsiteX26" fmla="*/ 524549 w 4114416"/>
              <a:gd name="connsiteY26" fmla="*/ 1851666 h 2888597"/>
              <a:gd name="connsiteX27" fmla="*/ 558416 w 4114416"/>
              <a:gd name="connsiteY27" fmla="*/ 1820334 h 2888597"/>
              <a:gd name="connsiteX28" fmla="*/ 583816 w 4114416"/>
              <a:gd name="connsiteY28" fmla="*/ 1938867 h 2888597"/>
              <a:gd name="connsiteX29" fmla="*/ 600749 w 4114416"/>
              <a:gd name="connsiteY29" fmla="*/ 1998134 h 2888597"/>
              <a:gd name="connsiteX30" fmla="*/ 643082 w 4114416"/>
              <a:gd name="connsiteY30" fmla="*/ 1786467 h 2888597"/>
              <a:gd name="connsiteX31" fmla="*/ 668482 w 4114416"/>
              <a:gd name="connsiteY31" fmla="*/ 1718734 h 2888597"/>
              <a:gd name="connsiteX32" fmla="*/ 685416 w 4114416"/>
              <a:gd name="connsiteY32" fmla="*/ 1617134 h 2888597"/>
              <a:gd name="connsiteX33" fmla="*/ 702349 w 4114416"/>
              <a:gd name="connsiteY33" fmla="*/ 1557867 h 2888597"/>
              <a:gd name="connsiteX34" fmla="*/ 710816 w 4114416"/>
              <a:gd name="connsiteY34" fmla="*/ 1524000 h 2888597"/>
              <a:gd name="connsiteX35" fmla="*/ 727749 w 4114416"/>
              <a:gd name="connsiteY35" fmla="*/ 1312334 h 2888597"/>
              <a:gd name="connsiteX36" fmla="*/ 744682 w 4114416"/>
              <a:gd name="connsiteY36" fmla="*/ 1380067 h 2888597"/>
              <a:gd name="connsiteX37" fmla="*/ 761616 w 4114416"/>
              <a:gd name="connsiteY37" fmla="*/ 1532467 h 2888597"/>
              <a:gd name="connsiteX38" fmla="*/ 778549 w 4114416"/>
              <a:gd name="connsiteY38" fmla="*/ 1566334 h 2888597"/>
              <a:gd name="connsiteX39" fmla="*/ 820882 w 4114416"/>
              <a:gd name="connsiteY39" fmla="*/ 1430867 h 2888597"/>
              <a:gd name="connsiteX40" fmla="*/ 854749 w 4114416"/>
              <a:gd name="connsiteY40" fmla="*/ 1388534 h 2888597"/>
              <a:gd name="connsiteX41" fmla="*/ 863216 w 4114416"/>
              <a:gd name="connsiteY41" fmla="*/ 1498600 h 2888597"/>
              <a:gd name="connsiteX42" fmla="*/ 888616 w 4114416"/>
              <a:gd name="connsiteY42" fmla="*/ 1811867 h 2888597"/>
              <a:gd name="connsiteX43" fmla="*/ 897082 w 4114416"/>
              <a:gd name="connsiteY43" fmla="*/ 1642534 h 2888597"/>
              <a:gd name="connsiteX44" fmla="*/ 930949 w 4114416"/>
              <a:gd name="connsiteY44" fmla="*/ 1557867 h 2888597"/>
              <a:gd name="connsiteX45" fmla="*/ 939416 w 4114416"/>
              <a:gd name="connsiteY45" fmla="*/ 2006600 h 2888597"/>
              <a:gd name="connsiteX46" fmla="*/ 964816 w 4114416"/>
              <a:gd name="connsiteY46" fmla="*/ 2116667 h 2888597"/>
              <a:gd name="connsiteX47" fmla="*/ 973282 w 4114416"/>
              <a:gd name="connsiteY47" fmla="*/ 1948424 h 2888597"/>
              <a:gd name="connsiteX48" fmla="*/ 990216 w 4114416"/>
              <a:gd name="connsiteY48" fmla="*/ 1794934 h 2888597"/>
              <a:gd name="connsiteX49" fmla="*/ 998682 w 4114416"/>
              <a:gd name="connsiteY49" fmla="*/ 1761067 h 2888597"/>
              <a:gd name="connsiteX50" fmla="*/ 1015616 w 4114416"/>
              <a:gd name="connsiteY50" fmla="*/ 1871134 h 2888597"/>
              <a:gd name="connsiteX51" fmla="*/ 1032549 w 4114416"/>
              <a:gd name="connsiteY51" fmla="*/ 1947334 h 2888597"/>
              <a:gd name="connsiteX52" fmla="*/ 1049482 w 4114416"/>
              <a:gd name="connsiteY52" fmla="*/ 2040467 h 2888597"/>
              <a:gd name="connsiteX53" fmla="*/ 1074882 w 4114416"/>
              <a:gd name="connsiteY53" fmla="*/ 2108200 h 2888597"/>
              <a:gd name="connsiteX54" fmla="*/ 1105586 w 4114416"/>
              <a:gd name="connsiteY54" fmla="*/ 2165034 h 2888597"/>
              <a:gd name="connsiteX55" fmla="*/ 1117344 w 4114416"/>
              <a:gd name="connsiteY55" fmla="*/ 2220675 h 2888597"/>
              <a:gd name="connsiteX56" fmla="*/ 1134149 w 4114416"/>
              <a:gd name="connsiteY56" fmla="*/ 2108200 h 2888597"/>
              <a:gd name="connsiteX57" fmla="*/ 1184949 w 4114416"/>
              <a:gd name="connsiteY57" fmla="*/ 1989667 h 2888597"/>
              <a:gd name="connsiteX58" fmla="*/ 1221851 w 4114416"/>
              <a:gd name="connsiteY58" fmla="*/ 1898967 h 2888597"/>
              <a:gd name="connsiteX59" fmla="*/ 1244216 w 4114416"/>
              <a:gd name="connsiteY59" fmla="*/ 2167467 h 2888597"/>
              <a:gd name="connsiteX60" fmla="*/ 1261149 w 4114416"/>
              <a:gd name="connsiteY60" fmla="*/ 2082800 h 2888597"/>
              <a:gd name="connsiteX61" fmla="*/ 1269616 w 4114416"/>
              <a:gd name="connsiteY61" fmla="*/ 2015067 h 2888597"/>
              <a:gd name="connsiteX62" fmla="*/ 1311949 w 4114416"/>
              <a:gd name="connsiteY62" fmla="*/ 1854200 h 2888597"/>
              <a:gd name="connsiteX63" fmla="*/ 1320416 w 4114416"/>
              <a:gd name="connsiteY63" fmla="*/ 1803400 h 2888597"/>
              <a:gd name="connsiteX64" fmla="*/ 1345816 w 4114416"/>
              <a:gd name="connsiteY64" fmla="*/ 1701800 h 2888597"/>
              <a:gd name="connsiteX65" fmla="*/ 1379682 w 4114416"/>
              <a:gd name="connsiteY65" fmla="*/ 1744134 h 2888597"/>
              <a:gd name="connsiteX66" fmla="*/ 1422016 w 4114416"/>
              <a:gd name="connsiteY66" fmla="*/ 1879600 h 2888597"/>
              <a:gd name="connsiteX67" fmla="*/ 1455882 w 4114416"/>
              <a:gd name="connsiteY67" fmla="*/ 1947334 h 2888597"/>
              <a:gd name="connsiteX68" fmla="*/ 1472816 w 4114416"/>
              <a:gd name="connsiteY68" fmla="*/ 1938867 h 2888597"/>
              <a:gd name="connsiteX69" fmla="*/ 1515149 w 4114416"/>
              <a:gd name="connsiteY69" fmla="*/ 1803400 h 2888597"/>
              <a:gd name="connsiteX70" fmla="*/ 1574416 w 4114416"/>
              <a:gd name="connsiteY70" fmla="*/ 1651000 h 2888597"/>
              <a:gd name="connsiteX71" fmla="*/ 1582882 w 4114416"/>
              <a:gd name="connsiteY71" fmla="*/ 1591734 h 2888597"/>
              <a:gd name="connsiteX72" fmla="*/ 1608410 w 4114416"/>
              <a:gd name="connsiteY72" fmla="*/ 1462351 h 2888597"/>
              <a:gd name="connsiteX73" fmla="*/ 1633682 w 4114416"/>
              <a:gd name="connsiteY73" fmla="*/ 1524000 h 2888597"/>
              <a:gd name="connsiteX74" fmla="*/ 1659082 w 4114416"/>
              <a:gd name="connsiteY74" fmla="*/ 1490134 h 2888597"/>
              <a:gd name="connsiteX75" fmla="*/ 1684482 w 4114416"/>
              <a:gd name="connsiteY75" fmla="*/ 1388534 h 2888597"/>
              <a:gd name="connsiteX76" fmla="*/ 1732631 w 4114416"/>
              <a:gd name="connsiteY76" fmla="*/ 1294184 h 2888597"/>
              <a:gd name="connsiteX77" fmla="*/ 1794549 w 4114416"/>
              <a:gd name="connsiteY77" fmla="*/ 1176867 h 2888597"/>
              <a:gd name="connsiteX78" fmla="*/ 1831067 w 4114416"/>
              <a:gd name="connsiteY78" fmla="*/ 1238516 h 2888597"/>
              <a:gd name="connsiteX79" fmla="*/ 1853688 w 4114416"/>
              <a:gd name="connsiteY79" fmla="*/ 1323159 h 2888597"/>
              <a:gd name="connsiteX80" fmla="*/ 1902786 w 4114416"/>
              <a:gd name="connsiteY80" fmla="*/ 1064504 h 2888597"/>
              <a:gd name="connsiteX81" fmla="*/ 1938482 w 4114416"/>
              <a:gd name="connsiteY81" fmla="*/ 1600200 h 2888597"/>
              <a:gd name="connsiteX82" fmla="*/ 1978163 w 4114416"/>
              <a:gd name="connsiteY82" fmla="*/ 1762259 h 2888597"/>
              <a:gd name="connsiteX83" fmla="*/ 2006216 w 4114416"/>
              <a:gd name="connsiteY83" fmla="*/ 1498600 h 2888597"/>
              <a:gd name="connsiteX84" fmla="*/ 2023149 w 4114416"/>
              <a:gd name="connsiteY84" fmla="*/ 1464734 h 2888597"/>
              <a:gd name="connsiteX85" fmla="*/ 2031616 w 4114416"/>
              <a:gd name="connsiteY85" fmla="*/ 1439334 h 2888597"/>
              <a:gd name="connsiteX86" fmla="*/ 2067707 w 4114416"/>
              <a:gd name="connsiteY86" fmla="*/ 1908377 h 2888597"/>
              <a:gd name="connsiteX87" fmla="*/ 2082416 w 4114416"/>
              <a:gd name="connsiteY87" fmla="*/ 2032000 h 2888597"/>
              <a:gd name="connsiteX88" fmla="*/ 2090882 w 4114416"/>
              <a:gd name="connsiteY88" fmla="*/ 2150534 h 2888597"/>
              <a:gd name="connsiteX89" fmla="*/ 2099349 w 4114416"/>
              <a:gd name="connsiteY89" fmla="*/ 2489200 h 2888597"/>
              <a:gd name="connsiteX90" fmla="*/ 2133216 w 4114416"/>
              <a:gd name="connsiteY90" fmla="*/ 2421467 h 2888597"/>
              <a:gd name="connsiteX91" fmla="*/ 2175549 w 4114416"/>
              <a:gd name="connsiteY91" fmla="*/ 2319867 h 2888597"/>
              <a:gd name="connsiteX92" fmla="*/ 2192611 w 4114416"/>
              <a:gd name="connsiteY92" fmla="*/ 2271500 h 2888597"/>
              <a:gd name="connsiteX93" fmla="*/ 2212579 w 4114416"/>
              <a:gd name="connsiteY93" fmla="*/ 2206201 h 2888597"/>
              <a:gd name="connsiteX94" fmla="*/ 2251749 w 4114416"/>
              <a:gd name="connsiteY94" fmla="*/ 2514600 h 2888597"/>
              <a:gd name="connsiteX95" fmla="*/ 2277149 w 4114416"/>
              <a:gd name="connsiteY95" fmla="*/ 2565400 h 2888597"/>
              <a:gd name="connsiteX96" fmla="*/ 2285616 w 4114416"/>
              <a:gd name="connsiteY96" fmla="*/ 2489200 h 2888597"/>
              <a:gd name="connsiteX97" fmla="*/ 2302549 w 4114416"/>
              <a:gd name="connsiteY97" fmla="*/ 2421467 h 2888597"/>
              <a:gd name="connsiteX98" fmla="*/ 2311016 w 4114416"/>
              <a:gd name="connsiteY98" fmla="*/ 1718734 h 2888597"/>
              <a:gd name="connsiteX99" fmla="*/ 2336416 w 4114416"/>
              <a:gd name="connsiteY99" fmla="*/ 1811867 h 2888597"/>
              <a:gd name="connsiteX100" fmla="*/ 2361816 w 4114416"/>
              <a:gd name="connsiteY100" fmla="*/ 1871134 h 2888597"/>
              <a:gd name="connsiteX101" fmla="*/ 2395682 w 4114416"/>
              <a:gd name="connsiteY101" fmla="*/ 1972734 h 2888597"/>
              <a:gd name="connsiteX102" fmla="*/ 2404149 w 4114416"/>
              <a:gd name="connsiteY102" fmla="*/ 1574800 h 2888597"/>
              <a:gd name="connsiteX103" fmla="*/ 2429549 w 4114416"/>
              <a:gd name="connsiteY103" fmla="*/ 1236134 h 2888597"/>
              <a:gd name="connsiteX104" fmla="*/ 2446482 w 4114416"/>
              <a:gd name="connsiteY104" fmla="*/ 1092200 h 2888597"/>
              <a:gd name="connsiteX105" fmla="*/ 2454949 w 4114416"/>
              <a:gd name="connsiteY105" fmla="*/ 1066800 h 2888597"/>
              <a:gd name="connsiteX106" fmla="*/ 2463416 w 4114416"/>
              <a:gd name="connsiteY106" fmla="*/ 1092200 h 2888597"/>
              <a:gd name="connsiteX107" fmla="*/ 2488816 w 4114416"/>
              <a:gd name="connsiteY107" fmla="*/ 1227667 h 2888597"/>
              <a:gd name="connsiteX108" fmla="*/ 2514216 w 4114416"/>
              <a:gd name="connsiteY108" fmla="*/ 753534 h 2888597"/>
              <a:gd name="connsiteX109" fmla="*/ 2531149 w 4114416"/>
              <a:gd name="connsiteY109" fmla="*/ 685800 h 2888597"/>
              <a:gd name="connsiteX110" fmla="*/ 2539616 w 4114416"/>
              <a:gd name="connsiteY110" fmla="*/ 609600 h 2888597"/>
              <a:gd name="connsiteX111" fmla="*/ 2548082 w 4114416"/>
              <a:gd name="connsiteY111" fmla="*/ 558800 h 2888597"/>
              <a:gd name="connsiteX112" fmla="*/ 2565016 w 4114416"/>
              <a:gd name="connsiteY112" fmla="*/ 584200 h 2888597"/>
              <a:gd name="connsiteX113" fmla="*/ 2573482 w 4114416"/>
              <a:gd name="connsiteY113" fmla="*/ 778934 h 2888597"/>
              <a:gd name="connsiteX114" fmla="*/ 2615816 w 4114416"/>
              <a:gd name="connsiteY114" fmla="*/ 914400 h 2888597"/>
              <a:gd name="connsiteX115" fmla="*/ 2632749 w 4114416"/>
              <a:gd name="connsiteY115" fmla="*/ 973667 h 2888597"/>
              <a:gd name="connsiteX116" fmla="*/ 2649682 w 4114416"/>
              <a:gd name="connsiteY116" fmla="*/ 812800 h 2888597"/>
              <a:gd name="connsiteX117" fmla="*/ 2666616 w 4114416"/>
              <a:gd name="connsiteY117" fmla="*/ 694267 h 2888597"/>
              <a:gd name="connsiteX118" fmla="*/ 2692016 w 4114416"/>
              <a:gd name="connsiteY118" fmla="*/ 558800 h 2888597"/>
              <a:gd name="connsiteX119" fmla="*/ 2717416 w 4114416"/>
              <a:gd name="connsiteY119" fmla="*/ 321734 h 2888597"/>
              <a:gd name="connsiteX120" fmla="*/ 2734349 w 4114416"/>
              <a:gd name="connsiteY120" fmla="*/ 1058334 h 2888597"/>
              <a:gd name="connsiteX121" fmla="*/ 2760746 w 4114416"/>
              <a:gd name="connsiteY121" fmla="*/ 1023969 h 2888597"/>
              <a:gd name="connsiteX122" fmla="*/ 2810549 w 4114416"/>
              <a:gd name="connsiteY122" fmla="*/ 905934 h 2888597"/>
              <a:gd name="connsiteX123" fmla="*/ 2844416 w 4114416"/>
              <a:gd name="connsiteY123" fmla="*/ 855134 h 2888597"/>
              <a:gd name="connsiteX124" fmla="*/ 2869816 w 4114416"/>
              <a:gd name="connsiteY124" fmla="*/ 1422400 h 2888597"/>
              <a:gd name="connsiteX125" fmla="*/ 2878282 w 4114416"/>
              <a:gd name="connsiteY125" fmla="*/ 1388534 h 2888597"/>
              <a:gd name="connsiteX126" fmla="*/ 2895216 w 4114416"/>
              <a:gd name="connsiteY126" fmla="*/ 1363134 h 2888597"/>
              <a:gd name="connsiteX127" fmla="*/ 2920616 w 4114416"/>
              <a:gd name="connsiteY127" fmla="*/ 1278467 h 2888597"/>
              <a:gd name="connsiteX128" fmla="*/ 2937549 w 4114416"/>
              <a:gd name="connsiteY128" fmla="*/ 1320800 h 2888597"/>
              <a:gd name="connsiteX129" fmla="*/ 2954482 w 4114416"/>
              <a:gd name="connsiteY129" fmla="*/ 1388534 h 2888597"/>
              <a:gd name="connsiteX130" fmla="*/ 2971416 w 4114416"/>
              <a:gd name="connsiteY130" fmla="*/ 1422400 h 2888597"/>
              <a:gd name="connsiteX131" fmla="*/ 3013749 w 4114416"/>
              <a:gd name="connsiteY131" fmla="*/ 1540934 h 2888597"/>
              <a:gd name="connsiteX132" fmla="*/ 3015578 w 4114416"/>
              <a:gd name="connsiteY132" fmla="*/ 1905393 h 2888597"/>
              <a:gd name="connsiteX133" fmla="*/ 3064549 w 4114416"/>
              <a:gd name="connsiteY133" fmla="*/ 1718734 h 2888597"/>
              <a:gd name="connsiteX134" fmla="*/ 3089949 w 4114416"/>
              <a:gd name="connsiteY134" fmla="*/ 1761067 h 2888597"/>
              <a:gd name="connsiteX135" fmla="*/ 3118129 w 4114416"/>
              <a:gd name="connsiteY135" fmla="*/ 1909842 h 2888597"/>
              <a:gd name="connsiteX136" fmla="*/ 3140749 w 4114416"/>
              <a:gd name="connsiteY136" fmla="*/ 1769534 h 2888597"/>
              <a:gd name="connsiteX137" fmla="*/ 3157682 w 4114416"/>
              <a:gd name="connsiteY137" fmla="*/ 1710267 h 2888597"/>
              <a:gd name="connsiteX138" fmla="*/ 3166149 w 4114416"/>
              <a:gd name="connsiteY138" fmla="*/ 1684867 h 2888597"/>
              <a:gd name="connsiteX139" fmla="*/ 3191549 w 4114416"/>
              <a:gd name="connsiteY139" fmla="*/ 1676400 h 2888597"/>
              <a:gd name="connsiteX140" fmla="*/ 3200016 w 4114416"/>
              <a:gd name="connsiteY140" fmla="*/ 2006600 h 2888597"/>
              <a:gd name="connsiteX141" fmla="*/ 3208482 w 4114416"/>
              <a:gd name="connsiteY141" fmla="*/ 2048934 h 2888597"/>
              <a:gd name="connsiteX142" fmla="*/ 3216949 w 4114416"/>
              <a:gd name="connsiteY142" fmla="*/ 2099734 h 2888597"/>
              <a:gd name="connsiteX143" fmla="*/ 3233882 w 4114416"/>
              <a:gd name="connsiteY143" fmla="*/ 2048934 h 2888597"/>
              <a:gd name="connsiteX144" fmla="*/ 3242349 w 4114416"/>
              <a:gd name="connsiteY144" fmla="*/ 1998134 h 2888597"/>
              <a:gd name="connsiteX145" fmla="*/ 3276216 w 4114416"/>
              <a:gd name="connsiteY145" fmla="*/ 2353734 h 2888597"/>
              <a:gd name="connsiteX146" fmla="*/ 3278960 w 4114416"/>
              <a:gd name="connsiteY146" fmla="*/ 2387600 h 2888597"/>
              <a:gd name="connsiteX147" fmla="*/ 3272323 w 4114416"/>
              <a:gd name="connsiteY147" fmla="*/ 2497667 h 2888597"/>
              <a:gd name="connsiteX148" fmla="*/ 3296810 w 4114416"/>
              <a:gd name="connsiteY148" fmla="*/ 2540952 h 2888597"/>
              <a:gd name="connsiteX149" fmla="*/ 3321294 w 4114416"/>
              <a:gd name="connsiteY149" fmla="*/ 2335554 h 2888597"/>
              <a:gd name="connsiteX150" fmla="*/ 3331591 w 4114416"/>
              <a:gd name="connsiteY150" fmla="*/ 2723509 h 2888597"/>
              <a:gd name="connsiteX151" fmla="*/ 3411682 w 4114416"/>
              <a:gd name="connsiteY151" fmla="*/ 2810934 h 2888597"/>
              <a:gd name="connsiteX152" fmla="*/ 3437082 w 4114416"/>
              <a:gd name="connsiteY152" fmla="*/ 2870200 h 2888597"/>
              <a:gd name="connsiteX153" fmla="*/ 3452170 w 4114416"/>
              <a:gd name="connsiteY153" fmla="*/ 2345696 h 2888597"/>
              <a:gd name="connsiteX154" fmla="*/ 3462482 w 4114416"/>
              <a:gd name="connsiteY154" fmla="*/ 1828800 h 2888597"/>
              <a:gd name="connsiteX155" fmla="*/ 3461984 w 4114416"/>
              <a:gd name="connsiteY155" fmla="*/ 2090271 h 2888597"/>
              <a:gd name="connsiteX156" fmla="*/ 3487882 w 4114416"/>
              <a:gd name="connsiteY156" fmla="*/ 1735667 h 2888597"/>
              <a:gd name="connsiteX157" fmla="*/ 3513282 w 4114416"/>
              <a:gd name="connsiteY157" fmla="*/ 1651000 h 2888597"/>
              <a:gd name="connsiteX158" fmla="*/ 3521749 w 4114416"/>
              <a:gd name="connsiteY158" fmla="*/ 1701800 h 2888597"/>
              <a:gd name="connsiteX159" fmla="*/ 3525733 w 4114416"/>
              <a:gd name="connsiteY159" fmla="*/ 1875118 h 2888597"/>
              <a:gd name="connsiteX160" fmla="*/ 3547149 w 4114416"/>
              <a:gd name="connsiteY160" fmla="*/ 1752600 h 2888597"/>
              <a:gd name="connsiteX161" fmla="*/ 3532962 w 4114416"/>
              <a:gd name="connsiteY161" fmla="*/ 1504968 h 2888597"/>
              <a:gd name="connsiteX162" fmla="*/ 3597949 w 4114416"/>
              <a:gd name="connsiteY162" fmla="*/ 1608667 h 2888597"/>
              <a:gd name="connsiteX163" fmla="*/ 3614882 w 4114416"/>
              <a:gd name="connsiteY163" fmla="*/ 1566334 h 2888597"/>
              <a:gd name="connsiteX164" fmla="*/ 3664768 w 4114416"/>
              <a:gd name="connsiteY164" fmla="*/ 1775538 h 2888597"/>
              <a:gd name="connsiteX165" fmla="*/ 3661200 w 4114416"/>
              <a:gd name="connsiteY165" fmla="*/ 1373094 h 2888597"/>
              <a:gd name="connsiteX166" fmla="*/ 3682616 w 4114416"/>
              <a:gd name="connsiteY166" fmla="*/ 1363134 h 2888597"/>
              <a:gd name="connsiteX167" fmla="*/ 3699549 w 4114416"/>
              <a:gd name="connsiteY167" fmla="*/ 1320800 h 2888597"/>
              <a:gd name="connsiteX168" fmla="*/ 3717224 w 4114416"/>
              <a:gd name="connsiteY168" fmla="*/ 973015 h 2888597"/>
              <a:gd name="connsiteX169" fmla="*/ 3741882 w 4114416"/>
              <a:gd name="connsiteY169" fmla="*/ 1227667 h 2888597"/>
              <a:gd name="connsiteX170" fmla="*/ 3750349 w 4114416"/>
              <a:gd name="connsiteY170" fmla="*/ 1176867 h 2888597"/>
              <a:gd name="connsiteX171" fmla="*/ 3767282 w 4114416"/>
              <a:gd name="connsiteY171" fmla="*/ 1126067 h 2888597"/>
              <a:gd name="connsiteX172" fmla="*/ 3775749 w 4114416"/>
              <a:gd name="connsiteY172" fmla="*/ 1058334 h 2888597"/>
              <a:gd name="connsiteX173" fmla="*/ 3784216 w 4114416"/>
              <a:gd name="connsiteY173" fmla="*/ 1270000 h 2888597"/>
              <a:gd name="connsiteX174" fmla="*/ 3813064 w 4114416"/>
              <a:gd name="connsiteY174" fmla="*/ 678606 h 2888597"/>
              <a:gd name="connsiteX175" fmla="*/ 3818082 w 4114416"/>
              <a:gd name="connsiteY175" fmla="*/ 558800 h 2888597"/>
              <a:gd name="connsiteX176" fmla="*/ 3835016 w 4114416"/>
              <a:gd name="connsiteY176" fmla="*/ 482600 h 2888597"/>
              <a:gd name="connsiteX177" fmla="*/ 3843482 w 4114416"/>
              <a:gd name="connsiteY177" fmla="*/ 533400 h 2888597"/>
              <a:gd name="connsiteX178" fmla="*/ 3860416 w 4114416"/>
              <a:gd name="connsiteY178" fmla="*/ 660400 h 2888597"/>
              <a:gd name="connsiteX179" fmla="*/ 3868882 w 4114416"/>
              <a:gd name="connsiteY179" fmla="*/ 702734 h 2888597"/>
              <a:gd name="connsiteX180" fmla="*/ 3885816 w 4114416"/>
              <a:gd name="connsiteY180" fmla="*/ 736600 h 2888597"/>
              <a:gd name="connsiteX181" fmla="*/ 3902749 w 4114416"/>
              <a:gd name="connsiteY181" fmla="*/ 702734 h 2888597"/>
              <a:gd name="connsiteX182" fmla="*/ 3962016 w 4114416"/>
              <a:gd name="connsiteY182" fmla="*/ 482600 h 2888597"/>
              <a:gd name="connsiteX183" fmla="*/ 3978949 w 4114416"/>
              <a:gd name="connsiteY183" fmla="*/ 457200 h 2888597"/>
              <a:gd name="connsiteX184" fmla="*/ 4004349 w 4114416"/>
              <a:gd name="connsiteY184" fmla="*/ 177800 h 2888597"/>
              <a:gd name="connsiteX185" fmla="*/ 4029749 w 4114416"/>
              <a:gd name="connsiteY185" fmla="*/ 135467 h 2888597"/>
              <a:gd name="connsiteX186" fmla="*/ 4038216 w 4114416"/>
              <a:gd name="connsiteY186" fmla="*/ 101600 h 2888597"/>
              <a:gd name="connsiteX187" fmla="*/ 4046682 w 4114416"/>
              <a:gd name="connsiteY187" fmla="*/ 76200 h 2888597"/>
              <a:gd name="connsiteX188" fmla="*/ 4055149 w 4114416"/>
              <a:gd name="connsiteY188" fmla="*/ 110067 h 2888597"/>
              <a:gd name="connsiteX189" fmla="*/ 4072082 w 4114416"/>
              <a:gd name="connsiteY189" fmla="*/ 160867 h 2888597"/>
              <a:gd name="connsiteX190" fmla="*/ 4114416 w 4114416"/>
              <a:gd name="connsiteY190" fmla="*/ 0 h 2888597"/>
              <a:gd name="connsiteX0" fmla="*/ 0 w 4114416"/>
              <a:gd name="connsiteY0" fmla="*/ 735359 h 2888597"/>
              <a:gd name="connsiteX1" fmla="*/ 22363 w 4114416"/>
              <a:gd name="connsiteY1" fmla="*/ 647092 h 2888597"/>
              <a:gd name="connsiteX2" fmla="*/ 53451 w 4114416"/>
              <a:gd name="connsiteY2" fmla="*/ 567267 h 2888597"/>
              <a:gd name="connsiteX3" fmla="*/ 61790 w 4114416"/>
              <a:gd name="connsiteY3" fmla="*/ 828517 h 2888597"/>
              <a:gd name="connsiteX4" fmla="*/ 57549 w 4114416"/>
              <a:gd name="connsiteY4" fmla="*/ 1083293 h 2888597"/>
              <a:gd name="connsiteX5" fmla="*/ 55282 w 4114416"/>
              <a:gd name="connsiteY5" fmla="*/ 1212385 h 2888597"/>
              <a:gd name="connsiteX6" fmla="*/ 69873 w 4114416"/>
              <a:gd name="connsiteY6" fmla="*/ 1401791 h 2888597"/>
              <a:gd name="connsiteX7" fmla="*/ 112335 w 4114416"/>
              <a:gd name="connsiteY7" fmla="*/ 1209517 h 2888597"/>
              <a:gd name="connsiteX8" fmla="*/ 135082 w 4114416"/>
              <a:gd name="connsiteY8" fmla="*/ 1100667 h 2888597"/>
              <a:gd name="connsiteX9" fmla="*/ 168949 w 4114416"/>
              <a:gd name="connsiteY9" fmla="*/ 999067 h 2888597"/>
              <a:gd name="connsiteX10" fmla="*/ 185882 w 4114416"/>
              <a:gd name="connsiteY10" fmla="*/ 948267 h 2888597"/>
              <a:gd name="connsiteX11" fmla="*/ 202816 w 4114416"/>
              <a:gd name="connsiteY11" fmla="*/ 1134534 h 2888597"/>
              <a:gd name="connsiteX12" fmla="*/ 219749 w 4114416"/>
              <a:gd name="connsiteY12" fmla="*/ 1464734 h 2888597"/>
              <a:gd name="connsiteX13" fmla="*/ 279016 w 4114416"/>
              <a:gd name="connsiteY13" fmla="*/ 1363134 h 2888597"/>
              <a:gd name="connsiteX14" fmla="*/ 304416 w 4114416"/>
              <a:gd name="connsiteY14" fmla="*/ 1371600 h 2888597"/>
              <a:gd name="connsiteX15" fmla="*/ 312882 w 4114416"/>
              <a:gd name="connsiteY15" fmla="*/ 2243667 h 2888597"/>
              <a:gd name="connsiteX16" fmla="*/ 338282 w 4114416"/>
              <a:gd name="connsiteY16" fmla="*/ 2201334 h 2888597"/>
              <a:gd name="connsiteX17" fmla="*/ 346749 w 4114416"/>
              <a:gd name="connsiteY17" fmla="*/ 2150534 h 2888597"/>
              <a:gd name="connsiteX18" fmla="*/ 371651 w 4114416"/>
              <a:gd name="connsiteY18" fmla="*/ 2376146 h 2888597"/>
              <a:gd name="connsiteX19" fmla="*/ 389082 w 4114416"/>
              <a:gd name="connsiteY19" fmla="*/ 2082800 h 2888597"/>
              <a:gd name="connsiteX20" fmla="*/ 414981 w 4114416"/>
              <a:gd name="connsiteY20" fmla="*/ 1792444 h 2888597"/>
              <a:gd name="connsiteX21" fmla="*/ 422949 w 4114416"/>
              <a:gd name="connsiteY21" fmla="*/ 2032000 h 2888597"/>
              <a:gd name="connsiteX22" fmla="*/ 453908 w 4114416"/>
              <a:gd name="connsiteY22" fmla="*/ 1990884 h 2888597"/>
              <a:gd name="connsiteX23" fmla="*/ 465282 w 4114416"/>
              <a:gd name="connsiteY23" fmla="*/ 1752600 h 2888597"/>
              <a:gd name="connsiteX24" fmla="*/ 490682 w 4114416"/>
              <a:gd name="connsiteY24" fmla="*/ 1651000 h 2888597"/>
              <a:gd name="connsiteX25" fmla="*/ 516082 w 4114416"/>
              <a:gd name="connsiteY25" fmla="*/ 1710267 h 2888597"/>
              <a:gd name="connsiteX26" fmla="*/ 524549 w 4114416"/>
              <a:gd name="connsiteY26" fmla="*/ 1851666 h 2888597"/>
              <a:gd name="connsiteX27" fmla="*/ 558416 w 4114416"/>
              <a:gd name="connsiteY27" fmla="*/ 1820334 h 2888597"/>
              <a:gd name="connsiteX28" fmla="*/ 583816 w 4114416"/>
              <a:gd name="connsiteY28" fmla="*/ 1938867 h 2888597"/>
              <a:gd name="connsiteX29" fmla="*/ 600749 w 4114416"/>
              <a:gd name="connsiteY29" fmla="*/ 1998134 h 2888597"/>
              <a:gd name="connsiteX30" fmla="*/ 643082 w 4114416"/>
              <a:gd name="connsiteY30" fmla="*/ 1786467 h 2888597"/>
              <a:gd name="connsiteX31" fmla="*/ 668482 w 4114416"/>
              <a:gd name="connsiteY31" fmla="*/ 1718734 h 2888597"/>
              <a:gd name="connsiteX32" fmla="*/ 685416 w 4114416"/>
              <a:gd name="connsiteY32" fmla="*/ 1617134 h 2888597"/>
              <a:gd name="connsiteX33" fmla="*/ 702349 w 4114416"/>
              <a:gd name="connsiteY33" fmla="*/ 1557867 h 2888597"/>
              <a:gd name="connsiteX34" fmla="*/ 710816 w 4114416"/>
              <a:gd name="connsiteY34" fmla="*/ 1524000 h 2888597"/>
              <a:gd name="connsiteX35" fmla="*/ 727749 w 4114416"/>
              <a:gd name="connsiteY35" fmla="*/ 1312334 h 2888597"/>
              <a:gd name="connsiteX36" fmla="*/ 744682 w 4114416"/>
              <a:gd name="connsiteY36" fmla="*/ 1380067 h 2888597"/>
              <a:gd name="connsiteX37" fmla="*/ 761616 w 4114416"/>
              <a:gd name="connsiteY37" fmla="*/ 1532467 h 2888597"/>
              <a:gd name="connsiteX38" fmla="*/ 778549 w 4114416"/>
              <a:gd name="connsiteY38" fmla="*/ 1566334 h 2888597"/>
              <a:gd name="connsiteX39" fmla="*/ 820882 w 4114416"/>
              <a:gd name="connsiteY39" fmla="*/ 1430867 h 2888597"/>
              <a:gd name="connsiteX40" fmla="*/ 854749 w 4114416"/>
              <a:gd name="connsiteY40" fmla="*/ 1388534 h 2888597"/>
              <a:gd name="connsiteX41" fmla="*/ 863216 w 4114416"/>
              <a:gd name="connsiteY41" fmla="*/ 1498600 h 2888597"/>
              <a:gd name="connsiteX42" fmla="*/ 888616 w 4114416"/>
              <a:gd name="connsiteY42" fmla="*/ 1811867 h 2888597"/>
              <a:gd name="connsiteX43" fmla="*/ 897082 w 4114416"/>
              <a:gd name="connsiteY43" fmla="*/ 1642534 h 2888597"/>
              <a:gd name="connsiteX44" fmla="*/ 930949 w 4114416"/>
              <a:gd name="connsiteY44" fmla="*/ 1557867 h 2888597"/>
              <a:gd name="connsiteX45" fmla="*/ 939416 w 4114416"/>
              <a:gd name="connsiteY45" fmla="*/ 2006600 h 2888597"/>
              <a:gd name="connsiteX46" fmla="*/ 964816 w 4114416"/>
              <a:gd name="connsiteY46" fmla="*/ 2116667 h 2888597"/>
              <a:gd name="connsiteX47" fmla="*/ 973282 w 4114416"/>
              <a:gd name="connsiteY47" fmla="*/ 1948424 h 2888597"/>
              <a:gd name="connsiteX48" fmla="*/ 990216 w 4114416"/>
              <a:gd name="connsiteY48" fmla="*/ 1794934 h 2888597"/>
              <a:gd name="connsiteX49" fmla="*/ 998682 w 4114416"/>
              <a:gd name="connsiteY49" fmla="*/ 1761067 h 2888597"/>
              <a:gd name="connsiteX50" fmla="*/ 1015616 w 4114416"/>
              <a:gd name="connsiteY50" fmla="*/ 1871134 h 2888597"/>
              <a:gd name="connsiteX51" fmla="*/ 1032549 w 4114416"/>
              <a:gd name="connsiteY51" fmla="*/ 1947334 h 2888597"/>
              <a:gd name="connsiteX52" fmla="*/ 1049482 w 4114416"/>
              <a:gd name="connsiteY52" fmla="*/ 2040467 h 2888597"/>
              <a:gd name="connsiteX53" fmla="*/ 1074882 w 4114416"/>
              <a:gd name="connsiteY53" fmla="*/ 2108200 h 2888597"/>
              <a:gd name="connsiteX54" fmla="*/ 1105586 w 4114416"/>
              <a:gd name="connsiteY54" fmla="*/ 2165034 h 2888597"/>
              <a:gd name="connsiteX55" fmla="*/ 1117344 w 4114416"/>
              <a:gd name="connsiteY55" fmla="*/ 2220675 h 2888597"/>
              <a:gd name="connsiteX56" fmla="*/ 1134149 w 4114416"/>
              <a:gd name="connsiteY56" fmla="*/ 2108200 h 2888597"/>
              <a:gd name="connsiteX57" fmla="*/ 1184949 w 4114416"/>
              <a:gd name="connsiteY57" fmla="*/ 1989667 h 2888597"/>
              <a:gd name="connsiteX58" fmla="*/ 1221851 w 4114416"/>
              <a:gd name="connsiteY58" fmla="*/ 1898967 h 2888597"/>
              <a:gd name="connsiteX59" fmla="*/ 1244216 w 4114416"/>
              <a:gd name="connsiteY59" fmla="*/ 2167467 h 2888597"/>
              <a:gd name="connsiteX60" fmla="*/ 1261149 w 4114416"/>
              <a:gd name="connsiteY60" fmla="*/ 2082800 h 2888597"/>
              <a:gd name="connsiteX61" fmla="*/ 1269616 w 4114416"/>
              <a:gd name="connsiteY61" fmla="*/ 2015067 h 2888597"/>
              <a:gd name="connsiteX62" fmla="*/ 1311949 w 4114416"/>
              <a:gd name="connsiteY62" fmla="*/ 1854200 h 2888597"/>
              <a:gd name="connsiteX63" fmla="*/ 1320416 w 4114416"/>
              <a:gd name="connsiteY63" fmla="*/ 1803400 h 2888597"/>
              <a:gd name="connsiteX64" fmla="*/ 1345816 w 4114416"/>
              <a:gd name="connsiteY64" fmla="*/ 1701800 h 2888597"/>
              <a:gd name="connsiteX65" fmla="*/ 1379682 w 4114416"/>
              <a:gd name="connsiteY65" fmla="*/ 1744134 h 2888597"/>
              <a:gd name="connsiteX66" fmla="*/ 1422016 w 4114416"/>
              <a:gd name="connsiteY66" fmla="*/ 1879600 h 2888597"/>
              <a:gd name="connsiteX67" fmla="*/ 1455882 w 4114416"/>
              <a:gd name="connsiteY67" fmla="*/ 1947334 h 2888597"/>
              <a:gd name="connsiteX68" fmla="*/ 1472816 w 4114416"/>
              <a:gd name="connsiteY68" fmla="*/ 1938867 h 2888597"/>
              <a:gd name="connsiteX69" fmla="*/ 1515149 w 4114416"/>
              <a:gd name="connsiteY69" fmla="*/ 1803400 h 2888597"/>
              <a:gd name="connsiteX70" fmla="*/ 1574416 w 4114416"/>
              <a:gd name="connsiteY70" fmla="*/ 1651000 h 2888597"/>
              <a:gd name="connsiteX71" fmla="*/ 1590434 w 4114416"/>
              <a:gd name="connsiteY71" fmla="*/ 1262092 h 2888597"/>
              <a:gd name="connsiteX72" fmla="*/ 1608410 w 4114416"/>
              <a:gd name="connsiteY72" fmla="*/ 1462351 h 2888597"/>
              <a:gd name="connsiteX73" fmla="*/ 1633682 w 4114416"/>
              <a:gd name="connsiteY73" fmla="*/ 1524000 h 2888597"/>
              <a:gd name="connsiteX74" fmla="*/ 1659082 w 4114416"/>
              <a:gd name="connsiteY74" fmla="*/ 1490134 h 2888597"/>
              <a:gd name="connsiteX75" fmla="*/ 1684482 w 4114416"/>
              <a:gd name="connsiteY75" fmla="*/ 1388534 h 2888597"/>
              <a:gd name="connsiteX76" fmla="*/ 1732631 w 4114416"/>
              <a:gd name="connsiteY76" fmla="*/ 1294184 h 2888597"/>
              <a:gd name="connsiteX77" fmla="*/ 1794549 w 4114416"/>
              <a:gd name="connsiteY77" fmla="*/ 1176867 h 2888597"/>
              <a:gd name="connsiteX78" fmla="*/ 1831067 w 4114416"/>
              <a:gd name="connsiteY78" fmla="*/ 1238516 h 2888597"/>
              <a:gd name="connsiteX79" fmla="*/ 1853688 w 4114416"/>
              <a:gd name="connsiteY79" fmla="*/ 1323159 h 2888597"/>
              <a:gd name="connsiteX80" fmla="*/ 1902786 w 4114416"/>
              <a:gd name="connsiteY80" fmla="*/ 1064504 h 2888597"/>
              <a:gd name="connsiteX81" fmla="*/ 1938482 w 4114416"/>
              <a:gd name="connsiteY81" fmla="*/ 1600200 h 2888597"/>
              <a:gd name="connsiteX82" fmla="*/ 1978163 w 4114416"/>
              <a:gd name="connsiteY82" fmla="*/ 1762259 h 2888597"/>
              <a:gd name="connsiteX83" fmla="*/ 2006216 w 4114416"/>
              <a:gd name="connsiteY83" fmla="*/ 1498600 h 2888597"/>
              <a:gd name="connsiteX84" fmla="*/ 2023149 w 4114416"/>
              <a:gd name="connsiteY84" fmla="*/ 1464734 h 2888597"/>
              <a:gd name="connsiteX85" fmla="*/ 2031616 w 4114416"/>
              <a:gd name="connsiteY85" fmla="*/ 1439334 h 2888597"/>
              <a:gd name="connsiteX86" fmla="*/ 2067707 w 4114416"/>
              <a:gd name="connsiteY86" fmla="*/ 1908377 h 2888597"/>
              <a:gd name="connsiteX87" fmla="*/ 2082416 w 4114416"/>
              <a:gd name="connsiteY87" fmla="*/ 2032000 h 2888597"/>
              <a:gd name="connsiteX88" fmla="*/ 2090882 w 4114416"/>
              <a:gd name="connsiteY88" fmla="*/ 2150534 h 2888597"/>
              <a:gd name="connsiteX89" fmla="*/ 2099349 w 4114416"/>
              <a:gd name="connsiteY89" fmla="*/ 2489200 h 2888597"/>
              <a:gd name="connsiteX90" fmla="*/ 2133216 w 4114416"/>
              <a:gd name="connsiteY90" fmla="*/ 2421467 h 2888597"/>
              <a:gd name="connsiteX91" fmla="*/ 2175549 w 4114416"/>
              <a:gd name="connsiteY91" fmla="*/ 2319867 h 2888597"/>
              <a:gd name="connsiteX92" fmla="*/ 2192611 w 4114416"/>
              <a:gd name="connsiteY92" fmla="*/ 2271500 h 2888597"/>
              <a:gd name="connsiteX93" fmla="*/ 2212579 w 4114416"/>
              <a:gd name="connsiteY93" fmla="*/ 2206201 h 2888597"/>
              <a:gd name="connsiteX94" fmla="*/ 2251749 w 4114416"/>
              <a:gd name="connsiteY94" fmla="*/ 2514600 h 2888597"/>
              <a:gd name="connsiteX95" fmla="*/ 2277149 w 4114416"/>
              <a:gd name="connsiteY95" fmla="*/ 2565400 h 2888597"/>
              <a:gd name="connsiteX96" fmla="*/ 2285616 w 4114416"/>
              <a:gd name="connsiteY96" fmla="*/ 2489200 h 2888597"/>
              <a:gd name="connsiteX97" fmla="*/ 2302549 w 4114416"/>
              <a:gd name="connsiteY97" fmla="*/ 2421467 h 2888597"/>
              <a:gd name="connsiteX98" fmla="*/ 2311016 w 4114416"/>
              <a:gd name="connsiteY98" fmla="*/ 1718734 h 2888597"/>
              <a:gd name="connsiteX99" fmla="*/ 2336416 w 4114416"/>
              <a:gd name="connsiteY99" fmla="*/ 1811867 h 2888597"/>
              <a:gd name="connsiteX100" fmla="*/ 2361816 w 4114416"/>
              <a:gd name="connsiteY100" fmla="*/ 1871134 h 2888597"/>
              <a:gd name="connsiteX101" fmla="*/ 2395682 w 4114416"/>
              <a:gd name="connsiteY101" fmla="*/ 1972734 h 2888597"/>
              <a:gd name="connsiteX102" fmla="*/ 2404149 w 4114416"/>
              <a:gd name="connsiteY102" fmla="*/ 1574800 h 2888597"/>
              <a:gd name="connsiteX103" fmla="*/ 2429549 w 4114416"/>
              <a:gd name="connsiteY103" fmla="*/ 1236134 h 2888597"/>
              <a:gd name="connsiteX104" fmla="*/ 2446482 w 4114416"/>
              <a:gd name="connsiteY104" fmla="*/ 1092200 h 2888597"/>
              <a:gd name="connsiteX105" fmla="*/ 2454949 w 4114416"/>
              <a:gd name="connsiteY105" fmla="*/ 1066800 h 2888597"/>
              <a:gd name="connsiteX106" fmla="*/ 2463416 w 4114416"/>
              <a:gd name="connsiteY106" fmla="*/ 1092200 h 2888597"/>
              <a:gd name="connsiteX107" fmla="*/ 2488816 w 4114416"/>
              <a:gd name="connsiteY107" fmla="*/ 1227667 h 2888597"/>
              <a:gd name="connsiteX108" fmla="*/ 2514216 w 4114416"/>
              <a:gd name="connsiteY108" fmla="*/ 753534 h 2888597"/>
              <a:gd name="connsiteX109" fmla="*/ 2531149 w 4114416"/>
              <a:gd name="connsiteY109" fmla="*/ 685800 h 2888597"/>
              <a:gd name="connsiteX110" fmla="*/ 2539616 w 4114416"/>
              <a:gd name="connsiteY110" fmla="*/ 609600 h 2888597"/>
              <a:gd name="connsiteX111" fmla="*/ 2548082 w 4114416"/>
              <a:gd name="connsiteY111" fmla="*/ 558800 h 2888597"/>
              <a:gd name="connsiteX112" fmla="*/ 2565016 w 4114416"/>
              <a:gd name="connsiteY112" fmla="*/ 584200 h 2888597"/>
              <a:gd name="connsiteX113" fmla="*/ 2573482 w 4114416"/>
              <a:gd name="connsiteY113" fmla="*/ 778934 h 2888597"/>
              <a:gd name="connsiteX114" fmla="*/ 2615816 w 4114416"/>
              <a:gd name="connsiteY114" fmla="*/ 914400 h 2888597"/>
              <a:gd name="connsiteX115" fmla="*/ 2632749 w 4114416"/>
              <a:gd name="connsiteY115" fmla="*/ 973667 h 2888597"/>
              <a:gd name="connsiteX116" fmla="*/ 2649682 w 4114416"/>
              <a:gd name="connsiteY116" fmla="*/ 812800 h 2888597"/>
              <a:gd name="connsiteX117" fmla="*/ 2666616 w 4114416"/>
              <a:gd name="connsiteY117" fmla="*/ 694267 h 2888597"/>
              <a:gd name="connsiteX118" fmla="*/ 2692016 w 4114416"/>
              <a:gd name="connsiteY118" fmla="*/ 558800 h 2888597"/>
              <a:gd name="connsiteX119" fmla="*/ 2717416 w 4114416"/>
              <a:gd name="connsiteY119" fmla="*/ 321734 h 2888597"/>
              <a:gd name="connsiteX120" fmla="*/ 2734349 w 4114416"/>
              <a:gd name="connsiteY120" fmla="*/ 1058334 h 2888597"/>
              <a:gd name="connsiteX121" fmla="*/ 2760746 w 4114416"/>
              <a:gd name="connsiteY121" fmla="*/ 1023969 h 2888597"/>
              <a:gd name="connsiteX122" fmla="*/ 2810549 w 4114416"/>
              <a:gd name="connsiteY122" fmla="*/ 905934 h 2888597"/>
              <a:gd name="connsiteX123" fmla="*/ 2844416 w 4114416"/>
              <a:gd name="connsiteY123" fmla="*/ 855134 h 2888597"/>
              <a:gd name="connsiteX124" fmla="*/ 2869816 w 4114416"/>
              <a:gd name="connsiteY124" fmla="*/ 1422400 h 2888597"/>
              <a:gd name="connsiteX125" fmla="*/ 2878282 w 4114416"/>
              <a:gd name="connsiteY125" fmla="*/ 1388534 h 2888597"/>
              <a:gd name="connsiteX126" fmla="*/ 2895216 w 4114416"/>
              <a:gd name="connsiteY126" fmla="*/ 1363134 h 2888597"/>
              <a:gd name="connsiteX127" fmla="*/ 2920616 w 4114416"/>
              <a:gd name="connsiteY127" fmla="*/ 1278467 h 2888597"/>
              <a:gd name="connsiteX128" fmla="*/ 2937549 w 4114416"/>
              <a:gd name="connsiteY128" fmla="*/ 1320800 h 2888597"/>
              <a:gd name="connsiteX129" fmla="*/ 2954482 w 4114416"/>
              <a:gd name="connsiteY129" fmla="*/ 1388534 h 2888597"/>
              <a:gd name="connsiteX130" fmla="*/ 2971416 w 4114416"/>
              <a:gd name="connsiteY130" fmla="*/ 1422400 h 2888597"/>
              <a:gd name="connsiteX131" fmla="*/ 3013749 w 4114416"/>
              <a:gd name="connsiteY131" fmla="*/ 1540934 h 2888597"/>
              <a:gd name="connsiteX132" fmla="*/ 3015578 w 4114416"/>
              <a:gd name="connsiteY132" fmla="*/ 1905393 h 2888597"/>
              <a:gd name="connsiteX133" fmla="*/ 3064549 w 4114416"/>
              <a:gd name="connsiteY133" fmla="*/ 1718734 h 2888597"/>
              <a:gd name="connsiteX134" fmla="*/ 3089949 w 4114416"/>
              <a:gd name="connsiteY134" fmla="*/ 1761067 h 2888597"/>
              <a:gd name="connsiteX135" fmla="*/ 3118129 w 4114416"/>
              <a:gd name="connsiteY135" fmla="*/ 1909842 h 2888597"/>
              <a:gd name="connsiteX136" fmla="*/ 3140749 w 4114416"/>
              <a:gd name="connsiteY136" fmla="*/ 1769534 h 2888597"/>
              <a:gd name="connsiteX137" fmla="*/ 3157682 w 4114416"/>
              <a:gd name="connsiteY137" fmla="*/ 1710267 h 2888597"/>
              <a:gd name="connsiteX138" fmla="*/ 3166149 w 4114416"/>
              <a:gd name="connsiteY138" fmla="*/ 1684867 h 2888597"/>
              <a:gd name="connsiteX139" fmla="*/ 3191549 w 4114416"/>
              <a:gd name="connsiteY139" fmla="*/ 1676400 h 2888597"/>
              <a:gd name="connsiteX140" fmla="*/ 3200016 w 4114416"/>
              <a:gd name="connsiteY140" fmla="*/ 2006600 h 2888597"/>
              <a:gd name="connsiteX141" fmla="*/ 3208482 w 4114416"/>
              <a:gd name="connsiteY141" fmla="*/ 2048934 h 2888597"/>
              <a:gd name="connsiteX142" fmla="*/ 3216949 w 4114416"/>
              <a:gd name="connsiteY142" fmla="*/ 2099734 h 2888597"/>
              <a:gd name="connsiteX143" fmla="*/ 3233882 w 4114416"/>
              <a:gd name="connsiteY143" fmla="*/ 2048934 h 2888597"/>
              <a:gd name="connsiteX144" fmla="*/ 3242349 w 4114416"/>
              <a:gd name="connsiteY144" fmla="*/ 1998134 h 2888597"/>
              <a:gd name="connsiteX145" fmla="*/ 3276216 w 4114416"/>
              <a:gd name="connsiteY145" fmla="*/ 2353734 h 2888597"/>
              <a:gd name="connsiteX146" fmla="*/ 3278960 w 4114416"/>
              <a:gd name="connsiteY146" fmla="*/ 2387600 h 2888597"/>
              <a:gd name="connsiteX147" fmla="*/ 3272323 w 4114416"/>
              <a:gd name="connsiteY147" fmla="*/ 2497667 h 2888597"/>
              <a:gd name="connsiteX148" fmla="*/ 3296810 w 4114416"/>
              <a:gd name="connsiteY148" fmla="*/ 2540952 h 2888597"/>
              <a:gd name="connsiteX149" fmla="*/ 3321294 w 4114416"/>
              <a:gd name="connsiteY149" fmla="*/ 2335554 h 2888597"/>
              <a:gd name="connsiteX150" fmla="*/ 3331591 w 4114416"/>
              <a:gd name="connsiteY150" fmla="*/ 2723509 h 2888597"/>
              <a:gd name="connsiteX151" fmla="*/ 3411682 w 4114416"/>
              <a:gd name="connsiteY151" fmla="*/ 2810934 h 2888597"/>
              <a:gd name="connsiteX152" fmla="*/ 3437082 w 4114416"/>
              <a:gd name="connsiteY152" fmla="*/ 2870200 h 2888597"/>
              <a:gd name="connsiteX153" fmla="*/ 3452170 w 4114416"/>
              <a:gd name="connsiteY153" fmla="*/ 2345696 h 2888597"/>
              <a:gd name="connsiteX154" fmla="*/ 3462482 w 4114416"/>
              <a:gd name="connsiteY154" fmla="*/ 1828800 h 2888597"/>
              <a:gd name="connsiteX155" fmla="*/ 3461984 w 4114416"/>
              <a:gd name="connsiteY155" fmla="*/ 2090271 h 2888597"/>
              <a:gd name="connsiteX156" fmla="*/ 3487882 w 4114416"/>
              <a:gd name="connsiteY156" fmla="*/ 1735667 h 2888597"/>
              <a:gd name="connsiteX157" fmla="*/ 3513282 w 4114416"/>
              <a:gd name="connsiteY157" fmla="*/ 1651000 h 2888597"/>
              <a:gd name="connsiteX158" fmla="*/ 3521749 w 4114416"/>
              <a:gd name="connsiteY158" fmla="*/ 1701800 h 2888597"/>
              <a:gd name="connsiteX159" fmla="*/ 3525733 w 4114416"/>
              <a:gd name="connsiteY159" fmla="*/ 1875118 h 2888597"/>
              <a:gd name="connsiteX160" fmla="*/ 3547149 w 4114416"/>
              <a:gd name="connsiteY160" fmla="*/ 1752600 h 2888597"/>
              <a:gd name="connsiteX161" fmla="*/ 3532962 w 4114416"/>
              <a:gd name="connsiteY161" fmla="*/ 1504968 h 2888597"/>
              <a:gd name="connsiteX162" fmla="*/ 3597949 w 4114416"/>
              <a:gd name="connsiteY162" fmla="*/ 1608667 h 2888597"/>
              <a:gd name="connsiteX163" fmla="*/ 3614882 w 4114416"/>
              <a:gd name="connsiteY163" fmla="*/ 1566334 h 2888597"/>
              <a:gd name="connsiteX164" fmla="*/ 3664768 w 4114416"/>
              <a:gd name="connsiteY164" fmla="*/ 1775538 h 2888597"/>
              <a:gd name="connsiteX165" fmla="*/ 3661200 w 4114416"/>
              <a:gd name="connsiteY165" fmla="*/ 1373094 h 2888597"/>
              <a:gd name="connsiteX166" fmla="*/ 3682616 w 4114416"/>
              <a:gd name="connsiteY166" fmla="*/ 1363134 h 2888597"/>
              <a:gd name="connsiteX167" fmla="*/ 3699549 w 4114416"/>
              <a:gd name="connsiteY167" fmla="*/ 1320800 h 2888597"/>
              <a:gd name="connsiteX168" fmla="*/ 3717224 w 4114416"/>
              <a:gd name="connsiteY168" fmla="*/ 973015 h 2888597"/>
              <a:gd name="connsiteX169" fmla="*/ 3741882 w 4114416"/>
              <a:gd name="connsiteY169" fmla="*/ 1227667 h 2888597"/>
              <a:gd name="connsiteX170" fmla="*/ 3750349 w 4114416"/>
              <a:gd name="connsiteY170" fmla="*/ 1176867 h 2888597"/>
              <a:gd name="connsiteX171" fmla="*/ 3767282 w 4114416"/>
              <a:gd name="connsiteY171" fmla="*/ 1126067 h 2888597"/>
              <a:gd name="connsiteX172" fmla="*/ 3775749 w 4114416"/>
              <a:gd name="connsiteY172" fmla="*/ 1058334 h 2888597"/>
              <a:gd name="connsiteX173" fmla="*/ 3784216 w 4114416"/>
              <a:gd name="connsiteY173" fmla="*/ 1270000 h 2888597"/>
              <a:gd name="connsiteX174" fmla="*/ 3813064 w 4114416"/>
              <a:gd name="connsiteY174" fmla="*/ 678606 h 2888597"/>
              <a:gd name="connsiteX175" fmla="*/ 3818082 w 4114416"/>
              <a:gd name="connsiteY175" fmla="*/ 558800 h 2888597"/>
              <a:gd name="connsiteX176" fmla="*/ 3835016 w 4114416"/>
              <a:gd name="connsiteY176" fmla="*/ 482600 h 2888597"/>
              <a:gd name="connsiteX177" fmla="*/ 3843482 w 4114416"/>
              <a:gd name="connsiteY177" fmla="*/ 533400 h 2888597"/>
              <a:gd name="connsiteX178" fmla="*/ 3860416 w 4114416"/>
              <a:gd name="connsiteY178" fmla="*/ 660400 h 2888597"/>
              <a:gd name="connsiteX179" fmla="*/ 3868882 w 4114416"/>
              <a:gd name="connsiteY179" fmla="*/ 702734 h 2888597"/>
              <a:gd name="connsiteX180" fmla="*/ 3885816 w 4114416"/>
              <a:gd name="connsiteY180" fmla="*/ 736600 h 2888597"/>
              <a:gd name="connsiteX181" fmla="*/ 3902749 w 4114416"/>
              <a:gd name="connsiteY181" fmla="*/ 702734 h 2888597"/>
              <a:gd name="connsiteX182" fmla="*/ 3962016 w 4114416"/>
              <a:gd name="connsiteY182" fmla="*/ 482600 h 2888597"/>
              <a:gd name="connsiteX183" fmla="*/ 3978949 w 4114416"/>
              <a:gd name="connsiteY183" fmla="*/ 457200 h 2888597"/>
              <a:gd name="connsiteX184" fmla="*/ 4004349 w 4114416"/>
              <a:gd name="connsiteY184" fmla="*/ 177800 h 2888597"/>
              <a:gd name="connsiteX185" fmla="*/ 4029749 w 4114416"/>
              <a:gd name="connsiteY185" fmla="*/ 135467 h 2888597"/>
              <a:gd name="connsiteX186" fmla="*/ 4038216 w 4114416"/>
              <a:gd name="connsiteY186" fmla="*/ 101600 h 2888597"/>
              <a:gd name="connsiteX187" fmla="*/ 4046682 w 4114416"/>
              <a:gd name="connsiteY187" fmla="*/ 76200 h 2888597"/>
              <a:gd name="connsiteX188" fmla="*/ 4055149 w 4114416"/>
              <a:gd name="connsiteY188" fmla="*/ 110067 h 2888597"/>
              <a:gd name="connsiteX189" fmla="*/ 4072082 w 4114416"/>
              <a:gd name="connsiteY189" fmla="*/ 160867 h 2888597"/>
              <a:gd name="connsiteX190" fmla="*/ 4114416 w 4114416"/>
              <a:gd name="connsiteY190" fmla="*/ 0 h 2888597"/>
              <a:gd name="connsiteX0" fmla="*/ 0 w 4114416"/>
              <a:gd name="connsiteY0" fmla="*/ 735359 h 2888597"/>
              <a:gd name="connsiteX1" fmla="*/ 22363 w 4114416"/>
              <a:gd name="connsiteY1" fmla="*/ 647092 h 2888597"/>
              <a:gd name="connsiteX2" fmla="*/ 53451 w 4114416"/>
              <a:gd name="connsiteY2" fmla="*/ 567267 h 2888597"/>
              <a:gd name="connsiteX3" fmla="*/ 61790 w 4114416"/>
              <a:gd name="connsiteY3" fmla="*/ 828517 h 2888597"/>
              <a:gd name="connsiteX4" fmla="*/ 57549 w 4114416"/>
              <a:gd name="connsiteY4" fmla="*/ 1083293 h 2888597"/>
              <a:gd name="connsiteX5" fmla="*/ 55282 w 4114416"/>
              <a:gd name="connsiteY5" fmla="*/ 1212385 h 2888597"/>
              <a:gd name="connsiteX6" fmla="*/ 69873 w 4114416"/>
              <a:gd name="connsiteY6" fmla="*/ 1401791 h 2888597"/>
              <a:gd name="connsiteX7" fmla="*/ 112335 w 4114416"/>
              <a:gd name="connsiteY7" fmla="*/ 1209517 h 2888597"/>
              <a:gd name="connsiteX8" fmla="*/ 135082 w 4114416"/>
              <a:gd name="connsiteY8" fmla="*/ 1100667 h 2888597"/>
              <a:gd name="connsiteX9" fmla="*/ 168949 w 4114416"/>
              <a:gd name="connsiteY9" fmla="*/ 999067 h 2888597"/>
              <a:gd name="connsiteX10" fmla="*/ 185882 w 4114416"/>
              <a:gd name="connsiteY10" fmla="*/ 948267 h 2888597"/>
              <a:gd name="connsiteX11" fmla="*/ 202816 w 4114416"/>
              <a:gd name="connsiteY11" fmla="*/ 1134534 h 2888597"/>
              <a:gd name="connsiteX12" fmla="*/ 219749 w 4114416"/>
              <a:gd name="connsiteY12" fmla="*/ 1464734 h 2888597"/>
              <a:gd name="connsiteX13" fmla="*/ 279016 w 4114416"/>
              <a:gd name="connsiteY13" fmla="*/ 1363134 h 2888597"/>
              <a:gd name="connsiteX14" fmla="*/ 304416 w 4114416"/>
              <a:gd name="connsiteY14" fmla="*/ 1371600 h 2888597"/>
              <a:gd name="connsiteX15" fmla="*/ 312882 w 4114416"/>
              <a:gd name="connsiteY15" fmla="*/ 2243667 h 2888597"/>
              <a:gd name="connsiteX16" fmla="*/ 338282 w 4114416"/>
              <a:gd name="connsiteY16" fmla="*/ 2201334 h 2888597"/>
              <a:gd name="connsiteX17" fmla="*/ 346749 w 4114416"/>
              <a:gd name="connsiteY17" fmla="*/ 2150534 h 2888597"/>
              <a:gd name="connsiteX18" fmla="*/ 371651 w 4114416"/>
              <a:gd name="connsiteY18" fmla="*/ 2376146 h 2888597"/>
              <a:gd name="connsiteX19" fmla="*/ 389082 w 4114416"/>
              <a:gd name="connsiteY19" fmla="*/ 2082800 h 2888597"/>
              <a:gd name="connsiteX20" fmla="*/ 414981 w 4114416"/>
              <a:gd name="connsiteY20" fmla="*/ 1792444 h 2888597"/>
              <a:gd name="connsiteX21" fmla="*/ 422949 w 4114416"/>
              <a:gd name="connsiteY21" fmla="*/ 2032000 h 2888597"/>
              <a:gd name="connsiteX22" fmla="*/ 453908 w 4114416"/>
              <a:gd name="connsiteY22" fmla="*/ 1990884 h 2888597"/>
              <a:gd name="connsiteX23" fmla="*/ 465282 w 4114416"/>
              <a:gd name="connsiteY23" fmla="*/ 1752600 h 2888597"/>
              <a:gd name="connsiteX24" fmla="*/ 490682 w 4114416"/>
              <a:gd name="connsiteY24" fmla="*/ 1651000 h 2888597"/>
              <a:gd name="connsiteX25" fmla="*/ 516082 w 4114416"/>
              <a:gd name="connsiteY25" fmla="*/ 1710267 h 2888597"/>
              <a:gd name="connsiteX26" fmla="*/ 524549 w 4114416"/>
              <a:gd name="connsiteY26" fmla="*/ 1851666 h 2888597"/>
              <a:gd name="connsiteX27" fmla="*/ 558416 w 4114416"/>
              <a:gd name="connsiteY27" fmla="*/ 1820334 h 2888597"/>
              <a:gd name="connsiteX28" fmla="*/ 583816 w 4114416"/>
              <a:gd name="connsiteY28" fmla="*/ 1938867 h 2888597"/>
              <a:gd name="connsiteX29" fmla="*/ 600749 w 4114416"/>
              <a:gd name="connsiteY29" fmla="*/ 1998134 h 2888597"/>
              <a:gd name="connsiteX30" fmla="*/ 643082 w 4114416"/>
              <a:gd name="connsiteY30" fmla="*/ 1786467 h 2888597"/>
              <a:gd name="connsiteX31" fmla="*/ 668482 w 4114416"/>
              <a:gd name="connsiteY31" fmla="*/ 1718734 h 2888597"/>
              <a:gd name="connsiteX32" fmla="*/ 685416 w 4114416"/>
              <a:gd name="connsiteY32" fmla="*/ 1617134 h 2888597"/>
              <a:gd name="connsiteX33" fmla="*/ 702349 w 4114416"/>
              <a:gd name="connsiteY33" fmla="*/ 1557867 h 2888597"/>
              <a:gd name="connsiteX34" fmla="*/ 710816 w 4114416"/>
              <a:gd name="connsiteY34" fmla="*/ 1524000 h 2888597"/>
              <a:gd name="connsiteX35" fmla="*/ 727749 w 4114416"/>
              <a:gd name="connsiteY35" fmla="*/ 1312334 h 2888597"/>
              <a:gd name="connsiteX36" fmla="*/ 744682 w 4114416"/>
              <a:gd name="connsiteY36" fmla="*/ 1380067 h 2888597"/>
              <a:gd name="connsiteX37" fmla="*/ 761616 w 4114416"/>
              <a:gd name="connsiteY37" fmla="*/ 1532467 h 2888597"/>
              <a:gd name="connsiteX38" fmla="*/ 778549 w 4114416"/>
              <a:gd name="connsiteY38" fmla="*/ 1566334 h 2888597"/>
              <a:gd name="connsiteX39" fmla="*/ 820882 w 4114416"/>
              <a:gd name="connsiteY39" fmla="*/ 1430867 h 2888597"/>
              <a:gd name="connsiteX40" fmla="*/ 854749 w 4114416"/>
              <a:gd name="connsiteY40" fmla="*/ 1388534 h 2888597"/>
              <a:gd name="connsiteX41" fmla="*/ 863216 w 4114416"/>
              <a:gd name="connsiteY41" fmla="*/ 1498600 h 2888597"/>
              <a:gd name="connsiteX42" fmla="*/ 888616 w 4114416"/>
              <a:gd name="connsiteY42" fmla="*/ 1811867 h 2888597"/>
              <a:gd name="connsiteX43" fmla="*/ 897082 w 4114416"/>
              <a:gd name="connsiteY43" fmla="*/ 1642534 h 2888597"/>
              <a:gd name="connsiteX44" fmla="*/ 930949 w 4114416"/>
              <a:gd name="connsiteY44" fmla="*/ 1557867 h 2888597"/>
              <a:gd name="connsiteX45" fmla="*/ 939416 w 4114416"/>
              <a:gd name="connsiteY45" fmla="*/ 2006600 h 2888597"/>
              <a:gd name="connsiteX46" fmla="*/ 964816 w 4114416"/>
              <a:gd name="connsiteY46" fmla="*/ 2116667 h 2888597"/>
              <a:gd name="connsiteX47" fmla="*/ 973282 w 4114416"/>
              <a:gd name="connsiteY47" fmla="*/ 1948424 h 2888597"/>
              <a:gd name="connsiteX48" fmla="*/ 990216 w 4114416"/>
              <a:gd name="connsiteY48" fmla="*/ 1794934 h 2888597"/>
              <a:gd name="connsiteX49" fmla="*/ 998682 w 4114416"/>
              <a:gd name="connsiteY49" fmla="*/ 1761067 h 2888597"/>
              <a:gd name="connsiteX50" fmla="*/ 1015616 w 4114416"/>
              <a:gd name="connsiteY50" fmla="*/ 1871134 h 2888597"/>
              <a:gd name="connsiteX51" fmla="*/ 1032549 w 4114416"/>
              <a:gd name="connsiteY51" fmla="*/ 1947334 h 2888597"/>
              <a:gd name="connsiteX52" fmla="*/ 1049482 w 4114416"/>
              <a:gd name="connsiteY52" fmla="*/ 2040467 h 2888597"/>
              <a:gd name="connsiteX53" fmla="*/ 1089985 w 4114416"/>
              <a:gd name="connsiteY53" fmla="*/ 2249475 h 2888597"/>
              <a:gd name="connsiteX54" fmla="*/ 1105586 w 4114416"/>
              <a:gd name="connsiteY54" fmla="*/ 2165034 h 2888597"/>
              <a:gd name="connsiteX55" fmla="*/ 1117344 w 4114416"/>
              <a:gd name="connsiteY55" fmla="*/ 2220675 h 2888597"/>
              <a:gd name="connsiteX56" fmla="*/ 1134149 w 4114416"/>
              <a:gd name="connsiteY56" fmla="*/ 2108200 h 2888597"/>
              <a:gd name="connsiteX57" fmla="*/ 1184949 w 4114416"/>
              <a:gd name="connsiteY57" fmla="*/ 1989667 h 2888597"/>
              <a:gd name="connsiteX58" fmla="*/ 1221851 w 4114416"/>
              <a:gd name="connsiteY58" fmla="*/ 1898967 h 2888597"/>
              <a:gd name="connsiteX59" fmla="*/ 1244216 w 4114416"/>
              <a:gd name="connsiteY59" fmla="*/ 2167467 h 2888597"/>
              <a:gd name="connsiteX60" fmla="*/ 1261149 w 4114416"/>
              <a:gd name="connsiteY60" fmla="*/ 2082800 h 2888597"/>
              <a:gd name="connsiteX61" fmla="*/ 1269616 w 4114416"/>
              <a:gd name="connsiteY61" fmla="*/ 2015067 h 2888597"/>
              <a:gd name="connsiteX62" fmla="*/ 1311949 w 4114416"/>
              <a:gd name="connsiteY62" fmla="*/ 1854200 h 2888597"/>
              <a:gd name="connsiteX63" fmla="*/ 1320416 w 4114416"/>
              <a:gd name="connsiteY63" fmla="*/ 1803400 h 2888597"/>
              <a:gd name="connsiteX64" fmla="*/ 1345816 w 4114416"/>
              <a:gd name="connsiteY64" fmla="*/ 1701800 h 2888597"/>
              <a:gd name="connsiteX65" fmla="*/ 1379682 w 4114416"/>
              <a:gd name="connsiteY65" fmla="*/ 1744134 h 2888597"/>
              <a:gd name="connsiteX66" fmla="*/ 1422016 w 4114416"/>
              <a:gd name="connsiteY66" fmla="*/ 1879600 h 2888597"/>
              <a:gd name="connsiteX67" fmla="*/ 1455882 w 4114416"/>
              <a:gd name="connsiteY67" fmla="*/ 1947334 h 2888597"/>
              <a:gd name="connsiteX68" fmla="*/ 1472816 w 4114416"/>
              <a:gd name="connsiteY68" fmla="*/ 1938867 h 2888597"/>
              <a:gd name="connsiteX69" fmla="*/ 1515149 w 4114416"/>
              <a:gd name="connsiteY69" fmla="*/ 1803400 h 2888597"/>
              <a:gd name="connsiteX70" fmla="*/ 1574416 w 4114416"/>
              <a:gd name="connsiteY70" fmla="*/ 1651000 h 2888597"/>
              <a:gd name="connsiteX71" fmla="*/ 1590434 w 4114416"/>
              <a:gd name="connsiteY71" fmla="*/ 1262092 h 2888597"/>
              <a:gd name="connsiteX72" fmla="*/ 1608410 w 4114416"/>
              <a:gd name="connsiteY72" fmla="*/ 1462351 h 2888597"/>
              <a:gd name="connsiteX73" fmla="*/ 1633682 w 4114416"/>
              <a:gd name="connsiteY73" fmla="*/ 1524000 h 2888597"/>
              <a:gd name="connsiteX74" fmla="*/ 1659082 w 4114416"/>
              <a:gd name="connsiteY74" fmla="*/ 1490134 h 2888597"/>
              <a:gd name="connsiteX75" fmla="*/ 1684482 w 4114416"/>
              <a:gd name="connsiteY75" fmla="*/ 1388534 h 2888597"/>
              <a:gd name="connsiteX76" fmla="*/ 1732631 w 4114416"/>
              <a:gd name="connsiteY76" fmla="*/ 1294184 h 2888597"/>
              <a:gd name="connsiteX77" fmla="*/ 1794549 w 4114416"/>
              <a:gd name="connsiteY77" fmla="*/ 1176867 h 2888597"/>
              <a:gd name="connsiteX78" fmla="*/ 1831067 w 4114416"/>
              <a:gd name="connsiteY78" fmla="*/ 1238516 h 2888597"/>
              <a:gd name="connsiteX79" fmla="*/ 1853688 w 4114416"/>
              <a:gd name="connsiteY79" fmla="*/ 1323159 h 2888597"/>
              <a:gd name="connsiteX80" fmla="*/ 1902786 w 4114416"/>
              <a:gd name="connsiteY80" fmla="*/ 1064504 h 2888597"/>
              <a:gd name="connsiteX81" fmla="*/ 1938482 w 4114416"/>
              <a:gd name="connsiteY81" fmla="*/ 1600200 h 2888597"/>
              <a:gd name="connsiteX82" fmla="*/ 1978163 w 4114416"/>
              <a:gd name="connsiteY82" fmla="*/ 1762259 h 2888597"/>
              <a:gd name="connsiteX83" fmla="*/ 2006216 w 4114416"/>
              <a:gd name="connsiteY83" fmla="*/ 1498600 h 2888597"/>
              <a:gd name="connsiteX84" fmla="*/ 2023149 w 4114416"/>
              <a:gd name="connsiteY84" fmla="*/ 1464734 h 2888597"/>
              <a:gd name="connsiteX85" fmla="*/ 2031616 w 4114416"/>
              <a:gd name="connsiteY85" fmla="*/ 1439334 h 2888597"/>
              <a:gd name="connsiteX86" fmla="*/ 2067707 w 4114416"/>
              <a:gd name="connsiteY86" fmla="*/ 1908377 h 2888597"/>
              <a:gd name="connsiteX87" fmla="*/ 2082416 w 4114416"/>
              <a:gd name="connsiteY87" fmla="*/ 2032000 h 2888597"/>
              <a:gd name="connsiteX88" fmla="*/ 2090882 w 4114416"/>
              <a:gd name="connsiteY88" fmla="*/ 2150534 h 2888597"/>
              <a:gd name="connsiteX89" fmla="*/ 2099349 w 4114416"/>
              <a:gd name="connsiteY89" fmla="*/ 2489200 h 2888597"/>
              <a:gd name="connsiteX90" fmla="*/ 2133216 w 4114416"/>
              <a:gd name="connsiteY90" fmla="*/ 2421467 h 2888597"/>
              <a:gd name="connsiteX91" fmla="*/ 2175549 w 4114416"/>
              <a:gd name="connsiteY91" fmla="*/ 2319867 h 2888597"/>
              <a:gd name="connsiteX92" fmla="*/ 2192611 w 4114416"/>
              <a:gd name="connsiteY92" fmla="*/ 2271500 h 2888597"/>
              <a:gd name="connsiteX93" fmla="*/ 2212579 w 4114416"/>
              <a:gd name="connsiteY93" fmla="*/ 2206201 h 2888597"/>
              <a:gd name="connsiteX94" fmla="*/ 2251749 w 4114416"/>
              <a:gd name="connsiteY94" fmla="*/ 2514600 h 2888597"/>
              <a:gd name="connsiteX95" fmla="*/ 2277149 w 4114416"/>
              <a:gd name="connsiteY95" fmla="*/ 2565400 h 2888597"/>
              <a:gd name="connsiteX96" fmla="*/ 2285616 w 4114416"/>
              <a:gd name="connsiteY96" fmla="*/ 2489200 h 2888597"/>
              <a:gd name="connsiteX97" fmla="*/ 2302549 w 4114416"/>
              <a:gd name="connsiteY97" fmla="*/ 2421467 h 2888597"/>
              <a:gd name="connsiteX98" fmla="*/ 2311016 w 4114416"/>
              <a:gd name="connsiteY98" fmla="*/ 1718734 h 2888597"/>
              <a:gd name="connsiteX99" fmla="*/ 2336416 w 4114416"/>
              <a:gd name="connsiteY99" fmla="*/ 1811867 h 2888597"/>
              <a:gd name="connsiteX100" fmla="*/ 2361816 w 4114416"/>
              <a:gd name="connsiteY100" fmla="*/ 1871134 h 2888597"/>
              <a:gd name="connsiteX101" fmla="*/ 2395682 w 4114416"/>
              <a:gd name="connsiteY101" fmla="*/ 1972734 h 2888597"/>
              <a:gd name="connsiteX102" fmla="*/ 2404149 w 4114416"/>
              <a:gd name="connsiteY102" fmla="*/ 1574800 h 2888597"/>
              <a:gd name="connsiteX103" fmla="*/ 2429549 w 4114416"/>
              <a:gd name="connsiteY103" fmla="*/ 1236134 h 2888597"/>
              <a:gd name="connsiteX104" fmla="*/ 2446482 w 4114416"/>
              <a:gd name="connsiteY104" fmla="*/ 1092200 h 2888597"/>
              <a:gd name="connsiteX105" fmla="*/ 2454949 w 4114416"/>
              <a:gd name="connsiteY105" fmla="*/ 1066800 h 2888597"/>
              <a:gd name="connsiteX106" fmla="*/ 2463416 w 4114416"/>
              <a:gd name="connsiteY106" fmla="*/ 1092200 h 2888597"/>
              <a:gd name="connsiteX107" fmla="*/ 2488816 w 4114416"/>
              <a:gd name="connsiteY107" fmla="*/ 1227667 h 2888597"/>
              <a:gd name="connsiteX108" fmla="*/ 2514216 w 4114416"/>
              <a:gd name="connsiteY108" fmla="*/ 753534 h 2888597"/>
              <a:gd name="connsiteX109" fmla="*/ 2531149 w 4114416"/>
              <a:gd name="connsiteY109" fmla="*/ 685800 h 2888597"/>
              <a:gd name="connsiteX110" fmla="*/ 2539616 w 4114416"/>
              <a:gd name="connsiteY110" fmla="*/ 609600 h 2888597"/>
              <a:gd name="connsiteX111" fmla="*/ 2548082 w 4114416"/>
              <a:gd name="connsiteY111" fmla="*/ 558800 h 2888597"/>
              <a:gd name="connsiteX112" fmla="*/ 2565016 w 4114416"/>
              <a:gd name="connsiteY112" fmla="*/ 584200 h 2888597"/>
              <a:gd name="connsiteX113" fmla="*/ 2573482 w 4114416"/>
              <a:gd name="connsiteY113" fmla="*/ 778934 h 2888597"/>
              <a:gd name="connsiteX114" fmla="*/ 2615816 w 4114416"/>
              <a:gd name="connsiteY114" fmla="*/ 914400 h 2888597"/>
              <a:gd name="connsiteX115" fmla="*/ 2632749 w 4114416"/>
              <a:gd name="connsiteY115" fmla="*/ 973667 h 2888597"/>
              <a:gd name="connsiteX116" fmla="*/ 2649682 w 4114416"/>
              <a:gd name="connsiteY116" fmla="*/ 812800 h 2888597"/>
              <a:gd name="connsiteX117" fmla="*/ 2666616 w 4114416"/>
              <a:gd name="connsiteY117" fmla="*/ 694267 h 2888597"/>
              <a:gd name="connsiteX118" fmla="*/ 2692016 w 4114416"/>
              <a:gd name="connsiteY118" fmla="*/ 558800 h 2888597"/>
              <a:gd name="connsiteX119" fmla="*/ 2717416 w 4114416"/>
              <a:gd name="connsiteY119" fmla="*/ 321734 h 2888597"/>
              <a:gd name="connsiteX120" fmla="*/ 2734349 w 4114416"/>
              <a:gd name="connsiteY120" fmla="*/ 1058334 h 2888597"/>
              <a:gd name="connsiteX121" fmla="*/ 2760746 w 4114416"/>
              <a:gd name="connsiteY121" fmla="*/ 1023969 h 2888597"/>
              <a:gd name="connsiteX122" fmla="*/ 2810549 w 4114416"/>
              <a:gd name="connsiteY122" fmla="*/ 905934 h 2888597"/>
              <a:gd name="connsiteX123" fmla="*/ 2844416 w 4114416"/>
              <a:gd name="connsiteY123" fmla="*/ 855134 h 2888597"/>
              <a:gd name="connsiteX124" fmla="*/ 2869816 w 4114416"/>
              <a:gd name="connsiteY124" fmla="*/ 1422400 h 2888597"/>
              <a:gd name="connsiteX125" fmla="*/ 2878282 w 4114416"/>
              <a:gd name="connsiteY125" fmla="*/ 1388534 h 2888597"/>
              <a:gd name="connsiteX126" fmla="*/ 2895216 w 4114416"/>
              <a:gd name="connsiteY126" fmla="*/ 1363134 h 2888597"/>
              <a:gd name="connsiteX127" fmla="*/ 2920616 w 4114416"/>
              <a:gd name="connsiteY127" fmla="*/ 1278467 h 2888597"/>
              <a:gd name="connsiteX128" fmla="*/ 2937549 w 4114416"/>
              <a:gd name="connsiteY128" fmla="*/ 1320800 h 2888597"/>
              <a:gd name="connsiteX129" fmla="*/ 2954482 w 4114416"/>
              <a:gd name="connsiteY129" fmla="*/ 1388534 h 2888597"/>
              <a:gd name="connsiteX130" fmla="*/ 2971416 w 4114416"/>
              <a:gd name="connsiteY130" fmla="*/ 1422400 h 2888597"/>
              <a:gd name="connsiteX131" fmla="*/ 3013749 w 4114416"/>
              <a:gd name="connsiteY131" fmla="*/ 1540934 h 2888597"/>
              <a:gd name="connsiteX132" fmla="*/ 3015578 w 4114416"/>
              <a:gd name="connsiteY132" fmla="*/ 1905393 h 2888597"/>
              <a:gd name="connsiteX133" fmla="*/ 3064549 w 4114416"/>
              <a:gd name="connsiteY133" fmla="*/ 1718734 h 2888597"/>
              <a:gd name="connsiteX134" fmla="*/ 3089949 w 4114416"/>
              <a:gd name="connsiteY134" fmla="*/ 1761067 h 2888597"/>
              <a:gd name="connsiteX135" fmla="*/ 3118129 w 4114416"/>
              <a:gd name="connsiteY135" fmla="*/ 1909842 h 2888597"/>
              <a:gd name="connsiteX136" fmla="*/ 3140749 w 4114416"/>
              <a:gd name="connsiteY136" fmla="*/ 1769534 h 2888597"/>
              <a:gd name="connsiteX137" fmla="*/ 3157682 w 4114416"/>
              <a:gd name="connsiteY137" fmla="*/ 1710267 h 2888597"/>
              <a:gd name="connsiteX138" fmla="*/ 3166149 w 4114416"/>
              <a:gd name="connsiteY138" fmla="*/ 1684867 h 2888597"/>
              <a:gd name="connsiteX139" fmla="*/ 3191549 w 4114416"/>
              <a:gd name="connsiteY139" fmla="*/ 1676400 h 2888597"/>
              <a:gd name="connsiteX140" fmla="*/ 3200016 w 4114416"/>
              <a:gd name="connsiteY140" fmla="*/ 2006600 h 2888597"/>
              <a:gd name="connsiteX141" fmla="*/ 3208482 w 4114416"/>
              <a:gd name="connsiteY141" fmla="*/ 2048934 h 2888597"/>
              <a:gd name="connsiteX142" fmla="*/ 3216949 w 4114416"/>
              <a:gd name="connsiteY142" fmla="*/ 2099734 h 2888597"/>
              <a:gd name="connsiteX143" fmla="*/ 3233882 w 4114416"/>
              <a:gd name="connsiteY143" fmla="*/ 2048934 h 2888597"/>
              <a:gd name="connsiteX144" fmla="*/ 3242349 w 4114416"/>
              <a:gd name="connsiteY144" fmla="*/ 1998134 h 2888597"/>
              <a:gd name="connsiteX145" fmla="*/ 3276216 w 4114416"/>
              <a:gd name="connsiteY145" fmla="*/ 2353734 h 2888597"/>
              <a:gd name="connsiteX146" fmla="*/ 3278960 w 4114416"/>
              <a:gd name="connsiteY146" fmla="*/ 2387600 h 2888597"/>
              <a:gd name="connsiteX147" fmla="*/ 3272323 w 4114416"/>
              <a:gd name="connsiteY147" fmla="*/ 2497667 h 2888597"/>
              <a:gd name="connsiteX148" fmla="*/ 3296810 w 4114416"/>
              <a:gd name="connsiteY148" fmla="*/ 2540952 h 2888597"/>
              <a:gd name="connsiteX149" fmla="*/ 3321294 w 4114416"/>
              <a:gd name="connsiteY149" fmla="*/ 2335554 h 2888597"/>
              <a:gd name="connsiteX150" fmla="*/ 3331591 w 4114416"/>
              <a:gd name="connsiteY150" fmla="*/ 2723509 h 2888597"/>
              <a:gd name="connsiteX151" fmla="*/ 3411682 w 4114416"/>
              <a:gd name="connsiteY151" fmla="*/ 2810934 h 2888597"/>
              <a:gd name="connsiteX152" fmla="*/ 3437082 w 4114416"/>
              <a:gd name="connsiteY152" fmla="*/ 2870200 h 2888597"/>
              <a:gd name="connsiteX153" fmla="*/ 3452170 w 4114416"/>
              <a:gd name="connsiteY153" fmla="*/ 2345696 h 2888597"/>
              <a:gd name="connsiteX154" fmla="*/ 3462482 w 4114416"/>
              <a:gd name="connsiteY154" fmla="*/ 1828800 h 2888597"/>
              <a:gd name="connsiteX155" fmla="*/ 3461984 w 4114416"/>
              <a:gd name="connsiteY155" fmla="*/ 2090271 h 2888597"/>
              <a:gd name="connsiteX156" fmla="*/ 3487882 w 4114416"/>
              <a:gd name="connsiteY156" fmla="*/ 1735667 h 2888597"/>
              <a:gd name="connsiteX157" fmla="*/ 3513282 w 4114416"/>
              <a:gd name="connsiteY157" fmla="*/ 1651000 h 2888597"/>
              <a:gd name="connsiteX158" fmla="*/ 3521749 w 4114416"/>
              <a:gd name="connsiteY158" fmla="*/ 1701800 h 2888597"/>
              <a:gd name="connsiteX159" fmla="*/ 3525733 w 4114416"/>
              <a:gd name="connsiteY159" fmla="*/ 1875118 h 2888597"/>
              <a:gd name="connsiteX160" fmla="*/ 3547149 w 4114416"/>
              <a:gd name="connsiteY160" fmla="*/ 1752600 h 2888597"/>
              <a:gd name="connsiteX161" fmla="*/ 3532962 w 4114416"/>
              <a:gd name="connsiteY161" fmla="*/ 1504968 h 2888597"/>
              <a:gd name="connsiteX162" fmla="*/ 3597949 w 4114416"/>
              <a:gd name="connsiteY162" fmla="*/ 1608667 h 2888597"/>
              <a:gd name="connsiteX163" fmla="*/ 3614882 w 4114416"/>
              <a:gd name="connsiteY163" fmla="*/ 1566334 h 2888597"/>
              <a:gd name="connsiteX164" fmla="*/ 3664768 w 4114416"/>
              <a:gd name="connsiteY164" fmla="*/ 1775538 h 2888597"/>
              <a:gd name="connsiteX165" fmla="*/ 3661200 w 4114416"/>
              <a:gd name="connsiteY165" fmla="*/ 1373094 h 2888597"/>
              <a:gd name="connsiteX166" fmla="*/ 3682616 w 4114416"/>
              <a:gd name="connsiteY166" fmla="*/ 1363134 h 2888597"/>
              <a:gd name="connsiteX167" fmla="*/ 3699549 w 4114416"/>
              <a:gd name="connsiteY167" fmla="*/ 1320800 h 2888597"/>
              <a:gd name="connsiteX168" fmla="*/ 3717224 w 4114416"/>
              <a:gd name="connsiteY168" fmla="*/ 973015 h 2888597"/>
              <a:gd name="connsiteX169" fmla="*/ 3741882 w 4114416"/>
              <a:gd name="connsiteY169" fmla="*/ 1227667 h 2888597"/>
              <a:gd name="connsiteX170" fmla="*/ 3750349 w 4114416"/>
              <a:gd name="connsiteY170" fmla="*/ 1176867 h 2888597"/>
              <a:gd name="connsiteX171" fmla="*/ 3767282 w 4114416"/>
              <a:gd name="connsiteY171" fmla="*/ 1126067 h 2888597"/>
              <a:gd name="connsiteX172" fmla="*/ 3775749 w 4114416"/>
              <a:gd name="connsiteY172" fmla="*/ 1058334 h 2888597"/>
              <a:gd name="connsiteX173" fmla="*/ 3784216 w 4114416"/>
              <a:gd name="connsiteY173" fmla="*/ 1270000 h 2888597"/>
              <a:gd name="connsiteX174" fmla="*/ 3813064 w 4114416"/>
              <a:gd name="connsiteY174" fmla="*/ 678606 h 2888597"/>
              <a:gd name="connsiteX175" fmla="*/ 3818082 w 4114416"/>
              <a:gd name="connsiteY175" fmla="*/ 558800 h 2888597"/>
              <a:gd name="connsiteX176" fmla="*/ 3835016 w 4114416"/>
              <a:gd name="connsiteY176" fmla="*/ 482600 h 2888597"/>
              <a:gd name="connsiteX177" fmla="*/ 3843482 w 4114416"/>
              <a:gd name="connsiteY177" fmla="*/ 533400 h 2888597"/>
              <a:gd name="connsiteX178" fmla="*/ 3860416 w 4114416"/>
              <a:gd name="connsiteY178" fmla="*/ 660400 h 2888597"/>
              <a:gd name="connsiteX179" fmla="*/ 3868882 w 4114416"/>
              <a:gd name="connsiteY179" fmla="*/ 702734 h 2888597"/>
              <a:gd name="connsiteX180" fmla="*/ 3885816 w 4114416"/>
              <a:gd name="connsiteY180" fmla="*/ 736600 h 2888597"/>
              <a:gd name="connsiteX181" fmla="*/ 3902749 w 4114416"/>
              <a:gd name="connsiteY181" fmla="*/ 702734 h 2888597"/>
              <a:gd name="connsiteX182" fmla="*/ 3962016 w 4114416"/>
              <a:gd name="connsiteY182" fmla="*/ 482600 h 2888597"/>
              <a:gd name="connsiteX183" fmla="*/ 3978949 w 4114416"/>
              <a:gd name="connsiteY183" fmla="*/ 457200 h 2888597"/>
              <a:gd name="connsiteX184" fmla="*/ 4004349 w 4114416"/>
              <a:gd name="connsiteY184" fmla="*/ 177800 h 2888597"/>
              <a:gd name="connsiteX185" fmla="*/ 4029749 w 4114416"/>
              <a:gd name="connsiteY185" fmla="*/ 135467 h 2888597"/>
              <a:gd name="connsiteX186" fmla="*/ 4038216 w 4114416"/>
              <a:gd name="connsiteY186" fmla="*/ 101600 h 2888597"/>
              <a:gd name="connsiteX187" fmla="*/ 4046682 w 4114416"/>
              <a:gd name="connsiteY187" fmla="*/ 76200 h 2888597"/>
              <a:gd name="connsiteX188" fmla="*/ 4055149 w 4114416"/>
              <a:gd name="connsiteY188" fmla="*/ 110067 h 2888597"/>
              <a:gd name="connsiteX189" fmla="*/ 4072082 w 4114416"/>
              <a:gd name="connsiteY189" fmla="*/ 160867 h 2888597"/>
              <a:gd name="connsiteX190" fmla="*/ 4114416 w 4114416"/>
              <a:gd name="connsiteY190" fmla="*/ 0 h 288859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  <a:cxn ang="0">
                <a:pos x="connsiteX54" y="connsiteY54"/>
              </a:cxn>
              <a:cxn ang="0">
                <a:pos x="connsiteX55" y="connsiteY55"/>
              </a:cxn>
              <a:cxn ang="0">
                <a:pos x="connsiteX56" y="connsiteY56"/>
              </a:cxn>
              <a:cxn ang="0">
                <a:pos x="connsiteX57" y="connsiteY57"/>
              </a:cxn>
              <a:cxn ang="0">
                <a:pos x="connsiteX58" y="connsiteY58"/>
              </a:cxn>
              <a:cxn ang="0">
                <a:pos x="connsiteX59" y="connsiteY59"/>
              </a:cxn>
              <a:cxn ang="0">
                <a:pos x="connsiteX60" y="connsiteY60"/>
              </a:cxn>
              <a:cxn ang="0">
                <a:pos x="connsiteX61" y="connsiteY61"/>
              </a:cxn>
              <a:cxn ang="0">
                <a:pos x="connsiteX62" y="connsiteY62"/>
              </a:cxn>
              <a:cxn ang="0">
                <a:pos x="connsiteX63" y="connsiteY63"/>
              </a:cxn>
              <a:cxn ang="0">
                <a:pos x="connsiteX64" y="connsiteY64"/>
              </a:cxn>
              <a:cxn ang="0">
                <a:pos x="connsiteX65" y="connsiteY65"/>
              </a:cxn>
              <a:cxn ang="0">
                <a:pos x="connsiteX66" y="connsiteY66"/>
              </a:cxn>
              <a:cxn ang="0">
                <a:pos x="connsiteX67" y="connsiteY67"/>
              </a:cxn>
              <a:cxn ang="0">
                <a:pos x="connsiteX68" y="connsiteY68"/>
              </a:cxn>
              <a:cxn ang="0">
                <a:pos x="connsiteX69" y="connsiteY69"/>
              </a:cxn>
              <a:cxn ang="0">
                <a:pos x="connsiteX70" y="connsiteY70"/>
              </a:cxn>
              <a:cxn ang="0">
                <a:pos x="connsiteX71" y="connsiteY71"/>
              </a:cxn>
              <a:cxn ang="0">
                <a:pos x="connsiteX72" y="connsiteY72"/>
              </a:cxn>
              <a:cxn ang="0">
                <a:pos x="connsiteX73" y="connsiteY73"/>
              </a:cxn>
              <a:cxn ang="0">
                <a:pos x="connsiteX74" y="connsiteY74"/>
              </a:cxn>
              <a:cxn ang="0">
                <a:pos x="connsiteX75" y="connsiteY75"/>
              </a:cxn>
              <a:cxn ang="0">
                <a:pos x="connsiteX76" y="connsiteY76"/>
              </a:cxn>
              <a:cxn ang="0">
                <a:pos x="connsiteX77" y="connsiteY77"/>
              </a:cxn>
              <a:cxn ang="0">
                <a:pos x="connsiteX78" y="connsiteY78"/>
              </a:cxn>
              <a:cxn ang="0">
                <a:pos x="connsiteX79" y="connsiteY79"/>
              </a:cxn>
              <a:cxn ang="0">
                <a:pos x="connsiteX80" y="connsiteY80"/>
              </a:cxn>
              <a:cxn ang="0">
                <a:pos x="connsiteX81" y="connsiteY81"/>
              </a:cxn>
              <a:cxn ang="0">
                <a:pos x="connsiteX82" y="connsiteY82"/>
              </a:cxn>
              <a:cxn ang="0">
                <a:pos x="connsiteX83" y="connsiteY83"/>
              </a:cxn>
              <a:cxn ang="0">
                <a:pos x="connsiteX84" y="connsiteY84"/>
              </a:cxn>
              <a:cxn ang="0">
                <a:pos x="connsiteX85" y="connsiteY85"/>
              </a:cxn>
              <a:cxn ang="0">
                <a:pos x="connsiteX86" y="connsiteY86"/>
              </a:cxn>
              <a:cxn ang="0">
                <a:pos x="connsiteX87" y="connsiteY87"/>
              </a:cxn>
              <a:cxn ang="0">
                <a:pos x="connsiteX88" y="connsiteY88"/>
              </a:cxn>
              <a:cxn ang="0">
                <a:pos x="connsiteX89" y="connsiteY89"/>
              </a:cxn>
              <a:cxn ang="0">
                <a:pos x="connsiteX90" y="connsiteY90"/>
              </a:cxn>
              <a:cxn ang="0">
                <a:pos x="connsiteX91" y="connsiteY91"/>
              </a:cxn>
              <a:cxn ang="0">
                <a:pos x="connsiteX92" y="connsiteY92"/>
              </a:cxn>
              <a:cxn ang="0">
                <a:pos x="connsiteX93" y="connsiteY93"/>
              </a:cxn>
              <a:cxn ang="0">
                <a:pos x="connsiteX94" y="connsiteY94"/>
              </a:cxn>
              <a:cxn ang="0">
                <a:pos x="connsiteX95" y="connsiteY95"/>
              </a:cxn>
              <a:cxn ang="0">
                <a:pos x="connsiteX96" y="connsiteY96"/>
              </a:cxn>
              <a:cxn ang="0">
                <a:pos x="connsiteX97" y="connsiteY97"/>
              </a:cxn>
              <a:cxn ang="0">
                <a:pos x="connsiteX98" y="connsiteY98"/>
              </a:cxn>
              <a:cxn ang="0">
                <a:pos x="connsiteX99" y="connsiteY99"/>
              </a:cxn>
              <a:cxn ang="0">
                <a:pos x="connsiteX100" y="connsiteY100"/>
              </a:cxn>
              <a:cxn ang="0">
                <a:pos x="connsiteX101" y="connsiteY101"/>
              </a:cxn>
              <a:cxn ang="0">
                <a:pos x="connsiteX102" y="connsiteY102"/>
              </a:cxn>
              <a:cxn ang="0">
                <a:pos x="connsiteX103" y="connsiteY103"/>
              </a:cxn>
              <a:cxn ang="0">
                <a:pos x="connsiteX104" y="connsiteY104"/>
              </a:cxn>
              <a:cxn ang="0">
                <a:pos x="connsiteX105" y="connsiteY105"/>
              </a:cxn>
              <a:cxn ang="0">
                <a:pos x="connsiteX106" y="connsiteY106"/>
              </a:cxn>
              <a:cxn ang="0">
                <a:pos x="connsiteX107" y="connsiteY107"/>
              </a:cxn>
              <a:cxn ang="0">
                <a:pos x="connsiteX108" y="connsiteY108"/>
              </a:cxn>
              <a:cxn ang="0">
                <a:pos x="connsiteX109" y="connsiteY109"/>
              </a:cxn>
              <a:cxn ang="0">
                <a:pos x="connsiteX110" y="connsiteY110"/>
              </a:cxn>
              <a:cxn ang="0">
                <a:pos x="connsiteX111" y="connsiteY111"/>
              </a:cxn>
              <a:cxn ang="0">
                <a:pos x="connsiteX112" y="connsiteY112"/>
              </a:cxn>
              <a:cxn ang="0">
                <a:pos x="connsiteX113" y="connsiteY113"/>
              </a:cxn>
              <a:cxn ang="0">
                <a:pos x="connsiteX114" y="connsiteY114"/>
              </a:cxn>
              <a:cxn ang="0">
                <a:pos x="connsiteX115" y="connsiteY115"/>
              </a:cxn>
              <a:cxn ang="0">
                <a:pos x="connsiteX116" y="connsiteY116"/>
              </a:cxn>
              <a:cxn ang="0">
                <a:pos x="connsiteX117" y="connsiteY117"/>
              </a:cxn>
              <a:cxn ang="0">
                <a:pos x="connsiteX118" y="connsiteY118"/>
              </a:cxn>
              <a:cxn ang="0">
                <a:pos x="connsiteX119" y="connsiteY119"/>
              </a:cxn>
              <a:cxn ang="0">
                <a:pos x="connsiteX120" y="connsiteY120"/>
              </a:cxn>
              <a:cxn ang="0">
                <a:pos x="connsiteX121" y="connsiteY121"/>
              </a:cxn>
              <a:cxn ang="0">
                <a:pos x="connsiteX122" y="connsiteY122"/>
              </a:cxn>
              <a:cxn ang="0">
                <a:pos x="connsiteX123" y="connsiteY123"/>
              </a:cxn>
              <a:cxn ang="0">
                <a:pos x="connsiteX124" y="connsiteY124"/>
              </a:cxn>
              <a:cxn ang="0">
                <a:pos x="connsiteX125" y="connsiteY125"/>
              </a:cxn>
              <a:cxn ang="0">
                <a:pos x="connsiteX126" y="connsiteY126"/>
              </a:cxn>
              <a:cxn ang="0">
                <a:pos x="connsiteX127" y="connsiteY127"/>
              </a:cxn>
              <a:cxn ang="0">
                <a:pos x="connsiteX128" y="connsiteY128"/>
              </a:cxn>
              <a:cxn ang="0">
                <a:pos x="connsiteX129" y="connsiteY129"/>
              </a:cxn>
              <a:cxn ang="0">
                <a:pos x="connsiteX130" y="connsiteY130"/>
              </a:cxn>
              <a:cxn ang="0">
                <a:pos x="connsiteX131" y="connsiteY131"/>
              </a:cxn>
              <a:cxn ang="0">
                <a:pos x="connsiteX132" y="connsiteY132"/>
              </a:cxn>
              <a:cxn ang="0">
                <a:pos x="connsiteX133" y="connsiteY133"/>
              </a:cxn>
              <a:cxn ang="0">
                <a:pos x="connsiteX134" y="connsiteY134"/>
              </a:cxn>
              <a:cxn ang="0">
                <a:pos x="connsiteX135" y="connsiteY135"/>
              </a:cxn>
              <a:cxn ang="0">
                <a:pos x="connsiteX136" y="connsiteY136"/>
              </a:cxn>
              <a:cxn ang="0">
                <a:pos x="connsiteX137" y="connsiteY137"/>
              </a:cxn>
              <a:cxn ang="0">
                <a:pos x="connsiteX138" y="connsiteY138"/>
              </a:cxn>
              <a:cxn ang="0">
                <a:pos x="connsiteX139" y="connsiteY139"/>
              </a:cxn>
              <a:cxn ang="0">
                <a:pos x="connsiteX140" y="connsiteY140"/>
              </a:cxn>
              <a:cxn ang="0">
                <a:pos x="connsiteX141" y="connsiteY141"/>
              </a:cxn>
              <a:cxn ang="0">
                <a:pos x="connsiteX142" y="connsiteY142"/>
              </a:cxn>
              <a:cxn ang="0">
                <a:pos x="connsiteX143" y="connsiteY143"/>
              </a:cxn>
              <a:cxn ang="0">
                <a:pos x="connsiteX144" y="connsiteY144"/>
              </a:cxn>
              <a:cxn ang="0">
                <a:pos x="connsiteX145" y="connsiteY145"/>
              </a:cxn>
              <a:cxn ang="0">
                <a:pos x="connsiteX146" y="connsiteY146"/>
              </a:cxn>
              <a:cxn ang="0">
                <a:pos x="connsiteX147" y="connsiteY147"/>
              </a:cxn>
              <a:cxn ang="0">
                <a:pos x="connsiteX148" y="connsiteY148"/>
              </a:cxn>
              <a:cxn ang="0">
                <a:pos x="connsiteX149" y="connsiteY149"/>
              </a:cxn>
              <a:cxn ang="0">
                <a:pos x="connsiteX150" y="connsiteY150"/>
              </a:cxn>
              <a:cxn ang="0">
                <a:pos x="connsiteX151" y="connsiteY151"/>
              </a:cxn>
              <a:cxn ang="0">
                <a:pos x="connsiteX152" y="connsiteY152"/>
              </a:cxn>
              <a:cxn ang="0">
                <a:pos x="connsiteX153" y="connsiteY153"/>
              </a:cxn>
              <a:cxn ang="0">
                <a:pos x="connsiteX154" y="connsiteY154"/>
              </a:cxn>
              <a:cxn ang="0">
                <a:pos x="connsiteX155" y="connsiteY155"/>
              </a:cxn>
              <a:cxn ang="0">
                <a:pos x="connsiteX156" y="connsiteY156"/>
              </a:cxn>
              <a:cxn ang="0">
                <a:pos x="connsiteX157" y="connsiteY157"/>
              </a:cxn>
              <a:cxn ang="0">
                <a:pos x="connsiteX158" y="connsiteY158"/>
              </a:cxn>
              <a:cxn ang="0">
                <a:pos x="connsiteX159" y="connsiteY159"/>
              </a:cxn>
              <a:cxn ang="0">
                <a:pos x="connsiteX160" y="connsiteY160"/>
              </a:cxn>
              <a:cxn ang="0">
                <a:pos x="connsiteX161" y="connsiteY161"/>
              </a:cxn>
              <a:cxn ang="0">
                <a:pos x="connsiteX162" y="connsiteY162"/>
              </a:cxn>
              <a:cxn ang="0">
                <a:pos x="connsiteX163" y="connsiteY163"/>
              </a:cxn>
              <a:cxn ang="0">
                <a:pos x="connsiteX164" y="connsiteY164"/>
              </a:cxn>
              <a:cxn ang="0">
                <a:pos x="connsiteX165" y="connsiteY165"/>
              </a:cxn>
              <a:cxn ang="0">
                <a:pos x="connsiteX166" y="connsiteY166"/>
              </a:cxn>
              <a:cxn ang="0">
                <a:pos x="connsiteX167" y="connsiteY167"/>
              </a:cxn>
              <a:cxn ang="0">
                <a:pos x="connsiteX168" y="connsiteY168"/>
              </a:cxn>
              <a:cxn ang="0">
                <a:pos x="connsiteX169" y="connsiteY169"/>
              </a:cxn>
              <a:cxn ang="0">
                <a:pos x="connsiteX170" y="connsiteY170"/>
              </a:cxn>
              <a:cxn ang="0">
                <a:pos x="connsiteX171" y="connsiteY171"/>
              </a:cxn>
              <a:cxn ang="0">
                <a:pos x="connsiteX172" y="connsiteY172"/>
              </a:cxn>
              <a:cxn ang="0">
                <a:pos x="connsiteX173" y="connsiteY173"/>
              </a:cxn>
              <a:cxn ang="0">
                <a:pos x="connsiteX174" y="connsiteY174"/>
              </a:cxn>
              <a:cxn ang="0">
                <a:pos x="connsiteX175" y="connsiteY175"/>
              </a:cxn>
              <a:cxn ang="0">
                <a:pos x="connsiteX176" y="connsiteY176"/>
              </a:cxn>
              <a:cxn ang="0">
                <a:pos x="connsiteX177" y="connsiteY177"/>
              </a:cxn>
              <a:cxn ang="0">
                <a:pos x="connsiteX178" y="connsiteY178"/>
              </a:cxn>
              <a:cxn ang="0">
                <a:pos x="connsiteX179" y="connsiteY179"/>
              </a:cxn>
              <a:cxn ang="0">
                <a:pos x="connsiteX180" y="connsiteY180"/>
              </a:cxn>
              <a:cxn ang="0">
                <a:pos x="connsiteX181" y="connsiteY181"/>
              </a:cxn>
              <a:cxn ang="0">
                <a:pos x="connsiteX182" y="connsiteY182"/>
              </a:cxn>
              <a:cxn ang="0">
                <a:pos x="connsiteX183" y="connsiteY183"/>
              </a:cxn>
              <a:cxn ang="0">
                <a:pos x="connsiteX184" y="connsiteY184"/>
              </a:cxn>
              <a:cxn ang="0">
                <a:pos x="connsiteX185" y="connsiteY185"/>
              </a:cxn>
              <a:cxn ang="0">
                <a:pos x="connsiteX186" y="connsiteY186"/>
              </a:cxn>
              <a:cxn ang="0">
                <a:pos x="connsiteX187" y="connsiteY187"/>
              </a:cxn>
              <a:cxn ang="0">
                <a:pos x="connsiteX188" y="connsiteY188"/>
              </a:cxn>
              <a:cxn ang="0">
                <a:pos x="connsiteX189" y="connsiteY189"/>
              </a:cxn>
              <a:cxn ang="0">
                <a:pos x="connsiteX190" y="connsiteY190"/>
              </a:cxn>
            </a:cxnLst>
            <a:rect l="l" t="t" r="r" b="b"/>
            <a:pathLst>
              <a:path w="4114416" h="2888597">
                <a:moveTo>
                  <a:pt x="0" y="735359"/>
                </a:moveTo>
                <a:cubicBezTo>
                  <a:pt x="2822" y="715603"/>
                  <a:pt x="13455" y="675107"/>
                  <a:pt x="22363" y="647092"/>
                </a:cubicBezTo>
                <a:cubicBezTo>
                  <a:pt x="31271" y="619077"/>
                  <a:pt x="46880" y="536425"/>
                  <a:pt x="53451" y="567267"/>
                </a:cubicBezTo>
                <a:cubicBezTo>
                  <a:pt x="60022" y="598109"/>
                  <a:pt x="61107" y="742513"/>
                  <a:pt x="61790" y="828517"/>
                </a:cubicBezTo>
                <a:cubicBezTo>
                  <a:pt x="62473" y="914521"/>
                  <a:pt x="61877" y="1019315"/>
                  <a:pt x="57549" y="1083293"/>
                </a:cubicBezTo>
                <a:cubicBezTo>
                  <a:pt x="53222" y="1147271"/>
                  <a:pt x="56471" y="1167156"/>
                  <a:pt x="55282" y="1212385"/>
                </a:cubicBezTo>
                <a:cubicBezTo>
                  <a:pt x="54093" y="1257614"/>
                  <a:pt x="60364" y="1402269"/>
                  <a:pt x="69873" y="1401791"/>
                </a:cubicBezTo>
                <a:cubicBezTo>
                  <a:pt x="79382" y="1401313"/>
                  <a:pt x="101467" y="1259704"/>
                  <a:pt x="112335" y="1209517"/>
                </a:cubicBezTo>
                <a:cubicBezTo>
                  <a:pt x="123203" y="1159330"/>
                  <a:pt x="125646" y="1135742"/>
                  <a:pt x="135082" y="1100667"/>
                </a:cubicBezTo>
                <a:cubicBezTo>
                  <a:pt x="144518" y="1065592"/>
                  <a:pt x="157660" y="1032934"/>
                  <a:pt x="168949" y="999067"/>
                </a:cubicBezTo>
                <a:lnTo>
                  <a:pt x="185882" y="948267"/>
                </a:lnTo>
                <a:cubicBezTo>
                  <a:pt x="191527" y="1010356"/>
                  <a:pt x="199358" y="1072285"/>
                  <a:pt x="202816" y="1134534"/>
                </a:cubicBezTo>
                <a:cubicBezTo>
                  <a:pt x="223475" y="1506401"/>
                  <a:pt x="195948" y="1298133"/>
                  <a:pt x="219749" y="1464734"/>
                </a:cubicBezTo>
                <a:cubicBezTo>
                  <a:pt x="232449" y="1502834"/>
                  <a:pt x="264905" y="1378656"/>
                  <a:pt x="279016" y="1363134"/>
                </a:cubicBezTo>
                <a:cubicBezTo>
                  <a:pt x="293127" y="1347612"/>
                  <a:pt x="298772" y="1224845"/>
                  <a:pt x="304416" y="1371600"/>
                </a:cubicBezTo>
                <a:cubicBezTo>
                  <a:pt x="310060" y="1518355"/>
                  <a:pt x="310060" y="1952978"/>
                  <a:pt x="312882" y="2243667"/>
                </a:cubicBezTo>
                <a:cubicBezTo>
                  <a:pt x="321349" y="2229556"/>
                  <a:pt x="332658" y="2216799"/>
                  <a:pt x="338282" y="2201334"/>
                </a:cubicBezTo>
                <a:cubicBezTo>
                  <a:pt x="344149" y="2185201"/>
                  <a:pt x="341187" y="2121399"/>
                  <a:pt x="346749" y="2150534"/>
                </a:cubicBezTo>
                <a:cubicBezTo>
                  <a:pt x="352311" y="2179669"/>
                  <a:pt x="360362" y="2384613"/>
                  <a:pt x="371651" y="2376146"/>
                </a:cubicBezTo>
                <a:cubicBezTo>
                  <a:pt x="374473" y="2362035"/>
                  <a:pt x="381860" y="2180084"/>
                  <a:pt x="389082" y="2082800"/>
                </a:cubicBezTo>
                <a:cubicBezTo>
                  <a:pt x="396304" y="1985516"/>
                  <a:pt x="410553" y="1799086"/>
                  <a:pt x="414981" y="1792444"/>
                </a:cubicBezTo>
                <a:cubicBezTo>
                  <a:pt x="421982" y="1781942"/>
                  <a:pt x="416461" y="1998927"/>
                  <a:pt x="422949" y="2032000"/>
                </a:cubicBezTo>
                <a:cubicBezTo>
                  <a:pt x="429437" y="2065073"/>
                  <a:pt x="445441" y="2002173"/>
                  <a:pt x="453908" y="1990884"/>
                </a:cubicBezTo>
                <a:cubicBezTo>
                  <a:pt x="457739" y="1880418"/>
                  <a:pt x="459153" y="1809247"/>
                  <a:pt x="465282" y="1752600"/>
                </a:cubicBezTo>
                <a:cubicBezTo>
                  <a:pt x="471411" y="1695953"/>
                  <a:pt x="490682" y="1651000"/>
                  <a:pt x="490682" y="1651000"/>
                </a:cubicBezTo>
                <a:cubicBezTo>
                  <a:pt x="499149" y="1670756"/>
                  <a:pt x="510437" y="1676823"/>
                  <a:pt x="516082" y="1710267"/>
                </a:cubicBezTo>
                <a:cubicBezTo>
                  <a:pt x="521727" y="1743711"/>
                  <a:pt x="521345" y="1843336"/>
                  <a:pt x="524549" y="1851666"/>
                </a:cubicBezTo>
                <a:cubicBezTo>
                  <a:pt x="535461" y="1880036"/>
                  <a:pt x="548538" y="1805800"/>
                  <a:pt x="558416" y="1820334"/>
                </a:cubicBezTo>
                <a:cubicBezTo>
                  <a:pt x="568294" y="1834868"/>
                  <a:pt x="568766" y="1873649"/>
                  <a:pt x="583816" y="1938867"/>
                </a:cubicBezTo>
                <a:cubicBezTo>
                  <a:pt x="586143" y="1948949"/>
                  <a:pt x="590871" y="2023534"/>
                  <a:pt x="600749" y="1998134"/>
                </a:cubicBezTo>
                <a:cubicBezTo>
                  <a:pt x="610627" y="1972734"/>
                  <a:pt x="631793" y="1833034"/>
                  <a:pt x="643082" y="1786467"/>
                </a:cubicBezTo>
                <a:cubicBezTo>
                  <a:pt x="654371" y="1739900"/>
                  <a:pt x="661426" y="1746956"/>
                  <a:pt x="668482" y="1718734"/>
                </a:cubicBezTo>
                <a:cubicBezTo>
                  <a:pt x="674127" y="1684867"/>
                  <a:pt x="679089" y="1650880"/>
                  <a:pt x="685416" y="1617134"/>
                </a:cubicBezTo>
                <a:cubicBezTo>
                  <a:pt x="692637" y="1578623"/>
                  <a:pt x="692817" y="1591227"/>
                  <a:pt x="702349" y="1557867"/>
                </a:cubicBezTo>
                <a:cubicBezTo>
                  <a:pt x="705546" y="1546678"/>
                  <a:pt x="707994" y="1535289"/>
                  <a:pt x="710816" y="1524000"/>
                </a:cubicBezTo>
                <a:cubicBezTo>
                  <a:pt x="716460" y="1453445"/>
                  <a:pt x="711538" y="1381233"/>
                  <a:pt x="727749" y="1312334"/>
                </a:cubicBezTo>
                <a:cubicBezTo>
                  <a:pt x="733079" y="1289680"/>
                  <a:pt x="744682" y="1380067"/>
                  <a:pt x="744682" y="1380067"/>
                </a:cubicBezTo>
                <a:cubicBezTo>
                  <a:pt x="750327" y="1430867"/>
                  <a:pt x="752473" y="1482179"/>
                  <a:pt x="761616" y="1532467"/>
                </a:cubicBezTo>
                <a:cubicBezTo>
                  <a:pt x="763874" y="1544885"/>
                  <a:pt x="768671" y="1583267"/>
                  <a:pt x="778549" y="1566334"/>
                </a:cubicBezTo>
                <a:cubicBezTo>
                  <a:pt x="788427" y="1549401"/>
                  <a:pt x="808182" y="1460500"/>
                  <a:pt x="820882" y="1430867"/>
                </a:cubicBezTo>
                <a:cubicBezTo>
                  <a:pt x="840284" y="1353262"/>
                  <a:pt x="824907" y="1343770"/>
                  <a:pt x="854749" y="1388534"/>
                </a:cubicBezTo>
                <a:cubicBezTo>
                  <a:pt x="857571" y="1425223"/>
                  <a:pt x="861582" y="1461839"/>
                  <a:pt x="863216" y="1498600"/>
                </a:cubicBezTo>
                <a:cubicBezTo>
                  <a:pt x="876404" y="1795343"/>
                  <a:pt x="837409" y="1683856"/>
                  <a:pt x="888616" y="1811867"/>
                </a:cubicBezTo>
                <a:cubicBezTo>
                  <a:pt x="891438" y="1755423"/>
                  <a:pt x="890027" y="1684867"/>
                  <a:pt x="897082" y="1642534"/>
                </a:cubicBezTo>
                <a:cubicBezTo>
                  <a:pt x="904137" y="1600201"/>
                  <a:pt x="923893" y="1497189"/>
                  <a:pt x="930949" y="1557867"/>
                </a:cubicBezTo>
                <a:cubicBezTo>
                  <a:pt x="933771" y="1707445"/>
                  <a:pt x="932186" y="1857171"/>
                  <a:pt x="939416" y="2006600"/>
                </a:cubicBezTo>
                <a:cubicBezTo>
                  <a:pt x="940000" y="2018668"/>
                  <a:pt x="958479" y="2091318"/>
                  <a:pt x="964816" y="2116667"/>
                </a:cubicBezTo>
                <a:cubicBezTo>
                  <a:pt x="967638" y="2020711"/>
                  <a:pt x="965727" y="2044123"/>
                  <a:pt x="973282" y="1948424"/>
                </a:cubicBezTo>
                <a:cubicBezTo>
                  <a:pt x="974275" y="1935842"/>
                  <a:pt x="985983" y="1826160"/>
                  <a:pt x="990216" y="1794934"/>
                </a:cubicBezTo>
                <a:cubicBezTo>
                  <a:pt x="994449" y="1763708"/>
                  <a:pt x="995860" y="1772356"/>
                  <a:pt x="998682" y="1761067"/>
                </a:cubicBezTo>
                <a:cubicBezTo>
                  <a:pt x="1019356" y="1823087"/>
                  <a:pt x="995972" y="1746720"/>
                  <a:pt x="1015616" y="1871134"/>
                </a:cubicBezTo>
                <a:cubicBezTo>
                  <a:pt x="1019674" y="1896835"/>
                  <a:pt x="1027446" y="1921820"/>
                  <a:pt x="1032549" y="1947334"/>
                </a:cubicBezTo>
                <a:cubicBezTo>
                  <a:pt x="1038737" y="1978275"/>
                  <a:pt x="1039909" y="1990110"/>
                  <a:pt x="1049482" y="2040467"/>
                </a:cubicBezTo>
                <a:cubicBezTo>
                  <a:pt x="1059055" y="2090824"/>
                  <a:pt x="1080634" y="2228714"/>
                  <a:pt x="1089985" y="2249475"/>
                </a:cubicBezTo>
                <a:cubicBezTo>
                  <a:pt x="1099336" y="2270236"/>
                  <a:pt x="1101026" y="2169834"/>
                  <a:pt x="1105586" y="2165034"/>
                </a:cubicBezTo>
                <a:cubicBezTo>
                  <a:pt x="1110146" y="2160234"/>
                  <a:pt x="1115881" y="2218725"/>
                  <a:pt x="1117344" y="2220675"/>
                </a:cubicBezTo>
                <a:cubicBezTo>
                  <a:pt x="1120166" y="2186808"/>
                  <a:pt x="1122881" y="2146701"/>
                  <a:pt x="1134149" y="2108200"/>
                </a:cubicBezTo>
                <a:cubicBezTo>
                  <a:pt x="1145417" y="2069699"/>
                  <a:pt x="1170332" y="2024539"/>
                  <a:pt x="1184949" y="1989667"/>
                </a:cubicBezTo>
                <a:cubicBezTo>
                  <a:pt x="1199566" y="1954795"/>
                  <a:pt x="1177020" y="1928854"/>
                  <a:pt x="1221851" y="1898967"/>
                </a:cubicBezTo>
                <a:cubicBezTo>
                  <a:pt x="1224673" y="1983634"/>
                  <a:pt x="1237666" y="2136828"/>
                  <a:pt x="1244216" y="2167467"/>
                </a:cubicBezTo>
                <a:cubicBezTo>
                  <a:pt x="1250766" y="2198106"/>
                  <a:pt x="1256417" y="2111190"/>
                  <a:pt x="1261149" y="2082800"/>
                </a:cubicBezTo>
                <a:cubicBezTo>
                  <a:pt x="1264890" y="2060356"/>
                  <a:pt x="1264680" y="2037279"/>
                  <a:pt x="1269616" y="2015067"/>
                </a:cubicBezTo>
                <a:cubicBezTo>
                  <a:pt x="1281644" y="1960939"/>
                  <a:pt x="1302833" y="1908893"/>
                  <a:pt x="1311949" y="1854200"/>
                </a:cubicBezTo>
                <a:cubicBezTo>
                  <a:pt x="1314771" y="1837267"/>
                  <a:pt x="1316692" y="1820158"/>
                  <a:pt x="1320416" y="1803400"/>
                </a:cubicBezTo>
                <a:cubicBezTo>
                  <a:pt x="1327989" y="1769322"/>
                  <a:pt x="1335938" y="1711678"/>
                  <a:pt x="1345816" y="1701800"/>
                </a:cubicBezTo>
                <a:cubicBezTo>
                  <a:pt x="1355694" y="1691922"/>
                  <a:pt x="1366982" y="1714501"/>
                  <a:pt x="1379682" y="1744134"/>
                </a:cubicBezTo>
                <a:cubicBezTo>
                  <a:pt x="1392382" y="1773767"/>
                  <a:pt x="1409316" y="1845733"/>
                  <a:pt x="1422016" y="1879600"/>
                </a:cubicBezTo>
                <a:cubicBezTo>
                  <a:pt x="1434716" y="1913467"/>
                  <a:pt x="1447416" y="1937456"/>
                  <a:pt x="1455882" y="1947334"/>
                </a:cubicBezTo>
                <a:cubicBezTo>
                  <a:pt x="1470161" y="2018723"/>
                  <a:pt x="1459067" y="1989281"/>
                  <a:pt x="1472816" y="1938867"/>
                </a:cubicBezTo>
                <a:cubicBezTo>
                  <a:pt x="1485264" y="1893225"/>
                  <a:pt x="1499404" y="1848012"/>
                  <a:pt x="1515149" y="1803400"/>
                </a:cubicBezTo>
                <a:cubicBezTo>
                  <a:pt x="1533290" y="1752001"/>
                  <a:pt x="1561869" y="1741218"/>
                  <a:pt x="1574416" y="1651000"/>
                </a:cubicBezTo>
                <a:cubicBezTo>
                  <a:pt x="1586963" y="1560782"/>
                  <a:pt x="1584768" y="1293534"/>
                  <a:pt x="1590434" y="1262092"/>
                </a:cubicBezTo>
                <a:cubicBezTo>
                  <a:pt x="1596100" y="1230651"/>
                  <a:pt x="1599943" y="1473640"/>
                  <a:pt x="1608410" y="1462351"/>
                </a:cubicBezTo>
                <a:cubicBezTo>
                  <a:pt x="1614054" y="1470818"/>
                  <a:pt x="1625237" y="1519370"/>
                  <a:pt x="1633682" y="1524000"/>
                </a:cubicBezTo>
                <a:cubicBezTo>
                  <a:pt x="1642127" y="1528631"/>
                  <a:pt x="1654127" y="1503346"/>
                  <a:pt x="1659082" y="1490134"/>
                </a:cubicBezTo>
                <a:cubicBezTo>
                  <a:pt x="1671339" y="1457448"/>
                  <a:pt x="1672224" y="1421192"/>
                  <a:pt x="1684482" y="1388534"/>
                </a:cubicBezTo>
                <a:cubicBezTo>
                  <a:pt x="1696740" y="1355876"/>
                  <a:pt x="1715097" y="1329252"/>
                  <a:pt x="1732631" y="1294184"/>
                </a:cubicBezTo>
                <a:cubicBezTo>
                  <a:pt x="1826165" y="1107115"/>
                  <a:pt x="1714188" y="1310801"/>
                  <a:pt x="1794549" y="1176867"/>
                </a:cubicBezTo>
                <a:cubicBezTo>
                  <a:pt x="1803016" y="1185334"/>
                  <a:pt x="1821211" y="1214134"/>
                  <a:pt x="1831067" y="1238516"/>
                </a:cubicBezTo>
                <a:cubicBezTo>
                  <a:pt x="1840923" y="1262898"/>
                  <a:pt x="1841735" y="1352161"/>
                  <a:pt x="1853688" y="1323159"/>
                </a:cubicBezTo>
                <a:cubicBezTo>
                  <a:pt x="1865641" y="1294157"/>
                  <a:pt x="1888654" y="1018330"/>
                  <a:pt x="1902786" y="1064504"/>
                </a:cubicBezTo>
                <a:cubicBezTo>
                  <a:pt x="1916918" y="1110678"/>
                  <a:pt x="1925919" y="1483908"/>
                  <a:pt x="1938482" y="1600200"/>
                </a:cubicBezTo>
                <a:cubicBezTo>
                  <a:pt x="1951045" y="1716493"/>
                  <a:pt x="1945138" y="1663183"/>
                  <a:pt x="1978163" y="1762259"/>
                </a:cubicBezTo>
                <a:cubicBezTo>
                  <a:pt x="1978511" y="1755994"/>
                  <a:pt x="1998718" y="1548187"/>
                  <a:pt x="2006216" y="1498600"/>
                </a:cubicBezTo>
                <a:cubicBezTo>
                  <a:pt x="2013714" y="1449013"/>
                  <a:pt x="2018177" y="1476335"/>
                  <a:pt x="2023149" y="1464734"/>
                </a:cubicBezTo>
                <a:cubicBezTo>
                  <a:pt x="2026665" y="1456531"/>
                  <a:pt x="2028794" y="1447801"/>
                  <a:pt x="2031616" y="1439334"/>
                </a:cubicBezTo>
                <a:cubicBezTo>
                  <a:pt x="2037653" y="1513879"/>
                  <a:pt x="2059240" y="1809599"/>
                  <a:pt x="2067707" y="1908377"/>
                </a:cubicBezTo>
                <a:cubicBezTo>
                  <a:pt x="2076174" y="2007155"/>
                  <a:pt x="2077164" y="1992245"/>
                  <a:pt x="2082416" y="2032000"/>
                </a:cubicBezTo>
                <a:cubicBezTo>
                  <a:pt x="2085238" y="2071511"/>
                  <a:pt x="2089416" y="2110949"/>
                  <a:pt x="2090882" y="2150534"/>
                </a:cubicBezTo>
                <a:cubicBezTo>
                  <a:pt x="2095061" y="2263381"/>
                  <a:pt x="2081916" y="2377630"/>
                  <a:pt x="2099349" y="2489200"/>
                </a:cubicBezTo>
                <a:cubicBezTo>
                  <a:pt x="2103246" y="2514140"/>
                  <a:pt x="2125234" y="2445414"/>
                  <a:pt x="2133216" y="2421467"/>
                </a:cubicBezTo>
                <a:cubicBezTo>
                  <a:pt x="2148268" y="2376310"/>
                  <a:pt x="2165650" y="2344861"/>
                  <a:pt x="2175549" y="2319867"/>
                </a:cubicBezTo>
                <a:cubicBezTo>
                  <a:pt x="2185448" y="2294873"/>
                  <a:pt x="2186439" y="2290444"/>
                  <a:pt x="2192611" y="2271500"/>
                </a:cubicBezTo>
                <a:cubicBezTo>
                  <a:pt x="2198783" y="2252556"/>
                  <a:pt x="2202723" y="2165684"/>
                  <a:pt x="2212579" y="2206201"/>
                </a:cubicBezTo>
                <a:cubicBezTo>
                  <a:pt x="2222435" y="2246718"/>
                  <a:pt x="2240987" y="2454734"/>
                  <a:pt x="2251749" y="2514600"/>
                </a:cubicBezTo>
                <a:cubicBezTo>
                  <a:pt x="2262511" y="2574466"/>
                  <a:pt x="2267478" y="2550893"/>
                  <a:pt x="2277149" y="2565400"/>
                </a:cubicBezTo>
                <a:cubicBezTo>
                  <a:pt x="2279971" y="2540000"/>
                  <a:pt x="2281175" y="2514367"/>
                  <a:pt x="2285616" y="2489200"/>
                </a:cubicBezTo>
                <a:cubicBezTo>
                  <a:pt x="2289660" y="2466282"/>
                  <a:pt x="2301782" y="2444727"/>
                  <a:pt x="2302549" y="2421467"/>
                </a:cubicBezTo>
                <a:cubicBezTo>
                  <a:pt x="2310268" y="2187333"/>
                  <a:pt x="2308194" y="1952978"/>
                  <a:pt x="2311016" y="1718734"/>
                </a:cubicBezTo>
                <a:cubicBezTo>
                  <a:pt x="2331642" y="1821871"/>
                  <a:pt x="2304190" y="1693706"/>
                  <a:pt x="2336416" y="1811867"/>
                </a:cubicBezTo>
                <a:cubicBezTo>
                  <a:pt x="2351465" y="1867045"/>
                  <a:pt x="2331923" y="1841241"/>
                  <a:pt x="2361816" y="1871134"/>
                </a:cubicBezTo>
                <a:cubicBezTo>
                  <a:pt x="2371694" y="1897945"/>
                  <a:pt x="2388627" y="2022123"/>
                  <a:pt x="2395682" y="1972734"/>
                </a:cubicBezTo>
                <a:cubicBezTo>
                  <a:pt x="2402738" y="1923345"/>
                  <a:pt x="2399357" y="1707388"/>
                  <a:pt x="2404149" y="1574800"/>
                </a:cubicBezTo>
                <a:cubicBezTo>
                  <a:pt x="2414548" y="1287099"/>
                  <a:pt x="2397222" y="1365434"/>
                  <a:pt x="2429549" y="1236134"/>
                </a:cubicBezTo>
                <a:cubicBezTo>
                  <a:pt x="2435193" y="1188156"/>
                  <a:pt x="2439316" y="1139974"/>
                  <a:pt x="2446482" y="1092200"/>
                </a:cubicBezTo>
                <a:cubicBezTo>
                  <a:pt x="2447806" y="1083374"/>
                  <a:pt x="2446024" y="1066800"/>
                  <a:pt x="2454949" y="1066800"/>
                </a:cubicBezTo>
                <a:cubicBezTo>
                  <a:pt x="2463874" y="1066800"/>
                  <a:pt x="2457772" y="1065389"/>
                  <a:pt x="2463416" y="1092200"/>
                </a:cubicBezTo>
                <a:cubicBezTo>
                  <a:pt x="2469060" y="1119011"/>
                  <a:pt x="2480349" y="1284111"/>
                  <a:pt x="2488816" y="1227667"/>
                </a:cubicBezTo>
                <a:cubicBezTo>
                  <a:pt x="2497283" y="1171223"/>
                  <a:pt x="2509414" y="839976"/>
                  <a:pt x="2514216" y="753534"/>
                </a:cubicBezTo>
                <a:cubicBezTo>
                  <a:pt x="2515507" y="730297"/>
                  <a:pt x="2525505" y="708378"/>
                  <a:pt x="2531149" y="685800"/>
                </a:cubicBezTo>
                <a:cubicBezTo>
                  <a:pt x="2533971" y="660400"/>
                  <a:pt x="2536238" y="634932"/>
                  <a:pt x="2539616" y="609600"/>
                </a:cubicBezTo>
                <a:cubicBezTo>
                  <a:pt x="2541885" y="592584"/>
                  <a:pt x="2535943" y="570939"/>
                  <a:pt x="2548082" y="558800"/>
                </a:cubicBezTo>
                <a:cubicBezTo>
                  <a:pt x="2555277" y="551605"/>
                  <a:pt x="2559371" y="575733"/>
                  <a:pt x="2565016" y="584200"/>
                </a:cubicBezTo>
                <a:cubicBezTo>
                  <a:pt x="2567838" y="649111"/>
                  <a:pt x="2567224" y="714263"/>
                  <a:pt x="2573482" y="778934"/>
                </a:cubicBezTo>
                <a:cubicBezTo>
                  <a:pt x="2578061" y="826251"/>
                  <a:pt x="2601105" y="870267"/>
                  <a:pt x="2615816" y="914400"/>
                </a:cubicBezTo>
                <a:cubicBezTo>
                  <a:pt x="2622313" y="933892"/>
                  <a:pt x="2627105" y="953911"/>
                  <a:pt x="2632749" y="973667"/>
                </a:cubicBezTo>
                <a:cubicBezTo>
                  <a:pt x="2652699" y="873922"/>
                  <a:pt x="2629968" y="996802"/>
                  <a:pt x="2649682" y="812800"/>
                </a:cubicBezTo>
                <a:cubicBezTo>
                  <a:pt x="2653934" y="773115"/>
                  <a:pt x="2660054" y="733636"/>
                  <a:pt x="2666616" y="694267"/>
                </a:cubicBezTo>
                <a:cubicBezTo>
                  <a:pt x="2674169" y="648950"/>
                  <a:pt x="2684701" y="604156"/>
                  <a:pt x="2692016" y="558800"/>
                </a:cubicBezTo>
                <a:cubicBezTo>
                  <a:pt x="2709645" y="449502"/>
                  <a:pt x="2709264" y="427704"/>
                  <a:pt x="2717416" y="321734"/>
                </a:cubicBezTo>
                <a:cubicBezTo>
                  <a:pt x="2723060" y="567267"/>
                  <a:pt x="2725583" y="812892"/>
                  <a:pt x="2734349" y="1058334"/>
                </a:cubicBezTo>
                <a:cubicBezTo>
                  <a:pt x="2734668" y="1067253"/>
                  <a:pt x="2756755" y="1031951"/>
                  <a:pt x="2760746" y="1023969"/>
                </a:cubicBezTo>
                <a:cubicBezTo>
                  <a:pt x="2782202" y="981056"/>
                  <a:pt x="2796604" y="934073"/>
                  <a:pt x="2810549" y="905934"/>
                </a:cubicBezTo>
                <a:cubicBezTo>
                  <a:pt x="2824494" y="877795"/>
                  <a:pt x="2812705" y="886845"/>
                  <a:pt x="2844416" y="855134"/>
                </a:cubicBezTo>
                <a:cubicBezTo>
                  <a:pt x="2910624" y="1053772"/>
                  <a:pt x="2840454" y="835164"/>
                  <a:pt x="2869816" y="1422400"/>
                </a:cubicBezTo>
                <a:cubicBezTo>
                  <a:pt x="2870397" y="1434022"/>
                  <a:pt x="2873698" y="1399229"/>
                  <a:pt x="2878282" y="1388534"/>
                </a:cubicBezTo>
                <a:cubicBezTo>
                  <a:pt x="2882290" y="1379181"/>
                  <a:pt x="2889571" y="1371601"/>
                  <a:pt x="2895216" y="1363134"/>
                </a:cubicBezTo>
                <a:cubicBezTo>
                  <a:pt x="2915829" y="1301295"/>
                  <a:pt x="2907820" y="1329650"/>
                  <a:pt x="2920616" y="1278467"/>
                </a:cubicBezTo>
                <a:cubicBezTo>
                  <a:pt x="2926260" y="1292578"/>
                  <a:pt x="2933080" y="1306274"/>
                  <a:pt x="2937549" y="1320800"/>
                </a:cubicBezTo>
                <a:cubicBezTo>
                  <a:pt x="2944393" y="1343044"/>
                  <a:pt x="2944074" y="1367718"/>
                  <a:pt x="2954482" y="1388534"/>
                </a:cubicBezTo>
                <a:lnTo>
                  <a:pt x="2971416" y="1422400"/>
                </a:lnTo>
                <a:cubicBezTo>
                  <a:pt x="2981407" y="1462367"/>
                  <a:pt x="2990833" y="1506560"/>
                  <a:pt x="3013749" y="1540934"/>
                </a:cubicBezTo>
                <a:cubicBezTo>
                  <a:pt x="3014359" y="1662420"/>
                  <a:pt x="3014968" y="1783907"/>
                  <a:pt x="3015578" y="1905393"/>
                </a:cubicBezTo>
                <a:cubicBezTo>
                  <a:pt x="3021955" y="1943656"/>
                  <a:pt x="3050905" y="1695994"/>
                  <a:pt x="3064549" y="1718734"/>
                </a:cubicBezTo>
                <a:lnTo>
                  <a:pt x="3089949" y="1761067"/>
                </a:lnTo>
                <a:cubicBezTo>
                  <a:pt x="3098416" y="1793523"/>
                  <a:pt x="3109662" y="1908431"/>
                  <a:pt x="3118129" y="1909842"/>
                </a:cubicBezTo>
                <a:cubicBezTo>
                  <a:pt x="3126596" y="1911253"/>
                  <a:pt x="3134157" y="1802796"/>
                  <a:pt x="3140749" y="1769534"/>
                </a:cubicBezTo>
                <a:cubicBezTo>
                  <a:pt x="3147341" y="1736272"/>
                  <a:pt x="3151778" y="1729947"/>
                  <a:pt x="3157682" y="1710267"/>
                </a:cubicBezTo>
                <a:cubicBezTo>
                  <a:pt x="3160246" y="1701719"/>
                  <a:pt x="3159838" y="1691178"/>
                  <a:pt x="3166149" y="1684867"/>
                </a:cubicBezTo>
                <a:cubicBezTo>
                  <a:pt x="3172460" y="1678556"/>
                  <a:pt x="3183082" y="1679222"/>
                  <a:pt x="3191549" y="1676400"/>
                </a:cubicBezTo>
                <a:cubicBezTo>
                  <a:pt x="3194371" y="1786467"/>
                  <a:pt x="3195017" y="1896611"/>
                  <a:pt x="3200016" y="2006600"/>
                </a:cubicBezTo>
                <a:cubicBezTo>
                  <a:pt x="3200669" y="2020976"/>
                  <a:pt x="3205908" y="2034775"/>
                  <a:pt x="3208482" y="2048934"/>
                </a:cubicBezTo>
                <a:cubicBezTo>
                  <a:pt x="3211553" y="2065824"/>
                  <a:pt x="3214127" y="2082801"/>
                  <a:pt x="3216949" y="2099734"/>
                </a:cubicBezTo>
                <a:cubicBezTo>
                  <a:pt x="3222593" y="2082801"/>
                  <a:pt x="3229553" y="2066250"/>
                  <a:pt x="3233882" y="2048934"/>
                </a:cubicBezTo>
                <a:cubicBezTo>
                  <a:pt x="3238046" y="2032280"/>
                  <a:pt x="3240552" y="1981061"/>
                  <a:pt x="3242349" y="1998134"/>
                </a:cubicBezTo>
                <a:cubicBezTo>
                  <a:pt x="3243557" y="2009606"/>
                  <a:pt x="3244897" y="2311976"/>
                  <a:pt x="3276216" y="2353734"/>
                </a:cubicBezTo>
                <a:lnTo>
                  <a:pt x="3278960" y="2387600"/>
                </a:lnTo>
                <a:cubicBezTo>
                  <a:pt x="3281782" y="2424289"/>
                  <a:pt x="3269348" y="2472108"/>
                  <a:pt x="3272323" y="2497667"/>
                </a:cubicBezTo>
                <a:cubicBezTo>
                  <a:pt x="3275298" y="2523226"/>
                  <a:pt x="3288648" y="2567971"/>
                  <a:pt x="3296810" y="2540952"/>
                </a:cubicBezTo>
                <a:cubicBezTo>
                  <a:pt x="3304972" y="2513933"/>
                  <a:pt x="3315497" y="2305128"/>
                  <a:pt x="3321294" y="2335554"/>
                </a:cubicBezTo>
                <a:cubicBezTo>
                  <a:pt x="3327091" y="2365980"/>
                  <a:pt x="3324262" y="2705186"/>
                  <a:pt x="3331591" y="2723509"/>
                </a:cubicBezTo>
                <a:cubicBezTo>
                  <a:pt x="3362884" y="2895627"/>
                  <a:pt x="3394100" y="2786486"/>
                  <a:pt x="3411682" y="2810934"/>
                </a:cubicBezTo>
                <a:cubicBezTo>
                  <a:pt x="3429264" y="2835382"/>
                  <a:pt x="3429076" y="2927334"/>
                  <a:pt x="3437082" y="2870200"/>
                </a:cubicBezTo>
                <a:cubicBezTo>
                  <a:pt x="3445089" y="2813067"/>
                  <a:pt x="3447937" y="2519263"/>
                  <a:pt x="3452170" y="2345696"/>
                </a:cubicBezTo>
                <a:cubicBezTo>
                  <a:pt x="3456403" y="2172129"/>
                  <a:pt x="3462105" y="1891777"/>
                  <a:pt x="3462482" y="1828800"/>
                </a:cubicBezTo>
                <a:cubicBezTo>
                  <a:pt x="3462765" y="1819880"/>
                  <a:pt x="3459636" y="2098881"/>
                  <a:pt x="3461984" y="2090271"/>
                </a:cubicBezTo>
                <a:cubicBezTo>
                  <a:pt x="3468107" y="2067819"/>
                  <a:pt x="3479332" y="1808879"/>
                  <a:pt x="3487882" y="1735667"/>
                </a:cubicBezTo>
                <a:cubicBezTo>
                  <a:pt x="3496432" y="1662455"/>
                  <a:pt x="3478219" y="1686065"/>
                  <a:pt x="3513282" y="1651000"/>
                </a:cubicBezTo>
                <a:cubicBezTo>
                  <a:pt x="3516104" y="1667933"/>
                  <a:pt x="3519674" y="1664447"/>
                  <a:pt x="3521749" y="1701800"/>
                </a:cubicBezTo>
                <a:cubicBezTo>
                  <a:pt x="3523824" y="1739153"/>
                  <a:pt x="3510535" y="1844722"/>
                  <a:pt x="3525733" y="1875118"/>
                </a:cubicBezTo>
                <a:cubicBezTo>
                  <a:pt x="3533715" y="1891083"/>
                  <a:pt x="3541505" y="1769533"/>
                  <a:pt x="3547149" y="1752600"/>
                </a:cubicBezTo>
                <a:cubicBezTo>
                  <a:pt x="3549971" y="1732845"/>
                  <a:pt x="3528122" y="1524328"/>
                  <a:pt x="3532962" y="1504968"/>
                </a:cubicBezTo>
                <a:cubicBezTo>
                  <a:pt x="3543838" y="1461465"/>
                  <a:pt x="3584296" y="1598439"/>
                  <a:pt x="3597949" y="1608667"/>
                </a:cubicBezTo>
                <a:cubicBezTo>
                  <a:pt x="3611602" y="1618895"/>
                  <a:pt x="3609238" y="1580445"/>
                  <a:pt x="3614882" y="1566334"/>
                </a:cubicBezTo>
                <a:cubicBezTo>
                  <a:pt x="3633581" y="1435448"/>
                  <a:pt x="3657048" y="1807745"/>
                  <a:pt x="3664768" y="1775538"/>
                </a:cubicBezTo>
                <a:cubicBezTo>
                  <a:pt x="3672488" y="1743331"/>
                  <a:pt x="3658225" y="1441828"/>
                  <a:pt x="3661200" y="1373094"/>
                </a:cubicBezTo>
                <a:cubicBezTo>
                  <a:pt x="3664175" y="1304360"/>
                  <a:pt x="3676225" y="1371850"/>
                  <a:pt x="3682616" y="1363134"/>
                </a:cubicBezTo>
                <a:cubicBezTo>
                  <a:pt x="3689007" y="1354418"/>
                  <a:pt x="3693781" y="1385820"/>
                  <a:pt x="3699549" y="1320800"/>
                </a:cubicBezTo>
                <a:cubicBezTo>
                  <a:pt x="3705317" y="1255780"/>
                  <a:pt x="3713531" y="981140"/>
                  <a:pt x="3717224" y="973015"/>
                </a:cubicBezTo>
                <a:cubicBezTo>
                  <a:pt x="3727669" y="950035"/>
                  <a:pt x="3730593" y="1250245"/>
                  <a:pt x="3741882" y="1227667"/>
                </a:cubicBezTo>
                <a:cubicBezTo>
                  <a:pt x="3744704" y="1210734"/>
                  <a:pt x="3746185" y="1193521"/>
                  <a:pt x="3750349" y="1176867"/>
                </a:cubicBezTo>
                <a:cubicBezTo>
                  <a:pt x="3754678" y="1159551"/>
                  <a:pt x="3763542" y="1143520"/>
                  <a:pt x="3767282" y="1126067"/>
                </a:cubicBezTo>
                <a:cubicBezTo>
                  <a:pt x="3772050" y="1103819"/>
                  <a:pt x="3772927" y="1080912"/>
                  <a:pt x="3775749" y="1058334"/>
                </a:cubicBezTo>
                <a:cubicBezTo>
                  <a:pt x="3778571" y="1128889"/>
                  <a:pt x="3777997" y="1333288"/>
                  <a:pt x="3784216" y="1270000"/>
                </a:cubicBezTo>
                <a:cubicBezTo>
                  <a:pt x="3790435" y="1206712"/>
                  <a:pt x="3807420" y="797139"/>
                  <a:pt x="3813064" y="678606"/>
                </a:cubicBezTo>
                <a:cubicBezTo>
                  <a:pt x="3818708" y="560073"/>
                  <a:pt x="3805459" y="586238"/>
                  <a:pt x="3818082" y="558800"/>
                </a:cubicBezTo>
                <a:cubicBezTo>
                  <a:pt x="3823727" y="533400"/>
                  <a:pt x="3816617" y="500999"/>
                  <a:pt x="3835016" y="482600"/>
                </a:cubicBezTo>
                <a:cubicBezTo>
                  <a:pt x="3847155" y="470461"/>
                  <a:pt x="3841054" y="516406"/>
                  <a:pt x="3843482" y="533400"/>
                </a:cubicBezTo>
                <a:cubicBezTo>
                  <a:pt x="3849522" y="575679"/>
                  <a:pt x="3854081" y="618165"/>
                  <a:pt x="3860416" y="660400"/>
                </a:cubicBezTo>
                <a:cubicBezTo>
                  <a:pt x="3862551" y="674632"/>
                  <a:pt x="3864331" y="689082"/>
                  <a:pt x="3868882" y="702734"/>
                </a:cubicBezTo>
                <a:cubicBezTo>
                  <a:pt x="3872873" y="714708"/>
                  <a:pt x="3880171" y="725311"/>
                  <a:pt x="3885816" y="736600"/>
                </a:cubicBezTo>
                <a:cubicBezTo>
                  <a:pt x="3891460" y="725311"/>
                  <a:pt x="3899122" y="714823"/>
                  <a:pt x="3902749" y="702734"/>
                </a:cubicBezTo>
                <a:cubicBezTo>
                  <a:pt x="3919794" y="645917"/>
                  <a:pt x="3938414" y="543966"/>
                  <a:pt x="3962016" y="482600"/>
                </a:cubicBezTo>
                <a:cubicBezTo>
                  <a:pt x="3965669" y="473103"/>
                  <a:pt x="3973305" y="465667"/>
                  <a:pt x="3978949" y="457200"/>
                </a:cubicBezTo>
                <a:cubicBezTo>
                  <a:pt x="3982235" y="388187"/>
                  <a:pt x="3981605" y="255132"/>
                  <a:pt x="4004349" y="177800"/>
                </a:cubicBezTo>
                <a:cubicBezTo>
                  <a:pt x="4008992" y="162013"/>
                  <a:pt x="4021282" y="149578"/>
                  <a:pt x="4029749" y="135467"/>
                </a:cubicBezTo>
                <a:cubicBezTo>
                  <a:pt x="4032571" y="124178"/>
                  <a:pt x="4035019" y="112789"/>
                  <a:pt x="4038216" y="101600"/>
                </a:cubicBezTo>
                <a:cubicBezTo>
                  <a:pt x="4040668" y="93019"/>
                  <a:pt x="4038700" y="72209"/>
                  <a:pt x="4046682" y="76200"/>
                </a:cubicBezTo>
                <a:cubicBezTo>
                  <a:pt x="4057090" y="81404"/>
                  <a:pt x="4051805" y="98921"/>
                  <a:pt x="4055149" y="110067"/>
                </a:cubicBezTo>
                <a:cubicBezTo>
                  <a:pt x="4060278" y="127164"/>
                  <a:pt x="4066438" y="143934"/>
                  <a:pt x="4072082" y="160867"/>
                </a:cubicBezTo>
                <a:cubicBezTo>
                  <a:pt x="4107394" y="10791"/>
                  <a:pt x="4083907" y="61018"/>
                  <a:pt x="4114416" y="0"/>
                </a:cubicBezTo>
              </a:path>
            </a:pathLst>
          </a:custGeom>
          <a:noFill/>
          <a:ln w="19050" cap="flat" cmpd="sng" algn="ctr">
            <a:solidFill>
              <a:srgbClr val="FF0000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GB" sz="16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Lucida Sans Unicode" pitchFamily="34" charset="0"/>
            </a:endParaRPr>
          </a:p>
        </p:txBody>
      </p:sp>
      <p:cxnSp>
        <p:nvCxnSpPr>
          <p:cNvPr id="21" name="Straight Connector 20"/>
          <p:cNvCxnSpPr/>
          <p:nvPr/>
        </p:nvCxnSpPr>
        <p:spPr bwMode="auto">
          <a:xfrm flipV="1">
            <a:off x="7276745" y="3635579"/>
            <a:ext cx="731659" cy="869687"/>
          </a:xfrm>
          <a:prstGeom prst="line">
            <a:avLst/>
          </a:prstGeom>
          <a:solidFill>
            <a:schemeClr val="accent1"/>
          </a:solidFill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</p:cxnSp>
      <p:cxnSp>
        <p:nvCxnSpPr>
          <p:cNvPr id="73" name="Straight Connector 72"/>
          <p:cNvCxnSpPr/>
          <p:nvPr/>
        </p:nvCxnSpPr>
        <p:spPr bwMode="auto">
          <a:xfrm flipV="1">
            <a:off x="4179352" y="2882776"/>
            <a:ext cx="2754321" cy="1827577"/>
          </a:xfrm>
          <a:prstGeom prst="line">
            <a:avLst/>
          </a:prstGeom>
          <a:solidFill>
            <a:schemeClr val="accent1"/>
          </a:solidFill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</p:cxnSp>
      <p:sp>
        <p:nvSpPr>
          <p:cNvPr id="80" name="Text Box 55"/>
          <p:cNvSpPr txBox="1">
            <a:spLocks noChangeArrowheads="1"/>
          </p:cNvSpPr>
          <p:nvPr/>
        </p:nvSpPr>
        <p:spPr bwMode="auto">
          <a:xfrm>
            <a:off x="2306918" y="5321436"/>
            <a:ext cx="1673966" cy="338554"/>
          </a:xfrm>
          <a:prstGeom prst="rect">
            <a:avLst/>
          </a:prstGeom>
          <a:noFill/>
          <a:ln w="9525" algn="ctr">
            <a:noFill/>
            <a:miter lim="800000"/>
            <a:headEnd/>
            <a:tailEnd/>
          </a:ln>
        </p:spPr>
        <p:txBody>
          <a:bodyPr wrap="square">
            <a:spAutoFit/>
          </a:bodyPr>
          <a:lstStyle/>
          <a:p>
            <a:r>
              <a:rPr lang="en-GB" b="1" dirty="0"/>
              <a:t>signal + noise</a:t>
            </a:r>
            <a:endParaRPr lang="en-US" b="1" dirty="0"/>
          </a:p>
        </p:txBody>
      </p:sp>
      <p:sp>
        <p:nvSpPr>
          <p:cNvPr id="11" name="Oval 10"/>
          <p:cNvSpPr/>
          <p:nvPr/>
        </p:nvSpPr>
        <p:spPr bwMode="auto">
          <a:xfrm>
            <a:off x="7015809" y="2276471"/>
            <a:ext cx="1369316" cy="1359108"/>
          </a:xfrm>
          <a:prstGeom prst="ellipse">
            <a:avLst/>
          </a:prstGeom>
          <a:noFill/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GB" sz="16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Lucida Sans Unicode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566255487"/>
      </p:ext>
    </p:extLst>
  </p:cSld>
  <p:clrMapOvr>
    <a:masterClrMapping/>
  </p:clrMapOvr>
</p:sld>
</file>

<file path=ppt/slides/slide4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8CD68442-D3AB-4C97-BDAA-EC3AE7D54B4D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42999" y="4380357"/>
            <a:ext cx="3962400" cy="1590675"/>
          </a:xfrm>
          <a:prstGeom prst="rect">
            <a:avLst/>
          </a:prstGeom>
        </p:spPr>
      </p:pic>
      <p:pic>
        <p:nvPicPr>
          <p:cNvPr id="4" name="Picture 3">
            <a:extLst>
              <a:ext uri="{FF2B5EF4-FFF2-40B4-BE49-F238E27FC236}">
                <a16:creationId xmlns:a16="http://schemas.microsoft.com/office/drawing/2014/main" id="{4197EA10-45E2-4B42-BC89-56CACF8A73DF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16529" y="3166533"/>
            <a:ext cx="676275" cy="381000"/>
          </a:xfrm>
          <a:prstGeom prst="rect">
            <a:avLst/>
          </a:prstGeom>
        </p:spPr>
      </p:pic>
      <p:pic>
        <p:nvPicPr>
          <p:cNvPr id="5" name="Picture 4">
            <a:extLst>
              <a:ext uri="{FF2B5EF4-FFF2-40B4-BE49-F238E27FC236}">
                <a16:creationId xmlns:a16="http://schemas.microsoft.com/office/drawing/2014/main" id="{9E0A0203-63F3-4F27-814C-64D27E4F40A5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362729" y="2975769"/>
            <a:ext cx="466725" cy="333375"/>
          </a:xfrm>
          <a:prstGeom prst="rect">
            <a:avLst/>
          </a:prstGeom>
        </p:spPr>
      </p:pic>
      <p:pic>
        <p:nvPicPr>
          <p:cNvPr id="6" name="Picture 5">
            <a:extLst>
              <a:ext uri="{FF2B5EF4-FFF2-40B4-BE49-F238E27FC236}">
                <a16:creationId xmlns:a16="http://schemas.microsoft.com/office/drawing/2014/main" id="{1A9519AE-3680-4810-A54E-04386454880C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3207808" y="3371320"/>
            <a:ext cx="476250" cy="352425"/>
          </a:xfrm>
          <a:prstGeom prst="rect">
            <a:avLst/>
          </a:prstGeom>
        </p:spPr>
      </p:pic>
      <p:pic>
        <p:nvPicPr>
          <p:cNvPr id="8" name="Picture 7">
            <a:extLst>
              <a:ext uri="{FF2B5EF4-FFF2-40B4-BE49-F238E27FC236}">
                <a16:creationId xmlns:a16="http://schemas.microsoft.com/office/drawing/2014/main" id="{10AA36E0-2124-4CA9-B241-29C79672DA34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4023253" y="3559439"/>
            <a:ext cx="809625" cy="352425"/>
          </a:xfrm>
          <a:prstGeom prst="rect">
            <a:avLst/>
          </a:prstGeom>
        </p:spPr>
      </p:pic>
      <p:pic>
        <p:nvPicPr>
          <p:cNvPr id="9" name="Picture 8">
            <a:extLst>
              <a:ext uri="{FF2B5EF4-FFF2-40B4-BE49-F238E27FC236}">
                <a16:creationId xmlns:a16="http://schemas.microsoft.com/office/drawing/2014/main" id="{3FFF603E-EB29-4E49-A45D-3E2C5EC686AD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3937528" y="2985558"/>
            <a:ext cx="171450" cy="352425"/>
          </a:xfrm>
          <a:prstGeom prst="rect">
            <a:avLst/>
          </a:prstGeom>
        </p:spPr>
      </p:pic>
      <p:pic>
        <p:nvPicPr>
          <p:cNvPr id="10" name="Picture 9">
            <a:extLst>
              <a:ext uri="{FF2B5EF4-FFF2-40B4-BE49-F238E27FC236}">
                <a16:creationId xmlns:a16="http://schemas.microsoft.com/office/drawing/2014/main" id="{19C1BB81-1454-41CE-8848-9CC57CA0A6AF}"/>
              </a:ext>
            </a:extLst>
      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1971146" y="3210057"/>
            <a:ext cx="228600" cy="352425"/>
          </a:xfrm>
          <a:prstGeom prst="rect">
            <a:avLst/>
          </a:prstGeom>
        </p:spPr>
      </p:pic>
      <p:pic>
        <p:nvPicPr>
          <p:cNvPr id="11" name="Picture 10">
            <a:extLst>
              <a:ext uri="{FF2B5EF4-FFF2-40B4-BE49-F238E27FC236}">
                <a16:creationId xmlns:a16="http://schemas.microsoft.com/office/drawing/2014/main" id="{D57766E4-7544-4250-978F-614780AD0D41}"/>
              </a:ext>
            </a:extLst>
          </p:cNvPr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2664883" y="3823757"/>
            <a:ext cx="542925" cy="352425"/>
          </a:xfrm>
          <a:prstGeom prst="rect">
            <a:avLst/>
          </a:prstGeom>
        </p:spPr>
      </p:pic>
      <p:sp>
        <p:nvSpPr>
          <p:cNvPr id="13" name="Freeform: Shape 12">
            <a:extLst>
              <a:ext uri="{FF2B5EF4-FFF2-40B4-BE49-F238E27FC236}">
                <a16:creationId xmlns:a16="http://schemas.microsoft.com/office/drawing/2014/main" id="{764F6D2A-7A49-494F-9729-1CEA1E9C9F95}"/>
              </a:ext>
            </a:extLst>
          </p:cNvPr>
          <p:cNvSpPr/>
          <p:nvPr/>
        </p:nvSpPr>
        <p:spPr bwMode="auto">
          <a:xfrm>
            <a:off x="1251478" y="1291402"/>
            <a:ext cx="3369734" cy="1268524"/>
          </a:xfrm>
          <a:custGeom>
            <a:avLst/>
            <a:gdLst>
              <a:gd name="connsiteX0" fmla="*/ 0 w 3369734"/>
              <a:gd name="connsiteY0" fmla="*/ 618664 h 1268524"/>
              <a:gd name="connsiteX1" fmla="*/ 262467 w 3369734"/>
              <a:gd name="connsiteY1" fmla="*/ 305397 h 1268524"/>
              <a:gd name="connsiteX2" fmla="*/ 499534 w 3369734"/>
              <a:gd name="connsiteY2" fmla="*/ 93731 h 1268524"/>
              <a:gd name="connsiteX3" fmla="*/ 753534 w 3369734"/>
              <a:gd name="connsiteY3" fmla="*/ 9064 h 1268524"/>
              <a:gd name="connsiteX4" fmla="*/ 965200 w 3369734"/>
              <a:gd name="connsiteY4" fmla="*/ 9064 h 1268524"/>
              <a:gd name="connsiteX5" fmla="*/ 1100667 w 3369734"/>
              <a:gd name="connsiteY5" fmla="*/ 68331 h 1268524"/>
              <a:gd name="connsiteX6" fmla="*/ 1295400 w 3369734"/>
              <a:gd name="connsiteY6" fmla="*/ 212264 h 1268524"/>
              <a:gd name="connsiteX7" fmla="*/ 1583267 w 3369734"/>
              <a:gd name="connsiteY7" fmla="*/ 533997 h 1268524"/>
              <a:gd name="connsiteX8" fmla="*/ 1947334 w 3369734"/>
              <a:gd name="connsiteY8" fmla="*/ 931931 h 1268524"/>
              <a:gd name="connsiteX9" fmla="*/ 2184400 w 3369734"/>
              <a:gd name="connsiteY9" fmla="*/ 1109731 h 1268524"/>
              <a:gd name="connsiteX10" fmla="*/ 2379134 w 3369734"/>
              <a:gd name="connsiteY10" fmla="*/ 1219797 h 1268524"/>
              <a:gd name="connsiteX11" fmla="*/ 2531534 w 3369734"/>
              <a:gd name="connsiteY11" fmla="*/ 1262131 h 1268524"/>
              <a:gd name="connsiteX12" fmla="*/ 2675467 w 3369734"/>
              <a:gd name="connsiteY12" fmla="*/ 1262131 h 1268524"/>
              <a:gd name="connsiteX13" fmla="*/ 2810934 w 3369734"/>
              <a:gd name="connsiteY13" fmla="*/ 1202864 h 1268524"/>
              <a:gd name="connsiteX14" fmla="*/ 3073400 w 3369734"/>
              <a:gd name="connsiteY14" fmla="*/ 1016597 h 1268524"/>
              <a:gd name="connsiteX15" fmla="*/ 3369734 w 3369734"/>
              <a:gd name="connsiteY15" fmla="*/ 669464 h 1268524"/>
              <a:gd name="connsiteX0" fmla="*/ 0 w 3369734"/>
              <a:gd name="connsiteY0" fmla="*/ 618664 h 1268524"/>
              <a:gd name="connsiteX1" fmla="*/ 262467 w 3369734"/>
              <a:gd name="connsiteY1" fmla="*/ 305397 h 1268524"/>
              <a:gd name="connsiteX2" fmla="*/ 499534 w 3369734"/>
              <a:gd name="connsiteY2" fmla="*/ 93731 h 1268524"/>
              <a:gd name="connsiteX3" fmla="*/ 753534 w 3369734"/>
              <a:gd name="connsiteY3" fmla="*/ 9064 h 1268524"/>
              <a:gd name="connsiteX4" fmla="*/ 965200 w 3369734"/>
              <a:gd name="connsiteY4" fmla="*/ 9064 h 1268524"/>
              <a:gd name="connsiteX5" fmla="*/ 1100667 w 3369734"/>
              <a:gd name="connsiteY5" fmla="*/ 68331 h 1268524"/>
              <a:gd name="connsiteX6" fmla="*/ 1295400 w 3369734"/>
              <a:gd name="connsiteY6" fmla="*/ 212264 h 1268524"/>
              <a:gd name="connsiteX7" fmla="*/ 1583267 w 3369734"/>
              <a:gd name="connsiteY7" fmla="*/ 533997 h 1268524"/>
              <a:gd name="connsiteX8" fmla="*/ 1921934 w 3369734"/>
              <a:gd name="connsiteY8" fmla="*/ 872665 h 1268524"/>
              <a:gd name="connsiteX9" fmla="*/ 2184400 w 3369734"/>
              <a:gd name="connsiteY9" fmla="*/ 1109731 h 1268524"/>
              <a:gd name="connsiteX10" fmla="*/ 2379134 w 3369734"/>
              <a:gd name="connsiteY10" fmla="*/ 1219797 h 1268524"/>
              <a:gd name="connsiteX11" fmla="*/ 2531534 w 3369734"/>
              <a:gd name="connsiteY11" fmla="*/ 1262131 h 1268524"/>
              <a:gd name="connsiteX12" fmla="*/ 2675467 w 3369734"/>
              <a:gd name="connsiteY12" fmla="*/ 1262131 h 1268524"/>
              <a:gd name="connsiteX13" fmla="*/ 2810934 w 3369734"/>
              <a:gd name="connsiteY13" fmla="*/ 1202864 h 1268524"/>
              <a:gd name="connsiteX14" fmla="*/ 3073400 w 3369734"/>
              <a:gd name="connsiteY14" fmla="*/ 1016597 h 1268524"/>
              <a:gd name="connsiteX15" fmla="*/ 3369734 w 3369734"/>
              <a:gd name="connsiteY15" fmla="*/ 669464 h 126852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</a:cxnLst>
            <a:rect l="l" t="t" r="r" b="b"/>
            <a:pathLst>
              <a:path w="3369734" h="1268524">
                <a:moveTo>
                  <a:pt x="0" y="618664"/>
                </a:moveTo>
                <a:cubicBezTo>
                  <a:pt x="89605" y="505775"/>
                  <a:pt x="179211" y="392886"/>
                  <a:pt x="262467" y="305397"/>
                </a:cubicBezTo>
                <a:cubicBezTo>
                  <a:pt x="345723" y="217908"/>
                  <a:pt x="417690" y="143120"/>
                  <a:pt x="499534" y="93731"/>
                </a:cubicBezTo>
                <a:cubicBezTo>
                  <a:pt x="581379" y="44342"/>
                  <a:pt x="675923" y="23175"/>
                  <a:pt x="753534" y="9064"/>
                </a:cubicBezTo>
                <a:cubicBezTo>
                  <a:pt x="831145" y="-5047"/>
                  <a:pt x="907344" y="-814"/>
                  <a:pt x="965200" y="9064"/>
                </a:cubicBezTo>
                <a:cubicBezTo>
                  <a:pt x="1023056" y="18942"/>
                  <a:pt x="1045634" y="34464"/>
                  <a:pt x="1100667" y="68331"/>
                </a:cubicBezTo>
                <a:cubicBezTo>
                  <a:pt x="1155700" y="102198"/>
                  <a:pt x="1214967" y="134653"/>
                  <a:pt x="1295400" y="212264"/>
                </a:cubicBezTo>
                <a:cubicBezTo>
                  <a:pt x="1375833" y="289875"/>
                  <a:pt x="1478845" y="423930"/>
                  <a:pt x="1583267" y="533997"/>
                </a:cubicBezTo>
                <a:cubicBezTo>
                  <a:pt x="1687689" y="644064"/>
                  <a:pt x="1821745" y="776709"/>
                  <a:pt x="1921934" y="872665"/>
                </a:cubicBezTo>
                <a:cubicBezTo>
                  <a:pt x="2022123" y="968621"/>
                  <a:pt x="2108200" y="1051876"/>
                  <a:pt x="2184400" y="1109731"/>
                </a:cubicBezTo>
                <a:cubicBezTo>
                  <a:pt x="2260600" y="1167586"/>
                  <a:pt x="2321278" y="1194397"/>
                  <a:pt x="2379134" y="1219797"/>
                </a:cubicBezTo>
                <a:cubicBezTo>
                  <a:pt x="2436990" y="1245197"/>
                  <a:pt x="2482145" y="1255075"/>
                  <a:pt x="2531534" y="1262131"/>
                </a:cubicBezTo>
                <a:cubicBezTo>
                  <a:pt x="2580923" y="1269187"/>
                  <a:pt x="2628900" y="1272009"/>
                  <a:pt x="2675467" y="1262131"/>
                </a:cubicBezTo>
                <a:cubicBezTo>
                  <a:pt x="2722034" y="1252253"/>
                  <a:pt x="2744612" y="1243786"/>
                  <a:pt x="2810934" y="1202864"/>
                </a:cubicBezTo>
                <a:cubicBezTo>
                  <a:pt x="2877256" y="1161942"/>
                  <a:pt x="2980267" y="1105497"/>
                  <a:pt x="3073400" y="1016597"/>
                </a:cubicBezTo>
                <a:cubicBezTo>
                  <a:pt x="3166533" y="927697"/>
                  <a:pt x="3268133" y="798580"/>
                  <a:pt x="3369734" y="669464"/>
                </a:cubicBezTo>
              </a:path>
            </a:pathLst>
          </a:custGeom>
          <a:noFill/>
          <a:ln w="28575" cap="flat" cmpd="sng" algn="ctr">
            <a:solidFill>
              <a:srgbClr val="C00000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GB" sz="16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Lucida Sans Unicode" pitchFamily="34" charset="0"/>
            </a:endParaRPr>
          </a:p>
        </p:txBody>
      </p:sp>
      <p:sp>
        <p:nvSpPr>
          <p:cNvPr id="14" name="Text Box 4">
            <a:extLst>
              <a:ext uri="{FF2B5EF4-FFF2-40B4-BE49-F238E27FC236}">
                <a16:creationId xmlns:a16="http://schemas.microsoft.com/office/drawing/2014/main" id="{350DEE1C-9056-4419-91D3-B5F0C09A299F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395288" y="414788"/>
            <a:ext cx="2334293" cy="461665"/>
          </a:xfrm>
          <a:prstGeom prst="rect">
            <a:avLst/>
          </a:prstGeom>
          <a:noFill/>
          <a:ln w="9525" algn="ctr">
            <a:noFill/>
            <a:miter lim="800000"/>
            <a:headEnd/>
            <a:tailEnd/>
          </a:ln>
        </p:spPr>
        <p:txBody>
          <a:bodyPr wrap="none">
            <a:spAutoFit/>
          </a:bodyPr>
          <a:lstStyle/>
          <a:p>
            <a:r>
              <a:rPr lang="en-GB" sz="2400" b="1"/>
              <a:t>Channel Noise</a:t>
            </a:r>
            <a:endParaRPr lang="en-GB" sz="2400" b="1" dirty="0"/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6348722C-AEE3-4A34-883D-9F2478D42875}"/>
              </a:ext>
            </a:extLst>
          </p:cNvPr>
          <p:cNvSpPr txBox="1"/>
          <p:nvPr/>
        </p:nvSpPr>
        <p:spPr>
          <a:xfrm>
            <a:off x="5308849" y="1947016"/>
            <a:ext cx="1572963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/>
              <a:t>clean signal</a:t>
            </a:r>
            <a:endParaRPr lang="en-GB" dirty="0"/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FF7E1BE1-72D6-454C-BD97-656CC8783E28}"/>
              </a:ext>
            </a:extLst>
          </p:cNvPr>
          <p:cNvSpPr txBox="1"/>
          <p:nvPr/>
        </p:nvSpPr>
        <p:spPr>
          <a:xfrm>
            <a:off x="5308849" y="3320152"/>
            <a:ext cx="2251885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/>
              <a:t>channel noise</a:t>
            </a:r>
          </a:p>
          <a:p>
            <a:pPr marL="177800" indent="-177800">
              <a:buFont typeface="Arial" panose="020B0604020202020204" pitchFamily="34" charset="0"/>
              <a:buChar char="•"/>
            </a:pPr>
            <a:r>
              <a:rPr lang="en-GB"/>
              <a:t>E/M interference</a:t>
            </a:r>
          </a:p>
          <a:p>
            <a:pPr marL="177800" indent="-177800">
              <a:buFont typeface="Arial" panose="020B0604020202020204" pitchFamily="34" charset="0"/>
              <a:buChar char="•"/>
            </a:pPr>
            <a:r>
              <a:rPr lang="en-GB"/>
              <a:t>additive</a:t>
            </a:r>
            <a:endParaRPr lang="en-GB" dirty="0"/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6801E701-D1AE-4F59-AC36-EE311E23E931}"/>
              </a:ext>
            </a:extLst>
          </p:cNvPr>
          <p:cNvSpPr txBox="1"/>
          <p:nvPr/>
        </p:nvSpPr>
        <p:spPr>
          <a:xfrm>
            <a:off x="5308849" y="5175694"/>
            <a:ext cx="2378885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/>
              <a:t>noise affected  signal</a:t>
            </a:r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3671313241"/>
      </p:ext>
    </p:extLst>
  </p:cSld>
  <p:clrMapOvr>
    <a:masterClrMapping/>
  </p:clrMapOvr>
</p:sld>
</file>

<file path=ppt/slides/slide4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61925" y="1458230"/>
            <a:ext cx="8376412" cy="362811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657954211"/>
      </p:ext>
    </p:extLst>
  </p:cSld>
  <p:clrMapOvr>
    <a:masterClrMapping/>
  </p:clrMapOvr>
</p:sld>
</file>

<file path=ppt/slides/slide4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7" name="Oval 66"/>
          <p:cNvSpPr/>
          <p:nvPr/>
        </p:nvSpPr>
        <p:spPr bwMode="auto">
          <a:xfrm>
            <a:off x="3025116" y="3357757"/>
            <a:ext cx="2500723" cy="1124802"/>
          </a:xfrm>
          <a:prstGeom prst="ellipse">
            <a:avLst/>
          </a:prstGeom>
          <a:solidFill>
            <a:srgbClr val="FFFFCC"/>
          </a:solidFill>
          <a:ln w="9525" cap="flat" cmpd="sng" algn="ctr">
            <a:solidFill>
              <a:schemeClr val="bg1">
                <a:lumMod val="65000"/>
              </a:schemeClr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GB" sz="16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Lucida Sans Unicode" pitchFamily="34" charset="0"/>
            </a:endParaRPr>
          </a:p>
        </p:txBody>
      </p:sp>
      <p:sp>
        <p:nvSpPr>
          <p:cNvPr id="63" name="Oval 62"/>
          <p:cNvSpPr/>
          <p:nvPr/>
        </p:nvSpPr>
        <p:spPr bwMode="auto">
          <a:xfrm>
            <a:off x="329930" y="4774963"/>
            <a:ext cx="2500723" cy="1124802"/>
          </a:xfrm>
          <a:prstGeom prst="ellipse">
            <a:avLst/>
          </a:prstGeom>
          <a:solidFill>
            <a:srgbClr val="FFFFCC"/>
          </a:solidFill>
          <a:ln w="9525" cap="flat" cmpd="sng" algn="ctr">
            <a:solidFill>
              <a:schemeClr val="bg1">
                <a:lumMod val="65000"/>
              </a:schemeClr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GB" sz="16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Lucida Sans Unicode" pitchFamily="34" charset="0"/>
            </a:endParaRPr>
          </a:p>
        </p:txBody>
      </p:sp>
      <p:sp>
        <p:nvSpPr>
          <p:cNvPr id="3" name="Text Box 4"/>
          <p:cNvSpPr txBox="1">
            <a:spLocks noChangeArrowheads="1"/>
          </p:cNvSpPr>
          <p:nvPr/>
        </p:nvSpPr>
        <p:spPr bwMode="auto">
          <a:xfrm>
            <a:off x="395288" y="331788"/>
            <a:ext cx="2119491" cy="461665"/>
          </a:xfrm>
          <a:prstGeom prst="rect">
            <a:avLst/>
          </a:prstGeom>
          <a:noFill/>
          <a:ln w="9525" algn="ctr">
            <a:noFill/>
            <a:miter lim="800000"/>
            <a:headEnd/>
            <a:tailEnd/>
          </a:ln>
        </p:spPr>
        <p:txBody>
          <a:bodyPr wrap="none">
            <a:spAutoFit/>
          </a:bodyPr>
          <a:lstStyle/>
          <a:p>
            <a:r>
              <a:rPr lang="en-GB" sz="2400" b="1"/>
              <a:t>Sensor Noise</a:t>
            </a:r>
            <a:endParaRPr lang="en-GB" sz="2400" b="1" dirty="0"/>
          </a:p>
        </p:txBody>
      </p:sp>
      <p:pic>
        <p:nvPicPr>
          <p:cNvPr id="47" name="Picture 2" descr="http://t0.gstatic.com/images?q=tbn:ANd9GcR9lkCivr4z96mILGvpJhKHDUOcQF6I6eCWk4AZbLM7hbM63WoyreBQFPI-"/>
          <p:cNvPicPr>
            <a:picLocks noChangeAspect="1" noChangeArrowheads="1"/>
          </p:cNvPicPr>
          <p:nvPr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5631987" y="1797201"/>
            <a:ext cx="2378075" cy="1576768"/>
          </a:xfrm>
          <a:prstGeom prst="rect">
            <a:avLst/>
          </a:prstGeom>
          <a:noFill/>
        </p:spPr>
      </p:pic>
      <p:sp>
        <p:nvSpPr>
          <p:cNvPr id="48" name="TextBox 47"/>
          <p:cNvSpPr txBox="1"/>
          <p:nvPr/>
        </p:nvSpPr>
        <p:spPr>
          <a:xfrm>
            <a:off x="4385982" y="490194"/>
            <a:ext cx="4017157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dirty="0"/>
              <a:t>any </a:t>
            </a:r>
            <a:r>
              <a:rPr lang="en-GB" i="1" dirty="0"/>
              <a:t>active</a:t>
            </a:r>
            <a:r>
              <a:rPr lang="en-GB" dirty="0"/>
              <a:t> circuit (and many passive circuits) including camera sensors will produce noise ...</a:t>
            </a:r>
          </a:p>
        </p:txBody>
      </p:sp>
      <p:sp>
        <p:nvSpPr>
          <p:cNvPr id="49" name="Rectangle 48"/>
          <p:cNvSpPr/>
          <p:nvPr/>
        </p:nvSpPr>
        <p:spPr bwMode="auto">
          <a:xfrm>
            <a:off x="395288" y="1054476"/>
            <a:ext cx="3583650" cy="2125742"/>
          </a:xfrm>
          <a:prstGeom prst="rect">
            <a:avLst/>
          </a:prstGeom>
          <a:solidFill>
            <a:schemeClr val="bg1">
              <a:lumMod val="50000"/>
            </a:schemeClr>
          </a:solidFill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GB" sz="16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Lucida Sans Unicode" pitchFamily="34" charset="0"/>
            </a:endParaRPr>
          </a:p>
        </p:txBody>
      </p:sp>
      <p:pic>
        <p:nvPicPr>
          <p:cNvPr id="50" name="Picture 4" descr="http://t1.gstatic.com/images?q=tbn:ANd9GcTel5auGiK9LCtCqa8Vk6hlgW-EEfiRx8BZpwYOSD1cEJBCz_tBWzYEExGu"/>
          <p:cNvPicPr>
            <a:picLocks noChangeAspect="1" noChangeArrowheads="1"/>
          </p:cNvPicPr>
          <p:nvPr/>
        </p:nvPicPr>
        <p:blipFill>
          <a:blip r:embed="rId3" cstate="print"/>
          <a:srcRect/>
          <a:stretch>
            <a:fillRect/>
          </a:stretch>
        </p:blipFill>
        <p:spPr bwMode="auto">
          <a:xfrm>
            <a:off x="6210777" y="4259741"/>
            <a:ext cx="2439012" cy="1648080"/>
          </a:xfrm>
          <a:prstGeom prst="rect">
            <a:avLst/>
          </a:prstGeom>
          <a:noFill/>
        </p:spPr>
      </p:pic>
      <p:sp>
        <p:nvSpPr>
          <p:cNvPr id="51" name="Right Arrow 53"/>
          <p:cNvSpPr/>
          <p:nvPr/>
        </p:nvSpPr>
        <p:spPr bwMode="auto">
          <a:xfrm rot="4398066">
            <a:off x="6888429" y="3633400"/>
            <a:ext cx="1047750" cy="409575"/>
          </a:xfrm>
          <a:prstGeom prst="rightArrow">
            <a:avLst>
              <a:gd name="adj1" fmla="val 50000"/>
              <a:gd name="adj2" fmla="val 89535"/>
            </a:avLst>
          </a:prstGeom>
          <a:solidFill>
            <a:srgbClr val="FFCC66"/>
          </a:solidFill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GB" sz="16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Lucida Sans Unicode" pitchFamily="34" charset="0"/>
            </a:endParaRPr>
          </a:p>
        </p:txBody>
      </p:sp>
      <p:sp>
        <p:nvSpPr>
          <p:cNvPr id="9" name="Rectangle 8"/>
          <p:cNvSpPr/>
          <p:nvPr/>
        </p:nvSpPr>
        <p:spPr bwMode="auto">
          <a:xfrm>
            <a:off x="594291" y="5166251"/>
            <a:ext cx="447420" cy="438150"/>
          </a:xfrm>
          <a:prstGeom prst="rect">
            <a:avLst/>
          </a:prstGeom>
          <a:solidFill>
            <a:schemeClr val="bg1">
              <a:lumMod val="50000"/>
            </a:schemeClr>
          </a:solidFill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GB" sz="16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Lucida Sans Unicode" pitchFamily="34" charset="0"/>
            </a:endParaRPr>
          </a:p>
        </p:txBody>
      </p:sp>
      <p:sp>
        <p:nvSpPr>
          <p:cNvPr id="10" name="Rectangle 9"/>
          <p:cNvSpPr/>
          <p:nvPr/>
        </p:nvSpPr>
        <p:spPr bwMode="auto">
          <a:xfrm>
            <a:off x="3335998" y="3657019"/>
            <a:ext cx="447420" cy="438150"/>
          </a:xfrm>
          <a:prstGeom prst="rect">
            <a:avLst/>
          </a:prstGeom>
          <a:solidFill>
            <a:schemeClr val="bg1">
              <a:lumMod val="50000"/>
            </a:schemeClr>
          </a:solidFill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GB" sz="16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Lucida Sans Unicode" pitchFamily="34" charset="0"/>
            </a:endParaRPr>
          </a:p>
        </p:txBody>
      </p:sp>
      <p:sp>
        <p:nvSpPr>
          <p:cNvPr id="11" name="Rectangle 10"/>
          <p:cNvSpPr/>
          <p:nvPr/>
        </p:nvSpPr>
        <p:spPr bwMode="auto">
          <a:xfrm>
            <a:off x="2016145" y="5167449"/>
            <a:ext cx="447420" cy="438150"/>
          </a:xfrm>
          <a:prstGeom prst="rect">
            <a:avLst/>
          </a:prstGeom>
          <a:solidFill>
            <a:schemeClr val="bg1">
              <a:lumMod val="75000"/>
            </a:schemeClr>
          </a:solidFill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GB" sz="16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Lucida Sans Unicode" pitchFamily="34" charset="0"/>
            </a:endParaRPr>
          </a:p>
        </p:txBody>
      </p:sp>
      <p:sp>
        <p:nvSpPr>
          <p:cNvPr id="12" name="Rectangle 11"/>
          <p:cNvSpPr/>
          <p:nvPr/>
        </p:nvSpPr>
        <p:spPr bwMode="auto">
          <a:xfrm>
            <a:off x="4810090" y="3657019"/>
            <a:ext cx="447420" cy="438150"/>
          </a:xfrm>
          <a:prstGeom prst="rect">
            <a:avLst/>
          </a:prstGeom>
          <a:solidFill>
            <a:schemeClr val="tx1">
              <a:lumMod val="65000"/>
              <a:lumOff val="35000"/>
            </a:schemeClr>
          </a:solidFill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GB" sz="16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Lucida Sans Unicode" pitchFamily="34" charset="0"/>
            </a:endParaRPr>
          </a:p>
        </p:txBody>
      </p:sp>
      <p:sp>
        <p:nvSpPr>
          <p:cNvPr id="4" name="TextBox 3"/>
          <p:cNvSpPr txBox="1"/>
          <p:nvPr/>
        </p:nvSpPr>
        <p:spPr>
          <a:xfrm>
            <a:off x="1041711" y="5265847"/>
            <a:ext cx="1455042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b="1"/>
              <a:t>+       =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3802468" y="3756615"/>
            <a:ext cx="1455042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b="1"/>
              <a:t>+       =</a:t>
            </a:r>
          </a:p>
        </p:txBody>
      </p:sp>
      <p:sp>
        <p:nvSpPr>
          <p:cNvPr id="5" name="Rectangle 4"/>
          <p:cNvSpPr/>
          <p:nvPr/>
        </p:nvSpPr>
        <p:spPr bwMode="auto">
          <a:xfrm>
            <a:off x="2410004" y="2745004"/>
            <a:ext cx="209550" cy="272046"/>
          </a:xfrm>
          <a:prstGeom prst="rect">
            <a:avLst/>
          </a:prstGeom>
          <a:noFill/>
          <a:ln w="2857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GB" sz="16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Lucida Sans Unicode" pitchFamily="34" charset="0"/>
            </a:endParaRPr>
          </a:p>
        </p:txBody>
      </p:sp>
      <p:sp>
        <p:nvSpPr>
          <p:cNvPr id="6" name="TextBox 5"/>
          <p:cNvSpPr txBox="1"/>
          <p:nvPr/>
        </p:nvSpPr>
        <p:spPr>
          <a:xfrm>
            <a:off x="351415" y="5950606"/>
            <a:ext cx="3805486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dirty="0"/>
              <a:t>photocell charge plus positive noise spike = brighter pixel</a:t>
            </a:r>
          </a:p>
        </p:txBody>
      </p:sp>
      <p:sp>
        <p:nvSpPr>
          <p:cNvPr id="20" name="Rectangle 19"/>
          <p:cNvSpPr/>
          <p:nvPr/>
        </p:nvSpPr>
        <p:spPr bwMode="auto">
          <a:xfrm>
            <a:off x="3059089" y="1869659"/>
            <a:ext cx="209550" cy="272046"/>
          </a:xfrm>
          <a:prstGeom prst="rect">
            <a:avLst/>
          </a:prstGeom>
          <a:noFill/>
          <a:ln w="2857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GB" sz="16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Lucida Sans Unicode" pitchFamily="34" charset="0"/>
            </a:endParaRPr>
          </a:p>
        </p:txBody>
      </p:sp>
      <p:sp>
        <p:nvSpPr>
          <p:cNvPr id="29" name="TextBox 28"/>
          <p:cNvSpPr txBox="1"/>
          <p:nvPr/>
        </p:nvSpPr>
        <p:spPr>
          <a:xfrm>
            <a:off x="2817710" y="4465026"/>
            <a:ext cx="3353141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/>
              <a:t>photocell charge plus negative  noise spike = darker pixel</a:t>
            </a:r>
          </a:p>
        </p:txBody>
      </p:sp>
      <p:sp>
        <p:nvSpPr>
          <p:cNvPr id="24" name="Freeform: Shape 23"/>
          <p:cNvSpPr/>
          <p:nvPr/>
        </p:nvSpPr>
        <p:spPr bwMode="auto">
          <a:xfrm>
            <a:off x="1322816" y="5011788"/>
            <a:ext cx="335743" cy="505722"/>
          </a:xfrm>
          <a:custGeom>
            <a:avLst/>
            <a:gdLst>
              <a:gd name="connsiteX0" fmla="*/ 0 w 609600"/>
              <a:gd name="connsiteY0" fmla="*/ 1409700 h 1419225"/>
              <a:gd name="connsiteX1" fmla="*/ 133350 w 609600"/>
              <a:gd name="connsiteY1" fmla="*/ 1247775 h 1419225"/>
              <a:gd name="connsiteX2" fmla="*/ 247650 w 609600"/>
              <a:gd name="connsiteY2" fmla="*/ 857250 h 1419225"/>
              <a:gd name="connsiteX3" fmla="*/ 304800 w 609600"/>
              <a:gd name="connsiteY3" fmla="*/ 438150 h 1419225"/>
              <a:gd name="connsiteX4" fmla="*/ 342900 w 609600"/>
              <a:gd name="connsiteY4" fmla="*/ 123825 h 1419225"/>
              <a:gd name="connsiteX5" fmla="*/ 400050 w 609600"/>
              <a:gd name="connsiteY5" fmla="*/ 238125 h 1419225"/>
              <a:gd name="connsiteX6" fmla="*/ 466725 w 609600"/>
              <a:gd name="connsiteY6" fmla="*/ 0 h 1419225"/>
              <a:gd name="connsiteX7" fmla="*/ 523875 w 609600"/>
              <a:gd name="connsiteY7" fmla="*/ 923925 h 1419225"/>
              <a:gd name="connsiteX8" fmla="*/ 571500 w 609600"/>
              <a:gd name="connsiteY8" fmla="*/ 1257300 h 1419225"/>
              <a:gd name="connsiteX9" fmla="*/ 609600 w 609600"/>
              <a:gd name="connsiteY9" fmla="*/ 1419225 h 141922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</a:cxnLst>
            <a:rect l="l" t="t" r="r" b="b"/>
            <a:pathLst>
              <a:path w="609600" h="1419225">
                <a:moveTo>
                  <a:pt x="0" y="1409700"/>
                </a:moveTo>
                <a:lnTo>
                  <a:pt x="133350" y="1247775"/>
                </a:lnTo>
                <a:lnTo>
                  <a:pt x="247650" y="857250"/>
                </a:lnTo>
                <a:lnTo>
                  <a:pt x="304800" y="438150"/>
                </a:lnTo>
                <a:lnTo>
                  <a:pt x="342900" y="123825"/>
                </a:lnTo>
                <a:lnTo>
                  <a:pt x="400050" y="238125"/>
                </a:lnTo>
                <a:lnTo>
                  <a:pt x="466725" y="0"/>
                </a:lnTo>
                <a:lnTo>
                  <a:pt x="523875" y="923925"/>
                </a:lnTo>
                <a:lnTo>
                  <a:pt x="571500" y="1257300"/>
                </a:lnTo>
                <a:lnTo>
                  <a:pt x="609600" y="1419225"/>
                </a:lnTo>
              </a:path>
            </a:pathLst>
          </a:custGeom>
          <a:noFill/>
          <a:ln w="28575" cap="flat" cmpd="sng" algn="ctr">
            <a:solidFill>
              <a:srgbClr val="FF0000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GB" sz="16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Lucida Sans Unicode" pitchFamily="34" charset="0"/>
            </a:endParaRPr>
          </a:p>
        </p:txBody>
      </p:sp>
      <p:sp>
        <p:nvSpPr>
          <p:cNvPr id="26" name="Freeform: Shape 25"/>
          <p:cNvSpPr/>
          <p:nvPr/>
        </p:nvSpPr>
        <p:spPr bwMode="auto">
          <a:xfrm>
            <a:off x="4027417" y="3824341"/>
            <a:ext cx="476250" cy="504825"/>
          </a:xfrm>
          <a:custGeom>
            <a:avLst/>
            <a:gdLst>
              <a:gd name="connsiteX0" fmla="*/ 0 w 942975"/>
              <a:gd name="connsiteY0" fmla="*/ 9525 h 885825"/>
              <a:gd name="connsiteX1" fmla="*/ 209550 w 942975"/>
              <a:gd name="connsiteY1" fmla="*/ 28575 h 885825"/>
              <a:gd name="connsiteX2" fmla="*/ 304800 w 942975"/>
              <a:gd name="connsiteY2" fmla="*/ 209550 h 885825"/>
              <a:gd name="connsiteX3" fmla="*/ 390525 w 942975"/>
              <a:gd name="connsiteY3" fmla="*/ 561975 h 885825"/>
              <a:gd name="connsiteX4" fmla="*/ 447675 w 942975"/>
              <a:gd name="connsiteY4" fmla="*/ 533400 h 885825"/>
              <a:gd name="connsiteX5" fmla="*/ 542925 w 942975"/>
              <a:gd name="connsiteY5" fmla="*/ 885825 h 885825"/>
              <a:gd name="connsiteX6" fmla="*/ 619125 w 942975"/>
              <a:gd name="connsiteY6" fmla="*/ 533400 h 885825"/>
              <a:gd name="connsiteX7" fmla="*/ 676275 w 942975"/>
              <a:gd name="connsiteY7" fmla="*/ 581025 h 885825"/>
              <a:gd name="connsiteX8" fmla="*/ 676275 w 942975"/>
              <a:gd name="connsiteY8" fmla="*/ 495300 h 885825"/>
              <a:gd name="connsiteX9" fmla="*/ 790575 w 942975"/>
              <a:gd name="connsiteY9" fmla="*/ 19050 h 885825"/>
              <a:gd name="connsiteX10" fmla="*/ 942975 w 942975"/>
              <a:gd name="connsiteY10" fmla="*/ 0 h 88582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</a:cxnLst>
            <a:rect l="l" t="t" r="r" b="b"/>
            <a:pathLst>
              <a:path w="942975" h="885825">
                <a:moveTo>
                  <a:pt x="0" y="9525"/>
                </a:moveTo>
                <a:lnTo>
                  <a:pt x="209550" y="28575"/>
                </a:lnTo>
                <a:lnTo>
                  <a:pt x="304800" y="209550"/>
                </a:lnTo>
                <a:lnTo>
                  <a:pt x="390525" y="561975"/>
                </a:lnTo>
                <a:lnTo>
                  <a:pt x="447675" y="533400"/>
                </a:lnTo>
                <a:lnTo>
                  <a:pt x="542925" y="885825"/>
                </a:lnTo>
                <a:lnTo>
                  <a:pt x="619125" y="533400"/>
                </a:lnTo>
                <a:lnTo>
                  <a:pt x="676275" y="581025"/>
                </a:lnTo>
                <a:lnTo>
                  <a:pt x="676275" y="495300"/>
                </a:lnTo>
                <a:lnTo>
                  <a:pt x="790575" y="19050"/>
                </a:lnTo>
                <a:lnTo>
                  <a:pt x="942975" y="0"/>
                </a:lnTo>
              </a:path>
            </a:pathLst>
          </a:custGeom>
          <a:noFill/>
          <a:ln w="28575" cap="flat" cmpd="sng" algn="ctr">
            <a:solidFill>
              <a:srgbClr val="FF0000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GB" sz="16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Lucida Sans Unicode" pitchFamily="34" charset="0"/>
            </a:endParaRPr>
          </a:p>
        </p:txBody>
      </p:sp>
      <p:cxnSp>
        <p:nvCxnSpPr>
          <p:cNvPr id="40" name="Straight Arrow Connector 39"/>
          <p:cNvCxnSpPr/>
          <p:nvPr/>
        </p:nvCxnSpPr>
        <p:spPr bwMode="auto">
          <a:xfrm>
            <a:off x="2496753" y="5454032"/>
            <a:ext cx="5208603" cy="269810"/>
          </a:xfrm>
          <a:prstGeom prst="straightConnector1">
            <a:avLst/>
          </a:prstGeom>
          <a:solidFill>
            <a:schemeClr val="accent1"/>
          </a:solidFill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triangle"/>
          </a:ln>
          <a:effectLst/>
        </p:spPr>
      </p:cxnSp>
      <p:sp>
        <p:nvSpPr>
          <p:cNvPr id="52" name="Rectangle 51"/>
          <p:cNvSpPr/>
          <p:nvPr/>
        </p:nvSpPr>
        <p:spPr bwMode="auto">
          <a:xfrm>
            <a:off x="7705356" y="5671185"/>
            <a:ext cx="107262" cy="78082"/>
          </a:xfrm>
          <a:prstGeom prst="rect">
            <a:avLst/>
          </a:prstGeom>
          <a:solidFill>
            <a:schemeClr val="bg1">
              <a:lumMod val="75000"/>
            </a:schemeClr>
          </a:solidFill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GB" sz="16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Lucida Sans Unicode" pitchFamily="34" charset="0"/>
            </a:endParaRPr>
          </a:p>
        </p:txBody>
      </p:sp>
      <p:sp>
        <p:nvSpPr>
          <p:cNvPr id="56" name="Rectangle 55"/>
          <p:cNvSpPr/>
          <p:nvPr/>
        </p:nvSpPr>
        <p:spPr bwMode="auto">
          <a:xfrm>
            <a:off x="8010062" y="4807472"/>
            <a:ext cx="107262" cy="78082"/>
          </a:xfrm>
          <a:prstGeom prst="rect">
            <a:avLst/>
          </a:prstGeom>
          <a:solidFill>
            <a:schemeClr val="tx1">
              <a:lumMod val="65000"/>
              <a:lumOff val="35000"/>
            </a:schemeClr>
          </a:solidFill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GB" sz="16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Lucida Sans Unicode" pitchFamily="34" charset="0"/>
            </a:endParaRPr>
          </a:p>
        </p:txBody>
      </p:sp>
      <p:cxnSp>
        <p:nvCxnSpPr>
          <p:cNvPr id="57" name="Straight Arrow Connector 56"/>
          <p:cNvCxnSpPr>
            <a:stCxn id="15" idx="3"/>
          </p:cNvCxnSpPr>
          <p:nvPr/>
        </p:nvCxnSpPr>
        <p:spPr bwMode="auto">
          <a:xfrm>
            <a:off x="5257510" y="3925892"/>
            <a:ext cx="2752552" cy="857127"/>
          </a:xfrm>
          <a:prstGeom prst="straightConnector1">
            <a:avLst/>
          </a:prstGeom>
          <a:solidFill>
            <a:schemeClr val="accent1"/>
          </a:solidFill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triangle"/>
          </a:ln>
          <a:effectLst/>
        </p:spPr>
      </p:cxnSp>
      <p:sp>
        <p:nvSpPr>
          <p:cNvPr id="62" name="Right Arrow 53"/>
          <p:cNvSpPr/>
          <p:nvPr/>
        </p:nvSpPr>
        <p:spPr bwMode="auto">
          <a:xfrm rot="400775">
            <a:off x="3920792" y="1974175"/>
            <a:ext cx="2559488" cy="409575"/>
          </a:xfrm>
          <a:prstGeom prst="rightArrow">
            <a:avLst>
              <a:gd name="adj1" fmla="val 50000"/>
              <a:gd name="adj2" fmla="val 126492"/>
            </a:avLst>
          </a:prstGeom>
          <a:solidFill>
            <a:srgbClr val="FFCC66"/>
          </a:solidFill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GB" sz="16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Lucida Sans Unicode" pitchFamily="34" charset="0"/>
            </a:endParaRPr>
          </a:p>
        </p:txBody>
      </p:sp>
      <p:sp>
        <p:nvSpPr>
          <p:cNvPr id="64" name="TextBox 63"/>
          <p:cNvSpPr txBox="1"/>
          <p:nvPr/>
        </p:nvSpPr>
        <p:spPr>
          <a:xfrm>
            <a:off x="480002" y="1083751"/>
            <a:ext cx="4017157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b="1" dirty="0">
                <a:solidFill>
                  <a:schemeClr val="bg1"/>
                </a:solidFill>
              </a:rPr>
              <a:t>original image = pure grey tone</a:t>
            </a:r>
          </a:p>
        </p:txBody>
      </p:sp>
      <p:sp>
        <p:nvSpPr>
          <p:cNvPr id="65" name="TextBox 64"/>
          <p:cNvSpPr txBox="1"/>
          <p:nvPr/>
        </p:nvSpPr>
        <p:spPr>
          <a:xfrm>
            <a:off x="6394561" y="5001765"/>
            <a:ext cx="2112542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b="1" dirty="0">
                <a:solidFill>
                  <a:schemeClr val="bg1"/>
                </a:solidFill>
              </a:rPr>
              <a:t>recorded image = noisy grey tone</a:t>
            </a:r>
          </a:p>
        </p:txBody>
      </p:sp>
      <p:cxnSp>
        <p:nvCxnSpPr>
          <p:cNvPr id="68" name="Straight Arrow Connector 67"/>
          <p:cNvCxnSpPr/>
          <p:nvPr/>
        </p:nvCxnSpPr>
        <p:spPr bwMode="auto">
          <a:xfrm>
            <a:off x="3240406" y="2230322"/>
            <a:ext cx="638604" cy="1178795"/>
          </a:xfrm>
          <a:prstGeom prst="straightConnector1">
            <a:avLst/>
          </a:prstGeom>
          <a:solidFill>
            <a:schemeClr val="accent1"/>
          </a:solidFill>
          <a:ln w="76200" cap="flat" cmpd="sng" algn="ctr">
            <a:solidFill>
              <a:srgbClr val="FF0000">
                <a:alpha val="48000"/>
              </a:srgbClr>
            </a:solidFill>
            <a:prstDash val="solid"/>
            <a:round/>
            <a:headEnd type="none" w="med" len="med"/>
            <a:tailEnd type="triangle"/>
          </a:ln>
          <a:effectLst/>
        </p:spPr>
      </p:cxnSp>
      <p:cxnSp>
        <p:nvCxnSpPr>
          <p:cNvPr id="71" name="Straight Arrow Connector 70"/>
          <p:cNvCxnSpPr/>
          <p:nvPr/>
        </p:nvCxnSpPr>
        <p:spPr bwMode="auto">
          <a:xfrm flipH="1">
            <a:off x="1971659" y="3048926"/>
            <a:ext cx="467463" cy="1731654"/>
          </a:xfrm>
          <a:prstGeom prst="straightConnector1">
            <a:avLst/>
          </a:prstGeom>
          <a:solidFill>
            <a:schemeClr val="accent1"/>
          </a:solidFill>
          <a:ln w="76200" cap="flat" cmpd="sng" algn="ctr">
            <a:solidFill>
              <a:srgbClr val="FF0000">
                <a:alpha val="48000"/>
              </a:srgbClr>
            </a:solidFill>
            <a:prstDash val="solid"/>
            <a:round/>
            <a:headEnd type="none" w="med" len="med"/>
            <a:tailEnd type="triangle"/>
          </a:ln>
          <a:effectLst/>
        </p:spPr>
      </p:cxnSp>
      <p:sp>
        <p:nvSpPr>
          <p:cNvPr id="34" name="TextBox 33"/>
          <p:cNvSpPr txBox="1"/>
          <p:nvPr/>
        </p:nvSpPr>
        <p:spPr>
          <a:xfrm>
            <a:off x="411276" y="3490155"/>
            <a:ext cx="1560383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dirty="0"/>
              <a:t>At the instant of image capture: </a:t>
            </a:r>
          </a:p>
        </p:txBody>
      </p:sp>
    </p:spTree>
    <p:extLst>
      <p:ext uri="{BB962C8B-B14F-4D97-AF65-F5344CB8AC3E}">
        <p14:creationId xmlns:p14="http://schemas.microsoft.com/office/powerpoint/2010/main" val="461012216"/>
      </p:ext>
    </p:extLst>
  </p:cSld>
  <p:clrMapOvr>
    <a:masterClrMapping/>
  </p:clrMapOvr>
</p:sld>
</file>

<file path=ppt/slides/slide4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9442" name="Rectangle 2"/>
          <p:cNvSpPr>
            <a:spLocks noChangeArrowheads="1"/>
          </p:cNvSpPr>
          <p:nvPr/>
        </p:nvSpPr>
        <p:spPr bwMode="auto">
          <a:xfrm>
            <a:off x="430213" y="830263"/>
            <a:ext cx="7405687" cy="235756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 algn="ctr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/>
          <a:p>
            <a:r>
              <a:rPr lang="en-GB" sz="1600" b="0" dirty="0"/>
              <a:t>Movement of electrons in ONE direction gives rise to ELECTRIC current </a:t>
            </a:r>
          </a:p>
          <a:p>
            <a:r>
              <a:rPr lang="en-GB" sz="1600" b="0" dirty="0"/>
              <a:t>... is really a movement of CHARGE</a:t>
            </a:r>
          </a:p>
          <a:p>
            <a:endParaRPr lang="en-GB" sz="1600" b="0" dirty="0"/>
          </a:p>
          <a:p>
            <a:r>
              <a:rPr lang="en-GB" sz="1600" b="0" dirty="0"/>
              <a:t>No field – haphazard movement</a:t>
            </a:r>
          </a:p>
          <a:p>
            <a:r>
              <a:rPr lang="en-GB" sz="1600" b="0" dirty="0"/>
              <a:t>... net current flow is zero</a:t>
            </a:r>
          </a:p>
          <a:p>
            <a:endParaRPr lang="en-GB" sz="1600" b="0" dirty="0"/>
          </a:p>
          <a:p>
            <a:r>
              <a:rPr lang="en-GB" sz="1600" b="0" dirty="0"/>
              <a:t>Conductors (metals, e.g. Copper) – have loose bindings to their outer electrons</a:t>
            </a:r>
          </a:p>
          <a:p>
            <a:pPr lvl="1" eaLnBrk="1" hangingPunct="1">
              <a:spcBef>
                <a:spcPct val="20000"/>
              </a:spcBef>
              <a:buClr>
                <a:schemeClr val="tx1"/>
              </a:buClr>
              <a:buFontTx/>
              <a:buChar char="•"/>
            </a:pPr>
            <a:endParaRPr lang="en-GB" sz="1600" b="1" dirty="0">
              <a:solidFill>
                <a:schemeClr val="tx2"/>
              </a:solidFill>
            </a:endParaRPr>
          </a:p>
        </p:txBody>
      </p:sp>
      <p:sp>
        <p:nvSpPr>
          <p:cNvPr id="189443" name="Text Box 3"/>
          <p:cNvSpPr txBox="1">
            <a:spLocks noChangeArrowheads="1"/>
          </p:cNvSpPr>
          <p:nvPr/>
        </p:nvSpPr>
        <p:spPr bwMode="auto">
          <a:xfrm>
            <a:off x="430213" y="376238"/>
            <a:ext cx="1887537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 algn="ctr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/>
          <a:p>
            <a:r>
              <a:rPr lang="en-GB" sz="2400" b="1"/>
              <a:t>Conduction</a:t>
            </a:r>
          </a:p>
        </p:txBody>
      </p:sp>
      <p:pic>
        <p:nvPicPr>
          <p:cNvPr id="189444" name="Picture 4"/>
          <p:cNvPicPr>
            <a:picLocks noChangeAspect="1" noChangeArrowheads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613025" y="2911550"/>
            <a:ext cx="2525713" cy="238442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pic>
        <p:nvPicPr>
          <p:cNvPr id="189445" name="Picture 5"/>
          <p:cNvPicPr>
            <a:picLocks noChangeAspect="1" noChangeArrowheads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097463" y="2879725"/>
            <a:ext cx="2525712" cy="238442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sp>
        <p:nvSpPr>
          <p:cNvPr id="189446" name="Oval 6"/>
          <p:cNvSpPr>
            <a:spLocks noChangeArrowheads="1"/>
          </p:cNvSpPr>
          <p:nvPr/>
        </p:nvSpPr>
        <p:spPr bwMode="auto">
          <a:xfrm>
            <a:off x="3629025" y="2784475"/>
            <a:ext cx="409575" cy="436563"/>
          </a:xfrm>
          <a:prstGeom prst="ellipse">
            <a:avLst/>
          </a:prstGeom>
          <a:solidFill>
            <a:schemeClr val="bg1"/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 algn="ctr">
                <a:solidFill>
                  <a:schemeClr val="tx1"/>
                </a:solidFill>
                <a:round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GB" sz="1600"/>
          </a:p>
        </p:txBody>
      </p:sp>
      <p:grpSp>
        <p:nvGrpSpPr>
          <p:cNvPr id="2" name="Group 7"/>
          <p:cNvGrpSpPr>
            <a:grpSpLocks/>
          </p:cNvGrpSpPr>
          <p:nvPr/>
        </p:nvGrpSpPr>
        <p:grpSpPr bwMode="auto">
          <a:xfrm>
            <a:off x="5502275" y="3052763"/>
            <a:ext cx="301625" cy="336550"/>
            <a:chOff x="3965" y="1734"/>
            <a:chExt cx="190" cy="212"/>
          </a:xfrm>
        </p:grpSpPr>
        <p:sp>
          <p:nvSpPr>
            <p:cNvPr id="189448" name="Oval 8"/>
            <p:cNvSpPr>
              <a:spLocks noChangeArrowheads="1"/>
            </p:cNvSpPr>
            <p:nvPr/>
          </p:nvSpPr>
          <p:spPr bwMode="auto">
            <a:xfrm>
              <a:off x="3989" y="1771"/>
              <a:ext cx="138" cy="121"/>
            </a:xfrm>
            <a:prstGeom prst="ellipse">
              <a:avLst/>
            </a:prstGeom>
            <a:gradFill rotWithShape="1">
              <a:gsLst>
                <a:gs pos="0">
                  <a:schemeClr val="bg1"/>
                </a:gs>
                <a:gs pos="100000">
                  <a:schemeClr val="folHlink"/>
                </a:gs>
              </a:gsLst>
              <a:lin ang="5400000" scaled="1"/>
            </a:gradFill>
            <a:ln w="9525" algn="ctr">
              <a:solidFill>
                <a:schemeClr val="tx1"/>
              </a:solidFill>
              <a:round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GB" sz="1600"/>
            </a:p>
          </p:txBody>
        </p:sp>
        <p:sp>
          <p:nvSpPr>
            <p:cNvPr id="189449" name="Text Box 9"/>
            <p:cNvSpPr txBox="1">
              <a:spLocks noChangeArrowheads="1"/>
            </p:cNvSpPr>
            <p:nvPr/>
          </p:nvSpPr>
          <p:spPr bwMode="auto">
            <a:xfrm>
              <a:off x="3965" y="1734"/>
              <a:ext cx="190" cy="212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 algn="ctr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/>
            <a:p>
              <a:r>
                <a:rPr lang="en-GB" sz="1600"/>
                <a:t>-</a:t>
              </a:r>
            </a:p>
          </p:txBody>
        </p:sp>
      </p:grpSp>
      <p:grpSp>
        <p:nvGrpSpPr>
          <p:cNvPr id="3" name="Group 10"/>
          <p:cNvGrpSpPr>
            <a:grpSpLocks/>
          </p:cNvGrpSpPr>
          <p:nvPr/>
        </p:nvGrpSpPr>
        <p:grpSpPr bwMode="auto">
          <a:xfrm>
            <a:off x="2146300" y="3108325"/>
            <a:ext cx="301625" cy="336550"/>
            <a:chOff x="3965" y="1734"/>
            <a:chExt cx="190" cy="212"/>
          </a:xfrm>
        </p:grpSpPr>
        <p:sp>
          <p:nvSpPr>
            <p:cNvPr id="189451" name="Oval 11"/>
            <p:cNvSpPr>
              <a:spLocks noChangeArrowheads="1"/>
            </p:cNvSpPr>
            <p:nvPr/>
          </p:nvSpPr>
          <p:spPr bwMode="auto">
            <a:xfrm>
              <a:off x="3989" y="1771"/>
              <a:ext cx="138" cy="121"/>
            </a:xfrm>
            <a:prstGeom prst="ellipse">
              <a:avLst/>
            </a:prstGeom>
            <a:gradFill rotWithShape="1">
              <a:gsLst>
                <a:gs pos="0">
                  <a:schemeClr val="bg1"/>
                </a:gs>
                <a:gs pos="100000">
                  <a:schemeClr val="folHlink"/>
                </a:gs>
              </a:gsLst>
              <a:lin ang="5400000" scaled="1"/>
            </a:gradFill>
            <a:ln w="9525" algn="ctr">
              <a:solidFill>
                <a:schemeClr val="tx1"/>
              </a:solidFill>
              <a:round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GB" sz="1600"/>
            </a:p>
          </p:txBody>
        </p:sp>
        <p:sp>
          <p:nvSpPr>
            <p:cNvPr id="189452" name="Text Box 12"/>
            <p:cNvSpPr txBox="1">
              <a:spLocks noChangeArrowheads="1"/>
            </p:cNvSpPr>
            <p:nvPr/>
          </p:nvSpPr>
          <p:spPr bwMode="auto">
            <a:xfrm>
              <a:off x="3965" y="1734"/>
              <a:ext cx="190" cy="212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 algn="ctr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/>
            <a:p>
              <a:r>
                <a:rPr lang="en-GB" sz="1600"/>
                <a:t>-</a:t>
              </a:r>
            </a:p>
          </p:txBody>
        </p:sp>
      </p:grpSp>
      <p:sp>
        <p:nvSpPr>
          <p:cNvPr id="189453" name="AutoShape 13" descr="Dark upward diagonal"/>
          <p:cNvSpPr>
            <a:spLocks noChangeArrowheads="1"/>
          </p:cNvSpPr>
          <p:nvPr/>
        </p:nvSpPr>
        <p:spPr bwMode="auto">
          <a:xfrm rot="-1938016">
            <a:off x="2447925" y="2916238"/>
            <a:ext cx="1125538" cy="469900"/>
          </a:xfrm>
          <a:prstGeom prst="lightningBolt">
            <a:avLst/>
          </a:prstGeom>
          <a:pattFill prst="dkUpDiag">
            <a:fgClr>
              <a:srgbClr val="800000"/>
            </a:fgClr>
            <a:bgClr>
              <a:srgbClr val="FFFFFF"/>
            </a:bgClr>
          </a:pattFill>
          <a:ln w="9525" algn="ctr">
            <a:solidFill>
              <a:srgbClr val="990000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GB" sz="1600"/>
          </a:p>
        </p:txBody>
      </p:sp>
      <p:grpSp>
        <p:nvGrpSpPr>
          <p:cNvPr id="4" name="Group 14"/>
          <p:cNvGrpSpPr>
            <a:grpSpLocks/>
          </p:cNvGrpSpPr>
          <p:nvPr/>
        </p:nvGrpSpPr>
        <p:grpSpPr bwMode="auto">
          <a:xfrm>
            <a:off x="822325" y="3324225"/>
            <a:ext cx="301625" cy="336550"/>
            <a:chOff x="3965" y="1734"/>
            <a:chExt cx="190" cy="212"/>
          </a:xfrm>
        </p:grpSpPr>
        <p:sp>
          <p:nvSpPr>
            <p:cNvPr id="189455" name="Oval 15"/>
            <p:cNvSpPr>
              <a:spLocks noChangeArrowheads="1"/>
            </p:cNvSpPr>
            <p:nvPr/>
          </p:nvSpPr>
          <p:spPr bwMode="auto">
            <a:xfrm>
              <a:off x="3989" y="1771"/>
              <a:ext cx="138" cy="121"/>
            </a:xfrm>
            <a:prstGeom prst="ellipse">
              <a:avLst/>
            </a:prstGeom>
            <a:gradFill rotWithShape="1">
              <a:gsLst>
                <a:gs pos="0">
                  <a:schemeClr val="bg1"/>
                </a:gs>
                <a:gs pos="100000">
                  <a:schemeClr val="folHlink"/>
                </a:gs>
              </a:gsLst>
              <a:lin ang="5400000" scaled="1"/>
            </a:gradFill>
            <a:ln w="9525" algn="ctr">
              <a:solidFill>
                <a:schemeClr val="tx1"/>
              </a:solidFill>
              <a:round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GB" sz="1600"/>
            </a:p>
          </p:txBody>
        </p:sp>
        <p:sp>
          <p:nvSpPr>
            <p:cNvPr id="189456" name="Text Box 16"/>
            <p:cNvSpPr txBox="1">
              <a:spLocks noChangeArrowheads="1"/>
            </p:cNvSpPr>
            <p:nvPr/>
          </p:nvSpPr>
          <p:spPr bwMode="auto">
            <a:xfrm>
              <a:off x="3965" y="1734"/>
              <a:ext cx="190" cy="212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 algn="ctr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/>
            <a:p>
              <a:r>
                <a:rPr lang="en-GB" sz="1600"/>
                <a:t>-</a:t>
              </a:r>
            </a:p>
          </p:txBody>
        </p:sp>
      </p:grpSp>
      <p:sp>
        <p:nvSpPr>
          <p:cNvPr id="189457" name="AutoShape 17" descr="Dark upward diagonal"/>
          <p:cNvSpPr>
            <a:spLocks noChangeArrowheads="1"/>
          </p:cNvSpPr>
          <p:nvPr/>
        </p:nvSpPr>
        <p:spPr bwMode="auto">
          <a:xfrm rot="-1938016">
            <a:off x="895350" y="3419475"/>
            <a:ext cx="1376363" cy="469900"/>
          </a:xfrm>
          <a:prstGeom prst="lightningBolt">
            <a:avLst/>
          </a:prstGeom>
          <a:pattFill prst="dkUpDiag">
            <a:fgClr>
              <a:srgbClr val="800000"/>
            </a:fgClr>
            <a:bgClr>
              <a:srgbClr val="FFFFFF"/>
            </a:bgClr>
          </a:pattFill>
          <a:ln w="9525" algn="ctr">
            <a:solidFill>
              <a:srgbClr val="990000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GB" sz="1600"/>
          </a:p>
        </p:txBody>
      </p:sp>
      <p:sp>
        <p:nvSpPr>
          <p:cNvPr id="189458" name="AutoShape 18"/>
          <p:cNvSpPr>
            <a:spLocks noChangeArrowheads="1"/>
          </p:cNvSpPr>
          <p:nvPr/>
        </p:nvSpPr>
        <p:spPr bwMode="auto">
          <a:xfrm rot="-2157145">
            <a:off x="4121150" y="2838450"/>
            <a:ext cx="1146175" cy="709613"/>
          </a:xfrm>
          <a:prstGeom prst="lightningBolt">
            <a:avLst/>
          </a:prstGeom>
          <a:solidFill>
            <a:srgbClr val="990000"/>
          </a:solidFill>
          <a:ln w="9525" algn="ctr">
            <a:solidFill>
              <a:schemeClr val="tx1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GB" sz="1600"/>
          </a:p>
        </p:txBody>
      </p:sp>
      <p:grpSp>
        <p:nvGrpSpPr>
          <p:cNvPr id="5" name="Group 19"/>
          <p:cNvGrpSpPr>
            <a:grpSpLocks/>
          </p:cNvGrpSpPr>
          <p:nvPr/>
        </p:nvGrpSpPr>
        <p:grpSpPr bwMode="auto">
          <a:xfrm>
            <a:off x="7589838" y="2374900"/>
            <a:ext cx="1309687" cy="1419225"/>
            <a:chOff x="4746" y="1719"/>
            <a:chExt cx="825" cy="894"/>
          </a:xfrm>
        </p:grpSpPr>
        <p:sp>
          <p:nvSpPr>
            <p:cNvPr id="189460" name="AutoShape 20" descr="Zig zag"/>
            <p:cNvSpPr>
              <a:spLocks noChangeArrowheads="1"/>
            </p:cNvSpPr>
            <p:nvPr/>
          </p:nvSpPr>
          <p:spPr bwMode="auto">
            <a:xfrm>
              <a:off x="4746" y="1719"/>
              <a:ext cx="825" cy="894"/>
            </a:xfrm>
            <a:prstGeom prst="plus">
              <a:avLst>
                <a:gd name="adj" fmla="val 33333"/>
              </a:avLst>
            </a:prstGeom>
            <a:pattFill prst="zigZag">
              <a:fgClr>
                <a:srgbClr val="FF6600"/>
              </a:fgClr>
              <a:bgClr>
                <a:srgbClr val="FFFFFF"/>
              </a:bgClr>
            </a:patt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9525" algn="ctr">
                  <a:solidFill>
                    <a:srgbClr val="FFFFCC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GB" sz="1600"/>
            </a:p>
          </p:txBody>
        </p:sp>
        <p:sp>
          <p:nvSpPr>
            <p:cNvPr id="189461" name="AutoShape 21"/>
            <p:cNvSpPr>
              <a:spLocks noChangeArrowheads="1"/>
            </p:cNvSpPr>
            <p:nvPr/>
          </p:nvSpPr>
          <p:spPr bwMode="auto">
            <a:xfrm>
              <a:off x="4815" y="1770"/>
              <a:ext cx="688" cy="773"/>
            </a:xfrm>
            <a:prstGeom prst="plus">
              <a:avLst>
                <a:gd name="adj" fmla="val 35468"/>
              </a:avLst>
            </a:prstGeom>
            <a:solidFill>
              <a:srgbClr val="FF6600"/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9525" algn="ctr">
                  <a:solidFill>
                    <a:srgbClr val="FFFFCC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GB" sz="1600"/>
            </a:p>
          </p:txBody>
        </p:sp>
      </p:grpSp>
      <p:grpSp>
        <p:nvGrpSpPr>
          <p:cNvPr id="6" name="Group 22"/>
          <p:cNvGrpSpPr>
            <a:grpSpLocks/>
          </p:cNvGrpSpPr>
          <p:nvPr/>
        </p:nvGrpSpPr>
        <p:grpSpPr bwMode="auto">
          <a:xfrm>
            <a:off x="165100" y="4667250"/>
            <a:ext cx="927100" cy="355600"/>
            <a:chOff x="963" y="1788"/>
            <a:chExt cx="584" cy="224"/>
          </a:xfrm>
        </p:grpSpPr>
        <p:sp>
          <p:nvSpPr>
            <p:cNvPr id="189463" name="Rectangle 23"/>
            <p:cNvSpPr>
              <a:spLocks noChangeArrowheads="1"/>
            </p:cNvSpPr>
            <p:nvPr/>
          </p:nvSpPr>
          <p:spPr bwMode="auto">
            <a:xfrm>
              <a:off x="963" y="1788"/>
              <a:ext cx="584" cy="224"/>
            </a:xfrm>
            <a:prstGeom prst="rect">
              <a:avLst/>
            </a:prstGeom>
            <a:solidFill>
              <a:schemeClr val="hlink"/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9525" algn="ctr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GB" sz="1600"/>
            </a:p>
          </p:txBody>
        </p:sp>
        <p:sp>
          <p:nvSpPr>
            <p:cNvPr id="189464" name="Rectangle 24"/>
            <p:cNvSpPr>
              <a:spLocks noChangeArrowheads="1"/>
            </p:cNvSpPr>
            <p:nvPr/>
          </p:nvSpPr>
          <p:spPr bwMode="auto">
            <a:xfrm>
              <a:off x="1023" y="1831"/>
              <a:ext cx="446" cy="138"/>
            </a:xfrm>
            <a:prstGeom prst="rect">
              <a:avLst/>
            </a:prstGeom>
            <a:solidFill>
              <a:schemeClr val="accent2"/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9525" algn="ctr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GB" sz="1600"/>
            </a:p>
          </p:txBody>
        </p:sp>
      </p:grpSp>
      <p:sp>
        <p:nvSpPr>
          <p:cNvPr id="189465" name="Text Box 25"/>
          <p:cNvSpPr txBox="1">
            <a:spLocks noChangeArrowheads="1"/>
          </p:cNvSpPr>
          <p:nvPr/>
        </p:nvSpPr>
        <p:spPr bwMode="auto">
          <a:xfrm>
            <a:off x="388938" y="5575300"/>
            <a:ext cx="8329612" cy="107721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 algn="ctr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/>
          <a:p>
            <a:pPr marL="180975" indent="-180975">
              <a:buFont typeface="Arial" pitchFamily="34" charset="0"/>
              <a:buChar char="•"/>
            </a:pPr>
            <a:r>
              <a:rPr lang="en-GB" sz="1600" b="0" dirty="0"/>
              <a:t>electrons progress through conducting medium attracted towards positive electrode of the electric field.  </a:t>
            </a:r>
          </a:p>
          <a:p>
            <a:pPr marL="180975" indent="-180975">
              <a:buFont typeface="Arial" pitchFamily="34" charset="0"/>
              <a:buChar char="•"/>
            </a:pPr>
            <a:r>
              <a:rPr lang="en-GB" sz="1600" b="0" dirty="0"/>
              <a:t>they may be attracted to a nearby positive ion, or may continue drifting towards the anode</a:t>
            </a:r>
          </a:p>
        </p:txBody>
      </p:sp>
    </p:spTree>
    <p:extLst>
      <p:ext uri="{BB962C8B-B14F-4D97-AF65-F5344CB8AC3E}">
        <p14:creationId xmlns:p14="http://schemas.microsoft.com/office/powerpoint/2010/main" val="1138971172"/>
      </p:ext>
    </p:extLst>
  </p:cSld>
  <p:clrMapOvr>
    <a:masterClrMapping/>
  </p:clrMapOvr>
</p:sld>
</file>

<file path=ppt/slides/slide4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0466" name="Text Box 2"/>
          <p:cNvSpPr txBox="1">
            <a:spLocks noChangeArrowheads="1"/>
          </p:cNvSpPr>
          <p:nvPr/>
        </p:nvSpPr>
        <p:spPr bwMode="auto">
          <a:xfrm>
            <a:off x="430213" y="365125"/>
            <a:ext cx="198755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 algn="ctr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/>
          <a:p>
            <a:r>
              <a:rPr lang="en-GB" sz="2400" b="1"/>
              <a:t>Conductors </a:t>
            </a:r>
          </a:p>
        </p:txBody>
      </p:sp>
      <p:pic>
        <p:nvPicPr>
          <p:cNvPr id="190467" name="Picture 3"/>
          <p:cNvPicPr>
            <a:picLocks noChangeAspect="1" noChangeArrowheads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613025" y="2935288"/>
            <a:ext cx="2525713" cy="238442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pic>
        <p:nvPicPr>
          <p:cNvPr id="190468" name="Picture 4"/>
          <p:cNvPicPr>
            <a:picLocks noChangeAspect="1" noChangeArrowheads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097463" y="2879725"/>
            <a:ext cx="2525712" cy="238442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sp>
        <p:nvSpPr>
          <p:cNvPr id="190469" name="Oval 5"/>
          <p:cNvSpPr>
            <a:spLocks noChangeArrowheads="1"/>
          </p:cNvSpPr>
          <p:nvPr/>
        </p:nvSpPr>
        <p:spPr bwMode="auto">
          <a:xfrm>
            <a:off x="3629025" y="2784475"/>
            <a:ext cx="409575" cy="436563"/>
          </a:xfrm>
          <a:prstGeom prst="ellipse">
            <a:avLst/>
          </a:prstGeom>
          <a:solidFill>
            <a:schemeClr val="bg1"/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 algn="ctr">
                <a:solidFill>
                  <a:schemeClr val="tx1"/>
                </a:solidFill>
                <a:round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GB" sz="1600"/>
          </a:p>
        </p:txBody>
      </p:sp>
      <p:grpSp>
        <p:nvGrpSpPr>
          <p:cNvPr id="2" name="Group 6"/>
          <p:cNvGrpSpPr>
            <a:grpSpLocks/>
          </p:cNvGrpSpPr>
          <p:nvPr/>
        </p:nvGrpSpPr>
        <p:grpSpPr bwMode="auto">
          <a:xfrm>
            <a:off x="5502275" y="3052763"/>
            <a:ext cx="301625" cy="336550"/>
            <a:chOff x="3965" y="1734"/>
            <a:chExt cx="190" cy="212"/>
          </a:xfrm>
        </p:grpSpPr>
        <p:sp>
          <p:nvSpPr>
            <p:cNvPr id="190471" name="Oval 7"/>
            <p:cNvSpPr>
              <a:spLocks noChangeArrowheads="1"/>
            </p:cNvSpPr>
            <p:nvPr/>
          </p:nvSpPr>
          <p:spPr bwMode="auto">
            <a:xfrm>
              <a:off x="3989" y="1771"/>
              <a:ext cx="138" cy="121"/>
            </a:xfrm>
            <a:prstGeom prst="ellipse">
              <a:avLst/>
            </a:prstGeom>
            <a:gradFill rotWithShape="1">
              <a:gsLst>
                <a:gs pos="0">
                  <a:schemeClr val="bg1"/>
                </a:gs>
                <a:gs pos="100000">
                  <a:schemeClr val="folHlink"/>
                </a:gs>
              </a:gsLst>
              <a:lin ang="5400000" scaled="1"/>
            </a:gradFill>
            <a:ln w="9525" algn="ctr">
              <a:solidFill>
                <a:schemeClr val="tx1"/>
              </a:solidFill>
              <a:round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GB" sz="1600"/>
            </a:p>
          </p:txBody>
        </p:sp>
        <p:sp>
          <p:nvSpPr>
            <p:cNvPr id="190472" name="Text Box 8"/>
            <p:cNvSpPr txBox="1">
              <a:spLocks noChangeArrowheads="1"/>
            </p:cNvSpPr>
            <p:nvPr/>
          </p:nvSpPr>
          <p:spPr bwMode="auto">
            <a:xfrm>
              <a:off x="3965" y="1734"/>
              <a:ext cx="190" cy="212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 algn="ctr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/>
            <a:p>
              <a:r>
                <a:rPr lang="en-GB" sz="1600"/>
                <a:t>-</a:t>
              </a:r>
            </a:p>
          </p:txBody>
        </p:sp>
      </p:grpSp>
      <p:grpSp>
        <p:nvGrpSpPr>
          <p:cNvPr id="3" name="Group 9"/>
          <p:cNvGrpSpPr>
            <a:grpSpLocks/>
          </p:cNvGrpSpPr>
          <p:nvPr/>
        </p:nvGrpSpPr>
        <p:grpSpPr bwMode="auto">
          <a:xfrm>
            <a:off x="2146300" y="3108325"/>
            <a:ext cx="301625" cy="336550"/>
            <a:chOff x="3965" y="1734"/>
            <a:chExt cx="190" cy="212"/>
          </a:xfrm>
        </p:grpSpPr>
        <p:sp>
          <p:nvSpPr>
            <p:cNvPr id="190474" name="Oval 10"/>
            <p:cNvSpPr>
              <a:spLocks noChangeArrowheads="1"/>
            </p:cNvSpPr>
            <p:nvPr/>
          </p:nvSpPr>
          <p:spPr bwMode="auto">
            <a:xfrm>
              <a:off x="3989" y="1771"/>
              <a:ext cx="138" cy="121"/>
            </a:xfrm>
            <a:prstGeom prst="ellipse">
              <a:avLst/>
            </a:prstGeom>
            <a:gradFill rotWithShape="1">
              <a:gsLst>
                <a:gs pos="0">
                  <a:schemeClr val="bg1"/>
                </a:gs>
                <a:gs pos="100000">
                  <a:schemeClr val="folHlink"/>
                </a:gs>
              </a:gsLst>
              <a:lin ang="5400000" scaled="1"/>
            </a:gradFill>
            <a:ln w="9525" algn="ctr">
              <a:solidFill>
                <a:schemeClr val="tx1"/>
              </a:solidFill>
              <a:round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GB" sz="1600"/>
            </a:p>
          </p:txBody>
        </p:sp>
        <p:sp>
          <p:nvSpPr>
            <p:cNvPr id="190475" name="Text Box 11"/>
            <p:cNvSpPr txBox="1">
              <a:spLocks noChangeArrowheads="1"/>
            </p:cNvSpPr>
            <p:nvPr/>
          </p:nvSpPr>
          <p:spPr bwMode="auto">
            <a:xfrm>
              <a:off x="3965" y="1734"/>
              <a:ext cx="190" cy="212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 algn="ctr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/>
            <a:p>
              <a:r>
                <a:rPr lang="en-GB" sz="1600"/>
                <a:t>-</a:t>
              </a:r>
            </a:p>
          </p:txBody>
        </p:sp>
      </p:grpSp>
      <p:sp>
        <p:nvSpPr>
          <p:cNvPr id="190476" name="AutoShape 12" descr="Dark upward diagonal"/>
          <p:cNvSpPr>
            <a:spLocks noChangeArrowheads="1"/>
          </p:cNvSpPr>
          <p:nvPr/>
        </p:nvSpPr>
        <p:spPr bwMode="auto">
          <a:xfrm rot="-1938016">
            <a:off x="2447925" y="2916238"/>
            <a:ext cx="1125538" cy="469900"/>
          </a:xfrm>
          <a:prstGeom prst="lightningBolt">
            <a:avLst/>
          </a:prstGeom>
          <a:pattFill prst="dkUpDiag">
            <a:fgClr>
              <a:srgbClr val="800000"/>
            </a:fgClr>
            <a:bgClr>
              <a:srgbClr val="FFFFFF"/>
            </a:bgClr>
          </a:pattFill>
          <a:ln w="9525" algn="ctr">
            <a:solidFill>
              <a:srgbClr val="990000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GB" sz="1600"/>
          </a:p>
        </p:txBody>
      </p:sp>
      <p:grpSp>
        <p:nvGrpSpPr>
          <p:cNvPr id="4" name="Group 13"/>
          <p:cNvGrpSpPr>
            <a:grpSpLocks/>
          </p:cNvGrpSpPr>
          <p:nvPr/>
        </p:nvGrpSpPr>
        <p:grpSpPr bwMode="auto">
          <a:xfrm>
            <a:off x="822325" y="3324225"/>
            <a:ext cx="301625" cy="336550"/>
            <a:chOff x="3965" y="1734"/>
            <a:chExt cx="190" cy="212"/>
          </a:xfrm>
        </p:grpSpPr>
        <p:sp>
          <p:nvSpPr>
            <p:cNvPr id="190478" name="Oval 14"/>
            <p:cNvSpPr>
              <a:spLocks noChangeArrowheads="1"/>
            </p:cNvSpPr>
            <p:nvPr/>
          </p:nvSpPr>
          <p:spPr bwMode="auto">
            <a:xfrm>
              <a:off x="3989" y="1771"/>
              <a:ext cx="138" cy="121"/>
            </a:xfrm>
            <a:prstGeom prst="ellipse">
              <a:avLst/>
            </a:prstGeom>
            <a:gradFill rotWithShape="1">
              <a:gsLst>
                <a:gs pos="0">
                  <a:schemeClr val="bg1"/>
                </a:gs>
                <a:gs pos="100000">
                  <a:schemeClr val="folHlink"/>
                </a:gs>
              </a:gsLst>
              <a:lin ang="5400000" scaled="1"/>
            </a:gradFill>
            <a:ln w="9525" algn="ctr">
              <a:solidFill>
                <a:schemeClr val="tx1"/>
              </a:solidFill>
              <a:round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GB" sz="1600"/>
            </a:p>
          </p:txBody>
        </p:sp>
        <p:sp>
          <p:nvSpPr>
            <p:cNvPr id="190479" name="Text Box 15"/>
            <p:cNvSpPr txBox="1">
              <a:spLocks noChangeArrowheads="1"/>
            </p:cNvSpPr>
            <p:nvPr/>
          </p:nvSpPr>
          <p:spPr bwMode="auto">
            <a:xfrm>
              <a:off x="3965" y="1734"/>
              <a:ext cx="190" cy="212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 algn="ctr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/>
            <a:p>
              <a:r>
                <a:rPr lang="en-GB" sz="1600"/>
                <a:t>-</a:t>
              </a:r>
            </a:p>
          </p:txBody>
        </p:sp>
      </p:grpSp>
      <p:sp>
        <p:nvSpPr>
          <p:cNvPr id="190480" name="AutoShape 16" descr="Dark upward diagonal"/>
          <p:cNvSpPr>
            <a:spLocks noChangeArrowheads="1"/>
          </p:cNvSpPr>
          <p:nvPr/>
        </p:nvSpPr>
        <p:spPr bwMode="auto">
          <a:xfrm rot="-1938016">
            <a:off x="895350" y="3419475"/>
            <a:ext cx="1376363" cy="469900"/>
          </a:xfrm>
          <a:prstGeom prst="lightningBolt">
            <a:avLst/>
          </a:prstGeom>
          <a:pattFill prst="dkUpDiag">
            <a:fgClr>
              <a:srgbClr val="800000"/>
            </a:fgClr>
            <a:bgClr>
              <a:srgbClr val="FFFFFF"/>
            </a:bgClr>
          </a:pattFill>
          <a:ln w="9525" algn="ctr">
            <a:solidFill>
              <a:srgbClr val="990000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GB" sz="1600"/>
          </a:p>
        </p:txBody>
      </p:sp>
      <p:sp>
        <p:nvSpPr>
          <p:cNvPr id="190481" name="AutoShape 17"/>
          <p:cNvSpPr>
            <a:spLocks noChangeArrowheads="1"/>
          </p:cNvSpPr>
          <p:nvPr/>
        </p:nvSpPr>
        <p:spPr bwMode="auto">
          <a:xfrm rot="-2157145">
            <a:off x="4121150" y="2838450"/>
            <a:ext cx="1146175" cy="709613"/>
          </a:xfrm>
          <a:prstGeom prst="lightningBolt">
            <a:avLst/>
          </a:prstGeom>
          <a:solidFill>
            <a:srgbClr val="990000"/>
          </a:solidFill>
          <a:ln w="9525" algn="ctr">
            <a:solidFill>
              <a:schemeClr val="tx1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GB" sz="1600"/>
          </a:p>
        </p:txBody>
      </p:sp>
      <p:grpSp>
        <p:nvGrpSpPr>
          <p:cNvPr id="5" name="Group 18"/>
          <p:cNvGrpSpPr>
            <a:grpSpLocks/>
          </p:cNvGrpSpPr>
          <p:nvPr/>
        </p:nvGrpSpPr>
        <p:grpSpPr bwMode="auto">
          <a:xfrm>
            <a:off x="7589838" y="2374900"/>
            <a:ext cx="1309687" cy="1419225"/>
            <a:chOff x="4746" y="1719"/>
            <a:chExt cx="825" cy="894"/>
          </a:xfrm>
        </p:grpSpPr>
        <p:sp>
          <p:nvSpPr>
            <p:cNvPr id="190483" name="AutoShape 19" descr="Zig zag"/>
            <p:cNvSpPr>
              <a:spLocks noChangeArrowheads="1"/>
            </p:cNvSpPr>
            <p:nvPr/>
          </p:nvSpPr>
          <p:spPr bwMode="auto">
            <a:xfrm>
              <a:off x="4746" y="1719"/>
              <a:ext cx="825" cy="894"/>
            </a:xfrm>
            <a:prstGeom prst="plus">
              <a:avLst>
                <a:gd name="adj" fmla="val 33333"/>
              </a:avLst>
            </a:prstGeom>
            <a:pattFill prst="zigZag">
              <a:fgClr>
                <a:srgbClr val="FF6600"/>
              </a:fgClr>
              <a:bgClr>
                <a:srgbClr val="FFFFFF"/>
              </a:bgClr>
            </a:patt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9525" algn="ctr">
                  <a:solidFill>
                    <a:srgbClr val="FFFFCC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GB" sz="1600"/>
            </a:p>
          </p:txBody>
        </p:sp>
        <p:sp>
          <p:nvSpPr>
            <p:cNvPr id="190484" name="AutoShape 20"/>
            <p:cNvSpPr>
              <a:spLocks noChangeArrowheads="1"/>
            </p:cNvSpPr>
            <p:nvPr/>
          </p:nvSpPr>
          <p:spPr bwMode="auto">
            <a:xfrm>
              <a:off x="4815" y="1770"/>
              <a:ext cx="688" cy="773"/>
            </a:xfrm>
            <a:prstGeom prst="plus">
              <a:avLst>
                <a:gd name="adj" fmla="val 35468"/>
              </a:avLst>
            </a:prstGeom>
            <a:solidFill>
              <a:srgbClr val="FF6600"/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9525" algn="ctr">
                  <a:solidFill>
                    <a:srgbClr val="FFFFCC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GB" sz="1600"/>
            </a:p>
          </p:txBody>
        </p:sp>
      </p:grpSp>
      <p:grpSp>
        <p:nvGrpSpPr>
          <p:cNvPr id="6" name="Group 21"/>
          <p:cNvGrpSpPr>
            <a:grpSpLocks/>
          </p:cNvGrpSpPr>
          <p:nvPr/>
        </p:nvGrpSpPr>
        <p:grpSpPr bwMode="auto">
          <a:xfrm>
            <a:off x="165100" y="4667250"/>
            <a:ext cx="927100" cy="355600"/>
            <a:chOff x="963" y="1788"/>
            <a:chExt cx="584" cy="224"/>
          </a:xfrm>
        </p:grpSpPr>
        <p:sp>
          <p:nvSpPr>
            <p:cNvPr id="190486" name="Rectangle 22"/>
            <p:cNvSpPr>
              <a:spLocks noChangeArrowheads="1"/>
            </p:cNvSpPr>
            <p:nvPr/>
          </p:nvSpPr>
          <p:spPr bwMode="auto">
            <a:xfrm>
              <a:off x="963" y="1788"/>
              <a:ext cx="584" cy="224"/>
            </a:xfrm>
            <a:prstGeom prst="rect">
              <a:avLst/>
            </a:prstGeom>
            <a:solidFill>
              <a:schemeClr val="hlink"/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9525" algn="ctr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GB" sz="1600"/>
            </a:p>
          </p:txBody>
        </p:sp>
        <p:sp>
          <p:nvSpPr>
            <p:cNvPr id="190487" name="Rectangle 23"/>
            <p:cNvSpPr>
              <a:spLocks noChangeArrowheads="1"/>
            </p:cNvSpPr>
            <p:nvPr/>
          </p:nvSpPr>
          <p:spPr bwMode="auto">
            <a:xfrm>
              <a:off x="1023" y="1831"/>
              <a:ext cx="446" cy="138"/>
            </a:xfrm>
            <a:prstGeom prst="rect">
              <a:avLst/>
            </a:prstGeom>
            <a:solidFill>
              <a:schemeClr val="accent2"/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9525" algn="ctr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GB" sz="1600"/>
            </a:p>
          </p:txBody>
        </p:sp>
      </p:grpSp>
      <p:sp>
        <p:nvSpPr>
          <p:cNvPr id="190488" name="AutoShape 24" descr="Large confetti"/>
          <p:cNvSpPr>
            <a:spLocks noChangeArrowheads="1"/>
          </p:cNvSpPr>
          <p:nvPr/>
        </p:nvSpPr>
        <p:spPr bwMode="auto">
          <a:xfrm rot="-2104579">
            <a:off x="0" y="1196975"/>
            <a:ext cx="8012113" cy="3705225"/>
          </a:xfrm>
          <a:prstGeom prst="lightningBolt">
            <a:avLst/>
          </a:prstGeom>
          <a:pattFill prst="lgConfetti">
            <a:fgClr>
              <a:schemeClr val="accent1">
                <a:alpha val="30000"/>
              </a:schemeClr>
            </a:fgClr>
            <a:bgClr>
              <a:schemeClr val="bg1">
                <a:alpha val="30000"/>
              </a:schemeClr>
            </a:bgClr>
          </a:patt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 algn="ctr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GB"/>
          </a:p>
        </p:txBody>
      </p:sp>
      <p:sp>
        <p:nvSpPr>
          <p:cNvPr id="190489" name="AutoShape 25" descr="Large confetti"/>
          <p:cNvSpPr>
            <a:spLocks noChangeArrowheads="1"/>
          </p:cNvSpPr>
          <p:nvPr/>
        </p:nvSpPr>
        <p:spPr bwMode="auto">
          <a:xfrm rot="8483052">
            <a:off x="1131888" y="3479800"/>
            <a:ext cx="8012112" cy="3705225"/>
          </a:xfrm>
          <a:prstGeom prst="lightningBolt">
            <a:avLst/>
          </a:prstGeom>
          <a:pattFill prst="lgConfetti">
            <a:fgClr>
              <a:srgbClr val="FF6600">
                <a:alpha val="30000"/>
              </a:srgbClr>
            </a:fgClr>
            <a:bgClr>
              <a:schemeClr val="bg1">
                <a:alpha val="30000"/>
              </a:schemeClr>
            </a:bgClr>
          </a:patt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 algn="ctr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GB"/>
          </a:p>
        </p:txBody>
      </p:sp>
      <p:sp>
        <p:nvSpPr>
          <p:cNvPr id="190490" name="Text Box 26"/>
          <p:cNvSpPr txBox="1">
            <a:spLocks noChangeArrowheads="1"/>
          </p:cNvSpPr>
          <p:nvPr/>
        </p:nvSpPr>
        <p:spPr bwMode="auto">
          <a:xfrm rot="-387529">
            <a:off x="1677031" y="2546936"/>
            <a:ext cx="1478290" cy="338554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 algn="ctr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/>
          <a:p>
            <a:r>
              <a:rPr lang="en-GB" sz="1600" b="1">
                <a:solidFill>
                  <a:srgbClr val="006600"/>
                </a:solidFill>
              </a:rPr>
              <a:t>electron flow</a:t>
            </a:r>
            <a:endParaRPr lang="en-US" sz="1600" b="1">
              <a:solidFill>
                <a:srgbClr val="006600"/>
              </a:solidFill>
            </a:endParaRPr>
          </a:p>
        </p:txBody>
      </p:sp>
      <p:sp>
        <p:nvSpPr>
          <p:cNvPr id="190491" name="AutoShape 27"/>
          <p:cNvSpPr>
            <a:spLocks noChangeArrowheads="1"/>
          </p:cNvSpPr>
          <p:nvPr/>
        </p:nvSpPr>
        <p:spPr bwMode="auto">
          <a:xfrm rot="-209019">
            <a:off x="3298825" y="2403475"/>
            <a:ext cx="1003300" cy="311150"/>
          </a:xfrm>
          <a:prstGeom prst="rightArrow">
            <a:avLst>
              <a:gd name="adj1" fmla="val 58019"/>
              <a:gd name="adj2" fmla="val 154522"/>
            </a:avLst>
          </a:prstGeom>
          <a:solidFill>
            <a:srgbClr val="006600"/>
          </a:solidFill>
          <a:ln w="9525" algn="ctr">
            <a:solidFill>
              <a:schemeClr val="tx1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GB" sz="1600"/>
          </a:p>
        </p:txBody>
      </p:sp>
      <p:sp>
        <p:nvSpPr>
          <p:cNvPr id="190492" name="Text Box 28"/>
          <p:cNvSpPr txBox="1">
            <a:spLocks noChangeArrowheads="1"/>
          </p:cNvSpPr>
          <p:nvPr/>
        </p:nvSpPr>
        <p:spPr bwMode="auto">
          <a:xfrm rot="-387529">
            <a:off x="5641975" y="5670550"/>
            <a:ext cx="1377950" cy="33655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6600"/>
                </a:solidFill>
              </a14:hiddenFill>
            </a:ext>
            <a:ext uri="{91240B29-F687-4F45-9708-019B960494DF}">
              <a14:hiddenLine xmlns:a14="http://schemas.microsoft.com/office/drawing/2010/main" w="9525" algn="ctr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/>
          <a:p>
            <a:r>
              <a:rPr lang="en-GB" sz="1600" b="1">
                <a:solidFill>
                  <a:srgbClr val="FF6600"/>
                </a:solidFill>
              </a:rPr>
              <a:t>current flow</a:t>
            </a:r>
            <a:endParaRPr lang="en-US" sz="1600" b="1">
              <a:solidFill>
                <a:srgbClr val="FF6600"/>
              </a:solidFill>
            </a:endParaRPr>
          </a:p>
        </p:txBody>
      </p:sp>
      <p:sp>
        <p:nvSpPr>
          <p:cNvPr id="190493" name="AutoShape 29"/>
          <p:cNvSpPr>
            <a:spLocks noChangeArrowheads="1"/>
          </p:cNvSpPr>
          <p:nvPr/>
        </p:nvSpPr>
        <p:spPr bwMode="auto">
          <a:xfrm rot="10800000">
            <a:off x="4441825" y="5716588"/>
            <a:ext cx="1003300" cy="311150"/>
          </a:xfrm>
          <a:prstGeom prst="rightArrow">
            <a:avLst>
              <a:gd name="adj1" fmla="val 58019"/>
              <a:gd name="adj2" fmla="val 154522"/>
            </a:avLst>
          </a:prstGeom>
          <a:solidFill>
            <a:srgbClr val="FF6600"/>
          </a:solidFill>
          <a:ln w="9525" algn="ctr">
            <a:solidFill>
              <a:schemeClr val="tx1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GB" sz="1600"/>
          </a:p>
        </p:txBody>
      </p:sp>
      <p:sp>
        <p:nvSpPr>
          <p:cNvPr id="190494" name="Rectangle 30"/>
          <p:cNvSpPr>
            <a:spLocks noChangeArrowheads="1"/>
          </p:cNvSpPr>
          <p:nvPr/>
        </p:nvSpPr>
        <p:spPr bwMode="auto">
          <a:xfrm>
            <a:off x="430213" y="827236"/>
            <a:ext cx="8496300" cy="1606594"/>
          </a:xfrm>
          <a:prstGeom prst="rect">
            <a:avLst/>
          </a:prstGeom>
          <a:noFill/>
          <a:ln>
            <a:noFill/>
          </a:ln>
          <a:effectLst/>
        </p:spPr>
        <p:txBody>
          <a:bodyPr>
            <a:spAutoFit/>
          </a:bodyPr>
          <a:lstStyle/>
          <a:p>
            <a:pPr marL="177800" indent="-177800">
              <a:lnSpc>
                <a:spcPct val="120000"/>
              </a:lnSpc>
            </a:pPr>
            <a:r>
              <a:rPr lang="en-US" sz="1600" dirty="0"/>
              <a:t>CONDUCTORS</a:t>
            </a:r>
          </a:p>
          <a:p>
            <a:pPr marL="180975" indent="-180975">
              <a:lnSpc>
                <a:spcPct val="120000"/>
              </a:lnSpc>
              <a:buFont typeface="Arial" pitchFamily="34" charset="0"/>
              <a:buChar char="•"/>
            </a:pPr>
            <a:r>
              <a:rPr lang="en-US" sz="1600" b="0" dirty="0"/>
              <a:t>allow electrons to flow</a:t>
            </a:r>
          </a:p>
          <a:p>
            <a:pPr marL="180975" indent="-180975">
              <a:lnSpc>
                <a:spcPct val="120000"/>
              </a:lnSpc>
              <a:buFont typeface="Arial" pitchFamily="34" charset="0"/>
              <a:buChar char="•"/>
            </a:pPr>
            <a:r>
              <a:rPr lang="en-US" sz="1600" b="0" dirty="0"/>
              <a:t>electrons easily freed and move through lattice of atoms when electric field is applied</a:t>
            </a:r>
          </a:p>
          <a:p>
            <a:pPr marL="180975" indent="-180975">
              <a:lnSpc>
                <a:spcPct val="120000"/>
              </a:lnSpc>
              <a:buFont typeface="Arial" pitchFamily="34" charset="0"/>
              <a:buChar char="•"/>
            </a:pPr>
            <a:r>
              <a:rPr lang="en-US" sz="1600" b="0" dirty="0"/>
              <a:t>e.g. – gold, copper, tin, carbon</a:t>
            </a:r>
          </a:p>
        </p:txBody>
      </p:sp>
      <p:sp>
        <p:nvSpPr>
          <p:cNvPr id="190495" name="Rectangle 31"/>
          <p:cNvSpPr>
            <a:spLocks noChangeArrowheads="1"/>
          </p:cNvSpPr>
          <p:nvPr/>
        </p:nvSpPr>
        <p:spPr bwMode="auto">
          <a:xfrm>
            <a:off x="430213" y="5557838"/>
            <a:ext cx="3613150" cy="978729"/>
          </a:xfrm>
          <a:prstGeom prst="rect">
            <a:avLst/>
          </a:prstGeom>
          <a:noFill/>
          <a:ln>
            <a:noFill/>
          </a:ln>
          <a:effectLst/>
        </p:spPr>
        <p:txBody>
          <a:bodyPr>
            <a:spAutoFit/>
          </a:bodyPr>
          <a:lstStyle/>
          <a:p>
            <a:pPr marL="177800" indent="-177800">
              <a:lnSpc>
                <a:spcPct val="120000"/>
              </a:lnSpc>
            </a:pPr>
            <a:r>
              <a:rPr lang="en-US" sz="1600" dirty="0"/>
              <a:t>INSULATORS </a:t>
            </a:r>
          </a:p>
          <a:p>
            <a:pPr marL="177800" indent="-177800">
              <a:lnSpc>
                <a:spcPct val="120000"/>
              </a:lnSpc>
              <a:buFontTx/>
              <a:buChar char="•"/>
            </a:pPr>
            <a:r>
              <a:rPr lang="en-US" sz="1600" b="0" dirty="0"/>
              <a:t>restrict movement of electrons </a:t>
            </a:r>
          </a:p>
          <a:p>
            <a:pPr marL="177800" indent="-177800">
              <a:lnSpc>
                <a:spcPct val="120000"/>
              </a:lnSpc>
              <a:buFontTx/>
              <a:buChar char="•"/>
            </a:pPr>
            <a:r>
              <a:rPr lang="en-US" sz="1600" b="0" dirty="0"/>
              <a:t>electrons firmly bound to atom</a:t>
            </a:r>
          </a:p>
        </p:txBody>
      </p:sp>
    </p:spTree>
    <p:extLst>
      <p:ext uri="{BB962C8B-B14F-4D97-AF65-F5344CB8AC3E}">
        <p14:creationId xmlns:p14="http://schemas.microsoft.com/office/powerpoint/2010/main" val="3472157187"/>
      </p:ext>
    </p:extLst>
  </p:cSld>
  <p:clrMapOvr>
    <a:masterClrMapping/>
  </p:clrMapOvr>
</p:sld>
</file>

<file path=ppt/slides/slide4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Box 2"/>
          <p:cNvSpPr txBox="1">
            <a:spLocks noChangeArrowheads="1"/>
          </p:cNvSpPr>
          <p:nvPr/>
        </p:nvSpPr>
        <p:spPr bwMode="auto">
          <a:xfrm>
            <a:off x="395288" y="331788"/>
            <a:ext cx="2640012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 algn="ctr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/>
          <a:p>
            <a:r>
              <a:rPr lang="en-GB" sz="2400" b="1" dirty="0"/>
              <a:t>Semiconductors </a:t>
            </a:r>
          </a:p>
        </p:txBody>
      </p:sp>
      <p:sp>
        <p:nvSpPr>
          <p:cNvPr id="3" name="Text Box 3"/>
          <p:cNvSpPr txBox="1">
            <a:spLocks noChangeArrowheads="1"/>
          </p:cNvSpPr>
          <p:nvPr/>
        </p:nvSpPr>
        <p:spPr bwMode="auto">
          <a:xfrm>
            <a:off x="395288" y="931303"/>
            <a:ext cx="4503737" cy="5106526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 algn="ctr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square">
            <a:spAutoFit/>
          </a:bodyPr>
          <a:lstStyle>
            <a:lvl1pPr marL="174625" indent="-174625">
              <a:defRPr sz="2400">
                <a:solidFill>
                  <a:schemeClr val="tx1"/>
                </a:solidFill>
                <a:latin typeface="Lucida Sans Unicode" pitchFamily="34" charset="0"/>
              </a:defRPr>
            </a:lvl1pPr>
            <a:lvl2pPr marL="534988" indent="-174625">
              <a:defRPr sz="2400">
                <a:solidFill>
                  <a:schemeClr val="tx1"/>
                </a:solidFill>
                <a:latin typeface="Lucida Sans Unicode" pitchFamily="34" charset="0"/>
              </a:defRPr>
            </a:lvl2pPr>
            <a:lvl3pPr>
              <a:defRPr sz="2400">
                <a:solidFill>
                  <a:schemeClr val="tx1"/>
                </a:solidFill>
                <a:latin typeface="Lucida Sans Unicode" pitchFamily="34" charset="0"/>
              </a:defRPr>
            </a:lvl3pPr>
            <a:lvl4pPr>
              <a:defRPr sz="2400">
                <a:solidFill>
                  <a:schemeClr val="tx1"/>
                </a:solidFill>
                <a:latin typeface="Lucida Sans Unicode" pitchFamily="34" charset="0"/>
              </a:defRPr>
            </a:lvl4pPr>
            <a:lvl5pPr>
              <a:defRPr sz="2400">
                <a:solidFill>
                  <a:schemeClr val="tx1"/>
                </a:solidFill>
                <a:latin typeface="Lucida Sans Unicode" pitchFamily="34" charset="0"/>
              </a:defRPr>
            </a:lvl5pPr>
            <a:lvl6pPr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Lucida Sans Unicode" pitchFamily="34" charset="0"/>
              </a:defRPr>
            </a:lvl6pPr>
            <a:lvl7pPr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Lucida Sans Unicode" pitchFamily="34" charset="0"/>
              </a:defRPr>
            </a:lvl7pPr>
            <a:lvl8pPr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Lucida Sans Unicode" pitchFamily="34" charset="0"/>
              </a:defRPr>
            </a:lvl8pPr>
            <a:lvl9pPr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Lucida Sans Unicode" pitchFamily="34" charset="0"/>
              </a:defRPr>
            </a:lvl9pPr>
          </a:lstStyle>
          <a:p>
            <a:pPr>
              <a:lnSpc>
                <a:spcPts val="2300"/>
              </a:lnSpc>
            </a:pPr>
            <a:r>
              <a:rPr lang="en-GB" sz="1600" dirty="0"/>
              <a:t>Operate as both/either conductors or insulators under controlled circumstances</a:t>
            </a:r>
          </a:p>
          <a:p>
            <a:pPr>
              <a:lnSpc>
                <a:spcPts val="2300"/>
              </a:lnSpc>
            </a:pPr>
            <a:r>
              <a:rPr lang="en-GB" sz="1600" dirty="0"/>
              <a:t>	… i.e. within a circuit </a:t>
            </a:r>
          </a:p>
          <a:p>
            <a:pPr>
              <a:lnSpc>
                <a:spcPts val="2300"/>
              </a:lnSpc>
            </a:pPr>
            <a:endParaRPr lang="en-GB" sz="1600" dirty="0"/>
          </a:p>
          <a:p>
            <a:pPr>
              <a:lnSpc>
                <a:spcPts val="2300"/>
              </a:lnSpc>
            </a:pPr>
            <a:r>
              <a:rPr lang="en-GB" sz="1600" b="1" dirty="0"/>
              <a:t>Applications </a:t>
            </a:r>
          </a:p>
          <a:p>
            <a:pPr>
              <a:lnSpc>
                <a:spcPts val="2300"/>
              </a:lnSpc>
              <a:buFont typeface="Arial" pitchFamily="34" charset="0"/>
              <a:buChar char="•"/>
            </a:pPr>
            <a:r>
              <a:rPr lang="en-GB" sz="1600" dirty="0"/>
              <a:t>diodes, transistors – CPUs (millions of transistors), sensors</a:t>
            </a:r>
          </a:p>
          <a:p>
            <a:pPr>
              <a:lnSpc>
                <a:spcPts val="2300"/>
              </a:lnSpc>
            </a:pPr>
            <a:endParaRPr lang="en-GB" sz="1600" dirty="0"/>
          </a:p>
          <a:p>
            <a:pPr>
              <a:lnSpc>
                <a:spcPts val="2300"/>
              </a:lnSpc>
            </a:pPr>
            <a:r>
              <a:rPr lang="en-GB" sz="1600" dirty="0"/>
              <a:t>Some semiconductors are intrinsic </a:t>
            </a:r>
          </a:p>
          <a:p>
            <a:pPr>
              <a:lnSpc>
                <a:spcPts val="2300"/>
              </a:lnSpc>
            </a:pPr>
            <a:r>
              <a:rPr lang="en-GB" sz="1600" dirty="0"/>
              <a:t>	... but usually doped to assist the semiconductor action</a:t>
            </a:r>
          </a:p>
          <a:p>
            <a:pPr>
              <a:lnSpc>
                <a:spcPts val="2300"/>
              </a:lnSpc>
            </a:pPr>
            <a:endParaRPr lang="en-GB" sz="1600" dirty="0"/>
          </a:p>
          <a:p>
            <a:pPr>
              <a:lnSpc>
                <a:spcPts val="2300"/>
              </a:lnSpc>
            </a:pPr>
            <a:r>
              <a:rPr lang="en-GB" sz="1600" b="1" dirty="0"/>
              <a:t>Semiconductor materials </a:t>
            </a:r>
          </a:p>
          <a:p>
            <a:pPr>
              <a:lnSpc>
                <a:spcPts val="2300"/>
              </a:lnSpc>
              <a:buFontTx/>
              <a:buChar char="•"/>
            </a:pPr>
            <a:r>
              <a:rPr lang="en-GB" sz="1600" b="0" dirty="0"/>
              <a:t>Germanium (</a:t>
            </a:r>
            <a:r>
              <a:rPr lang="en-GB" sz="1600" b="0" dirty="0" err="1"/>
              <a:t>Ge</a:t>
            </a:r>
            <a:r>
              <a:rPr lang="en-GB" sz="1600" b="0" dirty="0"/>
              <a:t>), Silicon (Si)</a:t>
            </a:r>
          </a:p>
          <a:p>
            <a:pPr>
              <a:lnSpc>
                <a:spcPts val="2300"/>
              </a:lnSpc>
              <a:buFontTx/>
              <a:buChar char="•"/>
            </a:pPr>
            <a:r>
              <a:rPr lang="en-GB" sz="1600" b="0" dirty="0"/>
              <a:t>Have impurities (doping) added to their crystal lattice structures to make n-type or p-type semiconductors</a:t>
            </a:r>
            <a:endParaRPr lang="en-US" sz="1600" b="0" dirty="0"/>
          </a:p>
        </p:txBody>
      </p:sp>
      <p:pic>
        <p:nvPicPr>
          <p:cNvPr id="106498" name="Picture 2" descr="http://www.koreaittimes.com/images/semiconductor.jpg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899025" y="788988"/>
            <a:ext cx="4038600" cy="2695576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06500" name="Picture 4" descr="What is a Semiconductor?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899025" y="3944936"/>
            <a:ext cx="4085694" cy="1751013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3727929987"/>
      </p:ext>
    </p:extLst>
  </p:cSld>
  <p:clrMapOvr>
    <a:masterClrMapping/>
  </p:clrMapOvr>
</p:sld>
</file>

<file path=ppt/slides/slide4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95288" y="1027758"/>
            <a:ext cx="6221751" cy="4616540"/>
          </a:xfrm>
          <a:prstGeom prst="rect">
            <a:avLst/>
          </a:prstGeom>
        </p:spPr>
      </p:pic>
      <p:sp>
        <p:nvSpPr>
          <p:cNvPr id="3" name="Text Box 2"/>
          <p:cNvSpPr txBox="1">
            <a:spLocks noChangeArrowheads="1"/>
          </p:cNvSpPr>
          <p:nvPr/>
        </p:nvSpPr>
        <p:spPr bwMode="auto">
          <a:xfrm>
            <a:off x="395288" y="331788"/>
            <a:ext cx="4846198" cy="46166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 algn="ctr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/>
          <a:p>
            <a:r>
              <a:rPr lang="en-GB" sz="2400" b="1" dirty="0"/>
              <a:t>Semiconductor – Silicon atom 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392174" y="4744529"/>
            <a:ext cx="1463862" cy="70788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>
              <a:lnSpc>
                <a:spcPts val="1600"/>
              </a:lnSpc>
            </a:pPr>
            <a:r>
              <a:rPr lang="en-GB" sz="1200" dirty="0">
                <a:latin typeface="Arial" panose="020B0604020202020204" pitchFamily="34" charset="0"/>
                <a:cs typeface="Arial" panose="020B0604020202020204" pitchFamily="34" charset="0"/>
              </a:rPr>
              <a:t>(positive charge)</a:t>
            </a:r>
          </a:p>
          <a:p>
            <a:pPr>
              <a:lnSpc>
                <a:spcPts val="1600"/>
              </a:lnSpc>
            </a:pPr>
            <a:r>
              <a:rPr lang="en-GB" sz="1200" dirty="0">
                <a:latin typeface="Arial" panose="020B0604020202020204" pitchFamily="34" charset="0"/>
                <a:cs typeface="Arial" panose="020B0604020202020204" pitchFamily="34" charset="0"/>
              </a:rPr>
              <a:t> (neutral charge)</a:t>
            </a:r>
          </a:p>
          <a:p>
            <a:pPr>
              <a:lnSpc>
                <a:spcPts val="1600"/>
              </a:lnSpc>
            </a:pPr>
            <a:r>
              <a:rPr lang="en-GB" sz="1200" dirty="0">
                <a:latin typeface="Arial" panose="020B0604020202020204" pitchFamily="34" charset="0"/>
                <a:cs typeface="Arial" panose="020B0604020202020204" pitchFamily="34" charset="0"/>
              </a:rPr>
              <a:t>  (negative charge)</a:t>
            </a:r>
          </a:p>
        </p:txBody>
      </p:sp>
    </p:spTree>
    <p:extLst>
      <p:ext uri="{BB962C8B-B14F-4D97-AF65-F5344CB8AC3E}">
        <p14:creationId xmlns:p14="http://schemas.microsoft.com/office/powerpoint/2010/main" val="2981135733"/>
      </p:ext>
    </p:extLst>
  </p:cSld>
  <p:clrMapOvr>
    <a:masterClrMapping/>
  </p:clrMapOvr>
</p:sld>
</file>

<file path=ppt/slides/slide4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 Box 2"/>
          <p:cNvSpPr txBox="1">
            <a:spLocks noChangeArrowheads="1"/>
          </p:cNvSpPr>
          <p:nvPr/>
        </p:nvSpPr>
        <p:spPr bwMode="auto">
          <a:xfrm>
            <a:off x="395288" y="331788"/>
            <a:ext cx="4846198" cy="46166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 algn="ctr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/>
          <a:p>
            <a:r>
              <a:rPr lang="en-GB" sz="2400" b="1" dirty="0"/>
              <a:t>Semiconductor – Silicon atom </a:t>
            </a:r>
          </a:p>
        </p:txBody>
      </p:sp>
      <p:pic>
        <p:nvPicPr>
          <p:cNvPr id="106500" name="Picture 4" descr="lattice of silicon atoms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448174" y="4319305"/>
            <a:ext cx="2258774" cy="1993037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5" name="Picture 4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046536" y="764832"/>
            <a:ext cx="4732545" cy="3554473"/>
          </a:xfrm>
          <a:prstGeom prst="rect">
            <a:avLst/>
          </a:prstGeom>
        </p:spPr>
      </p:pic>
      <p:sp>
        <p:nvSpPr>
          <p:cNvPr id="7" name="TextBox 6"/>
          <p:cNvSpPr txBox="1"/>
          <p:nvPr/>
        </p:nvSpPr>
        <p:spPr>
          <a:xfrm>
            <a:off x="395288" y="1049764"/>
            <a:ext cx="4030462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dirty="0"/>
              <a:t>Covalent bonds – share atoms to bond and join atoms … 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3865758" y="5876121"/>
            <a:ext cx="2881036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dirty="0"/>
              <a:t>… into a lattice structure</a:t>
            </a:r>
          </a:p>
        </p:txBody>
      </p:sp>
      <p:pic>
        <p:nvPicPr>
          <p:cNvPr id="11" name="Picture 10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-116057" y="2179605"/>
            <a:ext cx="4732545" cy="355447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001340426"/>
      </p:ext>
    </p:extLst>
  </p:cSld>
  <p:clrMapOvr>
    <a:masterClrMapping/>
  </p:clrMapOvr>
</p:sld>
</file>

<file path=ppt/slides/slide5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6" name="Rounded Rectangle 95"/>
          <p:cNvSpPr/>
          <p:nvPr/>
        </p:nvSpPr>
        <p:spPr bwMode="auto">
          <a:xfrm>
            <a:off x="430213" y="3726214"/>
            <a:ext cx="8379744" cy="2819273"/>
          </a:xfrm>
          <a:prstGeom prst="roundRect">
            <a:avLst/>
          </a:prstGeom>
          <a:gradFill flip="none" rotWithShape="1">
            <a:gsLst>
              <a:gs pos="2000">
                <a:schemeClr val="bg1"/>
              </a:gs>
              <a:gs pos="100000">
                <a:schemeClr val="bg1"/>
              </a:gs>
              <a:gs pos="51000">
                <a:srgbClr val="FFDDDD"/>
              </a:gs>
            </a:gsLst>
            <a:lin ang="17400000" scaled="0"/>
            <a:tileRect/>
          </a:gradFill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GB" sz="16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Lucida Sans Unicode" pitchFamily="34" charset="0"/>
            </a:endParaRPr>
          </a:p>
        </p:txBody>
      </p:sp>
      <p:sp>
        <p:nvSpPr>
          <p:cNvPr id="2" name="Rounded Rectangle 1"/>
          <p:cNvSpPr/>
          <p:nvPr/>
        </p:nvSpPr>
        <p:spPr bwMode="auto">
          <a:xfrm>
            <a:off x="395289" y="742423"/>
            <a:ext cx="8379744" cy="2893890"/>
          </a:xfrm>
          <a:prstGeom prst="roundRect">
            <a:avLst/>
          </a:prstGeom>
          <a:gradFill flip="none" rotWithShape="1">
            <a:gsLst>
              <a:gs pos="2000">
                <a:schemeClr val="bg1"/>
              </a:gs>
              <a:gs pos="100000">
                <a:schemeClr val="bg1"/>
              </a:gs>
              <a:gs pos="51000">
                <a:srgbClr val="DDF6FF"/>
              </a:gs>
            </a:gsLst>
            <a:lin ang="17400000" scaled="0"/>
            <a:tileRect/>
          </a:gradFill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GB" sz="16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Lucida Sans Unicode" pitchFamily="34" charset="0"/>
            </a:endParaRPr>
          </a:p>
        </p:txBody>
      </p:sp>
      <p:sp>
        <p:nvSpPr>
          <p:cNvPr id="191490" name="Text Box 2"/>
          <p:cNvSpPr txBox="1">
            <a:spLocks noChangeArrowheads="1"/>
          </p:cNvSpPr>
          <p:nvPr/>
        </p:nvSpPr>
        <p:spPr bwMode="auto">
          <a:xfrm>
            <a:off x="430213" y="365125"/>
            <a:ext cx="6538970" cy="46166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 algn="ctr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/>
          <a:p>
            <a:r>
              <a:rPr lang="en-GB" sz="2400" dirty="0"/>
              <a:t>Semiconductors </a:t>
            </a:r>
            <a:r>
              <a:rPr lang="en-GB" sz="1800" dirty="0"/>
              <a:t>(simplified 2D view of the lattice) </a:t>
            </a:r>
            <a:r>
              <a:rPr lang="en-GB" sz="2400" dirty="0"/>
              <a:t> </a:t>
            </a:r>
          </a:p>
        </p:txBody>
      </p:sp>
      <p:sp>
        <p:nvSpPr>
          <p:cNvPr id="191492" name="Text Box 4"/>
          <p:cNvSpPr txBox="1">
            <a:spLocks noChangeArrowheads="1"/>
          </p:cNvSpPr>
          <p:nvPr/>
        </p:nvSpPr>
        <p:spPr bwMode="auto">
          <a:xfrm>
            <a:off x="411163" y="1062406"/>
            <a:ext cx="3962400" cy="20478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 algn="ctr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 marL="174625" indent="-174625">
              <a:defRPr sz="2400">
                <a:solidFill>
                  <a:schemeClr val="tx1"/>
                </a:solidFill>
                <a:latin typeface="Lucida Sans Unicode" pitchFamily="34" charset="0"/>
              </a:defRPr>
            </a:lvl1pPr>
            <a:lvl2pPr marL="534988" indent="-174625">
              <a:defRPr sz="2400">
                <a:solidFill>
                  <a:schemeClr val="tx1"/>
                </a:solidFill>
                <a:latin typeface="Lucida Sans Unicode" pitchFamily="34" charset="0"/>
              </a:defRPr>
            </a:lvl2pPr>
            <a:lvl3pPr>
              <a:defRPr sz="2400">
                <a:solidFill>
                  <a:schemeClr val="tx1"/>
                </a:solidFill>
                <a:latin typeface="Lucida Sans Unicode" pitchFamily="34" charset="0"/>
              </a:defRPr>
            </a:lvl3pPr>
            <a:lvl4pPr>
              <a:defRPr sz="2400">
                <a:solidFill>
                  <a:schemeClr val="tx1"/>
                </a:solidFill>
                <a:latin typeface="Lucida Sans Unicode" pitchFamily="34" charset="0"/>
              </a:defRPr>
            </a:lvl4pPr>
            <a:lvl5pPr>
              <a:defRPr sz="2400">
                <a:solidFill>
                  <a:schemeClr val="tx1"/>
                </a:solidFill>
                <a:latin typeface="Lucida Sans Unicode" pitchFamily="34" charset="0"/>
              </a:defRPr>
            </a:lvl5pPr>
            <a:lvl6pPr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Lucida Sans Unicode" pitchFamily="34" charset="0"/>
              </a:defRPr>
            </a:lvl6pPr>
            <a:lvl7pPr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Lucida Sans Unicode" pitchFamily="34" charset="0"/>
              </a:defRPr>
            </a:lvl7pPr>
            <a:lvl8pPr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Lucida Sans Unicode" pitchFamily="34" charset="0"/>
              </a:defRPr>
            </a:lvl8pPr>
            <a:lvl9pPr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Lucida Sans Unicode" pitchFamily="34" charset="0"/>
              </a:defRPr>
            </a:lvl9pPr>
          </a:lstStyle>
          <a:p>
            <a:r>
              <a:rPr lang="en-GB" sz="1600" b="1" u="sng" dirty="0">
                <a:solidFill>
                  <a:srgbClr val="0070C0"/>
                </a:solidFill>
              </a:rPr>
              <a:t>for n-type</a:t>
            </a:r>
          </a:p>
          <a:p>
            <a:pPr>
              <a:buFontTx/>
              <a:buChar char="•"/>
            </a:pPr>
            <a:r>
              <a:rPr lang="en-GB" sz="1600" b="0" dirty="0"/>
              <a:t>“Donor” impurities </a:t>
            </a:r>
          </a:p>
          <a:p>
            <a:pPr lvl="1">
              <a:buFontTx/>
              <a:buChar char="•"/>
            </a:pPr>
            <a:r>
              <a:rPr lang="en-GB" sz="1600" b="0" dirty="0"/>
              <a:t>Antimony</a:t>
            </a:r>
          </a:p>
          <a:p>
            <a:pPr lvl="1">
              <a:buFontTx/>
              <a:buChar char="•"/>
            </a:pPr>
            <a:r>
              <a:rPr lang="en-GB" sz="1600" b="0" dirty="0"/>
              <a:t>Arsenic</a:t>
            </a:r>
          </a:p>
          <a:p>
            <a:pPr lvl="1">
              <a:buFontTx/>
              <a:buChar char="•"/>
            </a:pPr>
            <a:r>
              <a:rPr lang="en-GB" sz="1600" b="0" dirty="0"/>
              <a:t>Phosphorus</a:t>
            </a:r>
          </a:p>
          <a:p>
            <a:pPr>
              <a:buFontTx/>
              <a:buChar char="•"/>
            </a:pPr>
            <a:r>
              <a:rPr lang="en-GB" sz="1600" b="0" dirty="0"/>
              <a:t>introduces “free” electrons</a:t>
            </a:r>
          </a:p>
          <a:p>
            <a:pPr>
              <a:buFontTx/>
              <a:buChar char="•"/>
            </a:pPr>
            <a:endParaRPr lang="en-GB" sz="1600" b="0" dirty="0"/>
          </a:p>
          <a:p>
            <a:pPr>
              <a:buFontTx/>
              <a:buChar char="•"/>
            </a:pPr>
            <a:endParaRPr lang="en-GB" sz="1600" b="0" dirty="0"/>
          </a:p>
        </p:txBody>
      </p:sp>
      <p:grpSp>
        <p:nvGrpSpPr>
          <p:cNvPr id="191493" name="Group 5"/>
          <p:cNvGrpSpPr>
            <a:grpSpLocks/>
          </p:cNvGrpSpPr>
          <p:nvPr/>
        </p:nvGrpSpPr>
        <p:grpSpPr bwMode="auto">
          <a:xfrm>
            <a:off x="3463925" y="1068325"/>
            <a:ext cx="4062413" cy="2397125"/>
            <a:chOff x="2244" y="1355"/>
            <a:chExt cx="2559" cy="1510"/>
          </a:xfrm>
        </p:grpSpPr>
        <p:grpSp>
          <p:nvGrpSpPr>
            <p:cNvPr id="191494" name="Group 6"/>
            <p:cNvGrpSpPr>
              <a:grpSpLocks/>
            </p:cNvGrpSpPr>
            <p:nvPr/>
          </p:nvGrpSpPr>
          <p:grpSpPr bwMode="auto">
            <a:xfrm>
              <a:off x="2570" y="1355"/>
              <a:ext cx="1560" cy="1510"/>
              <a:chOff x="3245" y="1431"/>
              <a:chExt cx="1560" cy="1510"/>
            </a:xfrm>
          </p:grpSpPr>
          <p:sp>
            <p:nvSpPr>
              <p:cNvPr id="191495" name="AutoShape 7"/>
              <p:cNvSpPr>
                <a:spLocks noChangeArrowheads="1"/>
              </p:cNvSpPr>
              <p:nvPr/>
            </p:nvSpPr>
            <p:spPr bwMode="auto">
              <a:xfrm rot="2523240">
                <a:off x="4319" y="1459"/>
                <a:ext cx="229" cy="582"/>
              </a:xfrm>
              <a:prstGeom prst="upArrow">
                <a:avLst>
                  <a:gd name="adj1" fmla="val 42111"/>
                  <a:gd name="adj2" fmla="val 127804"/>
                </a:avLst>
              </a:prstGeom>
              <a:solidFill>
                <a:srgbClr val="99CCFF"/>
              </a:solidFill>
              <a:ln>
                <a:noFill/>
              </a:ln>
              <a:effectLst/>
              <a:extLst>
                <a:ext uri="{91240B29-F687-4F45-9708-019B960494DF}">
                  <a14:hiddenLine xmlns:a14="http://schemas.microsoft.com/office/drawing/2010/main" w="9525" algn="ctr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endParaRPr lang="en-GB" b="0"/>
              </a:p>
            </p:txBody>
          </p:sp>
          <p:sp>
            <p:nvSpPr>
              <p:cNvPr id="191496" name="Oval 8"/>
              <p:cNvSpPr>
                <a:spLocks noChangeArrowheads="1"/>
              </p:cNvSpPr>
              <p:nvPr/>
            </p:nvSpPr>
            <p:spPr bwMode="auto">
              <a:xfrm>
                <a:off x="3931" y="2072"/>
                <a:ext cx="259" cy="246"/>
              </a:xfrm>
              <a:prstGeom prst="ellipse">
                <a:avLst/>
              </a:prstGeom>
              <a:solidFill>
                <a:srgbClr val="FF0000"/>
              </a:solidFill>
              <a:ln w="9525" algn="ctr">
                <a:solidFill>
                  <a:schemeClr val="tx1"/>
                </a:solidFill>
                <a:round/>
                <a:headEnd/>
                <a:tailEnd/>
              </a:ln>
              <a:effectLst/>
              <a:extLs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pPr algn="ctr"/>
                <a:endParaRPr lang="en-US" b="0"/>
              </a:p>
            </p:txBody>
          </p:sp>
          <p:sp>
            <p:nvSpPr>
              <p:cNvPr id="191497" name="Text Box 9"/>
              <p:cNvSpPr txBox="1">
                <a:spLocks noChangeArrowheads="1"/>
              </p:cNvSpPr>
              <p:nvPr/>
            </p:nvSpPr>
            <p:spPr bwMode="auto">
              <a:xfrm>
                <a:off x="4474" y="2722"/>
                <a:ext cx="116" cy="212"/>
              </a:xfrm>
              <a:prstGeom prst="rect">
                <a:avLst/>
              </a:prstGeom>
              <a:noFill/>
              <a:ln>
                <a:noFill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91240B29-F687-4F45-9708-019B960494DF}">
                  <a14:hiddenLine xmlns:a14="http://schemas.microsoft.com/office/drawing/2010/main" w="9525" algn="ctr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>
                <a:spAutoFit/>
              </a:bodyPr>
              <a:lstStyle/>
              <a:p>
                <a:endParaRPr lang="en-US" b="0"/>
              </a:p>
            </p:txBody>
          </p:sp>
          <p:sp>
            <p:nvSpPr>
              <p:cNvPr id="191498" name="Oval 10"/>
              <p:cNvSpPr>
                <a:spLocks noChangeArrowheads="1"/>
              </p:cNvSpPr>
              <p:nvPr/>
            </p:nvSpPr>
            <p:spPr bwMode="auto">
              <a:xfrm>
                <a:off x="3787" y="1914"/>
                <a:ext cx="544" cy="544"/>
              </a:xfrm>
              <a:prstGeom prst="ellipse">
                <a:avLst/>
              </a:prstGeom>
              <a:noFill/>
              <a:ln w="9525" algn="ctr">
                <a:solidFill>
                  <a:schemeClr val="tx1"/>
                </a:solidFill>
                <a:prstDash val="dash"/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endParaRPr lang="en-GB" b="0"/>
              </a:p>
            </p:txBody>
          </p:sp>
          <p:sp>
            <p:nvSpPr>
              <p:cNvPr id="191499" name="Text Box 11"/>
              <p:cNvSpPr txBox="1">
                <a:spLocks noChangeArrowheads="1"/>
              </p:cNvSpPr>
              <p:nvPr/>
            </p:nvSpPr>
            <p:spPr bwMode="auto">
              <a:xfrm>
                <a:off x="3943" y="2094"/>
                <a:ext cx="266" cy="212"/>
              </a:xfrm>
              <a:prstGeom prst="rect">
                <a:avLst/>
              </a:prstGeom>
              <a:noFill/>
              <a:ln>
                <a:noFill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91240B29-F687-4F45-9708-019B960494DF}">
                  <a14:hiddenLine xmlns:a14="http://schemas.microsoft.com/office/drawing/2010/main" w="9525" algn="ctr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>
                <a:spAutoFit/>
              </a:bodyPr>
              <a:lstStyle/>
              <a:p>
                <a:r>
                  <a:rPr lang="en-GB" b="0"/>
                  <a:t>Sb</a:t>
                </a:r>
                <a:endParaRPr lang="en-US" b="0"/>
              </a:p>
            </p:txBody>
          </p:sp>
          <p:sp>
            <p:nvSpPr>
              <p:cNvPr id="191500" name="Oval 12"/>
              <p:cNvSpPr>
                <a:spLocks noChangeArrowheads="1"/>
              </p:cNvSpPr>
              <p:nvPr/>
            </p:nvSpPr>
            <p:spPr bwMode="auto">
              <a:xfrm>
                <a:off x="3775" y="2033"/>
                <a:ext cx="83" cy="91"/>
              </a:xfrm>
              <a:prstGeom prst="ellipse">
                <a:avLst/>
              </a:prstGeom>
              <a:solidFill>
                <a:schemeClr val="accent2"/>
              </a:solidFill>
              <a:ln w="9525" algn="ctr">
                <a:solidFill>
                  <a:schemeClr val="tx1"/>
                </a:solidFill>
                <a:round/>
                <a:headEnd/>
                <a:tailEnd/>
              </a:ln>
              <a:effectLst/>
              <a:extLs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endParaRPr lang="en-GB" b="0"/>
              </a:p>
            </p:txBody>
          </p:sp>
          <p:sp>
            <p:nvSpPr>
              <p:cNvPr id="191501" name="Oval 13"/>
              <p:cNvSpPr>
                <a:spLocks noChangeArrowheads="1"/>
              </p:cNvSpPr>
              <p:nvPr/>
            </p:nvSpPr>
            <p:spPr bwMode="auto">
              <a:xfrm>
                <a:off x="3780" y="1467"/>
                <a:ext cx="544" cy="544"/>
              </a:xfrm>
              <a:prstGeom prst="ellipse">
                <a:avLst/>
              </a:prstGeom>
              <a:noFill/>
              <a:ln w="9525" algn="ctr">
                <a:solidFill>
                  <a:schemeClr val="tx1"/>
                </a:solidFill>
                <a:prstDash val="dash"/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endParaRPr lang="en-GB" b="0"/>
              </a:p>
            </p:txBody>
          </p:sp>
          <p:sp>
            <p:nvSpPr>
              <p:cNvPr id="191502" name="Oval 14"/>
              <p:cNvSpPr>
                <a:spLocks noChangeArrowheads="1"/>
              </p:cNvSpPr>
              <p:nvPr/>
            </p:nvSpPr>
            <p:spPr bwMode="auto">
              <a:xfrm>
                <a:off x="4233" y="1920"/>
                <a:ext cx="544" cy="544"/>
              </a:xfrm>
              <a:prstGeom prst="ellipse">
                <a:avLst/>
              </a:prstGeom>
              <a:noFill/>
              <a:ln w="9525" algn="ctr">
                <a:solidFill>
                  <a:schemeClr val="tx1"/>
                </a:solidFill>
                <a:prstDash val="dash"/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endParaRPr lang="en-GB" b="0"/>
              </a:p>
            </p:txBody>
          </p:sp>
          <p:sp>
            <p:nvSpPr>
              <p:cNvPr id="191503" name="Oval 15"/>
              <p:cNvSpPr>
                <a:spLocks noChangeArrowheads="1"/>
              </p:cNvSpPr>
              <p:nvPr/>
            </p:nvSpPr>
            <p:spPr bwMode="auto">
              <a:xfrm>
                <a:off x="3780" y="2373"/>
                <a:ext cx="544" cy="544"/>
              </a:xfrm>
              <a:prstGeom prst="ellipse">
                <a:avLst/>
              </a:prstGeom>
              <a:noFill/>
              <a:ln w="9525" algn="ctr">
                <a:solidFill>
                  <a:schemeClr val="tx1"/>
                </a:solidFill>
                <a:prstDash val="dash"/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endParaRPr lang="en-GB" b="0"/>
              </a:p>
            </p:txBody>
          </p:sp>
          <p:sp>
            <p:nvSpPr>
              <p:cNvPr id="191504" name="Oval 16"/>
              <p:cNvSpPr>
                <a:spLocks noChangeArrowheads="1"/>
              </p:cNvSpPr>
              <p:nvPr/>
            </p:nvSpPr>
            <p:spPr bwMode="auto">
              <a:xfrm>
                <a:off x="3311" y="1937"/>
                <a:ext cx="544" cy="544"/>
              </a:xfrm>
              <a:prstGeom prst="ellipse">
                <a:avLst/>
              </a:prstGeom>
              <a:noFill/>
              <a:ln w="9525" algn="ctr">
                <a:solidFill>
                  <a:schemeClr val="tx1"/>
                </a:solidFill>
                <a:prstDash val="dash"/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endParaRPr lang="en-GB" b="0"/>
              </a:p>
            </p:txBody>
          </p:sp>
          <p:sp>
            <p:nvSpPr>
              <p:cNvPr id="191505" name="Oval 17"/>
              <p:cNvSpPr>
                <a:spLocks noChangeArrowheads="1"/>
              </p:cNvSpPr>
              <p:nvPr/>
            </p:nvSpPr>
            <p:spPr bwMode="auto">
              <a:xfrm>
                <a:off x="3245" y="2157"/>
                <a:ext cx="83" cy="91"/>
              </a:xfrm>
              <a:prstGeom prst="ellipse">
                <a:avLst/>
              </a:prstGeom>
              <a:solidFill>
                <a:schemeClr val="accent2"/>
              </a:solidFill>
              <a:ln w="9525" algn="ctr">
                <a:solidFill>
                  <a:schemeClr val="tx1"/>
                </a:solidFill>
                <a:round/>
                <a:headEnd/>
                <a:tailEnd/>
              </a:ln>
              <a:effectLst/>
              <a:extLs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endParaRPr lang="en-GB" b="0"/>
              </a:p>
            </p:txBody>
          </p:sp>
          <p:sp>
            <p:nvSpPr>
              <p:cNvPr id="191506" name="Oval 18"/>
              <p:cNvSpPr>
                <a:spLocks noChangeArrowheads="1"/>
              </p:cNvSpPr>
              <p:nvPr/>
            </p:nvSpPr>
            <p:spPr bwMode="auto">
              <a:xfrm>
                <a:off x="3850" y="1921"/>
                <a:ext cx="83" cy="91"/>
              </a:xfrm>
              <a:prstGeom prst="ellipse">
                <a:avLst/>
              </a:prstGeom>
              <a:solidFill>
                <a:schemeClr val="accent2"/>
              </a:solidFill>
              <a:ln w="9525" algn="ctr">
                <a:solidFill>
                  <a:schemeClr val="tx1"/>
                </a:solidFill>
                <a:round/>
                <a:headEnd/>
                <a:tailEnd/>
              </a:ln>
              <a:effectLst/>
              <a:extLs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endParaRPr lang="en-GB" b="0"/>
              </a:p>
            </p:txBody>
          </p:sp>
          <p:sp>
            <p:nvSpPr>
              <p:cNvPr id="191507" name="Oval 19"/>
              <p:cNvSpPr>
                <a:spLocks noChangeArrowheads="1"/>
              </p:cNvSpPr>
              <p:nvPr/>
            </p:nvSpPr>
            <p:spPr bwMode="auto">
              <a:xfrm>
                <a:off x="3775" y="2284"/>
                <a:ext cx="83" cy="91"/>
              </a:xfrm>
              <a:prstGeom prst="ellipse">
                <a:avLst/>
              </a:prstGeom>
              <a:solidFill>
                <a:schemeClr val="accent2"/>
              </a:solidFill>
              <a:ln w="9525" algn="ctr">
                <a:solidFill>
                  <a:schemeClr val="tx1"/>
                </a:solidFill>
                <a:round/>
                <a:headEnd/>
                <a:tailEnd/>
              </a:ln>
              <a:effectLst/>
              <a:extLs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endParaRPr lang="en-GB" b="0"/>
              </a:p>
            </p:txBody>
          </p:sp>
          <p:sp>
            <p:nvSpPr>
              <p:cNvPr id="191508" name="Oval 20"/>
              <p:cNvSpPr>
                <a:spLocks noChangeArrowheads="1"/>
              </p:cNvSpPr>
              <p:nvPr/>
            </p:nvSpPr>
            <p:spPr bwMode="auto">
              <a:xfrm>
                <a:off x="4170" y="1917"/>
                <a:ext cx="83" cy="91"/>
              </a:xfrm>
              <a:prstGeom prst="ellipse">
                <a:avLst/>
              </a:prstGeom>
              <a:solidFill>
                <a:schemeClr val="accent2"/>
              </a:solidFill>
              <a:ln w="9525" algn="ctr">
                <a:solidFill>
                  <a:schemeClr val="tx1"/>
                </a:solidFill>
                <a:round/>
                <a:headEnd/>
                <a:tailEnd/>
              </a:ln>
              <a:effectLst/>
              <a:extLs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endParaRPr lang="en-GB" b="0"/>
              </a:p>
            </p:txBody>
          </p:sp>
          <p:sp>
            <p:nvSpPr>
              <p:cNvPr id="191509" name="Oval 21"/>
              <p:cNvSpPr>
                <a:spLocks noChangeArrowheads="1"/>
              </p:cNvSpPr>
              <p:nvPr/>
            </p:nvSpPr>
            <p:spPr bwMode="auto">
              <a:xfrm>
                <a:off x="4239" y="1980"/>
                <a:ext cx="83" cy="91"/>
              </a:xfrm>
              <a:prstGeom prst="ellipse">
                <a:avLst/>
              </a:prstGeom>
              <a:solidFill>
                <a:schemeClr val="accent2"/>
              </a:solidFill>
              <a:ln w="9525" algn="ctr">
                <a:solidFill>
                  <a:schemeClr val="tx1"/>
                </a:solidFill>
                <a:round/>
                <a:headEnd/>
                <a:tailEnd/>
              </a:ln>
              <a:effectLst/>
              <a:extLs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endParaRPr lang="en-GB" b="0"/>
              </a:p>
            </p:txBody>
          </p:sp>
          <p:sp>
            <p:nvSpPr>
              <p:cNvPr id="191510" name="Oval 22"/>
              <p:cNvSpPr>
                <a:spLocks noChangeArrowheads="1"/>
              </p:cNvSpPr>
              <p:nvPr/>
            </p:nvSpPr>
            <p:spPr bwMode="auto">
              <a:xfrm>
                <a:off x="3855" y="2365"/>
                <a:ext cx="83" cy="91"/>
              </a:xfrm>
              <a:prstGeom prst="ellipse">
                <a:avLst/>
              </a:prstGeom>
              <a:solidFill>
                <a:schemeClr val="accent2"/>
              </a:solidFill>
              <a:ln w="9525" algn="ctr">
                <a:solidFill>
                  <a:schemeClr val="tx1"/>
                </a:solidFill>
                <a:round/>
                <a:headEnd/>
                <a:tailEnd/>
              </a:ln>
              <a:effectLst/>
              <a:extLs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endParaRPr lang="en-GB" b="0"/>
              </a:p>
            </p:txBody>
          </p:sp>
          <p:sp>
            <p:nvSpPr>
              <p:cNvPr id="191511" name="Oval 23"/>
              <p:cNvSpPr>
                <a:spLocks noChangeArrowheads="1"/>
              </p:cNvSpPr>
              <p:nvPr/>
            </p:nvSpPr>
            <p:spPr bwMode="auto">
              <a:xfrm>
                <a:off x="4234" y="2295"/>
                <a:ext cx="83" cy="91"/>
              </a:xfrm>
              <a:prstGeom prst="ellipse">
                <a:avLst/>
              </a:prstGeom>
              <a:solidFill>
                <a:schemeClr val="accent2"/>
              </a:solidFill>
              <a:ln w="9525" algn="ctr">
                <a:solidFill>
                  <a:schemeClr val="tx1"/>
                </a:solidFill>
                <a:round/>
                <a:headEnd/>
                <a:tailEnd/>
              </a:ln>
              <a:effectLst/>
              <a:extLs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endParaRPr lang="en-GB" b="0"/>
              </a:p>
            </p:txBody>
          </p:sp>
          <p:sp>
            <p:nvSpPr>
              <p:cNvPr id="191512" name="Oval 24"/>
              <p:cNvSpPr>
                <a:spLocks noChangeArrowheads="1"/>
              </p:cNvSpPr>
              <p:nvPr/>
            </p:nvSpPr>
            <p:spPr bwMode="auto">
              <a:xfrm>
                <a:off x="4148" y="2381"/>
                <a:ext cx="83" cy="91"/>
              </a:xfrm>
              <a:prstGeom prst="ellipse">
                <a:avLst/>
              </a:prstGeom>
              <a:solidFill>
                <a:schemeClr val="accent2"/>
              </a:solidFill>
              <a:ln w="9525" algn="ctr">
                <a:solidFill>
                  <a:schemeClr val="tx1"/>
                </a:solidFill>
                <a:round/>
                <a:headEnd/>
                <a:tailEnd/>
              </a:ln>
              <a:effectLst/>
              <a:extLs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endParaRPr lang="en-GB" b="0"/>
              </a:p>
            </p:txBody>
          </p:sp>
          <p:sp>
            <p:nvSpPr>
              <p:cNvPr id="191513" name="Oval 25"/>
              <p:cNvSpPr>
                <a:spLocks noChangeArrowheads="1"/>
              </p:cNvSpPr>
              <p:nvPr/>
            </p:nvSpPr>
            <p:spPr bwMode="auto">
              <a:xfrm>
                <a:off x="3729" y="1704"/>
                <a:ext cx="83" cy="91"/>
              </a:xfrm>
              <a:prstGeom prst="ellipse">
                <a:avLst/>
              </a:prstGeom>
              <a:solidFill>
                <a:schemeClr val="accent2"/>
              </a:solidFill>
              <a:ln w="9525" algn="ctr">
                <a:solidFill>
                  <a:schemeClr val="tx1"/>
                </a:solidFill>
                <a:round/>
                <a:headEnd/>
                <a:tailEnd/>
              </a:ln>
              <a:effectLst/>
              <a:extLs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endParaRPr lang="en-GB" b="0"/>
              </a:p>
            </p:txBody>
          </p:sp>
          <p:sp>
            <p:nvSpPr>
              <p:cNvPr id="191514" name="Oval 26"/>
              <p:cNvSpPr>
                <a:spLocks noChangeArrowheads="1"/>
              </p:cNvSpPr>
              <p:nvPr/>
            </p:nvSpPr>
            <p:spPr bwMode="auto">
              <a:xfrm>
                <a:off x="4281" y="1697"/>
                <a:ext cx="83" cy="91"/>
              </a:xfrm>
              <a:prstGeom prst="ellipse">
                <a:avLst/>
              </a:prstGeom>
              <a:solidFill>
                <a:schemeClr val="accent2"/>
              </a:solidFill>
              <a:ln w="9525" algn="ctr">
                <a:solidFill>
                  <a:schemeClr val="tx1"/>
                </a:solidFill>
                <a:round/>
                <a:headEnd/>
                <a:tailEnd/>
              </a:ln>
              <a:effectLst/>
              <a:extLs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endParaRPr lang="en-GB" b="0"/>
              </a:p>
            </p:txBody>
          </p:sp>
          <p:sp>
            <p:nvSpPr>
              <p:cNvPr id="191515" name="Oval 27"/>
              <p:cNvSpPr>
                <a:spLocks noChangeArrowheads="1"/>
              </p:cNvSpPr>
              <p:nvPr/>
            </p:nvSpPr>
            <p:spPr bwMode="auto">
              <a:xfrm>
                <a:off x="3996" y="1431"/>
                <a:ext cx="83" cy="91"/>
              </a:xfrm>
              <a:prstGeom prst="ellipse">
                <a:avLst/>
              </a:prstGeom>
              <a:solidFill>
                <a:schemeClr val="accent2"/>
              </a:solidFill>
              <a:ln w="9525" algn="ctr">
                <a:solidFill>
                  <a:schemeClr val="tx1"/>
                </a:solidFill>
                <a:round/>
                <a:headEnd/>
                <a:tailEnd/>
              </a:ln>
              <a:effectLst/>
              <a:extLs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endParaRPr lang="en-GB" b="0"/>
              </a:p>
            </p:txBody>
          </p:sp>
          <p:sp>
            <p:nvSpPr>
              <p:cNvPr id="191516" name="Oval 28"/>
              <p:cNvSpPr>
                <a:spLocks noChangeArrowheads="1"/>
              </p:cNvSpPr>
              <p:nvPr/>
            </p:nvSpPr>
            <p:spPr bwMode="auto">
              <a:xfrm>
                <a:off x="3529" y="1894"/>
                <a:ext cx="83" cy="91"/>
              </a:xfrm>
              <a:prstGeom prst="ellipse">
                <a:avLst/>
              </a:prstGeom>
              <a:solidFill>
                <a:schemeClr val="accent2"/>
              </a:solidFill>
              <a:ln w="9525" algn="ctr">
                <a:solidFill>
                  <a:schemeClr val="tx1"/>
                </a:solidFill>
                <a:round/>
                <a:headEnd/>
                <a:tailEnd/>
              </a:ln>
              <a:effectLst/>
              <a:extLs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endParaRPr lang="en-GB" b="0"/>
              </a:p>
            </p:txBody>
          </p:sp>
          <p:sp>
            <p:nvSpPr>
              <p:cNvPr id="191517" name="Oval 29"/>
              <p:cNvSpPr>
                <a:spLocks noChangeArrowheads="1"/>
              </p:cNvSpPr>
              <p:nvPr/>
            </p:nvSpPr>
            <p:spPr bwMode="auto">
              <a:xfrm>
                <a:off x="3543" y="2440"/>
                <a:ext cx="83" cy="91"/>
              </a:xfrm>
              <a:prstGeom prst="ellipse">
                <a:avLst/>
              </a:prstGeom>
              <a:solidFill>
                <a:schemeClr val="accent2"/>
              </a:solidFill>
              <a:ln w="9525" algn="ctr">
                <a:solidFill>
                  <a:schemeClr val="tx1"/>
                </a:solidFill>
                <a:round/>
                <a:headEnd/>
                <a:tailEnd/>
              </a:ln>
              <a:effectLst/>
              <a:extLs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endParaRPr lang="en-GB" b="0"/>
              </a:p>
            </p:txBody>
          </p:sp>
          <p:sp>
            <p:nvSpPr>
              <p:cNvPr id="191518" name="Oval 30"/>
              <p:cNvSpPr>
                <a:spLocks noChangeArrowheads="1"/>
              </p:cNvSpPr>
              <p:nvPr/>
            </p:nvSpPr>
            <p:spPr bwMode="auto">
              <a:xfrm>
                <a:off x="4449" y="1879"/>
                <a:ext cx="83" cy="91"/>
              </a:xfrm>
              <a:prstGeom prst="ellipse">
                <a:avLst/>
              </a:prstGeom>
              <a:solidFill>
                <a:schemeClr val="accent2"/>
              </a:solidFill>
              <a:ln w="9525" algn="ctr">
                <a:solidFill>
                  <a:schemeClr val="tx1"/>
                </a:solidFill>
                <a:round/>
                <a:headEnd/>
                <a:tailEnd/>
              </a:ln>
              <a:effectLst/>
              <a:extLs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endParaRPr lang="en-GB" b="0"/>
              </a:p>
            </p:txBody>
          </p:sp>
          <p:sp>
            <p:nvSpPr>
              <p:cNvPr id="191519" name="Oval 31"/>
              <p:cNvSpPr>
                <a:spLocks noChangeArrowheads="1"/>
              </p:cNvSpPr>
              <p:nvPr/>
            </p:nvSpPr>
            <p:spPr bwMode="auto">
              <a:xfrm>
                <a:off x="4264" y="2680"/>
                <a:ext cx="83" cy="91"/>
              </a:xfrm>
              <a:prstGeom prst="ellipse">
                <a:avLst/>
              </a:prstGeom>
              <a:solidFill>
                <a:schemeClr val="accent2"/>
              </a:solidFill>
              <a:ln w="9525" algn="ctr">
                <a:solidFill>
                  <a:schemeClr val="tx1"/>
                </a:solidFill>
                <a:round/>
                <a:headEnd/>
                <a:tailEnd/>
              </a:ln>
              <a:effectLst/>
              <a:extLs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endParaRPr lang="en-GB" b="0"/>
              </a:p>
            </p:txBody>
          </p:sp>
          <p:sp>
            <p:nvSpPr>
              <p:cNvPr id="191520" name="Oval 32"/>
              <p:cNvSpPr>
                <a:spLocks noChangeArrowheads="1"/>
              </p:cNvSpPr>
              <p:nvPr/>
            </p:nvSpPr>
            <p:spPr bwMode="auto">
              <a:xfrm>
                <a:off x="3749" y="2665"/>
                <a:ext cx="83" cy="91"/>
              </a:xfrm>
              <a:prstGeom prst="ellipse">
                <a:avLst/>
              </a:prstGeom>
              <a:solidFill>
                <a:schemeClr val="accent2"/>
              </a:solidFill>
              <a:ln w="9525" algn="ctr">
                <a:solidFill>
                  <a:schemeClr val="tx1"/>
                </a:solidFill>
                <a:round/>
                <a:headEnd/>
                <a:tailEnd/>
              </a:ln>
              <a:effectLst/>
              <a:extLs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endParaRPr lang="en-GB" b="0"/>
              </a:p>
            </p:txBody>
          </p:sp>
          <p:sp>
            <p:nvSpPr>
              <p:cNvPr id="191521" name="Oval 33"/>
              <p:cNvSpPr>
                <a:spLocks noChangeArrowheads="1"/>
              </p:cNvSpPr>
              <p:nvPr/>
            </p:nvSpPr>
            <p:spPr bwMode="auto">
              <a:xfrm>
                <a:off x="4722" y="2145"/>
                <a:ext cx="83" cy="91"/>
              </a:xfrm>
              <a:prstGeom prst="ellipse">
                <a:avLst/>
              </a:prstGeom>
              <a:solidFill>
                <a:schemeClr val="accent2"/>
              </a:solidFill>
              <a:ln w="9525" algn="ctr">
                <a:solidFill>
                  <a:schemeClr val="tx1"/>
                </a:solidFill>
                <a:round/>
                <a:headEnd/>
                <a:tailEnd/>
              </a:ln>
              <a:effectLst/>
              <a:extLs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endParaRPr lang="en-GB" b="0"/>
              </a:p>
            </p:txBody>
          </p:sp>
          <p:sp>
            <p:nvSpPr>
              <p:cNvPr id="191522" name="Oval 34"/>
              <p:cNvSpPr>
                <a:spLocks noChangeArrowheads="1"/>
              </p:cNvSpPr>
              <p:nvPr/>
            </p:nvSpPr>
            <p:spPr bwMode="auto">
              <a:xfrm>
                <a:off x="4634" y="1437"/>
                <a:ext cx="83" cy="91"/>
              </a:xfrm>
              <a:prstGeom prst="ellipse">
                <a:avLst/>
              </a:prstGeom>
              <a:solidFill>
                <a:schemeClr val="accent2"/>
              </a:solidFill>
              <a:ln w="9525" algn="ctr">
                <a:solidFill>
                  <a:schemeClr val="tx1"/>
                </a:solidFill>
                <a:round/>
                <a:headEnd/>
                <a:tailEnd/>
              </a:ln>
              <a:effectLst/>
              <a:extLs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endParaRPr lang="en-GB" b="0"/>
              </a:p>
            </p:txBody>
          </p:sp>
          <p:sp>
            <p:nvSpPr>
              <p:cNvPr id="191523" name="Oval 35"/>
              <p:cNvSpPr>
                <a:spLocks noChangeArrowheads="1"/>
              </p:cNvSpPr>
              <p:nvPr/>
            </p:nvSpPr>
            <p:spPr bwMode="auto">
              <a:xfrm>
                <a:off x="4028" y="2850"/>
                <a:ext cx="83" cy="91"/>
              </a:xfrm>
              <a:prstGeom prst="ellipse">
                <a:avLst/>
              </a:prstGeom>
              <a:solidFill>
                <a:schemeClr val="accent2"/>
              </a:solidFill>
              <a:ln w="9525" algn="ctr">
                <a:solidFill>
                  <a:schemeClr val="tx1"/>
                </a:solidFill>
                <a:round/>
                <a:headEnd/>
                <a:tailEnd/>
              </a:ln>
              <a:effectLst/>
              <a:extLs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endParaRPr lang="en-GB" b="0"/>
              </a:p>
            </p:txBody>
          </p:sp>
          <p:grpSp>
            <p:nvGrpSpPr>
              <p:cNvPr id="191524" name="Group 36"/>
              <p:cNvGrpSpPr>
                <a:grpSpLocks/>
              </p:cNvGrpSpPr>
              <p:nvPr/>
            </p:nvGrpSpPr>
            <p:grpSpPr bwMode="auto">
              <a:xfrm>
                <a:off x="3913" y="2505"/>
                <a:ext cx="283" cy="262"/>
                <a:chOff x="2715" y="2798"/>
                <a:chExt cx="283" cy="262"/>
              </a:xfrm>
            </p:grpSpPr>
            <p:sp>
              <p:nvSpPr>
                <p:cNvPr id="191525" name="Oval 37"/>
                <p:cNvSpPr>
                  <a:spLocks noChangeArrowheads="1"/>
                </p:cNvSpPr>
                <p:nvPr/>
              </p:nvSpPr>
              <p:spPr bwMode="auto">
                <a:xfrm>
                  <a:off x="2715" y="2798"/>
                  <a:ext cx="283" cy="262"/>
                </a:xfrm>
                <a:prstGeom prst="ellipse">
                  <a:avLst/>
                </a:prstGeom>
                <a:solidFill>
                  <a:schemeClr val="accent1"/>
                </a:solidFill>
                <a:ln w="9525" algn="ctr">
                  <a:solidFill>
                    <a:schemeClr val="tx1"/>
                  </a:solidFill>
                  <a:round/>
                  <a:headEnd/>
                  <a:tailEnd/>
                </a:ln>
                <a:effectLst/>
                <a:extLs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 wrap="none" anchor="ctr"/>
                <a:lstStyle/>
                <a:p>
                  <a:endParaRPr lang="en-GB" b="0"/>
                </a:p>
              </p:txBody>
            </p:sp>
            <p:sp>
              <p:nvSpPr>
                <p:cNvPr id="191526" name="Text Box 38"/>
                <p:cNvSpPr txBox="1">
                  <a:spLocks noChangeArrowheads="1"/>
                </p:cNvSpPr>
                <p:nvPr/>
              </p:nvSpPr>
              <p:spPr bwMode="auto">
                <a:xfrm>
                  <a:off x="2745" y="2828"/>
                  <a:ext cx="222" cy="212"/>
                </a:xfrm>
                <a:prstGeom prst="rect">
                  <a:avLst/>
                </a:prstGeom>
                <a:noFill/>
                <a:ln>
                  <a:noFill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solidFill>
                        <a:schemeClr val="accent1"/>
                      </a:solidFill>
                    </a14:hiddenFill>
                  </a:ext>
                  <a:ext uri="{91240B29-F687-4F45-9708-019B960494DF}">
                    <a14:hiddenLine xmlns:a14="http://schemas.microsoft.com/office/drawing/2010/main" w="9525" algn="ctr">
                      <a:solidFill>
                        <a:schemeClr val="tx1"/>
                      </a:solidFill>
                      <a:miter lim="800000"/>
                      <a:headEnd/>
                      <a:tailEnd/>
                    </a14:hiddenLine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 wrap="none">
                  <a:spAutoFit/>
                </a:bodyPr>
                <a:lstStyle/>
                <a:p>
                  <a:r>
                    <a:rPr lang="en-GB" b="0"/>
                    <a:t>Si</a:t>
                  </a:r>
                  <a:endParaRPr lang="en-US" b="0"/>
                </a:p>
              </p:txBody>
            </p:sp>
          </p:grpSp>
          <p:grpSp>
            <p:nvGrpSpPr>
              <p:cNvPr id="191527" name="Group 39"/>
              <p:cNvGrpSpPr>
                <a:grpSpLocks/>
              </p:cNvGrpSpPr>
              <p:nvPr/>
            </p:nvGrpSpPr>
            <p:grpSpPr bwMode="auto">
              <a:xfrm>
                <a:off x="3441" y="2068"/>
                <a:ext cx="283" cy="262"/>
                <a:chOff x="2715" y="2798"/>
                <a:chExt cx="283" cy="262"/>
              </a:xfrm>
            </p:grpSpPr>
            <p:sp>
              <p:nvSpPr>
                <p:cNvPr id="191528" name="Oval 40"/>
                <p:cNvSpPr>
                  <a:spLocks noChangeArrowheads="1"/>
                </p:cNvSpPr>
                <p:nvPr/>
              </p:nvSpPr>
              <p:spPr bwMode="auto">
                <a:xfrm>
                  <a:off x="2715" y="2798"/>
                  <a:ext cx="283" cy="262"/>
                </a:xfrm>
                <a:prstGeom prst="ellipse">
                  <a:avLst/>
                </a:prstGeom>
                <a:solidFill>
                  <a:schemeClr val="accent1"/>
                </a:solidFill>
                <a:ln w="9525" algn="ctr">
                  <a:solidFill>
                    <a:schemeClr val="tx1"/>
                  </a:solidFill>
                  <a:round/>
                  <a:headEnd/>
                  <a:tailEnd/>
                </a:ln>
                <a:effectLst/>
                <a:extLs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 wrap="none" anchor="ctr"/>
                <a:lstStyle/>
                <a:p>
                  <a:endParaRPr lang="en-GB" b="0"/>
                </a:p>
              </p:txBody>
            </p:sp>
            <p:sp>
              <p:nvSpPr>
                <p:cNvPr id="191529" name="Text Box 41"/>
                <p:cNvSpPr txBox="1">
                  <a:spLocks noChangeArrowheads="1"/>
                </p:cNvSpPr>
                <p:nvPr/>
              </p:nvSpPr>
              <p:spPr bwMode="auto">
                <a:xfrm>
                  <a:off x="2745" y="2828"/>
                  <a:ext cx="222" cy="212"/>
                </a:xfrm>
                <a:prstGeom prst="rect">
                  <a:avLst/>
                </a:prstGeom>
                <a:noFill/>
                <a:ln>
                  <a:noFill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solidFill>
                        <a:schemeClr val="accent1"/>
                      </a:solidFill>
                    </a14:hiddenFill>
                  </a:ext>
                  <a:ext uri="{91240B29-F687-4F45-9708-019B960494DF}">
                    <a14:hiddenLine xmlns:a14="http://schemas.microsoft.com/office/drawing/2010/main" w="9525" algn="ctr">
                      <a:solidFill>
                        <a:schemeClr val="tx1"/>
                      </a:solidFill>
                      <a:miter lim="800000"/>
                      <a:headEnd/>
                      <a:tailEnd/>
                    </a14:hiddenLine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 wrap="none">
                  <a:spAutoFit/>
                </a:bodyPr>
                <a:lstStyle/>
                <a:p>
                  <a:r>
                    <a:rPr lang="en-GB" b="0"/>
                    <a:t>Si</a:t>
                  </a:r>
                  <a:endParaRPr lang="en-US" b="0"/>
                </a:p>
              </p:txBody>
            </p:sp>
          </p:grpSp>
          <p:grpSp>
            <p:nvGrpSpPr>
              <p:cNvPr id="191530" name="Group 42"/>
              <p:cNvGrpSpPr>
                <a:grpSpLocks/>
              </p:cNvGrpSpPr>
              <p:nvPr/>
            </p:nvGrpSpPr>
            <p:grpSpPr bwMode="auto">
              <a:xfrm>
                <a:off x="3918" y="1605"/>
                <a:ext cx="283" cy="262"/>
                <a:chOff x="2715" y="2798"/>
                <a:chExt cx="283" cy="262"/>
              </a:xfrm>
            </p:grpSpPr>
            <p:sp>
              <p:nvSpPr>
                <p:cNvPr id="191531" name="Oval 43"/>
                <p:cNvSpPr>
                  <a:spLocks noChangeArrowheads="1"/>
                </p:cNvSpPr>
                <p:nvPr/>
              </p:nvSpPr>
              <p:spPr bwMode="auto">
                <a:xfrm>
                  <a:off x="2715" y="2798"/>
                  <a:ext cx="283" cy="262"/>
                </a:xfrm>
                <a:prstGeom prst="ellipse">
                  <a:avLst/>
                </a:prstGeom>
                <a:solidFill>
                  <a:schemeClr val="accent1"/>
                </a:solidFill>
                <a:ln w="9525" algn="ctr">
                  <a:solidFill>
                    <a:schemeClr val="tx1"/>
                  </a:solidFill>
                  <a:round/>
                  <a:headEnd/>
                  <a:tailEnd/>
                </a:ln>
                <a:effectLst/>
                <a:extLs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 wrap="none" anchor="ctr"/>
                <a:lstStyle/>
                <a:p>
                  <a:endParaRPr lang="en-GB" b="0"/>
                </a:p>
              </p:txBody>
            </p:sp>
            <p:sp>
              <p:nvSpPr>
                <p:cNvPr id="191532" name="Text Box 44"/>
                <p:cNvSpPr txBox="1">
                  <a:spLocks noChangeArrowheads="1"/>
                </p:cNvSpPr>
                <p:nvPr/>
              </p:nvSpPr>
              <p:spPr bwMode="auto">
                <a:xfrm>
                  <a:off x="2745" y="2828"/>
                  <a:ext cx="222" cy="212"/>
                </a:xfrm>
                <a:prstGeom prst="rect">
                  <a:avLst/>
                </a:prstGeom>
                <a:noFill/>
                <a:ln>
                  <a:noFill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solidFill>
                        <a:schemeClr val="accent1"/>
                      </a:solidFill>
                    </a14:hiddenFill>
                  </a:ext>
                  <a:ext uri="{91240B29-F687-4F45-9708-019B960494DF}">
                    <a14:hiddenLine xmlns:a14="http://schemas.microsoft.com/office/drawing/2010/main" w="9525" algn="ctr">
                      <a:solidFill>
                        <a:schemeClr val="tx1"/>
                      </a:solidFill>
                      <a:miter lim="800000"/>
                      <a:headEnd/>
                      <a:tailEnd/>
                    </a14:hiddenLine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 wrap="none">
                  <a:spAutoFit/>
                </a:bodyPr>
                <a:lstStyle/>
                <a:p>
                  <a:r>
                    <a:rPr lang="en-GB" b="0"/>
                    <a:t>Si</a:t>
                  </a:r>
                  <a:endParaRPr lang="en-US" b="0"/>
                </a:p>
              </p:txBody>
            </p:sp>
          </p:grpSp>
          <p:grpSp>
            <p:nvGrpSpPr>
              <p:cNvPr id="191533" name="Group 45"/>
              <p:cNvGrpSpPr>
                <a:grpSpLocks/>
              </p:cNvGrpSpPr>
              <p:nvPr/>
            </p:nvGrpSpPr>
            <p:grpSpPr bwMode="auto">
              <a:xfrm>
                <a:off x="4386" y="2048"/>
                <a:ext cx="283" cy="262"/>
                <a:chOff x="2715" y="2798"/>
                <a:chExt cx="283" cy="262"/>
              </a:xfrm>
            </p:grpSpPr>
            <p:sp>
              <p:nvSpPr>
                <p:cNvPr id="191534" name="Oval 46"/>
                <p:cNvSpPr>
                  <a:spLocks noChangeArrowheads="1"/>
                </p:cNvSpPr>
                <p:nvPr/>
              </p:nvSpPr>
              <p:spPr bwMode="auto">
                <a:xfrm>
                  <a:off x="2715" y="2798"/>
                  <a:ext cx="283" cy="262"/>
                </a:xfrm>
                <a:prstGeom prst="ellipse">
                  <a:avLst/>
                </a:prstGeom>
                <a:solidFill>
                  <a:schemeClr val="accent1"/>
                </a:solidFill>
                <a:ln w="9525" algn="ctr">
                  <a:solidFill>
                    <a:schemeClr val="tx1"/>
                  </a:solidFill>
                  <a:round/>
                  <a:headEnd/>
                  <a:tailEnd/>
                </a:ln>
                <a:effectLst/>
                <a:extLs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 wrap="none" anchor="ctr"/>
                <a:lstStyle/>
                <a:p>
                  <a:endParaRPr lang="en-GB" b="0"/>
                </a:p>
              </p:txBody>
            </p:sp>
            <p:sp>
              <p:nvSpPr>
                <p:cNvPr id="191535" name="Text Box 47"/>
                <p:cNvSpPr txBox="1">
                  <a:spLocks noChangeArrowheads="1"/>
                </p:cNvSpPr>
                <p:nvPr/>
              </p:nvSpPr>
              <p:spPr bwMode="auto">
                <a:xfrm>
                  <a:off x="2745" y="2828"/>
                  <a:ext cx="222" cy="212"/>
                </a:xfrm>
                <a:prstGeom prst="rect">
                  <a:avLst/>
                </a:prstGeom>
                <a:noFill/>
                <a:ln>
                  <a:noFill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solidFill>
                        <a:schemeClr val="accent1"/>
                      </a:solidFill>
                    </a14:hiddenFill>
                  </a:ext>
                  <a:ext uri="{91240B29-F687-4F45-9708-019B960494DF}">
                    <a14:hiddenLine xmlns:a14="http://schemas.microsoft.com/office/drawing/2010/main" w="9525" algn="ctr">
                      <a:solidFill>
                        <a:schemeClr val="tx1"/>
                      </a:solidFill>
                      <a:miter lim="800000"/>
                      <a:headEnd/>
                      <a:tailEnd/>
                    </a14:hiddenLine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 wrap="none">
                  <a:spAutoFit/>
                </a:bodyPr>
                <a:lstStyle/>
                <a:p>
                  <a:r>
                    <a:rPr lang="en-GB" b="0"/>
                    <a:t>Si</a:t>
                  </a:r>
                  <a:endParaRPr lang="en-US" b="0"/>
                </a:p>
              </p:txBody>
            </p:sp>
          </p:grpSp>
        </p:grpSp>
        <p:sp>
          <p:nvSpPr>
            <p:cNvPr id="191536" name="Text Box 48"/>
            <p:cNvSpPr txBox="1">
              <a:spLocks noChangeArrowheads="1"/>
            </p:cNvSpPr>
            <p:nvPr/>
          </p:nvSpPr>
          <p:spPr bwMode="auto">
            <a:xfrm>
              <a:off x="3906" y="1454"/>
              <a:ext cx="897" cy="407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 algn="ctr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/>
            <a:p>
              <a:pPr algn="ctr"/>
              <a:r>
                <a:rPr lang="en-GB" sz="1200" b="0"/>
                <a:t>donor impurity introduces free electrons</a:t>
              </a:r>
              <a:endParaRPr lang="en-US" sz="1200" b="0"/>
            </a:p>
          </p:txBody>
        </p:sp>
        <p:sp>
          <p:nvSpPr>
            <p:cNvPr id="191537" name="Text Box 49"/>
            <p:cNvSpPr txBox="1">
              <a:spLocks noChangeArrowheads="1"/>
            </p:cNvSpPr>
            <p:nvPr/>
          </p:nvSpPr>
          <p:spPr bwMode="auto">
            <a:xfrm>
              <a:off x="2244" y="1423"/>
              <a:ext cx="897" cy="288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 algn="ctr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/>
            <a:p>
              <a:pPr algn="ctr"/>
              <a:r>
                <a:rPr lang="en-GB" sz="1200" b="0"/>
                <a:t>Antimony (Sb) impurity</a:t>
              </a:r>
              <a:endParaRPr lang="en-US" sz="1200" b="0"/>
            </a:p>
          </p:txBody>
        </p:sp>
      </p:grpSp>
      <p:grpSp>
        <p:nvGrpSpPr>
          <p:cNvPr id="191538" name="Group 50"/>
          <p:cNvGrpSpPr>
            <a:grpSpLocks/>
          </p:cNvGrpSpPr>
          <p:nvPr/>
        </p:nvGrpSpPr>
        <p:grpSpPr bwMode="auto">
          <a:xfrm>
            <a:off x="5640388" y="4012673"/>
            <a:ext cx="3503612" cy="2397125"/>
            <a:chOff x="3553" y="2506"/>
            <a:chExt cx="2207" cy="1510"/>
          </a:xfrm>
        </p:grpSpPr>
        <p:grpSp>
          <p:nvGrpSpPr>
            <p:cNvPr id="191539" name="Group 51"/>
            <p:cNvGrpSpPr>
              <a:grpSpLocks/>
            </p:cNvGrpSpPr>
            <p:nvPr/>
          </p:nvGrpSpPr>
          <p:grpSpPr bwMode="auto">
            <a:xfrm>
              <a:off x="3553" y="2506"/>
              <a:ext cx="1560" cy="1510"/>
              <a:chOff x="3553" y="2506"/>
              <a:chExt cx="1560" cy="1510"/>
            </a:xfrm>
          </p:grpSpPr>
          <p:sp>
            <p:nvSpPr>
              <p:cNvPr id="191540" name="AutoShape 52"/>
              <p:cNvSpPr>
                <a:spLocks noChangeArrowheads="1"/>
              </p:cNvSpPr>
              <p:nvPr/>
            </p:nvSpPr>
            <p:spPr bwMode="auto">
              <a:xfrm rot="2523240" flipH="1" flipV="1">
                <a:off x="4627" y="2534"/>
                <a:ext cx="229" cy="582"/>
              </a:xfrm>
              <a:prstGeom prst="upArrow">
                <a:avLst>
                  <a:gd name="adj1" fmla="val 42111"/>
                  <a:gd name="adj2" fmla="val 127804"/>
                </a:avLst>
              </a:prstGeom>
              <a:solidFill>
                <a:srgbClr val="99CCFF"/>
              </a:solidFill>
              <a:ln>
                <a:noFill/>
              </a:ln>
              <a:effectLst/>
              <a:extLst>
                <a:ext uri="{91240B29-F687-4F45-9708-019B960494DF}">
                  <a14:hiddenLine xmlns:a14="http://schemas.microsoft.com/office/drawing/2010/main" w="9525" algn="ctr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endParaRPr lang="en-GB" b="0"/>
              </a:p>
            </p:txBody>
          </p:sp>
          <p:sp>
            <p:nvSpPr>
              <p:cNvPr id="191541" name="Oval 53"/>
              <p:cNvSpPr>
                <a:spLocks noChangeArrowheads="1"/>
              </p:cNvSpPr>
              <p:nvPr/>
            </p:nvSpPr>
            <p:spPr bwMode="auto">
              <a:xfrm>
                <a:off x="4239" y="3147"/>
                <a:ext cx="259" cy="246"/>
              </a:xfrm>
              <a:prstGeom prst="ellipse">
                <a:avLst/>
              </a:prstGeom>
              <a:solidFill>
                <a:srgbClr val="FFCC66"/>
              </a:solidFill>
              <a:ln w="9525" algn="ctr">
                <a:solidFill>
                  <a:schemeClr val="tx1"/>
                </a:solidFill>
                <a:round/>
                <a:headEnd/>
                <a:tailEnd/>
              </a:ln>
              <a:effectLst/>
              <a:extLs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pPr algn="ctr"/>
                <a:endParaRPr lang="en-US" b="0"/>
              </a:p>
            </p:txBody>
          </p:sp>
          <p:sp>
            <p:nvSpPr>
              <p:cNvPr id="191542" name="Text Box 54"/>
              <p:cNvSpPr txBox="1">
                <a:spLocks noChangeArrowheads="1"/>
              </p:cNvSpPr>
              <p:nvPr/>
            </p:nvSpPr>
            <p:spPr bwMode="auto">
              <a:xfrm>
                <a:off x="4782" y="3797"/>
                <a:ext cx="116" cy="212"/>
              </a:xfrm>
              <a:prstGeom prst="rect">
                <a:avLst/>
              </a:prstGeom>
              <a:noFill/>
              <a:ln>
                <a:noFill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91240B29-F687-4F45-9708-019B960494DF}">
                  <a14:hiddenLine xmlns:a14="http://schemas.microsoft.com/office/drawing/2010/main" w="9525" algn="ctr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>
                <a:spAutoFit/>
              </a:bodyPr>
              <a:lstStyle/>
              <a:p>
                <a:endParaRPr lang="en-US" b="0"/>
              </a:p>
            </p:txBody>
          </p:sp>
          <p:sp>
            <p:nvSpPr>
              <p:cNvPr id="191543" name="Oval 55"/>
              <p:cNvSpPr>
                <a:spLocks noChangeArrowheads="1"/>
              </p:cNvSpPr>
              <p:nvPr/>
            </p:nvSpPr>
            <p:spPr bwMode="auto">
              <a:xfrm>
                <a:off x="4095" y="2989"/>
                <a:ext cx="544" cy="544"/>
              </a:xfrm>
              <a:prstGeom prst="ellipse">
                <a:avLst/>
              </a:prstGeom>
              <a:noFill/>
              <a:ln w="9525" algn="ctr">
                <a:solidFill>
                  <a:schemeClr val="tx1"/>
                </a:solidFill>
                <a:prstDash val="dash"/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endParaRPr lang="en-GB" b="0"/>
              </a:p>
            </p:txBody>
          </p:sp>
          <p:sp>
            <p:nvSpPr>
              <p:cNvPr id="191544" name="Text Box 56"/>
              <p:cNvSpPr txBox="1">
                <a:spLocks noChangeArrowheads="1"/>
              </p:cNvSpPr>
              <p:nvPr/>
            </p:nvSpPr>
            <p:spPr bwMode="auto">
              <a:xfrm>
                <a:off x="4281" y="3158"/>
                <a:ext cx="190" cy="212"/>
              </a:xfrm>
              <a:prstGeom prst="rect">
                <a:avLst/>
              </a:prstGeom>
              <a:noFill/>
              <a:ln>
                <a:noFill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91240B29-F687-4F45-9708-019B960494DF}">
                  <a14:hiddenLine xmlns:a14="http://schemas.microsoft.com/office/drawing/2010/main" w="9525" algn="ctr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>
                <a:spAutoFit/>
              </a:bodyPr>
              <a:lstStyle/>
              <a:p>
                <a:r>
                  <a:rPr lang="en-GB" b="0"/>
                  <a:t>B</a:t>
                </a:r>
                <a:endParaRPr lang="en-US" b="0"/>
              </a:p>
            </p:txBody>
          </p:sp>
          <p:sp>
            <p:nvSpPr>
              <p:cNvPr id="191545" name="Oval 57"/>
              <p:cNvSpPr>
                <a:spLocks noChangeArrowheads="1"/>
              </p:cNvSpPr>
              <p:nvPr/>
            </p:nvSpPr>
            <p:spPr bwMode="auto">
              <a:xfrm>
                <a:off x="4083" y="3108"/>
                <a:ext cx="83" cy="91"/>
              </a:xfrm>
              <a:prstGeom prst="ellipse">
                <a:avLst/>
              </a:prstGeom>
              <a:solidFill>
                <a:schemeClr val="accent2"/>
              </a:solidFill>
              <a:ln w="9525" algn="ctr">
                <a:solidFill>
                  <a:schemeClr val="tx1"/>
                </a:solidFill>
                <a:round/>
                <a:headEnd/>
                <a:tailEnd/>
              </a:ln>
              <a:effectLst/>
              <a:extLs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endParaRPr lang="en-GB" b="0"/>
              </a:p>
            </p:txBody>
          </p:sp>
          <p:sp>
            <p:nvSpPr>
              <p:cNvPr id="191546" name="Oval 58"/>
              <p:cNvSpPr>
                <a:spLocks noChangeArrowheads="1"/>
              </p:cNvSpPr>
              <p:nvPr/>
            </p:nvSpPr>
            <p:spPr bwMode="auto">
              <a:xfrm>
                <a:off x="4088" y="2542"/>
                <a:ext cx="544" cy="544"/>
              </a:xfrm>
              <a:prstGeom prst="ellipse">
                <a:avLst/>
              </a:prstGeom>
              <a:noFill/>
              <a:ln w="9525" algn="ctr">
                <a:solidFill>
                  <a:schemeClr val="tx1"/>
                </a:solidFill>
                <a:prstDash val="dash"/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endParaRPr lang="en-GB" b="0"/>
              </a:p>
            </p:txBody>
          </p:sp>
          <p:sp>
            <p:nvSpPr>
              <p:cNvPr id="191547" name="Oval 59"/>
              <p:cNvSpPr>
                <a:spLocks noChangeArrowheads="1"/>
              </p:cNvSpPr>
              <p:nvPr/>
            </p:nvSpPr>
            <p:spPr bwMode="auto">
              <a:xfrm>
                <a:off x="4541" y="2995"/>
                <a:ext cx="544" cy="544"/>
              </a:xfrm>
              <a:prstGeom prst="ellipse">
                <a:avLst/>
              </a:prstGeom>
              <a:noFill/>
              <a:ln w="9525" algn="ctr">
                <a:solidFill>
                  <a:schemeClr val="tx1"/>
                </a:solidFill>
                <a:prstDash val="dash"/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endParaRPr lang="en-GB" b="0"/>
              </a:p>
            </p:txBody>
          </p:sp>
          <p:sp>
            <p:nvSpPr>
              <p:cNvPr id="191548" name="Oval 60"/>
              <p:cNvSpPr>
                <a:spLocks noChangeArrowheads="1"/>
              </p:cNvSpPr>
              <p:nvPr/>
            </p:nvSpPr>
            <p:spPr bwMode="auto">
              <a:xfrm>
                <a:off x="4088" y="3448"/>
                <a:ext cx="544" cy="544"/>
              </a:xfrm>
              <a:prstGeom prst="ellipse">
                <a:avLst/>
              </a:prstGeom>
              <a:noFill/>
              <a:ln w="9525" algn="ctr">
                <a:solidFill>
                  <a:schemeClr val="tx1"/>
                </a:solidFill>
                <a:prstDash val="dash"/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endParaRPr lang="en-GB" b="0"/>
              </a:p>
            </p:txBody>
          </p:sp>
          <p:sp>
            <p:nvSpPr>
              <p:cNvPr id="191549" name="Oval 61"/>
              <p:cNvSpPr>
                <a:spLocks noChangeArrowheads="1"/>
              </p:cNvSpPr>
              <p:nvPr/>
            </p:nvSpPr>
            <p:spPr bwMode="auto">
              <a:xfrm>
                <a:off x="3619" y="3012"/>
                <a:ext cx="544" cy="544"/>
              </a:xfrm>
              <a:prstGeom prst="ellipse">
                <a:avLst/>
              </a:prstGeom>
              <a:noFill/>
              <a:ln w="9525" algn="ctr">
                <a:solidFill>
                  <a:schemeClr val="tx1"/>
                </a:solidFill>
                <a:prstDash val="dash"/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endParaRPr lang="en-GB" b="0"/>
              </a:p>
            </p:txBody>
          </p:sp>
          <p:sp>
            <p:nvSpPr>
              <p:cNvPr id="191550" name="Oval 62"/>
              <p:cNvSpPr>
                <a:spLocks noChangeArrowheads="1"/>
              </p:cNvSpPr>
              <p:nvPr/>
            </p:nvSpPr>
            <p:spPr bwMode="auto">
              <a:xfrm>
                <a:off x="3553" y="3232"/>
                <a:ext cx="83" cy="91"/>
              </a:xfrm>
              <a:prstGeom prst="ellipse">
                <a:avLst/>
              </a:prstGeom>
              <a:solidFill>
                <a:schemeClr val="accent2"/>
              </a:solidFill>
              <a:ln w="9525" algn="ctr">
                <a:solidFill>
                  <a:schemeClr val="tx1"/>
                </a:solidFill>
                <a:round/>
                <a:headEnd/>
                <a:tailEnd/>
              </a:ln>
              <a:effectLst/>
              <a:extLs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endParaRPr lang="en-GB" b="0"/>
              </a:p>
            </p:txBody>
          </p:sp>
          <p:sp>
            <p:nvSpPr>
              <p:cNvPr id="191551" name="Oval 63"/>
              <p:cNvSpPr>
                <a:spLocks noChangeArrowheads="1"/>
              </p:cNvSpPr>
              <p:nvPr/>
            </p:nvSpPr>
            <p:spPr bwMode="auto">
              <a:xfrm>
                <a:off x="4158" y="2996"/>
                <a:ext cx="83" cy="91"/>
              </a:xfrm>
              <a:prstGeom prst="ellipse">
                <a:avLst/>
              </a:prstGeom>
              <a:solidFill>
                <a:schemeClr val="accent2"/>
              </a:solidFill>
              <a:ln w="9525" algn="ctr">
                <a:solidFill>
                  <a:schemeClr val="tx1"/>
                </a:solidFill>
                <a:round/>
                <a:headEnd/>
                <a:tailEnd/>
              </a:ln>
              <a:effectLst/>
              <a:extLs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endParaRPr lang="en-GB" b="0"/>
              </a:p>
            </p:txBody>
          </p:sp>
          <p:sp>
            <p:nvSpPr>
              <p:cNvPr id="191552" name="Oval 64"/>
              <p:cNvSpPr>
                <a:spLocks noChangeArrowheads="1"/>
              </p:cNvSpPr>
              <p:nvPr/>
            </p:nvSpPr>
            <p:spPr bwMode="auto">
              <a:xfrm>
                <a:off x="4083" y="3359"/>
                <a:ext cx="83" cy="91"/>
              </a:xfrm>
              <a:prstGeom prst="ellipse">
                <a:avLst/>
              </a:prstGeom>
              <a:solidFill>
                <a:schemeClr val="accent2"/>
              </a:solidFill>
              <a:ln w="9525" algn="ctr">
                <a:solidFill>
                  <a:schemeClr val="tx1"/>
                </a:solidFill>
                <a:round/>
                <a:headEnd/>
                <a:tailEnd/>
              </a:ln>
              <a:effectLst/>
              <a:extLs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endParaRPr lang="en-GB" b="0"/>
              </a:p>
            </p:txBody>
          </p:sp>
          <p:sp>
            <p:nvSpPr>
              <p:cNvPr id="191553" name="Oval 65"/>
              <p:cNvSpPr>
                <a:spLocks noChangeArrowheads="1"/>
              </p:cNvSpPr>
              <p:nvPr/>
            </p:nvSpPr>
            <p:spPr bwMode="auto">
              <a:xfrm>
                <a:off x="4478" y="2992"/>
                <a:ext cx="83" cy="91"/>
              </a:xfrm>
              <a:prstGeom prst="ellipse">
                <a:avLst/>
              </a:prstGeom>
              <a:solidFill>
                <a:srgbClr val="FFFFCC"/>
              </a:solidFill>
              <a:ln w="28575" algn="ctr">
                <a:solidFill>
                  <a:schemeClr val="tx1"/>
                </a:solidFill>
                <a:round/>
                <a:headEnd/>
                <a:tailEnd/>
              </a:ln>
              <a:effectLst/>
              <a:extLs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endParaRPr lang="en-GB" b="0"/>
              </a:p>
            </p:txBody>
          </p:sp>
          <p:sp>
            <p:nvSpPr>
              <p:cNvPr id="191554" name="Oval 66"/>
              <p:cNvSpPr>
                <a:spLocks noChangeArrowheads="1"/>
              </p:cNvSpPr>
              <p:nvPr/>
            </p:nvSpPr>
            <p:spPr bwMode="auto">
              <a:xfrm>
                <a:off x="4547" y="3055"/>
                <a:ext cx="83" cy="91"/>
              </a:xfrm>
              <a:prstGeom prst="ellipse">
                <a:avLst/>
              </a:prstGeom>
              <a:solidFill>
                <a:schemeClr val="accent2"/>
              </a:solidFill>
              <a:ln w="9525" algn="ctr">
                <a:solidFill>
                  <a:schemeClr val="tx1"/>
                </a:solidFill>
                <a:round/>
                <a:headEnd/>
                <a:tailEnd/>
              </a:ln>
              <a:effectLst/>
              <a:extLs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endParaRPr lang="en-GB" b="0"/>
              </a:p>
            </p:txBody>
          </p:sp>
          <p:sp>
            <p:nvSpPr>
              <p:cNvPr id="191555" name="Oval 67"/>
              <p:cNvSpPr>
                <a:spLocks noChangeArrowheads="1"/>
              </p:cNvSpPr>
              <p:nvPr/>
            </p:nvSpPr>
            <p:spPr bwMode="auto">
              <a:xfrm>
                <a:off x="4163" y="3440"/>
                <a:ext cx="83" cy="91"/>
              </a:xfrm>
              <a:prstGeom prst="ellipse">
                <a:avLst/>
              </a:prstGeom>
              <a:solidFill>
                <a:schemeClr val="accent2"/>
              </a:solidFill>
              <a:ln w="9525" algn="ctr">
                <a:solidFill>
                  <a:schemeClr val="tx1"/>
                </a:solidFill>
                <a:round/>
                <a:headEnd/>
                <a:tailEnd/>
              </a:ln>
              <a:effectLst/>
              <a:extLs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endParaRPr lang="en-GB" b="0"/>
              </a:p>
            </p:txBody>
          </p:sp>
          <p:sp>
            <p:nvSpPr>
              <p:cNvPr id="191556" name="Oval 68"/>
              <p:cNvSpPr>
                <a:spLocks noChangeArrowheads="1"/>
              </p:cNvSpPr>
              <p:nvPr/>
            </p:nvSpPr>
            <p:spPr bwMode="auto">
              <a:xfrm>
                <a:off x="4542" y="3370"/>
                <a:ext cx="83" cy="91"/>
              </a:xfrm>
              <a:prstGeom prst="ellipse">
                <a:avLst/>
              </a:prstGeom>
              <a:solidFill>
                <a:schemeClr val="accent2"/>
              </a:solidFill>
              <a:ln w="9525" algn="ctr">
                <a:solidFill>
                  <a:schemeClr val="tx1"/>
                </a:solidFill>
                <a:round/>
                <a:headEnd/>
                <a:tailEnd/>
              </a:ln>
              <a:effectLst/>
              <a:extLs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endParaRPr lang="en-GB" b="0"/>
              </a:p>
            </p:txBody>
          </p:sp>
          <p:sp>
            <p:nvSpPr>
              <p:cNvPr id="191557" name="Oval 69"/>
              <p:cNvSpPr>
                <a:spLocks noChangeArrowheads="1"/>
              </p:cNvSpPr>
              <p:nvPr/>
            </p:nvSpPr>
            <p:spPr bwMode="auto">
              <a:xfrm>
                <a:off x="4456" y="3456"/>
                <a:ext cx="83" cy="91"/>
              </a:xfrm>
              <a:prstGeom prst="ellipse">
                <a:avLst/>
              </a:prstGeom>
              <a:solidFill>
                <a:schemeClr val="accent2"/>
              </a:solidFill>
              <a:ln w="9525" algn="ctr">
                <a:solidFill>
                  <a:schemeClr val="tx1"/>
                </a:solidFill>
                <a:round/>
                <a:headEnd/>
                <a:tailEnd/>
              </a:ln>
              <a:effectLst/>
              <a:extLs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endParaRPr lang="en-GB" b="0"/>
              </a:p>
            </p:txBody>
          </p:sp>
          <p:sp>
            <p:nvSpPr>
              <p:cNvPr id="191558" name="Oval 70"/>
              <p:cNvSpPr>
                <a:spLocks noChangeArrowheads="1"/>
              </p:cNvSpPr>
              <p:nvPr/>
            </p:nvSpPr>
            <p:spPr bwMode="auto">
              <a:xfrm>
                <a:off x="4037" y="2779"/>
                <a:ext cx="83" cy="91"/>
              </a:xfrm>
              <a:prstGeom prst="ellipse">
                <a:avLst/>
              </a:prstGeom>
              <a:solidFill>
                <a:schemeClr val="accent2"/>
              </a:solidFill>
              <a:ln w="9525" algn="ctr">
                <a:solidFill>
                  <a:schemeClr val="tx1"/>
                </a:solidFill>
                <a:round/>
                <a:headEnd/>
                <a:tailEnd/>
              </a:ln>
              <a:effectLst/>
              <a:extLs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endParaRPr lang="en-GB" b="0"/>
              </a:p>
            </p:txBody>
          </p:sp>
          <p:sp>
            <p:nvSpPr>
              <p:cNvPr id="191559" name="Oval 71"/>
              <p:cNvSpPr>
                <a:spLocks noChangeArrowheads="1"/>
              </p:cNvSpPr>
              <p:nvPr/>
            </p:nvSpPr>
            <p:spPr bwMode="auto">
              <a:xfrm>
                <a:off x="4589" y="2772"/>
                <a:ext cx="83" cy="91"/>
              </a:xfrm>
              <a:prstGeom prst="ellipse">
                <a:avLst/>
              </a:prstGeom>
              <a:solidFill>
                <a:schemeClr val="accent2"/>
              </a:solidFill>
              <a:ln w="9525" algn="ctr">
                <a:solidFill>
                  <a:schemeClr val="tx1"/>
                </a:solidFill>
                <a:round/>
                <a:headEnd/>
                <a:tailEnd/>
              </a:ln>
              <a:effectLst/>
              <a:extLs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endParaRPr lang="en-GB" b="0"/>
              </a:p>
            </p:txBody>
          </p:sp>
          <p:sp>
            <p:nvSpPr>
              <p:cNvPr id="191560" name="Oval 72"/>
              <p:cNvSpPr>
                <a:spLocks noChangeArrowheads="1"/>
              </p:cNvSpPr>
              <p:nvPr/>
            </p:nvSpPr>
            <p:spPr bwMode="auto">
              <a:xfrm>
                <a:off x="4304" y="2506"/>
                <a:ext cx="83" cy="91"/>
              </a:xfrm>
              <a:prstGeom prst="ellipse">
                <a:avLst/>
              </a:prstGeom>
              <a:solidFill>
                <a:schemeClr val="accent2"/>
              </a:solidFill>
              <a:ln w="9525" algn="ctr">
                <a:solidFill>
                  <a:schemeClr val="tx1"/>
                </a:solidFill>
                <a:round/>
                <a:headEnd/>
                <a:tailEnd/>
              </a:ln>
              <a:effectLst/>
              <a:extLs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endParaRPr lang="en-GB" b="0"/>
              </a:p>
            </p:txBody>
          </p:sp>
          <p:sp>
            <p:nvSpPr>
              <p:cNvPr id="191561" name="Oval 73"/>
              <p:cNvSpPr>
                <a:spLocks noChangeArrowheads="1"/>
              </p:cNvSpPr>
              <p:nvPr/>
            </p:nvSpPr>
            <p:spPr bwMode="auto">
              <a:xfrm>
                <a:off x="3837" y="2969"/>
                <a:ext cx="83" cy="91"/>
              </a:xfrm>
              <a:prstGeom prst="ellipse">
                <a:avLst/>
              </a:prstGeom>
              <a:solidFill>
                <a:schemeClr val="accent2"/>
              </a:solidFill>
              <a:ln w="9525" algn="ctr">
                <a:solidFill>
                  <a:schemeClr val="tx1"/>
                </a:solidFill>
                <a:round/>
                <a:headEnd/>
                <a:tailEnd/>
              </a:ln>
              <a:effectLst/>
              <a:extLs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endParaRPr lang="en-GB" b="0"/>
              </a:p>
            </p:txBody>
          </p:sp>
          <p:sp>
            <p:nvSpPr>
              <p:cNvPr id="191562" name="Oval 74"/>
              <p:cNvSpPr>
                <a:spLocks noChangeArrowheads="1"/>
              </p:cNvSpPr>
              <p:nvPr/>
            </p:nvSpPr>
            <p:spPr bwMode="auto">
              <a:xfrm>
                <a:off x="3851" y="3515"/>
                <a:ext cx="83" cy="91"/>
              </a:xfrm>
              <a:prstGeom prst="ellipse">
                <a:avLst/>
              </a:prstGeom>
              <a:solidFill>
                <a:schemeClr val="accent2"/>
              </a:solidFill>
              <a:ln w="9525" algn="ctr">
                <a:solidFill>
                  <a:schemeClr val="tx1"/>
                </a:solidFill>
                <a:round/>
                <a:headEnd/>
                <a:tailEnd/>
              </a:ln>
              <a:effectLst/>
              <a:extLs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endParaRPr lang="en-GB" b="0"/>
              </a:p>
            </p:txBody>
          </p:sp>
          <p:sp>
            <p:nvSpPr>
              <p:cNvPr id="191563" name="Oval 75"/>
              <p:cNvSpPr>
                <a:spLocks noChangeArrowheads="1"/>
              </p:cNvSpPr>
              <p:nvPr/>
            </p:nvSpPr>
            <p:spPr bwMode="auto">
              <a:xfrm>
                <a:off x="4757" y="2954"/>
                <a:ext cx="83" cy="91"/>
              </a:xfrm>
              <a:prstGeom prst="ellipse">
                <a:avLst/>
              </a:prstGeom>
              <a:solidFill>
                <a:schemeClr val="accent2"/>
              </a:solidFill>
              <a:ln w="9525" algn="ctr">
                <a:solidFill>
                  <a:schemeClr val="tx1"/>
                </a:solidFill>
                <a:round/>
                <a:headEnd/>
                <a:tailEnd/>
              </a:ln>
              <a:effectLst/>
              <a:extLs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endParaRPr lang="en-GB" b="0"/>
              </a:p>
            </p:txBody>
          </p:sp>
          <p:sp>
            <p:nvSpPr>
              <p:cNvPr id="191564" name="Oval 76"/>
              <p:cNvSpPr>
                <a:spLocks noChangeArrowheads="1"/>
              </p:cNvSpPr>
              <p:nvPr/>
            </p:nvSpPr>
            <p:spPr bwMode="auto">
              <a:xfrm>
                <a:off x="4572" y="3755"/>
                <a:ext cx="83" cy="91"/>
              </a:xfrm>
              <a:prstGeom prst="ellipse">
                <a:avLst/>
              </a:prstGeom>
              <a:solidFill>
                <a:schemeClr val="accent2"/>
              </a:solidFill>
              <a:ln w="9525" algn="ctr">
                <a:solidFill>
                  <a:schemeClr val="tx1"/>
                </a:solidFill>
                <a:round/>
                <a:headEnd/>
                <a:tailEnd/>
              </a:ln>
              <a:effectLst/>
              <a:extLs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endParaRPr lang="en-GB" b="0"/>
              </a:p>
            </p:txBody>
          </p:sp>
          <p:sp>
            <p:nvSpPr>
              <p:cNvPr id="191565" name="Oval 77"/>
              <p:cNvSpPr>
                <a:spLocks noChangeArrowheads="1"/>
              </p:cNvSpPr>
              <p:nvPr/>
            </p:nvSpPr>
            <p:spPr bwMode="auto">
              <a:xfrm>
                <a:off x="4057" y="3740"/>
                <a:ext cx="83" cy="91"/>
              </a:xfrm>
              <a:prstGeom prst="ellipse">
                <a:avLst/>
              </a:prstGeom>
              <a:solidFill>
                <a:schemeClr val="accent2"/>
              </a:solidFill>
              <a:ln w="9525" algn="ctr">
                <a:solidFill>
                  <a:schemeClr val="tx1"/>
                </a:solidFill>
                <a:round/>
                <a:headEnd/>
                <a:tailEnd/>
              </a:ln>
              <a:effectLst/>
              <a:extLs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endParaRPr lang="en-GB" b="0"/>
              </a:p>
            </p:txBody>
          </p:sp>
          <p:sp>
            <p:nvSpPr>
              <p:cNvPr id="191566" name="Oval 78"/>
              <p:cNvSpPr>
                <a:spLocks noChangeArrowheads="1"/>
              </p:cNvSpPr>
              <p:nvPr/>
            </p:nvSpPr>
            <p:spPr bwMode="auto">
              <a:xfrm>
                <a:off x="5030" y="3220"/>
                <a:ext cx="83" cy="91"/>
              </a:xfrm>
              <a:prstGeom prst="ellipse">
                <a:avLst/>
              </a:prstGeom>
              <a:solidFill>
                <a:schemeClr val="accent2"/>
              </a:solidFill>
              <a:ln w="9525" algn="ctr">
                <a:solidFill>
                  <a:schemeClr val="tx1"/>
                </a:solidFill>
                <a:round/>
                <a:headEnd/>
                <a:tailEnd/>
              </a:ln>
              <a:effectLst/>
              <a:extLs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endParaRPr lang="en-GB" b="0"/>
              </a:p>
            </p:txBody>
          </p:sp>
          <p:sp>
            <p:nvSpPr>
              <p:cNvPr id="191567" name="Oval 79"/>
              <p:cNvSpPr>
                <a:spLocks noChangeArrowheads="1"/>
              </p:cNvSpPr>
              <p:nvPr/>
            </p:nvSpPr>
            <p:spPr bwMode="auto">
              <a:xfrm>
                <a:off x="4942" y="2512"/>
                <a:ext cx="83" cy="91"/>
              </a:xfrm>
              <a:prstGeom prst="ellipse">
                <a:avLst/>
              </a:prstGeom>
              <a:solidFill>
                <a:schemeClr val="accent2"/>
              </a:solidFill>
              <a:ln w="9525" algn="ctr">
                <a:solidFill>
                  <a:schemeClr val="tx1"/>
                </a:solidFill>
                <a:round/>
                <a:headEnd/>
                <a:tailEnd/>
              </a:ln>
              <a:effectLst/>
              <a:extLs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endParaRPr lang="en-GB" b="0"/>
              </a:p>
            </p:txBody>
          </p:sp>
          <p:sp>
            <p:nvSpPr>
              <p:cNvPr id="191568" name="Oval 80"/>
              <p:cNvSpPr>
                <a:spLocks noChangeArrowheads="1"/>
              </p:cNvSpPr>
              <p:nvPr/>
            </p:nvSpPr>
            <p:spPr bwMode="auto">
              <a:xfrm>
                <a:off x="4336" y="3925"/>
                <a:ext cx="83" cy="91"/>
              </a:xfrm>
              <a:prstGeom prst="ellipse">
                <a:avLst/>
              </a:prstGeom>
              <a:solidFill>
                <a:schemeClr val="accent2"/>
              </a:solidFill>
              <a:ln w="9525" algn="ctr">
                <a:solidFill>
                  <a:schemeClr val="tx1"/>
                </a:solidFill>
                <a:round/>
                <a:headEnd/>
                <a:tailEnd/>
              </a:ln>
              <a:effectLst/>
              <a:extLs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endParaRPr lang="en-GB" b="0"/>
              </a:p>
            </p:txBody>
          </p:sp>
          <p:grpSp>
            <p:nvGrpSpPr>
              <p:cNvPr id="191569" name="Group 81"/>
              <p:cNvGrpSpPr>
                <a:grpSpLocks/>
              </p:cNvGrpSpPr>
              <p:nvPr/>
            </p:nvGrpSpPr>
            <p:grpSpPr bwMode="auto">
              <a:xfrm>
                <a:off x="4221" y="3580"/>
                <a:ext cx="283" cy="262"/>
                <a:chOff x="2715" y="2798"/>
                <a:chExt cx="283" cy="262"/>
              </a:xfrm>
            </p:grpSpPr>
            <p:sp>
              <p:nvSpPr>
                <p:cNvPr id="191570" name="Oval 82"/>
                <p:cNvSpPr>
                  <a:spLocks noChangeArrowheads="1"/>
                </p:cNvSpPr>
                <p:nvPr/>
              </p:nvSpPr>
              <p:spPr bwMode="auto">
                <a:xfrm>
                  <a:off x="2715" y="2798"/>
                  <a:ext cx="283" cy="262"/>
                </a:xfrm>
                <a:prstGeom prst="ellipse">
                  <a:avLst/>
                </a:prstGeom>
                <a:solidFill>
                  <a:schemeClr val="accent1"/>
                </a:solidFill>
                <a:ln w="9525" algn="ctr">
                  <a:solidFill>
                    <a:schemeClr val="tx1"/>
                  </a:solidFill>
                  <a:round/>
                  <a:headEnd/>
                  <a:tailEnd/>
                </a:ln>
                <a:effectLst/>
                <a:extLs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 wrap="none" anchor="ctr"/>
                <a:lstStyle/>
                <a:p>
                  <a:endParaRPr lang="en-GB" b="0"/>
                </a:p>
              </p:txBody>
            </p:sp>
            <p:sp>
              <p:nvSpPr>
                <p:cNvPr id="191571" name="Text Box 83"/>
                <p:cNvSpPr txBox="1">
                  <a:spLocks noChangeArrowheads="1"/>
                </p:cNvSpPr>
                <p:nvPr/>
              </p:nvSpPr>
              <p:spPr bwMode="auto">
                <a:xfrm>
                  <a:off x="2745" y="2828"/>
                  <a:ext cx="222" cy="212"/>
                </a:xfrm>
                <a:prstGeom prst="rect">
                  <a:avLst/>
                </a:prstGeom>
                <a:noFill/>
                <a:ln>
                  <a:noFill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solidFill>
                        <a:schemeClr val="accent1"/>
                      </a:solidFill>
                    </a14:hiddenFill>
                  </a:ext>
                  <a:ext uri="{91240B29-F687-4F45-9708-019B960494DF}">
                    <a14:hiddenLine xmlns:a14="http://schemas.microsoft.com/office/drawing/2010/main" w="9525" algn="ctr">
                      <a:solidFill>
                        <a:schemeClr val="tx1"/>
                      </a:solidFill>
                      <a:miter lim="800000"/>
                      <a:headEnd/>
                      <a:tailEnd/>
                    </a14:hiddenLine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 wrap="none">
                  <a:spAutoFit/>
                </a:bodyPr>
                <a:lstStyle/>
                <a:p>
                  <a:r>
                    <a:rPr lang="en-GB" b="0"/>
                    <a:t>Si</a:t>
                  </a:r>
                  <a:endParaRPr lang="en-US" b="0"/>
                </a:p>
              </p:txBody>
            </p:sp>
          </p:grpSp>
          <p:grpSp>
            <p:nvGrpSpPr>
              <p:cNvPr id="191572" name="Group 84"/>
              <p:cNvGrpSpPr>
                <a:grpSpLocks/>
              </p:cNvGrpSpPr>
              <p:nvPr/>
            </p:nvGrpSpPr>
            <p:grpSpPr bwMode="auto">
              <a:xfrm>
                <a:off x="3749" y="3143"/>
                <a:ext cx="283" cy="262"/>
                <a:chOff x="2715" y="2798"/>
                <a:chExt cx="283" cy="262"/>
              </a:xfrm>
            </p:grpSpPr>
            <p:sp>
              <p:nvSpPr>
                <p:cNvPr id="191573" name="Oval 85"/>
                <p:cNvSpPr>
                  <a:spLocks noChangeArrowheads="1"/>
                </p:cNvSpPr>
                <p:nvPr/>
              </p:nvSpPr>
              <p:spPr bwMode="auto">
                <a:xfrm>
                  <a:off x="2715" y="2798"/>
                  <a:ext cx="283" cy="262"/>
                </a:xfrm>
                <a:prstGeom prst="ellipse">
                  <a:avLst/>
                </a:prstGeom>
                <a:solidFill>
                  <a:schemeClr val="accent1"/>
                </a:solidFill>
                <a:ln w="9525" algn="ctr">
                  <a:solidFill>
                    <a:schemeClr val="tx1"/>
                  </a:solidFill>
                  <a:round/>
                  <a:headEnd/>
                  <a:tailEnd/>
                </a:ln>
                <a:effectLst/>
                <a:extLs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 wrap="none" anchor="ctr"/>
                <a:lstStyle/>
                <a:p>
                  <a:endParaRPr lang="en-GB" b="0"/>
                </a:p>
              </p:txBody>
            </p:sp>
            <p:sp>
              <p:nvSpPr>
                <p:cNvPr id="191574" name="Text Box 86"/>
                <p:cNvSpPr txBox="1">
                  <a:spLocks noChangeArrowheads="1"/>
                </p:cNvSpPr>
                <p:nvPr/>
              </p:nvSpPr>
              <p:spPr bwMode="auto">
                <a:xfrm>
                  <a:off x="2745" y="2828"/>
                  <a:ext cx="222" cy="212"/>
                </a:xfrm>
                <a:prstGeom prst="rect">
                  <a:avLst/>
                </a:prstGeom>
                <a:noFill/>
                <a:ln>
                  <a:noFill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solidFill>
                        <a:schemeClr val="accent1"/>
                      </a:solidFill>
                    </a14:hiddenFill>
                  </a:ext>
                  <a:ext uri="{91240B29-F687-4F45-9708-019B960494DF}">
                    <a14:hiddenLine xmlns:a14="http://schemas.microsoft.com/office/drawing/2010/main" w="9525" algn="ctr">
                      <a:solidFill>
                        <a:schemeClr val="tx1"/>
                      </a:solidFill>
                      <a:miter lim="800000"/>
                      <a:headEnd/>
                      <a:tailEnd/>
                    </a14:hiddenLine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 wrap="none">
                  <a:spAutoFit/>
                </a:bodyPr>
                <a:lstStyle/>
                <a:p>
                  <a:r>
                    <a:rPr lang="en-GB" b="0"/>
                    <a:t>Si</a:t>
                  </a:r>
                  <a:endParaRPr lang="en-US" b="0"/>
                </a:p>
              </p:txBody>
            </p:sp>
          </p:grpSp>
          <p:grpSp>
            <p:nvGrpSpPr>
              <p:cNvPr id="191575" name="Group 87"/>
              <p:cNvGrpSpPr>
                <a:grpSpLocks/>
              </p:cNvGrpSpPr>
              <p:nvPr/>
            </p:nvGrpSpPr>
            <p:grpSpPr bwMode="auto">
              <a:xfrm>
                <a:off x="4226" y="2680"/>
                <a:ext cx="283" cy="262"/>
                <a:chOff x="2715" y="2798"/>
                <a:chExt cx="283" cy="262"/>
              </a:xfrm>
            </p:grpSpPr>
            <p:sp>
              <p:nvSpPr>
                <p:cNvPr id="191576" name="Oval 88"/>
                <p:cNvSpPr>
                  <a:spLocks noChangeArrowheads="1"/>
                </p:cNvSpPr>
                <p:nvPr/>
              </p:nvSpPr>
              <p:spPr bwMode="auto">
                <a:xfrm>
                  <a:off x="2715" y="2798"/>
                  <a:ext cx="283" cy="262"/>
                </a:xfrm>
                <a:prstGeom prst="ellipse">
                  <a:avLst/>
                </a:prstGeom>
                <a:solidFill>
                  <a:schemeClr val="accent1"/>
                </a:solidFill>
                <a:ln w="9525" algn="ctr">
                  <a:solidFill>
                    <a:schemeClr val="tx1"/>
                  </a:solidFill>
                  <a:round/>
                  <a:headEnd/>
                  <a:tailEnd/>
                </a:ln>
                <a:effectLst/>
                <a:extLs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 wrap="none" anchor="ctr"/>
                <a:lstStyle/>
                <a:p>
                  <a:endParaRPr lang="en-GB" b="0"/>
                </a:p>
              </p:txBody>
            </p:sp>
            <p:sp>
              <p:nvSpPr>
                <p:cNvPr id="191577" name="Text Box 89"/>
                <p:cNvSpPr txBox="1">
                  <a:spLocks noChangeArrowheads="1"/>
                </p:cNvSpPr>
                <p:nvPr/>
              </p:nvSpPr>
              <p:spPr bwMode="auto">
                <a:xfrm>
                  <a:off x="2745" y="2828"/>
                  <a:ext cx="222" cy="212"/>
                </a:xfrm>
                <a:prstGeom prst="rect">
                  <a:avLst/>
                </a:prstGeom>
                <a:noFill/>
                <a:ln>
                  <a:noFill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solidFill>
                        <a:schemeClr val="accent1"/>
                      </a:solidFill>
                    </a14:hiddenFill>
                  </a:ext>
                  <a:ext uri="{91240B29-F687-4F45-9708-019B960494DF}">
                    <a14:hiddenLine xmlns:a14="http://schemas.microsoft.com/office/drawing/2010/main" w="9525" algn="ctr">
                      <a:solidFill>
                        <a:schemeClr val="tx1"/>
                      </a:solidFill>
                      <a:miter lim="800000"/>
                      <a:headEnd/>
                      <a:tailEnd/>
                    </a14:hiddenLine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 wrap="none">
                  <a:spAutoFit/>
                </a:bodyPr>
                <a:lstStyle/>
                <a:p>
                  <a:r>
                    <a:rPr lang="en-GB" b="0"/>
                    <a:t>Si</a:t>
                  </a:r>
                  <a:endParaRPr lang="en-US" b="0"/>
                </a:p>
              </p:txBody>
            </p:sp>
          </p:grpSp>
          <p:grpSp>
            <p:nvGrpSpPr>
              <p:cNvPr id="191578" name="Group 90"/>
              <p:cNvGrpSpPr>
                <a:grpSpLocks/>
              </p:cNvGrpSpPr>
              <p:nvPr/>
            </p:nvGrpSpPr>
            <p:grpSpPr bwMode="auto">
              <a:xfrm>
                <a:off x="4694" y="3123"/>
                <a:ext cx="283" cy="262"/>
                <a:chOff x="2715" y="2798"/>
                <a:chExt cx="283" cy="262"/>
              </a:xfrm>
            </p:grpSpPr>
            <p:sp>
              <p:nvSpPr>
                <p:cNvPr id="191579" name="Oval 91"/>
                <p:cNvSpPr>
                  <a:spLocks noChangeArrowheads="1"/>
                </p:cNvSpPr>
                <p:nvPr/>
              </p:nvSpPr>
              <p:spPr bwMode="auto">
                <a:xfrm>
                  <a:off x="2715" y="2798"/>
                  <a:ext cx="283" cy="262"/>
                </a:xfrm>
                <a:prstGeom prst="ellipse">
                  <a:avLst/>
                </a:prstGeom>
                <a:solidFill>
                  <a:schemeClr val="accent1"/>
                </a:solidFill>
                <a:ln w="9525" algn="ctr">
                  <a:solidFill>
                    <a:schemeClr val="tx1"/>
                  </a:solidFill>
                  <a:round/>
                  <a:headEnd/>
                  <a:tailEnd/>
                </a:ln>
                <a:effectLst/>
                <a:extLs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 wrap="none" anchor="ctr"/>
                <a:lstStyle/>
                <a:p>
                  <a:endParaRPr lang="en-GB" b="0"/>
                </a:p>
              </p:txBody>
            </p:sp>
            <p:sp>
              <p:nvSpPr>
                <p:cNvPr id="191580" name="Text Box 92"/>
                <p:cNvSpPr txBox="1">
                  <a:spLocks noChangeArrowheads="1"/>
                </p:cNvSpPr>
                <p:nvPr/>
              </p:nvSpPr>
              <p:spPr bwMode="auto">
                <a:xfrm>
                  <a:off x="2745" y="2828"/>
                  <a:ext cx="222" cy="212"/>
                </a:xfrm>
                <a:prstGeom prst="rect">
                  <a:avLst/>
                </a:prstGeom>
                <a:noFill/>
                <a:ln>
                  <a:noFill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solidFill>
                        <a:schemeClr val="accent1"/>
                      </a:solidFill>
                    </a14:hiddenFill>
                  </a:ext>
                  <a:ext uri="{91240B29-F687-4F45-9708-019B960494DF}">
                    <a14:hiddenLine xmlns:a14="http://schemas.microsoft.com/office/drawing/2010/main" w="9525" algn="ctr">
                      <a:solidFill>
                        <a:schemeClr val="tx1"/>
                      </a:solidFill>
                      <a:miter lim="800000"/>
                      <a:headEnd/>
                      <a:tailEnd/>
                    </a14:hiddenLine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 wrap="none">
                  <a:spAutoFit/>
                </a:bodyPr>
                <a:lstStyle/>
                <a:p>
                  <a:r>
                    <a:rPr lang="en-GB" b="0"/>
                    <a:t>Si</a:t>
                  </a:r>
                  <a:endParaRPr lang="en-US" b="0"/>
                </a:p>
              </p:txBody>
            </p:sp>
          </p:grpSp>
        </p:grpSp>
        <p:sp>
          <p:nvSpPr>
            <p:cNvPr id="191581" name="Text Box 93"/>
            <p:cNvSpPr txBox="1">
              <a:spLocks noChangeArrowheads="1"/>
            </p:cNvSpPr>
            <p:nvPr/>
          </p:nvSpPr>
          <p:spPr bwMode="auto">
            <a:xfrm>
              <a:off x="4863" y="2663"/>
              <a:ext cx="897" cy="288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 algn="ctr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/>
            <a:p>
              <a:pPr algn="ctr"/>
              <a:r>
                <a:rPr lang="en-GB" sz="1200" b="0"/>
                <a:t>donor impurity creates a hole</a:t>
              </a:r>
              <a:endParaRPr lang="en-US" sz="1200" b="0"/>
            </a:p>
          </p:txBody>
        </p:sp>
        <p:sp>
          <p:nvSpPr>
            <p:cNvPr id="191582" name="Text Box 94"/>
            <p:cNvSpPr txBox="1">
              <a:spLocks noChangeArrowheads="1"/>
            </p:cNvSpPr>
            <p:nvPr/>
          </p:nvSpPr>
          <p:spPr bwMode="auto">
            <a:xfrm>
              <a:off x="4821" y="3649"/>
              <a:ext cx="897" cy="288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 algn="ctr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/>
            <a:p>
              <a:pPr algn="ctr"/>
              <a:r>
                <a:rPr lang="en-GB" sz="1200" b="0"/>
                <a:t>Boron (B) impurity</a:t>
              </a:r>
              <a:endParaRPr lang="en-US" sz="1200" b="0"/>
            </a:p>
          </p:txBody>
        </p:sp>
      </p:grpSp>
      <p:sp>
        <p:nvSpPr>
          <p:cNvPr id="191583" name="Text Box 95"/>
          <p:cNvSpPr txBox="1">
            <a:spLocks noChangeArrowheads="1"/>
          </p:cNvSpPr>
          <p:nvPr/>
        </p:nvSpPr>
        <p:spPr bwMode="auto">
          <a:xfrm>
            <a:off x="987425" y="4293827"/>
            <a:ext cx="3962400" cy="18034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 algn="ctr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 marL="174625" indent="-174625">
              <a:defRPr sz="2400">
                <a:solidFill>
                  <a:schemeClr val="tx1"/>
                </a:solidFill>
                <a:latin typeface="Lucida Sans Unicode" pitchFamily="34" charset="0"/>
              </a:defRPr>
            </a:lvl1pPr>
            <a:lvl2pPr marL="534988" indent="-174625">
              <a:defRPr sz="2400">
                <a:solidFill>
                  <a:schemeClr val="tx1"/>
                </a:solidFill>
                <a:latin typeface="Lucida Sans Unicode" pitchFamily="34" charset="0"/>
              </a:defRPr>
            </a:lvl2pPr>
            <a:lvl3pPr>
              <a:defRPr sz="2400">
                <a:solidFill>
                  <a:schemeClr val="tx1"/>
                </a:solidFill>
                <a:latin typeface="Lucida Sans Unicode" pitchFamily="34" charset="0"/>
              </a:defRPr>
            </a:lvl3pPr>
            <a:lvl4pPr>
              <a:defRPr sz="2400">
                <a:solidFill>
                  <a:schemeClr val="tx1"/>
                </a:solidFill>
                <a:latin typeface="Lucida Sans Unicode" pitchFamily="34" charset="0"/>
              </a:defRPr>
            </a:lvl4pPr>
            <a:lvl5pPr>
              <a:defRPr sz="2400">
                <a:solidFill>
                  <a:schemeClr val="tx1"/>
                </a:solidFill>
                <a:latin typeface="Lucida Sans Unicode" pitchFamily="34" charset="0"/>
              </a:defRPr>
            </a:lvl5pPr>
            <a:lvl6pPr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Lucida Sans Unicode" pitchFamily="34" charset="0"/>
              </a:defRPr>
            </a:lvl6pPr>
            <a:lvl7pPr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Lucida Sans Unicode" pitchFamily="34" charset="0"/>
              </a:defRPr>
            </a:lvl7pPr>
            <a:lvl8pPr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Lucida Sans Unicode" pitchFamily="34" charset="0"/>
              </a:defRPr>
            </a:lvl8pPr>
            <a:lvl9pPr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Lucida Sans Unicode" pitchFamily="34" charset="0"/>
              </a:defRPr>
            </a:lvl9pPr>
          </a:lstStyle>
          <a:p>
            <a:r>
              <a:rPr lang="en-GB" sz="1600" b="1" u="sng" dirty="0">
                <a:solidFill>
                  <a:srgbClr val="FF0000"/>
                </a:solidFill>
              </a:rPr>
              <a:t>for p-type</a:t>
            </a:r>
          </a:p>
          <a:p>
            <a:pPr>
              <a:buFontTx/>
              <a:buChar char="•"/>
            </a:pPr>
            <a:r>
              <a:rPr lang="en-GB" sz="1600" b="0" dirty="0"/>
              <a:t>“Acceptor” impurities </a:t>
            </a:r>
          </a:p>
          <a:p>
            <a:pPr lvl="1">
              <a:buFontTx/>
              <a:buChar char="•"/>
            </a:pPr>
            <a:r>
              <a:rPr lang="en-GB" sz="1600" b="0" dirty="0"/>
              <a:t>Boron</a:t>
            </a:r>
          </a:p>
          <a:p>
            <a:pPr lvl="1">
              <a:buFontTx/>
              <a:buChar char="•"/>
            </a:pPr>
            <a:r>
              <a:rPr lang="en-GB" sz="1600" b="0" dirty="0"/>
              <a:t>Aluminium</a:t>
            </a:r>
          </a:p>
          <a:p>
            <a:pPr lvl="1">
              <a:buFontTx/>
              <a:buChar char="•"/>
            </a:pPr>
            <a:r>
              <a:rPr lang="en-GB" sz="1600" b="0" dirty="0"/>
              <a:t>Gallium</a:t>
            </a:r>
          </a:p>
          <a:p>
            <a:pPr>
              <a:buFontTx/>
              <a:buChar char="•"/>
            </a:pPr>
            <a:r>
              <a:rPr lang="en-GB" sz="1600" b="0" dirty="0"/>
              <a:t>introduces “holes” – room for free electrons</a:t>
            </a:r>
            <a:endParaRPr lang="en-US" sz="1600" b="0" dirty="0"/>
          </a:p>
        </p:txBody>
      </p:sp>
    </p:spTree>
    <p:extLst>
      <p:ext uri="{BB962C8B-B14F-4D97-AF65-F5344CB8AC3E}">
        <p14:creationId xmlns:p14="http://schemas.microsoft.com/office/powerpoint/2010/main" val="2568855038"/>
      </p:ext>
    </p:extLst>
  </p:cSld>
  <p:clrMapOvr>
    <a:masterClrMapping/>
  </p:clrMapOvr>
</p:sld>
</file>

<file path=ppt/slides/slide5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2514" name="Text Box 2"/>
          <p:cNvSpPr txBox="1">
            <a:spLocks noChangeArrowheads="1"/>
          </p:cNvSpPr>
          <p:nvPr/>
        </p:nvSpPr>
        <p:spPr bwMode="auto">
          <a:xfrm>
            <a:off x="430213" y="365125"/>
            <a:ext cx="231140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 algn="ctr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/>
          <a:p>
            <a:r>
              <a:rPr lang="en-GB" sz="2400" b="1" dirty="0"/>
              <a:t>P-N Junctions </a:t>
            </a:r>
          </a:p>
        </p:txBody>
      </p:sp>
      <p:sp>
        <p:nvSpPr>
          <p:cNvPr id="192526" name="Text Box 14"/>
          <p:cNvSpPr txBox="1">
            <a:spLocks noChangeArrowheads="1"/>
          </p:cNvSpPr>
          <p:nvPr/>
        </p:nvSpPr>
        <p:spPr bwMode="auto">
          <a:xfrm>
            <a:off x="6425537" y="1348192"/>
            <a:ext cx="184150" cy="33655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 algn="ctr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/>
          <a:p>
            <a:endParaRPr lang="en-US"/>
          </a:p>
        </p:txBody>
      </p:sp>
      <p:grpSp>
        <p:nvGrpSpPr>
          <p:cNvPr id="4" name="Group 15"/>
          <p:cNvGrpSpPr>
            <a:grpSpLocks/>
          </p:cNvGrpSpPr>
          <p:nvPr/>
        </p:nvGrpSpPr>
        <p:grpSpPr bwMode="auto">
          <a:xfrm>
            <a:off x="2599950" y="688513"/>
            <a:ext cx="4965700" cy="2647950"/>
            <a:chOff x="271" y="680"/>
            <a:chExt cx="3128" cy="1668"/>
          </a:xfrm>
        </p:grpSpPr>
        <p:grpSp>
          <p:nvGrpSpPr>
            <p:cNvPr id="5" name="Group 16"/>
            <p:cNvGrpSpPr>
              <a:grpSpLocks/>
            </p:cNvGrpSpPr>
            <p:nvPr/>
          </p:nvGrpSpPr>
          <p:grpSpPr bwMode="auto">
            <a:xfrm>
              <a:off x="1013" y="1264"/>
              <a:ext cx="1645" cy="367"/>
              <a:chOff x="1100" y="1533"/>
              <a:chExt cx="1645" cy="367"/>
            </a:xfrm>
          </p:grpSpPr>
          <p:sp>
            <p:nvSpPr>
              <p:cNvPr id="192529" name="Text Box 17"/>
              <p:cNvSpPr txBox="1">
                <a:spLocks noChangeArrowheads="1"/>
              </p:cNvSpPr>
              <p:nvPr/>
            </p:nvSpPr>
            <p:spPr bwMode="auto">
              <a:xfrm>
                <a:off x="1100" y="1534"/>
                <a:ext cx="823" cy="366"/>
              </a:xfrm>
              <a:prstGeom prst="rect">
                <a:avLst/>
              </a:prstGeom>
              <a:solidFill>
                <a:srgbClr val="FF0000"/>
              </a:solidFill>
              <a:ln>
                <a:noFill/>
              </a:ln>
              <a:effectLst/>
              <a:extLst>
                <a:ext uri="{91240B29-F687-4F45-9708-019B960494DF}">
                  <a14:hiddenLine xmlns:a14="http://schemas.microsoft.com/office/drawing/2010/main" w="9525" algn="ctr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>
                <a:spAutoFit/>
              </a:bodyPr>
              <a:lstStyle/>
              <a:p>
                <a:pPr algn="ctr">
                  <a:spcBef>
                    <a:spcPct val="50000"/>
                  </a:spcBef>
                </a:pPr>
                <a:r>
                  <a:rPr lang="en-GB" b="1"/>
                  <a:t>p-type silicon</a:t>
                </a:r>
                <a:endParaRPr lang="en-US" b="1"/>
              </a:p>
            </p:txBody>
          </p:sp>
          <p:sp>
            <p:nvSpPr>
              <p:cNvPr id="192530" name="Text Box 18"/>
              <p:cNvSpPr txBox="1">
                <a:spLocks noChangeArrowheads="1"/>
              </p:cNvSpPr>
              <p:nvPr/>
            </p:nvSpPr>
            <p:spPr bwMode="auto">
              <a:xfrm>
                <a:off x="1922" y="1533"/>
                <a:ext cx="823" cy="366"/>
              </a:xfrm>
              <a:prstGeom prst="rect">
                <a:avLst/>
              </a:prstGeom>
              <a:solidFill>
                <a:srgbClr val="99CCFF"/>
              </a:solidFill>
              <a:ln>
                <a:noFill/>
              </a:ln>
              <a:effectLst/>
              <a:extLst>
                <a:ext uri="{91240B29-F687-4F45-9708-019B960494DF}">
                  <a14:hiddenLine xmlns:a14="http://schemas.microsoft.com/office/drawing/2010/main" w="9525" algn="ctr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>
                <a:spAutoFit/>
              </a:bodyPr>
              <a:lstStyle/>
              <a:p>
                <a:pPr algn="ctr">
                  <a:spcBef>
                    <a:spcPct val="50000"/>
                  </a:spcBef>
                </a:pPr>
                <a:r>
                  <a:rPr lang="en-GB" b="1"/>
                  <a:t>n-type silicon</a:t>
                </a:r>
                <a:endParaRPr lang="en-US" b="1"/>
              </a:p>
            </p:txBody>
          </p:sp>
        </p:grpSp>
        <p:sp>
          <p:nvSpPr>
            <p:cNvPr id="192531" name="Line 19"/>
            <p:cNvSpPr>
              <a:spLocks noChangeShapeType="1"/>
            </p:cNvSpPr>
            <p:nvPr/>
          </p:nvSpPr>
          <p:spPr bwMode="auto">
            <a:xfrm>
              <a:off x="518" y="1451"/>
              <a:ext cx="486" cy="0"/>
            </a:xfrm>
            <a:prstGeom prst="line">
              <a:avLst/>
            </a:prstGeom>
            <a:noFill/>
            <a:ln w="57150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en-GB"/>
            </a:p>
          </p:txBody>
        </p:sp>
        <p:sp>
          <p:nvSpPr>
            <p:cNvPr id="192532" name="Line 20"/>
            <p:cNvSpPr>
              <a:spLocks noChangeShapeType="1"/>
            </p:cNvSpPr>
            <p:nvPr/>
          </p:nvSpPr>
          <p:spPr bwMode="auto">
            <a:xfrm>
              <a:off x="2658" y="1451"/>
              <a:ext cx="486" cy="0"/>
            </a:xfrm>
            <a:prstGeom prst="line">
              <a:avLst/>
            </a:prstGeom>
            <a:noFill/>
            <a:ln w="57150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en-GB"/>
            </a:p>
          </p:txBody>
        </p:sp>
        <p:sp>
          <p:nvSpPr>
            <p:cNvPr id="192533" name="AutoShape 21"/>
            <p:cNvSpPr>
              <a:spLocks noChangeArrowheads="1"/>
            </p:cNvSpPr>
            <p:nvPr/>
          </p:nvSpPr>
          <p:spPr bwMode="auto">
            <a:xfrm>
              <a:off x="691" y="680"/>
              <a:ext cx="2708" cy="709"/>
            </a:xfrm>
            <a:prstGeom prst="rightArrow">
              <a:avLst>
                <a:gd name="adj1" fmla="val 50000"/>
                <a:gd name="adj2" fmla="val 95487"/>
              </a:avLst>
            </a:prstGeom>
            <a:solidFill>
              <a:srgbClr val="99FFCC"/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9525" algn="ctr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GB"/>
            </a:p>
          </p:txBody>
        </p:sp>
        <p:sp>
          <p:nvSpPr>
            <p:cNvPr id="192534" name="Text Box 22"/>
            <p:cNvSpPr txBox="1">
              <a:spLocks noChangeArrowheads="1"/>
            </p:cNvSpPr>
            <p:nvPr/>
          </p:nvSpPr>
          <p:spPr bwMode="auto">
            <a:xfrm>
              <a:off x="1134" y="943"/>
              <a:ext cx="1470" cy="520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 algn="ctr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/>
            <a:p>
              <a:r>
                <a:rPr lang="en-GB" dirty="0"/>
                <a:t>current readily flows  </a:t>
              </a:r>
            </a:p>
            <a:p>
              <a:r>
                <a:rPr lang="en-GB" dirty="0"/>
                <a:t>                    </a:t>
              </a:r>
            </a:p>
            <a:p>
              <a:endParaRPr lang="en-US" dirty="0"/>
            </a:p>
          </p:txBody>
        </p:sp>
        <p:sp>
          <p:nvSpPr>
            <p:cNvPr id="192535" name="AutoShape 23"/>
            <p:cNvSpPr>
              <a:spLocks noChangeArrowheads="1"/>
            </p:cNvSpPr>
            <p:nvPr/>
          </p:nvSpPr>
          <p:spPr bwMode="auto">
            <a:xfrm flipH="1">
              <a:off x="271" y="1556"/>
              <a:ext cx="2708" cy="740"/>
            </a:xfrm>
            <a:prstGeom prst="rightArrow">
              <a:avLst>
                <a:gd name="adj1" fmla="val 50000"/>
                <a:gd name="adj2" fmla="val 91486"/>
              </a:avLst>
            </a:prstGeom>
            <a:solidFill>
              <a:schemeClr val="bg1">
                <a:lumMod val="75000"/>
              </a:schemeClr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9525" algn="ctr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GB"/>
            </a:p>
          </p:txBody>
        </p:sp>
        <p:grpSp>
          <p:nvGrpSpPr>
            <p:cNvPr id="6" name="Group 24"/>
            <p:cNvGrpSpPr>
              <a:grpSpLocks/>
            </p:cNvGrpSpPr>
            <p:nvPr/>
          </p:nvGrpSpPr>
          <p:grpSpPr bwMode="auto">
            <a:xfrm>
              <a:off x="1645" y="1766"/>
              <a:ext cx="344" cy="329"/>
              <a:chOff x="4219" y="1070"/>
              <a:chExt cx="344" cy="329"/>
            </a:xfrm>
          </p:grpSpPr>
          <p:sp>
            <p:nvSpPr>
              <p:cNvPr id="192537" name="Oval 25"/>
              <p:cNvSpPr>
                <a:spLocks noChangeArrowheads="1"/>
              </p:cNvSpPr>
              <p:nvPr/>
            </p:nvSpPr>
            <p:spPr bwMode="auto">
              <a:xfrm>
                <a:off x="4219" y="1070"/>
                <a:ext cx="344" cy="329"/>
              </a:xfrm>
              <a:prstGeom prst="ellipse">
                <a:avLst/>
              </a:prstGeom>
              <a:solidFill>
                <a:schemeClr val="bg1"/>
              </a:solidFill>
              <a:ln w="76200" algn="ctr">
                <a:solidFill>
                  <a:srgbClr val="FF0000"/>
                </a:solidFill>
                <a:round/>
                <a:headEnd/>
                <a:tailEnd/>
              </a:ln>
              <a:effectLst/>
              <a:extLs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endParaRPr lang="en-GB"/>
              </a:p>
            </p:txBody>
          </p:sp>
          <p:sp>
            <p:nvSpPr>
              <p:cNvPr id="192538" name="Line 26"/>
              <p:cNvSpPr>
                <a:spLocks noChangeShapeType="1"/>
              </p:cNvSpPr>
              <p:nvPr/>
            </p:nvSpPr>
            <p:spPr bwMode="auto">
              <a:xfrm flipV="1">
                <a:off x="4294" y="1108"/>
                <a:ext cx="217" cy="232"/>
              </a:xfrm>
              <a:prstGeom prst="line">
                <a:avLst/>
              </a:prstGeom>
              <a:noFill/>
              <a:ln w="76200">
                <a:solidFill>
                  <a:srgbClr val="FF0000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endParaRPr lang="en-GB"/>
              </a:p>
            </p:txBody>
          </p:sp>
        </p:grpSp>
        <p:sp>
          <p:nvSpPr>
            <p:cNvPr id="192539" name="Text Box 27"/>
            <p:cNvSpPr txBox="1">
              <a:spLocks noChangeArrowheads="1"/>
            </p:cNvSpPr>
            <p:nvPr/>
          </p:nvSpPr>
          <p:spPr bwMode="auto">
            <a:xfrm flipH="1">
              <a:off x="579" y="1828"/>
              <a:ext cx="2279" cy="520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 algn="ctr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/>
            <a:p>
              <a:r>
                <a:rPr lang="en-GB" dirty="0"/>
                <a:t>current doesn’t           readily flow </a:t>
              </a:r>
            </a:p>
            <a:p>
              <a:endParaRPr lang="en-GB" dirty="0"/>
            </a:p>
            <a:p>
              <a:endParaRPr lang="en-US" dirty="0"/>
            </a:p>
          </p:txBody>
        </p:sp>
        <p:sp>
          <p:nvSpPr>
            <p:cNvPr id="192540" name="Text Box 28"/>
            <p:cNvSpPr txBox="1">
              <a:spLocks noChangeArrowheads="1"/>
            </p:cNvSpPr>
            <p:nvPr/>
          </p:nvSpPr>
          <p:spPr bwMode="auto">
            <a:xfrm>
              <a:off x="2396" y="837"/>
              <a:ext cx="393" cy="480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 algn="ctr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/>
            <a:p>
              <a:r>
                <a:rPr lang="en-US" sz="4400" b="1">
                  <a:solidFill>
                    <a:srgbClr val="008000"/>
                  </a:solidFill>
                  <a:sym typeface="Wingdings" pitchFamily="2" charset="2"/>
                </a:rPr>
                <a:t></a:t>
              </a:r>
            </a:p>
          </p:txBody>
        </p:sp>
      </p:grpSp>
      <p:sp>
        <p:nvSpPr>
          <p:cNvPr id="30" name="TextBox 29"/>
          <p:cNvSpPr txBox="1"/>
          <p:nvPr/>
        </p:nvSpPr>
        <p:spPr>
          <a:xfrm>
            <a:off x="413544" y="3677711"/>
            <a:ext cx="3344505" cy="2062103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GB" b="1" dirty="0"/>
              <a:t>Transistors</a:t>
            </a:r>
          </a:p>
          <a:p>
            <a:pPr marL="182563" indent="-182563">
              <a:buFont typeface="Arial" pitchFamily="34" charset="0"/>
              <a:buChar char="•"/>
            </a:pPr>
            <a:r>
              <a:rPr lang="en-GB" dirty="0"/>
              <a:t>here – Bipolar junction</a:t>
            </a:r>
          </a:p>
          <a:p>
            <a:pPr marL="639763" lvl="1" indent="-182563">
              <a:buFont typeface="Arial" pitchFamily="34" charset="0"/>
              <a:buChar char="•"/>
            </a:pPr>
            <a:r>
              <a:rPr lang="en-GB" dirty="0"/>
              <a:t>top – NPN transistor</a:t>
            </a:r>
          </a:p>
          <a:p>
            <a:pPr marL="639763" lvl="1" indent="-182563">
              <a:buFont typeface="Arial" pitchFamily="34" charset="0"/>
              <a:buChar char="•"/>
            </a:pPr>
            <a:r>
              <a:rPr lang="en-GB" dirty="0"/>
              <a:t>bottom – PNP transistor</a:t>
            </a:r>
          </a:p>
          <a:p>
            <a:pPr marL="182563" indent="-182563">
              <a:buFont typeface="Arial" pitchFamily="34" charset="0"/>
              <a:buChar char="•"/>
            </a:pPr>
            <a:endParaRPr lang="en-GB" dirty="0"/>
          </a:p>
          <a:p>
            <a:pPr marL="182563" indent="-182563">
              <a:buFont typeface="Arial" pitchFamily="34" charset="0"/>
              <a:buChar char="•"/>
            </a:pPr>
            <a:endParaRPr lang="en-GB" dirty="0"/>
          </a:p>
          <a:p>
            <a:pPr marL="182563" indent="-182563">
              <a:buFont typeface="Arial" pitchFamily="34" charset="0"/>
              <a:buChar char="•"/>
            </a:pPr>
            <a:endParaRPr lang="en-GB" dirty="0"/>
          </a:p>
          <a:p>
            <a:pPr marL="182563" indent="-182563">
              <a:buFont typeface="Arial" pitchFamily="34" charset="0"/>
              <a:buChar char="•"/>
            </a:pPr>
            <a:r>
              <a:rPr lang="en-GB" dirty="0"/>
              <a:t>other types – FET (field effect)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395288" y="1088967"/>
            <a:ext cx="2321469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GB" b="1" dirty="0"/>
              <a:t>Semiconductor Diode</a:t>
            </a:r>
            <a:endParaRPr lang="en-GB" dirty="0"/>
          </a:p>
        </p:txBody>
      </p:sp>
      <p:pic>
        <p:nvPicPr>
          <p:cNvPr id="3" name="Picture 2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477169" y="4861603"/>
            <a:ext cx="1571625" cy="904875"/>
          </a:xfrm>
          <a:prstGeom prst="rect">
            <a:avLst/>
          </a:prstGeom>
        </p:spPr>
      </p:pic>
      <p:pic>
        <p:nvPicPr>
          <p:cNvPr id="7" name="Picture 6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349455" y="3580953"/>
            <a:ext cx="1638300" cy="895350"/>
          </a:xfrm>
          <a:prstGeom prst="rect">
            <a:avLst/>
          </a:prstGeom>
        </p:spPr>
      </p:pic>
      <p:pic>
        <p:nvPicPr>
          <p:cNvPr id="8" name="Picture 7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303588" y="3453938"/>
            <a:ext cx="1362075" cy="2638425"/>
          </a:xfrm>
          <a:prstGeom prst="rect">
            <a:avLst/>
          </a:prstGeom>
        </p:spPr>
      </p:pic>
      <p:pic>
        <p:nvPicPr>
          <p:cNvPr id="9" name="Picture 8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331837" y="3453938"/>
            <a:ext cx="962025" cy="261937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394882187"/>
      </p:ext>
    </p:extLst>
  </p:cSld>
  <p:clrMapOvr>
    <a:masterClrMapping/>
  </p:clrMapOvr>
</p:sld>
</file>

<file path=ppt/slides/slide5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Box 2"/>
          <p:cNvSpPr txBox="1">
            <a:spLocks noChangeArrowheads="1"/>
          </p:cNvSpPr>
          <p:nvPr/>
        </p:nvSpPr>
        <p:spPr bwMode="auto">
          <a:xfrm>
            <a:off x="430213" y="365125"/>
            <a:ext cx="231140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 algn="ctr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/>
          <a:p>
            <a:r>
              <a:rPr lang="en-GB" sz="2400" b="1" dirty="0"/>
              <a:t>P-N Junctions </a:t>
            </a:r>
          </a:p>
        </p:txBody>
      </p:sp>
      <p:sp>
        <p:nvSpPr>
          <p:cNvPr id="3" name="Text Box 14"/>
          <p:cNvSpPr txBox="1">
            <a:spLocks noChangeArrowheads="1"/>
          </p:cNvSpPr>
          <p:nvPr/>
        </p:nvSpPr>
        <p:spPr bwMode="auto">
          <a:xfrm>
            <a:off x="6425537" y="1091017"/>
            <a:ext cx="184150" cy="33655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 algn="ctr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/>
          <a:p>
            <a:endParaRPr lang="en-US"/>
          </a:p>
        </p:txBody>
      </p:sp>
      <p:grpSp>
        <p:nvGrpSpPr>
          <p:cNvPr id="4" name="Group 15"/>
          <p:cNvGrpSpPr>
            <a:grpSpLocks/>
          </p:cNvGrpSpPr>
          <p:nvPr/>
        </p:nvGrpSpPr>
        <p:grpSpPr bwMode="auto">
          <a:xfrm>
            <a:off x="2599950" y="431338"/>
            <a:ext cx="4965700" cy="2647950"/>
            <a:chOff x="271" y="680"/>
            <a:chExt cx="3128" cy="1668"/>
          </a:xfrm>
        </p:grpSpPr>
        <p:grpSp>
          <p:nvGrpSpPr>
            <p:cNvPr id="5" name="Group 16"/>
            <p:cNvGrpSpPr>
              <a:grpSpLocks/>
            </p:cNvGrpSpPr>
            <p:nvPr/>
          </p:nvGrpSpPr>
          <p:grpSpPr bwMode="auto">
            <a:xfrm>
              <a:off x="1013" y="1264"/>
              <a:ext cx="1645" cy="367"/>
              <a:chOff x="1100" y="1533"/>
              <a:chExt cx="1645" cy="367"/>
            </a:xfrm>
          </p:grpSpPr>
          <p:sp>
            <p:nvSpPr>
              <p:cNvPr id="16" name="Text Box 17"/>
              <p:cNvSpPr txBox="1">
                <a:spLocks noChangeArrowheads="1"/>
              </p:cNvSpPr>
              <p:nvPr/>
            </p:nvSpPr>
            <p:spPr bwMode="auto">
              <a:xfrm>
                <a:off x="1100" y="1534"/>
                <a:ext cx="823" cy="366"/>
              </a:xfrm>
              <a:prstGeom prst="rect">
                <a:avLst/>
              </a:prstGeom>
              <a:solidFill>
                <a:srgbClr val="FF0000"/>
              </a:solidFill>
              <a:ln>
                <a:noFill/>
              </a:ln>
              <a:effectLst/>
              <a:extLst>
                <a:ext uri="{91240B29-F687-4F45-9708-019B960494DF}">
                  <a14:hiddenLine xmlns:a14="http://schemas.microsoft.com/office/drawing/2010/main" w="9525" algn="ctr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>
                <a:spAutoFit/>
              </a:bodyPr>
              <a:lstStyle/>
              <a:p>
                <a:pPr algn="ctr">
                  <a:spcBef>
                    <a:spcPct val="50000"/>
                  </a:spcBef>
                </a:pPr>
                <a:r>
                  <a:rPr lang="en-GB" b="1"/>
                  <a:t>p-type silicon</a:t>
                </a:r>
                <a:endParaRPr lang="en-US" b="1"/>
              </a:p>
            </p:txBody>
          </p:sp>
          <p:sp>
            <p:nvSpPr>
              <p:cNvPr id="17" name="Text Box 18"/>
              <p:cNvSpPr txBox="1">
                <a:spLocks noChangeArrowheads="1"/>
              </p:cNvSpPr>
              <p:nvPr/>
            </p:nvSpPr>
            <p:spPr bwMode="auto">
              <a:xfrm>
                <a:off x="1922" y="1533"/>
                <a:ext cx="823" cy="366"/>
              </a:xfrm>
              <a:prstGeom prst="rect">
                <a:avLst/>
              </a:prstGeom>
              <a:solidFill>
                <a:srgbClr val="99CCFF"/>
              </a:solidFill>
              <a:ln>
                <a:noFill/>
              </a:ln>
              <a:effectLst/>
              <a:extLst>
                <a:ext uri="{91240B29-F687-4F45-9708-019B960494DF}">
                  <a14:hiddenLine xmlns:a14="http://schemas.microsoft.com/office/drawing/2010/main" w="9525" algn="ctr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>
                <a:spAutoFit/>
              </a:bodyPr>
              <a:lstStyle/>
              <a:p>
                <a:pPr algn="ctr">
                  <a:spcBef>
                    <a:spcPct val="50000"/>
                  </a:spcBef>
                </a:pPr>
                <a:r>
                  <a:rPr lang="en-GB" b="1"/>
                  <a:t>n-type silicon</a:t>
                </a:r>
                <a:endParaRPr lang="en-US" b="1"/>
              </a:p>
            </p:txBody>
          </p:sp>
        </p:grpSp>
        <p:sp>
          <p:nvSpPr>
            <p:cNvPr id="6" name="Line 19"/>
            <p:cNvSpPr>
              <a:spLocks noChangeShapeType="1"/>
            </p:cNvSpPr>
            <p:nvPr/>
          </p:nvSpPr>
          <p:spPr bwMode="auto">
            <a:xfrm>
              <a:off x="518" y="1451"/>
              <a:ext cx="486" cy="0"/>
            </a:xfrm>
            <a:prstGeom prst="line">
              <a:avLst/>
            </a:prstGeom>
            <a:noFill/>
            <a:ln w="57150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en-GB"/>
            </a:p>
          </p:txBody>
        </p:sp>
        <p:sp>
          <p:nvSpPr>
            <p:cNvPr id="7" name="Line 20"/>
            <p:cNvSpPr>
              <a:spLocks noChangeShapeType="1"/>
            </p:cNvSpPr>
            <p:nvPr/>
          </p:nvSpPr>
          <p:spPr bwMode="auto">
            <a:xfrm>
              <a:off x="2658" y="1451"/>
              <a:ext cx="486" cy="0"/>
            </a:xfrm>
            <a:prstGeom prst="line">
              <a:avLst/>
            </a:prstGeom>
            <a:noFill/>
            <a:ln w="57150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en-GB"/>
            </a:p>
          </p:txBody>
        </p:sp>
        <p:sp>
          <p:nvSpPr>
            <p:cNvPr id="8" name="AutoShape 21"/>
            <p:cNvSpPr>
              <a:spLocks noChangeArrowheads="1"/>
            </p:cNvSpPr>
            <p:nvPr/>
          </p:nvSpPr>
          <p:spPr bwMode="auto">
            <a:xfrm>
              <a:off x="691" y="680"/>
              <a:ext cx="2708" cy="709"/>
            </a:xfrm>
            <a:prstGeom prst="rightArrow">
              <a:avLst>
                <a:gd name="adj1" fmla="val 50000"/>
                <a:gd name="adj2" fmla="val 95487"/>
              </a:avLst>
            </a:prstGeom>
            <a:solidFill>
              <a:srgbClr val="99FFCC"/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9525" algn="ctr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GB"/>
            </a:p>
          </p:txBody>
        </p:sp>
        <p:sp>
          <p:nvSpPr>
            <p:cNvPr id="9" name="Text Box 22"/>
            <p:cNvSpPr txBox="1">
              <a:spLocks noChangeArrowheads="1"/>
            </p:cNvSpPr>
            <p:nvPr/>
          </p:nvSpPr>
          <p:spPr bwMode="auto">
            <a:xfrm>
              <a:off x="1134" y="943"/>
              <a:ext cx="1470" cy="520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 algn="ctr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/>
            <a:p>
              <a:r>
                <a:rPr lang="en-GB" dirty="0"/>
                <a:t>current readily flows  </a:t>
              </a:r>
            </a:p>
            <a:p>
              <a:r>
                <a:rPr lang="en-GB" dirty="0"/>
                <a:t>                    </a:t>
              </a:r>
            </a:p>
            <a:p>
              <a:endParaRPr lang="en-US" dirty="0"/>
            </a:p>
          </p:txBody>
        </p:sp>
        <p:sp>
          <p:nvSpPr>
            <p:cNvPr id="10" name="AutoShape 23"/>
            <p:cNvSpPr>
              <a:spLocks noChangeArrowheads="1"/>
            </p:cNvSpPr>
            <p:nvPr/>
          </p:nvSpPr>
          <p:spPr bwMode="auto">
            <a:xfrm flipH="1">
              <a:off x="271" y="1556"/>
              <a:ext cx="2708" cy="740"/>
            </a:xfrm>
            <a:prstGeom prst="rightArrow">
              <a:avLst>
                <a:gd name="adj1" fmla="val 50000"/>
                <a:gd name="adj2" fmla="val 91486"/>
              </a:avLst>
            </a:prstGeom>
            <a:solidFill>
              <a:schemeClr val="bg1">
                <a:lumMod val="75000"/>
              </a:schemeClr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9525" algn="ctr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GB"/>
            </a:p>
          </p:txBody>
        </p:sp>
        <p:grpSp>
          <p:nvGrpSpPr>
            <p:cNvPr id="11" name="Group 24"/>
            <p:cNvGrpSpPr>
              <a:grpSpLocks/>
            </p:cNvGrpSpPr>
            <p:nvPr/>
          </p:nvGrpSpPr>
          <p:grpSpPr bwMode="auto">
            <a:xfrm>
              <a:off x="1645" y="1766"/>
              <a:ext cx="344" cy="329"/>
              <a:chOff x="4219" y="1070"/>
              <a:chExt cx="344" cy="329"/>
            </a:xfrm>
          </p:grpSpPr>
          <p:sp>
            <p:nvSpPr>
              <p:cNvPr id="14" name="Oval 25"/>
              <p:cNvSpPr>
                <a:spLocks noChangeArrowheads="1"/>
              </p:cNvSpPr>
              <p:nvPr/>
            </p:nvSpPr>
            <p:spPr bwMode="auto">
              <a:xfrm>
                <a:off x="4219" y="1070"/>
                <a:ext cx="344" cy="329"/>
              </a:xfrm>
              <a:prstGeom prst="ellipse">
                <a:avLst/>
              </a:prstGeom>
              <a:solidFill>
                <a:schemeClr val="bg1"/>
              </a:solidFill>
              <a:ln w="76200" algn="ctr">
                <a:solidFill>
                  <a:srgbClr val="FF0000"/>
                </a:solidFill>
                <a:round/>
                <a:headEnd/>
                <a:tailEnd/>
              </a:ln>
              <a:effectLst/>
              <a:extLs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endParaRPr lang="en-GB"/>
              </a:p>
            </p:txBody>
          </p:sp>
          <p:sp>
            <p:nvSpPr>
              <p:cNvPr id="15" name="Line 26"/>
              <p:cNvSpPr>
                <a:spLocks noChangeShapeType="1"/>
              </p:cNvSpPr>
              <p:nvPr/>
            </p:nvSpPr>
            <p:spPr bwMode="auto">
              <a:xfrm flipV="1">
                <a:off x="4294" y="1108"/>
                <a:ext cx="217" cy="232"/>
              </a:xfrm>
              <a:prstGeom prst="line">
                <a:avLst/>
              </a:prstGeom>
              <a:noFill/>
              <a:ln w="76200">
                <a:solidFill>
                  <a:srgbClr val="FF0000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endParaRPr lang="en-GB"/>
              </a:p>
            </p:txBody>
          </p:sp>
        </p:grpSp>
        <p:sp>
          <p:nvSpPr>
            <p:cNvPr id="12" name="Text Box 27"/>
            <p:cNvSpPr txBox="1">
              <a:spLocks noChangeArrowheads="1"/>
            </p:cNvSpPr>
            <p:nvPr/>
          </p:nvSpPr>
          <p:spPr bwMode="auto">
            <a:xfrm flipH="1">
              <a:off x="579" y="1828"/>
              <a:ext cx="2279" cy="520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 algn="ctr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/>
            <a:p>
              <a:r>
                <a:rPr lang="en-GB" dirty="0"/>
                <a:t>current doesn’t           readily flow </a:t>
              </a:r>
            </a:p>
            <a:p>
              <a:endParaRPr lang="en-GB" dirty="0"/>
            </a:p>
            <a:p>
              <a:endParaRPr lang="en-US" dirty="0"/>
            </a:p>
          </p:txBody>
        </p:sp>
        <p:sp>
          <p:nvSpPr>
            <p:cNvPr id="13" name="Text Box 28"/>
            <p:cNvSpPr txBox="1">
              <a:spLocks noChangeArrowheads="1"/>
            </p:cNvSpPr>
            <p:nvPr/>
          </p:nvSpPr>
          <p:spPr bwMode="auto">
            <a:xfrm>
              <a:off x="2396" y="837"/>
              <a:ext cx="393" cy="480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 algn="ctr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/>
            <a:p>
              <a:r>
                <a:rPr lang="en-US" sz="4400" b="1" dirty="0">
                  <a:solidFill>
                    <a:srgbClr val="008000"/>
                  </a:solidFill>
                  <a:sym typeface="Wingdings" pitchFamily="2" charset="2"/>
                </a:rPr>
                <a:t></a:t>
              </a:r>
            </a:p>
          </p:txBody>
        </p:sp>
      </p:grpSp>
      <p:sp>
        <p:nvSpPr>
          <p:cNvPr id="18" name="TextBox 17"/>
          <p:cNvSpPr txBox="1"/>
          <p:nvPr/>
        </p:nvSpPr>
        <p:spPr>
          <a:xfrm>
            <a:off x="395288" y="1088967"/>
            <a:ext cx="2321469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GB" b="1" dirty="0"/>
              <a:t>Semiconductor Diode</a:t>
            </a:r>
            <a:endParaRPr lang="en-GB" dirty="0"/>
          </a:p>
        </p:txBody>
      </p:sp>
      <p:pic>
        <p:nvPicPr>
          <p:cNvPr id="108548" name="Picture 4" descr="Image result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733442" y="3893675"/>
            <a:ext cx="4373098" cy="284994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20" name="Picture 19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506412" y="3101051"/>
            <a:ext cx="3152775" cy="609600"/>
          </a:xfrm>
          <a:prstGeom prst="rect">
            <a:avLst/>
          </a:prstGeom>
        </p:spPr>
      </p:pic>
      <p:cxnSp>
        <p:nvCxnSpPr>
          <p:cNvPr id="22" name="Straight Connector 21"/>
          <p:cNvCxnSpPr/>
          <p:nvPr/>
        </p:nvCxnSpPr>
        <p:spPr bwMode="auto">
          <a:xfrm>
            <a:off x="6517612" y="3511088"/>
            <a:ext cx="643226" cy="0"/>
          </a:xfrm>
          <a:prstGeom prst="line">
            <a:avLst/>
          </a:prstGeom>
          <a:solidFill>
            <a:schemeClr val="accent1"/>
          </a:solidFill>
          <a:ln w="19050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</p:cxnSp>
      <p:cxnSp>
        <p:nvCxnSpPr>
          <p:cNvPr id="25" name="Straight Connector 24"/>
          <p:cNvCxnSpPr/>
          <p:nvPr/>
        </p:nvCxnSpPr>
        <p:spPr bwMode="auto">
          <a:xfrm>
            <a:off x="7166439" y="1674351"/>
            <a:ext cx="0" cy="1855787"/>
          </a:xfrm>
          <a:prstGeom prst="line">
            <a:avLst/>
          </a:prstGeom>
          <a:solidFill>
            <a:schemeClr val="accent1"/>
          </a:solidFill>
          <a:ln w="19050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</p:cxnSp>
      <p:cxnSp>
        <p:nvCxnSpPr>
          <p:cNvPr id="28" name="Straight Connector 27"/>
          <p:cNvCxnSpPr/>
          <p:nvPr/>
        </p:nvCxnSpPr>
        <p:spPr bwMode="auto">
          <a:xfrm>
            <a:off x="2461089" y="1648950"/>
            <a:ext cx="0" cy="1855787"/>
          </a:xfrm>
          <a:prstGeom prst="line">
            <a:avLst/>
          </a:prstGeom>
          <a:solidFill>
            <a:schemeClr val="accent1"/>
          </a:solidFill>
          <a:ln w="19050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</p:cxnSp>
      <p:cxnSp>
        <p:nvCxnSpPr>
          <p:cNvPr id="29" name="Straight Connector 28"/>
          <p:cNvCxnSpPr/>
          <p:nvPr/>
        </p:nvCxnSpPr>
        <p:spPr bwMode="auto">
          <a:xfrm flipV="1">
            <a:off x="2461089" y="3516976"/>
            <a:ext cx="1238349" cy="13162"/>
          </a:xfrm>
          <a:prstGeom prst="line">
            <a:avLst/>
          </a:prstGeom>
          <a:solidFill>
            <a:schemeClr val="accent1"/>
          </a:solidFill>
          <a:ln w="19050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</p:cxnSp>
      <p:cxnSp>
        <p:nvCxnSpPr>
          <p:cNvPr id="31" name="Straight Connector 30"/>
          <p:cNvCxnSpPr>
            <a:endCxn id="6" idx="0"/>
          </p:cNvCxnSpPr>
          <p:nvPr/>
        </p:nvCxnSpPr>
        <p:spPr bwMode="auto">
          <a:xfrm>
            <a:off x="2474821" y="1655301"/>
            <a:ext cx="517242" cy="0"/>
          </a:xfrm>
          <a:prstGeom prst="line">
            <a:avLst/>
          </a:prstGeom>
          <a:solidFill>
            <a:schemeClr val="accent1"/>
          </a:solidFill>
          <a:ln w="19050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</p:cxnSp>
    </p:spTree>
    <p:extLst>
      <p:ext uri="{BB962C8B-B14F-4D97-AF65-F5344CB8AC3E}">
        <p14:creationId xmlns:p14="http://schemas.microsoft.com/office/powerpoint/2010/main" val="3434509793"/>
      </p:ext>
    </p:extLst>
  </p:cSld>
  <p:clrMapOvr>
    <a:masterClrMapping/>
  </p:clrMapOvr>
</p:sld>
</file>

<file path=ppt/slides/slide5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3" name="Rectangle: Rounded Corners 62">
            <a:extLst>
              <a:ext uri="{FF2B5EF4-FFF2-40B4-BE49-F238E27FC236}">
                <a16:creationId xmlns:a16="http://schemas.microsoft.com/office/drawing/2014/main" id="{49EA4813-79C8-4337-827E-C730A1EE9917}"/>
              </a:ext>
            </a:extLst>
          </p:cNvPr>
          <p:cNvSpPr/>
          <p:nvPr/>
        </p:nvSpPr>
        <p:spPr bwMode="auto">
          <a:xfrm>
            <a:off x="395288" y="3879429"/>
            <a:ext cx="8534306" cy="2657915"/>
          </a:xfrm>
          <a:prstGeom prst="roundRect">
            <a:avLst>
              <a:gd name="adj" fmla="val 7886"/>
            </a:avLst>
          </a:prstGeom>
          <a:solidFill>
            <a:schemeClr val="accent1">
              <a:lumMod val="20000"/>
              <a:lumOff val="80000"/>
            </a:schemeClr>
          </a:solidFill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GB" sz="16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Lucida Sans Unicode" pitchFamily="34" charset="0"/>
            </a:endParaRPr>
          </a:p>
        </p:txBody>
      </p:sp>
      <p:sp>
        <p:nvSpPr>
          <p:cNvPr id="12" name="Rectangle: Rounded Corners 11">
            <a:extLst>
              <a:ext uri="{FF2B5EF4-FFF2-40B4-BE49-F238E27FC236}">
                <a16:creationId xmlns:a16="http://schemas.microsoft.com/office/drawing/2014/main" id="{3FC63DE5-8912-4D44-BDC9-9666B23370A6}"/>
              </a:ext>
            </a:extLst>
          </p:cNvPr>
          <p:cNvSpPr/>
          <p:nvPr/>
        </p:nvSpPr>
        <p:spPr bwMode="auto">
          <a:xfrm>
            <a:off x="398027" y="747371"/>
            <a:ext cx="8534306" cy="3085568"/>
          </a:xfrm>
          <a:prstGeom prst="roundRect">
            <a:avLst>
              <a:gd name="adj" fmla="val 7886"/>
            </a:avLst>
          </a:prstGeom>
          <a:solidFill>
            <a:srgbClr val="FFFFCC"/>
          </a:solidFill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GB" sz="16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Lucida Sans Unicode" pitchFamily="34" charset="0"/>
            </a:endParaRPr>
          </a:p>
        </p:txBody>
      </p:sp>
      <p:sp>
        <p:nvSpPr>
          <p:cNvPr id="11266" name="Text Box 4"/>
          <p:cNvSpPr txBox="1">
            <a:spLocks noChangeArrowheads="1"/>
          </p:cNvSpPr>
          <p:nvPr/>
        </p:nvSpPr>
        <p:spPr bwMode="auto">
          <a:xfrm>
            <a:off x="418593" y="866690"/>
            <a:ext cx="6100388" cy="2148280"/>
          </a:xfrm>
          <a:prstGeom prst="rect">
            <a:avLst/>
          </a:prstGeom>
          <a:noFill/>
          <a:ln w="9525" algn="ctr">
            <a:noFill/>
            <a:miter lim="800000"/>
            <a:headEnd/>
            <a:tailEnd/>
          </a:ln>
        </p:spPr>
        <p:txBody>
          <a:bodyPr wrap="square">
            <a:spAutoFit/>
          </a:bodyPr>
          <a:lstStyle/>
          <a:p>
            <a:pPr marL="185738" indent="-185738">
              <a:lnSpc>
                <a:spcPct val="120000"/>
              </a:lnSpc>
            </a:pPr>
            <a:r>
              <a:rPr lang="en-GB" b="1" dirty="0"/>
              <a:t>SHOT NOISE</a:t>
            </a:r>
          </a:p>
          <a:p>
            <a:pPr marL="185738" indent="-185738">
              <a:lnSpc>
                <a:spcPct val="120000"/>
              </a:lnSpc>
              <a:buFontTx/>
              <a:buChar char="•"/>
            </a:pPr>
            <a:r>
              <a:rPr lang="en-GB" b="0" dirty="0"/>
              <a:t>Random noise </a:t>
            </a:r>
          </a:p>
          <a:p>
            <a:pPr marL="185738" indent="-185738">
              <a:lnSpc>
                <a:spcPct val="120000"/>
              </a:lnSpc>
              <a:buFontTx/>
              <a:buChar char="•"/>
            </a:pPr>
            <a:r>
              <a:rPr lang="en-GB" b="0" dirty="0"/>
              <a:t>due </a:t>
            </a:r>
            <a:r>
              <a:rPr lang="en-GB" b="0"/>
              <a:t>to electron </a:t>
            </a:r>
            <a:r>
              <a:rPr lang="en-GB" b="0" dirty="0"/>
              <a:t>flow – i.e. </a:t>
            </a:r>
            <a:r>
              <a:rPr lang="en-GB" b="0"/>
              <a:t>discrete events </a:t>
            </a:r>
          </a:p>
          <a:p>
            <a:pPr lvl="1">
              <a:lnSpc>
                <a:spcPct val="120000"/>
              </a:lnSpc>
            </a:pPr>
            <a:r>
              <a:rPr lang="en-GB" b="0"/>
              <a:t>… rather than a smooth flow </a:t>
            </a:r>
          </a:p>
          <a:p>
            <a:pPr marL="185738" indent="-185738">
              <a:lnSpc>
                <a:spcPct val="120000"/>
              </a:lnSpc>
              <a:buFontTx/>
              <a:buChar char="•"/>
            </a:pPr>
            <a:r>
              <a:rPr lang="en-GB" b="0"/>
              <a:t>also </a:t>
            </a:r>
            <a:r>
              <a:rPr lang="en-GB" b="0" dirty="0"/>
              <a:t>photons in an optical transmission</a:t>
            </a:r>
          </a:p>
          <a:p>
            <a:pPr marL="185738" indent="-185738">
              <a:lnSpc>
                <a:spcPct val="120000"/>
              </a:lnSpc>
              <a:buFontTx/>
              <a:buChar char="•"/>
            </a:pPr>
            <a:r>
              <a:rPr lang="en-GB" b="0" dirty="0"/>
              <a:t>significant problem with low signal levels</a:t>
            </a:r>
          </a:p>
          <a:p>
            <a:pPr marL="185738" indent="-185738">
              <a:lnSpc>
                <a:spcPct val="120000"/>
              </a:lnSpc>
              <a:buFontTx/>
              <a:buChar char="•"/>
            </a:pPr>
            <a:r>
              <a:rPr lang="en-GB" b="0" dirty="0"/>
              <a:t>generally across all frequencies</a:t>
            </a:r>
          </a:p>
        </p:txBody>
      </p:sp>
      <p:grpSp>
        <p:nvGrpSpPr>
          <p:cNvPr id="2" name="Group 5"/>
          <p:cNvGrpSpPr>
            <a:grpSpLocks/>
          </p:cNvGrpSpPr>
          <p:nvPr/>
        </p:nvGrpSpPr>
        <p:grpSpPr bwMode="auto">
          <a:xfrm>
            <a:off x="6386122" y="1074923"/>
            <a:ext cx="2301195" cy="2315328"/>
            <a:chOff x="3747" y="1583"/>
            <a:chExt cx="1454" cy="1530"/>
          </a:xfrm>
        </p:grpSpPr>
        <p:sp>
          <p:nvSpPr>
            <p:cNvPr id="11271" name="AutoShape 6"/>
            <p:cNvSpPr>
              <a:spLocks noChangeArrowheads="1"/>
            </p:cNvSpPr>
            <p:nvPr/>
          </p:nvSpPr>
          <p:spPr bwMode="auto">
            <a:xfrm>
              <a:off x="4727" y="1645"/>
              <a:ext cx="474" cy="1287"/>
            </a:xfrm>
            <a:prstGeom prst="roundRect">
              <a:avLst>
                <a:gd name="adj" fmla="val 16667"/>
              </a:avLst>
            </a:prstGeom>
            <a:solidFill>
              <a:srgbClr val="CCECFF"/>
            </a:solidFill>
            <a:ln w="38100" algn="ctr">
              <a:solidFill>
                <a:schemeClr val="tx1"/>
              </a:solidFill>
              <a:round/>
              <a:headEnd/>
              <a:tailEnd/>
            </a:ln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11272" name="Line 7"/>
            <p:cNvSpPr>
              <a:spLocks noChangeShapeType="1"/>
            </p:cNvSpPr>
            <p:nvPr/>
          </p:nvSpPr>
          <p:spPr bwMode="auto">
            <a:xfrm flipV="1">
              <a:off x="4847" y="2746"/>
              <a:ext cx="0" cy="306"/>
            </a:xfrm>
            <a:prstGeom prst="line">
              <a:avLst/>
            </a:prstGeom>
            <a:noFill/>
            <a:ln w="28575">
              <a:solidFill>
                <a:schemeClr val="accent2"/>
              </a:solidFill>
              <a:round/>
              <a:headEnd/>
              <a:tailEnd/>
            </a:ln>
          </p:spPr>
          <p:txBody>
            <a:bodyPr/>
            <a:lstStyle/>
            <a:p>
              <a:endParaRPr lang="en-GB"/>
            </a:p>
          </p:txBody>
        </p:sp>
        <p:sp>
          <p:nvSpPr>
            <p:cNvPr id="11273" name="Line 8"/>
            <p:cNvSpPr>
              <a:spLocks noChangeShapeType="1"/>
            </p:cNvSpPr>
            <p:nvPr/>
          </p:nvSpPr>
          <p:spPr bwMode="auto">
            <a:xfrm flipV="1">
              <a:off x="5059" y="2748"/>
              <a:ext cx="0" cy="306"/>
            </a:xfrm>
            <a:prstGeom prst="line">
              <a:avLst/>
            </a:prstGeom>
            <a:noFill/>
            <a:ln w="28575">
              <a:solidFill>
                <a:schemeClr val="accent2"/>
              </a:solidFill>
              <a:round/>
              <a:headEnd/>
              <a:tailEnd/>
            </a:ln>
          </p:spPr>
          <p:txBody>
            <a:bodyPr/>
            <a:lstStyle/>
            <a:p>
              <a:endParaRPr lang="en-GB"/>
            </a:p>
          </p:txBody>
        </p:sp>
        <p:sp>
          <p:nvSpPr>
            <p:cNvPr id="11274" name="Line 9"/>
            <p:cNvSpPr>
              <a:spLocks noChangeShapeType="1"/>
            </p:cNvSpPr>
            <p:nvPr/>
          </p:nvSpPr>
          <p:spPr bwMode="auto">
            <a:xfrm flipH="1">
              <a:off x="4843" y="3048"/>
              <a:ext cx="95" cy="1"/>
            </a:xfrm>
            <a:prstGeom prst="line">
              <a:avLst/>
            </a:prstGeom>
            <a:noFill/>
            <a:ln w="28575">
              <a:solidFill>
                <a:schemeClr val="accent2"/>
              </a:solidFill>
              <a:round/>
              <a:headEnd/>
              <a:tailEnd/>
            </a:ln>
          </p:spPr>
          <p:txBody>
            <a:bodyPr/>
            <a:lstStyle/>
            <a:p>
              <a:endParaRPr lang="en-GB"/>
            </a:p>
          </p:txBody>
        </p:sp>
        <p:sp>
          <p:nvSpPr>
            <p:cNvPr id="11275" name="Line 10"/>
            <p:cNvSpPr>
              <a:spLocks noChangeShapeType="1"/>
            </p:cNvSpPr>
            <p:nvPr/>
          </p:nvSpPr>
          <p:spPr bwMode="auto">
            <a:xfrm flipH="1">
              <a:off x="4975" y="3049"/>
              <a:ext cx="86" cy="1"/>
            </a:xfrm>
            <a:prstGeom prst="line">
              <a:avLst/>
            </a:prstGeom>
            <a:noFill/>
            <a:ln w="28575">
              <a:solidFill>
                <a:schemeClr val="accent2"/>
              </a:solidFill>
              <a:round/>
              <a:headEnd/>
              <a:tailEnd/>
            </a:ln>
          </p:spPr>
          <p:txBody>
            <a:bodyPr/>
            <a:lstStyle/>
            <a:p>
              <a:endParaRPr lang="en-GB"/>
            </a:p>
          </p:txBody>
        </p:sp>
        <p:sp>
          <p:nvSpPr>
            <p:cNvPr id="11276" name="Line 11"/>
            <p:cNvSpPr>
              <a:spLocks noChangeShapeType="1"/>
            </p:cNvSpPr>
            <p:nvPr/>
          </p:nvSpPr>
          <p:spPr bwMode="auto">
            <a:xfrm flipV="1">
              <a:off x="4974" y="3015"/>
              <a:ext cx="0" cy="68"/>
            </a:xfrm>
            <a:prstGeom prst="line">
              <a:avLst/>
            </a:prstGeom>
            <a:noFill/>
            <a:ln w="28575">
              <a:solidFill>
                <a:schemeClr val="accent2"/>
              </a:solidFill>
              <a:round/>
              <a:headEnd/>
              <a:tailEnd/>
            </a:ln>
          </p:spPr>
          <p:txBody>
            <a:bodyPr/>
            <a:lstStyle/>
            <a:p>
              <a:endParaRPr lang="en-GB"/>
            </a:p>
          </p:txBody>
        </p:sp>
        <p:sp>
          <p:nvSpPr>
            <p:cNvPr id="11277" name="Line 12"/>
            <p:cNvSpPr>
              <a:spLocks noChangeShapeType="1"/>
            </p:cNvSpPr>
            <p:nvPr/>
          </p:nvSpPr>
          <p:spPr bwMode="auto">
            <a:xfrm flipV="1">
              <a:off x="4936" y="2982"/>
              <a:ext cx="0" cy="131"/>
            </a:xfrm>
            <a:prstGeom prst="line">
              <a:avLst/>
            </a:prstGeom>
            <a:noFill/>
            <a:ln w="28575">
              <a:solidFill>
                <a:schemeClr val="accent2"/>
              </a:solidFill>
              <a:round/>
              <a:headEnd/>
              <a:tailEnd/>
            </a:ln>
          </p:spPr>
          <p:txBody>
            <a:bodyPr/>
            <a:lstStyle/>
            <a:p>
              <a:endParaRPr lang="en-GB"/>
            </a:p>
          </p:txBody>
        </p:sp>
        <p:pic>
          <p:nvPicPr>
            <p:cNvPr id="11278" name="Picture 13" descr="Clipboard02"/>
            <p:cNvPicPr>
              <a:picLocks noChangeAspect="1" noChangeArrowheads="1"/>
            </p:cNvPicPr>
            <p:nvPr/>
          </p:nvPicPr>
          <p:blipFill>
            <a:blip r:embed="rId2" cstate="print"/>
            <a:srcRect/>
            <a:stretch>
              <a:fillRect/>
            </a:stretch>
          </p:blipFill>
          <p:spPr bwMode="auto">
            <a:xfrm>
              <a:off x="4901" y="2708"/>
              <a:ext cx="103" cy="91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</p:pic>
        <p:sp>
          <p:nvSpPr>
            <p:cNvPr id="11279" name="Line 14"/>
            <p:cNvSpPr>
              <a:spLocks noChangeShapeType="1"/>
            </p:cNvSpPr>
            <p:nvPr/>
          </p:nvSpPr>
          <p:spPr bwMode="auto">
            <a:xfrm flipH="1" flipV="1">
              <a:off x="4840" y="2748"/>
              <a:ext cx="72" cy="0"/>
            </a:xfrm>
            <a:prstGeom prst="line">
              <a:avLst/>
            </a:prstGeom>
            <a:noFill/>
            <a:ln w="28575">
              <a:solidFill>
                <a:schemeClr val="accent2"/>
              </a:solidFill>
              <a:round/>
              <a:headEnd/>
              <a:tailEnd/>
            </a:ln>
          </p:spPr>
          <p:txBody>
            <a:bodyPr/>
            <a:lstStyle/>
            <a:p>
              <a:endParaRPr lang="en-GB"/>
            </a:p>
          </p:txBody>
        </p:sp>
        <p:sp>
          <p:nvSpPr>
            <p:cNvPr id="11280" name="Line 15"/>
            <p:cNvSpPr>
              <a:spLocks noChangeShapeType="1"/>
            </p:cNvSpPr>
            <p:nvPr/>
          </p:nvSpPr>
          <p:spPr bwMode="auto">
            <a:xfrm flipH="1" flipV="1">
              <a:off x="4991" y="2751"/>
              <a:ext cx="72" cy="0"/>
            </a:xfrm>
            <a:prstGeom prst="line">
              <a:avLst/>
            </a:prstGeom>
            <a:noFill/>
            <a:ln w="28575">
              <a:solidFill>
                <a:schemeClr val="accent2"/>
              </a:solidFill>
              <a:round/>
              <a:headEnd/>
              <a:tailEnd/>
            </a:ln>
          </p:spPr>
          <p:txBody>
            <a:bodyPr/>
            <a:lstStyle/>
            <a:p>
              <a:endParaRPr lang="en-GB"/>
            </a:p>
          </p:txBody>
        </p:sp>
        <p:sp>
          <p:nvSpPr>
            <p:cNvPr id="11281" name="Line 16"/>
            <p:cNvSpPr>
              <a:spLocks noChangeShapeType="1"/>
            </p:cNvSpPr>
            <p:nvPr/>
          </p:nvSpPr>
          <p:spPr bwMode="auto">
            <a:xfrm flipV="1">
              <a:off x="4665" y="2695"/>
              <a:ext cx="144" cy="247"/>
            </a:xfrm>
            <a:prstGeom prst="line">
              <a:avLst/>
            </a:prstGeom>
            <a:noFill/>
            <a:ln w="38100">
              <a:solidFill>
                <a:schemeClr val="accent2"/>
              </a:solidFill>
              <a:round/>
              <a:headEnd/>
              <a:tailEnd/>
            </a:ln>
          </p:spPr>
          <p:txBody>
            <a:bodyPr/>
            <a:lstStyle/>
            <a:p>
              <a:endParaRPr lang="en-GB"/>
            </a:p>
          </p:txBody>
        </p:sp>
        <p:sp>
          <p:nvSpPr>
            <p:cNvPr id="11282" name="Line 17"/>
            <p:cNvSpPr>
              <a:spLocks noChangeShapeType="1"/>
            </p:cNvSpPr>
            <p:nvPr/>
          </p:nvSpPr>
          <p:spPr bwMode="auto">
            <a:xfrm flipV="1">
              <a:off x="4809" y="2695"/>
              <a:ext cx="274" cy="0"/>
            </a:xfrm>
            <a:prstGeom prst="line">
              <a:avLst/>
            </a:prstGeom>
            <a:noFill/>
            <a:ln w="38100">
              <a:solidFill>
                <a:schemeClr val="accent2"/>
              </a:solidFill>
              <a:round/>
              <a:headEnd/>
              <a:tailEnd/>
            </a:ln>
          </p:spPr>
          <p:txBody>
            <a:bodyPr/>
            <a:lstStyle/>
            <a:p>
              <a:endParaRPr lang="en-GB"/>
            </a:p>
          </p:txBody>
        </p:sp>
        <p:sp>
          <p:nvSpPr>
            <p:cNvPr id="11283" name="Line 18"/>
            <p:cNvSpPr>
              <a:spLocks noChangeShapeType="1"/>
            </p:cNvSpPr>
            <p:nvPr/>
          </p:nvSpPr>
          <p:spPr bwMode="auto">
            <a:xfrm>
              <a:off x="5088" y="2695"/>
              <a:ext cx="45" cy="62"/>
            </a:xfrm>
            <a:prstGeom prst="line">
              <a:avLst/>
            </a:prstGeom>
            <a:noFill/>
            <a:ln w="38100">
              <a:solidFill>
                <a:schemeClr val="accent2"/>
              </a:solidFill>
              <a:round/>
              <a:headEnd/>
              <a:tailEnd/>
            </a:ln>
          </p:spPr>
          <p:txBody>
            <a:bodyPr/>
            <a:lstStyle/>
            <a:p>
              <a:endParaRPr lang="en-GB"/>
            </a:p>
          </p:txBody>
        </p:sp>
        <p:sp>
          <p:nvSpPr>
            <p:cNvPr id="11284" name="Line 19"/>
            <p:cNvSpPr>
              <a:spLocks noChangeShapeType="1"/>
            </p:cNvSpPr>
            <p:nvPr/>
          </p:nvSpPr>
          <p:spPr bwMode="auto">
            <a:xfrm flipH="1" flipV="1">
              <a:off x="4666" y="2932"/>
              <a:ext cx="1" cy="164"/>
            </a:xfrm>
            <a:prstGeom prst="line">
              <a:avLst/>
            </a:prstGeom>
            <a:noFill/>
            <a:ln w="38100">
              <a:solidFill>
                <a:schemeClr val="accent2"/>
              </a:solidFill>
              <a:round/>
              <a:headEnd/>
              <a:tailEnd/>
            </a:ln>
          </p:spPr>
          <p:txBody>
            <a:bodyPr/>
            <a:lstStyle/>
            <a:p>
              <a:endParaRPr lang="en-GB"/>
            </a:p>
          </p:txBody>
        </p:sp>
        <p:sp>
          <p:nvSpPr>
            <p:cNvPr id="11285" name="Line 20"/>
            <p:cNvSpPr>
              <a:spLocks noChangeShapeType="1"/>
            </p:cNvSpPr>
            <p:nvPr/>
          </p:nvSpPr>
          <p:spPr bwMode="auto">
            <a:xfrm flipH="1" flipV="1">
              <a:off x="4969" y="1583"/>
              <a:ext cx="1" cy="165"/>
            </a:xfrm>
            <a:prstGeom prst="line">
              <a:avLst/>
            </a:prstGeom>
            <a:noFill/>
            <a:ln w="38100">
              <a:solidFill>
                <a:schemeClr val="accent2"/>
              </a:solidFill>
              <a:round/>
              <a:headEnd/>
              <a:tailEnd/>
            </a:ln>
          </p:spPr>
          <p:txBody>
            <a:bodyPr/>
            <a:lstStyle/>
            <a:p>
              <a:endParaRPr lang="en-GB"/>
            </a:p>
          </p:txBody>
        </p:sp>
        <p:sp>
          <p:nvSpPr>
            <p:cNvPr id="11286" name="Line 21"/>
            <p:cNvSpPr>
              <a:spLocks noChangeShapeType="1"/>
            </p:cNvSpPr>
            <p:nvPr/>
          </p:nvSpPr>
          <p:spPr bwMode="auto">
            <a:xfrm flipV="1">
              <a:off x="4840" y="1748"/>
              <a:ext cx="274" cy="0"/>
            </a:xfrm>
            <a:prstGeom prst="line">
              <a:avLst/>
            </a:prstGeom>
            <a:noFill/>
            <a:ln w="38100">
              <a:solidFill>
                <a:schemeClr val="accent2"/>
              </a:solidFill>
              <a:round/>
              <a:headEnd/>
              <a:tailEnd/>
            </a:ln>
          </p:spPr>
          <p:txBody>
            <a:bodyPr/>
            <a:lstStyle/>
            <a:p>
              <a:endParaRPr lang="en-GB"/>
            </a:p>
          </p:txBody>
        </p:sp>
        <p:sp>
          <p:nvSpPr>
            <p:cNvPr id="11287" name="Line 22"/>
            <p:cNvSpPr>
              <a:spLocks noChangeShapeType="1"/>
            </p:cNvSpPr>
            <p:nvPr/>
          </p:nvSpPr>
          <p:spPr bwMode="auto">
            <a:xfrm flipV="1">
              <a:off x="4361" y="1587"/>
              <a:ext cx="608" cy="0"/>
            </a:xfrm>
            <a:prstGeom prst="line">
              <a:avLst/>
            </a:prstGeom>
            <a:noFill/>
            <a:ln w="38100">
              <a:solidFill>
                <a:schemeClr val="accent2"/>
              </a:solidFill>
              <a:round/>
              <a:headEnd/>
              <a:tailEnd/>
            </a:ln>
          </p:spPr>
          <p:txBody>
            <a:bodyPr/>
            <a:lstStyle/>
            <a:p>
              <a:endParaRPr lang="en-GB"/>
            </a:p>
          </p:txBody>
        </p:sp>
        <p:sp>
          <p:nvSpPr>
            <p:cNvPr id="11288" name="Line 23"/>
            <p:cNvSpPr>
              <a:spLocks noChangeShapeType="1"/>
            </p:cNvSpPr>
            <p:nvPr/>
          </p:nvSpPr>
          <p:spPr bwMode="auto">
            <a:xfrm flipH="1" flipV="1">
              <a:off x="4360" y="2428"/>
              <a:ext cx="5" cy="673"/>
            </a:xfrm>
            <a:prstGeom prst="line">
              <a:avLst/>
            </a:prstGeom>
            <a:noFill/>
            <a:ln w="38100">
              <a:solidFill>
                <a:schemeClr val="accent2"/>
              </a:solidFill>
              <a:round/>
              <a:headEnd/>
              <a:tailEnd/>
            </a:ln>
          </p:spPr>
          <p:txBody>
            <a:bodyPr/>
            <a:lstStyle/>
            <a:p>
              <a:endParaRPr lang="en-GB"/>
            </a:p>
          </p:txBody>
        </p:sp>
        <p:sp>
          <p:nvSpPr>
            <p:cNvPr id="11289" name="Line 24"/>
            <p:cNvSpPr>
              <a:spLocks noChangeShapeType="1"/>
            </p:cNvSpPr>
            <p:nvPr/>
          </p:nvSpPr>
          <p:spPr bwMode="auto">
            <a:xfrm flipV="1">
              <a:off x="4358" y="3092"/>
              <a:ext cx="305" cy="8"/>
            </a:xfrm>
            <a:prstGeom prst="line">
              <a:avLst/>
            </a:prstGeom>
            <a:noFill/>
            <a:ln w="38100">
              <a:solidFill>
                <a:schemeClr val="accent2"/>
              </a:solidFill>
              <a:round/>
              <a:headEnd/>
              <a:tailEnd/>
            </a:ln>
          </p:spPr>
          <p:txBody>
            <a:bodyPr/>
            <a:lstStyle/>
            <a:p>
              <a:endParaRPr lang="en-GB"/>
            </a:p>
          </p:txBody>
        </p:sp>
        <p:grpSp>
          <p:nvGrpSpPr>
            <p:cNvPr id="3" name="Group 25"/>
            <p:cNvGrpSpPr>
              <a:grpSpLocks/>
            </p:cNvGrpSpPr>
            <p:nvPr/>
          </p:nvGrpSpPr>
          <p:grpSpPr bwMode="auto">
            <a:xfrm rot="5400000">
              <a:off x="4238" y="2244"/>
              <a:ext cx="242" cy="118"/>
              <a:chOff x="868" y="1755"/>
              <a:chExt cx="468" cy="253"/>
            </a:xfrm>
          </p:grpSpPr>
          <p:sp>
            <p:nvSpPr>
              <p:cNvPr id="11320" name="Line 26"/>
              <p:cNvSpPr>
                <a:spLocks noChangeShapeType="1"/>
              </p:cNvSpPr>
              <p:nvPr/>
            </p:nvSpPr>
            <p:spPr bwMode="auto">
              <a:xfrm flipH="1">
                <a:off x="868" y="1882"/>
                <a:ext cx="204" cy="2"/>
              </a:xfrm>
              <a:prstGeom prst="line">
                <a:avLst/>
              </a:prstGeom>
              <a:noFill/>
              <a:ln w="38100">
                <a:solidFill>
                  <a:schemeClr val="accent2"/>
                </a:solidFill>
                <a:round/>
                <a:headEnd/>
                <a:tailEnd/>
              </a:ln>
            </p:spPr>
            <p:txBody>
              <a:bodyPr/>
              <a:lstStyle/>
              <a:p>
                <a:endParaRPr lang="en-GB"/>
              </a:p>
            </p:txBody>
          </p:sp>
          <p:sp>
            <p:nvSpPr>
              <p:cNvPr id="11321" name="Line 27"/>
              <p:cNvSpPr>
                <a:spLocks noChangeShapeType="1"/>
              </p:cNvSpPr>
              <p:nvPr/>
            </p:nvSpPr>
            <p:spPr bwMode="auto">
              <a:xfrm flipH="1">
                <a:off x="1153" y="1885"/>
                <a:ext cx="183" cy="2"/>
              </a:xfrm>
              <a:prstGeom prst="line">
                <a:avLst/>
              </a:prstGeom>
              <a:noFill/>
              <a:ln w="38100">
                <a:solidFill>
                  <a:schemeClr val="accent2"/>
                </a:solidFill>
                <a:round/>
                <a:headEnd/>
                <a:tailEnd/>
              </a:ln>
            </p:spPr>
            <p:txBody>
              <a:bodyPr/>
              <a:lstStyle/>
              <a:p>
                <a:endParaRPr lang="en-GB"/>
              </a:p>
            </p:txBody>
          </p:sp>
          <p:sp>
            <p:nvSpPr>
              <p:cNvPr id="11322" name="Line 28"/>
              <p:cNvSpPr>
                <a:spLocks noChangeShapeType="1"/>
              </p:cNvSpPr>
              <p:nvPr/>
            </p:nvSpPr>
            <p:spPr bwMode="auto">
              <a:xfrm flipV="1">
                <a:off x="1150" y="1818"/>
                <a:ext cx="0" cy="132"/>
              </a:xfrm>
              <a:prstGeom prst="line">
                <a:avLst/>
              </a:prstGeom>
              <a:noFill/>
              <a:ln w="38100">
                <a:solidFill>
                  <a:schemeClr val="accent2"/>
                </a:solidFill>
                <a:round/>
                <a:headEnd/>
                <a:tailEnd/>
              </a:ln>
            </p:spPr>
            <p:txBody>
              <a:bodyPr/>
              <a:lstStyle/>
              <a:p>
                <a:endParaRPr lang="en-GB"/>
              </a:p>
            </p:txBody>
          </p:sp>
          <p:sp>
            <p:nvSpPr>
              <p:cNvPr id="11323" name="Line 29"/>
              <p:cNvSpPr>
                <a:spLocks noChangeShapeType="1"/>
              </p:cNvSpPr>
              <p:nvPr/>
            </p:nvSpPr>
            <p:spPr bwMode="auto">
              <a:xfrm flipV="1">
                <a:off x="1069" y="1755"/>
                <a:ext cx="0" cy="253"/>
              </a:xfrm>
              <a:prstGeom prst="line">
                <a:avLst/>
              </a:prstGeom>
              <a:noFill/>
              <a:ln w="38100">
                <a:solidFill>
                  <a:schemeClr val="accent2"/>
                </a:solidFill>
                <a:round/>
                <a:headEnd/>
                <a:tailEnd/>
              </a:ln>
            </p:spPr>
            <p:txBody>
              <a:bodyPr/>
              <a:lstStyle/>
              <a:p>
                <a:endParaRPr lang="en-GB"/>
              </a:p>
            </p:txBody>
          </p:sp>
        </p:grpSp>
        <p:sp>
          <p:nvSpPr>
            <p:cNvPr id="11291" name="Line 30"/>
            <p:cNvSpPr>
              <a:spLocks noChangeShapeType="1"/>
            </p:cNvSpPr>
            <p:nvPr/>
          </p:nvSpPr>
          <p:spPr bwMode="auto">
            <a:xfrm flipV="1">
              <a:off x="4358" y="1587"/>
              <a:ext cx="5" cy="627"/>
            </a:xfrm>
            <a:prstGeom prst="line">
              <a:avLst/>
            </a:prstGeom>
            <a:noFill/>
            <a:ln w="38100">
              <a:solidFill>
                <a:schemeClr val="accent2"/>
              </a:solidFill>
              <a:round/>
              <a:headEnd/>
              <a:tailEnd/>
            </a:ln>
          </p:spPr>
          <p:txBody>
            <a:bodyPr/>
            <a:lstStyle/>
            <a:p>
              <a:endParaRPr lang="en-GB"/>
            </a:p>
          </p:txBody>
        </p:sp>
        <p:sp>
          <p:nvSpPr>
            <p:cNvPr id="11292" name="AutoShape 31"/>
            <p:cNvSpPr>
              <a:spLocks noChangeArrowheads="1"/>
            </p:cNvSpPr>
            <p:nvPr/>
          </p:nvSpPr>
          <p:spPr bwMode="auto">
            <a:xfrm>
              <a:off x="4841" y="1940"/>
              <a:ext cx="236" cy="578"/>
            </a:xfrm>
            <a:prstGeom prst="upArrow">
              <a:avLst>
                <a:gd name="adj1" fmla="val 46639"/>
                <a:gd name="adj2" fmla="val 99894"/>
              </a:avLst>
            </a:prstGeom>
            <a:solidFill>
              <a:schemeClr val="hlink">
                <a:alpha val="70195"/>
              </a:schemeClr>
            </a:solidFill>
            <a:ln w="9525" algn="ctr">
              <a:noFill/>
              <a:miter lim="800000"/>
              <a:headEnd/>
              <a:tailEnd/>
            </a:ln>
          </p:spPr>
          <p:txBody>
            <a:bodyPr wrap="none" anchor="ctr"/>
            <a:lstStyle/>
            <a:p>
              <a:endParaRPr lang="en-US"/>
            </a:p>
          </p:txBody>
        </p:sp>
        <p:grpSp>
          <p:nvGrpSpPr>
            <p:cNvPr id="4" name="Group 32"/>
            <p:cNvGrpSpPr>
              <a:grpSpLocks/>
            </p:cNvGrpSpPr>
            <p:nvPr/>
          </p:nvGrpSpPr>
          <p:grpSpPr bwMode="auto">
            <a:xfrm>
              <a:off x="4896" y="1972"/>
              <a:ext cx="79" cy="65"/>
              <a:chOff x="635" y="2710"/>
              <a:chExt cx="303" cy="177"/>
            </a:xfrm>
          </p:grpSpPr>
          <p:sp>
            <p:nvSpPr>
              <p:cNvPr id="11318" name="Oval 33"/>
              <p:cNvSpPr>
                <a:spLocks noChangeArrowheads="1"/>
              </p:cNvSpPr>
              <p:nvPr/>
            </p:nvSpPr>
            <p:spPr bwMode="auto">
              <a:xfrm>
                <a:off x="635" y="2710"/>
                <a:ext cx="303" cy="177"/>
              </a:xfrm>
              <a:prstGeom prst="ellipse">
                <a:avLst/>
              </a:prstGeom>
              <a:solidFill>
                <a:schemeClr val="hlink"/>
              </a:solidFill>
              <a:ln w="9525" algn="ctr">
                <a:solidFill>
                  <a:schemeClr val="tx1"/>
                </a:solidFill>
                <a:round/>
                <a:headEnd/>
                <a:tailEnd/>
              </a:ln>
            </p:spPr>
            <p:txBody>
              <a:bodyPr wrap="none" anchor="ctr"/>
              <a:lstStyle/>
              <a:p>
                <a:endParaRPr lang="en-US"/>
              </a:p>
            </p:txBody>
          </p:sp>
          <p:sp>
            <p:nvSpPr>
              <p:cNvPr id="11319" name="Line 34"/>
              <p:cNvSpPr>
                <a:spLocks noChangeShapeType="1"/>
              </p:cNvSpPr>
              <p:nvPr/>
            </p:nvSpPr>
            <p:spPr bwMode="auto">
              <a:xfrm>
                <a:off x="702" y="2799"/>
                <a:ext cx="169" cy="0"/>
              </a:xfrm>
              <a:prstGeom prst="line">
                <a:avLst/>
              </a:prstGeom>
              <a:noFill/>
              <a:ln w="28575">
                <a:solidFill>
                  <a:schemeClr val="tx1"/>
                </a:solidFill>
                <a:round/>
                <a:headEnd/>
                <a:tailEnd/>
              </a:ln>
            </p:spPr>
            <p:txBody>
              <a:bodyPr/>
              <a:lstStyle/>
              <a:p>
                <a:endParaRPr lang="en-GB"/>
              </a:p>
            </p:txBody>
          </p:sp>
        </p:grpSp>
        <p:sp>
          <p:nvSpPr>
            <p:cNvPr id="11294" name="Line 35"/>
            <p:cNvSpPr>
              <a:spLocks noChangeShapeType="1"/>
            </p:cNvSpPr>
            <p:nvPr/>
          </p:nvSpPr>
          <p:spPr bwMode="auto">
            <a:xfrm flipH="1" flipV="1">
              <a:off x="4980" y="2396"/>
              <a:ext cx="0" cy="79"/>
            </a:xfrm>
            <a:prstGeom prst="line">
              <a:avLst/>
            </a:prstGeom>
            <a:noFill/>
            <a:ln w="57150">
              <a:solidFill>
                <a:schemeClr val="hlink"/>
              </a:solidFill>
              <a:round/>
              <a:headEnd/>
              <a:tailEnd type="triangle" w="med" len="med"/>
            </a:ln>
          </p:spPr>
          <p:txBody>
            <a:bodyPr/>
            <a:lstStyle/>
            <a:p>
              <a:endParaRPr lang="en-GB"/>
            </a:p>
          </p:txBody>
        </p:sp>
        <p:sp>
          <p:nvSpPr>
            <p:cNvPr id="11295" name="AutoShape 36"/>
            <p:cNvSpPr>
              <a:spLocks noChangeArrowheads="1"/>
            </p:cNvSpPr>
            <p:nvPr/>
          </p:nvSpPr>
          <p:spPr bwMode="auto">
            <a:xfrm>
              <a:off x="3973" y="1712"/>
              <a:ext cx="227" cy="504"/>
            </a:xfrm>
            <a:prstGeom prst="upArrow">
              <a:avLst>
                <a:gd name="adj1" fmla="val 49796"/>
                <a:gd name="adj2" fmla="val 90722"/>
              </a:avLst>
            </a:prstGeom>
            <a:solidFill>
              <a:srgbClr val="FF0066"/>
            </a:solidFill>
            <a:ln w="9525" algn="ctr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11296" name="Text Box 37"/>
            <p:cNvSpPr txBox="1">
              <a:spLocks noChangeArrowheads="1"/>
            </p:cNvSpPr>
            <p:nvPr/>
          </p:nvSpPr>
          <p:spPr bwMode="auto">
            <a:xfrm>
              <a:off x="3747" y="2256"/>
              <a:ext cx="625" cy="458"/>
            </a:xfrm>
            <a:prstGeom prst="rect">
              <a:avLst/>
            </a:prstGeom>
            <a:noFill/>
            <a:ln w="9525" algn="ctr">
              <a:noFill/>
              <a:miter lim="800000"/>
              <a:headEnd/>
              <a:tailEnd/>
            </a:ln>
          </p:spPr>
          <p:txBody>
            <a:bodyPr wrap="square">
              <a:spAutoFit/>
            </a:bodyPr>
            <a:lstStyle/>
            <a:p>
              <a:pPr algn="ctr"/>
              <a:r>
                <a:rPr lang="en-GB" b="0"/>
                <a:t>current flow</a:t>
              </a:r>
            </a:p>
            <a:p>
              <a:pPr algn="ctr"/>
              <a:endParaRPr lang="en-GB" sz="1400" b="0"/>
            </a:p>
          </p:txBody>
        </p:sp>
        <p:grpSp>
          <p:nvGrpSpPr>
            <p:cNvPr id="5" name="Group 38"/>
            <p:cNvGrpSpPr>
              <a:grpSpLocks/>
            </p:cNvGrpSpPr>
            <p:nvPr/>
          </p:nvGrpSpPr>
          <p:grpSpPr bwMode="auto">
            <a:xfrm>
              <a:off x="4935" y="1847"/>
              <a:ext cx="80" cy="65"/>
              <a:chOff x="635" y="2710"/>
              <a:chExt cx="303" cy="177"/>
            </a:xfrm>
          </p:grpSpPr>
          <p:sp>
            <p:nvSpPr>
              <p:cNvPr id="11316" name="Oval 39"/>
              <p:cNvSpPr>
                <a:spLocks noChangeArrowheads="1"/>
              </p:cNvSpPr>
              <p:nvPr/>
            </p:nvSpPr>
            <p:spPr bwMode="auto">
              <a:xfrm>
                <a:off x="635" y="2710"/>
                <a:ext cx="303" cy="177"/>
              </a:xfrm>
              <a:prstGeom prst="ellipse">
                <a:avLst/>
              </a:prstGeom>
              <a:solidFill>
                <a:schemeClr val="hlink"/>
              </a:solidFill>
              <a:ln w="9525" algn="ctr">
                <a:solidFill>
                  <a:schemeClr val="tx1"/>
                </a:solidFill>
                <a:round/>
                <a:headEnd/>
                <a:tailEnd/>
              </a:ln>
            </p:spPr>
            <p:txBody>
              <a:bodyPr wrap="none" anchor="ctr"/>
              <a:lstStyle/>
              <a:p>
                <a:endParaRPr lang="en-US"/>
              </a:p>
            </p:txBody>
          </p:sp>
          <p:sp>
            <p:nvSpPr>
              <p:cNvPr id="11317" name="Line 40"/>
              <p:cNvSpPr>
                <a:spLocks noChangeShapeType="1"/>
              </p:cNvSpPr>
              <p:nvPr/>
            </p:nvSpPr>
            <p:spPr bwMode="auto">
              <a:xfrm>
                <a:off x="702" y="2799"/>
                <a:ext cx="169" cy="0"/>
              </a:xfrm>
              <a:prstGeom prst="line">
                <a:avLst/>
              </a:prstGeom>
              <a:noFill/>
              <a:ln w="28575">
                <a:solidFill>
                  <a:schemeClr val="tx1"/>
                </a:solidFill>
                <a:round/>
                <a:headEnd/>
                <a:tailEnd/>
              </a:ln>
            </p:spPr>
            <p:txBody>
              <a:bodyPr/>
              <a:lstStyle/>
              <a:p>
                <a:endParaRPr lang="en-GB"/>
              </a:p>
            </p:txBody>
          </p:sp>
        </p:grpSp>
        <p:grpSp>
          <p:nvGrpSpPr>
            <p:cNvPr id="6" name="Group 41"/>
            <p:cNvGrpSpPr>
              <a:grpSpLocks/>
            </p:cNvGrpSpPr>
            <p:nvPr/>
          </p:nvGrpSpPr>
          <p:grpSpPr bwMode="auto">
            <a:xfrm>
              <a:off x="4932" y="2162"/>
              <a:ext cx="79" cy="65"/>
              <a:chOff x="635" y="2710"/>
              <a:chExt cx="303" cy="177"/>
            </a:xfrm>
          </p:grpSpPr>
          <p:sp>
            <p:nvSpPr>
              <p:cNvPr id="11314" name="Oval 42"/>
              <p:cNvSpPr>
                <a:spLocks noChangeArrowheads="1"/>
              </p:cNvSpPr>
              <p:nvPr/>
            </p:nvSpPr>
            <p:spPr bwMode="auto">
              <a:xfrm>
                <a:off x="635" y="2710"/>
                <a:ext cx="303" cy="177"/>
              </a:xfrm>
              <a:prstGeom prst="ellipse">
                <a:avLst/>
              </a:prstGeom>
              <a:solidFill>
                <a:schemeClr val="hlink"/>
              </a:solidFill>
              <a:ln w="9525" algn="ctr">
                <a:solidFill>
                  <a:schemeClr val="tx1"/>
                </a:solidFill>
                <a:round/>
                <a:headEnd/>
                <a:tailEnd/>
              </a:ln>
            </p:spPr>
            <p:txBody>
              <a:bodyPr wrap="none" anchor="ctr"/>
              <a:lstStyle/>
              <a:p>
                <a:endParaRPr lang="en-US"/>
              </a:p>
            </p:txBody>
          </p:sp>
          <p:sp>
            <p:nvSpPr>
              <p:cNvPr id="11315" name="Line 43"/>
              <p:cNvSpPr>
                <a:spLocks noChangeShapeType="1"/>
              </p:cNvSpPr>
              <p:nvPr/>
            </p:nvSpPr>
            <p:spPr bwMode="auto">
              <a:xfrm>
                <a:off x="702" y="2799"/>
                <a:ext cx="169" cy="0"/>
              </a:xfrm>
              <a:prstGeom prst="line">
                <a:avLst/>
              </a:prstGeom>
              <a:noFill/>
              <a:ln w="28575">
                <a:solidFill>
                  <a:schemeClr val="tx1"/>
                </a:solidFill>
                <a:round/>
                <a:headEnd/>
                <a:tailEnd/>
              </a:ln>
            </p:spPr>
            <p:txBody>
              <a:bodyPr/>
              <a:lstStyle/>
              <a:p>
                <a:endParaRPr lang="en-GB"/>
              </a:p>
            </p:txBody>
          </p:sp>
        </p:grpSp>
        <p:grpSp>
          <p:nvGrpSpPr>
            <p:cNvPr id="7" name="Group 44"/>
            <p:cNvGrpSpPr>
              <a:grpSpLocks/>
            </p:cNvGrpSpPr>
            <p:nvPr/>
          </p:nvGrpSpPr>
          <p:grpSpPr bwMode="auto">
            <a:xfrm>
              <a:off x="4953" y="2312"/>
              <a:ext cx="80" cy="64"/>
              <a:chOff x="635" y="2710"/>
              <a:chExt cx="303" cy="177"/>
            </a:xfrm>
          </p:grpSpPr>
          <p:sp>
            <p:nvSpPr>
              <p:cNvPr id="11312" name="Oval 45"/>
              <p:cNvSpPr>
                <a:spLocks noChangeArrowheads="1"/>
              </p:cNvSpPr>
              <p:nvPr/>
            </p:nvSpPr>
            <p:spPr bwMode="auto">
              <a:xfrm>
                <a:off x="635" y="2710"/>
                <a:ext cx="303" cy="177"/>
              </a:xfrm>
              <a:prstGeom prst="ellipse">
                <a:avLst/>
              </a:prstGeom>
              <a:solidFill>
                <a:schemeClr val="hlink"/>
              </a:solidFill>
              <a:ln w="9525" algn="ctr">
                <a:solidFill>
                  <a:schemeClr val="tx1"/>
                </a:solidFill>
                <a:round/>
                <a:headEnd/>
                <a:tailEnd/>
              </a:ln>
            </p:spPr>
            <p:txBody>
              <a:bodyPr wrap="none" anchor="ctr"/>
              <a:lstStyle/>
              <a:p>
                <a:endParaRPr lang="en-US"/>
              </a:p>
            </p:txBody>
          </p:sp>
          <p:sp>
            <p:nvSpPr>
              <p:cNvPr id="11313" name="Line 46"/>
              <p:cNvSpPr>
                <a:spLocks noChangeShapeType="1"/>
              </p:cNvSpPr>
              <p:nvPr/>
            </p:nvSpPr>
            <p:spPr bwMode="auto">
              <a:xfrm>
                <a:off x="702" y="2799"/>
                <a:ext cx="169" cy="0"/>
              </a:xfrm>
              <a:prstGeom prst="line">
                <a:avLst/>
              </a:prstGeom>
              <a:noFill/>
              <a:ln w="28575">
                <a:solidFill>
                  <a:schemeClr val="tx1"/>
                </a:solidFill>
                <a:round/>
                <a:headEnd/>
                <a:tailEnd/>
              </a:ln>
            </p:spPr>
            <p:txBody>
              <a:bodyPr/>
              <a:lstStyle/>
              <a:p>
                <a:endParaRPr lang="en-GB"/>
              </a:p>
            </p:txBody>
          </p:sp>
        </p:grpSp>
        <p:grpSp>
          <p:nvGrpSpPr>
            <p:cNvPr id="8" name="Group 47"/>
            <p:cNvGrpSpPr>
              <a:grpSpLocks/>
            </p:cNvGrpSpPr>
            <p:nvPr/>
          </p:nvGrpSpPr>
          <p:grpSpPr bwMode="auto">
            <a:xfrm>
              <a:off x="4831" y="2556"/>
              <a:ext cx="79" cy="64"/>
              <a:chOff x="635" y="2710"/>
              <a:chExt cx="303" cy="177"/>
            </a:xfrm>
          </p:grpSpPr>
          <p:sp>
            <p:nvSpPr>
              <p:cNvPr id="11310" name="Oval 48"/>
              <p:cNvSpPr>
                <a:spLocks noChangeArrowheads="1"/>
              </p:cNvSpPr>
              <p:nvPr/>
            </p:nvSpPr>
            <p:spPr bwMode="auto">
              <a:xfrm>
                <a:off x="635" y="2710"/>
                <a:ext cx="303" cy="177"/>
              </a:xfrm>
              <a:prstGeom prst="ellipse">
                <a:avLst/>
              </a:prstGeom>
              <a:solidFill>
                <a:schemeClr val="hlink"/>
              </a:solidFill>
              <a:ln w="9525" algn="ctr">
                <a:solidFill>
                  <a:schemeClr val="tx1"/>
                </a:solidFill>
                <a:round/>
                <a:headEnd/>
                <a:tailEnd/>
              </a:ln>
            </p:spPr>
            <p:txBody>
              <a:bodyPr wrap="none" anchor="ctr"/>
              <a:lstStyle/>
              <a:p>
                <a:endParaRPr lang="en-US"/>
              </a:p>
            </p:txBody>
          </p:sp>
          <p:sp>
            <p:nvSpPr>
              <p:cNvPr id="11311" name="Line 49"/>
              <p:cNvSpPr>
                <a:spLocks noChangeShapeType="1"/>
              </p:cNvSpPr>
              <p:nvPr/>
            </p:nvSpPr>
            <p:spPr bwMode="auto">
              <a:xfrm>
                <a:off x="702" y="2799"/>
                <a:ext cx="169" cy="0"/>
              </a:xfrm>
              <a:prstGeom prst="line">
                <a:avLst/>
              </a:prstGeom>
              <a:noFill/>
              <a:ln w="28575">
                <a:solidFill>
                  <a:schemeClr val="tx1"/>
                </a:solidFill>
                <a:round/>
                <a:headEnd/>
                <a:tailEnd/>
              </a:ln>
            </p:spPr>
            <p:txBody>
              <a:bodyPr/>
              <a:lstStyle/>
              <a:p>
                <a:endParaRPr lang="en-GB"/>
              </a:p>
            </p:txBody>
          </p:sp>
        </p:grpSp>
        <p:grpSp>
          <p:nvGrpSpPr>
            <p:cNvPr id="9" name="Group 50"/>
            <p:cNvGrpSpPr>
              <a:grpSpLocks/>
            </p:cNvGrpSpPr>
            <p:nvPr/>
          </p:nvGrpSpPr>
          <p:grpSpPr bwMode="auto">
            <a:xfrm>
              <a:off x="4915" y="2586"/>
              <a:ext cx="79" cy="65"/>
              <a:chOff x="635" y="2710"/>
              <a:chExt cx="303" cy="177"/>
            </a:xfrm>
          </p:grpSpPr>
          <p:sp>
            <p:nvSpPr>
              <p:cNvPr id="11308" name="Oval 51"/>
              <p:cNvSpPr>
                <a:spLocks noChangeArrowheads="1"/>
              </p:cNvSpPr>
              <p:nvPr/>
            </p:nvSpPr>
            <p:spPr bwMode="auto">
              <a:xfrm>
                <a:off x="635" y="2710"/>
                <a:ext cx="303" cy="177"/>
              </a:xfrm>
              <a:prstGeom prst="ellipse">
                <a:avLst/>
              </a:prstGeom>
              <a:solidFill>
                <a:schemeClr val="hlink"/>
              </a:solidFill>
              <a:ln w="9525" algn="ctr">
                <a:solidFill>
                  <a:schemeClr val="tx1"/>
                </a:solidFill>
                <a:round/>
                <a:headEnd/>
                <a:tailEnd/>
              </a:ln>
            </p:spPr>
            <p:txBody>
              <a:bodyPr wrap="none" anchor="ctr"/>
              <a:lstStyle/>
              <a:p>
                <a:endParaRPr lang="en-US"/>
              </a:p>
            </p:txBody>
          </p:sp>
          <p:sp>
            <p:nvSpPr>
              <p:cNvPr id="11309" name="Line 52"/>
              <p:cNvSpPr>
                <a:spLocks noChangeShapeType="1"/>
              </p:cNvSpPr>
              <p:nvPr/>
            </p:nvSpPr>
            <p:spPr bwMode="auto">
              <a:xfrm>
                <a:off x="702" y="2799"/>
                <a:ext cx="169" cy="0"/>
              </a:xfrm>
              <a:prstGeom prst="line">
                <a:avLst/>
              </a:prstGeom>
              <a:noFill/>
              <a:ln w="28575">
                <a:solidFill>
                  <a:schemeClr val="tx1"/>
                </a:solidFill>
                <a:round/>
                <a:headEnd/>
                <a:tailEnd/>
              </a:ln>
            </p:spPr>
            <p:txBody>
              <a:bodyPr/>
              <a:lstStyle/>
              <a:p>
                <a:endParaRPr lang="en-GB"/>
              </a:p>
            </p:txBody>
          </p:sp>
        </p:grpSp>
        <p:grpSp>
          <p:nvGrpSpPr>
            <p:cNvPr id="10" name="Group 53"/>
            <p:cNvGrpSpPr>
              <a:grpSpLocks/>
            </p:cNvGrpSpPr>
            <p:nvPr/>
          </p:nvGrpSpPr>
          <p:grpSpPr bwMode="auto">
            <a:xfrm>
              <a:off x="4969" y="2502"/>
              <a:ext cx="80" cy="65"/>
              <a:chOff x="635" y="2710"/>
              <a:chExt cx="303" cy="177"/>
            </a:xfrm>
          </p:grpSpPr>
          <p:sp>
            <p:nvSpPr>
              <p:cNvPr id="11306" name="Oval 54"/>
              <p:cNvSpPr>
                <a:spLocks noChangeArrowheads="1"/>
              </p:cNvSpPr>
              <p:nvPr/>
            </p:nvSpPr>
            <p:spPr bwMode="auto">
              <a:xfrm>
                <a:off x="635" y="2710"/>
                <a:ext cx="303" cy="177"/>
              </a:xfrm>
              <a:prstGeom prst="ellipse">
                <a:avLst/>
              </a:prstGeom>
              <a:solidFill>
                <a:schemeClr val="hlink"/>
              </a:solidFill>
              <a:ln w="9525" algn="ctr">
                <a:solidFill>
                  <a:schemeClr val="tx1"/>
                </a:solidFill>
                <a:round/>
                <a:headEnd/>
                <a:tailEnd/>
              </a:ln>
            </p:spPr>
            <p:txBody>
              <a:bodyPr wrap="none" anchor="ctr"/>
              <a:lstStyle/>
              <a:p>
                <a:endParaRPr lang="en-US"/>
              </a:p>
            </p:txBody>
          </p:sp>
          <p:sp>
            <p:nvSpPr>
              <p:cNvPr id="11307" name="Line 55"/>
              <p:cNvSpPr>
                <a:spLocks noChangeShapeType="1"/>
              </p:cNvSpPr>
              <p:nvPr/>
            </p:nvSpPr>
            <p:spPr bwMode="auto">
              <a:xfrm>
                <a:off x="702" y="2799"/>
                <a:ext cx="169" cy="0"/>
              </a:xfrm>
              <a:prstGeom prst="line">
                <a:avLst/>
              </a:prstGeom>
              <a:noFill/>
              <a:ln w="28575">
                <a:solidFill>
                  <a:schemeClr val="tx1"/>
                </a:solidFill>
                <a:round/>
                <a:headEnd/>
                <a:tailEnd/>
              </a:ln>
            </p:spPr>
            <p:txBody>
              <a:bodyPr/>
              <a:lstStyle/>
              <a:p>
                <a:endParaRPr lang="en-GB"/>
              </a:p>
            </p:txBody>
          </p:sp>
        </p:grpSp>
        <p:grpSp>
          <p:nvGrpSpPr>
            <p:cNvPr id="11" name="Group 56"/>
            <p:cNvGrpSpPr>
              <a:grpSpLocks/>
            </p:cNvGrpSpPr>
            <p:nvPr/>
          </p:nvGrpSpPr>
          <p:grpSpPr bwMode="auto">
            <a:xfrm>
              <a:off x="5036" y="2591"/>
              <a:ext cx="79" cy="65"/>
              <a:chOff x="635" y="2710"/>
              <a:chExt cx="303" cy="177"/>
            </a:xfrm>
          </p:grpSpPr>
          <p:sp>
            <p:nvSpPr>
              <p:cNvPr id="11304" name="Oval 57"/>
              <p:cNvSpPr>
                <a:spLocks noChangeArrowheads="1"/>
              </p:cNvSpPr>
              <p:nvPr/>
            </p:nvSpPr>
            <p:spPr bwMode="auto">
              <a:xfrm>
                <a:off x="635" y="2710"/>
                <a:ext cx="303" cy="177"/>
              </a:xfrm>
              <a:prstGeom prst="ellipse">
                <a:avLst/>
              </a:prstGeom>
              <a:solidFill>
                <a:schemeClr val="hlink"/>
              </a:solidFill>
              <a:ln w="9525" algn="ctr">
                <a:solidFill>
                  <a:schemeClr val="tx1"/>
                </a:solidFill>
                <a:round/>
                <a:headEnd/>
                <a:tailEnd/>
              </a:ln>
            </p:spPr>
            <p:txBody>
              <a:bodyPr wrap="none" anchor="ctr"/>
              <a:lstStyle/>
              <a:p>
                <a:endParaRPr lang="en-US"/>
              </a:p>
            </p:txBody>
          </p:sp>
          <p:sp>
            <p:nvSpPr>
              <p:cNvPr id="11305" name="Line 58"/>
              <p:cNvSpPr>
                <a:spLocks noChangeShapeType="1"/>
              </p:cNvSpPr>
              <p:nvPr/>
            </p:nvSpPr>
            <p:spPr bwMode="auto">
              <a:xfrm>
                <a:off x="702" y="2799"/>
                <a:ext cx="169" cy="0"/>
              </a:xfrm>
              <a:prstGeom prst="line">
                <a:avLst/>
              </a:prstGeom>
              <a:noFill/>
              <a:ln w="28575">
                <a:solidFill>
                  <a:schemeClr val="tx1"/>
                </a:solidFill>
                <a:round/>
                <a:headEnd/>
                <a:tailEnd/>
              </a:ln>
            </p:spPr>
            <p:txBody>
              <a:bodyPr/>
              <a:lstStyle/>
              <a:p>
                <a:endParaRPr lang="en-GB"/>
              </a:p>
            </p:txBody>
          </p:sp>
        </p:grpSp>
      </p:grpSp>
      <p:sp>
        <p:nvSpPr>
          <p:cNvPr id="11268" name="Text Box 60"/>
          <p:cNvSpPr txBox="1">
            <a:spLocks noChangeArrowheads="1"/>
          </p:cNvSpPr>
          <p:nvPr/>
        </p:nvSpPr>
        <p:spPr bwMode="auto">
          <a:xfrm>
            <a:off x="395288" y="331788"/>
            <a:ext cx="2430462" cy="457200"/>
          </a:xfrm>
          <a:prstGeom prst="rect">
            <a:avLst/>
          </a:prstGeom>
          <a:noFill/>
          <a:ln w="9525" algn="ctr">
            <a:noFill/>
            <a:miter lim="800000"/>
            <a:headEnd/>
            <a:tailEnd/>
          </a:ln>
        </p:spPr>
        <p:txBody>
          <a:bodyPr wrap="none">
            <a:spAutoFit/>
          </a:bodyPr>
          <a:lstStyle/>
          <a:p>
            <a:r>
              <a:rPr lang="en-GB" sz="2400" b="1" dirty="0"/>
              <a:t>Noise - Causes</a:t>
            </a:r>
          </a:p>
        </p:txBody>
      </p:sp>
      <p:sp>
        <p:nvSpPr>
          <p:cNvPr id="11269" name="Rectangle 61"/>
          <p:cNvSpPr>
            <a:spLocks noChangeArrowheads="1"/>
          </p:cNvSpPr>
          <p:nvPr/>
        </p:nvSpPr>
        <p:spPr bwMode="auto">
          <a:xfrm>
            <a:off x="400096" y="4098976"/>
            <a:ext cx="4765675" cy="1852815"/>
          </a:xfrm>
          <a:prstGeom prst="rect">
            <a:avLst/>
          </a:prstGeom>
          <a:noFill/>
          <a:ln w="9525" algn="ctr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pPr marL="182563" indent="-182563">
              <a:lnSpc>
                <a:spcPct val="120000"/>
              </a:lnSpc>
            </a:pPr>
            <a:r>
              <a:rPr lang="en-GB" b="1" dirty="0"/>
              <a:t>THERMAL NOISE (JOHNSON–NYQUIST NOISE)</a:t>
            </a:r>
          </a:p>
          <a:p>
            <a:pPr marL="182563" indent="-182563">
              <a:lnSpc>
                <a:spcPct val="120000"/>
              </a:lnSpc>
              <a:buFontTx/>
              <a:buChar char="•"/>
            </a:pPr>
            <a:r>
              <a:rPr lang="en-GB" b="0" dirty="0"/>
              <a:t>thermal effects agitating the electrons in a circuit</a:t>
            </a:r>
          </a:p>
          <a:p>
            <a:pPr marL="182563" indent="-182563">
              <a:lnSpc>
                <a:spcPct val="120000"/>
              </a:lnSpc>
              <a:buFontTx/>
              <a:buChar char="•"/>
            </a:pPr>
            <a:r>
              <a:rPr lang="en-GB" b="0" dirty="0"/>
              <a:t>increases with temperature</a:t>
            </a:r>
          </a:p>
          <a:p>
            <a:pPr marL="538163" lvl="1" indent="-176213">
              <a:lnSpc>
                <a:spcPct val="120000"/>
              </a:lnSpc>
              <a:buFontTx/>
              <a:buChar char="•"/>
            </a:pPr>
            <a:r>
              <a:rPr lang="en-GB" b="0" dirty="0"/>
              <a:t>i.e. </a:t>
            </a:r>
            <a:r>
              <a:rPr lang="en-GB" b="0" i="1" dirty="0"/>
              <a:t>kinetic energy </a:t>
            </a:r>
            <a:r>
              <a:rPr lang="en-GB" b="0" dirty="0"/>
              <a:t>of molecules of the crystal lattice of semiconductor </a:t>
            </a:r>
            <a:endParaRPr lang="en-GB" sz="2400" dirty="0"/>
          </a:p>
        </p:txBody>
      </p:sp>
      <p:pic>
        <p:nvPicPr>
          <p:cNvPr id="11270" name="Picture 62"/>
          <p:cNvPicPr>
            <a:picLocks noChangeAspect="1" noChangeArrowheads="1"/>
          </p:cNvPicPr>
          <p:nvPr/>
        </p:nvPicPr>
        <p:blipFill>
          <a:blip r:embed="rId3" cstate="print"/>
          <a:srcRect/>
          <a:stretch>
            <a:fillRect/>
          </a:stretch>
        </p:blipFill>
        <p:spPr bwMode="auto">
          <a:xfrm>
            <a:off x="5108518" y="3989388"/>
            <a:ext cx="3975100" cy="2324100"/>
          </a:xfrm>
          <a:prstGeom prst="rect">
            <a:avLst/>
          </a:prstGeom>
          <a:noFill/>
          <a:ln w="9525" algn="ctr">
            <a:noFill/>
            <a:miter lim="800000"/>
            <a:headEnd/>
            <a:tailEnd/>
          </a:ln>
        </p:spPr>
      </p:pic>
      <p:sp>
        <p:nvSpPr>
          <p:cNvPr id="15" name="Rounded Rectangle 14"/>
          <p:cNvSpPr/>
          <p:nvPr/>
        </p:nvSpPr>
        <p:spPr bwMode="auto">
          <a:xfrm>
            <a:off x="6217699" y="4088921"/>
            <a:ext cx="2788278" cy="966158"/>
          </a:xfrm>
          <a:prstGeom prst="roundRect">
            <a:avLst/>
          </a:prstGeom>
          <a:solidFill>
            <a:srgbClr val="D2D2F4">
              <a:alpha val="36078"/>
            </a:srgbClr>
          </a:solidFill>
          <a:ln w="9525" cap="flat" cmpd="sng" algn="ctr">
            <a:solidFill>
              <a:schemeClr val="accent6">
                <a:lumMod val="40000"/>
                <a:lumOff val="60000"/>
              </a:schemeClr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GB" sz="16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Lucida Sans Unicode" pitchFamily="34" charset="0"/>
            </a:endParaRPr>
          </a:p>
        </p:txBody>
      </p:sp>
      <p:sp>
        <p:nvSpPr>
          <p:cNvPr id="64" name="Rounded Rectangle 63"/>
          <p:cNvSpPr/>
          <p:nvPr/>
        </p:nvSpPr>
        <p:spPr bwMode="auto">
          <a:xfrm>
            <a:off x="6217699" y="5081293"/>
            <a:ext cx="2788278" cy="966158"/>
          </a:xfrm>
          <a:prstGeom prst="roundRect">
            <a:avLst/>
          </a:prstGeom>
          <a:solidFill>
            <a:srgbClr val="FFC000">
              <a:alpha val="36078"/>
            </a:srgbClr>
          </a:solidFill>
          <a:ln w="9525" cap="flat" cmpd="sng" algn="ctr">
            <a:solidFill>
              <a:srgbClr val="FFC000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GB" sz="16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Lucida Sans Unicode" pitchFamily="34" charset="0"/>
            </a:endParaRPr>
          </a:p>
        </p:txBody>
      </p:sp>
      <p:grpSp>
        <p:nvGrpSpPr>
          <p:cNvPr id="21" name="Group 20">
            <a:extLst>
              <a:ext uri="{FF2B5EF4-FFF2-40B4-BE49-F238E27FC236}">
                <a16:creationId xmlns:a16="http://schemas.microsoft.com/office/drawing/2014/main" id="{6BCC708F-AFCE-4D3E-A9CC-F21A0C3786F2}"/>
              </a:ext>
            </a:extLst>
          </p:cNvPr>
          <p:cNvGrpSpPr/>
          <p:nvPr/>
        </p:nvGrpSpPr>
        <p:grpSpPr>
          <a:xfrm>
            <a:off x="741263" y="2673730"/>
            <a:ext cx="6007155" cy="1091802"/>
            <a:chOff x="418157" y="2680958"/>
            <a:chExt cx="6007155" cy="1091802"/>
          </a:xfrm>
        </p:grpSpPr>
        <p:pic>
          <p:nvPicPr>
            <p:cNvPr id="65" name="Picture 23">
              <a:extLst>
                <a:ext uri="{FF2B5EF4-FFF2-40B4-BE49-F238E27FC236}">
                  <a16:creationId xmlns:a16="http://schemas.microsoft.com/office/drawing/2014/main" id="{C8A473C1-8C53-4E0D-A982-00FFDBCCD888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4" cstate="print"/>
            <a:srcRect/>
            <a:stretch>
              <a:fillRect/>
            </a:stretch>
          </p:blipFill>
          <p:spPr bwMode="auto">
            <a:xfrm>
              <a:off x="3920071" y="2680958"/>
              <a:ext cx="2505241" cy="1091802"/>
            </a:xfrm>
            <a:prstGeom prst="rect">
              <a:avLst/>
            </a:prstGeom>
            <a:noFill/>
            <a:ln w="9525" algn="ctr">
              <a:noFill/>
              <a:miter lim="800000"/>
              <a:headEnd/>
              <a:tailEnd/>
            </a:ln>
          </p:spPr>
        </p:pic>
        <p:sp>
          <p:nvSpPr>
            <p:cNvPr id="13" name="TextBox 12">
              <a:extLst>
                <a:ext uri="{FF2B5EF4-FFF2-40B4-BE49-F238E27FC236}">
                  <a16:creationId xmlns:a16="http://schemas.microsoft.com/office/drawing/2014/main" id="{BA862C9D-F02B-4EFA-97BC-E936B5832EA4}"/>
                </a:ext>
              </a:extLst>
            </p:cNvPr>
            <p:cNvSpPr txBox="1"/>
            <p:nvPr/>
          </p:nvSpPr>
          <p:spPr>
            <a:xfrm>
              <a:off x="5479081" y="3479755"/>
              <a:ext cx="473206" cy="253916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GB" sz="1050" i="1">
                  <a:solidFill>
                    <a:srgbClr val="FF0000"/>
                  </a:solidFill>
                </a:rPr>
                <a:t>time</a:t>
              </a:r>
            </a:p>
          </p:txBody>
        </p:sp>
        <p:cxnSp>
          <p:nvCxnSpPr>
            <p:cNvPr id="16" name="Straight Arrow Connector 15">
              <a:extLst>
                <a:ext uri="{FF2B5EF4-FFF2-40B4-BE49-F238E27FC236}">
                  <a16:creationId xmlns:a16="http://schemas.microsoft.com/office/drawing/2014/main" id="{8798C8BB-1278-4AA9-A7DE-18441BE0CF66}"/>
                </a:ext>
              </a:extLst>
            </p:cNvPr>
            <p:cNvCxnSpPr>
              <a:cxnSpLocks/>
              <a:stCxn id="13" idx="3"/>
            </p:cNvCxnSpPr>
            <p:nvPr/>
          </p:nvCxnSpPr>
          <p:spPr bwMode="auto">
            <a:xfrm>
              <a:off x="5952287" y="3606713"/>
              <a:ext cx="326715" cy="1283"/>
            </a:xfrm>
            <a:prstGeom prst="straightConnector1">
              <a:avLst/>
            </a:prstGeom>
            <a:solidFill>
              <a:schemeClr val="accent1"/>
            </a:solidFill>
            <a:ln w="28575" cap="flat" cmpd="sng" algn="ctr">
              <a:solidFill>
                <a:srgbClr val="C00000"/>
              </a:solidFill>
              <a:prstDash val="solid"/>
              <a:round/>
              <a:headEnd type="none" w="med" len="med"/>
              <a:tailEnd type="triangle"/>
            </a:ln>
            <a:effectLst/>
          </p:spPr>
        </p:cxnSp>
        <p:sp>
          <p:nvSpPr>
            <p:cNvPr id="69" name="TextBox 68">
              <a:extLst>
                <a:ext uri="{FF2B5EF4-FFF2-40B4-BE49-F238E27FC236}">
                  <a16:creationId xmlns:a16="http://schemas.microsoft.com/office/drawing/2014/main" id="{734DA296-FC72-41A7-9CFE-92442893CA27}"/>
                </a:ext>
              </a:extLst>
            </p:cNvPr>
            <p:cNvSpPr txBox="1"/>
            <p:nvPr/>
          </p:nvSpPr>
          <p:spPr>
            <a:xfrm>
              <a:off x="3931656" y="3457324"/>
              <a:ext cx="1201237" cy="230832"/>
            </a:xfrm>
            <a:prstGeom prst="rect">
              <a:avLst/>
            </a:prstGeom>
            <a:solidFill>
              <a:schemeClr val="bg1"/>
            </a:solidFill>
          </p:spPr>
          <p:txBody>
            <a:bodyPr wrap="square" rtlCol="0">
              <a:spAutoFit/>
            </a:bodyPr>
            <a:lstStyle/>
            <a:p>
              <a:r>
                <a:rPr lang="en-GB" sz="900" i="1">
                  <a:solidFill>
                    <a:srgbClr val="FF0000"/>
                  </a:solidFill>
                </a:rPr>
                <a:t>noise voltage</a:t>
              </a:r>
            </a:p>
          </p:txBody>
        </p:sp>
        <p:cxnSp>
          <p:nvCxnSpPr>
            <p:cNvPr id="70" name="Straight Arrow Connector 69">
              <a:extLst>
                <a:ext uri="{FF2B5EF4-FFF2-40B4-BE49-F238E27FC236}">
                  <a16:creationId xmlns:a16="http://schemas.microsoft.com/office/drawing/2014/main" id="{660D2299-F10B-454D-9916-50D9DEDDC4F4}"/>
                </a:ext>
              </a:extLst>
            </p:cNvPr>
            <p:cNvCxnSpPr>
              <a:cxnSpLocks/>
            </p:cNvCxnSpPr>
            <p:nvPr/>
          </p:nvCxnSpPr>
          <p:spPr bwMode="auto">
            <a:xfrm flipH="1" flipV="1">
              <a:off x="4067291" y="2764925"/>
              <a:ext cx="4140" cy="724543"/>
            </a:xfrm>
            <a:prstGeom prst="straightConnector1">
              <a:avLst/>
            </a:prstGeom>
            <a:solidFill>
              <a:schemeClr val="accent1"/>
            </a:solidFill>
            <a:ln w="28575" cap="flat" cmpd="sng" algn="ctr">
              <a:solidFill>
                <a:srgbClr val="C00000"/>
              </a:solidFill>
              <a:prstDash val="solid"/>
              <a:round/>
              <a:headEnd type="none" w="med" len="med"/>
              <a:tailEnd type="triangle"/>
            </a:ln>
            <a:effectLst/>
          </p:spPr>
        </p:cxnSp>
        <p:cxnSp>
          <p:nvCxnSpPr>
            <p:cNvPr id="79" name="Straight Arrow Connector 78">
              <a:extLst>
                <a:ext uri="{FF2B5EF4-FFF2-40B4-BE49-F238E27FC236}">
                  <a16:creationId xmlns:a16="http://schemas.microsoft.com/office/drawing/2014/main" id="{69A7BDC5-869E-4943-86E2-D80004C5E1B7}"/>
                </a:ext>
              </a:extLst>
            </p:cNvPr>
            <p:cNvCxnSpPr>
              <a:cxnSpLocks/>
            </p:cNvCxnSpPr>
            <p:nvPr/>
          </p:nvCxnSpPr>
          <p:spPr bwMode="auto">
            <a:xfrm flipH="1" flipV="1">
              <a:off x="418157" y="3048194"/>
              <a:ext cx="4140" cy="464785"/>
            </a:xfrm>
            <a:prstGeom prst="straightConnector1">
              <a:avLst/>
            </a:prstGeom>
            <a:solidFill>
              <a:schemeClr val="accent1"/>
            </a:solidFill>
            <a:ln w="9525" cap="flat" cmpd="sng" algn="ctr">
              <a:solidFill>
                <a:srgbClr val="C00000"/>
              </a:solidFill>
              <a:prstDash val="solid"/>
              <a:round/>
              <a:headEnd type="none" w="med" len="med"/>
              <a:tailEnd type="triangle"/>
            </a:ln>
            <a:effectLst/>
          </p:spPr>
        </p:cxnSp>
      </p:grpSp>
      <p:sp>
        <p:nvSpPr>
          <p:cNvPr id="20" name="Rectangle 19">
            <a:extLst>
              <a:ext uri="{FF2B5EF4-FFF2-40B4-BE49-F238E27FC236}">
                <a16:creationId xmlns:a16="http://schemas.microsoft.com/office/drawing/2014/main" id="{5311A37A-A7AF-4C0E-8253-BFF2EC3EB327}"/>
              </a:ext>
            </a:extLst>
          </p:cNvPr>
          <p:cNvSpPr/>
          <p:nvPr/>
        </p:nvSpPr>
        <p:spPr bwMode="auto">
          <a:xfrm>
            <a:off x="579942" y="2953828"/>
            <a:ext cx="3346734" cy="779843"/>
          </a:xfrm>
          <a:prstGeom prst="rect">
            <a:avLst/>
          </a:prstGeom>
          <a:solidFill>
            <a:schemeClr val="bg1"/>
          </a:solidFill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GB" sz="16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Lucida Sans Unicode" pitchFamily="34" charset="0"/>
            </a:endParaRPr>
          </a:p>
        </p:txBody>
      </p:sp>
      <p:pic>
        <p:nvPicPr>
          <p:cNvPr id="19" name="Picture 18">
            <a:extLst>
              <a:ext uri="{FF2B5EF4-FFF2-40B4-BE49-F238E27FC236}">
                <a16:creationId xmlns:a16="http://schemas.microsoft.com/office/drawing/2014/main" id="{B5FFCAAE-0D50-44A6-9202-8E451BB30DC5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43249" y="3273142"/>
            <a:ext cx="3230708" cy="145711"/>
          </a:xfrm>
          <a:prstGeom prst="rect">
            <a:avLst/>
          </a:prstGeom>
        </p:spPr>
      </p:pic>
      <p:sp>
        <p:nvSpPr>
          <p:cNvPr id="22" name="TextBox 21">
            <a:extLst>
              <a:ext uri="{FF2B5EF4-FFF2-40B4-BE49-F238E27FC236}">
                <a16:creationId xmlns:a16="http://schemas.microsoft.com/office/drawing/2014/main" id="{66AB9B50-883D-4727-AB06-16DFE79EED8B}"/>
              </a:ext>
            </a:extLst>
          </p:cNvPr>
          <p:cNvSpPr txBox="1"/>
          <p:nvPr/>
        </p:nvSpPr>
        <p:spPr>
          <a:xfrm>
            <a:off x="579942" y="3476436"/>
            <a:ext cx="1050288" cy="25391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GB" sz="1050" i="1">
                <a:solidFill>
                  <a:srgbClr val="FF0000"/>
                </a:solidFill>
              </a:rPr>
              <a:t>noise voltage</a:t>
            </a:r>
          </a:p>
        </p:txBody>
      </p:sp>
      <p:cxnSp>
        <p:nvCxnSpPr>
          <p:cNvPr id="24" name="Straight Arrow Connector 23">
            <a:extLst>
              <a:ext uri="{FF2B5EF4-FFF2-40B4-BE49-F238E27FC236}">
                <a16:creationId xmlns:a16="http://schemas.microsoft.com/office/drawing/2014/main" id="{0820F3DF-454A-4F7D-9C0A-5E48E1937A7C}"/>
              </a:ext>
            </a:extLst>
          </p:cNvPr>
          <p:cNvCxnSpPr/>
          <p:nvPr/>
        </p:nvCxnSpPr>
        <p:spPr bwMode="auto">
          <a:xfrm flipV="1">
            <a:off x="741263" y="3066408"/>
            <a:ext cx="0" cy="406119"/>
          </a:xfrm>
          <a:prstGeom prst="straightConnector1">
            <a:avLst/>
          </a:prstGeom>
          <a:solidFill>
            <a:schemeClr val="accent1"/>
          </a:solidFill>
          <a:ln w="28575" cap="flat" cmpd="sng" algn="ctr">
            <a:solidFill>
              <a:srgbClr val="C00000"/>
            </a:solidFill>
            <a:prstDash val="solid"/>
            <a:round/>
            <a:headEnd type="none" w="med" len="med"/>
            <a:tailEnd type="triangle"/>
          </a:ln>
          <a:effectLst/>
        </p:spPr>
      </p:cxnSp>
      <p:sp>
        <p:nvSpPr>
          <p:cNvPr id="26" name="TextBox 25">
            <a:extLst>
              <a:ext uri="{FF2B5EF4-FFF2-40B4-BE49-F238E27FC236}">
                <a16:creationId xmlns:a16="http://schemas.microsoft.com/office/drawing/2014/main" id="{E82B6BE1-6BDC-42DE-B0E3-5BE53C6B52DF}"/>
              </a:ext>
            </a:extLst>
          </p:cNvPr>
          <p:cNvSpPr txBox="1"/>
          <p:nvPr/>
        </p:nvSpPr>
        <p:spPr>
          <a:xfrm>
            <a:off x="2531776" y="3453659"/>
            <a:ext cx="861133" cy="2616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GB" sz="1050" i="1">
                <a:solidFill>
                  <a:srgbClr val="FF0000"/>
                </a:solidFill>
              </a:rPr>
              <a:t>frequency</a:t>
            </a:r>
          </a:p>
        </p:txBody>
      </p:sp>
      <p:cxnSp>
        <p:nvCxnSpPr>
          <p:cNvPr id="28" name="Straight Arrow Connector 27">
            <a:extLst>
              <a:ext uri="{FF2B5EF4-FFF2-40B4-BE49-F238E27FC236}">
                <a16:creationId xmlns:a16="http://schemas.microsoft.com/office/drawing/2014/main" id="{381B0611-A41B-40AF-ADBA-102BFEDE7412}"/>
              </a:ext>
            </a:extLst>
          </p:cNvPr>
          <p:cNvCxnSpPr/>
          <p:nvPr/>
        </p:nvCxnSpPr>
        <p:spPr bwMode="auto">
          <a:xfrm>
            <a:off x="3392909" y="3565512"/>
            <a:ext cx="270214" cy="0"/>
          </a:xfrm>
          <a:prstGeom prst="straightConnector1">
            <a:avLst/>
          </a:prstGeom>
          <a:solidFill>
            <a:schemeClr val="accent1"/>
          </a:solidFill>
          <a:ln w="28575" cap="flat" cmpd="sng" algn="ctr">
            <a:solidFill>
              <a:srgbClr val="C00000"/>
            </a:solidFill>
            <a:prstDash val="solid"/>
            <a:round/>
            <a:headEnd type="none" w="med" len="med"/>
            <a:tailEnd type="triangle"/>
          </a:ln>
          <a:effectLst/>
        </p:spPr>
      </p:cxnSp>
    </p:spTree>
    <p:extLst>
      <p:ext uri="{BB962C8B-B14F-4D97-AF65-F5344CB8AC3E}">
        <p14:creationId xmlns:p14="http://schemas.microsoft.com/office/powerpoint/2010/main" val="308407390"/>
      </p:ext>
    </p:extLst>
  </p:cSld>
  <p:clrMapOvr>
    <a:masterClrMapping/>
  </p:clrMapOvr>
</p:sld>
</file>

<file path=ppt/slides/slide5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" name="Rectangle: Rounded Corners 21">
            <a:extLst>
              <a:ext uri="{FF2B5EF4-FFF2-40B4-BE49-F238E27FC236}">
                <a16:creationId xmlns:a16="http://schemas.microsoft.com/office/drawing/2014/main" id="{40215931-4086-415D-8E12-10FEA4BCCC40}"/>
              </a:ext>
            </a:extLst>
          </p:cNvPr>
          <p:cNvSpPr/>
          <p:nvPr/>
        </p:nvSpPr>
        <p:spPr bwMode="auto">
          <a:xfrm>
            <a:off x="395288" y="3848363"/>
            <a:ext cx="8594723" cy="2599647"/>
          </a:xfrm>
          <a:prstGeom prst="roundRect">
            <a:avLst>
              <a:gd name="adj" fmla="val 6245"/>
            </a:avLst>
          </a:prstGeom>
          <a:solidFill>
            <a:srgbClr val="CCECFF"/>
          </a:solidFill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GB" sz="16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Lucida Sans Unicode" pitchFamily="34" charset="0"/>
            </a:endParaRPr>
          </a:p>
        </p:txBody>
      </p:sp>
      <p:sp>
        <p:nvSpPr>
          <p:cNvPr id="3" name="Rectangle: Rounded Corners 2">
            <a:extLst>
              <a:ext uri="{FF2B5EF4-FFF2-40B4-BE49-F238E27FC236}">
                <a16:creationId xmlns:a16="http://schemas.microsoft.com/office/drawing/2014/main" id="{43CAAFCE-C99B-491C-B66E-2E9645812350}"/>
              </a:ext>
            </a:extLst>
          </p:cNvPr>
          <p:cNvSpPr/>
          <p:nvPr/>
        </p:nvSpPr>
        <p:spPr bwMode="auto">
          <a:xfrm>
            <a:off x="395288" y="711972"/>
            <a:ext cx="8594723" cy="2599647"/>
          </a:xfrm>
          <a:prstGeom prst="roundRect">
            <a:avLst>
              <a:gd name="adj" fmla="val 5268"/>
            </a:avLst>
          </a:prstGeom>
          <a:solidFill>
            <a:schemeClr val="accent1">
              <a:lumMod val="20000"/>
              <a:lumOff val="80000"/>
            </a:schemeClr>
          </a:solidFill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GB" sz="16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Lucida Sans Unicode" pitchFamily="34" charset="0"/>
            </a:endParaRPr>
          </a:p>
        </p:txBody>
      </p:sp>
      <p:sp>
        <p:nvSpPr>
          <p:cNvPr id="1027" name="Text Box 6"/>
          <p:cNvSpPr txBox="1">
            <a:spLocks noChangeArrowheads="1"/>
          </p:cNvSpPr>
          <p:nvPr/>
        </p:nvSpPr>
        <p:spPr bwMode="auto">
          <a:xfrm>
            <a:off x="395288" y="331788"/>
            <a:ext cx="2430462" cy="457200"/>
          </a:xfrm>
          <a:prstGeom prst="rect">
            <a:avLst/>
          </a:prstGeom>
          <a:noFill/>
          <a:ln w="9525" algn="ctr">
            <a:noFill/>
            <a:miter lim="800000"/>
            <a:headEnd/>
            <a:tailEnd/>
          </a:ln>
        </p:spPr>
        <p:txBody>
          <a:bodyPr wrap="none">
            <a:spAutoFit/>
          </a:bodyPr>
          <a:lstStyle/>
          <a:p>
            <a:r>
              <a:rPr lang="en-GB" sz="2400" b="1" dirty="0"/>
              <a:t>Noise - Causes</a:t>
            </a:r>
          </a:p>
        </p:txBody>
      </p:sp>
      <p:sp>
        <p:nvSpPr>
          <p:cNvPr id="1028" name="Text Box 8"/>
          <p:cNvSpPr txBox="1">
            <a:spLocks noChangeArrowheads="1"/>
          </p:cNvSpPr>
          <p:nvPr/>
        </p:nvSpPr>
        <p:spPr bwMode="auto">
          <a:xfrm>
            <a:off x="387350" y="4190900"/>
            <a:ext cx="4967287" cy="2308324"/>
          </a:xfrm>
          <a:prstGeom prst="rect">
            <a:avLst/>
          </a:prstGeom>
          <a:noFill/>
          <a:ln w="9525" algn="ctr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pPr marL="182563" indent="-182563"/>
            <a:r>
              <a:rPr lang="en-GB" b="1" dirty="0"/>
              <a:t>BURST NOISE; IMPULSE NOISE </a:t>
            </a:r>
            <a:r>
              <a:rPr lang="en-GB" b="1" i="1" dirty="0"/>
              <a:t>(“popcorn noise”)</a:t>
            </a:r>
            <a:r>
              <a:rPr lang="en-GB" b="1" dirty="0"/>
              <a:t> </a:t>
            </a:r>
          </a:p>
          <a:p>
            <a:pPr marL="80963" indent="-176213">
              <a:buFontTx/>
              <a:buChar char="•"/>
            </a:pPr>
            <a:r>
              <a:rPr lang="en-GB" b="0"/>
              <a:t>noise </a:t>
            </a:r>
            <a:r>
              <a:rPr lang="en-GB" b="0" dirty="0"/>
              <a:t>spikes in the lower audio range</a:t>
            </a:r>
          </a:p>
          <a:p>
            <a:pPr marL="80963" indent="-176213">
              <a:buFontTx/>
              <a:buChar char="•"/>
            </a:pPr>
            <a:r>
              <a:rPr lang="en-GB" b="0" dirty="0"/>
              <a:t>different distinct levels of noise</a:t>
            </a:r>
          </a:p>
          <a:p>
            <a:pPr marL="80963" indent="-176213">
              <a:buFontTx/>
              <a:buChar char="•"/>
            </a:pPr>
            <a:r>
              <a:rPr lang="en-GB" b="0" dirty="0"/>
              <a:t>in audio circuits amplified into speakers, sounds like popcorn popping</a:t>
            </a:r>
          </a:p>
          <a:p>
            <a:pPr marL="182563" indent="-182563">
              <a:buFontTx/>
              <a:buChar char="•"/>
            </a:pPr>
            <a:r>
              <a:rPr lang="en-GB" b="0" dirty="0"/>
              <a:t>occurs in semiconductors</a:t>
            </a:r>
          </a:p>
          <a:p>
            <a:pPr marL="182563" indent="-182563">
              <a:buFontTx/>
              <a:buChar char="•"/>
            </a:pPr>
            <a:r>
              <a:rPr lang="en-GB" b="0" dirty="0"/>
              <a:t>due to imperfections in the semiconductor material</a:t>
            </a:r>
          </a:p>
          <a:p>
            <a:pPr marL="182563" indent="-182563"/>
            <a:endParaRPr lang="en-GB" b="0" dirty="0"/>
          </a:p>
        </p:txBody>
      </p:sp>
      <p:sp>
        <p:nvSpPr>
          <p:cNvPr id="1029" name="Text Box 10"/>
          <p:cNvSpPr txBox="1">
            <a:spLocks noChangeArrowheads="1"/>
          </p:cNvSpPr>
          <p:nvPr/>
        </p:nvSpPr>
        <p:spPr bwMode="auto">
          <a:xfrm>
            <a:off x="430213" y="927100"/>
            <a:ext cx="4759325" cy="1854200"/>
          </a:xfrm>
          <a:prstGeom prst="rect">
            <a:avLst/>
          </a:prstGeom>
          <a:noFill/>
          <a:ln w="9525" algn="ctr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pPr marL="182563" indent="-182563">
              <a:lnSpc>
                <a:spcPct val="120000"/>
              </a:lnSpc>
            </a:pPr>
            <a:r>
              <a:rPr lang="en-GB" b="1" dirty="0"/>
              <a:t>FLICKER NOISE</a:t>
            </a:r>
          </a:p>
          <a:p>
            <a:pPr marL="182563" indent="-182563">
              <a:lnSpc>
                <a:spcPct val="120000"/>
              </a:lnSpc>
              <a:buFontTx/>
              <a:buChar char="•"/>
            </a:pPr>
            <a:r>
              <a:rPr lang="en-GB" b="0"/>
              <a:t>recombination </a:t>
            </a:r>
            <a:r>
              <a:rPr lang="en-GB" b="0" dirty="0"/>
              <a:t>/ reforming of electron holes in a semiconductor structure</a:t>
            </a:r>
          </a:p>
          <a:p>
            <a:pPr marL="182563" indent="-182563">
              <a:lnSpc>
                <a:spcPct val="120000"/>
              </a:lnSpc>
              <a:buFontTx/>
              <a:buChar char="•"/>
            </a:pPr>
            <a:r>
              <a:rPr lang="en-GB" b="0" dirty="0"/>
              <a:t>occurs in low </a:t>
            </a:r>
            <a:r>
              <a:rPr lang="en-GB" b="0" err="1"/>
              <a:t>frequecy</a:t>
            </a:r>
            <a:r>
              <a:rPr lang="en-GB" b="0"/>
              <a:t> range</a:t>
            </a:r>
          </a:p>
          <a:p>
            <a:pPr marL="639763" lvl="1" indent="-182563">
              <a:lnSpc>
                <a:spcPct val="120000"/>
              </a:lnSpc>
              <a:buFontTx/>
              <a:buChar char="•"/>
            </a:pPr>
            <a:r>
              <a:rPr lang="en-GB" b="0"/>
              <a:t>dropping </a:t>
            </a:r>
            <a:r>
              <a:rPr lang="en-GB" b="0" dirty="0"/>
              <a:t>off towards higher </a:t>
            </a:r>
            <a:r>
              <a:rPr lang="en-GB" b="0" dirty="0" err="1"/>
              <a:t>freqs</a:t>
            </a:r>
            <a:r>
              <a:rPr lang="en-GB" b="0" dirty="0"/>
              <a:t> with a 1/f characteristic (like Pink Noise)</a:t>
            </a:r>
            <a:endParaRPr lang="en-US" b="0" dirty="0"/>
          </a:p>
        </p:txBody>
      </p:sp>
      <p:grpSp>
        <p:nvGrpSpPr>
          <p:cNvPr id="2" name="Group 22"/>
          <p:cNvGrpSpPr>
            <a:grpSpLocks/>
          </p:cNvGrpSpPr>
          <p:nvPr/>
        </p:nvGrpSpPr>
        <p:grpSpPr bwMode="auto">
          <a:xfrm>
            <a:off x="5321301" y="847725"/>
            <a:ext cx="3576637" cy="1933575"/>
            <a:chOff x="3379" y="935"/>
            <a:chExt cx="2253" cy="1218"/>
          </a:xfrm>
        </p:grpSpPr>
        <p:sp>
          <p:nvSpPr>
            <p:cNvPr id="1036" name="Line 11"/>
            <p:cNvSpPr>
              <a:spLocks noChangeShapeType="1"/>
            </p:cNvSpPr>
            <p:nvPr/>
          </p:nvSpPr>
          <p:spPr bwMode="auto">
            <a:xfrm>
              <a:off x="3975" y="935"/>
              <a:ext cx="0" cy="1107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</p:spPr>
          <p:txBody>
            <a:bodyPr/>
            <a:lstStyle/>
            <a:p>
              <a:endParaRPr lang="en-GB"/>
            </a:p>
          </p:txBody>
        </p:sp>
        <p:sp>
          <p:nvSpPr>
            <p:cNvPr id="1037" name="Line 12"/>
            <p:cNvSpPr>
              <a:spLocks noChangeShapeType="1"/>
            </p:cNvSpPr>
            <p:nvPr/>
          </p:nvSpPr>
          <p:spPr bwMode="auto">
            <a:xfrm>
              <a:off x="3923" y="1972"/>
              <a:ext cx="1709" cy="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</p:spPr>
          <p:txBody>
            <a:bodyPr/>
            <a:lstStyle/>
            <a:p>
              <a:endParaRPr lang="en-GB"/>
            </a:p>
          </p:txBody>
        </p:sp>
        <p:sp>
          <p:nvSpPr>
            <p:cNvPr id="1038" name="Line 13"/>
            <p:cNvSpPr>
              <a:spLocks noChangeShapeType="1"/>
            </p:cNvSpPr>
            <p:nvPr/>
          </p:nvSpPr>
          <p:spPr bwMode="auto">
            <a:xfrm>
              <a:off x="4016" y="1003"/>
              <a:ext cx="1411" cy="944"/>
            </a:xfrm>
            <a:prstGeom prst="line">
              <a:avLst/>
            </a:prstGeom>
            <a:noFill/>
            <a:ln w="28575">
              <a:solidFill>
                <a:srgbClr val="FF9999"/>
              </a:solidFill>
              <a:round/>
              <a:headEnd/>
              <a:tailEnd/>
            </a:ln>
          </p:spPr>
          <p:txBody>
            <a:bodyPr/>
            <a:lstStyle/>
            <a:p>
              <a:endParaRPr lang="en-GB"/>
            </a:p>
          </p:txBody>
        </p:sp>
        <p:sp>
          <p:nvSpPr>
            <p:cNvPr id="1039" name="Text Box 14"/>
            <p:cNvSpPr txBox="1">
              <a:spLocks noChangeArrowheads="1"/>
            </p:cNvSpPr>
            <p:nvPr/>
          </p:nvSpPr>
          <p:spPr bwMode="auto">
            <a:xfrm>
              <a:off x="3379" y="976"/>
              <a:ext cx="570" cy="326"/>
            </a:xfrm>
            <a:prstGeom prst="rect">
              <a:avLst/>
            </a:prstGeom>
            <a:noFill/>
            <a:ln w="9525" algn="ctr">
              <a:noFill/>
              <a:miter lim="800000"/>
              <a:headEnd/>
              <a:tailEnd/>
            </a:ln>
          </p:spPr>
          <p:txBody>
            <a:bodyPr>
              <a:spAutoFit/>
            </a:bodyPr>
            <a:lstStyle/>
            <a:p>
              <a:pPr algn="r"/>
              <a:r>
                <a:rPr lang="en-GB" sz="1400" b="0"/>
                <a:t>noise voltage</a:t>
              </a:r>
              <a:endParaRPr lang="en-US" sz="1400" b="0"/>
            </a:p>
          </p:txBody>
        </p:sp>
        <p:sp>
          <p:nvSpPr>
            <p:cNvPr id="1040" name="Text Box 15"/>
            <p:cNvSpPr txBox="1">
              <a:spLocks noChangeArrowheads="1"/>
            </p:cNvSpPr>
            <p:nvPr/>
          </p:nvSpPr>
          <p:spPr bwMode="auto">
            <a:xfrm>
              <a:off x="4966" y="1961"/>
              <a:ext cx="570" cy="192"/>
            </a:xfrm>
            <a:prstGeom prst="rect">
              <a:avLst/>
            </a:prstGeom>
            <a:noFill/>
            <a:ln w="9525" algn="ctr">
              <a:noFill/>
              <a:miter lim="800000"/>
              <a:headEnd/>
              <a:tailEnd/>
            </a:ln>
          </p:spPr>
          <p:txBody>
            <a:bodyPr>
              <a:spAutoFit/>
            </a:bodyPr>
            <a:lstStyle/>
            <a:p>
              <a:r>
                <a:rPr lang="en-GB" sz="1400" b="0" i="1" dirty="0" err="1"/>
                <a:t>freq</a:t>
              </a:r>
              <a:endParaRPr lang="en-US" sz="1400" b="0" i="1" dirty="0"/>
            </a:p>
          </p:txBody>
        </p:sp>
        <p:sp>
          <p:nvSpPr>
            <p:cNvPr id="1041" name="Line 16"/>
            <p:cNvSpPr>
              <a:spLocks noChangeShapeType="1"/>
            </p:cNvSpPr>
            <p:nvPr/>
          </p:nvSpPr>
          <p:spPr bwMode="auto">
            <a:xfrm flipV="1">
              <a:off x="3923" y="961"/>
              <a:ext cx="0" cy="39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 type="triangle" w="med" len="med"/>
            </a:ln>
          </p:spPr>
          <p:txBody>
            <a:bodyPr/>
            <a:lstStyle/>
            <a:p>
              <a:endParaRPr lang="en-GB"/>
            </a:p>
          </p:txBody>
        </p:sp>
        <p:sp>
          <p:nvSpPr>
            <p:cNvPr id="1042" name="Line 17"/>
            <p:cNvSpPr>
              <a:spLocks noChangeShapeType="1"/>
            </p:cNvSpPr>
            <p:nvPr/>
          </p:nvSpPr>
          <p:spPr bwMode="auto">
            <a:xfrm flipV="1">
              <a:off x="5325" y="2057"/>
              <a:ext cx="192" cy="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 type="triangle" w="med" len="med"/>
            </a:ln>
          </p:spPr>
          <p:txBody>
            <a:bodyPr/>
            <a:lstStyle/>
            <a:p>
              <a:endParaRPr lang="en-GB"/>
            </a:p>
          </p:txBody>
        </p:sp>
      </p:grpSp>
      <p:sp>
        <p:nvSpPr>
          <p:cNvPr id="1031" name="Text Box 19"/>
          <p:cNvSpPr txBox="1">
            <a:spLocks noChangeArrowheads="1"/>
          </p:cNvSpPr>
          <p:nvPr/>
        </p:nvSpPr>
        <p:spPr bwMode="auto">
          <a:xfrm>
            <a:off x="6863392" y="1046519"/>
            <a:ext cx="1660525" cy="304800"/>
          </a:xfrm>
          <a:prstGeom prst="rect">
            <a:avLst/>
          </a:prstGeom>
          <a:noFill/>
          <a:ln w="9525" algn="ctr">
            <a:noFill/>
            <a:miter lim="800000"/>
            <a:headEnd/>
            <a:tailEnd/>
          </a:ln>
        </p:spPr>
        <p:txBody>
          <a:bodyPr wrap="none">
            <a:spAutoFit/>
          </a:bodyPr>
          <a:lstStyle/>
          <a:p>
            <a:r>
              <a:rPr lang="en-GB" sz="1400" b="0"/>
              <a:t>noise voltage </a:t>
            </a:r>
            <a:r>
              <a:rPr lang="en-GB" sz="1400" b="0">
                <a:ea typeface="Lucida Sans Unicode" pitchFamily="34" charset="0"/>
                <a:cs typeface="Lucida Sans Unicode" pitchFamily="34" charset="0"/>
              </a:rPr>
              <a:t>∝ </a:t>
            </a:r>
            <a:r>
              <a:rPr lang="en-GB" sz="1400" b="0"/>
              <a:t> </a:t>
            </a:r>
            <a:endParaRPr lang="en-US" sz="1400" b="0"/>
          </a:p>
        </p:txBody>
      </p:sp>
      <p:graphicFrame>
        <p:nvGraphicFramePr>
          <p:cNvPr id="1026" name="Object 20"/>
          <p:cNvGraphicFramePr>
            <a:graphicFrameLocks noGrp="1" noChangeAspect="1"/>
          </p:cNvGraphicFramePr>
          <p:nvPr>
            <p:ph/>
            <p:extLst>
              <p:ext uri="{D42A27DB-BD31-4B8C-83A1-F6EECF244321}">
                <p14:modId xmlns:p14="http://schemas.microsoft.com/office/powerpoint/2010/main" val="3707091495"/>
              </p:ext>
            </p:extLst>
          </p:nvPr>
        </p:nvGraphicFramePr>
        <p:xfrm>
          <a:off x="8417554" y="1030644"/>
          <a:ext cx="173038" cy="487362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6146" name="Equation" r:id="rId3" imgW="139639" imgH="393529" progId="Equation.3">
                  <p:embed/>
                </p:oleObj>
              </mc:Choice>
              <mc:Fallback>
                <p:oleObj name="Equation" r:id="rId3" imgW="139639" imgH="393529" progId="Equation.3">
                  <p:embed/>
                  <p:pic>
                    <p:nvPicPr>
                      <p:cNvPr id="1026" name="Object 20"/>
                      <p:cNvPicPr>
                        <a:picLocks noGrp="1" noChangeAspect="1" noChangeArrowheads="1"/>
                      </p:cNvPicPr>
                      <p:nvPr/>
                    </p:nvPicPr>
                    <p:blipFill>
                      <a:blip r:embed="rId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8417554" y="1030644"/>
                        <a:ext cx="173038" cy="487362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chemeClr val="accent1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chemeClr val="tx1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chemeClr val="bg2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pic>
        <p:nvPicPr>
          <p:cNvPr id="1032" name="Picture 23"/>
          <p:cNvPicPr>
            <a:picLocks noChangeAspect="1" noChangeArrowheads="1"/>
          </p:cNvPicPr>
          <p:nvPr/>
        </p:nvPicPr>
        <p:blipFill>
          <a:blip r:embed="rId5" cstate="print"/>
          <a:srcRect/>
          <a:stretch>
            <a:fillRect/>
          </a:stretch>
        </p:blipFill>
        <p:spPr bwMode="auto">
          <a:xfrm>
            <a:off x="6184900" y="2813237"/>
            <a:ext cx="2713038" cy="1665288"/>
          </a:xfrm>
          <a:prstGeom prst="rect">
            <a:avLst/>
          </a:prstGeom>
          <a:noFill/>
          <a:ln w="9525" algn="ctr">
            <a:noFill/>
            <a:miter lim="800000"/>
            <a:headEnd/>
            <a:tailEnd/>
          </a:ln>
        </p:spPr>
      </p:pic>
      <p:pic>
        <p:nvPicPr>
          <p:cNvPr id="1033" name="Picture 24"/>
          <p:cNvPicPr>
            <a:picLocks noChangeAspect="1" noChangeArrowheads="1"/>
          </p:cNvPicPr>
          <p:nvPr/>
        </p:nvPicPr>
        <p:blipFill>
          <a:blip r:embed="rId6" cstate="print"/>
          <a:srcRect/>
          <a:stretch>
            <a:fillRect/>
          </a:stretch>
        </p:blipFill>
        <p:spPr bwMode="auto">
          <a:xfrm>
            <a:off x="6170613" y="4653685"/>
            <a:ext cx="2716212" cy="1620837"/>
          </a:xfrm>
          <a:prstGeom prst="rect">
            <a:avLst/>
          </a:prstGeom>
          <a:noFill/>
          <a:ln w="9525" algn="ctr">
            <a:noFill/>
            <a:miter lim="800000"/>
            <a:headEnd/>
            <a:tailEnd/>
          </a:ln>
        </p:spPr>
      </p:pic>
      <p:sp>
        <p:nvSpPr>
          <p:cNvPr id="1034" name="Text Box 26"/>
          <p:cNvSpPr txBox="1">
            <a:spLocks noChangeArrowheads="1"/>
          </p:cNvSpPr>
          <p:nvPr/>
        </p:nvSpPr>
        <p:spPr bwMode="auto">
          <a:xfrm>
            <a:off x="6186488" y="3964175"/>
            <a:ext cx="2698750" cy="523220"/>
          </a:xfrm>
          <a:prstGeom prst="rect">
            <a:avLst/>
          </a:prstGeom>
          <a:noFill/>
          <a:ln w="9525" algn="ctr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r>
              <a:rPr lang="en-GB" sz="1400"/>
              <a:t>Random white noise (e.g. shot noise) </a:t>
            </a:r>
            <a:r>
              <a:rPr lang="en-GB" sz="1400" i="1"/>
              <a:t>(in time and freq)</a:t>
            </a:r>
            <a:endParaRPr lang="en-US" sz="1400" i="1"/>
          </a:p>
        </p:txBody>
      </p:sp>
      <p:sp>
        <p:nvSpPr>
          <p:cNvPr id="1035" name="Text Box 27"/>
          <p:cNvSpPr txBox="1">
            <a:spLocks noChangeArrowheads="1"/>
          </p:cNvSpPr>
          <p:nvPr/>
        </p:nvSpPr>
        <p:spPr bwMode="auto">
          <a:xfrm>
            <a:off x="6186488" y="5773925"/>
            <a:ext cx="2698750" cy="304800"/>
          </a:xfrm>
          <a:prstGeom prst="rect">
            <a:avLst/>
          </a:prstGeom>
          <a:noFill/>
          <a:ln w="9525" algn="ctr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r>
              <a:rPr lang="en-GB" sz="1400"/>
              <a:t>Impulse (popcorn) noise</a:t>
            </a:r>
            <a:endParaRPr lang="en-US" sz="1400"/>
          </a:p>
        </p:txBody>
      </p:sp>
      <p:sp>
        <p:nvSpPr>
          <p:cNvPr id="19" name="Text Box 8"/>
          <p:cNvSpPr txBox="1">
            <a:spLocks noChangeArrowheads="1"/>
          </p:cNvSpPr>
          <p:nvPr/>
        </p:nvSpPr>
        <p:spPr bwMode="auto">
          <a:xfrm>
            <a:off x="7893081" y="4422535"/>
            <a:ext cx="630836" cy="307777"/>
          </a:xfrm>
          <a:prstGeom prst="rect">
            <a:avLst/>
          </a:prstGeom>
          <a:noFill/>
          <a:ln w="9525" algn="ctr">
            <a:noFill/>
            <a:miter lim="800000"/>
            <a:headEnd/>
            <a:tailEnd/>
          </a:ln>
        </p:spPr>
        <p:txBody>
          <a:bodyPr wrap="square">
            <a:spAutoFit/>
          </a:bodyPr>
          <a:lstStyle/>
          <a:p>
            <a:pPr marL="182563" indent="-182563"/>
            <a:r>
              <a:rPr lang="en-GB" sz="1400" i="1" dirty="0"/>
              <a:t>time</a:t>
            </a:r>
          </a:p>
        </p:txBody>
      </p:sp>
      <p:sp>
        <p:nvSpPr>
          <p:cNvPr id="20" name="Line 17"/>
          <p:cNvSpPr>
            <a:spLocks noChangeShapeType="1"/>
          </p:cNvSpPr>
          <p:nvPr/>
        </p:nvSpPr>
        <p:spPr bwMode="auto">
          <a:xfrm flipV="1">
            <a:off x="8451850" y="4576423"/>
            <a:ext cx="304800" cy="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 type="triangle" w="med" len="med"/>
          </a:ln>
        </p:spPr>
        <p:txBody>
          <a:bodyPr/>
          <a:lstStyle/>
          <a:p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875479374"/>
      </p:ext>
    </p:extLst>
  </p:cSld>
  <p:clrMapOvr>
    <a:masterClrMapping/>
  </p:clrMapOvr>
</p:sld>
</file>

<file path=ppt/slides/slide5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290" name="Text Box 4"/>
          <p:cNvSpPr txBox="1">
            <a:spLocks noChangeArrowheads="1"/>
          </p:cNvSpPr>
          <p:nvPr/>
        </p:nvSpPr>
        <p:spPr bwMode="auto">
          <a:xfrm>
            <a:off x="395288" y="331788"/>
            <a:ext cx="3393878" cy="461665"/>
          </a:xfrm>
          <a:prstGeom prst="rect">
            <a:avLst/>
          </a:prstGeom>
          <a:noFill/>
          <a:ln w="9525" algn="ctr">
            <a:noFill/>
            <a:miter lim="800000"/>
            <a:headEnd/>
            <a:tailEnd/>
          </a:ln>
        </p:spPr>
        <p:txBody>
          <a:bodyPr wrap="none">
            <a:spAutoFit/>
          </a:bodyPr>
          <a:lstStyle/>
          <a:p>
            <a:r>
              <a:rPr lang="en-GB" sz="2400" b="1" dirty="0"/>
              <a:t>Noise – Other Causes</a:t>
            </a:r>
          </a:p>
        </p:txBody>
      </p:sp>
      <p:sp>
        <p:nvSpPr>
          <p:cNvPr id="12291" name="Text Box 5"/>
          <p:cNvSpPr txBox="1">
            <a:spLocks noChangeArrowheads="1"/>
          </p:cNvSpPr>
          <p:nvPr/>
        </p:nvSpPr>
        <p:spPr bwMode="auto">
          <a:xfrm>
            <a:off x="430213" y="1203325"/>
            <a:ext cx="7057060" cy="3637919"/>
          </a:xfrm>
          <a:prstGeom prst="rect">
            <a:avLst/>
          </a:prstGeom>
          <a:noFill/>
          <a:ln w="9525" algn="ctr">
            <a:noFill/>
            <a:miter lim="800000"/>
            <a:headEnd/>
            <a:tailEnd/>
          </a:ln>
        </p:spPr>
        <p:txBody>
          <a:bodyPr wrap="none">
            <a:spAutoFit/>
          </a:bodyPr>
          <a:lstStyle/>
          <a:p>
            <a:pPr marL="182563" indent="-182563">
              <a:lnSpc>
                <a:spcPct val="180000"/>
              </a:lnSpc>
            </a:pPr>
            <a:r>
              <a:rPr lang="en-GB" b="0" dirty="0"/>
              <a:t>Several other causes of noise:</a:t>
            </a:r>
          </a:p>
          <a:p>
            <a:pPr marL="182563" indent="-182563">
              <a:lnSpc>
                <a:spcPct val="180000"/>
              </a:lnSpc>
              <a:buFontTx/>
              <a:buChar char="•"/>
            </a:pPr>
            <a:r>
              <a:rPr lang="en-GB" b="0" dirty="0"/>
              <a:t>nearby interference sources</a:t>
            </a:r>
          </a:p>
          <a:p>
            <a:pPr marL="182563" indent="-182563">
              <a:lnSpc>
                <a:spcPct val="180000"/>
              </a:lnSpc>
              <a:buFontTx/>
              <a:buChar char="•"/>
            </a:pPr>
            <a:r>
              <a:rPr lang="en-GB" b="0" dirty="0"/>
              <a:t>contact noise - oxidation on contacts</a:t>
            </a:r>
          </a:p>
          <a:p>
            <a:pPr marL="182563" indent="-182563">
              <a:lnSpc>
                <a:spcPct val="180000"/>
              </a:lnSpc>
              <a:buFontTx/>
              <a:buChar char="•"/>
            </a:pPr>
            <a:r>
              <a:rPr lang="en-GB" b="0" dirty="0"/>
              <a:t>avalanche noise - caused at a semiconductor junction</a:t>
            </a:r>
          </a:p>
          <a:p>
            <a:pPr marL="182563" indent="-182563">
              <a:lnSpc>
                <a:spcPct val="180000"/>
              </a:lnSpc>
              <a:buFontTx/>
              <a:buChar char="•"/>
            </a:pPr>
            <a:r>
              <a:rPr lang="en-GB" b="0" dirty="0"/>
              <a:t>partition noise - electrons flowing between a number of electrodes</a:t>
            </a:r>
          </a:p>
          <a:p>
            <a:pPr marL="182563" indent="-182563">
              <a:lnSpc>
                <a:spcPct val="180000"/>
              </a:lnSpc>
              <a:buFontTx/>
              <a:buChar char="•"/>
            </a:pPr>
            <a:endParaRPr lang="en-GB" b="0" dirty="0"/>
          </a:p>
          <a:p>
            <a:pPr marL="182563" indent="-182563">
              <a:lnSpc>
                <a:spcPct val="180000"/>
              </a:lnSpc>
              <a:buFontTx/>
              <a:buChar char="•"/>
            </a:pPr>
            <a:r>
              <a:rPr lang="en-GB" b="0" dirty="0"/>
              <a:t>grain noise – e.g. granularity of media – e.g. tape coatings, etc</a:t>
            </a:r>
          </a:p>
          <a:p>
            <a:pPr marL="182563" indent="-182563">
              <a:lnSpc>
                <a:spcPct val="180000"/>
              </a:lnSpc>
              <a:buFontTx/>
              <a:buChar char="•"/>
            </a:pPr>
            <a:r>
              <a:rPr lang="en-GB" b="0" dirty="0"/>
              <a:t>etc</a:t>
            </a:r>
            <a:endParaRPr lang="en-US" b="0" dirty="0"/>
          </a:p>
        </p:txBody>
      </p:sp>
    </p:spTree>
    <p:extLst>
      <p:ext uri="{BB962C8B-B14F-4D97-AF65-F5344CB8AC3E}">
        <p14:creationId xmlns:p14="http://schemas.microsoft.com/office/powerpoint/2010/main" val="1432464488"/>
      </p:ext>
    </p:extLst>
  </p:cSld>
  <p:clrMapOvr>
    <a:masterClrMapping/>
  </p:clrMapOvr>
</p:sld>
</file>

<file path=ppt/slides/slide5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3314" name="Picture 17"/>
          <p:cNvPicPr>
            <a:picLocks noChangeAspect="1" noChangeArrowheads="1"/>
          </p:cNvPicPr>
          <p:nvPr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430213" y="944563"/>
            <a:ext cx="8461375" cy="5461000"/>
          </a:xfrm>
          <a:prstGeom prst="rect">
            <a:avLst/>
          </a:prstGeom>
          <a:noFill/>
          <a:ln w="9525" algn="ctr">
            <a:noFill/>
            <a:miter lim="800000"/>
            <a:headEnd/>
            <a:tailEnd/>
          </a:ln>
        </p:spPr>
      </p:pic>
      <p:sp>
        <p:nvSpPr>
          <p:cNvPr id="13315" name="Text Box 4"/>
          <p:cNvSpPr txBox="1">
            <a:spLocks noChangeArrowheads="1"/>
          </p:cNvSpPr>
          <p:nvPr/>
        </p:nvSpPr>
        <p:spPr bwMode="auto">
          <a:xfrm>
            <a:off x="430213" y="365125"/>
            <a:ext cx="1947969" cy="461665"/>
          </a:xfrm>
          <a:prstGeom prst="rect">
            <a:avLst/>
          </a:prstGeom>
          <a:noFill/>
          <a:ln w="9525" algn="ctr">
            <a:noFill/>
            <a:miter lim="800000"/>
            <a:headEnd/>
            <a:tailEnd/>
          </a:ln>
        </p:spPr>
        <p:txBody>
          <a:bodyPr wrap="none">
            <a:spAutoFit/>
          </a:bodyPr>
          <a:lstStyle/>
          <a:p>
            <a:r>
              <a:rPr lang="en-GB" sz="2400" b="1" dirty="0"/>
              <a:t>White Noise</a:t>
            </a:r>
            <a:endParaRPr lang="en-US" sz="2400" b="1" dirty="0"/>
          </a:p>
        </p:txBody>
      </p:sp>
      <p:sp>
        <p:nvSpPr>
          <p:cNvPr id="168965" name="Text Box 5"/>
          <p:cNvSpPr txBox="1">
            <a:spLocks noChangeArrowheads="1"/>
          </p:cNvSpPr>
          <p:nvPr/>
        </p:nvSpPr>
        <p:spPr bwMode="auto">
          <a:xfrm>
            <a:off x="1811338" y="4065588"/>
            <a:ext cx="6315075" cy="1311128"/>
          </a:xfrm>
          <a:prstGeom prst="rect">
            <a:avLst/>
          </a:prstGeom>
          <a:solidFill>
            <a:srgbClr val="FFFFFF">
              <a:alpha val="30000"/>
            </a:srgbClr>
          </a:solidFill>
          <a:ln w="9525" algn="ctr">
            <a:noFill/>
            <a:miter lim="800000"/>
            <a:headEnd/>
            <a:tailEnd/>
          </a:ln>
          <a:effectLst/>
        </p:spPr>
        <p:txBody>
          <a:bodyPr>
            <a:spAutoFit/>
          </a:bodyPr>
          <a:lstStyle/>
          <a:p>
            <a:pPr marL="182563" indent="-182563">
              <a:lnSpc>
                <a:spcPct val="120000"/>
              </a:lnSpc>
              <a:defRPr/>
            </a:pPr>
            <a:r>
              <a:rPr lang="en-GB" sz="1600">
                <a:effectLst>
                  <a:outerShdw blurRad="38100" dist="38100" dir="2700000" algn="tl">
                    <a:srgbClr val="C0C0C0"/>
                  </a:outerShdw>
                </a:effectLst>
              </a:rPr>
              <a:t>Flat power-spectral density</a:t>
            </a:r>
          </a:p>
          <a:p>
            <a:pPr marL="182563" indent="-182563">
              <a:lnSpc>
                <a:spcPct val="120000"/>
              </a:lnSpc>
              <a:buFontTx/>
              <a:buChar char="•"/>
              <a:defRPr/>
            </a:pPr>
            <a:r>
              <a:rPr lang="en-GB" sz="1600">
                <a:effectLst>
                  <a:outerShdw blurRad="38100" dist="38100" dir="2700000" algn="tl">
                    <a:srgbClr val="C0C0C0"/>
                  </a:outerShdw>
                </a:effectLst>
              </a:rPr>
              <a:t>i.e. noise power is the same across the frequency spectrum</a:t>
            </a:r>
          </a:p>
          <a:p>
            <a:pPr marL="182563" indent="-182563">
              <a:lnSpc>
                <a:spcPct val="120000"/>
              </a:lnSpc>
              <a:buFontTx/>
              <a:buChar char="•"/>
              <a:defRPr/>
            </a:pPr>
            <a:r>
              <a:rPr lang="en-GB" sz="1600">
                <a:effectLst>
                  <a:outerShdw blurRad="38100" dist="38100" dir="2700000" algn="tl">
                    <a:srgbClr val="C0C0C0"/>
                  </a:outerShdw>
                </a:effectLst>
              </a:rPr>
              <a:t>(theoretically from 0Hz to </a:t>
            </a:r>
            <a:r>
              <a:rPr lang="en-GB">
                <a:effectLst>
                  <a:outerShdw blurRad="38100" dist="38100" dir="2700000" algn="tl">
                    <a:srgbClr val="C0C0C0"/>
                  </a:outerShdw>
                </a:effectLst>
                <a:latin typeface="OpenSymbol" pitchFamily="82" charset="0"/>
              </a:rPr>
              <a:t>∞ </a:t>
            </a:r>
            <a:r>
              <a:rPr lang="en-GB" sz="1600">
                <a:effectLst>
                  <a:outerShdw blurRad="38100" dist="38100" dir="2700000" algn="tl">
                    <a:srgbClr val="C0C0C0"/>
                  </a:outerShdw>
                </a:effectLst>
              </a:rPr>
              <a:t>Hz</a:t>
            </a:r>
            <a:endParaRPr lang="en-GB">
              <a:effectLst>
                <a:outerShdw blurRad="38100" dist="38100" dir="2700000" algn="tl">
                  <a:srgbClr val="C0C0C0"/>
                </a:outerShdw>
              </a:effectLst>
              <a:latin typeface="OpenSymbol" pitchFamily="82" charset="0"/>
            </a:endParaRPr>
          </a:p>
          <a:p>
            <a:pPr marL="182563" indent="-182563">
              <a:lnSpc>
                <a:spcPct val="120000"/>
              </a:lnSpc>
              <a:buFontTx/>
              <a:buChar char="•"/>
              <a:defRPr/>
            </a:pPr>
            <a:r>
              <a:rPr lang="en-GB" sz="1600">
                <a:effectLst>
                  <a:outerShdw blurRad="38100" dist="38100" dir="2700000" algn="tl">
                    <a:srgbClr val="C0C0C0"/>
                  </a:outerShdw>
                </a:effectLst>
              </a:rPr>
              <a:t>practically – over a specified frequency range</a:t>
            </a:r>
          </a:p>
        </p:txBody>
      </p:sp>
      <p:sp>
        <p:nvSpPr>
          <p:cNvPr id="13317" name="Text Box 18"/>
          <p:cNvSpPr txBox="1">
            <a:spLocks noChangeArrowheads="1"/>
          </p:cNvSpPr>
          <p:nvPr/>
        </p:nvSpPr>
        <p:spPr bwMode="auto">
          <a:xfrm>
            <a:off x="1176338" y="5826125"/>
            <a:ext cx="7634287" cy="461665"/>
          </a:xfrm>
          <a:prstGeom prst="rect">
            <a:avLst/>
          </a:prstGeom>
          <a:solidFill>
            <a:srgbClr val="FFFFFF"/>
          </a:solidFill>
          <a:ln w="9525" algn="ctr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pPr marL="457200" indent="-457200">
              <a:buFontTx/>
              <a:buAutoNum type="arabicPlain" startAt="100"/>
            </a:pPr>
            <a:r>
              <a:rPr lang="en-GB" sz="1200"/>
              <a:t>                                                        1000                                               10,000</a:t>
            </a:r>
          </a:p>
          <a:p>
            <a:pPr marL="457200" indent="-457200">
              <a:buFontTx/>
              <a:buAutoNum type="arabicPlain" startAt="100"/>
            </a:pPr>
            <a:endParaRPr lang="en-US" sz="1200"/>
          </a:p>
        </p:txBody>
      </p:sp>
      <p:grpSp>
        <p:nvGrpSpPr>
          <p:cNvPr id="2" name="Group 26"/>
          <p:cNvGrpSpPr>
            <a:grpSpLocks/>
          </p:cNvGrpSpPr>
          <p:nvPr/>
        </p:nvGrpSpPr>
        <p:grpSpPr bwMode="auto">
          <a:xfrm>
            <a:off x="5926138" y="6046788"/>
            <a:ext cx="1501775" cy="336550"/>
            <a:chOff x="3457" y="3803"/>
            <a:chExt cx="946" cy="212"/>
          </a:xfrm>
        </p:grpSpPr>
        <p:sp>
          <p:nvSpPr>
            <p:cNvPr id="13323" name="Text Box 19"/>
            <p:cNvSpPr txBox="1">
              <a:spLocks noChangeArrowheads="1"/>
            </p:cNvSpPr>
            <p:nvPr/>
          </p:nvSpPr>
          <p:spPr bwMode="auto">
            <a:xfrm>
              <a:off x="3457" y="3803"/>
              <a:ext cx="659" cy="212"/>
            </a:xfrm>
            <a:prstGeom prst="rect">
              <a:avLst/>
            </a:prstGeom>
            <a:noFill/>
            <a:ln w="9525" algn="ctr">
              <a:noFill/>
              <a:miter lim="800000"/>
              <a:headEnd/>
              <a:tailEnd/>
            </a:ln>
          </p:spPr>
          <p:txBody>
            <a:bodyPr wrap="none">
              <a:spAutoFit/>
            </a:bodyPr>
            <a:lstStyle/>
            <a:p>
              <a:r>
                <a:rPr lang="en-GB" sz="1600" i="1"/>
                <a:t>freq (Hz)</a:t>
              </a:r>
              <a:endParaRPr lang="en-US" sz="1600" i="1"/>
            </a:p>
          </p:txBody>
        </p:sp>
        <p:sp>
          <p:nvSpPr>
            <p:cNvPr id="13324" name="Line 20"/>
            <p:cNvSpPr>
              <a:spLocks noChangeShapeType="1"/>
            </p:cNvSpPr>
            <p:nvPr/>
          </p:nvSpPr>
          <p:spPr bwMode="auto">
            <a:xfrm>
              <a:off x="4122" y="3898"/>
              <a:ext cx="281" cy="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 type="triangle" w="med" len="med"/>
            </a:ln>
          </p:spPr>
          <p:txBody>
            <a:bodyPr/>
            <a:lstStyle/>
            <a:p>
              <a:endParaRPr lang="en-GB" sz="1600"/>
            </a:p>
          </p:txBody>
        </p:sp>
      </p:grpSp>
      <p:sp>
        <p:nvSpPr>
          <p:cNvPr id="13319" name="Text Box 21"/>
          <p:cNvSpPr txBox="1">
            <a:spLocks noChangeArrowheads="1"/>
          </p:cNvSpPr>
          <p:nvPr/>
        </p:nvSpPr>
        <p:spPr bwMode="auto">
          <a:xfrm>
            <a:off x="784060" y="1065213"/>
            <a:ext cx="470065" cy="4427366"/>
          </a:xfrm>
          <a:prstGeom prst="rect">
            <a:avLst/>
          </a:prstGeom>
          <a:solidFill>
            <a:srgbClr val="FFFFFF"/>
          </a:solidFill>
          <a:ln w="9525" algn="ctr">
            <a:noFill/>
            <a:miter lim="800000"/>
            <a:headEnd/>
            <a:tailEnd/>
          </a:ln>
        </p:spPr>
        <p:txBody>
          <a:bodyPr wrap="none">
            <a:spAutoFit/>
          </a:bodyPr>
          <a:lstStyle/>
          <a:p>
            <a:pPr algn="r">
              <a:lnSpc>
                <a:spcPct val="130000"/>
              </a:lnSpc>
            </a:pPr>
            <a:r>
              <a:rPr lang="en-GB" sz="1200"/>
              <a:t>0</a:t>
            </a:r>
          </a:p>
          <a:p>
            <a:pPr algn="r">
              <a:lnSpc>
                <a:spcPct val="130000"/>
              </a:lnSpc>
            </a:pPr>
            <a:endParaRPr lang="en-GB" sz="1200"/>
          </a:p>
          <a:p>
            <a:pPr algn="r">
              <a:lnSpc>
                <a:spcPct val="130000"/>
              </a:lnSpc>
            </a:pPr>
            <a:r>
              <a:rPr lang="en-GB" sz="1200"/>
              <a:t>-5</a:t>
            </a:r>
          </a:p>
          <a:p>
            <a:pPr algn="r">
              <a:lnSpc>
                <a:spcPct val="130000"/>
              </a:lnSpc>
            </a:pPr>
            <a:endParaRPr lang="en-GB" sz="1200"/>
          </a:p>
          <a:p>
            <a:pPr algn="r">
              <a:lnSpc>
                <a:spcPct val="130000"/>
              </a:lnSpc>
            </a:pPr>
            <a:r>
              <a:rPr lang="en-GB" sz="1200"/>
              <a:t>-10</a:t>
            </a:r>
          </a:p>
          <a:p>
            <a:pPr algn="r">
              <a:lnSpc>
                <a:spcPct val="130000"/>
              </a:lnSpc>
            </a:pPr>
            <a:endParaRPr lang="en-GB" sz="1200"/>
          </a:p>
          <a:p>
            <a:pPr algn="r">
              <a:lnSpc>
                <a:spcPct val="130000"/>
              </a:lnSpc>
            </a:pPr>
            <a:r>
              <a:rPr lang="en-GB" sz="1200"/>
              <a:t>-15</a:t>
            </a:r>
          </a:p>
          <a:p>
            <a:pPr algn="r">
              <a:lnSpc>
                <a:spcPct val="130000"/>
              </a:lnSpc>
            </a:pPr>
            <a:endParaRPr lang="en-GB" sz="1200"/>
          </a:p>
          <a:p>
            <a:pPr algn="r">
              <a:lnSpc>
                <a:spcPct val="130000"/>
              </a:lnSpc>
            </a:pPr>
            <a:r>
              <a:rPr lang="en-GB" sz="1200"/>
              <a:t>-20</a:t>
            </a:r>
          </a:p>
          <a:p>
            <a:pPr algn="r">
              <a:lnSpc>
                <a:spcPct val="130000"/>
              </a:lnSpc>
            </a:pPr>
            <a:endParaRPr lang="en-GB" sz="1200"/>
          </a:p>
          <a:p>
            <a:pPr algn="r">
              <a:lnSpc>
                <a:spcPct val="130000"/>
              </a:lnSpc>
            </a:pPr>
            <a:r>
              <a:rPr lang="en-GB" sz="1200"/>
              <a:t>-25</a:t>
            </a:r>
          </a:p>
          <a:p>
            <a:pPr algn="r">
              <a:lnSpc>
                <a:spcPct val="130000"/>
              </a:lnSpc>
            </a:pPr>
            <a:endParaRPr lang="en-GB" sz="1200"/>
          </a:p>
          <a:p>
            <a:pPr algn="r">
              <a:lnSpc>
                <a:spcPct val="130000"/>
              </a:lnSpc>
            </a:pPr>
            <a:r>
              <a:rPr lang="en-GB" sz="1200"/>
              <a:t>-30</a:t>
            </a:r>
          </a:p>
          <a:p>
            <a:pPr algn="r">
              <a:lnSpc>
                <a:spcPct val="130000"/>
              </a:lnSpc>
            </a:pPr>
            <a:endParaRPr lang="en-GB" sz="1200"/>
          </a:p>
          <a:p>
            <a:pPr algn="r">
              <a:lnSpc>
                <a:spcPct val="130000"/>
              </a:lnSpc>
            </a:pPr>
            <a:r>
              <a:rPr lang="en-GB" sz="1200"/>
              <a:t>-35</a:t>
            </a:r>
          </a:p>
          <a:p>
            <a:pPr algn="r">
              <a:lnSpc>
                <a:spcPct val="130000"/>
              </a:lnSpc>
            </a:pPr>
            <a:endParaRPr lang="en-GB" sz="1200"/>
          </a:p>
          <a:p>
            <a:pPr algn="r">
              <a:lnSpc>
                <a:spcPct val="130000"/>
              </a:lnSpc>
            </a:pPr>
            <a:r>
              <a:rPr lang="en-GB" sz="1200"/>
              <a:t>-40</a:t>
            </a:r>
          </a:p>
          <a:p>
            <a:pPr algn="r">
              <a:lnSpc>
                <a:spcPct val="150000"/>
              </a:lnSpc>
            </a:pPr>
            <a:endParaRPr lang="en-US" sz="1200"/>
          </a:p>
        </p:txBody>
      </p:sp>
      <p:grpSp>
        <p:nvGrpSpPr>
          <p:cNvPr id="3" name="Group 27"/>
          <p:cNvGrpSpPr>
            <a:grpSpLocks/>
          </p:cNvGrpSpPr>
          <p:nvPr/>
        </p:nvGrpSpPr>
        <p:grpSpPr bwMode="auto">
          <a:xfrm rot="-5400000">
            <a:off x="-385762" y="3141663"/>
            <a:ext cx="1968500" cy="336550"/>
            <a:chOff x="1147" y="3886"/>
            <a:chExt cx="1240" cy="212"/>
          </a:xfrm>
        </p:grpSpPr>
        <p:sp>
          <p:nvSpPr>
            <p:cNvPr id="13321" name="Text Box 24"/>
            <p:cNvSpPr txBox="1">
              <a:spLocks noChangeArrowheads="1"/>
            </p:cNvSpPr>
            <p:nvPr/>
          </p:nvSpPr>
          <p:spPr bwMode="auto">
            <a:xfrm>
              <a:off x="1147" y="3886"/>
              <a:ext cx="929" cy="212"/>
            </a:xfrm>
            <a:prstGeom prst="rect">
              <a:avLst/>
            </a:prstGeom>
            <a:solidFill>
              <a:srgbClr val="FFFFFF"/>
            </a:solidFill>
            <a:ln w="9525" algn="ctr">
              <a:noFill/>
              <a:miter lim="800000"/>
              <a:headEnd/>
              <a:tailEnd/>
            </a:ln>
          </p:spPr>
          <p:txBody>
            <a:bodyPr wrap="none">
              <a:spAutoFit/>
            </a:bodyPr>
            <a:lstStyle/>
            <a:p>
              <a:r>
                <a:rPr lang="en-GB" sz="1600" i="1"/>
                <a:t>intensity (dB)</a:t>
              </a:r>
              <a:endParaRPr lang="en-US" sz="1600" i="1"/>
            </a:p>
          </p:txBody>
        </p:sp>
        <p:sp>
          <p:nvSpPr>
            <p:cNvPr id="13322" name="Line 25"/>
            <p:cNvSpPr>
              <a:spLocks noChangeShapeType="1"/>
            </p:cNvSpPr>
            <p:nvPr/>
          </p:nvSpPr>
          <p:spPr bwMode="auto">
            <a:xfrm>
              <a:off x="2106" y="3981"/>
              <a:ext cx="281" cy="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 type="triangle" w="med" len="med"/>
            </a:ln>
          </p:spPr>
          <p:txBody>
            <a:bodyPr/>
            <a:lstStyle/>
            <a:p>
              <a:endParaRPr lang="en-GB" sz="1600"/>
            </a:p>
          </p:txBody>
        </p:sp>
      </p:grpSp>
    </p:spTree>
    <p:extLst>
      <p:ext uri="{BB962C8B-B14F-4D97-AF65-F5344CB8AC3E}">
        <p14:creationId xmlns:p14="http://schemas.microsoft.com/office/powerpoint/2010/main" val="2809610069"/>
      </p:ext>
    </p:extLst>
  </p:cSld>
  <p:clrMapOvr>
    <a:masterClrMapping/>
  </p:clrMapOvr>
</p:sld>
</file>

<file path=ppt/slides/slide5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51" name="Text Box 5"/>
          <p:cNvSpPr txBox="1">
            <a:spLocks noChangeArrowheads="1"/>
          </p:cNvSpPr>
          <p:nvPr/>
        </p:nvSpPr>
        <p:spPr bwMode="auto">
          <a:xfrm>
            <a:off x="430213" y="365125"/>
            <a:ext cx="1731962" cy="457200"/>
          </a:xfrm>
          <a:prstGeom prst="rect">
            <a:avLst/>
          </a:prstGeom>
          <a:noFill/>
          <a:ln w="9525" algn="ctr">
            <a:noFill/>
            <a:miter lim="800000"/>
            <a:headEnd/>
            <a:tailEnd/>
          </a:ln>
        </p:spPr>
        <p:txBody>
          <a:bodyPr wrap="none">
            <a:spAutoFit/>
          </a:bodyPr>
          <a:lstStyle/>
          <a:p>
            <a:r>
              <a:rPr lang="en-GB" sz="2400" b="1" dirty="0"/>
              <a:t>Pink Noise</a:t>
            </a:r>
            <a:endParaRPr lang="en-US" sz="2400" b="1" dirty="0"/>
          </a:p>
        </p:txBody>
      </p:sp>
      <p:pic>
        <p:nvPicPr>
          <p:cNvPr id="2052" name="Picture 6"/>
          <p:cNvPicPr>
            <a:picLocks noChangeAspect="1" noChangeArrowheads="1"/>
          </p:cNvPicPr>
          <p:nvPr/>
        </p:nvPicPr>
        <p:blipFill>
          <a:blip r:embed="rId3" cstate="print"/>
          <a:srcRect/>
          <a:stretch>
            <a:fillRect/>
          </a:stretch>
        </p:blipFill>
        <p:spPr bwMode="auto">
          <a:xfrm>
            <a:off x="511175" y="911225"/>
            <a:ext cx="8097838" cy="5589588"/>
          </a:xfrm>
          <a:prstGeom prst="rect">
            <a:avLst/>
          </a:prstGeom>
          <a:noFill/>
          <a:ln w="9525" algn="ctr">
            <a:noFill/>
            <a:miter lim="800000"/>
            <a:headEnd/>
            <a:tailEnd/>
          </a:ln>
        </p:spPr>
      </p:pic>
      <p:sp>
        <p:nvSpPr>
          <p:cNvPr id="169992" name="Text Box 8"/>
          <p:cNvSpPr txBox="1">
            <a:spLocks noChangeArrowheads="1"/>
          </p:cNvSpPr>
          <p:nvPr/>
        </p:nvSpPr>
        <p:spPr bwMode="auto">
          <a:xfrm>
            <a:off x="1617663" y="4238625"/>
            <a:ext cx="5746750" cy="1569660"/>
          </a:xfrm>
          <a:prstGeom prst="rect">
            <a:avLst/>
          </a:prstGeom>
          <a:solidFill>
            <a:srgbClr val="FFFFFF">
              <a:alpha val="30000"/>
            </a:srgbClr>
          </a:solidFill>
          <a:ln w="9525" algn="ctr">
            <a:noFill/>
            <a:miter lim="800000"/>
            <a:headEnd/>
            <a:tailEnd/>
          </a:ln>
          <a:effectLst/>
        </p:spPr>
        <p:txBody>
          <a:bodyPr>
            <a:spAutoFit/>
          </a:bodyPr>
          <a:lstStyle/>
          <a:p>
            <a:pPr marL="182563" indent="-182563">
              <a:lnSpc>
                <a:spcPct val="120000"/>
              </a:lnSpc>
            </a:pPr>
            <a:r>
              <a:rPr lang="en-GB" sz="1600">
                <a:effectLst>
                  <a:outerShdw blurRad="38100" dist="38100" dir="2700000" algn="tl">
                    <a:srgbClr val="C0C0C0"/>
                  </a:outerShdw>
                </a:effectLst>
              </a:rPr>
              <a:t>Spectral Density is inversely proportional to frequency</a:t>
            </a:r>
          </a:p>
          <a:p>
            <a:pPr marL="182563" indent="-182563">
              <a:lnSpc>
                <a:spcPct val="120000"/>
              </a:lnSpc>
              <a:buFontTx/>
              <a:buChar char="•"/>
            </a:pPr>
            <a:r>
              <a:rPr lang="en-GB" sz="1600">
                <a:effectLst>
                  <a:outerShdw blurRad="38100" dist="38100" dir="2700000" algn="tl">
                    <a:srgbClr val="C0C0C0"/>
                  </a:outerShdw>
                </a:effectLst>
              </a:rPr>
              <a:t>i.e. intensity </a:t>
            </a:r>
            <a:r>
              <a:rPr lang="en-GB" sz="1600">
                <a:effectLst>
                  <a:outerShdw blurRad="38100" dist="38100" dir="2700000" algn="tl">
                    <a:srgbClr val="C0C0C0"/>
                  </a:outerShdw>
                </a:effectLst>
                <a:ea typeface="Lucida Sans Unicode" pitchFamily="34" charset="0"/>
                <a:cs typeface="Lucida Sans Unicode" pitchFamily="34" charset="0"/>
              </a:rPr>
              <a:t>∝</a:t>
            </a:r>
          </a:p>
          <a:p>
            <a:pPr marL="182563" indent="-182563">
              <a:lnSpc>
                <a:spcPct val="120000"/>
              </a:lnSpc>
              <a:buFontTx/>
              <a:buChar char="•"/>
            </a:pPr>
            <a:endParaRPr lang="en-GB" sz="1600">
              <a:effectLst>
                <a:outerShdw blurRad="38100" dist="38100" dir="2700000" algn="tl">
                  <a:srgbClr val="C0C0C0"/>
                </a:outerShdw>
              </a:effectLst>
              <a:ea typeface="Lucida Sans Unicode" pitchFamily="34" charset="0"/>
              <a:cs typeface="Lucida Sans Unicode" pitchFamily="34" charset="0"/>
            </a:endParaRPr>
          </a:p>
          <a:p>
            <a:pPr marL="182563" indent="-182563">
              <a:lnSpc>
                <a:spcPct val="120000"/>
              </a:lnSpc>
              <a:buFontTx/>
              <a:buChar char="•"/>
            </a:pPr>
            <a:r>
              <a:rPr lang="en-GB" sz="1600">
                <a:effectLst>
                  <a:outerShdw blurRad="38100" dist="38100" dir="2700000" algn="tl">
                    <a:srgbClr val="C0C0C0"/>
                  </a:outerShdw>
                </a:effectLst>
                <a:ea typeface="Lucida Sans Unicode" pitchFamily="34" charset="0"/>
                <a:cs typeface="Lucida Sans Unicode" pitchFamily="34" charset="0"/>
              </a:rPr>
              <a:t>actually drops 3dB / octave </a:t>
            </a:r>
          </a:p>
          <a:p>
            <a:pPr marL="182563" indent="-182563">
              <a:lnSpc>
                <a:spcPct val="120000"/>
              </a:lnSpc>
              <a:buFontTx/>
              <a:buChar char="•"/>
            </a:pPr>
            <a:r>
              <a:rPr lang="en-US" sz="1600">
                <a:effectLst>
                  <a:outerShdw blurRad="38100" dist="38100" dir="2700000" algn="tl">
                    <a:srgbClr val="C0C0C0"/>
                  </a:outerShdw>
                </a:effectLst>
                <a:ea typeface="Lucida Sans Unicode" pitchFamily="34" charset="0"/>
                <a:cs typeface="Lucida Sans Unicode" pitchFamily="34" charset="0"/>
              </a:rPr>
              <a:t>(</a:t>
            </a:r>
            <a:r>
              <a:rPr lang="en-GB" sz="1600">
                <a:effectLst>
                  <a:outerShdw blurRad="38100" dist="38100" dir="2700000" algn="tl">
                    <a:srgbClr val="C0C0C0"/>
                  </a:outerShdw>
                </a:effectLst>
                <a:ea typeface="Lucida Sans Unicode" pitchFamily="34" charset="0"/>
                <a:cs typeface="Lucida Sans Unicode" pitchFamily="34" charset="0"/>
              </a:rPr>
              <a:t>again) theoretically 0Hz to </a:t>
            </a:r>
            <a:r>
              <a:rPr lang="en-GB" sz="1600">
                <a:effectLst>
                  <a:outerShdw blurRad="38100" dist="38100" dir="2700000" algn="tl">
                    <a:srgbClr val="C0C0C0"/>
                  </a:outerShdw>
                </a:effectLst>
              </a:rPr>
              <a:t>∞ Hz</a:t>
            </a:r>
            <a:endParaRPr lang="en-GB" sz="1600">
              <a:effectLst>
                <a:outerShdw blurRad="38100" dist="38100" dir="2700000" algn="tl">
                  <a:srgbClr val="C0C0C0"/>
                </a:outerShdw>
              </a:effectLst>
              <a:ea typeface="Lucida Sans Unicode" pitchFamily="34" charset="0"/>
              <a:cs typeface="Lucida Sans Unicode" pitchFamily="34" charset="0"/>
            </a:endParaRPr>
          </a:p>
        </p:txBody>
      </p:sp>
      <p:sp>
        <p:nvSpPr>
          <p:cNvPr id="2054" name="Text Box 9"/>
          <p:cNvSpPr txBox="1">
            <a:spLocks noChangeArrowheads="1"/>
          </p:cNvSpPr>
          <p:nvPr/>
        </p:nvSpPr>
        <p:spPr bwMode="auto">
          <a:xfrm>
            <a:off x="1176338" y="5826125"/>
            <a:ext cx="7634287" cy="461665"/>
          </a:xfrm>
          <a:prstGeom prst="rect">
            <a:avLst/>
          </a:prstGeom>
          <a:solidFill>
            <a:srgbClr val="FFFFFF"/>
          </a:solidFill>
          <a:ln w="9525" algn="ctr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pPr marL="457200" indent="-457200">
              <a:buFontTx/>
              <a:buAutoNum type="arabicPlain" startAt="100"/>
            </a:pPr>
            <a:r>
              <a:rPr lang="en-GB" sz="1200"/>
              <a:t>                                                        1000                                               10,000</a:t>
            </a:r>
          </a:p>
          <a:p>
            <a:pPr marL="457200" indent="-457200">
              <a:buFontTx/>
              <a:buAutoNum type="arabicPlain" startAt="100"/>
            </a:pPr>
            <a:endParaRPr lang="en-US" sz="1200"/>
          </a:p>
        </p:txBody>
      </p:sp>
      <p:grpSp>
        <p:nvGrpSpPr>
          <p:cNvPr id="2" name="Group 10"/>
          <p:cNvGrpSpPr>
            <a:grpSpLocks/>
          </p:cNvGrpSpPr>
          <p:nvPr/>
        </p:nvGrpSpPr>
        <p:grpSpPr bwMode="auto">
          <a:xfrm>
            <a:off x="5926138" y="6046788"/>
            <a:ext cx="1501775" cy="336550"/>
            <a:chOff x="3457" y="3803"/>
            <a:chExt cx="946" cy="212"/>
          </a:xfrm>
        </p:grpSpPr>
        <p:sp>
          <p:nvSpPr>
            <p:cNvPr id="2060" name="Text Box 11"/>
            <p:cNvSpPr txBox="1">
              <a:spLocks noChangeArrowheads="1"/>
            </p:cNvSpPr>
            <p:nvPr/>
          </p:nvSpPr>
          <p:spPr bwMode="auto">
            <a:xfrm>
              <a:off x="3457" y="3803"/>
              <a:ext cx="659" cy="212"/>
            </a:xfrm>
            <a:prstGeom prst="rect">
              <a:avLst/>
            </a:prstGeom>
            <a:noFill/>
            <a:ln w="9525" algn="ctr">
              <a:noFill/>
              <a:miter lim="800000"/>
              <a:headEnd/>
              <a:tailEnd/>
            </a:ln>
          </p:spPr>
          <p:txBody>
            <a:bodyPr wrap="none">
              <a:spAutoFit/>
            </a:bodyPr>
            <a:lstStyle/>
            <a:p>
              <a:r>
                <a:rPr lang="en-GB" sz="1600" i="1"/>
                <a:t>freq (Hz)</a:t>
              </a:r>
              <a:endParaRPr lang="en-US" sz="1600" i="1"/>
            </a:p>
          </p:txBody>
        </p:sp>
        <p:sp>
          <p:nvSpPr>
            <p:cNvPr id="2061" name="Line 12"/>
            <p:cNvSpPr>
              <a:spLocks noChangeShapeType="1"/>
            </p:cNvSpPr>
            <p:nvPr/>
          </p:nvSpPr>
          <p:spPr bwMode="auto">
            <a:xfrm>
              <a:off x="4122" y="3898"/>
              <a:ext cx="281" cy="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 type="triangle" w="med" len="med"/>
            </a:ln>
          </p:spPr>
          <p:txBody>
            <a:bodyPr/>
            <a:lstStyle/>
            <a:p>
              <a:endParaRPr lang="en-GB" sz="1600"/>
            </a:p>
          </p:txBody>
        </p:sp>
      </p:grpSp>
      <p:sp>
        <p:nvSpPr>
          <p:cNvPr id="2056" name="Text Box 13"/>
          <p:cNvSpPr txBox="1">
            <a:spLocks noChangeArrowheads="1"/>
          </p:cNvSpPr>
          <p:nvPr/>
        </p:nvSpPr>
        <p:spPr bwMode="auto">
          <a:xfrm>
            <a:off x="784060" y="1065213"/>
            <a:ext cx="470065" cy="4427366"/>
          </a:xfrm>
          <a:prstGeom prst="rect">
            <a:avLst/>
          </a:prstGeom>
          <a:solidFill>
            <a:srgbClr val="FFFFFF"/>
          </a:solidFill>
          <a:ln w="9525" algn="ctr">
            <a:noFill/>
            <a:miter lim="800000"/>
            <a:headEnd/>
            <a:tailEnd/>
          </a:ln>
        </p:spPr>
        <p:txBody>
          <a:bodyPr wrap="none">
            <a:spAutoFit/>
          </a:bodyPr>
          <a:lstStyle/>
          <a:p>
            <a:pPr algn="r">
              <a:lnSpc>
                <a:spcPct val="130000"/>
              </a:lnSpc>
            </a:pPr>
            <a:r>
              <a:rPr lang="en-GB" sz="1200"/>
              <a:t>0</a:t>
            </a:r>
          </a:p>
          <a:p>
            <a:pPr algn="r">
              <a:lnSpc>
                <a:spcPct val="130000"/>
              </a:lnSpc>
            </a:pPr>
            <a:endParaRPr lang="en-GB" sz="1200"/>
          </a:p>
          <a:p>
            <a:pPr algn="r">
              <a:lnSpc>
                <a:spcPct val="130000"/>
              </a:lnSpc>
            </a:pPr>
            <a:r>
              <a:rPr lang="en-GB" sz="1200"/>
              <a:t>-5</a:t>
            </a:r>
          </a:p>
          <a:p>
            <a:pPr algn="r">
              <a:lnSpc>
                <a:spcPct val="130000"/>
              </a:lnSpc>
            </a:pPr>
            <a:endParaRPr lang="en-GB" sz="1200"/>
          </a:p>
          <a:p>
            <a:pPr algn="r">
              <a:lnSpc>
                <a:spcPct val="130000"/>
              </a:lnSpc>
            </a:pPr>
            <a:r>
              <a:rPr lang="en-GB" sz="1200"/>
              <a:t>-10</a:t>
            </a:r>
          </a:p>
          <a:p>
            <a:pPr algn="r">
              <a:lnSpc>
                <a:spcPct val="130000"/>
              </a:lnSpc>
            </a:pPr>
            <a:endParaRPr lang="en-GB" sz="1200"/>
          </a:p>
          <a:p>
            <a:pPr algn="r">
              <a:lnSpc>
                <a:spcPct val="130000"/>
              </a:lnSpc>
            </a:pPr>
            <a:r>
              <a:rPr lang="en-GB" sz="1200"/>
              <a:t>-15</a:t>
            </a:r>
          </a:p>
          <a:p>
            <a:pPr algn="r">
              <a:lnSpc>
                <a:spcPct val="130000"/>
              </a:lnSpc>
            </a:pPr>
            <a:endParaRPr lang="en-GB" sz="1200"/>
          </a:p>
          <a:p>
            <a:pPr algn="r">
              <a:lnSpc>
                <a:spcPct val="130000"/>
              </a:lnSpc>
            </a:pPr>
            <a:r>
              <a:rPr lang="en-GB" sz="1200"/>
              <a:t>-20</a:t>
            </a:r>
          </a:p>
          <a:p>
            <a:pPr algn="r">
              <a:lnSpc>
                <a:spcPct val="130000"/>
              </a:lnSpc>
            </a:pPr>
            <a:endParaRPr lang="en-GB" sz="1200"/>
          </a:p>
          <a:p>
            <a:pPr algn="r">
              <a:lnSpc>
                <a:spcPct val="130000"/>
              </a:lnSpc>
            </a:pPr>
            <a:r>
              <a:rPr lang="en-GB" sz="1200"/>
              <a:t>-25</a:t>
            </a:r>
          </a:p>
          <a:p>
            <a:pPr algn="r">
              <a:lnSpc>
                <a:spcPct val="130000"/>
              </a:lnSpc>
            </a:pPr>
            <a:endParaRPr lang="en-GB" sz="1200"/>
          </a:p>
          <a:p>
            <a:pPr algn="r">
              <a:lnSpc>
                <a:spcPct val="130000"/>
              </a:lnSpc>
            </a:pPr>
            <a:r>
              <a:rPr lang="en-GB" sz="1200"/>
              <a:t>-30</a:t>
            </a:r>
          </a:p>
          <a:p>
            <a:pPr algn="r">
              <a:lnSpc>
                <a:spcPct val="130000"/>
              </a:lnSpc>
            </a:pPr>
            <a:endParaRPr lang="en-GB" sz="1200"/>
          </a:p>
          <a:p>
            <a:pPr algn="r">
              <a:lnSpc>
                <a:spcPct val="130000"/>
              </a:lnSpc>
            </a:pPr>
            <a:r>
              <a:rPr lang="en-GB" sz="1200"/>
              <a:t>-35</a:t>
            </a:r>
          </a:p>
          <a:p>
            <a:pPr algn="r">
              <a:lnSpc>
                <a:spcPct val="130000"/>
              </a:lnSpc>
            </a:pPr>
            <a:endParaRPr lang="en-GB" sz="1200"/>
          </a:p>
          <a:p>
            <a:pPr algn="r">
              <a:lnSpc>
                <a:spcPct val="130000"/>
              </a:lnSpc>
            </a:pPr>
            <a:r>
              <a:rPr lang="en-GB" sz="1200"/>
              <a:t>-40</a:t>
            </a:r>
          </a:p>
          <a:p>
            <a:pPr algn="r">
              <a:lnSpc>
                <a:spcPct val="150000"/>
              </a:lnSpc>
            </a:pPr>
            <a:endParaRPr lang="en-US" sz="1200"/>
          </a:p>
        </p:txBody>
      </p:sp>
      <p:grpSp>
        <p:nvGrpSpPr>
          <p:cNvPr id="3" name="Group 14"/>
          <p:cNvGrpSpPr>
            <a:grpSpLocks/>
          </p:cNvGrpSpPr>
          <p:nvPr/>
        </p:nvGrpSpPr>
        <p:grpSpPr bwMode="auto">
          <a:xfrm rot="-5400000">
            <a:off x="-385762" y="3141663"/>
            <a:ext cx="1968500" cy="336550"/>
            <a:chOff x="1147" y="3886"/>
            <a:chExt cx="1240" cy="212"/>
          </a:xfrm>
        </p:grpSpPr>
        <p:sp>
          <p:nvSpPr>
            <p:cNvPr id="2058" name="Text Box 15"/>
            <p:cNvSpPr txBox="1">
              <a:spLocks noChangeArrowheads="1"/>
            </p:cNvSpPr>
            <p:nvPr/>
          </p:nvSpPr>
          <p:spPr bwMode="auto">
            <a:xfrm>
              <a:off x="1147" y="3886"/>
              <a:ext cx="929" cy="212"/>
            </a:xfrm>
            <a:prstGeom prst="rect">
              <a:avLst/>
            </a:prstGeom>
            <a:solidFill>
              <a:srgbClr val="FFFFFF"/>
            </a:solidFill>
            <a:ln w="9525" algn="ctr">
              <a:noFill/>
              <a:miter lim="800000"/>
              <a:headEnd/>
              <a:tailEnd/>
            </a:ln>
          </p:spPr>
          <p:txBody>
            <a:bodyPr wrap="none">
              <a:spAutoFit/>
            </a:bodyPr>
            <a:lstStyle/>
            <a:p>
              <a:r>
                <a:rPr lang="en-GB" sz="1600" i="1"/>
                <a:t>intensity (dB)</a:t>
              </a:r>
              <a:endParaRPr lang="en-US" sz="1600" i="1"/>
            </a:p>
          </p:txBody>
        </p:sp>
        <p:sp>
          <p:nvSpPr>
            <p:cNvPr id="2059" name="Line 16"/>
            <p:cNvSpPr>
              <a:spLocks noChangeShapeType="1"/>
            </p:cNvSpPr>
            <p:nvPr/>
          </p:nvSpPr>
          <p:spPr bwMode="auto">
            <a:xfrm>
              <a:off x="2106" y="3981"/>
              <a:ext cx="281" cy="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 type="triangle" w="med" len="med"/>
            </a:ln>
          </p:spPr>
          <p:txBody>
            <a:bodyPr/>
            <a:lstStyle/>
            <a:p>
              <a:endParaRPr lang="en-GB" sz="1600"/>
            </a:p>
          </p:txBody>
        </p:sp>
      </p:grpSp>
      <p:graphicFrame>
        <p:nvGraphicFramePr>
          <p:cNvPr id="2050" name="Object 17"/>
          <p:cNvGraphicFramePr>
            <a:graphicFrameLocks noChangeAspect="1"/>
          </p:cNvGraphicFramePr>
          <p:nvPr/>
        </p:nvGraphicFramePr>
        <p:xfrm>
          <a:off x="3405188" y="4538663"/>
          <a:ext cx="215900" cy="608012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7170" name="Equation" r:id="rId4" imgW="139639" imgH="393529" progId="Equation.3">
                  <p:embed/>
                </p:oleObj>
              </mc:Choice>
              <mc:Fallback>
                <p:oleObj name="Equation" r:id="rId4" imgW="139639" imgH="393529" progId="Equation.3">
                  <p:embed/>
                  <p:pic>
                    <p:nvPicPr>
                      <p:cNvPr id="2050" name="Object 17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5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3405188" y="4538663"/>
                        <a:ext cx="215900" cy="608012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chemeClr val="accent1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chemeClr val="tx1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chemeClr val="bg2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</p:spTree>
    <p:extLst>
      <p:ext uri="{BB962C8B-B14F-4D97-AF65-F5344CB8AC3E}">
        <p14:creationId xmlns:p14="http://schemas.microsoft.com/office/powerpoint/2010/main" val="2910967840"/>
      </p:ext>
    </p:extLst>
  </p:cSld>
  <p:clrMapOvr>
    <a:masterClrMapping/>
  </p:clrMapOvr>
</p:sld>
</file>

<file path=ppt/slides/slide5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338" name="Text Box 5"/>
          <p:cNvSpPr txBox="1">
            <a:spLocks noChangeArrowheads="1"/>
          </p:cNvSpPr>
          <p:nvPr/>
        </p:nvSpPr>
        <p:spPr bwMode="auto">
          <a:xfrm>
            <a:off x="430213" y="365125"/>
            <a:ext cx="2997200" cy="457200"/>
          </a:xfrm>
          <a:prstGeom prst="rect">
            <a:avLst/>
          </a:prstGeom>
          <a:noFill/>
          <a:ln w="9525" algn="ctr">
            <a:noFill/>
            <a:miter lim="800000"/>
            <a:headEnd/>
            <a:tailEnd/>
          </a:ln>
        </p:spPr>
        <p:txBody>
          <a:bodyPr wrap="none">
            <a:spAutoFit/>
          </a:bodyPr>
          <a:lstStyle/>
          <a:p>
            <a:r>
              <a:rPr lang="en-GB" sz="2400" b="1" dirty="0"/>
              <a:t>Noise – White, Pink</a:t>
            </a:r>
            <a:endParaRPr lang="en-US" sz="2400" b="1" dirty="0"/>
          </a:p>
        </p:txBody>
      </p:sp>
      <p:sp>
        <p:nvSpPr>
          <p:cNvPr id="14339" name="Text Box 6"/>
          <p:cNvSpPr txBox="1">
            <a:spLocks noChangeArrowheads="1"/>
          </p:cNvSpPr>
          <p:nvPr/>
        </p:nvSpPr>
        <p:spPr bwMode="auto">
          <a:xfrm>
            <a:off x="430213" y="765175"/>
            <a:ext cx="7958137" cy="581025"/>
          </a:xfrm>
          <a:prstGeom prst="rect">
            <a:avLst/>
          </a:prstGeom>
          <a:noFill/>
          <a:ln w="9525" algn="ctr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pPr marL="176213" indent="-176213"/>
            <a:r>
              <a:rPr lang="en-GB" sz="1600" b="0" dirty="0"/>
              <a:t>Depending on frequency spectrum, i.e. the amplitude of the noise voltages across the </a:t>
            </a:r>
            <a:r>
              <a:rPr lang="en-GB" sz="1600" b="0" dirty="0" err="1"/>
              <a:t>freq</a:t>
            </a:r>
            <a:r>
              <a:rPr lang="en-GB" sz="1600" b="0" dirty="0"/>
              <a:t> range</a:t>
            </a:r>
          </a:p>
        </p:txBody>
      </p:sp>
      <p:grpSp>
        <p:nvGrpSpPr>
          <p:cNvPr id="2" name="Group 415"/>
          <p:cNvGrpSpPr>
            <a:grpSpLocks/>
          </p:cNvGrpSpPr>
          <p:nvPr/>
        </p:nvGrpSpPr>
        <p:grpSpPr bwMode="auto">
          <a:xfrm>
            <a:off x="468313" y="1484313"/>
            <a:ext cx="5543550" cy="1223962"/>
            <a:chOff x="521" y="1842"/>
            <a:chExt cx="4944" cy="227"/>
          </a:xfrm>
        </p:grpSpPr>
        <p:sp>
          <p:nvSpPr>
            <p:cNvPr id="14545" name="Rectangle 412"/>
            <p:cNvSpPr>
              <a:spLocks noChangeArrowheads="1"/>
            </p:cNvSpPr>
            <p:nvPr/>
          </p:nvSpPr>
          <p:spPr bwMode="auto">
            <a:xfrm>
              <a:off x="521" y="1933"/>
              <a:ext cx="4944" cy="136"/>
            </a:xfrm>
            <a:prstGeom prst="rect">
              <a:avLst/>
            </a:prstGeom>
            <a:solidFill>
              <a:srgbClr val="FF0000"/>
            </a:solidFill>
            <a:ln w="9525" algn="ctr">
              <a:solidFill>
                <a:srgbClr val="FF5050"/>
              </a:solidFill>
              <a:miter lim="800000"/>
              <a:headEnd/>
              <a:tailEnd/>
            </a:ln>
          </p:spPr>
          <p:txBody>
            <a:bodyPr wrap="none" anchor="ctr"/>
            <a:lstStyle/>
            <a:p>
              <a:endParaRPr lang="en-US" sz="1600"/>
            </a:p>
          </p:txBody>
        </p:sp>
        <p:grpSp>
          <p:nvGrpSpPr>
            <p:cNvPr id="3" name="Group 219"/>
            <p:cNvGrpSpPr>
              <a:grpSpLocks/>
            </p:cNvGrpSpPr>
            <p:nvPr/>
          </p:nvGrpSpPr>
          <p:grpSpPr bwMode="auto">
            <a:xfrm>
              <a:off x="521" y="1842"/>
              <a:ext cx="4944" cy="173"/>
              <a:chOff x="521" y="1842"/>
              <a:chExt cx="4944" cy="173"/>
            </a:xfrm>
          </p:grpSpPr>
          <p:grpSp>
            <p:nvGrpSpPr>
              <p:cNvPr id="4" name="Group 28"/>
              <p:cNvGrpSpPr>
                <a:grpSpLocks/>
              </p:cNvGrpSpPr>
              <p:nvPr/>
            </p:nvGrpSpPr>
            <p:grpSpPr bwMode="auto">
              <a:xfrm>
                <a:off x="521" y="1842"/>
                <a:ext cx="525" cy="173"/>
                <a:chOff x="3404" y="1080"/>
                <a:chExt cx="1755" cy="819"/>
              </a:xfrm>
            </p:grpSpPr>
            <p:grpSp>
              <p:nvGrpSpPr>
                <p:cNvPr id="5" name="Group 29"/>
                <p:cNvGrpSpPr>
                  <a:grpSpLocks/>
                </p:cNvGrpSpPr>
                <p:nvPr/>
              </p:nvGrpSpPr>
              <p:grpSpPr bwMode="auto">
                <a:xfrm>
                  <a:off x="3404" y="1080"/>
                  <a:ext cx="590" cy="801"/>
                  <a:chOff x="3462" y="1100"/>
                  <a:chExt cx="1549" cy="801"/>
                </a:xfrm>
              </p:grpSpPr>
              <p:sp>
                <p:nvSpPr>
                  <p:cNvPr id="14732" name="Freeform 30"/>
                  <p:cNvSpPr>
                    <a:spLocks/>
                  </p:cNvSpPr>
                  <p:nvPr/>
                </p:nvSpPr>
                <p:spPr bwMode="auto">
                  <a:xfrm>
                    <a:off x="3462" y="1126"/>
                    <a:ext cx="313" cy="756"/>
                  </a:xfrm>
                  <a:custGeom>
                    <a:avLst/>
                    <a:gdLst>
                      <a:gd name="T0" fmla="*/ 0 w 717"/>
                      <a:gd name="T1" fmla="*/ 756 h 756"/>
                      <a:gd name="T2" fmla="*/ 4 w 717"/>
                      <a:gd name="T3" fmla="*/ 167 h 756"/>
                      <a:gd name="T4" fmla="*/ 5 w 717"/>
                      <a:gd name="T5" fmla="*/ 384 h 756"/>
                      <a:gd name="T6" fmla="*/ 7 w 717"/>
                      <a:gd name="T7" fmla="*/ 103 h 756"/>
                      <a:gd name="T8" fmla="*/ 10 w 717"/>
                      <a:gd name="T9" fmla="*/ 519 h 756"/>
                      <a:gd name="T10" fmla="*/ 11 w 717"/>
                      <a:gd name="T11" fmla="*/ 487 h 756"/>
                      <a:gd name="T12" fmla="*/ 11 w 717"/>
                      <a:gd name="T13" fmla="*/ 359 h 756"/>
                      <a:gd name="T14" fmla="*/ 14 w 717"/>
                      <a:gd name="T15" fmla="*/ 71 h 756"/>
                      <a:gd name="T16" fmla="*/ 16 w 717"/>
                      <a:gd name="T17" fmla="*/ 244 h 756"/>
                      <a:gd name="T18" fmla="*/ 17 w 717"/>
                      <a:gd name="T19" fmla="*/ 96 h 756"/>
                      <a:gd name="T20" fmla="*/ 18 w 717"/>
                      <a:gd name="T21" fmla="*/ 615 h 756"/>
                      <a:gd name="T22" fmla="*/ 21 w 717"/>
                      <a:gd name="T23" fmla="*/ 397 h 756"/>
                      <a:gd name="T24" fmla="*/ 24 w 717"/>
                      <a:gd name="T25" fmla="*/ 519 h 756"/>
                      <a:gd name="T26" fmla="*/ 25 w 717"/>
                      <a:gd name="T27" fmla="*/ 308 h 756"/>
                      <a:gd name="T28" fmla="*/ 28 w 717"/>
                      <a:gd name="T29" fmla="*/ 442 h 756"/>
                      <a:gd name="T30" fmla="*/ 29 w 717"/>
                      <a:gd name="T31" fmla="*/ 352 h 756"/>
                      <a:gd name="T32" fmla="*/ 30 w 717"/>
                      <a:gd name="T33" fmla="*/ 384 h 756"/>
                      <a:gd name="T34" fmla="*/ 31 w 717"/>
                      <a:gd name="T35" fmla="*/ 135 h 756"/>
                      <a:gd name="T36" fmla="*/ 33 w 717"/>
                      <a:gd name="T37" fmla="*/ 301 h 756"/>
                      <a:gd name="T38" fmla="*/ 32 w 717"/>
                      <a:gd name="T39" fmla="*/ 519 h 756"/>
                      <a:gd name="T40" fmla="*/ 34 w 717"/>
                      <a:gd name="T41" fmla="*/ 679 h 756"/>
                      <a:gd name="T42" fmla="*/ 36 w 717"/>
                      <a:gd name="T43" fmla="*/ 628 h 756"/>
                      <a:gd name="T44" fmla="*/ 37 w 717"/>
                      <a:gd name="T45" fmla="*/ 480 h 756"/>
                      <a:gd name="T46" fmla="*/ 38 w 717"/>
                      <a:gd name="T47" fmla="*/ 391 h 756"/>
                      <a:gd name="T48" fmla="*/ 36 w 717"/>
                      <a:gd name="T49" fmla="*/ 506 h 756"/>
                      <a:gd name="T50" fmla="*/ 38 w 717"/>
                      <a:gd name="T51" fmla="*/ 352 h 756"/>
                      <a:gd name="T52" fmla="*/ 39 w 717"/>
                      <a:gd name="T53" fmla="*/ 455 h 756"/>
                      <a:gd name="T54" fmla="*/ 41 w 717"/>
                      <a:gd name="T55" fmla="*/ 519 h 756"/>
                      <a:gd name="T56" fmla="*/ 43 w 717"/>
                      <a:gd name="T57" fmla="*/ 410 h 756"/>
                      <a:gd name="T58" fmla="*/ 44 w 717"/>
                      <a:gd name="T59" fmla="*/ 186 h 756"/>
                      <a:gd name="T60" fmla="*/ 45 w 717"/>
                      <a:gd name="T61" fmla="*/ 231 h 756"/>
                      <a:gd name="T62" fmla="*/ 48 w 717"/>
                      <a:gd name="T63" fmla="*/ 148 h 756"/>
                      <a:gd name="T64" fmla="*/ 48 w 717"/>
                      <a:gd name="T65" fmla="*/ 301 h 756"/>
                      <a:gd name="T66" fmla="*/ 48 w 717"/>
                      <a:gd name="T67" fmla="*/ 730 h 756"/>
                      <a:gd name="T68" fmla="*/ 54 w 717"/>
                      <a:gd name="T69" fmla="*/ 0 h 756"/>
                      <a:gd name="T70" fmla="*/ 54 w 717"/>
                      <a:gd name="T71" fmla="*/ 250 h 756"/>
                      <a:gd name="T72" fmla="*/ 55 w 717"/>
                      <a:gd name="T73" fmla="*/ 333 h 756"/>
                      <a:gd name="T74" fmla="*/ 57 w 717"/>
                      <a:gd name="T75" fmla="*/ 192 h 756"/>
                      <a:gd name="T76" fmla="*/ 59 w 717"/>
                      <a:gd name="T77" fmla="*/ 340 h 756"/>
                      <a:gd name="T78" fmla="*/ 58 w 717"/>
                      <a:gd name="T79" fmla="*/ 429 h 756"/>
                      <a:gd name="T80" fmla="*/ 60 w 717"/>
                      <a:gd name="T81" fmla="*/ 461 h 756"/>
                      <a:gd name="T82" fmla="*/ 0 60000 65536"/>
                      <a:gd name="T83" fmla="*/ 0 60000 65536"/>
                      <a:gd name="T84" fmla="*/ 0 60000 65536"/>
                      <a:gd name="T85" fmla="*/ 0 60000 65536"/>
                      <a:gd name="T86" fmla="*/ 0 60000 65536"/>
                      <a:gd name="T87" fmla="*/ 0 60000 65536"/>
                      <a:gd name="T88" fmla="*/ 0 60000 65536"/>
                      <a:gd name="T89" fmla="*/ 0 60000 65536"/>
                      <a:gd name="T90" fmla="*/ 0 60000 65536"/>
                      <a:gd name="T91" fmla="*/ 0 60000 65536"/>
                      <a:gd name="T92" fmla="*/ 0 60000 65536"/>
                      <a:gd name="T93" fmla="*/ 0 60000 65536"/>
                      <a:gd name="T94" fmla="*/ 0 60000 65536"/>
                      <a:gd name="T95" fmla="*/ 0 60000 65536"/>
                      <a:gd name="T96" fmla="*/ 0 60000 65536"/>
                      <a:gd name="T97" fmla="*/ 0 60000 65536"/>
                      <a:gd name="T98" fmla="*/ 0 60000 65536"/>
                      <a:gd name="T99" fmla="*/ 0 60000 65536"/>
                      <a:gd name="T100" fmla="*/ 0 60000 65536"/>
                      <a:gd name="T101" fmla="*/ 0 60000 65536"/>
                      <a:gd name="T102" fmla="*/ 0 60000 65536"/>
                      <a:gd name="T103" fmla="*/ 0 60000 65536"/>
                      <a:gd name="T104" fmla="*/ 0 60000 65536"/>
                      <a:gd name="T105" fmla="*/ 0 60000 65536"/>
                      <a:gd name="T106" fmla="*/ 0 60000 65536"/>
                      <a:gd name="T107" fmla="*/ 0 60000 65536"/>
                      <a:gd name="T108" fmla="*/ 0 60000 65536"/>
                      <a:gd name="T109" fmla="*/ 0 60000 65536"/>
                      <a:gd name="T110" fmla="*/ 0 60000 65536"/>
                      <a:gd name="T111" fmla="*/ 0 60000 65536"/>
                      <a:gd name="T112" fmla="*/ 0 60000 65536"/>
                      <a:gd name="T113" fmla="*/ 0 60000 65536"/>
                      <a:gd name="T114" fmla="*/ 0 60000 65536"/>
                      <a:gd name="T115" fmla="*/ 0 60000 65536"/>
                      <a:gd name="T116" fmla="*/ 0 60000 65536"/>
                      <a:gd name="T117" fmla="*/ 0 60000 65536"/>
                      <a:gd name="T118" fmla="*/ 0 60000 65536"/>
                      <a:gd name="T119" fmla="*/ 0 60000 65536"/>
                      <a:gd name="T120" fmla="*/ 0 60000 65536"/>
                      <a:gd name="T121" fmla="*/ 0 60000 65536"/>
                      <a:gd name="T122" fmla="*/ 0 60000 65536"/>
                      <a:gd name="T123" fmla="*/ 0 w 717"/>
                      <a:gd name="T124" fmla="*/ 0 h 756"/>
                      <a:gd name="T125" fmla="*/ 717 w 717"/>
                      <a:gd name="T126" fmla="*/ 756 h 756"/>
                    </a:gdLst>
                    <a:ahLst/>
                    <a:cxnLst>
                      <a:cxn ang="T82">
                        <a:pos x="T0" y="T1"/>
                      </a:cxn>
                      <a:cxn ang="T83">
                        <a:pos x="T2" y="T3"/>
                      </a:cxn>
                      <a:cxn ang="T84">
                        <a:pos x="T4" y="T5"/>
                      </a:cxn>
                      <a:cxn ang="T85">
                        <a:pos x="T6" y="T7"/>
                      </a:cxn>
                      <a:cxn ang="T86">
                        <a:pos x="T8" y="T9"/>
                      </a:cxn>
                      <a:cxn ang="T87">
                        <a:pos x="T10" y="T11"/>
                      </a:cxn>
                      <a:cxn ang="T88">
                        <a:pos x="T12" y="T13"/>
                      </a:cxn>
                      <a:cxn ang="T89">
                        <a:pos x="T14" y="T15"/>
                      </a:cxn>
                      <a:cxn ang="T90">
                        <a:pos x="T16" y="T17"/>
                      </a:cxn>
                      <a:cxn ang="T91">
                        <a:pos x="T18" y="T19"/>
                      </a:cxn>
                      <a:cxn ang="T92">
                        <a:pos x="T20" y="T21"/>
                      </a:cxn>
                      <a:cxn ang="T93">
                        <a:pos x="T22" y="T23"/>
                      </a:cxn>
                      <a:cxn ang="T94">
                        <a:pos x="T24" y="T25"/>
                      </a:cxn>
                      <a:cxn ang="T95">
                        <a:pos x="T26" y="T27"/>
                      </a:cxn>
                      <a:cxn ang="T96">
                        <a:pos x="T28" y="T29"/>
                      </a:cxn>
                      <a:cxn ang="T97">
                        <a:pos x="T30" y="T31"/>
                      </a:cxn>
                      <a:cxn ang="T98">
                        <a:pos x="T32" y="T33"/>
                      </a:cxn>
                      <a:cxn ang="T99">
                        <a:pos x="T34" y="T35"/>
                      </a:cxn>
                      <a:cxn ang="T100">
                        <a:pos x="T36" y="T37"/>
                      </a:cxn>
                      <a:cxn ang="T101">
                        <a:pos x="T38" y="T39"/>
                      </a:cxn>
                      <a:cxn ang="T102">
                        <a:pos x="T40" y="T41"/>
                      </a:cxn>
                      <a:cxn ang="T103">
                        <a:pos x="T42" y="T43"/>
                      </a:cxn>
                      <a:cxn ang="T104">
                        <a:pos x="T44" y="T45"/>
                      </a:cxn>
                      <a:cxn ang="T105">
                        <a:pos x="T46" y="T47"/>
                      </a:cxn>
                      <a:cxn ang="T106">
                        <a:pos x="T48" y="T49"/>
                      </a:cxn>
                      <a:cxn ang="T107">
                        <a:pos x="T50" y="T51"/>
                      </a:cxn>
                      <a:cxn ang="T108">
                        <a:pos x="T52" y="T53"/>
                      </a:cxn>
                      <a:cxn ang="T109">
                        <a:pos x="T54" y="T55"/>
                      </a:cxn>
                      <a:cxn ang="T110">
                        <a:pos x="T56" y="T57"/>
                      </a:cxn>
                      <a:cxn ang="T111">
                        <a:pos x="T58" y="T59"/>
                      </a:cxn>
                      <a:cxn ang="T112">
                        <a:pos x="T60" y="T61"/>
                      </a:cxn>
                      <a:cxn ang="T113">
                        <a:pos x="T62" y="T63"/>
                      </a:cxn>
                      <a:cxn ang="T114">
                        <a:pos x="T64" y="T65"/>
                      </a:cxn>
                      <a:cxn ang="T115">
                        <a:pos x="T66" y="T67"/>
                      </a:cxn>
                      <a:cxn ang="T116">
                        <a:pos x="T68" y="T69"/>
                      </a:cxn>
                      <a:cxn ang="T117">
                        <a:pos x="T70" y="T71"/>
                      </a:cxn>
                      <a:cxn ang="T118">
                        <a:pos x="T72" y="T73"/>
                      </a:cxn>
                      <a:cxn ang="T119">
                        <a:pos x="T74" y="T75"/>
                      </a:cxn>
                      <a:cxn ang="T120">
                        <a:pos x="T76" y="T77"/>
                      </a:cxn>
                      <a:cxn ang="T121">
                        <a:pos x="T78" y="T79"/>
                      </a:cxn>
                      <a:cxn ang="T122">
                        <a:pos x="T80" y="T81"/>
                      </a:cxn>
                    </a:cxnLst>
                    <a:rect l="T123" t="T124" r="T125" b="T126"/>
                    <a:pathLst>
                      <a:path w="717" h="756">
                        <a:moveTo>
                          <a:pt x="0" y="756"/>
                        </a:moveTo>
                        <a:lnTo>
                          <a:pt x="52" y="167"/>
                        </a:lnTo>
                        <a:lnTo>
                          <a:pt x="64" y="384"/>
                        </a:lnTo>
                        <a:lnTo>
                          <a:pt x="90" y="103"/>
                        </a:lnTo>
                        <a:lnTo>
                          <a:pt x="116" y="519"/>
                        </a:lnTo>
                        <a:lnTo>
                          <a:pt x="135" y="487"/>
                        </a:lnTo>
                        <a:lnTo>
                          <a:pt x="135" y="359"/>
                        </a:lnTo>
                        <a:lnTo>
                          <a:pt x="167" y="71"/>
                        </a:lnTo>
                        <a:lnTo>
                          <a:pt x="192" y="244"/>
                        </a:lnTo>
                        <a:lnTo>
                          <a:pt x="205" y="96"/>
                        </a:lnTo>
                        <a:lnTo>
                          <a:pt x="218" y="615"/>
                        </a:lnTo>
                        <a:lnTo>
                          <a:pt x="244" y="397"/>
                        </a:lnTo>
                        <a:lnTo>
                          <a:pt x="282" y="519"/>
                        </a:lnTo>
                        <a:lnTo>
                          <a:pt x="308" y="308"/>
                        </a:lnTo>
                        <a:lnTo>
                          <a:pt x="333" y="442"/>
                        </a:lnTo>
                        <a:lnTo>
                          <a:pt x="346" y="352"/>
                        </a:lnTo>
                        <a:lnTo>
                          <a:pt x="365" y="384"/>
                        </a:lnTo>
                        <a:lnTo>
                          <a:pt x="378" y="135"/>
                        </a:lnTo>
                        <a:lnTo>
                          <a:pt x="391" y="301"/>
                        </a:lnTo>
                        <a:lnTo>
                          <a:pt x="384" y="519"/>
                        </a:lnTo>
                        <a:lnTo>
                          <a:pt x="404" y="679"/>
                        </a:lnTo>
                        <a:lnTo>
                          <a:pt x="429" y="628"/>
                        </a:lnTo>
                        <a:lnTo>
                          <a:pt x="442" y="480"/>
                        </a:lnTo>
                        <a:lnTo>
                          <a:pt x="455" y="391"/>
                        </a:lnTo>
                        <a:lnTo>
                          <a:pt x="436" y="506"/>
                        </a:lnTo>
                        <a:lnTo>
                          <a:pt x="461" y="352"/>
                        </a:lnTo>
                        <a:lnTo>
                          <a:pt x="474" y="455"/>
                        </a:lnTo>
                        <a:lnTo>
                          <a:pt x="493" y="519"/>
                        </a:lnTo>
                        <a:lnTo>
                          <a:pt x="512" y="410"/>
                        </a:lnTo>
                        <a:lnTo>
                          <a:pt x="532" y="186"/>
                        </a:lnTo>
                        <a:lnTo>
                          <a:pt x="544" y="231"/>
                        </a:lnTo>
                        <a:lnTo>
                          <a:pt x="570" y="148"/>
                        </a:lnTo>
                        <a:lnTo>
                          <a:pt x="576" y="301"/>
                        </a:lnTo>
                        <a:lnTo>
                          <a:pt x="576" y="730"/>
                        </a:lnTo>
                        <a:lnTo>
                          <a:pt x="647" y="0"/>
                        </a:lnTo>
                        <a:lnTo>
                          <a:pt x="647" y="250"/>
                        </a:lnTo>
                        <a:lnTo>
                          <a:pt x="660" y="333"/>
                        </a:lnTo>
                        <a:lnTo>
                          <a:pt x="685" y="192"/>
                        </a:lnTo>
                        <a:lnTo>
                          <a:pt x="711" y="340"/>
                        </a:lnTo>
                        <a:lnTo>
                          <a:pt x="698" y="429"/>
                        </a:lnTo>
                        <a:lnTo>
                          <a:pt x="717" y="461"/>
                        </a:lnTo>
                      </a:path>
                    </a:pathLst>
                  </a:custGeom>
                  <a:noFill/>
                  <a:ln w="9525">
                    <a:solidFill>
                      <a:srgbClr val="FF0000"/>
                    </a:solidFill>
                    <a:round/>
                    <a:headEnd/>
                    <a:tailEnd/>
                  </a:ln>
                </p:spPr>
                <p:txBody>
                  <a:bodyPr/>
                  <a:lstStyle/>
                  <a:p>
                    <a:endParaRPr lang="en-GB" sz="1600"/>
                  </a:p>
                </p:txBody>
              </p:sp>
              <p:sp>
                <p:nvSpPr>
                  <p:cNvPr id="14733" name="Freeform 31"/>
                  <p:cNvSpPr>
                    <a:spLocks/>
                  </p:cNvSpPr>
                  <p:nvPr/>
                </p:nvSpPr>
                <p:spPr bwMode="auto">
                  <a:xfrm flipH="1" flipV="1">
                    <a:off x="3770" y="1145"/>
                    <a:ext cx="313" cy="756"/>
                  </a:xfrm>
                  <a:custGeom>
                    <a:avLst/>
                    <a:gdLst>
                      <a:gd name="T0" fmla="*/ 0 w 717"/>
                      <a:gd name="T1" fmla="*/ 756 h 756"/>
                      <a:gd name="T2" fmla="*/ 4 w 717"/>
                      <a:gd name="T3" fmla="*/ 167 h 756"/>
                      <a:gd name="T4" fmla="*/ 5 w 717"/>
                      <a:gd name="T5" fmla="*/ 384 h 756"/>
                      <a:gd name="T6" fmla="*/ 7 w 717"/>
                      <a:gd name="T7" fmla="*/ 103 h 756"/>
                      <a:gd name="T8" fmla="*/ 10 w 717"/>
                      <a:gd name="T9" fmla="*/ 519 h 756"/>
                      <a:gd name="T10" fmla="*/ 11 w 717"/>
                      <a:gd name="T11" fmla="*/ 487 h 756"/>
                      <a:gd name="T12" fmla="*/ 11 w 717"/>
                      <a:gd name="T13" fmla="*/ 359 h 756"/>
                      <a:gd name="T14" fmla="*/ 14 w 717"/>
                      <a:gd name="T15" fmla="*/ 71 h 756"/>
                      <a:gd name="T16" fmla="*/ 16 w 717"/>
                      <a:gd name="T17" fmla="*/ 244 h 756"/>
                      <a:gd name="T18" fmla="*/ 17 w 717"/>
                      <a:gd name="T19" fmla="*/ 96 h 756"/>
                      <a:gd name="T20" fmla="*/ 18 w 717"/>
                      <a:gd name="T21" fmla="*/ 615 h 756"/>
                      <a:gd name="T22" fmla="*/ 21 w 717"/>
                      <a:gd name="T23" fmla="*/ 397 h 756"/>
                      <a:gd name="T24" fmla="*/ 24 w 717"/>
                      <a:gd name="T25" fmla="*/ 519 h 756"/>
                      <a:gd name="T26" fmla="*/ 25 w 717"/>
                      <a:gd name="T27" fmla="*/ 308 h 756"/>
                      <a:gd name="T28" fmla="*/ 28 w 717"/>
                      <a:gd name="T29" fmla="*/ 442 h 756"/>
                      <a:gd name="T30" fmla="*/ 29 w 717"/>
                      <a:gd name="T31" fmla="*/ 352 h 756"/>
                      <a:gd name="T32" fmla="*/ 30 w 717"/>
                      <a:gd name="T33" fmla="*/ 384 h 756"/>
                      <a:gd name="T34" fmla="*/ 31 w 717"/>
                      <a:gd name="T35" fmla="*/ 135 h 756"/>
                      <a:gd name="T36" fmla="*/ 33 w 717"/>
                      <a:gd name="T37" fmla="*/ 301 h 756"/>
                      <a:gd name="T38" fmla="*/ 32 w 717"/>
                      <a:gd name="T39" fmla="*/ 519 h 756"/>
                      <a:gd name="T40" fmla="*/ 34 w 717"/>
                      <a:gd name="T41" fmla="*/ 679 h 756"/>
                      <a:gd name="T42" fmla="*/ 36 w 717"/>
                      <a:gd name="T43" fmla="*/ 628 h 756"/>
                      <a:gd name="T44" fmla="*/ 37 w 717"/>
                      <a:gd name="T45" fmla="*/ 480 h 756"/>
                      <a:gd name="T46" fmla="*/ 38 w 717"/>
                      <a:gd name="T47" fmla="*/ 391 h 756"/>
                      <a:gd name="T48" fmla="*/ 36 w 717"/>
                      <a:gd name="T49" fmla="*/ 506 h 756"/>
                      <a:gd name="T50" fmla="*/ 38 w 717"/>
                      <a:gd name="T51" fmla="*/ 352 h 756"/>
                      <a:gd name="T52" fmla="*/ 39 w 717"/>
                      <a:gd name="T53" fmla="*/ 455 h 756"/>
                      <a:gd name="T54" fmla="*/ 41 w 717"/>
                      <a:gd name="T55" fmla="*/ 519 h 756"/>
                      <a:gd name="T56" fmla="*/ 43 w 717"/>
                      <a:gd name="T57" fmla="*/ 410 h 756"/>
                      <a:gd name="T58" fmla="*/ 44 w 717"/>
                      <a:gd name="T59" fmla="*/ 186 h 756"/>
                      <a:gd name="T60" fmla="*/ 45 w 717"/>
                      <a:gd name="T61" fmla="*/ 231 h 756"/>
                      <a:gd name="T62" fmla="*/ 48 w 717"/>
                      <a:gd name="T63" fmla="*/ 148 h 756"/>
                      <a:gd name="T64" fmla="*/ 48 w 717"/>
                      <a:gd name="T65" fmla="*/ 301 h 756"/>
                      <a:gd name="T66" fmla="*/ 48 w 717"/>
                      <a:gd name="T67" fmla="*/ 730 h 756"/>
                      <a:gd name="T68" fmla="*/ 54 w 717"/>
                      <a:gd name="T69" fmla="*/ 0 h 756"/>
                      <a:gd name="T70" fmla="*/ 54 w 717"/>
                      <a:gd name="T71" fmla="*/ 250 h 756"/>
                      <a:gd name="T72" fmla="*/ 55 w 717"/>
                      <a:gd name="T73" fmla="*/ 333 h 756"/>
                      <a:gd name="T74" fmla="*/ 57 w 717"/>
                      <a:gd name="T75" fmla="*/ 192 h 756"/>
                      <a:gd name="T76" fmla="*/ 59 w 717"/>
                      <a:gd name="T77" fmla="*/ 340 h 756"/>
                      <a:gd name="T78" fmla="*/ 58 w 717"/>
                      <a:gd name="T79" fmla="*/ 429 h 756"/>
                      <a:gd name="T80" fmla="*/ 60 w 717"/>
                      <a:gd name="T81" fmla="*/ 461 h 756"/>
                      <a:gd name="T82" fmla="*/ 0 60000 65536"/>
                      <a:gd name="T83" fmla="*/ 0 60000 65536"/>
                      <a:gd name="T84" fmla="*/ 0 60000 65536"/>
                      <a:gd name="T85" fmla="*/ 0 60000 65536"/>
                      <a:gd name="T86" fmla="*/ 0 60000 65536"/>
                      <a:gd name="T87" fmla="*/ 0 60000 65536"/>
                      <a:gd name="T88" fmla="*/ 0 60000 65536"/>
                      <a:gd name="T89" fmla="*/ 0 60000 65536"/>
                      <a:gd name="T90" fmla="*/ 0 60000 65536"/>
                      <a:gd name="T91" fmla="*/ 0 60000 65536"/>
                      <a:gd name="T92" fmla="*/ 0 60000 65536"/>
                      <a:gd name="T93" fmla="*/ 0 60000 65536"/>
                      <a:gd name="T94" fmla="*/ 0 60000 65536"/>
                      <a:gd name="T95" fmla="*/ 0 60000 65536"/>
                      <a:gd name="T96" fmla="*/ 0 60000 65536"/>
                      <a:gd name="T97" fmla="*/ 0 60000 65536"/>
                      <a:gd name="T98" fmla="*/ 0 60000 65536"/>
                      <a:gd name="T99" fmla="*/ 0 60000 65536"/>
                      <a:gd name="T100" fmla="*/ 0 60000 65536"/>
                      <a:gd name="T101" fmla="*/ 0 60000 65536"/>
                      <a:gd name="T102" fmla="*/ 0 60000 65536"/>
                      <a:gd name="T103" fmla="*/ 0 60000 65536"/>
                      <a:gd name="T104" fmla="*/ 0 60000 65536"/>
                      <a:gd name="T105" fmla="*/ 0 60000 65536"/>
                      <a:gd name="T106" fmla="*/ 0 60000 65536"/>
                      <a:gd name="T107" fmla="*/ 0 60000 65536"/>
                      <a:gd name="T108" fmla="*/ 0 60000 65536"/>
                      <a:gd name="T109" fmla="*/ 0 60000 65536"/>
                      <a:gd name="T110" fmla="*/ 0 60000 65536"/>
                      <a:gd name="T111" fmla="*/ 0 60000 65536"/>
                      <a:gd name="T112" fmla="*/ 0 60000 65536"/>
                      <a:gd name="T113" fmla="*/ 0 60000 65536"/>
                      <a:gd name="T114" fmla="*/ 0 60000 65536"/>
                      <a:gd name="T115" fmla="*/ 0 60000 65536"/>
                      <a:gd name="T116" fmla="*/ 0 60000 65536"/>
                      <a:gd name="T117" fmla="*/ 0 60000 65536"/>
                      <a:gd name="T118" fmla="*/ 0 60000 65536"/>
                      <a:gd name="T119" fmla="*/ 0 60000 65536"/>
                      <a:gd name="T120" fmla="*/ 0 60000 65536"/>
                      <a:gd name="T121" fmla="*/ 0 60000 65536"/>
                      <a:gd name="T122" fmla="*/ 0 60000 65536"/>
                      <a:gd name="T123" fmla="*/ 0 w 717"/>
                      <a:gd name="T124" fmla="*/ 0 h 756"/>
                      <a:gd name="T125" fmla="*/ 717 w 717"/>
                      <a:gd name="T126" fmla="*/ 756 h 756"/>
                    </a:gdLst>
                    <a:ahLst/>
                    <a:cxnLst>
                      <a:cxn ang="T82">
                        <a:pos x="T0" y="T1"/>
                      </a:cxn>
                      <a:cxn ang="T83">
                        <a:pos x="T2" y="T3"/>
                      </a:cxn>
                      <a:cxn ang="T84">
                        <a:pos x="T4" y="T5"/>
                      </a:cxn>
                      <a:cxn ang="T85">
                        <a:pos x="T6" y="T7"/>
                      </a:cxn>
                      <a:cxn ang="T86">
                        <a:pos x="T8" y="T9"/>
                      </a:cxn>
                      <a:cxn ang="T87">
                        <a:pos x="T10" y="T11"/>
                      </a:cxn>
                      <a:cxn ang="T88">
                        <a:pos x="T12" y="T13"/>
                      </a:cxn>
                      <a:cxn ang="T89">
                        <a:pos x="T14" y="T15"/>
                      </a:cxn>
                      <a:cxn ang="T90">
                        <a:pos x="T16" y="T17"/>
                      </a:cxn>
                      <a:cxn ang="T91">
                        <a:pos x="T18" y="T19"/>
                      </a:cxn>
                      <a:cxn ang="T92">
                        <a:pos x="T20" y="T21"/>
                      </a:cxn>
                      <a:cxn ang="T93">
                        <a:pos x="T22" y="T23"/>
                      </a:cxn>
                      <a:cxn ang="T94">
                        <a:pos x="T24" y="T25"/>
                      </a:cxn>
                      <a:cxn ang="T95">
                        <a:pos x="T26" y="T27"/>
                      </a:cxn>
                      <a:cxn ang="T96">
                        <a:pos x="T28" y="T29"/>
                      </a:cxn>
                      <a:cxn ang="T97">
                        <a:pos x="T30" y="T31"/>
                      </a:cxn>
                      <a:cxn ang="T98">
                        <a:pos x="T32" y="T33"/>
                      </a:cxn>
                      <a:cxn ang="T99">
                        <a:pos x="T34" y="T35"/>
                      </a:cxn>
                      <a:cxn ang="T100">
                        <a:pos x="T36" y="T37"/>
                      </a:cxn>
                      <a:cxn ang="T101">
                        <a:pos x="T38" y="T39"/>
                      </a:cxn>
                      <a:cxn ang="T102">
                        <a:pos x="T40" y="T41"/>
                      </a:cxn>
                      <a:cxn ang="T103">
                        <a:pos x="T42" y="T43"/>
                      </a:cxn>
                      <a:cxn ang="T104">
                        <a:pos x="T44" y="T45"/>
                      </a:cxn>
                      <a:cxn ang="T105">
                        <a:pos x="T46" y="T47"/>
                      </a:cxn>
                      <a:cxn ang="T106">
                        <a:pos x="T48" y="T49"/>
                      </a:cxn>
                      <a:cxn ang="T107">
                        <a:pos x="T50" y="T51"/>
                      </a:cxn>
                      <a:cxn ang="T108">
                        <a:pos x="T52" y="T53"/>
                      </a:cxn>
                      <a:cxn ang="T109">
                        <a:pos x="T54" y="T55"/>
                      </a:cxn>
                      <a:cxn ang="T110">
                        <a:pos x="T56" y="T57"/>
                      </a:cxn>
                      <a:cxn ang="T111">
                        <a:pos x="T58" y="T59"/>
                      </a:cxn>
                      <a:cxn ang="T112">
                        <a:pos x="T60" y="T61"/>
                      </a:cxn>
                      <a:cxn ang="T113">
                        <a:pos x="T62" y="T63"/>
                      </a:cxn>
                      <a:cxn ang="T114">
                        <a:pos x="T64" y="T65"/>
                      </a:cxn>
                      <a:cxn ang="T115">
                        <a:pos x="T66" y="T67"/>
                      </a:cxn>
                      <a:cxn ang="T116">
                        <a:pos x="T68" y="T69"/>
                      </a:cxn>
                      <a:cxn ang="T117">
                        <a:pos x="T70" y="T71"/>
                      </a:cxn>
                      <a:cxn ang="T118">
                        <a:pos x="T72" y="T73"/>
                      </a:cxn>
                      <a:cxn ang="T119">
                        <a:pos x="T74" y="T75"/>
                      </a:cxn>
                      <a:cxn ang="T120">
                        <a:pos x="T76" y="T77"/>
                      </a:cxn>
                      <a:cxn ang="T121">
                        <a:pos x="T78" y="T79"/>
                      </a:cxn>
                      <a:cxn ang="T122">
                        <a:pos x="T80" y="T81"/>
                      </a:cxn>
                    </a:cxnLst>
                    <a:rect l="T123" t="T124" r="T125" b="T126"/>
                    <a:pathLst>
                      <a:path w="717" h="756">
                        <a:moveTo>
                          <a:pt x="0" y="756"/>
                        </a:moveTo>
                        <a:lnTo>
                          <a:pt x="52" y="167"/>
                        </a:lnTo>
                        <a:lnTo>
                          <a:pt x="64" y="384"/>
                        </a:lnTo>
                        <a:lnTo>
                          <a:pt x="90" y="103"/>
                        </a:lnTo>
                        <a:lnTo>
                          <a:pt x="116" y="519"/>
                        </a:lnTo>
                        <a:lnTo>
                          <a:pt x="135" y="487"/>
                        </a:lnTo>
                        <a:lnTo>
                          <a:pt x="135" y="359"/>
                        </a:lnTo>
                        <a:lnTo>
                          <a:pt x="167" y="71"/>
                        </a:lnTo>
                        <a:lnTo>
                          <a:pt x="192" y="244"/>
                        </a:lnTo>
                        <a:lnTo>
                          <a:pt x="205" y="96"/>
                        </a:lnTo>
                        <a:lnTo>
                          <a:pt x="218" y="615"/>
                        </a:lnTo>
                        <a:lnTo>
                          <a:pt x="244" y="397"/>
                        </a:lnTo>
                        <a:lnTo>
                          <a:pt x="282" y="519"/>
                        </a:lnTo>
                        <a:lnTo>
                          <a:pt x="308" y="308"/>
                        </a:lnTo>
                        <a:lnTo>
                          <a:pt x="333" y="442"/>
                        </a:lnTo>
                        <a:lnTo>
                          <a:pt x="346" y="352"/>
                        </a:lnTo>
                        <a:lnTo>
                          <a:pt x="365" y="384"/>
                        </a:lnTo>
                        <a:lnTo>
                          <a:pt x="378" y="135"/>
                        </a:lnTo>
                        <a:lnTo>
                          <a:pt x="391" y="301"/>
                        </a:lnTo>
                        <a:lnTo>
                          <a:pt x="384" y="519"/>
                        </a:lnTo>
                        <a:lnTo>
                          <a:pt x="404" y="679"/>
                        </a:lnTo>
                        <a:lnTo>
                          <a:pt x="429" y="628"/>
                        </a:lnTo>
                        <a:lnTo>
                          <a:pt x="442" y="480"/>
                        </a:lnTo>
                        <a:lnTo>
                          <a:pt x="455" y="391"/>
                        </a:lnTo>
                        <a:lnTo>
                          <a:pt x="436" y="506"/>
                        </a:lnTo>
                        <a:lnTo>
                          <a:pt x="461" y="352"/>
                        </a:lnTo>
                        <a:lnTo>
                          <a:pt x="474" y="455"/>
                        </a:lnTo>
                        <a:lnTo>
                          <a:pt x="493" y="519"/>
                        </a:lnTo>
                        <a:lnTo>
                          <a:pt x="512" y="410"/>
                        </a:lnTo>
                        <a:lnTo>
                          <a:pt x="532" y="186"/>
                        </a:lnTo>
                        <a:lnTo>
                          <a:pt x="544" y="231"/>
                        </a:lnTo>
                        <a:lnTo>
                          <a:pt x="570" y="148"/>
                        </a:lnTo>
                        <a:lnTo>
                          <a:pt x="576" y="301"/>
                        </a:lnTo>
                        <a:lnTo>
                          <a:pt x="576" y="730"/>
                        </a:lnTo>
                        <a:lnTo>
                          <a:pt x="647" y="0"/>
                        </a:lnTo>
                        <a:lnTo>
                          <a:pt x="647" y="250"/>
                        </a:lnTo>
                        <a:lnTo>
                          <a:pt x="660" y="333"/>
                        </a:lnTo>
                        <a:lnTo>
                          <a:pt x="685" y="192"/>
                        </a:lnTo>
                        <a:lnTo>
                          <a:pt x="711" y="340"/>
                        </a:lnTo>
                        <a:lnTo>
                          <a:pt x="698" y="429"/>
                        </a:lnTo>
                        <a:lnTo>
                          <a:pt x="717" y="461"/>
                        </a:lnTo>
                      </a:path>
                    </a:pathLst>
                  </a:custGeom>
                  <a:noFill/>
                  <a:ln w="9525">
                    <a:solidFill>
                      <a:srgbClr val="FF0000"/>
                    </a:solidFill>
                    <a:round/>
                    <a:headEnd/>
                    <a:tailEnd/>
                  </a:ln>
                </p:spPr>
                <p:txBody>
                  <a:bodyPr/>
                  <a:lstStyle/>
                  <a:p>
                    <a:endParaRPr lang="en-GB" sz="1600"/>
                  </a:p>
                </p:txBody>
              </p:sp>
              <p:sp>
                <p:nvSpPr>
                  <p:cNvPr id="14734" name="Freeform 32"/>
                  <p:cNvSpPr>
                    <a:spLocks/>
                  </p:cNvSpPr>
                  <p:nvPr/>
                </p:nvSpPr>
                <p:spPr bwMode="auto">
                  <a:xfrm flipH="1">
                    <a:off x="4077" y="1119"/>
                    <a:ext cx="313" cy="756"/>
                  </a:xfrm>
                  <a:custGeom>
                    <a:avLst/>
                    <a:gdLst>
                      <a:gd name="T0" fmla="*/ 0 w 717"/>
                      <a:gd name="T1" fmla="*/ 756 h 756"/>
                      <a:gd name="T2" fmla="*/ 4 w 717"/>
                      <a:gd name="T3" fmla="*/ 167 h 756"/>
                      <a:gd name="T4" fmla="*/ 5 w 717"/>
                      <a:gd name="T5" fmla="*/ 384 h 756"/>
                      <a:gd name="T6" fmla="*/ 7 w 717"/>
                      <a:gd name="T7" fmla="*/ 103 h 756"/>
                      <a:gd name="T8" fmla="*/ 10 w 717"/>
                      <a:gd name="T9" fmla="*/ 519 h 756"/>
                      <a:gd name="T10" fmla="*/ 11 w 717"/>
                      <a:gd name="T11" fmla="*/ 487 h 756"/>
                      <a:gd name="T12" fmla="*/ 11 w 717"/>
                      <a:gd name="T13" fmla="*/ 359 h 756"/>
                      <a:gd name="T14" fmla="*/ 14 w 717"/>
                      <a:gd name="T15" fmla="*/ 71 h 756"/>
                      <a:gd name="T16" fmla="*/ 16 w 717"/>
                      <a:gd name="T17" fmla="*/ 244 h 756"/>
                      <a:gd name="T18" fmla="*/ 17 w 717"/>
                      <a:gd name="T19" fmla="*/ 96 h 756"/>
                      <a:gd name="T20" fmla="*/ 18 w 717"/>
                      <a:gd name="T21" fmla="*/ 615 h 756"/>
                      <a:gd name="T22" fmla="*/ 21 w 717"/>
                      <a:gd name="T23" fmla="*/ 397 h 756"/>
                      <a:gd name="T24" fmla="*/ 24 w 717"/>
                      <a:gd name="T25" fmla="*/ 519 h 756"/>
                      <a:gd name="T26" fmla="*/ 25 w 717"/>
                      <a:gd name="T27" fmla="*/ 308 h 756"/>
                      <a:gd name="T28" fmla="*/ 28 w 717"/>
                      <a:gd name="T29" fmla="*/ 442 h 756"/>
                      <a:gd name="T30" fmla="*/ 29 w 717"/>
                      <a:gd name="T31" fmla="*/ 352 h 756"/>
                      <a:gd name="T32" fmla="*/ 30 w 717"/>
                      <a:gd name="T33" fmla="*/ 384 h 756"/>
                      <a:gd name="T34" fmla="*/ 31 w 717"/>
                      <a:gd name="T35" fmla="*/ 135 h 756"/>
                      <a:gd name="T36" fmla="*/ 33 w 717"/>
                      <a:gd name="T37" fmla="*/ 301 h 756"/>
                      <a:gd name="T38" fmla="*/ 32 w 717"/>
                      <a:gd name="T39" fmla="*/ 519 h 756"/>
                      <a:gd name="T40" fmla="*/ 34 w 717"/>
                      <a:gd name="T41" fmla="*/ 679 h 756"/>
                      <a:gd name="T42" fmla="*/ 36 w 717"/>
                      <a:gd name="T43" fmla="*/ 628 h 756"/>
                      <a:gd name="T44" fmla="*/ 37 w 717"/>
                      <a:gd name="T45" fmla="*/ 480 h 756"/>
                      <a:gd name="T46" fmla="*/ 38 w 717"/>
                      <a:gd name="T47" fmla="*/ 391 h 756"/>
                      <a:gd name="T48" fmla="*/ 36 w 717"/>
                      <a:gd name="T49" fmla="*/ 506 h 756"/>
                      <a:gd name="T50" fmla="*/ 38 w 717"/>
                      <a:gd name="T51" fmla="*/ 352 h 756"/>
                      <a:gd name="T52" fmla="*/ 39 w 717"/>
                      <a:gd name="T53" fmla="*/ 455 h 756"/>
                      <a:gd name="T54" fmla="*/ 41 w 717"/>
                      <a:gd name="T55" fmla="*/ 519 h 756"/>
                      <a:gd name="T56" fmla="*/ 43 w 717"/>
                      <a:gd name="T57" fmla="*/ 410 h 756"/>
                      <a:gd name="T58" fmla="*/ 44 w 717"/>
                      <a:gd name="T59" fmla="*/ 186 h 756"/>
                      <a:gd name="T60" fmla="*/ 45 w 717"/>
                      <a:gd name="T61" fmla="*/ 231 h 756"/>
                      <a:gd name="T62" fmla="*/ 48 w 717"/>
                      <a:gd name="T63" fmla="*/ 148 h 756"/>
                      <a:gd name="T64" fmla="*/ 48 w 717"/>
                      <a:gd name="T65" fmla="*/ 301 h 756"/>
                      <a:gd name="T66" fmla="*/ 48 w 717"/>
                      <a:gd name="T67" fmla="*/ 730 h 756"/>
                      <a:gd name="T68" fmla="*/ 54 w 717"/>
                      <a:gd name="T69" fmla="*/ 0 h 756"/>
                      <a:gd name="T70" fmla="*/ 54 w 717"/>
                      <a:gd name="T71" fmla="*/ 250 h 756"/>
                      <a:gd name="T72" fmla="*/ 55 w 717"/>
                      <a:gd name="T73" fmla="*/ 333 h 756"/>
                      <a:gd name="T74" fmla="*/ 57 w 717"/>
                      <a:gd name="T75" fmla="*/ 192 h 756"/>
                      <a:gd name="T76" fmla="*/ 59 w 717"/>
                      <a:gd name="T77" fmla="*/ 340 h 756"/>
                      <a:gd name="T78" fmla="*/ 58 w 717"/>
                      <a:gd name="T79" fmla="*/ 429 h 756"/>
                      <a:gd name="T80" fmla="*/ 60 w 717"/>
                      <a:gd name="T81" fmla="*/ 461 h 756"/>
                      <a:gd name="T82" fmla="*/ 0 60000 65536"/>
                      <a:gd name="T83" fmla="*/ 0 60000 65536"/>
                      <a:gd name="T84" fmla="*/ 0 60000 65536"/>
                      <a:gd name="T85" fmla="*/ 0 60000 65536"/>
                      <a:gd name="T86" fmla="*/ 0 60000 65536"/>
                      <a:gd name="T87" fmla="*/ 0 60000 65536"/>
                      <a:gd name="T88" fmla="*/ 0 60000 65536"/>
                      <a:gd name="T89" fmla="*/ 0 60000 65536"/>
                      <a:gd name="T90" fmla="*/ 0 60000 65536"/>
                      <a:gd name="T91" fmla="*/ 0 60000 65536"/>
                      <a:gd name="T92" fmla="*/ 0 60000 65536"/>
                      <a:gd name="T93" fmla="*/ 0 60000 65536"/>
                      <a:gd name="T94" fmla="*/ 0 60000 65536"/>
                      <a:gd name="T95" fmla="*/ 0 60000 65536"/>
                      <a:gd name="T96" fmla="*/ 0 60000 65536"/>
                      <a:gd name="T97" fmla="*/ 0 60000 65536"/>
                      <a:gd name="T98" fmla="*/ 0 60000 65536"/>
                      <a:gd name="T99" fmla="*/ 0 60000 65536"/>
                      <a:gd name="T100" fmla="*/ 0 60000 65536"/>
                      <a:gd name="T101" fmla="*/ 0 60000 65536"/>
                      <a:gd name="T102" fmla="*/ 0 60000 65536"/>
                      <a:gd name="T103" fmla="*/ 0 60000 65536"/>
                      <a:gd name="T104" fmla="*/ 0 60000 65536"/>
                      <a:gd name="T105" fmla="*/ 0 60000 65536"/>
                      <a:gd name="T106" fmla="*/ 0 60000 65536"/>
                      <a:gd name="T107" fmla="*/ 0 60000 65536"/>
                      <a:gd name="T108" fmla="*/ 0 60000 65536"/>
                      <a:gd name="T109" fmla="*/ 0 60000 65536"/>
                      <a:gd name="T110" fmla="*/ 0 60000 65536"/>
                      <a:gd name="T111" fmla="*/ 0 60000 65536"/>
                      <a:gd name="T112" fmla="*/ 0 60000 65536"/>
                      <a:gd name="T113" fmla="*/ 0 60000 65536"/>
                      <a:gd name="T114" fmla="*/ 0 60000 65536"/>
                      <a:gd name="T115" fmla="*/ 0 60000 65536"/>
                      <a:gd name="T116" fmla="*/ 0 60000 65536"/>
                      <a:gd name="T117" fmla="*/ 0 60000 65536"/>
                      <a:gd name="T118" fmla="*/ 0 60000 65536"/>
                      <a:gd name="T119" fmla="*/ 0 60000 65536"/>
                      <a:gd name="T120" fmla="*/ 0 60000 65536"/>
                      <a:gd name="T121" fmla="*/ 0 60000 65536"/>
                      <a:gd name="T122" fmla="*/ 0 60000 65536"/>
                      <a:gd name="T123" fmla="*/ 0 w 717"/>
                      <a:gd name="T124" fmla="*/ 0 h 756"/>
                      <a:gd name="T125" fmla="*/ 717 w 717"/>
                      <a:gd name="T126" fmla="*/ 756 h 756"/>
                    </a:gdLst>
                    <a:ahLst/>
                    <a:cxnLst>
                      <a:cxn ang="T82">
                        <a:pos x="T0" y="T1"/>
                      </a:cxn>
                      <a:cxn ang="T83">
                        <a:pos x="T2" y="T3"/>
                      </a:cxn>
                      <a:cxn ang="T84">
                        <a:pos x="T4" y="T5"/>
                      </a:cxn>
                      <a:cxn ang="T85">
                        <a:pos x="T6" y="T7"/>
                      </a:cxn>
                      <a:cxn ang="T86">
                        <a:pos x="T8" y="T9"/>
                      </a:cxn>
                      <a:cxn ang="T87">
                        <a:pos x="T10" y="T11"/>
                      </a:cxn>
                      <a:cxn ang="T88">
                        <a:pos x="T12" y="T13"/>
                      </a:cxn>
                      <a:cxn ang="T89">
                        <a:pos x="T14" y="T15"/>
                      </a:cxn>
                      <a:cxn ang="T90">
                        <a:pos x="T16" y="T17"/>
                      </a:cxn>
                      <a:cxn ang="T91">
                        <a:pos x="T18" y="T19"/>
                      </a:cxn>
                      <a:cxn ang="T92">
                        <a:pos x="T20" y="T21"/>
                      </a:cxn>
                      <a:cxn ang="T93">
                        <a:pos x="T22" y="T23"/>
                      </a:cxn>
                      <a:cxn ang="T94">
                        <a:pos x="T24" y="T25"/>
                      </a:cxn>
                      <a:cxn ang="T95">
                        <a:pos x="T26" y="T27"/>
                      </a:cxn>
                      <a:cxn ang="T96">
                        <a:pos x="T28" y="T29"/>
                      </a:cxn>
                      <a:cxn ang="T97">
                        <a:pos x="T30" y="T31"/>
                      </a:cxn>
                      <a:cxn ang="T98">
                        <a:pos x="T32" y="T33"/>
                      </a:cxn>
                      <a:cxn ang="T99">
                        <a:pos x="T34" y="T35"/>
                      </a:cxn>
                      <a:cxn ang="T100">
                        <a:pos x="T36" y="T37"/>
                      </a:cxn>
                      <a:cxn ang="T101">
                        <a:pos x="T38" y="T39"/>
                      </a:cxn>
                      <a:cxn ang="T102">
                        <a:pos x="T40" y="T41"/>
                      </a:cxn>
                      <a:cxn ang="T103">
                        <a:pos x="T42" y="T43"/>
                      </a:cxn>
                      <a:cxn ang="T104">
                        <a:pos x="T44" y="T45"/>
                      </a:cxn>
                      <a:cxn ang="T105">
                        <a:pos x="T46" y="T47"/>
                      </a:cxn>
                      <a:cxn ang="T106">
                        <a:pos x="T48" y="T49"/>
                      </a:cxn>
                      <a:cxn ang="T107">
                        <a:pos x="T50" y="T51"/>
                      </a:cxn>
                      <a:cxn ang="T108">
                        <a:pos x="T52" y="T53"/>
                      </a:cxn>
                      <a:cxn ang="T109">
                        <a:pos x="T54" y="T55"/>
                      </a:cxn>
                      <a:cxn ang="T110">
                        <a:pos x="T56" y="T57"/>
                      </a:cxn>
                      <a:cxn ang="T111">
                        <a:pos x="T58" y="T59"/>
                      </a:cxn>
                      <a:cxn ang="T112">
                        <a:pos x="T60" y="T61"/>
                      </a:cxn>
                      <a:cxn ang="T113">
                        <a:pos x="T62" y="T63"/>
                      </a:cxn>
                      <a:cxn ang="T114">
                        <a:pos x="T64" y="T65"/>
                      </a:cxn>
                      <a:cxn ang="T115">
                        <a:pos x="T66" y="T67"/>
                      </a:cxn>
                      <a:cxn ang="T116">
                        <a:pos x="T68" y="T69"/>
                      </a:cxn>
                      <a:cxn ang="T117">
                        <a:pos x="T70" y="T71"/>
                      </a:cxn>
                      <a:cxn ang="T118">
                        <a:pos x="T72" y="T73"/>
                      </a:cxn>
                      <a:cxn ang="T119">
                        <a:pos x="T74" y="T75"/>
                      </a:cxn>
                      <a:cxn ang="T120">
                        <a:pos x="T76" y="T77"/>
                      </a:cxn>
                      <a:cxn ang="T121">
                        <a:pos x="T78" y="T79"/>
                      </a:cxn>
                      <a:cxn ang="T122">
                        <a:pos x="T80" y="T81"/>
                      </a:cxn>
                    </a:cxnLst>
                    <a:rect l="T123" t="T124" r="T125" b="T126"/>
                    <a:pathLst>
                      <a:path w="717" h="756">
                        <a:moveTo>
                          <a:pt x="0" y="756"/>
                        </a:moveTo>
                        <a:lnTo>
                          <a:pt x="52" y="167"/>
                        </a:lnTo>
                        <a:lnTo>
                          <a:pt x="64" y="384"/>
                        </a:lnTo>
                        <a:lnTo>
                          <a:pt x="90" y="103"/>
                        </a:lnTo>
                        <a:lnTo>
                          <a:pt x="116" y="519"/>
                        </a:lnTo>
                        <a:lnTo>
                          <a:pt x="135" y="487"/>
                        </a:lnTo>
                        <a:lnTo>
                          <a:pt x="135" y="359"/>
                        </a:lnTo>
                        <a:lnTo>
                          <a:pt x="167" y="71"/>
                        </a:lnTo>
                        <a:lnTo>
                          <a:pt x="192" y="244"/>
                        </a:lnTo>
                        <a:lnTo>
                          <a:pt x="205" y="96"/>
                        </a:lnTo>
                        <a:lnTo>
                          <a:pt x="218" y="615"/>
                        </a:lnTo>
                        <a:lnTo>
                          <a:pt x="244" y="397"/>
                        </a:lnTo>
                        <a:lnTo>
                          <a:pt x="282" y="519"/>
                        </a:lnTo>
                        <a:lnTo>
                          <a:pt x="308" y="308"/>
                        </a:lnTo>
                        <a:lnTo>
                          <a:pt x="333" y="442"/>
                        </a:lnTo>
                        <a:lnTo>
                          <a:pt x="346" y="352"/>
                        </a:lnTo>
                        <a:lnTo>
                          <a:pt x="365" y="384"/>
                        </a:lnTo>
                        <a:lnTo>
                          <a:pt x="378" y="135"/>
                        </a:lnTo>
                        <a:lnTo>
                          <a:pt x="391" y="301"/>
                        </a:lnTo>
                        <a:lnTo>
                          <a:pt x="384" y="519"/>
                        </a:lnTo>
                        <a:lnTo>
                          <a:pt x="404" y="679"/>
                        </a:lnTo>
                        <a:lnTo>
                          <a:pt x="429" y="628"/>
                        </a:lnTo>
                        <a:lnTo>
                          <a:pt x="442" y="480"/>
                        </a:lnTo>
                        <a:lnTo>
                          <a:pt x="455" y="391"/>
                        </a:lnTo>
                        <a:lnTo>
                          <a:pt x="436" y="506"/>
                        </a:lnTo>
                        <a:lnTo>
                          <a:pt x="461" y="352"/>
                        </a:lnTo>
                        <a:lnTo>
                          <a:pt x="474" y="455"/>
                        </a:lnTo>
                        <a:lnTo>
                          <a:pt x="493" y="519"/>
                        </a:lnTo>
                        <a:lnTo>
                          <a:pt x="512" y="410"/>
                        </a:lnTo>
                        <a:lnTo>
                          <a:pt x="532" y="186"/>
                        </a:lnTo>
                        <a:lnTo>
                          <a:pt x="544" y="231"/>
                        </a:lnTo>
                        <a:lnTo>
                          <a:pt x="570" y="148"/>
                        </a:lnTo>
                        <a:lnTo>
                          <a:pt x="576" y="301"/>
                        </a:lnTo>
                        <a:lnTo>
                          <a:pt x="576" y="730"/>
                        </a:lnTo>
                        <a:lnTo>
                          <a:pt x="647" y="0"/>
                        </a:lnTo>
                        <a:lnTo>
                          <a:pt x="647" y="250"/>
                        </a:lnTo>
                        <a:lnTo>
                          <a:pt x="660" y="333"/>
                        </a:lnTo>
                        <a:lnTo>
                          <a:pt x="685" y="192"/>
                        </a:lnTo>
                        <a:lnTo>
                          <a:pt x="711" y="340"/>
                        </a:lnTo>
                        <a:lnTo>
                          <a:pt x="698" y="429"/>
                        </a:lnTo>
                        <a:lnTo>
                          <a:pt x="717" y="461"/>
                        </a:lnTo>
                      </a:path>
                    </a:pathLst>
                  </a:custGeom>
                  <a:noFill/>
                  <a:ln w="9525">
                    <a:solidFill>
                      <a:srgbClr val="FF0000"/>
                    </a:solidFill>
                    <a:round/>
                    <a:headEnd/>
                    <a:tailEnd/>
                  </a:ln>
                </p:spPr>
                <p:txBody>
                  <a:bodyPr/>
                  <a:lstStyle/>
                  <a:p>
                    <a:endParaRPr lang="en-GB" sz="1600"/>
                  </a:p>
                </p:txBody>
              </p:sp>
              <p:sp>
                <p:nvSpPr>
                  <p:cNvPr id="14735" name="Freeform 33"/>
                  <p:cNvSpPr>
                    <a:spLocks/>
                  </p:cNvSpPr>
                  <p:nvPr/>
                </p:nvSpPr>
                <p:spPr bwMode="auto">
                  <a:xfrm flipV="1">
                    <a:off x="4385" y="1138"/>
                    <a:ext cx="313" cy="756"/>
                  </a:xfrm>
                  <a:custGeom>
                    <a:avLst/>
                    <a:gdLst>
                      <a:gd name="T0" fmla="*/ 0 w 717"/>
                      <a:gd name="T1" fmla="*/ 756 h 756"/>
                      <a:gd name="T2" fmla="*/ 4 w 717"/>
                      <a:gd name="T3" fmla="*/ 167 h 756"/>
                      <a:gd name="T4" fmla="*/ 5 w 717"/>
                      <a:gd name="T5" fmla="*/ 384 h 756"/>
                      <a:gd name="T6" fmla="*/ 7 w 717"/>
                      <a:gd name="T7" fmla="*/ 103 h 756"/>
                      <a:gd name="T8" fmla="*/ 10 w 717"/>
                      <a:gd name="T9" fmla="*/ 519 h 756"/>
                      <a:gd name="T10" fmla="*/ 11 w 717"/>
                      <a:gd name="T11" fmla="*/ 487 h 756"/>
                      <a:gd name="T12" fmla="*/ 11 w 717"/>
                      <a:gd name="T13" fmla="*/ 359 h 756"/>
                      <a:gd name="T14" fmla="*/ 14 w 717"/>
                      <a:gd name="T15" fmla="*/ 71 h 756"/>
                      <a:gd name="T16" fmla="*/ 16 w 717"/>
                      <a:gd name="T17" fmla="*/ 244 h 756"/>
                      <a:gd name="T18" fmla="*/ 17 w 717"/>
                      <a:gd name="T19" fmla="*/ 96 h 756"/>
                      <a:gd name="T20" fmla="*/ 18 w 717"/>
                      <a:gd name="T21" fmla="*/ 615 h 756"/>
                      <a:gd name="T22" fmla="*/ 21 w 717"/>
                      <a:gd name="T23" fmla="*/ 397 h 756"/>
                      <a:gd name="T24" fmla="*/ 24 w 717"/>
                      <a:gd name="T25" fmla="*/ 519 h 756"/>
                      <a:gd name="T26" fmla="*/ 25 w 717"/>
                      <a:gd name="T27" fmla="*/ 308 h 756"/>
                      <a:gd name="T28" fmla="*/ 28 w 717"/>
                      <a:gd name="T29" fmla="*/ 442 h 756"/>
                      <a:gd name="T30" fmla="*/ 29 w 717"/>
                      <a:gd name="T31" fmla="*/ 352 h 756"/>
                      <a:gd name="T32" fmla="*/ 30 w 717"/>
                      <a:gd name="T33" fmla="*/ 384 h 756"/>
                      <a:gd name="T34" fmla="*/ 31 w 717"/>
                      <a:gd name="T35" fmla="*/ 135 h 756"/>
                      <a:gd name="T36" fmla="*/ 33 w 717"/>
                      <a:gd name="T37" fmla="*/ 301 h 756"/>
                      <a:gd name="T38" fmla="*/ 32 w 717"/>
                      <a:gd name="T39" fmla="*/ 519 h 756"/>
                      <a:gd name="T40" fmla="*/ 34 w 717"/>
                      <a:gd name="T41" fmla="*/ 679 h 756"/>
                      <a:gd name="T42" fmla="*/ 36 w 717"/>
                      <a:gd name="T43" fmla="*/ 628 h 756"/>
                      <a:gd name="T44" fmla="*/ 37 w 717"/>
                      <a:gd name="T45" fmla="*/ 480 h 756"/>
                      <a:gd name="T46" fmla="*/ 38 w 717"/>
                      <a:gd name="T47" fmla="*/ 391 h 756"/>
                      <a:gd name="T48" fmla="*/ 36 w 717"/>
                      <a:gd name="T49" fmla="*/ 506 h 756"/>
                      <a:gd name="T50" fmla="*/ 38 w 717"/>
                      <a:gd name="T51" fmla="*/ 352 h 756"/>
                      <a:gd name="T52" fmla="*/ 39 w 717"/>
                      <a:gd name="T53" fmla="*/ 455 h 756"/>
                      <a:gd name="T54" fmla="*/ 41 w 717"/>
                      <a:gd name="T55" fmla="*/ 519 h 756"/>
                      <a:gd name="T56" fmla="*/ 43 w 717"/>
                      <a:gd name="T57" fmla="*/ 410 h 756"/>
                      <a:gd name="T58" fmla="*/ 44 w 717"/>
                      <a:gd name="T59" fmla="*/ 186 h 756"/>
                      <a:gd name="T60" fmla="*/ 45 w 717"/>
                      <a:gd name="T61" fmla="*/ 231 h 756"/>
                      <a:gd name="T62" fmla="*/ 48 w 717"/>
                      <a:gd name="T63" fmla="*/ 148 h 756"/>
                      <a:gd name="T64" fmla="*/ 48 w 717"/>
                      <a:gd name="T65" fmla="*/ 301 h 756"/>
                      <a:gd name="T66" fmla="*/ 48 w 717"/>
                      <a:gd name="T67" fmla="*/ 730 h 756"/>
                      <a:gd name="T68" fmla="*/ 54 w 717"/>
                      <a:gd name="T69" fmla="*/ 0 h 756"/>
                      <a:gd name="T70" fmla="*/ 54 w 717"/>
                      <a:gd name="T71" fmla="*/ 250 h 756"/>
                      <a:gd name="T72" fmla="*/ 55 w 717"/>
                      <a:gd name="T73" fmla="*/ 333 h 756"/>
                      <a:gd name="T74" fmla="*/ 57 w 717"/>
                      <a:gd name="T75" fmla="*/ 192 h 756"/>
                      <a:gd name="T76" fmla="*/ 59 w 717"/>
                      <a:gd name="T77" fmla="*/ 340 h 756"/>
                      <a:gd name="T78" fmla="*/ 58 w 717"/>
                      <a:gd name="T79" fmla="*/ 429 h 756"/>
                      <a:gd name="T80" fmla="*/ 60 w 717"/>
                      <a:gd name="T81" fmla="*/ 461 h 756"/>
                      <a:gd name="T82" fmla="*/ 0 60000 65536"/>
                      <a:gd name="T83" fmla="*/ 0 60000 65536"/>
                      <a:gd name="T84" fmla="*/ 0 60000 65536"/>
                      <a:gd name="T85" fmla="*/ 0 60000 65536"/>
                      <a:gd name="T86" fmla="*/ 0 60000 65536"/>
                      <a:gd name="T87" fmla="*/ 0 60000 65536"/>
                      <a:gd name="T88" fmla="*/ 0 60000 65536"/>
                      <a:gd name="T89" fmla="*/ 0 60000 65536"/>
                      <a:gd name="T90" fmla="*/ 0 60000 65536"/>
                      <a:gd name="T91" fmla="*/ 0 60000 65536"/>
                      <a:gd name="T92" fmla="*/ 0 60000 65536"/>
                      <a:gd name="T93" fmla="*/ 0 60000 65536"/>
                      <a:gd name="T94" fmla="*/ 0 60000 65536"/>
                      <a:gd name="T95" fmla="*/ 0 60000 65536"/>
                      <a:gd name="T96" fmla="*/ 0 60000 65536"/>
                      <a:gd name="T97" fmla="*/ 0 60000 65536"/>
                      <a:gd name="T98" fmla="*/ 0 60000 65536"/>
                      <a:gd name="T99" fmla="*/ 0 60000 65536"/>
                      <a:gd name="T100" fmla="*/ 0 60000 65536"/>
                      <a:gd name="T101" fmla="*/ 0 60000 65536"/>
                      <a:gd name="T102" fmla="*/ 0 60000 65536"/>
                      <a:gd name="T103" fmla="*/ 0 60000 65536"/>
                      <a:gd name="T104" fmla="*/ 0 60000 65536"/>
                      <a:gd name="T105" fmla="*/ 0 60000 65536"/>
                      <a:gd name="T106" fmla="*/ 0 60000 65536"/>
                      <a:gd name="T107" fmla="*/ 0 60000 65536"/>
                      <a:gd name="T108" fmla="*/ 0 60000 65536"/>
                      <a:gd name="T109" fmla="*/ 0 60000 65536"/>
                      <a:gd name="T110" fmla="*/ 0 60000 65536"/>
                      <a:gd name="T111" fmla="*/ 0 60000 65536"/>
                      <a:gd name="T112" fmla="*/ 0 60000 65536"/>
                      <a:gd name="T113" fmla="*/ 0 60000 65536"/>
                      <a:gd name="T114" fmla="*/ 0 60000 65536"/>
                      <a:gd name="T115" fmla="*/ 0 60000 65536"/>
                      <a:gd name="T116" fmla="*/ 0 60000 65536"/>
                      <a:gd name="T117" fmla="*/ 0 60000 65536"/>
                      <a:gd name="T118" fmla="*/ 0 60000 65536"/>
                      <a:gd name="T119" fmla="*/ 0 60000 65536"/>
                      <a:gd name="T120" fmla="*/ 0 60000 65536"/>
                      <a:gd name="T121" fmla="*/ 0 60000 65536"/>
                      <a:gd name="T122" fmla="*/ 0 60000 65536"/>
                      <a:gd name="T123" fmla="*/ 0 w 717"/>
                      <a:gd name="T124" fmla="*/ 0 h 756"/>
                      <a:gd name="T125" fmla="*/ 717 w 717"/>
                      <a:gd name="T126" fmla="*/ 756 h 756"/>
                    </a:gdLst>
                    <a:ahLst/>
                    <a:cxnLst>
                      <a:cxn ang="T82">
                        <a:pos x="T0" y="T1"/>
                      </a:cxn>
                      <a:cxn ang="T83">
                        <a:pos x="T2" y="T3"/>
                      </a:cxn>
                      <a:cxn ang="T84">
                        <a:pos x="T4" y="T5"/>
                      </a:cxn>
                      <a:cxn ang="T85">
                        <a:pos x="T6" y="T7"/>
                      </a:cxn>
                      <a:cxn ang="T86">
                        <a:pos x="T8" y="T9"/>
                      </a:cxn>
                      <a:cxn ang="T87">
                        <a:pos x="T10" y="T11"/>
                      </a:cxn>
                      <a:cxn ang="T88">
                        <a:pos x="T12" y="T13"/>
                      </a:cxn>
                      <a:cxn ang="T89">
                        <a:pos x="T14" y="T15"/>
                      </a:cxn>
                      <a:cxn ang="T90">
                        <a:pos x="T16" y="T17"/>
                      </a:cxn>
                      <a:cxn ang="T91">
                        <a:pos x="T18" y="T19"/>
                      </a:cxn>
                      <a:cxn ang="T92">
                        <a:pos x="T20" y="T21"/>
                      </a:cxn>
                      <a:cxn ang="T93">
                        <a:pos x="T22" y="T23"/>
                      </a:cxn>
                      <a:cxn ang="T94">
                        <a:pos x="T24" y="T25"/>
                      </a:cxn>
                      <a:cxn ang="T95">
                        <a:pos x="T26" y="T27"/>
                      </a:cxn>
                      <a:cxn ang="T96">
                        <a:pos x="T28" y="T29"/>
                      </a:cxn>
                      <a:cxn ang="T97">
                        <a:pos x="T30" y="T31"/>
                      </a:cxn>
                      <a:cxn ang="T98">
                        <a:pos x="T32" y="T33"/>
                      </a:cxn>
                      <a:cxn ang="T99">
                        <a:pos x="T34" y="T35"/>
                      </a:cxn>
                      <a:cxn ang="T100">
                        <a:pos x="T36" y="T37"/>
                      </a:cxn>
                      <a:cxn ang="T101">
                        <a:pos x="T38" y="T39"/>
                      </a:cxn>
                      <a:cxn ang="T102">
                        <a:pos x="T40" y="T41"/>
                      </a:cxn>
                      <a:cxn ang="T103">
                        <a:pos x="T42" y="T43"/>
                      </a:cxn>
                      <a:cxn ang="T104">
                        <a:pos x="T44" y="T45"/>
                      </a:cxn>
                      <a:cxn ang="T105">
                        <a:pos x="T46" y="T47"/>
                      </a:cxn>
                      <a:cxn ang="T106">
                        <a:pos x="T48" y="T49"/>
                      </a:cxn>
                      <a:cxn ang="T107">
                        <a:pos x="T50" y="T51"/>
                      </a:cxn>
                      <a:cxn ang="T108">
                        <a:pos x="T52" y="T53"/>
                      </a:cxn>
                      <a:cxn ang="T109">
                        <a:pos x="T54" y="T55"/>
                      </a:cxn>
                      <a:cxn ang="T110">
                        <a:pos x="T56" y="T57"/>
                      </a:cxn>
                      <a:cxn ang="T111">
                        <a:pos x="T58" y="T59"/>
                      </a:cxn>
                      <a:cxn ang="T112">
                        <a:pos x="T60" y="T61"/>
                      </a:cxn>
                      <a:cxn ang="T113">
                        <a:pos x="T62" y="T63"/>
                      </a:cxn>
                      <a:cxn ang="T114">
                        <a:pos x="T64" y="T65"/>
                      </a:cxn>
                      <a:cxn ang="T115">
                        <a:pos x="T66" y="T67"/>
                      </a:cxn>
                      <a:cxn ang="T116">
                        <a:pos x="T68" y="T69"/>
                      </a:cxn>
                      <a:cxn ang="T117">
                        <a:pos x="T70" y="T71"/>
                      </a:cxn>
                      <a:cxn ang="T118">
                        <a:pos x="T72" y="T73"/>
                      </a:cxn>
                      <a:cxn ang="T119">
                        <a:pos x="T74" y="T75"/>
                      </a:cxn>
                      <a:cxn ang="T120">
                        <a:pos x="T76" y="T77"/>
                      </a:cxn>
                      <a:cxn ang="T121">
                        <a:pos x="T78" y="T79"/>
                      </a:cxn>
                      <a:cxn ang="T122">
                        <a:pos x="T80" y="T81"/>
                      </a:cxn>
                    </a:cxnLst>
                    <a:rect l="T123" t="T124" r="T125" b="T126"/>
                    <a:pathLst>
                      <a:path w="717" h="756">
                        <a:moveTo>
                          <a:pt x="0" y="756"/>
                        </a:moveTo>
                        <a:lnTo>
                          <a:pt x="52" y="167"/>
                        </a:lnTo>
                        <a:lnTo>
                          <a:pt x="64" y="384"/>
                        </a:lnTo>
                        <a:lnTo>
                          <a:pt x="90" y="103"/>
                        </a:lnTo>
                        <a:lnTo>
                          <a:pt x="116" y="519"/>
                        </a:lnTo>
                        <a:lnTo>
                          <a:pt x="135" y="487"/>
                        </a:lnTo>
                        <a:lnTo>
                          <a:pt x="135" y="359"/>
                        </a:lnTo>
                        <a:lnTo>
                          <a:pt x="167" y="71"/>
                        </a:lnTo>
                        <a:lnTo>
                          <a:pt x="192" y="244"/>
                        </a:lnTo>
                        <a:lnTo>
                          <a:pt x="205" y="96"/>
                        </a:lnTo>
                        <a:lnTo>
                          <a:pt x="218" y="615"/>
                        </a:lnTo>
                        <a:lnTo>
                          <a:pt x="244" y="397"/>
                        </a:lnTo>
                        <a:lnTo>
                          <a:pt x="282" y="519"/>
                        </a:lnTo>
                        <a:lnTo>
                          <a:pt x="308" y="308"/>
                        </a:lnTo>
                        <a:lnTo>
                          <a:pt x="333" y="442"/>
                        </a:lnTo>
                        <a:lnTo>
                          <a:pt x="346" y="352"/>
                        </a:lnTo>
                        <a:lnTo>
                          <a:pt x="365" y="384"/>
                        </a:lnTo>
                        <a:lnTo>
                          <a:pt x="378" y="135"/>
                        </a:lnTo>
                        <a:lnTo>
                          <a:pt x="391" y="301"/>
                        </a:lnTo>
                        <a:lnTo>
                          <a:pt x="384" y="519"/>
                        </a:lnTo>
                        <a:lnTo>
                          <a:pt x="404" y="679"/>
                        </a:lnTo>
                        <a:lnTo>
                          <a:pt x="429" y="628"/>
                        </a:lnTo>
                        <a:lnTo>
                          <a:pt x="442" y="480"/>
                        </a:lnTo>
                        <a:lnTo>
                          <a:pt x="455" y="391"/>
                        </a:lnTo>
                        <a:lnTo>
                          <a:pt x="436" y="506"/>
                        </a:lnTo>
                        <a:lnTo>
                          <a:pt x="461" y="352"/>
                        </a:lnTo>
                        <a:lnTo>
                          <a:pt x="474" y="455"/>
                        </a:lnTo>
                        <a:lnTo>
                          <a:pt x="493" y="519"/>
                        </a:lnTo>
                        <a:lnTo>
                          <a:pt x="512" y="410"/>
                        </a:lnTo>
                        <a:lnTo>
                          <a:pt x="532" y="186"/>
                        </a:lnTo>
                        <a:lnTo>
                          <a:pt x="544" y="231"/>
                        </a:lnTo>
                        <a:lnTo>
                          <a:pt x="570" y="148"/>
                        </a:lnTo>
                        <a:lnTo>
                          <a:pt x="576" y="301"/>
                        </a:lnTo>
                        <a:lnTo>
                          <a:pt x="576" y="730"/>
                        </a:lnTo>
                        <a:lnTo>
                          <a:pt x="647" y="0"/>
                        </a:lnTo>
                        <a:lnTo>
                          <a:pt x="647" y="250"/>
                        </a:lnTo>
                        <a:lnTo>
                          <a:pt x="660" y="333"/>
                        </a:lnTo>
                        <a:lnTo>
                          <a:pt x="685" y="192"/>
                        </a:lnTo>
                        <a:lnTo>
                          <a:pt x="711" y="340"/>
                        </a:lnTo>
                        <a:lnTo>
                          <a:pt x="698" y="429"/>
                        </a:lnTo>
                        <a:lnTo>
                          <a:pt x="717" y="461"/>
                        </a:lnTo>
                      </a:path>
                    </a:pathLst>
                  </a:custGeom>
                  <a:noFill/>
                  <a:ln w="9525">
                    <a:solidFill>
                      <a:srgbClr val="FF0000"/>
                    </a:solidFill>
                    <a:round/>
                    <a:headEnd/>
                    <a:tailEnd/>
                  </a:ln>
                </p:spPr>
                <p:txBody>
                  <a:bodyPr/>
                  <a:lstStyle/>
                  <a:p>
                    <a:endParaRPr lang="en-GB" sz="1600"/>
                  </a:p>
                </p:txBody>
              </p:sp>
              <p:sp>
                <p:nvSpPr>
                  <p:cNvPr id="14736" name="Freeform 34"/>
                  <p:cNvSpPr>
                    <a:spLocks/>
                  </p:cNvSpPr>
                  <p:nvPr/>
                </p:nvSpPr>
                <p:spPr bwMode="auto">
                  <a:xfrm flipH="1">
                    <a:off x="4698" y="1100"/>
                    <a:ext cx="313" cy="756"/>
                  </a:xfrm>
                  <a:custGeom>
                    <a:avLst/>
                    <a:gdLst>
                      <a:gd name="T0" fmla="*/ 0 w 717"/>
                      <a:gd name="T1" fmla="*/ 756 h 756"/>
                      <a:gd name="T2" fmla="*/ 4 w 717"/>
                      <a:gd name="T3" fmla="*/ 167 h 756"/>
                      <a:gd name="T4" fmla="*/ 5 w 717"/>
                      <a:gd name="T5" fmla="*/ 384 h 756"/>
                      <a:gd name="T6" fmla="*/ 7 w 717"/>
                      <a:gd name="T7" fmla="*/ 103 h 756"/>
                      <a:gd name="T8" fmla="*/ 10 w 717"/>
                      <a:gd name="T9" fmla="*/ 519 h 756"/>
                      <a:gd name="T10" fmla="*/ 11 w 717"/>
                      <a:gd name="T11" fmla="*/ 487 h 756"/>
                      <a:gd name="T12" fmla="*/ 11 w 717"/>
                      <a:gd name="T13" fmla="*/ 359 h 756"/>
                      <a:gd name="T14" fmla="*/ 14 w 717"/>
                      <a:gd name="T15" fmla="*/ 71 h 756"/>
                      <a:gd name="T16" fmla="*/ 16 w 717"/>
                      <a:gd name="T17" fmla="*/ 244 h 756"/>
                      <a:gd name="T18" fmla="*/ 17 w 717"/>
                      <a:gd name="T19" fmla="*/ 96 h 756"/>
                      <a:gd name="T20" fmla="*/ 18 w 717"/>
                      <a:gd name="T21" fmla="*/ 615 h 756"/>
                      <a:gd name="T22" fmla="*/ 21 w 717"/>
                      <a:gd name="T23" fmla="*/ 397 h 756"/>
                      <a:gd name="T24" fmla="*/ 24 w 717"/>
                      <a:gd name="T25" fmla="*/ 519 h 756"/>
                      <a:gd name="T26" fmla="*/ 25 w 717"/>
                      <a:gd name="T27" fmla="*/ 308 h 756"/>
                      <a:gd name="T28" fmla="*/ 28 w 717"/>
                      <a:gd name="T29" fmla="*/ 442 h 756"/>
                      <a:gd name="T30" fmla="*/ 29 w 717"/>
                      <a:gd name="T31" fmla="*/ 352 h 756"/>
                      <a:gd name="T32" fmla="*/ 30 w 717"/>
                      <a:gd name="T33" fmla="*/ 384 h 756"/>
                      <a:gd name="T34" fmla="*/ 31 w 717"/>
                      <a:gd name="T35" fmla="*/ 135 h 756"/>
                      <a:gd name="T36" fmla="*/ 33 w 717"/>
                      <a:gd name="T37" fmla="*/ 301 h 756"/>
                      <a:gd name="T38" fmla="*/ 32 w 717"/>
                      <a:gd name="T39" fmla="*/ 519 h 756"/>
                      <a:gd name="T40" fmla="*/ 34 w 717"/>
                      <a:gd name="T41" fmla="*/ 679 h 756"/>
                      <a:gd name="T42" fmla="*/ 36 w 717"/>
                      <a:gd name="T43" fmla="*/ 628 h 756"/>
                      <a:gd name="T44" fmla="*/ 37 w 717"/>
                      <a:gd name="T45" fmla="*/ 480 h 756"/>
                      <a:gd name="T46" fmla="*/ 38 w 717"/>
                      <a:gd name="T47" fmla="*/ 391 h 756"/>
                      <a:gd name="T48" fmla="*/ 36 w 717"/>
                      <a:gd name="T49" fmla="*/ 506 h 756"/>
                      <a:gd name="T50" fmla="*/ 38 w 717"/>
                      <a:gd name="T51" fmla="*/ 352 h 756"/>
                      <a:gd name="T52" fmla="*/ 39 w 717"/>
                      <a:gd name="T53" fmla="*/ 455 h 756"/>
                      <a:gd name="T54" fmla="*/ 41 w 717"/>
                      <a:gd name="T55" fmla="*/ 519 h 756"/>
                      <a:gd name="T56" fmla="*/ 43 w 717"/>
                      <a:gd name="T57" fmla="*/ 410 h 756"/>
                      <a:gd name="T58" fmla="*/ 44 w 717"/>
                      <a:gd name="T59" fmla="*/ 186 h 756"/>
                      <a:gd name="T60" fmla="*/ 45 w 717"/>
                      <a:gd name="T61" fmla="*/ 231 h 756"/>
                      <a:gd name="T62" fmla="*/ 48 w 717"/>
                      <a:gd name="T63" fmla="*/ 148 h 756"/>
                      <a:gd name="T64" fmla="*/ 48 w 717"/>
                      <a:gd name="T65" fmla="*/ 301 h 756"/>
                      <a:gd name="T66" fmla="*/ 48 w 717"/>
                      <a:gd name="T67" fmla="*/ 730 h 756"/>
                      <a:gd name="T68" fmla="*/ 54 w 717"/>
                      <a:gd name="T69" fmla="*/ 0 h 756"/>
                      <a:gd name="T70" fmla="*/ 54 w 717"/>
                      <a:gd name="T71" fmla="*/ 250 h 756"/>
                      <a:gd name="T72" fmla="*/ 55 w 717"/>
                      <a:gd name="T73" fmla="*/ 333 h 756"/>
                      <a:gd name="T74" fmla="*/ 57 w 717"/>
                      <a:gd name="T75" fmla="*/ 192 h 756"/>
                      <a:gd name="T76" fmla="*/ 59 w 717"/>
                      <a:gd name="T77" fmla="*/ 340 h 756"/>
                      <a:gd name="T78" fmla="*/ 58 w 717"/>
                      <a:gd name="T79" fmla="*/ 429 h 756"/>
                      <a:gd name="T80" fmla="*/ 60 w 717"/>
                      <a:gd name="T81" fmla="*/ 461 h 756"/>
                      <a:gd name="T82" fmla="*/ 0 60000 65536"/>
                      <a:gd name="T83" fmla="*/ 0 60000 65536"/>
                      <a:gd name="T84" fmla="*/ 0 60000 65536"/>
                      <a:gd name="T85" fmla="*/ 0 60000 65536"/>
                      <a:gd name="T86" fmla="*/ 0 60000 65536"/>
                      <a:gd name="T87" fmla="*/ 0 60000 65536"/>
                      <a:gd name="T88" fmla="*/ 0 60000 65536"/>
                      <a:gd name="T89" fmla="*/ 0 60000 65536"/>
                      <a:gd name="T90" fmla="*/ 0 60000 65536"/>
                      <a:gd name="T91" fmla="*/ 0 60000 65536"/>
                      <a:gd name="T92" fmla="*/ 0 60000 65536"/>
                      <a:gd name="T93" fmla="*/ 0 60000 65536"/>
                      <a:gd name="T94" fmla="*/ 0 60000 65536"/>
                      <a:gd name="T95" fmla="*/ 0 60000 65536"/>
                      <a:gd name="T96" fmla="*/ 0 60000 65536"/>
                      <a:gd name="T97" fmla="*/ 0 60000 65536"/>
                      <a:gd name="T98" fmla="*/ 0 60000 65536"/>
                      <a:gd name="T99" fmla="*/ 0 60000 65536"/>
                      <a:gd name="T100" fmla="*/ 0 60000 65536"/>
                      <a:gd name="T101" fmla="*/ 0 60000 65536"/>
                      <a:gd name="T102" fmla="*/ 0 60000 65536"/>
                      <a:gd name="T103" fmla="*/ 0 60000 65536"/>
                      <a:gd name="T104" fmla="*/ 0 60000 65536"/>
                      <a:gd name="T105" fmla="*/ 0 60000 65536"/>
                      <a:gd name="T106" fmla="*/ 0 60000 65536"/>
                      <a:gd name="T107" fmla="*/ 0 60000 65536"/>
                      <a:gd name="T108" fmla="*/ 0 60000 65536"/>
                      <a:gd name="T109" fmla="*/ 0 60000 65536"/>
                      <a:gd name="T110" fmla="*/ 0 60000 65536"/>
                      <a:gd name="T111" fmla="*/ 0 60000 65536"/>
                      <a:gd name="T112" fmla="*/ 0 60000 65536"/>
                      <a:gd name="T113" fmla="*/ 0 60000 65536"/>
                      <a:gd name="T114" fmla="*/ 0 60000 65536"/>
                      <a:gd name="T115" fmla="*/ 0 60000 65536"/>
                      <a:gd name="T116" fmla="*/ 0 60000 65536"/>
                      <a:gd name="T117" fmla="*/ 0 60000 65536"/>
                      <a:gd name="T118" fmla="*/ 0 60000 65536"/>
                      <a:gd name="T119" fmla="*/ 0 60000 65536"/>
                      <a:gd name="T120" fmla="*/ 0 60000 65536"/>
                      <a:gd name="T121" fmla="*/ 0 60000 65536"/>
                      <a:gd name="T122" fmla="*/ 0 60000 65536"/>
                      <a:gd name="T123" fmla="*/ 0 w 717"/>
                      <a:gd name="T124" fmla="*/ 0 h 756"/>
                      <a:gd name="T125" fmla="*/ 717 w 717"/>
                      <a:gd name="T126" fmla="*/ 756 h 756"/>
                    </a:gdLst>
                    <a:ahLst/>
                    <a:cxnLst>
                      <a:cxn ang="T82">
                        <a:pos x="T0" y="T1"/>
                      </a:cxn>
                      <a:cxn ang="T83">
                        <a:pos x="T2" y="T3"/>
                      </a:cxn>
                      <a:cxn ang="T84">
                        <a:pos x="T4" y="T5"/>
                      </a:cxn>
                      <a:cxn ang="T85">
                        <a:pos x="T6" y="T7"/>
                      </a:cxn>
                      <a:cxn ang="T86">
                        <a:pos x="T8" y="T9"/>
                      </a:cxn>
                      <a:cxn ang="T87">
                        <a:pos x="T10" y="T11"/>
                      </a:cxn>
                      <a:cxn ang="T88">
                        <a:pos x="T12" y="T13"/>
                      </a:cxn>
                      <a:cxn ang="T89">
                        <a:pos x="T14" y="T15"/>
                      </a:cxn>
                      <a:cxn ang="T90">
                        <a:pos x="T16" y="T17"/>
                      </a:cxn>
                      <a:cxn ang="T91">
                        <a:pos x="T18" y="T19"/>
                      </a:cxn>
                      <a:cxn ang="T92">
                        <a:pos x="T20" y="T21"/>
                      </a:cxn>
                      <a:cxn ang="T93">
                        <a:pos x="T22" y="T23"/>
                      </a:cxn>
                      <a:cxn ang="T94">
                        <a:pos x="T24" y="T25"/>
                      </a:cxn>
                      <a:cxn ang="T95">
                        <a:pos x="T26" y="T27"/>
                      </a:cxn>
                      <a:cxn ang="T96">
                        <a:pos x="T28" y="T29"/>
                      </a:cxn>
                      <a:cxn ang="T97">
                        <a:pos x="T30" y="T31"/>
                      </a:cxn>
                      <a:cxn ang="T98">
                        <a:pos x="T32" y="T33"/>
                      </a:cxn>
                      <a:cxn ang="T99">
                        <a:pos x="T34" y="T35"/>
                      </a:cxn>
                      <a:cxn ang="T100">
                        <a:pos x="T36" y="T37"/>
                      </a:cxn>
                      <a:cxn ang="T101">
                        <a:pos x="T38" y="T39"/>
                      </a:cxn>
                      <a:cxn ang="T102">
                        <a:pos x="T40" y="T41"/>
                      </a:cxn>
                      <a:cxn ang="T103">
                        <a:pos x="T42" y="T43"/>
                      </a:cxn>
                      <a:cxn ang="T104">
                        <a:pos x="T44" y="T45"/>
                      </a:cxn>
                      <a:cxn ang="T105">
                        <a:pos x="T46" y="T47"/>
                      </a:cxn>
                      <a:cxn ang="T106">
                        <a:pos x="T48" y="T49"/>
                      </a:cxn>
                      <a:cxn ang="T107">
                        <a:pos x="T50" y="T51"/>
                      </a:cxn>
                      <a:cxn ang="T108">
                        <a:pos x="T52" y="T53"/>
                      </a:cxn>
                      <a:cxn ang="T109">
                        <a:pos x="T54" y="T55"/>
                      </a:cxn>
                      <a:cxn ang="T110">
                        <a:pos x="T56" y="T57"/>
                      </a:cxn>
                      <a:cxn ang="T111">
                        <a:pos x="T58" y="T59"/>
                      </a:cxn>
                      <a:cxn ang="T112">
                        <a:pos x="T60" y="T61"/>
                      </a:cxn>
                      <a:cxn ang="T113">
                        <a:pos x="T62" y="T63"/>
                      </a:cxn>
                      <a:cxn ang="T114">
                        <a:pos x="T64" y="T65"/>
                      </a:cxn>
                      <a:cxn ang="T115">
                        <a:pos x="T66" y="T67"/>
                      </a:cxn>
                      <a:cxn ang="T116">
                        <a:pos x="T68" y="T69"/>
                      </a:cxn>
                      <a:cxn ang="T117">
                        <a:pos x="T70" y="T71"/>
                      </a:cxn>
                      <a:cxn ang="T118">
                        <a:pos x="T72" y="T73"/>
                      </a:cxn>
                      <a:cxn ang="T119">
                        <a:pos x="T74" y="T75"/>
                      </a:cxn>
                      <a:cxn ang="T120">
                        <a:pos x="T76" y="T77"/>
                      </a:cxn>
                      <a:cxn ang="T121">
                        <a:pos x="T78" y="T79"/>
                      </a:cxn>
                      <a:cxn ang="T122">
                        <a:pos x="T80" y="T81"/>
                      </a:cxn>
                    </a:cxnLst>
                    <a:rect l="T123" t="T124" r="T125" b="T126"/>
                    <a:pathLst>
                      <a:path w="717" h="756">
                        <a:moveTo>
                          <a:pt x="0" y="756"/>
                        </a:moveTo>
                        <a:lnTo>
                          <a:pt x="52" y="167"/>
                        </a:lnTo>
                        <a:lnTo>
                          <a:pt x="64" y="384"/>
                        </a:lnTo>
                        <a:lnTo>
                          <a:pt x="90" y="103"/>
                        </a:lnTo>
                        <a:lnTo>
                          <a:pt x="116" y="519"/>
                        </a:lnTo>
                        <a:lnTo>
                          <a:pt x="135" y="487"/>
                        </a:lnTo>
                        <a:lnTo>
                          <a:pt x="135" y="359"/>
                        </a:lnTo>
                        <a:lnTo>
                          <a:pt x="167" y="71"/>
                        </a:lnTo>
                        <a:lnTo>
                          <a:pt x="192" y="244"/>
                        </a:lnTo>
                        <a:lnTo>
                          <a:pt x="205" y="96"/>
                        </a:lnTo>
                        <a:lnTo>
                          <a:pt x="218" y="615"/>
                        </a:lnTo>
                        <a:lnTo>
                          <a:pt x="244" y="397"/>
                        </a:lnTo>
                        <a:lnTo>
                          <a:pt x="282" y="519"/>
                        </a:lnTo>
                        <a:lnTo>
                          <a:pt x="308" y="308"/>
                        </a:lnTo>
                        <a:lnTo>
                          <a:pt x="333" y="442"/>
                        </a:lnTo>
                        <a:lnTo>
                          <a:pt x="346" y="352"/>
                        </a:lnTo>
                        <a:lnTo>
                          <a:pt x="365" y="384"/>
                        </a:lnTo>
                        <a:lnTo>
                          <a:pt x="378" y="135"/>
                        </a:lnTo>
                        <a:lnTo>
                          <a:pt x="391" y="301"/>
                        </a:lnTo>
                        <a:lnTo>
                          <a:pt x="384" y="519"/>
                        </a:lnTo>
                        <a:lnTo>
                          <a:pt x="404" y="679"/>
                        </a:lnTo>
                        <a:lnTo>
                          <a:pt x="429" y="628"/>
                        </a:lnTo>
                        <a:lnTo>
                          <a:pt x="442" y="480"/>
                        </a:lnTo>
                        <a:lnTo>
                          <a:pt x="455" y="391"/>
                        </a:lnTo>
                        <a:lnTo>
                          <a:pt x="436" y="506"/>
                        </a:lnTo>
                        <a:lnTo>
                          <a:pt x="461" y="352"/>
                        </a:lnTo>
                        <a:lnTo>
                          <a:pt x="474" y="455"/>
                        </a:lnTo>
                        <a:lnTo>
                          <a:pt x="493" y="519"/>
                        </a:lnTo>
                        <a:lnTo>
                          <a:pt x="512" y="410"/>
                        </a:lnTo>
                        <a:lnTo>
                          <a:pt x="532" y="186"/>
                        </a:lnTo>
                        <a:lnTo>
                          <a:pt x="544" y="231"/>
                        </a:lnTo>
                        <a:lnTo>
                          <a:pt x="570" y="148"/>
                        </a:lnTo>
                        <a:lnTo>
                          <a:pt x="576" y="301"/>
                        </a:lnTo>
                        <a:lnTo>
                          <a:pt x="576" y="730"/>
                        </a:lnTo>
                        <a:lnTo>
                          <a:pt x="647" y="0"/>
                        </a:lnTo>
                        <a:lnTo>
                          <a:pt x="647" y="250"/>
                        </a:lnTo>
                        <a:lnTo>
                          <a:pt x="660" y="333"/>
                        </a:lnTo>
                        <a:lnTo>
                          <a:pt x="685" y="192"/>
                        </a:lnTo>
                        <a:lnTo>
                          <a:pt x="711" y="340"/>
                        </a:lnTo>
                        <a:lnTo>
                          <a:pt x="698" y="429"/>
                        </a:lnTo>
                        <a:lnTo>
                          <a:pt x="717" y="461"/>
                        </a:lnTo>
                      </a:path>
                    </a:pathLst>
                  </a:custGeom>
                  <a:noFill/>
                  <a:ln w="9525">
                    <a:solidFill>
                      <a:srgbClr val="FF0000"/>
                    </a:solidFill>
                    <a:round/>
                    <a:headEnd/>
                    <a:tailEnd/>
                  </a:ln>
                </p:spPr>
                <p:txBody>
                  <a:bodyPr/>
                  <a:lstStyle/>
                  <a:p>
                    <a:endParaRPr lang="en-GB" sz="1600"/>
                  </a:p>
                </p:txBody>
              </p:sp>
            </p:grpSp>
            <p:grpSp>
              <p:nvGrpSpPr>
                <p:cNvPr id="6" name="Group 35"/>
                <p:cNvGrpSpPr>
                  <a:grpSpLocks/>
                </p:cNvGrpSpPr>
                <p:nvPr/>
              </p:nvGrpSpPr>
              <p:grpSpPr bwMode="auto">
                <a:xfrm flipH="1">
                  <a:off x="3986" y="1092"/>
                  <a:ext cx="590" cy="801"/>
                  <a:chOff x="3462" y="1100"/>
                  <a:chExt cx="1549" cy="801"/>
                </a:xfrm>
              </p:grpSpPr>
              <p:sp>
                <p:nvSpPr>
                  <p:cNvPr id="14727" name="Freeform 36"/>
                  <p:cNvSpPr>
                    <a:spLocks/>
                  </p:cNvSpPr>
                  <p:nvPr/>
                </p:nvSpPr>
                <p:spPr bwMode="auto">
                  <a:xfrm>
                    <a:off x="3462" y="1126"/>
                    <a:ext cx="313" cy="756"/>
                  </a:xfrm>
                  <a:custGeom>
                    <a:avLst/>
                    <a:gdLst>
                      <a:gd name="T0" fmla="*/ 0 w 717"/>
                      <a:gd name="T1" fmla="*/ 756 h 756"/>
                      <a:gd name="T2" fmla="*/ 4 w 717"/>
                      <a:gd name="T3" fmla="*/ 167 h 756"/>
                      <a:gd name="T4" fmla="*/ 5 w 717"/>
                      <a:gd name="T5" fmla="*/ 384 h 756"/>
                      <a:gd name="T6" fmla="*/ 7 w 717"/>
                      <a:gd name="T7" fmla="*/ 103 h 756"/>
                      <a:gd name="T8" fmla="*/ 10 w 717"/>
                      <a:gd name="T9" fmla="*/ 519 h 756"/>
                      <a:gd name="T10" fmla="*/ 11 w 717"/>
                      <a:gd name="T11" fmla="*/ 487 h 756"/>
                      <a:gd name="T12" fmla="*/ 11 w 717"/>
                      <a:gd name="T13" fmla="*/ 359 h 756"/>
                      <a:gd name="T14" fmla="*/ 14 w 717"/>
                      <a:gd name="T15" fmla="*/ 71 h 756"/>
                      <a:gd name="T16" fmla="*/ 16 w 717"/>
                      <a:gd name="T17" fmla="*/ 244 h 756"/>
                      <a:gd name="T18" fmla="*/ 17 w 717"/>
                      <a:gd name="T19" fmla="*/ 96 h 756"/>
                      <a:gd name="T20" fmla="*/ 18 w 717"/>
                      <a:gd name="T21" fmla="*/ 615 h 756"/>
                      <a:gd name="T22" fmla="*/ 21 w 717"/>
                      <a:gd name="T23" fmla="*/ 397 h 756"/>
                      <a:gd name="T24" fmla="*/ 24 w 717"/>
                      <a:gd name="T25" fmla="*/ 519 h 756"/>
                      <a:gd name="T26" fmla="*/ 25 w 717"/>
                      <a:gd name="T27" fmla="*/ 308 h 756"/>
                      <a:gd name="T28" fmla="*/ 28 w 717"/>
                      <a:gd name="T29" fmla="*/ 442 h 756"/>
                      <a:gd name="T30" fmla="*/ 29 w 717"/>
                      <a:gd name="T31" fmla="*/ 352 h 756"/>
                      <a:gd name="T32" fmla="*/ 30 w 717"/>
                      <a:gd name="T33" fmla="*/ 384 h 756"/>
                      <a:gd name="T34" fmla="*/ 31 w 717"/>
                      <a:gd name="T35" fmla="*/ 135 h 756"/>
                      <a:gd name="T36" fmla="*/ 33 w 717"/>
                      <a:gd name="T37" fmla="*/ 301 h 756"/>
                      <a:gd name="T38" fmla="*/ 32 w 717"/>
                      <a:gd name="T39" fmla="*/ 519 h 756"/>
                      <a:gd name="T40" fmla="*/ 34 w 717"/>
                      <a:gd name="T41" fmla="*/ 679 h 756"/>
                      <a:gd name="T42" fmla="*/ 36 w 717"/>
                      <a:gd name="T43" fmla="*/ 628 h 756"/>
                      <a:gd name="T44" fmla="*/ 37 w 717"/>
                      <a:gd name="T45" fmla="*/ 480 h 756"/>
                      <a:gd name="T46" fmla="*/ 38 w 717"/>
                      <a:gd name="T47" fmla="*/ 391 h 756"/>
                      <a:gd name="T48" fmla="*/ 36 w 717"/>
                      <a:gd name="T49" fmla="*/ 506 h 756"/>
                      <a:gd name="T50" fmla="*/ 38 w 717"/>
                      <a:gd name="T51" fmla="*/ 352 h 756"/>
                      <a:gd name="T52" fmla="*/ 39 w 717"/>
                      <a:gd name="T53" fmla="*/ 455 h 756"/>
                      <a:gd name="T54" fmla="*/ 41 w 717"/>
                      <a:gd name="T55" fmla="*/ 519 h 756"/>
                      <a:gd name="T56" fmla="*/ 43 w 717"/>
                      <a:gd name="T57" fmla="*/ 410 h 756"/>
                      <a:gd name="T58" fmla="*/ 44 w 717"/>
                      <a:gd name="T59" fmla="*/ 186 h 756"/>
                      <a:gd name="T60" fmla="*/ 45 w 717"/>
                      <a:gd name="T61" fmla="*/ 231 h 756"/>
                      <a:gd name="T62" fmla="*/ 48 w 717"/>
                      <a:gd name="T63" fmla="*/ 148 h 756"/>
                      <a:gd name="T64" fmla="*/ 48 w 717"/>
                      <a:gd name="T65" fmla="*/ 301 h 756"/>
                      <a:gd name="T66" fmla="*/ 48 w 717"/>
                      <a:gd name="T67" fmla="*/ 730 h 756"/>
                      <a:gd name="T68" fmla="*/ 54 w 717"/>
                      <a:gd name="T69" fmla="*/ 0 h 756"/>
                      <a:gd name="T70" fmla="*/ 54 w 717"/>
                      <a:gd name="T71" fmla="*/ 250 h 756"/>
                      <a:gd name="T72" fmla="*/ 55 w 717"/>
                      <a:gd name="T73" fmla="*/ 333 h 756"/>
                      <a:gd name="T74" fmla="*/ 57 w 717"/>
                      <a:gd name="T75" fmla="*/ 192 h 756"/>
                      <a:gd name="T76" fmla="*/ 59 w 717"/>
                      <a:gd name="T77" fmla="*/ 340 h 756"/>
                      <a:gd name="T78" fmla="*/ 58 w 717"/>
                      <a:gd name="T79" fmla="*/ 429 h 756"/>
                      <a:gd name="T80" fmla="*/ 60 w 717"/>
                      <a:gd name="T81" fmla="*/ 461 h 756"/>
                      <a:gd name="T82" fmla="*/ 0 60000 65536"/>
                      <a:gd name="T83" fmla="*/ 0 60000 65536"/>
                      <a:gd name="T84" fmla="*/ 0 60000 65536"/>
                      <a:gd name="T85" fmla="*/ 0 60000 65536"/>
                      <a:gd name="T86" fmla="*/ 0 60000 65536"/>
                      <a:gd name="T87" fmla="*/ 0 60000 65536"/>
                      <a:gd name="T88" fmla="*/ 0 60000 65536"/>
                      <a:gd name="T89" fmla="*/ 0 60000 65536"/>
                      <a:gd name="T90" fmla="*/ 0 60000 65536"/>
                      <a:gd name="T91" fmla="*/ 0 60000 65536"/>
                      <a:gd name="T92" fmla="*/ 0 60000 65536"/>
                      <a:gd name="T93" fmla="*/ 0 60000 65536"/>
                      <a:gd name="T94" fmla="*/ 0 60000 65536"/>
                      <a:gd name="T95" fmla="*/ 0 60000 65536"/>
                      <a:gd name="T96" fmla="*/ 0 60000 65536"/>
                      <a:gd name="T97" fmla="*/ 0 60000 65536"/>
                      <a:gd name="T98" fmla="*/ 0 60000 65536"/>
                      <a:gd name="T99" fmla="*/ 0 60000 65536"/>
                      <a:gd name="T100" fmla="*/ 0 60000 65536"/>
                      <a:gd name="T101" fmla="*/ 0 60000 65536"/>
                      <a:gd name="T102" fmla="*/ 0 60000 65536"/>
                      <a:gd name="T103" fmla="*/ 0 60000 65536"/>
                      <a:gd name="T104" fmla="*/ 0 60000 65536"/>
                      <a:gd name="T105" fmla="*/ 0 60000 65536"/>
                      <a:gd name="T106" fmla="*/ 0 60000 65536"/>
                      <a:gd name="T107" fmla="*/ 0 60000 65536"/>
                      <a:gd name="T108" fmla="*/ 0 60000 65536"/>
                      <a:gd name="T109" fmla="*/ 0 60000 65536"/>
                      <a:gd name="T110" fmla="*/ 0 60000 65536"/>
                      <a:gd name="T111" fmla="*/ 0 60000 65536"/>
                      <a:gd name="T112" fmla="*/ 0 60000 65536"/>
                      <a:gd name="T113" fmla="*/ 0 60000 65536"/>
                      <a:gd name="T114" fmla="*/ 0 60000 65536"/>
                      <a:gd name="T115" fmla="*/ 0 60000 65536"/>
                      <a:gd name="T116" fmla="*/ 0 60000 65536"/>
                      <a:gd name="T117" fmla="*/ 0 60000 65536"/>
                      <a:gd name="T118" fmla="*/ 0 60000 65536"/>
                      <a:gd name="T119" fmla="*/ 0 60000 65536"/>
                      <a:gd name="T120" fmla="*/ 0 60000 65536"/>
                      <a:gd name="T121" fmla="*/ 0 60000 65536"/>
                      <a:gd name="T122" fmla="*/ 0 60000 65536"/>
                      <a:gd name="T123" fmla="*/ 0 w 717"/>
                      <a:gd name="T124" fmla="*/ 0 h 756"/>
                      <a:gd name="T125" fmla="*/ 717 w 717"/>
                      <a:gd name="T126" fmla="*/ 756 h 756"/>
                    </a:gdLst>
                    <a:ahLst/>
                    <a:cxnLst>
                      <a:cxn ang="T82">
                        <a:pos x="T0" y="T1"/>
                      </a:cxn>
                      <a:cxn ang="T83">
                        <a:pos x="T2" y="T3"/>
                      </a:cxn>
                      <a:cxn ang="T84">
                        <a:pos x="T4" y="T5"/>
                      </a:cxn>
                      <a:cxn ang="T85">
                        <a:pos x="T6" y="T7"/>
                      </a:cxn>
                      <a:cxn ang="T86">
                        <a:pos x="T8" y="T9"/>
                      </a:cxn>
                      <a:cxn ang="T87">
                        <a:pos x="T10" y="T11"/>
                      </a:cxn>
                      <a:cxn ang="T88">
                        <a:pos x="T12" y="T13"/>
                      </a:cxn>
                      <a:cxn ang="T89">
                        <a:pos x="T14" y="T15"/>
                      </a:cxn>
                      <a:cxn ang="T90">
                        <a:pos x="T16" y="T17"/>
                      </a:cxn>
                      <a:cxn ang="T91">
                        <a:pos x="T18" y="T19"/>
                      </a:cxn>
                      <a:cxn ang="T92">
                        <a:pos x="T20" y="T21"/>
                      </a:cxn>
                      <a:cxn ang="T93">
                        <a:pos x="T22" y="T23"/>
                      </a:cxn>
                      <a:cxn ang="T94">
                        <a:pos x="T24" y="T25"/>
                      </a:cxn>
                      <a:cxn ang="T95">
                        <a:pos x="T26" y="T27"/>
                      </a:cxn>
                      <a:cxn ang="T96">
                        <a:pos x="T28" y="T29"/>
                      </a:cxn>
                      <a:cxn ang="T97">
                        <a:pos x="T30" y="T31"/>
                      </a:cxn>
                      <a:cxn ang="T98">
                        <a:pos x="T32" y="T33"/>
                      </a:cxn>
                      <a:cxn ang="T99">
                        <a:pos x="T34" y="T35"/>
                      </a:cxn>
                      <a:cxn ang="T100">
                        <a:pos x="T36" y="T37"/>
                      </a:cxn>
                      <a:cxn ang="T101">
                        <a:pos x="T38" y="T39"/>
                      </a:cxn>
                      <a:cxn ang="T102">
                        <a:pos x="T40" y="T41"/>
                      </a:cxn>
                      <a:cxn ang="T103">
                        <a:pos x="T42" y="T43"/>
                      </a:cxn>
                      <a:cxn ang="T104">
                        <a:pos x="T44" y="T45"/>
                      </a:cxn>
                      <a:cxn ang="T105">
                        <a:pos x="T46" y="T47"/>
                      </a:cxn>
                      <a:cxn ang="T106">
                        <a:pos x="T48" y="T49"/>
                      </a:cxn>
                      <a:cxn ang="T107">
                        <a:pos x="T50" y="T51"/>
                      </a:cxn>
                      <a:cxn ang="T108">
                        <a:pos x="T52" y="T53"/>
                      </a:cxn>
                      <a:cxn ang="T109">
                        <a:pos x="T54" y="T55"/>
                      </a:cxn>
                      <a:cxn ang="T110">
                        <a:pos x="T56" y="T57"/>
                      </a:cxn>
                      <a:cxn ang="T111">
                        <a:pos x="T58" y="T59"/>
                      </a:cxn>
                      <a:cxn ang="T112">
                        <a:pos x="T60" y="T61"/>
                      </a:cxn>
                      <a:cxn ang="T113">
                        <a:pos x="T62" y="T63"/>
                      </a:cxn>
                      <a:cxn ang="T114">
                        <a:pos x="T64" y="T65"/>
                      </a:cxn>
                      <a:cxn ang="T115">
                        <a:pos x="T66" y="T67"/>
                      </a:cxn>
                      <a:cxn ang="T116">
                        <a:pos x="T68" y="T69"/>
                      </a:cxn>
                      <a:cxn ang="T117">
                        <a:pos x="T70" y="T71"/>
                      </a:cxn>
                      <a:cxn ang="T118">
                        <a:pos x="T72" y="T73"/>
                      </a:cxn>
                      <a:cxn ang="T119">
                        <a:pos x="T74" y="T75"/>
                      </a:cxn>
                      <a:cxn ang="T120">
                        <a:pos x="T76" y="T77"/>
                      </a:cxn>
                      <a:cxn ang="T121">
                        <a:pos x="T78" y="T79"/>
                      </a:cxn>
                      <a:cxn ang="T122">
                        <a:pos x="T80" y="T81"/>
                      </a:cxn>
                    </a:cxnLst>
                    <a:rect l="T123" t="T124" r="T125" b="T126"/>
                    <a:pathLst>
                      <a:path w="717" h="756">
                        <a:moveTo>
                          <a:pt x="0" y="756"/>
                        </a:moveTo>
                        <a:lnTo>
                          <a:pt x="52" y="167"/>
                        </a:lnTo>
                        <a:lnTo>
                          <a:pt x="64" y="384"/>
                        </a:lnTo>
                        <a:lnTo>
                          <a:pt x="90" y="103"/>
                        </a:lnTo>
                        <a:lnTo>
                          <a:pt x="116" y="519"/>
                        </a:lnTo>
                        <a:lnTo>
                          <a:pt x="135" y="487"/>
                        </a:lnTo>
                        <a:lnTo>
                          <a:pt x="135" y="359"/>
                        </a:lnTo>
                        <a:lnTo>
                          <a:pt x="167" y="71"/>
                        </a:lnTo>
                        <a:lnTo>
                          <a:pt x="192" y="244"/>
                        </a:lnTo>
                        <a:lnTo>
                          <a:pt x="205" y="96"/>
                        </a:lnTo>
                        <a:lnTo>
                          <a:pt x="218" y="615"/>
                        </a:lnTo>
                        <a:lnTo>
                          <a:pt x="244" y="397"/>
                        </a:lnTo>
                        <a:lnTo>
                          <a:pt x="282" y="519"/>
                        </a:lnTo>
                        <a:lnTo>
                          <a:pt x="308" y="308"/>
                        </a:lnTo>
                        <a:lnTo>
                          <a:pt x="333" y="442"/>
                        </a:lnTo>
                        <a:lnTo>
                          <a:pt x="346" y="352"/>
                        </a:lnTo>
                        <a:lnTo>
                          <a:pt x="365" y="384"/>
                        </a:lnTo>
                        <a:lnTo>
                          <a:pt x="378" y="135"/>
                        </a:lnTo>
                        <a:lnTo>
                          <a:pt x="391" y="301"/>
                        </a:lnTo>
                        <a:lnTo>
                          <a:pt x="384" y="519"/>
                        </a:lnTo>
                        <a:lnTo>
                          <a:pt x="404" y="679"/>
                        </a:lnTo>
                        <a:lnTo>
                          <a:pt x="429" y="628"/>
                        </a:lnTo>
                        <a:lnTo>
                          <a:pt x="442" y="480"/>
                        </a:lnTo>
                        <a:lnTo>
                          <a:pt x="455" y="391"/>
                        </a:lnTo>
                        <a:lnTo>
                          <a:pt x="436" y="506"/>
                        </a:lnTo>
                        <a:lnTo>
                          <a:pt x="461" y="352"/>
                        </a:lnTo>
                        <a:lnTo>
                          <a:pt x="474" y="455"/>
                        </a:lnTo>
                        <a:lnTo>
                          <a:pt x="493" y="519"/>
                        </a:lnTo>
                        <a:lnTo>
                          <a:pt x="512" y="410"/>
                        </a:lnTo>
                        <a:lnTo>
                          <a:pt x="532" y="186"/>
                        </a:lnTo>
                        <a:lnTo>
                          <a:pt x="544" y="231"/>
                        </a:lnTo>
                        <a:lnTo>
                          <a:pt x="570" y="148"/>
                        </a:lnTo>
                        <a:lnTo>
                          <a:pt x="576" y="301"/>
                        </a:lnTo>
                        <a:lnTo>
                          <a:pt x="576" y="730"/>
                        </a:lnTo>
                        <a:lnTo>
                          <a:pt x="647" y="0"/>
                        </a:lnTo>
                        <a:lnTo>
                          <a:pt x="647" y="250"/>
                        </a:lnTo>
                        <a:lnTo>
                          <a:pt x="660" y="333"/>
                        </a:lnTo>
                        <a:lnTo>
                          <a:pt x="685" y="192"/>
                        </a:lnTo>
                        <a:lnTo>
                          <a:pt x="711" y="340"/>
                        </a:lnTo>
                        <a:lnTo>
                          <a:pt x="698" y="429"/>
                        </a:lnTo>
                        <a:lnTo>
                          <a:pt x="717" y="461"/>
                        </a:lnTo>
                      </a:path>
                    </a:pathLst>
                  </a:custGeom>
                  <a:noFill/>
                  <a:ln w="9525">
                    <a:solidFill>
                      <a:srgbClr val="FF0000"/>
                    </a:solidFill>
                    <a:round/>
                    <a:headEnd/>
                    <a:tailEnd/>
                  </a:ln>
                </p:spPr>
                <p:txBody>
                  <a:bodyPr/>
                  <a:lstStyle/>
                  <a:p>
                    <a:endParaRPr lang="en-GB" sz="1600"/>
                  </a:p>
                </p:txBody>
              </p:sp>
              <p:sp>
                <p:nvSpPr>
                  <p:cNvPr id="14728" name="Freeform 37"/>
                  <p:cNvSpPr>
                    <a:spLocks/>
                  </p:cNvSpPr>
                  <p:nvPr/>
                </p:nvSpPr>
                <p:spPr bwMode="auto">
                  <a:xfrm flipH="1" flipV="1">
                    <a:off x="3770" y="1145"/>
                    <a:ext cx="313" cy="756"/>
                  </a:xfrm>
                  <a:custGeom>
                    <a:avLst/>
                    <a:gdLst>
                      <a:gd name="T0" fmla="*/ 0 w 717"/>
                      <a:gd name="T1" fmla="*/ 756 h 756"/>
                      <a:gd name="T2" fmla="*/ 4 w 717"/>
                      <a:gd name="T3" fmla="*/ 167 h 756"/>
                      <a:gd name="T4" fmla="*/ 5 w 717"/>
                      <a:gd name="T5" fmla="*/ 384 h 756"/>
                      <a:gd name="T6" fmla="*/ 7 w 717"/>
                      <a:gd name="T7" fmla="*/ 103 h 756"/>
                      <a:gd name="T8" fmla="*/ 10 w 717"/>
                      <a:gd name="T9" fmla="*/ 519 h 756"/>
                      <a:gd name="T10" fmla="*/ 11 w 717"/>
                      <a:gd name="T11" fmla="*/ 487 h 756"/>
                      <a:gd name="T12" fmla="*/ 11 w 717"/>
                      <a:gd name="T13" fmla="*/ 359 h 756"/>
                      <a:gd name="T14" fmla="*/ 14 w 717"/>
                      <a:gd name="T15" fmla="*/ 71 h 756"/>
                      <a:gd name="T16" fmla="*/ 16 w 717"/>
                      <a:gd name="T17" fmla="*/ 244 h 756"/>
                      <a:gd name="T18" fmla="*/ 17 w 717"/>
                      <a:gd name="T19" fmla="*/ 96 h 756"/>
                      <a:gd name="T20" fmla="*/ 18 w 717"/>
                      <a:gd name="T21" fmla="*/ 615 h 756"/>
                      <a:gd name="T22" fmla="*/ 21 w 717"/>
                      <a:gd name="T23" fmla="*/ 397 h 756"/>
                      <a:gd name="T24" fmla="*/ 24 w 717"/>
                      <a:gd name="T25" fmla="*/ 519 h 756"/>
                      <a:gd name="T26" fmla="*/ 25 w 717"/>
                      <a:gd name="T27" fmla="*/ 308 h 756"/>
                      <a:gd name="T28" fmla="*/ 28 w 717"/>
                      <a:gd name="T29" fmla="*/ 442 h 756"/>
                      <a:gd name="T30" fmla="*/ 29 w 717"/>
                      <a:gd name="T31" fmla="*/ 352 h 756"/>
                      <a:gd name="T32" fmla="*/ 30 w 717"/>
                      <a:gd name="T33" fmla="*/ 384 h 756"/>
                      <a:gd name="T34" fmla="*/ 31 w 717"/>
                      <a:gd name="T35" fmla="*/ 135 h 756"/>
                      <a:gd name="T36" fmla="*/ 33 w 717"/>
                      <a:gd name="T37" fmla="*/ 301 h 756"/>
                      <a:gd name="T38" fmla="*/ 32 w 717"/>
                      <a:gd name="T39" fmla="*/ 519 h 756"/>
                      <a:gd name="T40" fmla="*/ 34 w 717"/>
                      <a:gd name="T41" fmla="*/ 679 h 756"/>
                      <a:gd name="T42" fmla="*/ 36 w 717"/>
                      <a:gd name="T43" fmla="*/ 628 h 756"/>
                      <a:gd name="T44" fmla="*/ 37 w 717"/>
                      <a:gd name="T45" fmla="*/ 480 h 756"/>
                      <a:gd name="T46" fmla="*/ 38 w 717"/>
                      <a:gd name="T47" fmla="*/ 391 h 756"/>
                      <a:gd name="T48" fmla="*/ 36 w 717"/>
                      <a:gd name="T49" fmla="*/ 506 h 756"/>
                      <a:gd name="T50" fmla="*/ 38 w 717"/>
                      <a:gd name="T51" fmla="*/ 352 h 756"/>
                      <a:gd name="T52" fmla="*/ 39 w 717"/>
                      <a:gd name="T53" fmla="*/ 455 h 756"/>
                      <a:gd name="T54" fmla="*/ 41 w 717"/>
                      <a:gd name="T55" fmla="*/ 519 h 756"/>
                      <a:gd name="T56" fmla="*/ 43 w 717"/>
                      <a:gd name="T57" fmla="*/ 410 h 756"/>
                      <a:gd name="T58" fmla="*/ 44 w 717"/>
                      <a:gd name="T59" fmla="*/ 186 h 756"/>
                      <a:gd name="T60" fmla="*/ 45 w 717"/>
                      <a:gd name="T61" fmla="*/ 231 h 756"/>
                      <a:gd name="T62" fmla="*/ 48 w 717"/>
                      <a:gd name="T63" fmla="*/ 148 h 756"/>
                      <a:gd name="T64" fmla="*/ 48 w 717"/>
                      <a:gd name="T65" fmla="*/ 301 h 756"/>
                      <a:gd name="T66" fmla="*/ 48 w 717"/>
                      <a:gd name="T67" fmla="*/ 730 h 756"/>
                      <a:gd name="T68" fmla="*/ 54 w 717"/>
                      <a:gd name="T69" fmla="*/ 0 h 756"/>
                      <a:gd name="T70" fmla="*/ 54 w 717"/>
                      <a:gd name="T71" fmla="*/ 250 h 756"/>
                      <a:gd name="T72" fmla="*/ 55 w 717"/>
                      <a:gd name="T73" fmla="*/ 333 h 756"/>
                      <a:gd name="T74" fmla="*/ 57 w 717"/>
                      <a:gd name="T75" fmla="*/ 192 h 756"/>
                      <a:gd name="T76" fmla="*/ 59 w 717"/>
                      <a:gd name="T77" fmla="*/ 340 h 756"/>
                      <a:gd name="T78" fmla="*/ 58 w 717"/>
                      <a:gd name="T79" fmla="*/ 429 h 756"/>
                      <a:gd name="T80" fmla="*/ 60 w 717"/>
                      <a:gd name="T81" fmla="*/ 461 h 756"/>
                      <a:gd name="T82" fmla="*/ 0 60000 65536"/>
                      <a:gd name="T83" fmla="*/ 0 60000 65536"/>
                      <a:gd name="T84" fmla="*/ 0 60000 65536"/>
                      <a:gd name="T85" fmla="*/ 0 60000 65536"/>
                      <a:gd name="T86" fmla="*/ 0 60000 65536"/>
                      <a:gd name="T87" fmla="*/ 0 60000 65536"/>
                      <a:gd name="T88" fmla="*/ 0 60000 65536"/>
                      <a:gd name="T89" fmla="*/ 0 60000 65536"/>
                      <a:gd name="T90" fmla="*/ 0 60000 65536"/>
                      <a:gd name="T91" fmla="*/ 0 60000 65536"/>
                      <a:gd name="T92" fmla="*/ 0 60000 65536"/>
                      <a:gd name="T93" fmla="*/ 0 60000 65536"/>
                      <a:gd name="T94" fmla="*/ 0 60000 65536"/>
                      <a:gd name="T95" fmla="*/ 0 60000 65536"/>
                      <a:gd name="T96" fmla="*/ 0 60000 65536"/>
                      <a:gd name="T97" fmla="*/ 0 60000 65536"/>
                      <a:gd name="T98" fmla="*/ 0 60000 65536"/>
                      <a:gd name="T99" fmla="*/ 0 60000 65536"/>
                      <a:gd name="T100" fmla="*/ 0 60000 65536"/>
                      <a:gd name="T101" fmla="*/ 0 60000 65536"/>
                      <a:gd name="T102" fmla="*/ 0 60000 65536"/>
                      <a:gd name="T103" fmla="*/ 0 60000 65536"/>
                      <a:gd name="T104" fmla="*/ 0 60000 65536"/>
                      <a:gd name="T105" fmla="*/ 0 60000 65536"/>
                      <a:gd name="T106" fmla="*/ 0 60000 65536"/>
                      <a:gd name="T107" fmla="*/ 0 60000 65536"/>
                      <a:gd name="T108" fmla="*/ 0 60000 65536"/>
                      <a:gd name="T109" fmla="*/ 0 60000 65536"/>
                      <a:gd name="T110" fmla="*/ 0 60000 65536"/>
                      <a:gd name="T111" fmla="*/ 0 60000 65536"/>
                      <a:gd name="T112" fmla="*/ 0 60000 65536"/>
                      <a:gd name="T113" fmla="*/ 0 60000 65536"/>
                      <a:gd name="T114" fmla="*/ 0 60000 65536"/>
                      <a:gd name="T115" fmla="*/ 0 60000 65536"/>
                      <a:gd name="T116" fmla="*/ 0 60000 65536"/>
                      <a:gd name="T117" fmla="*/ 0 60000 65536"/>
                      <a:gd name="T118" fmla="*/ 0 60000 65536"/>
                      <a:gd name="T119" fmla="*/ 0 60000 65536"/>
                      <a:gd name="T120" fmla="*/ 0 60000 65536"/>
                      <a:gd name="T121" fmla="*/ 0 60000 65536"/>
                      <a:gd name="T122" fmla="*/ 0 60000 65536"/>
                      <a:gd name="T123" fmla="*/ 0 w 717"/>
                      <a:gd name="T124" fmla="*/ 0 h 756"/>
                      <a:gd name="T125" fmla="*/ 717 w 717"/>
                      <a:gd name="T126" fmla="*/ 756 h 756"/>
                    </a:gdLst>
                    <a:ahLst/>
                    <a:cxnLst>
                      <a:cxn ang="T82">
                        <a:pos x="T0" y="T1"/>
                      </a:cxn>
                      <a:cxn ang="T83">
                        <a:pos x="T2" y="T3"/>
                      </a:cxn>
                      <a:cxn ang="T84">
                        <a:pos x="T4" y="T5"/>
                      </a:cxn>
                      <a:cxn ang="T85">
                        <a:pos x="T6" y="T7"/>
                      </a:cxn>
                      <a:cxn ang="T86">
                        <a:pos x="T8" y="T9"/>
                      </a:cxn>
                      <a:cxn ang="T87">
                        <a:pos x="T10" y="T11"/>
                      </a:cxn>
                      <a:cxn ang="T88">
                        <a:pos x="T12" y="T13"/>
                      </a:cxn>
                      <a:cxn ang="T89">
                        <a:pos x="T14" y="T15"/>
                      </a:cxn>
                      <a:cxn ang="T90">
                        <a:pos x="T16" y="T17"/>
                      </a:cxn>
                      <a:cxn ang="T91">
                        <a:pos x="T18" y="T19"/>
                      </a:cxn>
                      <a:cxn ang="T92">
                        <a:pos x="T20" y="T21"/>
                      </a:cxn>
                      <a:cxn ang="T93">
                        <a:pos x="T22" y="T23"/>
                      </a:cxn>
                      <a:cxn ang="T94">
                        <a:pos x="T24" y="T25"/>
                      </a:cxn>
                      <a:cxn ang="T95">
                        <a:pos x="T26" y="T27"/>
                      </a:cxn>
                      <a:cxn ang="T96">
                        <a:pos x="T28" y="T29"/>
                      </a:cxn>
                      <a:cxn ang="T97">
                        <a:pos x="T30" y="T31"/>
                      </a:cxn>
                      <a:cxn ang="T98">
                        <a:pos x="T32" y="T33"/>
                      </a:cxn>
                      <a:cxn ang="T99">
                        <a:pos x="T34" y="T35"/>
                      </a:cxn>
                      <a:cxn ang="T100">
                        <a:pos x="T36" y="T37"/>
                      </a:cxn>
                      <a:cxn ang="T101">
                        <a:pos x="T38" y="T39"/>
                      </a:cxn>
                      <a:cxn ang="T102">
                        <a:pos x="T40" y="T41"/>
                      </a:cxn>
                      <a:cxn ang="T103">
                        <a:pos x="T42" y="T43"/>
                      </a:cxn>
                      <a:cxn ang="T104">
                        <a:pos x="T44" y="T45"/>
                      </a:cxn>
                      <a:cxn ang="T105">
                        <a:pos x="T46" y="T47"/>
                      </a:cxn>
                      <a:cxn ang="T106">
                        <a:pos x="T48" y="T49"/>
                      </a:cxn>
                      <a:cxn ang="T107">
                        <a:pos x="T50" y="T51"/>
                      </a:cxn>
                      <a:cxn ang="T108">
                        <a:pos x="T52" y="T53"/>
                      </a:cxn>
                      <a:cxn ang="T109">
                        <a:pos x="T54" y="T55"/>
                      </a:cxn>
                      <a:cxn ang="T110">
                        <a:pos x="T56" y="T57"/>
                      </a:cxn>
                      <a:cxn ang="T111">
                        <a:pos x="T58" y="T59"/>
                      </a:cxn>
                      <a:cxn ang="T112">
                        <a:pos x="T60" y="T61"/>
                      </a:cxn>
                      <a:cxn ang="T113">
                        <a:pos x="T62" y="T63"/>
                      </a:cxn>
                      <a:cxn ang="T114">
                        <a:pos x="T64" y="T65"/>
                      </a:cxn>
                      <a:cxn ang="T115">
                        <a:pos x="T66" y="T67"/>
                      </a:cxn>
                      <a:cxn ang="T116">
                        <a:pos x="T68" y="T69"/>
                      </a:cxn>
                      <a:cxn ang="T117">
                        <a:pos x="T70" y="T71"/>
                      </a:cxn>
                      <a:cxn ang="T118">
                        <a:pos x="T72" y="T73"/>
                      </a:cxn>
                      <a:cxn ang="T119">
                        <a:pos x="T74" y="T75"/>
                      </a:cxn>
                      <a:cxn ang="T120">
                        <a:pos x="T76" y="T77"/>
                      </a:cxn>
                      <a:cxn ang="T121">
                        <a:pos x="T78" y="T79"/>
                      </a:cxn>
                      <a:cxn ang="T122">
                        <a:pos x="T80" y="T81"/>
                      </a:cxn>
                    </a:cxnLst>
                    <a:rect l="T123" t="T124" r="T125" b="T126"/>
                    <a:pathLst>
                      <a:path w="717" h="756">
                        <a:moveTo>
                          <a:pt x="0" y="756"/>
                        </a:moveTo>
                        <a:lnTo>
                          <a:pt x="52" y="167"/>
                        </a:lnTo>
                        <a:lnTo>
                          <a:pt x="64" y="384"/>
                        </a:lnTo>
                        <a:lnTo>
                          <a:pt x="90" y="103"/>
                        </a:lnTo>
                        <a:lnTo>
                          <a:pt x="116" y="519"/>
                        </a:lnTo>
                        <a:lnTo>
                          <a:pt x="135" y="487"/>
                        </a:lnTo>
                        <a:lnTo>
                          <a:pt x="135" y="359"/>
                        </a:lnTo>
                        <a:lnTo>
                          <a:pt x="167" y="71"/>
                        </a:lnTo>
                        <a:lnTo>
                          <a:pt x="192" y="244"/>
                        </a:lnTo>
                        <a:lnTo>
                          <a:pt x="205" y="96"/>
                        </a:lnTo>
                        <a:lnTo>
                          <a:pt x="218" y="615"/>
                        </a:lnTo>
                        <a:lnTo>
                          <a:pt x="244" y="397"/>
                        </a:lnTo>
                        <a:lnTo>
                          <a:pt x="282" y="519"/>
                        </a:lnTo>
                        <a:lnTo>
                          <a:pt x="308" y="308"/>
                        </a:lnTo>
                        <a:lnTo>
                          <a:pt x="333" y="442"/>
                        </a:lnTo>
                        <a:lnTo>
                          <a:pt x="346" y="352"/>
                        </a:lnTo>
                        <a:lnTo>
                          <a:pt x="365" y="384"/>
                        </a:lnTo>
                        <a:lnTo>
                          <a:pt x="378" y="135"/>
                        </a:lnTo>
                        <a:lnTo>
                          <a:pt x="391" y="301"/>
                        </a:lnTo>
                        <a:lnTo>
                          <a:pt x="384" y="519"/>
                        </a:lnTo>
                        <a:lnTo>
                          <a:pt x="404" y="679"/>
                        </a:lnTo>
                        <a:lnTo>
                          <a:pt x="429" y="628"/>
                        </a:lnTo>
                        <a:lnTo>
                          <a:pt x="442" y="480"/>
                        </a:lnTo>
                        <a:lnTo>
                          <a:pt x="455" y="391"/>
                        </a:lnTo>
                        <a:lnTo>
                          <a:pt x="436" y="506"/>
                        </a:lnTo>
                        <a:lnTo>
                          <a:pt x="461" y="352"/>
                        </a:lnTo>
                        <a:lnTo>
                          <a:pt x="474" y="455"/>
                        </a:lnTo>
                        <a:lnTo>
                          <a:pt x="493" y="519"/>
                        </a:lnTo>
                        <a:lnTo>
                          <a:pt x="512" y="410"/>
                        </a:lnTo>
                        <a:lnTo>
                          <a:pt x="532" y="186"/>
                        </a:lnTo>
                        <a:lnTo>
                          <a:pt x="544" y="231"/>
                        </a:lnTo>
                        <a:lnTo>
                          <a:pt x="570" y="148"/>
                        </a:lnTo>
                        <a:lnTo>
                          <a:pt x="576" y="301"/>
                        </a:lnTo>
                        <a:lnTo>
                          <a:pt x="576" y="730"/>
                        </a:lnTo>
                        <a:lnTo>
                          <a:pt x="647" y="0"/>
                        </a:lnTo>
                        <a:lnTo>
                          <a:pt x="647" y="250"/>
                        </a:lnTo>
                        <a:lnTo>
                          <a:pt x="660" y="333"/>
                        </a:lnTo>
                        <a:lnTo>
                          <a:pt x="685" y="192"/>
                        </a:lnTo>
                        <a:lnTo>
                          <a:pt x="711" y="340"/>
                        </a:lnTo>
                        <a:lnTo>
                          <a:pt x="698" y="429"/>
                        </a:lnTo>
                        <a:lnTo>
                          <a:pt x="717" y="461"/>
                        </a:lnTo>
                      </a:path>
                    </a:pathLst>
                  </a:custGeom>
                  <a:noFill/>
                  <a:ln w="9525">
                    <a:solidFill>
                      <a:srgbClr val="FF0000"/>
                    </a:solidFill>
                    <a:round/>
                    <a:headEnd/>
                    <a:tailEnd/>
                  </a:ln>
                </p:spPr>
                <p:txBody>
                  <a:bodyPr/>
                  <a:lstStyle/>
                  <a:p>
                    <a:endParaRPr lang="en-GB" sz="1600"/>
                  </a:p>
                </p:txBody>
              </p:sp>
              <p:sp>
                <p:nvSpPr>
                  <p:cNvPr id="14729" name="Freeform 38"/>
                  <p:cNvSpPr>
                    <a:spLocks/>
                  </p:cNvSpPr>
                  <p:nvPr/>
                </p:nvSpPr>
                <p:spPr bwMode="auto">
                  <a:xfrm flipH="1">
                    <a:off x="4077" y="1119"/>
                    <a:ext cx="313" cy="756"/>
                  </a:xfrm>
                  <a:custGeom>
                    <a:avLst/>
                    <a:gdLst>
                      <a:gd name="T0" fmla="*/ 0 w 717"/>
                      <a:gd name="T1" fmla="*/ 756 h 756"/>
                      <a:gd name="T2" fmla="*/ 4 w 717"/>
                      <a:gd name="T3" fmla="*/ 167 h 756"/>
                      <a:gd name="T4" fmla="*/ 5 w 717"/>
                      <a:gd name="T5" fmla="*/ 384 h 756"/>
                      <a:gd name="T6" fmla="*/ 7 w 717"/>
                      <a:gd name="T7" fmla="*/ 103 h 756"/>
                      <a:gd name="T8" fmla="*/ 10 w 717"/>
                      <a:gd name="T9" fmla="*/ 519 h 756"/>
                      <a:gd name="T10" fmla="*/ 11 w 717"/>
                      <a:gd name="T11" fmla="*/ 487 h 756"/>
                      <a:gd name="T12" fmla="*/ 11 w 717"/>
                      <a:gd name="T13" fmla="*/ 359 h 756"/>
                      <a:gd name="T14" fmla="*/ 14 w 717"/>
                      <a:gd name="T15" fmla="*/ 71 h 756"/>
                      <a:gd name="T16" fmla="*/ 16 w 717"/>
                      <a:gd name="T17" fmla="*/ 244 h 756"/>
                      <a:gd name="T18" fmla="*/ 17 w 717"/>
                      <a:gd name="T19" fmla="*/ 96 h 756"/>
                      <a:gd name="T20" fmla="*/ 18 w 717"/>
                      <a:gd name="T21" fmla="*/ 615 h 756"/>
                      <a:gd name="T22" fmla="*/ 21 w 717"/>
                      <a:gd name="T23" fmla="*/ 397 h 756"/>
                      <a:gd name="T24" fmla="*/ 24 w 717"/>
                      <a:gd name="T25" fmla="*/ 519 h 756"/>
                      <a:gd name="T26" fmla="*/ 25 w 717"/>
                      <a:gd name="T27" fmla="*/ 308 h 756"/>
                      <a:gd name="T28" fmla="*/ 28 w 717"/>
                      <a:gd name="T29" fmla="*/ 442 h 756"/>
                      <a:gd name="T30" fmla="*/ 29 w 717"/>
                      <a:gd name="T31" fmla="*/ 352 h 756"/>
                      <a:gd name="T32" fmla="*/ 30 w 717"/>
                      <a:gd name="T33" fmla="*/ 384 h 756"/>
                      <a:gd name="T34" fmla="*/ 31 w 717"/>
                      <a:gd name="T35" fmla="*/ 135 h 756"/>
                      <a:gd name="T36" fmla="*/ 33 w 717"/>
                      <a:gd name="T37" fmla="*/ 301 h 756"/>
                      <a:gd name="T38" fmla="*/ 32 w 717"/>
                      <a:gd name="T39" fmla="*/ 519 h 756"/>
                      <a:gd name="T40" fmla="*/ 34 w 717"/>
                      <a:gd name="T41" fmla="*/ 679 h 756"/>
                      <a:gd name="T42" fmla="*/ 36 w 717"/>
                      <a:gd name="T43" fmla="*/ 628 h 756"/>
                      <a:gd name="T44" fmla="*/ 37 w 717"/>
                      <a:gd name="T45" fmla="*/ 480 h 756"/>
                      <a:gd name="T46" fmla="*/ 38 w 717"/>
                      <a:gd name="T47" fmla="*/ 391 h 756"/>
                      <a:gd name="T48" fmla="*/ 36 w 717"/>
                      <a:gd name="T49" fmla="*/ 506 h 756"/>
                      <a:gd name="T50" fmla="*/ 38 w 717"/>
                      <a:gd name="T51" fmla="*/ 352 h 756"/>
                      <a:gd name="T52" fmla="*/ 39 w 717"/>
                      <a:gd name="T53" fmla="*/ 455 h 756"/>
                      <a:gd name="T54" fmla="*/ 41 w 717"/>
                      <a:gd name="T55" fmla="*/ 519 h 756"/>
                      <a:gd name="T56" fmla="*/ 43 w 717"/>
                      <a:gd name="T57" fmla="*/ 410 h 756"/>
                      <a:gd name="T58" fmla="*/ 44 w 717"/>
                      <a:gd name="T59" fmla="*/ 186 h 756"/>
                      <a:gd name="T60" fmla="*/ 45 w 717"/>
                      <a:gd name="T61" fmla="*/ 231 h 756"/>
                      <a:gd name="T62" fmla="*/ 48 w 717"/>
                      <a:gd name="T63" fmla="*/ 148 h 756"/>
                      <a:gd name="T64" fmla="*/ 48 w 717"/>
                      <a:gd name="T65" fmla="*/ 301 h 756"/>
                      <a:gd name="T66" fmla="*/ 48 w 717"/>
                      <a:gd name="T67" fmla="*/ 730 h 756"/>
                      <a:gd name="T68" fmla="*/ 54 w 717"/>
                      <a:gd name="T69" fmla="*/ 0 h 756"/>
                      <a:gd name="T70" fmla="*/ 54 w 717"/>
                      <a:gd name="T71" fmla="*/ 250 h 756"/>
                      <a:gd name="T72" fmla="*/ 55 w 717"/>
                      <a:gd name="T73" fmla="*/ 333 h 756"/>
                      <a:gd name="T74" fmla="*/ 57 w 717"/>
                      <a:gd name="T75" fmla="*/ 192 h 756"/>
                      <a:gd name="T76" fmla="*/ 59 w 717"/>
                      <a:gd name="T77" fmla="*/ 340 h 756"/>
                      <a:gd name="T78" fmla="*/ 58 w 717"/>
                      <a:gd name="T79" fmla="*/ 429 h 756"/>
                      <a:gd name="T80" fmla="*/ 60 w 717"/>
                      <a:gd name="T81" fmla="*/ 461 h 756"/>
                      <a:gd name="T82" fmla="*/ 0 60000 65536"/>
                      <a:gd name="T83" fmla="*/ 0 60000 65536"/>
                      <a:gd name="T84" fmla="*/ 0 60000 65536"/>
                      <a:gd name="T85" fmla="*/ 0 60000 65536"/>
                      <a:gd name="T86" fmla="*/ 0 60000 65536"/>
                      <a:gd name="T87" fmla="*/ 0 60000 65536"/>
                      <a:gd name="T88" fmla="*/ 0 60000 65536"/>
                      <a:gd name="T89" fmla="*/ 0 60000 65536"/>
                      <a:gd name="T90" fmla="*/ 0 60000 65536"/>
                      <a:gd name="T91" fmla="*/ 0 60000 65536"/>
                      <a:gd name="T92" fmla="*/ 0 60000 65536"/>
                      <a:gd name="T93" fmla="*/ 0 60000 65536"/>
                      <a:gd name="T94" fmla="*/ 0 60000 65536"/>
                      <a:gd name="T95" fmla="*/ 0 60000 65536"/>
                      <a:gd name="T96" fmla="*/ 0 60000 65536"/>
                      <a:gd name="T97" fmla="*/ 0 60000 65536"/>
                      <a:gd name="T98" fmla="*/ 0 60000 65536"/>
                      <a:gd name="T99" fmla="*/ 0 60000 65536"/>
                      <a:gd name="T100" fmla="*/ 0 60000 65536"/>
                      <a:gd name="T101" fmla="*/ 0 60000 65536"/>
                      <a:gd name="T102" fmla="*/ 0 60000 65536"/>
                      <a:gd name="T103" fmla="*/ 0 60000 65536"/>
                      <a:gd name="T104" fmla="*/ 0 60000 65536"/>
                      <a:gd name="T105" fmla="*/ 0 60000 65536"/>
                      <a:gd name="T106" fmla="*/ 0 60000 65536"/>
                      <a:gd name="T107" fmla="*/ 0 60000 65536"/>
                      <a:gd name="T108" fmla="*/ 0 60000 65536"/>
                      <a:gd name="T109" fmla="*/ 0 60000 65536"/>
                      <a:gd name="T110" fmla="*/ 0 60000 65536"/>
                      <a:gd name="T111" fmla="*/ 0 60000 65536"/>
                      <a:gd name="T112" fmla="*/ 0 60000 65536"/>
                      <a:gd name="T113" fmla="*/ 0 60000 65536"/>
                      <a:gd name="T114" fmla="*/ 0 60000 65536"/>
                      <a:gd name="T115" fmla="*/ 0 60000 65536"/>
                      <a:gd name="T116" fmla="*/ 0 60000 65536"/>
                      <a:gd name="T117" fmla="*/ 0 60000 65536"/>
                      <a:gd name="T118" fmla="*/ 0 60000 65536"/>
                      <a:gd name="T119" fmla="*/ 0 60000 65536"/>
                      <a:gd name="T120" fmla="*/ 0 60000 65536"/>
                      <a:gd name="T121" fmla="*/ 0 60000 65536"/>
                      <a:gd name="T122" fmla="*/ 0 60000 65536"/>
                      <a:gd name="T123" fmla="*/ 0 w 717"/>
                      <a:gd name="T124" fmla="*/ 0 h 756"/>
                      <a:gd name="T125" fmla="*/ 717 w 717"/>
                      <a:gd name="T126" fmla="*/ 756 h 756"/>
                    </a:gdLst>
                    <a:ahLst/>
                    <a:cxnLst>
                      <a:cxn ang="T82">
                        <a:pos x="T0" y="T1"/>
                      </a:cxn>
                      <a:cxn ang="T83">
                        <a:pos x="T2" y="T3"/>
                      </a:cxn>
                      <a:cxn ang="T84">
                        <a:pos x="T4" y="T5"/>
                      </a:cxn>
                      <a:cxn ang="T85">
                        <a:pos x="T6" y="T7"/>
                      </a:cxn>
                      <a:cxn ang="T86">
                        <a:pos x="T8" y="T9"/>
                      </a:cxn>
                      <a:cxn ang="T87">
                        <a:pos x="T10" y="T11"/>
                      </a:cxn>
                      <a:cxn ang="T88">
                        <a:pos x="T12" y="T13"/>
                      </a:cxn>
                      <a:cxn ang="T89">
                        <a:pos x="T14" y="T15"/>
                      </a:cxn>
                      <a:cxn ang="T90">
                        <a:pos x="T16" y="T17"/>
                      </a:cxn>
                      <a:cxn ang="T91">
                        <a:pos x="T18" y="T19"/>
                      </a:cxn>
                      <a:cxn ang="T92">
                        <a:pos x="T20" y="T21"/>
                      </a:cxn>
                      <a:cxn ang="T93">
                        <a:pos x="T22" y="T23"/>
                      </a:cxn>
                      <a:cxn ang="T94">
                        <a:pos x="T24" y="T25"/>
                      </a:cxn>
                      <a:cxn ang="T95">
                        <a:pos x="T26" y="T27"/>
                      </a:cxn>
                      <a:cxn ang="T96">
                        <a:pos x="T28" y="T29"/>
                      </a:cxn>
                      <a:cxn ang="T97">
                        <a:pos x="T30" y="T31"/>
                      </a:cxn>
                      <a:cxn ang="T98">
                        <a:pos x="T32" y="T33"/>
                      </a:cxn>
                      <a:cxn ang="T99">
                        <a:pos x="T34" y="T35"/>
                      </a:cxn>
                      <a:cxn ang="T100">
                        <a:pos x="T36" y="T37"/>
                      </a:cxn>
                      <a:cxn ang="T101">
                        <a:pos x="T38" y="T39"/>
                      </a:cxn>
                      <a:cxn ang="T102">
                        <a:pos x="T40" y="T41"/>
                      </a:cxn>
                      <a:cxn ang="T103">
                        <a:pos x="T42" y="T43"/>
                      </a:cxn>
                      <a:cxn ang="T104">
                        <a:pos x="T44" y="T45"/>
                      </a:cxn>
                      <a:cxn ang="T105">
                        <a:pos x="T46" y="T47"/>
                      </a:cxn>
                      <a:cxn ang="T106">
                        <a:pos x="T48" y="T49"/>
                      </a:cxn>
                      <a:cxn ang="T107">
                        <a:pos x="T50" y="T51"/>
                      </a:cxn>
                      <a:cxn ang="T108">
                        <a:pos x="T52" y="T53"/>
                      </a:cxn>
                      <a:cxn ang="T109">
                        <a:pos x="T54" y="T55"/>
                      </a:cxn>
                      <a:cxn ang="T110">
                        <a:pos x="T56" y="T57"/>
                      </a:cxn>
                      <a:cxn ang="T111">
                        <a:pos x="T58" y="T59"/>
                      </a:cxn>
                      <a:cxn ang="T112">
                        <a:pos x="T60" y="T61"/>
                      </a:cxn>
                      <a:cxn ang="T113">
                        <a:pos x="T62" y="T63"/>
                      </a:cxn>
                      <a:cxn ang="T114">
                        <a:pos x="T64" y="T65"/>
                      </a:cxn>
                      <a:cxn ang="T115">
                        <a:pos x="T66" y="T67"/>
                      </a:cxn>
                      <a:cxn ang="T116">
                        <a:pos x="T68" y="T69"/>
                      </a:cxn>
                      <a:cxn ang="T117">
                        <a:pos x="T70" y="T71"/>
                      </a:cxn>
                      <a:cxn ang="T118">
                        <a:pos x="T72" y="T73"/>
                      </a:cxn>
                      <a:cxn ang="T119">
                        <a:pos x="T74" y="T75"/>
                      </a:cxn>
                      <a:cxn ang="T120">
                        <a:pos x="T76" y="T77"/>
                      </a:cxn>
                      <a:cxn ang="T121">
                        <a:pos x="T78" y="T79"/>
                      </a:cxn>
                      <a:cxn ang="T122">
                        <a:pos x="T80" y="T81"/>
                      </a:cxn>
                    </a:cxnLst>
                    <a:rect l="T123" t="T124" r="T125" b="T126"/>
                    <a:pathLst>
                      <a:path w="717" h="756">
                        <a:moveTo>
                          <a:pt x="0" y="756"/>
                        </a:moveTo>
                        <a:lnTo>
                          <a:pt x="52" y="167"/>
                        </a:lnTo>
                        <a:lnTo>
                          <a:pt x="64" y="384"/>
                        </a:lnTo>
                        <a:lnTo>
                          <a:pt x="90" y="103"/>
                        </a:lnTo>
                        <a:lnTo>
                          <a:pt x="116" y="519"/>
                        </a:lnTo>
                        <a:lnTo>
                          <a:pt x="135" y="487"/>
                        </a:lnTo>
                        <a:lnTo>
                          <a:pt x="135" y="359"/>
                        </a:lnTo>
                        <a:lnTo>
                          <a:pt x="167" y="71"/>
                        </a:lnTo>
                        <a:lnTo>
                          <a:pt x="192" y="244"/>
                        </a:lnTo>
                        <a:lnTo>
                          <a:pt x="205" y="96"/>
                        </a:lnTo>
                        <a:lnTo>
                          <a:pt x="218" y="615"/>
                        </a:lnTo>
                        <a:lnTo>
                          <a:pt x="244" y="397"/>
                        </a:lnTo>
                        <a:lnTo>
                          <a:pt x="282" y="519"/>
                        </a:lnTo>
                        <a:lnTo>
                          <a:pt x="308" y="308"/>
                        </a:lnTo>
                        <a:lnTo>
                          <a:pt x="333" y="442"/>
                        </a:lnTo>
                        <a:lnTo>
                          <a:pt x="346" y="352"/>
                        </a:lnTo>
                        <a:lnTo>
                          <a:pt x="365" y="384"/>
                        </a:lnTo>
                        <a:lnTo>
                          <a:pt x="378" y="135"/>
                        </a:lnTo>
                        <a:lnTo>
                          <a:pt x="391" y="301"/>
                        </a:lnTo>
                        <a:lnTo>
                          <a:pt x="384" y="519"/>
                        </a:lnTo>
                        <a:lnTo>
                          <a:pt x="404" y="679"/>
                        </a:lnTo>
                        <a:lnTo>
                          <a:pt x="429" y="628"/>
                        </a:lnTo>
                        <a:lnTo>
                          <a:pt x="442" y="480"/>
                        </a:lnTo>
                        <a:lnTo>
                          <a:pt x="455" y="391"/>
                        </a:lnTo>
                        <a:lnTo>
                          <a:pt x="436" y="506"/>
                        </a:lnTo>
                        <a:lnTo>
                          <a:pt x="461" y="352"/>
                        </a:lnTo>
                        <a:lnTo>
                          <a:pt x="474" y="455"/>
                        </a:lnTo>
                        <a:lnTo>
                          <a:pt x="493" y="519"/>
                        </a:lnTo>
                        <a:lnTo>
                          <a:pt x="512" y="410"/>
                        </a:lnTo>
                        <a:lnTo>
                          <a:pt x="532" y="186"/>
                        </a:lnTo>
                        <a:lnTo>
                          <a:pt x="544" y="231"/>
                        </a:lnTo>
                        <a:lnTo>
                          <a:pt x="570" y="148"/>
                        </a:lnTo>
                        <a:lnTo>
                          <a:pt x="576" y="301"/>
                        </a:lnTo>
                        <a:lnTo>
                          <a:pt x="576" y="730"/>
                        </a:lnTo>
                        <a:lnTo>
                          <a:pt x="647" y="0"/>
                        </a:lnTo>
                        <a:lnTo>
                          <a:pt x="647" y="250"/>
                        </a:lnTo>
                        <a:lnTo>
                          <a:pt x="660" y="333"/>
                        </a:lnTo>
                        <a:lnTo>
                          <a:pt x="685" y="192"/>
                        </a:lnTo>
                        <a:lnTo>
                          <a:pt x="711" y="340"/>
                        </a:lnTo>
                        <a:lnTo>
                          <a:pt x="698" y="429"/>
                        </a:lnTo>
                        <a:lnTo>
                          <a:pt x="717" y="461"/>
                        </a:lnTo>
                      </a:path>
                    </a:pathLst>
                  </a:custGeom>
                  <a:noFill/>
                  <a:ln w="9525">
                    <a:solidFill>
                      <a:srgbClr val="FF0000"/>
                    </a:solidFill>
                    <a:round/>
                    <a:headEnd/>
                    <a:tailEnd/>
                  </a:ln>
                </p:spPr>
                <p:txBody>
                  <a:bodyPr/>
                  <a:lstStyle/>
                  <a:p>
                    <a:endParaRPr lang="en-GB" sz="1600"/>
                  </a:p>
                </p:txBody>
              </p:sp>
              <p:sp>
                <p:nvSpPr>
                  <p:cNvPr id="14730" name="Freeform 39"/>
                  <p:cNvSpPr>
                    <a:spLocks/>
                  </p:cNvSpPr>
                  <p:nvPr/>
                </p:nvSpPr>
                <p:spPr bwMode="auto">
                  <a:xfrm flipV="1">
                    <a:off x="4385" y="1138"/>
                    <a:ext cx="313" cy="756"/>
                  </a:xfrm>
                  <a:custGeom>
                    <a:avLst/>
                    <a:gdLst>
                      <a:gd name="T0" fmla="*/ 0 w 717"/>
                      <a:gd name="T1" fmla="*/ 756 h 756"/>
                      <a:gd name="T2" fmla="*/ 4 w 717"/>
                      <a:gd name="T3" fmla="*/ 167 h 756"/>
                      <a:gd name="T4" fmla="*/ 5 w 717"/>
                      <a:gd name="T5" fmla="*/ 384 h 756"/>
                      <a:gd name="T6" fmla="*/ 7 w 717"/>
                      <a:gd name="T7" fmla="*/ 103 h 756"/>
                      <a:gd name="T8" fmla="*/ 10 w 717"/>
                      <a:gd name="T9" fmla="*/ 519 h 756"/>
                      <a:gd name="T10" fmla="*/ 11 w 717"/>
                      <a:gd name="T11" fmla="*/ 487 h 756"/>
                      <a:gd name="T12" fmla="*/ 11 w 717"/>
                      <a:gd name="T13" fmla="*/ 359 h 756"/>
                      <a:gd name="T14" fmla="*/ 14 w 717"/>
                      <a:gd name="T15" fmla="*/ 71 h 756"/>
                      <a:gd name="T16" fmla="*/ 16 w 717"/>
                      <a:gd name="T17" fmla="*/ 244 h 756"/>
                      <a:gd name="T18" fmla="*/ 17 w 717"/>
                      <a:gd name="T19" fmla="*/ 96 h 756"/>
                      <a:gd name="T20" fmla="*/ 18 w 717"/>
                      <a:gd name="T21" fmla="*/ 615 h 756"/>
                      <a:gd name="T22" fmla="*/ 21 w 717"/>
                      <a:gd name="T23" fmla="*/ 397 h 756"/>
                      <a:gd name="T24" fmla="*/ 24 w 717"/>
                      <a:gd name="T25" fmla="*/ 519 h 756"/>
                      <a:gd name="T26" fmla="*/ 25 w 717"/>
                      <a:gd name="T27" fmla="*/ 308 h 756"/>
                      <a:gd name="T28" fmla="*/ 28 w 717"/>
                      <a:gd name="T29" fmla="*/ 442 h 756"/>
                      <a:gd name="T30" fmla="*/ 29 w 717"/>
                      <a:gd name="T31" fmla="*/ 352 h 756"/>
                      <a:gd name="T32" fmla="*/ 30 w 717"/>
                      <a:gd name="T33" fmla="*/ 384 h 756"/>
                      <a:gd name="T34" fmla="*/ 31 w 717"/>
                      <a:gd name="T35" fmla="*/ 135 h 756"/>
                      <a:gd name="T36" fmla="*/ 33 w 717"/>
                      <a:gd name="T37" fmla="*/ 301 h 756"/>
                      <a:gd name="T38" fmla="*/ 32 w 717"/>
                      <a:gd name="T39" fmla="*/ 519 h 756"/>
                      <a:gd name="T40" fmla="*/ 34 w 717"/>
                      <a:gd name="T41" fmla="*/ 679 h 756"/>
                      <a:gd name="T42" fmla="*/ 36 w 717"/>
                      <a:gd name="T43" fmla="*/ 628 h 756"/>
                      <a:gd name="T44" fmla="*/ 37 w 717"/>
                      <a:gd name="T45" fmla="*/ 480 h 756"/>
                      <a:gd name="T46" fmla="*/ 38 w 717"/>
                      <a:gd name="T47" fmla="*/ 391 h 756"/>
                      <a:gd name="T48" fmla="*/ 36 w 717"/>
                      <a:gd name="T49" fmla="*/ 506 h 756"/>
                      <a:gd name="T50" fmla="*/ 38 w 717"/>
                      <a:gd name="T51" fmla="*/ 352 h 756"/>
                      <a:gd name="T52" fmla="*/ 39 w 717"/>
                      <a:gd name="T53" fmla="*/ 455 h 756"/>
                      <a:gd name="T54" fmla="*/ 41 w 717"/>
                      <a:gd name="T55" fmla="*/ 519 h 756"/>
                      <a:gd name="T56" fmla="*/ 43 w 717"/>
                      <a:gd name="T57" fmla="*/ 410 h 756"/>
                      <a:gd name="T58" fmla="*/ 44 w 717"/>
                      <a:gd name="T59" fmla="*/ 186 h 756"/>
                      <a:gd name="T60" fmla="*/ 45 w 717"/>
                      <a:gd name="T61" fmla="*/ 231 h 756"/>
                      <a:gd name="T62" fmla="*/ 48 w 717"/>
                      <a:gd name="T63" fmla="*/ 148 h 756"/>
                      <a:gd name="T64" fmla="*/ 48 w 717"/>
                      <a:gd name="T65" fmla="*/ 301 h 756"/>
                      <a:gd name="T66" fmla="*/ 48 w 717"/>
                      <a:gd name="T67" fmla="*/ 730 h 756"/>
                      <a:gd name="T68" fmla="*/ 54 w 717"/>
                      <a:gd name="T69" fmla="*/ 0 h 756"/>
                      <a:gd name="T70" fmla="*/ 54 w 717"/>
                      <a:gd name="T71" fmla="*/ 250 h 756"/>
                      <a:gd name="T72" fmla="*/ 55 w 717"/>
                      <a:gd name="T73" fmla="*/ 333 h 756"/>
                      <a:gd name="T74" fmla="*/ 57 w 717"/>
                      <a:gd name="T75" fmla="*/ 192 h 756"/>
                      <a:gd name="T76" fmla="*/ 59 w 717"/>
                      <a:gd name="T77" fmla="*/ 340 h 756"/>
                      <a:gd name="T78" fmla="*/ 58 w 717"/>
                      <a:gd name="T79" fmla="*/ 429 h 756"/>
                      <a:gd name="T80" fmla="*/ 60 w 717"/>
                      <a:gd name="T81" fmla="*/ 461 h 756"/>
                      <a:gd name="T82" fmla="*/ 0 60000 65536"/>
                      <a:gd name="T83" fmla="*/ 0 60000 65536"/>
                      <a:gd name="T84" fmla="*/ 0 60000 65536"/>
                      <a:gd name="T85" fmla="*/ 0 60000 65536"/>
                      <a:gd name="T86" fmla="*/ 0 60000 65536"/>
                      <a:gd name="T87" fmla="*/ 0 60000 65536"/>
                      <a:gd name="T88" fmla="*/ 0 60000 65536"/>
                      <a:gd name="T89" fmla="*/ 0 60000 65536"/>
                      <a:gd name="T90" fmla="*/ 0 60000 65536"/>
                      <a:gd name="T91" fmla="*/ 0 60000 65536"/>
                      <a:gd name="T92" fmla="*/ 0 60000 65536"/>
                      <a:gd name="T93" fmla="*/ 0 60000 65536"/>
                      <a:gd name="T94" fmla="*/ 0 60000 65536"/>
                      <a:gd name="T95" fmla="*/ 0 60000 65536"/>
                      <a:gd name="T96" fmla="*/ 0 60000 65536"/>
                      <a:gd name="T97" fmla="*/ 0 60000 65536"/>
                      <a:gd name="T98" fmla="*/ 0 60000 65536"/>
                      <a:gd name="T99" fmla="*/ 0 60000 65536"/>
                      <a:gd name="T100" fmla="*/ 0 60000 65536"/>
                      <a:gd name="T101" fmla="*/ 0 60000 65536"/>
                      <a:gd name="T102" fmla="*/ 0 60000 65536"/>
                      <a:gd name="T103" fmla="*/ 0 60000 65536"/>
                      <a:gd name="T104" fmla="*/ 0 60000 65536"/>
                      <a:gd name="T105" fmla="*/ 0 60000 65536"/>
                      <a:gd name="T106" fmla="*/ 0 60000 65536"/>
                      <a:gd name="T107" fmla="*/ 0 60000 65536"/>
                      <a:gd name="T108" fmla="*/ 0 60000 65536"/>
                      <a:gd name="T109" fmla="*/ 0 60000 65536"/>
                      <a:gd name="T110" fmla="*/ 0 60000 65536"/>
                      <a:gd name="T111" fmla="*/ 0 60000 65536"/>
                      <a:gd name="T112" fmla="*/ 0 60000 65536"/>
                      <a:gd name="T113" fmla="*/ 0 60000 65536"/>
                      <a:gd name="T114" fmla="*/ 0 60000 65536"/>
                      <a:gd name="T115" fmla="*/ 0 60000 65536"/>
                      <a:gd name="T116" fmla="*/ 0 60000 65536"/>
                      <a:gd name="T117" fmla="*/ 0 60000 65536"/>
                      <a:gd name="T118" fmla="*/ 0 60000 65536"/>
                      <a:gd name="T119" fmla="*/ 0 60000 65536"/>
                      <a:gd name="T120" fmla="*/ 0 60000 65536"/>
                      <a:gd name="T121" fmla="*/ 0 60000 65536"/>
                      <a:gd name="T122" fmla="*/ 0 60000 65536"/>
                      <a:gd name="T123" fmla="*/ 0 w 717"/>
                      <a:gd name="T124" fmla="*/ 0 h 756"/>
                      <a:gd name="T125" fmla="*/ 717 w 717"/>
                      <a:gd name="T126" fmla="*/ 756 h 756"/>
                    </a:gdLst>
                    <a:ahLst/>
                    <a:cxnLst>
                      <a:cxn ang="T82">
                        <a:pos x="T0" y="T1"/>
                      </a:cxn>
                      <a:cxn ang="T83">
                        <a:pos x="T2" y="T3"/>
                      </a:cxn>
                      <a:cxn ang="T84">
                        <a:pos x="T4" y="T5"/>
                      </a:cxn>
                      <a:cxn ang="T85">
                        <a:pos x="T6" y="T7"/>
                      </a:cxn>
                      <a:cxn ang="T86">
                        <a:pos x="T8" y="T9"/>
                      </a:cxn>
                      <a:cxn ang="T87">
                        <a:pos x="T10" y="T11"/>
                      </a:cxn>
                      <a:cxn ang="T88">
                        <a:pos x="T12" y="T13"/>
                      </a:cxn>
                      <a:cxn ang="T89">
                        <a:pos x="T14" y="T15"/>
                      </a:cxn>
                      <a:cxn ang="T90">
                        <a:pos x="T16" y="T17"/>
                      </a:cxn>
                      <a:cxn ang="T91">
                        <a:pos x="T18" y="T19"/>
                      </a:cxn>
                      <a:cxn ang="T92">
                        <a:pos x="T20" y="T21"/>
                      </a:cxn>
                      <a:cxn ang="T93">
                        <a:pos x="T22" y="T23"/>
                      </a:cxn>
                      <a:cxn ang="T94">
                        <a:pos x="T24" y="T25"/>
                      </a:cxn>
                      <a:cxn ang="T95">
                        <a:pos x="T26" y="T27"/>
                      </a:cxn>
                      <a:cxn ang="T96">
                        <a:pos x="T28" y="T29"/>
                      </a:cxn>
                      <a:cxn ang="T97">
                        <a:pos x="T30" y="T31"/>
                      </a:cxn>
                      <a:cxn ang="T98">
                        <a:pos x="T32" y="T33"/>
                      </a:cxn>
                      <a:cxn ang="T99">
                        <a:pos x="T34" y="T35"/>
                      </a:cxn>
                      <a:cxn ang="T100">
                        <a:pos x="T36" y="T37"/>
                      </a:cxn>
                      <a:cxn ang="T101">
                        <a:pos x="T38" y="T39"/>
                      </a:cxn>
                      <a:cxn ang="T102">
                        <a:pos x="T40" y="T41"/>
                      </a:cxn>
                      <a:cxn ang="T103">
                        <a:pos x="T42" y="T43"/>
                      </a:cxn>
                      <a:cxn ang="T104">
                        <a:pos x="T44" y="T45"/>
                      </a:cxn>
                      <a:cxn ang="T105">
                        <a:pos x="T46" y="T47"/>
                      </a:cxn>
                      <a:cxn ang="T106">
                        <a:pos x="T48" y="T49"/>
                      </a:cxn>
                      <a:cxn ang="T107">
                        <a:pos x="T50" y="T51"/>
                      </a:cxn>
                      <a:cxn ang="T108">
                        <a:pos x="T52" y="T53"/>
                      </a:cxn>
                      <a:cxn ang="T109">
                        <a:pos x="T54" y="T55"/>
                      </a:cxn>
                      <a:cxn ang="T110">
                        <a:pos x="T56" y="T57"/>
                      </a:cxn>
                      <a:cxn ang="T111">
                        <a:pos x="T58" y="T59"/>
                      </a:cxn>
                      <a:cxn ang="T112">
                        <a:pos x="T60" y="T61"/>
                      </a:cxn>
                      <a:cxn ang="T113">
                        <a:pos x="T62" y="T63"/>
                      </a:cxn>
                      <a:cxn ang="T114">
                        <a:pos x="T64" y="T65"/>
                      </a:cxn>
                      <a:cxn ang="T115">
                        <a:pos x="T66" y="T67"/>
                      </a:cxn>
                      <a:cxn ang="T116">
                        <a:pos x="T68" y="T69"/>
                      </a:cxn>
                      <a:cxn ang="T117">
                        <a:pos x="T70" y="T71"/>
                      </a:cxn>
                      <a:cxn ang="T118">
                        <a:pos x="T72" y="T73"/>
                      </a:cxn>
                      <a:cxn ang="T119">
                        <a:pos x="T74" y="T75"/>
                      </a:cxn>
                      <a:cxn ang="T120">
                        <a:pos x="T76" y="T77"/>
                      </a:cxn>
                      <a:cxn ang="T121">
                        <a:pos x="T78" y="T79"/>
                      </a:cxn>
                      <a:cxn ang="T122">
                        <a:pos x="T80" y="T81"/>
                      </a:cxn>
                    </a:cxnLst>
                    <a:rect l="T123" t="T124" r="T125" b="T126"/>
                    <a:pathLst>
                      <a:path w="717" h="756">
                        <a:moveTo>
                          <a:pt x="0" y="756"/>
                        </a:moveTo>
                        <a:lnTo>
                          <a:pt x="52" y="167"/>
                        </a:lnTo>
                        <a:lnTo>
                          <a:pt x="64" y="384"/>
                        </a:lnTo>
                        <a:lnTo>
                          <a:pt x="90" y="103"/>
                        </a:lnTo>
                        <a:lnTo>
                          <a:pt x="116" y="519"/>
                        </a:lnTo>
                        <a:lnTo>
                          <a:pt x="135" y="487"/>
                        </a:lnTo>
                        <a:lnTo>
                          <a:pt x="135" y="359"/>
                        </a:lnTo>
                        <a:lnTo>
                          <a:pt x="167" y="71"/>
                        </a:lnTo>
                        <a:lnTo>
                          <a:pt x="192" y="244"/>
                        </a:lnTo>
                        <a:lnTo>
                          <a:pt x="205" y="96"/>
                        </a:lnTo>
                        <a:lnTo>
                          <a:pt x="218" y="615"/>
                        </a:lnTo>
                        <a:lnTo>
                          <a:pt x="244" y="397"/>
                        </a:lnTo>
                        <a:lnTo>
                          <a:pt x="282" y="519"/>
                        </a:lnTo>
                        <a:lnTo>
                          <a:pt x="308" y="308"/>
                        </a:lnTo>
                        <a:lnTo>
                          <a:pt x="333" y="442"/>
                        </a:lnTo>
                        <a:lnTo>
                          <a:pt x="346" y="352"/>
                        </a:lnTo>
                        <a:lnTo>
                          <a:pt x="365" y="384"/>
                        </a:lnTo>
                        <a:lnTo>
                          <a:pt x="378" y="135"/>
                        </a:lnTo>
                        <a:lnTo>
                          <a:pt x="391" y="301"/>
                        </a:lnTo>
                        <a:lnTo>
                          <a:pt x="384" y="519"/>
                        </a:lnTo>
                        <a:lnTo>
                          <a:pt x="404" y="679"/>
                        </a:lnTo>
                        <a:lnTo>
                          <a:pt x="429" y="628"/>
                        </a:lnTo>
                        <a:lnTo>
                          <a:pt x="442" y="480"/>
                        </a:lnTo>
                        <a:lnTo>
                          <a:pt x="455" y="391"/>
                        </a:lnTo>
                        <a:lnTo>
                          <a:pt x="436" y="506"/>
                        </a:lnTo>
                        <a:lnTo>
                          <a:pt x="461" y="352"/>
                        </a:lnTo>
                        <a:lnTo>
                          <a:pt x="474" y="455"/>
                        </a:lnTo>
                        <a:lnTo>
                          <a:pt x="493" y="519"/>
                        </a:lnTo>
                        <a:lnTo>
                          <a:pt x="512" y="410"/>
                        </a:lnTo>
                        <a:lnTo>
                          <a:pt x="532" y="186"/>
                        </a:lnTo>
                        <a:lnTo>
                          <a:pt x="544" y="231"/>
                        </a:lnTo>
                        <a:lnTo>
                          <a:pt x="570" y="148"/>
                        </a:lnTo>
                        <a:lnTo>
                          <a:pt x="576" y="301"/>
                        </a:lnTo>
                        <a:lnTo>
                          <a:pt x="576" y="730"/>
                        </a:lnTo>
                        <a:lnTo>
                          <a:pt x="647" y="0"/>
                        </a:lnTo>
                        <a:lnTo>
                          <a:pt x="647" y="250"/>
                        </a:lnTo>
                        <a:lnTo>
                          <a:pt x="660" y="333"/>
                        </a:lnTo>
                        <a:lnTo>
                          <a:pt x="685" y="192"/>
                        </a:lnTo>
                        <a:lnTo>
                          <a:pt x="711" y="340"/>
                        </a:lnTo>
                        <a:lnTo>
                          <a:pt x="698" y="429"/>
                        </a:lnTo>
                        <a:lnTo>
                          <a:pt x="717" y="461"/>
                        </a:lnTo>
                      </a:path>
                    </a:pathLst>
                  </a:custGeom>
                  <a:noFill/>
                  <a:ln w="9525">
                    <a:solidFill>
                      <a:srgbClr val="FF0000"/>
                    </a:solidFill>
                    <a:round/>
                    <a:headEnd/>
                    <a:tailEnd/>
                  </a:ln>
                </p:spPr>
                <p:txBody>
                  <a:bodyPr/>
                  <a:lstStyle/>
                  <a:p>
                    <a:endParaRPr lang="en-GB" sz="1600"/>
                  </a:p>
                </p:txBody>
              </p:sp>
              <p:sp>
                <p:nvSpPr>
                  <p:cNvPr id="14731" name="Freeform 40"/>
                  <p:cNvSpPr>
                    <a:spLocks/>
                  </p:cNvSpPr>
                  <p:nvPr/>
                </p:nvSpPr>
                <p:spPr bwMode="auto">
                  <a:xfrm flipH="1">
                    <a:off x="4698" y="1100"/>
                    <a:ext cx="313" cy="756"/>
                  </a:xfrm>
                  <a:custGeom>
                    <a:avLst/>
                    <a:gdLst>
                      <a:gd name="T0" fmla="*/ 0 w 717"/>
                      <a:gd name="T1" fmla="*/ 756 h 756"/>
                      <a:gd name="T2" fmla="*/ 4 w 717"/>
                      <a:gd name="T3" fmla="*/ 167 h 756"/>
                      <a:gd name="T4" fmla="*/ 5 w 717"/>
                      <a:gd name="T5" fmla="*/ 384 h 756"/>
                      <a:gd name="T6" fmla="*/ 7 w 717"/>
                      <a:gd name="T7" fmla="*/ 103 h 756"/>
                      <a:gd name="T8" fmla="*/ 10 w 717"/>
                      <a:gd name="T9" fmla="*/ 519 h 756"/>
                      <a:gd name="T10" fmla="*/ 11 w 717"/>
                      <a:gd name="T11" fmla="*/ 487 h 756"/>
                      <a:gd name="T12" fmla="*/ 11 w 717"/>
                      <a:gd name="T13" fmla="*/ 359 h 756"/>
                      <a:gd name="T14" fmla="*/ 14 w 717"/>
                      <a:gd name="T15" fmla="*/ 71 h 756"/>
                      <a:gd name="T16" fmla="*/ 16 w 717"/>
                      <a:gd name="T17" fmla="*/ 244 h 756"/>
                      <a:gd name="T18" fmla="*/ 17 w 717"/>
                      <a:gd name="T19" fmla="*/ 96 h 756"/>
                      <a:gd name="T20" fmla="*/ 18 w 717"/>
                      <a:gd name="T21" fmla="*/ 615 h 756"/>
                      <a:gd name="T22" fmla="*/ 21 w 717"/>
                      <a:gd name="T23" fmla="*/ 397 h 756"/>
                      <a:gd name="T24" fmla="*/ 24 w 717"/>
                      <a:gd name="T25" fmla="*/ 519 h 756"/>
                      <a:gd name="T26" fmla="*/ 25 w 717"/>
                      <a:gd name="T27" fmla="*/ 308 h 756"/>
                      <a:gd name="T28" fmla="*/ 28 w 717"/>
                      <a:gd name="T29" fmla="*/ 442 h 756"/>
                      <a:gd name="T30" fmla="*/ 29 w 717"/>
                      <a:gd name="T31" fmla="*/ 352 h 756"/>
                      <a:gd name="T32" fmla="*/ 30 w 717"/>
                      <a:gd name="T33" fmla="*/ 384 h 756"/>
                      <a:gd name="T34" fmla="*/ 31 w 717"/>
                      <a:gd name="T35" fmla="*/ 135 h 756"/>
                      <a:gd name="T36" fmla="*/ 33 w 717"/>
                      <a:gd name="T37" fmla="*/ 301 h 756"/>
                      <a:gd name="T38" fmla="*/ 32 w 717"/>
                      <a:gd name="T39" fmla="*/ 519 h 756"/>
                      <a:gd name="T40" fmla="*/ 34 w 717"/>
                      <a:gd name="T41" fmla="*/ 679 h 756"/>
                      <a:gd name="T42" fmla="*/ 36 w 717"/>
                      <a:gd name="T43" fmla="*/ 628 h 756"/>
                      <a:gd name="T44" fmla="*/ 37 w 717"/>
                      <a:gd name="T45" fmla="*/ 480 h 756"/>
                      <a:gd name="T46" fmla="*/ 38 w 717"/>
                      <a:gd name="T47" fmla="*/ 391 h 756"/>
                      <a:gd name="T48" fmla="*/ 36 w 717"/>
                      <a:gd name="T49" fmla="*/ 506 h 756"/>
                      <a:gd name="T50" fmla="*/ 38 w 717"/>
                      <a:gd name="T51" fmla="*/ 352 h 756"/>
                      <a:gd name="T52" fmla="*/ 39 w 717"/>
                      <a:gd name="T53" fmla="*/ 455 h 756"/>
                      <a:gd name="T54" fmla="*/ 41 w 717"/>
                      <a:gd name="T55" fmla="*/ 519 h 756"/>
                      <a:gd name="T56" fmla="*/ 43 w 717"/>
                      <a:gd name="T57" fmla="*/ 410 h 756"/>
                      <a:gd name="T58" fmla="*/ 44 w 717"/>
                      <a:gd name="T59" fmla="*/ 186 h 756"/>
                      <a:gd name="T60" fmla="*/ 45 w 717"/>
                      <a:gd name="T61" fmla="*/ 231 h 756"/>
                      <a:gd name="T62" fmla="*/ 48 w 717"/>
                      <a:gd name="T63" fmla="*/ 148 h 756"/>
                      <a:gd name="T64" fmla="*/ 48 w 717"/>
                      <a:gd name="T65" fmla="*/ 301 h 756"/>
                      <a:gd name="T66" fmla="*/ 48 w 717"/>
                      <a:gd name="T67" fmla="*/ 730 h 756"/>
                      <a:gd name="T68" fmla="*/ 54 w 717"/>
                      <a:gd name="T69" fmla="*/ 0 h 756"/>
                      <a:gd name="T70" fmla="*/ 54 w 717"/>
                      <a:gd name="T71" fmla="*/ 250 h 756"/>
                      <a:gd name="T72" fmla="*/ 55 w 717"/>
                      <a:gd name="T73" fmla="*/ 333 h 756"/>
                      <a:gd name="T74" fmla="*/ 57 w 717"/>
                      <a:gd name="T75" fmla="*/ 192 h 756"/>
                      <a:gd name="T76" fmla="*/ 59 w 717"/>
                      <a:gd name="T77" fmla="*/ 340 h 756"/>
                      <a:gd name="T78" fmla="*/ 58 w 717"/>
                      <a:gd name="T79" fmla="*/ 429 h 756"/>
                      <a:gd name="T80" fmla="*/ 60 w 717"/>
                      <a:gd name="T81" fmla="*/ 461 h 756"/>
                      <a:gd name="T82" fmla="*/ 0 60000 65536"/>
                      <a:gd name="T83" fmla="*/ 0 60000 65536"/>
                      <a:gd name="T84" fmla="*/ 0 60000 65536"/>
                      <a:gd name="T85" fmla="*/ 0 60000 65536"/>
                      <a:gd name="T86" fmla="*/ 0 60000 65536"/>
                      <a:gd name="T87" fmla="*/ 0 60000 65536"/>
                      <a:gd name="T88" fmla="*/ 0 60000 65536"/>
                      <a:gd name="T89" fmla="*/ 0 60000 65536"/>
                      <a:gd name="T90" fmla="*/ 0 60000 65536"/>
                      <a:gd name="T91" fmla="*/ 0 60000 65536"/>
                      <a:gd name="T92" fmla="*/ 0 60000 65536"/>
                      <a:gd name="T93" fmla="*/ 0 60000 65536"/>
                      <a:gd name="T94" fmla="*/ 0 60000 65536"/>
                      <a:gd name="T95" fmla="*/ 0 60000 65536"/>
                      <a:gd name="T96" fmla="*/ 0 60000 65536"/>
                      <a:gd name="T97" fmla="*/ 0 60000 65536"/>
                      <a:gd name="T98" fmla="*/ 0 60000 65536"/>
                      <a:gd name="T99" fmla="*/ 0 60000 65536"/>
                      <a:gd name="T100" fmla="*/ 0 60000 65536"/>
                      <a:gd name="T101" fmla="*/ 0 60000 65536"/>
                      <a:gd name="T102" fmla="*/ 0 60000 65536"/>
                      <a:gd name="T103" fmla="*/ 0 60000 65536"/>
                      <a:gd name="T104" fmla="*/ 0 60000 65536"/>
                      <a:gd name="T105" fmla="*/ 0 60000 65536"/>
                      <a:gd name="T106" fmla="*/ 0 60000 65536"/>
                      <a:gd name="T107" fmla="*/ 0 60000 65536"/>
                      <a:gd name="T108" fmla="*/ 0 60000 65536"/>
                      <a:gd name="T109" fmla="*/ 0 60000 65536"/>
                      <a:gd name="T110" fmla="*/ 0 60000 65536"/>
                      <a:gd name="T111" fmla="*/ 0 60000 65536"/>
                      <a:gd name="T112" fmla="*/ 0 60000 65536"/>
                      <a:gd name="T113" fmla="*/ 0 60000 65536"/>
                      <a:gd name="T114" fmla="*/ 0 60000 65536"/>
                      <a:gd name="T115" fmla="*/ 0 60000 65536"/>
                      <a:gd name="T116" fmla="*/ 0 60000 65536"/>
                      <a:gd name="T117" fmla="*/ 0 60000 65536"/>
                      <a:gd name="T118" fmla="*/ 0 60000 65536"/>
                      <a:gd name="T119" fmla="*/ 0 60000 65536"/>
                      <a:gd name="T120" fmla="*/ 0 60000 65536"/>
                      <a:gd name="T121" fmla="*/ 0 60000 65536"/>
                      <a:gd name="T122" fmla="*/ 0 60000 65536"/>
                      <a:gd name="T123" fmla="*/ 0 w 717"/>
                      <a:gd name="T124" fmla="*/ 0 h 756"/>
                      <a:gd name="T125" fmla="*/ 717 w 717"/>
                      <a:gd name="T126" fmla="*/ 756 h 756"/>
                    </a:gdLst>
                    <a:ahLst/>
                    <a:cxnLst>
                      <a:cxn ang="T82">
                        <a:pos x="T0" y="T1"/>
                      </a:cxn>
                      <a:cxn ang="T83">
                        <a:pos x="T2" y="T3"/>
                      </a:cxn>
                      <a:cxn ang="T84">
                        <a:pos x="T4" y="T5"/>
                      </a:cxn>
                      <a:cxn ang="T85">
                        <a:pos x="T6" y="T7"/>
                      </a:cxn>
                      <a:cxn ang="T86">
                        <a:pos x="T8" y="T9"/>
                      </a:cxn>
                      <a:cxn ang="T87">
                        <a:pos x="T10" y="T11"/>
                      </a:cxn>
                      <a:cxn ang="T88">
                        <a:pos x="T12" y="T13"/>
                      </a:cxn>
                      <a:cxn ang="T89">
                        <a:pos x="T14" y="T15"/>
                      </a:cxn>
                      <a:cxn ang="T90">
                        <a:pos x="T16" y="T17"/>
                      </a:cxn>
                      <a:cxn ang="T91">
                        <a:pos x="T18" y="T19"/>
                      </a:cxn>
                      <a:cxn ang="T92">
                        <a:pos x="T20" y="T21"/>
                      </a:cxn>
                      <a:cxn ang="T93">
                        <a:pos x="T22" y="T23"/>
                      </a:cxn>
                      <a:cxn ang="T94">
                        <a:pos x="T24" y="T25"/>
                      </a:cxn>
                      <a:cxn ang="T95">
                        <a:pos x="T26" y="T27"/>
                      </a:cxn>
                      <a:cxn ang="T96">
                        <a:pos x="T28" y="T29"/>
                      </a:cxn>
                      <a:cxn ang="T97">
                        <a:pos x="T30" y="T31"/>
                      </a:cxn>
                      <a:cxn ang="T98">
                        <a:pos x="T32" y="T33"/>
                      </a:cxn>
                      <a:cxn ang="T99">
                        <a:pos x="T34" y="T35"/>
                      </a:cxn>
                      <a:cxn ang="T100">
                        <a:pos x="T36" y="T37"/>
                      </a:cxn>
                      <a:cxn ang="T101">
                        <a:pos x="T38" y="T39"/>
                      </a:cxn>
                      <a:cxn ang="T102">
                        <a:pos x="T40" y="T41"/>
                      </a:cxn>
                      <a:cxn ang="T103">
                        <a:pos x="T42" y="T43"/>
                      </a:cxn>
                      <a:cxn ang="T104">
                        <a:pos x="T44" y="T45"/>
                      </a:cxn>
                      <a:cxn ang="T105">
                        <a:pos x="T46" y="T47"/>
                      </a:cxn>
                      <a:cxn ang="T106">
                        <a:pos x="T48" y="T49"/>
                      </a:cxn>
                      <a:cxn ang="T107">
                        <a:pos x="T50" y="T51"/>
                      </a:cxn>
                      <a:cxn ang="T108">
                        <a:pos x="T52" y="T53"/>
                      </a:cxn>
                      <a:cxn ang="T109">
                        <a:pos x="T54" y="T55"/>
                      </a:cxn>
                      <a:cxn ang="T110">
                        <a:pos x="T56" y="T57"/>
                      </a:cxn>
                      <a:cxn ang="T111">
                        <a:pos x="T58" y="T59"/>
                      </a:cxn>
                      <a:cxn ang="T112">
                        <a:pos x="T60" y="T61"/>
                      </a:cxn>
                      <a:cxn ang="T113">
                        <a:pos x="T62" y="T63"/>
                      </a:cxn>
                      <a:cxn ang="T114">
                        <a:pos x="T64" y="T65"/>
                      </a:cxn>
                      <a:cxn ang="T115">
                        <a:pos x="T66" y="T67"/>
                      </a:cxn>
                      <a:cxn ang="T116">
                        <a:pos x="T68" y="T69"/>
                      </a:cxn>
                      <a:cxn ang="T117">
                        <a:pos x="T70" y="T71"/>
                      </a:cxn>
                      <a:cxn ang="T118">
                        <a:pos x="T72" y="T73"/>
                      </a:cxn>
                      <a:cxn ang="T119">
                        <a:pos x="T74" y="T75"/>
                      </a:cxn>
                      <a:cxn ang="T120">
                        <a:pos x="T76" y="T77"/>
                      </a:cxn>
                      <a:cxn ang="T121">
                        <a:pos x="T78" y="T79"/>
                      </a:cxn>
                      <a:cxn ang="T122">
                        <a:pos x="T80" y="T81"/>
                      </a:cxn>
                    </a:cxnLst>
                    <a:rect l="T123" t="T124" r="T125" b="T126"/>
                    <a:pathLst>
                      <a:path w="717" h="756">
                        <a:moveTo>
                          <a:pt x="0" y="756"/>
                        </a:moveTo>
                        <a:lnTo>
                          <a:pt x="52" y="167"/>
                        </a:lnTo>
                        <a:lnTo>
                          <a:pt x="64" y="384"/>
                        </a:lnTo>
                        <a:lnTo>
                          <a:pt x="90" y="103"/>
                        </a:lnTo>
                        <a:lnTo>
                          <a:pt x="116" y="519"/>
                        </a:lnTo>
                        <a:lnTo>
                          <a:pt x="135" y="487"/>
                        </a:lnTo>
                        <a:lnTo>
                          <a:pt x="135" y="359"/>
                        </a:lnTo>
                        <a:lnTo>
                          <a:pt x="167" y="71"/>
                        </a:lnTo>
                        <a:lnTo>
                          <a:pt x="192" y="244"/>
                        </a:lnTo>
                        <a:lnTo>
                          <a:pt x="205" y="96"/>
                        </a:lnTo>
                        <a:lnTo>
                          <a:pt x="218" y="615"/>
                        </a:lnTo>
                        <a:lnTo>
                          <a:pt x="244" y="397"/>
                        </a:lnTo>
                        <a:lnTo>
                          <a:pt x="282" y="519"/>
                        </a:lnTo>
                        <a:lnTo>
                          <a:pt x="308" y="308"/>
                        </a:lnTo>
                        <a:lnTo>
                          <a:pt x="333" y="442"/>
                        </a:lnTo>
                        <a:lnTo>
                          <a:pt x="346" y="352"/>
                        </a:lnTo>
                        <a:lnTo>
                          <a:pt x="365" y="384"/>
                        </a:lnTo>
                        <a:lnTo>
                          <a:pt x="378" y="135"/>
                        </a:lnTo>
                        <a:lnTo>
                          <a:pt x="391" y="301"/>
                        </a:lnTo>
                        <a:lnTo>
                          <a:pt x="384" y="519"/>
                        </a:lnTo>
                        <a:lnTo>
                          <a:pt x="404" y="679"/>
                        </a:lnTo>
                        <a:lnTo>
                          <a:pt x="429" y="628"/>
                        </a:lnTo>
                        <a:lnTo>
                          <a:pt x="442" y="480"/>
                        </a:lnTo>
                        <a:lnTo>
                          <a:pt x="455" y="391"/>
                        </a:lnTo>
                        <a:lnTo>
                          <a:pt x="436" y="506"/>
                        </a:lnTo>
                        <a:lnTo>
                          <a:pt x="461" y="352"/>
                        </a:lnTo>
                        <a:lnTo>
                          <a:pt x="474" y="455"/>
                        </a:lnTo>
                        <a:lnTo>
                          <a:pt x="493" y="519"/>
                        </a:lnTo>
                        <a:lnTo>
                          <a:pt x="512" y="410"/>
                        </a:lnTo>
                        <a:lnTo>
                          <a:pt x="532" y="186"/>
                        </a:lnTo>
                        <a:lnTo>
                          <a:pt x="544" y="231"/>
                        </a:lnTo>
                        <a:lnTo>
                          <a:pt x="570" y="148"/>
                        </a:lnTo>
                        <a:lnTo>
                          <a:pt x="576" y="301"/>
                        </a:lnTo>
                        <a:lnTo>
                          <a:pt x="576" y="730"/>
                        </a:lnTo>
                        <a:lnTo>
                          <a:pt x="647" y="0"/>
                        </a:lnTo>
                        <a:lnTo>
                          <a:pt x="647" y="250"/>
                        </a:lnTo>
                        <a:lnTo>
                          <a:pt x="660" y="333"/>
                        </a:lnTo>
                        <a:lnTo>
                          <a:pt x="685" y="192"/>
                        </a:lnTo>
                        <a:lnTo>
                          <a:pt x="711" y="340"/>
                        </a:lnTo>
                        <a:lnTo>
                          <a:pt x="698" y="429"/>
                        </a:lnTo>
                        <a:lnTo>
                          <a:pt x="717" y="461"/>
                        </a:lnTo>
                      </a:path>
                    </a:pathLst>
                  </a:custGeom>
                  <a:noFill/>
                  <a:ln w="9525">
                    <a:solidFill>
                      <a:srgbClr val="FF0000"/>
                    </a:solidFill>
                    <a:round/>
                    <a:headEnd/>
                    <a:tailEnd/>
                  </a:ln>
                </p:spPr>
                <p:txBody>
                  <a:bodyPr/>
                  <a:lstStyle/>
                  <a:p>
                    <a:endParaRPr lang="en-GB" sz="1600"/>
                  </a:p>
                </p:txBody>
              </p:sp>
            </p:grpSp>
            <p:grpSp>
              <p:nvGrpSpPr>
                <p:cNvPr id="7" name="Group 41"/>
                <p:cNvGrpSpPr>
                  <a:grpSpLocks/>
                </p:cNvGrpSpPr>
                <p:nvPr/>
              </p:nvGrpSpPr>
              <p:grpSpPr bwMode="auto">
                <a:xfrm flipH="1">
                  <a:off x="4569" y="1098"/>
                  <a:ext cx="590" cy="801"/>
                  <a:chOff x="3462" y="1100"/>
                  <a:chExt cx="1549" cy="801"/>
                </a:xfrm>
              </p:grpSpPr>
              <p:sp>
                <p:nvSpPr>
                  <p:cNvPr id="14722" name="Freeform 42"/>
                  <p:cNvSpPr>
                    <a:spLocks/>
                  </p:cNvSpPr>
                  <p:nvPr/>
                </p:nvSpPr>
                <p:spPr bwMode="auto">
                  <a:xfrm>
                    <a:off x="3462" y="1126"/>
                    <a:ext cx="313" cy="756"/>
                  </a:xfrm>
                  <a:custGeom>
                    <a:avLst/>
                    <a:gdLst>
                      <a:gd name="T0" fmla="*/ 0 w 717"/>
                      <a:gd name="T1" fmla="*/ 756 h 756"/>
                      <a:gd name="T2" fmla="*/ 4 w 717"/>
                      <a:gd name="T3" fmla="*/ 167 h 756"/>
                      <a:gd name="T4" fmla="*/ 5 w 717"/>
                      <a:gd name="T5" fmla="*/ 384 h 756"/>
                      <a:gd name="T6" fmla="*/ 7 w 717"/>
                      <a:gd name="T7" fmla="*/ 103 h 756"/>
                      <a:gd name="T8" fmla="*/ 10 w 717"/>
                      <a:gd name="T9" fmla="*/ 519 h 756"/>
                      <a:gd name="T10" fmla="*/ 11 w 717"/>
                      <a:gd name="T11" fmla="*/ 487 h 756"/>
                      <a:gd name="T12" fmla="*/ 11 w 717"/>
                      <a:gd name="T13" fmla="*/ 359 h 756"/>
                      <a:gd name="T14" fmla="*/ 14 w 717"/>
                      <a:gd name="T15" fmla="*/ 71 h 756"/>
                      <a:gd name="T16" fmla="*/ 16 w 717"/>
                      <a:gd name="T17" fmla="*/ 244 h 756"/>
                      <a:gd name="T18" fmla="*/ 17 w 717"/>
                      <a:gd name="T19" fmla="*/ 96 h 756"/>
                      <a:gd name="T20" fmla="*/ 18 w 717"/>
                      <a:gd name="T21" fmla="*/ 615 h 756"/>
                      <a:gd name="T22" fmla="*/ 21 w 717"/>
                      <a:gd name="T23" fmla="*/ 397 h 756"/>
                      <a:gd name="T24" fmla="*/ 24 w 717"/>
                      <a:gd name="T25" fmla="*/ 519 h 756"/>
                      <a:gd name="T26" fmla="*/ 25 w 717"/>
                      <a:gd name="T27" fmla="*/ 308 h 756"/>
                      <a:gd name="T28" fmla="*/ 28 w 717"/>
                      <a:gd name="T29" fmla="*/ 442 h 756"/>
                      <a:gd name="T30" fmla="*/ 29 w 717"/>
                      <a:gd name="T31" fmla="*/ 352 h 756"/>
                      <a:gd name="T32" fmla="*/ 30 w 717"/>
                      <a:gd name="T33" fmla="*/ 384 h 756"/>
                      <a:gd name="T34" fmla="*/ 31 w 717"/>
                      <a:gd name="T35" fmla="*/ 135 h 756"/>
                      <a:gd name="T36" fmla="*/ 33 w 717"/>
                      <a:gd name="T37" fmla="*/ 301 h 756"/>
                      <a:gd name="T38" fmla="*/ 32 w 717"/>
                      <a:gd name="T39" fmla="*/ 519 h 756"/>
                      <a:gd name="T40" fmla="*/ 34 w 717"/>
                      <a:gd name="T41" fmla="*/ 679 h 756"/>
                      <a:gd name="T42" fmla="*/ 36 w 717"/>
                      <a:gd name="T43" fmla="*/ 628 h 756"/>
                      <a:gd name="T44" fmla="*/ 37 w 717"/>
                      <a:gd name="T45" fmla="*/ 480 h 756"/>
                      <a:gd name="T46" fmla="*/ 38 w 717"/>
                      <a:gd name="T47" fmla="*/ 391 h 756"/>
                      <a:gd name="T48" fmla="*/ 36 w 717"/>
                      <a:gd name="T49" fmla="*/ 506 h 756"/>
                      <a:gd name="T50" fmla="*/ 38 w 717"/>
                      <a:gd name="T51" fmla="*/ 352 h 756"/>
                      <a:gd name="T52" fmla="*/ 39 w 717"/>
                      <a:gd name="T53" fmla="*/ 455 h 756"/>
                      <a:gd name="T54" fmla="*/ 41 w 717"/>
                      <a:gd name="T55" fmla="*/ 519 h 756"/>
                      <a:gd name="T56" fmla="*/ 43 w 717"/>
                      <a:gd name="T57" fmla="*/ 410 h 756"/>
                      <a:gd name="T58" fmla="*/ 44 w 717"/>
                      <a:gd name="T59" fmla="*/ 186 h 756"/>
                      <a:gd name="T60" fmla="*/ 45 w 717"/>
                      <a:gd name="T61" fmla="*/ 231 h 756"/>
                      <a:gd name="T62" fmla="*/ 48 w 717"/>
                      <a:gd name="T63" fmla="*/ 148 h 756"/>
                      <a:gd name="T64" fmla="*/ 48 w 717"/>
                      <a:gd name="T65" fmla="*/ 301 h 756"/>
                      <a:gd name="T66" fmla="*/ 48 w 717"/>
                      <a:gd name="T67" fmla="*/ 730 h 756"/>
                      <a:gd name="T68" fmla="*/ 54 w 717"/>
                      <a:gd name="T69" fmla="*/ 0 h 756"/>
                      <a:gd name="T70" fmla="*/ 54 w 717"/>
                      <a:gd name="T71" fmla="*/ 250 h 756"/>
                      <a:gd name="T72" fmla="*/ 55 w 717"/>
                      <a:gd name="T73" fmla="*/ 333 h 756"/>
                      <a:gd name="T74" fmla="*/ 57 w 717"/>
                      <a:gd name="T75" fmla="*/ 192 h 756"/>
                      <a:gd name="T76" fmla="*/ 59 w 717"/>
                      <a:gd name="T77" fmla="*/ 340 h 756"/>
                      <a:gd name="T78" fmla="*/ 58 w 717"/>
                      <a:gd name="T79" fmla="*/ 429 h 756"/>
                      <a:gd name="T80" fmla="*/ 60 w 717"/>
                      <a:gd name="T81" fmla="*/ 461 h 756"/>
                      <a:gd name="T82" fmla="*/ 0 60000 65536"/>
                      <a:gd name="T83" fmla="*/ 0 60000 65536"/>
                      <a:gd name="T84" fmla="*/ 0 60000 65536"/>
                      <a:gd name="T85" fmla="*/ 0 60000 65536"/>
                      <a:gd name="T86" fmla="*/ 0 60000 65536"/>
                      <a:gd name="T87" fmla="*/ 0 60000 65536"/>
                      <a:gd name="T88" fmla="*/ 0 60000 65536"/>
                      <a:gd name="T89" fmla="*/ 0 60000 65536"/>
                      <a:gd name="T90" fmla="*/ 0 60000 65536"/>
                      <a:gd name="T91" fmla="*/ 0 60000 65536"/>
                      <a:gd name="T92" fmla="*/ 0 60000 65536"/>
                      <a:gd name="T93" fmla="*/ 0 60000 65536"/>
                      <a:gd name="T94" fmla="*/ 0 60000 65536"/>
                      <a:gd name="T95" fmla="*/ 0 60000 65536"/>
                      <a:gd name="T96" fmla="*/ 0 60000 65536"/>
                      <a:gd name="T97" fmla="*/ 0 60000 65536"/>
                      <a:gd name="T98" fmla="*/ 0 60000 65536"/>
                      <a:gd name="T99" fmla="*/ 0 60000 65536"/>
                      <a:gd name="T100" fmla="*/ 0 60000 65536"/>
                      <a:gd name="T101" fmla="*/ 0 60000 65536"/>
                      <a:gd name="T102" fmla="*/ 0 60000 65536"/>
                      <a:gd name="T103" fmla="*/ 0 60000 65536"/>
                      <a:gd name="T104" fmla="*/ 0 60000 65536"/>
                      <a:gd name="T105" fmla="*/ 0 60000 65536"/>
                      <a:gd name="T106" fmla="*/ 0 60000 65536"/>
                      <a:gd name="T107" fmla="*/ 0 60000 65536"/>
                      <a:gd name="T108" fmla="*/ 0 60000 65536"/>
                      <a:gd name="T109" fmla="*/ 0 60000 65536"/>
                      <a:gd name="T110" fmla="*/ 0 60000 65536"/>
                      <a:gd name="T111" fmla="*/ 0 60000 65536"/>
                      <a:gd name="T112" fmla="*/ 0 60000 65536"/>
                      <a:gd name="T113" fmla="*/ 0 60000 65536"/>
                      <a:gd name="T114" fmla="*/ 0 60000 65536"/>
                      <a:gd name="T115" fmla="*/ 0 60000 65536"/>
                      <a:gd name="T116" fmla="*/ 0 60000 65536"/>
                      <a:gd name="T117" fmla="*/ 0 60000 65536"/>
                      <a:gd name="T118" fmla="*/ 0 60000 65536"/>
                      <a:gd name="T119" fmla="*/ 0 60000 65536"/>
                      <a:gd name="T120" fmla="*/ 0 60000 65536"/>
                      <a:gd name="T121" fmla="*/ 0 60000 65536"/>
                      <a:gd name="T122" fmla="*/ 0 60000 65536"/>
                      <a:gd name="T123" fmla="*/ 0 w 717"/>
                      <a:gd name="T124" fmla="*/ 0 h 756"/>
                      <a:gd name="T125" fmla="*/ 717 w 717"/>
                      <a:gd name="T126" fmla="*/ 756 h 756"/>
                    </a:gdLst>
                    <a:ahLst/>
                    <a:cxnLst>
                      <a:cxn ang="T82">
                        <a:pos x="T0" y="T1"/>
                      </a:cxn>
                      <a:cxn ang="T83">
                        <a:pos x="T2" y="T3"/>
                      </a:cxn>
                      <a:cxn ang="T84">
                        <a:pos x="T4" y="T5"/>
                      </a:cxn>
                      <a:cxn ang="T85">
                        <a:pos x="T6" y="T7"/>
                      </a:cxn>
                      <a:cxn ang="T86">
                        <a:pos x="T8" y="T9"/>
                      </a:cxn>
                      <a:cxn ang="T87">
                        <a:pos x="T10" y="T11"/>
                      </a:cxn>
                      <a:cxn ang="T88">
                        <a:pos x="T12" y="T13"/>
                      </a:cxn>
                      <a:cxn ang="T89">
                        <a:pos x="T14" y="T15"/>
                      </a:cxn>
                      <a:cxn ang="T90">
                        <a:pos x="T16" y="T17"/>
                      </a:cxn>
                      <a:cxn ang="T91">
                        <a:pos x="T18" y="T19"/>
                      </a:cxn>
                      <a:cxn ang="T92">
                        <a:pos x="T20" y="T21"/>
                      </a:cxn>
                      <a:cxn ang="T93">
                        <a:pos x="T22" y="T23"/>
                      </a:cxn>
                      <a:cxn ang="T94">
                        <a:pos x="T24" y="T25"/>
                      </a:cxn>
                      <a:cxn ang="T95">
                        <a:pos x="T26" y="T27"/>
                      </a:cxn>
                      <a:cxn ang="T96">
                        <a:pos x="T28" y="T29"/>
                      </a:cxn>
                      <a:cxn ang="T97">
                        <a:pos x="T30" y="T31"/>
                      </a:cxn>
                      <a:cxn ang="T98">
                        <a:pos x="T32" y="T33"/>
                      </a:cxn>
                      <a:cxn ang="T99">
                        <a:pos x="T34" y="T35"/>
                      </a:cxn>
                      <a:cxn ang="T100">
                        <a:pos x="T36" y="T37"/>
                      </a:cxn>
                      <a:cxn ang="T101">
                        <a:pos x="T38" y="T39"/>
                      </a:cxn>
                      <a:cxn ang="T102">
                        <a:pos x="T40" y="T41"/>
                      </a:cxn>
                      <a:cxn ang="T103">
                        <a:pos x="T42" y="T43"/>
                      </a:cxn>
                      <a:cxn ang="T104">
                        <a:pos x="T44" y="T45"/>
                      </a:cxn>
                      <a:cxn ang="T105">
                        <a:pos x="T46" y="T47"/>
                      </a:cxn>
                      <a:cxn ang="T106">
                        <a:pos x="T48" y="T49"/>
                      </a:cxn>
                      <a:cxn ang="T107">
                        <a:pos x="T50" y="T51"/>
                      </a:cxn>
                      <a:cxn ang="T108">
                        <a:pos x="T52" y="T53"/>
                      </a:cxn>
                      <a:cxn ang="T109">
                        <a:pos x="T54" y="T55"/>
                      </a:cxn>
                      <a:cxn ang="T110">
                        <a:pos x="T56" y="T57"/>
                      </a:cxn>
                      <a:cxn ang="T111">
                        <a:pos x="T58" y="T59"/>
                      </a:cxn>
                      <a:cxn ang="T112">
                        <a:pos x="T60" y="T61"/>
                      </a:cxn>
                      <a:cxn ang="T113">
                        <a:pos x="T62" y="T63"/>
                      </a:cxn>
                      <a:cxn ang="T114">
                        <a:pos x="T64" y="T65"/>
                      </a:cxn>
                      <a:cxn ang="T115">
                        <a:pos x="T66" y="T67"/>
                      </a:cxn>
                      <a:cxn ang="T116">
                        <a:pos x="T68" y="T69"/>
                      </a:cxn>
                      <a:cxn ang="T117">
                        <a:pos x="T70" y="T71"/>
                      </a:cxn>
                      <a:cxn ang="T118">
                        <a:pos x="T72" y="T73"/>
                      </a:cxn>
                      <a:cxn ang="T119">
                        <a:pos x="T74" y="T75"/>
                      </a:cxn>
                      <a:cxn ang="T120">
                        <a:pos x="T76" y="T77"/>
                      </a:cxn>
                      <a:cxn ang="T121">
                        <a:pos x="T78" y="T79"/>
                      </a:cxn>
                      <a:cxn ang="T122">
                        <a:pos x="T80" y="T81"/>
                      </a:cxn>
                    </a:cxnLst>
                    <a:rect l="T123" t="T124" r="T125" b="T126"/>
                    <a:pathLst>
                      <a:path w="717" h="756">
                        <a:moveTo>
                          <a:pt x="0" y="756"/>
                        </a:moveTo>
                        <a:lnTo>
                          <a:pt x="52" y="167"/>
                        </a:lnTo>
                        <a:lnTo>
                          <a:pt x="64" y="384"/>
                        </a:lnTo>
                        <a:lnTo>
                          <a:pt x="90" y="103"/>
                        </a:lnTo>
                        <a:lnTo>
                          <a:pt x="116" y="519"/>
                        </a:lnTo>
                        <a:lnTo>
                          <a:pt x="135" y="487"/>
                        </a:lnTo>
                        <a:lnTo>
                          <a:pt x="135" y="359"/>
                        </a:lnTo>
                        <a:lnTo>
                          <a:pt x="167" y="71"/>
                        </a:lnTo>
                        <a:lnTo>
                          <a:pt x="192" y="244"/>
                        </a:lnTo>
                        <a:lnTo>
                          <a:pt x="205" y="96"/>
                        </a:lnTo>
                        <a:lnTo>
                          <a:pt x="218" y="615"/>
                        </a:lnTo>
                        <a:lnTo>
                          <a:pt x="244" y="397"/>
                        </a:lnTo>
                        <a:lnTo>
                          <a:pt x="282" y="519"/>
                        </a:lnTo>
                        <a:lnTo>
                          <a:pt x="308" y="308"/>
                        </a:lnTo>
                        <a:lnTo>
                          <a:pt x="333" y="442"/>
                        </a:lnTo>
                        <a:lnTo>
                          <a:pt x="346" y="352"/>
                        </a:lnTo>
                        <a:lnTo>
                          <a:pt x="365" y="384"/>
                        </a:lnTo>
                        <a:lnTo>
                          <a:pt x="378" y="135"/>
                        </a:lnTo>
                        <a:lnTo>
                          <a:pt x="391" y="301"/>
                        </a:lnTo>
                        <a:lnTo>
                          <a:pt x="384" y="519"/>
                        </a:lnTo>
                        <a:lnTo>
                          <a:pt x="404" y="679"/>
                        </a:lnTo>
                        <a:lnTo>
                          <a:pt x="429" y="628"/>
                        </a:lnTo>
                        <a:lnTo>
                          <a:pt x="442" y="480"/>
                        </a:lnTo>
                        <a:lnTo>
                          <a:pt x="455" y="391"/>
                        </a:lnTo>
                        <a:lnTo>
                          <a:pt x="436" y="506"/>
                        </a:lnTo>
                        <a:lnTo>
                          <a:pt x="461" y="352"/>
                        </a:lnTo>
                        <a:lnTo>
                          <a:pt x="474" y="455"/>
                        </a:lnTo>
                        <a:lnTo>
                          <a:pt x="493" y="519"/>
                        </a:lnTo>
                        <a:lnTo>
                          <a:pt x="512" y="410"/>
                        </a:lnTo>
                        <a:lnTo>
                          <a:pt x="532" y="186"/>
                        </a:lnTo>
                        <a:lnTo>
                          <a:pt x="544" y="231"/>
                        </a:lnTo>
                        <a:lnTo>
                          <a:pt x="570" y="148"/>
                        </a:lnTo>
                        <a:lnTo>
                          <a:pt x="576" y="301"/>
                        </a:lnTo>
                        <a:lnTo>
                          <a:pt x="576" y="730"/>
                        </a:lnTo>
                        <a:lnTo>
                          <a:pt x="647" y="0"/>
                        </a:lnTo>
                        <a:lnTo>
                          <a:pt x="647" y="250"/>
                        </a:lnTo>
                        <a:lnTo>
                          <a:pt x="660" y="333"/>
                        </a:lnTo>
                        <a:lnTo>
                          <a:pt x="685" y="192"/>
                        </a:lnTo>
                        <a:lnTo>
                          <a:pt x="711" y="340"/>
                        </a:lnTo>
                        <a:lnTo>
                          <a:pt x="698" y="429"/>
                        </a:lnTo>
                        <a:lnTo>
                          <a:pt x="717" y="461"/>
                        </a:lnTo>
                      </a:path>
                    </a:pathLst>
                  </a:custGeom>
                  <a:noFill/>
                  <a:ln w="9525">
                    <a:solidFill>
                      <a:srgbClr val="FF0000"/>
                    </a:solidFill>
                    <a:round/>
                    <a:headEnd/>
                    <a:tailEnd/>
                  </a:ln>
                </p:spPr>
                <p:txBody>
                  <a:bodyPr/>
                  <a:lstStyle/>
                  <a:p>
                    <a:endParaRPr lang="en-GB" sz="1600"/>
                  </a:p>
                </p:txBody>
              </p:sp>
              <p:sp>
                <p:nvSpPr>
                  <p:cNvPr id="14723" name="Freeform 43"/>
                  <p:cNvSpPr>
                    <a:spLocks/>
                  </p:cNvSpPr>
                  <p:nvPr/>
                </p:nvSpPr>
                <p:spPr bwMode="auto">
                  <a:xfrm flipH="1" flipV="1">
                    <a:off x="3770" y="1145"/>
                    <a:ext cx="313" cy="756"/>
                  </a:xfrm>
                  <a:custGeom>
                    <a:avLst/>
                    <a:gdLst>
                      <a:gd name="T0" fmla="*/ 0 w 717"/>
                      <a:gd name="T1" fmla="*/ 756 h 756"/>
                      <a:gd name="T2" fmla="*/ 4 w 717"/>
                      <a:gd name="T3" fmla="*/ 167 h 756"/>
                      <a:gd name="T4" fmla="*/ 5 w 717"/>
                      <a:gd name="T5" fmla="*/ 384 h 756"/>
                      <a:gd name="T6" fmla="*/ 7 w 717"/>
                      <a:gd name="T7" fmla="*/ 103 h 756"/>
                      <a:gd name="T8" fmla="*/ 10 w 717"/>
                      <a:gd name="T9" fmla="*/ 519 h 756"/>
                      <a:gd name="T10" fmla="*/ 11 w 717"/>
                      <a:gd name="T11" fmla="*/ 487 h 756"/>
                      <a:gd name="T12" fmla="*/ 11 w 717"/>
                      <a:gd name="T13" fmla="*/ 359 h 756"/>
                      <a:gd name="T14" fmla="*/ 14 w 717"/>
                      <a:gd name="T15" fmla="*/ 71 h 756"/>
                      <a:gd name="T16" fmla="*/ 16 w 717"/>
                      <a:gd name="T17" fmla="*/ 244 h 756"/>
                      <a:gd name="T18" fmla="*/ 17 w 717"/>
                      <a:gd name="T19" fmla="*/ 96 h 756"/>
                      <a:gd name="T20" fmla="*/ 18 w 717"/>
                      <a:gd name="T21" fmla="*/ 615 h 756"/>
                      <a:gd name="T22" fmla="*/ 21 w 717"/>
                      <a:gd name="T23" fmla="*/ 397 h 756"/>
                      <a:gd name="T24" fmla="*/ 24 w 717"/>
                      <a:gd name="T25" fmla="*/ 519 h 756"/>
                      <a:gd name="T26" fmla="*/ 25 w 717"/>
                      <a:gd name="T27" fmla="*/ 308 h 756"/>
                      <a:gd name="T28" fmla="*/ 28 w 717"/>
                      <a:gd name="T29" fmla="*/ 442 h 756"/>
                      <a:gd name="T30" fmla="*/ 29 w 717"/>
                      <a:gd name="T31" fmla="*/ 352 h 756"/>
                      <a:gd name="T32" fmla="*/ 30 w 717"/>
                      <a:gd name="T33" fmla="*/ 384 h 756"/>
                      <a:gd name="T34" fmla="*/ 31 w 717"/>
                      <a:gd name="T35" fmla="*/ 135 h 756"/>
                      <a:gd name="T36" fmla="*/ 33 w 717"/>
                      <a:gd name="T37" fmla="*/ 301 h 756"/>
                      <a:gd name="T38" fmla="*/ 32 w 717"/>
                      <a:gd name="T39" fmla="*/ 519 h 756"/>
                      <a:gd name="T40" fmla="*/ 34 w 717"/>
                      <a:gd name="T41" fmla="*/ 679 h 756"/>
                      <a:gd name="T42" fmla="*/ 36 w 717"/>
                      <a:gd name="T43" fmla="*/ 628 h 756"/>
                      <a:gd name="T44" fmla="*/ 37 w 717"/>
                      <a:gd name="T45" fmla="*/ 480 h 756"/>
                      <a:gd name="T46" fmla="*/ 38 w 717"/>
                      <a:gd name="T47" fmla="*/ 391 h 756"/>
                      <a:gd name="T48" fmla="*/ 36 w 717"/>
                      <a:gd name="T49" fmla="*/ 506 h 756"/>
                      <a:gd name="T50" fmla="*/ 38 w 717"/>
                      <a:gd name="T51" fmla="*/ 352 h 756"/>
                      <a:gd name="T52" fmla="*/ 39 w 717"/>
                      <a:gd name="T53" fmla="*/ 455 h 756"/>
                      <a:gd name="T54" fmla="*/ 41 w 717"/>
                      <a:gd name="T55" fmla="*/ 519 h 756"/>
                      <a:gd name="T56" fmla="*/ 43 w 717"/>
                      <a:gd name="T57" fmla="*/ 410 h 756"/>
                      <a:gd name="T58" fmla="*/ 44 w 717"/>
                      <a:gd name="T59" fmla="*/ 186 h 756"/>
                      <a:gd name="T60" fmla="*/ 45 w 717"/>
                      <a:gd name="T61" fmla="*/ 231 h 756"/>
                      <a:gd name="T62" fmla="*/ 48 w 717"/>
                      <a:gd name="T63" fmla="*/ 148 h 756"/>
                      <a:gd name="T64" fmla="*/ 48 w 717"/>
                      <a:gd name="T65" fmla="*/ 301 h 756"/>
                      <a:gd name="T66" fmla="*/ 48 w 717"/>
                      <a:gd name="T67" fmla="*/ 730 h 756"/>
                      <a:gd name="T68" fmla="*/ 54 w 717"/>
                      <a:gd name="T69" fmla="*/ 0 h 756"/>
                      <a:gd name="T70" fmla="*/ 54 w 717"/>
                      <a:gd name="T71" fmla="*/ 250 h 756"/>
                      <a:gd name="T72" fmla="*/ 55 w 717"/>
                      <a:gd name="T73" fmla="*/ 333 h 756"/>
                      <a:gd name="T74" fmla="*/ 57 w 717"/>
                      <a:gd name="T75" fmla="*/ 192 h 756"/>
                      <a:gd name="T76" fmla="*/ 59 w 717"/>
                      <a:gd name="T77" fmla="*/ 340 h 756"/>
                      <a:gd name="T78" fmla="*/ 58 w 717"/>
                      <a:gd name="T79" fmla="*/ 429 h 756"/>
                      <a:gd name="T80" fmla="*/ 60 w 717"/>
                      <a:gd name="T81" fmla="*/ 461 h 756"/>
                      <a:gd name="T82" fmla="*/ 0 60000 65536"/>
                      <a:gd name="T83" fmla="*/ 0 60000 65536"/>
                      <a:gd name="T84" fmla="*/ 0 60000 65536"/>
                      <a:gd name="T85" fmla="*/ 0 60000 65536"/>
                      <a:gd name="T86" fmla="*/ 0 60000 65536"/>
                      <a:gd name="T87" fmla="*/ 0 60000 65536"/>
                      <a:gd name="T88" fmla="*/ 0 60000 65536"/>
                      <a:gd name="T89" fmla="*/ 0 60000 65536"/>
                      <a:gd name="T90" fmla="*/ 0 60000 65536"/>
                      <a:gd name="T91" fmla="*/ 0 60000 65536"/>
                      <a:gd name="T92" fmla="*/ 0 60000 65536"/>
                      <a:gd name="T93" fmla="*/ 0 60000 65536"/>
                      <a:gd name="T94" fmla="*/ 0 60000 65536"/>
                      <a:gd name="T95" fmla="*/ 0 60000 65536"/>
                      <a:gd name="T96" fmla="*/ 0 60000 65536"/>
                      <a:gd name="T97" fmla="*/ 0 60000 65536"/>
                      <a:gd name="T98" fmla="*/ 0 60000 65536"/>
                      <a:gd name="T99" fmla="*/ 0 60000 65536"/>
                      <a:gd name="T100" fmla="*/ 0 60000 65536"/>
                      <a:gd name="T101" fmla="*/ 0 60000 65536"/>
                      <a:gd name="T102" fmla="*/ 0 60000 65536"/>
                      <a:gd name="T103" fmla="*/ 0 60000 65536"/>
                      <a:gd name="T104" fmla="*/ 0 60000 65536"/>
                      <a:gd name="T105" fmla="*/ 0 60000 65536"/>
                      <a:gd name="T106" fmla="*/ 0 60000 65536"/>
                      <a:gd name="T107" fmla="*/ 0 60000 65536"/>
                      <a:gd name="T108" fmla="*/ 0 60000 65536"/>
                      <a:gd name="T109" fmla="*/ 0 60000 65536"/>
                      <a:gd name="T110" fmla="*/ 0 60000 65536"/>
                      <a:gd name="T111" fmla="*/ 0 60000 65536"/>
                      <a:gd name="T112" fmla="*/ 0 60000 65536"/>
                      <a:gd name="T113" fmla="*/ 0 60000 65536"/>
                      <a:gd name="T114" fmla="*/ 0 60000 65536"/>
                      <a:gd name="T115" fmla="*/ 0 60000 65536"/>
                      <a:gd name="T116" fmla="*/ 0 60000 65536"/>
                      <a:gd name="T117" fmla="*/ 0 60000 65536"/>
                      <a:gd name="T118" fmla="*/ 0 60000 65536"/>
                      <a:gd name="T119" fmla="*/ 0 60000 65536"/>
                      <a:gd name="T120" fmla="*/ 0 60000 65536"/>
                      <a:gd name="T121" fmla="*/ 0 60000 65536"/>
                      <a:gd name="T122" fmla="*/ 0 60000 65536"/>
                      <a:gd name="T123" fmla="*/ 0 w 717"/>
                      <a:gd name="T124" fmla="*/ 0 h 756"/>
                      <a:gd name="T125" fmla="*/ 717 w 717"/>
                      <a:gd name="T126" fmla="*/ 756 h 756"/>
                    </a:gdLst>
                    <a:ahLst/>
                    <a:cxnLst>
                      <a:cxn ang="T82">
                        <a:pos x="T0" y="T1"/>
                      </a:cxn>
                      <a:cxn ang="T83">
                        <a:pos x="T2" y="T3"/>
                      </a:cxn>
                      <a:cxn ang="T84">
                        <a:pos x="T4" y="T5"/>
                      </a:cxn>
                      <a:cxn ang="T85">
                        <a:pos x="T6" y="T7"/>
                      </a:cxn>
                      <a:cxn ang="T86">
                        <a:pos x="T8" y="T9"/>
                      </a:cxn>
                      <a:cxn ang="T87">
                        <a:pos x="T10" y="T11"/>
                      </a:cxn>
                      <a:cxn ang="T88">
                        <a:pos x="T12" y="T13"/>
                      </a:cxn>
                      <a:cxn ang="T89">
                        <a:pos x="T14" y="T15"/>
                      </a:cxn>
                      <a:cxn ang="T90">
                        <a:pos x="T16" y="T17"/>
                      </a:cxn>
                      <a:cxn ang="T91">
                        <a:pos x="T18" y="T19"/>
                      </a:cxn>
                      <a:cxn ang="T92">
                        <a:pos x="T20" y="T21"/>
                      </a:cxn>
                      <a:cxn ang="T93">
                        <a:pos x="T22" y="T23"/>
                      </a:cxn>
                      <a:cxn ang="T94">
                        <a:pos x="T24" y="T25"/>
                      </a:cxn>
                      <a:cxn ang="T95">
                        <a:pos x="T26" y="T27"/>
                      </a:cxn>
                      <a:cxn ang="T96">
                        <a:pos x="T28" y="T29"/>
                      </a:cxn>
                      <a:cxn ang="T97">
                        <a:pos x="T30" y="T31"/>
                      </a:cxn>
                      <a:cxn ang="T98">
                        <a:pos x="T32" y="T33"/>
                      </a:cxn>
                      <a:cxn ang="T99">
                        <a:pos x="T34" y="T35"/>
                      </a:cxn>
                      <a:cxn ang="T100">
                        <a:pos x="T36" y="T37"/>
                      </a:cxn>
                      <a:cxn ang="T101">
                        <a:pos x="T38" y="T39"/>
                      </a:cxn>
                      <a:cxn ang="T102">
                        <a:pos x="T40" y="T41"/>
                      </a:cxn>
                      <a:cxn ang="T103">
                        <a:pos x="T42" y="T43"/>
                      </a:cxn>
                      <a:cxn ang="T104">
                        <a:pos x="T44" y="T45"/>
                      </a:cxn>
                      <a:cxn ang="T105">
                        <a:pos x="T46" y="T47"/>
                      </a:cxn>
                      <a:cxn ang="T106">
                        <a:pos x="T48" y="T49"/>
                      </a:cxn>
                      <a:cxn ang="T107">
                        <a:pos x="T50" y="T51"/>
                      </a:cxn>
                      <a:cxn ang="T108">
                        <a:pos x="T52" y="T53"/>
                      </a:cxn>
                      <a:cxn ang="T109">
                        <a:pos x="T54" y="T55"/>
                      </a:cxn>
                      <a:cxn ang="T110">
                        <a:pos x="T56" y="T57"/>
                      </a:cxn>
                      <a:cxn ang="T111">
                        <a:pos x="T58" y="T59"/>
                      </a:cxn>
                      <a:cxn ang="T112">
                        <a:pos x="T60" y="T61"/>
                      </a:cxn>
                      <a:cxn ang="T113">
                        <a:pos x="T62" y="T63"/>
                      </a:cxn>
                      <a:cxn ang="T114">
                        <a:pos x="T64" y="T65"/>
                      </a:cxn>
                      <a:cxn ang="T115">
                        <a:pos x="T66" y="T67"/>
                      </a:cxn>
                      <a:cxn ang="T116">
                        <a:pos x="T68" y="T69"/>
                      </a:cxn>
                      <a:cxn ang="T117">
                        <a:pos x="T70" y="T71"/>
                      </a:cxn>
                      <a:cxn ang="T118">
                        <a:pos x="T72" y="T73"/>
                      </a:cxn>
                      <a:cxn ang="T119">
                        <a:pos x="T74" y="T75"/>
                      </a:cxn>
                      <a:cxn ang="T120">
                        <a:pos x="T76" y="T77"/>
                      </a:cxn>
                      <a:cxn ang="T121">
                        <a:pos x="T78" y="T79"/>
                      </a:cxn>
                      <a:cxn ang="T122">
                        <a:pos x="T80" y="T81"/>
                      </a:cxn>
                    </a:cxnLst>
                    <a:rect l="T123" t="T124" r="T125" b="T126"/>
                    <a:pathLst>
                      <a:path w="717" h="756">
                        <a:moveTo>
                          <a:pt x="0" y="756"/>
                        </a:moveTo>
                        <a:lnTo>
                          <a:pt x="52" y="167"/>
                        </a:lnTo>
                        <a:lnTo>
                          <a:pt x="64" y="384"/>
                        </a:lnTo>
                        <a:lnTo>
                          <a:pt x="90" y="103"/>
                        </a:lnTo>
                        <a:lnTo>
                          <a:pt x="116" y="519"/>
                        </a:lnTo>
                        <a:lnTo>
                          <a:pt x="135" y="487"/>
                        </a:lnTo>
                        <a:lnTo>
                          <a:pt x="135" y="359"/>
                        </a:lnTo>
                        <a:lnTo>
                          <a:pt x="167" y="71"/>
                        </a:lnTo>
                        <a:lnTo>
                          <a:pt x="192" y="244"/>
                        </a:lnTo>
                        <a:lnTo>
                          <a:pt x="205" y="96"/>
                        </a:lnTo>
                        <a:lnTo>
                          <a:pt x="218" y="615"/>
                        </a:lnTo>
                        <a:lnTo>
                          <a:pt x="244" y="397"/>
                        </a:lnTo>
                        <a:lnTo>
                          <a:pt x="282" y="519"/>
                        </a:lnTo>
                        <a:lnTo>
                          <a:pt x="308" y="308"/>
                        </a:lnTo>
                        <a:lnTo>
                          <a:pt x="333" y="442"/>
                        </a:lnTo>
                        <a:lnTo>
                          <a:pt x="346" y="352"/>
                        </a:lnTo>
                        <a:lnTo>
                          <a:pt x="365" y="384"/>
                        </a:lnTo>
                        <a:lnTo>
                          <a:pt x="378" y="135"/>
                        </a:lnTo>
                        <a:lnTo>
                          <a:pt x="391" y="301"/>
                        </a:lnTo>
                        <a:lnTo>
                          <a:pt x="384" y="519"/>
                        </a:lnTo>
                        <a:lnTo>
                          <a:pt x="404" y="679"/>
                        </a:lnTo>
                        <a:lnTo>
                          <a:pt x="429" y="628"/>
                        </a:lnTo>
                        <a:lnTo>
                          <a:pt x="442" y="480"/>
                        </a:lnTo>
                        <a:lnTo>
                          <a:pt x="455" y="391"/>
                        </a:lnTo>
                        <a:lnTo>
                          <a:pt x="436" y="506"/>
                        </a:lnTo>
                        <a:lnTo>
                          <a:pt x="461" y="352"/>
                        </a:lnTo>
                        <a:lnTo>
                          <a:pt x="474" y="455"/>
                        </a:lnTo>
                        <a:lnTo>
                          <a:pt x="493" y="519"/>
                        </a:lnTo>
                        <a:lnTo>
                          <a:pt x="512" y="410"/>
                        </a:lnTo>
                        <a:lnTo>
                          <a:pt x="532" y="186"/>
                        </a:lnTo>
                        <a:lnTo>
                          <a:pt x="544" y="231"/>
                        </a:lnTo>
                        <a:lnTo>
                          <a:pt x="570" y="148"/>
                        </a:lnTo>
                        <a:lnTo>
                          <a:pt x="576" y="301"/>
                        </a:lnTo>
                        <a:lnTo>
                          <a:pt x="576" y="730"/>
                        </a:lnTo>
                        <a:lnTo>
                          <a:pt x="647" y="0"/>
                        </a:lnTo>
                        <a:lnTo>
                          <a:pt x="647" y="250"/>
                        </a:lnTo>
                        <a:lnTo>
                          <a:pt x="660" y="333"/>
                        </a:lnTo>
                        <a:lnTo>
                          <a:pt x="685" y="192"/>
                        </a:lnTo>
                        <a:lnTo>
                          <a:pt x="711" y="340"/>
                        </a:lnTo>
                        <a:lnTo>
                          <a:pt x="698" y="429"/>
                        </a:lnTo>
                        <a:lnTo>
                          <a:pt x="717" y="461"/>
                        </a:lnTo>
                      </a:path>
                    </a:pathLst>
                  </a:custGeom>
                  <a:noFill/>
                  <a:ln w="9525">
                    <a:solidFill>
                      <a:srgbClr val="FF0000"/>
                    </a:solidFill>
                    <a:round/>
                    <a:headEnd/>
                    <a:tailEnd/>
                  </a:ln>
                </p:spPr>
                <p:txBody>
                  <a:bodyPr/>
                  <a:lstStyle/>
                  <a:p>
                    <a:endParaRPr lang="en-GB" sz="1600"/>
                  </a:p>
                </p:txBody>
              </p:sp>
              <p:sp>
                <p:nvSpPr>
                  <p:cNvPr id="14724" name="Freeform 44"/>
                  <p:cNvSpPr>
                    <a:spLocks/>
                  </p:cNvSpPr>
                  <p:nvPr/>
                </p:nvSpPr>
                <p:spPr bwMode="auto">
                  <a:xfrm flipH="1">
                    <a:off x="4077" y="1119"/>
                    <a:ext cx="313" cy="756"/>
                  </a:xfrm>
                  <a:custGeom>
                    <a:avLst/>
                    <a:gdLst>
                      <a:gd name="T0" fmla="*/ 0 w 717"/>
                      <a:gd name="T1" fmla="*/ 756 h 756"/>
                      <a:gd name="T2" fmla="*/ 4 w 717"/>
                      <a:gd name="T3" fmla="*/ 167 h 756"/>
                      <a:gd name="T4" fmla="*/ 5 w 717"/>
                      <a:gd name="T5" fmla="*/ 384 h 756"/>
                      <a:gd name="T6" fmla="*/ 7 w 717"/>
                      <a:gd name="T7" fmla="*/ 103 h 756"/>
                      <a:gd name="T8" fmla="*/ 10 w 717"/>
                      <a:gd name="T9" fmla="*/ 519 h 756"/>
                      <a:gd name="T10" fmla="*/ 11 w 717"/>
                      <a:gd name="T11" fmla="*/ 487 h 756"/>
                      <a:gd name="T12" fmla="*/ 11 w 717"/>
                      <a:gd name="T13" fmla="*/ 359 h 756"/>
                      <a:gd name="T14" fmla="*/ 14 w 717"/>
                      <a:gd name="T15" fmla="*/ 71 h 756"/>
                      <a:gd name="T16" fmla="*/ 16 w 717"/>
                      <a:gd name="T17" fmla="*/ 244 h 756"/>
                      <a:gd name="T18" fmla="*/ 17 w 717"/>
                      <a:gd name="T19" fmla="*/ 96 h 756"/>
                      <a:gd name="T20" fmla="*/ 18 w 717"/>
                      <a:gd name="T21" fmla="*/ 615 h 756"/>
                      <a:gd name="T22" fmla="*/ 21 w 717"/>
                      <a:gd name="T23" fmla="*/ 397 h 756"/>
                      <a:gd name="T24" fmla="*/ 24 w 717"/>
                      <a:gd name="T25" fmla="*/ 519 h 756"/>
                      <a:gd name="T26" fmla="*/ 25 w 717"/>
                      <a:gd name="T27" fmla="*/ 308 h 756"/>
                      <a:gd name="T28" fmla="*/ 28 w 717"/>
                      <a:gd name="T29" fmla="*/ 442 h 756"/>
                      <a:gd name="T30" fmla="*/ 29 w 717"/>
                      <a:gd name="T31" fmla="*/ 352 h 756"/>
                      <a:gd name="T32" fmla="*/ 30 w 717"/>
                      <a:gd name="T33" fmla="*/ 384 h 756"/>
                      <a:gd name="T34" fmla="*/ 31 w 717"/>
                      <a:gd name="T35" fmla="*/ 135 h 756"/>
                      <a:gd name="T36" fmla="*/ 33 w 717"/>
                      <a:gd name="T37" fmla="*/ 301 h 756"/>
                      <a:gd name="T38" fmla="*/ 32 w 717"/>
                      <a:gd name="T39" fmla="*/ 519 h 756"/>
                      <a:gd name="T40" fmla="*/ 34 w 717"/>
                      <a:gd name="T41" fmla="*/ 679 h 756"/>
                      <a:gd name="T42" fmla="*/ 36 w 717"/>
                      <a:gd name="T43" fmla="*/ 628 h 756"/>
                      <a:gd name="T44" fmla="*/ 37 w 717"/>
                      <a:gd name="T45" fmla="*/ 480 h 756"/>
                      <a:gd name="T46" fmla="*/ 38 w 717"/>
                      <a:gd name="T47" fmla="*/ 391 h 756"/>
                      <a:gd name="T48" fmla="*/ 36 w 717"/>
                      <a:gd name="T49" fmla="*/ 506 h 756"/>
                      <a:gd name="T50" fmla="*/ 38 w 717"/>
                      <a:gd name="T51" fmla="*/ 352 h 756"/>
                      <a:gd name="T52" fmla="*/ 39 w 717"/>
                      <a:gd name="T53" fmla="*/ 455 h 756"/>
                      <a:gd name="T54" fmla="*/ 41 w 717"/>
                      <a:gd name="T55" fmla="*/ 519 h 756"/>
                      <a:gd name="T56" fmla="*/ 43 w 717"/>
                      <a:gd name="T57" fmla="*/ 410 h 756"/>
                      <a:gd name="T58" fmla="*/ 44 w 717"/>
                      <a:gd name="T59" fmla="*/ 186 h 756"/>
                      <a:gd name="T60" fmla="*/ 45 w 717"/>
                      <a:gd name="T61" fmla="*/ 231 h 756"/>
                      <a:gd name="T62" fmla="*/ 48 w 717"/>
                      <a:gd name="T63" fmla="*/ 148 h 756"/>
                      <a:gd name="T64" fmla="*/ 48 w 717"/>
                      <a:gd name="T65" fmla="*/ 301 h 756"/>
                      <a:gd name="T66" fmla="*/ 48 w 717"/>
                      <a:gd name="T67" fmla="*/ 730 h 756"/>
                      <a:gd name="T68" fmla="*/ 54 w 717"/>
                      <a:gd name="T69" fmla="*/ 0 h 756"/>
                      <a:gd name="T70" fmla="*/ 54 w 717"/>
                      <a:gd name="T71" fmla="*/ 250 h 756"/>
                      <a:gd name="T72" fmla="*/ 55 w 717"/>
                      <a:gd name="T73" fmla="*/ 333 h 756"/>
                      <a:gd name="T74" fmla="*/ 57 w 717"/>
                      <a:gd name="T75" fmla="*/ 192 h 756"/>
                      <a:gd name="T76" fmla="*/ 59 w 717"/>
                      <a:gd name="T77" fmla="*/ 340 h 756"/>
                      <a:gd name="T78" fmla="*/ 58 w 717"/>
                      <a:gd name="T79" fmla="*/ 429 h 756"/>
                      <a:gd name="T80" fmla="*/ 60 w 717"/>
                      <a:gd name="T81" fmla="*/ 461 h 756"/>
                      <a:gd name="T82" fmla="*/ 0 60000 65536"/>
                      <a:gd name="T83" fmla="*/ 0 60000 65536"/>
                      <a:gd name="T84" fmla="*/ 0 60000 65536"/>
                      <a:gd name="T85" fmla="*/ 0 60000 65536"/>
                      <a:gd name="T86" fmla="*/ 0 60000 65536"/>
                      <a:gd name="T87" fmla="*/ 0 60000 65536"/>
                      <a:gd name="T88" fmla="*/ 0 60000 65536"/>
                      <a:gd name="T89" fmla="*/ 0 60000 65536"/>
                      <a:gd name="T90" fmla="*/ 0 60000 65536"/>
                      <a:gd name="T91" fmla="*/ 0 60000 65536"/>
                      <a:gd name="T92" fmla="*/ 0 60000 65536"/>
                      <a:gd name="T93" fmla="*/ 0 60000 65536"/>
                      <a:gd name="T94" fmla="*/ 0 60000 65536"/>
                      <a:gd name="T95" fmla="*/ 0 60000 65536"/>
                      <a:gd name="T96" fmla="*/ 0 60000 65536"/>
                      <a:gd name="T97" fmla="*/ 0 60000 65536"/>
                      <a:gd name="T98" fmla="*/ 0 60000 65536"/>
                      <a:gd name="T99" fmla="*/ 0 60000 65536"/>
                      <a:gd name="T100" fmla="*/ 0 60000 65536"/>
                      <a:gd name="T101" fmla="*/ 0 60000 65536"/>
                      <a:gd name="T102" fmla="*/ 0 60000 65536"/>
                      <a:gd name="T103" fmla="*/ 0 60000 65536"/>
                      <a:gd name="T104" fmla="*/ 0 60000 65536"/>
                      <a:gd name="T105" fmla="*/ 0 60000 65536"/>
                      <a:gd name="T106" fmla="*/ 0 60000 65536"/>
                      <a:gd name="T107" fmla="*/ 0 60000 65536"/>
                      <a:gd name="T108" fmla="*/ 0 60000 65536"/>
                      <a:gd name="T109" fmla="*/ 0 60000 65536"/>
                      <a:gd name="T110" fmla="*/ 0 60000 65536"/>
                      <a:gd name="T111" fmla="*/ 0 60000 65536"/>
                      <a:gd name="T112" fmla="*/ 0 60000 65536"/>
                      <a:gd name="T113" fmla="*/ 0 60000 65536"/>
                      <a:gd name="T114" fmla="*/ 0 60000 65536"/>
                      <a:gd name="T115" fmla="*/ 0 60000 65536"/>
                      <a:gd name="T116" fmla="*/ 0 60000 65536"/>
                      <a:gd name="T117" fmla="*/ 0 60000 65536"/>
                      <a:gd name="T118" fmla="*/ 0 60000 65536"/>
                      <a:gd name="T119" fmla="*/ 0 60000 65536"/>
                      <a:gd name="T120" fmla="*/ 0 60000 65536"/>
                      <a:gd name="T121" fmla="*/ 0 60000 65536"/>
                      <a:gd name="T122" fmla="*/ 0 60000 65536"/>
                      <a:gd name="T123" fmla="*/ 0 w 717"/>
                      <a:gd name="T124" fmla="*/ 0 h 756"/>
                      <a:gd name="T125" fmla="*/ 717 w 717"/>
                      <a:gd name="T126" fmla="*/ 756 h 756"/>
                    </a:gdLst>
                    <a:ahLst/>
                    <a:cxnLst>
                      <a:cxn ang="T82">
                        <a:pos x="T0" y="T1"/>
                      </a:cxn>
                      <a:cxn ang="T83">
                        <a:pos x="T2" y="T3"/>
                      </a:cxn>
                      <a:cxn ang="T84">
                        <a:pos x="T4" y="T5"/>
                      </a:cxn>
                      <a:cxn ang="T85">
                        <a:pos x="T6" y="T7"/>
                      </a:cxn>
                      <a:cxn ang="T86">
                        <a:pos x="T8" y="T9"/>
                      </a:cxn>
                      <a:cxn ang="T87">
                        <a:pos x="T10" y="T11"/>
                      </a:cxn>
                      <a:cxn ang="T88">
                        <a:pos x="T12" y="T13"/>
                      </a:cxn>
                      <a:cxn ang="T89">
                        <a:pos x="T14" y="T15"/>
                      </a:cxn>
                      <a:cxn ang="T90">
                        <a:pos x="T16" y="T17"/>
                      </a:cxn>
                      <a:cxn ang="T91">
                        <a:pos x="T18" y="T19"/>
                      </a:cxn>
                      <a:cxn ang="T92">
                        <a:pos x="T20" y="T21"/>
                      </a:cxn>
                      <a:cxn ang="T93">
                        <a:pos x="T22" y="T23"/>
                      </a:cxn>
                      <a:cxn ang="T94">
                        <a:pos x="T24" y="T25"/>
                      </a:cxn>
                      <a:cxn ang="T95">
                        <a:pos x="T26" y="T27"/>
                      </a:cxn>
                      <a:cxn ang="T96">
                        <a:pos x="T28" y="T29"/>
                      </a:cxn>
                      <a:cxn ang="T97">
                        <a:pos x="T30" y="T31"/>
                      </a:cxn>
                      <a:cxn ang="T98">
                        <a:pos x="T32" y="T33"/>
                      </a:cxn>
                      <a:cxn ang="T99">
                        <a:pos x="T34" y="T35"/>
                      </a:cxn>
                      <a:cxn ang="T100">
                        <a:pos x="T36" y="T37"/>
                      </a:cxn>
                      <a:cxn ang="T101">
                        <a:pos x="T38" y="T39"/>
                      </a:cxn>
                      <a:cxn ang="T102">
                        <a:pos x="T40" y="T41"/>
                      </a:cxn>
                      <a:cxn ang="T103">
                        <a:pos x="T42" y="T43"/>
                      </a:cxn>
                      <a:cxn ang="T104">
                        <a:pos x="T44" y="T45"/>
                      </a:cxn>
                      <a:cxn ang="T105">
                        <a:pos x="T46" y="T47"/>
                      </a:cxn>
                      <a:cxn ang="T106">
                        <a:pos x="T48" y="T49"/>
                      </a:cxn>
                      <a:cxn ang="T107">
                        <a:pos x="T50" y="T51"/>
                      </a:cxn>
                      <a:cxn ang="T108">
                        <a:pos x="T52" y="T53"/>
                      </a:cxn>
                      <a:cxn ang="T109">
                        <a:pos x="T54" y="T55"/>
                      </a:cxn>
                      <a:cxn ang="T110">
                        <a:pos x="T56" y="T57"/>
                      </a:cxn>
                      <a:cxn ang="T111">
                        <a:pos x="T58" y="T59"/>
                      </a:cxn>
                      <a:cxn ang="T112">
                        <a:pos x="T60" y="T61"/>
                      </a:cxn>
                      <a:cxn ang="T113">
                        <a:pos x="T62" y="T63"/>
                      </a:cxn>
                      <a:cxn ang="T114">
                        <a:pos x="T64" y="T65"/>
                      </a:cxn>
                      <a:cxn ang="T115">
                        <a:pos x="T66" y="T67"/>
                      </a:cxn>
                      <a:cxn ang="T116">
                        <a:pos x="T68" y="T69"/>
                      </a:cxn>
                      <a:cxn ang="T117">
                        <a:pos x="T70" y="T71"/>
                      </a:cxn>
                      <a:cxn ang="T118">
                        <a:pos x="T72" y="T73"/>
                      </a:cxn>
                      <a:cxn ang="T119">
                        <a:pos x="T74" y="T75"/>
                      </a:cxn>
                      <a:cxn ang="T120">
                        <a:pos x="T76" y="T77"/>
                      </a:cxn>
                      <a:cxn ang="T121">
                        <a:pos x="T78" y="T79"/>
                      </a:cxn>
                      <a:cxn ang="T122">
                        <a:pos x="T80" y="T81"/>
                      </a:cxn>
                    </a:cxnLst>
                    <a:rect l="T123" t="T124" r="T125" b="T126"/>
                    <a:pathLst>
                      <a:path w="717" h="756">
                        <a:moveTo>
                          <a:pt x="0" y="756"/>
                        </a:moveTo>
                        <a:lnTo>
                          <a:pt x="52" y="167"/>
                        </a:lnTo>
                        <a:lnTo>
                          <a:pt x="64" y="384"/>
                        </a:lnTo>
                        <a:lnTo>
                          <a:pt x="90" y="103"/>
                        </a:lnTo>
                        <a:lnTo>
                          <a:pt x="116" y="519"/>
                        </a:lnTo>
                        <a:lnTo>
                          <a:pt x="135" y="487"/>
                        </a:lnTo>
                        <a:lnTo>
                          <a:pt x="135" y="359"/>
                        </a:lnTo>
                        <a:lnTo>
                          <a:pt x="167" y="71"/>
                        </a:lnTo>
                        <a:lnTo>
                          <a:pt x="192" y="244"/>
                        </a:lnTo>
                        <a:lnTo>
                          <a:pt x="205" y="96"/>
                        </a:lnTo>
                        <a:lnTo>
                          <a:pt x="218" y="615"/>
                        </a:lnTo>
                        <a:lnTo>
                          <a:pt x="244" y="397"/>
                        </a:lnTo>
                        <a:lnTo>
                          <a:pt x="282" y="519"/>
                        </a:lnTo>
                        <a:lnTo>
                          <a:pt x="308" y="308"/>
                        </a:lnTo>
                        <a:lnTo>
                          <a:pt x="333" y="442"/>
                        </a:lnTo>
                        <a:lnTo>
                          <a:pt x="346" y="352"/>
                        </a:lnTo>
                        <a:lnTo>
                          <a:pt x="365" y="384"/>
                        </a:lnTo>
                        <a:lnTo>
                          <a:pt x="378" y="135"/>
                        </a:lnTo>
                        <a:lnTo>
                          <a:pt x="391" y="301"/>
                        </a:lnTo>
                        <a:lnTo>
                          <a:pt x="384" y="519"/>
                        </a:lnTo>
                        <a:lnTo>
                          <a:pt x="404" y="679"/>
                        </a:lnTo>
                        <a:lnTo>
                          <a:pt x="429" y="628"/>
                        </a:lnTo>
                        <a:lnTo>
                          <a:pt x="442" y="480"/>
                        </a:lnTo>
                        <a:lnTo>
                          <a:pt x="455" y="391"/>
                        </a:lnTo>
                        <a:lnTo>
                          <a:pt x="436" y="506"/>
                        </a:lnTo>
                        <a:lnTo>
                          <a:pt x="461" y="352"/>
                        </a:lnTo>
                        <a:lnTo>
                          <a:pt x="474" y="455"/>
                        </a:lnTo>
                        <a:lnTo>
                          <a:pt x="493" y="519"/>
                        </a:lnTo>
                        <a:lnTo>
                          <a:pt x="512" y="410"/>
                        </a:lnTo>
                        <a:lnTo>
                          <a:pt x="532" y="186"/>
                        </a:lnTo>
                        <a:lnTo>
                          <a:pt x="544" y="231"/>
                        </a:lnTo>
                        <a:lnTo>
                          <a:pt x="570" y="148"/>
                        </a:lnTo>
                        <a:lnTo>
                          <a:pt x="576" y="301"/>
                        </a:lnTo>
                        <a:lnTo>
                          <a:pt x="576" y="730"/>
                        </a:lnTo>
                        <a:lnTo>
                          <a:pt x="647" y="0"/>
                        </a:lnTo>
                        <a:lnTo>
                          <a:pt x="647" y="250"/>
                        </a:lnTo>
                        <a:lnTo>
                          <a:pt x="660" y="333"/>
                        </a:lnTo>
                        <a:lnTo>
                          <a:pt x="685" y="192"/>
                        </a:lnTo>
                        <a:lnTo>
                          <a:pt x="711" y="340"/>
                        </a:lnTo>
                        <a:lnTo>
                          <a:pt x="698" y="429"/>
                        </a:lnTo>
                        <a:lnTo>
                          <a:pt x="717" y="461"/>
                        </a:lnTo>
                      </a:path>
                    </a:pathLst>
                  </a:custGeom>
                  <a:noFill/>
                  <a:ln w="9525">
                    <a:solidFill>
                      <a:srgbClr val="FF0000"/>
                    </a:solidFill>
                    <a:round/>
                    <a:headEnd/>
                    <a:tailEnd/>
                  </a:ln>
                </p:spPr>
                <p:txBody>
                  <a:bodyPr/>
                  <a:lstStyle/>
                  <a:p>
                    <a:endParaRPr lang="en-GB" sz="1600"/>
                  </a:p>
                </p:txBody>
              </p:sp>
              <p:sp>
                <p:nvSpPr>
                  <p:cNvPr id="14725" name="Freeform 45"/>
                  <p:cNvSpPr>
                    <a:spLocks/>
                  </p:cNvSpPr>
                  <p:nvPr/>
                </p:nvSpPr>
                <p:spPr bwMode="auto">
                  <a:xfrm flipV="1">
                    <a:off x="4385" y="1138"/>
                    <a:ext cx="313" cy="756"/>
                  </a:xfrm>
                  <a:custGeom>
                    <a:avLst/>
                    <a:gdLst>
                      <a:gd name="T0" fmla="*/ 0 w 717"/>
                      <a:gd name="T1" fmla="*/ 756 h 756"/>
                      <a:gd name="T2" fmla="*/ 4 w 717"/>
                      <a:gd name="T3" fmla="*/ 167 h 756"/>
                      <a:gd name="T4" fmla="*/ 5 w 717"/>
                      <a:gd name="T5" fmla="*/ 384 h 756"/>
                      <a:gd name="T6" fmla="*/ 7 w 717"/>
                      <a:gd name="T7" fmla="*/ 103 h 756"/>
                      <a:gd name="T8" fmla="*/ 10 w 717"/>
                      <a:gd name="T9" fmla="*/ 519 h 756"/>
                      <a:gd name="T10" fmla="*/ 11 w 717"/>
                      <a:gd name="T11" fmla="*/ 487 h 756"/>
                      <a:gd name="T12" fmla="*/ 11 w 717"/>
                      <a:gd name="T13" fmla="*/ 359 h 756"/>
                      <a:gd name="T14" fmla="*/ 14 w 717"/>
                      <a:gd name="T15" fmla="*/ 71 h 756"/>
                      <a:gd name="T16" fmla="*/ 16 w 717"/>
                      <a:gd name="T17" fmla="*/ 244 h 756"/>
                      <a:gd name="T18" fmla="*/ 17 w 717"/>
                      <a:gd name="T19" fmla="*/ 96 h 756"/>
                      <a:gd name="T20" fmla="*/ 18 w 717"/>
                      <a:gd name="T21" fmla="*/ 615 h 756"/>
                      <a:gd name="T22" fmla="*/ 21 w 717"/>
                      <a:gd name="T23" fmla="*/ 397 h 756"/>
                      <a:gd name="T24" fmla="*/ 24 w 717"/>
                      <a:gd name="T25" fmla="*/ 519 h 756"/>
                      <a:gd name="T26" fmla="*/ 25 w 717"/>
                      <a:gd name="T27" fmla="*/ 308 h 756"/>
                      <a:gd name="T28" fmla="*/ 28 w 717"/>
                      <a:gd name="T29" fmla="*/ 442 h 756"/>
                      <a:gd name="T30" fmla="*/ 29 w 717"/>
                      <a:gd name="T31" fmla="*/ 352 h 756"/>
                      <a:gd name="T32" fmla="*/ 30 w 717"/>
                      <a:gd name="T33" fmla="*/ 384 h 756"/>
                      <a:gd name="T34" fmla="*/ 31 w 717"/>
                      <a:gd name="T35" fmla="*/ 135 h 756"/>
                      <a:gd name="T36" fmla="*/ 33 w 717"/>
                      <a:gd name="T37" fmla="*/ 301 h 756"/>
                      <a:gd name="T38" fmla="*/ 32 w 717"/>
                      <a:gd name="T39" fmla="*/ 519 h 756"/>
                      <a:gd name="T40" fmla="*/ 34 w 717"/>
                      <a:gd name="T41" fmla="*/ 679 h 756"/>
                      <a:gd name="T42" fmla="*/ 36 w 717"/>
                      <a:gd name="T43" fmla="*/ 628 h 756"/>
                      <a:gd name="T44" fmla="*/ 37 w 717"/>
                      <a:gd name="T45" fmla="*/ 480 h 756"/>
                      <a:gd name="T46" fmla="*/ 38 w 717"/>
                      <a:gd name="T47" fmla="*/ 391 h 756"/>
                      <a:gd name="T48" fmla="*/ 36 w 717"/>
                      <a:gd name="T49" fmla="*/ 506 h 756"/>
                      <a:gd name="T50" fmla="*/ 38 w 717"/>
                      <a:gd name="T51" fmla="*/ 352 h 756"/>
                      <a:gd name="T52" fmla="*/ 39 w 717"/>
                      <a:gd name="T53" fmla="*/ 455 h 756"/>
                      <a:gd name="T54" fmla="*/ 41 w 717"/>
                      <a:gd name="T55" fmla="*/ 519 h 756"/>
                      <a:gd name="T56" fmla="*/ 43 w 717"/>
                      <a:gd name="T57" fmla="*/ 410 h 756"/>
                      <a:gd name="T58" fmla="*/ 44 w 717"/>
                      <a:gd name="T59" fmla="*/ 186 h 756"/>
                      <a:gd name="T60" fmla="*/ 45 w 717"/>
                      <a:gd name="T61" fmla="*/ 231 h 756"/>
                      <a:gd name="T62" fmla="*/ 48 w 717"/>
                      <a:gd name="T63" fmla="*/ 148 h 756"/>
                      <a:gd name="T64" fmla="*/ 48 w 717"/>
                      <a:gd name="T65" fmla="*/ 301 h 756"/>
                      <a:gd name="T66" fmla="*/ 48 w 717"/>
                      <a:gd name="T67" fmla="*/ 730 h 756"/>
                      <a:gd name="T68" fmla="*/ 54 w 717"/>
                      <a:gd name="T69" fmla="*/ 0 h 756"/>
                      <a:gd name="T70" fmla="*/ 54 w 717"/>
                      <a:gd name="T71" fmla="*/ 250 h 756"/>
                      <a:gd name="T72" fmla="*/ 55 w 717"/>
                      <a:gd name="T73" fmla="*/ 333 h 756"/>
                      <a:gd name="T74" fmla="*/ 57 w 717"/>
                      <a:gd name="T75" fmla="*/ 192 h 756"/>
                      <a:gd name="T76" fmla="*/ 59 w 717"/>
                      <a:gd name="T77" fmla="*/ 340 h 756"/>
                      <a:gd name="T78" fmla="*/ 58 w 717"/>
                      <a:gd name="T79" fmla="*/ 429 h 756"/>
                      <a:gd name="T80" fmla="*/ 60 w 717"/>
                      <a:gd name="T81" fmla="*/ 461 h 756"/>
                      <a:gd name="T82" fmla="*/ 0 60000 65536"/>
                      <a:gd name="T83" fmla="*/ 0 60000 65536"/>
                      <a:gd name="T84" fmla="*/ 0 60000 65536"/>
                      <a:gd name="T85" fmla="*/ 0 60000 65536"/>
                      <a:gd name="T86" fmla="*/ 0 60000 65536"/>
                      <a:gd name="T87" fmla="*/ 0 60000 65536"/>
                      <a:gd name="T88" fmla="*/ 0 60000 65536"/>
                      <a:gd name="T89" fmla="*/ 0 60000 65536"/>
                      <a:gd name="T90" fmla="*/ 0 60000 65536"/>
                      <a:gd name="T91" fmla="*/ 0 60000 65536"/>
                      <a:gd name="T92" fmla="*/ 0 60000 65536"/>
                      <a:gd name="T93" fmla="*/ 0 60000 65536"/>
                      <a:gd name="T94" fmla="*/ 0 60000 65536"/>
                      <a:gd name="T95" fmla="*/ 0 60000 65536"/>
                      <a:gd name="T96" fmla="*/ 0 60000 65536"/>
                      <a:gd name="T97" fmla="*/ 0 60000 65536"/>
                      <a:gd name="T98" fmla="*/ 0 60000 65536"/>
                      <a:gd name="T99" fmla="*/ 0 60000 65536"/>
                      <a:gd name="T100" fmla="*/ 0 60000 65536"/>
                      <a:gd name="T101" fmla="*/ 0 60000 65536"/>
                      <a:gd name="T102" fmla="*/ 0 60000 65536"/>
                      <a:gd name="T103" fmla="*/ 0 60000 65536"/>
                      <a:gd name="T104" fmla="*/ 0 60000 65536"/>
                      <a:gd name="T105" fmla="*/ 0 60000 65536"/>
                      <a:gd name="T106" fmla="*/ 0 60000 65536"/>
                      <a:gd name="T107" fmla="*/ 0 60000 65536"/>
                      <a:gd name="T108" fmla="*/ 0 60000 65536"/>
                      <a:gd name="T109" fmla="*/ 0 60000 65536"/>
                      <a:gd name="T110" fmla="*/ 0 60000 65536"/>
                      <a:gd name="T111" fmla="*/ 0 60000 65536"/>
                      <a:gd name="T112" fmla="*/ 0 60000 65536"/>
                      <a:gd name="T113" fmla="*/ 0 60000 65536"/>
                      <a:gd name="T114" fmla="*/ 0 60000 65536"/>
                      <a:gd name="T115" fmla="*/ 0 60000 65536"/>
                      <a:gd name="T116" fmla="*/ 0 60000 65536"/>
                      <a:gd name="T117" fmla="*/ 0 60000 65536"/>
                      <a:gd name="T118" fmla="*/ 0 60000 65536"/>
                      <a:gd name="T119" fmla="*/ 0 60000 65536"/>
                      <a:gd name="T120" fmla="*/ 0 60000 65536"/>
                      <a:gd name="T121" fmla="*/ 0 60000 65536"/>
                      <a:gd name="T122" fmla="*/ 0 60000 65536"/>
                      <a:gd name="T123" fmla="*/ 0 w 717"/>
                      <a:gd name="T124" fmla="*/ 0 h 756"/>
                      <a:gd name="T125" fmla="*/ 717 w 717"/>
                      <a:gd name="T126" fmla="*/ 756 h 756"/>
                    </a:gdLst>
                    <a:ahLst/>
                    <a:cxnLst>
                      <a:cxn ang="T82">
                        <a:pos x="T0" y="T1"/>
                      </a:cxn>
                      <a:cxn ang="T83">
                        <a:pos x="T2" y="T3"/>
                      </a:cxn>
                      <a:cxn ang="T84">
                        <a:pos x="T4" y="T5"/>
                      </a:cxn>
                      <a:cxn ang="T85">
                        <a:pos x="T6" y="T7"/>
                      </a:cxn>
                      <a:cxn ang="T86">
                        <a:pos x="T8" y="T9"/>
                      </a:cxn>
                      <a:cxn ang="T87">
                        <a:pos x="T10" y="T11"/>
                      </a:cxn>
                      <a:cxn ang="T88">
                        <a:pos x="T12" y="T13"/>
                      </a:cxn>
                      <a:cxn ang="T89">
                        <a:pos x="T14" y="T15"/>
                      </a:cxn>
                      <a:cxn ang="T90">
                        <a:pos x="T16" y="T17"/>
                      </a:cxn>
                      <a:cxn ang="T91">
                        <a:pos x="T18" y="T19"/>
                      </a:cxn>
                      <a:cxn ang="T92">
                        <a:pos x="T20" y="T21"/>
                      </a:cxn>
                      <a:cxn ang="T93">
                        <a:pos x="T22" y="T23"/>
                      </a:cxn>
                      <a:cxn ang="T94">
                        <a:pos x="T24" y="T25"/>
                      </a:cxn>
                      <a:cxn ang="T95">
                        <a:pos x="T26" y="T27"/>
                      </a:cxn>
                      <a:cxn ang="T96">
                        <a:pos x="T28" y="T29"/>
                      </a:cxn>
                      <a:cxn ang="T97">
                        <a:pos x="T30" y="T31"/>
                      </a:cxn>
                      <a:cxn ang="T98">
                        <a:pos x="T32" y="T33"/>
                      </a:cxn>
                      <a:cxn ang="T99">
                        <a:pos x="T34" y="T35"/>
                      </a:cxn>
                      <a:cxn ang="T100">
                        <a:pos x="T36" y="T37"/>
                      </a:cxn>
                      <a:cxn ang="T101">
                        <a:pos x="T38" y="T39"/>
                      </a:cxn>
                      <a:cxn ang="T102">
                        <a:pos x="T40" y="T41"/>
                      </a:cxn>
                      <a:cxn ang="T103">
                        <a:pos x="T42" y="T43"/>
                      </a:cxn>
                      <a:cxn ang="T104">
                        <a:pos x="T44" y="T45"/>
                      </a:cxn>
                      <a:cxn ang="T105">
                        <a:pos x="T46" y="T47"/>
                      </a:cxn>
                      <a:cxn ang="T106">
                        <a:pos x="T48" y="T49"/>
                      </a:cxn>
                      <a:cxn ang="T107">
                        <a:pos x="T50" y="T51"/>
                      </a:cxn>
                      <a:cxn ang="T108">
                        <a:pos x="T52" y="T53"/>
                      </a:cxn>
                      <a:cxn ang="T109">
                        <a:pos x="T54" y="T55"/>
                      </a:cxn>
                      <a:cxn ang="T110">
                        <a:pos x="T56" y="T57"/>
                      </a:cxn>
                      <a:cxn ang="T111">
                        <a:pos x="T58" y="T59"/>
                      </a:cxn>
                      <a:cxn ang="T112">
                        <a:pos x="T60" y="T61"/>
                      </a:cxn>
                      <a:cxn ang="T113">
                        <a:pos x="T62" y="T63"/>
                      </a:cxn>
                      <a:cxn ang="T114">
                        <a:pos x="T64" y="T65"/>
                      </a:cxn>
                      <a:cxn ang="T115">
                        <a:pos x="T66" y="T67"/>
                      </a:cxn>
                      <a:cxn ang="T116">
                        <a:pos x="T68" y="T69"/>
                      </a:cxn>
                      <a:cxn ang="T117">
                        <a:pos x="T70" y="T71"/>
                      </a:cxn>
                      <a:cxn ang="T118">
                        <a:pos x="T72" y="T73"/>
                      </a:cxn>
                      <a:cxn ang="T119">
                        <a:pos x="T74" y="T75"/>
                      </a:cxn>
                      <a:cxn ang="T120">
                        <a:pos x="T76" y="T77"/>
                      </a:cxn>
                      <a:cxn ang="T121">
                        <a:pos x="T78" y="T79"/>
                      </a:cxn>
                      <a:cxn ang="T122">
                        <a:pos x="T80" y="T81"/>
                      </a:cxn>
                    </a:cxnLst>
                    <a:rect l="T123" t="T124" r="T125" b="T126"/>
                    <a:pathLst>
                      <a:path w="717" h="756">
                        <a:moveTo>
                          <a:pt x="0" y="756"/>
                        </a:moveTo>
                        <a:lnTo>
                          <a:pt x="52" y="167"/>
                        </a:lnTo>
                        <a:lnTo>
                          <a:pt x="64" y="384"/>
                        </a:lnTo>
                        <a:lnTo>
                          <a:pt x="90" y="103"/>
                        </a:lnTo>
                        <a:lnTo>
                          <a:pt x="116" y="519"/>
                        </a:lnTo>
                        <a:lnTo>
                          <a:pt x="135" y="487"/>
                        </a:lnTo>
                        <a:lnTo>
                          <a:pt x="135" y="359"/>
                        </a:lnTo>
                        <a:lnTo>
                          <a:pt x="167" y="71"/>
                        </a:lnTo>
                        <a:lnTo>
                          <a:pt x="192" y="244"/>
                        </a:lnTo>
                        <a:lnTo>
                          <a:pt x="205" y="96"/>
                        </a:lnTo>
                        <a:lnTo>
                          <a:pt x="218" y="615"/>
                        </a:lnTo>
                        <a:lnTo>
                          <a:pt x="244" y="397"/>
                        </a:lnTo>
                        <a:lnTo>
                          <a:pt x="282" y="519"/>
                        </a:lnTo>
                        <a:lnTo>
                          <a:pt x="308" y="308"/>
                        </a:lnTo>
                        <a:lnTo>
                          <a:pt x="333" y="442"/>
                        </a:lnTo>
                        <a:lnTo>
                          <a:pt x="346" y="352"/>
                        </a:lnTo>
                        <a:lnTo>
                          <a:pt x="365" y="384"/>
                        </a:lnTo>
                        <a:lnTo>
                          <a:pt x="378" y="135"/>
                        </a:lnTo>
                        <a:lnTo>
                          <a:pt x="391" y="301"/>
                        </a:lnTo>
                        <a:lnTo>
                          <a:pt x="384" y="519"/>
                        </a:lnTo>
                        <a:lnTo>
                          <a:pt x="404" y="679"/>
                        </a:lnTo>
                        <a:lnTo>
                          <a:pt x="429" y="628"/>
                        </a:lnTo>
                        <a:lnTo>
                          <a:pt x="442" y="480"/>
                        </a:lnTo>
                        <a:lnTo>
                          <a:pt x="455" y="391"/>
                        </a:lnTo>
                        <a:lnTo>
                          <a:pt x="436" y="506"/>
                        </a:lnTo>
                        <a:lnTo>
                          <a:pt x="461" y="352"/>
                        </a:lnTo>
                        <a:lnTo>
                          <a:pt x="474" y="455"/>
                        </a:lnTo>
                        <a:lnTo>
                          <a:pt x="493" y="519"/>
                        </a:lnTo>
                        <a:lnTo>
                          <a:pt x="512" y="410"/>
                        </a:lnTo>
                        <a:lnTo>
                          <a:pt x="532" y="186"/>
                        </a:lnTo>
                        <a:lnTo>
                          <a:pt x="544" y="231"/>
                        </a:lnTo>
                        <a:lnTo>
                          <a:pt x="570" y="148"/>
                        </a:lnTo>
                        <a:lnTo>
                          <a:pt x="576" y="301"/>
                        </a:lnTo>
                        <a:lnTo>
                          <a:pt x="576" y="730"/>
                        </a:lnTo>
                        <a:lnTo>
                          <a:pt x="647" y="0"/>
                        </a:lnTo>
                        <a:lnTo>
                          <a:pt x="647" y="250"/>
                        </a:lnTo>
                        <a:lnTo>
                          <a:pt x="660" y="333"/>
                        </a:lnTo>
                        <a:lnTo>
                          <a:pt x="685" y="192"/>
                        </a:lnTo>
                        <a:lnTo>
                          <a:pt x="711" y="340"/>
                        </a:lnTo>
                        <a:lnTo>
                          <a:pt x="698" y="429"/>
                        </a:lnTo>
                        <a:lnTo>
                          <a:pt x="717" y="461"/>
                        </a:lnTo>
                      </a:path>
                    </a:pathLst>
                  </a:custGeom>
                  <a:noFill/>
                  <a:ln w="9525">
                    <a:solidFill>
                      <a:srgbClr val="FF0000"/>
                    </a:solidFill>
                    <a:round/>
                    <a:headEnd/>
                    <a:tailEnd/>
                  </a:ln>
                </p:spPr>
                <p:txBody>
                  <a:bodyPr/>
                  <a:lstStyle/>
                  <a:p>
                    <a:endParaRPr lang="en-GB" sz="1600"/>
                  </a:p>
                </p:txBody>
              </p:sp>
              <p:sp>
                <p:nvSpPr>
                  <p:cNvPr id="14726" name="Freeform 46"/>
                  <p:cNvSpPr>
                    <a:spLocks/>
                  </p:cNvSpPr>
                  <p:nvPr/>
                </p:nvSpPr>
                <p:spPr bwMode="auto">
                  <a:xfrm flipH="1">
                    <a:off x="4698" y="1100"/>
                    <a:ext cx="313" cy="756"/>
                  </a:xfrm>
                  <a:custGeom>
                    <a:avLst/>
                    <a:gdLst>
                      <a:gd name="T0" fmla="*/ 0 w 717"/>
                      <a:gd name="T1" fmla="*/ 756 h 756"/>
                      <a:gd name="T2" fmla="*/ 4 w 717"/>
                      <a:gd name="T3" fmla="*/ 167 h 756"/>
                      <a:gd name="T4" fmla="*/ 5 w 717"/>
                      <a:gd name="T5" fmla="*/ 384 h 756"/>
                      <a:gd name="T6" fmla="*/ 7 w 717"/>
                      <a:gd name="T7" fmla="*/ 103 h 756"/>
                      <a:gd name="T8" fmla="*/ 10 w 717"/>
                      <a:gd name="T9" fmla="*/ 519 h 756"/>
                      <a:gd name="T10" fmla="*/ 11 w 717"/>
                      <a:gd name="T11" fmla="*/ 487 h 756"/>
                      <a:gd name="T12" fmla="*/ 11 w 717"/>
                      <a:gd name="T13" fmla="*/ 359 h 756"/>
                      <a:gd name="T14" fmla="*/ 14 w 717"/>
                      <a:gd name="T15" fmla="*/ 71 h 756"/>
                      <a:gd name="T16" fmla="*/ 16 w 717"/>
                      <a:gd name="T17" fmla="*/ 244 h 756"/>
                      <a:gd name="T18" fmla="*/ 17 w 717"/>
                      <a:gd name="T19" fmla="*/ 96 h 756"/>
                      <a:gd name="T20" fmla="*/ 18 w 717"/>
                      <a:gd name="T21" fmla="*/ 615 h 756"/>
                      <a:gd name="T22" fmla="*/ 21 w 717"/>
                      <a:gd name="T23" fmla="*/ 397 h 756"/>
                      <a:gd name="T24" fmla="*/ 24 w 717"/>
                      <a:gd name="T25" fmla="*/ 519 h 756"/>
                      <a:gd name="T26" fmla="*/ 25 w 717"/>
                      <a:gd name="T27" fmla="*/ 308 h 756"/>
                      <a:gd name="T28" fmla="*/ 28 w 717"/>
                      <a:gd name="T29" fmla="*/ 442 h 756"/>
                      <a:gd name="T30" fmla="*/ 29 w 717"/>
                      <a:gd name="T31" fmla="*/ 352 h 756"/>
                      <a:gd name="T32" fmla="*/ 30 w 717"/>
                      <a:gd name="T33" fmla="*/ 384 h 756"/>
                      <a:gd name="T34" fmla="*/ 31 w 717"/>
                      <a:gd name="T35" fmla="*/ 135 h 756"/>
                      <a:gd name="T36" fmla="*/ 33 w 717"/>
                      <a:gd name="T37" fmla="*/ 301 h 756"/>
                      <a:gd name="T38" fmla="*/ 32 w 717"/>
                      <a:gd name="T39" fmla="*/ 519 h 756"/>
                      <a:gd name="T40" fmla="*/ 34 w 717"/>
                      <a:gd name="T41" fmla="*/ 679 h 756"/>
                      <a:gd name="T42" fmla="*/ 36 w 717"/>
                      <a:gd name="T43" fmla="*/ 628 h 756"/>
                      <a:gd name="T44" fmla="*/ 37 w 717"/>
                      <a:gd name="T45" fmla="*/ 480 h 756"/>
                      <a:gd name="T46" fmla="*/ 38 w 717"/>
                      <a:gd name="T47" fmla="*/ 391 h 756"/>
                      <a:gd name="T48" fmla="*/ 36 w 717"/>
                      <a:gd name="T49" fmla="*/ 506 h 756"/>
                      <a:gd name="T50" fmla="*/ 38 w 717"/>
                      <a:gd name="T51" fmla="*/ 352 h 756"/>
                      <a:gd name="T52" fmla="*/ 39 w 717"/>
                      <a:gd name="T53" fmla="*/ 455 h 756"/>
                      <a:gd name="T54" fmla="*/ 41 w 717"/>
                      <a:gd name="T55" fmla="*/ 519 h 756"/>
                      <a:gd name="T56" fmla="*/ 43 w 717"/>
                      <a:gd name="T57" fmla="*/ 410 h 756"/>
                      <a:gd name="T58" fmla="*/ 44 w 717"/>
                      <a:gd name="T59" fmla="*/ 186 h 756"/>
                      <a:gd name="T60" fmla="*/ 45 w 717"/>
                      <a:gd name="T61" fmla="*/ 231 h 756"/>
                      <a:gd name="T62" fmla="*/ 48 w 717"/>
                      <a:gd name="T63" fmla="*/ 148 h 756"/>
                      <a:gd name="T64" fmla="*/ 48 w 717"/>
                      <a:gd name="T65" fmla="*/ 301 h 756"/>
                      <a:gd name="T66" fmla="*/ 48 w 717"/>
                      <a:gd name="T67" fmla="*/ 730 h 756"/>
                      <a:gd name="T68" fmla="*/ 54 w 717"/>
                      <a:gd name="T69" fmla="*/ 0 h 756"/>
                      <a:gd name="T70" fmla="*/ 54 w 717"/>
                      <a:gd name="T71" fmla="*/ 250 h 756"/>
                      <a:gd name="T72" fmla="*/ 55 w 717"/>
                      <a:gd name="T73" fmla="*/ 333 h 756"/>
                      <a:gd name="T74" fmla="*/ 57 w 717"/>
                      <a:gd name="T75" fmla="*/ 192 h 756"/>
                      <a:gd name="T76" fmla="*/ 59 w 717"/>
                      <a:gd name="T77" fmla="*/ 340 h 756"/>
                      <a:gd name="T78" fmla="*/ 58 w 717"/>
                      <a:gd name="T79" fmla="*/ 429 h 756"/>
                      <a:gd name="T80" fmla="*/ 60 w 717"/>
                      <a:gd name="T81" fmla="*/ 461 h 756"/>
                      <a:gd name="T82" fmla="*/ 0 60000 65536"/>
                      <a:gd name="T83" fmla="*/ 0 60000 65536"/>
                      <a:gd name="T84" fmla="*/ 0 60000 65536"/>
                      <a:gd name="T85" fmla="*/ 0 60000 65536"/>
                      <a:gd name="T86" fmla="*/ 0 60000 65536"/>
                      <a:gd name="T87" fmla="*/ 0 60000 65536"/>
                      <a:gd name="T88" fmla="*/ 0 60000 65536"/>
                      <a:gd name="T89" fmla="*/ 0 60000 65536"/>
                      <a:gd name="T90" fmla="*/ 0 60000 65536"/>
                      <a:gd name="T91" fmla="*/ 0 60000 65536"/>
                      <a:gd name="T92" fmla="*/ 0 60000 65536"/>
                      <a:gd name="T93" fmla="*/ 0 60000 65536"/>
                      <a:gd name="T94" fmla="*/ 0 60000 65536"/>
                      <a:gd name="T95" fmla="*/ 0 60000 65536"/>
                      <a:gd name="T96" fmla="*/ 0 60000 65536"/>
                      <a:gd name="T97" fmla="*/ 0 60000 65536"/>
                      <a:gd name="T98" fmla="*/ 0 60000 65536"/>
                      <a:gd name="T99" fmla="*/ 0 60000 65536"/>
                      <a:gd name="T100" fmla="*/ 0 60000 65536"/>
                      <a:gd name="T101" fmla="*/ 0 60000 65536"/>
                      <a:gd name="T102" fmla="*/ 0 60000 65536"/>
                      <a:gd name="T103" fmla="*/ 0 60000 65536"/>
                      <a:gd name="T104" fmla="*/ 0 60000 65536"/>
                      <a:gd name="T105" fmla="*/ 0 60000 65536"/>
                      <a:gd name="T106" fmla="*/ 0 60000 65536"/>
                      <a:gd name="T107" fmla="*/ 0 60000 65536"/>
                      <a:gd name="T108" fmla="*/ 0 60000 65536"/>
                      <a:gd name="T109" fmla="*/ 0 60000 65536"/>
                      <a:gd name="T110" fmla="*/ 0 60000 65536"/>
                      <a:gd name="T111" fmla="*/ 0 60000 65536"/>
                      <a:gd name="T112" fmla="*/ 0 60000 65536"/>
                      <a:gd name="T113" fmla="*/ 0 60000 65536"/>
                      <a:gd name="T114" fmla="*/ 0 60000 65536"/>
                      <a:gd name="T115" fmla="*/ 0 60000 65536"/>
                      <a:gd name="T116" fmla="*/ 0 60000 65536"/>
                      <a:gd name="T117" fmla="*/ 0 60000 65536"/>
                      <a:gd name="T118" fmla="*/ 0 60000 65536"/>
                      <a:gd name="T119" fmla="*/ 0 60000 65536"/>
                      <a:gd name="T120" fmla="*/ 0 60000 65536"/>
                      <a:gd name="T121" fmla="*/ 0 60000 65536"/>
                      <a:gd name="T122" fmla="*/ 0 60000 65536"/>
                      <a:gd name="T123" fmla="*/ 0 w 717"/>
                      <a:gd name="T124" fmla="*/ 0 h 756"/>
                      <a:gd name="T125" fmla="*/ 717 w 717"/>
                      <a:gd name="T126" fmla="*/ 756 h 756"/>
                    </a:gdLst>
                    <a:ahLst/>
                    <a:cxnLst>
                      <a:cxn ang="T82">
                        <a:pos x="T0" y="T1"/>
                      </a:cxn>
                      <a:cxn ang="T83">
                        <a:pos x="T2" y="T3"/>
                      </a:cxn>
                      <a:cxn ang="T84">
                        <a:pos x="T4" y="T5"/>
                      </a:cxn>
                      <a:cxn ang="T85">
                        <a:pos x="T6" y="T7"/>
                      </a:cxn>
                      <a:cxn ang="T86">
                        <a:pos x="T8" y="T9"/>
                      </a:cxn>
                      <a:cxn ang="T87">
                        <a:pos x="T10" y="T11"/>
                      </a:cxn>
                      <a:cxn ang="T88">
                        <a:pos x="T12" y="T13"/>
                      </a:cxn>
                      <a:cxn ang="T89">
                        <a:pos x="T14" y="T15"/>
                      </a:cxn>
                      <a:cxn ang="T90">
                        <a:pos x="T16" y="T17"/>
                      </a:cxn>
                      <a:cxn ang="T91">
                        <a:pos x="T18" y="T19"/>
                      </a:cxn>
                      <a:cxn ang="T92">
                        <a:pos x="T20" y="T21"/>
                      </a:cxn>
                      <a:cxn ang="T93">
                        <a:pos x="T22" y="T23"/>
                      </a:cxn>
                      <a:cxn ang="T94">
                        <a:pos x="T24" y="T25"/>
                      </a:cxn>
                      <a:cxn ang="T95">
                        <a:pos x="T26" y="T27"/>
                      </a:cxn>
                      <a:cxn ang="T96">
                        <a:pos x="T28" y="T29"/>
                      </a:cxn>
                      <a:cxn ang="T97">
                        <a:pos x="T30" y="T31"/>
                      </a:cxn>
                      <a:cxn ang="T98">
                        <a:pos x="T32" y="T33"/>
                      </a:cxn>
                      <a:cxn ang="T99">
                        <a:pos x="T34" y="T35"/>
                      </a:cxn>
                      <a:cxn ang="T100">
                        <a:pos x="T36" y="T37"/>
                      </a:cxn>
                      <a:cxn ang="T101">
                        <a:pos x="T38" y="T39"/>
                      </a:cxn>
                      <a:cxn ang="T102">
                        <a:pos x="T40" y="T41"/>
                      </a:cxn>
                      <a:cxn ang="T103">
                        <a:pos x="T42" y="T43"/>
                      </a:cxn>
                      <a:cxn ang="T104">
                        <a:pos x="T44" y="T45"/>
                      </a:cxn>
                      <a:cxn ang="T105">
                        <a:pos x="T46" y="T47"/>
                      </a:cxn>
                      <a:cxn ang="T106">
                        <a:pos x="T48" y="T49"/>
                      </a:cxn>
                      <a:cxn ang="T107">
                        <a:pos x="T50" y="T51"/>
                      </a:cxn>
                      <a:cxn ang="T108">
                        <a:pos x="T52" y="T53"/>
                      </a:cxn>
                      <a:cxn ang="T109">
                        <a:pos x="T54" y="T55"/>
                      </a:cxn>
                      <a:cxn ang="T110">
                        <a:pos x="T56" y="T57"/>
                      </a:cxn>
                      <a:cxn ang="T111">
                        <a:pos x="T58" y="T59"/>
                      </a:cxn>
                      <a:cxn ang="T112">
                        <a:pos x="T60" y="T61"/>
                      </a:cxn>
                      <a:cxn ang="T113">
                        <a:pos x="T62" y="T63"/>
                      </a:cxn>
                      <a:cxn ang="T114">
                        <a:pos x="T64" y="T65"/>
                      </a:cxn>
                      <a:cxn ang="T115">
                        <a:pos x="T66" y="T67"/>
                      </a:cxn>
                      <a:cxn ang="T116">
                        <a:pos x="T68" y="T69"/>
                      </a:cxn>
                      <a:cxn ang="T117">
                        <a:pos x="T70" y="T71"/>
                      </a:cxn>
                      <a:cxn ang="T118">
                        <a:pos x="T72" y="T73"/>
                      </a:cxn>
                      <a:cxn ang="T119">
                        <a:pos x="T74" y="T75"/>
                      </a:cxn>
                      <a:cxn ang="T120">
                        <a:pos x="T76" y="T77"/>
                      </a:cxn>
                      <a:cxn ang="T121">
                        <a:pos x="T78" y="T79"/>
                      </a:cxn>
                      <a:cxn ang="T122">
                        <a:pos x="T80" y="T81"/>
                      </a:cxn>
                    </a:cxnLst>
                    <a:rect l="T123" t="T124" r="T125" b="T126"/>
                    <a:pathLst>
                      <a:path w="717" h="756">
                        <a:moveTo>
                          <a:pt x="0" y="756"/>
                        </a:moveTo>
                        <a:lnTo>
                          <a:pt x="52" y="167"/>
                        </a:lnTo>
                        <a:lnTo>
                          <a:pt x="64" y="384"/>
                        </a:lnTo>
                        <a:lnTo>
                          <a:pt x="90" y="103"/>
                        </a:lnTo>
                        <a:lnTo>
                          <a:pt x="116" y="519"/>
                        </a:lnTo>
                        <a:lnTo>
                          <a:pt x="135" y="487"/>
                        </a:lnTo>
                        <a:lnTo>
                          <a:pt x="135" y="359"/>
                        </a:lnTo>
                        <a:lnTo>
                          <a:pt x="167" y="71"/>
                        </a:lnTo>
                        <a:lnTo>
                          <a:pt x="192" y="244"/>
                        </a:lnTo>
                        <a:lnTo>
                          <a:pt x="205" y="96"/>
                        </a:lnTo>
                        <a:lnTo>
                          <a:pt x="218" y="615"/>
                        </a:lnTo>
                        <a:lnTo>
                          <a:pt x="244" y="397"/>
                        </a:lnTo>
                        <a:lnTo>
                          <a:pt x="282" y="519"/>
                        </a:lnTo>
                        <a:lnTo>
                          <a:pt x="308" y="308"/>
                        </a:lnTo>
                        <a:lnTo>
                          <a:pt x="333" y="442"/>
                        </a:lnTo>
                        <a:lnTo>
                          <a:pt x="346" y="352"/>
                        </a:lnTo>
                        <a:lnTo>
                          <a:pt x="365" y="384"/>
                        </a:lnTo>
                        <a:lnTo>
                          <a:pt x="378" y="135"/>
                        </a:lnTo>
                        <a:lnTo>
                          <a:pt x="391" y="301"/>
                        </a:lnTo>
                        <a:lnTo>
                          <a:pt x="384" y="519"/>
                        </a:lnTo>
                        <a:lnTo>
                          <a:pt x="404" y="679"/>
                        </a:lnTo>
                        <a:lnTo>
                          <a:pt x="429" y="628"/>
                        </a:lnTo>
                        <a:lnTo>
                          <a:pt x="442" y="480"/>
                        </a:lnTo>
                        <a:lnTo>
                          <a:pt x="455" y="391"/>
                        </a:lnTo>
                        <a:lnTo>
                          <a:pt x="436" y="506"/>
                        </a:lnTo>
                        <a:lnTo>
                          <a:pt x="461" y="352"/>
                        </a:lnTo>
                        <a:lnTo>
                          <a:pt x="474" y="455"/>
                        </a:lnTo>
                        <a:lnTo>
                          <a:pt x="493" y="519"/>
                        </a:lnTo>
                        <a:lnTo>
                          <a:pt x="512" y="410"/>
                        </a:lnTo>
                        <a:lnTo>
                          <a:pt x="532" y="186"/>
                        </a:lnTo>
                        <a:lnTo>
                          <a:pt x="544" y="231"/>
                        </a:lnTo>
                        <a:lnTo>
                          <a:pt x="570" y="148"/>
                        </a:lnTo>
                        <a:lnTo>
                          <a:pt x="576" y="301"/>
                        </a:lnTo>
                        <a:lnTo>
                          <a:pt x="576" y="730"/>
                        </a:lnTo>
                        <a:lnTo>
                          <a:pt x="647" y="0"/>
                        </a:lnTo>
                        <a:lnTo>
                          <a:pt x="647" y="250"/>
                        </a:lnTo>
                        <a:lnTo>
                          <a:pt x="660" y="333"/>
                        </a:lnTo>
                        <a:lnTo>
                          <a:pt x="685" y="192"/>
                        </a:lnTo>
                        <a:lnTo>
                          <a:pt x="711" y="340"/>
                        </a:lnTo>
                        <a:lnTo>
                          <a:pt x="698" y="429"/>
                        </a:lnTo>
                        <a:lnTo>
                          <a:pt x="717" y="461"/>
                        </a:lnTo>
                      </a:path>
                    </a:pathLst>
                  </a:custGeom>
                  <a:noFill/>
                  <a:ln w="9525">
                    <a:solidFill>
                      <a:srgbClr val="FF0000"/>
                    </a:solidFill>
                    <a:round/>
                    <a:headEnd/>
                    <a:tailEnd/>
                  </a:ln>
                </p:spPr>
                <p:txBody>
                  <a:bodyPr/>
                  <a:lstStyle/>
                  <a:p>
                    <a:endParaRPr lang="en-GB" sz="1600"/>
                  </a:p>
                </p:txBody>
              </p:sp>
            </p:grpSp>
          </p:grpSp>
          <p:grpSp>
            <p:nvGrpSpPr>
              <p:cNvPr id="8" name="Group 47"/>
              <p:cNvGrpSpPr>
                <a:grpSpLocks/>
              </p:cNvGrpSpPr>
              <p:nvPr/>
            </p:nvGrpSpPr>
            <p:grpSpPr bwMode="auto">
              <a:xfrm>
                <a:off x="1012" y="1842"/>
                <a:ext cx="525" cy="173"/>
                <a:chOff x="3404" y="1080"/>
                <a:chExt cx="1755" cy="819"/>
              </a:xfrm>
            </p:grpSpPr>
            <p:grpSp>
              <p:nvGrpSpPr>
                <p:cNvPr id="9" name="Group 48"/>
                <p:cNvGrpSpPr>
                  <a:grpSpLocks/>
                </p:cNvGrpSpPr>
                <p:nvPr/>
              </p:nvGrpSpPr>
              <p:grpSpPr bwMode="auto">
                <a:xfrm>
                  <a:off x="3404" y="1080"/>
                  <a:ext cx="590" cy="801"/>
                  <a:chOff x="3462" y="1100"/>
                  <a:chExt cx="1549" cy="801"/>
                </a:xfrm>
              </p:grpSpPr>
              <p:sp>
                <p:nvSpPr>
                  <p:cNvPr id="14714" name="Freeform 49"/>
                  <p:cNvSpPr>
                    <a:spLocks/>
                  </p:cNvSpPr>
                  <p:nvPr/>
                </p:nvSpPr>
                <p:spPr bwMode="auto">
                  <a:xfrm>
                    <a:off x="3462" y="1126"/>
                    <a:ext cx="313" cy="756"/>
                  </a:xfrm>
                  <a:custGeom>
                    <a:avLst/>
                    <a:gdLst>
                      <a:gd name="T0" fmla="*/ 0 w 717"/>
                      <a:gd name="T1" fmla="*/ 756 h 756"/>
                      <a:gd name="T2" fmla="*/ 4 w 717"/>
                      <a:gd name="T3" fmla="*/ 167 h 756"/>
                      <a:gd name="T4" fmla="*/ 5 w 717"/>
                      <a:gd name="T5" fmla="*/ 384 h 756"/>
                      <a:gd name="T6" fmla="*/ 7 w 717"/>
                      <a:gd name="T7" fmla="*/ 103 h 756"/>
                      <a:gd name="T8" fmla="*/ 10 w 717"/>
                      <a:gd name="T9" fmla="*/ 519 h 756"/>
                      <a:gd name="T10" fmla="*/ 11 w 717"/>
                      <a:gd name="T11" fmla="*/ 487 h 756"/>
                      <a:gd name="T12" fmla="*/ 11 w 717"/>
                      <a:gd name="T13" fmla="*/ 359 h 756"/>
                      <a:gd name="T14" fmla="*/ 14 w 717"/>
                      <a:gd name="T15" fmla="*/ 71 h 756"/>
                      <a:gd name="T16" fmla="*/ 16 w 717"/>
                      <a:gd name="T17" fmla="*/ 244 h 756"/>
                      <a:gd name="T18" fmla="*/ 17 w 717"/>
                      <a:gd name="T19" fmla="*/ 96 h 756"/>
                      <a:gd name="T20" fmla="*/ 18 w 717"/>
                      <a:gd name="T21" fmla="*/ 615 h 756"/>
                      <a:gd name="T22" fmla="*/ 21 w 717"/>
                      <a:gd name="T23" fmla="*/ 397 h 756"/>
                      <a:gd name="T24" fmla="*/ 24 w 717"/>
                      <a:gd name="T25" fmla="*/ 519 h 756"/>
                      <a:gd name="T26" fmla="*/ 25 w 717"/>
                      <a:gd name="T27" fmla="*/ 308 h 756"/>
                      <a:gd name="T28" fmla="*/ 28 w 717"/>
                      <a:gd name="T29" fmla="*/ 442 h 756"/>
                      <a:gd name="T30" fmla="*/ 29 w 717"/>
                      <a:gd name="T31" fmla="*/ 352 h 756"/>
                      <a:gd name="T32" fmla="*/ 30 w 717"/>
                      <a:gd name="T33" fmla="*/ 384 h 756"/>
                      <a:gd name="T34" fmla="*/ 31 w 717"/>
                      <a:gd name="T35" fmla="*/ 135 h 756"/>
                      <a:gd name="T36" fmla="*/ 33 w 717"/>
                      <a:gd name="T37" fmla="*/ 301 h 756"/>
                      <a:gd name="T38" fmla="*/ 32 w 717"/>
                      <a:gd name="T39" fmla="*/ 519 h 756"/>
                      <a:gd name="T40" fmla="*/ 34 w 717"/>
                      <a:gd name="T41" fmla="*/ 679 h 756"/>
                      <a:gd name="T42" fmla="*/ 36 w 717"/>
                      <a:gd name="T43" fmla="*/ 628 h 756"/>
                      <a:gd name="T44" fmla="*/ 37 w 717"/>
                      <a:gd name="T45" fmla="*/ 480 h 756"/>
                      <a:gd name="T46" fmla="*/ 38 w 717"/>
                      <a:gd name="T47" fmla="*/ 391 h 756"/>
                      <a:gd name="T48" fmla="*/ 36 w 717"/>
                      <a:gd name="T49" fmla="*/ 506 h 756"/>
                      <a:gd name="T50" fmla="*/ 38 w 717"/>
                      <a:gd name="T51" fmla="*/ 352 h 756"/>
                      <a:gd name="T52" fmla="*/ 39 w 717"/>
                      <a:gd name="T53" fmla="*/ 455 h 756"/>
                      <a:gd name="T54" fmla="*/ 41 w 717"/>
                      <a:gd name="T55" fmla="*/ 519 h 756"/>
                      <a:gd name="T56" fmla="*/ 43 w 717"/>
                      <a:gd name="T57" fmla="*/ 410 h 756"/>
                      <a:gd name="T58" fmla="*/ 44 w 717"/>
                      <a:gd name="T59" fmla="*/ 186 h 756"/>
                      <a:gd name="T60" fmla="*/ 45 w 717"/>
                      <a:gd name="T61" fmla="*/ 231 h 756"/>
                      <a:gd name="T62" fmla="*/ 48 w 717"/>
                      <a:gd name="T63" fmla="*/ 148 h 756"/>
                      <a:gd name="T64" fmla="*/ 48 w 717"/>
                      <a:gd name="T65" fmla="*/ 301 h 756"/>
                      <a:gd name="T66" fmla="*/ 48 w 717"/>
                      <a:gd name="T67" fmla="*/ 730 h 756"/>
                      <a:gd name="T68" fmla="*/ 54 w 717"/>
                      <a:gd name="T69" fmla="*/ 0 h 756"/>
                      <a:gd name="T70" fmla="*/ 54 w 717"/>
                      <a:gd name="T71" fmla="*/ 250 h 756"/>
                      <a:gd name="T72" fmla="*/ 55 w 717"/>
                      <a:gd name="T73" fmla="*/ 333 h 756"/>
                      <a:gd name="T74" fmla="*/ 57 w 717"/>
                      <a:gd name="T75" fmla="*/ 192 h 756"/>
                      <a:gd name="T76" fmla="*/ 59 w 717"/>
                      <a:gd name="T77" fmla="*/ 340 h 756"/>
                      <a:gd name="T78" fmla="*/ 58 w 717"/>
                      <a:gd name="T79" fmla="*/ 429 h 756"/>
                      <a:gd name="T80" fmla="*/ 60 w 717"/>
                      <a:gd name="T81" fmla="*/ 461 h 756"/>
                      <a:gd name="T82" fmla="*/ 0 60000 65536"/>
                      <a:gd name="T83" fmla="*/ 0 60000 65536"/>
                      <a:gd name="T84" fmla="*/ 0 60000 65536"/>
                      <a:gd name="T85" fmla="*/ 0 60000 65536"/>
                      <a:gd name="T86" fmla="*/ 0 60000 65536"/>
                      <a:gd name="T87" fmla="*/ 0 60000 65536"/>
                      <a:gd name="T88" fmla="*/ 0 60000 65536"/>
                      <a:gd name="T89" fmla="*/ 0 60000 65536"/>
                      <a:gd name="T90" fmla="*/ 0 60000 65536"/>
                      <a:gd name="T91" fmla="*/ 0 60000 65536"/>
                      <a:gd name="T92" fmla="*/ 0 60000 65536"/>
                      <a:gd name="T93" fmla="*/ 0 60000 65536"/>
                      <a:gd name="T94" fmla="*/ 0 60000 65536"/>
                      <a:gd name="T95" fmla="*/ 0 60000 65536"/>
                      <a:gd name="T96" fmla="*/ 0 60000 65536"/>
                      <a:gd name="T97" fmla="*/ 0 60000 65536"/>
                      <a:gd name="T98" fmla="*/ 0 60000 65536"/>
                      <a:gd name="T99" fmla="*/ 0 60000 65536"/>
                      <a:gd name="T100" fmla="*/ 0 60000 65536"/>
                      <a:gd name="T101" fmla="*/ 0 60000 65536"/>
                      <a:gd name="T102" fmla="*/ 0 60000 65536"/>
                      <a:gd name="T103" fmla="*/ 0 60000 65536"/>
                      <a:gd name="T104" fmla="*/ 0 60000 65536"/>
                      <a:gd name="T105" fmla="*/ 0 60000 65536"/>
                      <a:gd name="T106" fmla="*/ 0 60000 65536"/>
                      <a:gd name="T107" fmla="*/ 0 60000 65536"/>
                      <a:gd name="T108" fmla="*/ 0 60000 65536"/>
                      <a:gd name="T109" fmla="*/ 0 60000 65536"/>
                      <a:gd name="T110" fmla="*/ 0 60000 65536"/>
                      <a:gd name="T111" fmla="*/ 0 60000 65536"/>
                      <a:gd name="T112" fmla="*/ 0 60000 65536"/>
                      <a:gd name="T113" fmla="*/ 0 60000 65536"/>
                      <a:gd name="T114" fmla="*/ 0 60000 65536"/>
                      <a:gd name="T115" fmla="*/ 0 60000 65536"/>
                      <a:gd name="T116" fmla="*/ 0 60000 65536"/>
                      <a:gd name="T117" fmla="*/ 0 60000 65536"/>
                      <a:gd name="T118" fmla="*/ 0 60000 65536"/>
                      <a:gd name="T119" fmla="*/ 0 60000 65536"/>
                      <a:gd name="T120" fmla="*/ 0 60000 65536"/>
                      <a:gd name="T121" fmla="*/ 0 60000 65536"/>
                      <a:gd name="T122" fmla="*/ 0 60000 65536"/>
                      <a:gd name="T123" fmla="*/ 0 w 717"/>
                      <a:gd name="T124" fmla="*/ 0 h 756"/>
                      <a:gd name="T125" fmla="*/ 717 w 717"/>
                      <a:gd name="T126" fmla="*/ 756 h 756"/>
                    </a:gdLst>
                    <a:ahLst/>
                    <a:cxnLst>
                      <a:cxn ang="T82">
                        <a:pos x="T0" y="T1"/>
                      </a:cxn>
                      <a:cxn ang="T83">
                        <a:pos x="T2" y="T3"/>
                      </a:cxn>
                      <a:cxn ang="T84">
                        <a:pos x="T4" y="T5"/>
                      </a:cxn>
                      <a:cxn ang="T85">
                        <a:pos x="T6" y="T7"/>
                      </a:cxn>
                      <a:cxn ang="T86">
                        <a:pos x="T8" y="T9"/>
                      </a:cxn>
                      <a:cxn ang="T87">
                        <a:pos x="T10" y="T11"/>
                      </a:cxn>
                      <a:cxn ang="T88">
                        <a:pos x="T12" y="T13"/>
                      </a:cxn>
                      <a:cxn ang="T89">
                        <a:pos x="T14" y="T15"/>
                      </a:cxn>
                      <a:cxn ang="T90">
                        <a:pos x="T16" y="T17"/>
                      </a:cxn>
                      <a:cxn ang="T91">
                        <a:pos x="T18" y="T19"/>
                      </a:cxn>
                      <a:cxn ang="T92">
                        <a:pos x="T20" y="T21"/>
                      </a:cxn>
                      <a:cxn ang="T93">
                        <a:pos x="T22" y="T23"/>
                      </a:cxn>
                      <a:cxn ang="T94">
                        <a:pos x="T24" y="T25"/>
                      </a:cxn>
                      <a:cxn ang="T95">
                        <a:pos x="T26" y="T27"/>
                      </a:cxn>
                      <a:cxn ang="T96">
                        <a:pos x="T28" y="T29"/>
                      </a:cxn>
                      <a:cxn ang="T97">
                        <a:pos x="T30" y="T31"/>
                      </a:cxn>
                      <a:cxn ang="T98">
                        <a:pos x="T32" y="T33"/>
                      </a:cxn>
                      <a:cxn ang="T99">
                        <a:pos x="T34" y="T35"/>
                      </a:cxn>
                      <a:cxn ang="T100">
                        <a:pos x="T36" y="T37"/>
                      </a:cxn>
                      <a:cxn ang="T101">
                        <a:pos x="T38" y="T39"/>
                      </a:cxn>
                      <a:cxn ang="T102">
                        <a:pos x="T40" y="T41"/>
                      </a:cxn>
                      <a:cxn ang="T103">
                        <a:pos x="T42" y="T43"/>
                      </a:cxn>
                      <a:cxn ang="T104">
                        <a:pos x="T44" y="T45"/>
                      </a:cxn>
                      <a:cxn ang="T105">
                        <a:pos x="T46" y="T47"/>
                      </a:cxn>
                      <a:cxn ang="T106">
                        <a:pos x="T48" y="T49"/>
                      </a:cxn>
                      <a:cxn ang="T107">
                        <a:pos x="T50" y="T51"/>
                      </a:cxn>
                      <a:cxn ang="T108">
                        <a:pos x="T52" y="T53"/>
                      </a:cxn>
                      <a:cxn ang="T109">
                        <a:pos x="T54" y="T55"/>
                      </a:cxn>
                      <a:cxn ang="T110">
                        <a:pos x="T56" y="T57"/>
                      </a:cxn>
                      <a:cxn ang="T111">
                        <a:pos x="T58" y="T59"/>
                      </a:cxn>
                      <a:cxn ang="T112">
                        <a:pos x="T60" y="T61"/>
                      </a:cxn>
                      <a:cxn ang="T113">
                        <a:pos x="T62" y="T63"/>
                      </a:cxn>
                      <a:cxn ang="T114">
                        <a:pos x="T64" y="T65"/>
                      </a:cxn>
                      <a:cxn ang="T115">
                        <a:pos x="T66" y="T67"/>
                      </a:cxn>
                      <a:cxn ang="T116">
                        <a:pos x="T68" y="T69"/>
                      </a:cxn>
                      <a:cxn ang="T117">
                        <a:pos x="T70" y="T71"/>
                      </a:cxn>
                      <a:cxn ang="T118">
                        <a:pos x="T72" y="T73"/>
                      </a:cxn>
                      <a:cxn ang="T119">
                        <a:pos x="T74" y="T75"/>
                      </a:cxn>
                      <a:cxn ang="T120">
                        <a:pos x="T76" y="T77"/>
                      </a:cxn>
                      <a:cxn ang="T121">
                        <a:pos x="T78" y="T79"/>
                      </a:cxn>
                      <a:cxn ang="T122">
                        <a:pos x="T80" y="T81"/>
                      </a:cxn>
                    </a:cxnLst>
                    <a:rect l="T123" t="T124" r="T125" b="T126"/>
                    <a:pathLst>
                      <a:path w="717" h="756">
                        <a:moveTo>
                          <a:pt x="0" y="756"/>
                        </a:moveTo>
                        <a:lnTo>
                          <a:pt x="52" y="167"/>
                        </a:lnTo>
                        <a:lnTo>
                          <a:pt x="64" y="384"/>
                        </a:lnTo>
                        <a:lnTo>
                          <a:pt x="90" y="103"/>
                        </a:lnTo>
                        <a:lnTo>
                          <a:pt x="116" y="519"/>
                        </a:lnTo>
                        <a:lnTo>
                          <a:pt x="135" y="487"/>
                        </a:lnTo>
                        <a:lnTo>
                          <a:pt x="135" y="359"/>
                        </a:lnTo>
                        <a:lnTo>
                          <a:pt x="167" y="71"/>
                        </a:lnTo>
                        <a:lnTo>
                          <a:pt x="192" y="244"/>
                        </a:lnTo>
                        <a:lnTo>
                          <a:pt x="205" y="96"/>
                        </a:lnTo>
                        <a:lnTo>
                          <a:pt x="218" y="615"/>
                        </a:lnTo>
                        <a:lnTo>
                          <a:pt x="244" y="397"/>
                        </a:lnTo>
                        <a:lnTo>
                          <a:pt x="282" y="519"/>
                        </a:lnTo>
                        <a:lnTo>
                          <a:pt x="308" y="308"/>
                        </a:lnTo>
                        <a:lnTo>
                          <a:pt x="333" y="442"/>
                        </a:lnTo>
                        <a:lnTo>
                          <a:pt x="346" y="352"/>
                        </a:lnTo>
                        <a:lnTo>
                          <a:pt x="365" y="384"/>
                        </a:lnTo>
                        <a:lnTo>
                          <a:pt x="378" y="135"/>
                        </a:lnTo>
                        <a:lnTo>
                          <a:pt x="391" y="301"/>
                        </a:lnTo>
                        <a:lnTo>
                          <a:pt x="384" y="519"/>
                        </a:lnTo>
                        <a:lnTo>
                          <a:pt x="404" y="679"/>
                        </a:lnTo>
                        <a:lnTo>
                          <a:pt x="429" y="628"/>
                        </a:lnTo>
                        <a:lnTo>
                          <a:pt x="442" y="480"/>
                        </a:lnTo>
                        <a:lnTo>
                          <a:pt x="455" y="391"/>
                        </a:lnTo>
                        <a:lnTo>
                          <a:pt x="436" y="506"/>
                        </a:lnTo>
                        <a:lnTo>
                          <a:pt x="461" y="352"/>
                        </a:lnTo>
                        <a:lnTo>
                          <a:pt x="474" y="455"/>
                        </a:lnTo>
                        <a:lnTo>
                          <a:pt x="493" y="519"/>
                        </a:lnTo>
                        <a:lnTo>
                          <a:pt x="512" y="410"/>
                        </a:lnTo>
                        <a:lnTo>
                          <a:pt x="532" y="186"/>
                        </a:lnTo>
                        <a:lnTo>
                          <a:pt x="544" y="231"/>
                        </a:lnTo>
                        <a:lnTo>
                          <a:pt x="570" y="148"/>
                        </a:lnTo>
                        <a:lnTo>
                          <a:pt x="576" y="301"/>
                        </a:lnTo>
                        <a:lnTo>
                          <a:pt x="576" y="730"/>
                        </a:lnTo>
                        <a:lnTo>
                          <a:pt x="647" y="0"/>
                        </a:lnTo>
                        <a:lnTo>
                          <a:pt x="647" y="250"/>
                        </a:lnTo>
                        <a:lnTo>
                          <a:pt x="660" y="333"/>
                        </a:lnTo>
                        <a:lnTo>
                          <a:pt x="685" y="192"/>
                        </a:lnTo>
                        <a:lnTo>
                          <a:pt x="711" y="340"/>
                        </a:lnTo>
                        <a:lnTo>
                          <a:pt x="698" y="429"/>
                        </a:lnTo>
                        <a:lnTo>
                          <a:pt x="717" y="461"/>
                        </a:lnTo>
                      </a:path>
                    </a:pathLst>
                  </a:custGeom>
                  <a:noFill/>
                  <a:ln w="9525">
                    <a:solidFill>
                      <a:srgbClr val="FF0000"/>
                    </a:solidFill>
                    <a:round/>
                    <a:headEnd/>
                    <a:tailEnd/>
                  </a:ln>
                </p:spPr>
                <p:txBody>
                  <a:bodyPr/>
                  <a:lstStyle/>
                  <a:p>
                    <a:endParaRPr lang="en-GB" sz="1600"/>
                  </a:p>
                </p:txBody>
              </p:sp>
              <p:sp>
                <p:nvSpPr>
                  <p:cNvPr id="14715" name="Freeform 50"/>
                  <p:cNvSpPr>
                    <a:spLocks/>
                  </p:cNvSpPr>
                  <p:nvPr/>
                </p:nvSpPr>
                <p:spPr bwMode="auto">
                  <a:xfrm flipH="1" flipV="1">
                    <a:off x="3770" y="1145"/>
                    <a:ext cx="313" cy="756"/>
                  </a:xfrm>
                  <a:custGeom>
                    <a:avLst/>
                    <a:gdLst>
                      <a:gd name="T0" fmla="*/ 0 w 717"/>
                      <a:gd name="T1" fmla="*/ 756 h 756"/>
                      <a:gd name="T2" fmla="*/ 4 w 717"/>
                      <a:gd name="T3" fmla="*/ 167 h 756"/>
                      <a:gd name="T4" fmla="*/ 5 w 717"/>
                      <a:gd name="T5" fmla="*/ 384 h 756"/>
                      <a:gd name="T6" fmla="*/ 7 w 717"/>
                      <a:gd name="T7" fmla="*/ 103 h 756"/>
                      <a:gd name="T8" fmla="*/ 10 w 717"/>
                      <a:gd name="T9" fmla="*/ 519 h 756"/>
                      <a:gd name="T10" fmla="*/ 11 w 717"/>
                      <a:gd name="T11" fmla="*/ 487 h 756"/>
                      <a:gd name="T12" fmla="*/ 11 w 717"/>
                      <a:gd name="T13" fmla="*/ 359 h 756"/>
                      <a:gd name="T14" fmla="*/ 14 w 717"/>
                      <a:gd name="T15" fmla="*/ 71 h 756"/>
                      <a:gd name="T16" fmla="*/ 16 w 717"/>
                      <a:gd name="T17" fmla="*/ 244 h 756"/>
                      <a:gd name="T18" fmla="*/ 17 w 717"/>
                      <a:gd name="T19" fmla="*/ 96 h 756"/>
                      <a:gd name="T20" fmla="*/ 18 w 717"/>
                      <a:gd name="T21" fmla="*/ 615 h 756"/>
                      <a:gd name="T22" fmla="*/ 21 w 717"/>
                      <a:gd name="T23" fmla="*/ 397 h 756"/>
                      <a:gd name="T24" fmla="*/ 24 w 717"/>
                      <a:gd name="T25" fmla="*/ 519 h 756"/>
                      <a:gd name="T26" fmla="*/ 25 w 717"/>
                      <a:gd name="T27" fmla="*/ 308 h 756"/>
                      <a:gd name="T28" fmla="*/ 28 w 717"/>
                      <a:gd name="T29" fmla="*/ 442 h 756"/>
                      <a:gd name="T30" fmla="*/ 29 w 717"/>
                      <a:gd name="T31" fmla="*/ 352 h 756"/>
                      <a:gd name="T32" fmla="*/ 30 w 717"/>
                      <a:gd name="T33" fmla="*/ 384 h 756"/>
                      <a:gd name="T34" fmla="*/ 31 w 717"/>
                      <a:gd name="T35" fmla="*/ 135 h 756"/>
                      <a:gd name="T36" fmla="*/ 33 w 717"/>
                      <a:gd name="T37" fmla="*/ 301 h 756"/>
                      <a:gd name="T38" fmla="*/ 32 w 717"/>
                      <a:gd name="T39" fmla="*/ 519 h 756"/>
                      <a:gd name="T40" fmla="*/ 34 w 717"/>
                      <a:gd name="T41" fmla="*/ 679 h 756"/>
                      <a:gd name="T42" fmla="*/ 36 w 717"/>
                      <a:gd name="T43" fmla="*/ 628 h 756"/>
                      <a:gd name="T44" fmla="*/ 37 w 717"/>
                      <a:gd name="T45" fmla="*/ 480 h 756"/>
                      <a:gd name="T46" fmla="*/ 38 w 717"/>
                      <a:gd name="T47" fmla="*/ 391 h 756"/>
                      <a:gd name="T48" fmla="*/ 36 w 717"/>
                      <a:gd name="T49" fmla="*/ 506 h 756"/>
                      <a:gd name="T50" fmla="*/ 38 w 717"/>
                      <a:gd name="T51" fmla="*/ 352 h 756"/>
                      <a:gd name="T52" fmla="*/ 39 w 717"/>
                      <a:gd name="T53" fmla="*/ 455 h 756"/>
                      <a:gd name="T54" fmla="*/ 41 w 717"/>
                      <a:gd name="T55" fmla="*/ 519 h 756"/>
                      <a:gd name="T56" fmla="*/ 43 w 717"/>
                      <a:gd name="T57" fmla="*/ 410 h 756"/>
                      <a:gd name="T58" fmla="*/ 44 w 717"/>
                      <a:gd name="T59" fmla="*/ 186 h 756"/>
                      <a:gd name="T60" fmla="*/ 45 w 717"/>
                      <a:gd name="T61" fmla="*/ 231 h 756"/>
                      <a:gd name="T62" fmla="*/ 48 w 717"/>
                      <a:gd name="T63" fmla="*/ 148 h 756"/>
                      <a:gd name="T64" fmla="*/ 48 w 717"/>
                      <a:gd name="T65" fmla="*/ 301 h 756"/>
                      <a:gd name="T66" fmla="*/ 48 w 717"/>
                      <a:gd name="T67" fmla="*/ 730 h 756"/>
                      <a:gd name="T68" fmla="*/ 54 w 717"/>
                      <a:gd name="T69" fmla="*/ 0 h 756"/>
                      <a:gd name="T70" fmla="*/ 54 w 717"/>
                      <a:gd name="T71" fmla="*/ 250 h 756"/>
                      <a:gd name="T72" fmla="*/ 55 w 717"/>
                      <a:gd name="T73" fmla="*/ 333 h 756"/>
                      <a:gd name="T74" fmla="*/ 57 w 717"/>
                      <a:gd name="T75" fmla="*/ 192 h 756"/>
                      <a:gd name="T76" fmla="*/ 59 w 717"/>
                      <a:gd name="T77" fmla="*/ 340 h 756"/>
                      <a:gd name="T78" fmla="*/ 58 w 717"/>
                      <a:gd name="T79" fmla="*/ 429 h 756"/>
                      <a:gd name="T80" fmla="*/ 60 w 717"/>
                      <a:gd name="T81" fmla="*/ 461 h 756"/>
                      <a:gd name="T82" fmla="*/ 0 60000 65536"/>
                      <a:gd name="T83" fmla="*/ 0 60000 65536"/>
                      <a:gd name="T84" fmla="*/ 0 60000 65536"/>
                      <a:gd name="T85" fmla="*/ 0 60000 65536"/>
                      <a:gd name="T86" fmla="*/ 0 60000 65536"/>
                      <a:gd name="T87" fmla="*/ 0 60000 65536"/>
                      <a:gd name="T88" fmla="*/ 0 60000 65536"/>
                      <a:gd name="T89" fmla="*/ 0 60000 65536"/>
                      <a:gd name="T90" fmla="*/ 0 60000 65536"/>
                      <a:gd name="T91" fmla="*/ 0 60000 65536"/>
                      <a:gd name="T92" fmla="*/ 0 60000 65536"/>
                      <a:gd name="T93" fmla="*/ 0 60000 65536"/>
                      <a:gd name="T94" fmla="*/ 0 60000 65536"/>
                      <a:gd name="T95" fmla="*/ 0 60000 65536"/>
                      <a:gd name="T96" fmla="*/ 0 60000 65536"/>
                      <a:gd name="T97" fmla="*/ 0 60000 65536"/>
                      <a:gd name="T98" fmla="*/ 0 60000 65536"/>
                      <a:gd name="T99" fmla="*/ 0 60000 65536"/>
                      <a:gd name="T100" fmla="*/ 0 60000 65536"/>
                      <a:gd name="T101" fmla="*/ 0 60000 65536"/>
                      <a:gd name="T102" fmla="*/ 0 60000 65536"/>
                      <a:gd name="T103" fmla="*/ 0 60000 65536"/>
                      <a:gd name="T104" fmla="*/ 0 60000 65536"/>
                      <a:gd name="T105" fmla="*/ 0 60000 65536"/>
                      <a:gd name="T106" fmla="*/ 0 60000 65536"/>
                      <a:gd name="T107" fmla="*/ 0 60000 65536"/>
                      <a:gd name="T108" fmla="*/ 0 60000 65536"/>
                      <a:gd name="T109" fmla="*/ 0 60000 65536"/>
                      <a:gd name="T110" fmla="*/ 0 60000 65536"/>
                      <a:gd name="T111" fmla="*/ 0 60000 65536"/>
                      <a:gd name="T112" fmla="*/ 0 60000 65536"/>
                      <a:gd name="T113" fmla="*/ 0 60000 65536"/>
                      <a:gd name="T114" fmla="*/ 0 60000 65536"/>
                      <a:gd name="T115" fmla="*/ 0 60000 65536"/>
                      <a:gd name="T116" fmla="*/ 0 60000 65536"/>
                      <a:gd name="T117" fmla="*/ 0 60000 65536"/>
                      <a:gd name="T118" fmla="*/ 0 60000 65536"/>
                      <a:gd name="T119" fmla="*/ 0 60000 65536"/>
                      <a:gd name="T120" fmla="*/ 0 60000 65536"/>
                      <a:gd name="T121" fmla="*/ 0 60000 65536"/>
                      <a:gd name="T122" fmla="*/ 0 60000 65536"/>
                      <a:gd name="T123" fmla="*/ 0 w 717"/>
                      <a:gd name="T124" fmla="*/ 0 h 756"/>
                      <a:gd name="T125" fmla="*/ 717 w 717"/>
                      <a:gd name="T126" fmla="*/ 756 h 756"/>
                    </a:gdLst>
                    <a:ahLst/>
                    <a:cxnLst>
                      <a:cxn ang="T82">
                        <a:pos x="T0" y="T1"/>
                      </a:cxn>
                      <a:cxn ang="T83">
                        <a:pos x="T2" y="T3"/>
                      </a:cxn>
                      <a:cxn ang="T84">
                        <a:pos x="T4" y="T5"/>
                      </a:cxn>
                      <a:cxn ang="T85">
                        <a:pos x="T6" y="T7"/>
                      </a:cxn>
                      <a:cxn ang="T86">
                        <a:pos x="T8" y="T9"/>
                      </a:cxn>
                      <a:cxn ang="T87">
                        <a:pos x="T10" y="T11"/>
                      </a:cxn>
                      <a:cxn ang="T88">
                        <a:pos x="T12" y="T13"/>
                      </a:cxn>
                      <a:cxn ang="T89">
                        <a:pos x="T14" y="T15"/>
                      </a:cxn>
                      <a:cxn ang="T90">
                        <a:pos x="T16" y="T17"/>
                      </a:cxn>
                      <a:cxn ang="T91">
                        <a:pos x="T18" y="T19"/>
                      </a:cxn>
                      <a:cxn ang="T92">
                        <a:pos x="T20" y="T21"/>
                      </a:cxn>
                      <a:cxn ang="T93">
                        <a:pos x="T22" y="T23"/>
                      </a:cxn>
                      <a:cxn ang="T94">
                        <a:pos x="T24" y="T25"/>
                      </a:cxn>
                      <a:cxn ang="T95">
                        <a:pos x="T26" y="T27"/>
                      </a:cxn>
                      <a:cxn ang="T96">
                        <a:pos x="T28" y="T29"/>
                      </a:cxn>
                      <a:cxn ang="T97">
                        <a:pos x="T30" y="T31"/>
                      </a:cxn>
                      <a:cxn ang="T98">
                        <a:pos x="T32" y="T33"/>
                      </a:cxn>
                      <a:cxn ang="T99">
                        <a:pos x="T34" y="T35"/>
                      </a:cxn>
                      <a:cxn ang="T100">
                        <a:pos x="T36" y="T37"/>
                      </a:cxn>
                      <a:cxn ang="T101">
                        <a:pos x="T38" y="T39"/>
                      </a:cxn>
                      <a:cxn ang="T102">
                        <a:pos x="T40" y="T41"/>
                      </a:cxn>
                      <a:cxn ang="T103">
                        <a:pos x="T42" y="T43"/>
                      </a:cxn>
                      <a:cxn ang="T104">
                        <a:pos x="T44" y="T45"/>
                      </a:cxn>
                      <a:cxn ang="T105">
                        <a:pos x="T46" y="T47"/>
                      </a:cxn>
                      <a:cxn ang="T106">
                        <a:pos x="T48" y="T49"/>
                      </a:cxn>
                      <a:cxn ang="T107">
                        <a:pos x="T50" y="T51"/>
                      </a:cxn>
                      <a:cxn ang="T108">
                        <a:pos x="T52" y="T53"/>
                      </a:cxn>
                      <a:cxn ang="T109">
                        <a:pos x="T54" y="T55"/>
                      </a:cxn>
                      <a:cxn ang="T110">
                        <a:pos x="T56" y="T57"/>
                      </a:cxn>
                      <a:cxn ang="T111">
                        <a:pos x="T58" y="T59"/>
                      </a:cxn>
                      <a:cxn ang="T112">
                        <a:pos x="T60" y="T61"/>
                      </a:cxn>
                      <a:cxn ang="T113">
                        <a:pos x="T62" y="T63"/>
                      </a:cxn>
                      <a:cxn ang="T114">
                        <a:pos x="T64" y="T65"/>
                      </a:cxn>
                      <a:cxn ang="T115">
                        <a:pos x="T66" y="T67"/>
                      </a:cxn>
                      <a:cxn ang="T116">
                        <a:pos x="T68" y="T69"/>
                      </a:cxn>
                      <a:cxn ang="T117">
                        <a:pos x="T70" y="T71"/>
                      </a:cxn>
                      <a:cxn ang="T118">
                        <a:pos x="T72" y="T73"/>
                      </a:cxn>
                      <a:cxn ang="T119">
                        <a:pos x="T74" y="T75"/>
                      </a:cxn>
                      <a:cxn ang="T120">
                        <a:pos x="T76" y="T77"/>
                      </a:cxn>
                      <a:cxn ang="T121">
                        <a:pos x="T78" y="T79"/>
                      </a:cxn>
                      <a:cxn ang="T122">
                        <a:pos x="T80" y="T81"/>
                      </a:cxn>
                    </a:cxnLst>
                    <a:rect l="T123" t="T124" r="T125" b="T126"/>
                    <a:pathLst>
                      <a:path w="717" h="756">
                        <a:moveTo>
                          <a:pt x="0" y="756"/>
                        </a:moveTo>
                        <a:lnTo>
                          <a:pt x="52" y="167"/>
                        </a:lnTo>
                        <a:lnTo>
                          <a:pt x="64" y="384"/>
                        </a:lnTo>
                        <a:lnTo>
                          <a:pt x="90" y="103"/>
                        </a:lnTo>
                        <a:lnTo>
                          <a:pt x="116" y="519"/>
                        </a:lnTo>
                        <a:lnTo>
                          <a:pt x="135" y="487"/>
                        </a:lnTo>
                        <a:lnTo>
                          <a:pt x="135" y="359"/>
                        </a:lnTo>
                        <a:lnTo>
                          <a:pt x="167" y="71"/>
                        </a:lnTo>
                        <a:lnTo>
                          <a:pt x="192" y="244"/>
                        </a:lnTo>
                        <a:lnTo>
                          <a:pt x="205" y="96"/>
                        </a:lnTo>
                        <a:lnTo>
                          <a:pt x="218" y="615"/>
                        </a:lnTo>
                        <a:lnTo>
                          <a:pt x="244" y="397"/>
                        </a:lnTo>
                        <a:lnTo>
                          <a:pt x="282" y="519"/>
                        </a:lnTo>
                        <a:lnTo>
                          <a:pt x="308" y="308"/>
                        </a:lnTo>
                        <a:lnTo>
                          <a:pt x="333" y="442"/>
                        </a:lnTo>
                        <a:lnTo>
                          <a:pt x="346" y="352"/>
                        </a:lnTo>
                        <a:lnTo>
                          <a:pt x="365" y="384"/>
                        </a:lnTo>
                        <a:lnTo>
                          <a:pt x="378" y="135"/>
                        </a:lnTo>
                        <a:lnTo>
                          <a:pt x="391" y="301"/>
                        </a:lnTo>
                        <a:lnTo>
                          <a:pt x="384" y="519"/>
                        </a:lnTo>
                        <a:lnTo>
                          <a:pt x="404" y="679"/>
                        </a:lnTo>
                        <a:lnTo>
                          <a:pt x="429" y="628"/>
                        </a:lnTo>
                        <a:lnTo>
                          <a:pt x="442" y="480"/>
                        </a:lnTo>
                        <a:lnTo>
                          <a:pt x="455" y="391"/>
                        </a:lnTo>
                        <a:lnTo>
                          <a:pt x="436" y="506"/>
                        </a:lnTo>
                        <a:lnTo>
                          <a:pt x="461" y="352"/>
                        </a:lnTo>
                        <a:lnTo>
                          <a:pt x="474" y="455"/>
                        </a:lnTo>
                        <a:lnTo>
                          <a:pt x="493" y="519"/>
                        </a:lnTo>
                        <a:lnTo>
                          <a:pt x="512" y="410"/>
                        </a:lnTo>
                        <a:lnTo>
                          <a:pt x="532" y="186"/>
                        </a:lnTo>
                        <a:lnTo>
                          <a:pt x="544" y="231"/>
                        </a:lnTo>
                        <a:lnTo>
                          <a:pt x="570" y="148"/>
                        </a:lnTo>
                        <a:lnTo>
                          <a:pt x="576" y="301"/>
                        </a:lnTo>
                        <a:lnTo>
                          <a:pt x="576" y="730"/>
                        </a:lnTo>
                        <a:lnTo>
                          <a:pt x="647" y="0"/>
                        </a:lnTo>
                        <a:lnTo>
                          <a:pt x="647" y="250"/>
                        </a:lnTo>
                        <a:lnTo>
                          <a:pt x="660" y="333"/>
                        </a:lnTo>
                        <a:lnTo>
                          <a:pt x="685" y="192"/>
                        </a:lnTo>
                        <a:lnTo>
                          <a:pt x="711" y="340"/>
                        </a:lnTo>
                        <a:lnTo>
                          <a:pt x="698" y="429"/>
                        </a:lnTo>
                        <a:lnTo>
                          <a:pt x="717" y="461"/>
                        </a:lnTo>
                      </a:path>
                    </a:pathLst>
                  </a:custGeom>
                  <a:noFill/>
                  <a:ln w="9525">
                    <a:solidFill>
                      <a:srgbClr val="FF0000"/>
                    </a:solidFill>
                    <a:round/>
                    <a:headEnd/>
                    <a:tailEnd/>
                  </a:ln>
                </p:spPr>
                <p:txBody>
                  <a:bodyPr/>
                  <a:lstStyle/>
                  <a:p>
                    <a:endParaRPr lang="en-GB" sz="1600"/>
                  </a:p>
                </p:txBody>
              </p:sp>
              <p:sp>
                <p:nvSpPr>
                  <p:cNvPr id="14716" name="Freeform 51"/>
                  <p:cNvSpPr>
                    <a:spLocks/>
                  </p:cNvSpPr>
                  <p:nvPr/>
                </p:nvSpPr>
                <p:spPr bwMode="auto">
                  <a:xfrm flipH="1">
                    <a:off x="4077" y="1119"/>
                    <a:ext cx="313" cy="756"/>
                  </a:xfrm>
                  <a:custGeom>
                    <a:avLst/>
                    <a:gdLst>
                      <a:gd name="T0" fmla="*/ 0 w 717"/>
                      <a:gd name="T1" fmla="*/ 756 h 756"/>
                      <a:gd name="T2" fmla="*/ 4 w 717"/>
                      <a:gd name="T3" fmla="*/ 167 h 756"/>
                      <a:gd name="T4" fmla="*/ 5 w 717"/>
                      <a:gd name="T5" fmla="*/ 384 h 756"/>
                      <a:gd name="T6" fmla="*/ 7 w 717"/>
                      <a:gd name="T7" fmla="*/ 103 h 756"/>
                      <a:gd name="T8" fmla="*/ 10 w 717"/>
                      <a:gd name="T9" fmla="*/ 519 h 756"/>
                      <a:gd name="T10" fmla="*/ 11 w 717"/>
                      <a:gd name="T11" fmla="*/ 487 h 756"/>
                      <a:gd name="T12" fmla="*/ 11 w 717"/>
                      <a:gd name="T13" fmla="*/ 359 h 756"/>
                      <a:gd name="T14" fmla="*/ 14 w 717"/>
                      <a:gd name="T15" fmla="*/ 71 h 756"/>
                      <a:gd name="T16" fmla="*/ 16 w 717"/>
                      <a:gd name="T17" fmla="*/ 244 h 756"/>
                      <a:gd name="T18" fmla="*/ 17 w 717"/>
                      <a:gd name="T19" fmla="*/ 96 h 756"/>
                      <a:gd name="T20" fmla="*/ 18 w 717"/>
                      <a:gd name="T21" fmla="*/ 615 h 756"/>
                      <a:gd name="T22" fmla="*/ 21 w 717"/>
                      <a:gd name="T23" fmla="*/ 397 h 756"/>
                      <a:gd name="T24" fmla="*/ 24 w 717"/>
                      <a:gd name="T25" fmla="*/ 519 h 756"/>
                      <a:gd name="T26" fmla="*/ 25 w 717"/>
                      <a:gd name="T27" fmla="*/ 308 h 756"/>
                      <a:gd name="T28" fmla="*/ 28 w 717"/>
                      <a:gd name="T29" fmla="*/ 442 h 756"/>
                      <a:gd name="T30" fmla="*/ 29 w 717"/>
                      <a:gd name="T31" fmla="*/ 352 h 756"/>
                      <a:gd name="T32" fmla="*/ 30 w 717"/>
                      <a:gd name="T33" fmla="*/ 384 h 756"/>
                      <a:gd name="T34" fmla="*/ 31 w 717"/>
                      <a:gd name="T35" fmla="*/ 135 h 756"/>
                      <a:gd name="T36" fmla="*/ 33 w 717"/>
                      <a:gd name="T37" fmla="*/ 301 h 756"/>
                      <a:gd name="T38" fmla="*/ 32 w 717"/>
                      <a:gd name="T39" fmla="*/ 519 h 756"/>
                      <a:gd name="T40" fmla="*/ 34 w 717"/>
                      <a:gd name="T41" fmla="*/ 679 h 756"/>
                      <a:gd name="T42" fmla="*/ 36 w 717"/>
                      <a:gd name="T43" fmla="*/ 628 h 756"/>
                      <a:gd name="T44" fmla="*/ 37 w 717"/>
                      <a:gd name="T45" fmla="*/ 480 h 756"/>
                      <a:gd name="T46" fmla="*/ 38 w 717"/>
                      <a:gd name="T47" fmla="*/ 391 h 756"/>
                      <a:gd name="T48" fmla="*/ 36 w 717"/>
                      <a:gd name="T49" fmla="*/ 506 h 756"/>
                      <a:gd name="T50" fmla="*/ 38 w 717"/>
                      <a:gd name="T51" fmla="*/ 352 h 756"/>
                      <a:gd name="T52" fmla="*/ 39 w 717"/>
                      <a:gd name="T53" fmla="*/ 455 h 756"/>
                      <a:gd name="T54" fmla="*/ 41 w 717"/>
                      <a:gd name="T55" fmla="*/ 519 h 756"/>
                      <a:gd name="T56" fmla="*/ 43 w 717"/>
                      <a:gd name="T57" fmla="*/ 410 h 756"/>
                      <a:gd name="T58" fmla="*/ 44 w 717"/>
                      <a:gd name="T59" fmla="*/ 186 h 756"/>
                      <a:gd name="T60" fmla="*/ 45 w 717"/>
                      <a:gd name="T61" fmla="*/ 231 h 756"/>
                      <a:gd name="T62" fmla="*/ 48 w 717"/>
                      <a:gd name="T63" fmla="*/ 148 h 756"/>
                      <a:gd name="T64" fmla="*/ 48 w 717"/>
                      <a:gd name="T65" fmla="*/ 301 h 756"/>
                      <a:gd name="T66" fmla="*/ 48 w 717"/>
                      <a:gd name="T67" fmla="*/ 730 h 756"/>
                      <a:gd name="T68" fmla="*/ 54 w 717"/>
                      <a:gd name="T69" fmla="*/ 0 h 756"/>
                      <a:gd name="T70" fmla="*/ 54 w 717"/>
                      <a:gd name="T71" fmla="*/ 250 h 756"/>
                      <a:gd name="T72" fmla="*/ 55 w 717"/>
                      <a:gd name="T73" fmla="*/ 333 h 756"/>
                      <a:gd name="T74" fmla="*/ 57 w 717"/>
                      <a:gd name="T75" fmla="*/ 192 h 756"/>
                      <a:gd name="T76" fmla="*/ 59 w 717"/>
                      <a:gd name="T77" fmla="*/ 340 h 756"/>
                      <a:gd name="T78" fmla="*/ 58 w 717"/>
                      <a:gd name="T79" fmla="*/ 429 h 756"/>
                      <a:gd name="T80" fmla="*/ 60 w 717"/>
                      <a:gd name="T81" fmla="*/ 461 h 756"/>
                      <a:gd name="T82" fmla="*/ 0 60000 65536"/>
                      <a:gd name="T83" fmla="*/ 0 60000 65536"/>
                      <a:gd name="T84" fmla="*/ 0 60000 65536"/>
                      <a:gd name="T85" fmla="*/ 0 60000 65536"/>
                      <a:gd name="T86" fmla="*/ 0 60000 65536"/>
                      <a:gd name="T87" fmla="*/ 0 60000 65536"/>
                      <a:gd name="T88" fmla="*/ 0 60000 65536"/>
                      <a:gd name="T89" fmla="*/ 0 60000 65536"/>
                      <a:gd name="T90" fmla="*/ 0 60000 65536"/>
                      <a:gd name="T91" fmla="*/ 0 60000 65536"/>
                      <a:gd name="T92" fmla="*/ 0 60000 65536"/>
                      <a:gd name="T93" fmla="*/ 0 60000 65536"/>
                      <a:gd name="T94" fmla="*/ 0 60000 65536"/>
                      <a:gd name="T95" fmla="*/ 0 60000 65536"/>
                      <a:gd name="T96" fmla="*/ 0 60000 65536"/>
                      <a:gd name="T97" fmla="*/ 0 60000 65536"/>
                      <a:gd name="T98" fmla="*/ 0 60000 65536"/>
                      <a:gd name="T99" fmla="*/ 0 60000 65536"/>
                      <a:gd name="T100" fmla="*/ 0 60000 65536"/>
                      <a:gd name="T101" fmla="*/ 0 60000 65536"/>
                      <a:gd name="T102" fmla="*/ 0 60000 65536"/>
                      <a:gd name="T103" fmla="*/ 0 60000 65536"/>
                      <a:gd name="T104" fmla="*/ 0 60000 65536"/>
                      <a:gd name="T105" fmla="*/ 0 60000 65536"/>
                      <a:gd name="T106" fmla="*/ 0 60000 65536"/>
                      <a:gd name="T107" fmla="*/ 0 60000 65536"/>
                      <a:gd name="T108" fmla="*/ 0 60000 65536"/>
                      <a:gd name="T109" fmla="*/ 0 60000 65536"/>
                      <a:gd name="T110" fmla="*/ 0 60000 65536"/>
                      <a:gd name="T111" fmla="*/ 0 60000 65536"/>
                      <a:gd name="T112" fmla="*/ 0 60000 65536"/>
                      <a:gd name="T113" fmla="*/ 0 60000 65536"/>
                      <a:gd name="T114" fmla="*/ 0 60000 65536"/>
                      <a:gd name="T115" fmla="*/ 0 60000 65536"/>
                      <a:gd name="T116" fmla="*/ 0 60000 65536"/>
                      <a:gd name="T117" fmla="*/ 0 60000 65536"/>
                      <a:gd name="T118" fmla="*/ 0 60000 65536"/>
                      <a:gd name="T119" fmla="*/ 0 60000 65536"/>
                      <a:gd name="T120" fmla="*/ 0 60000 65536"/>
                      <a:gd name="T121" fmla="*/ 0 60000 65536"/>
                      <a:gd name="T122" fmla="*/ 0 60000 65536"/>
                      <a:gd name="T123" fmla="*/ 0 w 717"/>
                      <a:gd name="T124" fmla="*/ 0 h 756"/>
                      <a:gd name="T125" fmla="*/ 717 w 717"/>
                      <a:gd name="T126" fmla="*/ 756 h 756"/>
                    </a:gdLst>
                    <a:ahLst/>
                    <a:cxnLst>
                      <a:cxn ang="T82">
                        <a:pos x="T0" y="T1"/>
                      </a:cxn>
                      <a:cxn ang="T83">
                        <a:pos x="T2" y="T3"/>
                      </a:cxn>
                      <a:cxn ang="T84">
                        <a:pos x="T4" y="T5"/>
                      </a:cxn>
                      <a:cxn ang="T85">
                        <a:pos x="T6" y="T7"/>
                      </a:cxn>
                      <a:cxn ang="T86">
                        <a:pos x="T8" y="T9"/>
                      </a:cxn>
                      <a:cxn ang="T87">
                        <a:pos x="T10" y="T11"/>
                      </a:cxn>
                      <a:cxn ang="T88">
                        <a:pos x="T12" y="T13"/>
                      </a:cxn>
                      <a:cxn ang="T89">
                        <a:pos x="T14" y="T15"/>
                      </a:cxn>
                      <a:cxn ang="T90">
                        <a:pos x="T16" y="T17"/>
                      </a:cxn>
                      <a:cxn ang="T91">
                        <a:pos x="T18" y="T19"/>
                      </a:cxn>
                      <a:cxn ang="T92">
                        <a:pos x="T20" y="T21"/>
                      </a:cxn>
                      <a:cxn ang="T93">
                        <a:pos x="T22" y="T23"/>
                      </a:cxn>
                      <a:cxn ang="T94">
                        <a:pos x="T24" y="T25"/>
                      </a:cxn>
                      <a:cxn ang="T95">
                        <a:pos x="T26" y="T27"/>
                      </a:cxn>
                      <a:cxn ang="T96">
                        <a:pos x="T28" y="T29"/>
                      </a:cxn>
                      <a:cxn ang="T97">
                        <a:pos x="T30" y="T31"/>
                      </a:cxn>
                      <a:cxn ang="T98">
                        <a:pos x="T32" y="T33"/>
                      </a:cxn>
                      <a:cxn ang="T99">
                        <a:pos x="T34" y="T35"/>
                      </a:cxn>
                      <a:cxn ang="T100">
                        <a:pos x="T36" y="T37"/>
                      </a:cxn>
                      <a:cxn ang="T101">
                        <a:pos x="T38" y="T39"/>
                      </a:cxn>
                      <a:cxn ang="T102">
                        <a:pos x="T40" y="T41"/>
                      </a:cxn>
                      <a:cxn ang="T103">
                        <a:pos x="T42" y="T43"/>
                      </a:cxn>
                      <a:cxn ang="T104">
                        <a:pos x="T44" y="T45"/>
                      </a:cxn>
                      <a:cxn ang="T105">
                        <a:pos x="T46" y="T47"/>
                      </a:cxn>
                      <a:cxn ang="T106">
                        <a:pos x="T48" y="T49"/>
                      </a:cxn>
                      <a:cxn ang="T107">
                        <a:pos x="T50" y="T51"/>
                      </a:cxn>
                      <a:cxn ang="T108">
                        <a:pos x="T52" y="T53"/>
                      </a:cxn>
                      <a:cxn ang="T109">
                        <a:pos x="T54" y="T55"/>
                      </a:cxn>
                      <a:cxn ang="T110">
                        <a:pos x="T56" y="T57"/>
                      </a:cxn>
                      <a:cxn ang="T111">
                        <a:pos x="T58" y="T59"/>
                      </a:cxn>
                      <a:cxn ang="T112">
                        <a:pos x="T60" y="T61"/>
                      </a:cxn>
                      <a:cxn ang="T113">
                        <a:pos x="T62" y="T63"/>
                      </a:cxn>
                      <a:cxn ang="T114">
                        <a:pos x="T64" y="T65"/>
                      </a:cxn>
                      <a:cxn ang="T115">
                        <a:pos x="T66" y="T67"/>
                      </a:cxn>
                      <a:cxn ang="T116">
                        <a:pos x="T68" y="T69"/>
                      </a:cxn>
                      <a:cxn ang="T117">
                        <a:pos x="T70" y="T71"/>
                      </a:cxn>
                      <a:cxn ang="T118">
                        <a:pos x="T72" y="T73"/>
                      </a:cxn>
                      <a:cxn ang="T119">
                        <a:pos x="T74" y="T75"/>
                      </a:cxn>
                      <a:cxn ang="T120">
                        <a:pos x="T76" y="T77"/>
                      </a:cxn>
                      <a:cxn ang="T121">
                        <a:pos x="T78" y="T79"/>
                      </a:cxn>
                      <a:cxn ang="T122">
                        <a:pos x="T80" y="T81"/>
                      </a:cxn>
                    </a:cxnLst>
                    <a:rect l="T123" t="T124" r="T125" b="T126"/>
                    <a:pathLst>
                      <a:path w="717" h="756">
                        <a:moveTo>
                          <a:pt x="0" y="756"/>
                        </a:moveTo>
                        <a:lnTo>
                          <a:pt x="52" y="167"/>
                        </a:lnTo>
                        <a:lnTo>
                          <a:pt x="64" y="384"/>
                        </a:lnTo>
                        <a:lnTo>
                          <a:pt x="90" y="103"/>
                        </a:lnTo>
                        <a:lnTo>
                          <a:pt x="116" y="519"/>
                        </a:lnTo>
                        <a:lnTo>
                          <a:pt x="135" y="487"/>
                        </a:lnTo>
                        <a:lnTo>
                          <a:pt x="135" y="359"/>
                        </a:lnTo>
                        <a:lnTo>
                          <a:pt x="167" y="71"/>
                        </a:lnTo>
                        <a:lnTo>
                          <a:pt x="192" y="244"/>
                        </a:lnTo>
                        <a:lnTo>
                          <a:pt x="205" y="96"/>
                        </a:lnTo>
                        <a:lnTo>
                          <a:pt x="218" y="615"/>
                        </a:lnTo>
                        <a:lnTo>
                          <a:pt x="244" y="397"/>
                        </a:lnTo>
                        <a:lnTo>
                          <a:pt x="282" y="519"/>
                        </a:lnTo>
                        <a:lnTo>
                          <a:pt x="308" y="308"/>
                        </a:lnTo>
                        <a:lnTo>
                          <a:pt x="333" y="442"/>
                        </a:lnTo>
                        <a:lnTo>
                          <a:pt x="346" y="352"/>
                        </a:lnTo>
                        <a:lnTo>
                          <a:pt x="365" y="384"/>
                        </a:lnTo>
                        <a:lnTo>
                          <a:pt x="378" y="135"/>
                        </a:lnTo>
                        <a:lnTo>
                          <a:pt x="391" y="301"/>
                        </a:lnTo>
                        <a:lnTo>
                          <a:pt x="384" y="519"/>
                        </a:lnTo>
                        <a:lnTo>
                          <a:pt x="404" y="679"/>
                        </a:lnTo>
                        <a:lnTo>
                          <a:pt x="429" y="628"/>
                        </a:lnTo>
                        <a:lnTo>
                          <a:pt x="442" y="480"/>
                        </a:lnTo>
                        <a:lnTo>
                          <a:pt x="455" y="391"/>
                        </a:lnTo>
                        <a:lnTo>
                          <a:pt x="436" y="506"/>
                        </a:lnTo>
                        <a:lnTo>
                          <a:pt x="461" y="352"/>
                        </a:lnTo>
                        <a:lnTo>
                          <a:pt x="474" y="455"/>
                        </a:lnTo>
                        <a:lnTo>
                          <a:pt x="493" y="519"/>
                        </a:lnTo>
                        <a:lnTo>
                          <a:pt x="512" y="410"/>
                        </a:lnTo>
                        <a:lnTo>
                          <a:pt x="532" y="186"/>
                        </a:lnTo>
                        <a:lnTo>
                          <a:pt x="544" y="231"/>
                        </a:lnTo>
                        <a:lnTo>
                          <a:pt x="570" y="148"/>
                        </a:lnTo>
                        <a:lnTo>
                          <a:pt x="576" y="301"/>
                        </a:lnTo>
                        <a:lnTo>
                          <a:pt x="576" y="730"/>
                        </a:lnTo>
                        <a:lnTo>
                          <a:pt x="647" y="0"/>
                        </a:lnTo>
                        <a:lnTo>
                          <a:pt x="647" y="250"/>
                        </a:lnTo>
                        <a:lnTo>
                          <a:pt x="660" y="333"/>
                        </a:lnTo>
                        <a:lnTo>
                          <a:pt x="685" y="192"/>
                        </a:lnTo>
                        <a:lnTo>
                          <a:pt x="711" y="340"/>
                        </a:lnTo>
                        <a:lnTo>
                          <a:pt x="698" y="429"/>
                        </a:lnTo>
                        <a:lnTo>
                          <a:pt x="717" y="461"/>
                        </a:lnTo>
                      </a:path>
                    </a:pathLst>
                  </a:custGeom>
                  <a:noFill/>
                  <a:ln w="9525">
                    <a:solidFill>
                      <a:srgbClr val="FF0000"/>
                    </a:solidFill>
                    <a:round/>
                    <a:headEnd/>
                    <a:tailEnd/>
                  </a:ln>
                </p:spPr>
                <p:txBody>
                  <a:bodyPr/>
                  <a:lstStyle/>
                  <a:p>
                    <a:endParaRPr lang="en-GB" sz="1600"/>
                  </a:p>
                </p:txBody>
              </p:sp>
              <p:sp>
                <p:nvSpPr>
                  <p:cNvPr id="14717" name="Freeform 52"/>
                  <p:cNvSpPr>
                    <a:spLocks/>
                  </p:cNvSpPr>
                  <p:nvPr/>
                </p:nvSpPr>
                <p:spPr bwMode="auto">
                  <a:xfrm flipV="1">
                    <a:off x="4385" y="1138"/>
                    <a:ext cx="313" cy="756"/>
                  </a:xfrm>
                  <a:custGeom>
                    <a:avLst/>
                    <a:gdLst>
                      <a:gd name="T0" fmla="*/ 0 w 717"/>
                      <a:gd name="T1" fmla="*/ 756 h 756"/>
                      <a:gd name="T2" fmla="*/ 4 w 717"/>
                      <a:gd name="T3" fmla="*/ 167 h 756"/>
                      <a:gd name="T4" fmla="*/ 5 w 717"/>
                      <a:gd name="T5" fmla="*/ 384 h 756"/>
                      <a:gd name="T6" fmla="*/ 7 w 717"/>
                      <a:gd name="T7" fmla="*/ 103 h 756"/>
                      <a:gd name="T8" fmla="*/ 10 w 717"/>
                      <a:gd name="T9" fmla="*/ 519 h 756"/>
                      <a:gd name="T10" fmla="*/ 11 w 717"/>
                      <a:gd name="T11" fmla="*/ 487 h 756"/>
                      <a:gd name="T12" fmla="*/ 11 w 717"/>
                      <a:gd name="T13" fmla="*/ 359 h 756"/>
                      <a:gd name="T14" fmla="*/ 14 w 717"/>
                      <a:gd name="T15" fmla="*/ 71 h 756"/>
                      <a:gd name="T16" fmla="*/ 16 w 717"/>
                      <a:gd name="T17" fmla="*/ 244 h 756"/>
                      <a:gd name="T18" fmla="*/ 17 w 717"/>
                      <a:gd name="T19" fmla="*/ 96 h 756"/>
                      <a:gd name="T20" fmla="*/ 18 w 717"/>
                      <a:gd name="T21" fmla="*/ 615 h 756"/>
                      <a:gd name="T22" fmla="*/ 21 w 717"/>
                      <a:gd name="T23" fmla="*/ 397 h 756"/>
                      <a:gd name="T24" fmla="*/ 24 w 717"/>
                      <a:gd name="T25" fmla="*/ 519 h 756"/>
                      <a:gd name="T26" fmla="*/ 25 w 717"/>
                      <a:gd name="T27" fmla="*/ 308 h 756"/>
                      <a:gd name="T28" fmla="*/ 28 w 717"/>
                      <a:gd name="T29" fmla="*/ 442 h 756"/>
                      <a:gd name="T30" fmla="*/ 29 w 717"/>
                      <a:gd name="T31" fmla="*/ 352 h 756"/>
                      <a:gd name="T32" fmla="*/ 30 w 717"/>
                      <a:gd name="T33" fmla="*/ 384 h 756"/>
                      <a:gd name="T34" fmla="*/ 31 w 717"/>
                      <a:gd name="T35" fmla="*/ 135 h 756"/>
                      <a:gd name="T36" fmla="*/ 33 w 717"/>
                      <a:gd name="T37" fmla="*/ 301 h 756"/>
                      <a:gd name="T38" fmla="*/ 32 w 717"/>
                      <a:gd name="T39" fmla="*/ 519 h 756"/>
                      <a:gd name="T40" fmla="*/ 34 w 717"/>
                      <a:gd name="T41" fmla="*/ 679 h 756"/>
                      <a:gd name="T42" fmla="*/ 36 w 717"/>
                      <a:gd name="T43" fmla="*/ 628 h 756"/>
                      <a:gd name="T44" fmla="*/ 37 w 717"/>
                      <a:gd name="T45" fmla="*/ 480 h 756"/>
                      <a:gd name="T46" fmla="*/ 38 w 717"/>
                      <a:gd name="T47" fmla="*/ 391 h 756"/>
                      <a:gd name="T48" fmla="*/ 36 w 717"/>
                      <a:gd name="T49" fmla="*/ 506 h 756"/>
                      <a:gd name="T50" fmla="*/ 38 w 717"/>
                      <a:gd name="T51" fmla="*/ 352 h 756"/>
                      <a:gd name="T52" fmla="*/ 39 w 717"/>
                      <a:gd name="T53" fmla="*/ 455 h 756"/>
                      <a:gd name="T54" fmla="*/ 41 w 717"/>
                      <a:gd name="T55" fmla="*/ 519 h 756"/>
                      <a:gd name="T56" fmla="*/ 43 w 717"/>
                      <a:gd name="T57" fmla="*/ 410 h 756"/>
                      <a:gd name="T58" fmla="*/ 44 w 717"/>
                      <a:gd name="T59" fmla="*/ 186 h 756"/>
                      <a:gd name="T60" fmla="*/ 45 w 717"/>
                      <a:gd name="T61" fmla="*/ 231 h 756"/>
                      <a:gd name="T62" fmla="*/ 48 w 717"/>
                      <a:gd name="T63" fmla="*/ 148 h 756"/>
                      <a:gd name="T64" fmla="*/ 48 w 717"/>
                      <a:gd name="T65" fmla="*/ 301 h 756"/>
                      <a:gd name="T66" fmla="*/ 48 w 717"/>
                      <a:gd name="T67" fmla="*/ 730 h 756"/>
                      <a:gd name="T68" fmla="*/ 54 w 717"/>
                      <a:gd name="T69" fmla="*/ 0 h 756"/>
                      <a:gd name="T70" fmla="*/ 54 w 717"/>
                      <a:gd name="T71" fmla="*/ 250 h 756"/>
                      <a:gd name="T72" fmla="*/ 55 w 717"/>
                      <a:gd name="T73" fmla="*/ 333 h 756"/>
                      <a:gd name="T74" fmla="*/ 57 w 717"/>
                      <a:gd name="T75" fmla="*/ 192 h 756"/>
                      <a:gd name="T76" fmla="*/ 59 w 717"/>
                      <a:gd name="T77" fmla="*/ 340 h 756"/>
                      <a:gd name="T78" fmla="*/ 58 w 717"/>
                      <a:gd name="T79" fmla="*/ 429 h 756"/>
                      <a:gd name="T80" fmla="*/ 60 w 717"/>
                      <a:gd name="T81" fmla="*/ 461 h 756"/>
                      <a:gd name="T82" fmla="*/ 0 60000 65536"/>
                      <a:gd name="T83" fmla="*/ 0 60000 65536"/>
                      <a:gd name="T84" fmla="*/ 0 60000 65536"/>
                      <a:gd name="T85" fmla="*/ 0 60000 65536"/>
                      <a:gd name="T86" fmla="*/ 0 60000 65536"/>
                      <a:gd name="T87" fmla="*/ 0 60000 65536"/>
                      <a:gd name="T88" fmla="*/ 0 60000 65536"/>
                      <a:gd name="T89" fmla="*/ 0 60000 65536"/>
                      <a:gd name="T90" fmla="*/ 0 60000 65536"/>
                      <a:gd name="T91" fmla="*/ 0 60000 65536"/>
                      <a:gd name="T92" fmla="*/ 0 60000 65536"/>
                      <a:gd name="T93" fmla="*/ 0 60000 65536"/>
                      <a:gd name="T94" fmla="*/ 0 60000 65536"/>
                      <a:gd name="T95" fmla="*/ 0 60000 65536"/>
                      <a:gd name="T96" fmla="*/ 0 60000 65536"/>
                      <a:gd name="T97" fmla="*/ 0 60000 65536"/>
                      <a:gd name="T98" fmla="*/ 0 60000 65536"/>
                      <a:gd name="T99" fmla="*/ 0 60000 65536"/>
                      <a:gd name="T100" fmla="*/ 0 60000 65536"/>
                      <a:gd name="T101" fmla="*/ 0 60000 65536"/>
                      <a:gd name="T102" fmla="*/ 0 60000 65536"/>
                      <a:gd name="T103" fmla="*/ 0 60000 65536"/>
                      <a:gd name="T104" fmla="*/ 0 60000 65536"/>
                      <a:gd name="T105" fmla="*/ 0 60000 65536"/>
                      <a:gd name="T106" fmla="*/ 0 60000 65536"/>
                      <a:gd name="T107" fmla="*/ 0 60000 65536"/>
                      <a:gd name="T108" fmla="*/ 0 60000 65536"/>
                      <a:gd name="T109" fmla="*/ 0 60000 65536"/>
                      <a:gd name="T110" fmla="*/ 0 60000 65536"/>
                      <a:gd name="T111" fmla="*/ 0 60000 65536"/>
                      <a:gd name="T112" fmla="*/ 0 60000 65536"/>
                      <a:gd name="T113" fmla="*/ 0 60000 65536"/>
                      <a:gd name="T114" fmla="*/ 0 60000 65536"/>
                      <a:gd name="T115" fmla="*/ 0 60000 65536"/>
                      <a:gd name="T116" fmla="*/ 0 60000 65536"/>
                      <a:gd name="T117" fmla="*/ 0 60000 65536"/>
                      <a:gd name="T118" fmla="*/ 0 60000 65536"/>
                      <a:gd name="T119" fmla="*/ 0 60000 65536"/>
                      <a:gd name="T120" fmla="*/ 0 60000 65536"/>
                      <a:gd name="T121" fmla="*/ 0 60000 65536"/>
                      <a:gd name="T122" fmla="*/ 0 60000 65536"/>
                      <a:gd name="T123" fmla="*/ 0 w 717"/>
                      <a:gd name="T124" fmla="*/ 0 h 756"/>
                      <a:gd name="T125" fmla="*/ 717 w 717"/>
                      <a:gd name="T126" fmla="*/ 756 h 756"/>
                    </a:gdLst>
                    <a:ahLst/>
                    <a:cxnLst>
                      <a:cxn ang="T82">
                        <a:pos x="T0" y="T1"/>
                      </a:cxn>
                      <a:cxn ang="T83">
                        <a:pos x="T2" y="T3"/>
                      </a:cxn>
                      <a:cxn ang="T84">
                        <a:pos x="T4" y="T5"/>
                      </a:cxn>
                      <a:cxn ang="T85">
                        <a:pos x="T6" y="T7"/>
                      </a:cxn>
                      <a:cxn ang="T86">
                        <a:pos x="T8" y="T9"/>
                      </a:cxn>
                      <a:cxn ang="T87">
                        <a:pos x="T10" y="T11"/>
                      </a:cxn>
                      <a:cxn ang="T88">
                        <a:pos x="T12" y="T13"/>
                      </a:cxn>
                      <a:cxn ang="T89">
                        <a:pos x="T14" y="T15"/>
                      </a:cxn>
                      <a:cxn ang="T90">
                        <a:pos x="T16" y="T17"/>
                      </a:cxn>
                      <a:cxn ang="T91">
                        <a:pos x="T18" y="T19"/>
                      </a:cxn>
                      <a:cxn ang="T92">
                        <a:pos x="T20" y="T21"/>
                      </a:cxn>
                      <a:cxn ang="T93">
                        <a:pos x="T22" y="T23"/>
                      </a:cxn>
                      <a:cxn ang="T94">
                        <a:pos x="T24" y="T25"/>
                      </a:cxn>
                      <a:cxn ang="T95">
                        <a:pos x="T26" y="T27"/>
                      </a:cxn>
                      <a:cxn ang="T96">
                        <a:pos x="T28" y="T29"/>
                      </a:cxn>
                      <a:cxn ang="T97">
                        <a:pos x="T30" y="T31"/>
                      </a:cxn>
                      <a:cxn ang="T98">
                        <a:pos x="T32" y="T33"/>
                      </a:cxn>
                      <a:cxn ang="T99">
                        <a:pos x="T34" y="T35"/>
                      </a:cxn>
                      <a:cxn ang="T100">
                        <a:pos x="T36" y="T37"/>
                      </a:cxn>
                      <a:cxn ang="T101">
                        <a:pos x="T38" y="T39"/>
                      </a:cxn>
                      <a:cxn ang="T102">
                        <a:pos x="T40" y="T41"/>
                      </a:cxn>
                      <a:cxn ang="T103">
                        <a:pos x="T42" y="T43"/>
                      </a:cxn>
                      <a:cxn ang="T104">
                        <a:pos x="T44" y="T45"/>
                      </a:cxn>
                      <a:cxn ang="T105">
                        <a:pos x="T46" y="T47"/>
                      </a:cxn>
                      <a:cxn ang="T106">
                        <a:pos x="T48" y="T49"/>
                      </a:cxn>
                      <a:cxn ang="T107">
                        <a:pos x="T50" y="T51"/>
                      </a:cxn>
                      <a:cxn ang="T108">
                        <a:pos x="T52" y="T53"/>
                      </a:cxn>
                      <a:cxn ang="T109">
                        <a:pos x="T54" y="T55"/>
                      </a:cxn>
                      <a:cxn ang="T110">
                        <a:pos x="T56" y="T57"/>
                      </a:cxn>
                      <a:cxn ang="T111">
                        <a:pos x="T58" y="T59"/>
                      </a:cxn>
                      <a:cxn ang="T112">
                        <a:pos x="T60" y="T61"/>
                      </a:cxn>
                      <a:cxn ang="T113">
                        <a:pos x="T62" y="T63"/>
                      </a:cxn>
                      <a:cxn ang="T114">
                        <a:pos x="T64" y="T65"/>
                      </a:cxn>
                      <a:cxn ang="T115">
                        <a:pos x="T66" y="T67"/>
                      </a:cxn>
                      <a:cxn ang="T116">
                        <a:pos x="T68" y="T69"/>
                      </a:cxn>
                      <a:cxn ang="T117">
                        <a:pos x="T70" y="T71"/>
                      </a:cxn>
                      <a:cxn ang="T118">
                        <a:pos x="T72" y="T73"/>
                      </a:cxn>
                      <a:cxn ang="T119">
                        <a:pos x="T74" y="T75"/>
                      </a:cxn>
                      <a:cxn ang="T120">
                        <a:pos x="T76" y="T77"/>
                      </a:cxn>
                      <a:cxn ang="T121">
                        <a:pos x="T78" y="T79"/>
                      </a:cxn>
                      <a:cxn ang="T122">
                        <a:pos x="T80" y="T81"/>
                      </a:cxn>
                    </a:cxnLst>
                    <a:rect l="T123" t="T124" r="T125" b="T126"/>
                    <a:pathLst>
                      <a:path w="717" h="756">
                        <a:moveTo>
                          <a:pt x="0" y="756"/>
                        </a:moveTo>
                        <a:lnTo>
                          <a:pt x="52" y="167"/>
                        </a:lnTo>
                        <a:lnTo>
                          <a:pt x="64" y="384"/>
                        </a:lnTo>
                        <a:lnTo>
                          <a:pt x="90" y="103"/>
                        </a:lnTo>
                        <a:lnTo>
                          <a:pt x="116" y="519"/>
                        </a:lnTo>
                        <a:lnTo>
                          <a:pt x="135" y="487"/>
                        </a:lnTo>
                        <a:lnTo>
                          <a:pt x="135" y="359"/>
                        </a:lnTo>
                        <a:lnTo>
                          <a:pt x="167" y="71"/>
                        </a:lnTo>
                        <a:lnTo>
                          <a:pt x="192" y="244"/>
                        </a:lnTo>
                        <a:lnTo>
                          <a:pt x="205" y="96"/>
                        </a:lnTo>
                        <a:lnTo>
                          <a:pt x="218" y="615"/>
                        </a:lnTo>
                        <a:lnTo>
                          <a:pt x="244" y="397"/>
                        </a:lnTo>
                        <a:lnTo>
                          <a:pt x="282" y="519"/>
                        </a:lnTo>
                        <a:lnTo>
                          <a:pt x="308" y="308"/>
                        </a:lnTo>
                        <a:lnTo>
                          <a:pt x="333" y="442"/>
                        </a:lnTo>
                        <a:lnTo>
                          <a:pt x="346" y="352"/>
                        </a:lnTo>
                        <a:lnTo>
                          <a:pt x="365" y="384"/>
                        </a:lnTo>
                        <a:lnTo>
                          <a:pt x="378" y="135"/>
                        </a:lnTo>
                        <a:lnTo>
                          <a:pt x="391" y="301"/>
                        </a:lnTo>
                        <a:lnTo>
                          <a:pt x="384" y="519"/>
                        </a:lnTo>
                        <a:lnTo>
                          <a:pt x="404" y="679"/>
                        </a:lnTo>
                        <a:lnTo>
                          <a:pt x="429" y="628"/>
                        </a:lnTo>
                        <a:lnTo>
                          <a:pt x="442" y="480"/>
                        </a:lnTo>
                        <a:lnTo>
                          <a:pt x="455" y="391"/>
                        </a:lnTo>
                        <a:lnTo>
                          <a:pt x="436" y="506"/>
                        </a:lnTo>
                        <a:lnTo>
                          <a:pt x="461" y="352"/>
                        </a:lnTo>
                        <a:lnTo>
                          <a:pt x="474" y="455"/>
                        </a:lnTo>
                        <a:lnTo>
                          <a:pt x="493" y="519"/>
                        </a:lnTo>
                        <a:lnTo>
                          <a:pt x="512" y="410"/>
                        </a:lnTo>
                        <a:lnTo>
                          <a:pt x="532" y="186"/>
                        </a:lnTo>
                        <a:lnTo>
                          <a:pt x="544" y="231"/>
                        </a:lnTo>
                        <a:lnTo>
                          <a:pt x="570" y="148"/>
                        </a:lnTo>
                        <a:lnTo>
                          <a:pt x="576" y="301"/>
                        </a:lnTo>
                        <a:lnTo>
                          <a:pt x="576" y="730"/>
                        </a:lnTo>
                        <a:lnTo>
                          <a:pt x="647" y="0"/>
                        </a:lnTo>
                        <a:lnTo>
                          <a:pt x="647" y="250"/>
                        </a:lnTo>
                        <a:lnTo>
                          <a:pt x="660" y="333"/>
                        </a:lnTo>
                        <a:lnTo>
                          <a:pt x="685" y="192"/>
                        </a:lnTo>
                        <a:lnTo>
                          <a:pt x="711" y="340"/>
                        </a:lnTo>
                        <a:lnTo>
                          <a:pt x="698" y="429"/>
                        </a:lnTo>
                        <a:lnTo>
                          <a:pt x="717" y="461"/>
                        </a:lnTo>
                      </a:path>
                    </a:pathLst>
                  </a:custGeom>
                  <a:noFill/>
                  <a:ln w="9525">
                    <a:solidFill>
                      <a:srgbClr val="FF0000"/>
                    </a:solidFill>
                    <a:round/>
                    <a:headEnd/>
                    <a:tailEnd/>
                  </a:ln>
                </p:spPr>
                <p:txBody>
                  <a:bodyPr/>
                  <a:lstStyle/>
                  <a:p>
                    <a:endParaRPr lang="en-GB" sz="1600"/>
                  </a:p>
                </p:txBody>
              </p:sp>
              <p:sp>
                <p:nvSpPr>
                  <p:cNvPr id="14718" name="Freeform 53"/>
                  <p:cNvSpPr>
                    <a:spLocks/>
                  </p:cNvSpPr>
                  <p:nvPr/>
                </p:nvSpPr>
                <p:spPr bwMode="auto">
                  <a:xfrm flipH="1">
                    <a:off x="4698" y="1100"/>
                    <a:ext cx="313" cy="756"/>
                  </a:xfrm>
                  <a:custGeom>
                    <a:avLst/>
                    <a:gdLst>
                      <a:gd name="T0" fmla="*/ 0 w 717"/>
                      <a:gd name="T1" fmla="*/ 756 h 756"/>
                      <a:gd name="T2" fmla="*/ 4 w 717"/>
                      <a:gd name="T3" fmla="*/ 167 h 756"/>
                      <a:gd name="T4" fmla="*/ 5 w 717"/>
                      <a:gd name="T5" fmla="*/ 384 h 756"/>
                      <a:gd name="T6" fmla="*/ 7 w 717"/>
                      <a:gd name="T7" fmla="*/ 103 h 756"/>
                      <a:gd name="T8" fmla="*/ 10 w 717"/>
                      <a:gd name="T9" fmla="*/ 519 h 756"/>
                      <a:gd name="T10" fmla="*/ 11 w 717"/>
                      <a:gd name="T11" fmla="*/ 487 h 756"/>
                      <a:gd name="T12" fmla="*/ 11 w 717"/>
                      <a:gd name="T13" fmla="*/ 359 h 756"/>
                      <a:gd name="T14" fmla="*/ 14 w 717"/>
                      <a:gd name="T15" fmla="*/ 71 h 756"/>
                      <a:gd name="T16" fmla="*/ 16 w 717"/>
                      <a:gd name="T17" fmla="*/ 244 h 756"/>
                      <a:gd name="T18" fmla="*/ 17 w 717"/>
                      <a:gd name="T19" fmla="*/ 96 h 756"/>
                      <a:gd name="T20" fmla="*/ 18 w 717"/>
                      <a:gd name="T21" fmla="*/ 615 h 756"/>
                      <a:gd name="T22" fmla="*/ 21 w 717"/>
                      <a:gd name="T23" fmla="*/ 397 h 756"/>
                      <a:gd name="T24" fmla="*/ 24 w 717"/>
                      <a:gd name="T25" fmla="*/ 519 h 756"/>
                      <a:gd name="T26" fmla="*/ 25 w 717"/>
                      <a:gd name="T27" fmla="*/ 308 h 756"/>
                      <a:gd name="T28" fmla="*/ 28 w 717"/>
                      <a:gd name="T29" fmla="*/ 442 h 756"/>
                      <a:gd name="T30" fmla="*/ 29 w 717"/>
                      <a:gd name="T31" fmla="*/ 352 h 756"/>
                      <a:gd name="T32" fmla="*/ 30 w 717"/>
                      <a:gd name="T33" fmla="*/ 384 h 756"/>
                      <a:gd name="T34" fmla="*/ 31 w 717"/>
                      <a:gd name="T35" fmla="*/ 135 h 756"/>
                      <a:gd name="T36" fmla="*/ 33 w 717"/>
                      <a:gd name="T37" fmla="*/ 301 h 756"/>
                      <a:gd name="T38" fmla="*/ 32 w 717"/>
                      <a:gd name="T39" fmla="*/ 519 h 756"/>
                      <a:gd name="T40" fmla="*/ 34 w 717"/>
                      <a:gd name="T41" fmla="*/ 679 h 756"/>
                      <a:gd name="T42" fmla="*/ 36 w 717"/>
                      <a:gd name="T43" fmla="*/ 628 h 756"/>
                      <a:gd name="T44" fmla="*/ 37 w 717"/>
                      <a:gd name="T45" fmla="*/ 480 h 756"/>
                      <a:gd name="T46" fmla="*/ 38 w 717"/>
                      <a:gd name="T47" fmla="*/ 391 h 756"/>
                      <a:gd name="T48" fmla="*/ 36 w 717"/>
                      <a:gd name="T49" fmla="*/ 506 h 756"/>
                      <a:gd name="T50" fmla="*/ 38 w 717"/>
                      <a:gd name="T51" fmla="*/ 352 h 756"/>
                      <a:gd name="T52" fmla="*/ 39 w 717"/>
                      <a:gd name="T53" fmla="*/ 455 h 756"/>
                      <a:gd name="T54" fmla="*/ 41 w 717"/>
                      <a:gd name="T55" fmla="*/ 519 h 756"/>
                      <a:gd name="T56" fmla="*/ 43 w 717"/>
                      <a:gd name="T57" fmla="*/ 410 h 756"/>
                      <a:gd name="T58" fmla="*/ 44 w 717"/>
                      <a:gd name="T59" fmla="*/ 186 h 756"/>
                      <a:gd name="T60" fmla="*/ 45 w 717"/>
                      <a:gd name="T61" fmla="*/ 231 h 756"/>
                      <a:gd name="T62" fmla="*/ 48 w 717"/>
                      <a:gd name="T63" fmla="*/ 148 h 756"/>
                      <a:gd name="T64" fmla="*/ 48 w 717"/>
                      <a:gd name="T65" fmla="*/ 301 h 756"/>
                      <a:gd name="T66" fmla="*/ 48 w 717"/>
                      <a:gd name="T67" fmla="*/ 730 h 756"/>
                      <a:gd name="T68" fmla="*/ 54 w 717"/>
                      <a:gd name="T69" fmla="*/ 0 h 756"/>
                      <a:gd name="T70" fmla="*/ 54 w 717"/>
                      <a:gd name="T71" fmla="*/ 250 h 756"/>
                      <a:gd name="T72" fmla="*/ 55 w 717"/>
                      <a:gd name="T73" fmla="*/ 333 h 756"/>
                      <a:gd name="T74" fmla="*/ 57 w 717"/>
                      <a:gd name="T75" fmla="*/ 192 h 756"/>
                      <a:gd name="T76" fmla="*/ 59 w 717"/>
                      <a:gd name="T77" fmla="*/ 340 h 756"/>
                      <a:gd name="T78" fmla="*/ 58 w 717"/>
                      <a:gd name="T79" fmla="*/ 429 h 756"/>
                      <a:gd name="T80" fmla="*/ 60 w 717"/>
                      <a:gd name="T81" fmla="*/ 461 h 756"/>
                      <a:gd name="T82" fmla="*/ 0 60000 65536"/>
                      <a:gd name="T83" fmla="*/ 0 60000 65536"/>
                      <a:gd name="T84" fmla="*/ 0 60000 65536"/>
                      <a:gd name="T85" fmla="*/ 0 60000 65536"/>
                      <a:gd name="T86" fmla="*/ 0 60000 65536"/>
                      <a:gd name="T87" fmla="*/ 0 60000 65536"/>
                      <a:gd name="T88" fmla="*/ 0 60000 65536"/>
                      <a:gd name="T89" fmla="*/ 0 60000 65536"/>
                      <a:gd name="T90" fmla="*/ 0 60000 65536"/>
                      <a:gd name="T91" fmla="*/ 0 60000 65536"/>
                      <a:gd name="T92" fmla="*/ 0 60000 65536"/>
                      <a:gd name="T93" fmla="*/ 0 60000 65536"/>
                      <a:gd name="T94" fmla="*/ 0 60000 65536"/>
                      <a:gd name="T95" fmla="*/ 0 60000 65536"/>
                      <a:gd name="T96" fmla="*/ 0 60000 65536"/>
                      <a:gd name="T97" fmla="*/ 0 60000 65536"/>
                      <a:gd name="T98" fmla="*/ 0 60000 65536"/>
                      <a:gd name="T99" fmla="*/ 0 60000 65536"/>
                      <a:gd name="T100" fmla="*/ 0 60000 65536"/>
                      <a:gd name="T101" fmla="*/ 0 60000 65536"/>
                      <a:gd name="T102" fmla="*/ 0 60000 65536"/>
                      <a:gd name="T103" fmla="*/ 0 60000 65536"/>
                      <a:gd name="T104" fmla="*/ 0 60000 65536"/>
                      <a:gd name="T105" fmla="*/ 0 60000 65536"/>
                      <a:gd name="T106" fmla="*/ 0 60000 65536"/>
                      <a:gd name="T107" fmla="*/ 0 60000 65536"/>
                      <a:gd name="T108" fmla="*/ 0 60000 65536"/>
                      <a:gd name="T109" fmla="*/ 0 60000 65536"/>
                      <a:gd name="T110" fmla="*/ 0 60000 65536"/>
                      <a:gd name="T111" fmla="*/ 0 60000 65536"/>
                      <a:gd name="T112" fmla="*/ 0 60000 65536"/>
                      <a:gd name="T113" fmla="*/ 0 60000 65536"/>
                      <a:gd name="T114" fmla="*/ 0 60000 65536"/>
                      <a:gd name="T115" fmla="*/ 0 60000 65536"/>
                      <a:gd name="T116" fmla="*/ 0 60000 65536"/>
                      <a:gd name="T117" fmla="*/ 0 60000 65536"/>
                      <a:gd name="T118" fmla="*/ 0 60000 65536"/>
                      <a:gd name="T119" fmla="*/ 0 60000 65536"/>
                      <a:gd name="T120" fmla="*/ 0 60000 65536"/>
                      <a:gd name="T121" fmla="*/ 0 60000 65536"/>
                      <a:gd name="T122" fmla="*/ 0 60000 65536"/>
                      <a:gd name="T123" fmla="*/ 0 w 717"/>
                      <a:gd name="T124" fmla="*/ 0 h 756"/>
                      <a:gd name="T125" fmla="*/ 717 w 717"/>
                      <a:gd name="T126" fmla="*/ 756 h 756"/>
                    </a:gdLst>
                    <a:ahLst/>
                    <a:cxnLst>
                      <a:cxn ang="T82">
                        <a:pos x="T0" y="T1"/>
                      </a:cxn>
                      <a:cxn ang="T83">
                        <a:pos x="T2" y="T3"/>
                      </a:cxn>
                      <a:cxn ang="T84">
                        <a:pos x="T4" y="T5"/>
                      </a:cxn>
                      <a:cxn ang="T85">
                        <a:pos x="T6" y="T7"/>
                      </a:cxn>
                      <a:cxn ang="T86">
                        <a:pos x="T8" y="T9"/>
                      </a:cxn>
                      <a:cxn ang="T87">
                        <a:pos x="T10" y="T11"/>
                      </a:cxn>
                      <a:cxn ang="T88">
                        <a:pos x="T12" y="T13"/>
                      </a:cxn>
                      <a:cxn ang="T89">
                        <a:pos x="T14" y="T15"/>
                      </a:cxn>
                      <a:cxn ang="T90">
                        <a:pos x="T16" y="T17"/>
                      </a:cxn>
                      <a:cxn ang="T91">
                        <a:pos x="T18" y="T19"/>
                      </a:cxn>
                      <a:cxn ang="T92">
                        <a:pos x="T20" y="T21"/>
                      </a:cxn>
                      <a:cxn ang="T93">
                        <a:pos x="T22" y="T23"/>
                      </a:cxn>
                      <a:cxn ang="T94">
                        <a:pos x="T24" y="T25"/>
                      </a:cxn>
                      <a:cxn ang="T95">
                        <a:pos x="T26" y="T27"/>
                      </a:cxn>
                      <a:cxn ang="T96">
                        <a:pos x="T28" y="T29"/>
                      </a:cxn>
                      <a:cxn ang="T97">
                        <a:pos x="T30" y="T31"/>
                      </a:cxn>
                      <a:cxn ang="T98">
                        <a:pos x="T32" y="T33"/>
                      </a:cxn>
                      <a:cxn ang="T99">
                        <a:pos x="T34" y="T35"/>
                      </a:cxn>
                      <a:cxn ang="T100">
                        <a:pos x="T36" y="T37"/>
                      </a:cxn>
                      <a:cxn ang="T101">
                        <a:pos x="T38" y="T39"/>
                      </a:cxn>
                      <a:cxn ang="T102">
                        <a:pos x="T40" y="T41"/>
                      </a:cxn>
                      <a:cxn ang="T103">
                        <a:pos x="T42" y="T43"/>
                      </a:cxn>
                      <a:cxn ang="T104">
                        <a:pos x="T44" y="T45"/>
                      </a:cxn>
                      <a:cxn ang="T105">
                        <a:pos x="T46" y="T47"/>
                      </a:cxn>
                      <a:cxn ang="T106">
                        <a:pos x="T48" y="T49"/>
                      </a:cxn>
                      <a:cxn ang="T107">
                        <a:pos x="T50" y="T51"/>
                      </a:cxn>
                      <a:cxn ang="T108">
                        <a:pos x="T52" y="T53"/>
                      </a:cxn>
                      <a:cxn ang="T109">
                        <a:pos x="T54" y="T55"/>
                      </a:cxn>
                      <a:cxn ang="T110">
                        <a:pos x="T56" y="T57"/>
                      </a:cxn>
                      <a:cxn ang="T111">
                        <a:pos x="T58" y="T59"/>
                      </a:cxn>
                      <a:cxn ang="T112">
                        <a:pos x="T60" y="T61"/>
                      </a:cxn>
                      <a:cxn ang="T113">
                        <a:pos x="T62" y="T63"/>
                      </a:cxn>
                      <a:cxn ang="T114">
                        <a:pos x="T64" y="T65"/>
                      </a:cxn>
                      <a:cxn ang="T115">
                        <a:pos x="T66" y="T67"/>
                      </a:cxn>
                      <a:cxn ang="T116">
                        <a:pos x="T68" y="T69"/>
                      </a:cxn>
                      <a:cxn ang="T117">
                        <a:pos x="T70" y="T71"/>
                      </a:cxn>
                      <a:cxn ang="T118">
                        <a:pos x="T72" y="T73"/>
                      </a:cxn>
                      <a:cxn ang="T119">
                        <a:pos x="T74" y="T75"/>
                      </a:cxn>
                      <a:cxn ang="T120">
                        <a:pos x="T76" y="T77"/>
                      </a:cxn>
                      <a:cxn ang="T121">
                        <a:pos x="T78" y="T79"/>
                      </a:cxn>
                      <a:cxn ang="T122">
                        <a:pos x="T80" y="T81"/>
                      </a:cxn>
                    </a:cxnLst>
                    <a:rect l="T123" t="T124" r="T125" b="T126"/>
                    <a:pathLst>
                      <a:path w="717" h="756">
                        <a:moveTo>
                          <a:pt x="0" y="756"/>
                        </a:moveTo>
                        <a:lnTo>
                          <a:pt x="52" y="167"/>
                        </a:lnTo>
                        <a:lnTo>
                          <a:pt x="64" y="384"/>
                        </a:lnTo>
                        <a:lnTo>
                          <a:pt x="90" y="103"/>
                        </a:lnTo>
                        <a:lnTo>
                          <a:pt x="116" y="519"/>
                        </a:lnTo>
                        <a:lnTo>
                          <a:pt x="135" y="487"/>
                        </a:lnTo>
                        <a:lnTo>
                          <a:pt x="135" y="359"/>
                        </a:lnTo>
                        <a:lnTo>
                          <a:pt x="167" y="71"/>
                        </a:lnTo>
                        <a:lnTo>
                          <a:pt x="192" y="244"/>
                        </a:lnTo>
                        <a:lnTo>
                          <a:pt x="205" y="96"/>
                        </a:lnTo>
                        <a:lnTo>
                          <a:pt x="218" y="615"/>
                        </a:lnTo>
                        <a:lnTo>
                          <a:pt x="244" y="397"/>
                        </a:lnTo>
                        <a:lnTo>
                          <a:pt x="282" y="519"/>
                        </a:lnTo>
                        <a:lnTo>
                          <a:pt x="308" y="308"/>
                        </a:lnTo>
                        <a:lnTo>
                          <a:pt x="333" y="442"/>
                        </a:lnTo>
                        <a:lnTo>
                          <a:pt x="346" y="352"/>
                        </a:lnTo>
                        <a:lnTo>
                          <a:pt x="365" y="384"/>
                        </a:lnTo>
                        <a:lnTo>
                          <a:pt x="378" y="135"/>
                        </a:lnTo>
                        <a:lnTo>
                          <a:pt x="391" y="301"/>
                        </a:lnTo>
                        <a:lnTo>
                          <a:pt x="384" y="519"/>
                        </a:lnTo>
                        <a:lnTo>
                          <a:pt x="404" y="679"/>
                        </a:lnTo>
                        <a:lnTo>
                          <a:pt x="429" y="628"/>
                        </a:lnTo>
                        <a:lnTo>
                          <a:pt x="442" y="480"/>
                        </a:lnTo>
                        <a:lnTo>
                          <a:pt x="455" y="391"/>
                        </a:lnTo>
                        <a:lnTo>
                          <a:pt x="436" y="506"/>
                        </a:lnTo>
                        <a:lnTo>
                          <a:pt x="461" y="352"/>
                        </a:lnTo>
                        <a:lnTo>
                          <a:pt x="474" y="455"/>
                        </a:lnTo>
                        <a:lnTo>
                          <a:pt x="493" y="519"/>
                        </a:lnTo>
                        <a:lnTo>
                          <a:pt x="512" y="410"/>
                        </a:lnTo>
                        <a:lnTo>
                          <a:pt x="532" y="186"/>
                        </a:lnTo>
                        <a:lnTo>
                          <a:pt x="544" y="231"/>
                        </a:lnTo>
                        <a:lnTo>
                          <a:pt x="570" y="148"/>
                        </a:lnTo>
                        <a:lnTo>
                          <a:pt x="576" y="301"/>
                        </a:lnTo>
                        <a:lnTo>
                          <a:pt x="576" y="730"/>
                        </a:lnTo>
                        <a:lnTo>
                          <a:pt x="647" y="0"/>
                        </a:lnTo>
                        <a:lnTo>
                          <a:pt x="647" y="250"/>
                        </a:lnTo>
                        <a:lnTo>
                          <a:pt x="660" y="333"/>
                        </a:lnTo>
                        <a:lnTo>
                          <a:pt x="685" y="192"/>
                        </a:lnTo>
                        <a:lnTo>
                          <a:pt x="711" y="340"/>
                        </a:lnTo>
                        <a:lnTo>
                          <a:pt x="698" y="429"/>
                        </a:lnTo>
                        <a:lnTo>
                          <a:pt x="717" y="461"/>
                        </a:lnTo>
                      </a:path>
                    </a:pathLst>
                  </a:custGeom>
                  <a:noFill/>
                  <a:ln w="9525">
                    <a:solidFill>
                      <a:srgbClr val="FF0000"/>
                    </a:solidFill>
                    <a:round/>
                    <a:headEnd/>
                    <a:tailEnd/>
                  </a:ln>
                </p:spPr>
                <p:txBody>
                  <a:bodyPr/>
                  <a:lstStyle/>
                  <a:p>
                    <a:endParaRPr lang="en-GB" sz="1600"/>
                  </a:p>
                </p:txBody>
              </p:sp>
            </p:grpSp>
            <p:grpSp>
              <p:nvGrpSpPr>
                <p:cNvPr id="10" name="Group 54"/>
                <p:cNvGrpSpPr>
                  <a:grpSpLocks/>
                </p:cNvGrpSpPr>
                <p:nvPr/>
              </p:nvGrpSpPr>
              <p:grpSpPr bwMode="auto">
                <a:xfrm flipH="1">
                  <a:off x="3986" y="1092"/>
                  <a:ext cx="590" cy="801"/>
                  <a:chOff x="3462" y="1100"/>
                  <a:chExt cx="1549" cy="801"/>
                </a:xfrm>
              </p:grpSpPr>
              <p:sp>
                <p:nvSpPr>
                  <p:cNvPr id="14709" name="Freeform 55"/>
                  <p:cNvSpPr>
                    <a:spLocks/>
                  </p:cNvSpPr>
                  <p:nvPr/>
                </p:nvSpPr>
                <p:spPr bwMode="auto">
                  <a:xfrm>
                    <a:off x="3462" y="1126"/>
                    <a:ext cx="313" cy="756"/>
                  </a:xfrm>
                  <a:custGeom>
                    <a:avLst/>
                    <a:gdLst>
                      <a:gd name="T0" fmla="*/ 0 w 717"/>
                      <a:gd name="T1" fmla="*/ 756 h 756"/>
                      <a:gd name="T2" fmla="*/ 4 w 717"/>
                      <a:gd name="T3" fmla="*/ 167 h 756"/>
                      <a:gd name="T4" fmla="*/ 5 w 717"/>
                      <a:gd name="T5" fmla="*/ 384 h 756"/>
                      <a:gd name="T6" fmla="*/ 7 w 717"/>
                      <a:gd name="T7" fmla="*/ 103 h 756"/>
                      <a:gd name="T8" fmla="*/ 10 w 717"/>
                      <a:gd name="T9" fmla="*/ 519 h 756"/>
                      <a:gd name="T10" fmla="*/ 11 w 717"/>
                      <a:gd name="T11" fmla="*/ 487 h 756"/>
                      <a:gd name="T12" fmla="*/ 11 w 717"/>
                      <a:gd name="T13" fmla="*/ 359 h 756"/>
                      <a:gd name="T14" fmla="*/ 14 w 717"/>
                      <a:gd name="T15" fmla="*/ 71 h 756"/>
                      <a:gd name="T16" fmla="*/ 16 w 717"/>
                      <a:gd name="T17" fmla="*/ 244 h 756"/>
                      <a:gd name="T18" fmla="*/ 17 w 717"/>
                      <a:gd name="T19" fmla="*/ 96 h 756"/>
                      <a:gd name="T20" fmla="*/ 18 w 717"/>
                      <a:gd name="T21" fmla="*/ 615 h 756"/>
                      <a:gd name="T22" fmla="*/ 21 w 717"/>
                      <a:gd name="T23" fmla="*/ 397 h 756"/>
                      <a:gd name="T24" fmla="*/ 24 w 717"/>
                      <a:gd name="T25" fmla="*/ 519 h 756"/>
                      <a:gd name="T26" fmla="*/ 25 w 717"/>
                      <a:gd name="T27" fmla="*/ 308 h 756"/>
                      <a:gd name="T28" fmla="*/ 28 w 717"/>
                      <a:gd name="T29" fmla="*/ 442 h 756"/>
                      <a:gd name="T30" fmla="*/ 29 w 717"/>
                      <a:gd name="T31" fmla="*/ 352 h 756"/>
                      <a:gd name="T32" fmla="*/ 30 w 717"/>
                      <a:gd name="T33" fmla="*/ 384 h 756"/>
                      <a:gd name="T34" fmla="*/ 31 w 717"/>
                      <a:gd name="T35" fmla="*/ 135 h 756"/>
                      <a:gd name="T36" fmla="*/ 33 w 717"/>
                      <a:gd name="T37" fmla="*/ 301 h 756"/>
                      <a:gd name="T38" fmla="*/ 32 w 717"/>
                      <a:gd name="T39" fmla="*/ 519 h 756"/>
                      <a:gd name="T40" fmla="*/ 34 w 717"/>
                      <a:gd name="T41" fmla="*/ 679 h 756"/>
                      <a:gd name="T42" fmla="*/ 36 w 717"/>
                      <a:gd name="T43" fmla="*/ 628 h 756"/>
                      <a:gd name="T44" fmla="*/ 37 w 717"/>
                      <a:gd name="T45" fmla="*/ 480 h 756"/>
                      <a:gd name="T46" fmla="*/ 38 w 717"/>
                      <a:gd name="T47" fmla="*/ 391 h 756"/>
                      <a:gd name="T48" fmla="*/ 36 w 717"/>
                      <a:gd name="T49" fmla="*/ 506 h 756"/>
                      <a:gd name="T50" fmla="*/ 38 w 717"/>
                      <a:gd name="T51" fmla="*/ 352 h 756"/>
                      <a:gd name="T52" fmla="*/ 39 w 717"/>
                      <a:gd name="T53" fmla="*/ 455 h 756"/>
                      <a:gd name="T54" fmla="*/ 41 w 717"/>
                      <a:gd name="T55" fmla="*/ 519 h 756"/>
                      <a:gd name="T56" fmla="*/ 43 w 717"/>
                      <a:gd name="T57" fmla="*/ 410 h 756"/>
                      <a:gd name="T58" fmla="*/ 44 w 717"/>
                      <a:gd name="T59" fmla="*/ 186 h 756"/>
                      <a:gd name="T60" fmla="*/ 45 w 717"/>
                      <a:gd name="T61" fmla="*/ 231 h 756"/>
                      <a:gd name="T62" fmla="*/ 48 w 717"/>
                      <a:gd name="T63" fmla="*/ 148 h 756"/>
                      <a:gd name="T64" fmla="*/ 48 w 717"/>
                      <a:gd name="T65" fmla="*/ 301 h 756"/>
                      <a:gd name="T66" fmla="*/ 48 w 717"/>
                      <a:gd name="T67" fmla="*/ 730 h 756"/>
                      <a:gd name="T68" fmla="*/ 54 w 717"/>
                      <a:gd name="T69" fmla="*/ 0 h 756"/>
                      <a:gd name="T70" fmla="*/ 54 w 717"/>
                      <a:gd name="T71" fmla="*/ 250 h 756"/>
                      <a:gd name="T72" fmla="*/ 55 w 717"/>
                      <a:gd name="T73" fmla="*/ 333 h 756"/>
                      <a:gd name="T74" fmla="*/ 57 w 717"/>
                      <a:gd name="T75" fmla="*/ 192 h 756"/>
                      <a:gd name="T76" fmla="*/ 59 w 717"/>
                      <a:gd name="T77" fmla="*/ 340 h 756"/>
                      <a:gd name="T78" fmla="*/ 58 w 717"/>
                      <a:gd name="T79" fmla="*/ 429 h 756"/>
                      <a:gd name="T80" fmla="*/ 60 w 717"/>
                      <a:gd name="T81" fmla="*/ 461 h 756"/>
                      <a:gd name="T82" fmla="*/ 0 60000 65536"/>
                      <a:gd name="T83" fmla="*/ 0 60000 65536"/>
                      <a:gd name="T84" fmla="*/ 0 60000 65536"/>
                      <a:gd name="T85" fmla="*/ 0 60000 65536"/>
                      <a:gd name="T86" fmla="*/ 0 60000 65536"/>
                      <a:gd name="T87" fmla="*/ 0 60000 65536"/>
                      <a:gd name="T88" fmla="*/ 0 60000 65536"/>
                      <a:gd name="T89" fmla="*/ 0 60000 65536"/>
                      <a:gd name="T90" fmla="*/ 0 60000 65536"/>
                      <a:gd name="T91" fmla="*/ 0 60000 65536"/>
                      <a:gd name="T92" fmla="*/ 0 60000 65536"/>
                      <a:gd name="T93" fmla="*/ 0 60000 65536"/>
                      <a:gd name="T94" fmla="*/ 0 60000 65536"/>
                      <a:gd name="T95" fmla="*/ 0 60000 65536"/>
                      <a:gd name="T96" fmla="*/ 0 60000 65536"/>
                      <a:gd name="T97" fmla="*/ 0 60000 65536"/>
                      <a:gd name="T98" fmla="*/ 0 60000 65536"/>
                      <a:gd name="T99" fmla="*/ 0 60000 65536"/>
                      <a:gd name="T100" fmla="*/ 0 60000 65536"/>
                      <a:gd name="T101" fmla="*/ 0 60000 65536"/>
                      <a:gd name="T102" fmla="*/ 0 60000 65536"/>
                      <a:gd name="T103" fmla="*/ 0 60000 65536"/>
                      <a:gd name="T104" fmla="*/ 0 60000 65536"/>
                      <a:gd name="T105" fmla="*/ 0 60000 65536"/>
                      <a:gd name="T106" fmla="*/ 0 60000 65536"/>
                      <a:gd name="T107" fmla="*/ 0 60000 65536"/>
                      <a:gd name="T108" fmla="*/ 0 60000 65536"/>
                      <a:gd name="T109" fmla="*/ 0 60000 65536"/>
                      <a:gd name="T110" fmla="*/ 0 60000 65536"/>
                      <a:gd name="T111" fmla="*/ 0 60000 65536"/>
                      <a:gd name="T112" fmla="*/ 0 60000 65536"/>
                      <a:gd name="T113" fmla="*/ 0 60000 65536"/>
                      <a:gd name="T114" fmla="*/ 0 60000 65536"/>
                      <a:gd name="T115" fmla="*/ 0 60000 65536"/>
                      <a:gd name="T116" fmla="*/ 0 60000 65536"/>
                      <a:gd name="T117" fmla="*/ 0 60000 65536"/>
                      <a:gd name="T118" fmla="*/ 0 60000 65536"/>
                      <a:gd name="T119" fmla="*/ 0 60000 65536"/>
                      <a:gd name="T120" fmla="*/ 0 60000 65536"/>
                      <a:gd name="T121" fmla="*/ 0 60000 65536"/>
                      <a:gd name="T122" fmla="*/ 0 60000 65536"/>
                      <a:gd name="T123" fmla="*/ 0 w 717"/>
                      <a:gd name="T124" fmla="*/ 0 h 756"/>
                      <a:gd name="T125" fmla="*/ 717 w 717"/>
                      <a:gd name="T126" fmla="*/ 756 h 756"/>
                    </a:gdLst>
                    <a:ahLst/>
                    <a:cxnLst>
                      <a:cxn ang="T82">
                        <a:pos x="T0" y="T1"/>
                      </a:cxn>
                      <a:cxn ang="T83">
                        <a:pos x="T2" y="T3"/>
                      </a:cxn>
                      <a:cxn ang="T84">
                        <a:pos x="T4" y="T5"/>
                      </a:cxn>
                      <a:cxn ang="T85">
                        <a:pos x="T6" y="T7"/>
                      </a:cxn>
                      <a:cxn ang="T86">
                        <a:pos x="T8" y="T9"/>
                      </a:cxn>
                      <a:cxn ang="T87">
                        <a:pos x="T10" y="T11"/>
                      </a:cxn>
                      <a:cxn ang="T88">
                        <a:pos x="T12" y="T13"/>
                      </a:cxn>
                      <a:cxn ang="T89">
                        <a:pos x="T14" y="T15"/>
                      </a:cxn>
                      <a:cxn ang="T90">
                        <a:pos x="T16" y="T17"/>
                      </a:cxn>
                      <a:cxn ang="T91">
                        <a:pos x="T18" y="T19"/>
                      </a:cxn>
                      <a:cxn ang="T92">
                        <a:pos x="T20" y="T21"/>
                      </a:cxn>
                      <a:cxn ang="T93">
                        <a:pos x="T22" y="T23"/>
                      </a:cxn>
                      <a:cxn ang="T94">
                        <a:pos x="T24" y="T25"/>
                      </a:cxn>
                      <a:cxn ang="T95">
                        <a:pos x="T26" y="T27"/>
                      </a:cxn>
                      <a:cxn ang="T96">
                        <a:pos x="T28" y="T29"/>
                      </a:cxn>
                      <a:cxn ang="T97">
                        <a:pos x="T30" y="T31"/>
                      </a:cxn>
                      <a:cxn ang="T98">
                        <a:pos x="T32" y="T33"/>
                      </a:cxn>
                      <a:cxn ang="T99">
                        <a:pos x="T34" y="T35"/>
                      </a:cxn>
                      <a:cxn ang="T100">
                        <a:pos x="T36" y="T37"/>
                      </a:cxn>
                      <a:cxn ang="T101">
                        <a:pos x="T38" y="T39"/>
                      </a:cxn>
                      <a:cxn ang="T102">
                        <a:pos x="T40" y="T41"/>
                      </a:cxn>
                      <a:cxn ang="T103">
                        <a:pos x="T42" y="T43"/>
                      </a:cxn>
                      <a:cxn ang="T104">
                        <a:pos x="T44" y="T45"/>
                      </a:cxn>
                      <a:cxn ang="T105">
                        <a:pos x="T46" y="T47"/>
                      </a:cxn>
                      <a:cxn ang="T106">
                        <a:pos x="T48" y="T49"/>
                      </a:cxn>
                      <a:cxn ang="T107">
                        <a:pos x="T50" y="T51"/>
                      </a:cxn>
                      <a:cxn ang="T108">
                        <a:pos x="T52" y="T53"/>
                      </a:cxn>
                      <a:cxn ang="T109">
                        <a:pos x="T54" y="T55"/>
                      </a:cxn>
                      <a:cxn ang="T110">
                        <a:pos x="T56" y="T57"/>
                      </a:cxn>
                      <a:cxn ang="T111">
                        <a:pos x="T58" y="T59"/>
                      </a:cxn>
                      <a:cxn ang="T112">
                        <a:pos x="T60" y="T61"/>
                      </a:cxn>
                      <a:cxn ang="T113">
                        <a:pos x="T62" y="T63"/>
                      </a:cxn>
                      <a:cxn ang="T114">
                        <a:pos x="T64" y="T65"/>
                      </a:cxn>
                      <a:cxn ang="T115">
                        <a:pos x="T66" y="T67"/>
                      </a:cxn>
                      <a:cxn ang="T116">
                        <a:pos x="T68" y="T69"/>
                      </a:cxn>
                      <a:cxn ang="T117">
                        <a:pos x="T70" y="T71"/>
                      </a:cxn>
                      <a:cxn ang="T118">
                        <a:pos x="T72" y="T73"/>
                      </a:cxn>
                      <a:cxn ang="T119">
                        <a:pos x="T74" y="T75"/>
                      </a:cxn>
                      <a:cxn ang="T120">
                        <a:pos x="T76" y="T77"/>
                      </a:cxn>
                      <a:cxn ang="T121">
                        <a:pos x="T78" y="T79"/>
                      </a:cxn>
                      <a:cxn ang="T122">
                        <a:pos x="T80" y="T81"/>
                      </a:cxn>
                    </a:cxnLst>
                    <a:rect l="T123" t="T124" r="T125" b="T126"/>
                    <a:pathLst>
                      <a:path w="717" h="756">
                        <a:moveTo>
                          <a:pt x="0" y="756"/>
                        </a:moveTo>
                        <a:lnTo>
                          <a:pt x="52" y="167"/>
                        </a:lnTo>
                        <a:lnTo>
                          <a:pt x="64" y="384"/>
                        </a:lnTo>
                        <a:lnTo>
                          <a:pt x="90" y="103"/>
                        </a:lnTo>
                        <a:lnTo>
                          <a:pt x="116" y="519"/>
                        </a:lnTo>
                        <a:lnTo>
                          <a:pt x="135" y="487"/>
                        </a:lnTo>
                        <a:lnTo>
                          <a:pt x="135" y="359"/>
                        </a:lnTo>
                        <a:lnTo>
                          <a:pt x="167" y="71"/>
                        </a:lnTo>
                        <a:lnTo>
                          <a:pt x="192" y="244"/>
                        </a:lnTo>
                        <a:lnTo>
                          <a:pt x="205" y="96"/>
                        </a:lnTo>
                        <a:lnTo>
                          <a:pt x="218" y="615"/>
                        </a:lnTo>
                        <a:lnTo>
                          <a:pt x="244" y="397"/>
                        </a:lnTo>
                        <a:lnTo>
                          <a:pt x="282" y="519"/>
                        </a:lnTo>
                        <a:lnTo>
                          <a:pt x="308" y="308"/>
                        </a:lnTo>
                        <a:lnTo>
                          <a:pt x="333" y="442"/>
                        </a:lnTo>
                        <a:lnTo>
                          <a:pt x="346" y="352"/>
                        </a:lnTo>
                        <a:lnTo>
                          <a:pt x="365" y="384"/>
                        </a:lnTo>
                        <a:lnTo>
                          <a:pt x="378" y="135"/>
                        </a:lnTo>
                        <a:lnTo>
                          <a:pt x="391" y="301"/>
                        </a:lnTo>
                        <a:lnTo>
                          <a:pt x="384" y="519"/>
                        </a:lnTo>
                        <a:lnTo>
                          <a:pt x="404" y="679"/>
                        </a:lnTo>
                        <a:lnTo>
                          <a:pt x="429" y="628"/>
                        </a:lnTo>
                        <a:lnTo>
                          <a:pt x="442" y="480"/>
                        </a:lnTo>
                        <a:lnTo>
                          <a:pt x="455" y="391"/>
                        </a:lnTo>
                        <a:lnTo>
                          <a:pt x="436" y="506"/>
                        </a:lnTo>
                        <a:lnTo>
                          <a:pt x="461" y="352"/>
                        </a:lnTo>
                        <a:lnTo>
                          <a:pt x="474" y="455"/>
                        </a:lnTo>
                        <a:lnTo>
                          <a:pt x="493" y="519"/>
                        </a:lnTo>
                        <a:lnTo>
                          <a:pt x="512" y="410"/>
                        </a:lnTo>
                        <a:lnTo>
                          <a:pt x="532" y="186"/>
                        </a:lnTo>
                        <a:lnTo>
                          <a:pt x="544" y="231"/>
                        </a:lnTo>
                        <a:lnTo>
                          <a:pt x="570" y="148"/>
                        </a:lnTo>
                        <a:lnTo>
                          <a:pt x="576" y="301"/>
                        </a:lnTo>
                        <a:lnTo>
                          <a:pt x="576" y="730"/>
                        </a:lnTo>
                        <a:lnTo>
                          <a:pt x="647" y="0"/>
                        </a:lnTo>
                        <a:lnTo>
                          <a:pt x="647" y="250"/>
                        </a:lnTo>
                        <a:lnTo>
                          <a:pt x="660" y="333"/>
                        </a:lnTo>
                        <a:lnTo>
                          <a:pt x="685" y="192"/>
                        </a:lnTo>
                        <a:lnTo>
                          <a:pt x="711" y="340"/>
                        </a:lnTo>
                        <a:lnTo>
                          <a:pt x="698" y="429"/>
                        </a:lnTo>
                        <a:lnTo>
                          <a:pt x="717" y="461"/>
                        </a:lnTo>
                      </a:path>
                    </a:pathLst>
                  </a:custGeom>
                  <a:noFill/>
                  <a:ln w="9525">
                    <a:solidFill>
                      <a:srgbClr val="FF0000"/>
                    </a:solidFill>
                    <a:round/>
                    <a:headEnd/>
                    <a:tailEnd/>
                  </a:ln>
                </p:spPr>
                <p:txBody>
                  <a:bodyPr/>
                  <a:lstStyle/>
                  <a:p>
                    <a:endParaRPr lang="en-GB" sz="1600"/>
                  </a:p>
                </p:txBody>
              </p:sp>
              <p:sp>
                <p:nvSpPr>
                  <p:cNvPr id="14710" name="Freeform 56"/>
                  <p:cNvSpPr>
                    <a:spLocks/>
                  </p:cNvSpPr>
                  <p:nvPr/>
                </p:nvSpPr>
                <p:spPr bwMode="auto">
                  <a:xfrm flipH="1" flipV="1">
                    <a:off x="3770" y="1145"/>
                    <a:ext cx="313" cy="756"/>
                  </a:xfrm>
                  <a:custGeom>
                    <a:avLst/>
                    <a:gdLst>
                      <a:gd name="T0" fmla="*/ 0 w 717"/>
                      <a:gd name="T1" fmla="*/ 756 h 756"/>
                      <a:gd name="T2" fmla="*/ 4 w 717"/>
                      <a:gd name="T3" fmla="*/ 167 h 756"/>
                      <a:gd name="T4" fmla="*/ 5 w 717"/>
                      <a:gd name="T5" fmla="*/ 384 h 756"/>
                      <a:gd name="T6" fmla="*/ 7 w 717"/>
                      <a:gd name="T7" fmla="*/ 103 h 756"/>
                      <a:gd name="T8" fmla="*/ 10 w 717"/>
                      <a:gd name="T9" fmla="*/ 519 h 756"/>
                      <a:gd name="T10" fmla="*/ 11 w 717"/>
                      <a:gd name="T11" fmla="*/ 487 h 756"/>
                      <a:gd name="T12" fmla="*/ 11 w 717"/>
                      <a:gd name="T13" fmla="*/ 359 h 756"/>
                      <a:gd name="T14" fmla="*/ 14 w 717"/>
                      <a:gd name="T15" fmla="*/ 71 h 756"/>
                      <a:gd name="T16" fmla="*/ 16 w 717"/>
                      <a:gd name="T17" fmla="*/ 244 h 756"/>
                      <a:gd name="T18" fmla="*/ 17 w 717"/>
                      <a:gd name="T19" fmla="*/ 96 h 756"/>
                      <a:gd name="T20" fmla="*/ 18 w 717"/>
                      <a:gd name="T21" fmla="*/ 615 h 756"/>
                      <a:gd name="T22" fmla="*/ 21 w 717"/>
                      <a:gd name="T23" fmla="*/ 397 h 756"/>
                      <a:gd name="T24" fmla="*/ 24 w 717"/>
                      <a:gd name="T25" fmla="*/ 519 h 756"/>
                      <a:gd name="T26" fmla="*/ 25 w 717"/>
                      <a:gd name="T27" fmla="*/ 308 h 756"/>
                      <a:gd name="T28" fmla="*/ 28 w 717"/>
                      <a:gd name="T29" fmla="*/ 442 h 756"/>
                      <a:gd name="T30" fmla="*/ 29 w 717"/>
                      <a:gd name="T31" fmla="*/ 352 h 756"/>
                      <a:gd name="T32" fmla="*/ 30 w 717"/>
                      <a:gd name="T33" fmla="*/ 384 h 756"/>
                      <a:gd name="T34" fmla="*/ 31 w 717"/>
                      <a:gd name="T35" fmla="*/ 135 h 756"/>
                      <a:gd name="T36" fmla="*/ 33 w 717"/>
                      <a:gd name="T37" fmla="*/ 301 h 756"/>
                      <a:gd name="T38" fmla="*/ 32 w 717"/>
                      <a:gd name="T39" fmla="*/ 519 h 756"/>
                      <a:gd name="T40" fmla="*/ 34 w 717"/>
                      <a:gd name="T41" fmla="*/ 679 h 756"/>
                      <a:gd name="T42" fmla="*/ 36 w 717"/>
                      <a:gd name="T43" fmla="*/ 628 h 756"/>
                      <a:gd name="T44" fmla="*/ 37 w 717"/>
                      <a:gd name="T45" fmla="*/ 480 h 756"/>
                      <a:gd name="T46" fmla="*/ 38 w 717"/>
                      <a:gd name="T47" fmla="*/ 391 h 756"/>
                      <a:gd name="T48" fmla="*/ 36 w 717"/>
                      <a:gd name="T49" fmla="*/ 506 h 756"/>
                      <a:gd name="T50" fmla="*/ 38 w 717"/>
                      <a:gd name="T51" fmla="*/ 352 h 756"/>
                      <a:gd name="T52" fmla="*/ 39 w 717"/>
                      <a:gd name="T53" fmla="*/ 455 h 756"/>
                      <a:gd name="T54" fmla="*/ 41 w 717"/>
                      <a:gd name="T55" fmla="*/ 519 h 756"/>
                      <a:gd name="T56" fmla="*/ 43 w 717"/>
                      <a:gd name="T57" fmla="*/ 410 h 756"/>
                      <a:gd name="T58" fmla="*/ 44 w 717"/>
                      <a:gd name="T59" fmla="*/ 186 h 756"/>
                      <a:gd name="T60" fmla="*/ 45 w 717"/>
                      <a:gd name="T61" fmla="*/ 231 h 756"/>
                      <a:gd name="T62" fmla="*/ 48 w 717"/>
                      <a:gd name="T63" fmla="*/ 148 h 756"/>
                      <a:gd name="T64" fmla="*/ 48 w 717"/>
                      <a:gd name="T65" fmla="*/ 301 h 756"/>
                      <a:gd name="T66" fmla="*/ 48 w 717"/>
                      <a:gd name="T67" fmla="*/ 730 h 756"/>
                      <a:gd name="T68" fmla="*/ 54 w 717"/>
                      <a:gd name="T69" fmla="*/ 0 h 756"/>
                      <a:gd name="T70" fmla="*/ 54 w 717"/>
                      <a:gd name="T71" fmla="*/ 250 h 756"/>
                      <a:gd name="T72" fmla="*/ 55 w 717"/>
                      <a:gd name="T73" fmla="*/ 333 h 756"/>
                      <a:gd name="T74" fmla="*/ 57 w 717"/>
                      <a:gd name="T75" fmla="*/ 192 h 756"/>
                      <a:gd name="T76" fmla="*/ 59 w 717"/>
                      <a:gd name="T77" fmla="*/ 340 h 756"/>
                      <a:gd name="T78" fmla="*/ 58 w 717"/>
                      <a:gd name="T79" fmla="*/ 429 h 756"/>
                      <a:gd name="T80" fmla="*/ 60 w 717"/>
                      <a:gd name="T81" fmla="*/ 461 h 756"/>
                      <a:gd name="T82" fmla="*/ 0 60000 65536"/>
                      <a:gd name="T83" fmla="*/ 0 60000 65536"/>
                      <a:gd name="T84" fmla="*/ 0 60000 65536"/>
                      <a:gd name="T85" fmla="*/ 0 60000 65536"/>
                      <a:gd name="T86" fmla="*/ 0 60000 65536"/>
                      <a:gd name="T87" fmla="*/ 0 60000 65536"/>
                      <a:gd name="T88" fmla="*/ 0 60000 65536"/>
                      <a:gd name="T89" fmla="*/ 0 60000 65536"/>
                      <a:gd name="T90" fmla="*/ 0 60000 65536"/>
                      <a:gd name="T91" fmla="*/ 0 60000 65536"/>
                      <a:gd name="T92" fmla="*/ 0 60000 65536"/>
                      <a:gd name="T93" fmla="*/ 0 60000 65536"/>
                      <a:gd name="T94" fmla="*/ 0 60000 65536"/>
                      <a:gd name="T95" fmla="*/ 0 60000 65536"/>
                      <a:gd name="T96" fmla="*/ 0 60000 65536"/>
                      <a:gd name="T97" fmla="*/ 0 60000 65536"/>
                      <a:gd name="T98" fmla="*/ 0 60000 65536"/>
                      <a:gd name="T99" fmla="*/ 0 60000 65536"/>
                      <a:gd name="T100" fmla="*/ 0 60000 65536"/>
                      <a:gd name="T101" fmla="*/ 0 60000 65536"/>
                      <a:gd name="T102" fmla="*/ 0 60000 65536"/>
                      <a:gd name="T103" fmla="*/ 0 60000 65536"/>
                      <a:gd name="T104" fmla="*/ 0 60000 65536"/>
                      <a:gd name="T105" fmla="*/ 0 60000 65536"/>
                      <a:gd name="T106" fmla="*/ 0 60000 65536"/>
                      <a:gd name="T107" fmla="*/ 0 60000 65536"/>
                      <a:gd name="T108" fmla="*/ 0 60000 65536"/>
                      <a:gd name="T109" fmla="*/ 0 60000 65536"/>
                      <a:gd name="T110" fmla="*/ 0 60000 65536"/>
                      <a:gd name="T111" fmla="*/ 0 60000 65536"/>
                      <a:gd name="T112" fmla="*/ 0 60000 65536"/>
                      <a:gd name="T113" fmla="*/ 0 60000 65536"/>
                      <a:gd name="T114" fmla="*/ 0 60000 65536"/>
                      <a:gd name="T115" fmla="*/ 0 60000 65536"/>
                      <a:gd name="T116" fmla="*/ 0 60000 65536"/>
                      <a:gd name="T117" fmla="*/ 0 60000 65536"/>
                      <a:gd name="T118" fmla="*/ 0 60000 65536"/>
                      <a:gd name="T119" fmla="*/ 0 60000 65536"/>
                      <a:gd name="T120" fmla="*/ 0 60000 65536"/>
                      <a:gd name="T121" fmla="*/ 0 60000 65536"/>
                      <a:gd name="T122" fmla="*/ 0 60000 65536"/>
                      <a:gd name="T123" fmla="*/ 0 w 717"/>
                      <a:gd name="T124" fmla="*/ 0 h 756"/>
                      <a:gd name="T125" fmla="*/ 717 w 717"/>
                      <a:gd name="T126" fmla="*/ 756 h 756"/>
                    </a:gdLst>
                    <a:ahLst/>
                    <a:cxnLst>
                      <a:cxn ang="T82">
                        <a:pos x="T0" y="T1"/>
                      </a:cxn>
                      <a:cxn ang="T83">
                        <a:pos x="T2" y="T3"/>
                      </a:cxn>
                      <a:cxn ang="T84">
                        <a:pos x="T4" y="T5"/>
                      </a:cxn>
                      <a:cxn ang="T85">
                        <a:pos x="T6" y="T7"/>
                      </a:cxn>
                      <a:cxn ang="T86">
                        <a:pos x="T8" y="T9"/>
                      </a:cxn>
                      <a:cxn ang="T87">
                        <a:pos x="T10" y="T11"/>
                      </a:cxn>
                      <a:cxn ang="T88">
                        <a:pos x="T12" y="T13"/>
                      </a:cxn>
                      <a:cxn ang="T89">
                        <a:pos x="T14" y="T15"/>
                      </a:cxn>
                      <a:cxn ang="T90">
                        <a:pos x="T16" y="T17"/>
                      </a:cxn>
                      <a:cxn ang="T91">
                        <a:pos x="T18" y="T19"/>
                      </a:cxn>
                      <a:cxn ang="T92">
                        <a:pos x="T20" y="T21"/>
                      </a:cxn>
                      <a:cxn ang="T93">
                        <a:pos x="T22" y="T23"/>
                      </a:cxn>
                      <a:cxn ang="T94">
                        <a:pos x="T24" y="T25"/>
                      </a:cxn>
                      <a:cxn ang="T95">
                        <a:pos x="T26" y="T27"/>
                      </a:cxn>
                      <a:cxn ang="T96">
                        <a:pos x="T28" y="T29"/>
                      </a:cxn>
                      <a:cxn ang="T97">
                        <a:pos x="T30" y="T31"/>
                      </a:cxn>
                      <a:cxn ang="T98">
                        <a:pos x="T32" y="T33"/>
                      </a:cxn>
                      <a:cxn ang="T99">
                        <a:pos x="T34" y="T35"/>
                      </a:cxn>
                      <a:cxn ang="T100">
                        <a:pos x="T36" y="T37"/>
                      </a:cxn>
                      <a:cxn ang="T101">
                        <a:pos x="T38" y="T39"/>
                      </a:cxn>
                      <a:cxn ang="T102">
                        <a:pos x="T40" y="T41"/>
                      </a:cxn>
                      <a:cxn ang="T103">
                        <a:pos x="T42" y="T43"/>
                      </a:cxn>
                      <a:cxn ang="T104">
                        <a:pos x="T44" y="T45"/>
                      </a:cxn>
                      <a:cxn ang="T105">
                        <a:pos x="T46" y="T47"/>
                      </a:cxn>
                      <a:cxn ang="T106">
                        <a:pos x="T48" y="T49"/>
                      </a:cxn>
                      <a:cxn ang="T107">
                        <a:pos x="T50" y="T51"/>
                      </a:cxn>
                      <a:cxn ang="T108">
                        <a:pos x="T52" y="T53"/>
                      </a:cxn>
                      <a:cxn ang="T109">
                        <a:pos x="T54" y="T55"/>
                      </a:cxn>
                      <a:cxn ang="T110">
                        <a:pos x="T56" y="T57"/>
                      </a:cxn>
                      <a:cxn ang="T111">
                        <a:pos x="T58" y="T59"/>
                      </a:cxn>
                      <a:cxn ang="T112">
                        <a:pos x="T60" y="T61"/>
                      </a:cxn>
                      <a:cxn ang="T113">
                        <a:pos x="T62" y="T63"/>
                      </a:cxn>
                      <a:cxn ang="T114">
                        <a:pos x="T64" y="T65"/>
                      </a:cxn>
                      <a:cxn ang="T115">
                        <a:pos x="T66" y="T67"/>
                      </a:cxn>
                      <a:cxn ang="T116">
                        <a:pos x="T68" y="T69"/>
                      </a:cxn>
                      <a:cxn ang="T117">
                        <a:pos x="T70" y="T71"/>
                      </a:cxn>
                      <a:cxn ang="T118">
                        <a:pos x="T72" y="T73"/>
                      </a:cxn>
                      <a:cxn ang="T119">
                        <a:pos x="T74" y="T75"/>
                      </a:cxn>
                      <a:cxn ang="T120">
                        <a:pos x="T76" y="T77"/>
                      </a:cxn>
                      <a:cxn ang="T121">
                        <a:pos x="T78" y="T79"/>
                      </a:cxn>
                      <a:cxn ang="T122">
                        <a:pos x="T80" y="T81"/>
                      </a:cxn>
                    </a:cxnLst>
                    <a:rect l="T123" t="T124" r="T125" b="T126"/>
                    <a:pathLst>
                      <a:path w="717" h="756">
                        <a:moveTo>
                          <a:pt x="0" y="756"/>
                        </a:moveTo>
                        <a:lnTo>
                          <a:pt x="52" y="167"/>
                        </a:lnTo>
                        <a:lnTo>
                          <a:pt x="64" y="384"/>
                        </a:lnTo>
                        <a:lnTo>
                          <a:pt x="90" y="103"/>
                        </a:lnTo>
                        <a:lnTo>
                          <a:pt x="116" y="519"/>
                        </a:lnTo>
                        <a:lnTo>
                          <a:pt x="135" y="487"/>
                        </a:lnTo>
                        <a:lnTo>
                          <a:pt x="135" y="359"/>
                        </a:lnTo>
                        <a:lnTo>
                          <a:pt x="167" y="71"/>
                        </a:lnTo>
                        <a:lnTo>
                          <a:pt x="192" y="244"/>
                        </a:lnTo>
                        <a:lnTo>
                          <a:pt x="205" y="96"/>
                        </a:lnTo>
                        <a:lnTo>
                          <a:pt x="218" y="615"/>
                        </a:lnTo>
                        <a:lnTo>
                          <a:pt x="244" y="397"/>
                        </a:lnTo>
                        <a:lnTo>
                          <a:pt x="282" y="519"/>
                        </a:lnTo>
                        <a:lnTo>
                          <a:pt x="308" y="308"/>
                        </a:lnTo>
                        <a:lnTo>
                          <a:pt x="333" y="442"/>
                        </a:lnTo>
                        <a:lnTo>
                          <a:pt x="346" y="352"/>
                        </a:lnTo>
                        <a:lnTo>
                          <a:pt x="365" y="384"/>
                        </a:lnTo>
                        <a:lnTo>
                          <a:pt x="378" y="135"/>
                        </a:lnTo>
                        <a:lnTo>
                          <a:pt x="391" y="301"/>
                        </a:lnTo>
                        <a:lnTo>
                          <a:pt x="384" y="519"/>
                        </a:lnTo>
                        <a:lnTo>
                          <a:pt x="404" y="679"/>
                        </a:lnTo>
                        <a:lnTo>
                          <a:pt x="429" y="628"/>
                        </a:lnTo>
                        <a:lnTo>
                          <a:pt x="442" y="480"/>
                        </a:lnTo>
                        <a:lnTo>
                          <a:pt x="455" y="391"/>
                        </a:lnTo>
                        <a:lnTo>
                          <a:pt x="436" y="506"/>
                        </a:lnTo>
                        <a:lnTo>
                          <a:pt x="461" y="352"/>
                        </a:lnTo>
                        <a:lnTo>
                          <a:pt x="474" y="455"/>
                        </a:lnTo>
                        <a:lnTo>
                          <a:pt x="493" y="519"/>
                        </a:lnTo>
                        <a:lnTo>
                          <a:pt x="512" y="410"/>
                        </a:lnTo>
                        <a:lnTo>
                          <a:pt x="532" y="186"/>
                        </a:lnTo>
                        <a:lnTo>
                          <a:pt x="544" y="231"/>
                        </a:lnTo>
                        <a:lnTo>
                          <a:pt x="570" y="148"/>
                        </a:lnTo>
                        <a:lnTo>
                          <a:pt x="576" y="301"/>
                        </a:lnTo>
                        <a:lnTo>
                          <a:pt x="576" y="730"/>
                        </a:lnTo>
                        <a:lnTo>
                          <a:pt x="647" y="0"/>
                        </a:lnTo>
                        <a:lnTo>
                          <a:pt x="647" y="250"/>
                        </a:lnTo>
                        <a:lnTo>
                          <a:pt x="660" y="333"/>
                        </a:lnTo>
                        <a:lnTo>
                          <a:pt x="685" y="192"/>
                        </a:lnTo>
                        <a:lnTo>
                          <a:pt x="711" y="340"/>
                        </a:lnTo>
                        <a:lnTo>
                          <a:pt x="698" y="429"/>
                        </a:lnTo>
                        <a:lnTo>
                          <a:pt x="717" y="461"/>
                        </a:lnTo>
                      </a:path>
                    </a:pathLst>
                  </a:custGeom>
                  <a:noFill/>
                  <a:ln w="9525">
                    <a:solidFill>
                      <a:srgbClr val="FF0000"/>
                    </a:solidFill>
                    <a:round/>
                    <a:headEnd/>
                    <a:tailEnd/>
                  </a:ln>
                </p:spPr>
                <p:txBody>
                  <a:bodyPr/>
                  <a:lstStyle/>
                  <a:p>
                    <a:endParaRPr lang="en-GB" sz="1600"/>
                  </a:p>
                </p:txBody>
              </p:sp>
              <p:sp>
                <p:nvSpPr>
                  <p:cNvPr id="14711" name="Freeform 57"/>
                  <p:cNvSpPr>
                    <a:spLocks/>
                  </p:cNvSpPr>
                  <p:nvPr/>
                </p:nvSpPr>
                <p:spPr bwMode="auto">
                  <a:xfrm flipH="1">
                    <a:off x="4077" y="1119"/>
                    <a:ext cx="313" cy="756"/>
                  </a:xfrm>
                  <a:custGeom>
                    <a:avLst/>
                    <a:gdLst>
                      <a:gd name="T0" fmla="*/ 0 w 717"/>
                      <a:gd name="T1" fmla="*/ 756 h 756"/>
                      <a:gd name="T2" fmla="*/ 4 w 717"/>
                      <a:gd name="T3" fmla="*/ 167 h 756"/>
                      <a:gd name="T4" fmla="*/ 5 w 717"/>
                      <a:gd name="T5" fmla="*/ 384 h 756"/>
                      <a:gd name="T6" fmla="*/ 7 w 717"/>
                      <a:gd name="T7" fmla="*/ 103 h 756"/>
                      <a:gd name="T8" fmla="*/ 10 w 717"/>
                      <a:gd name="T9" fmla="*/ 519 h 756"/>
                      <a:gd name="T10" fmla="*/ 11 w 717"/>
                      <a:gd name="T11" fmla="*/ 487 h 756"/>
                      <a:gd name="T12" fmla="*/ 11 w 717"/>
                      <a:gd name="T13" fmla="*/ 359 h 756"/>
                      <a:gd name="T14" fmla="*/ 14 w 717"/>
                      <a:gd name="T15" fmla="*/ 71 h 756"/>
                      <a:gd name="T16" fmla="*/ 16 w 717"/>
                      <a:gd name="T17" fmla="*/ 244 h 756"/>
                      <a:gd name="T18" fmla="*/ 17 w 717"/>
                      <a:gd name="T19" fmla="*/ 96 h 756"/>
                      <a:gd name="T20" fmla="*/ 18 w 717"/>
                      <a:gd name="T21" fmla="*/ 615 h 756"/>
                      <a:gd name="T22" fmla="*/ 21 w 717"/>
                      <a:gd name="T23" fmla="*/ 397 h 756"/>
                      <a:gd name="T24" fmla="*/ 24 w 717"/>
                      <a:gd name="T25" fmla="*/ 519 h 756"/>
                      <a:gd name="T26" fmla="*/ 25 w 717"/>
                      <a:gd name="T27" fmla="*/ 308 h 756"/>
                      <a:gd name="T28" fmla="*/ 28 w 717"/>
                      <a:gd name="T29" fmla="*/ 442 h 756"/>
                      <a:gd name="T30" fmla="*/ 29 w 717"/>
                      <a:gd name="T31" fmla="*/ 352 h 756"/>
                      <a:gd name="T32" fmla="*/ 30 w 717"/>
                      <a:gd name="T33" fmla="*/ 384 h 756"/>
                      <a:gd name="T34" fmla="*/ 31 w 717"/>
                      <a:gd name="T35" fmla="*/ 135 h 756"/>
                      <a:gd name="T36" fmla="*/ 33 w 717"/>
                      <a:gd name="T37" fmla="*/ 301 h 756"/>
                      <a:gd name="T38" fmla="*/ 32 w 717"/>
                      <a:gd name="T39" fmla="*/ 519 h 756"/>
                      <a:gd name="T40" fmla="*/ 34 w 717"/>
                      <a:gd name="T41" fmla="*/ 679 h 756"/>
                      <a:gd name="T42" fmla="*/ 36 w 717"/>
                      <a:gd name="T43" fmla="*/ 628 h 756"/>
                      <a:gd name="T44" fmla="*/ 37 w 717"/>
                      <a:gd name="T45" fmla="*/ 480 h 756"/>
                      <a:gd name="T46" fmla="*/ 38 w 717"/>
                      <a:gd name="T47" fmla="*/ 391 h 756"/>
                      <a:gd name="T48" fmla="*/ 36 w 717"/>
                      <a:gd name="T49" fmla="*/ 506 h 756"/>
                      <a:gd name="T50" fmla="*/ 38 w 717"/>
                      <a:gd name="T51" fmla="*/ 352 h 756"/>
                      <a:gd name="T52" fmla="*/ 39 w 717"/>
                      <a:gd name="T53" fmla="*/ 455 h 756"/>
                      <a:gd name="T54" fmla="*/ 41 w 717"/>
                      <a:gd name="T55" fmla="*/ 519 h 756"/>
                      <a:gd name="T56" fmla="*/ 43 w 717"/>
                      <a:gd name="T57" fmla="*/ 410 h 756"/>
                      <a:gd name="T58" fmla="*/ 44 w 717"/>
                      <a:gd name="T59" fmla="*/ 186 h 756"/>
                      <a:gd name="T60" fmla="*/ 45 w 717"/>
                      <a:gd name="T61" fmla="*/ 231 h 756"/>
                      <a:gd name="T62" fmla="*/ 48 w 717"/>
                      <a:gd name="T63" fmla="*/ 148 h 756"/>
                      <a:gd name="T64" fmla="*/ 48 w 717"/>
                      <a:gd name="T65" fmla="*/ 301 h 756"/>
                      <a:gd name="T66" fmla="*/ 48 w 717"/>
                      <a:gd name="T67" fmla="*/ 730 h 756"/>
                      <a:gd name="T68" fmla="*/ 54 w 717"/>
                      <a:gd name="T69" fmla="*/ 0 h 756"/>
                      <a:gd name="T70" fmla="*/ 54 w 717"/>
                      <a:gd name="T71" fmla="*/ 250 h 756"/>
                      <a:gd name="T72" fmla="*/ 55 w 717"/>
                      <a:gd name="T73" fmla="*/ 333 h 756"/>
                      <a:gd name="T74" fmla="*/ 57 w 717"/>
                      <a:gd name="T75" fmla="*/ 192 h 756"/>
                      <a:gd name="T76" fmla="*/ 59 w 717"/>
                      <a:gd name="T77" fmla="*/ 340 h 756"/>
                      <a:gd name="T78" fmla="*/ 58 w 717"/>
                      <a:gd name="T79" fmla="*/ 429 h 756"/>
                      <a:gd name="T80" fmla="*/ 60 w 717"/>
                      <a:gd name="T81" fmla="*/ 461 h 756"/>
                      <a:gd name="T82" fmla="*/ 0 60000 65536"/>
                      <a:gd name="T83" fmla="*/ 0 60000 65536"/>
                      <a:gd name="T84" fmla="*/ 0 60000 65536"/>
                      <a:gd name="T85" fmla="*/ 0 60000 65536"/>
                      <a:gd name="T86" fmla="*/ 0 60000 65536"/>
                      <a:gd name="T87" fmla="*/ 0 60000 65536"/>
                      <a:gd name="T88" fmla="*/ 0 60000 65536"/>
                      <a:gd name="T89" fmla="*/ 0 60000 65536"/>
                      <a:gd name="T90" fmla="*/ 0 60000 65536"/>
                      <a:gd name="T91" fmla="*/ 0 60000 65536"/>
                      <a:gd name="T92" fmla="*/ 0 60000 65536"/>
                      <a:gd name="T93" fmla="*/ 0 60000 65536"/>
                      <a:gd name="T94" fmla="*/ 0 60000 65536"/>
                      <a:gd name="T95" fmla="*/ 0 60000 65536"/>
                      <a:gd name="T96" fmla="*/ 0 60000 65536"/>
                      <a:gd name="T97" fmla="*/ 0 60000 65536"/>
                      <a:gd name="T98" fmla="*/ 0 60000 65536"/>
                      <a:gd name="T99" fmla="*/ 0 60000 65536"/>
                      <a:gd name="T100" fmla="*/ 0 60000 65536"/>
                      <a:gd name="T101" fmla="*/ 0 60000 65536"/>
                      <a:gd name="T102" fmla="*/ 0 60000 65536"/>
                      <a:gd name="T103" fmla="*/ 0 60000 65536"/>
                      <a:gd name="T104" fmla="*/ 0 60000 65536"/>
                      <a:gd name="T105" fmla="*/ 0 60000 65536"/>
                      <a:gd name="T106" fmla="*/ 0 60000 65536"/>
                      <a:gd name="T107" fmla="*/ 0 60000 65536"/>
                      <a:gd name="T108" fmla="*/ 0 60000 65536"/>
                      <a:gd name="T109" fmla="*/ 0 60000 65536"/>
                      <a:gd name="T110" fmla="*/ 0 60000 65536"/>
                      <a:gd name="T111" fmla="*/ 0 60000 65536"/>
                      <a:gd name="T112" fmla="*/ 0 60000 65536"/>
                      <a:gd name="T113" fmla="*/ 0 60000 65536"/>
                      <a:gd name="T114" fmla="*/ 0 60000 65536"/>
                      <a:gd name="T115" fmla="*/ 0 60000 65536"/>
                      <a:gd name="T116" fmla="*/ 0 60000 65536"/>
                      <a:gd name="T117" fmla="*/ 0 60000 65536"/>
                      <a:gd name="T118" fmla="*/ 0 60000 65536"/>
                      <a:gd name="T119" fmla="*/ 0 60000 65536"/>
                      <a:gd name="T120" fmla="*/ 0 60000 65536"/>
                      <a:gd name="T121" fmla="*/ 0 60000 65536"/>
                      <a:gd name="T122" fmla="*/ 0 60000 65536"/>
                      <a:gd name="T123" fmla="*/ 0 w 717"/>
                      <a:gd name="T124" fmla="*/ 0 h 756"/>
                      <a:gd name="T125" fmla="*/ 717 w 717"/>
                      <a:gd name="T126" fmla="*/ 756 h 756"/>
                    </a:gdLst>
                    <a:ahLst/>
                    <a:cxnLst>
                      <a:cxn ang="T82">
                        <a:pos x="T0" y="T1"/>
                      </a:cxn>
                      <a:cxn ang="T83">
                        <a:pos x="T2" y="T3"/>
                      </a:cxn>
                      <a:cxn ang="T84">
                        <a:pos x="T4" y="T5"/>
                      </a:cxn>
                      <a:cxn ang="T85">
                        <a:pos x="T6" y="T7"/>
                      </a:cxn>
                      <a:cxn ang="T86">
                        <a:pos x="T8" y="T9"/>
                      </a:cxn>
                      <a:cxn ang="T87">
                        <a:pos x="T10" y="T11"/>
                      </a:cxn>
                      <a:cxn ang="T88">
                        <a:pos x="T12" y="T13"/>
                      </a:cxn>
                      <a:cxn ang="T89">
                        <a:pos x="T14" y="T15"/>
                      </a:cxn>
                      <a:cxn ang="T90">
                        <a:pos x="T16" y="T17"/>
                      </a:cxn>
                      <a:cxn ang="T91">
                        <a:pos x="T18" y="T19"/>
                      </a:cxn>
                      <a:cxn ang="T92">
                        <a:pos x="T20" y="T21"/>
                      </a:cxn>
                      <a:cxn ang="T93">
                        <a:pos x="T22" y="T23"/>
                      </a:cxn>
                      <a:cxn ang="T94">
                        <a:pos x="T24" y="T25"/>
                      </a:cxn>
                      <a:cxn ang="T95">
                        <a:pos x="T26" y="T27"/>
                      </a:cxn>
                      <a:cxn ang="T96">
                        <a:pos x="T28" y="T29"/>
                      </a:cxn>
                      <a:cxn ang="T97">
                        <a:pos x="T30" y="T31"/>
                      </a:cxn>
                      <a:cxn ang="T98">
                        <a:pos x="T32" y="T33"/>
                      </a:cxn>
                      <a:cxn ang="T99">
                        <a:pos x="T34" y="T35"/>
                      </a:cxn>
                      <a:cxn ang="T100">
                        <a:pos x="T36" y="T37"/>
                      </a:cxn>
                      <a:cxn ang="T101">
                        <a:pos x="T38" y="T39"/>
                      </a:cxn>
                      <a:cxn ang="T102">
                        <a:pos x="T40" y="T41"/>
                      </a:cxn>
                      <a:cxn ang="T103">
                        <a:pos x="T42" y="T43"/>
                      </a:cxn>
                      <a:cxn ang="T104">
                        <a:pos x="T44" y="T45"/>
                      </a:cxn>
                      <a:cxn ang="T105">
                        <a:pos x="T46" y="T47"/>
                      </a:cxn>
                      <a:cxn ang="T106">
                        <a:pos x="T48" y="T49"/>
                      </a:cxn>
                      <a:cxn ang="T107">
                        <a:pos x="T50" y="T51"/>
                      </a:cxn>
                      <a:cxn ang="T108">
                        <a:pos x="T52" y="T53"/>
                      </a:cxn>
                      <a:cxn ang="T109">
                        <a:pos x="T54" y="T55"/>
                      </a:cxn>
                      <a:cxn ang="T110">
                        <a:pos x="T56" y="T57"/>
                      </a:cxn>
                      <a:cxn ang="T111">
                        <a:pos x="T58" y="T59"/>
                      </a:cxn>
                      <a:cxn ang="T112">
                        <a:pos x="T60" y="T61"/>
                      </a:cxn>
                      <a:cxn ang="T113">
                        <a:pos x="T62" y="T63"/>
                      </a:cxn>
                      <a:cxn ang="T114">
                        <a:pos x="T64" y="T65"/>
                      </a:cxn>
                      <a:cxn ang="T115">
                        <a:pos x="T66" y="T67"/>
                      </a:cxn>
                      <a:cxn ang="T116">
                        <a:pos x="T68" y="T69"/>
                      </a:cxn>
                      <a:cxn ang="T117">
                        <a:pos x="T70" y="T71"/>
                      </a:cxn>
                      <a:cxn ang="T118">
                        <a:pos x="T72" y="T73"/>
                      </a:cxn>
                      <a:cxn ang="T119">
                        <a:pos x="T74" y="T75"/>
                      </a:cxn>
                      <a:cxn ang="T120">
                        <a:pos x="T76" y="T77"/>
                      </a:cxn>
                      <a:cxn ang="T121">
                        <a:pos x="T78" y="T79"/>
                      </a:cxn>
                      <a:cxn ang="T122">
                        <a:pos x="T80" y="T81"/>
                      </a:cxn>
                    </a:cxnLst>
                    <a:rect l="T123" t="T124" r="T125" b="T126"/>
                    <a:pathLst>
                      <a:path w="717" h="756">
                        <a:moveTo>
                          <a:pt x="0" y="756"/>
                        </a:moveTo>
                        <a:lnTo>
                          <a:pt x="52" y="167"/>
                        </a:lnTo>
                        <a:lnTo>
                          <a:pt x="64" y="384"/>
                        </a:lnTo>
                        <a:lnTo>
                          <a:pt x="90" y="103"/>
                        </a:lnTo>
                        <a:lnTo>
                          <a:pt x="116" y="519"/>
                        </a:lnTo>
                        <a:lnTo>
                          <a:pt x="135" y="487"/>
                        </a:lnTo>
                        <a:lnTo>
                          <a:pt x="135" y="359"/>
                        </a:lnTo>
                        <a:lnTo>
                          <a:pt x="167" y="71"/>
                        </a:lnTo>
                        <a:lnTo>
                          <a:pt x="192" y="244"/>
                        </a:lnTo>
                        <a:lnTo>
                          <a:pt x="205" y="96"/>
                        </a:lnTo>
                        <a:lnTo>
                          <a:pt x="218" y="615"/>
                        </a:lnTo>
                        <a:lnTo>
                          <a:pt x="244" y="397"/>
                        </a:lnTo>
                        <a:lnTo>
                          <a:pt x="282" y="519"/>
                        </a:lnTo>
                        <a:lnTo>
                          <a:pt x="308" y="308"/>
                        </a:lnTo>
                        <a:lnTo>
                          <a:pt x="333" y="442"/>
                        </a:lnTo>
                        <a:lnTo>
                          <a:pt x="346" y="352"/>
                        </a:lnTo>
                        <a:lnTo>
                          <a:pt x="365" y="384"/>
                        </a:lnTo>
                        <a:lnTo>
                          <a:pt x="378" y="135"/>
                        </a:lnTo>
                        <a:lnTo>
                          <a:pt x="391" y="301"/>
                        </a:lnTo>
                        <a:lnTo>
                          <a:pt x="384" y="519"/>
                        </a:lnTo>
                        <a:lnTo>
                          <a:pt x="404" y="679"/>
                        </a:lnTo>
                        <a:lnTo>
                          <a:pt x="429" y="628"/>
                        </a:lnTo>
                        <a:lnTo>
                          <a:pt x="442" y="480"/>
                        </a:lnTo>
                        <a:lnTo>
                          <a:pt x="455" y="391"/>
                        </a:lnTo>
                        <a:lnTo>
                          <a:pt x="436" y="506"/>
                        </a:lnTo>
                        <a:lnTo>
                          <a:pt x="461" y="352"/>
                        </a:lnTo>
                        <a:lnTo>
                          <a:pt x="474" y="455"/>
                        </a:lnTo>
                        <a:lnTo>
                          <a:pt x="493" y="519"/>
                        </a:lnTo>
                        <a:lnTo>
                          <a:pt x="512" y="410"/>
                        </a:lnTo>
                        <a:lnTo>
                          <a:pt x="532" y="186"/>
                        </a:lnTo>
                        <a:lnTo>
                          <a:pt x="544" y="231"/>
                        </a:lnTo>
                        <a:lnTo>
                          <a:pt x="570" y="148"/>
                        </a:lnTo>
                        <a:lnTo>
                          <a:pt x="576" y="301"/>
                        </a:lnTo>
                        <a:lnTo>
                          <a:pt x="576" y="730"/>
                        </a:lnTo>
                        <a:lnTo>
                          <a:pt x="647" y="0"/>
                        </a:lnTo>
                        <a:lnTo>
                          <a:pt x="647" y="250"/>
                        </a:lnTo>
                        <a:lnTo>
                          <a:pt x="660" y="333"/>
                        </a:lnTo>
                        <a:lnTo>
                          <a:pt x="685" y="192"/>
                        </a:lnTo>
                        <a:lnTo>
                          <a:pt x="711" y="340"/>
                        </a:lnTo>
                        <a:lnTo>
                          <a:pt x="698" y="429"/>
                        </a:lnTo>
                        <a:lnTo>
                          <a:pt x="717" y="461"/>
                        </a:lnTo>
                      </a:path>
                    </a:pathLst>
                  </a:custGeom>
                  <a:noFill/>
                  <a:ln w="9525">
                    <a:solidFill>
                      <a:srgbClr val="FF0000"/>
                    </a:solidFill>
                    <a:round/>
                    <a:headEnd/>
                    <a:tailEnd/>
                  </a:ln>
                </p:spPr>
                <p:txBody>
                  <a:bodyPr/>
                  <a:lstStyle/>
                  <a:p>
                    <a:endParaRPr lang="en-GB" sz="1600"/>
                  </a:p>
                </p:txBody>
              </p:sp>
              <p:sp>
                <p:nvSpPr>
                  <p:cNvPr id="14712" name="Freeform 58"/>
                  <p:cNvSpPr>
                    <a:spLocks/>
                  </p:cNvSpPr>
                  <p:nvPr/>
                </p:nvSpPr>
                <p:spPr bwMode="auto">
                  <a:xfrm flipV="1">
                    <a:off x="4385" y="1138"/>
                    <a:ext cx="313" cy="756"/>
                  </a:xfrm>
                  <a:custGeom>
                    <a:avLst/>
                    <a:gdLst>
                      <a:gd name="T0" fmla="*/ 0 w 717"/>
                      <a:gd name="T1" fmla="*/ 756 h 756"/>
                      <a:gd name="T2" fmla="*/ 4 w 717"/>
                      <a:gd name="T3" fmla="*/ 167 h 756"/>
                      <a:gd name="T4" fmla="*/ 5 w 717"/>
                      <a:gd name="T5" fmla="*/ 384 h 756"/>
                      <a:gd name="T6" fmla="*/ 7 w 717"/>
                      <a:gd name="T7" fmla="*/ 103 h 756"/>
                      <a:gd name="T8" fmla="*/ 10 w 717"/>
                      <a:gd name="T9" fmla="*/ 519 h 756"/>
                      <a:gd name="T10" fmla="*/ 11 w 717"/>
                      <a:gd name="T11" fmla="*/ 487 h 756"/>
                      <a:gd name="T12" fmla="*/ 11 w 717"/>
                      <a:gd name="T13" fmla="*/ 359 h 756"/>
                      <a:gd name="T14" fmla="*/ 14 w 717"/>
                      <a:gd name="T15" fmla="*/ 71 h 756"/>
                      <a:gd name="T16" fmla="*/ 16 w 717"/>
                      <a:gd name="T17" fmla="*/ 244 h 756"/>
                      <a:gd name="T18" fmla="*/ 17 w 717"/>
                      <a:gd name="T19" fmla="*/ 96 h 756"/>
                      <a:gd name="T20" fmla="*/ 18 w 717"/>
                      <a:gd name="T21" fmla="*/ 615 h 756"/>
                      <a:gd name="T22" fmla="*/ 21 w 717"/>
                      <a:gd name="T23" fmla="*/ 397 h 756"/>
                      <a:gd name="T24" fmla="*/ 24 w 717"/>
                      <a:gd name="T25" fmla="*/ 519 h 756"/>
                      <a:gd name="T26" fmla="*/ 25 w 717"/>
                      <a:gd name="T27" fmla="*/ 308 h 756"/>
                      <a:gd name="T28" fmla="*/ 28 w 717"/>
                      <a:gd name="T29" fmla="*/ 442 h 756"/>
                      <a:gd name="T30" fmla="*/ 29 w 717"/>
                      <a:gd name="T31" fmla="*/ 352 h 756"/>
                      <a:gd name="T32" fmla="*/ 30 w 717"/>
                      <a:gd name="T33" fmla="*/ 384 h 756"/>
                      <a:gd name="T34" fmla="*/ 31 w 717"/>
                      <a:gd name="T35" fmla="*/ 135 h 756"/>
                      <a:gd name="T36" fmla="*/ 33 w 717"/>
                      <a:gd name="T37" fmla="*/ 301 h 756"/>
                      <a:gd name="T38" fmla="*/ 32 w 717"/>
                      <a:gd name="T39" fmla="*/ 519 h 756"/>
                      <a:gd name="T40" fmla="*/ 34 w 717"/>
                      <a:gd name="T41" fmla="*/ 679 h 756"/>
                      <a:gd name="T42" fmla="*/ 36 w 717"/>
                      <a:gd name="T43" fmla="*/ 628 h 756"/>
                      <a:gd name="T44" fmla="*/ 37 w 717"/>
                      <a:gd name="T45" fmla="*/ 480 h 756"/>
                      <a:gd name="T46" fmla="*/ 38 w 717"/>
                      <a:gd name="T47" fmla="*/ 391 h 756"/>
                      <a:gd name="T48" fmla="*/ 36 w 717"/>
                      <a:gd name="T49" fmla="*/ 506 h 756"/>
                      <a:gd name="T50" fmla="*/ 38 w 717"/>
                      <a:gd name="T51" fmla="*/ 352 h 756"/>
                      <a:gd name="T52" fmla="*/ 39 w 717"/>
                      <a:gd name="T53" fmla="*/ 455 h 756"/>
                      <a:gd name="T54" fmla="*/ 41 w 717"/>
                      <a:gd name="T55" fmla="*/ 519 h 756"/>
                      <a:gd name="T56" fmla="*/ 43 w 717"/>
                      <a:gd name="T57" fmla="*/ 410 h 756"/>
                      <a:gd name="T58" fmla="*/ 44 w 717"/>
                      <a:gd name="T59" fmla="*/ 186 h 756"/>
                      <a:gd name="T60" fmla="*/ 45 w 717"/>
                      <a:gd name="T61" fmla="*/ 231 h 756"/>
                      <a:gd name="T62" fmla="*/ 48 w 717"/>
                      <a:gd name="T63" fmla="*/ 148 h 756"/>
                      <a:gd name="T64" fmla="*/ 48 w 717"/>
                      <a:gd name="T65" fmla="*/ 301 h 756"/>
                      <a:gd name="T66" fmla="*/ 48 w 717"/>
                      <a:gd name="T67" fmla="*/ 730 h 756"/>
                      <a:gd name="T68" fmla="*/ 54 w 717"/>
                      <a:gd name="T69" fmla="*/ 0 h 756"/>
                      <a:gd name="T70" fmla="*/ 54 w 717"/>
                      <a:gd name="T71" fmla="*/ 250 h 756"/>
                      <a:gd name="T72" fmla="*/ 55 w 717"/>
                      <a:gd name="T73" fmla="*/ 333 h 756"/>
                      <a:gd name="T74" fmla="*/ 57 w 717"/>
                      <a:gd name="T75" fmla="*/ 192 h 756"/>
                      <a:gd name="T76" fmla="*/ 59 w 717"/>
                      <a:gd name="T77" fmla="*/ 340 h 756"/>
                      <a:gd name="T78" fmla="*/ 58 w 717"/>
                      <a:gd name="T79" fmla="*/ 429 h 756"/>
                      <a:gd name="T80" fmla="*/ 60 w 717"/>
                      <a:gd name="T81" fmla="*/ 461 h 756"/>
                      <a:gd name="T82" fmla="*/ 0 60000 65536"/>
                      <a:gd name="T83" fmla="*/ 0 60000 65536"/>
                      <a:gd name="T84" fmla="*/ 0 60000 65536"/>
                      <a:gd name="T85" fmla="*/ 0 60000 65536"/>
                      <a:gd name="T86" fmla="*/ 0 60000 65536"/>
                      <a:gd name="T87" fmla="*/ 0 60000 65536"/>
                      <a:gd name="T88" fmla="*/ 0 60000 65536"/>
                      <a:gd name="T89" fmla="*/ 0 60000 65536"/>
                      <a:gd name="T90" fmla="*/ 0 60000 65536"/>
                      <a:gd name="T91" fmla="*/ 0 60000 65536"/>
                      <a:gd name="T92" fmla="*/ 0 60000 65536"/>
                      <a:gd name="T93" fmla="*/ 0 60000 65536"/>
                      <a:gd name="T94" fmla="*/ 0 60000 65536"/>
                      <a:gd name="T95" fmla="*/ 0 60000 65536"/>
                      <a:gd name="T96" fmla="*/ 0 60000 65536"/>
                      <a:gd name="T97" fmla="*/ 0 60000 65536"/>
                      <a:gd name="T98" fmla="*/ 0 60000 65536"/>
                      <a:gd name="T99" fmla="*/ 0 60000 65536"/>
                      <a:gd name="T100" fmla="*/ 0 60000 65536"/>
                      <a:gd name="T101" fmla="*/ 0 60000 65536"/>
                      <a:gd name="T102" fmla="*/ 0 60000 65536"/>
                      <a:gd name="T103" fmla="*/ 0 60000 65536"/>
                      <a:gd name="T104" fmla="*/ 0 60000 65536"/>
                      <a:gd name="T105" fmla="*/ 0 60000 65536"/>
                      <a:gd name="T106" fmla="*/ 0 60000 65536"/>
                      <a:gd name="T107" fmla="*/ 0 60000 65536"/>
                      <a:gd name="T108" fmla="*/ 0 60000 65536"/>
                      <a:gd name="T109" fmla="*/ 0 60000 65536"/>
                      <a:gd name="T110" fmla="*/ 0 60000 65536"/>
                      <a:gd name="T111" fmla="*/ 0 60000 65536"/>
                      <a:gd name="T112" fmla="*/ 0 60000 65536"/>
                      <a:gd name="T113" fmla="*/ 0 60000 65536"/>
                      <a:gd name="T114" fmla="*/ 0 60000 65536"/>
                      <a:gd name="T115" fmla="*/ 0 60000 65536"/>
                      <a:gd name="T116" fmla="*/ 0 60000 65536"/>
                      <a:gd name="T117" fmla="*/ 0 60000 65536"/>
                      <a:gd name="T118" fmla="*/ 0 60000 65536"/>
                      <a:gd name="T119" fmla="*/ 0 60000 65536"/>
                      <a:gd name="T120" fmla="*/ 0 60000 65536"/>
                      <a:gd name="T121" fmla="*/ 0 60000 65536"/>
                      <a:gd name="T122" fmla="*/ 0 60000 65536"/>
                      <a:gd name="T123" fmla="*/ 0 w 717"/>
                      <a:gd name="T124" fmla="*/ 0 h 756"/>
                      <a:gd name="T125" fmla="*/ 717 w 717"/>
                      <a:gd name="T126" fmla="*/ 756 h 756"/>
                    </a:gdLst>
                    <a:ahLst/>
                    <a:cxnLst>
                      <a:cxn ang="T82">
                        <a:pos x="T0" y="T1"/>
                      </a:cxn>
                      <a:cxn ang="T83">
                        <a:pos x="T2" y="T3"/>
                      </a:cxn>
                      <a:cxn ang="T84">
                        <a:pos x="T4" y="T5"/>
                      </a:cxn>
                      <a:cxn ang="T85">
                        <a:pos x="T6" y="T7"/>
                      </a:cxn>
                      <a:cxn ang="T86">
                        <a:pos x="T8" y="T9"/>
                      </a:cxn>
                      <a:cxn ang="T87">
                        <a:pos x="T10" y="T11"/>
                      </a:cxn>
                      <a:cxn ang="T88">
                        <a:pos x="T12" y="T13"/>
                      </a:cxn>
                      <a:cxn ang="T89">
                        <a:pos x="T14" y="T15"/>
                      </a:cxn>
                      <a:cxn ang="T90">
                        <a:pos x="T16" y="T17"/>
                      </a:cxn>
                      <a:cxn ang="T91">
                        <a:pos x="T18" y="T19"/>
                      </a:cxn>
                      <a:cxn ang="T92">
                        <a:pos x="T20" y="T21"/>
                      </a:cxn>
                      <a:cxn ang="T93">
                        <a:pos x="T22" y="T23"/>
                      </a:cxn>
                      <a:cxn ang="T94">
                        <a:pos x="T24" y="T25"/>
                      </a:cxn>
                      <a:cxn ang="T95">
                        <a:pos x="T26" y="T27"/>
                      </a:cxn>
                      <a:cxn ang="T96">
                        <a:pos x="T28" y="T29"/>
                      </a:cxn>
                      <a:cxn ang="T97">
                        <a:pos x="T30" y="T31"/>
                      </a:cxn>
                      <a:cxn ang="T98">
                        <a:pos x="T32" y="T33"/>
                      </a:cxn>
                      <a:cxn ang="T99">
                        <a:pos x="T34" y="T35"/>
                      </a:cxn>
                      <a:cxn ang="T100">
                        <a:pos x="T36" y="T37"/>
                      </a:cxn>
                      <a:cxn ang="T101">
                        <a:pos x="T38" y="T39"/>
                      </a:cxn>
                      <a:cxn ang="T102">
                        <a:pos x="T40" y="T41"/>
                      </a:cxn>
                      <a:cxn ang="T103">
                        <a:pos x="T42" y="T43"/>
                      </a:cxn>
                      <a:cxn ang="T104">
                        <a:pos x="T44" y="T45"/>
                      </a:cxn>
                      <a:cxn ang="T105">
                        <a:pos x="T46" y="T47"/>
                      </a:cxn>
                      <a:cxn ang="T106">
                        <a:pos x="T48" y="T49"/>
                      </a:cxn>
                      <a:cxn ang="T107">
                        <a:pos x="T50" y="T51"/>
                      </a:cxn>
                      <a:cxn ang="T108">
                        <a:pos x="T52" y="T53"/>
                      </a:cxn>
                      <a:cxn ang="T109">
                        <a:pos x="T54" y="T55"/>
                      </a:cxn>
                      <a:cxn ang="T110">
                        <a:pos x="T56" y="T57"/>
                      </a:cxn>
                      <a:cxn ang="T111">
                        <a:pos x="T58" y="T59"/>
                      </a:cxn>
                      <a:cxn ang="T112">
                        <a:pos x="T60" y="T61"/>
                      </a:cxn>
                      <a:cxn ang="T113">
                        <a:pos x="T62" y="T63"/>
                      </a:cxn>
                      <a:cxn ang="T114">
                        <a:pos x="T64" y="T65"/>
                      </a:cxn>
                      <a:cxn ang="T115">
                        <a:pos x="T66" y="T67"/>
                      </a:cxn>
                      <a:cxn ang="T116">
                        <a:pos x="T68" y="T69"/>
                      </a:cxn>
                      <a:cxn ang="T117">
                        <a:pos x="T70" y="T71"/>
                      </a:cxn>
                      <a:cxn ang="T118">
                        <a:pos x="T72" y="T73"/>
                      </a:cxn>
                      <a:cxn ang="T119">
                        <a:pos x="T74" y="T75"/>
                      </a:cxn>
                      <a:cxn ang="T120">
                        <a:pos x="T76" y="T77"/>
                      </a:cxn>
                      <a:cxn ang="T121">
                        <a:pos x="T78" y="T79"/>
                      </a:cxn>
                      <a:cxn ang="T122">
                        <a:pos x="T80" y="T81"/>
                      </a:cxn>
                    </a:cxnLst>
                    <a:rect l="T123" t="T124" r="T125" b="T126"/>
                    <a:pathLst>
                      <a:path w="717" h="756">
                        <a:moveTo>
                          <a:pt x="0" y="756"/>
                        </a:moveTo>
                        <a:lnTo>
                          <a:pt x="52" y="167"/>
                        </a:lnTo>
                        <a:lnTo>
                          <a:pt x="64" y="384"/>
                        </a:lnTo>
                        <a:lnTo>
                          <a:pt x="90" y="103"/>
                        </a:lnTo>
                        <a:lnTo>
                          <a:pt x="116" y="519"/>
                        </a:lnTo>
                        <a:lnTo>
                          <a:pt x="135" y="487"/>
                        </a:lnTo>
                        <a:lnTo>
                          <a:pt x="135" y="359"/>
                        </a:lnTo>
                        <a:lnTo>
                          <a:pt x="167" y="71"/>
                        </a:lnTo>
                        <a:lnTo>
                          <a:pt x="192" y="244"/>
                        </a:lnTo>
                        <a:lnTo>
                          <a:pt x="205" y="96"/>
                        </a:lnTo>
                        <a:lnTo>
                          <a:pt x="218" y="615"/>
                        </a:lnTo>
                        <a:lnTo>
                          <a:pt x="244" y="397"/>
                        </a:lnTo>
                        <a:lnTo>
                          <a:pt x="282" y="519"/>
                        </a:lnTo>
                        <a:lnTo>
                          <a:pt x="308" y="308"/>
                        </a:lnTo>
                        <a:lnTo>
                          <a:pt x="333" y="442"/>
                        </a:lnTo>
                        <a:lnTo>
                          <a:pt x="346" y="352"/>
                        </a:lnTo>
                        <a:lnTo>
                          <a:pt x="365" y="384"/>
                        </a:lnTo>
                        <a:lnTo>
                          <a:pt x="378" y="135"/>
                        </a:lnTo>
                        <a:lnTo>
                          <a:pt x="391" y="301"/>
                        </a:lnTo>
                        <a:lnTo>
                          <a:pt x="384" y="519"/>
                        </a:lnTo>
                        <a:lnTo>
                          <a:pt x="404" y="679"/>
                        </a:lnTo>
                        <a:lnTo>
                          <a:pt x="429" y="628"/>
                        </a:lnTo>
                        <a:lnTo>
                          <a:pt x="442" y="480"/>
                        </a:lnTo>
                        <a:lnTo>
                          <a:pt x="455" y="391"/>
                        </a:lnTo>
                        <a:lnTo>
                          <a:pt x="436" y="506"/>
                        </a:lnTo>
                        <a:lnTo>
                          <a:pt x="461" y="352"/>
                        </a:lnTo>
                        <a:lnTo>
                          <a:pt x="474" y="455"/>
                        </a:lnTo>
                        <a:lnTo>
                          <a:pt x="493" y="519"/>
                        </a:lnTo>
                        <a:lnTo>
                          <a:pt x="512" y="410"/>
                        </a:lnTo>
                        <a:lnTo>
                          <a:pt x="532" y="186"/>
                        </a:lnTo>
                        <a:lnTo>
                          <a:pt x="544" y="231"/>
                        </a:lnTo>
                        <a:lnTo>
                          <a:pt x="570" y="148"/>
                        </a:lnTo>
                        <a:lnTo>
                          <a:pt x="576" y="301"/>
                        </a:lnTo>
                        <a:lnTo>
                          <a:pt x="576" y="730"/>
                        </a:lnTo>
                        <a:lnTo>
                          <a:pt x="647" y="0"/>
                        </a:lnTo>
                        <a:lnTo>
                          <a:pt x="647" y="250"/>
                        </a:lnTo>
                        <a:lnTo>
                          <a:pt x="660" y="333"/>
                        </a:lnTo>
                        <a:lnTo>
                          <a:pt x="685" y="192"/>
                        </a:lnTo>
                        <a:lnTo>
                          <a:pt x="711" y="340"/>
                        </a:lnTo>
                        <a:lnTo>
                          <a:pt x="698" y="429"/>
                        </a:lnTo>
                        <a:lnTo>
                          <a:pt x="717" y="461"/>
                        </a:lnTo>
                      </a:path>
                    </a:pathLst>
                  </a:custGeom>
                  <a:noFill/>
                  <a:ln w="9525">
                    <a:solidFill>
                      <a:srgbClr val="FF0000"/>
                    </a:solidFill>
                    <a:round/>
                    <a:headEnd/>
                    <a:tailEnd/>
                  </a:ln>
                </p:spPr>
                <p:txBody>
                  <a:bodyPr/>
                  <a:lstStyle/>
                  <a:p>
                    <a:endParaRPr lang="en-GB" sz="1600"/>
                  </a:p>
                </p:txBody>
              </p:sp>
              <p:sp>
                <p:nvSpPr>
                  <p:cNvPr id="14713" name="Freeform 59"/>
                  <p:cNvSpPr>
                    <a:spLocks/>
                  </p:cNvSpPr>
                  <p:nvPr/>
                </p:nvSpPr>
                <p:spPr bwMode="auto">
                  <a:xfrm flipH="1">
                    <a:off x="4698" y="1100"/>
                    <a:ext cx="313" cy="756"/>
                  </a:xfrm>
                  <a:custGeom>
                    <a:avLst/>
                    <a:gdLst>
                      <a:gd name="T0" fmla="*/ 0 w 717"/>
                      <a:gd name="T1" fmla="*/ 756 h 756"/>
                      <a:gd name="T2" fmla="*/ 4 w 717"/>
                      <a:gd name="T3" fmla="*/ 167 h 756"/>
                      <a:gd name="T4" fmla="*/ 5 w 717"/>
                      <a:gd name="T5" fmla="*/ 384 h 756"/>
                      <a:gd name="T6" fmla="*/ 7 w 717"/>
                      <a:gd name="T7" fmla="*/ 103 h 756"/>
                      <a:gd name="T8" fmla="*/ 10 w 717"/>
                      <a:gd name="T9" fmla="*/ 519 h 756"/>
                      <a:gd name="T10" fmla="*/ 11 w 717"/>
                      <a:gd name="T11" fmla="*/ 487 h 756"/>
                      <a:gd name="T12" fmla="*/ 11 w 717"/>
                      <a:gd name="T13" fmla="*/ 359 h 756"/>
                      <a:gd name="T14" fmla="*/ 14 w 717"/>
                      <a:gd name="T15" fmla="*/ 71 h 756"/>
                      <a:gd name="T16" fmla="*/ 16 w 717"/>
                      <a:gd name="T17" fmla="*/ 244 h 756"/>
                      <a:gd name="T18" fmla="*/ 17 w 717"/>
                      <a:gd name="T19" fmla="*/ 96 h 756"/>
                      <a:gd name="T20" fmla="*/ 18 w 717"/>
                      <a:gd name="T21" fmla="*/ 615 h 756"/>
                      <a:gd name="T22" fmla="*/ 21 w 717"/>
                      <a:gd name="T23" fmla="*/ 397 h 756"/>
                      <a:gd name="T24" fmla="*/ 24 w 717"/>
                      <a:gd name="T25" fmla="*/ 519 h 756"/>
                      <a:gd name="T26" fmla="*/ 25 w 717"/>
                      <a:gd name="T27" fmla="*/ 308 h 756"/>
                      <a:gd name="T28" fmla="*/ 28 w 717"/>
                      <a:gd name="T29" fmla="*/ 442 h 756"/>
                      <a:gd name="T30" fmla="*/ 29 w 717"/>
                      <a:gd name="T31" fmla="*/ 352 h 756"/>
                      <a:gd name="T32" fmla="*/ 30 w 717"/>
                      <a:gd name="T33" fmla="*/ 384 h 756"/>
                      <a:gd name="T34" fmla="*/ 31 w 717"/>
                      <a:gd name="T35" fmla="*/ 135 h 756"/>
                      <a:gd name="T36" fmla="*/ 33 w 717"/>
                      <a:gd name="T37" fmla="*/ 301 h 756"/>
                      <a:gd name="T38" fmla="*/ 32 w 717"/>
                      <a:gd name="T39" fmla="*/ 519 h 756"/>
                      <a:gd name="T40" fmla="*/ 34 w 717"/>
                      <a:gd name="T41" fmla="*/ 679 h 756"/>
                      <a:gd name="T42" fmla="*/ 36 w 717"/>
                      <a:gd name="T43" fmla="*/ 628 h 756"/>
                      <a:gd name="T44" fmla="*/ 37 w 717"/>
                      <a:gd name="T45" fmla="*/ 480 h 756"/>
                      <a:gd name="T46" fmla="*/ 38 w 717"/>
                      <a:gd name="T47" fmla="*/ 391 h 756"/>
                      <a:gd name="T48" fmla="*/ 36 w 717"/>
                      <a:gd name="T49" fmla="*/ 506 h 756"/>
                      <a:gd name="T50" fmla="*/ 38 w 717"/>
                      <a:gd name="T51" fmla="*/ 352 h 756"/>
                      <a:gd name="T52" fmla="*/ 39 w 717"/>
                      <a:gd name="T53" fmla="*/ 455 h 756"/>
                      <a:gd name="T54" fmla="*/ 41 w 717"/>
                      <a:gd name="T55" fmla="*/ 519 h 756"/>
                      <a:gd name="T56" fmla="*/ 43 w 717"/>
                      <a:gd name="T57" fmla="*/ 410 h 756"/>
                      <a:gd name="T58" fmla="*/ 44 w 717"/>
                      <a:gd name="T59" fmla="*/ 186 h 756"/>
                      <a:gd name="T60" fmla="*/ 45 w 717"/>
                      <a:gd name="T61" fmla="*/ 231 h 756"/>
                      <a:gd name="T62" fmla="*/ 48 w 717"/>
                      <a:gd name="T63" fmla="*/ 148 h 756"/>
                      <a:gd name="T64" fmla="*/ 48 w 717"/>
                      <a:gd name="T65" fmla="*/ 301 h 756"/>
                      <a:gd name="T66" fmla="*/ 48 w 717"/>
                      <a:gd name="T67" fmla="*/ 730 h 756"/>
                      <a:gd name="T68" fmla="*/ 54 w 717"/>
                      <a:gd name="T69" fmla="*/ 0 h 756"/>
                      <a:gd name="T70" fmla="*/ 54 w 717"/>
                      <a:gd name="T71" fmla="*/ 250 h 756"/>
                      <a:gd name="T72" fmla="*/ 55 w 717"/>
                      <a:gd name="T73" fmla="*/ 333 h 756"/>
                      <a:gd name="T74" fmla="*/ 57 w 717"/>
                      <a:gd name="T75" fmla="*/ 192 h 756"/>
                      <a:gd name="T76" fmla="*/ 59 w 717"/>
                      <a:gd name="T77" fmla="*/ 340 h 756"/>
                      <a:gd name="T78" fmla="*/ 58 w 717"/>
                      <a:gd name="T79" fmla="*/ 429 h 756"/>
                      <a:gd name="T80" fmla="*/ 60 w 717"/>
                      <a:gd name="T81" fmla="*/ 461 h 756"/>
                      <a:gd name="T82" fmla="*/ 0 60000 65536"/>
                      <a:gd name="T83" fmla="*/ 0 60000 65536"/>
                      <a:gd name="T84" fmla="*/ 0 60000 65536"/>
                      <a:gd name="T85" fmla="*/ 0 60000 65536"/>
                      <a:gd name="T86" fmla="*/ 0 60000 65536"/>
                      <a:gd name="T87" fmla="*/ 0 60000 65536"/>
                      <a:gd name="T88" fmla="*/ 0 60000 65536"/>
                      <a:gd name="T89" fmla="*/ 0 60000 65536"/>
                      <a:gd name="T90" fmla="*/ 0 60000 65536"/>
                      <a:gd name="T91" fmla="*/ 0 60000 65536"/>
                      <a:gd name="T92" fmla="*/ 0 60000 65536"/>
                      <a:gd name="T93" fmla="*/ 0 60000 65536"/>
                      <a:gd name="T94" fmla="*/ 0 60000 65536"/>
                      <a:gd name="T95" fmla="*/ 0 60000 65536"/>
                      <a:gd name="T96" fmla="*/ 0 60000 65536"/>
                      <a:gd name="T97" fmla="*/ 0 60000 65536"/>
                      <a:gd name="T98" fmla="*/ 0 60000 65536"/>
                      <a:gd name="T99" fmla="*/ 0 60000 65536"/>
                      <a:gd name="T100" fmla="*/ 0 60000 65536"/>
                      <a:gd name="T101" fmla="*/ 0 60000 65536"/>
                      <a:gd name="T102" fmla="*/ 0 60000 65536"/>
                      <a:gd name="T103" fmla="*/ 0 60000 65536"/>
                      <a:gd name="T104" fmla="*/ 0 60000 65536"/>
                      <a:gd name="T105" fmla="*/ 0 60000 65536"/>
                      <a:gd name="T106" fmla="*/ 0 60000 65536"/>
                      <a:gd name="T107" fmla="*/ 0 60000 65536"/>
                      <a:gd name="T108" fmla="*/ 0 60000 65536"/>
                      <a:gd name="T109" fmla="*/ 0 60000 65536"/>
                      <a:gd name="T110" fmla="*/ 0 60000 65536"/>
                      <a:gd name="T111" fmla="*/ 0 60000 65536"/>
                      <a:gd name="T112" fmla="*/ 0 60000 65536"/>
                      <a:gd name="T113" fmla="*/ 0 60000 65536"/>
                      <a:gd name="T114" fmla="*/ 0 60000 65536"/>
                      <a:gd name="T115" fmla="*/ 0 60000 65536"/>
                      <a:gd name="T116" fmla="*/ 0 60000 65536"/>
                      <a:gd name="T117" fmla="*/ 0 60000 65536"/>
                      <a:gd name="T118" fmla="*/ 0 60000 65536"/>
                      <a:gd name="T119" fmla="*/ 0 60000 65536"/>
                      <a:gd name="T120" fmla="*/ 0 60000 65536"/>
                      <a:gd name="T121" fmla="*/ 0 60000 65536"/>
                      <a:gd name="T122" fmla="*/ 0 60000 65536"/>
                      <a:gd name="T123" fmla="*/ 0 w 717"/>
                      <a:gd name="T124" fmla="*/ 0 h 756"/>
                      <a:gd name="T125" fmla="*/ 717 w 717"/>
                      <a:gd name="T126" fmla="*/ 756 h 756"/>
                    </a:gdLst>
                    <a:ahLst/>
                    <a:cxnLst>
                      <a:cxn ang="T82">
                        <a:pos x="T0" y="T1"/>
                      </a:cxn>
                      <a:cxn ang="T83">
                        <a:pos x="T2" y="T3"/>
                      </a:cxn>
                      <a:cxn ang="T84">
                        <a:pos x="T4" y="T5"/>
                      </a:cxn>
                      <a:cxn ang="T85">
                        <a:pos x="T6" y="T7"/>
                      </a:cxn>
                      <a:cxn ang="T86">
                        <a:pos x="T8" y="T9"/>
                      </a:cxn>
                      <a:cxn ang="T87">
                        <a:pos x="T10" y="T11"/>
                      </a:cxn>
                      <a:cxn ang="T88">
                        <a:pos x="T12" y="T13"/>
                      </a:cxn>
                      <a:cxn ang="T89">
                        <a:pos x="T14" y="T15"/>
                      </a:cxn>
                      <a:cxn ang="T90">
                        <a:pos x="T16" y="T17"/>
                      </a:cxn>
                      <a:cxn ang="T91">
                        <a:pos x="T18" y="T19"/>
                      </a:cxn>
                      <a:cxn ang="T92">
                        <a:pos x="T20" y="T21"/>
                      </a:cxn>
                      <a:cxn ang="T93">
                        <a:pos x="T22" y="T23"/>
                      </a:cxn>
                      <a:cxn ang="T94">
                        <a:pos x="T24" y="T25"/>
                      </a:cxn>
                      <a:cxn ang="T95">
                        <a:pos x="T26" y="T27"/>
                      </a:cxn>
                      <a:cxn ang="T96">
                        <a:pos x="T28" y="T29"/>
                      </a:cxn>
                      <a:cxn ang="T97">
                        <a:pos x="T30" y="T31"/>
                      </a:cxn>
                      <a:cxn ang="T98">
                        <a:pos x="T32" y="T33"/>
                      </a:cxn>
                      <a:cxn ang="T99">
                        <a:pos x="T34" y="T35"/>
                      </a:cxn>
                      <a:cxn ang="T100">
                        <a:pos x="T36" y="T37"/>
                      </a:cxn>
                      <a:cxn ang="T101">
                        <a:pos x="T38" y="T39"/>
                      </a:cxn>
                      <a:cxn ang="T102">
                        <a:pos x="T40" y="T41"/>
                      </a:cxn>
                      <a:cxn ang="T103">
                        <a:pos x="T42" y="T43"/>
                      </a:cxn>
                      <a:cxn ang="T104">
                        <a:pos x="T44" y="T45"/>
                      </a:cxn>
                      <a:cxn ang="T105">
                        <a:pos x="T46" y="T47"/>
                      </a:cxn>
                      <a:cxn ang="T106">
                        <a:pos x="T48" y="T49"/>
                      </a:cxn>
                      <a:cxn ang="T107">
                        <a:pos x="T50" y="T51"/>
                      </a:cxn>
                      <a:cxn ang="T108">
                        <a:pos x="T52" y="T53"/>
                      </a:cxn>
                      <a:cxn ang="T109">
                        <a:pos x="T54" y="T55"/>
                      </a:cxn>
                      <a:cxn ang="T110">
                        <a:pos x="T56" y="T57"/>
                      </a:cxn>
                      <a:cxn ang="T111">
                        <a:pos x="T58" y="T59"/>
                      </a:cxn>
                      <a:cxn ang="T112">
                        <a:pos x="T60" y="T61"/>
                      </a:cxn>
                      <a:cxn ang="T113">
                        <a:pos x="T62" y="T63"/>
                      </a:cxn>
                      <a:cxn ang="T114">
                        <a:pos x="T64" y="T65"/>
                      </a:cxn>
                      <a:cxn ang="T115">
                        <a:pos x="T66" y="T67"/>
                      </a:cxn>
                      <a:cxn ang="T116">
                        <a:pos x="T68" y="T69"/>
                      </a:cxn>
                      <a:cxn ang="T117">
                        <a:pos x="T70" y="T71"/>
                      </a:cxn>
                      <a:cxn ang="T118">
                        <a:pos x="T72" y="T73"/>
                      </a:cxn>
                      <a:cxn ang="T119">
                        <a:pos x="T74" y="T75"/>
                      </a:cxn>
                      <a:cxn ang="T120">
                        <a:pos x="T76" y="T77"/>
                      </a:cxn>
                      <a:cxn ang="T121">
                        <a:pos x="T78" y="T79"/>
                      </a:cxn>
                      <a:cxn ang="T122">
                        <a:pos x="T80" y="T81"/>
                      </a:cxn>
                    </a:cxnLst>
                    <a:rect l="T123" t="T124" r="T125" b="T126"/>
                    <a:pathLst>
                      <a:path w="717" h="756">
                        <a:moveTo>
                          <a:pt x="0" y="756"/>
                        </a:moveTo>
                        <a:lnTo>
                          <a:pt x="52" y="167"/>
                        </a:lnTo>
                        <a:lnTo>
                          <a:pt x="64" y="384"/>
                        </a:lnTo>
                        <a:lnTo>
                          <a:pt x="90" y="103"/>
                        </a:lnTo>
                        <a:lnTo>
                          <a:pt x="116" y="519"/>
                        </a:lnTo>
                        <a:lnTo>
                          <a:pt x="135" y="487"/>
                        </a:lnTo>
                        <a:lnTo>
                          <a:pt x="135" y="359"/>
                        </a:lnTo>
                        <a:lnTo>
                          <a:pt x="167" y="71"/>
                        </a:lnTo>
                        <a:lnTo>
                          <a:pt x="192" y="244"/>
                        </a:lnTo>
                        <a:lnTo>
                          <a:pt x="205" y="96"/>
                        </a:lnTo>
                        <a:lnTo>
                          <a:pt x="218" y="615"/>
                        </a:lnTo>
                        <a:lnTo>
                          <a:pt x="244" y="397"/>
                        </a:lnTo>
                        <a:lnTo>
                          <a:pt x="282" y="519"/>
                        </a:lnTo>
                        <a:lnTo>
                          <a:pt x="308" y="308"/>
                        </a:lnTo>
                        <a:lnTo>
                          <a:pt x="333" y="442"/>
                        </a:lnTo>
                        <a:lnTo>
                          <a:pt x="346" y="352"/>
                        </a:lnTo>
                        <a:lnTo>
                          <a:pt x="365" y="384"/>
                        </a:lnTo>
                        <a:lnTo>
                          <a:pt x="378" y="135"/>
                        </a:lnTo>
                        <a:lnTo>
                          <a:pt x="391" y="301"/>
                        </a:lnTo>
                        <a:lnTo>
                          <a:pt x="384" y="519"/>
                        </a:lnTo>
                        <a:lnTo>
                          <a:pt x="404" y="679"/>
                        </a:lnTo>
                        <a:lnTo>
                          <a:pt x="429" y="628"/>
                        </a:lnTo>
                        <a:lnTo>
                          <a:pt x="442" y="480"/>
                        </a:lnTo>
                        <a:lnTo>
                          <a:pt x="455" y="391"/>
                        </a:lnTo>
                        <a:lnTo>
                          <a:pt x="436" y="506"/>
                        </a:lnTo>
                        <a:lnTo>
                          <a:pt x="461" y="352"/>
                        </a:lnTo>
                        <a:lnTo>
                          <a:pt x="474" y="455"/>
                        </a:lnTo>
                        <a:lnTo>
                          <a:pt x="493" y="519"/>
                        </a:lnTo>
                        <a:lnTo>
                          <a:pt x="512" y="410"/>
                        </a:lnTo>
                        <a:lnTo>
                          <a:pt x="532" y="186"/>
                        </a:lnTo>
                        <a:lnTo>
                          <a:pt x="544" y="231"/>
                        </a:lnTo>
                        <a:lnTo>
                          <a:pt x="570" y="148"/>
                        </a:lnTo>
                        <a:lnTo>
                          <a:pt x="576" y="301"/>
                        </a:lnTo>
                        <a:lnTo>
                          <a:pt x="576" y="730"/>
                        </a:lnTo>
                        <a:lnTo>
                          <a:pt x="647" y="0"/>
                        </a:lnTo>
                        <a:lnTo>
                          <a:pt x="647" y="250"/>
                        </a:lnTo>
                        <a:lnTo>
                          <a:pt x="660" y="333"/>
                        </a:lnTo>
                        <a:lnTo>
                          <a:pt x="685" y="192"/>
                        </a:lnTo>
                        <a:lnTo>
                          <a:pt x="711" y="340"/>
                        </a:lnTo>
                        <a:lnTo>
                          <a:pt x="698" y="429"/>
                        </a:lnTo>
                        <a:lnTo>
                          <a:pt x="717" y="461"/>
                        </a:lnTo>
                      </a:path>
                    </a:pathLst>
                  </a:custGeom>
                  <a:noFill/>
                  <a:ln w="9525">
                    <a:solidFill>
                      <a:srgbClr val="FF0000"/>
                    </a:solidFill>
                    <a:round/>
                    <a:headEnd/>
                    <a:tailEnd/>
                  </a:ln>
                </p:spPr>
                <p:txBody>
                  <a:bodyPr/>
                  <a:lstStyle/>
                  <a:p>
                    <a:endParaRPr lang="en-GB" sz="1600"/>
                  </a:p>
                </p:txBody>
              </p:sp>
            </p:grpSp>
            <p:grpSp>
              <p:nvGrpSpPr>
                <p:cNvPr id="11" name="Group 60"/>
                <p:cNvGrpSpPr>
                  <a:grpSpLocks/>
                </p:cNvGrpSpPr>
                <p:nvPr/>
              </p:nvGrpSpPr>
              <p:grpSpPr bwMode="auto">
                <a:xfrm flipH="1">
                  <a:off x="4569" y="1098"/>
                  <a:ext cx="590" cy="801"/>
                  <a:chOff x="3462" y="1100"/>
                  <a:chExt cx="1549" cy="801"/>
                </a:xfrm>
              </p:grpSpPr>
              <p:sp>
                <p:nvSpPr>
                  <p:cNvPr id="14704" name="Freeform 61"/>
                  <p:cNvSpPr>
                    <a:spLocks/>
                  </p:cNvSpPr>
                  <p:nvPr/>
                </p:nvSpPr>
                <p:spPr bwMode="auto">
                  <a:xfrm>
                    <a:off x="3462" y="1126"/>
                    <a:ext cx="313" cy="756"/>
                  </a:xfrm>
                  <a:custGeom>
                    <a:avLst/>
                    <a:gdLst>
                      <a:gd name="T0" fmla="*/ 0 w 717"/>
                      <a:gd name="T1" fmla="*/ 756 h 756"/>
                      <a:gd name="T2" fmla="*/ 4 w 717"/>
                      <a:gd name="T3" fmla="*/ 167 h 756"/>
                      <a:gd name="T4" fmla="*/ 5 w 717"/>
                      <a:gd name="T5" fmla="*/ 384 h 756"/>
                      <a:gd name="T6" fmla="*/ 7 w 717"/>
                      <a:gd name="T7" fmla="*/ 103 h 756"/>
                      <a:gd name="T8" fmla="*/ 10 w 717"/>
                      <a:gd name="T9" fmla="*/ 519 h 756"/>
                      <a:gd name="T10" fmla="*/ 11 w 717"/>
                      <a:gd name="T11" fmla="*/ 487 h 756"/>
                      <a:gd name="T12" fmla="*/ 11 w 717"/>
                      <a:gd name="T13" fmla="*/ 359 h 756"/>
                      <a:gd name="T14" fmla="*/ 14 w 717"/>
                      <a:gd name="T15" fmla="*/ 71 h 756"/>
                      <a:gd name="T16" fmla="*/ 16 w 717"/>
                      <a:gd name="T17" fmla="*/ 244 h 756"/>
                      <a:gd name="T18" fmla="*/ 17 w 717"/>
                      <a:gd name="T19" fmla="*/ 96 h 756"/>
                      <a:gd name="T20" fmla="*/ 18 w 717"/>
                      <a:gd name="T21" fmla="*/ 615 h 756"/>
                      <a:gd name="T22" fmla="*/ 21 w 717"/>
                      <a:gd name="T23" fmla="*/ 397 h 756"/>
                      <a:gd name="T24" fmla="*/ 24 w 717"/>
                      <a:gd name="T25" fmla="*/ 519 h 756"/>
                      <a:gd name="T26" fmla="*/ 25 w 717"/>
                      <a:gd name="T27" fmla="*/ 308 h 756"/>
                      <a:gd name="T28" fmla="*/ 28 w 717"/>
                      <a:gd name="T29" fmla="*/ 442 h 756"/>
                      <a:gd name="T30" fmla="*/ 29 w 717"/>
                      <a:gd name="T31" fmla="*/ 352 h 756"/>
                      <a:gd name="T32" fmla="*/ 30 w 717"/>
                      <a:gd name="T33" fmla="*/ 384 h 756"/>
                      <a:gd name="T34" fmla="*/ 31 w 717"/>
                      <a:gd name="T35" fmla="*/ 135 h 756"/>
                      <a:gd name="T36" fmla="*/ 33 w 717"/>
                      <a:gd name="T37" fmla="*/ 301 h 756"/>
                      <a:gd name="T38" fmla="*/ 32 w 717"/>
                      <a:gd name="T39" fmla="*/ 519 h 756"/>
                      <a:gd name="T40" fmla="*/ 34 w 717"/>
                      <a:gd name="T41" fmla="*/ 679 h 756"/>
                      <a:gd name="T42" fmla="*/ 36 w 717"/>
                      <a:gd name="T43" fmla="*/ 628 h 756"/>
                      <a:gd name="T44" fmla="*/ 37 w 717"/>
                      <a:gd name="T45" fmla="*/ 480 h 756"/>
                      <a:gd name="T46" fmla="*/ 38 w 717"/>
                      <a:gd name="T47" fmla="*/ 391 h 756"/>
                      <a:gd name="T48" fmla="*/ 36 w 717"/>
                      <a:gd name="T49" fmla="*/ 506 h 756"/>
                      <a:gd name="T50" fmla="*/ 38 w 717"/>
                      <a:gd name="T51" fmla="*/ 352 h 756"/>
                      <a:gd name="T52" fmla="*/ 39 w 717"/>
                      <a:gd name="T53" fmla="*/ 455 h 756"/>
                      <a:gd name="T54" fmla="*/ 41 w 717"/>
                      <a:gd name="T55" fmla="*/ 519 h 756"/>
                      <a:gd name="T56" fmla="*/ 43 w 717"/>
                      <a:gd name="T57" fmla="*/ 410 h 756"/>
                      <a:gd name="T58" fmla="*/ 44 w 717"/>
                      <a:gd name="T59" fmla="*/ 186 h 756"/>
                      <a:gd name="T60" fmla="*/ 45 w 717"/>
                      <a:gd name="T61" fmla="*/ 231 h 756"/>
                      <a:gd name="T62" fmla="*/ 48 w 717"/>
                      <a:gd name="T63" fmla="*/ 148 h 756"/>
                      <a:gd name="T64" fmla="*/ 48 w 717"/>
                      <a:gd name="T65" fmla="*/ 301 h 756"/>
                      <a:gd name="T66" fmla="*/ 48 w 717"/>
                      <a:gd name="T67" fmla="*/ 730 h 756"/>
                      <a:gd name="T68" fmla="*/ 54 w 717"/>
                      <a:gd name="T69" fmla="*/ 0 h 756"/>
                      <a:gd name="T70" fmla="*/ 54 w 717"/>
                      <a:gd name="T71" fmla="*/ 250 h 756"/>
                      <a:gd name="T72" fmla="*/ 55 w 717"/>
                      <a:gd name="T73" fmla="*/ 333 h 756"/>
                      <a:gd name="T74" fmla="*/ 57 w 717"/>
                      <a:gd name="T75" fmla="*/ 192 h 756"/>
                      <a:gd name="T76" fmla="*/ 59 w 717"/>
                      <a:gd name="T77" fmla="*/ 340 h 756"/>
                      <a:gd name="T78" fmla="*/ 58 w 717"/>
                      <a:gd name="T79" fmla="*/ 429 h 756"/>
                      <a:gd name="T80" fmla="*/ 60 w 717"/>
                      <a:gd name="T81" fmla="*/ 461 h 756"/>
                      <a:gd name="T82" fmla="*/ 0 60000 65536"/>
                      <a:gd name="T83" fmla="*/ 0 60000 65536"/>
                      <a:gd name="T84" fmla="*/ 0 60000 65536"/>
                      <a:gd name="T85" fmla="*/ 0 60000 65536"/>
                      <a:gd name="T86" fmla="*/ 0 60000 65536"/>
                      <a:gd name="T87" fmla="*/ 0 60000 65536"/>
                      <a:gd name="T88" fmla="*/ 0 60000 65536"/>
                      <a:gd name="T89" fmla="*/ 0 60000 65536"/>
                      <a:gd name="T90" fmla="*/ 0 60000 65536"/>
                      <a:gd name="T91" fmla="*/ 0 60000 65536"/>
                      <a:gd name="T92" fmla="*/ 0 60000 65536"/>
                      <a:gd name="T93" fmla="*/ 0 60000 65536"/>
                      <a:gd name="T94" fmla="*/ 0 60000 65536"/>
                      <a:gd name="T95" fmla="*/ 0 60000 65536"/>
                      <a:gd name="T96" fmla="*/ 0 60000 65536"/>
                      <a:gd name="T97" fmla="*/ 0 60000 65536"/>
                      <a:gd name="T98" fmla="*/ 0 60000 65536"/>
                      <a:gd name="T99" fmla="*/ 0 60000 65536"/>
                      <a:gd name="T100" fmla="*/ 0 60000 65536"/>
                      <a:gd name="T101" fmla="*/ 0 60000 65536"/>
                      <a:gd name="T102" fmla="*/ 0 60000 65536"/>
                      <a:gd name="T103" fmla="*/ 0 60000 65536"/>
                      <a:gd name="T104" fmla="*/ 0 60000 65536"/>
                      <a:gd name="T105" fmla="*/ 0 60000 65536"/>
                      <a:gd name="T106" fmla="*/ 0 60000 65536"/>
                      <a:gd name="T107" fmla="*/ 0 60000 65536"/>
                      <a:gd name="T108" fmla="*/ 0 60000 65536"/>
                      <a:gd name="T109" fmla="*/ 0 60000 65536"/>
                      <a:gd name="T110" fmla="*/ 0 60000 65536"/>
                      <a:gd name="T111" fmla="*/ 0 60000 65536"/>
                      <a:gd name="T112" fmla="*/ 0 60000 65536"/>
                      <a:gd name="T113" fmla="*/ 0 60000 65536"/>
                      <a:gd name="T114" fmla="*/ 0 60000 65536"/>
                      <a:gd name="T115" fmla="*/ 0 60000 65536"/>
                      <a:gd name="T116" fmla="*/ 0 60000 65536"/>
                      <a:gd name="T117" fmla="*/ 0 60000 65536"/>
                      <a:gd name="T118" fmla="*/ 0 60000 65536"/>
                      <a:gd name="T119" fmla="*/ 0 60000 65536"/>
                      <a:gd name="T120" fmla="*/ 0 60000 65536"/>
                      <a:gd name="T121" fmla="*/ 0 60000 65536"/>
                      <a:gd name="T122" fmla="*/ 0 60000 65536"/>
                      <a:gd name="T123" fmla="*/ 0 w 717"/>
                      <a:gd name="T124" fmla="*/ 0 h 756"/>
                      <a:gd name="T125" fmla="*/ 717 w 717"/>
                      <a:gd name="T126" fmla="*/ 756 h 756"/>
                    </a:gdLst>
                    <a:ahLst/>
                    <a:cxnLst>
                      <a:cxn ang="T82">
                        <a:pos x="T0" y="T1"/>
                      </a:cxn>
                      <a:cxn ang="T83">
                        <a:pos x="T2" y="T3"/>
                      </a:cxn>
                      <a:cxn ang="T84">
                        <a:pos x="T4" y="T5"/>
                      </a:cxn>
                      <a:cxn ang="T85">
                        <a:pos x="T6" y="T7"/>
                      </a:cxn>
                      <a:cxn ang="T86">
                        <a:pos x="T8" y="T9"/>
                      </a:cxn>
                      <a:cxn ang="T87">
                        <a:pos x="T10" y="T11"/>
                      </a:cxn>
                      <a:cxn ang="T88">
                        <a:pos x="T12" y="T13"/>
                      </a:cxn>
                      <a:cxn ang="T89">
                        <a:pos x="T14" y="T15"/>
                      </a:cxn>
                      <a:cxn ang="T90">
                        <a:pos x="T16" y="T17"/>
                      </a:cxn>
                      <a:cxn ang="T91">
                        <a:pos x="T18" y="T19"/>
                      </a:cxn>
                      <a:cxn ang="T92">
                        <a:pos x="T20" y="T21"/>
                      </a:cxn>
                      <a:cxn ang="T93">
                        <a:pos x="T22" y="T23"/>
                      </a:cxn>
                      <a:cxn ang="T94">
                        <a:pos x="T24" y="T25"/>
                      </a:cxn>
                      <a:cxn ang="T95">
                        <a:pos x="T26" y="T27"/>
                      </a:cxn>
                      <a:cxn ang="T96">
                        <a:pos x="T28" y="T29"/>
                      </a:cxn>
                      <a:cxn ang="T97">
                        <a:pos x="T30" y="T31"/>
                      </a:cxn>
                      <a:cxn ang="T98">
                        <a:pos x="T32" y="T33"/>
                      </a:cxn>
                      <a:cxn ang="T99">
                        <a:pos x="T34" y="T35"/>
                      </a:cxn>
                      <a:cxn ang="T100">
                        <a:pos x="T36" y="T37"/>
                      </a:cxn>
                      <a:cxn ang="T101">
                        <a:pos x="T38" y="T39"/>
                      </a:cxn>
                      <a:cxn ang="T102">
                        <a:pos x="T40" y="T41"/>
                      </a:cxn>
                      <a:cxn ang="T103">
                        <a:pos x="T42" y="T43"/>
                      </a:cxn>
                      <a:cxn ang="T104">
                        <a:pos x="T44" y="T45"/>
                      </a:cxn>
                      <a:cxn ang="T105">
                        <a:pos x="T46" y="T47"/>
                      </a:cxn>
                      <a:cxn ang="T106">
                        <a:pos x="T48" y="T49"/>
                      </a:cxn>
                      <a:cxn ang="T107">
                        <a:pos x="T50" y="T51"/>
                      </a:cxn>
                      <a:cxn ang="T108">
                        <a:pos x="T52" y="T53"/>
                      </a:cxn>
                      <a:cxn ang="T109">
                        <a:pos x="T54" y="T55"/>
                      </a:cxn>
                      <a:cxn ang="T110">
                        <a:pos x="T56" y="T57"/>
                      </a:cxn>
                      <a:cxn ang="T111">
                        <a:pos x="T58" y="T59"/>
                      </a:cxn>
                      <a:cxn ang="T112">
                        <a:pos x="T60" y="T61"/>
                      </a:cxn>
                      <a:cxn ang="T113">
                        <a:pos x="T62" y="T63"/>
                      </a:cxn>
                      <a:cxn ang="T114">
                        <a:pos x="T64" y="T65"/>
                      </a:cxn>
                      <a:cxn ang="T115">
                        <a:pos x="T66" y="T67"/>
                      </a:cxn>
                      <a:cxn ang="T116">
                        <a:pos x="T68" y="T69"/>
                      </a:cxn>
                      <a:cxn ang="T117">
                        <a:pos x="T70" y="T71"/>
                      </a:cxn>
                      <a:cxn ang="T118">
                        <a:pos x="T72" y="T73"/>
                      </a:cxn>
                      <a:cxn ang="T119">
                        <a:pos x="T74" y="T75"/>
                      </a:cxn>
                      <a:cxn ang="T120">
                        <a:pos x="T76" y="T77"/>
                      </a:cxn>
                      <a:cxn ang="T121">
                        <a:pos x="T78" y="T79"/>
                      </a:cxn>
                      <a:cxn ang="T122">
                        <a:pos x="T80" y="T81"/>
                      </a:cxn>
                    </a:cxnLst>
                    <a:rect l="T123" t="T124" r="T125" b="T126"/>
                    <a:pathLst>
                      <a:path w="717" h="756">
                        <a:moveTo>
                          <a:pt x="0" y="756"/>
                        </a:moveTo>
                        <a:lnTo>
                          <a:pt x="52" y="167"/>
                        </a:lnTo>
                        <a:lnTo>
                          <a:pt x="64" y="384"/>
                        </a:lnTo>
                        <a:lnTo>
                          <a:pt x="90" y="103"/>
                        </a:lnTo>
                        <a:lnTo>
                          <a:pt x="116" y="519"/>
                        </a:lnTo>
                        <a:lnTo>
                          <a:pt x="135" y="487"/>
                        </a:lnTo>
                        <a:lnTo>
                          <a:pt x="135" y="359"/>
                        </a:lnTo>
                        <a:lnTo>
                          <a:pt x="167" y="71"/>
                        </a:lnTo>
                        <a:lnTo>
                          <a:pt x="192" y="244"/>
                        </a:lnTo>
                        <a:lnTo>
                          <a:pt x="205" y="96"/>
                        </a:lnTo>
                        <a:lnTo>
                          <a:pt x="218" y="615"/>
                        </a:lnTo>
                        <a:lnTo>
                          <a:pt x="244" y="397"/>
                        </a:lnTo>
                        <a:lnTo>
                          <a:pt x="282" y="519"/>
                        </a:lnTo>
                        <a:lnTo>
                          <a:pt x="308" y="308"/>
                        </a:lnTo>
                        <a:lnTo>
                          <a:pt x="333" y="442"/>
                        </a:lnTo>
                        <a:lnTo>
                          <a:pt x="346" y="352"/>
                        </a:lnTo>
                        <a:lnTo>
                          <a:pt x="365" y="384"/>
                        </a:lnTo>
                        <a:lnTo>
                          <a:pt x="378" y="135"/>
                        </a:lnTo>
                        <a:lnTo>
                          <a:pt x="391" y="301"/>
                        </a:lnTo>
                        <a:lnTo>
                          <a:pt x="384" y="519"/>
                        </a:lnTo>
                        <a:lnTo>
                          <a:pt x="404" y="679"/>
                        </a:lnTo>
                        <a:lnTo>
                          <a:pt x="429" y="628"/>
                        </a:lnTo>
                        <a:lnTo>
                          <a:pt x="442" y="480"/>
                        </a:lnTo>
                        <a:lnTo>
                          <a:pt x="455" y="391"/>
                        </a:lnTo>
                        <a:lnTo>
                          <a:pt x="436" y="506"/>
                        </a:lnTo>
                        <a:lnTo>
                          <a:pt x="461" y="352"/>
                        </a:lnTo>
                        <a:lnTo>
                          <a:pt x="474" y="455"/>
                        </a:lnTo>
                        <a:lnTo>
                          <a:pt x="493" y="519"/>
                        </a:lnTo>
                        <a:lnTo>
                          <a:pt x="512" y="410"/>
                        </a:lnTo>
                        <a:lnTo>
                          <a:pt x="532" y="186"/>
                        </a:lnTo>
                        <a:lnTo>
                          <a:pt x="544" y="231"/>
                        </a:lnTo>
                        <a:lnTo>
                          <a:pt x="570" y="148"/>
                        </a:lnTo>
                        <a:lnTo>
                          <a:pt x="576" y="301"/>
                        </a:lnTo>
                        <a:lnTo>
                          <a:pt x="576" y="730"/>
                        </a:lnTo>
                        <a:lnTo>
                          <a:pt x="647" y="0"/>
                        </a:lnTo>
                        <a:lnTo>
                          <a:pt x="647" y="250"/>
                        </a:lnTo>
                        <a:lnTo>
                          <a:pt x="660" y="333"/>
                        </a:lnTo>
                        <a:lnTo>
                          <a:pt x="685" y="192"/>
                        </a:lnTo>
                        <a:lnTo>
                          <a:pt x="711" y="340"/>
                        </a:lnTo>
                        <a:lnTo>
                          <a:pt x="698" y="429"/>
                        </a:lnTo>
                        <a:lnTo>
                          <a:pt x="717" y="461"/>
                        </a:lnTo>
                      </a:path>
                    </a:pathLst>
                  </a:custGeom>
                  <a:noFill/>
                  <a:ln w="9525">
                    <a:solidFill>
                      <a:srgbClr val="FF0000"/>
                    </a:solidFill>
                    <a:round/>
                    <a:headEnd/>
                    <a:tailEnd/>
                  </a:ln>
                </p:spPr>
                <p:txBody>
                  <a:bodyPr/>
                  <a:lstStyle/>
                  <a:p>
                    <a:endParaRPr lang="en-GB" sz="1600"/>
                  </a:p>
                </p:txBody>
              </p:sp>
              <p:sp>
                <p:nvSpPr>
                  <p:cNvPr id="14705" name="Freeform 62"/>
                  <p:cNvSpPr>
                    <a:spLocks/>
                  </p:cNvSpPr>
                  <p:nvPr/>
                </p:nvSpPr>
                <p:spPr bwMode="auto">
                  <a:xfrm flipH="1" flipV="1">
                    <a:off x="3770" y="1145"/>
                    <a:ext cx="313" cy="756"/>
                  </a:xfrm>
                  <a:custGeom>
                    <a:avLst/>
                    <a:gdLst>
                      <a:gd name="T0" fmla="*/ 0 w 717"/>
                      <a:gd name="T1" fmla="*/ 756 h 756"/>
                      <a:gd name="T2" fmla="*/ 4 w 717"/>
                      <a:gd name="T3" fmla="*/ 167 h 756"/>
                      <a:gd name="T4" fmla="*/ 5 w 717"/>
                      <a:gd name="T5" fmla="*/ 384 h 756"/>
                      <a:gd name="T6" fmla="*/ 7 w 717"/>
                      <a:gd name="T7" fmla="*/ 103 h 756"/>
                      <a:gd name="T8" fmla="*/ 10 w 717"/>
                      <a:gd name="T9" fmla="*/ 519 h 756"/>
                      <a:gd name="T10" fmla="*/ 11 w 717"/>
                      <a:gd name="T11" fmla="*/ 487 h 756"/>
                      <a:gd name="T12" fmla="*/ 11 w 717"/>
                      <a:gd name="T13" fmla="*/ 359 h 756"/>
                      <a:gd name="T14" fmla="*/ 14 w 717"/>
                      <a:gd name="T15" fmla="*/ 71 h 756"/>
                      <a:gd name="T16" fmla="*/ 16 w 717"/>
                      <a:gd name="T17" fmla="*/ 244 h 756"/>
                      <a:gd name="T18" fmla="*/ 17 w 717"/>
                      <a:gd name="T19" fmla="*/ 96 h 756"/>
                      <a:gd name="T20" fmla="*/ 18 w 717"/>
                      <a:gd name="T21" fmla="*/ 615 h 756"/>
                      <a:gd name="T22" fmla="*/ 21 w 717"/>
                      <a:gd name="T23" fmla="*/ 397 h 756"/>
                      <a:gd name="T24" fmla="*/ 24 w 717"/>
                      <a:gd name="T25" fmla="*/ 519 h 756"/>
                      <a:gd name="T26" fmla="*/ 25 w 717"/>
                      <a:gd name="T27" fmla="*/ 308 h 756"/>
                      <a:gd name="T28" fmla="*/ 28 w 717"/>
                      <a:gd name="T29" fmla="*/ 442 h 756"/>
                      <a:gd name="T30" fmla="*/ 29 w 717"/>
                      <a:gd name="T31" fmla="*/ 352 h 756"/>
                      <a:gd name="T32" fmla="*/ 30 w 717"/>
                      <a:gd name="T33" fmla="*/ 384 h 756"/>
                      <a:gd name="T34" fmla="*/ 31 w 717"/>
                      <a:gd name="T35" fmla="*/ 135 h 756"/>
                      <a:gd name="T36" fmla="*/ 33 w 717"/>
                      <a:gd name="T37" fmla="*/ 301 h 756"/>
                      <a:gd name="T38" fmla="*/ 32 w 717"/>
                      <a:gd name="T39" fmla="*/ 519 h 756"/>
                      <a:gd name="T40" fmla="*/ 34 w 717"/>
                      <a:gd name="T41" fmla="*/ 679 h 756"/>
                      <a:gd name="T42" fmla="*/ 36 w 717"/>
                      <a:gd name="T43" fmla="*/ 628 h 756"/>
                      <a:gd name="T44" fmla="*/ 37 w 717"/>
                      <a:gd name="T45" fmla="*/ 480 h 756"/>
                      <a:gd name="T46" fmla="*/ 38 w 717"/>
                      <a:gd name="T47" fmla="*/ 391 h 756"/>
                      <a:gd name="T48" fmla="*/ 36 w 717"/>
                      <a:gd name="T49" fmla="*/ 506 h 756"/>
                      <a:gd name="T50" fmla="*/ 38 w 717"/>
                      <a:gd name="T51" fmla="*/ 352 h 756"/>
                      <a:gd name="T52" fmla="*/ 39 w 717"/>
                      <a:gd name="T53" fmla="*/ 455 h 756"/>
                      <a:gd name="T54" fmla="*/ 41 w 717"/>
                      <a:gd name="T55" fmla="*/ 519 h 756"/>
                      <a:gd name="T56" fmla="*/ 43 w 717"/>
                      <a:gd name="T57" fmla="*/ 410 h 756"/>
                      <a:gd name="T58" fmla="*/ 44 w 717"/>
                      <a:gd name="T59" fmla="*/ 186 h 756"/>
                      <a:gd name="T60" fmla="*/ 45 w 717"/>
                      <a:gd name="T61" fmla="*/ 231 h 756"/>
                      <a:gd name="T62" fmla="*/ 48 w 717"/>
                      <a:gd name="T63" fmla="*/ 148 h 756"/>
                      <a:gd name="T64" fmla="*/ 48 w 717"/>
                      <a:gd name="T65" fmla="*/ 301 h 756"/>
                      <a:gd name="T66" fmla="*/ 48 w 717"/>
                      <a:gd name="T67" fmla="*/ 730 h 756"/>
                      <a:gd name="T68" fmla="*/ 54 w 717"/>
                      <a:gd name="T69" fmla="*/ 0 h 756"/>
                      <a:gd name="T70" fmla="*/ 54 w 717"/>
                      <a:gd name="T71" fmla="*/ 250 h 756"/>
                      <a:gd name="T72" fmla="*/ 55 w 717"/>
                      <a:gd name="T73" fmla="*/ 333 h 756"/>
                      <a:gd name="T74" fmla="*/ 57 w 717"/>
                      <a:gd name="T75" fmla="*/ 192 h 756"/>
                      <a:gd name="T76" fmla="*/ 59 w 717"/>
                      <a:gd name="T77" fmla="*/ 340 h 756"/>
                      <a:gd name="T78" fmla="*/ 58 w 717"/>
                      <a:gd name="T79" fmla="*/ 429 h 756"/>
                      <a:gd name="T80" fmla="*/ 60 w 717"/>
                      <a:gd name="T81" fmla="*/ 461 h 756"/>
                      <a:gd name="T82" fmla="*/ 0 60000 65536"/>
                      <a:gd name="T83" fmla="*/ 0 60000 65536"/>
                      <a:gd name="T84" fmla="*/ 0 60000 65536"/>
                      <a:gd name="T85" fmla="*/ 0 60000 65536"/>
                      <a:gd name="T86" fmla="*/ 0 60000 65536"/>
                      <a:gd name="T87" fmla="*/ 0 60000 65536"/>
                      <a:gd name="T88" fmla="*/ 0 60000 65536"/>
                      <a:gd name="T89" fmla="*/ 0 60000 65536"/>
                      <a:gd name="T90" fmla="*/ 0 60000 65536"/>
                      <a:gd name="T91" fmla="*/ 0 60000 65536"/>
                      <a:gd name="T92" fmla="*/ 0 60000 65536"/>
                      <a:gd name="T93" fmla="*/ 0 60000 65536"/>
                      <a:gd name="T94" fmla="*/ 0 60000 65536"/>
                      <a:gd name="T95" fmla="*/ 0 60000 65536"/>
                      <a:gd name="T96" fmla="*/ 0 60000 65536"/>
                      <a:gd name="T97" fmla="*/ 0 60000 65536"/>
                      <a:gd name="T98" fmla="*/ 0 60000 65536"/>
                      <a:gd name="T99" fmla="*/ 0 60000 65536"/>
                      <a:gd name="T100" fmla="*/ 0 60000 65536"/>
                      <a:gd name="T101" fmla="*/ 0 60000 65536"/>
                      <a:gd name="T102" fmla="*/ 0 60000 65536"/>
                      <a:gd name="T103" fmla="*/ 0 60000 65536"/>
                      <a:gd name="T104" fmla="*/ 0 60000 65536"/>
                      <a:gd name="T105" fmla="*/ 0 60000 65536"/>
                      <a:gd name="T106" fmla="*/ 0 60000 65536"/>
                      <a:gd name="T107" fmla="*/ 0 60000 65536"/>
                      <a:gd name="T108" fmla="*/ 0 60000 65536"/>
                      <a:gd name="T109" fmla="*/ 0 60000 65536"/>
                      <a:gd name="T110" fmla="*/ 0 60000 65536"/>
                      <a:gd name="T111" fmla="*/ 0 60000 65536"/>
                      <a:gd name="T112" fmla="*/ 0 60000 65536"/>
                      <a:gd name="T113" fmla="*/ 0 60000 65536"/>
                      <a:gd name="T114" fmla="*/ 0 60000 65536"/>
                      <a:gd name="T115" fmla="*/ 0 60000 65536"/>
                      <a:gd name="T116" fmla="*/ 0 60000 65536"/>
                      <a:gd name="T117" fmla="*/ 0 60000 65536"/>
                      <a:gd name="T118" fmla="*/ 0 60000 65536"/>
                      <a:gd name="T119" fmla="*/ 0 60000 65536"/>
                      <a:gd name="T120" fmla="*/ 0 60000 65536"/>
                      <a:gd name="T121" fmla="*/ 0 60000 65536"/>
                      <a:gd name="T122" fmla="*/ 0 60000 65536"/>
                      <a:gd name="T123" fmla="*/ 0 w 717"/>
                      <a:gd name="T124" fmla="*/ 0 h 756"/>
                      <a:gd name="T125" fmla="*/ 717 w 717"/>
                      <a:gd name="T126" fmla="*/ 756 h 756"/>
                    </a:gdLst>
                    <a:ahLst/>
                    <a:cxnLst>
                      <a:cxn ang="T82">
                        <a:pos x="T0" y="T1"/>
                      </a:cxn>
                      <a:cxn ang="T83">
                        <a:pos x="T2" y="T3"/>
                      </a:cxn>
                      <a:cxn ang="T84">
                        <a:pos x="T4" y="T5"/>
                      </a:cxn>
                      <a:cxn ang="T85">
                        <a:pos x="T6" y="T7"/>
                      </a:cxn>
                      <a:cxn ang="T86">
                        <a:pos x="T8" y="T9"/>
                      </a:cxn>
                      <a:cxn ang="T87">
                        <a:pos x="T10" y="T11"/>
                      </a:cxn>
                      <a:cxn ang="T88">
                        <a:pos x="T12" y="T13"/>
                      </a:cxn>
                      <a:cxn ang="T89">
                        <a:pos x="T14" y="T15"/>
                      </a:cxn>
                      <a:cxn ang="T90">
                        <a:pos x="T16" y="T17"/>
                      </a:cxn>
                      <a:cxn ang="T91">
                        <a:pos x="T18" y="T19"/>
                      </a:cxn>
                      <a:cxn ang="T92">
                        <a:pos x="T20" y="T21"/>
                      </a:cxn>
                      <a:cxn ang="T93">
                        <a:pos x="T22" y="T23"/>
                      </a:cxn>
                      <a:cxn ang="T94">
                        <a:pos x="T24" y="T25"/>
                      </a:cxn>
                      <a:cxn ang="T95">
                        <a:pos x="T26" y="T27"/>
                      </a:cxn>
                      <a:cxn ang="T96">
                        <a:pos x="T28" y="T29"/>
                      </a:cxn>
                      <a:cxn ang="T97">
                        <a:pos x="T30" y="T31"/>
                      </a:cxn>
                      <a:cxn ang="T98">
                        <a:pos x="T32" y="T33"/>
                      </a:cxn>
                      <a:cxn ang="T99">
                        <a:pos x="T34" y="T35"/>
                      </a:cxn>
                      <a:cxn ang="T100">
                        <a:pos x="T36" y="T37"/>
                      </a:cxn>
                      <a:cxn ang="T101">
                        <a:pos x="T38" y="T39"/>
                      </a:cxn>
                      <a:cxn ang="T102">
                        <a:pos x="T40" y="T41"/>
                      </a:cxn>
                      <a:cxn ang="T103">
                        <a:pos x="T42" y="T43"/>
                      </a:cxn>
                      <a:cxn ang="T104">
                        <a:pos x="T44" y="T45"/>
                      </a:cxn>
                      <a:cxn ang="T105">
                        <a:pos x="T46" y="T47"/>
                      </a:cxn>
                      <a:cxn ang="T106">
                        <a:pos x="T48" y="T49"/>
                      </a:cxn>
                      <a:cxn ang="T107">
                        <a:pos x="T50" y="T51"/>
                      </a:cxn>
                      <a:cxn ang="T108">
                        <a:pos x="T52" y="T53"/>
                      </a:cxn>
                      <a:cxn ang="T109">
                        <a:pos x="T54" y="T55"/>
                      </a:cxn>
                      <a:cxn ang="T110">
                        <a:pos x="T56" y="T57"/>
                      </a:cxn>
                      <a:cxn ang="T111">
                        <a:pos x="T58" y="T59"/>
                      </a:cxn>
                      <a:cxn ang="T112">
                        <a:pos x="T60" y="T61"/>
                      </a:cxn>
                      <a:cxn ang="T113">
                        <a:pos x="T62" y="T63"/>
                      </a:cxn>
                      <a:cxn ang="T114">
                        <a:pos x="T64" y="T65"/>
                      </a:cxn>
                      <a:cxn ang="T115">
                        <a:pos x="T66" y="T67"/>
                      </a:cxn>
                      <a:cxn ang="T116">
                        <a:pos x="T68" y="T69"/>
                      </a:cxn>
                      <a:cxn ang="T117">
                        <a:pos x="T70" y="T71"/>
                      </a:cxn>
                      <a:cxn ang="T118">
                        <a:pos x="T72" y="T73"/>
                      </a:cxn>
                      <a:cxn ang="T119">
                        <a:pos x="T74" y="T75"/>
                      </a:cxn>
                      <a:cxn ang="T120">
                        <a:pos x="T76" y="T77"/>
                      </a:cxn>
                      <a:cxn ang="T121">
                        <a:pos x="T78" y="T79"/>
                      </a:cxn>
                      <a:cxn ang="T122">
                        <a:pos x="T80" y="T81"/>
                      </a:cxn>
                    </a:cxnLst>
                    <a:rect l="T123" t="T124" r="T125" b="T126"/>
                    <a:pathLst>
                      <a:path w="717" h="756">
                        <a:moveTo>
                          <a:pt x="0" y="756"/>
                        </a:moveTo>
                        <a:lnTo>
                          <a:pt x="52" y="167"/>
                        </a:lnTo>
                        <a:lnTo>
                          <a:pt x="64" y="384"/>
                        </a:lnTo>
                        <a:lnTo>
                          <a:pt x="90" y="103"/>
                        </a:lnTo>
                        <a:lnTo>
                          <a:pt x="116" y="519"/>
                        </a:lnTo>
                        <a:lnTo>
                          <a:pt x="135" y="487"/>
                        </a:lnTo>
                        <a:lnTo>
                          <a:pt x="135" y="359"/>
                        </a:lnTo>
                        <a:lnTo>
                          <a:pt x="167" y="71"/>
                        </a:lnTo>
                        <a:lnTo>
                          <a:pt x="192" y="244"/>
                        </a:lnTo>
                        <a:lnTo>
                          <a:pt x="205" y="96"/>
                        </a:lnTo>
                        <a:lnTo>
                          <a:pt x="218" y="615"/>
                        </a:lnTo>
                        <a:lnTo>
                          <a:pt x="244" y="397"/>
                        </a:lnTo>
                        <a:lnTo>
                          <a:pt x="282" y="519"/>
                        </a:lnTo>
                        <a:lnTo>
                          <a:pt x="308" y="308"/>
                        </a:lnTo>
                        <a:lnTo>
                          <a:pt x="333" y="442"/>
                        </a:lnTo>
                        <a:lnTo>
                          <a:pt x="346" y="352"/>
                        </a:lnTo>
                        <a:lnTo>
                          <a:pt x="365" y="384"/>
                        </a:lnTo>
                        <a:lnTo>
                          <a:pt x="378" y="135"/>
                        </a:lnTo>
                        <a:lnTo>
                          <a:pt x="391" y="301"/>
                        </a:lnTo>
                        <a:lnTo>
                          <a:pt x="384" y="519"/>
                        </a:lnTo>
                        <a:lnTo>
                          <a:pt x="404" y="679"/>
                        </a:lnTo>
                        <a:lnTo>
                          <a:pt x="429" y="628"/>
                        </a:lnTo>
                        <a:lnTo>
                          <a:pt x="442" y="480"/>
                        </a:lnTo>
                        <a:lnTo>
                          <a:pt x="455" y="391"/>
                        </a:lnTo>
                        <a:lnTo>
                          <a:pt x="436" y="506"/>
                        </a:lnTo>
                        <a:lnTo>
                          <a:pt x="461" y="352"/>
                        </a:lnTo>
                        <a:lnTo>
                          <a:pt x="474" y="455"/>
                        </a:lnTo>
                        <a:lnTo>
                          <a:pt x="493" y="519"/>
                        </a:lnTo>
                        <a:lnTo>
                          <a:pt x="512" y="410"/>
                        </a:lnTo>
                        <a:lnTo>
                          <a:pt x="532" y="186"/>
                        </a:lnTo>
                        <a:lnTo>
                          <a:pt x="544" y="231"/>
                        </a:lnTo>
                        <a:lnTo>
                          <a:pt x="570" y="148"/>
                        </a:lnTo>
                        <a:lnTo>
                          <a:pt x="576" y="301"/>
                        </a:lnTo>
                        <a:lnTo>
                          <a:pt x="576" y="730"/>
                        </a:lnTo>
                        <a:lnTo>
                          <a:pt x="647" y="0"/>
                        </a:lnTo>
                        <a:lnTo>
                          <a:pt x="647" y="250"/>
                        </a:lnTo>
                        <a:lnTo>
                          <a:pt x="660" y="333"/>
                        </a:lnTo>
                        <a:lnTo>
                          <a:pt x="685" y="192"/>
                        </a:lnTo>
                        <a:lnTo>
                          <a:pt x="711" y="340"/>
                        </a:lnTo>
                        <a:lnTo>
                          <a:pt x="698" y="429"/>
                        </a:lnTo>
                        <a:lnTo>
                          <a:pt x="717" y="461"/>
                        </a:lnTo>
                      </a:path>
                    </a:pathLst>
                  </a:custGeom>
                  <a:noFill/>
                  <a:ln w="9525">
                    <a:solidFill>
                      <a:srgbClr val="FF0000"/>
                    </a:solidFill>
                    <a:round/>
                    <a:headEnd/>
                    <a:tailEnd/>
                  </a:ln>
                </p:spPr>
                <p:txBody>
                  <a:bodyPr/>
                  <a:lstStyle/>
                  <a:p>
                    <a:endParaRPr lang="en-GB" sz="1600"/>
                  </a:p>
                </p:txBody>
              </p:sp>
              <p:sp>
                <p:nvSpPr>
                  <p:cNvPr id="14706" name="Freeform 63"/>
                  <p:cNvSpPr>
                    <a:spLocks/>
                  </p:cNvSpPr>
                  <p:nvPr/>
                </p:nvSpPr>
                <p:spPr bwMode="auto">
                  <a:xfrm flipH="1">
                    <a:off x="4077" y="1119"/>
                    <a:ext cx="313" cy="756"/>
                  </a:xfrm>
                  <a:custGeom>
                    <a:avLst/>
                    <a:gdLst>
                      <a:gd name="T0" fmla="*/ 0 w 717"/>
                      <a:gd name="T1" fmla="*/ 756 h 756"/>
                      <a:gd name="T2" fmla="*/ 4 w 717"/>
                      <a:gd name="T3" fmla="*/ 167 h 756"/>
                      <a:gd name="T4" fmla="*/ 5 w 717"/>
                      <a:gd name="T5" fmla="*/ 384 h 756"/>
                      <a:gd name="T6" fmla="*/ 7 w 717"/>
                      <a:gd name="T7" fmla="*/ 103 h 756"/>
                      <a:gd name="T8" fmla="*/ 10 w 717"/>
                      <a:gd name="T9" fmla="*/ 519 h 756"/>
                      <a:gd name="T10" fmla="*/ 11 w 717"/>
                      <a:gd name="T11" fmla="*/ 487 h 756"/>
                      <a:gd name="T12" fmla="*/ 11 w 717"/>
                      <a:gd name="T13" fmla="*/ 359 h 756"/>
                      <a:gd name="T14" fmla="*/ 14 w 717"/>
                      <a:gd name="T15" fmla="*/ 71 h 756"/>
                      <a:gd name="T16" fmla="*/ 16 w 717"/>
                      <a:gd name="T17" fmla="*/ 244 h 756"/>
                      <a:gd name="T18" fmla="*/ 17 w 717"/>
                      <a:gd name="T19" fmla="*/ 96 h 756"/>
                      <a:gd name="T20" fmla="*/ 18 w 717"/>
                      <a:gd name="T21" fmla="*/ 615 h 756"/>
                      <a:gd name="T22" fmla="*/ 21 w 717"/>
                      <a:gd name="T23" fmla="*/ 397 h 756"/>
                      <a:gd name="T24" fmla="*/ 24 w 717"/>
                      <a:gd name="T25" fmla="*/ 519 h 756"/>
                      <a:gd name="T26" fmla="*/ 25 w 717"/>
                      <a:gd name="T27" fmla="*/ 308 h 756"/>
                      <a:gd name="T28" fmla="*/ 28 w 717"/>
                      <a:gd name="T29" fmla="*/ 442 h 756"/>
                      <a:gd name="T30" fmla="*/ 29 w 717"/>
                      <a:gd name="T31" fmla="*/ 352 h 756"/>
                      <a:gd name="T32" fmla="*/ 30 w 717"/>
                      <a:gd name="T33" fmla="*/ 384 h 756"/>
                      <a:gd name="T34" fmla="*/ 31 w 717"/>
                      <a:gd name="T35" fmla="*/ 135 h 756"/>
                      <a:gd name="T36" fmla="*/ 33 w 717"/>
                      <a:gd name="T37" fmla="*/ 301 h 756"/>
                      <a:gd name="T38" fmla="*/ 32 w 717"/>
                      <a:gd name="T39" fmla="*/ 519 h 756"/>
                      <a:gd name="T40" fmla="*/ 34 w 717"/>
                      <a:gd name="T41" fmla="*/ 679 h 756"/>
                      <a:gd name="T42" fmla="*/ 36 w 717"/>
                      <a:gd name="T43" fmla="*/ 628 h 756"/>
                      <a:gd name="T44" fmla="*/ 37 w 717"/>
                      <a:gd name="T45" fmla="*/ 480 h 756"/>
                      <a:gd name="T46" fmla="*/ 38 w 717"/>
                      <a:gd name="T47" fmla="*/ 391 h 756"/>
                      <a:gd name="T48" fmla="*/ 36 w 717"/>
                      <a:gd name="T49" fmla="*/ 506 h 756"/>
                      <a:gd name="T50" fmla="*/ 38 w 717"/>
                      <a:gd name="T51" fmla="*/ 352 h 756"/>
                      <a:gd name="T52" fmla="*/ 39 w 717"/>
                      <a:gd name="T53" fmla="*/ 455 h 756"/>
                      <a:gd name="T54" fmla="*/ 41 w 717"/>
                      <a:gd name="T55" fmla="*/ 519 h 756"/>
                      <a:gd name="T56" fmla="*/ 43 w 717"/>
                      <a:gd name="T57" fmla="*/ 410 h 756"/>
                      <a:gd name="T58" fmla="*/ 44 w 717"/>
                      <a:gd name="T59" fmla="*/ 186 h 756"/>
                      <a:gd name="T60" fmla="*/ 45 w 717"/>
                      <a:gd name="T61" fmla="*/ 231 h 756"/>
                      <a:gd name="T62" fmla="*/ 48 w 717"/>
                      <a:gd name="T63" fmla="*/ 148 h 756"/>
                      <a:gd name="T64" fmla="*/ 48 w 717"/>
                      <a:gd name="T65" fmla="*/ 301 h 756"/>
                      <a:gd name="T66" fmla="*/ 48 w 717"/>
                      <a:gd name="T67" fmla="*/ 730 h 756"/>
                      <a:gd name="T68" fmla="*/ 54 w 717"/>
                      <a:gd name="T69" fmla="*/ 0 h 756"/>
                      <a:gd name="T70" fmla="*/ 54 w 717"/>
                      <a:gd name="T71" fmla="*/ 250 h 756"/>
                      <a:gd name="T72" fmla="*/ 55 w 717"/>
                      <a:gd name="T73" fmla="*/ 333 h 756"/>
                      <a:gd name="T74" fmla="*/ 57 w 717"/>
                      <a:gd name="T75" fmla="*/ 192 h 756"/>
                      <a:gd name="T76" fmla="*/ 59 w 717"/>
                      <a:gd name="T77" fmla="*/ 340 h 756"/>
                      <a:gd name="T78" fmla="*/ 58 w 717"/>
                      <a:gd name="T79" fmla="*/ 429 h 756"/>
                      <a:gd name="T80" fmla="*/ 60 w 717"/>
                      <a:gd name="T81" fmla="*/ 461 h 756"/>
                      <a:gd name="T82" fmla="*/ 0 60000 65536"/>
                      <a:gd name="T83" fmla="*/ 0 60000 65536"/>
                      <a:gd name="T84" fmla="*/ 0 60000 65536"/>
                      <a:gd name="T85" fmla="*/ 0 60000 65536"/>
                      <a:gd name="T86" fmla="*/ 0 60000 65536"/>
                      <a:gd name="T87" fmla="*/ 0 60000 65536"/>
                      <a:gd name="T88" fmla="*/ 0 60000 65536"/>
                      <a:gd name="T89" fmla="*/ 0 60000 65536"/>
                      <a:gd name="T90" fmla="*/ 0 60000 65536"/>
                      <a:gd name="T91" fmla="*/ 0 60000 65536"/>
                      <a:gd name="T92" fmla="*/ 0 60000 65536"/>
                      <a:gd name="T93" fmla="*/ 0 60000 65536"/>
                      <a:gd name="T94" fmla="*/ 0 60000 65536"/>
                      <a:gd name="T95" fmla="*/ 0 60000 65536"/>
                      <a:gd name="T96" fmla="*/ 0 60000 65536"/>
                      <a:gd name="T97" fmla="*/ 0 60000 65536"/>
                      <a:gd name="T98" fmla="*/ 0 60000 65536"/>
                      <a:gd name="T99" fmla="*/ 0 60000 65536"/>
                      <a:gd name="T100" fmla="*/ 0 60000 65536"/>
                      <a:gd name="T101" fmla="*/ 0 60000 65536"/>
                      <a:gd name="T102" fmla="*/ 0 60000 65536"/>
                      <a:gd name="T103" fmla="*/ 0 60000 65536"/>
                      <a:gd name="T104" fmla="*/ 0 60000 65536"/>
                      <a:gd name="T105" fmla="*/ 0 60000 65536"/>
                      <a:gd name="T106" fmla="*/ 0 60000 65536"/>
                      <a:gd name="T107" fmla="*/ 0 60000 65536"/>
                      <a:gd name="T108" fmla="*/ 0 60000 65536"/>
                      <a:gd name="T109" fmla="*/ 0 60000 65536"/>
                      <a:gd name="T110" fmla="*/ 0 60000 65536"/>
                      <a:gd name="T111" fmla="*/ 0 60000 65536"/>
                      <a:gd name="T112" fmla="*/ 0 60000 65536"/>
                      <a:gd name="T113" fmla="*/ 0 60000 65536"/>
                      <a:gd name="T114" fmla="*/ 0 60000 65536"/>
                      <a:gd name="T115" fmla="*/ 0 60000 65536"/>
                      <a:gd name="T116" fmla="*/ 0 60000 65536"/>
                      <a:gd name="T117" fmla="*/ 0 60000 65536"/>
                      <a:gd name="T118" fmla="*/ 0 60000 65536"/>
                      <a:gd name="T119" fmla="*/ 0 60000 65536"/>
                      <a:gd name="T120" fmla="*/ 0 60000 65536"/>
                      <a:gd name="T121" fmla="*/ 0 60000 65536"/>
                      <a:gd name="T122" fmla="*/ 0 60000 65536"/>
                      <a:gd name="T123" fmla="*/ 0 w 717"/>
                      <a:gd name="T124" fmla="*/ 0 h 756"/>
                      <a:gd name="T125" fmla="*/ 717 w 717"/>
                      <a:gd name="T126" fmla="*/ 756 h 756"/>
                    </a:gdLst>
                    <a:ahLst/>
                    <a:cxnLst>
                      <a:cxn ang="T82">
                        <a:pos x="T0" y="T1"/>
                      </a:cxn>
                      <a:cxn ang="T83">
                        <a:pos x="T2" y="T3"/>
                      </a:cxn>
                      <a:cxn ang="T84">
                        <a:pos x="T4" y="T5"/>
                      </a:cxn>
                      <a:cxn ang="T85">
                        <a:pos x="T6" y="T7"/>
                      </a:cxn>
                      <a:cxn ang="T86">
                        <a:pos x="T8" y="T9"/>
                      </a:cxn>
                      <a:cxn ang="T87">
                        <a:pos x="T10" y="T11"/>
                      </a:cxn>
                      <a:cxn ang="T88">
                        <a:pos x="T12" y="T13"/>
                      </a:cxn>
                      <a:cxn ang="T89">
                        <a:pos x="T14" y="T15"/>
                      </a:cxn>
                      <a:cxn ang="T90">
                        <a:pos x="T16" y="T17"/>
                      </a:cxn>
                      <a:cxn ang="T91">
                        <a:pos x="T18" y="T19"/>
                      </a:cxn>
                      <a:cxn ang="T92">
                        <a:pos x="T20" y="T21"/>
                      </a:cxn>
                      <a:cxn ang="T93">
                        <a:pos x="T22" y="T23"/>
                      </a:cxn>
                      <a:cxn ang="T94">
                        <a:pos x="T24" y="T25"/>
                      </a:cxn>
                      <a:cxn ang="T95">
                        <a:pos x="T26" y="T27"/>
                      </a:cxn>
                      <a:cxn ang="T96">
                        <a:pos x="T28" y="T29"/>
                      </a:cxn>
                      <a:cxn ang="T97">
                        <a:pos x="T30" y="T31"/>
                      </a:cxn>
                      <a:cxn ang="T98">
                        <a:pos x="T32" y="T33"/>
                      </a:cxn>
                      <a:cxn ang="T99">
                        <a:pos x="T34" y="T35"/>
                      </a:cxn>
                      <a:cxn ang="T100">
                        <a:pos x="T36" y="T37"/>
                      </a:cxn>
                      <a:cxn ang="T101">
                        <a:pos x="T38" y="T39"/>
                      </a:cxn>
                      <a:cxn ang="T102">
                        <a:pos x="T40" y="T41"/>
                      </a:cxn>
                      <a:cxn ang="T103">
                        <a:pos x="T42" y="T43"/>
                      </a:cxn>
                      <a:cxn ang="T104">
                        <a:pos x="T44" y="T45"/>
                      </a:cxn>
                      <a:cxn ang="T105">
                        <a:pos x="T46" y="T47"/>
                      </a:cxn>
                      <a:cxn ang="T106">
                        <a:pos x="T48" y="T49"/>
                      </a:cxn>
                      <a:cxn ang="T107">
                        <a:pos x="T50" y="T51"/>
                      </a:cxn>
                      <a:cxn ang="T108">
                        <a:pos x="T52" y="T53"/>
                      </a:cxn>
                      <a:cxn ang="T109">
                        <a:pos x="T54" y="T55"/>
                      </a:cxn>
                      <a:cxn ang="T110">
                        <a:pos x="T56" y="T57"/>
                      </a:cxn>
                      <a:cxn ang="T111">
                        <a:pos x="T58" y="T59"/>
                      </a:cxn>
                      <a:cxn ang="T112">
                        <a:pos x="T60" y="T61"/>
                      </a:cxn>
                      <a:cxn ang="T113">
                        <a:pos x="T62" y="T63"/>
                      </a:cxn>
                      <a:cxn ang="T114">
                        <a:pos x="T64" y="T65"/>
                      </a:cxn>
                      <a:cxn ang="T115">
                        <a:pos x="T66" y="T67"/>
                      </a:cxn>
                      <a:cxn ang="T116">
                        <a:pos x="T68" y="T69"/>
                      </a:cxn>
                      <a:cxn ang="T117">
                        <a:pos x="T70" y="T71"/>
                      </a:cxn>
                      <a:cxn ang="T118">
                        <a:pos x="T72" y="T73"/>
                      </a:cxn>
                      <a:cxn ang="T119">
                        <a:pos x="T74" y="T75"/>
                      </a:cxn>
                      <a:cxn ang="T120">
                        <a:pos x="T76" y="T77"/>
                      </a:cxn>
                      <a:cxn ang="T121">
                        <a:pos x="T78" y="T79"/>
                      </a:cxn>
                      <a:cxn ang="T122">
                        <a:pos x="T80" y="T81"/>
                      </a:cxn>
                    </a:cxnLst>
                    <a:rect l="T123" t="T124" r="T125" b="T126"/>
                    <a:pathLst>
                      <a:path w="717" h="756">
                        <a:moveTo>
                          <a:pt x="0" y="756"/>
                        </a:moveTo>
                        <a:lnTo>
                          <a:pt x="52" y="167"/>
                        </a:lnTo>
                        <a:lnTo>
                          <a:pt x="64" y="384"/>
                        </a:lnTo>
                        <a:lnTo>
                          <a:pt x="90" y="103"/>
                        </a:lnTo>
                        <a:lnTo>
                          <a:pt x="116" y="519"/>
                        </a:lnTo>
                        <a:lnTo>
                          <a:pt x="135" y="487"/>
                        </a:lnTo>
                        <a:lnTo>
                          <a:pt x="135" y="359"/>
                        </a:lnTo>
                        <a:lnTo>
                          <a:pt x="167" y="71"/>
                        </a:lnTo>
                        <a:lnTo>
                          <a:pt x="192" y="244"/>
                        </a:lnTo>
                        <a:lnTo>
                          <a:pt x="205" y="96"/>
                        </a:lnTo>
                        <a:lnTo>
                          <a:pt x="218" y="615"/>
                        </a:lnTo>
                        <a:lnTo>
                          <a:pt x="244" y="397"/>
                        </a:lnTo>
                        <a:lnTo>
                          <a:pt x="282" y="519"/>
                        </a:lnTo>
                        <a:lnTo>
                          <a:pt x="308" y="308"/>
                        </a:lnTo>
                        <a:lnTo>
                          <a:pt x="333" y="442"/>
                        </a:lnTo>
                        <a:lnTo>
                          <a:pt x="346" y="352"/>
                        </a:lnTo>
                        <a:lnTo>
                          <a:pt x="365" y="384"/>
                        </a:lnTo>
                        <a:lnTo>
                          <a:pt x="378" y="135"/>
                        </a:lnTo>
                        <a:lnTo>
                          <a:pt x="391" y="301"/>
                        </a:lnTo>
                        <a:lnTo>
                          <a:pt x="384" y="519"/>
                        </a:lnTo>
                        <a:lnTo>
                          <a:pt x="404" y="679"/>
                        </a:lnTo>
                        <a:lnTo>
                          <a:pt x="429" y="628"/>
                        </a:lnTo>
                        <a:lnTo>
                          <a:pt x="442" y="480"/>
                        </a:lnTo>
                        <a:lnTo>
                          <a:pt x="455" y="391"/>
                        </a:lnTo>
                        <a:lnTo>
                          <a:pt x="436" y="506"/>
                        </a:lnTo>
                        <a:lnTo>
                          <a:pt x="461" y="352"/>
                        </a:lnTo>
                        <a:lnTo>
                          <a:pt x="474" y="455"/>
                        </a:lnTo>
                        <a:lnTo>
                          <a:pt x="493" y="519"/>
                        </a:lnTo>
                        <a:lnTo>
                          <a:pt x="512" y="410"/>
                        </a:lnTo>
                        <a:lnTo>
                          <a:pt x="532" y="186"/>
                        </a:lnTo>
                        <a:lnTo>
                          <a:pt x="544" y="231"/>
                        </a:lnTo>
                        <a:lnTo>
                          <a:pt x="570" y="148"/>
                        </a:lnTo>
                        <a:lnTo>
                          <a:pt x="576" y="301"/>
                        </a:lnTo>
                        <a:lnTo>
                          <a:pt x="576" y="730"/>
                        </a:lnTo>
                        <a:lnTo>
                          <a:pt x="647" y="0"/>
                        </a:lnTo>
                        <a:lnTo>
                          <a:pt x="647" y="250"/>
                        </a:lnTo>
                        <a:lnTo>
                          <a:pt x="660" y="333"/>
                        </a:lnTo>
                        <a:lnTo>
                          <a:pt x="685" y="192"/>
                        </a:lnTo>
                        <a:lnTo>
                          <a:pt x="711" y="340"/>
                        </a:lnTo>
                        <a:lnTo>
                          <a:pt x="698" y="429"/>
                        </a:lnTo>
                        <a:lnTo>
                          <a:pt x="717" y="461"/>
                        </a:lnTo>
                      </a:path>
                    </a:pathLst>
                  </a:custGeom>
                  <a:noFill/>
                  <a:ln w="9525">
                    <a:solidFill>
                      <a:srgbClr val="FF0000"/>
                    </a:solidFill>
                    <a:round/>
                    <a:headEnd/>
                    <a:tailEnd/>
                  </a:ln>
                </p:spPr>
                <p:txBody>
                  <a:bodyPr/>
                  <a:lstStyle/>
                  <a:p>
                    <a:endParaRPr lang="en-GB" sz="1600"/>
                  </a:p>
                </p:txBody>
              </p:sp>
              <p:sp>
                <p:nvSpPr>
                  <p:cNvPr id="14707" name="Freeform 64"/>
                  <p:cNvSpPr>
                    <a:spLocks/>
                  </p:cNvSpPr>
                  <p:nvPr/>
                </p:nvSpPr>
                <p:spPr bwMode="auto">
                  <a:xfrm flipV="1">
                    <a:off x="4385" y="1138"/>
                    <a:ext cx="313" cy="756"/>
                  </a:xfrm>
                  <a:custGeom>
                    <a:avLst/>
                    <a:gdLst>
                      <a:gd name="T0" fmla="*/ 0 w 717"/>
                      <a:gd name="T1" fmla="*/ 756 h 756"/>
                      <a:gd name="T2" fmla="*/ 4 w 717"/>
                      <a:gd name="T3" fmla="*/ 167 h 756"/>
                      <a:gd name="T4" fmla="*/ 5 w 717"/>
                      <a:gd name="T5" fmla="*/ 384 h 756"/>
                      <a:gd name="T6" fmla="*/ 7 w 717"/>
                      <a:gd name="T7" fmla="*/ 103 h 756"/>
                      <a:gd name="T8" fmla="*/ 10 w 717"/>
                      <a:gd name="T9" fmla="*/ 519 h 756"/>
                      <a:gd name="T10" fmla="*/ 11 w 717"/>
                      <a:gd name="T11" fmla="*/ 487 h 756"/>
                      <a:gd name="T12" fmla="*/ 11 w 717"/>
                      <a:gd name="T13" fmla="*/ 359 h 756"/>
                      <a:gd name="T14" fmla="*/ 14 w 717"/>
                      <a:gd name="T15" fmla="*/ 71 h 756"/>
                      <a:gd name="T16" fmla="*/ 16 w 717"/>
                      <a:gd name="T17" fmla="*/ 244 h 756"/>
                      <a:gd name="T18" fmla="*/ 17 w 717"/>
                      <a:gd name="T19" fmla="*/ 96 h 756"/>
                      <a:gd name="T20" fmla="*/ 18 w 717"/>
                      <a:gd name="T21" fmla="*/ 615 h 756"/>
                      <a:gd name="T22" fmla="*/ 21 w 717"/>
                      <a:gd name="T23" fmla="*/ 397 h 756"/>
                      <a:gd name="T24" fmla="*/ 24 w 717"/>
                      <a:gd name="T25" fmla="*/ 519 h 756"/>
                      <a:gd name="T26" fmla="*/ 25 w 717"/>
                      <a:gd name="T27" fmla="*/ 308 h 756"/>
                      <a:gd name="T28" fmla="*/ 28 w 717"/>
                      <a:gd name="T29" fmla="*/ 442 h 756"/>
                      <a:gd name="T30" fmla="*/ 29 w 717"/>
                      <a:gd name="T31" fmla="*/ 352 h 756"/>
                      <a:gd name="T32" fmla="*/ 30 w 717"/>
                      <a:gd name="T33" fmla="*/ 384 h 756"/>
                      <a:gd name="T34" fmla="*/ 31 w 717"/>
                      <a:gd name="T35" fmla="*/ 135 h 756"/>
                      <a:gd name="T36" fmla="*/ 33 w 717"/>
                      <a:gd name="T37" fmla="*/ 301 h 756"/>
                      <a:gd name="T38" fmla="*/ 32 w 717"/>
                      <a:gd name="T39" fmla="*/ 519 h 756"/>
                      <a:gd name="T40" fmla="*/ 34 w 717"/>
                      <a:gd name="T41" fmla="*/ 679 h 756"/>
                      <a:gd name="T42" fmla="*/ 36 w 717"/>
                      <a:gd name="T43" fmla="*/ 628 h 756"/>
                      <a:gd name="T44" fmla="*/ 37 w 717"/>
                      <a:gd name="T45" fmla="*/ 480 h 756"/>
                      <a:gd name="T46" fmla="*/ 38 w 717"/>
                      <a:gd name="T47" fmla="*/ 391 h 756"/>
                      <a:gd name="T48" fmla="*/ 36 w 717"/>
                      <a:gd name="T49" fmla="*/ 506 h 756"/>
                      <a:gd name="T50" fmla="*/ 38 w 717"/>
                      <a:gd name="T51" fmla="*/ 352 h 756"/>
                      <a:gd name="T52" fmla="*/ 39 w 717"/>
                      <a:gd name="T53" fmla="*/ 455 h 756"/>
                      <a:gd name="T54" fmla="*/ 41 w 717"/>
                      <a:gd name="T55" fmla="*/ 519 h 756"/>
                      <a:gd name="T56" fmla="*/ 43 w 717"/>
                      <a:gd name="T57" fmla="*/ 410 h 756"/>
                      <a:gd name="T58" fmla="*/ 44 w 717"/>
                      <a:gd name="T59" fmla="*/ 186 h 756"/>
                      <a:gd name="T60" fmla="*/ 45 w 717"/>
                      <a:gd name="T61" fmla="*/ 231 h 756"/>
                      <a:gd name="T62" fmla="*/ 48 w 717"/>
                      <a:gd name="T63" fmla="*/ 148 h 756"/>
                      <a:gd name="T64" fmla="*/ 48 w 717"/>
                      <a:gd name="T65" fmla="*/ 301 h 756"/>
                      <a:gd name="T66" fmla="*/ 48 w 717"/>
                      <a:gd name="T67" fmla="*/ 730 h 756"/>
                      <a:gd name="T68" fmla="*/ 54 w 717"/>
                      <a:gd name="T69" fmla="*/ 0 h 756"/>
                      <a:gd name="T70" fmla="*/ 54 w 717"/>
                      <a:gd name="T71" fmla="*/ 250 h 756"/>
                      <a:gd name="T72" fmla="*/ 55 w 717"/>
                      <a:gd name="T73" fmla="*/ 333 h 756"/>
                      <a:gd name="T74" fmla="*/ 57 w 717"/>
                      <a:gd name="T75" fmla="*/ 192 h 756"/>
                      <a:gd name="T76" fmla="*/ 59 w 717"/>
                      <a:gd name="T77" fmla="*/ 340 h 756"/>
                      <a:gd name="T78" fmla="*/ 58 w 717"/>
                      <a:gd name="T79" fmla="*/ 429 h 756"/>
                      <a:gd name="T80" fmla="*/ 60 w 717"/>
                      <a:gd name="T81" fmla="*/ 461 h 756"/>
                      <a:gd name="T82" fmla="*/ 0 60000 65536"/>
                      <a:gd name="T83" fmla="*/ 0 60000 65536"/>
                      <a:gd name="T84" fmla="*/ 0 60000 65536"/>
                      <a:gd name="T85" fmla="*/ 0 60000 65536"/>
                      <a:gd name="T86" fmla="*/ 0 60000 65536"/>
                      <a:gd name="T87" fmla="*/ 0 60000 65536"/>
                      <a:gd name="T88" fmla="*/ 0 60000 65536"/>
                      <a:gd name="T89" fmla="*/ 0 60000 65536"/>
                      <a:gd name="T90" fmla="*/ 0 60000 65536"/>
                      <a:gd name="T91" fmla="*/ 0 60000 65536"/>
                      <a:gd name="T92" fmla="*/ 0 60000 65536"/>
                      <a:gd name="T93" fmla="*/ 0 60000 65536"/>
                      <a:gd name="T94" fmla="*/ 0 60000 65536"/>
                      <a:gd name="T95" fmla="*/ 0 60000 65536"/>
                      <a:gd name="T96" fmla="*/ 0 60000 65536"/>
                      <a:gd name="T97" fmla="*/ 0 60000 65536"/>
                      <a:gd name="T98" fmla="*/ 0 60000 65536"/>
                      <a:gd name="T99" fmla="*/ 0 60000 65536"/>
                      <a:gd name="T100" fmla="*/ 0 60000 65536"/>
                      <a:gd name="T101" fmla="*/ 0 60000 65536"/>
                      <a:gd name="T102" fmla="*/ 0 60000 65536"/>
                      <a:gd name="T103" fmla="*/ 0 60000 65536"/>
                      <a:gd name="T104" fmla="*/ 0 60000 65536"/>
                      <a:gd name="T105" fmla="*/ 0 60000 65536"/>
                      <a:gd name="T106" fmla="*/ 0 60000 65536"/>
                      <a:gd name="T107" fmla="*/ 0 60000 65536"/>
                      <a:gd name="T108" fmla="*/ 0 60000 65536"/>
                      <a:gd name="T109" fmla="*/ 0 60000 65536"/>
                      <a:gd name="T110" fmla="*/ 0 60000 65536"/>
                      <a:gd name="T111" fmla="*/ 0 60000 65536"/>
                      <a:gd name="T112" fmla="*/ 0 60000 65536"/>
                      <a:gd name="T113" fmla="*/ 0 60000 65536"/>
                      <a:gd name="T114" fmla="*/ 0 60000 65536"/>
                      <a:gd name="T115" fmla="*/ 0 60000 65536"/>
                      <a:gd name="T116" fmla="*/ 0 60000 65536"/>
                      <a:gd name="T117" fmla="*/ 0 60000 65536"/>
                      <a:gd name="T118" fmla="*/ 0 60000 65536"/>
                      <a:gd name="T119" fmla="*/ 0 60000 65536"/>
                      <a:gd name="T120" fmla="*/ 0 60000 65536"/>
                      <a:gd name="T121" fmla="*/ 0 60000 65536"/>
                      <a:gd name="T122" fmla="*/ 0 60000 65536"/>
                      <a:gd name="T123" fmla="*/ 0 w 717"/>
                      <a:gd name="T124" fmla="*/ 0 h 756"/>
                      <a:gd name="T125" fmla="*/ 717 w 717"/>
                      <a:gd name="T126" fmla="*/ 756 h 756"/>
                    </a:gdLst>
                    <a:ahLst/>
                    <a:cxnLst>
                      <a:cxn ang="T82">
                        <a:pos x="T0" y="T1"/>
                      </a:cxn>
                      <a:cxn ang="T83">
                        <a:pos x="T2" y="T3"/>
                      </a:cxn>
                      <a:cxn ang="T84">
                        <a:pos x="T4" y="T5"/>
                      </a:cxn>
                      <a:cxn ang="T85">
                        <a:pos x="T6" y="T7"/>
                      </a:cxn>
                      <a:cxn ang="T86">
                        <a:pos x="T8" y="T9"/>
                      </a:cxn>
                      <a:cxn ang="T87">
                        <a:pos x="T10" y="T11"/>
                      </a:cxn>
                      <a:cxn ang="T88">
                        <a:pos x="T12" y="T13"/>
                      </a:cxn>
                      <a:cxn ang="T89">
                        <a:pos x="T14" y="T15"/>
                      </a:cxn>
                      <a:cxn ang="T90">
                        <a:pos x="T16" y="T17"/>
                      </a:cxn>
                      <a:cxn ang="T91">
                        <a:pos x="T18" y="T19"/>
                      </a:cxn>
                      <a:cxn ang="T92">
                        <a:pos x="T20" y="T21"/>
                      </a:cxn>
                      <a:cxn ang="T93">
                        <a:pos x="T22" y="T23"/>
                      </a:cxn>
                      <a:cxn ang="T94">
                        <a:pos x="T24" y="T25"/>
                      </a:cxn>
                      <a:cxn ang="T95">
                        <a:pos x="T26" y="T27"/>
                      </a:cxn>
                      <a:cxn ang="T96">
                        <a:pos x="T28" y="T29"/>
                      </a:cxn>
                      <a:cxn ang="T97">
                        <a:pos x="T30" y="T31"/>
                      </a:cxn>
                      <a:cxn ang="T98">
                        <a:pos x="T32" y="T33"/>
                      </a:cxn>
                      <a:cxn ang="T99">
                        <a:pos x="T34" y="T35"/>
                      </a:cxn>
                      <a:cxn ang="T100">
                        <a:pos x="T36" y="T37"/>
                      </a:cxn>
                      <a:cxn ang="T101">
                        <a:pos x="T38" y="T39"/>
                      </a:cxn>
                      <a:cxn ang="T102">
                        <a:pos x="T40" y="T41"/>
                      </a:cxn>
                      <a:cxn ang="T103">
                        <a:pos x="T42" y="T43"/>
                      </a:cxn>
                      <a:cxn ang="T104">
                        <a:pos x="T44" y="T45"/>
                      </a:cxn>
                      <a:cxn ang="T105">
                        <a:pos x="T46" y="T47"/>
                      </a:cxn>
                      <a:cxn ang="T106">
                        <a:pos x="T48" y="T49"/>
                      </a:cxn>
                      <a:cxn ang="T107">
                        <a:pos x="T50" y="T51"/>
                      </a:cxn>
                      <a:cxn ang="T108">
                        <a:pos x="T52" y="T53"/>
                      </a:cxn>
                      <a:cxn ang="T109">
                        <a:pos x="T54" y="T55"/>
                      </a:cxn>
                      <a:cxn ang="T110">
                        <a:pos x="T56" y="T57"/>
                      </a:cxn>
                      <a:cxn ang="T111">
                        <a:pos x="T58" y="T59"/>
                      </a:cxn>
                      <a:cxn ang="T112">
                        <a:pos x="T60" y="T61"/>
                      </a:cxn>
                      <a:cxn ang="T113">
                        <a:pos x="T62" y="T63"/>
                      </a:cxn>
                      <a:cxn ang="T114">
                        <a:pos x="T64" y="T65"/>
                      </a:cxn>
                      <a:cxn ang="T115">
                        <a:pos x="T66" y="T67"/>
                      </a:cxn>
                      <a:cxn ang="T116">
                        <a:pos x="T68" y="T69"/>
                      </a:cxn>
                      <a:cxn ang="T117">
                        <a:pos x="T70" y="T71"/>
                      </a:cxn>
                      <a:cxn ang="T118">
                        <a:pos x="T72" y="T73"/>
                      </a:cxn>
                      <a:cxn ang="T119">
                        <a:pos x="T74" y="T75"/>
                      </a:cxn>
                      <a:cxn ang="T120">
                        <a:pos x="T76" y="T77"/>
                      </a:cxn>
                      <a:cxn ang="T121">
                        <a:pos x="T78" y="T79"/>
                      </a:cxn>
                      <a:cxn ang="T122">
                        <a:pos x="T80" y="T81"/>
                      </a:cxn>
                    </a:cxnLst>
                    <a:rect l="T123" t="T124" r="T125" b="T126"/>
                    <a:pathLst>
                      <a:path w="717" h="756">
                        <a:moveTo>
                          <a:pt x="0" y="756"/>
                        </a:moveTo>
                        <a:lnTo>
                          <a:pt x="52" y="167"/>
                        </a:lnTo>
                        <a:lnTo>
                          <a:pt x="64" y="384"/>
                        </a:lnTo>
                        <a:lnTo>
                          <a:pt x="90" y="103"/>
                        </a:lnTo>
                        <a:lnTo>
                          <a:pt x="116" y="519"/>
                        </a:lnTo>
                        <a:lnTo>
                          <a:pt x="135" y="487"/>
                        </a:lnTo>
                        <a:lnTo>
                          <a:pt x="135" y="359"/>
                        </a:lnTo>
                        <a:lnTo>
                          <a:pt x="167" y="71"/>
                        </a:lnTo>
                        <a:lnTo>
                          <a:pt x="192" y="244"/>
                        </a:lnTo>
                        <a:lnTo>
                          <a:pt x="205" y="96"/>
                        </a:lnTo>
                        <a:lnTo>
                          <a:pt x="218" y="615"/>
                        </a:lnTo>
                        <a:lnTo>
                          <a:pt x="244" y="397"/>
                        </a:lnTo>
                        <a:lnTo>
                          <a:pt x="282" y="519"/>
                        </a:lnTo>
                        <a:lnTo>
                          <a:pt x="308" y="308"/>
                        </a:lnTo>
                        <a:lnTo>
                          <a:pt x="333" y="442"/>
                        </a:lnTo>
                        <a:lnTo>
                          <a:pt x="346" y="352"/>
                        </a:lnTo>
                        <a:lnTo>
                          <a:pt x="365" y="384"/>
                        </a:lnTo>
                        <a:lnTo>
                          <a:pt x="378" y="135"/>
                        </a:lnTo>
                        <a:lnTo>
                          <a:pt x="391" y="301"/>
                        </a:lnTo>
                        <a:lnTo>
                          <a:pt x="384" y="519"/>
                        </a:lnTo>
                        <a:lnTo>
                          <a:pt x="404" y="679"/>
                        </a:lnTo>
                        <a:lnTo>
                          <a:pt x="429" y="628"/>
                        </a:lnTo>
                        <a:lnTo>
                          <a:pt x="442" y="480"/>
                        </a:lnTo>
                        <a:lnTo>
                          <a:pt x="455" y="391"/>
                        </a:lnTo>
                        <a:lnTo>
                          <a:pt x="436" y="506"/>
                        </a:lnTo>
                        <a:lnTo>
                          <a:pt x="461" y="352"/>
                        </a:lnTo>
                        <a:lnTo>
                          <a:pt x="474" y="455"/>
                        </a:lnTo>
                        <a:lnTo>
                          <a:pt x="493" y="519"/>
                        </a:lnTo>
                        <a:lnTo>
                          <a:pt x="512" y="410"/>
                        </a:lnTo>
                        <a:lnTo>
                          <a:pt x="532" y="186"/>
                        </a:lnTo>
                        <a:lnTo>
                          <a:pt x="544" y="231"/>
                        </a:lnTo>
                        <a:lnTo>
                          <a:pt x="570" y="148"/>
                        </a:lnTo>
                        <a:lnTo>
                          <a:pt x="576" y="301"/>
                        </a:lnTo>
                        <a:lnTo>
                          <a:pt x="576" y="730"/>
                        </a:lnTo>
                        <a:lnTo>
                          <a:pt x="647" y="0"/>
                        </a:lnTo>
                        <a:lnTo>
                          <a:pt x="647" y="250"/>
                        </a:lnTo>
                        <a:lnTo>
                          <a:pt x="660" y="333"/>
                        </a:lnTo>
                        <a:lnTo>
                          <a:pt x="685" y="192"/>
                        </a:lnTo>
                        <a:lnTo>
                          <a:pt x="711" y="340"/>
                        </a:lnTo>
                        <a:lnTo>
                          <a:pt x="698" y="429"/>
                        </a:lnTo>
                        <a:lnTo>
                          <a:pt x="717" y="461"/>
                        </a:lnTo>
                      </a:path>
                    </a:pathLst>
                  </a:custGeom>
                  <a:noFill/>
                  <a:ln w="9525">
                    <a:solidFill>
                      <a:srgbClr val="FF0000"/>
                    </a:solidFill>
                    <a:round/>
                    <a:headEnd/>
                    <a:tailEnd/>
                  </a:ln>
                </p:spPr>
                <p:txBody>
                  <a:bodyPr/>
                  <a:lstStyle/>
                  <a:p>
                    <a:endParaRPr lang="en-GB" sz="1600"/>
                  </a:p>
                </p:txBody>
              </p:sp>
              <p:sp>
                <p:nvSpPr>
                  <p:cNvPr id="14708" name="Freeform 65"/>
                  <p:cNvSpPr>
                    <a:spLocks/>
                  </p:cNvSpPr>
                  <p:nvPr/>
                </p:nvSpPr>
                <p:spPr bwMode="auto">
                  <a:xfrm flipH="1">
                    <a:off x="4698" y="1100"/>
                    <a:ext cx="313" cy="756"/>
                  </a:xfrm>
                  <a:custGeom>
                    <a:avLst/>
                    <a:gdLst>
                      <a:gd name="T0" fmla="*/ 0 w 717"/>
                      <a:gd name="T1" fmla="*/ 756 h 756"/>
                      <a:gd name="T2" fmla="*/ 4 w 717"/>
                      <a:gd name="T3" fmla="*/ 167 h 756"/>
                      <a:gd name="T4" fmla="*/ 5 w 717"/>
                      <a:gd name="T5" fmla="*/ 384 h 756"/>
                      <a:gd name="T6" fmla="*/ 7 w 717"/>
                      <a:gd name="T7" fmla="*/ 103 h 756"/>
                      <a:gd name="T8" fmla="*/ 10 w 717"/>
                      <a:gd name="T9" fmla="*/ 519 h 756"/>
                      <a:gd name="T10" fmla="*/ 11 w 717"/>
                      <a:gd name="T11" fmla="*/ 487 h 756"/>
                      <a:gd name="T12" fmla="*/ 11 w 717"/>
                      <a:gd name="T13" fmla="*/ 359 h 756"/>
                      <a:gd name="T14" fmla="*/ 14 w 717"/>
                      <a:gd name="T15" fmla="*/ 71 h 756"/>
                      <a:gd name="T16" fmla="*/ 16 w 717"/>
                      <a:gd name="T17" fmla="*/ 244 h 756"/>
                      <a:gd name="T18" fmla="*/ 17 w 717"/>
                      <a:gd name="T19" fmla="*/ 96 h 756"/>
                      <a:gd name="T20" fmla="*/ 18 w 717"/>
                      <a:gd name="T21" fmla="*/ 615 h 756"/>
                      <a:gd name="T22" fmla="*/ 21 w 717"/>
                      <a:gd name="T23" fmla="*/ 397 h 756"/>
                      <a:gd name="T24" fmla="*/ 24 w 717"/>
                      <a:gd name="T25" fmla="*/ 519 h 756"/>
                      <a:gd name="T26" fmla="*/ 25 w 717"/>
                      <a:gd name="T27" fmla="*/ 308 h 756"/>
                      <a:gd name="T28" fmla="*/ 28 w 717"/>
                      <a:gd name="T29" fmla="*/ 442 h 756"/>
                      <a:gd name="T30" fmla="*/ 29 w 717"/>
                      <a:gd name="T31" fmla="*/ 352 h 756"/>
                      <a:gd name="T32" fmla="*/ 30 w 717"/>
                      <a:gd name="T33" fmla="*/ 384 h 756"/>
                      <a:gd name="T34" fmla="*/ 31 w 717"/>
                      <a:gd name="T35" fmla="*/ 135 h 756"/>
                      <a:gd name="T36" fmla="*/ 33 w 717"/>
                      <a:gd name="T37" fmla="*/ 301 h 756"/>
                      <a:gd name="T38" fmla="*/ 32 w 717"/>
                      <a:gd name="T39" fmla="*/ 519 h 756"/>
                      <a:gd name="T40" fmla="*/ 34 w 717"/>
                      <a:gd name="T41" fmla="*/ 679 h 756"/>
                      <a:gd name="T42" fmla="*/ 36 w 717"/>
                      <a:gd name="T43" fmla="*/ 628 h 756"/>
                      <a:gd name="T44" fmla="*/ 37 w 717"/>
                      <a:gd name="T45" fmla="*/ 480 h 756"/>
                      <a:gd name="T46" fmla="*/ 38 w 717"/>
                      <a:gd name="T47" fmla="*/ 391 h 756"/>
                      <a:gd name="T48" fmla="*/ 36 w 717"/>
                      <a:gd name="T49" fmla="*/ 506 h 756"/>
                      <a:gd name="T50" fmla="*/ 38 w 717"/>
                      <a:gd name="T51" fmla="*/ 352 h 756"/>
                      <a:gd name="T52" fmla="*/ 39 w 717"/>
                      <a:gd name="T53" fmla="*/ 455 h 756"/>
                      <a:gd name="T54" fmla="*/ 41 w 717"/>
                      <a:gd name="T55" fmla="*/ 519 h 756"/>
                      <a:gd name="T56" fmla="*/ 43 w 717"/>
                      <a:gd name="T57" fmla="*/ 410 h 756"/>
                      <a:gd name="T58" fmla="*/ 44 w 717"/>
                      <a:gd name="T59" fmla="*/ 186 h 756"/>
                      <a:gd name="T60" fmla="*/ 45 w 717"/>
                      <a:gd name="T61" fmla="*/ 231 h 756"/>
                      <a:gd name="T62" fmla="*/ 48 w 717"/>
                      <a:gd name="T63" fmla="*/ 148 h 756"/>
                      <a:gd name="T64" fmla="*/ 48 w 717"/>
                      <a:gd name="T65" fmla="*/ 301 h 756"/>
                      <a:gd name="T66" fmla="*/ 48 w 717"/>
                      <a:gd name="T67" fmla="*/ 730 h 756"/>
                      <a:gd name="T68" fmla="*/ 54 w 717"/>
                      <a:gd name="T69" fmla="*/ 0 h 756"/>
                      <a:gd name="T70" fmla="*/ 54 w 717"/>
                      <a:gd name="T71" fmla="*/ 250 h 756"/>
                      <a:gd name="T72" fmla="*/ 55 w 717"/>
                      <a:gd name="T73" fmla="*/ 333 h 756"/>
                      <a:gd name="T74" fmla="*/ 57 w 717"/>
                      <a:gd name="T75" fmla="*/ 192 h 756"/>
                      <a:gd name="T76" fmla="*/ 59 w 717"/>
                      <a:gd name="T77" fmla="*/ 340 h 756"/>
                      <a:gd name="T78" fmla="*/ 58 w 717"/>
                      <a:gd name="T79" fmla="*/ 429 h 756"/>
                      <a:gd name="T80" fmla="*/ 60 w 717"/>
                      <a:gd name="T81" fmla="*/ 461 h 756"/>
                      <a:gd name="T82" fmla="*/ 0 60000 65536"/>
                      <a:gd name="T83" fmla="*/ 0 60000 65536"/>
                      <a:gd name="T84" fmla="*/ 0 60000 65536"/>
                      <a:gd name="T85" fmla="*/ 0 60000 65536"/>
                      <a:gd name="T86" fmla="*/ 0 60000 65536"/>
                      <a:gd name="T87" fmla="*/ 0 60000 65536"/>
                      <a:gd name="T88" fmla="*/ 0 60000 65536"/>
                      <a:gd name="T89" fmla="*/ 0 60000 65536"/>
                      <a:gd name="T90" fmla="*/ 0 60000 65536"/>
                      <a:gd name="T91" fmla="*/ 0 60000 65536"/>
                      <a:gd name="T92" fmla="*/ 0 60000 65536"/>
                      <a:gd name="T93" fmla="*/ 0 60000 65536"/>
                      <a:gd name="T94" fmla="*/ 0 60000 65536"/>
                      <a:gd name="T95" fmla="*/ 0 60000 65536"/>
                      <a:gd name="T96" fmla="*/ 0 60000 65536"/>
                      <a:gd name="T97" fmla="*/ 0 60000 65536"/>
                      <a:gd name="T98" fmla="*/ 0 60000 65536"/>
                      <a:gd name="T99" fmla="*/ 0 60000 65536"/>
                      <a:gd name="T100" fmla="*/ 0 60000 65536"/>
                      <a:gd name="T101" fmla="*/ 0 60000 65536"/>
                      <a:gd name="T102" fmla="*/ 0 60000 65536"/>
                      <a:gd name="T103" fmla="*/ 0 60000 65536"/>
                      <a:gd name="T104" fmla="*/ 0 60000 65536"/>
                      <a:gd name="T105" fmla="*/ 0 60000 65536"/>
                      <a:gd name="T106" fmla="*/ 0 60000 65536"/>
                      <a:gd name="T107" fmla="*/ 0 60000 65536"/>
                      <a:gd name="T108" fmla="*/ 0 60000 65536"/>
                      <a:gd name="T109" fmla="*/ 0 60000 65536"/>
                      <a:gd name="T110" fmla="*/ 0 60000 65536"/>
                      <a:gd name="T111" fmla="*/ 0 60000 65536"/>
                      <a:gd name="T112" fmla="*/ 0 60000 65536"/>
                      <a:gd name="T113" fmla="*/ 0 60000 65536"/>
                      <a:gd name="T114" fmla="*/ 0 60000 65536"/>
                      <a:gd name="T115" fmla="*/ 0 60000 65536"/>
                      <a:gd name="T116" fmla="*/ 0 60000 65536"/>
                      <a:gd name="T117" fmla="*/ 0 60000 65536"/>
                      <a:gd name="T118" fmla="*/ 0 60000 65536"/>
                      <a:gd name="T119" fmla="*/ 0 60000 65536"/>
                      <a:gd name="T120" fmla="*/ 0 60000 65536"/>
                      <a:gd name="T121" fmla="*/ 0 60000 65536"/>
                      <a:gd name="T122" fmla="*/ 0 60000 65536"/>
                      <a:gd name="T123" fmla="*/ 0 w 717"/>
                      <a:gd name="T124" fmla="*/ 0 h 756"/>
                      <a:gd name="T125" fmla="*/ 717 w 717"/>
                      <a:gd name="T126" fmla="*/ 756 h 756"/>
                    </a:gdLst>
                    <a:ahLst/>
                    <a:cxnLst>
                      <a:cxn ang="T82">
                        <a:pos x="T0" y="T1"/>
                      </a:cxn>
                      <a:cxn ang="T83">
                        <a:pos x="T2" y="T3"/>
                      </a:cxn>
                      <a:cxn ang="T84">
                        <a:pos x="T4" y="T5"/>
                      </a:cxn>
                      <a:cxn ang="T85">
                        <a:pos x="T6" y="T7"/>
                      </a:cxn>
                      <a:cxn ang="T86">
                        <a:pos x="T8" y="T9"/>
                      </a:cxn>
                      <a:cxn ang="T87">
                        <a:pos x="T10" y="T11"/>
                      </a:cxn>
                      <a:cxn ang="T88">
                        <a:pos x="T12" y="T13"/>
                      </a:cxn>
                      <a:cxn ang="T89">
                        <a:pos x="T14" y="T15"/>
                      </a:cxn>
                      <a:cxn ang="T90">
                        <a:pos x="T16" y="T17"/>
                      </a:cxn>
                      <a:cxn ang="T91">
                        <a:pos x="T18" y="T19"/>
                      </a:cxn>
                      <a:cxn ang="T92">
                        <a:pos x="T20" y="T21"/>
                      </a:cxn>
                      <a:cxn ang="T93">
                        <a:pos x="T22" y="T23"/>
                      </a:cxn>
                      <a:cxn ang="T94">
                        <a:pos x="T24" y="T25"/>
                      </a:cxn>
                      <a:cxn ang="T95">
                        <a:pos x="T26" y="T27"/>
                      </a:cxn>
                      <a:cxn ang="T96">
                        <a:pos x="T28" y="T29"/>
                      </a:cxn>
                      <a:cxn ang="T97">
                        <a:pos x="T30" y="T31"/>
                      </a:cxn>
                      <a:cxn ang="T98">
                        <a:pos x="T32" y="T33"/>
                      </a:cxn>
                      <a:cxn ang="T99">
                        <a:pos x="T34" y="T35"/>
                      </a:cxn>
                      <a:cxn ang="T100">
                        <a:pos x="T36" y="T37"/>
                      </a:cxn>
                      <a:cxn ang="T101">
                        <a:pos x="T38" y="T39"/>
                      </a:cxn>
                      <a:cxn ang="T102">
                        <a:pos x="T40" y="T41"/>
                      </a:cxn>
                      <a:cxn ang="T103">
                        <a:pos x="T42" y="T43"/>
                      </a:cxn>
                      <a:cxn ang="T104">
                        <a:pos x="T44" y="T45"/>
                      </a:cxn>
                      <a:cxn ang="T105">
                        <a:pos x="T46" y="T47"/>
                      </a:cxn>
                      <a:cxn ang="T106">
                        <a:pos x="T48" y="T49"/>
                      </a:cxn>
                      <a:cxn ang="T107">
                        <a:pos x="T50" y="T51"/>
                      </a:cxn>
                      <a:cxn ang="T108">
                        <a:pos x="T52" y="T53"/>
                      </a:cxn>
                      <a:cxn ang="T109">
                        <a:pos x="T54" y="T55"/>
                      </a:cxn>
                      <a:cxn ang="T110">
                        <a:pos x="T56" y="T57"/>
                      </a:cxn>
                      <a:cxn ang="T111">
                        <a:pos x="T58" y="T59"/>
                      </a:cxn>
                      <a:cxn ang="T112">
                        <a:pos x="T60" y="T61"/>
                      </a:cxn>
                      <a:cxn ang="T113">
                        <a:pos x="T62" y="T63"/>
                      </a:cxn>
                      <a:cxn ang="T114">
                        <a:pos x="T64" y="T65"/>
                      </a:cxn>
                      <a:cxn ang="T115">
                        <a:pos x="T66" y="T67"/>
                      </a:cxn>
                      <a:cxn ang="T116">
                        <a:pos x="T68" y="T69"/>
                      </a:cxn>
                      <a:cxn ang="T117">
                        <a:pos x="T70" y="T71"/>
                      </a:cxn>
                      <a:cxn ang="T118">
                        <a:pos x="T72" y="T73"/>
                      </a:cxn>
                      <a:cxn ang="T119">
                        <a:pos x="T74" y="T75"/>
                      </a:cxn>
                      <a:cxn ang="T120">
                        <a:pos x="T76" y="T77"/>
                      </a:cxn>
                      <a:cxn ang="T121">
                        <a:pos x="T78" y="T79"/>
                      </a:cxn>
                      <a:cxn ang="T122">
                        <a:pos x="T80" y="T81"/>
                      </a:cxn>
                    </a:cxnLst>
                    <a:rect l="T123" t="T124" r="T125" b="T126"/>
                    <a:pathLst>
                      <a:path w="717" h="756">
                        <a:moveTo>
                          <a:pt x="0" y="756"/>
                        </a:moveTo>
                        <a:lnTo>
                          <a:pt x="52" y="167"/>
                        </a:lnTo>
                        <a:lnTo>
                          <a:pt x="64" y="384"/>
                        </a:lnTo>
                        <a:lnTo>
                          <a:pt x="90" y="103"/>
                        </a:lnTo>
                        <a:lnTo>
                          <a:pt x="116" y="519"/>
                        </a:lnTo>
                        <a:lnTo>
                          <a:pt x="135" y="487"/>
                        </a:lnTo>
                        <a:lnTo>
                          <a:pt x="135" y="359"/>
                        </a:lnTo>
                        <a:lnTo>
                          <a:pt x="167" y="71"/>
                        </a:lnTo>
                        <a:lnTo>
                          <a:pt x="192" y="244"/>
                        </a:lnTo>
                        <a:lnTo>
                          <a:pt x="205" y="96"/>
                        </a:lnTo>
                        <a:lnTo>
                          <a:pt x="218" y="615"/>
                        </a:lnTo>
                        <a:lnTo>
                          <a:pt x="244" y="397"/>
                        </a:lnTo>
                        <a:lnTo>
                          <a:pt x="282" y="519"/>
                        </a:lnTo>
                        <a:lnTo>
                          <a:pt x="308" y="308"/>
                        </a:lnTo>
                        <a:lnTo>
                          <a:pt x="333" y="442"/>
                        </a:lnTo>
                        <a:lnTo>
                          <a:pt x="346" y="352"/>
                        </a:lnTo>
                        <a:lnTo>
                          <a:pt x="365" y="384"/>
                        </a:lnTo>
                        <a:lnTo>
                          <a:pt x="378" y="135"/>
                        </a:lnTo>
                        <a:lnTo>
                          <a:pt x="391" y="301"/>
                        </a:lnTo>
                        <a:lnTo>
                          <a:pt x="384" y="519"/>
                        </a:lnTo>
                        <a:lnTo>
                          <a:pt x="404" y="679"/>
                        </a:lnTo>
                        <a:lnTo>
                          <a:pt x="429" y="628"/>
                        </a:lnTo>
                        <a:lnTo>
                          <a:pt x="442" y="480"/>
                        </a:lnTo>
                        <a:lnTo>
                          <a:pt x="455" y="391"/>
                        </a:lnTo>
                        <a:lnTo>
                          <a:pt x="436" y="506"/>
                        </a:lnTo>
                        <a:lnTo>
                          <a:pt x="461" y="352"/>
                        </a:lnTo>
                        <a:lnTo>
                          <a:pt x="474" y="455"/>
                        </a:lnTo>
                        <a:lnTo>
                          <a:pt x="493" y="519"/>
                        </a:lnTo>
                        <a:lnTo>
                          <a:pt x="512" y="410"/>
                        </a:lnTo>
                        <a:lnTo>
                          <a:pt x="532" y="186"/>
                        </a:lnTo>
                        <a:lnTo>
                          <a:pt x="544" y="231"/>
                        </a:lnTo>
                        <a:lnTo>
                          <a:pt x="570" y="148"/>
                        </a:lnTo>
                        <a:lnTo>
                          <a:pt x="576" y="301"/>
                        </a:lnTo>
                        <a:lnTo>
                          <a:pt x="576" y="730"/>
                        </a:lnTo>
                        <a:lnTo>
                          <a:pt x="647" y="0"/>
                        </a:lnTo>
                        <a:lnTo>
                          <a:pt x="647" y="250"/>
                        </a:lnTo>
                        <a:lnTo>
                          <a:pt x="660" y="333"/>
                        </a:lnTo>
                        <a:lnTo>
                          <a:pt x="685" y="192"/>
                        </a:lnTo>
                        <a:lnTo>
                          <a:pt x="711" y="340"/>
                        </a:lnTo>
                        <a:lnTo>
                          <a:pt x="698" y="429"/>
                        </a:lnTo>
                        <a:lnTo>
                          <a:pt x="717" y="461"/>
                        </a:lnTo>
                      </a:path>
                    </a:pathLst>
                  </a:custGeom>
                  <a:noFill/>
                  <a:ln w="9525">
                    <a:solidFill>
                      <a:srgbClr val="FF0000"/>
                    </a:solidFill>
                    <a:round/>
                    <a:headEnd/>
                    <a:tailEnd/>
                  </a:ln>
                </p:spPr>
                <p:txBody>
                  <a:bodyPr/>
                  <a:lstStyle/>
                  <a:p>
                    <a:endParaRPr lang="en-GB" sz="1600"/>
                  </a:p>
                </p:txBody>
              </p:sp>
            </p:grpSp>
          </p:grpSp>
          <p:grpSp>
            <p:nvGrpSpPr>
              <p:cNvPr id="12" name="Group 66"/>
              <p:cNvGrpSpPr>
                <a:grpSpLocks/>
              </p:cNvGrpSpPr>
              <p:nvPr/>
            </p:nvGrpSpPr>
            <p:grpSpPr bwMode="auto">
              <a:xfrm>
                <a:off x="1503" y="1842"/>
                <a:ext cx="525" cy="173"/>
                <a:chOff x="3404" y="1080"/>
                <a:chExt cx="1755" cy="819"/>
              </a:xfrm>
            </p:grpSpPr>
            <p:grpSp>
              <p:nvGrpSpPr>
                <p:cNvPr id="13" name="Group 67"/>
                <p:cNvGrpSpPr>
                  <a:grpSpLocks/>
                </p:cNvGrpSpPr>
                <p:nvPr/>
              </p:nvGrpSpPr>
              <p:grpSpPr bwMode="auto">
                <a:xfrm>
                  <a:off x="3404" y="1080"/>
                  <a:ext cx="590" cy="801"/>
                  <a:chOff x="3462" y="1100"/>
                  <a:chExt cx="1549" cy="801"/>
                </a:xfrm>
              </p:grpSpPr>
              <p:sp>
                <p:nvSpPr>
                  <p:cNvPr id="14696" name="Freeform 68"/>
                  <p:cNvSpPr>
                    <a:spLocks/>
                  </p:cNvSpPr>
                  <p:nvPr/>
                </p:nvSpPr>
                <p:spPr bwMode="auto">
                  <a:xfrm>
                    <a:off x="3462" y="1126"/>
                    <a:ext cx="313" cy="756"/>
                  </a:xfrm>
                  <a:custGeom>
                    <a:avLst/>
                    <a:gdLst>
                      <a:gd name="T0" fmla="*/ 0 w 717"/>
                      <a:gd name="T1" fmla="*/ 756 h 756"/>
                      <a:gd name="T2" fmla="*/ 4 w 717"/>
                      <a:gd name="T3" fmla="*/ 167 h 756"/>
                      <a:gd name="T4" fmla="*/ 5 w 717"/>
                      <a:gd name="T5" fmla="*/ 384 h 756"/>
                      <a:gd name="T6" fmla="*/ 7 w 717"/>
                      <a:gd name="T7" fmla="*/ 103 h 756"/>
                      <a:gd name="T8" fmla="*/ 10 w 717"/>
                      <a:gd name="T9" fmla="*/ 519 h 756"/>
                      <a:gd name="T10" fmla="*/ 11 w 717"/>
                      <a:gd name="T11" fmla="*/ 487 h 756"/>
                      <a:gd name="T12" fmla="*/ 11 w 717"/>
                      <a:gd name="T13" fmla="*/ 359 h 756"/>
                      <a:gd name="T14" fmla="*/ 14 w 717"/>
                      <a:gd name="T15" fmla="*/ 71 h 756"/>
                      <a:gd name="T16" fmla="*/ 16 w 717"/>
                      <a:gd name="T17" fmla="*/ 244 h 756"/>
                      <a:gd name="T18" fmla="*/ 17 w 717"/>
                      <a:gd name="T19" fmla="*/ 96 h 756"/>
                      <a:gd name="T20" fmla="*/ 18 w 717"/>
                      <a:gd name="T21" fmla="*/ 615 h 756"/>
                      <a:gd name="T22" fmla="*/ 21 w 717"/>
                      <a:gd name="T23" fmla="*/ 397 h 756"/>
                      <a:gd name="T24" fmla="*/ 24 w 717"/>
                      <a:gd name="T25" fmla="*/ 519 h 756"/>
                      <a:gd name="T26" fmla="*/ 25 w 717"/>
                      <a:gd name="T27" fmla="*/ 308 h 756"/>
                      <a:gd name="T28" fmla="*/ 28 w 717"/>
                      <a:gd name="T29" fmla="*/ 442 h 756"/>
                      <a:gd name="T30" fmla="*/ 29 w 717"/>
                      <a:gd name="T31" fmla="*/ 352 h 756"/>
                      <a:gd name="T32" fmla="*/ 30 w 717"/>
                      <a:gd name="T33" fmla="*/ 384 h 756"/>
                      <a:gd name="T34" fmla="*/ 31 w 717"/>
                      <a:gd name="T35" fmla="*/ 135 h 756"/>
                      <a:gd name="T36" fmla="*/ 33 w 717"/>
                      <a:gd name="T37" fmla="*/ 301 h 756"/>
                      <a:gd name="T38" fmla="*/ 32 w 717"/>
                      <a:gd name="T39" fmla="*/ 519 h 756"/>
                      <a:gd name="T40" fmla="*/ 34 w 717"/>
                      <a:gd name="T41" fmla="*/ 679 h 756"/>
                      <a:gd name="T42" fmla="*/ 36 w 717"/>
                      <a:gd name="T43" fmla="*/ 628 h 756"/>
                      <a:gd name="T44" fmla="*/ 37 w 717"/>
                      <a:gd name="T45" fmla="*/ 480 h 756"/>
                      <a:gd name="T46" fmla="*/ 38 w 717"/>
                      <a:gd name="T47" fmla="*/ 391 h 756"/>
                      <a:gd name="T48" fmla="*/ 36 w 717"/>
                      <a:gd name="T49" fmla="*/ 506 h 756"/>
                      <a:gd name="T50" fmla="*/ 38 w 717"/>
                      <a:gd name="T51" fmla="*/ 352 h 756"/>
                      <a:gd name="T52" fmla="*/ 39 w 717"/>
                      <a:gd name="T53" fmla="*/ 455 h 756"/>
                      <a:gd name="T54" fmla="*/ 41 w 717"/>
                      <a:gd name="T55" fmla="*/ 519 h 756"/>
                      <a:gd name="T56" fmla="*/ 43 w 717"/>
                      <a:gd name="T57" fmla="*/ 410 h 756"/>
                      <a:gd name="T58" fmla="*/ 44 w 717"/>
                      <a:gd name="T59" fmla="*/ 186 h 756"/>
                      <a:gd name="T60" fmla="*/ 45 w 717"/>
                      <a:gd name="T61" fmla="*/ 231 h 756"/>
                      <a:gd name="T62" fmla="*/ 48 w 717"/>
                      <a:gd name="T63" fmla="*/ 148 h 756"/>
                      <a:gd name="T64" fmla="*/ 48 w 717"/>
                      <a:gd name="T65" fmla="*/ 301 h 756"/>
                      <a:gd name="T66" fmla="*/ 48 w 717"/>
                      <a:gd name="T67" fmla="*/ 730 h 756"/>
                      <a:gd name="T68" fmla="*/ 54 w 717"/>
                      <a:gd name="T69" fmla="*/ 0 h 756"/>
                      <a:gd name="T70" fmla="*/ 54 w 717"/>
                      <a:gd name="T71" fmla="*/ 250 h 756"/>
                      <a:gd name="T72" fmla="*/ 55 w 717"/>
                      <a:gd name="T73" fmla="*/ 333 h 756"/>
                      <a:gd name="T74" fmla="*/ 57 w 717"/>
                      <a:gd name="T75" fmla="*/ 192 h 756"/>
                      <a:gd name="T76" fmla="*/ 59 w 717"/>
                      <a:gd name="T77" fmla="*/ 340 h 756"/>
                      <a:gd name="T78" fmla="*/ 58 w 717"/>
                      <a:gd name="T79" fmla="*/ 429 h 756"/>
                      <a:gd name="T80" fmla="*/ 60 w 717"/>
                      <a:gd name="T81" fmla="*/ 461 h 756"/>
                      <a:gd name="T82" fmla="*/ 0 60000 65536"/>
                      <a:gd name="T83" fmla="*/ 0 60000 65536"/>
                      <a:gd name="T84" fmla="*/ 0 60000 65536"/>
                      <a:gd name="T85" fmla="*/ 0 60000 65536"/>
                      <a:gd name="T86" fmla="*/ 0 60000 65536"/>
                      <a:gd name="T87" fmla="*/ 0 60000 65536"/>
                      <a:gd name="T88" fmla="*/ 0 60000 65536"/>
                      <a:gd name="T89" fmla="*/ 0 60000 65536"/>
                      <a:gd name="T90" fmla="*/ 0 60000 65536"/>
                      <a:gd name="T91" fmla="*/ 0 60000 65536"/>
                      <a:gd name="T92" fmla="*/ 0 60000 65536"/>
                      <a:gd name="T93" fmla="*/ 0 60000 65536"/>
                      <a:gd name="T94" fmla="*/ 0 60000 65536"/>
                      <a:gd name="T95" fmla="*/ 0 60000 65536"/>
                      <a:gd name="T96" fmla="*/ 0 60000 65536"/>
                      <a:gd name="T97" fmla="*/ 0 60000 65536"/>
                      <a:gd name="T98" fmla="*/ 0 60000 65536"/>
                      <a:gd name="T99" fmla="*/ 0 60000 65536"/>
                      <a:gd name="T100" fmla="*/ 0 60000 65536"/>
                      <a:gd name="T101" fmla="*/ 0 60000 65536"/>
                      <a:gd name="T102" fmla="*/ 0 60000 65536"/>
                      <a:gd name="T103" fmla="*/ 0 60000 65536"/>
                      <a:gd name="T104" fmla="*/ 0 60000 65536"/>
                      <a:gd name="T105" fmla="*/ 0 60000 65536"/>
                      <a:gd name="T106" fmla="*/ 0 60000 65536"/>
                      <a:gd name="T107" fmla="*/ 0 60000 65536"/>
                      <a:gd name="T108" fmla="*/ 0 60000 65536"/>
                      <a:gd name="T109" fmla="*/ 0 60000 65536"/>
                      <a:gd name="T110" fmla="*/ 0 60000 65536"/>
                      <a:gd name="T111" fmla="*/ 0 60000 65536"/>
                      <a:gd name="T112" fmla="*/ 0 60000 65536"/>
                      <a:gd name="T113" fmla="*/ 0 60000 65536"/>
                      <a:gd name="T114" fmla="*/ 0 60000 65536"/>
                      <a:gd name="T115" fmla="*/ 0 60000 65536"/>
                      <a:gd name="T116" fmla="*/ 0 60000 65536"/>
                      <a:gd name="T117" fmla="*/ 0 60000 65536"/>
                      <a:gd name="T118" fmla="*/ 0 60000 65536"/>
                      <a:gd name="T119" fmla="*/ 0 60000 65536"/>
                      <a:gd name="T120" fmla="*/ 0 60000 65536"/>
                      <a:gd name="T121" fmla="*/ 0 60000 65536"/>
                      <a:gd name="T122" fmla="*/ 0 60000 65536"/>
                      <a:gd name="T123" fmla="*/ 0 w 717"/>
                      <a:gd name="T124" fmla="*/ 0 h 756"/>
                      <a:gd name="T125" fmla="*/ 717 w 717"/>
                      <a:gd name="T126" fmla="*/ 756 h 756"/>
                    </a:gdLst>
                    <a:ahLst/>
                    <a:cxnLst>
                      <a:cxn ang="T82">
                        <a:pos x="T0" y="T1"/>
                      </a:cxn>
                      <a:cxn ang="T83">
                        <a:pos x="T2" y="T3"/>
                      </a:cxn>
                      <a:cxn ang="T84">
                        <a:pos x="T4" y="T5"/>
                      </a:cxn>
                      <a:cxn ang="T85">
                        <a:pos x="T6" y="T7"/>
                      </a:cxn>
                      <a:cxn ang="T86">
                        <a:pos x="T8" y="T9"/>
                      </a:cxn>
                      <a:cxn ang="T87">
                        <a:pos x="T10" y="T11"/>
                      </a:cxn>
                      <a:cxn ang="T88">
                        <a:pos x="T12" y="T13"/>
                      </a:cxn>
                      <a:cxn ang="T89">
                        <a:pos x="T14" y="T15"/>
                      </a:cxn>
                      <a:cxn ang="T90">
                        <a:pos x="T16" y="T17"/>
                      </a:cxn>
                      <a:cxn ang="T91">
                        <a:pos x="T18" y="T19"/>
                      </a:cxn>
                      <a:cxn ang="T92">
                        <a:pos x="T20" y="T21"/>
                      </a:cxn>
                      <a:cxn ang="T93">
                        <a:pos x="T22" y="T23"/>
                      </a:cxn>
                      <a:cxn ang="T94">
                        <a:pos x="T24" y="T25"/>
                      </a:cxn>
                      <a:cxn ang="T95">
                        <a:pos x="T26" y="T27"/>
                      </a:cxn>
                      <a:cxn ang="T96">
                        <a:pos x="T28" y="T29"/>
                      </a:cxn>
                      <a:cxn ang="T97">
                        <a:pos x="T30" y="T31"/>
                      </a:cxn>
                      <a:cxn ang="T98">
                        <a:pos x="T32" y="T33"/>
                      </a:cxn>
                      <a:cxn ang="T99">
                        <a:pos x="T34" y="T35"/>
                      </a:cxn>
                      <a:cxn ang="T100">
                        <a:pos x="T36" y="T37"/>
                      </a:cxn>
                      <a:cxn ang="T101">
                        <a:pos x="T38" y="T39"/>
                      </a:cxn>
                      <a:cxn ang="T102">
                        <a:pos x="T40" y="T41"/>
                      </a:cxn>
                      <a:cxn ang="T103">
                        <a:pos x="T42" y="T43"/>
                      </a:cxn>
                      <a:cxn ang="T104">
                        <a:pos x="T44" y="T45"/>
                      </a:cxn>
                      <a:cxn ang="T105">
                        <a:pos x="T46" y="T47"/>
                      </a:cxn>
                      <a:cxn ang="T106">
                        <a:pos x="T48" y="T49"/>
                      </a:cxn>
                      <a:cxn ang="T107">
                        <a:pos x="T50" y="T51"/>
                      </a:cxn>
                      <a:cxn ang="T108">
                        <a:pos x="T52" y="T53"/>
                      </a:cxn>
                      <a:cxn ang="T109">
                        <a:pos x="T54" y="T55"/>
                      </a:cxn>
                      <a:cxn ang="T110">
                        <a:pos x="T56" y="T57"/>
                      </a:cxn>
                      <a:cxn ang="T111">
                        <a:pos x="T58" y="T59"/>
                      </a:cxn>
                      <a:cxn ang="T112">
                        <a:pos x="T60" y="T61"/>
                      </a:cxn>
                      <a:cxn ang="T113">
                        <a:pos x="T62" y="T63"/>
                      </a:cxn>
                      <a:cxn ang="T114">
                        <a:pos x="T64" y="T65"/>
                      </a:cxn>
                      <a:cxn ang="T115">
                        <a:pos x="T66" y="T67"/>
                      </a:cxn>
                      <a:cxn ang="T116">
                        <a:pos x="T68" y="T69"/>
                      </a:cxn>
                      <a:cxn ang="T117">
                        <a:pos x="T70" y="T71"/>
                      </a:cxn>
                      <a:cxn ang="T118">
                        <a:pos x="T72" y="T73"/>
                      </a:cxn>
                      <a:cxn ang="T119">
                        <a:pos x="T74" y="T75"/>
                      </a:cxn>
                      <a:cxn ang="T120">
                        <a:pos x="T76" y="T77"/>
                      </a:cxn>
                      <a:cxn ang="T121">
                        <a:pos x="T78" y="T79"/>
                      </a:cxn>
                      <a:cxn ang="T122">
                        <a:pos x="T80" y="T81"/>
                      </a:cxn>
                    </a:cxnLst>
                    <a:rect l="T123" t="T124" r="T125" b="T126"/>
                    <a:pathLst>
                      <a:path w="717" h="756">
                        <a:moveTo>
                          <a:pt x="0" y="756"/>
                        </a:moveTo>
                        <a:lnTo>
                          <a:pt x="52" y="167"/>
                        </a:lnTo>
                        <a:lnTo>
                          <a:pt x="64" y="384"/>
                        </a:lnTo>
                        <a:lnTo>
                          <a:pt x="90" y="103"/>
                        </a:lnTo>
                        <a:lnTo>
                          <a:pt x="116" y="519"/>
                        </a:lnTo>
                        <a:lnTo>
                          <a:pt x="135" y="487"/>
                        </a:lnTo>
                        <a:lnTo>
                          <a:pt x="135" y="359"/>
                        </a:lnTo>
                        <a:lnTo>
                          <a:pt x="167" y="71"/>
                        </a:lnTo>
                        <a:lnTo>
                          <a:pt x="192" y="244"/>
                        </a:lnTo>
                        <a:lnTo>
                          <a:pt x="205" y="96"/>
                        </a:lnTo>
                        <a:lnTo>
                          <a:pt x="218" y="615"/>
                        </a:lnTo>
                        <a:lnTo>
                          <a:pt x="244" y="397"/>
                        </a:lnTo>
                        <a:lnTo>
                          <a:pt x="282" y="519"/>
                        </a:lnTo>
                        <a:lnTo>
                          <a:pt x="308" y="308"/>
                        </a:lnTo>
                        <a:lnTo>
                          <a:pt x="333" y="442"/>
                        </a:lnTo>
                        <a:lnTo>
                          <a:pt x="346" y="352"/>
                        </a:lnTo>
                        <a:lnTo>
                          <a:pt x="365" y="384"/>
                        </a:lnTo>
                        <a:lnTo>
                          <a:pt x="378" y="135"/>
                        </a:lnTo>
                        <a:lnTo>
                          <a:pt x="391" y="301"/>
                        </a:lnTo>
                        <a:lnTo>
                          <a:pt x="384" y="519"/>
                        </a:lnTo>
                        <a:lnTo>
                          <a:pt x="404" y="679"/>
                        </a:lnTo>
                        <a:lnTo>
                          <a:pt x="429" y="628"/>
                        </a:lnTo>
                        <a:lnTo>
                          <a:pt x="442" y="480"/>
                        </a:lnTo>
                        <a:lnTo>
                          <a:pt x="455" y="391"/>
                        </a:lnTo>
                        <a:lnTo>
                          <a:pt x="436" y="506"/>
                        </a:lnTo>
                        <a:lnTo>
                          <a:pt x="461" y="352"/>
                        </a:lnTo>
                        <a:lnTo>
                          <a:pt x="474" y="455"/>
                        </a:lnTo>
                        <a:lnTo>
                          <a:pt x="493" y="519"/>
                        </a:lnTo>
                        <a:lnTo>
                          <a:pt x="512" y="410"/>
                        </a:lnTo>
                        <a:lnTo>
                          <a:pt x="532" y="186"/>
                        </a:lnTo>
                        <a:lnTo>
                          <a:pt x="544" y="231"/>
                        </a:lnTo>
                        <a:lnTo>
                          <a:pt x="570" y="148"/>
                        </a:lnTo>
                        <a:lnTo>
                          <a:pt x="576" y="301"/>
                        </a:lnTo>
                        <a:lnTo>
                          <a:pt x="576" y="730"/>
                        </a:lnTo>
                        <a:lnTo>
                          <a:pt x="647" y="0"/>
                        </a:lnTo>
                        <a:lnTo>
                          <a:pt x="647" y="250"/>
                        </a:lnTo>
                        <a:lnTo>
                          <a:pt x="660" y="333"/>
                        </a:lnTo>
                        <a:lnTo>
                          <a:pt x="685" y="192"/>
                        </a:lnTo>
                        <a:lnTo>
                          <a:pt x="711" y="340"/>
                        </a:lnTo>
                        <a:lnTo>
                          <a:pt x="698" y="429"/>
                        </a:lnTo>
                        <a:lnTo>
                          <a:pt x="717" y="461"/>
                        </a:lnTo>
                      </a:path>
                    </a:pathLst>
                  </a:custGeom>
                  <a:noFill/>
                  <a:ln w="9525">
                    <a:solidFill>
                      <a:srgbClr val="FF0000"/>
                    </a:solidFill>
                    <a:round/>
                    <a:headEnd/>
                    <a:tailEnd/>
                  </a:ln>
                </p:spPr>
                <p:txBody>
                  <a:bodyPr/>
                  <a:lstStyle/>
                  <a:p>
                    <a:endParaRPr lang="en-GB" sz="1600"/>
                  </a:p>
                </p:txBody>
              </p:sp>
              <p:sp>
                <p:nvSpPr>
                  <p:cNvPr id="14697" name="Freeform 69"/>
                  <p:cNvSpPr>
                    <a:spLocks/>
                  </p:cNvSpPr>
                  <p:nvPr/>
                </p:nvSpPr>
                <p:spPr bwMode="auto">
                  <a:xfrm flipH="1" flipV="1">
                    <a:off x="3770" y="1145"/>
                    <a:ext cx="313" cy="756"/>
                  </a:xfrm>
                  <a:custGeom>
                    <a:avLst/>
                    <a:gdLst>
                      <a:gd name="T0" fmla="*/ 0 w 717"/>
                      <a:gd name="T1" fmla="*/ 756 h 756"/>
                      <a:gd name="T2" fmla="*/ 4 w 717"/>
                      <a:gd name="T3" fmla="*/ 167 h 756"/>
                      <a:gd name="T4" fmla="*/ 5 w 717"/>
                      <a:gd name="T5" fmla="*/ 384 h 756"/>
                      <a:gd name="T6" fmla="*/ 7 w 717"/>
                      <a:gd name="T7" fmla="*/ 103 h 756"/>
                      <a:gd name="T8" fmla="*/ 10 w 717"/>
                      <a:gd name="T9" fmla="*/ 519 h 756"/>
                      <a:gd name="T10" fmla="*/ 11 w 717"/>
                      <a:gd name="T11" fmla="*/ 487 h 756"/>
                      <a:gd name="T12" fmla="*/ 11 w 717"/>
                      <a:gd name="T13" fmla="*/ 359 h 756"/>
                      <a:gd name="T14" fmla="*/ 14 w 717"/>
                      <a:gd name="T15" fmla="*/ 71 h 756"/>
                      <a:gd name="T16" fmla="*/ 16 w 717"/>
                      <a:gd name="T17" fmla="*/ 244 h 756"/>
                      <a:gd name="T18" fmla="*/ 17 w 717"/>
                      <a:gd name="T19" fmla="*/ 96 h 756"/>
                      <a:gd name="T20" fmla="*/ 18 w 717"/>
                      <a:gd name="T21" fmla="*/ 615 h 756"/>
                      <a:gd name="T22" fmla="*/ 21 w 717"/>
                      <a:gd name="T23" fmla="*/ 397 h 756"/>
                      <a:gd name="T24" fmla="*/ 24 w 717"/>
                      <a:gd name="T25" fmla="*/ 519 h 756"/>
                      <a:gd name="T26" fmla="*/ 25 w 717"/>
                      <a:gd name="T27" fmla="*/ 308 h 756"/>
                      <a:gd name="T28" fmla="*/ 28 w 717"/>
                      <a:gd name="T29" fmla="*/ 442 h 756"/>
                      <a:gd name="T30" fmla="*/ 29 w 717"/>
                      <a:gd name="T31" fmla="*/ 352 h 756"/>
                      <a:gd name="T32" fmla="*/ 30 w 717"/>
                      <a:gd name="T33" fmla="*/ 384 h 756"/>
                      <a:gd name="T34" fmla="*/ 31 w 717"/>
                      <a:gd name="T35" fmla="*/ 135 h 756"/>
                      <a:gd name="T36" fmla="*/ 33 w 717"/>
                      <a:gd name="T37" fmla="*/ 301 h 756"/>
                      <a:gd name="T38" fmla="*/ 32 w 717"/>
                      <a:gd name="T39" fmla="*/ 519 h 756"/>
                      <a:gd name="T40" fmla="*/ 34 w 717"/>
                      <a:gd name="T41" fmla="*/ 679 h 756"/>
                      <a:gd name="T42" fmla="*/ 36 w 717"/>
                      <a:gd name="T43" fmla="*/ 628 h 756"/>
                      <a:gd name="T44" fmla="*/ 37 w 717"/>
                      <a:gd name="T45" fmla="*/ 480 h 756"/>
                      <a:gd name="T46" fmla="*/ 38 w 717"/>
                      <a:gd name="T47" fmla="*/ 391 h 756"/>
                      <a:gd name="T48" fmla="*/ 36 w 717"/>
                      <a:gd name="T49" fmla="*/ 506 h 756"/>
                      <a:gd name="T50" fmla="*/ 38 w 717"/>
                      <a:gd name="T51" fmla="*/ 352 h 756"/>
                      <a:gd name="T52" fmla="*/ 39 w 717"/>
                      <a:gd name="T53" fmla="*/ 455 h 756"/>
                      <a:gd name="T54" fmla="*/ 41 w 717"/>
                      <a:gd name="T55" fmla="*/ 519 h 756"/>
                      <a:gd name="T56" fmla="*/ 43 w 717"/>
                      <a:gd name="T57" fmla="*/ 410 h 756"/>
                      <a:gd name="T58" fmla="*/ 44 w 717"/>
                      <a:gd name="T59" fmla="*/ 186 h 756"/>
                      <a:gd name="T60" fmla="*/ 45 w 717"/>
                      <a:gd name="T61" fmla="*/ 231 h 756"/>
                      <a:gd name="T62" fmla="*/ 48 w 717"/>
                      <a:gd name="T63" fmla="*/ 148 h 756"/>
                      <a:gd name="T64" fmla="*/ 48 w 717"/>
                      <a:gd name="T65" fmla="*/ 301 h 756"/>
                      <a:gd name="T66" fmla="*/ 48 w 717"/>
                      <a:gd name="T67" fmla="*/ 730 h 756"/>
                      <a:gd name="T68" fmla="*/ 54 w 717"/>
                      <a:gd name="T69" fmla="*/ 0 h 756"/>
                      <a:gd name="T70" fmla="*/ 54 w 717"/>
                      <a:gd name="T71" fmla="*/ 250 h 756"/>
                      <a:gd name="T72" fmla="*/ 55 w 717"/>
                      <a:gd name="T73" fmla="*/ 333 h 756"/>
                      <a:gd name="T74" fmla="*/ 57 w 717"/>
                      <a:gd name="T75" fmla="*/ 192 h 756"/>
                      <a:gd name="T76" fmla="*/ 59 w 717"/>
                      <a:gd name="T77" fmla="*/ 340 h 756"/>
                      <a:gd name="T78" fmla="*/ 58 w 717"/>
                      <a:gd name="T79" fmla="*/ 429 h 756"/>
                      <a:gd name="T80" fmla="*/ 60 w 717"/>
                      <a:gd name="T81" fmla="*/ 461 h 756"/>
                      <a:gd name="T82" fmla="*/ 0 60000 65536"/>
                      <a:gd name="T83" fmla="*/ 0 60000 65536"/>
                      <a:gd name="T84" fmla="*/ 0 60000 65536"/>
                      <a:gd name="T85" fmla="*/ 0 60000 65536"/>
                      <a:gd name="T86" fmla="*/ 0 60000 65536"/>
                      <a:gd name="T87" fmla="*/ 0 60000 65536"/>
                      <a:gd name="T88" fmla="*/ 0 60000 65536"/>
                      <a:gd name="T89" fmla="*/ 0 60000 65536"/>
                      <a:gd name="T90" fmla="*/ 0 60000 65536"/>
                      <a:gd name="T91" fmla="*/ 0 60000 65536"/>
                      <a:gd name="T92" fmla="*/ 0 60000 65536"/>
                      <a:gd name="T93" fmla="*/ 0 60000 65536"/>
                      <a:gd name="T94" fmla="*/ 0 60000 65536"/>
                      <a:gd name="T95" fmla="*/ 0 60000 65536"/>
                      <a:gd name="T96" fmla="*/ 0 60000 65536"/>
                      <a:gd name="T97" fmla="*/ 0 60000 65536"/>
                      <a:gd name="T98" fmla="*/ 0 60000 65536"/>
                      <a:gd name="T99" fmla="*/ 0 60000 65536"/>
                      <a:gd name="T100" fmla="*/ 0 60000 65536"/>
                      <a:gd name="T101" fmla="*/ 0 60000 65536"/>
                      <a:gd name="T102" fmla="*/ 0 60000 65536"/>
                      <a:gd name="T103" fmla="*/ 0 60000 65536"/>
                      <a:gd name="T104" fmla="*/ 0 60000 65536"/>
                      <a:gd name="T105" fmla="*/ 0 60000 65536"/>
                      <a:gd name="T106" fmla="*/ 0 60000 65536"/>
                      <a:gd name="T107" fmla="*/ 0 60000 65536"/>
                      <a:gd name="T108" fmla="*/ 0 60000 65536"/>
                      <a:gd name="T109" fmla="*/ 0 60000 65536"/>
                      <a:gd name="T110" fmla="*/ 0 60000 65536"/>
                      <a:gd name="T111" fmla="*/ 0 60000 65536"/>
                      <a:gd name="T112" fmla="*/ 0 60000 65536"/>
                      <a:gd name="T113" fmla="*/ 0 60000 65536"/>
                      <a:gd name="T114" fmla="*/ 0 60000 65536"/>
                      <a:gd name="T115" fmla="*/ 0 60000 65536"/>
                      <a:gd name="T116" fmla="*/ 0 60000 65536"/>
                      <a:gd name="T117" fmla="*/ 0 60000 65536"/>
                      <a:gd name="T118" fmla="*/ 0 60000 65536"/>
                      <a:gd name="T119" fmla="*/ 0 60000 65536"/>
                      <a:gd name="T120" fmla="*/ 0 60000 65536"/>
                      <a:gd name="T121" fmla="*/ 0 60000 65536"/>
                      <a:gd name="T122" fmla="*/ 0 60000 65536"/>
                      <a:gd name="T123" fmla="*/ 0 w 717"/>
                      <a:gd name="T124" fmla="*/ 0 h 756"/>
                      <a:gd name="T125" fmla="*/ 717 w 717"/>
                      <a:gd name="T126" fmla="*/ 756 h 756"/>
                    </a:gdLst>
                    <a:ahLst/>
                    <a:cxnLst>
                      <a:cxn ang="T82">
                        <a:pos x="T0" y="T1"/>
                      </a:cxn>
                      <a:cxn ang="T83">
                        <a:pos x="T2" y="T3"/>
                      </a:cxn>
                      <a:cxn ang="T84">
                        <a:pos x="T4" y="T5"/>
                      </a:cxn>
                      <a:cxn ang="T85">
                        <a:pos x="T6" y="T7"/>
                      </a:cxn>
                      <a:cxn ang="T86">
                        <a:pos x="T8" y="T9"/>
                      </a:cxn>
                      <a:cxn ang="T87">
                        <a:pos x="T10" y="T11"/>
                      </a:cxn>
                      <a:cxn ang="T88">
                        <a:pos x="T12" y="T13"/>
                      </a:cxn>
                      <a:cxn ang="T89">
                        <a:pos x="T14" y="T15"/>
                      </a:cxn>
                      <a:cxn ang="T90">
                        <a:pos x="T16" y="T17"/>
                      </a:cxn>
                      <a:cxn ang="T91">
                        <a:pos x="T18" y="T19"/>
                      </a:cxn>
                      <a:cxn ang="T92">
                        <a:pos x="T20" y="T21"/>
                      </a:cxn>
                      <a:cxn ang="T93">
                        <a:pos x="T22" y="T23"/>
                      </a:cxn>
                      <a:cxn ang="T94">
                        <a:pos x="T24" y="T25"/>
                      </a:cxn>
                      <a:cxn ang="T95">
                        <a:pos x="T26" y="T27"/>
                      </a:cxn>
                      <a:cxn ang="T96">
                        <a:pos x="T28" y="T29"/>
                      </a:cxn>
                      <a:cxn ang="T97">
                        <a:pos x="T30" y="T31"/>
                      </a:cxn>
                      <a:cxn ang="T98">
                        <a:pos x="T32" y="T33"/>
                      </a:cxn>
                      <a:cxn ang="T99">
                        <a:pos x="T34" y="T35"/>
                      </a:cxn>
                      <a:cxn ang="T100">
                        <a:pos x="T36" y="T37"/>
                      </a:cxn>
                      <a:cxn ang="T101">
                        <a:pos x="T38" y="T39"/>
                      </a:cxn>
                      <a:cxn ang="T102">
                        <a:pos x="T40" y="T41"/>
                      </a:cxn>
                      <a:cxn ang="T103">
                        <a:pos x="T42" y="T43"/>
                      </a:cxn>
                      <a:cxn ang="T104">
                        <a:pos x="T44" y="T45"/>
                      </a:cxn>
                      <a:cxn ang="T105">
                        <a:pos x="T46" y="T47"/>
                      </a:cxn>
                      <a:cxn ang="T106">
                        <a:pos x="T48" y="T49"/>
                      </a:cxn>
                      <a:cxn ang="T107">
                        <a:pos x="T50" y="T51"/>
                      </a:cxn>
                      <a:cxn ang="T108">
                        <a:pos x="T52" y="T53"/>
                      </a:cxn>
                      <a:cxn ang="T109">
                        <a:pos x="T54" y="T55"/>
                      </a:cxn>
                      <a:cxn ang="T110">
                        <a:pos x="T56" y="T57"/>
                      </a:cxn>
                      <a:cxn ang="T111">
                        <a:pos x="T58" y="T59"/>
                      </a:cxn>
                      <a:cxn ang="T112">
                        <a:pos x="T60" y="T61"/>
                      </a:cxn>
                      <a:cxn ang="T113">
                        <a:pos x="T62" y="T63"/>
                      </a:cxn>
                      <a:cxn ang="T114">
                        <a:pos x="T64" y="T65"/>
                      </a:cxn>
                      <a:cxn ang="T115">
                        <a:pos x="T66" y="T67"/>
                      </a:cxn>
                      <a:cxn ang="T116">
                        <a:pos x="T68" y="T69"/>
                      </a:cxn>
                      <a:cxn ang="T117">
                        <a:pos x="T70" y="T71"/>
                      </a:cxn>
                      <a:cxn ang="T118">
                        <a:pos x="T72" y="T73"/>
                      </a:cxn>
                      <a:cxn ang="T119">
                        <a:pos x="T74" y="T75"/>
                      </a:cxn>
                      <a:cxn ang="T120">
                        <a:pos x="T76" y="T77"/>
                      </a:cxn>
                      <a:cxn ang="T121">
                        <a:pos x="T78" y="T79"/>
                      </a:cxn>
                      <a:cxn ang="T122">
                        <a:pos x="T80" y="T81"/>
                      </a:cxn>
                    </a:cxnLst>
                    <a:rect l="T123" t="T124" r="T125" b="T126"/>
                    <a:pathLst>
                      <a:path w="717" h="756">
                        <a:moveTo>
                          <a:pt x="0" y="756"/>
                        </a:moveTo>
                        <a:lnTo>
                          <a:pt x="52" y="167"/>
                        </a:lnTo>
                        <a:lnTo>
                          <a:pt x="64" y="384"/>
                        </a:lnTo>
                        <a:lnTo>
                          <a:pt x="90" y="103"/>
                        </a:lnTo>
                        <a:lnTo>
                          <a:pt x="116" y="519"/>
                        </a:lnTo>
                        <a:lnTo>
                          <a:pt x="135" y="487"/>
                        </a:lnTo>
                        <a:lnTo>
                          <a:pt x="135" y="359"/>
                        </a:lnTo>
                        <a:lnTo>
                          <a:pt x="167" y="71"/>
                        </a:lnTo>
                        <a:lnTo>
                          <a:pt x="192" y="244"/>
                        </a:lnTo>
                        <a:lnTo>
                          <a:pt x="205" y="96"/>
                        </a:lnTo>
                        <a:lnTo>
                          <a:pt x="218" y="615"/>
                        </a:lnTo>
                        <a:lnTo>
                          <a:pt x="244" y="397"/>
                        </a:lnTo>
                        <a:lnTo>
                          <a:pt x="282" y="519"/>
                        </a:lnTo>
                        <a:lnTo>
                          <a:pt x="308" y="308"/>
                        </a:lnTo>
                        <a:lnTo>
                          <a:pt x="333" y="442"/>
                        </a:lnTo>
                        <a:lnTo>
                          <a:pt x="346" y="352"/>
                        </a:lnTo>
                        <a:lnTo>
                          <a:pt x="365" y="384"/>
                        </a:lnTo>
                        <a:lnTo>
                          <a:pt x="378" y="135"/>
                        </a:lnTo>
                        <a:lnTo>
                          <a:pt x="391" y="301"/>
                        </a:lnTo>
                        <a:lnTo>
                          <a:pt x="384" y="519"/>
                        </a:lnTo>
                        <a:lnTo>
                          <a:pt x="404" y="679"/>
                        </a:lnTo>
                        <a:lnTo>
                          <a:pt x="429" y="628"/>
                        </a:lnTo>
                        <a:lnTo>
                          <a:pt x="442" y="480"/>
                        </a:lnTo>
                        <a:lnTo>
                          <a:pt x="455" y="391"/>
                        </a:lnTo>
                        <a:lnTo>
                          <a:pt x="436" y="506"/>
                        </a:lnTo>
                        <a:lnTo>
                          <a:pt x="461" y="352"/>
                        </a:lnTo>
                        <a:lnTo>
                          <a:pt x="474" y="455"/>
                        </a:lnTo>
                        <a:lnTo>
                          <a:pt x="493" y="519"/>
                        </a:lnTo>
                        <a:lnTo>
                          <a:pt x="512" y="410"/>
                        </a:lnTo>
                        <a:lnTo>
                          <a:pt x="532" y="186"/>
                        </a:lnTo>
                        <a:lnTo>
                          <a:pt x="544" y="231"/>
                        </a:lnTo>
                        <a:lnTo>
                          <a:pt x="570" y="148"/>
                        </a:lnTo>
                        <a:lnTo>
                          <a:pt x="576" y="301"/>
                        </a:lnTo>
                        <a:lnTo>
                          <a:pt x="576" y="730"/>
                        </a:lnTo>
                        <a:lnTo>
                          <a:pt x="647" y="0"/>
                        </a:lnTo>
                        <a:lnTo>
                          <a:pt x="647" y="250"/>
                        </a:lnTo>
                        <a:lnTo>
                          <a:pt x="660" y="333"/>
                        </a:lnTo>
                        <a:lnTo>
                          <a:pt x="685" y="192"/>
                        </a:lnTo>
                        <a:lnTo>
                          <a:pt x="711" y="340"/>
                        </a:lnTo>
                        <a:lnTo>
                          <a:pt x="698" y="429"/>
                        </a:lnTo>
                        <a:lnTo>
                          <a:pt x="717" y="461"/>
                        </a:lnTo>
                      </a:path>
                    </a:pathLst>
                  </a:custGeom>
                  <a:noFill/>
                  <a:ln w="9525">
                    <a:solidFill>
                      <a:srgbClr val="FF0000"/>
                    </a:solidFill>
                    <a:round/>
                    <a:headEnd/>
                    <a:tailEnd/>
                  </a:ln>
                </p:spPr>
                <p:txBody>
                  <a:bodyPr/>
                  <a:lstStyle/>
                  <a:p>
                    <a:endParaRPr lang="en-GB" sz="1600"/>
                  </a:p>
                </p:txBody>
              </p:sp>
              <p:sp>
                <p:nvSpPr>
                  <p:cNvPr id="14698" name="Freeform 70"/>
                  <p:cNvSpPr>
                    <a:spLocks/>
                  </p:cNvSpPr>
                  <p:nvPr/>
                </p:nvSpPr>
                <p:spPr bwMode="auto">
                  <a:xfrm flipH="1">
                    <a:off x="4077" y="1119"/>
                    <a:ext cx="313" cy="756"/>
                  </a:xfrm>
                  <a:custGeom>
                    <a:avLst/>
                    <a:gdLst>
                      <a:gd name="T0" fmla="*/ 0 w 717"/>
                      <a:gd name="T1" fmla="*/ 756 h 756"/>
                      <a:gd name="T2" fmla="*/ 4 w 717"/>
                      <a:gd name="T3" fmla="*/ 167 h 756"/>
                      <a:gd name="T4" fmla="*/ 5 w 717"/>
                      <a:gd name="T5" fmla="*/ 384 h 756"/>
                      <a:gd name="T6" fmla="*/ 7 w 717"/>
                      <a:gd name="T7" fmla="*/ 103 h 756"/>
                      <a:gd name="T8" fmla="*/ 10 w 717"/>
                      <a:gd name="T9" fmla="*/ 519 h 756"/>
                      <a:gd name="T10" fmla="*/ 11 w 717"/>
                      <a:gd name="T11" fmla="*/ 487 h 756"/>
                      <a:gd name="T12" fmla="*/ 11 w 717"/>
                      <a:gd name="T13" fmla="*/ 359 h 756"/>
                      <a:gd name="T14" fmla="*/ 14 w 717"/>
                      <a:gd name="T15" fmla="*/ 71 h 756"/>
                      <a:gd name="T16" fmla="*/ 16 w 717"/>
                      <a:gd name="T17" fmla="*/ 244 h 756"/>
                      <a:gd name="T18" fmla="*/ 17 w 717"/>
                      <a:gd name="T19" fmla="*/ 96 h 756"/>
                      <a:gd name="T20" fmla="*/ 18 w 717"/>
                      <a:gd name="T21" fmla="*/ 615 h 756"/>
                      <a:gd name="T22" fmla="*/ 21 w 717"/>
                      <a:gd name="T23" fmla="*/ 397 h 756"/>
                      <a:gd name="T24" fmla="*/ 24 w 717"/>
                      <a:gd name="T25" fmla="*/ 519 h 756"/>
                      <a:gd name="T26" fmla="*/ 25 w 717"/>
                      <a:gd name="T27" fmla="*/ 308 h 756"/>
                      <a:gd name="T28" fmla="*/ 28 w 717"/>
                      <a:gd name="T29" fmla="*/ 442 h 756"/>
                      <a:gd name="T30" fmla="*/ 29 w 717"/>
                      <a:gd name="T31" fmla="*/ 352 h 756"/>
                      <a:gd name="T32" fmla="*/ 30 w 717"/>
                      <a:gd name="T33" fmla="*/ 384 h 756"/>
                      <a:gd name="T34" fmla="*/ 31 w 717"/>
                      <a:gd name="T35" fmla="*/ 135 h 756"/>
                      <a:gd name="T36" fmla="*/ 33 w 717"/>
                      <a:gd name="T37" fmla="*/ 301 h 756"/>
                      <a:gd name="T38" fmla="*/ 32 w 717"/>
                      <a:gd name="T39" fmla="*/ 519 h 756"/>
                      <a:gd name="T40" fmla="*/ 34 w 717"/>
                      <a:gd name="T41" fmla="*/ 679 h 756"/>
                      <a:gd name="T42" fmla="*/ 36 w 717"/>
                      <a:gd name="T43" fmla="*/ 628 h 756"/>
                      <a:gd name="T44" fmla="*/ 37 w 717"/>
                      <a:gd name="T45" fmla="*/ 480 h 756"/>
                      <a:gd name="T46" fmla="*/ 38 w 717"/>
                      <a:gd name="T47" fmla="*/ 391 h 756"/>
                      <a:gd name="T48" fmla="*/ 36 w 717"/>
                      <a:gd name="T49" fmla="*/ 506 h 756"/>
                      <a:gd name="T50" fmla="*/ 38 w 717"/>
                      <a:gd name="T51" fmla="*/ 352 h 756"/>
                      <a:gd name="T52" fmla="*/ 39 w 717"/>
                      <a:gd name="T53" fmla="*/ 455 h 756"/>
                      <a:gd name="T54" fmla="*/ 41 w 717"/>
                      <a:gd name="T55" fmla="*/ 519 h 756"/>
                      <a:gd name="T56" fmla="*/ 43 w 717"/>
                      <a:gd name="T57" fmla="*/ 410 h 756"/>
                      <a:gd name="T58" fmla="*/ 44 w 717"/>
                      <a:gd name="T59" fmla="*/ 186 h 756"/>
                      <a:gd name="T60" fmla="*/ 45 w 717"/>
                      <a:gd name="T61" fmla="*/ 231 h 756"/>
                      <a:gd name="T62" fmla="*/ 48 w 717"/>
                      <a:gd name="T63" fmla="*/ 148 h 756"/>
                      <a:gd name="T64" fmla="*/ 48 w 717"/>
                      <a:gd name="T65" fmla="*/ 301 h 756"/>
                      <a:gd name="T66" fmla="*/ 48 w 717"/>
                      <a:gd name="T67" fmla="*/ 730 h 756"/>
                      <a:gd name="T68" fmla="*/ 54 w 717"/>
                      <a:gd name="T69" fmla="*/ 0 h 756"/>
                      <a:gd name="T70" fmla="*/ 54 w 717"/>
                      <a:gd name="T71" fmla="*/ 250 h 756"/>
                      <a:gd name="T72" fmla="*/ 55 w 717"/>
                      <a:gd name="T73" fmla="*/ 333 h 756"/>
                      <a:gd name="T74" fmla="*/ 57 w 717"/>
                      <a:gd name="T75" fmla="*/ 192 h 756"/>
                      <a:gd name="T76" fmla="*/ 59 w 717"/>
                      <a:gd name="T77" fmla="*/ 340 h 756"/>
                      <a:gd name="T78" fmla="*/ 58 w 717"/>
                      <a:gd name="T79" fmla="*/ 429 h 756"/>
                      <a:gd name="T80" fmla="*/ 60 w 717"/>
                      <a:gd name="T81" fmla="*/ 461 h 756"/>
                      <a:gd name="T82" fmla="*/ 0 60000 65536"/>
                      <a:gd name="T83" fmla="*/ 0 60000 65536"/>
                      <a:gd name="T84" fmla="*/ 0 60000 65536"/>
                      <a:gd name="T85" fmla="*/ 0 60000 65536"/>
                      <a:gd name="T86" fmla="*/ 0 60000 65536"/>
                      <a:gd name="T87" fmla="*/ 0 60000 65536"/>
                      <a:gd name="T88" fmla="*/ 0 60000 65536"/>
                      <a:gd name="T89" fmla="*/ 0 60000 65536"/>
                      <a:gd name="T90" fmla="*/ 0 60000 65536"/>
                      <a:gd name="T91" fmla="*/ 0 60000 65536"/>
                      <a:gd name="T92" fmla="*/ 0 60000 65536"/>
                      <a:gd name="T93" fmla="*/ 0 60000 65536"/>
                      <a:gd name="T94" fmla="*/ 0 60000 65536"/>
                      <a:gd name="T95" fmla="*/ 0 60000 65536"/>
                      <a:gd name="T96" fmla="*/ 0 60000 65536"/>
                      <a:gd name="T97" fmla="*/ 0 60000 65536"/>
                      <a:gd name="T98" fmla="*/ 0 60000 65536"/>
                      <a:gd name="T99" fmla="*/ 0 60000 65536"/>
                      <a:gd name="T100" fmla="*/ 0 60000 65536"/>
                      <a:gd name="T101" fmla="*/ 0 60000 65536"/>
                      <a:gd name="T102" fmla="*/ 0 60000 65536"/>
                      <a:gd name="T103" fmla="*/ 0 60000 65536"/>
                      <a:gd name="T104" fmla="*/ 0 60000 65536"/>
                      <a:gd name="T105" fmla="*/ 0 60000 65536"/>
                      <a:gd name="T106" fmla="*/ 0 60000 65536"/>
                      <a:gd name="T107" fmla="*/ 0 60000 65536"/>
                      <a:gd name="T108" fmla="*/ 0 60000 65536"/>
                      <a:gd name="T109" fmla="*/ 0 60000 65536"/>
                      <a:gd name="T110" fmla="*/ 0 60000 65536"/>
                      <a:gd name="T111" fmla="*/ 0 60000 65536"/>
                      <a:gd name="T112" fmla="*/ 0 60000 65536"/>
                      <a:gd name="T113" fmla="*/ 0 60000 65536"/>
                      <a:gd name="T114" fmla="*/ 0 60000 65536"/>
                      <a:gd name="T115" fmla="*/ 0 60000 65536"/>
                      <a:gd name="T116" fmla="*/ 0 60000 65536"/>
                      <a:gd name="T117" fmla="*/ 0 60000 65536"/>
                      <a:gd name="T118" fmla="*/ 0 60000 65536"/>
                      <a:gd name="T119" fmla="*/ 0 60000 65536"/>
                      <a:gd name="T120" fmla="*/ 0 60000 65536"/>
                      <a:gd name="T121" fmla="*/ 0 60000 65536"/>
                      <a:gd name="T122" fmla="*/ 0 60000 65536"/>
                      <a:gd name="T123" fmla="*/ 0 w 717"/>
                      <a:gd name="T124" fmla="*/ 0 h 756"/>
                      <a:gd name="T125" fmla="*/ 717 w 717"/>
                      <a:gd name="T126" fmla="*/ 756 h 756"/>
                    </a:gdLst>
                    <a:ahLst/>
                    <a:cxnLst>
                      <a:cxn ang="T82">
                        <a:pos x="T0" y="T1"/>
                      </a:cxn>
                      <a:cxn ang="T83">
                        <a:pos x="T2" y="T3"/>
                      </a:cxn>
                      <a:cxn ang="T84">
                        <a:pos x="T4" y="T5"/>
                      </a:cxn>
                      <a:cxn ang="T85">
                        <a:pos x="T6" y="T7"/>
                      </a:cxn>
                      <a:cxn ang="T86">
                        <a:pos x="T8" y="T9"/>
                      </a:cxn>
                      <a:cxn ang="T87">
                        <a:pos x="T10" y="T11"/>
                      </a:cxn>
                      <a:cxn ang="T88">
                        <a:pos x="T12" y="T13"/>
                      </a:cxn>
                      <a:cxn ang="T89">
                        <a:pos x="T14" y="T15"/>
                      </a:cxn>
                      <a:cxn ang="T90">
                        <a:pos x="T16" y="T17"/>
                      </a:cxn>
                      <a:cxn ang="T91">
                        <a:pos x="T18" y="T19"/>
                      </a:cxn>
                      <a:cxn ang="T92">
                        <a:pos x="T20" y="T21"/>
                      </a:cxn>
                      <a:cxn ang="T93">
                        <a:pos x="T22" y="T23"/>
                      </a:cxn>
                      <a:cxn ang="T94">
                        <a:pos x="T24" y="T25"/>
                      </a:cxn>
                      <a:cxn ang="T95">
                        <a:pos x="T26" y="T27"/>
                      </a:cxn>
                      <a:cxn ang="T96">
                        <a:pos x="T28" y="T29"/>
                      </a:cxn>
                      <a:cxn ang="T97">
                        <a:pos x="T30" y="T31"/>
                      </a:cxn>
                      <a:cxn ang="T98">
                        <a:pos x="T32" y="T33"/>
                      </a:cxn>
                      <a:cxn ang="T99">
                        <a:pos x="T34" y="T35"/>
                      </a:cxn>
                      <a:cxn ang="T100">
                        <a:pos x="T36" y="T37"/>
                      </a:cxn>
                      <a:cxn ang="T101">
                        <a:pos x="T38" y="T39"/>
                      </a:cxn>
                      <a:cxn ang="T102">
                        <a:pos x="T40" y="T41"/>
                      </a:cxn>
                      <a:cxn ang="T103">
                        <a:pos x="T42" y="T43"/>
                      </a:cxn>
                      <a:cxn ang="T104">
                        <a:pos x="T44" y="T45"/>
                      </a:cxn>
                      <a:cxn ang="T105">
                        <a:pos x="T46" y="T47"/>
                      </a:cxn>
                      <a:cxn ang="T106">
                        <a:pos x="T48" y="T49"/>
                      </a:cxn>
                      <a:cxn ang="T107">
                        <a:pos x="T50" y="T51"/>
                      </a:cxn>
                      <a:cxn ang="T108">
                        <a:pos x="T52" y="T53"/>
                      </a:cxn>
                      <a:cxn ang="T109">
                        <a:pos x="T54" y="T55"/>
                      </a:cxn>
                      <a:cxn ang="T110">
                        <a:pos x="T56" y="T57"/>
                      </a:cxn>
                      <a:cxn ang="T111">
                        <a:pos x="T58" y="T59"/>
                      </a:cxn>
                      <a:cxn ang="T112">
                        <a:pos x="T60" y="T61"/>
                      </a:cxn>
                      <a:cxn ang="T113">
                        <a:pos x="T62" y="T63"/>
                      </a:cxn>
                      <a:cxn ang="T114">
                        <a:pos x="T64" y="T65"/>
                      </a:cxn>
                      <a:cxn ang="T115">
                        <a:pos x="T66" y="T67"/>
                      </a:cxn>
                      <a:cxn ang="T116">
                        <a:pos x="T68" y="T69"/>
                      </a:cxn>
                      <a:cxn ang="T117">
                        <a:pos x="T70" y="T71"/>
                      </a:cxn>
                      <a:cxn ang="T118">
                        <a:pos x="T72" y="T73"/>
                      </a:cxn>
                      <a:cxn ang="T119">
                        <a:pos x="T74" y="T75"/>
                      </a:cxn>
                      <a:cxn ang="T120">
                        <a:pos x="T76" y="T77"/>
                      </a:cxn>
                      <a:cxn ang="T121">
                        <a:pos x="T78" y="T79"/>
                      </a:cxn>
                      <a:cxn ang="T122">
                        <a:pos x="T80" y="T81"/>
                      </a:cxn>
                    </a:cxnLst>
                    <a:rect l="T123" t="T124" r="T125" b="T126"/>
                    <a:pathLst>
                      <a:path w="717" h="756">
                        <a:moveTo>
                          <a:pt x="0" y="756"/>
                        </a:moveTo>
                        <a:lnTo>
                          <a:pt x="52" y="167"/>
                        </a:lnTo>
                        <a:lnTo>
                          <a:pt x="64" y="384"/>
                        </a:lnTo>
                        <a:lnTo>
                          <a:pt x="90" y="103"/>
                        </a:lnTo>
                        <a:lnTo>
                          <a:pt x="116" y="519"/>
                        </a:lnTo>
                        <a:lnTo>
                          <a:pt x="135" y="487"/>
                        </a:lnTo>
                        <a:lnTo>
                          <a:pt x="135" y="359"/>
                        </a:lnTo>
                        <a:lnTo>
                          <a:pt x="167" y="71"/>
                        </a:lnTo>
                        <a:lnTo>
                          <a:pt x="192" y="244"/>
                        </a:lnTo>
                        <a:lnTo>
                          <a:pt x="205" y="96"/>
                        </a:lnTo>
                        <a:lnTo>
                          <a:pt x="218" y="615"/>
                        </a:lnTo>
                        <a:lnTo>
                          <a:pt x="244" y="397"/>
                        </a:lnTo>
                        <a:lnTo>
                          <a:pt x="282" y="519"/>
                        </a:lnTo>
                        <a:lnTo>
                          <a:pt x="308" y="308"/>
                        </a:lnTo>
                        <a:lnTo>
                          <a:pt x="333" y="442"/>
                        </a:lnTo>
                        <a:lnTo>
                          <a:pt x="346" y="352"/>
                        </a:lnTo>
                        <a:lnTo>
                          <a:pt x="365" y="384"/>
                        </a:lnTo>
                        <a:lnTo>
                          <a:pt x="378" y="135"/>
                        </a:lnTo>
                        <a:lnTo>
                          <a:pt x="391" y="301"/>
                        </a:lnTo>
                        <a:lnTo>
                          <a:pt x="384" y="519"/>
                        </a:lnTo>
                        <a:lnTo>
                          <a:pt x="404" y="679"/>
                        </a:lnTo>
                        <a:lnTo>
                          <a:pt x="429" y="628"/>
                        </a:lnTo>
                        <a:lnTo>
                          <a:pt x="442" y="480"/>
                        </a:lnTo>
                        <a:lnTo>
                          <a:pt x="455" y="391"/>
                        </a:lnTo>
                        <a:lnTo>
                          <a:pt x="436" y="506"/>
                        </a:lnTo>
                        <a:lnTo>
                          <a:pt x="461" y="352"/>
                        </a:lnTo>
                        <a:lnTo>
                          <a:pt x="474" y="455"/>
                        </a:lnTo>
                        <a:lnTo>
                          <a:pt x="493" y="519"/>
                        </a:lnTo>
                        <a:lnTo>
                          <a:pt x="512" y="410"/>
                        </a:lnTo>
                        <a:lnTo>
                          <a:pt x="532" y="186"/>
                        </a:lnTo>
                        <a:lnTo>
                          <a:pt x="544" y="231"/>
                        </a:lnTo>
                        <a:lnTo>
                          <a:pt x="570" y="148"/>
                        </a:lnTo>
                        <a:lnTo>
                          <a:pt x="576" y="301"/>
                        </a:lnTo>
                        <a:lnTo>
                          <a:pt x="576" y="730"/>
                        </a:lnTo>
                        <a:lnTo>
                          <a:pt x="647" y="0"/>
                        </a:lnTo>
                        <a:lnTo>
                          <a:pt x="647" y="250"/>
                        </a:lnTo>
                        <a:lnTo>
                          <a:pt x="660" y="333"/>
                        </a:lnTo>
                        <a:lnTo>
                          <a:pt x="685" y="192"/>
                        </a:lnTo>
                        <a:lnTo>
                          <a:pt x="711" y="340"/>
                        </a:lnTo>
                        <a:lnTo>
                          <a:pt x="698" y="429"/>
                        </a:lnTo>
                        <a:lnTo>
                          <a:pt x="717" y="461"/>
                        </a:lnTo>
                      </a:path>
                    </a:pathLst>
                  </a:custGeom>
                  <a:noFill/>
                  <a:ln w="9525">
                    <a:solidFill>
                      <a:srgbClr val="FF0000"/>
                    </a:solidFill>
                    <a:round/>
                    <a:headEnd/>
                    <a:tailEnd/>
                  </a:ln>
                </p:spPr>
                <p:txBody>
                  <a:bodyPr/>
                  <a:lstStyle/>
                  <a:p>
                    <a:endParaRPr lang="en-GB" sz="1600"/>
                  </a:p>
                </p:txBody>
              </p:sp>
              <p:sp>
                <p:nvSpPr>
                  <p:cNvPr id="14699" name="Freeform 71"/>
                  <p:cNvSpPr>
                    <a:spLocks/>
                  </p:cNvSpPr>
                  <p:nvPr/>
                </p:nvSpPr>
                <p:spPr bwMode="auto">
                  <a:xfrm flipV="1">
                    <a:off x="4385" y="1138"/>
                    <a:ext cx="313" cy="756"/>
                  </a:xfrm>
                  <a:custGeom>
                    <a:avLst/>
                    <a:gdLst>
                      <a:gd name="T0" fmla="*/ 0 w 717"/>
                      <a:gd name="T1" fmla="*/ 756 h 756"/>
                      <a:gd name="T2" fmla="*/ 4 w 717"/>
                      <a:gd name="T3" fmla="*/ 167 h 756"/>
                      <a:gd name="T4" fmla="*/ 5 w 717"/>
                      <a:gd name="T5" fmla="*/ 384 h 756"/>
                      <a:gd name="T6" fmla="*/ 7 w 717"/>
                      <a:gd name="T7" fmla="*/ 103 h 756"/>
                      <a:gd name="T8" fmla="*/ 10 w 717"/>
                      <a:gd name="T9" fmla="*/ 519 h 756"/>
                      <a:gd name="T10" fmla="*/ 11 w 717"/>
                      <a:gd name="T11" fmla="*/ 487 h 756"/>
                      <a:gd name="T12" fmla="*/ 11 w 717"/>
                      <a:gd name="T13" fmla="*/ 359 h 756"/>
                      <a:gd name="T14" fmla="*/ 14 w 717"/>
                      <a:gd name="T15" fmla="*/ 71 h 756"/>
                      <a:gd name="T16" fmla="*/ 16 w 717"/>
                      <a:gd name="T17" fmla="*/ 244 h 756"/>
                      <a:gd name="T18" fmla="*/ 17 w 717"/>
                      <a:gd name="T19" fmla="*/ 96 h 756"/>
                      <a:gd name="T20" fmla="*/ 18 w 717"/>
                      <a:gd name="T21" fmla="*/ 615 h 756"/>
                      <a:gd name="T22" fmla="*/ 21 w 717"/>
                      <a:gd name="T23" fmla="*/ 397 h 756"/>
                      <a:gd name="T24" fmla="*/ 24 w 717"/>
                      <a:gd name="T25" fmla="*/ 519 h 756"/>
                      <a:gd name="T26" fmla="*/ 25 w 717"/>
                      <a:gd name="T27" fmla="*/ 308 h 756"/>
                      <a:gd name="T28" fmla="*/ 28 w 717"/>
                      <a:gd name="T29" fmla="*/ 442 h 756"/>
                      <a:gd name="T30" fmla="*/ 29 w 717"/>
                      <a:gd name="T31" fmla="*/ 352 h 756"/>
                      <a:gd name="T32" fmla="*/ 30 w 717"/>
                      <a:gd name="T33" fmla="*/ 384 h 756"/>
                      <a:gd name="T34" fmla="*/ 31 w 717"/>
                      <a:gd name="T35" fmla="*/ 135 h 756"/>
                      <a:gd name="T36" fmla="*/ 33 w 717"/>
                      <a:gd name="T37" fmla="*/ 301 h 756"/>
                      <a:gd name="T38" fmla="*/ 32 w 717"/>
                      <a:gd name="T39" fmla="*/ 519 h 756"/>
                      <a:gd name="T40" fmla="*/ 34 w 717"/>
                      <a:gd name="T41" fmla="*/ 679 h 756"/>
                      <a:gd name="T42" fmla="*/ 36 w 717"/>
                      <a:gd name="T43" fmla="*/ 628 h 756"/>
                      <a:gd name="T44" fmla="*/ 37 w 717"/>
                      <a:gd name="T45" fmla="*/ 480 h 756"/>
                      <a:gd name="T46" fmla="*/ 38 w 717"/>
                      <a:gd name="T47" fmla="*/ 391 h 756"/>
                      <a:gd name="T48" fmla="*/ 36 w 717"/>
                      <a:gd name="T49" fmla="*/ 506 h 756"/>
                      <a:gd name="T50" fmla="*/ 38 w 717"/>
                      <a:gd name="T51" fmla="*/ 352 h 756"/>
                      <a:gd name="T52" fmla="*/ 39 w 717"/>
                      <a:gd name="T53" fmla="*/ 455 h 756"/>
                      <a:gd name="T54" fmla="*/ 41 w 717"/>
                      <a:gd name="T55" fmla="*/ 519 h 756"/>
                      <a:gd name="T56" fmla="*/ 43 w 717"/>
                      <a:gd name="T57" fmla="*/ 410 h 756"/>
                      <a:gd name="T58" fmla="*/ 44 w 717"/>
                      <a:gd name="T59" fmla="*/ 186 h 756"/>
                      <a:gd name="T60" fmla="*/ 45 w 717"/>
                      <a:gd name="T61" fmla="*/ 231 h 756"/>
                      <a:gd name="T62" fmla="*/ 48 w 717"/>
                      <a:gd name="T63" fmla="*/ 148 h 756"/>
                      <a:gd name="T64" fmla="*/ 48 w 717"/>
                      <a:gd name="T65" fmla="*/ 301 h 756"/>
                      <a:gd name="T66" fmla="*/ 48 w 717"/>
                      <a:gd name="T67" fmla="*/ 730 h 756"/>
                      <a:gd name="T68" fmla="*/ 54 w 717"/>
                      <a:gd name="T69" fmla="*/ 0 h 756"/>
                      <a:gd name="T70" fmla="*/ 54 w 717"/>
                      <a:gd name="T71" fmla="*/ 250 h 756"/>
                      <a:gd name="T72" fmla="*/ 55 w 717"/>
                      <a:gd name="T73" fmla="*/ 333 h 756"/>
                      <a:gd name="T74" fmla="*/ 57 w 717"/>
                      <a:gd name="T75" fmla="*/ 192 h 756"/>
                      <a:gd name="T76" fmla="*/ 59 w 717"/>
                      <a:gd name="T77" fmla="*/ 340 h 756"/>
                      <a:gd name="T78" fmla="*/ 58 w 717"/>
                      <a:gd name="T79" fmla="*/ 429 h 756"/>
                      <a:gd name="T80" fmla="*/ 60 w 717"/>
                      <a:gd name="T81" fmla="*/ 461 h 756"/>
                      <a:gd name="T82" fmla="*/ 0 60000 65536"/>
                      <a:gd name="T83" fmla="*/ 0 60000 65536"/>
                      <a:gd name="T84" fmla="*/ 0 60000 65536"/>
                      <a:gd name="T85" fmla="*/ 0 60000 65536"/>
                      <a:gd name="T86" fmla="*/ 0 60000 65536"/>
                      <a:gd name="T87" fmla="*/ 0 60000 65536"/>
                      <a:gd name="T88" fmla="*/ 0 60000 65536"/>
                      <a:gd name="T89" fmla="*/ 0 60000 65536"/>
                      <a:gd name="T90" fmla="*/ 0 60000 65536"/>
                      <a:gd name="T91" fmla="*/ 0 60000 65536"/>
                      <a:gd name="T92" fmla="*/ 0 60000 65536"/>
                      <a:gd name="T93" fmla="*/ 0 60000 65536"/>
                      <a:gd name="T94" fmla="*/ 0 60000 65536"/>
                      <a:gd name="T95" fmla="*/ 0 60000 65536"/>
                      <a:gd name="T96" fmla="*/ 0 60000 65536"/>
                      <a:gd name="T97" fmla="*/ 0 60000 65536"/>
                      <a:gd name="T98" fmla="*/ 0 60000 65536"/>
                      <a:gd name="T99" fmla="*/ 0 60000 65536"/>
                      <a:gd name="T100" fmla="*/ 0 60000 65536"/>
                      <a:gd name="T101" fmla="*/ 0 60000 65536"/>
                      <a:gd name="T102" fmla="*/ 0 60000 65536"/>
                      <a:gd name="T103" fmla="*/ 0 60000 65536"/>
                      <a:gd name="T104" fmla="*/ 0 60000 65536"/>
                      <a:gd name="T105" fmla="*/ 0 60000 65536"/>
                      <a:gd name="T106" fmla="*/ 0 60000 65536"/>
                      <a:gd name="T107" fmla="*/ 0 60000 65536"/>
                      <a:gd name="T108" fmla="*/ 0 60000 65536"/>
                      <a:gd name="T109" fmla="*/ 0 60000 65536"/>
                      <a:gd name="T110" fmla="*/ 0 60000 65536"/>
                      <a:gd name="T111" fmla="*/ 0 60000 65536"/>
                      <a:gd name="T112" fmla="*/ 0 60000 65536"/>
                      <a:gd name="T113" fmla="*/ 0 60000 65536"/>
                      <a:gd name="T114" fmla="*/ 0 60000 65536"/>
                      <a:gd name="T115" fmla="*/ 0 60000 65536"/>
                      <a:gd name="T116" fmla="*/ 0 60000 65536"/>
                      <a:gd name="T117" fmla="*/ 0 60000 65536"/>
                      <a:gd name="T118" fmla="*/ 0 60000 65536"/>
                      <a:gd name="T119" fmla="*/ 0 60000 65536"/>
                      <a:gd name="T120" fmla="*/ 0 60000 65536"/>
                      <a:gd name="T121" fmla="*/ 0 60000 65536"/>
                      <a:gd name="T122" fmla="*/ 0 60000 65536"/>
                      <a:gd name="T123" fmla="*/ 0 w 717"/>
                      <a:gd name="T124" fmla="*/ 0 h 756"/>
                      <a:gd name="T125" fmla="*/ 717 w 717"/>
                      <a:gd name="T126" fmla="*/ 756 h 756"/>
                    </a:gdLst>
                    <a:ahLst/>
                    <a:cxnLst>
                      <a:cxn ang="T82">
                        <a:pos x="T0" y="T1"/>
                      </a:cxn>
                      <a:cxn ang="T83">
                        <a:pos x="T2" y="T3"/>
                      </a:cxn>
                      <a:cxn ang="T84">
                        <a:pos x="T4" y="T5"/>
                      </a:cxn>
                      <a:cxn ang="T85">
                        <a:pos x="T6" y="T7"/>
                      </a:cxn>
                      <a:cxn ang="T86">
                        <a:pos x="T8" y="T9"/>
                      </a:cxn>
                      <a:cxn ang="T87">
                        <a:pos x="T10" y="T11"/>
                      </a:cxn>
                      <a:cxn ang="T88">
                        <a:pos x="T12" y="T13"/>
                      </a:cxn>
                      <a:cxn ang="T89">
                        <a:pos x="T14" y="T15"/>
                      </a:cxn>
                      <a:cxn ang="T90">
                        <a:pos x="T16" y="T17"/>
                      </a:cxn>
                      <a:cxn ang="T91">
                        <a:pos x="T18" y="T19"/>
                      </a:cxn>
                      <a:cxn ang="T92">
                        <a:pos x="T20" y="T21"/>
                      </a:cxn>
                      <a:cxn ang="T93">
                        <a:pos x="T22" y="T23"/>
                      </a:cxn>
                      <a:cxn ang="T94">
                        <a:pos x="T24" y="T25"/>
                      </a:cxn>
                      <a:cxn ang="T95">
                        <a:pos x="T26" y="T27"/>
                      </a:cxn>
                      <a:cxn ang="T96">
                        <a:pos x="T28" y="T29"/>
                      </a:cxn>
                      <a:cxn ang="T97">
                        <a:pos x="T30" y="T31"/>
                      </a:cxn>
                      <a:cxn ang="T98">
                        <a:pos x="T32" y="T33"/>
                      </a:cxn>
                      <a:cxn ang="T99">
                        <a:pos x="T34" y="T35"/>
                      </a:cxn>
                      <a:cxn ang="T100">
                        <a:pos x="T36" y="T37"/>
                      </a:cxn>
                      <a:cxn ang="T101">
                        <a:pos x="T38" y="T39"/>
                      </a:cxn>
                      <a:cxn ang="T102">
                        <a:pos x="T40" y="T41"/>
                      </a:cxn>
                      <a:cxn ang="T103">
                        <a:pos x="T42" y="T43"/>
                      </a:cxn>
                      <a:cxn ang="T104">
                        <a:pos x="T44" y="T45"/>
                      </a:cxn>
                      <a:cxn ang="T105">
                        <a:pos x="T46" y="T47"/>
                      </a:cxn>
                      <a:cxn ang="T106">
                        <a:pos x="T48" y="T49"/>
                      </a:cxn>
                      <a:cxn ang="T107">
                        <a:pos x="T50" y="T51"/>
                      </a:cxn>
                      <a:cxn ang="T108">
                        <a:pos x="T52" y="T53"/>
                      </a:cxn>
                      <a:cxn ang="T109">
                        <a:pos x="T54" y="T55"/>
                      </a:cxn>
                      <a:cxn ang="T110">
                        <a:pos x="T56" y="T57"/>
                      </a:cxn>
                      <a:cxn ang="T111">
                        <a:pos x="T58" y="T59"/>
                      </a:cxn>
                      <a:cxn ang="T112">
                        <a:pos x="T60" y="T61"/>
                      </a:cxn>
                      <a:cxn ang="T113">
                        <a:pos x="T62" y="T63"/>
                      </a:cxn>
                      <a:cxn ang="T114">
                        <a:pos x="T64" y="T65"/>
                      </a:cxn>
                      <a:cxn ang="T115">
                        <a:pos x="T66" y="T67"/>
                      </a:cxn>
                      <a:cxn ang="T116">
                        <a:pos x="T68" y="T69"/>
                      </a:cxn>
                      <a:cxn ang="T117">
                        <a:pos x="T70" y="T71"/>
                      </a:cxn>
                      <a:cxn ang="T118">
                        <a:pos x="T72" y="T73"/>
                      </a:cxn>
                      <a:cxn ang="T119">
                        <a:pos x="T74" y="T75"/>
                      </a:cxn>
                      <a:cxn ang="T120">
                        <a:pos x="T76" y="T77"/>
                      </a:cxn>
                      <a:cxn ang="T121">
                        <a:pos x="T78" y="T79"/>
                      </a:cxn>
                      <a:cxn ang="T122">
                        <a:pos x="T80" y="T81"/>
                      </a:cxn>
                    </a:cxnLst>
                    <a:rect l="T123" t="T124" r="T125" b="T126"/>
                    <a:pathLst>
                      <a:path w="717" h="756">
                        <a:moveTo>
                          <a:pt x="0" y="756"/>
                        </a:moveTo>
                        <a:lnTo>
                          <a:pt x="52" y="167"/>
                        </a:lnTo>
                        <a:lnTo>
                          <a:pt x="64" y="384"/>
                        </a:lnTo>
                        <a:lnTo>
                          <a:pt x="90" y="103"/>
                        </a:lnTo>
                        <a:lnTo>
                          <a:pt x="116" y="519"/>
                        </a:lnTo>
                        <a:lnTo>
                          <a:pt x="135" y="487"/>
                        </a:lnTo>
                        <a:lnTo>
                          <a:pt x="135" y="359"/>
                        </a:lnTo>
                        <a:lnTo>
                          <a:pt x="167" y="71"/>
                        </a:lnTo>
                        <a:lnTo>
                          <a:pt x="192" y="244"/>
                        </a:lnTo>
                        <a:lnTo>
                          <a:pt x="205" y="96"/>
                        </a:lnTo>
                        <a:lnTo>
                          <a:pt x="218" y="615"/>
                        </a:lnTo>
                        <a:lnTo>
                          <a:pt x="244" y="397"/>
                        </a:lnTo>
                        <a:lnTo>
                          <a:pt x="282" y="519"/>
                        </a:lnTo>
                        <a:lnTo>
                          <a:pt x="308" y="308"/>
                        </a:lnTo>
                        <a:lnTo>
                          <a:pt x="333" y="442"/>
                        </a:lnTo>
                        <a:lnTo>
                          <a:pt x="346" y="352"/>
                        </a:lnTo>
                        <a:lnTo>
                          <a:pt x="365" y="384"/>
                        </a:lnTo>
                        <a:lnTo>
                          <a:pt x="378" y="135"/>
                        </a:lnTo>
                        <a:lnTo>
                          <a:pt x="391" y="301"/>
                        </a:lnTo>
                        <a:lnTo>
                          <a:pt x="384" y="519"/>
                        </a:lnTo>
                        <a:lnTo>
                          <a:pt x="404" y="679"/>
                        </a:lnTo>
                        <a:lnTo>
                          <a:pt x="429" y="628"/>
                        </a:lnTo>
                        <a:lnTo>
                          <a:pt x="442" y="480"/>
                        </a:lnTo>
                        <a:lnTo>
                          <a:pt x="455" y="391"/>
                        </a:lnTo>
                        <a:lnTo>
                          <a:pt x="436" y="506"/>
                        </a:lnTo>
                        <a:lnTo>
                          <a:pt x="461" y="352"/>
                        </a:lnTo>
                        <a:lnTo>
                          <a:pt x="474" y="455"/>
                        </a:lnTo>
                        <a:lnTo>
                          <a:pt x="493" y="519"/>
                        </a:lnTo>
                        <a:lnTo>
                          <a:pt x="512" y="410"/>
                        </a:lnTo>
                        <a:lnTo>
                          <a:pt x="532" y="186"/>
                        </a:lnTo>
                        <a:lnTo>
                          <a:pt x="544" y="231"/>
                        </a:lnTo>
                        <a:lnTo>
                          <a:pt x="570" y="148"/>
                        </a:lnTo>
                        <a:lnTo>
                          <a:pt x="576" y="301"/>
                        </a:lnTo>
                        <a:lnTo>
                          <a:pt x="576" y="730"/>
                        </a:lnTo>
                        <a:lnTo>
                          <a:pt x="647" y="0"/>
                        </a:lnTo>
                        <a:lnTo>
                          <a:pt x="647" y="250"/>
                        </a:lnTo>
                        <a:lnTo>
                          <a:pt x="660" y="333"/>
                        </a:lnTo>
                        <a:lnTo>
                          <a:pt x="685" y="192"/>
                        </a:lnTo>
                        <a:lnTo>
                          <a:pt x="711" y="340"/>
                        </a:lnTo>
                        <a:lnTo>
                          <a:pt x="698" y="429"/>
                        </a:lnTo>
                        <a:lnTo>
                          <a:pt x="717" y="461"/>
                        </a:lnTo>
                      </a:path>
                    </a:pathLst>
                  </a:custGeom>
                  <a:noFill/>
                  <a:ln w="9525">
                    <a:solidFill>
                      <a:srgbClr val="FF0000"/>
                    </a:solidFill>
                    <a:round/>
                    <a:headEnd/>
                    <a:tailEnd/>
                  </a:ln>
                </p:spPr>
                <p:txBody>
                  <a:bodyPr/>
                  <a:lstStyle/>
                  <a:p>
                    <a:endParaRPr lang="en-GB" sz="1600"/>
                  </a:p>
                </p:txBody>
              </p:sp>
              <p:sp>
                <p:nvSpPr>
                  <p:cNvPr id="14700" name="Freeform 72"/>
                  <p:cNvSpPr>
                    <a:spLocks/>
                  </p:cNvSpPr>
                  <p:nvPr/>
                </p:nvSpPr>
                <p:spPr bwMode="auto">
                  <a:xfrm flipH="1">
                    <a:off x="4698" y="1100"/>
                    <a:ext cx="313" cy="756"/>
                  </a:xfrm>
                  <a:custGeom>
                    <a:avLst/>
                    <a:gdLst>
                      <a:gd name="T0" fmla="*/ 0 w 717"/>
                      <a:gd name="T1" fmla="*/ 756 h 756"/>
                      <a:gd name="T2" fmla="*/ 4 w 717"/>
                      <a:gd name="T3" fmla="*/ 167 h 756"/>
                      <a:gd name="T4" fmla="*/ 5 w 717"/>
                      <a:gd name="T5" fmla="*/ 384 h 756"/>
                      <a:gd name="T6" fmla="*/ 7 w 717"/>
                      <a:gd name="T7" fmla="*/ 103 h 756"/>
                      <a:gd name="T8" fmla="*/ 10 w 717"/>
                      <a:gd name="T9" fmla="*/ 519 h 756"/>
                      <a:gd name="T10" fmla="*/ 11 w 717"/>
                      <a:gd name="T11" fmla="*/ 487 h 756"/>
                      <a:gd name="T12" fmla="*/ 11 w 717"/>
                      <a:gd name="T13" fmla="*/ 359 h 756"/>
                      <a:gd name="T14" fmla="*/ 14 w 717"/>
                      <a:gd name="T15" fmla="*/ 71 h 756"/>
                      <a:gd name="T16" fmla="*/ 16 w 717"/>
                      <a:gd name="T17" fmla="*/ 244 h 756"/>
                      <a:gd name="T18" fmla="*/ 17 w 717"/>
                      <a:gd name="T19" fmla="*/ 96 h 756"/>
                      <a:gd name="T20" fmla="*/ 18 w 717"/>
                      <a:gd name="T21" fmla="*/ 615 h 756"/>
                      <a:gd name="T22" fmla="*/ 21 w 717"/>
                      <a:gd name="T23" fmla="*/ 397 h 756"/>
                      <a:gd name="T24" fmla="*/ 24 w 717"/>
                      <a:gd name="T25" fmla="*/ 519 h 756"/>
                      <a:gd name="T26" fmla="*/ 25 w 717"/>
                      <a:gd name="T27" fmla="*/ 308 h 756"/>
                      <a:gd name="T28" fmla="*/ 28 w 717"/>
                      <a:gd name="T29" fmla="*/ 442 h 756"/>
                      <a:gd name="T30" fmla="*/ 29 w 717"/>
                      <a:gd name="T31" fmla="*/ 352 h 756"/>
                      <a:gd name="T32" fmla="*/ 30 w 717"/>
                      <a:gd name="T33" fmla="*/ 384 h 756"/>
                      <a:gd name="T34" fmla="*/ 31 w 717"/>
                      <a:gd name="T35" fmla="*/ 135 h 756"/>
                      <a:gd name="T36" fmla="*/ 33 w 717"/>
                      <a:gd name="T37" fmla="*/ 301 h 756"/>
                      <a:gd name="T38" fmla="*/ 32 w 717"/>
                      <a:gd name="T39" fmla="*/ 519 h 756"/>
                      <a:gd name="T40" fmla="*/ 34 w 717"/>
                      <a:gd name="T41" fmla="*/ 679 h 756"/>
                      <a:gd name="T42" fmla="*/ 36 w 717"/>
                      <a:gd name="T43" fmla="*/ 628 h 756"/>
                      <a:gd name="T44" fmla="*/ 37 w 717"/>
                      <a:gd name="T45" fmla="*/ 480 h 756"/>
                      <a:gd name="T46" fmla="*/ 38 w 717"/>
                      <a:gd name="T47" fmla="*/ 391 h 756"/>
                      <a:gd name="T48" fmla="*/ 36 w 717"/>
                      <a:gd name="T49" fmla="*/ 506 h 756"/>
                      <a:gd name="T50" fmla="*/ 38 w 717"/>
                      <a:gd name="T51" fmla="*/ 352 h 756"/>
                      <a:gd name="T52" fmla="*/ 39 w 717"/>
                      <a:gd name="T53" fmla="*/ 455 h 756"/>
                      <a:gd name="T54" fmla="*/ 41 w 717"/>
                      <a:gd name="T55" fmla="*/ 519 h 756"/>
                      <a:gd name="T56" fmla="*/ 43 w 717"/>
                      <a:gd name="T57" fmla="*/ 410 h 756"/>
                      <a:gd name="T58" fmla="*/ 44 w 717"/>
                      <a:gd name="T59" fmla="*/ 186 h 756"/>
                      <a:gd name="T60" fmla="*/ 45 w 717"/>
                      <a:gd name="T61" fmla="*/ 231 h 756"/>
                      <a:gd name="T62" fmla="*/ 48 w 717"/>
                      <a:gd name="T63" fmla="*/ 148 h 756"/>
                      <a:gd name="T64" fmla="*/ 48 w 717"/>
                      <a:gd name="T65" fmla="*/ 301 h 756"/>
                      <a:gd name="T66" fmla="*/ 48 w 717"/>
                      <a:gd name="T67" fmla="*/ 730 h 756"/>
                      <a:gd name="T68" fmla="*/ 54 w 717"/>
                      <a:gd name="T69" fmla="*/ 0 h 756"/>
                      <a:gd name="T70" fmla="*/ 54 w 717"/>
                      <a:gd name="T71" fmla="*/ 250 h 756"/>
                      <a:gd name="T72" fmla="*/ 55 w 717"/>
                      <a:gd name="T73" fmla="*/ 333 h 756"/>
                      <a:gd name="T74" fmla="*/ 57 w 717"/>
                      <a:gd name="T75" fmla="*/ 192 h 756"/>
                      <a:gd name="T76" fmla="*/ 59 w 717"/>
                      <a:gd name="T77" fmla="*/ 340 h 756"/>
                      <a:gd name="T78" fmla="*/ 58 w 717"/>
                      <a:gd name="T79" fmla="*/ 429 h 756"/>
                      <a:gd name="T80" fmla="*/ 60 w 717"/>
                      <a:gd name="T81" fmla="*/ 461 h 756"/>
                      <a:gd name="T82" fmla="*/ 0 60000 65536"/>
                      <a:gd name="T83" fmla="*/ 0 60000 65536"/>
                      <a:gd name="T84" fmla="*/ 0 60000 65536"/>
                      <a:gd name="T85" fmla="*/ 0 60000 65536"/>
                      <a:gd name="T86" fmla="*/ 0 60000 65536"/>
                      <a:gd name="T87" fmla="*/ 0 60000 65536"/>
                      <a:gd name="T88" fmla="*/ 0 60000 65536"/>
                      <a:gd name="T89" fmla="*/ 0 60000 65536"/>
                      <a:gd name="T90" fmla="*/ 0 60000 65536"/>
                      <a:gd name="T91" fmla="*/ 0 60000 65536"/>
                      <a:gd name="T92" fmla="*/ 0 60000 65536"/>
                      <a:gd name="T93" fmla="*/ 0 60000 65536"/>
                      <a:gd name="T94" fmla="*/ 0 60000 65536"/>
                      <a:gd name="T95" fmla="*/ 0 60000 65536"/>
                      <a:gd name="T96" fmla="*/ 0 60000 65536"/>
                      <a:gd name="T97" fmla="*/ 0 60000 65536"/>
                      <a:gd name="T98" fmla="*/ 0 60000 65536"/>
                      <a:gd name="T99" fmla="*/ 0 60000 65536"/>
                      <a:gd name="T100" fmla="*/ 0 60000 65536"/>
                      <a:gd name="T101" fmla="*/ 0 60000 65536"/>
                      <a:gd name="T102" fmla="*/ 0 60000 65536"/>
                      <a:gd name="T103" fmla="*/ 0 60000 65536"/>
                      <a:gd name="T104" fmla="*/ 0 60000 65536"/>
                      <a:gd name="T105" fmla="*/ 0 60000 65536"/>
                      <a:gd name="T106" fmla="*/ 0 60000 65536"/>
                      <a:gd name="T107" fmla="*/ 0 60000 65536"/>
                      <a:gd name="T108" fmla="*/ 0 60000 65536"/>
                      <a:gd name="T109" fmla="*/ 0 60000 65536"/>
                      <a:gd name="T110" fmla="*/ 0 60000 65536"/>
                      <a:gd name="T111" fmla="*/ 0 60000 65536"/>
                      <a:gd name="T112" fmla="*/ 0 60000 65536"/>
                      <a:gd name="T113" fmla="*/ 0 60000 65536"/>
                      <a:gd name="T114" fmla="*/ 0 60000 65536"/>
                      <a:gd name="T115" fmla="*/ 0 60000 65536"/>
                      <a:gd name="T116" fmla="*/ 0 60000 65536"/>
                      <a:gd name="T117" fmla="*/ 0 60000 65536"/>
                      <a:gd name="T118" fmla="*/ 0 60000 65536"/>
                      <a:gd name="T119" fmla="*/ 0 60000 65536"/>
                      <a:gd name="T120" fmla="*/ 0 60000 65536"/>
                      <a:gd name="T121" fmla="*/ 0 60000 65536"/>
                      <a:gd name="T122" fmla="*/ 0 60000 65536"/>
                      <a:gd name="T123" fmla="*/ 0 w 717"/>
                      <a:gd name="T124" fmla="*/ 0 h 756"/>
                      <a:gd name="T125" fmla="*/ 717 w 717"/>
                      <a:gd name="T126" fmla="*/ 756 h 756"/>
                    </a:gdLst>
                    <a:ahLst/>
                    <a:cxnLst>
                      <a:cxn ang="T82">
                        <a:pos x="T0" y="T1"/>
                      </a:cxn>
                      <a:cxn ang="T83">
                        <a:pos x="T2" y="T3"/>
                      </a:cxn>
                      <a:cxn ang="T84">
                        <a:pos x="T4" y="T5"/>
                      </a:cxn>
                      <a:cxn ang="T85">
                        <a:pos x="T6" y="T7"/>
                      </a:cxn>
                      <a:cxn ang="T86">
                        <a:pos x="T8" y="T9"/>
                      </a:cxn>
                      <a:cxn ang="T87">
                        <a:pos x="T10" y="T11"/>
                      </a:cxn>
                      <a:cxn ang="T88">
                        <a:pos x="T12" y="T13"/>
                      </a:cxn>
                      <a:cxn ang="T89">
                        <a:pos x="T14" y="T15"/>
                      </a:cxn>
                      <a:cxn ang="T90">
                        <a:pos x="T16" y="T17"/>
                      </a:cxn>
                      <a:cxn ang="T91">
                        <a:pos x="T18" y="T19"/>
                      </a:cxn>
                      <a:cxn ang="T92">
                        <a:pos x="T20" y="T21"/>
                      </a:cxn>
                      <a:cxn ang="T93">
                        <a:pos x="T22" y="T23"/>
                      </a:cxn>
                      <a:cxn ang="T94">
                        <a:pos x="T24" y="T25"/>
                      </a:cxn>
                      <a:cxn ang="T95">
                        <a:pos x="T26" y="T27"/>
                      </a:cxn>
                      <a:cxn ang="T96">
                        <a:pos x="T28" y="T29"/>
                      </a:cxn>
                      <a:cxn ang="T97">
                        <a:pos x="T30" y="T31"/>
                      </a:cxn>
                      <a:cxn ang="T98">
                        <a:pos x="T32" y="T33"/>
                      </a:cxn>
                      <a:cxn ang="T99">
                        <a:pos x="T34" y="T35"/>
                      </a:cxn>
                      <a:cxn ang="T100">
                        <a:pos x="T36" y="T37"/>
                      </a:cxn>
                      <a:cxn ang="T101">
                        <a:pos x="T38" y="T39"/>
                      </a:cxn>
                      <a:cxn ang="T102">
                        <a:pos x="T40" y="T41"/>
                      </a:cxn>
                      <a:cxn ang="T103">
                        <a:pos x="T42" y="T43"/>
                      </a:cxn>
                      <a:cxn ang="T104">
                        <a:pos x="T44" y="T45"/>
                      </a:cxn>
                      <a:cxn ang="T105">
                        <a:pos x="T46" y="T47"/>
                      </a:cxn>
                      <a:cxn ang="T106">
                        <a:pos x="T48" y="T49"/>
                      </a:cxn>
                      <a:cxn ang="T107">
                        <a:pos x="T50" y="T51"/>
                      </a:cxn>
                      <a:cxn ang="T108">
                        <a:pos x="T52" y="T53"/>
                      </a:cxn>
                      <a:cxn ang="T109">
                        <a:pos x="T54" y="T55"/>
                      </a:cxn>
                      <a:cxn ang="T110">
                        <a:pos x="T56" y="T57"/>
                      </a:cxn>
                      <a:cxn ang="T111">
                        <a:pos x="T58" y="T59"/>
                      </a:cxn>
                      <a:cxn ang="T112">
                        <a:pos x="T60" y="T61"/>
                      </a:cxn>
                      <a:cxn ang="T113">
                        <a:pos x="T62" y="T63"/>
                      </a:cxn>
                      <a:cxn ang="T114">
                        <a:pos x="T64" y="T65"/>
                      </a:cxn>
                      <a:cxn ang="T115">
                        <a:pos x="T66" y="T67"/>
                      </a:cxn>
                      <a:cxn ang="T116">
                        <a:pos x="T68" y="T69"/>
                      </a:cxn>
                      <a:cxn ang="T117">
                        <a:pos x="T70" y="T71"/>
                      </a:cxn>
                      <a:cxn ang="T118">
                        <a:pos x="T72" y="T73"/>
                      </a:cxn>
                      <a:cxn ang="T119">
                        <a:pos x="T74" y="T75"/>
                      </a:cxn>
                      <a:cxn ang="T120">
                        <a:pos x="T76" y="T77"/>
                      </a:cxn>
                      <a:cxn ang="T121">
                        <a:pos x="T78" y="T79"/>
                      </a:cxn>
                      <a:cxn ang="T122">
                        <a:pos x="T80" y="T81"/>
                      </a:cxn>
                    </a:cxnLst>
                    <a:rect l="T123" t="T124" r="T125" b="T126"/>
                    <a:pathLst>
                      <a:path w="717" h="756">
                        <a:moveTo>
                          <a:pt x="0" y="756"/>
                        </a:moveTo>
                        <a:lnTo>
                          <a:pt x="52" y="167"/>
                        </a:lnTo>
                        <a:lnTo>
                          <a:pt x="64" y="384"/>
                        </a:lnTo>
                        <a:lnTo>
                          <a:pt x="90" y="103"/>
                        </a:lnTo>
                        <a:lnTo>
                          <a:pt x="116" y="519"/>
                        </a:lnTo>
                        <a:lnTo>
                          <a:pt x="135" y="487"/>
                        </a:lnTo>
                        <a:lnTo>
                          <a:pt x="135" y="359"/>
                        </a:lnTo>
                        <a:lnTo>
                          <a:pt x="167" y="71"/>
                        </a:lnTo>
                        <a:lnTo>
                          <a:pt x="192" y="244"/>
                        </a:lnTo>
                        <a:lnTo>
                          <a:pt x="205" y="96"/>
                        </a:lnTo>
                        <a:lnTo>
                          <a:pt x="218" y="615"/>
                        </a:lnTo>
                        <a:lnTo>
                          <a:pt x="244" y="397"/>
                        </a:lnTo>
                        <a:lnTo>
                          <a:pt x="282" y="519"/>
                        </a:lnTo>
                        <a:lnTo>
                          <a:pt x="308" y="308"/>
                        </a:lnTo>
                        <a:lnTo>
                          <a:pt x="333" y="442"/>
                        </a:lnTo>
                        <a:lnTo>
                          <a:pt x="346" y="352"/>
                        </a:lnTo>
                        <a:lnTo>
                          <a:pt x="365" y="384"/>
                        </a:lnTo>
                        <a:lnTo>
                          <a:pt x="378" y="135"/>
                        </a:lnTo>
                        <a:lnTo>
                          <a:pt x="391" y="301"/>
                        </a:lnTo>
                        <a:lnTo>
                          <a:pt x="384" y="519"/>
                        </a:lnTo>
                        <a:lnTo>
                          <a:pt x="404" y="679"/>
                        </a:lnTo>
                        <a:lnTo>
                          <a:pt x="429" y="628"/>
                        </a:lnTo>
                        <a:lnTo>
                          <a:pt x="442" y="480"/>
                        </a:lnTo>
                        <a:lnTo>
                          <a:pt x="455" y="391"/>
                        </a:lnTo>
                        <a:lnTo>
                          <a:pt x="436" y="506"/>
                        </a:lnTo>
                        <a:lnTo>
                          <a:pt x="461" y="352"/>
                        </a:lnTo>
                        <a:lnTo>
                          <a:pt x="474" y="455"/>
                        </a:lnTo>
                        <a:lnTo>
                          <a:pt x="493" y="519"/>
                        </a:lnTo>
                        <a:lnTo>
                          <a:pt x="512" y="410"/>
                        </a:lnTo>
                        <a:lnTo>
                          <a:pt x="532" y="186"/>
                        </a:lnTo>
                        <a:lnTo>
                          <a:pt x="544" y="231"/>
                        </a:lnTo>
                        <a:lnTo>
                          <a:pt x="570" y="148"/>
                        </a:lnTo>
                        <a:lnTo>
                          <a:pt x="576" y="301"/>
                        </a:lnTo>
                        <a:lnTo>
                          <a:pt x="576" y="730"/>
                        </a:lnTo>
                        <a:lnTo>
                          <a:pt x="647" y="0"/>
                        </a:lnTo>
                        <a:lnTo>
                          <a:pt x="647" y="250"/>
                        </a:lnTo>
                        <a:lnTo>
                          <a:pt x="660" y="333"/>
                        </a:lnTo>
                        <a:lnTo>
                          <a:pt x="685" y="192"/>
                        </a:lnTo>
                        <a:lnTo>
                          <a:pt x="711" y="340"/>
                        </a:lnTo>
                        <a:lnTo>
                          <a:pt x="698" y="429"/>
                        </a:lnTo>
                        <a:lnTo>
                          <a:pt x="717" y="461"/>
                        </a:lnTo>
                      </a:path>
                    </a:pathLst>
                  </a:custGeom>
                  <a:noFill/>
                  <a:ln w="9525">
                    <a:solidFill>
                      <a:srgbClr val="FF0000"/>
                    </a:solidFill>
                    <a:round/>
                    <a:headEnd/>
                    <a:tailEnd/>
                  </a:ln>
                </p:spPr>
                <p:txBody>
                  <a:bodyPr/>
                  <a:lstStyle/>
                  <a:p>
                    <a:endParaRPr lang="en-GB" sz="1600"/>
                  </a:p>
                </p:txBody>
              </p:sp>
            </p:grpSp>
            <p:grpSp>
              <p:nvGrpSpPr>
                <p:cNvPr id="14" name="Group 73"/>
                <p:cNvGrpSpPr>
                  <a:grpSpLocks/>
                </p:cNvGrpSpPr>
                <p:nvPr/>
              </p:nvGrpSpPr>
              <p:grpSpPr bwMode="auto">
                <a:xfrm flipH="1">
                  <a:off x="3986" y="1092"/>
                  <a:ext cx="590" cy="801"/>
                  <a:chOff x="3462" y="1100"/>
                  <a:chExt cx="1549" cy="801"/>
                </a:xfrm>
              </p:grpSpPr>
              <p:sp>
                <p:nvSpPr>
                  <p:cNvPr id="14691" name="Freeform 74"/>
                  <p:cNvSpPr>
                    <a:spLocks/>
                  </p:cNvSpPr>
                  <p:nvPr/>
                </p:nvSpPr>
                <p:spPr bwMode="auto">
                  <a:xfrm>
                    <a:off x="3462" y="1126"/>
                    <a:ext cx="313" cy="756"/>
                  </a:xfrm>
                  <a:custGeom>
                    <a:avLst/>
                    <a:gdLst>
                      <a:gd name="T0" fmla="*/ 0 w 717"/>
                      <a:gd name="T1" fmla="*/ 756 h 756"/>
                      <a:gd name="T2" fmla="*/ 4 w 717"/>
                      <a:gd name="T3" fmla="*/ 167 h 756"/>
                      <a:gd name="T4" fmla="*/ 5 w 717"/>
                      <a:gd name="T5" fmla="*/ 384 h 756"/>
                      <a:gd name="T6" fmla="*/ 7 w 717"/>
                      <a:gd name="T7" fmla="*/ 103 h 756"/>
                      <a:gd name="T8" fmla="*/ 10 w 717"/>
                      <a:gd name="T9" fmla="*/ 519 h 756"/>
                      <a:gd name="T10" fmla="*/ 11 w 717"/>
                      <a:gd name="T11" fmla="*/ 487 h 756"/>
                      <a:gd name="T12" fmla="*/ 11 w 717"/>
                      <a:gd name="T13" fmla="*/ 359 h 756"/>
                      <a:gd name="T14" fmla="*/ 14 w 717"/>
                      <a:gd name="T15" fmla="*/ 71 h 756"/>
                      <a:gd name="T16" fmla="*/ 16 w 717"/>
                      <a:gd name="T17" fmla="*/ 244 h 756"/>
                      <a:gd name="T18" fmla="*/ 17 w 717"/>
                      <a:gd name="T19" fmla="*/ 96 h 756"/>
                      <a:gd name="T20" fmla="*/ 18 w 717"/>
                      <a:gd name="T21" fmla="*/ 615 h 756"/>
                      <a:gd name="T22" fmla="*/ 21 w 717"/>
                      <a:gd name="T23" fmla="*/ 397 h 756"/>
                      <a:gd name="T24" fmla="*/ 24 w 717"/>
                      <a:gd name="T25" fmla="*/ 519 h 756"/>
                      <a:gd name="T26" fmla="*/ 25 w 717"/>
                      <a:gd name="T27" fmla="*/ 308 h 756"/>
                      <a:gd name="T28" fmla="*/ 28 w 717"/>
                      <a:gd name="T29" fmla="*/ 442 h 756"/>
                      <a:gd name="T30" fmla="*/ 29 w 717"/>
                      <a:gd name="T31" fmla="*/ 352 h 756"/>
                      <a:gd name="T32" fmla="*/ 30 w 717"/>
                      <a:gd name="T33" fmla="*/ 384 h 756"/>
                      <a:gd name="T34" fmla="*/ 31 w 717"/>
                      <a:gd name="T35" fmla="*/ 135 h 756"/>
                      <a:gd name="T36" fmla="*/ 33 w 717"/>
                      <a:gd name="T37" fmla="*/ 301 h 756"/>
                      <a:gd name="T38" fmla="*/ 32 w 717"/>
                      <a:gd name="T39" fmla="*/ 519 h 756"/>
                      <a:gd name="T40" fmla="*/ 34 w 717"/>
                      <a:gd name="T41" fmla="*/ 679 h 756"/>
                      <a:gd name="T42" fmla="*/ 36 w 717"/>
                      <a:gd name="T43" fmla="*/ 628 h 756"/>
                      <a:gd name="T44" fmla="*/ 37 w 717"/>
                      <a:gd name="T45" fmla="*/ 480 h 756"/>
                      <a:gd name="T46" fmla="*/ 38 w 717"/>
                      <a:gd name="T47" fmla="*/ 391 h 756"/>
                      <a:gd name="T48" fmla="*/ 36 w 717"/>
                      <a:gd name="T49" fmla="*/ 506 h 756"/>
                      <a:gd name="T50" fmla="*/ 38 w 717"/>
                      <a:gd name="T51" fmla="*/ 352 h 756"/>
                      <a:gd name="T52" fmla="*/ 39 w 717"/>
                      <a:gd name="T53" fmla="*/ 455 h 756"/>
                      <a:gd name="T54" fmla="*/ 41 w 717"/>
                      <a:gd name="T55" fmla="*/ 519 h 756"/>
                      <a:gd name="T56" fmla="*/ 43 w 717"/>
                      <a:gd name="T57" fmla="*/ 410 h 756"/>
                      <a:gd name="T58" fmla="*/ 44 w 717"/>
                      <a:gd name="T59" fmla="*/ 186 h 756"/>
                      <a:gd name="T60" fmla="*/ 45 w 717"/>
                      <a:gd name="T61" fmla="*/ 231 h 756"/>
                      <a:gd name="T62" fmla="*/ 48 w 717"/>
                      <a:gd name="T63" fmla="*/ 148 h 756"/>
                      <a:gd name="T64" fmla="*/ 48 w 717"/>
                      <a:gd name="T65" fmla="*/ 301 h 756"/>
                      <a:gd name="T66" fmla="*/ 48 w 717"/>
                      <a:gd name="T67" fmla="*/ 730 h 756"/>
                      <a:gd name="T68" fmla="*/ 54 w 717"/>
                      <a:gd name="T69" fmla="*/ 0 h 756"/>
                      <a:gd name="T70" fmla="*/ 54 w 717"/>
                      <a:gd name="T71" fmla="*/ 250 h 756"/>
                      <a:gd name="T72" fmla="*/ 55 w 717"/>
                      <a:gd name="T73" fmla="*/ 333 h 756"/>
                      <a:gd name="T74" fmla="*/ 57 w 717"/>
                      <a:gd name="T75" fmla="*/ 192 h 756"/>
                      <a:gd name="T76" fmla="*/ 59 w 717"/>
                      <a:gd name="T77" fmla="*/ 340 h 756"/>
                      <a:gd name="T78" fmla="*/ 58 w 717"/>
                      <a:gd name="T79" fmla="*/ 429 h 756"/>
                      <a:gd name="T80" fmla="*/ 60 w 717"/>
                      <a:gd name="T81" fmla="*/ 461 h 756"/>
                      <a:gd name="T82" fmla="*/ 0 60000 65536"/>
                      <a:gd name="T83" fmla="*/ 0 60000 65536"/>
                      <a:gd name="T84" fmla="*/ 0 60000 65536"/>
                      <a:gd name="T85" fmla="*/ 0 60000 65536"/>
                      <a:gd name="T86" fmla="*/ 0 60000 65536"/>
                      <a:gd name="T87" fmla="*/ 0 60000 65536"/>
                      <a:gd name="T88" fmla="*/ 0 60000 65536"/>
                      <a:gd name="T89" fmla="*/ 0 60000 65536"/>
                      <a:gd name="T90" fmla="*/ 0 60000 65536"/>
                      <a:gd name="T91" fmla="*/ 0 60000 65536"/>
                      <a:gd name="T92" fmla="*/ 0 60000 65536"/>
                      <a:gd name="T93" fmla="*/ 0 60000 65536"/>
                      <a:gd name="T94" fmla="*/ 0 60000 65536"/>
                      <a:gd name="T95" fmla="*/ 0 60000 65536"/>
                      <a:gd name="T96" fmla="*/ 0 60000 65536"/>
                      <a:gd name="T97" fmla="*/ 0 60000 65536"/>
                      <a:gd name="T98" fmla="*/ 0 60000 65536"/>
                      <a:gd name="T99" fmla="*/ 0 60000 65536"/>
                      <a:gd name="T100" fmla="*/ 0 60000 65536"/>
                      <a:gd name="T101" fmla="*/ 0 60000 65536"/>
                      <a:gd name="T102" fmla="*/ 0 60000 65536"/>
                      <a:gd name="T103" fmla="*/ 0 60000 65536"/>
                      <a:gd name="T104" fmla="*/ 0 60000 65536"/>
                      <a:gd name="T105" fmla="*/ 0 60000 65536"/>
                      <a:gd name="T106" fmla="*/ 0 60000 65536"/>
                      <a:gd name="T107" fmla="*/ 0 60000 65536"/>
                      <a:gd name="T108" fmla="*/ 0 60000 65536"/>
                      <a:gd name="T109" fmla="*/ 0 60000 65536"/>
                      <a:gd name="T110" fmla="*/ 0 60000 65536"/>
                      <a:gd name="T111" fmla="*/ 0 60000 65536"/>
                      <a:gd name="T112" fmla="*/ 0 60000 65536"/>
                      <a:gd name="T113" fmla="*/ 0 60000 65536"/>
                      <a:gd name="T114" fmla="*/ 0 60000 65536"/>
                      <a:gd name="T115" fmla="*/ 0 60000 65536"/>
                      <a:gd name="T116" fmla="*/ 0 60000 65536"/>
                      <a:gd name="T117" fmla="*/ 0 60000 65536"/>
                      <a:gd name="T118" fmla="*/ 0 60000 65536"/>
                      <a:gd name="T119" fmla="*/ 0 60000 65536"/>
                      <a:gd name="T120" fmla="*/ 0 60000 65536"/>
                      <a:gd name="T121" fmla="*/ 0 60000 65536"/>
                      <a:gd name="T122" fmla="*/ 0 60000 65536"/>
                      <a:gd name="T123" fmla="*/ 0 w 717"/>
                      <a:gd name="T124" fmla="*/ 0 h 756"/>
                      <a:gd name="T125" fmla="*/ 717 w 717"/>
                      <a:gd name="T126" fmla="*/ 756 h 756"/>
                    </a:gdLst>
                    <a:ahLst/>
                    <a:cxnLst>
                      <a:cxn ang="T82">
                        <a:pos x="T0" y="T1"/>
                      </a:cxn>
                      <a:cxn ang="T83">
                        <a:pos x="T2" y="T3"/>
                      </a:cxn>
                      <a:cxn ang="T84">
                        <a:pos x="T4" y="T5"/>
                      </a:cxn>
                      <a:cxn ang="T85">
                        <a:pos x="T6" y="T7"/>
                      </a:cxn>
                      <a:cxn ang="T86">
                        <a:pos x="T8" y="T9"/>
                      </a:cxn>
                      <a:cxn ang="T87">
                        <a:pos x="T10" y="T11"/>
                      </a:cxn>
                      <a:cxn ang="T88">
                        <a:pos x="T12" y="T13"/>
                      </a:cxn>
                      <a:cxn ang="T89">
                        <a:pos x="T14" y="T15"/>
                      </a:cxn>
                      <a:cxn ang="T90">
                        <a:pos x="T16" y="T17"/>
                      </a:cxn>
                      <a:cxn ang="T91">
                        <a:pos x="T18" y="T19"/>
                      </a:cxn>
                      <a:cxn ang="T92">
                        <a:pos x="T20" y="T21"/>
                      </a:cxn>
                      <a:cxn ang="T93">
                        <a:pos x="T22" y="T23"/>
                      </a:cxn>
                      <a:cxn ang="T94">
                        <a:pos x="T24" y="T25"/>
                      </a:cxn>
                      <a:cxn ang="T95">
                        <a:pos x="T26" y="T27"/>
                      </a:cxn>
                      <a:cxn ang="T96">
                        <a:pos x="T28" y="T29"/>
                      </a:cxn>
                      <a:cxn ang="T97">
                        <a:pos x="T30" y="T31"/>
                      </a:cxn>
                      <a:cxn ang="T98">
                        <a:pos x="T32" y="T33"/>
                      </a:cxn>
                      <a:cxn ang="T99">
                        <a:pos x="T34" y="T35"/>
                      </a:cxn>
                      <a:cxn ang="T100">
                        <a:pos x="T36" y="T37"/>
                      </a:cxn>
                      <a:cxn ang="T101">
                        <a:pos x="T38" y="T39"/>
                      </a:cxn>
                      <a:cxn ang="T102">
                        <a:pos x="T40" y="T41"/>
                      </a:cxn>
                      <a:cxn ang="T103">
                        <a:pos x="T42" y="T43"/>
                      </a:cxn>
                      <a:cxn ang="T104">
                        <a:pos x="T44" y="T45"/>
                      </a:cxn>
                      <a:cxn ang="T105">
                        <a:pos x="T46" y="T47"/>
                      </a:cxn>
                      <a:cxn ang="T106">
                        <a:pos x="T48" y="T49"/>
                      </a:cxn>
                      <a:cxn ang="T107">
                        <a:pos x="T50" y="T51"/>
                      </a:cxn>
                      <a:cxn ang="T108">
                        <a:pos x="T52" y="T53"/>
                      </a:cxn>
                      <a:cxn ang="T109">
                        <a:pos x="T54" y="T55"/>
                      </a:cxn>
                      <a:cxn ang="T110">
                        <a:pos x="T56" y="T57"/>
                      </a:cxn>
                      <a:cxn ang="T111">
                        <a:pos x="T58" y="T59"/>
                      </a:cxn>
                      <a:cxn ang="T112">
                        <a:pos x="T60" y="T61"/>
                      </a:cxn>
                      <a:cxn ang="T113">
                        <a:pos x="T62" y="T63"/>
                      </a:cxn>
                      <a:cxn ang="T114">
                        <a:pos x="T64" y="T65"/>
                      </a:cxn>
                      <a:cxn ang="T115">
                        <a:pos x="T66" y="T67"/>
                      </a:cxn>
                      <a:cxn ang="T116">
                        <a:pos x="T68" y="T69"/>
                      </a:cxn>
                      <a:cxn ang="T117">
                        <a:pos x="T70" y="T71"/>
                      </a:cxn>
                      <a:cxn ang="T118">
                        <a:pos x="T72" y="T73"/>
                      </a:cxn>
                      <a:cxn ang="T119">
                        <a:pos x="T74" y="T75"/>
                      </a:cxn>
                      <a:cxn ang="T120">
                        <a:pos x="T76" y="T77"/>
                      </a:cxn>
                      <a:cxn ang="T121">
                        <a:pos x="T78" y="T79"/>
                      </a:cxn>
                      <a:cxn ang="T122">
                        <a:pos x="T80" y="T81"/>
                      </a:cxn>
                    </a:cxnLst>
                    <a:rect l="T123" t="T124" r="T125" b="T126"/>
                    <a:pathLst>
                      <a:path w="717" h="756">
                        <a:moveTo>
                          <a:pt x="0" y="756"/>
                        </a:moveTo>
                        <a:lnTo>
                          <a:pt x="52" y="167"/>
                        </a:lnTo>
                        <a:lnTo>
                          <a:pt x="64" y="384"/>
                        </a:lnTo>
                        <a:lnTo>
                          <a:pt x="90" y="103"/>
                        </a:lnTo>
                        <a:lnTo>
                          <a:pt x="116" y="519"/>
                        </a:lnTo>
                        <a:lnTo>
                          <a:pt x="135" y="487"/>
                        </a:lnTo>
                        <a:lnTo>
                          <a:pt x="135" y="359"/>
                        </a:lnTo>
                        <a:lnTo>
                          <a:pt x="167" y="71"/>
                        </a:lnTo>
                        <a:lnTo>
                          <a:pt x="192" y="244"/>
                        </a:lnTo>
                        <a:lnTo>
                          <a:pt x="205" y="96"/>
                        </a:lnTo>
                        <a:lnTo>
                          <a:pt x="218" y="615"/>
                        </a:lnTo>
                        <a:lnTo>
                          <a:pt x="244" y="397"/>
                        </a:lnTo>
                        <a:lnTo>
                          <a:pt x="282" y="519"/>
                        </a:lnTo>
                        <a:lnTo>
                          <a:pt x="308" y="308"/>
                        </a:lnTo>
                        <a:lnTo>
                          <a:pt x="333" y="442"/>
                        </a:lnTo>
                        <a:lnTo>
                          <a:pt x="346" y="352"/>
                        </a:lnTo>
                        <a:lnTo>
                          <a:pt x="365" y="384"/>
                        </a:lnTo>
                        <a:lnTo>
                          <a:pt x="378" y="135"/>
                        </a:lnTo>
                        <a:lnTo>
                          <a:pt x="391" y="301"/>
                        </a:lnTo>
                        <a:lnTo>
                          <a:pt x="384" y="519"/>
                        </a:lnTo>
                        <a:lnTo>
                          <a:pt x="404" y="679"/>
                        </a:lnTo>
                        <a:lnTo>
                          <a:pt x="429" y="628"/>
                        </a:lnTo>
                        <a:lnTo>
                          <a:pt x="442" y="480"/>
                        </a:lnTo>
                        <a:lnTo>
                          <a:pt x="455" y="391"/>
                        </a:lnTo>
                        <a:lnTo>
                          <a:pt x="436" y="506"/>
                        </a:lnTo>
                        <a:lnTo>
                          <a:pt x="461" y="352"/>
                        </a:lnTo>
                        <a:lnTo>
                          <a:pt x="474" y="455"/>
                        </a:lnTo>
                        <a:lnTo>
                          <a:pt x="493" y="519"/>
                        </a:lnTo>
                        <a:lnTo>
                          <a:pt x="512" y="410"/>
                        </a:lnTo>
                        <a:lnTo>
                          <a:pt x="532" y="186"/>
                        </a:lnTo>
                        <a:lnTo>
                          <a:pt x="544" y="231"/>
                        </a:lnTo>
                        <a:lnTo>
                          <a:pt x="570" y="148"/>
                        </a:lnTo>
                        <a:lnTo>
                          <a:pt x="576" y="301"/>
                        </a:lnTo>
                        <a:lnTo>
                          <a:pt x="576" y="730"/>
                        </a:lnTo>
                        <a:lnTo>
                          <a:pt x="647" y="0"/>
                        </a:lnTo>
                        <a:lnTo>
                          <a:pt x="647" y="250"/>
                        </a:lnTo>
                        <a:lnTo>
                          <a:pt x="660" y="333"/>
                        </a:lnTo>
                        <a:lnTo>
                          <a:pt x="685" y="192"/>
                        </a:lnTo>
                        <a:lnTo>
                          <a:pt x="711" y="340"/>
                        </a:lnTo>
                        <a:lnTo>
                          <a:pt x="698" y="429"/>
                        </a:lnTo>
                        <a:lnTo>
                          <a:pt x="717" y="461"/>
                        </a:lnTo>
                      </a:path>
                    </a:pathLst>
                  </a:custGeom>
                  <a:noFill/>
                  <a:ln w="9525">
                    <a:solidFill>
                      <a:srgbClr val="FF0000"/>
                    </a:solidFill>
                    <a:round/>
                    <a:headEnd/>
                    <a:tailEnd/>
                  </a:ln>
                </p:spPr>
                <p:txBody>
                  <a:bodyPr/>
                  <a:lstStyle/>
                  <a:p>
                    <a:endParaRPr lang="en-GB" sz="1600"/>
                  </a:p>
                </p:txBody>
              </p:sp>
              <p:sp>
                <p:nvSpPr>
                  <p:cNvPr id="14692" name="Freeform 75"/>
                  <p:cNvSpPr>
                    <a:spLocks/>
                  </p:cNvSpPr>
                  <p:nvPr/>
                </p:nvSpPr>
                <p:spPr bwMode="auto">
                  <a:xfrm flipH="1" flipV="1">
                    <a:off x="3770" y="1145"/>
                    <a:ext cx="313" cy="756"/>
                  </a:xfrm>
                  <a:custGeom>
                    <a:avLst/>
                    <a:gdLst>
                      <a:gd name="T0" fmla="*/ 0 w 717"/>
                      <a:gd name="T1" fmla="*/ 756 h 756"/>
                      <a:gd name="T2" fmla="*/ 4 w 717"/>
                      <a:gd name="T3" fmla="*/ 167 h 756"/>
                      <a:gd name="T4" fmla="*/ 5 w 717"/>
                      <a:gd name="T5" fmla="*/ 384 h 756"/>
                      <a:gd name="T6" fmla="*/ 7 w 717"/>
                      <a:gd name="T7" fmla="*/ 103 h 756"/>
                      <a:gd name="T8" fmla="*/ 10 w 717"/>
                      <a:gd name="T9" fmla="*/ 519 h 756"/>
                      <a:gd name="T10" fmla="*/ 11 w 717"/>
                      <a:gd name="T11" fmla="*/ 487 h 756"/>
                      <a:gd name="T12" fmla="*/ 11 w 717"/>
                      <a:gd name="T13" fmla="*/ 359 h 756"/>
                      <a:gd name="T14" fmla="*/ 14 w 717"/>
                      <a:gd name="T15" fmla="*/ 71 h 756"/>
                      <a:gd name="T16" fmla="*/ 16 w 717"/>
                      <a:gd name="T17" fmla="*/ 244 h 756"/>
                      <a:gd name="T18" fmla="*/ 17 w 717"/>
                      <a:gd name="T19" fmla="*/ 96 h 756"/>
                      <a:gd name="T20" fmla="*/ 18 w 717"/>
                      <a:gd name="T21" fmla="*/ 615 h 756"/>
                      <a:gd name="T22" fmla="*/ 21 w 717"/>
                      <a:gd name="T23" fmla="*/ 397 h 756"/>
                      <a:gd name="T24" fmla="*/ 24 w 717"/>
                      <a:gd name="T25" fmla="*/ 519 h 756"/>
                      <a:gd name="T26" fmla="*/ 25 w 717"/>
                      <a:gd name="T27" fmla="*/ 308 h 756"/>
                      <a:gd name="T28" fmla="*/ 28 w 717"/>
                      <a:gd name="T29" fmla="*/ 442 h 756"/>
                      <a:gd name="T30" fmla="*/ 29 w 717"/>
                      <a:gd name="T31" fmla="*/ 352 h 756"/>
                      <a:gd name="T32" fmla="*/ 30 w 717"/>
                      <a:gd name="T33" fmla="*/ 384 h 756"/>
                      <a:gd name="T34" fmla="*/ 31 w 717"/>
                      <a:gd name="T35" fmla="*/ 135 h 756"/>
                      <a:gd name="T36" fmla="*/ 33 w 717"/>
                      <a:gd name="T37" fmla="*/ 301 h 756"/>
                      <a:gd name="T38" fmla="*/ 32 w 717"/>
                      <a:gd name="T39" fmla="*/ 519 h 756"/>
                      <a:gd name="T40" fmla="*/ 34 w 717"/>
                      <a:gd name="T41" fmla="*/ 679 h 756"/>
                      <a:gd name="T42" fmla="*/ 36 w 717"/>
                      <a:gd name="T43" fmla="*/ 628 h 756"/>
                      <a:gd name="T44" fmla="*/ 37 w 717"/>
                      <a:gd name="T45" fmla="*/ 480 h 756"/>
                      <a:gd name="T46" fmla="*/ 38 w 717"/>
                      <a:gd name="T47" fmla="*/ 391 h 756"/>
                      <a:gd name="T48" fmla="*/ 36 w 717"/>
                      <a:gd name="T49" fmla="*/ 506 h 756"/>
                      <a:gd name="T50" fmla="*/ 38 w 717"/>
                      <a:gd name="T51" fmla="*/ 352 h 756"/>
                      <a:gd name="T52" fmla="*/ 39 w 717"/>
                      <a:gd name="T53" fmla="*/ 455 h 756"/>
                      <a:gd name="T54" fmla="*/ 41 w 717"/>
                      <a:gd name="T55" fmla="*/ 519 h 756"/>
                      <a:gd name="T56" fmla="*/ 43 w 717"/>
                      <a:gd name="T57" fmla="*/ 410 h 756"/>
                      <a:gd name="T58" fmla="*/ 44 w 717"/>
                      <a:gd name="T59" fmla="*/ 186 h 756"/>
                      <a:gd name="T60" fmla="*/ 45 w 717"/>
                      <a:gd name="T61" fmla="*/ 231 h 756"/>
                      <a:gd name="T62" fmla="*/ 48 w 717"/>
                      <a:gd name="T63" fmla="*/ 148 h 756"/>
                      <a:gd name="T64" fmla="*/ 48 w 717"/>
                      <a:gd name="T65" fmla="*/ 301 h 756"/>
                      <a:gd name="T66" fmla="*/ 48 w 717"/>
                      <a:gd name="T67" fmla="*/ 730 h 756"/>
                      <a:gd name="T68" fmla="*/ 54 w 717"/>
                      <a:gd name="T69" fmla="*/ 0 h 756"/>
                      <a:gd name="T70" fmla="*/ 54 w 717"/>
                      <a:gd name="T71" fmla="*/ 250 h 756"/>
                      <a:gd name="T72" fmla="*/ 55 w 717"/>
                      <a:gd name="T73" fmla="*/ 333 h 756"/>
                      <a:gd name="T74" fmla="*/ 57 w 717"/>
                      <a:gd name="T75" fmla="*/ 192 h 756"/>
                      <a:gd name="T76" fmla="*/ 59 w 717"/>
                      <a:gd name="T77" fmla="*/ 340 h 756"/>
                      <a:gd name="T78" fmla="*/ 58 w 717"/>
                      <a:gd name="T79" fmla="*/ 429 h 756"/>
                      <a:gd name="T80" fmla="*/ 60 w 717"/>
                      <a:gd name="T81" fmla="*/ 461 h 756"/>
                      <a:gd name="T82" fmla="*/ 0 60000 65536"/>
                      <a:gd name="T83" fmla="*/ 0 60000 65536"/>
                      <a:gd name="T84" fmla="*/ 0 60000 65536"/>
                      <a:gd name="T85" fmla="*/ 0 60000 65536"/>
                      <a:gd name="T86" fmla="*/ 0 60000 65536"/>
                      <a:gd name="T87" fmla="*/ 0 60000 65536"/>
                      <a:gd name="T88" fmla="*/ 0 60000 65536"/>
                      <a:gd name="T89" fmla="*/ 0 60000 65536"/>
                      <a:gd name="T90" fmla="*/ 0 60000 65536"/>
                      <a:gd name="T91" fmla="*/ 0 60000 65536"/>
                      <a:gd name="T92" fmla="*/ 0 60000 65536"/>
                      <a:gd name="T93" fmla="*/ 0 60000 65536"/>
                      <a:gd name="T94" fmla="*/ 0 60000 65536"/>
                      <a:gd name="T95" fmla="*/ 0 60000 65536"/>
                      <a:gd name="T96" fmla="*/ 0 60000 65536"/>
                      <a:gd name="T97" fmla="*/ 0 60000 65536"/>
                      <a:gd name="T98" fmla="*/ 0 60000 65536"/>
                      <a:gd name="T99" fmla="*/ 0 60000 65536"/>
                      <a:gd name="T100" fmla="*/ 0 60000 65536"/>
                      <a:gd name="T101" fmla="*/ 0 60000 65536"/>
                      <a:gd name="T102" fmla="*/ 0 60000 65536"/>
                      <a:gd name="T103" fmla="*/ 0 60000 65536"/>
                      <a:gd name="T104" fmla="*/ 0 60000 65536"/>
                      <a:gd name="T105" fmla="*/ 0 60000 65536"/>
                      <a:gd name="T106" fmla="*/ 0 60000 65536"/>
                      <a:gd name="T107" fmla="*/ 0 60000 65536"/>
                      <a:gd name="T108" fmla="*/ 0 60000 65536"/>
                      <a:gd name="T109" fmla="*/ 0 60000 65536"/>
                      <a:gd name="T110" fmla="*/ 0 60000 65536"/>
                      <a:gd name="T111" fmla="*/ 0 60000 65536"/>
                      <a:gd name="T112" fmla="*/ 0 60000 65536"/>
                      <a:gd name="T113" fmla="*/ 0 60000 65536"/>
                      <a:gd name="T114" fmla="*/ 0 60000 65536"/>
                      <a:gd name="T115" fmla="*/ 0 60000 65536"/>
                      <a:gd name="T116" fmla="*/ 0 60000 65536"/>
                      <a:gd name="T117" fmla="*/ 0 60000 65536"/>
                      <a:gd name="T118" fmla="*/ 0 60000 65536"/>
                      <a:gd name="T119" fmla="*/ 0 60000 65536"/>
                      <a:gd name="T120" fmla="*/ 0 60000 65536"/>
                      <a:gd name="T121" fmla="*/ 0 60000 65536"/>
                      <a:gd name="T122" fmla="*/ 0 60000 65536"/>
                      <a:gd name="T123" fmla="*/ 0 w 717"/>
                      <a:gd name="T124" fmla="*/ 0 h 756"/>
                      <a:gd name="T125" fmla="*/ 717 w 717"/>
                      <a:gd name="T126" fmla="*/ 756 h 756"/>
                    </a:gdLst>
                    <a:ahLst/>
                    <a:cxnLst>
                      <a:cxn ang="T82">
                        <a:pos x="T0" y="T1"/>
                      </a:cxn>
                      <a:cxn ang="T83">
                        <a:pos x="T2" y="T3"/>
                      </a:cxn>
                      <a:cxn ang="T84">
                        <a:pos x="T4" y="T5"/>
                      </a:cxn>
                      <a:cxn ang="T85">
                        <a:pos x="T6" y="T7"/>
                      </a:cxn>
                      <a:cxn ang="T86">
                        <a:pos x="T8" y="T9"/>
                      </a:cxn>
                      <a:cxn ang="T87">
                        <a:pos x="T10" y="T11"/>
                      </a:cxn>
                      <a:cxn ang="T88">
                        <a:pos x="T12" y="T13"/>
                      </a:cxn>
                      <a:cxn ang="T89">
                        <a:pos x="T14" y="T15"/>
                      </a:cxn>
                      <a:cxn ang="T90">
                        <a:pos x="T16" y="T17"/>
                      </a:cxn>
                      <a:cxn ang="T91">
                        <a:pos x="T18" y="T19"/>
                      </a:cxn>
                      <a:cxn ang="T92">
                        <a:pos x="T20" y="T21"/>
                      </a:cxn>
                      <a:cxn ang="T93">
                        <a:pos x="T22" y="T23"/>
                      </a:cxn>
                      <a:cxn ang="T94">
                        <a:pos x="T24" y="T25"/>
                      </a:cxn>
                      <a:cxn ang="T95">
                        <a:pos x="T26" y="T27"/>
                      </a:cxn>
                      <a:cxn ang="T96">
                        <a:pos x="T28" y="T29"/>
                      </a:cxn>
                      <a:cxn ang="T97">
                        <a:pos x="T30" y="T31"/>
                      </a:cxn>
                      <a:cxn ang="T98">
                        <a:pos x="T32" y="T33"/>
                      </a:cxn>
                      <a:cxn ang="T99">
                        <a:pos x="T34" y="T35"/>
                      </a:cxn>
                      <a:cxn ang="T100">
                        <a:pos x="T36" y="T37"/>
                      </a:cxn>
                      <a:cxn ang="T101">
                        <a:pos x="T38" y="T39"/>
                      </a:cxn>
                      <a:cxn ang="T102">
                        <a:pos x="T40" y="T41"/>
                      </a:cxn>
                      <a:cxn ang="T103">
                        <a:pos x="T42" y="T43"/>
                      </a:cxn>
                      <a:cxn ang="T104">
                        <a:pos x="T44" y="T45"/>
                      </a:cxn>
                      <a:cxn ang="T105">
                        <a:pos x="T46" y="T47"/>
                      </a:cxn>
                      <a:cxn ang="T106">
                        <a:pos x="T48" y="T49"/>
                      </a:cxn>
                      <a:cxn ang="T107">
                        <a:pos x="T50" y="T51"/>
                      </a:cxn>
                      <a:cxn ang="T108">
                        <a:pos x="T52" y="T53"/>
                      </a:cxn>
                      <a:cxn ang="T109">
                        <a:pos x="T54" y="T55"/>
                      </a:cxn>
                      <a:cxn ang="T110">
                        <a:pos x="T56" y="T57"/>
                      </a:cxn>
                      <a:cxn ang="T111">
                        <a:pos x="T58" y="T59"/>
                      </a:cxn>
                      <a:cxn ang="T112">
                        <a:pos x="T60" y="T61"/>
                      </a:cxn>
                      <a:cxn ang="T113">
                        <a:pos x="T62" y="T63"/>
                      </a:cxn>
                      <a:cxn ang="T114">
                        <a:pos x="T64" y="T65"/>
                      </a:cxn>
                      <a:cxn ang="T115">
                        <a:pos x="T66" y="T67"/>
                      </a:cxn>
                      <a:cxn ang="T116">
                        <a:pos x="T68" y="T69"/>
                      </a:cxn>
                      <a:cxn ang="T117">
                        <a:pos x="T70" y="T71"/>
                      </a:cxn>
                      <a:cxn ang="T118">
                        <a:pos x="T72" y="T73"/>
                      </a:cxn>
                      <a:cxn ang="T119">
                        <a:pos x="T74" y="T75"/>
                      </a:cxn>
                      <a:cxn ang="T120">
                        <a:pos x="T76" y="T77"/>
                      </a:cxn>
                      <a:cxn ang="T121">
                        <a:pos x="T78" y="T79"/>
                      </a:cxn>
                      <a:cxn ang="T122">
                        <a:pos x="T80" y="T81"/>
                      </a:cxn>
                    </a:cxnLst>
                    <a:rect l="T123" t="T124" r="T125" b="T126"/>
                    <a:pathLst>
                      <a:path w="717" h="756">
                        <a:moveTo>
                          <a:pt x="0" y="756"/>
                        </a:moveTo>
                        <a:lnTo>
                          <a:pt x="52" y="167"/>
                        </a:lnTo>
                        <a:lnTo>
                          <a:pt x="64" y="384"/>
                        </a:lnTo>
                        <a:lnTo>
                          <a:pt x="90" y="103"/>
                        </a:lnTo>
                        <a:lnTo>
                          <a:pt x="116" y="519"/>
                        </a:lnTo>
                        <a:lnTo>
                          <a:pt x="135" y="487"/>
                        </a:lnTo>
                        <a:lnTo>
                          <a:pt x="135" y="359"/>
                        </a:lnTo>
                        <a:lnTo>
                          <a:pt x="167" y="71"/>
                        </a:lnTo>
                        <a:lnTo>
                          <a:pt x="192" y="244"/>
                        </a:lnTo>
                        <a:lnTo>
                          <a:pt x="205" y="96"/>
                        </a:lnTo>
                        <a:lnTo>
                          <a:pt x="218" y="615"/>
                        </a:lnTo>
                        <a:lnTo>
                          <a:pt x="244" y="397"/>
                        </a:lnTo>
                        <a:lnTo>
                          <a:pt x="282" y="519"/>
                        </a:lnTo>
                        <a:lnTo>
                          <a:pt x="308" y="308"/>
                        </a:lnTo>
                        <a:lnTo>
                          <a:pt x="333" y="442"/>
                        </a:lnTo>
                        <a:lnTo>
                          <a:pt x="346" y="352"/>
                        </a:lnTo>
                        <a:lnTo>
                          <a:pt x="365" y="384"/>
                        </a:lnTo>
                        <a:lnTo>
                          <a:pt x="378" y="135"/>
                        </a:lnTo>
                        <a:lnTo>
                          <a:pt x="391" y="301"/>
                        </a:lnTo>
                        <a:lnTo>
                          <a:pt x="384" y="519"/>
                        </a:lnTo>
                        <a:lnTo>
                          <a:pt x="404" y="679"/>
                        </a:lnTo>
                        <a:lnTo>
                          <a:pt x="429" y="628"/>
                        </a:lnTo>
                        <a:lnTo>
                          <a:pt x="442" y="480"/>
                        </a:lnTo>
                        <a:lnTo>
                          <a:pt x="455" y="391"/>
                        </a:lnTo>
                        <a:lnTo>
                          <a:pt x="436" y="506"/>
                        </a:lnTo>
                        <a:lnTo>
                          <a:pt x="461" y="352"/>
                        </a:lnTo>
                        <a:lnTo>
                          <a:pt x="474" y="455"/>
                        </a:lnTo>
                        <a:lnTo>
                          <a:pt x="493" y="519"/>
                        </a:lnTo>
                        <a:lnTo>
                          <a:pt x="512" y="410"/>
                        </a:lnTo>
                        <a:lnTo>
                          <a:pt x="532" y="186"/>
                        </a:lnTo>
                        <a:lnTo>
                          <a:pt x="544" y="231"/>
                        </a:lnTo>
                        <a:lnTo>
                          <a:pt x="570" y="148"/>
                        </a:lnTo>
                        <a:lnTo>
                          <a:pt x="576" y="301"/>
                        </a:lnTo>
                        <a:lnTo>
                          <a:pt x="576" y="730"/>
                        </a:lnTo>
                        <a:lnTo>
                          <a:pt x="647" y="0"/>
                        </a:lnTo>
                        <a:lnTo>
                          <a:pt x="647" y="250"/>
                        </a:lnTo>
                        <a:lnTo>
                          <a:pt x="660" y="333"/>
                        </a:lnTo>
                        <a:lnTo>
                          <a:pt x="685" y="192"/>
                        </a:lnTo>
                        <a:lnTo>
                          <a:pt x="711" y="340"/>
                        </a:lnTo>
                        <a:lnTo>
                          <a:pt x="698" y="429"/>
                        </a:lnTo>
                        <a:lnTo>
                          <a:pt x="717" y="461"/>
                        </a:lnTo>
                      </a:path>
                    </a:pathLst>
                  </a:custGeom>
                  <a:noFill/>
                  <a:ln w="9525">
                    <a:solidFill>
                      <a:srgbClr val="FF0000"/>
                    </a:solidFill>
                    <a:round/>
                    <a:headEnd/>
                    <a:tailEnd/>
                  </a:ln>
                </p:spPr>
                <p:txBody>
                  <a:bodyPr/>
                  <a:lstStyle/>
                  <a:p>
                    <a:endParaRPr lang="en-GB" sz="1600"/>
                  </a:p>
                </p:txBody>
              </p:sp>
              <p:sp>
                <p:nvSpPr>
                  <p:cNvPr id="14693" name="Freeform 76"/>
                  <p:cNvSpPr>
                    <a:spLocks/>
                  </p:cNvSpPr>
                  <p:nvPr/>
                </p:nvSpPr>
                <p:spPr bwMode="auto">
                  <a:xfrm flipH="1">
                    <a:off x="4077" y="1119"/>
                    <a:ext cx="313" cy="756"/>
                  </a:xfrm>
                  <a:custGeom>
                    <a:avLst/>
                    <a:gdLst>
                      <a:gd name="T0" fmla="*/ 0 w 717"/>
                      <a:gd name="T1" fmla="*/ 756 h 756"/>
                      <a:gd name="T2" fmla="*/ 4 w 717"/>
                      <a:gd name="T3" fmla="*/ 167 h 756"/>
                      <a:gd name="T4" fmla="*/ 5 w 717"/>
                      <a:gd name="T5" fmla="*/ 384 h 756"/>
                      <a:gd name="T6" fmla="*/ 7 w 717"/>
                      <a:gd name="T7" fmla="*/ 103 h 756"/>
                      <a:gd name="T8" fmla="*/ 10 w 717"/>
                      <a:gd name="T9" fmla="*/ 519 h 756"/>
                      <a:gd name="T10" fmla="*/ 11 w 717"/>
                      <a:gd name="T11" fmla="*/ 487 h 756"/>
                      <a:gd name="T12" fmla="*/ 11 w 717"/>
                      <a:gd name="T13" fmla="*/ 359 h 756"/>
                      <a:gd name="T14" fmla="*/ 14 w 717"/>
                      <a:gd name="T15" fmla="*/ 71 h 756"/>
                      <a:gd name="T16" fmla="*/ 16 w 717"/>
                      <a:gd name="T17" fmla="*/ 244 h 756"/>
                      <a:gd name="T18" fmla="*/ 17 w 717"/>
                      <a:gd name="T19" fmla="*/ 96 h 756"/>
                      <a:gd name="T20" fmla="*/ 18 w 717"/>
                      <a:gd name="T21" fmla="*/ 615 h 756"/>
                      <a:gd name="T22" fmla="*/ 21 w 717"/>
                      <a:gd name="T23" fmla="*/ 397 h 756"/>
                      <a:gd name="T24" fmla="*/ 24 w 717"/>
                      <a:gd name="T25" fmla="*/ 519 h 756"/>
                      <a:gd name="T26" fmla="*/ 25 w 717"/>
                      <a:gd name="T27" fmla="*/ 308 h 756"/>
                      <a:gd name="T28" fmla="*/ 28 w 717"/>
                      <a:gd name="T29" fmla="*/ 442 h 756"/>
                      <a:gd name="T30" fmla="*/ 29 w 717"/>
                      <a:gd name="T31" fmla="*/ 352 h 756"/>
                      <a:gd name="T32" fmla="*/ 30 w 717"/>
                      <a:gd name="T33" fmla="*/ 384 h 756"/>
                      <a:gd name="T34" fmla="*/ 31 w 717"/>
                      <a:gd name="T35" fmla="*/ 135 h 756"/>
                      <a:gd name="T36" fmla="*/ 33 w 717"/>
                      <a:gd name="T37" fmla="*/ 301 h 756"/>
                      <a:gd name="T38" fmla="*/ 32 w 717"/>
                      <a:gd name="T39" fmla="*/ 519 h 756"/>
                      <a:gd name="T40" fmla="*/ 34 w 717"/>
                      <a:gd name="T41" fmla="*/ 679 h 756"/>
                      <a:gd name="T42" fmla="*/ 36 w 717"/>
                      <a:gd name="T43" fmla="*/ 628 h 756"/>
                      <a:gd name="T44" fmla="*/ 37 w 717"/>
                      <a:gd name="T45" fmla="*/ 480 h 756"/>
                      <a:gd name="T46" fmla="*/ 38 w 717"/>
                      <a:gd name="T47" fmla="*/ 391 h 756"/>
                      <a:gd name="T48" fmla="*/ 36 w 717"/>
                      <a:gd name="T49" fmla="*/ 506 h 756"/>
                      <a:gd name="T50" fmla="*/ 38 w 717"/>
                      <a:gd name="T51" fmla="*/ 352 h 756"/>
                      <a:gd name="T52" fmla="*/ 39 w 717"/>
                      <a:gd name="T53" fmla="*/ 455 h 756"/>
                      <a:gd name="T54" fmla="*/ 41 w 717"/>
                      <a:gd name="T55" fmla="*/ 519 h 756"/>
                      <a:gd name="T56" fmla="*/ 43 w 717"/>
                      <a:gd name="T57" fmla="*/ 410 h 756"/>
                      <a:gd name="T58" fmla="*/ 44 w 717"/>
                      <a:gd name="T59" fmla="*/ 186 h 756"/>
                      <a:gd name="T60" fmla="*/ 45 w 717"/>
                      <a:gd name="T61" fmla="*/ 231 h 756"/>
                      <a:gd name="T62" fmla="*/ 48 w 717"/>
                      <a:gd name="T63" fmla="*/ 148 h 756"/>
                      <a:gd name="T64" fmla="*/ 48 w 717"/>
                      <a:gd name="T65" fmla="*/ 301 h 756"/>
                      <a:gd name="T66" fmla="*/ 48 w 717"/>
                      <a:gd name="T67" fmla="*/ 730 h 756"/>
                      <a:gd name="T68" fmla="*/ 54 w 717"/>
                      <a:gd name="T69" fmla="*/ 0 h 756"/>
                      <a:gd name="T70" fmla="*/ 54 w 717"/>
                      <a:gd name="T71" fmla="*/ 250 h 756"/>
                      <a:gd name="T72" fmla="*/ 55 w 717"/>
                      <a:gd name="T73" fmla="*/ 333 h 756"/>
                      <a:gd name="T74" fmla="*/ 57 w 717"/>
                      <a:gd name="T75" fmla="*/ 192 h 756"/>
                      <a:gd name="T76" fmla="*/ 59 w 717"/>
                      <a:gd name="T77" fmla="*/ 340 h 756"/>
                      <a:gd name="T78" fmla="*/ 58 w 717"/>
                      <a:gd name="T79" fmla="*/ 429 h 756"/>
                      <a:gd name="T80" fmla="*/ 60 w 717"/>
                      <a:gd name="T81" fmla="*/ 461 h 756"/>
                      <a:gd name="T82" fmla="*/ 0 60000 65536"/>
                      <a:gd name="T83" fmla="*/ 0 60000 65536"/>
                      <a:gd name="T84" fmla="*/ 0 60000 65536"/>
                      <a:gd name="T85" fmla="*/ 0 60000 65536"/>
                      <a:gd name="T86" fmla="*/ 0 60000 65536"/>
                      <a:gd name="T87" fmla="*/ 0 60000 65536"/>
                      <a:gd name="T88" fmla="*/ 0 60000 65536"/>
                      <a:gd name="T89" fmla="*/ 0 60000 65536"/>
                      <a:gd name="T90" fmla="*/ 0 60000 65536"/>
                      <a:gd name="T91" fmla="*/ 0 60000 65536"/>
                      <a:gd name="T92" fmla="*/ 0 60000 65536"/>
                      <a:gd name="T93" fmla="*/ 0 60000 65536"/>
                      <a:gd name="T94" fmla="*/ 0 60000 65536"/>
                      <a:gd name="T95" fmla="*/ 0 60000 65536"/>
                      <a:gd name="T96" fmla="*/ 0 60000 65536"/>
                      <a:gd name="T97" fmla="*/ 0 60000 65536"/>
                      <a:gd name="T98" fmla="*/ 0 60000 65536"/>
                      <a:gd name="T99" fmla="*/ 0 60000 65536"/>
                      <a:gd name="T100" fmla="*/ 0 60000 65536"/>
                      <a:gd name="T101" fmla="*/ 0 60000 65536"/>
                      <a:gd name="T102" fmla="*/ 0 60000 65536"/>
                      <a:gd name="T103" fmla="*/ 0 60000 65536"/>
                      <a:gd name="T104" fmla="*/ 0 60000 65536"/>
                      <a:gd name="T105" fmla="*/ 0 60000 65536"/>
                      <a:gd name="T106" fmla="*/ 0 60000 65536"/>
                      <a:gd name="T107" fmla="*/ 0 60000 65536"/>
                      <a:gd name="T108" fmla="*/ 0 60000 65536"/>
                      <a:gd name="T109" fmla="*/ 0 60000 65536"/>
                      <a:gd name="T110" fmla="*/ 0 60000 65536"/>
                      <a:gd name="T111" fmla="*/ 0 60000 65536"/>
                      <a:gd name="T112" fmla="*/ 0 60000 65536"/>
                      <a:gd name="T113" fmla="*/ 0 60000 65536"/>
                      <a:gd name="T114" fmla="*/ 0 60000 65536"/>
                      <a:gd name="T115" fmla="*/ 0 60000 65536"/>
                      <a:gd name="T116" fmla="*/ 0 60000 65536"/>
                      <a:gd name="T117" fmla="*/ 0 60000 65536"/>
                      <a:gd name="T118" fmla="*/ 0 60000 65536"/>
                      <a:gd name="T119" fmla="*/ 0 60000 65536"/>
                      <a:gd name="T120" fmla="*/ 0 60000 65536"/>
                      <a:gd name="T121" fmla="*/ 0 60000 65536"/>
                      <a:gd name="T122" fmla="*/ 0 60000 65536"/>
                      <a:gd name="T123" fmla="*/ 0 w 717"/>
                      <a:gd name="T124" fmla="*/ 0 h 756"/>
                      <a:gd name="T125" fmla="*/ 717 w 717"/>
                      <a:gd name="T126" fmla="*/ 756 h 756"/>
                    </a:gdLst>
                    <a:ahLst/>
                    <a:cxnLst>
                      <a:cxn ang="T82">
                        <a:pos x="T0" y="T1"/>
                      </a:cxn>
                      <a:cxn ang="T83">
                        <a:pos x="T2" y="T3"/>
                      </a:cxn>
                      <a:cxn ang="T84">
                        <a:pos x="T4" y="T5"/>
                      </a:cxn>
                      <a:cxn ang="T85">
                        <a:pos x="T6" y="T7"/>
                      </a:cxn>
                      <a:cxn ang="T86">
                        <a:pos x="T8" y="T9"/>
                      </a:cxn>
                      <a:cxn ang="T87">
                        <a:pos x="T10" y="T11"/>
                      </a:cxn>
                      <a:cxn ang="T88">
                        <a:pos x="T12" y="T13"/>
                      </a:cxn>
                      <a:cxn ang="T89">
                        <a:pos x="T14" y="T15"/>
                      </a:cxn>
                      <a:cxn ang="T90">
                        <a:pos x="T16" y="T17"/>
                      </a:cxn>
                      <a:cxn ang="T91">
                        <a:pos x="T18" y="T19"/>
                      </a:cxn>
                      <a:cxn ang="T92">
                        <a:pos x="T20" y="T21"/>
                      </a:cxn>
                      <a:cxn ang="T93">
                        <a:pos x="T22" y="T23"/>
                      </a:cxn>
                      <a:cxn ang="T94">
                        <a:pos x="T24" y="T25"/>
                      </a:cxn>
                      <a:cxn ang="T95">
                        <a:pos x="T26" y="T27"/>
                      </a:cxn>
                      <a:cxn ang="T96">
                        <a:pos x="T28" y="T29"/>
                      </a:cxn>
                      <a:cxn ang="T97">
                        <a:pos x="T30" y="T31"/>
                      </a:cxn>
                      <a:cxn ang="T98">
                        <a:pos x="T32" y="T33"/>
                      </a:cxn>
                      <a:cxn ang="T99">
                        <a:pos x="T34" y="T35"/>
                      </a:cxn>
                      <a:cxn ang="T100">
                        <a:pos x="T36" y="T37"/>
                      </a:cxn>
                      <a:cxn ang="T101">
                        <a:pos x="T38" y="T39"/>
                      </a:cxn>
                      <a:cxn ang="T102">
                        <a:pos x="T40" y="T41"/>
                      </a:cxn>
                      <a:cxn ang="T103">
                        <a:pos x="T42" y="T43"/>
                      </a:cxn>
                      <a:cxn ang="T104">
                        <a:pos x="T44" y="T45"/>
                      </a:cxn>
                      <a:cxn ang="T105">
                        <a:pos x="T46" y="T47"/>
                      </a:cxn>
                      <a:cxn ang="T106">
                        <a:pos x="T48" y="T49"/>
                      </a:cxn>
                      <a:cxn ang="T107">
                        <a:pos x="T50" y="T51"/>
                      </a:cxn>
                      <a:cxn ang="T108">
                        <a:pos x="T52" y="T53"/>
                      </a:cxn>
                      <a:cxn ang="T109">
                        <a:pos x="T54" y="T55"/>
                      </a:cxn>
                      <a:cxn ang="T110">
                        <a:pos x="T56" y="T57"/>
                      </a:cxn>
                      <a:cxn ang="T111">
                        <a:pos x="T58" y="T59"/>
                      </a:cxn>
                      <a:cxn ang="T112">
                        <a:pos x="T60" y="T61"/>
                      </a:cxn>
                      <a:cxn ang="T113">
                        <a:pos x="T62" y="T63"/>
                      </a:cxn>
                      <a:cxn ang="T114">
                        <a:pos x="T64" y="T65"/>
                      </a:cxn>
                      <a:cxn ang="T115">
                        <a:pos x="T66" y="T67"/>
                      </a:cxn>
                      <a:cxn ang="T116">
                        <a:pos x="T68" y="T69"/>
                      </a:cxn>
                      <a:cxn ang="T117">
                        <a:pos x="T70" y="T71"/>
                      </a:cxn>
                      <a:cxn ang="T118">
                        <a:pos x="T72" y="T73"/>
                      </a:cxn>
                      <a:cxn ang="T119">
                        <a:pos x="T74" y="T75"/>
                      </a:cxn>
                      <a:cxn ang="T120">
                        <a:pos x="T76" y="T77"/>
                      </a:cxn>
                      <a:cxn ang="T121">
                        <a:pos x="T78" y="T79"/>
                      </a:cxn>
                      <a:cxn ang="T122">
                        <a:pos x="T80" y="T81"/>
                      </a:cxn>
                    </a:cxnLst>
                    <a:rect l="T123" t="T124" r="T125" b="T126"/>
                    <a:pathLst>
                      <a:path w="717" h="756">
                        <a:moveTo>
                          <a:pt x="0" y="756"/>
                        </a:moveTo>
                        <a:lnTo>
                          <a:pt x="52" y="167"/>
                        </a:lnTo>
                        <a:lnTo>
                          <a:pt x="64" y="384"/>
                        </a:lnTo>
                        <a:lnTo>
                          <a:pt x="90" y="103"/>
                        </a:lnTo>
                        <a:lnTo>
                          <a:pt x="116" y="519"/>
                        </a:lnTo>
                        <a:lnTo>
                          <a:pt x="135" y="487"/>
                        </a:lnTo>
                        <a:lnTo>
                          <a:pt x="135" y="359"/>
                        </a:lnTo>
                        <a:lnTo>
                          <a:pt x="167" y="71"/>
                        </a:lnTo>
                        <a:lnTo>
                          <a:pt x="192" y="244"/>
                        </a:lnTo>
                        <a:lnTo>
                          <a:pt x="205" y="96"/>
                        </a:lnTo>
                        <a:lnTo>
                          <a:pt x="218" y="615"/>
                        </a:lnTo>
                        <a:lnTo>
                          <a:pt x="244" y="397"/>
                        </a:lnTo>
                        <a:lnTo>
                          <a:pt x="282" y="519"/>
                        </a:lnTo>
                        <a:lnTo>
                          <a:pt x="308" y="308"/>
                        </a:lnTo>
                        <a:lnTo>
                          <a:pt x="333" y="442"/>
                        </a:lnTo>
                        <a:lnTo>
                          <a:pt x="346" y="352"/>
                        </a:lnTo>
                        <a:lnTo>
                          <a:pt x="365" y="384"/>
                        </a:lnTo>
                        <a:lnTo>
                          <a:pt x="378" y="135"/>
                        </a:lnTo>
                        <a:lnTo>
                          <a:pt x="391" y="301"/>
                        </a:lnTo>
                        <a:lnTo>
                          <a:pt x="384" y="519"/>
                        </a:lnTo>
                        <a:lnTo>
                          <a:pt x="404" y="679"/>
                        </a:lnTo>
                        <a:lnTo>
                          <a:pt x="429" y="628"/>
                        </a:lnTo>
                        <a:lnTo>
                          <a:pt x="442" y="480"/>
                        </a:lnTo>
                        <a:lnTo>
                          <a:pt x="455" y="391"/>
                        </a:lnTo>
                        <a:lnTo>
                          <a:pt x="436" y="506"/>
                        </a:lnTo>
                        <a:lnTo>
                          <a:pt x="461" y="352"/>
                        </a:lnTo>
                        <a:lnTo>
                          <a:pt x="474" y="455"/>
                        </a:lnTo>
                        <a:lnTo>
                          <a:pt x="493" y="519"/>
                        </a:lnTo>
                        <a:lnTo>
                          <a:pt x="512" y="410"/>
                        </a:lnTo>
                        <a:lnTo>
                          <a:pt x="532" y="186"/>
                        </a:lnTo>
                        <a:lnTo>
                          <a:pt x="544" y="231"/>
                        </a:lnTo>
                        <a:lnTo>
                          <a:pt x="570" y="148"/>
                        </a:lnTo>
                        <a:lnTo>
                          <a:pt x="576" y="301"/>
                        </a:lnTo>
                        <a:lnTo>
                          <a:pt x="576" y="730"/>
                        </a:lnTo>
                        <a:lnTo>
                          <a:pt x="647" y="0"/>
                        </a:lnTo>
                        <a:lnTo>
                          <a:pt x="647" y="250"/>
                        </a:lnTo>
                        <a:lnTo>
                          <a:pt x="660" y="333"/>
                        </a:lnTo>
                        <a:lnTo>
                          <a:pt x="685" y="192"/>
                        </a:lnTo>
                        <a:lnTo>
                          <a:pt x="711" y="340"/>
                        </a:lnTo>
                        <a:lnTo>
                          <a:pt x="698" y="429"/>
                        </a:lnTo>
                        <a:lnTo>
                          <a:pt x="717" y="461"/>
                        </a:lnTo>
                      </a:path>
                    </a:pathLst>
                  </a:custGeom>
                  <a:noFill/>
                  <a:ln w="9525">
                    <a:solidFill>
                      <a:srgbClr val="FF0000"/>
                    </a:solidFill>
                    <a:round/>
                    <a:headEnd/>
                    <a:tailEnd/>
                  </a:ln>
                </p:spPr>
                <p:txBody>
                  <a:bodyPr/>
                  <a:lstStyle/>
                  <a:p>
                    <a:endParaRPr lang="en-GB" sz="1600"/>
                  </a:p>
                </p:txBody>
              </p:sp>
              <p:sp>
                <p:nvSpPr>
                  <p:cNvPr id="14694" name="Freeform 77"/>
                  <p:cNvSpPr>
                    <a:spLocks/>
                  </p:cNvSpPr>
                  <p:nvPr/>
                </p:nvSpPr>
                <p:spPr bwMode="auto">
                  <a:xfrm flipV="1">
                    <a:off x="4385" y="1138"/>
                    <a:ext cx="313" cy="756"/>
                  </a:xfrm>
                  <a:custGeom>
                    <a:avLst/>
                    <a:gdLst>
                      <a:gd name="T0" fmla="*/ 0 w 717"/>
                      <a:gd name="T1" fmla="*/ 756 h 756"/>
                      <a:gd name="T2" fmla="*/ 4 w 717"/>
                      <a:gd name="T3" fmla="*/ 167 h 756"/>
                      <a:gd name="T4" fmla="*/ 5 w 717"/>
                      <a:gd name="T5" fmla="*/ 384 h 756"/>
                      <a:gd name="T6" fmla="*/ 7 w 717"/>
                      <a:gd name="T7" fmla="*/ 103 h 756"/>
                      <a:gd name="T8" fmla="*/ 10 w 717"/>
                      <a:gd name="T9" fmla="*/ 519 h 756"/>
                      <a:gd name="T10" fmla="*/ 11 w 717"/>
                      <a:gd name="T11" fmla="*/ 487 h 756"/>
                      <a:gd name="T12" fmla="*/ 11 w 717"/>
                      <a:gd name="T13" fmla="*/ 359 h 756"/>
                      <a:gd name="T14" fmla="*/ 14 w 717"/>
                      <a:gd name="T15" fmla="*/ 71 h 756"/>
                      <a:gd name="T16" fmla="*/ 16 w 717"/>
                      <a:gd name="T17" fmla="*/ 244 h 756"/>
                      <a:gd name="T18" fmla="*/ 17 w 717"/>
                      <a:gd name="T19" fmla="*/ 96 h 756"/>
                      <a:gd name="T20" fmla="*/ 18 w 717"/>
                      <a:gd name="T21" fmla="*/ 615 h 756"/>
                      <a:gd name="T22" fmla="*/ 21 w 717"/>
                      <a:gd name="T23" fmla="*/ 397 h 756"/>
                      <a:gd name="T24" fmla="*/ 24 w 717"/>
                      <a:gd name="T25" fmla="*/ 519 h 756"/>
                      <a:gd name="T26" fmla="*/ 25 w 717"/>
                      <a:gd name="T27" fmla="*/ 308 h 756"/>
                      <a:gd name="T28" fmla="*/ 28 w 717"/>
                      <a:gd name="T29" fmla="*/ 442 h 756"/>
                      <a:gd name="T30" fmla="*/ 29 w 717"/>
                      <a:gd name="T31" fmla="*/ 352 h 756"/>
                      <a:gd name="T32" fmla="*/ 30 w 717"/>
                      <a:gd name="T33" fmla="*/ 384 h 756"/>
                      <a:gd name="T34" fmla="*/ 31 w 717"/>
                      <a:gd name="T35" fmla="*/ 135 h 756"/>
                      <a:gd name="T36" fmla="*/ 33 w 717"/>
                      <a:gd name="T37" fmla="*/ 301 h 756"/>
                      <a:gd name="T38" fmla="*/ 32 w 717"/>
                      <a:gd name="T39" fmla="*/ 519 h 756"/>
                      <a:gd name="T40" fmla="*/ 34 w 717"/>
                      <a:gd name="T41" fmla="*/ 679 h 756"/>
                      <a:gd name="T42" fmla="*/ 36 w 717"/>
                      <a:gd name="T43" fmla="*/ 628 h 756"/>
                      <a:gd name="T44" fmla="*/ 37 w 717"/>
                      <a:gd name="T45" fmla="*/ 480 h 756"/>
                      <a:gd name="T46" fmla="*/ 38 w 717"/>
                      <a:gd name="T47" fmla="*/ 391 h 756"/>
                      <a:gd name="T48" fmla="*/ 36 w 717"/>
                      <a:gd name="T49" fmla="*/ 506 h 756"/>
                      <a:gd name="T50" fmla="*/ 38 w 717"/>
                      <a:gd name="T51" fmla="*/ 352 h 756"/>
                      <a:gd name="T52" fmla="*/ 39 w 717"/>
                      <a:gd name="T53" fmla="*/ 455 h 756"/>
                      <a:gd name="T54" fmla="*/ 41 w 717"/>
                      <a:gd name="T55" fmla="*/ 519 h 756"/>
                      <a:gd name="T56" fmla="*/ 43 w 717"/>
                      <a:gd name="T57" fmla="*/ 410 h 756"/>
                      <a:gd name="T58" fmla="*/ 44 w 717"/>
                      <a:gd name="T59" fmla="*/ 186 h 756"/>
                      <a:gd name="T60" fmla="*/ 45 w 717"/>
                      <a:gd name="T61" fmla="*/ 231 h 756"/>
                      <a:gd name="T62" fmla="*/ 48 w 717"/>
                      <a:gd name="T63" fmla="*/ 148 h 756"/>
                      <a:gd name="T64" fmla="*/ 48 w 717"/>
                      <a:gd name="T65" fmla="*/ 301 h 756"/>
                      <a:gd name="T66" fmla="*/ 48 w 717"/>
                      <a:gd name="T67" fmla="*/ 730 h 756"/>
                      <a:gd name="T68" fmla="*/ 54 w 717"/>
                      <a:gd name="T69" fmla="*/ 0 h 756"/>
                      <a:gd name="T70" fmla="*/ 54 w 717"/>
                      <a:gd name="T71" fmla="*/ 250 h 756"/>
                      <a:gd name="T72" fmla="*/ 55 w 717"/>
                      <a:gd name="T73" fmla="*/ 333 h 756"/>
                      <a:gd name="T74" fmla="*/ 57 w 717"/>
                      <a:gd name="T75" fmla="*/ 192 h 756"/>
                      <a:gd name="T76" fmla="*/ 59 w 717"/>
                      <a:gd name="T77" fmla="*/ 340 h 756"/>
                      <a:gd name="T78" fmla="*/ 58 w 717"/>
                      <a:gd name="T79" fmla="*/ 429 h 756"/>
                      <a:gd name="T80" fmla="*/ 60 w 717"/>
                      <a:gd name="T81" fmla="*/ 461 h 756"/>
                      <a:gd name="T82" fmla="*/ 0 60000 65536"/>
                      <a:gd name="T83" fmla="*/ 0 60000 65536"/>
                      <a:gd name="T84" fmla="*/ 0 60000 65536"/>
                      <a:gd name="T85" fmla="*/ 0 60000 65536"/>
                      <a:gd name="T86" fmla="*/ 0 60000 65536"/>
                      <a:gd name="T87" fmla="*/ 0 60000 65536"/>
                      <a:gd name="T88" fmla="*/ 0 60000 65536"/>
                      <a:gd name="T89" fmla="*/ 0 60000 65536"/>
                      <a:gd name="T90" fmla="*/ 0 60000 65536"/>
                      <a:gd name="T91" fmla="*/ 0 60000 65536"/>
                      <a:gd name="T92" fmla="*/ 0 60000 65536"/>
                      <a:gd name="T93" fmla="*/ 0 60000 65536"/>
                      <a:gd name="T94" fmla="*/ 0 60000 65536"/>
                      <a:gd name="T95" fmla="*/ 0 60000 65536"/>
                      <a:gd name="T96" fmla="*/ 0 60000 65536"/>
                      <a:gd name="T97" fmla="*/ 0 60000 65536"/>
                      <a:gd name="T98" fmla="*/ 0 60000 65536"/>
                      <a:gd name="T99" fmla="*/ 0 60000 65536"/>
                      <a:gd name="T100" fmla="*/ 0 60000 65536"/>
                      <a:gd name="T101" fmla="*/ 0 60000 65536"/>
                      <a:gd name="T102" fmla="*/ 0 60000 65536"/>
                      <a:gd name="T103" fmla="*/ 0 60000 65536"/>
                      <a:gd name="T104" fmla="*/ 0 60000 65536"/>
                      <a:gd name="T105" fmla="*/ 0 60000 65536"/>
                      <a:gd name="T106" fmla="*/ 0 60000 65536"/>
                      <a:gd name="T107" fmla="*/ 0 60000 65536"/>
                      <a:gd name="T108" fmla="*/ 0 60000 65536"/>
                      <a:gd name="T109" fmla="*/ 0 60000 65536"/>
                      <a:gd name="T110" fmla="*/ 0 60000 65536"/>
                      <a:gd name="T111" fmla="*/ 0 60000 65536"/>
                      <a:gd name="T112" fmla="*/ 0 60000 65536"/>
                      <a:gd name="T113" fmla="*/ 0 60000 65536"/>
                      <a:gd name="T114" fmla="*/ 0 60000 65536"/>
                      <a:gd name="T115" fmla="*/ 0 60000 65536"/>
                      <a:gd name="T116" fmla="*/ 0 60000 65536"/>
                      <a:gd name="T117" fmla="*/ 0 60000 65536"/>
                      <a:gd name="T118" fmla="*/ 0 60000 65536"/>
                      <a:gd name="T119" fmla="*/ 0 60000 65536"/>
                      <a:gd name="T120" fmla="*/ 0 60000 65536"/>
                      <a:gd name="T121" fmla="*/ 0 60000 65536"/>
                      <a:gd name="T122" fmla="*/ 0 60000 65536"/>
                      <a:gd name="T123" fmla="*/ 0 w 717"/>
                      <a:gd name="T124" fmla="*/ 0 h 756"/>
                      <a:gd name="T125" fmla="*/ 717 w 717"/>
                      <a:gd name="T126" fmla="*/ 756 h 756"/>
                    </a:gdLst>
                    <a:ahLst/>
                    <a:cxnLst>
                      <a:cxn ang="T82">
                        <a:pos x="T0" y="T1"/>
                      </a:cxn>
                      <a:cxn ang="T83">
                        <a:pos x="T2" y="T3"/>
                      </a:cxn>
                      <a:cxn ang="T84">
                        <a:pos x="T4" y="T5"/>
                      </a:cxn>
                      <a:cxn ang="T85">
                        <a:pos x="T6" y="T7"/>
                      </a:cxn>
                      <a:cxn ang="T86">
                        <a:pos x="T8" y="T9"/>
                      </a:cxn>
                      <a:cxn ang="T87">
                        <a:pos x="T10" y="T11"/>
                      </a:cxn>
                      <a:cxn ang="T88">
                        <a:pos x="T12" y="T13"/>
                      </a:cxn>
                      <a:cxn ang="T89">
                        <a:pos x="T14" y="T15"/>
                      </a:cxn>
                      <a:cxn ang="T90">
                        <a:pos x="T16" y="T17"/>
                      </a:cxn>
                      <a:cxn ang="T91">
                        <a:pos x="T18" y="T19"/>
                      </a:cxn>
                      <a:cxn ang="T92">
                        <a:pos x="T20" y="T21"/>
                      </a:cxn>
                      <a:cxn ang="T93">
                        <a:pos x="T22" y="T23"/>
                      </a:cxn>
                      <a:cxn ang="T94">
                        <a:pos x="T24" y="T25"/>
                      </a:cxn>
                      <a:cxn ang="T95">
                        <a:pos x="T26" y="T27"/>
                      </a:cxn>
                      <a:cxn ang="T96">
                        <a:pos x="T28" y="T29"/>
                      </a:cxn>
                      <a:cxn ang="T97">
                        <a:pos x="T30" y="T31"/>
                      </a:cxn>
                      <a:cxn ang="T98">
                        <a:pos x="T32" y="T33"/>
                      </a:cxn>
                      <a:cxn ang="T99">
                        <a:pos x="T34" y="T35"/>
                      </a:cxn>
                      <a:cxn ang="T100">
                        <a:pos x="T36" y="T37"/>
                      </a:cxn>
                      <a:cxn ang="T101">
                        <a:pos x="T38" y="T39"/>
                      </a:cxn>
                      <a:cxn ang="T102">
                        <a:pos x="T40" y="T41"/>
                      </a:cxn>
                      <a:cxn ang="T103">
                        <a:pos x="T42" y="T43"/>
                      </a:cxn>
                      <a:cxn ang="T104">
                        <a:pos x="T44" y="T45"/>
                      </a:cxn>
                      <a:cxn ang="T105">
                        <a:pos x="T46" y="T47"/>
                      </a:cxn>
                      <a:cxn ang="T106">
                        <a:pos x="T48" y="T49"/>
                      </a:cxn>
                      <a:cxn ang="T107">
                        <a:pos x="T50" y="T51"/>
                      </a:cxn>
                      <a:cxn ang="T108">
                        <a:pos x="T52" y="T53"/>
                      </a:cxn>
                      <a:cxn ang="T109">
                        <a:pos x="T54" y="T55"/>
                      </a:cxn>
                      <a:cxn ang="T110">
                        <a:pos x="T56" y="T57"/>
                      </a:cxn>
                      <a:cxn ang="T111">
                        <a:pos x="T58" y="T59"/>
                      </a:cxn>
                      <a:cxn ang="T112">
                        <a:pos x="T60" y="T61"/>
                      </a:cxn>
                      <a:cxn ang="T113">
                        <a:pos x="T62" y="T63"/>
                      </a:cxn>
                      <a:cxn ang="T114">
                        <a:pos x="T64" y="T65"/>
                      </a:cxn>
                      <a:cxn ang="T115">
                        <a:pos x="T66" y="T67"/>
                      </a:cxn>
                      <a:cxn ang="T116">
                        <a:pos x="T68" y="T69"/>
                      </a:cxn>
                      <a:cxn ang="T117">
                        <a:pos x="T70" y="T71"/>
                      </a:cxn>
                      <a:cxn ang="T118">
                        <a:pos x="T72" y="T73"/>
                      </a:cxn>
                      <a:cxn ang="T119">
                        <a:pos x="T74" y="T75"/>
                      </a:cxn>
                      <a:cxn ang="T120">
                        <a:pos x="T76" y="T77"/>
                      </a:cxn>
                      <a:cxn ang="T121">
                        <a:pos x="T78" y="T79"/>
                      </a:cxn>
                      <a:cxn ang="T122">
                        <a:pos x="T80" y="T81"/>
                      </a:cxn>
                    </a:cxnLst>
                    <a:rect l="T123" t="T124" r="T125" b="T126"/>
                    <a:pathLst>
                      <a:path w="717" h="756">
                        <a:moveTo>
                          <a:pt x="0" y="756"/>
                        </a:moveTo>
                        <a:lnTo>
                          <a:pt x="52" y="167"/>
                        </a:lnTo>
                        <a:lnTo>
                          <a:pt x="64" y="384"/>
                        </a:lnTo>
                        <a:lnTo>
                          <a:pt x="90" y="103"/>
                        </a:lnTo>
                        <a:lnTo>
                          <a:pt x="116" y="519"/>
                        </a:lnTo>
                        <a:lnTo>
                          <a:pt x="135" y="487"/>
                        </a:lnTo>
                        <a:lnTo>
                          <a:pt x="135" y="359"/>
                        </a:lnTo>
                        <a:lnTo>
                          <a:pt x="167" y="71"/>
                        </a:lnTo>
                        <a:lnTo>
                          <a:pt x="192" y="244"/>
                        </a:lnTo>
                        <a:lnTo>
                          <a:pt x="205" y="96"/>
                        </a:lnTo>
                        <a:lnTo>
                          <a:pt x="218" y="615"/>
                        </a:lnTo>
                        <a:lnTo>
                          <a:pt x="244" y="397"/>
                        </a:lnTo>
                        <a:lnTo>
                          <a:pt x="282" y="519"/>
                        </a:lnTo>
                        <a:lnTo>
                          <a:pt x="308" y="308"/>
                        </a:lnTo>
                        <a:lnTo>
                          <a:pt x="333" y="442"/>
                        </a:lnTo>
                        <a:lnTo>
                          <a:pt x="346" y="352"/>
                        </a:lnTo>
                        <a:lnTo>
                          <a:pt x="365" y="384"/>
                        </a:lnTo>
                        <a:lnTo>
                          <a:pt x="378" y="135"/>
                        </a:lnTo>
                        <a:lnTo>
                          <a:pt x="391" y="301"/>
                        </a:lnTo>
                        <a:lnTo>
                          <a:pt x="384" y="519"/>
                        </a:lnTo>
                        <a:lnTo>
                          <a:pt x="404" y="679"/>
                        </a:lnTo>
                        <a:lnTo>
                          <a:pt x="429" y="628"/>
                        </a:lnTo>
                        <a:lnTo>
                          <a:pt x="442" y="480"/>
                        </a:lnTo>
                        <a:lnTo>
                          <a:pt x="455" y="391"/>
                        </a:lnTo>
                        <a:lnTo>
                          <a:pt x="436" y="506"/>
                        </a:lnTo>
                        <a:lnTo>
                          <a:pt x="461" y="352"/>
                        </a:lnTo>
                        <a:lnTo>
                          <a:pt x="474" y="455"/>
                        </a:lnTo>
                        <a:lnTo>
                          <a:pt x="493" y="519"/>
                        </a:lnTo>
                        <a:lnTo>
                          <a:pt x="512" y="410"/>
                        </a:lnTo>
                        <a:lnTo>
                          <a:pt x="532" y="186"/>
                        </a:lnTo>
                        <a:lnTo>
                          <a:pt x="544" y="231"/>
                        </a:lnTo>
                        <a:lnTo>
                          <a:pt x="570" y="148"/>
                        </a:lnTo>
                        <a:lnTo>
                          <a:pt x="576" y="301"/>
                        </a:lnTo>
                        <a:lnTo>
                          <a:pt x="576" y="730"/>
                        </a:lnTo>
                        <a:lnTo>
                          <a:pt x="647" y="0"/>
                        </a:lnTo>
                        <a:lnTo>
                          <a:pt x="647" y="250"/>
                        </a:lnTo>
                        <a:lnTo>
                          <a:pt x="660" y="333"/>
                        </a:lnTo>
                        <a:lnTo>
                          <a:pt x="685" y="192"/>
                        </a:lnTo>
                        <a:lnTo>
                          <a:pt x="711" y="340"/>
                        </a:lnTo>
                        <a:lnTo>
                          <a:pt x="698" y="429"/>
                        </a:lnTo>
                        <a:lnTo>
                          <a:pt x="717" y="461"/>
                        </a:lnTo>
                      </a:path>
                    </a:pathLst>
                  </a:custGeom>
                  <a:noFill/>
                  <a:ln w="9525">
                    <a:solidFill>
                      <a:srgbClr val="FF0000"/>
                    </a:solidFill>
                    <a:round/>
                    <a:headEnd/>
                    <a:tailEnd/>
                  </a:ln>
                </p:spPr>
                <p:txBody>
                  <a:bodyPr/>
                  <a:lstStyle/>
                  <a:p>
                    <a:endParaRPr lang="en-GB" sz="1600"/>
                  </a:p>
                </p:txBody>
              </p:sp>
              <p:sp>
                <p:nvSpPr>
                  <p:cNvPr id="14695" name="Freeform 78"/>
                  <p:cNvSpPr>
                    <a:spLocks/>
                  </p:cNvSpPr>
                  <p:nvPr/>
                </p:nvSpPr>
                <p:spPr bwMode="auto">
                  <a:xfrm flipH="1">
                    <a:off x="4698" y="1100"/>
                    <a:ext cx="313" cy="756"/>
                  </a:xfrm>
                  <a:custGeom>
                    <a:avLst/>
                    <a:gdLst>
                      <a:gd name="T0" fmla="*/ 0 w 717"/>
                      <a:gd name="T1" fmla="*/ 756 h 756"/>
                      <a:gd name="T2" fmla="*/ 4 w 717"/>
                      <a:gd name="T3" fmla="*/ 167 h 756"/>
                      <a:gd name="T4" fmla="*/ 5 w 717"/>
                      <a:gd name="T5" fmla="*/ 384 h 756"/>
                      <a:gd name="T6" fmla="*/ 7 w 717"/>
                      <a:gd name="T7" fmla="*/ 103 h 756"/>
                      <a:gd name="T8" fmla="*/ 10 w 717"/>
                      <a:gd name="T9" fmla="*/ 519 h 756"/>
                      <a:gd name="T10" fmla="*/ 11 w 717"/>
                      <a:gd name="T11" fmla="*/ 487 h 756"/>
                      <a:gd name="T12" fmla="*/ 11 w 717"/>
                      <a:gd name="T13" fmla="*/ 359 h 756"/>
                      <a:gd name="T14" fmla="*/ 14 w 717"/>
                      <a:gd name="T15" fmla="*/ 71 h 756"/>
                      <a:gd name="T16" fmla="*/ 16 w 717"/>
                      <a:gd name="T17" fmla="*/ 244 h 756"/>
                      <a:gd name="T18" fmla="*/ 17 w 717"/>
                      <a:gd name="T19" fmla="*/ 96 h 756"/>
                      <a:gd name="T20" fmla="*/ 18 w 717"/>
                      <a:gd name="T21" fmla="*/ 615 h 756"/>
                      <a:gd name="T22" fmla="*/ 21 w 717"/>
                      <a:gd name="T23" fmla="*/ 397 h 756"/>
                      <a:gd name="T24" fmla="*/ 24 w 717"/>
                      <a:gd name="T25" fmla="*/ 519 h 756"/>
                      <a:gd name="T26" fmla="*/ 25 w 717"/>
                      <a:gd name="T27" fmla="*/ 308 h 756"/>
                      <a:gd name="T28" fmla="*/ 28 w 717"/>
                      <a:gd name="T29" fmla="*/ 442 h 756"/>
                      <a:gd name="T30" fmla="*/ 29 w 717"/>
                      <a:gd name="T31" fmla="*/ 352 h 756"/>
                      <a:gd name="T32" fmla="*/ 30 w 717"/>
                      <a:gd name="T33" fmla="*/ 384 h 756"/>
                      <a:gd name="T34" fmla="*/ 31 w 717"/>
                      <a:gd name="T35" fmla="*/ 135 h 756"/>
                      <a:gd name="T36" fmla="*/ 33 w 717"/>
                      <a:gd name="T37" fmla="*/ 301 h 756"/>
                      <a:gd name="T38" fmla="*/ 32 w 717"/>
                      <a:gd name="T39" fmla="*/ 519 h 756"/>
                      <a:gd name="T40" fmla="*/ 34 w 717"/>
                      <a:gd name="T41" fmla="*/ 679 h 756"/>
                      <a:gd name="T42" fmla="*/ 36 w 717"/>
                      <a:gd name="T43" fmla="*/ 628 h 756"/>
                      <a:gd name="T44" fmla="*/ 37 w 717"/>
                      <a:gd name="T45" fmla="*/ 480 h 756"/>
                      <a:gd name="T46" fmla="*/ 38 w 717"/>
                      <a:gd name="T47" fmla="*/ 391 h 756"/>
                      <a:gd name="T48" fmla="*/ 36 w 717"/>
                      <a:gd name="T49" fmla="*/ 506 h 756"/>
                      <a:gd name="T50" fmla="*/ 38 w 717"/>
                      <a:gd name="T51" fmla="*/ 352 h 756"/>
                      <a:gd name="T52" fmla="*/ 39 w 717"/>
                      <a:gd name="T53" fmla="*/ 455 h 756"/>
                      <a:gd name="T54" fmla="*/ 41 w 717"/>
                      <a:gd name="T55" fmla="*/ 519 h 756"/>
                      <a:gd name="T56" fmla="*/ 43 w 717"/>
                      <a:gd name="T57" fmla="*/ 410 h 756"/>
                      <a:gd name="T58" fmla="*/ 44 w 717"/>
                      <a:gd name="T59" fmla="*/ 186 h 756"/>
                      <a:gd name="T60" fmla="*/ 45 w 717"/>
                      <a:gd name="T61" fmla="*/ 231 h 756"/>
                      <a:gd name="T62" fmla="*/ 48 w 717"/>
                      <a:gd name="T63" fmla="*/ 148 h 756"/>
                      <a:gd name="T64" fmla="*/ 48 w 717"/>
                      <a:gd name="T65" fmla="*/ 301 h 756"/>
                      <a:gd name="T66" fmla="*/ 48 w 717"/>
                      <a:gd name="T67" fmla="*/ 730 h 756"/>
                      <a:gd name="T68" fmla="*/ 54 w 717"/>
                      <a:gd name="T69" fmla="*/ 0 h 756"/>
                      <a:gd name="T70" fmla="*/ 54 w 717"/>
                      <a:gd name="T71" fmla="*/ 250 h 756"/>
                      <a:gd name="T72" fmla="*/ 55 w 717"/>
                      <a:gd name="T73" fmla="*/ 333 h 756"/>
                      <a:gd name="T74" fmla="*/ 57 w 717"/>
                      <a:gd name="T75" fmla="*/ 192 h 756"/>
                      <a:gd name="T76" fmla="*/ 59 w 717"/>
                      <a:gd name="T77" fmla="*/ 340 h 756"/>
                      <a:gd name="T78" fmla="*/ 58 w 717"/>
                      <a:gd name="T79" fmla="*/ 429 h 756"/>
                      <a:gd name="T80" fmla="*/ 60 w 717"/>
                      <a:gd name="T81" fmla="*/ 461 h 756"/>
                      <a:gd name="T82" fmla="*/ 0 60000 65536"/>
                      <a:gd name="T83" fmla="*/ 0 60000 65536"/>
                      <a:gd name="T84" fmla="*/ 0 60000 65536"/>
                      <a:gd name="T85" fmla="*/ 0 60000 65536"/>
                      <a:gd name="T86" fmla="*/ 0 60000 65536"/>
                      <a:gd name="T87" fmla="*/ 0 60000 65536"/>
                      <a:gd name="T88" fmla="*/ 0 60000 65536"/>
                      <a:gd name="T89" fmla="*/ 0 60000 65536"/>
                      <a:gd name="T90" fmla="*/ 0 60000 65536"/>
                      <a:gd name="T91" fmla="*/ 0 60000 65536"/>
                      <a:gd name="T92" fmla="*/ 0 60000 65536"/>
                      <a:gd name="T93" fmla="*/ 0 60000 65536"/>
                      <a:gd name="T94" fmla="*/ 0 60000 65536"/>
                      <a:gd name="T95" fmla="*/ 0 60000 65536"/>
                      <a:gd name="T96" fmla="*/ 0 60000 65536"/>
                      <a:gd name="T97" fmla="*/ 0 60000 65536"/>
                      <a:gd name="T98" fmla="*/ 0 60000 65536"/>
                      <a:gd name="T99" fmla="*/ 0 60000 65536"/>
                      <a:gd name="T100" fmla="*/ 0 60000 65536"/>
                      <a:gd name="T101" fmla="*/ 0 60000 65536"/>
                      <a:gd name="T102" fmla="*/ 0 60000 65536"/>
                      <a:gd name="T103" fmla="*/ 0 60000 65536"/>
                      <a:gd name="T104" fmla="*/ 0 60000 65536"/>
                      <a:gd name="T105" fmla="*/ 0 60000 65536"/>
                      <a:gd name="T106" fmla="*/ 0 60000 65536"/>
                      <a:gd name="T107" fmla="*/ 0 60000 65536"/>
                      <a:gd name="T108" fmla="*/ 0 60000 65536"/>
                      <a:gd name="T109" fmla="*/ 0 60000 65536"/>
                      <a:gd name="T110" fmla="*/ 0 60000 65536"/>
                      <a:gd name="T111" fmla="*/ 0 60000 65536"/>
                      <a:gd name="T112" fmla="*/ 0 60000 65536"/>
                      <a:gd name="T113" fmla="*/ 0 60000 65536"/>
                      <a:gd name="T114" fmla="*/ 0 60000 65536"/>
                      <a:gd name="T115" fmla="*/ 0 60000 65536"/>
                      <a:gd name="T116" fmla="*/ 0 60000 65536"/>
                      <a:gd name="T117" fmla="*/ 0 60000 65536"/>
                      <a:gd name="T118" fmla="*/ 0 60000 65536"/>
                      <a:gd name="T119" fmla="*/ 0 60000 65536"/>
                      <a:gd name="T120" fmla="*/ 0 60000 65536"/>
                      <a:gd name="T121" fmla="*/ 0 60000 65536"/>
                      <a:gd name="T122" fmla="*/ 0 60000 65536"/>
                      <a:gd name="T123" fmla="*/ 0 w 717"/>
                      <a:gd name="T124" fmla="*/ 0 h 756"/>
                      <a:gd name="T125" fmla="*/ 717 w 717"/>
                      <a:gd name="T126" fmla="*/ 756 h 756"/>
                    </a:gdLst>
                    <a:ahLst/>
                    <a:cxnLst>
                      <a:cxn ang="T82">
                        <a:pos x="T0" y="T1"/>
                      </a:cxn>
                      <a:cxn ang="T83">
                        <a:pos x="T2" y="T3"/>
                      </a:cxn>
                      <a:cxn ang="T84">
                        <a:pos x="T4" y="T5"/>
                      </a:cxn>
                      <a:cxn ang="T85">
                        <a:pos x="T6" y="T7"/>
                      </a:cxn>
                      <a:cxn ang="T86">
                        <a:pos x="T8" y="T9"/>
                      </a:cxn>
                      <a:cxn ang="T87">
                        <a:pos x="T10" y="T11"/>
                      </a:cxn>
                      <a:cxn ang="T88">
                        <a:pos x="T12" y="T13"/>
                      </a:cxn>
                      <a:cxn ang="T89">
                        <a:pos x="T14" y="T15"/>
                      </a:cxn>
                      <a:cxn ang="T90">
                        <a:pos x="T16" y="T17"/>
                      </a:cxn>
                      <a:cxn ang="T91">
                        <a:pos x="T18" y="T19"/>
                      </a:cxn>
                      <a:cxn ang="T92">
                        <a:pos x="T20" y="T21"/>
                      </a:cxn>
                      <a:cxn ang="T93">
                        <a:pos x="T22" y="T23"/>
                      </a:cxn>
                      <a:cxn ang="T94">
                        <a:pos x="T24" y="T25"/>
                      </a:cxn>
                      <a:cxn ang="T95">
                        <a:pos x="T26" y="T27"/>
                      </a:cxn>
                      <a:cxn ang="T96">
                        <a:pos x="T28" y="T29"/>
                      </a:cxn>
                      <a:cxn ang="T97">
                        <a:pos x="T30" y="T31"/>
                      </a:cxn>
                      <a:cxn ang="T98">
                        <a:pos x="T32" y="T33"/>
                      </a:cxn>
                      <a:cxn ang="T99">
                        <a:pos x="T34" y="T35"/>
                      </a:cxn>
                      <a:cxn ang="T100">
                        <a:pos x="T36" y="T37"/>
                      </a:cxn>
                      <a:cxn ang="T101">
                        <a:pos x="T38" y="T39"/>
                      </a:cxn>
                      <a:cxn ang="T102">
                        <a:pos x="T40" y="T41"/>
                      </a:cxn>
                      <a:cxn ang="T103">
                        <a:pos x="T42" y="T43"/>
                      </a:cxn>
                      <a:cxn ang="T104">
                        <a:pos x="T44" y="T45"/>
                      </a:cxn>
                      <a:cxn ang="T105">
                        <a:pos x="T46" y="T47"/>
                      </a:cxn>
                      <a:cxn ang="T106">
                        <a:pos x="T48" y="T49"/>
                      </a:cxn>
                      <a:cxn ang="T107">
                        <a:pos x="T50" y="T51"/>
                      </a:cxn>
                      <a:cxn ang="T108">
                        <a:pos x="T52" y="T53"/>
                      </a:cxn>
                      <a:cxn ang="T109">
                        <a:pos x="T54" y="T55"/>
                      </a:cxn>
                      <a:cxn ang="T110">
                        <a:pos x="T56" y="T57"/>
                      </a:cxn>
                      <a:cxn ang="T111">
                        <a:pos x="T58" y="T59"/>
                      </a:cxn>
                      <a:cxn ang="T112">
                        <a:pos x="T60" y="T61"/>
                      </a:cxn>
                      <a:cxn ang="T113">
                        <a:pos x="T62" y="T63"/>
                      </a:cxn>
                      <a:cxn ang="T114">
                        <a:pos x="T64" y="T65"/>
                      </a:cxn>
                      <a:cxn ang="T115">
                        <a:pos x="T66" y="T67"/>
                      </a:cxn>
                      <a:cxn ang="T116">
                        <a:pos x="T68" y="T69"/>
                      </a:cxn>
                      <a:cxn ang="T117">
                        <a:pos x="T70" y="T71"/>
                      </a:cxn>
                      <a:cxn ang="T118">
                        <a:pos x="T72" y="T73"/>
                      </a:cxn>
                      <a:cxn ang="T119">
                        <a:pos x="T74" y="T75"/>
                      </a:cxn>
                      <a:cxn ang="T120">
                        <a:pos x="T76" y="T77"/>
                      </a:cxn>
                      <a:cxn ang="T121">
                        <a:pos x="T78" y="T79"/>
                      </a:cxn>
                      <a:cxn ang="T122">
                        <a:pos x="T80" y="T81"/>
                      </a:cxn>
                    </a:cxnLst>
                    <a:rect l="T123" t="T124" r="T125" b="T126"/>
                    <a:pathLst>
                      <a:path w="717" h="756">
                        <a:moveTo>
                          <a:pt x="0" y="756"/>
                        </a:moveTo>
                        <a:lnTo>
                          <a:pt x="52" y="167"/>
                        </a:lnTo>
                        <a:lnTo>
                          <a:pt x="64" y="384"/>
                        </a:lnTo>
                        <a:lnTo>
                          <a:pt x="90" y="103"/>
                        </a:lnTo>
                        <a:lnTo>
                          <a:pt x="116" y="519"/>
                        </a:lnTo>
                        <a:lnTo>
                          <a:pt x="135" y="487"/>
                        </a:lnTo>
                        <a:lnTo>
                          <a:pt x="135" y="359"/>
                        </a:lnTo>
                        <a:lnTo>
                          <a:pt x="167" y="71"/>
                        </a:lnTo>
                        <a:lnTo>
                          <a:pt x="192" y="244"/>
                        </a:lnTo>
                        <a:lnTo>
                          <a:pt x="205" y="96"/>
                        </a:lnTo>
                        <a:lnTo>
                          <a:pt x="218" y="615"/>
                        </a:lnTo>
                        <a:lnTo>
                          <a:pt x="244" y="397"/>
                        </a:lnTo>
                        <a:lnTo>
                          <a:pt x="282" y="519"/>
                        </a:lnTo>
                        <a:lnTo>
                          <a:pt x="308" y="308"/>
                        </a:lnTo>
                        <a:lnTo>
                          <a:pt x="333" y="442"/>
                        </a:lnTo>
                        <a:lnTo>
                          <a:pt x="346" y="352"/>
                        </a:lnTo>
                        <a:lnTo>
                          <a:pt x="365" y="384"/>
                        </a:lnTo>
                        <a:lnTo>
                          <a:pt x="378" y="135"/>
                        </a:lnTo>
                        <a:lnTo>
                          <a:pt x="391" y="301"/>
                        </a:lnTo>
                        <a:lnTo>
                          <a:pt x="384" y="519"/>
                        </a:lnTo>
                        <a:lnTo>
                          <a:pt x="404" y="679"/>
                        </a:lnTo>
                        <a:lnTo>
                          <a:pt x="429" y="628"/>
                        </a:lnTo>
                        <a:lnTo>
                          <a:pt x="442" y="480"/>
                        </a:lnTo>
                        <a:lnTo>
                          <a:pt x="455" y="391"/>
                        </a:lnTo>
                        <a:lnTo>
                          <a:pt x="436" y="506"/>
                        </a:lnTo>
                        <a:lnTo>
                          <a:pt x="461" y="352"/>
                        </a:lnTo>
                        <a:lnTo>
                          <a:pt x="474" y="455"/>
                        </a:lnTo>
                        <a:lnTo>
                          <a:pt x="493" y="519"/>
                        </a:lnTo>
                        <a:lnTo>
                          <a:pt x="512" y="410"/>
                        </a:lnTo>
                        <a:lnTo>
                          <a:pt x="532" y="186"/>
                        </a:lnTo>
                        <a:lnTo>
                          <a:pt x="544" y="231"/>
                        </a:lnTo>
                        <a:lnTo>
                          <a:pt x="570" y="148"/>
                        </a:lnTo>
                        <a:lnTo>
                          <a:pt x="576" y="301"/>
                        </a:lnTo>
                        <a:lnTo>
                          <a:pt x="576" y="730"/>
                        </a:lnTo>
                        <a:lnTo>
                          <a:pt x="647" y="0"/>
                        </a:lnTo>
                        <a:lnTo>
                          <a:pt x="647" y="250"/>
                        </a:lnTo>
                        <a:lnTo>
                          <a:pt x="660" y="333"/>
                        </a:lnTo>
                        <a:lnTo>
                          <a:pt x="685" y="192"/>
                        </a:lnTo>
                        <a:lnTo>
                          <a:pt x="711" y="340"/>
                        </a:lnTo>
                        <a:lnTo>
                          <a:pt x="698" y="429"/>
                        </a:lnTo>
                        <a:lnTo>
                          <a:pt x="717" y="461"/>
                        </a:lnTo>
                      </a:path>
                    </a:pathLst>
                  </a:custGeom>
                  <a:noFill/>
                  <a:ln w="9525">
                    <a:solidFill>
                      <a:srgbClr val="FF0000"/>
                    </a:solidFill>
                    <a:round/>
                    <a:headEnd/>
                    <a:tailEnd/>
                  </a:ln>
                </p:spPr>
                <p:txBody>
                  <a:bodyPr/>
                  <a:lstStyle/>
                  <a:p>
                    <a:endParaRPr lang="en-GB" sz="1600"/>
                  </a:p>
                </p:txBody>
              </p:sp>
            </p:grpSp>
            <p:grpSp>
              <p:nvGrpSpPr>
                <p:cNvPr id="15" name="Group 79"/>
                <p:cNvGrpSpPr>
                  <a:grpSpLocks/>
                </p:cNvGrpSpPr>
                <p:nvPr/>
              </p:nvGrpSpPr>
              <p:grpSpPr bwMode="auto">
                <a:xfrm flipH="1">
                  <a:off x="4569" y="1098"/>
                  <a:ext cx="590" cy="801"/>
                  <a:chOff x="3462" y="1100"/>
                  <a:chExt cx="1549" cy="801"/>
                </a:xfrm>
              </p:grpSpPr>
              <p:sp>
                <p:nvSpPr>
                  <p:cNvPr id="14686" name="Freeform 80"/>
                  <p:cNvSpPr>
                    <a:spLocks/>
                  </p:cNvSpPr>
                  <p:nvPr/>
                </p:nvSpPr>
                <p:spPr bwMode="auto">
                  <a:xfrm>
                    <a:off x="3462" y="1126"/>
                    <a:ext cx="313" cy="756"/>
                  </a:xfrm>
                  <a:custGeom>
                    <a:avLst/>
                    <a:gdLst>
                      <a:gd name="T0" fmla="*/ 0 w 717"/>
                      <a:gd name="T1" fmla="*/ 756 h 756"/>
                      <a:gd name="T2" fmla="*/ 4 w 717"/>
                      <a:gd name="T3" fmla="*/ 167 h 756"/>
                      <a:gd name="T4" fmla="*/ 5 w 717"/>
                      <a:gd name="T5" fmla="*/ 384 h 756"/>
                      <a:gd name="T6" fmla="*/ 7 w 717"/>
                      <a:gd name="T7" fmla="*/ 103 h 756"/>
                      <a:gd name="T8" fmla="*/ 10 w 717"/>
                      <a:gd name="T9" fmla="*/ 519 h 756"/>
                      <a:gd name="T10" fmla="*/ 11 w 717"/>
                      <a:gd name="T11" fmla="*/ 487 h 756"/>
                      <a:gd name="T12" fmla="*/ 11 w 717"/>
                      <a:gd name="T13" fmla="*/ 359 h 756"/>
                      <a:gd name="T14" fmla="*/ 14 w 717"/>
                      <a:gd name="T15" fmla="*/ 71 h 756"/>
                      <a:gd name="T16" fmla="*/ 16 w 717"/>
                      <a:gd name="T17" fmla="*/ 244 h 756"/>
                      <a:gd name="T18" fmla="*/ 17 w 717"/>
                      <a:gd name="T19" fmla="*/ 96 h 756"/>
                      <a:gd name="T20" fmla="*/ 18 w 717"/>
                      <a:gd name="T21" fmla="*/ 615 h 756"/>
                      <a:gd name="T22" fmla="*/ 21 w 717"/>
                      <a:gd name="T23" fmla="*/ 397 h 756"/>
                      <a:gd name="T24" fmla="*/ 24 w 717"/>
                      <a:gd name="T25" fmla="*/ 519 h 756"/>
                      <a:gd name="T26" fmla="*/ 25 w 717"/>
                      <a:gd name="T27" fmla="*/ 308 h 756"/>
                      <a:gd name="T28" fmla="*/ 28 w 717"/>
                      <a:gd name="T29" fmla="*/ 442 h 756"/>
                      <a:gd name="T30" fmla="*/ 29 w 717"/>
                      <a:gd name="T31" fmla="*/ 352 h 756"/>
                      <a:gd name="T32" fmla="*/ 30 w 717"/>
                      <a:gd name="T33" fmla="*/ 384 h 756"/>
                      <a:gd name="T34" fmla="*/ 31 w 717"/>
                      <a:gd name="T35" fmla="*/ 135 h 756"/>
                      <a:gd name="T36" fmla="*/ 33 w 717"/>
                      <a:gd name="T37" fmla="*/ 301 h 756"/>
                      <a:gd name="T38" fmla="*/ 32 w 717"/>
                      <a:gd name="T39" fmla="*/ 519 h 756"/>
                      <a:gd name="T40" fmla="*/ 34 w 717"/>
                      <a:gd name="T41" fmla="*/ 679 h 756"/>
                      <a:gd name="T42" fmla="*/ 36 w 717"/>
                      <a:gd name="T43" fmla="*/ 628 h 756"/>
                      <a:gd name="T44" fmla="*/ 37 w 717"/>
                      <a:gd name="T45" fmla="*/ 480 h 756"/>
                      <a:gd name="T46" fmla="*/ 38 w 717"/>
                      <a:gd name="T47" fmla="*/ 391 h 756"/>
                      <a:gd name="T48" fmla="*/ 36 w 717"/>
                      <a:gd name="T49" fmla="*/ 506 h 756"/>
                      <a:gd name="T50" fmla="*/ 38 w 717"/>
                      <a:gd name="T51" fmla="*/ 352 h 756"/>
                      <a:gd name="T52" fmla="*/ 39 w 717"/>
                      <a:gd name="T53" fmla="*/ 455 h 756"/>
                      <a:gd name="T54" fmla="*/ 41 w 717"/>
                      <a:gd name="T55" fmla="*/ 519 h 756"/>
                      <a:gd name="T56" fmla="*/ 43 w 717"/>
                      <a:gd name="T57" fmla="*/ 410 h 756"/>
                      <a:gd name="T58" fmla="*/ 44 w 717"/>
                      <a:gd name="T59" fmla="*/ 186 h 756"/>
                      <a:gd name="T60" fmla="*/ 45 w 717"/>
                      <a:gd name="T61" fmla="*/ 231 h 756"/>
                      <a:gd name="T62" fmla="*/ 48 w 717"/>
                      <a:gd name="T63" fmla="*/ 148 h 756"/>
                      <a:gd name="T64" fmla="*/ 48 w 717"/>
                      <a:gd name="T65" fmla="*/ 301 h 756"/>
                      <a:gd name="T66" fmla="*/ 48 w 717"/>
                      <a:gd name="T67" fmla="*/ 730 h 756"/>
                      <a:gd name="T68" fmla="*/ 54 w 717"/>
                      <a:gd name="T69" fmla="*/ 0 h 756"/>
                      <a:gd name="T70" fmla="*/ 54 w 717"/>
                      <a:gd name="T71" fmla="*/ 250 h 756"/>
                      <a:gd name="T72" fmla="*/ 55 w 717"/>
                      <a:gd name="T73" fmla="*/ 333 h 756"/>
                      <a:gd name="T74" fmla="*/ 57 w 717"/>
                      <a:gd name="T75" fmla="*/ 192 h 756"/>
                      <a:gd name="T76" fmla="*/ 59 w 717"/>
                      <a:gd name="T77" fmla="*/ 340 h 756"/>
                      <a:gd name="T78" fmla="*/ 58 w 717"/>
                      <a:gd name="T79" fmla="*/ 429 h 756"/>
                      <a:gd name="T80" fmla="*/ 60 w 717"/>
                      <a:gd name="T81" fmla="*/ 461 h 756"/>
                      <a:gd name="T82" fmla="*/ 0 60000 65536"/>
                      <a:gd name="T83" fmla="*/ 0 60000 65536"/>
                      <a:gd name="T84" fmla="*/ 0 60000 65536"/>
                      <a:gd name="T85" fmla="*/ 0 60000 65536"/>
                      <a:gd name="T86" fmla="*/ 0 60000 65536"/>
                      <a:gd name="T87" fmla="*/ 0 60000 65536"/>
                      <a:gd name="T88" fmla="*/ 0 60000 65536"/>
                      <a:gd name="T89" fmla="*/ 0 60000 65536"/>
                      <a:gd name="T90" fmla="*/ 0 60000 65536"/>
                      <a:gd name="T91" fmla="*/ 0 60000 65536"/>
                      <a:gd name="T92" fmla="*/ 0 60000 65536"/>
                      <a:gd name="T93" fmla="*/ 0 60000 65536"/>
                      <a:gd name="T94" fmla="*/ 0 60000 65536"/>
                      <a:gd name="T95" fmla="*/ 0 60000 65536"/>
                      <a:gd name="T96" fmla="*/ 0 60000 65536"/>
                      <a:gd name="T97" fmla="*/ 0 60000 65536"/>
                      <a:gd name="T98" fmla="*/ 0 60000 65536"/>
                      <a:gd name="T99" fmla="*/ 0 60000 65536"/>
                      <a:gd name="T100" fmla="*/ 0 60000 65536"/>
                      <a:gd name="T101" fmla="*/ 0 60000 65536"/>
                      <a:gd name="T102" fmla="*/ 0 60000 65536"/>
                      <a:gd name="T103" fmla="*/ 0 60000 65536"/>
                      <a:gd name="T104" fmla="*/ 0 60000 65536"/>
                      <a:gd name="T105" fmla="*/ 0 60000 65536"/>
                      <a:gd name="T106" fmla="*/ 0 60000 65536"/>
                      <a:gd name="T107" fmla="*/ 0 60000 65536"/>
                      <a:gd name="T108" fmla="*/ 0 60000 65536"/>
                      <a:gd name="T109" fmla="*/ 0 60000 65536"/>
                      <a:gd name="T110" fmla="*/ 0 60000 65536"/>
                      <a:gd name="T111" fmla="*/ 0 60000 65536"/>
                      <a:gd name="T112" fmla="*/ 0 60000 65536"/>
                      <a:gd name="T113" fmla="*/ 0 60000 65536"/>
                      <a:gd name="T114" fmla="*/ 0 60000 65536"/>
                      <a:gd name="T115" fmla="*/ 0 60000 65536"/>
                      <a:gd name="T116" fmla="*/ 0 60000 65536"/>
                      <a:gd name="T117" fmla="*/ 0 60000 65536"/>
                      <a:gd name="T118" fmla="*/ 0 60000 65536"/>
                      <a:gd name="T119" fmla="*/ 0 60000 65536"/>
                      <a:gd name="T120" fmla="*/ 0 60000 65536"/>
                      <a:gd name="T121" fmla="*/ 0 60000 65536"/>
                      <a:gd name="T122" fmla="*/ 0 60000 65536"/>
                      <a:gd name="T123" fmla="*/ 0 w 717"/>
                      <a:gd name="T124" fmla="*/ 0 h 756"/>
                      <a:gd name="T125" fmla="*/ 717 w 717"/>
                      <a:gd name="T126" fmla="*/ 756 h 756"/>
                    </a:gdLst>
                    <a:ahLst/>
                    <a:cxnLst>
                      <a:cxn ang="T82">
                        <a:pos x="T0" y="T1"/>
                      </a:cxn>
                      <a:cxn ang="T83">
                        <a:pos x="T2" y="T3"/>
                      </a:cxn>
                      <a:cxn ang="T84">
                        <a:pos x="T4" y="T5"/>
                      </a:cxn>
                      <a:cxn ang="T85">
                        <a:pos x="T6" y="T7"/>
                      </a:cxn>
                      <a:cxn ang="T86">
                        <a:pos x="T8" y="T9"/>
                      </a:cxn>
                      <a:cxn ang="T87">
                        <a:pos x="T10" y="T11"/>
                      </a:cxn>
                      <a:cxn ang="T88">
                        <a:pos x="T12" y="T13"/>
                      </a:cxn>
                      <a:cxn ang="T89">
                        <a:pos x="T14" y="T15"/>
                      </a:cxn>
                      <a:cxn ang="T90">
                        <a:pos x="T16" y="T17"/>
                      </a:cxn>
                      <a:cxn ang="T91">
                        <a:pos x="T18" y="T19"/>
                      </a:cxn>
                      <a:cxn ang="T92">
                        <a:pos x="T20" y="T21"/>
                      </a:cxn>
                      <a:cxn ang="T93">
                        <a:pos x="T22" y="T23"/>
                      </a:cxn>
                      <a:cxn ang="T94">
                        <a:pos x="T24" y="T25"/>
                      </a:cxn>
                      <a:cxn ang="T95">
                        <a:pos x="T26" y="T27"/>
                      </a:cxn>
                      <a:cxn ang="T96">
                        <a:pos x="T28" y="T29"/>
                      </a:cxn>
                      <a:cxn ang="T97">
                        <a:pos x="T30" y="T31"/>
                      </a:cxn>
                      <a:cxn ang="T98">
                        <a:pos x="T32" y="T33"/>
                      </a:cxn>
                      <a:cxn ang="T99">
                        <a:pos x="T34" y="T35"/>
                      </a:cxn>
                      <a:cxn ang="T100">
                        <a:pos x="T36" y="T37"/>
                      </a:cxn>
                      <a:cxn ang="T101">
                        <a:pos x="T38" y="T39"/>
                      </a:cxn>
                      <a:cxn ang="T102">
                        <a:pos x="T40" y="T41"/>
                      </a:cxn>
                      <a:cxn ang="T103">
                        <a:pos x="T42" y="T43"/>
                      </a:cxn>
                      <a:cxn ang="T104">
                        <a:pos x="T44" y="T45"/>
                      </a:cxn>
                      <a:cxn ang="T105">
                        <a:pos x="T46" y="T47"/>
                      </a:cxn>
                      <a:cxn ang="T106">
                        <a:pos x="T48" y="T49"/>
                      </a:cxn>
                      <a:cxn ang="T107">
                        <a:pos x="T50" y="T51"/>
                      </a:cxn>
                      <a:cxn ang="T108">
                        <a:pos x="T52" y="T53"/>
                      </a:cxn>
                      <a:cxn ang="T109">
                        <a:pos x="T54" y="T55"/>
                      </a:cxn>
                      <a:cxn ang="T110">
                        <a:pos x="T56" y="T57"/>
                      </a:cxn>
                      <a:cxn ang="T111">
                        <a:pos x="T58" y="T59"/>
                      </a:cxn>
                      <a:cxn ang="T112">
                        <a:pos x="T60" y="T61"/>
                      </a:cxn>
                      <a:cxn ang="T113">
                        <a:pos x="T62" y="T63"/>
                      </a:cxn>
                      <a:cxn ang="T114">
                        <a:pos x="T64" y="T65"/>
                      </a:cxn>
                      <a:cxn ang="T115">
                        <a:pos x="T66" y="T67"/>
                      </a:cxn>
                      <a:cxn ang="T116">
                        <a:pos x="T68" y="T69"/>
                      </a:cxn>
                      <a:cxn ang="T117">
                        <a:pos x="T70" y="T71"/>
                      </a:cxn>
                      <a:cxn ang="T118">
                        <a:pos x="T72" y="T73"/>
                      </a:cxn>
                      <a:cxn ang="T119">
                        <a:pos x="T74" y="T75"/>
                      </a:cxn>
                      <a:cxn ang="T120">
                        <a:pos x="T76" y="T77"/>
                      </a:cxn>
                      <a:cxn ang="T121">
                        <a:pos x="T78" y="T79"/>
                      </a:cxn>
                      <a:cxn ang="T122">
                        <a:pos x="T80" y="T81"/>
                      </a:cxn>
                    </a:cxnLst>
                    <a:rect l="T123" t="T124" r="T125" b="T126"/>
                    <a:pathLst>
                      <a:path w="717" h="756">
                        <a:moveTo>
                          <a:pt x="0" y="756"/>
                        </a:moveTo>
                        <a:lnTo>
                          <a:pt x="52" y="167"/>
                        </a:lnTo>
                        <a:lnTo>
                          <a:pt x="64" y="384"/>
                        </a:lnTo>
                        <a:lnTo>
                          <a:pt x="90" y="103"/>
                        </a:lnTo>
                        <a:lnTo>
                          <a:pt x="116" y="519"/>
                        </a:lnTo>
                        <a:lnTo>
                          <a:pt x="135" y="487"/>
                        </a:lnTo>
                        <a:lnTo>
                          <a:pt x="135" y="359"/>
                        </a:lnTo>
                        <a:lnTo>
                          <a:pt x="167" y="71"/>
                        </a:lnTo>
                        <a:lnTo>
                          <a:pt x="192" y="244"/>
                        </a:lnTo>
                        <a:lnTo>
                          <a:pt x="205" y="96"/>
                        </a:lnTo>
                        <a:lnTo>
                          <a:pt x="218" y="615"/>
                        </a:lnTo>
                        <a:lnTo>
                          <a:pt x="244" y="397"/>
                        </a:lnTo>
                        <a:lnTo>
                          <a:pt x="282" y="519"/>
                        </a:lnTo>
                        <a:lnTo>
                          <a:pt x="308" y="308"/>
                        </a:lnTo>
                        <a:lnTo>
                          <a:pt x="333" y="442"/>
                        </a:lnTo>
                        <a:lnTo>
                          <a:pt x="346" y="352"/>
                        </a:lnTo>
                        <a:lnTo>
                          <a:pt x="365" y="384"/>
                        </a:lnTo>
                        <a:lnTo>
                          <a:pt x="378" y="135"/>
                        </a:lnTo>
                        <a:lnTo>
                          <a:pt x="391" y="301"/>
                        </a:lnTo>
                        <a:lnTo>
                          <a:pt x="384" y="519"/>
                        </a:lnTo>
                        <a:lnTo>
                          <a:pt x="404" y="679"/>
                        </a:lnTo>
                        <a:lnTo>
                          <a:pt x="429" y="628"/>
                        </a:lnTo>
                        <a:lnTo>
                          <a:pt x="442" y="480"/>
                        </a:lnTo>
                        <a:lnTo>
                          <a:pt x="455" y="391"/>
                        </a:lnTo>
                        <a:lnTo>
                          <a:pt x="436" y="506"/>
                        </a:lnTo>
                        <a:lnTo>
                          <a:pt x="461" y="352"/>
                        </a:lnTo>
                        <a:lnTo>
                          <a:pt x="474" y="455"/>
                        </a:lnTo>
                        <a:lnTo>
                          <a:pt x="493" y="519"/>
                        </a:lnTo>
                        <a:lnTo>
                          <a:pt x="512" y="410"/>
                        </a:lnTo>
                        <a:lnTo>
                          <a:pt x="532" y="186"/>
                        </a:lnTo>
                        <a:lnTo>
                          <a:pt x="544" y="231"/>
                        </a:lnTo>
                        <a:lnTo>
                          <a:pt x="570" y="148"/>
                        </a:lnTo>
                        <a:lnTo>
                          <a:pt x="576" y="301"/>
                        </a:lnTo>
                        <a:lnTo>
                          <a:pt x="576" y="730"/>
                        </a:lnTo>
                        <a:lnTo>
                          <a:pt x="647" y="0"/>
                        </a:lnTo>
                        <a:lnTo>
                          <a:pt x="647" y="250"/>
                        </a:lnTo>
                        <a:lnTo>
                          <a:pt x="660" y="333"/>
                        </a:lnTo>
                        <a:lnTo>
                          <a:pt x="685" y="192"/>
                        </a:lnTo>
                        <a:lnTo>
                          <a:pt x="711" y="340"/>
                        </a:lnTo>
                        <a:lnTo>
                          <a:pt x="698" y="429"/>
                        </a:lnTo>
                        <a:lnTo>
                          <a:pt x="717" y="461"/>
                        </a:lnTo>
                      </a:path>
                    </a:pathLst>
                  </a:custGeom>
                  <a:noFill/>
                  <a:ln w="9525">
                    <a:solidFill>
                      <a:srgbClr val="FF0000"/>
                    </a:solidFill>
                    <a:round/>
                    <a:headEnd/>
                    <a:tailEnd/>
                  </a:ln>
                </p:spPr>
                <p:txBody>
                  <a:bodyPr/>
                  <a:lstStyle/>
                  <a:p>
                    <a:endParaRPr lang="en-GB" sz="1600"/>
                  </a:p>
                </p:txBody>
              </p:sp>
              <p:sp>
                <p:nvSpPr>
                  <p:cNvPr id="14687" name="Freeform 81"/>
                  <p:cNvSpPr>
                    <a:spLocks/>
                  </p:cNvSpPr>
                  <p:nvPr/>
                </p:nvSpPr>
                <p:spPr bwMode="auto">
                  <a:xfrm flipH="1" flipV="1">
                    <a:off x="3770" y="1145"/>
                    <a:ext cx="313" cy="756"/>
                  </a:xfrm>
                  <a:custGeom>
                    <a:avLst/>
                    <a:gdLst>
                      <a:gd name="T0" fmla="*/ 0 w 717"/>
                      <a:gd name="T1" fmla="*/ 756 h 756"/>
                      <a:gd name="T2" fmla="*/ 4 w 717"/>
                      <a:gd name="T3" fmla="*/ 167 h 756"/>
                      <a:gd name="T4" fmla="*/ 5 w 717"/>
                      <a:gd name="T5" fmla="*/ 384 h 756"/>
                      <a:gd name="T6" fmla="*/ 7 w 717"/>
                      <a:gd name="T7" fmla="*/ 103 h 756"/>
                      <a:gd name="T8" fmla="*/ 10 w 717"/>
                      <a:gd name="T9" fmla="*/ 519 h 756"/>
                      <a:gd name="T10" fmla="*/ 11 w 717"/>
                      <a:gd name="T11" fmla="*/ 487 h 756"/>
                      <a:gd name="T12" fmla="*/ 11 w 717"/>
                      <a:gd name="T13" fmla="*/ 359 h 756"/>
                      <a:gd name="T14" fmla="*/ 14 w 717"/>
                      <a:gd name="T15" fmla="*/ 71 h 756"/>
                      <a:gd name="T16" fmla="*/ 16 w 717"/>
                      <a:gd name="T17" fmla="*/ 244 h 756"/>
                      <a:gd name="T18" fmla="*/ 17 w 717"/>
                      <a:gd name="T19" fmla="*/ 96 h 756"/>
                      <a:gd name="T20" fmla="*/ 18 w 717"/>
                      <a:gd name="T21" fmla="*/ 615 h 756"/>
                      <a:gd name="T22" fmla="*/ 21 w 717"/>
                      <a:gd name="T23" fmla="*/ 397 h 756"/>
                      <a:gd name="T24" fmla="*/ 24 w 717"/>
                      <a:gd name="T25" fmla="*/ 519 h 756"/>
                      <a:gd name="T26" fmla="*/ 25 w 717"/>
                      <a:gd name="T27" fmla="*/ 308 h 756"/>
                      <a:gd name="T28" fmla="*/ 28 w 717"/>
                      <a:gd name="T29" fmla="*/ 442 h 756"/>
                      <a:gd name="T30" fmla="*/ 29 w 717"/>
                      <a:gd name="T31" fmla="*/ 352 h 756"/>
                      <a:gd name="T32" fmla="*/ 30 w 717"/>
                      <a:gd name="T33" fmla="*/ 384 h 756"/>
                      <a:gd name="T34" fmla="*/ 31 w 717"/>
                      <a:gd name="T35" fmla="*/ 135 h 756"/>
                      <a:gd name="T36" fmla="*/ 33 w 717"/>
                      <a:gd name="T37" fmla="*/ 301 h 756"/>
                      <a:gd name="T38" fmla="*/ 32 w 717"/>
                      <a:gd name="T39" fmla="*/ 519 h 756"/>
                      <a:gd name="T40" fmla="*/ 34 w 717"/>
                      <a:gd name="T41" fmla="*/ 679 h 756"/>
                      <a:gd name="T42" fmla="*/ 36 w 717"/>
                      <a:gd name="T43" fmla="*/ 628 h 756"/>
                      <a:gd name="T44" fmla="*/ 37 w 717"/>
                      <a:gd name="T45" fmla="*/ 480 h 756"/>
                      <a:gd name="T46" fmla="*/ 38 w 717"/>
                      <a:gd name="T47" fmla="*/ 391 h 756"/>
                      <a:gd name="T48" fmla="*/ 36 w 717"/>
                      <a:gd name="T49" fmla="*/ 506 h 756"/>
                      <a:gd name="T50" fmla="*/ 38 w 717"/>
                      <a:gd name="T51" fmla="*/ 352 h 756"/>
                      <a:gd name="T52" fmla="*/ 39 w 717"/>
                      <a:gd name="T53" fmla="*/ 455 h 756"/>
                      <a:gd name="T54" fmla="*/ 41 w 717"/>
                      <a:gd name="T55" fmla="*/ 519 h 756"/>
                      <a:gd name="T56" fmla="*/ 43 w 717"/>
                      <a:gd name="T57" fmla="*/ 410 h 756"/>
                      <a:gd name="T58" fmla="*/ 44 w 717"/>
                      <a:gd name="T59" fmla="*/ 186 h 756"/>
                      <a:gd name="T60" fmla="*/ 45 w 717"/>
                      <a:gd name="T61" fmla="*/ 231 h 756"/>
                      <a:gd name="T62" fmla="*/ 48 w 717"/>
                      <a:gd name="T63" fmla="*/ 148 h 756"/>
                      <a:gd name="T64" fmla="*/ 48 w 717"/>
                      <a:gd name="T65" fmla="*/ 301 h 756"/>
                      <a:gd name="T66" fmla="*/ 48 w 717"/>
                      <a:gd name="T67" fmla="*/ 730 h 756"/>
                      <a:gd name="T68" fmla="*/ 54 w 717"/>
                      <a:gd name="T69" fmla="*/ 0 h 756"/>
                      <a:gd name="T70" fmla="*/ 54 w 717"/>
                      <a:gd name="T71" fmla="*/ 250 h 756"/>
                      <a:gd name="T72" fmla="*/ 55 w 717"/>
                      <a:gd name="T73" fmla="*/ 333 h 756"/>
                      <a:gd name="T74" fmla="*/ 57 w 717"/>
                      <a:gd name="T75" fmla="*/ 192 h 756"/>
                      <a:gd name="T76" fmla="*/ 59 w 717"/>
                      <a:gd name="T77" fmla="*/ 340 h 756"/>
                      <a:gd name="T78" fmla="*/ 58 w 717"/>
                      <a:gd name="T79" fmla="*/ 429 h 756"/>
                      <a:gd name="T80" fmla="*/ 60 w 717"/>
                      <a:gd name="T81" fmla="*/ 461 h 756"/>
                      <a:gd name="T82" fmla="*/ 0 60000 65536"/>
                      <a:gd name="T83" fmla="*/ 0 60000 65536"/>
                      <a:gd name="T84" fmla="*/ 0 60000 65536"/>
                      <a:gd name="T85" fmla="*/ 0 60000 65536"/>
                      <a:gd name="T86" fmla="*/ 0 60000 65536"/>
                      <a:gd name="T87" fmla="*/ 0 60000 65536"/>
                      <a:gd name="T88" fmla="*/ 0 60000 65536"/>
                      <a:gd name="T89" fmla="*/ 0 60000 65536"/>
                      <a:gd name="T90" fmla="*/ 0 60000 65536"/>
                      <a:gd name="T91" fmla="*/ 0 60000 65536"/>
                      <a:gd name="T92" fmla="*/ 0 60000 65536"/>
                      <a:gd name="T93" fmla="*/ 0 60000 65536"/>
                      <a:gd name="T94" fmla="*/ 0 60000 65536"/>
                      <a:gd name="T95" fmla="*/ 0 60000 65536"/>
                      <a:gd name="T96" fmla="*/ 0 60000 65536"/>
                      <a:gd name="T97" fmla="*/ 0 60000 65536"/>
                      <a:gd name="T98" fmla="*/ 0 60000 65536"/>
                      <a:gd name="T99" fmla="*/ 0 60000 65536"/>
                      <a:gd name="T100" fmla="*/ 0 60000 65536"/>
                      <a:gd name="T101" fmla="*/ 0 60000 65536"/>
                      <a:gd name="T102" fmla="*/ 0 60000 65536"/>
                      <a:gd name="T103" fmla="*/ 0 60000 65536"/>
                      <a:gd name="T104" fmla="*/ 0 60000 65536"/>
                      <a:gd name="T105" fmla="*/ 0 60000 65536"/>
                      <a:gd name="T106" fmla="*/ 0 60000 65536"/>
                      <a:gd name="T107" fmla="*/ 0 60000 65536"/>
                      <a:gd name="T108" fmla="*/ 0 60000 65536"/>
                      <a:gd name="T109" fmla="*/ 0 60000 65536"/>
                      <a:gd name="T110" fmla="*/ 0 60000 65536"/>
                      <a:gd name="T111" fmla="*/ 0 60000 65536"/>
                      <a:gd name="T112" fmla="*/ 0 60000 65536"/>
                      <a:gd name="T113" fmla="*/ 0 60000 65536"/>
                      <a:gd name="T114" fmla="*/ 0 60000 65536"/>
                      <a:gd name="T115" fmla="*/ 0 60000 65536"/>
                      <a:gd name="T116" fmla="*/ 0 60000 65536"/>
                      <a:gd name="T117" fmla="*/ 0 60000 65536"/>
                      <a:gd name="T118" fmla="*/ 0 60000 65536"/>
                      <a:gd name="T119" fmla="*/ 0 60000 65536"/>
                      <a:gd name="T120" fmla="*/ 0 60000 65536"/>
                      <a:gd name="T121" fmla="*/ 0 60000 65536"/>
                      <a:gd name="T122" fmla="*/ 0 60000 65536"/>
                      <a:gd name="T123" fmla="*/ 0 w 717"/>
                      <a:gd name="T124" fmla="*/ 0 h 756"/>
                      <a:gd name="T125" fmla="*/ 717 w 717"/>
                      <a:gd name="T126" fmla="*/ 756 h 756"/>
                    </a:gdLst>
                    <a:ahLst/>
                    <a:cxnLst>
                      <a:cxn ang="T82">
                        <a:pos x="T0" y="T1"/>
                      </a:cxn>
                      <a:cxn ang="T83">
                        <a:pos x="T2" y="T3"/>
                      </a:cxn>
                      <a:cxn ang="T84">
                        <a:pos x="T4" y="T5"/>
                      </a:cxn>
                      <a:cxn ang="T85">
                        <a:pos x="T6" y="T7"/>
                      </a:cxn>
                      <a:cxn ang="T86">
                        <a:pos x="T8" y="T9"/>
                      </a:cxn>
                      <a:cxn ang="T87">
                        <a:pos x="T10" y="T11"/>
                      </a:cxn>
                      <a:cxn ang="T88">
                        <a:pos x="T12" y="T13"/>
                      </a:cxn>
                      <a:cxn ang="T89">
                        <a:pos x="T14" y="T15"/>
                      </a:cxn>
                      <a:cxn ang="T90">
                        <a:pos x="T16" y="T17"/>
                      </a:cxn>
                      <a:cxn ang="T91">
                        <a:pos x="T18" y="T19"/>
                      </a:cxn>
                      <a:cxn ang="T92">
                        <a:pos x="T20" y="T21"/>
                      </a:cxn>
                      <a:cxn ang="T93">
                        <a:pos x="T22" y="T23"/>
                      </a:cxn>
                      <a:cxn ang="T94">
                        <a:pos x="T24" y="T25"/>
                      </a:cxn>
                      <a:cxn ang="T95">
                        <a:pos x="T26" y="T27"/>
                      </a:cxn>
                      <a:cxn ang="T96">
                        <a:pos x="T28" y="T29"/>
                      </a:cxn>
                      <a:cxn ang="T97">
                        <a:pos x="T30" y="T31"/>
                      </a:cxn>
                      <a:cxn ang="T98">
                        <a:pos x="T32" y="T33"/>
                      </a:cxn>
                      <a:cxn ang="T99">
                        <a:pos x="T34" y="T35"/>
                      </a:cxn>
                      <a:cxn ang="T100">
                        <a:pos x="T36" y="T37"/>
                      </a:cxn>
                      <a:cxn ang="T101">
                        <a:pos x="T38" y="T39"/>
                      </a:cxn>
                      <a:cxn ang="T102">
                        <a:pos x="T40" y="T41"/>
                      </a:cxn>
                      <a:cxn ang="T103">
                        <a:pos x="T42" y="T43"/>
                      </a:cxn>
                      <a:cxn ang="T104">
                        <a:pos x="T44" y="T45"/>
                      </a:cxn>
                      <a:cxn ang="T105">
                        <a:pos x="T46" y="T47"/>
                      </a:cxn>
                      <a:cxn ang="T106">
                        <a:pos x="T48" y="T49"/>
                      </a:cxn>
                      <a:cxn ang="T107">
                        <a:pos x="T50" y="T51"/>
                      </a:cxn>
                      <a:cxn ang="T108">
                        <a:pos x="T52" y="T53"/>
                      </a:cxn>
                      <a:cxn ang="T109">
                        <a:pos x="T54" y="T55"/>
                      </a:cxn>
                      <a:cxn ang="T110">
                        <a:pos x="T56" y="T57"/>
                      </a:cxn>
                      <a:cxn ang="T111">
                        <a:pos x="T58" y="T59"/>
                      </a:cxn>
                      <a:cxn ang="T112">
                        <a:pos x="T60" y="T61"/>
                      </a:cxn>
                      <a:cxn ang="T113">
                        <a:pos x="T62" y="T63"/>
                      </a:cxn>
                      <a:cxn ang="T114">
                        <a:pos x="T64" y="T65"/>
                      </a:cxn>
                      <a:cxn ang="T115">
                        <a:pos x="T66" y="T67"/>
                      </a:cxn>
                      <a:cxn ang="T116">
                        <a:pos x="T68" y="T69"/>
                      </a:cxn>
                      <a:cxn ang="T117">
                        <a:pos x="T70" y="T71"/>
                      </a:cxn>
                      <a:cxn ang="T118">
                        <a:pos x="T72" y="T73"/>
                      </a:cxn>
                      <a:cxn ang="T119">
                        <a:pos x="T74" y="T75"/>
                      </a:cxn>
                      <a:cxn ang="T120">
                        <a:pos x="T76" y="T77"/>
                      </a:cxn>
                      <a:cxn ang="T121">
                        <a:pos x="T78" y="T79"/>
                      </a:cxn>
                      <a:cxn ang="T122">
                        <a:pos x="T80" y="T81"/>
                      </a:cxn>
                    </a:cxnLst>
                    <a:rect l="T123" t="T124" r="T125" b="T126"/>
                    <a:pathLst>
                      <a:path w="717" h="756">
                        <a:moveTo>
                          <a:pt x="0" y="756"/>
                        </a:moveTo>
                        <a:lnTo>
                          <a:pt x="52" y="167"/>
                        </a:lnTo>
                        <a:lnTo>
                          <a:pt x="64" y="384"/>
                        </a:lnTo>
                        <a:lnTo>
                          <a:pt x="90" y="103"/>
                        </a:lnTo>
                        <a:lnTo>
                          <a:pt x="116" y="519"/>
                        </a:lnTo>
                        <a:lnTo>
                          <a:pt x="135" y="487"/>
                        </a:lnTo>
                        <a:lnTo>
                          <a:pt x="135" y="359"/>
                        </a:lnTo>
                        <a:lnTo>
                          <a:pt x="167" y="71"/>
                        </a:lnTo>
                        <a:lnTo>
                          <a:pt x="192" y="244"/>
                        </a:lnTo>
                        <a:lnTo>
                          <a:pt x="205" y="96"/>
                        </a:lnTo>
                        <a:lnTo>
                          <a:pt x="218" y="615"/>
                        </a:lnTo>
                        <a:lnTo>
                          <a:pt x="244" y="397"/>
                        </a:lnTo>
                        <a:lnTo>
                          <a:pt x="282" y="519"/>
                        </a:lnTo>
                        <a:lnTo>
                          <a:pt x="308" y="308"/>
                        </a:lnTo>
                        <a:lnTo>
                          <a:pt x="333" y="442"/>
                        </a:lnTo>
                        <a:lnTo>
                          <a:pt x="346" y="352"/>
                        </a:lnTo>
                        <a:lnTo>
                          <a:pt x="365" y="384"/>
                        </a:lnTo>
                        <a:lnTo>
                          <a:pt x="378" y="135"/>
                        </a:lnTo>
                        <a:lnTo>
                          <a:pt x="391" y="301"/>
                        </a:lnTo>
                        <a:lnTo>
                          <a:pt x="384" y="519"/>
                        </a:lnTo>
                        <a:lnTo>
                          <a:pt x="404" y="679"/>
                        </a:lnTo>
                        <a:lnTo>
                          <a:pt x="429" y="628"/>
                        </a:lnTo>
                        <a:lnTo>
                          <a:pt x="442" y="480"/>
                        </a:lnTo>
                        <a:lnTo>
                          <a:pt x="455" y="391"/>
                        </a:lnTo>
                        <a:lnTo>
                          <a:pt x="436" y="506"/>
                        </a:lnTo>
                        <a:lnTo>
                          <a:pt x="461" y="352"/>
                        </a:lnTo>
                        <a:lnTo>
                          <a:pt x="474" y="455"/>
                        </a:lnTo>
                        <a:lnTo>
                          <a:pt x="493" y="519"/>
                        </a:lnTo>
                        <a:lnTo>
                          <a:pt x="512" y="410"/>
                        </a:lnTo>
                        <a:lnTo>
                          <a:pt x="532" y="186"/>
                        </a:lnTo>
                        <a:lnTo>
                          <a:pt x="544" y="231"/>
                        </a:lnTo>
                        <a:lnTo>
                          <a:pt x="570" y="148"/>
                        </a:lnTo>
                        <a:lnTo>
                          <a:pt x="576" y="301"/>
                        </a:lnTo>
                        <a:lnTo>
                          <a:pt x="576" y="730"/>
                        </a:lnTo>
                        <a:lnTo>
                          <a:pt x="647" y="0"/>
                        </a:lnTo>
                        <a:lnTo>
                          <a:pt x="647" y="250"/>
                        </a:lnTo>
                        <a:lnTo>
                          <a:pt x="660" y="333"/>
                        </a:lnTo>
                        <a:lnTo>
                          <a:pt x="685" y="192"/>
                        </a:lnTo>
                        <a:lnTo>
                          <a:pt x="711" y="340"/>
                        </a:lnTo>
                        <a:lnTo>
                          <a:pt x="698" y="429"/>
                        </a:lnTo>
                        <a:lnTo>
                          <a:pt x="717" y="461"/>
                        </a:lnTo>
                      </a:path>
                    </a:pathLst>
                  </a:custGeom>
                  <a:noFill/>
                  <a:ln w="9525">
                    <a:solidFill>
                      <a:srgbClr val="FF0000"/>
                    </a:solidFill>
                    <a:round/>
                    <a:headEnd/>
                    <a:tailEnd/>
                  </a:ln>
                </p:spPr>
                <p:txBody>
                  <a:bodyPr/>
                  <a:lstStyle/>
                  <a:p>
                    <a:endParaRPr lang="en-GB" sz="1600"/>
                  </a:p>
                </p:txBody>
              </p:sp>
              <p:sp>
                <p:nvSpPr>
                  <p:cNvPr id="14688" name="Freeform 82"/>
                  <p:cNvSpPr>
                    <a:spLocks/>
                  </p:cNvSpPr>
                  <p:nvPr/>
                </p:nvSpPr>
                <p:spPr bwMode="auto">
                  <a:xfrm flipH="1">
                    <a:off x="4077" y="1119"/>
                    <a:ext cx="313" cy="756"/>
                  </a:xfrm>
                  <a:custGeom>
                    <a:avLst/>
                    <a:gdLst>
                      <a:gd name="T0" fmla="*/ 0 w 717"/>
                      <a:gd name="T1" fmla="*/ 756 h 756"/>
                      <a:gd name="T2" fmla="*/ 4 w 717"/>
                      <a:gd name="T3" fmla="*/ 167 h 756"/>
                      <a:gd name="T4" fmla="*/ 5 w 717"/>
                      <a:gd name="T5" fmla="*/ 384 h 756"/>
                      <a:gd name="T6" fmla="*/ 7 w 717"/>
                      <a:gd name="T7" fmla="*/ 103 h 756"/>
                      <a:gd name="T8" fmla="*/ 10 w 717"/>
                      <a:gd name="T9" fmla="*/ 519 h 756"/>
                      <a:gd name="T10" fmla="*/ 11 w 717"/>
                      <a:gd name="T11" fmla="*/ 487 h 756"/>
                      <a:gd name="T12" fmla="*/ 11 w 717"/>
                      <a:gd name="T13" fmla="*/ 359 h 756"/>
                      <a:gd name="T14" fmla="*/ 14 w 717"/>
                      <a:gd name="T15" fmla="*/ 71 h 756"/>
                      <a:gd name="T16" fmla="*/ 16 w 717"/>
                      <a:gd name="T17" fmla="*/ 244 h 756"/>
                      <a:gd name="T18" fmla="*/ 17 w 717"/>
                      <a:gd name="T19" fmla="*/ 96 h 756"/>
                      <a:gd name="T20" fmla="*/ 18 w 717"/>
                      <a:gd name="T21" fmla="*/ 615 h 756"/>
                      <a:gd name="T22" fmla="*/ 21 w 717"/>
                      <a:gd name="T23" fmla="*/ 397 h 756"/>
                      <a:gd name="T24" fmla="*/ 24 w 717"/>
                      <a:gd name="T25" fmla="*/ 519 h 756"/>
                      <a:gd name="T26" fmla="*/ 25 w 717"/>
                      <a:gd name="T27" fmla="*/ 308 h 756"/>
                      <a:gd name="T28" fmla="*/ 28 w 717"/>
                      <a:gd name="T29" fmla="*/ 442 h 756"/>
                      <a:gd name="T30" fmla="*/ 29 w 717"/>
                      <a:gd name="T31" fmla="*/ 352 h 756"/>
                      <a:gd name="T32" fmla="*/ 30 w 717"/>
                      <a:gd name="T33" fmla="*/ 384 h 756"/>
                      <a:gd name="T34" fmla="*/ 31 w 717"/>
                      <a:gd name="T35" fmla="*/ 135 h 756"/>
                      <a:gd name="T36" fmla="*/ 33 w 717"/>
                      <a:gd name="T37" fmla="*/ 301 h 756"/>
                      <a:gd name="T38" fmla="*/ 32 w 717"/>
                      <a:gd name="T39" fmla="*/ 519 h 756"/>
                      <a:gd name="T40" fmla="*/ 34 w 717"/>
                      <a:gd name="T41" fmla="*/ 679 h 756"/>
                      <a:gd name="T42" fmla="*/ 36 w 717"/>
                      <a:gd name="T43" fmla="*/ 628 h 756"/>
                      <a:gd name="T44" fmla="*/ 37 w 717"/>
                      <a:gd name="T45" fmla="*/ 480 h 756"/>
                      <a:gd name="T46" fmla="*/ 38 w 717"/>
                      <a:gd name="T47" fmla="*/ 391 h 756"/>
                      <a:gd name="T48" fmla="*/ 36 w 717"/>
                      <a:gd name="T49" fmla="*/ 506 h 756"/>
                      <a:gd name="T50" fmla="*/ 38 w 717"/>
                      <a:gd name="T51" fmla="*/ 352 h 756"/>
                      <a:gd name="T52" fmla="*/ 39 w 717"/>
                      <a:gd name="T53" fmla="*/ 455 h 756"/>
                      <a:gd name="T54" fmla="*/ 41 w 717"/>
                      <a:gd name="T55" fmla="*/ 519 h 756"/>
                      <a:gd name="T56" fmla="*/ 43 w 717"/>
                      <a:gd name="T57" fmla="*/ 410 h 756"/>
                      <a:gd name="T58" fmla="*/ 44 w 717"/>
                      <a:gd name="T59" fmla="*/ 186 h 756"/>
                      <a:gd name="T60" fmla="*/ 45 w 717"/>
                      <a:gd name="T61" fmla="*/ 231 h 756"/>
                      <a:gd name="T62" fmla="*/ 48 w 717"/>
                      <a:gd name="T63" fmla="*/ 148 h 756"/>
                      <a:gd name="T64" fmla="*/ 48 w 717"/>
                      <a:gd name="T65" fmla="*/ 301 h 756"/>
                      <a:gd name="T66" fmla="*/ 48 w 717"/>
                      <a:gd name="T67" fmla="*/ 730 h 756"/>
                      <a:gd name="T68" fmla="*/ 54 w 717"/>
                      <a:gd name="T69" fmla="*/ 0 h 756"/>
                      <a:gd name="T70" fmla="*/ 54 w 717"/>
                      <a:gd name="T71" fmla="*/ 250 h 756"/>
                      <a:gd name="T72" fmla="*/ 55 w 717"/>
                      <a:gd name="T73" fmla="*/ 333 h 756"/>
                      <a:gd name="T74" fmla="*/ 57 w 717"/>
                      <a:gd name="T75" fmla="*/ 192 h 756"/>
                      <a:gd name="T76" fmla="*/ 59 w 717"/>
                      <a:gd name="T77" fmla="*/ 340 h 756"/>
                      <a:gd name="T78" fmla="*/ 58 w 717"/>
                      <a:gd name="T79" fmla="*/ 429 h 756"/>
                      <a:gd name="T80" fmla="*/ 60 w 717"/>
                      <a:gd name="T81" fmla="*/ 461 h 756"/>
                      <a:gd name="T82" fmla="*/ 0 60000 65536"/>
                      <a:gd name="T83" fmla="*/ 0 60000 65536"/>
                      <a:gd name="T84" fmla="*/ 0 60000 65536"/>
                      <a:gd name="T85" fmla="*/ 0 60000 65536"/>
                      <a:gd name="T86" fmla="*/ 0 60000 65536"/>
                      <a:gd name="T87" fmla="*/ 0 60000 65536"/>
                      <a:gd name="T88" fmla="*/ 0 60000 65536"/>
                      <a:gd name="T89" fmla="*/ 0 60000 65536"/>
                      <a:gd name="T90" fmla="*/ 0 60000 65536"/>
                      <a:gd name="T91" fmla="*/ 0 60000 65536"/>
                      <a:gd name="T92" fmla="*/ 0 60000 65536"/>
                      <a:gd name="T93" fmla="*/ 0 60000 65536"/>
                      <a:gd name="T94" fmla="*/ 0 60000 65536"/>
                      <a:gd name="T95" fmla="*/ 0 60000 65536"/>
                      <a:gd name="T96" fmla="*/ 0 60000 65536"/>
                      <a:gd name="T97" fmla="*/ 0 60000 65536"/>
                      <a:gd name="T98" fmla="*/ 0 60000 65536"/>
                      <a:gd name="T99" fmla="*/ 0 60000 65536"/>
                      <a:gd name="T100" fmla="*/ 0 60000 65536"/>
                      <a:gd name="T101" fmla="*/ 0 60000 65536"/>
                      <a:gd name="T102" fmla="*/ 0 60000 65536"/>
                      <a:gd name="T103" fmla="*/ 0 60000 65536"/>
                      <a:gd name="T104" fmla="*/ 0 60000 65536"/>
                      <a:gd name="T105" fmla="*/ 0 60000 65536"/>
                      <a:gd name="T106" fmla="*/ 0 60000 65536"/>
                      <a:gd name="T107" fmla="*/ 0 60000 65536"/>
                      <a:gd name="T108" fmla="*/ 0 60000 65536"/>
                      <a:gd name="T109" fmla="*/ 0 60000 65536"/>
                      <a:gd name="T110" fmla="*/ 0 60000 65536"/>
                      <a:gd name="T111" fmla="*/ 0 60000 65536"/>
                      <a:gd name="T112" fmla="*/ 0 60000 65536"/>
                      <a:gd name="T113" fmla="*/ 0 60000 65536"/>
                      <a:gd name="T114" fmla="*/ 0 60000 65536"/>
                      <a:gd name="T115" fmla="*/ 0 60000 65536"/>
                      <a:gd name="T116" fmla="*/ 0 60000 65536"/>
                      <a:gd name="T117" fmla="*/ 0 60000 65536"/>
                      <a:gd name="T118" fmla="*/ 0 60000 65536"/>
                      <a:gd name="T119" fmla="*/ 0 60000 65536"/>
                      <a:gd name="T120" fmla="*/ 0 60000 65536"/>
                      <a:gd name="T121" fmla="*/ 0 60000 65536"/>
                      <a:gd name="T122" fmla="*/ 0 60000 65536"/>
                      <a:gd name="T123" fmla="*/ 0 w 717"/>
                      <a:gd name="T124" fmla="*/ 0 h 756"/>
                      <a:gd name="T125" fmla="*/ 717 w 717"/>
                      <a:gd name="T126" fmla="*/ 756 h 756"/>
                    </a:gdLst>
                    <a:ahLst/>
                    <a:cxnLst>
                      <a:cxn ang="T82">
                        <a:pos x="T0" y="T1"/>
                      </a:cxn>
                      <a:cxn ang="T83">
                        <a:pos x="T2" y="T3"/>
                      </a:cxn>
                      <a:cxn ang="T84">
                        <a:pos x="T4" y="T5"/>
                      </a:cxn>
                      <a:cxn ang="T85">
                        <a:pos x="T6" y="T7"/>
                      </a:cxn>
                      <a:cxn ang="T86">
                        <a:pos x="T8" y="T9"/>
                      </a:cxn>
                      <a:cxn ang="T87">
                        <a:pos x="T10" y="T11"/>
                      </a:cxn>
                      <a:cxn ang="T88">
                        <a:pos x="T12" y="T13"/>
                      </a:cxn>
                      <a:cxn ang="T89">
                        <a:pos x="T14" y="T15"/>
                      </a:cxn>
                      <a:cxn ang="T90">
                        <a:pos x="T16" y="T17"/>
                      </a:cxn>
                      <a:cxn ang="T91">
                        <a:pos x="T18" y="T19"/>
                      </a:cxn>
                      <a:cxn ang="T92">
                        <a:pos x="T20" y="T21"/>
                      </a:cxn>
                      <a:cxn ang="T93">
                        <a:pos x="T22" y="T23"/>
                      </a:cxn>
                      <a:cxn ang="T94">
                        <a:pos x="T24" y="T25"/>
                      </a:cxn>
                      <a:cxn ang="T95">
                        <a:pos x="T26" y="T27"/>
                      </a:cxn>
                      <a:cxn ang="T96">
                        <a:pos x="T28" y="T29"/>
                      </a:cxn>
                      <a:cxn ang="T97">
                        <a:pos x="T30" y="T31"/>
                      </a:cxn>
                      <a:cxn ang="T98">
                        <a:pos x="T32" y="T33"/>
                      </a:cxn>
                      <a:cxn ang="T99">
                        <a:pos x="T34" y="T35"/>
                      </a:cxn>
                      <a:cxn ang="T100">
                        <a:pos x="T36" y="T37"/>
                      </a:cxn>
                      <a:cxn ang="T101">
                        <a:pos x="T38" y="T39"/>
                      </a:cxn>
                      <a:cxn ang="T102">
                        <a:pos x="T40" y="T41"/>
                      </a:cxn>
                      <a:cxn ang="T103">
                        <a:pos x="T42" y="T43"/>
                      </a:cxn>
                      <a:cxn ang="T104">
                        <a:pos x="T44" y="T45"/>
                      </a:cxn>
                      <a:cxn ang="T105">
                        <a:pos x="T46" y="T47"/>
                      </a:cxn>
                      <a:cxn ang="T106">
                        <a:pos x="T48" y="T49"/>
                      </a:cxn>
                      <a:cxn ang="T107">
                        <a:pos x="T50" y="T51"/>
                      </a:cxn>
                      <a:cxn ang="T108">
                        <a:pos x="T52" y="T53"/>
                      </a:cxn>
                      <a:cxn ang="T109">
                        <a:pos x="T54" y="T55"/>
                      </a:cxn>
                      <a:cxn ang="T110">
                        <a:pos x="T56" y="T57"/>
                      </a:cxn>
                      <a:cxn ang="T111">
                        <a:pos x="T58" y="T59"/>
                      </a:cxn>
                      <a:cxn ang="T112">
                        <a:pos x="T60" y="T61"/>
                      </a:cxn>
                      <a:cxn ang="T113">
                        <a:pos x="T62" y="T63"/>
                      </a:cxn>
                      <a:cxn ang="T114">
                        <a:pos x="T64" y="T65"/>
                      </a:cxn>
                      <a:cxn ang="T115">
                        <a:pos x="T66" y="T67"/>
                      </a:cxn>
                      <a:cxn ang="T116">
                        <a:pos x="T68" y="T69"/>
                      </a:cxn>
                      <a:cxn ang="T117">
                        <a:pos x="T70" y="T71"/>
                      </a:cxn>
                      <a:cxn ang="T118">
                        <a:pos x="T72" y="T73"/>
                      </a:cxn>
                      <a:cxn ang="T119">
                        <a:pos x="T74" y="T75"/>
                      </a:cxn>
                      <a:cxn ang="T120">
                        <a:pos x="T76" y="T77"/>
                      </a:cxn>
                      <a:cxn ang="T121">
                        <a:pos x="T78" y="T79"/>
                      </a:cxn>
                      <a:cxn ang="T122">
                        <a:pos x="T80" y="T81"/>
                      </a:cxn>
                    </a:cxnLst>
                    <a:rect l="T123" t="T124" r="T125" b="T126"/>
                    <a:pathLst>
                      <a:path w="717" h="756">
                        <a:moveTo>
                          <a:pt x="0" y="756"/>
                        </a:moveTo>
                        <a:lnTo>
                          <a:pt x="52" y="167"/>
                        </a:lnTo>
                        <a:lnTo>
                          <a:pt x="64" y="384"/>
                        </a:lnTo>
                        <a:lnTo>
                          <a:pt x="90" y="103"/>
                        </a:lnTo>
                        <a:lnTo>
                          <a:pt x="116" y="519"/>
                        </a:lnTo>
                        <a:lnTo>
                          <a:pt x="135" y="487"/>
                        </a:lnTo>
                        <a:lnTo>
                          <a:pt x="135" y="359"/>
                        </a:lnTo>
                        <a:lnTo>
                          <a:pt x="167" y="71"/>
                        </a:lnTo>
                        <a:lnTo>
                          <a:pt x="192" y="244"/>
                        </a:lnTo>
                        <a:lnTo>
                          <a:pt x="205" y="96"/>
                        </a:lnTo>
                        <a:lnTo>
                          <a:pt x="218" y="615"/>
                        </a:lnTo>
                        <a:lnTo>
                          <a:pt x="244" y="397"/>
                        </a:lnTo>
                        <a:lnTo>
                          <a:pt x="282" y="519"/>
                        </a:lnTo>
                        <a:lnTo>
                          <a:pt x="308" y="308"/>
                        </a:lnTo>
                        <a:lnTo>
                          <a:pt x="333" y="442"/>
                        </a:lnTo>
                        <a:lnTo>
                          <a:pt x="346" y="352"/>
                        </a:lnTo>
                        <a:lnTo>
                          <a:pt x="365" y="384"/>
                        </a:lnTo>
                        <a:lnTo>
                          <a:pt x="378" y="135"/>
                        </a:lnTo>
                        <a:lnTo>
                          <a:pt x="391" y="301"/>
                        </a:lnTo>
                        <a:lnTo>
                          <a:pt x="384" y="519"/>
                        </a:lnTo>
                        <a:lnTo>
                          <a:pt x="404" y="679"/>
                        </a:lnTo>
                        <a:lnTo>
                          <a:pt x="429" y="628"/>
                        </a:lnTo>
                        <a:lnTo>
                          <a:pt x="442" y="480"/>
                        </a:lnTo>
                        <a:lnTo>
                          <a:pt x="455" y="391"/>
                        </a:lnTo>
                        <a:lnTo>
                          <a:pt x="436" y="506"/>
                        </a:lnTo>
                        <a:lnTo>
                          <a:pt x="461" y="352"/>
                        </a:lnTo>
                        <a:lnTo>
                          <a:pt x="474" y="455"/>
                        </a:lnTo>
                        <a:lnTo>
                          <a:pt x="493" y="519"/>
                        </a:lnTo>
                        <a:lnTo>
                          <a:pt x="512" y="410"/>
                        </a:lnTo>
                        <a:lnTo>
                          <a:pt x="532" y="186"/>
                        </a:lnTo>
                        <a:lnTo>
                          <a:pt x="544" y="231"/>
                        </a:lnTo>
                        <a:lnTo>
                          <a:pt x="570" y="148"/>
                        </a:lnTo>
                        <a:lnTo>
                          <a:pt x="576" y="301"/>
                        </a:lnTo>
                        <a:lnTo>
                          <a:pt x="576" y="730"/>
                        </a:lnTo>
                        <a:lnTo>
                          <a:pt x="647" y="0"/>
                        </a:lnTo>
                        <a:lnTo>
                          <a:pt x="647" y="250"/>
                        </a:lnTo>
                        <a:lnTo>
                          <a:pt x="660" y="333"/>
                        </a:lnTo>
                        <a:lnTo>
                          <a:pt x="685" y="192"/>
                        </a:lnTo>
                        <a:lnTo>
                          <a:pt x="711" y="340"/>
                        </a:lnTo>
                        <a:lnTo>
                          <a:pt x="698" y="429"/>
                        </a:lnTo>
                        <a:lnTo>
                          <a:pt x="717" y="461"/>
                        </a:lnTo>
                      </a:path>
                    </a:pathLst>
                  </a:custGeom>
                  <a:noFill/>
                  <a:ln w="9525">
                    <a:solidFill>
                      <a:srgbClr val="FF0000"/>
                    </a:solidFill>
                    <a:round/>
                    <a:headEnd/>
                    <a:tailEnd/>
                  </a:ln>
                </p:spPr>
                <p:txBody>
                  <a:bodyPr/>
                  <a:lstStyle/>
                  <a:p>
                    <a:endParaRPr lang="en-GB" sz="1600"/>
                  </a:p>
                </p:txBody>
              </p:sp>
              <p:sp>
                <p:nvSpPr>
                  <p:cNvPr id="14689" name="Freeform 83"/>
                  <p:cNvSpPr>
                    <a:spLocks/>
                  </p:cNvSpPr>
                  <p:nvPr/>
                </p:nvSpPr>
                <p:spPr bwMode="auto">
                  <a:xfrm flipV="1">
                    <a:off x="4385" y="1138"/>
                    <a:ext cx="313" cy="756"/>
                  </a:xfrm>
                  <a:custGeom>
                    <a:avLst/>
                    <a:gdLst>
                      <a:gd name="T0" fmla="*/ 0 w 717"/>
                      <a:gd name="T1" fmla="*/ 756 h 756"/>
                      <a:gd name="T2" fmla="*/ 4 w 717"/>
                      <a:gd name="T3" fmla="*/ 167 h 756"/>
                      <a:gd name="T4" fmla="*/ 5 w 717"/>
                      <a:gd name="T5" fmla="*/ 384 h 756"/>
                      <a:gd name="T6" fmla="*/ 7 w 717"/>
                      <a:gd name="T7" fmla="*/ 103 h 756"/>
                      <a:gd name="T8" fmla="*/ 10 w 717"/>
                      <a:gd name="T9" fmla="*/ 519 h 756"/>
                      <a:gd name="T10" fmla="*/ 11 w 717"/>
                      <a:gd name="T11" fmla="*/ 487 h 756"/>
                      <a:gd name="T12" fmla="*/ 11 w 717"/>
                      <a:gd name="T13" fmla="*/ 359 h 756"/>
                      <a:gd name="T14" fmla="*/ 14 w 717"/>
                      <a:gd name="T15" fmla="*/ 71 h 756"/>
                      <a:gd name="T16" fmla="*/ 16 w 717"/>
                      <a:gd name="T17" fmla="*/ 244 h 756"/>
                      <a:gd name="T18" fmla="*/ 17 w 717"/>
                      <a:gd name="T19" fmla="*/ 96 h 756"/>
                      <a:gd name="T20" fmla="*/ 18 w 717"/>
                      <a:gd name="T21" fmla="*/ 615 h 756"/>
                      <a:gd name="T22" fmla="*/ 21 w 717"/>
                      <a:gd name="T23" fmla="*/ 397 h 756"/>
                      <a:gd name="T24" fmla="*/ 24 w 717"/>
                      <a:gd name="T25" fmla="*/ 519 h 756"/>
                      <a:gd name="T26" fmla="*/ 25 w 717"/>
                      <a:gd name="T27" fmla="*/ 308 h 756"/>
                      <a:gd name="T28" fmla="*/ 28 w 717"/>
                      <a:gd name="T29" fmla="*/ 442 h 756"/>
                      <a:gd name="T30" fmla="*/ 29 w 717"/>
                      <a:gd name="T31" fmla="*/ 352 h 756"/>
                      <a:gd name="T32" fmla="*/ 30 w 717"/>
                      <a:gd name="T33" fmla="*/ 384 h 756"/>
                      <a:gd name="T34" fmla="*/ 31 w 717"/>
                      <a:gd name="T35" fmla="*/ 135 h 756"/>
                      <a:gd name="T36" fmla="*/ 33 w 717"/>
                      <a:gd name="T37" fmla="*/ 301 h 756"/>
                      <a:gd name="T38" fmla="*/ 32 w 717"/>
                      <a:gd name="T39" fmla="*/ 519 h 756"/>
                      <a:gd name="T40" fmla="*/ 34 w 717"/>
                      <a:gd name="T41" fmla="*/ 679 h 756"/>
                      <a:gd name="T42" fmla="*/ 36 w 717"/>
                      <a:gd name="T43" fmla="*/ 628 h 756"/>
                      <a:gd name="T44" fmla="*/ 37 w 717"/>
                      <a:gd name="T45" fmla="*/ 480 h 756"/>
                      <a:gd name="T46" fmla="*/ 38 w 717"/>
                      <a:gd name="T47" fmla="*/ 391 h 756"/>
                      <a:gd name="T48" fmla="*/ 36 w 717"/>
                      <a:gd name="T49" fmla="*/ 506 h 756"/>
                      <a:gd name="T50" fmla="*/ 38 w 717"/>
                      <a:gd name="T51" fmla="*/ 352 h 756"/>
                      <a:gd name="T52" fmla="*/ 39 w 717"/>
                      <a:gd name="T53" fmla="*/ 455 h 756"/>
                      <a:gd name="T54" fmla="*/ 41 w 717"/>
                      <a:gd name="T55" fmla="*/ 519 h 756"/>
                      <a:gd name="T56" fmla="*/ 43 w 717"/>
                      <a:gd name="T57" fmla="*/ 410 h 756"/>
                      <a:gd name="T58" fmla="*/ 44 w 717"/>
                      <a:gd name="T59" fmla="*/ 186 h 756"/>
                      <a:gd name="T60" fmla="*/ 45 w 717"/>
                      <a:gd name="T61" fmla="*/ 231 h 756"/>
                      <a:gd name="T62" fmla="*/ 48 w 717"/>
                      <a:gd name="T63" fmla="*/ 148 h 756"/>
                      <a:gd name="T64" fmla="*/ 48 w 717"/>
                      <a:gd name="T65" fmla="*/ 301 h 756"/>
                      <a:gd name="T66" fmla="*/ 48 w 717"/>
                      <a:gd name="T67" fmla="*/ 730 h 756"/>
                      <a:gd name="T68" fmla="*/ 54 w 717"/>
                      <a:gd name="T69" fmla="*/ 0 h 756"/>
                      <a:gd name="T70" fmla="*/ 54 w 717"/>
                      <a:gd name="T71" fmla="*/ 250 h 756"/>
                      <a:gd name="T72" fmla="*/ 55 w 717"/>
                      <a:gd name="T73" fmla="*/ 333 h 756"/>
                      <a:gd name="T74" fmla="*/ 57 w 717"/>
                      <a:gd name="T75" fmla="*/ 192 h 756"/>
                      <a:gd name="T76" fmla="*/ 59 w 717"/>
                      <a:gd name="T77" fmla="*/ 340 h 756"/>
                      <a:gd name="T78" fmla="*/ 58 w 717"/>
                      <a:gd name="T79" fmla="*/ 429 h 756"/>
                      <a:gd name="T80" fmla="*/ 60 w 717"/>
                      <a:gd name="T81" fmla="*/ 461 h 756"/>
                      <a:gd name="T82" fmla="*/ 0 60000 65536"/>
                      <a:gd name="T83" fmla="*/ 0 60000 65536"/>
                      <a:gd name="T84" fmla="*/ 0 60000 65536"/>
                      <a:gd name="T85" fmla="*/ 0 60000 65536"/>
                      <a:gd name="T86" fmla="*/ 0 60000 65536"/>
                      <a:gd name="T87" fmla="*/ 0 60000 65536"/>
                      <a:gd name="T88" fmla="*/ 0 60000 65536"/>
                      <a:gd name="T89" fmla="*/ 0 60000 65536"/>
                      <a:gd name="T90" fmla="*/ 0 60000 65536"/>
                      <a:gd name="T91" fmla="*/ 0 60000 65536"/>
                      <a:gd name="T92" fmla="*/ 0 60000 65536"/>
                      <a:gd name="T93" fmla="*/ 0 60000 65536"/>
                      <a:gd name="T94" fmla="*/ 0 60000 65536"/>
                      <a:gd name="T95" fmla="*/ 0 60000 65536"/>
                      <a:gd name="T96" fmla="*/ 0 60000 65536"/>
                      <a:gd name="T97" fmla="*/ 0 60000 65536"/>
                      <a:gd name="T98" fmla="*/ 0 60000 65536"/>
                      <a:gd name="T99" fmla="*/ 0 60000 65536"/>
                      <a:gd name="T100" fmla="*/ 0 60000 65536"/>
                      <a:gd name="T101" fmla="*/ 0 60000 65536"/>
                      <a:gd name="T102" fmla="*/ 0 60000 65536"/>
                      <a:gd name="T103" fmla="*/ 0 60000 65536"/>
                      <a:gd name="T104" fmla="*/ 0 60000 65536"/>
                      <a:gd name="T105" fmla="*/ 0 60000 65536"/>
                      <a:gd name="T106" fmla="*/ 0 60000 65536"/>
                      <a:gd name="T107" fmla="*/ 0 60000 65536"/>
                      <a:gd name="T108" fmla="*/ 0 60000 65536"/>
                      <a:gd name="T109" fmla="*/ 0 60000 65536"/>
                      <a:gd name="T110" fmla="*/ 0 60000 65536"/>
                      <a:gd name="T111" fmla="*/ 0 60000 65536"/>
                      <a:gd name="T112" fmla="*/ 0 60000 65536"/>
                      <a:gd name="T113" fmla="*/ 0 60000 65536"/>
                      <a:gd name="T114" fmla="*/ 0 60000 65536"/>
                      <a:gd name="T115" fmla="*/ 0 60000 65536"/>
                      <a:gd name="T116" fmla="*/ 0 60000 65536"/>
                      <a:gd name="T117" fmla="*/ 0 60000 65536"/>
                      <a:gd name="T118" fmla="*/ 0 60000 65536"/>
                      <a:gd name="T119" fmla="*/ 0 60000 65536"/>
                      <a:gd name="T120" fmla="*/ 0 60000 65536"/>
                      <a:gd name="T121" fmla="*/ 0 60000 65536"/>
                      <a:gd name="T122" fmla="*/ 0 60000 65536"/>
                      <a:gd name="T123" fmla="*/ 0 w 717"/>
                      <a:gd name="T124" fmla="*/ 0 h 756"/>
                      <a:gd name="T125" fmla="*/ 717 w 717"/>
                      <a:gd name="T126" fmla="*/ 756 h 756"/>
                    </a:gdLst>
                    <a:ahLst/>
                    <a:cxnLst>
                      <a:cxn ang="T82">
                        <a:pos x="T0" y="T1"/>
                      </a:cxn>
                      <a:cxn ang="T83">
                        <a:pos x="T2" y="T3"/>
                      </a:cxn>
                      <a:cxn ang="T84">
                        <a:pos x="T4" y="T5"/>
                      </a:cxn>
                      <a:cxn ang="T85">
                        <a:pos x="T6" y="T7"/>
                      </a:cxn>
                      <a:cxn ang="T86">
                        <a:pos x="T8" y="T9"/>
                      </a:cxn>
                      <a:cxn ang="T87">
                        <a:pos x="T10" y="T11"/>
                      </a:cxn>
                      <a:cxn ang="T88">
                        <a:pos x="T12" y="T13"/>
                      </a:cxn>
                      <a:cxn ang="T89">
                        <a:pos x="T14" y="T15"/>
                      </a:cxn>
                      <a:cxn ang="T90">
                        <a:pos x="T16" y="T17"/>
                      </a:cxn>
                      <a:cxn ang="T91">
                        <a:pos x="T18" y="T19"/>
                      </a:cxn>
                      <a:cxn ang="T92">
                        <a:pos x="T20" y="T21"/>
                      </a:cxn>
                      <a:cxn ang="T93">
                        <a:pos x="T22" y="T23"/>
                      </a:cxn>
                      <a:cxn ang="T94">
                        <a:pos x="T24" y="T25"/>
                      </a:cxn>
                      <a:cxn ang="T95">
                        <a:pos x="T26" y="T27"/>
                      </a:cxn>
                      <a:cxn ang="T96">
                        <a:pos x="T28" y="T29"/>
                      </a:cxn>
                      <a:cxn ang="T97">
                        <a:pos x="T30" y="T31"/>
                      </a:cxn>
                      <a:cxn ang="T98">
                        <a:pos x="T32" y="T33"/>
                      </a:cxn>
                      <a:cxn ang="T99">
                        <a:pos x="T34" y="T35"/>
                      </a:cxn>
                      <a:cxn ang="T100">
                        <a:pos x="T36" y="T37"/>
                      </a:cxn>
                      <a:cxn ang="T101">
                        <a:pos x="T38" y="T39"/>
                      </a:cxn>
                      <a:cxn ang="T102">
                        <a:pos x="T40" y="T41"/>
                      </a:cxn>
                      <a:cxn ang="T103">
                        <a:pos x="T42" y="T43"/>
                      </a:cxn>
                      <a:cxn ang="T104">
                        <a:pos x="T44" y="T45"/>
                      </a:cxn>
                      <a:cxn ang="T105">
                        <a:pos x="T46" y="T47"/>
                      </a:cxn>
                      <a:cxn ang="T106">
                        <a:pos x="T48" y="T49"/>
                      </a:cxn>
                      <a:cxn ang="T107">
                        <a:pos x="T50" y="T51"/>
                      </a:cxn>
                      <a:cxn ang="T108">
                        <a:pos x="T52" y="T53"/>
                      </a:cxn>
                      <a:cxn ang="T109">
                        <a:pos x="T54" y="T55"/>
                      </a:cxn>
                      <a:cxn ang="T110">
                        <a:pos x="T56" y="T57"/>
                      </a:cxn>
                      <a:cxn ang="T111">
                        <a:pos x="T58" y="T59"/>
                      </a:cxn>
                      <a:cxn ang="T112">
                        <a:pos x="T60" y="T61"/>
                      </a:cxn>
                      <a:cxn ang="T113">
                        <a:pos x="T62" y="T63"/>
                      </a:cxn>
                      <a:cxn ang="T114">
                        <a:pos x="T64" y="T65"/>
                      </a:cxn>
                      <a:cxn ang="T115">
                        <a:pos x="T66" y="T67"/>
                      </a:cxn>
                      <a:cxn ang="T116">
                        <a:pos x="T68" y="T69"/>
                      </a:cxn>
                      <a:cxn ang="T117">
                        <a:pos x="T70" y="T71"/>
                      </a:cxn>
                      <a:cxn ang="T118">
                        <a:pos x="T72" y="T73"/>
                      </a:cxn>
                      <a:cxn ang="T119">
                        <a:pos x="T74" y="T75"/>
                      </a:cxn>
                      <a:cxn ang="T120">
                        <a:pos x="T76" y="T77"/>
                      </a:cxn>
                      <a:cxn ang="T121">
                        <a:pos x="T78" y="T79"/>
                      </a:cxn>
                      <a:cxn ang="T122">
                        <a:pos x="T80" y="T81"/>
                      </a:cxn>
                    </a:cxnLst>
                    <a:rect l="T123" t="T124" r="T125" b="T126"/>
                    <a:pathLst>
                      <a:path w="717" h="756">
                        <a:moveTo>
                          <a:pt x="0" y="756"/>
                        </a:moveTo>
                        <a:lnTo>
                          <a:pt x="52" y="167"/>
                        </a:lnTo>
                        <a:lnTo>
                          <a:pt x="64" y="384"/>
                        </a:lnTo>
                        <a:lnTo>
                          <a:pt x="90" y="103"/>
                        </a:lnTo>
                        <a:lnTo>
                          <a:pt x="116" y="519"/>
                        </a:lnTo>
                        <a:lnTo>
                          <a:pt x="135" y="487"/>
                        </a:lnTo>
                        <a:lnTo>
                          <a:pt x="135" y="359"/>
                        </a:lnTo>
                        <a:lnTo>
                          <a:pt x="167" y="71"/>
                        </a:lnTo>
                        <a:lnTo>
                          <a:pt x="192" y="244"/>
                        </a:lnTo>
                        <a:lnTo>
                          <a:pt x="205" y="96"/>
                        </a:lnTo>
                        <a:lnTo>
                          <a:pt x="218" y="615"/>
                        </a:lnTo>
                        <a:lnTo>
                          <a:pt x="244" y="397"/>
                        </a:lnTo>
                        <a:lnTo>
                          <a:pt x="282" y="519"/>
                        </a:lnTo>
                        <a:lnTo>
                          <a:pt x="308" y="308"/>
                        </a:lnTo>
                        <a:lnTo>
                          <a:pt x="333" y="442"/>
                        </a:lnTo>
                        <a:lnTo>
                          <a:pt x="346" y="352"/>
                        </a:lnTo>
                        <a:lnTo>
                          <a:pt x="365" y="384"/>
                        </a:lnTo>
                        <a:lnTo>
                          <a:pt x="378" y="135"/>
                        </a:lnTo>
                        <a:lnTo>
                          <a:pt x="391" y="301"/>
                        </a:lnTo>
                        <a:lnTo>
                          <a:pt x="384" y="519"/>
                        </a:lnTo>
                        <a:lnTo>
                          <a:pt x="404" y="679"/>
                        </a:lnTo>
                        <a:lnTo>
                          <a:pt x="429" y="628"/>
                        </a:lnTo>
                        <a:lnTo>
                          <a:pt x="442" y="480"/>
                        </a:lnTo>
                        <a:lnTo>
                          <a:pt x="455" y="391"/>
                        </a:lnTo>
                        <a:lnTo>
                          <a:pt x="436" y="506"/>
                        </a:lnTo>
                        <a:lnTo>
                          <a:pt x="461" y="352"/>
                        </a:lnTo>
                        <a:lnTo>
                          <a:pt x="474" y="455"/>
                        </a:lnTo>
                        <a:lnTo>
                          <a:pt x="493" y="519"/>
                        </a:lnTo>
                        <a:lnTo>
                          <a:pt x="512" y="410"/>
                        </a:lnTo>
                        <a:lnTo>
                          <a:pt x="532" y="186"/>
                        </a:lnTo>
                        <a:lnTo>
                          <a:pt x="544" y="231"/>
                        </a:lnTo>
                        <a:lnTo>
                          <a:pt x="570" y="148"/>
                        </a:lnTo>
                        <a:lnTo>
                          <a:pt x="576" y="301"/>
                        </a:lnTo>
                        <a:lnTo>
                          <a:pt x="576" y="730"/>
                        </a:lnTo>
                        <a:lnTo>
                          <a:pt x="647" y="0"/>
                        </a:lnTo>
                        <a:lnTo>
                          <a:pt x="647" y="250"/>
                        </a:lnTo>
                        <a:lnTo>
                          <a:pt x="660" y="333"/>
                        </a:lnTo>
                        <a:lnTo>
                          <a:pt x="685" y="192"/>
                        </a:lnTo>
                        <a:lnTo>
                          <a:pt x="711" y="340"/>
                        </a:lnTo>
                        <a:lnTo>
                          <a:pt x="698" y="429"/>
                        </a:lnTo>
                        <a:lnTo>
                          <a:pt x="717" y="461"/>
                        </a:lnTo>
                      </a:path>
                    </a:pathLst>
                  </a:custGeom>
                  <a:noFill/>
                  <a:ln w="9525">
                    <a:solidFill>
                      <a:srgbClr val="FF0000"/>
                    </a:solidFill>
                    <a:round/>
                    <a:headEnd/>
                    <a:tailEnd/>
                  </a:ln>
                </p:spPr>
                <p:txBody>
                  <a:bodyPr/>
                  <a:lstStyle/>
                  <a:p>
                    <a:endParaRPr lang="en-GB" sz="1600"/>
                  </a:p>
                </p:txBody>
              </p:sp>
              <p:sp>
                <p:nvSpPr>
                  <p:cNvPr id="14690" name="Freeform 84"/>
                  <p:cNvSpPr>
                    <a:spLocks/>
                  </p:cNvSpPr>
                  <p:nvPr/>
                </p:nvSpPr>
                <p:spPr bwMode="auto">
                  <a:xfrm flipH="1">
                    <a:off x="4698" y="1100"/>
                    <a:ext cx="313" cy="756"/>
                  </a:xfrm>
                  <a:custGeom>
                    <a:avLst/>
                    <a:gdLst>
                      <a:gd name="T0" fmla="*/ 0 w 717"/>
                      <a:gd name="T1" fmla="*/ 756 h 756"/>
                      <a:gd name="T2" fmla="*/ 4 w 717"/>
                      <a:gd name="T3" fmla="*/ 167 h 756"/>
                      <a:gd name="T4" fmla="*/ 5 w 717"/>
                      <a:gd name="T5" fmla="*/ 384 h 756"/>
                      <a:gd name="T6" fmla="*/ 7 w 717"/>
                      <a:gd name="T7" fmla="*/ 103 h 756"/>
                      <a:gd name="T8" fmla="*/ 10 w 717"/>
                      <a:gd name="T9" fmla="*/ 519 h 756"/>
                      <a:gd name="T10" fmla="*/ 11 w 717"/>
                      <a:gd name="T11" fmla="*/ 487 h 756"/>
                      <a:gd name="T12" fmla="*/ 11 w 717"/>
                      <a:gd name="T13" fmla="*/ 359 h 756"/>
                      <a:gd name="T14" fmla="*/ 14 w 717"/>
                      <a:gd name="T15" fmla="*/ 71 h 756"/>
                      <a:gd name="T16" fmla="*/ 16 w 717"/>
                      <a:gd name="T17" fmla="*/ 244 h 756"/>
                      <a:gd name="T18" fmla="*/ 17 w 717"/>
                      <a:gd name="T19" fmla="*/ 96 h 756"/>
                      <a:gd name="T20" fmla="*/ 18 w 717"/>
                      <a:gd name="T21" fmla="*/ 615 h 756"/>
                      <a:gd name="T22" fmla="*/ 21 w 717"/>
                      <a:gd name="T23" fmla="*/ 397 h 756"/>
                      <a:gd name="T24" fmla="*/ 24 w 717"/>
                      <a:gd name="T25" fmla="*/ 519 h 756"/>
                      <a:gd name="T26" fmla="*/ 25 w 717"/>
                      <a:gd name="T27" fmla="*/ 308 h 756"/>
                      <a:gd name="T28" fmla="*/ 28 w 717"/>
                      <a:gd name="T29" fmla="*/ 442 h 756"/>
                      <a:gd name="T30" fmla="*/ 29 w 717"/>
                      <a:gd name="T31" fmla="*/ 352 h 756"/>
                      <a:gd name="T32" fmla="*/ 30 w 717"/>
                      <a:gd name="T33" fmla="*/ 384 h 756"/>
                      <a:gd name="T34" fmla="*/ 31 w 717"/>
                      <a:gd name="T35" fmla="*/ 135 h 756"/>
                      <a:gd name="T36" fmla="*/ 33 w 717"/>
                      <a:gd name="T37" fmla="*/ 301 h 756"/>
                      <a:gd name="T38" fmla="*/ 32 w 717"/>
                      <a:gd name="T39" fmla="*/ 519 h 756"/>
                      <a:gd name="T40" fmla="*/ 34 w 717"/>
                      <a:gd name="T41" fmla="*/ 679 h 756"/>
                      <a:gd name="T42" fmla="*/ 36 w 717"/>
                      <a:gd name="T43" fmla="*/ 628 h 756"/>
                      <a:gd name="T44" fmla="*/ 37 w 717"/>
                      <a:gd name="T45" fmla="*/ 480 h 756"/>
                      <a:gd name="T46" fmla="*/ 38 w 717"/>
                      <a:gd name="T47" fmla="*/ 391 h 756"/>
                      <a:gd name="T48" fmla="*/ 36 w 717"/>
                      <a:gd name="T49" fmla="*/ 506 h 756"/>
                      <a:gd name="T50" fmla="*/ 38 w 717"/>
                      <a:gd name="T51" fmla="*/ 352 h 756"/>
                      <a:gd name="T52" fmla="*/ 39 w 717"/>
                      <a:gd name="T53" fmla="*/ 455 h 756"/>
                      <a:gd name="T54" fmla="*/ 41 w 717"/>
                      <a:gd name="T55" fmla="*/ 519 h 756"/>
                      <a:gd name="T56" fmla="*/ 43 w 717"/>
                      <a:gd name="T57" fmla="*/ 410 h 756"/>
                      <a:gd name="T58" fmla="*/ 44 w 717"/>
                      <a:gd name="T59" fmla="*/ 186 h 756"/>
                      <a:gd name="T60" fmla="*/ 45 w 717"/>
                      <a:gd name="T61" fmla="*/ 231 h 756"/>
                      <a:gd name="T62" fmla="*/ 48 w 717"/>
                      <a:gd name="T63" fmla="*/ 148 h 756"/>
                      <a:gd name="T64" fmla="*/ 48 w 717"/>
                      <a:gd name="T65" fmla="*/ 301 h 756"/>
                      <a:gd name="T66" fmla="*/ 48 w 717"/>
                      <a:gd name="T67" fmla="*/ 730 h 756"/>
                      <a:gd name="T68" fmla="*/ 54 w 717"/>
                      <a:gd name="T69" fmla="*/ 0 h 756"/>
                      <a:gd name="T70" fmla="*/ 54 w 717"/>
                      <a:gd name="T71" fmla="*/ 250 h 756"/>
                      <a:gd name="T72" fmla="*/ 55 w 717"/>
                      <a:gd name="T73" fmla="*/ 333 h 756"/>
                      <a:gd name="T74" fmla="*/ 57 w 717"/>
                      <a:gd name="T75" fmla="*/ 192 h 756"/>
                      <a:gd name="T76" fmla="*/ 59 w 717"/>
                      <a:gd name="T77" fmla="*/ 340 h 756"/>
                      <a:gd name="T78" fmla="*/ 58 w 717"/>
                      <a:gd name="T79" fmla="*/ 429 h 756"/>
                      <a:gd name="T80" fmla="*/ 60 w 717"/>
                      <a:gd name="T81" fmla="*/ 461 h 756"/>
                      <a:gd name="T82" fmla="*/ 0 60000 65536"/>
                      <a:gd name="T83" fmla="*/ 0 60000 65536"/>
                      <a:gd name="T84" fmla="*/ 0 60000 65536"/>
                      <a:gd name="T85" fmla="*/ 0 60000 65536"/>
                      <a:gd name="T86" fmla="*/ 0 60000 65536"/>
                      <a:gd name="T87" fmla="*/ 0 60000 65536"/>
                      <a:gd name="T88" fmla="*/ 0 60000 65536"/>
                      <a:gd name="T89" fmla="*/ 0 60000 65536"/>
                      <a:gd name="T90" fmla="*/ 0 60000 65536"/>
                      <a:gd name="T91" fmla="*/ 0 60000 65536"/>
                      <a:gd name="T92" fmla="*/ 0 60000 65536"/>
                      <a:gd name="T93" fmla="*/ 0 60000 65536"/>
                      <a:gd name="T94" fmla="*/ 0 60000 65536"/>
                      <a:gd name="T95" fmla="*/ 0 60000 65536"/>
                      <a:gd name="T96" fmla="*/ 0 60000 65536"/>
                      <a:gd name="T97" fmla="*/ 0 60000 65536"/>
                      <a:gd name="T98" fmla="*/ 0 60000 65536"/>
                      <a:gd name="T99" fmla="*/ 0 60000 65536"/>
                      <a:gd name="T100" fmla="*/ 0 60000 65536"/>
                      <a:gd name="T101" fmla="*/ 0 60000 65536"/>
                      <a:gd name="T102" fmla="*/ 0 60000 65536"/>
                      <a:gd name="T103" fmla="*/ 0 60000 65536"/>
                      <a:gd name="T104" fmla="*/ 0 60000 65536"/>
                      <a:gd name="T105" fmla="*/ 0 60000 65536"/>
                      <a:gd name="T106" fmla="*/ 0 60000 65536"/>
                      <a:gd name="T107" fmla="*/ 0 60000 65536"/>
                      <a:gd name="T108" fmla="*/ 0 60000 65536"/>
                      <a:gd name="T109" fmla="*/ 0 60000 65536"/>
                      <a:gd name="T110" fmla="*/ 0 60000 65536"/>
                      <a:gd name="T111" fmla="*/ 0 60000 65536"/>
                      <a:gd name="T112" fmla="*/ 0 60000 65536"/>
                      <a:gd name="T113" fmla="*/ 0 60000 65536"/>
                      <a:gd name="T114" fmla="*/ 0 60000 65536"/>
                      <a:gd name="T115" fmla="*/ 0 60000 65536"/>
                      <a:gd name="T116" fmla="*/ 0 60000 65536"/>
                      <a:gd name="T117" fmla="*/ 0 60000 65536"/>
                      <a:gd name="T118" fmla="*/ 0 60000 65536"/>
                      <a:gd name="T119" fmla="*/ 0 60000 65536"/>
                      <a:gd name="T120" fmla="*/ 0 60000 65536"/>
                      <a:gd name="T121" fmla="*/ 0 60000 65536"/>
                      <a:gd name="T122" fmla="*/ 0 60000 65536"/>
                      <a:gd name="T123" fmla="*/ 0 w 717"/>
                      <a:gd name="T124" fmla="*/ 0 h 756"/>
                      <a:gd name="T125" fmla="*/ 717 w 717"/>
                      <a:gd name="T126" fmla="*/ 756 h 756"/>
                    </a:gdLst>
                    <a:ahLst/>
                    <a:cxnLst>
                      <a:cxn ang="T82">
                        <a:pos x="T0" y="T1"/>
                      </a:cxn>
                      <a:cxn ang="T83">
                        <a:pos x="T2" y="T3"/>
                      </a:cxn>
                      <a:cxn ang="T84">
                        <a:pos x="T4" y="T5"/>
                      </a:cxn>
                      <a:cxn ang="T85">
                        <a:pos x="T6" y="T7"/>
                      </a:cxn>
                      <a:cxn ang="T86">
                        <a:pos x="T8" y="T9"/>
                      </a:cxn>
                      <a:cxn ang="T87">
                        <a:pos x="T10" y="T11"/>
                      </a:cxn>
                      <a:cxn ang="T88">
                        <a:pos x="T12" y="T13"/>
                      </a:cxn>
                      <a:cxn ang="T89">
                        <a:pos x="T14" y="T15"/>
                      </a:cxn>
                      <a:cxn ang="T90">
                        <a:pos x="T16" y="T17"/>
                      </a:cxn>
                      <a:cxn ang="T91">
                        <a:pos x="T18" y="T19"/>
                      </a:cxn>
                      <a:cxn ang="T92">
                        <a:pos x="T20" y="T21"/>
                      </a:cxn>
                      <a:cxn ang="T93">
                        <a:pos x="T22" y="T23"/>
                      </a:cxn>
                      <a:cxn ang="T94">
                        <a:pos x="T24" y="T25"/>
                      </a:cxn>
                      <a:cxn ang="T95">
                        <a:pos x="T26" y="T27"/>
                      </a:cxn>
                      <a:cxn ang="T96">
                        <a:pos x="T28" y="T29"/>
                      </a:cxn>
                      <a:cxn ang="T97">
                        <a:pos x="T30" y="T31"/>
                      </a:cxn>
                      <a:cxn ang="T98">
                        <a:pos x="T32" y="T33"/>
                      </a:cxn>
                      <a:cxn ang="T99">
                        <a:pos x="T34" y="T35"/>
                      </a:cxn>
                      <a:cxn ang="T100">
                        <a:pos x="T36" y="T37"/>
                      </a:cxn>
                      <a:cxn ang="T101">
                        <a:pos x="T38" y="T39"/>
                      </a:cxn>
                      <a:cxn ang="T102">
                        <a:pos x="T40" y="T41"/>
                      </a:cxn>
                      <a:cxn ang="T103">
                        <a:pos x="T42" y="T43"/>
                      </a:cxn>
                      <a:cxn ang="T104">
                        <a:pos x="T44" y="T45"/>
                      </a:cxn>
                      <a:cxn ang="T105">
                        <a:pos x="T46" y="T47"/>
                      </a:cxn>
                      <a:cxn ang="T106">
                        <a:pos x="T48" y="T49"/>
                      </a:cxn>
                      <a:cxn ang="T107">
                        <a:pos x="T50" y="T51"/>
                      </a:cxn>
                      <a:cxn ang="T108">
                        <a:pos x="T52" y="T53"/>
                      </a:cxn>
                      <a:cxn ang="T109">
                        <a:pos x="T54" y="T55"/>
                      </a:cxn>
                      <a:cxn ang="T110">
                        <a:pos x="T56" y="T57"/>
                      </a:cxn>
                      <a:cxn ang="T111">
                        <a:pos x="T58" y="T59"/>
                      </a:cxn>
                      <a:cxn ang="T112">
                        <a:pos x="T60" y="T61"/>
                      </a:cxn>
                      <a:cxn ang="T113">
                        <a:pos x="T62" y="T63"/>
                      </a:cxn>
                      <a:cxn ang="T114">
                        <a:pos x="T64" y="T65"/>
                      </a:cxn>
                      <a:cxn ang="T115">
                        <a:pos x="T66" y="T67"/>
                      </a:cxn>
                      <a:cxn ang="T116">
                        <a:pos x="T68" y="T69"/>
                      </a:cxn>
                      <a:cxn ang="T117">
                        <a:pos x="T70" y="T71"/>
                      </a:cxn>
                      <a:cxn ang="T118">
                        <a:pos x="T72" y="T73"/>
                      </a:cxn>
                      <a:cxn ang="T119">
                        <a:pos x="T74" y="T75"/>
                      </a:cxn>
                      <a:cxn ang="T120">
                        <a:pos x="T76" y="T77"/>
                      </a:cxn>
                      <a:cxn ang="T121">
                        <a:pos x="T78" y="T79"/>
                      </a:cxn>
                      <a:cxn ang="T122">
                        <a:pos x="T80" y="T81"/>
                      </a:cxn>
                    </a:cxnLst>
                    <a:rect l="T123" t="T124" r="T125" b="T126"/>
                    <a:pathLst>
                      <a:path w="717" h="756">
                        <a:moveTo>
                          <a:pt x="0" y="756"/>
                        </a:moveTo>
                        <a:lnTo>
                          <a:pt x="52" y="167"/>
                        </a:lnTo>
                        <a:lnTo>
                          <a:pt x="64" y="384"/>
                        </a:lnTo>
                        <a:lnTo>
                          <a:pt x="90" y="103"/>
                        </a:lnTo>
                        <a:lnTo>
                          <a:pt x="116" y="519"/>
                        </a:lnTo>
                        <a:lnTo>
                          <a:pt x="135" y="487"/>
                        </a:lnTo>
                        <a:lnTo>
                          <a:pt x="135" y="359"/>
                        </a:lnTo>
                        <a:lnTo>
                          <a:pt x="167" y="71"/>
                        </a:lnTo>
                        <a:lnTo>
                          <a:pt x="192" y="244"/>
                        </a:lnTo>
                        <a:lnTo>
                          <a:pt x="205" y="96"/>
                        </a:lnTo>
                        <a:lnTo>
                          <a:pt x="218" y="615"/>
                        </a:lnTo>
                        <a:lnTo>
                          <a:pt x="244" y="397"/>
                        </a:lnTo>
                        <a:lnTo>
                          <a:pt x="282" y="519"/>
                        </a:lnTo>
                        <a:lnTo>
                          <a:pt x="308" y="308"/>
                        </a:lnTo>
                        <a:lnTo>
                          <a:pt x="333" y="442"/>
                        </a:lnTo>
                        <a:lnTo>
                          <a:pt x="346" y="352"/>
                        </a:lnTo>
                        <a:lnTo>
                          <a:pt x="365" y="384"/>
                        </a:lnTo>
                        <a:lnTo>
                          <a:pt x="378" y="135"/>
                        </a:lnTo>
                        <a:lnTo>
                          <a:pt x="391" y="301"/>
                        </a:lnTo>
                        <a:lnTo>
                          <a:pt x="384" y="519"/>
                        </a:lnTo>
                        <a:lnTo>
                          <a:pt x="404" y="679"/>
                        </a:lnTo>
                        <a:lnTo>
                          <a:pt x="429" y="628"/>
                        </a:lnTo>
                        <a:lnTo>
                          <a:pt x="442" y="480"/>
                        </a:lnTo>
                        <a:lnTo>
                          <a:pt x="455" y="391"/>
                        </a:lnTo>
                        <a:lnTo>
                          <a:pt x="436" y="506"/>
                        </a:lnTo>
                        <a:lnTo>
                          <a:pt x="461" y="352"/>
                        </a:lnTo>
                        <a:lnTo>
                          <a:pt x="474" y="455"/>
                        </a:lnTo>
                        <a:lnTo>
                          <a:pt x="493" y="519"/>
                        </a:lnTo>
                        <a:lnTo>
                          <a:pt x="512" y="410"/>
                        </a:lnTo>
                        <a:lnTo>
                          <a:pt x="532" y="186"/>
                        </a:lnTo>
                        <a:lnTo>
                          <a:pt x="544" y="231"/>
                        </a:lnTo>
                        <a:lnTo>
                          <a:pt x="570" y="148"/>
                        </a:lnTo>
                        <a:lnTo>
                          <a:pt x="576" y="301"/>
                        </a:lnTo>
                        <a:lnTo>
                          <a:pt x="576" y="730"/>
                        </a:lnTo>
                        <a:lnTo>
                          <a:pt x="647" y="0"/>
                        </a:lnTo>
                        <a:lnTo>
                          <a:pt x="647" y="250"/>
                        </a:lnTo>
                        <a:lnTo>
                          <a:pt x="660" y="333"/>
                        </a:lnTo>
                        <a:lnTo>
                          <a:pt x="685" y="192"/>
                        </a:lnTo>
                        <a:lnTo>
                          <a:pt x="711" y="340"/>
                        </a:lnTo>
                        <a:lnTo>
                          <a:pt x="698" y="429"/>
                        </a:lnTo>
                        <a:lnTo>
                          <a:pt x="717" y="461"/>
                        </a:lnTo>
                      </a:path>
                    </a:pathLst>
                  </a:custGeom>
                  <a:noFill/>
                  <a:ln w="9525">
                    <a:solidFill>
                      <a:srgbClr val="FF0000"/>
                    </a:solidFill>
                    <a:round/>
                    <a:headEnd/>
                    <a:tailEnd/>
                  </a:ln>
                </p:spPr>
                <p:txBody>
                  <a:bodyPr/>
                  <a:lstStyle/>
                  <a:p>
                    <a:endParaRPr lang="en-GB" sz="1600"/>
                  </a:p>
                </p:txBody>
              </p:sp>
            </p:grpSp>
          </p:grpSp>
          <p:grpSp>
            <p:nvGrpSpPr>
              <p:cNvPr id="16" name="Group 85"/>
              <p:cNvGrpSpPr>
                <a:grpSpLocks/>
              </p:cNvGrpSpPr>
              <p:nvPr/>
            </p:nvGrpSpPr>
            <p:grpSpPr bwMode="auto">
              <a:xfrm>
                <a:off x="1994" y="1842"/>
                <a:ext cx="525" cy="173"/>
                <a:chOff x="3404" y="1080"/>
                <a:chExt cx="1755" cy="819"/>
              </a:xfrm>
            </p:grpSpPr>
            <p:grpSp>
              <p:nvGrpSpPr>
                <p:cNvPr id="17" name="Group 86"/>
                <p:cNvGrpSpPr>
                  <a:grpSpLocks/>
                </p:cNvGrpSpPr>
                <p:nvPr/>
              </p:nvGrpSpPr>
              <p:grpSpPr bwMode="auto">
                <a:xfrm>
                  <a:off x="3404" y="1080"/>
                  <a:ext cx="590" cy="801"/>
                  <a:chOff x="3462" y="1100"/>
                  <a:chExt cx="1549" cy="801"/>
                </a:xfrm>
              </p:grpSpPr>
              <p:sp>
                <p:nvSpPr>
                  <p:cNvPr id="14678" name="Freeform 87"/>
                  <p:cNvSpPr>
                    <a:spLocks/>
                  </p:cNvSpPr>
                  <p:nvPr/>
                </p:nvSpPr>
                <p:spPr bwMode="auto">
                  <a:xfrm>
                    <a:off x="3462" y="1126"/>
                    <a:ext cx="313" cy="756"/>
                  </a:xfrm>
                  <a:custGeom>
                    <a:avLst/>
                    <a:gdLst>
                      <a:gd name="T0" fmla="*/ 0 w 717"/>
                      <a:gd name="T1" fmla="*/ 756 h 756"/>
                      <a:gd name="T2" fmla="*/ 4 w 717"/>
                      <a:gd name="T3" fmla="*/ 167 h 756"/>
                      <a:gd name="T4" fmla="*/ 5 w 717"/>
                      <a:gd name="T5" fmla="*/ 384 h 756"/>
                      <a:gd name="T6" fmla="*/ 7 w 717"/>
                      <a:gd name="T7" fmla="*/ 103 h 756"/>
                      <a:gd name="T8" fmla="*/ 10 w 717"/>
                      <a:gd name="T9" fmla="*/ 519 h 756"/>
                      <a:gd name="T10" fmla="*/ 11 w 717"/>
                      <a:gd name="T11" fmla="*/ 487 h 756"/>
                      <a:gd name="T12" fmla="*/ 11 w 717"/>
                      <a:gd name="T13" fmla="*/ 359 h 756"/>
                      <a:gd name="T14" fmla="*/ 14 w 717"/>
                      <a:gd name="T15" fmla="*/ 71 h 756"/>
                      <a:gd name="T16" fmla="*/ 16 w 717"/>
                      <a:gd name="T17" fmla="*/ 244 h 756"/>
                      <a:gd name="T18" fmla="*/ 17 w 717"/>
                      <a:gd name="T19" fmla="*/ 96 h 756"/>
                      <a:gd name="T20" fmla="*/ 18 w 717"/>
                      <a:gd name="T21" fmla="*/ 615 h 756"/>
                      <a:gd name="T22" fmla="*/ 21 w 717"/>
                      <a:gd name="T23" fmla="*/ 397 h 756"/>
                      <a:gd name="T24" fmla="*/ 24 w 717"/>
                      <a:gd name="T25" fmla="*/ 519 h 756"/>
                      <a:gd name="T26" fmla="*/ 25 w 717"/>
                      <a:gd name="T27" fmla="*/ 308 h 756"/>
                      <a:gd name="T28" fmla="*/ 28 w 717"/>
                      <a:gd name="T29" fmla="*/ 442 h 756"/>
                      <a:gd name="T30" fmla="*/ 29 w 717"/>
                      <a:gd name="T31" fmla="*/ 352 h 756"/>
                      <a:gd name="T32" fmla="*/ 30 w 717"/>
                      <a:gd name="T33" fmla="*/ 384 h 756"/>
                      <a:gd name="T34" fmla="*/ 31 w 717"/>
                      <a:gd name="T35" fmla="*/ 135 h 756"/>
                      <a:gd name="T36" fmla="*/ 33 w 717"/>
                      <a:gd name="T37" fmla="*/ 301 h 756"/>
                      <a:gd name="T38" fmla="*/ 32 w 717"/>
                      <a:gd name="T39" fmla="*/ 519 h 756"/>
                      <a:gd name="T40" fmla="*/ 34 w 717"/>
                      <a:gd name="T41" fmla="*/ 679 h 756"/>
                      <a:gd name="T42" fmla="*/ 36 w 717"/>
                      <a:gd name="T43" fmla="*/ 628 h 756"/>
                      <a:gd name="T44" fmla="*/ 37 w 717"/>
                      <a:gd name="T45" fmla="*/ 480 h 756"/>
                      <a:gd name="T46" fmla="*/ 38 w 717"/>
                      <a:gd name="T47" fmla="*/ 391 h 756"/>
                      <a:gd name="T48" fmla="*/ 36 w 717"/>
                      <a:gd name="T49" fmla="*/ 506 h 756"/>
                      <a:gd name="T50" fmla="*/ 38 w 717"/>
                      <a:gd name="T51" fmla="*/ 352 h 756"/>
                      <a:gd name="T52" fmla="*/ 39 w 717"/>
                      <a:gd name="T53" fmla="*/ 455 h 756"/>
                      <a:gd name="T54" fmla="*/ 41 w 717"/>
                      <a:gd name="T55" fmla="*/ 519 h 756"/>
                      <a:gd name="T56" fmla="*/ 43 w 717"/>
                      <a:gd name="T57" fmla="*/ 410 h 756"/>
                      <a:gd name="T58" fmla="*/ 44 w 717"/>
                      <a:gd name="T59" fmla="*/ 186 h 756"/>
                      <a:gd name="T60" fmla="*/ 45 w 717"/>
                      <a:gd name="T61" fmla="*/ 231 h 756"/>
                      <a:gd name="T62" fmla="*/ 48 w 717"/>
                      <a:gd name="T63" fmla="*/ 148 h 756"/>
                      <a:gd name="T64" fmla="*/ 48 w 717"/>
                      <a:gd name="T65" fmla="*/ 301 h 756"/>
                      <a:gd name="T66" fmla="*/ 48 w 717"/>
                      <a:gd name="T67" fmla="*/ 730 h 756"/>
                      <a:gd name="T68" fmla="*/ 54 w 717"/>
                      <a:gd name="T69" fmla="*/ 0 h 756"/>
                      <a:gd name="T70" fmla="*/ 54 w 717"/>
                      <a:gd name="T71" fmla="*/ 250 h 756"/>
                      <a:gd name="T72" fmla="*/ 55 w 717"/>
                      <a:gd name="T73" fmla="*/ 333 h 756"/>
                      <a:gd name="T74" fmla="*/ 57 w 717"/>
                      <a:gd name="T75" fmla="*/ 192 h 756"/>
                      <a:gd name="T76" fmla="*/ 59 w 717"/>
                      <a:gd name="T77" fmla="*/ 340 h 756"/>
                      <a:gd name="T78" fmla="*/ 58 w 717"/>
                      <a:gd name="T79" fmla="*/ 429 h 756"/>
                      <a:gd name="T80" fmla="*/ 60 w 717"/>
                      <a:gd name="T81" fmla="*/ 461 h 756"/>
                      <a:gd name="T82" fmla="*/ 0 60000 65536"/>
                      <a:gd name="T83" fmla="*/ 0 60000 65536"/>
                      <a:gd name="T84" fmla="*/ 0 60000 65536"/>
                      <a:gd name="T85" fmla="*/ 0 60000 65536"/>
                      <a:gd name="T86" fmla="*/ 0 60000 65536"/>
                      <a:gd name="T87" fmla="*/ 0 60000 65536"/>
                      <a:gd name="T88" fmla="*/ 0 60000 65536"/>
                      <a:gd name="T89" fmla="*/ 0 60000 65536"/>
                      <a:gd name="T90" fmla="*/ 0 60000 65536"/>
                      <a:gd name="T91" fmla="*/ 0 60000 65536"/>
                      <a:gd name="T92" fmla="*/ 0 60000 65536"/>
                      <a:gd name="T93" fmla="*/ 0 60000 65536"/>
                      <a:gd name="T94" fmla="*/ 0 60000 65536"/>
                      <a:gd name="T95" fmla="*/ 0 60000 65536"/>
                      <a:gd name="T96" fmla="*/ 0 60000 65536"/>
                      <a:gd name="T97" fmla="*/ 0 60000 65536"/>
                      <a:gd name="T98" fmla="*/ 0 60000 65536"/>
                      <a:gd name="T99" fmla="*/ 0 60000 65536"/>
                      <a:gd name="T100" fmla="*/ 0 60000 65536"/>
                      <a:gd name="T101" fmla="*/ 0 60000 65536"/>
                      <a:gd name="T102" fmla="*/ 0 60000 65536"/>
                      <a:gd name="T103" fmla="*/ 0 60000 65536"/>
                      <a:gd name="T104" fmla="*/ 0 60000 65536"/>
                      <a:gd name="T105" fmla="*/ 0 60000 65536"/>
                      <a:gd name="T106" fmla="*/ 0 60000 65536"/>
                      <a:gd name="T107" fmla="*/ 0 60000 65536"/>
                      <a:gd name="T108" fmla="*/ 0 60000 65536"/>
                      <a:gd name="T109" fmla="*/ 0 60000 65536"/>
                      <a:gd name="T110" fmla="*/ 0 60000 65536"/>
                      <a:gd name="T111" fmla="*/ 0 60000 65536"/>
                      <a:gd name="T112" fmla="*/ 0 60000 65536"/>
                      <a:gd name="T113" fmla="*/ 0 60000 65536"/>
                      <a:gd name="T114" fmla="*/ 0 60000 65536"/>
                      <a:gd name="T115" fmla="*/ 0 60000 65536"/>
                      <a:gd name="T116" fmla="*/ 0 60000 65536"/>
                      <a:gd name="T117" fmla="*/ 0 60000 65536"/>
                      <a:gd name="T118" fmla="*/ 0 60000 65536"/>
                      <a:gd name="T119" fmla="*/ 0 60000 65536"/>
                      <a:gd name="T120" fmla="*/ 0 60000 65536"/>
                      <a:gd name="T121" fmla="*/ 0 60000 65536"/>
                      <a:gd name="T122" fmla="*/ 0 60000 65536"/>
                      <a:gd name="T123" fmla="*/ 0 w 717"/>
                      <a:gd name="T124" fmla="*/ 0 h 756"/>
                      <a:gd name="T125" fmla="*/ 717 w 717"/>
                      <a:gd name="T126" fmla="*/ 756 h 756"/>
                    </a:gdLst>
                    <a:ahLst/>
                    <a:cxnLst>
                      <a:cxn ang="T82">
                        <a:pos x="T0" y="T1"/>
                      </a:cxn>
                      <a:cxn ang="T83">
                        <a:pos x="T2" y="T3"/>
                      </a:cxn>
                      <a:cxn ang="T84">
                        <a:pos x="T4" y="T5"/>
                      </a:cxn>
                      <a:cxn ang="T85">
                        <a:pos x="T6" y="T7"/>
                      </a:cxn>
                      <a:cxn ang="T86">
                        <a:pos x="T8" y="T9"/>
                      </a:cxn>
                      <a:cxn ang="T87">
                        <a:pos x="T10" y="T11"/>
                      </a:cxn>
                      <a:cxn ang="T88">
                        <a:pos x="T12" y="T13"/>
                      </a:cxn>
                      <a:cxn ang="T89">
                        <a:pos x="T14" y="T15"/>
                      </a:cxn>
                      <a:cxn ang="T90">
                        <a:pos x="T16" y="T17"/>
                      </a:cxn>
                      <a:cxn ang="T91">
                        <a:pos x="T18" y="T19"/>
                      </a:cxn>
                      <a:cxn ang="T92">
                        <a:pos x="T20" y="T21"/>
                      </a:cxn>
                      <a:cxn ang="T93">
                        <a:pos x="T22" y="T23"/>
                      </a:cxn>
                      <a:cxn ang="T94">
                        <a:pos x="T24" y="T25"/>
                      </a:cxn>
                      <a:cxn ang="T95">
                        <a:pos x="T26" y="T27"/>
                      </a:cxn>
                      <a:cxn ang="T96">
                        <a:pos x="T28" y="T29"/>
                      </a:cxn>
                      <a:cxn ang="T97">
                        <a:pos x="T30" y="T31"/>
                      </a:cxn>
                      <a:cxn ang="T98">
                        <a:pos x="T32" y="T33"/>
                      </a:cxn>
                      <a:cxn ang="T99">
                        <a:pos x="T34" y="T35"/>
                      </a:cxn>
                      <a:cxn ang="T100">
                        <a:pos x="T36" y="T37"/>
                      </a:cxn>
                      <a:cxn ang="T101">
                        <a:pos x="T38" y="T39"/>
                      </a:cxn>
                      <a:cxn ang="T102">
                        <a:pos x="T40" y="T41"/>
                      </a:cxn>
                      <a:cxn ang="T103">
                        <a:pos x="T42" y="T43"/>
                      </a:cxn>
                      <a:cxn ang="T104">
                        <a:pos x="T44" y="T45"/>
                      </a:cxn>
                      <a:cxn ang="T105">
                        <a:pos x="T46" y="T47"/>
                      </a:cxn>
                      <a:cxn ang="T106">
                        <a:pos x="T48" y="T49"/>
                      </a:cxn>
                      <a:cxn ang="T107">
                        <a:pos x="T50" y="T51"/>
                      </a:cxn>
                      <a:cxn ang="T108">
                        <a:pos x="T52" y="T53"/>
                      </a:cxn>
                      <a:cxn ang="T109">
                        <a:pos x="T54" y="T55"/>
                      </a:cxn>
                      <a:cxn ang="T110">
                        <a:pos x="T56" y="T57"/>
                      </a:cxn>
                      <a:cxn ang="T111">
                        <a:pos x="T58" y="T59"/>
                      </a:cxn>
                      <a:cxn ang="T112">
                        <a:pos x="T60" y="T61"/>
                      </a:cxn>
                      <a:cxn ang="T113">
                        <a:pos x="T62" y="T63"/>
                      </a:cxn>
                      <a:cxn ang="T114">
                        <a:pos x="T64" y="T65"/>
                      </a:cxn>
                      <a:cxn ang="T115">
                        <a:pos x="T66" y="T67"/>
                      </a:cxn>
                      <a:cxn ang="T116">
                        <a:pos x="T68" y="T69"/>
                      </a:cxn>
                      <a:cxn ang="T117">
                        <a:pos x="T70" y="T71"/>
                      </a:cxn>
                      <a:cxn ang="T118">
                        <a:pos x="T72" y="T73"/>
                      </a:cxn>
                      <a:cxn ang="T119">
                        <a:pos x="T74" y="T75"/>
                      </a:cxn>
                      <a:cxn ang="T120">
                        <a:pos x="T76" y="T77"/>
                      </a:cxn>
                      <a:cxn ang="T121">
                        <a:pos x="T78" y="T79"/>
                      </a:cxn>
                      <a:cxn ang="T122">
                        <a:pos x="T80" y="T81"/>
                      </a:cxn>
                    </a:cxnLst>
                    <a:rect l="T123" t="T124" r="T125" b="T126"/>
                    <a:pathLst>
                      <a:path w="717" h="756">
                        <a:moveTo>
                          <a:pt x="0" y="756"/>
                        </a:moveTo>
                        <a:lnTo>
                          <a:pt x="52" y="167"/>
                        </a:lnTo>
                        <a:lnTo>
                          <a:pt x="64" y="384"/>
                        </a:lnTo>
                        <a:lnTo>
                          <a:pt x="90" y="103"/>
                        </a:lnTo>
                        <a:lnTo>
                          <a:pt x="116" y="519"/>
                        </a:lnTo>
                        <a:lnTo>
                          <a:pt x="135" y="487"/>
                        </a:lnTo>
                        <a:lnTo>
                          <a:pt x="135" y="359"/>
                        </a:lnTo>
                        <a:lnTo>
                          <a:pt x="167" y="71"/>
                        </a:lnTo>
                        <a:lnTo>
                          <a:pt x="192" y="244"/>
                        </a:lnTo>
                        <a:lnTo>
                          <a:pt x="205" y="96"/>
                        </a:lnTo>
                        <a:lnTo>
                          <a:pt x="218" y="615"/>
                        </a:lnTo>
                        <a:lnTo>
                          <a:pt x="244" y="397"/>
                        </a:lnTo>
                        <a:lnTo>
                          <a:pt x="282" y="519"/>
                        </a:lnTo>
                        <a:lnTo>
                          <a:pt x="308" y="308"/>
                        </a:lnTo>
                        <a:lnTo>
                          <a:pt x="333" y="442"/>
                        </a:lnTo>
                        <a:lnTo>
                          <a:pt x="346" y="352"/>
                        </a:lnTo>
                        <a:lnTo>
                          <a:pt x="365" y="384"/>
                        </a:lnTo>
                        <a:lnTo>
                          <a:pt x="378" y="135"/>
                        </a:lnTo>
                        <a:lnTo>
                          <a:pt x="391" y="301"/>
                        </a:lnTo>
                        <a:lnTo>
                          <a:pt x="384" y="519"/>
                        </a:lnTo>
                        <a:lnTo>
                          <a:pt x="404" y="679"/>
                        </a:lnTo>
                        <a:lnTo>
                          <a:pt x="429" y="628"/>
                        </a:lnTo>
                        <a:lnTo>
                          <a:pt x="442" y="480"/>
                        </a:lnTo>
                        <a:lnTo>
                          <a:pt x="455" y="391"/>
                        </a:lnTo>
                        <a:lnTo>
                          <a:pt x="436" y="506"/>
                        </a:lnTo>
                        <a:lnTo>
                          <a:pt x="461" y="352"/>
                        </a:lnTo>
                        <a:lnTo>
                          <a:pt x="474" y="455"/>
                        </a:lnTo>
                        <a:lnTo>
                          <a:pt x="493" y="519"/>
                        </a:lnTo>
                        <a:lnTo>
                          <a:pt x="512" y="410"/>
                        </a:lnTo>
                        <a:lnTo>
                          <a:pt x="532" y="186"/>
                        </a:lnTo>
                        <a:lnTo>
                          <a:pt x="544" y="231"/>
                        </a:lnTo>
                        <a:lnTo>
                          <a:pt x="570" y="148"/>
                        </a:lnTo>
                        <a:lnTo>
                          <a:pt x="576" y="301"/>
                        </a:lnTo>
                        <a:lnTo>
                          <a:pt x="576" y="730"/>
                        </a:lnTo>
                        <a:lnTo>
                          <a:pt x="647" y="0"/>
                        </a:lnTo>
                        <a:lnTo>
                          <a:pt x="647" y="250"/>
                        </a:lnTo>
                        <a:lnTo>
                          <a:pt x="660" y="333"/>
                        </a:lnTo>
                        <a:lnTo>
                          <a:pt x="685" y="192"/>
                        </a:lnTo>
                        <a:lnTo>
                          <a:pt x="711" y="340"/>
                        </a:lnTo>
                        <a:lnTo>
                          <a:pt x="698" y="429"/>
                        </a:lnTo>
                        <a:lnTo>
                          <a:pt x="717" y="461"/>
                        </a:lnTo>
                      </a:path>
                    </a:pathLst>
                  </a:custGeom>
                  <a:noFill/>
                  <a:ln w="9525">
                    <a:solidFill>
                      <a:srgbClr val="FF0000"/>
                    </a:solidFill>
                    <a:round/>
                    <a:headEnd/>
                    <a:tailEnd/>
                  </a:ln>
                </p:spPr>
                <p:txBody>
                  <a:bodyPr/>
                  <a:lstStyle/>
                  <a:p>
                    <a:endParaRPr lang="en-GB" sz="1600"/>
                  </a:p>
                </p:txBody>
              </p:sp>
              <p:sp>
                <p:nvSpPr>
                  <p:cNvPr id="14679" name="Freeform 88"/>
                  <p:cNvSpPr>
                    <a:spLocks/>
                  </p:cNvSpPr>
                  <p:nvPr/>
                </p:nvSpPr>
                <p:spPr bwMode="auto">
                  <a:xfrm flipH="1" flipV="1">
                    <a:off x="3770" y="1145"/>
                    <a:ext cx="313" cy="756"/>
                  </a:xfrm>
                  <a:custGeom>
                    <a:avLst/>
                    <a:gdLst>
                      <a:gd name="T0" fmla="*/ 0 w 717"/>
                      <a:gd name="T1" fmla="*/ 756 h 756"/>
                      <a:gd name="T2" fmla="*/ 4 w 717"/>
                      <a:gd name="T3" fmla="*/ 167 h 756"/>
                      <a:gd name="T4" fmla="*/ 5 w 717"/>
                      <a:gd name="T5" fmla="*/ 384 h 756"/>
                      <a:gd name="T6" fmla="*/ 7 w 717"/>
                      <a:gd name="T7" fmla="*/ 103 h 756"/>
                      <a:gd name="T8" fmla="*/ 10 w 717"/>
                      <a:gd name="T9" fmla="*/ 519 h 756"/>
                      <a:gd name="T10" fmla="*/ 11 w 717"/>
                      <a:gd name="T11" fmla="*/ 487 h 756"/>
                      <a:gd name="T12" fmla="*/ 11 w 717"/>
                      <a:gd name="T13" fmla="*/ 359 h 756"/>
                      <a:gd name="T14" fmla="*/ 14 w 717"/>
                      <a:gd name="T15" fmla="*/ 71 h 756"/>
                      <a:gd name="T16" fmla="*/ 16 w 717"/>
                      <a:gd name="T17" fmla="*/ 244 h 756"/>
                      <a:gd name="T18" fmla="*/ 17 w 717"/>
                      <a:gd name="T19" fmla="*/ 96 h 756"/>
                      <a:gd name="T20" fmla="*/ 18 w 717"/>
                      <a:gd name="T21" fmla="*/ 615 h 756"/>
                      <a:gd name="T22" fmla="*/ 21 w 717"/>
                      <a:gd name="T23" fmla="*/ 397 h 756"/>
                      <a:gd name="T24" fmla="*/ 24 w 717"/>
                      <a:gd name="T25" fmla="*/ 519 h 756"/>
                      <a:gd name="T26" fmla="*/ 25 w 717"/>
                      <a:gd name="T27" fmla="*/ 308 h 756"/>
                      <a:gd name="T28" fmla="*/ 28 w 717"/>
                      <a:gd name="T29" fmla="*/ 442 h 756"/>
                      <a:gd name="T30" fmla="*/ 29 w 717"/>
                      <a:gd name="T31" fmla="*/ 352 h 756"/>
                      <a:gd name="T32" fmla="*/ 30 w 717"/>
                      <a:gd name="T33" fmla="*/ 384 h 756"/>
                      <a:gd name="T34" fmla="*/ 31 w 717"/>
                      <a:gd name="T35" fmla="*/ 135 h 756"/>
                      <a:gd name="T36" fmla="*/ 33 w 717"/>
                      <a:gd name="T37" fmla="*/ 301 h 756"/>
                      <a:gd name="T38" fmla="*/ 32 w 717"/>
                      <a:gd name="T39" fmla="*/ 519 h 756"/>
                      <a:gd name="T40" fmla="*/ 34 w 717"/>
                      <a:gd name="T41" fmla="*/ 679 h 756"/>
                      <a:gd name="T42" fmla="*/ 36 w 717"/>
                      <a:gd name="T43" fmla="*/ 628 h 756"/>
                      <a:gd name="T44" fmla="*/ 37 w 717"/>
                      <a:gd name="T45" fmla="*/ 480 h 756"/>
                      <a:gd name="T46" fmla="*/ 38 w 717"/>
                      <a:gd name="T47" fmla="*/ 391 h 756"/>
                      <a:gd name="T48" fmla="*/ 36 w 717"/>
                      <a:gd name="T49" fmla="*/ 506 h 756"/>
                      <a:gd name="T50" fmla="*/ 38 w 717"/>
                      <a:gd name="T51" fmla="*/ 352 h 756"/>
                      <a:gd name="T52" fmla="*/ 39 w 717"/>
                      <a:gd name="T53" fmla="*/ 455 h 756"/>
                      <a:gd name="T54" fmla="*/ 41 w 717"/>
                      <a:gd name="T55" fmla="*/ 519 h 756"/>
                      <a:gd name="T56" fmla="*/ 43 w 717"/>
                      <a:gd name="T57" fmla="*/ 410 h 756"/>
                      <a:gd name="T58" fmla="*/ 44 w 717"/>
                      <a:gd name="T59" fmla="*/ 186 h 756"/>
                      <a:gd name="T60" fmla="*/ 45 w 717"/>
                      <a:gd name="T61" fmla="*/ 231 h 756"/>
                      <a:gd name="T62" fmla="*/ 48 w 717"/>
                      <a:gd name="T63" fmla="*/ 148 h 756"/>
                      <a:gd name="T64" fmla="*/ 48 w 717"/>
                      <a:gd name="T65" fmla="*/ 301 h 756"/>
                      <a:gd name="T66" fmla="*/ 48 w 717"/>
                      <a:gd name="T67" fmla="*/ 730 h 756"/>
                      <a:gd name="T68" fmla="*/ 54 w 717"/>
                      <a:gd name="T69" fmla="*/ 0 h 756"/>
                      <a:gd name="T70" fmla="*/ 54 w 717"/>
                      <a:gd name="T71" fmla="*/ 250 h 756"/>
                      <a:gd name="T72" fmla="*/ 55 w 717"/>
                      <a:gd name="T73" fmla="*/ 333 h 756"/>
                      <a:gd name="T74" fmla="*/ 57 w 717"/>
                      <a:gd name="T75" fmla="*/ 192 h 756"/>
                      <a:gd name="T76" fmla="*/ 59 w 717"/>
                      <a:gd name="T77" fmla="*/ 340 h 756"/>
                      <a:gd name="T78" fmla="*/ 58 w 717"/>
                      <a:gd name="T79" fmla="*/ 429 h 756"/>
                      <a:gd name="T80" fmla="*/ 60 w 717"/>
                      <a:gd name="T81" fmla="*/ 461 h 756"/>
                      <a:gd name="T82" fmla="*/ 0 60000 65536"/>
                      <a:gd name="T83" fmla="*/ 0 60000 65536"/>
                      <a:gd name="T84" fmla="*/ 0 60000 65536"/>
                      <a:gd name="T85" fmla="*/ 0 60000 65536"/>
                      <a:gd name="T86" fmla="*/ 0 60000 65536"/>
                      <a:gd name="T87" fmla="*/ 0 60000 65536"/>
                      <a:gd name="T88" fmla="*/ 0 60000 65536"/>
                      <a:gd name="T89" fmla="*/ 0 60000 65536"/>
                      <a:gd name="T90" fmla="*/ 0 60000 65536"/>
                      <a:gd name="T91" fmla="*/ 0 60000 65536"/>
                      <a:gd name="T92" fmla="*/ 0 60000 65536"/>
                      <a:gd name="T93" fmla="*/ 0 60000 65536"/>
                      <a:gd name="T94" fmla="*/ 0 60000 65536"/>
                      <a:gd name="T95" fmla="*/ 0 60000 65536"/>
                      <a:gd name="T96" fmla="*/ 0 60000 65536"/>
                      <a:gd name="T97" fmla="*/ 0 60000 65536"/>
                      <a:gd name="T98" fmla="*/ 0 60000 65536"/>
                      <a:gd name="T99" fmla="*/ 0 60000 65536"/>
                      <a:gd name="T100" fmla="*/ 0 60000 65536"/>
                      <a:gd name="T101" fmla="*/ 0 60000 65536"/>
                      <a:gd name="T102" fmla="*/ 0 60000 65536"/>
                      <a:gd name="T103" fmla="*/ 0 60000 65536"/>
                      <a:gd name="T104" fmla="*/ 0 60000 65536"/>
                      <a:gd name="T105" fmla="*/ 0 60000 65536"/>
                      <a:gd name="T106" fmla="*/ 0 60000 65536"/>
                      <a:gd name="T107" fmla="*/ 0 60000 65536"/>
                      <a:gd name="T108" fmla="*/ 0 60000 65536"/>
                      <a:gd name="T109" fmla="*/ 0 60000 65536"/>
                      <a:gd name="T110" fmla="*/ 0 60000 65536"/>
                      <a:gd name="T111" fmla="*/ 0 60000 65536"/>
                      <a:gd name="T112" fmla="*/ 0 60000 65536"/>
                      <a:gd name="T113" fmla="*/ 0 60000 65536"/>
                      <a:gd name="T114" fmla="*/ 0 60000 65536"/>
                      <a:gd name="T115" fmla="*/ 0 60000 65536"/>
                      <a:gd name="T116" fmla="*/ 0 60000 65536"/>
                      <a:gd name="T117" fmla="*/ 0 60000 65536"/>
                      <a:gd name="T118" fmla="*/ 0 60000 65536"/>
                      <a:gd name="T119" fmla="*/ 0 60000 65536"/>
                      <a:gd name="T120" fmla="*/ 0 60000 65536"/>
                      <a:gd name="T121" fmla="*/ 0 60000 65536"/>
                      <a:gd name="T122" fmla="*/ 0 60000 65536"/>
                      <a:gd name="T123" fmla="*/ 0 w 717"/>
                      <a:gd name="T124" fmla="*/ 0 h 756"/>
                      <a:gd name="T125" fmla="*/ 717 w 717"/>
                      <a:gd name="T126" fmla="*/ 756 h 756"/>
                    </a:gdLst>
                    <a:ahLst/>
                    <a:cxnLst>
                      <a:cxn ang="T82">
                        <a:pos x="T0" y="T1"/>
                      </a:cxn>
                      <a:cxn ang="T83">
                        <a:pos x="T2" y="T3"/>
                      </a:cxn>
                      <a:cxn ang="T84">
                        <a:pos x="T4" y="T5"/>
                      </a:cxn>
                      <a:cxn ang="T85">
                        <a:pos x="T6" y="T7"/>
                      </a:cxn>
                      <a:cxn ang="T86">
                        <a:pos x="T8" y="T9"/>
                      </a:cxn>
                      <a:cxn ang="T87">
                        <a:pos x="T10" y="T11"/>
                      </a:cxn>
                      <a:cxn ang="T88">
                        <a:pos x="T12" y="T13"/>
                      </a:cxn>
                      <a:cxn ang="T89">
                        <a:pos x="T14" y="T15"/>
                      </a:cxn>
                      <a:cxn ang="T90">
                        <a:pos x="T16" y="T17"/>
                      </a:cxn>
                      <a:cxn ang="T91">
                        <a:pos x="T18" y="T19"/>
                      </a:cxn>
                      <a:cxn ang="T92">
                        <a:pos x="T20" y="T21"/>
                      </a:cxn>
                      <a:cxn ang="T93">
                        <a:pos x="T22" y="T23"/>
                      </a:cxn>
                      <a:cxn ang="T94">
                        <a:pos x="T24" y="T25"/>
                      </a:cxn>
                      <a:cxn ang="T95">
                        <a:pos x="T26" y="T27"/>
                      </a:cxn>
                      <a:cxn ang="T96">
                        <a:pos x="T28" y="T29"/>
                      </a:cxn>
                      <a:cxn ang="T97">
                        <a:pos x="T30" y="T31"/>
                      </a:cxn>
                      <a:cxn ang="T98">
                        <a:pos x="T32" y="T33"/>
                      </a:cxn>
                      <a:cxn ang="T99">
                        <a:pos x="T34" y="T35"/>
                      </a:cxn>
                      <a:cxn ang="T100">
                        <a:pos x="T36" y="T37"/>
                      </a:cxn>
                      <a:cxn ang="T101">
                        <a:pos x="T38" y="T39"/>
                      </a:cxn>
                      <a:cxn ang="T102">
                        <a:pos x="T40" y="T41"/>
                      </a:cxn>
                      <a:cxn ang="T103">
                        <a:pos x="T42" y="T43"/>
                      </a:cxn>
                      <a:cxn ang="T104">
                        <a:pos x="T44" y="T45"/>
                      </a:cxn>
                      <a:cxn ang="T105">
                        <a:pos x="T46" y="T47"/>
                      </a:cxn>
                      <a:cxn ang="T106">
                        <a:pos x="T48" y="T49"/>
                      </a:cxn>
                      <a:cxn ang="T107">
                        <a:pos x="T50" y="T51"/>
                      </a:cxn>
                      <a:cxn ang="T108">
                        <a:pos x="T52" y="T53"/>
                      </a:cxn>
                      <a:cxn ang="T109">
                        <a:pos x="T54" y="T55"/>
                      </a:cxn>
                      <a:cxn ang="T110">
                        <a:pos x="T56" y="T57"/>
                      </a:cxn>
                      <a:cxn ang="T111">
                        <a:pos x="T58" y="T59"/>
                      </a:cxn>
                      <a:cxn ang="T112">
                        <a:pos x="T60" y="T61"/>
                      </a:cxn>
                      <a:cxn ang="T113">
                        <a:pos x="T62" y="T63"/>
                      </a:cxn>
                      <a:cxn ang="T114">
                        <a:pos x="T64" y="T65"/>
                      </a:cxn>
                      <a:cxn ang="T115">
                        <a:pos x="T66" y="T67"/>
                      </a:cxn>
                      <a:cxn ang="T116">
                        <a:pos x="T68" y="T69"/>
                      </a:cxn>
                      <a:cxn ang="T117">
                        <a:pos x="T70" y="T71"/>
                      </a:cxn>
                      <a:cxn ang="T118">
                        <a:pos x="T72" y="T73"/>
                      </a:cxn>
                      <a:cxn ang="T119">
                        <a:pos x="T74" y="T75"/>
                      </a:cxn>
                      <a:cxn ang="T120">
                        <a:pos x="T76" y="T77"/>
                      </a:cxn>
                      <a:cxn ang="T121">
                        <a:pos x="T78" y="T79"/>
                      </a:cxn>
                      <a:cxn ang="T122">
                        <a:pos x="T80" y="T81"/>
                      </a:cxn>
                    </a:cxnLst>
                    <a:rect l="T123" t="T124" r="T125" b="T126"/>
                    <a:pathLst>
                      <a:path w="717" h="756">
                        <a:moveTo>
                          <a:pt x="0" y="756"/>
                        </a:moveTo>
                        <a:lnTo>
                          <a:pt x="52" y="167"/>
                        </a:lnTo>
                        <a:lnTo>
                          <a:pt x="64" y="384"/>
                        </a:lnTo>
                        <a:lnTo>
                          <a:pt x="90" y="103"/>
                        </a:lnTo>
                        <a:lnTo>
                          <a:pt x="116" y="519"/>
                        </a:lnTo>
                        <a:lnTo>
                          <a:pt x="135" y="487"/>
                        </a:lnTo>
                        <a:lnTo>
                          <a:pt x="135" y="359"/>
                        </a:lnTo>
                        <a:lnTo>
                          <a:pt x="167" y="71"/>
                        </a:lnTo>
                        <a:lnTo>
                          <a:pt x="192" y="244"/>
                        </a:lnTo>
                        <a:lnTo>
                          <a:pt x="205" y="96"/>
                        </a:lnTo>
                        <a:lnTo>
                          <a:pt x="218" y="615"/>
                        </a:lnTo>
                        <a:lnTo>
                          <a:pt x="244" y="397"/>
                        </a:lnTo>
                        <a:lnTo>
                          <a:pt x="282" y="519"/>
                        </a:lnTo>
                        <a:lnTo>
                          <a:pt x="308" y="308"/>
                        </a:lnTo>
                        <a:lnTo>
                          <a:pt x="333" y="442"/>
                        </a:lnTo>
                        <a:lnTo>
                          <a:pt x="346" y="352"/>
                        </a:lnTo>
                        <a:lnTo>
                          <a:pt x="365" y="384"/>
                        </a:lnTo>
                        <a:lnTo>
                          <a:pt x="378" y="135"/>
                        </a:lnTo>
                        <a:lnTo>
                          <a:pt x="391" y="301"/>
                        </a:lnTo>
                        <a:lnTo>
                          <a:pt x="384" y="519"/>
                        </a:lnTo>
                        <a:lnTo>
                          <a:pt x="404" y="679"/>
                        </a:lnTo>
                        <a:lnTo>
                          <a:pt x="429" y="628"/>
                        </a:lnTo>
                        <a:lnTo>
                          <a:pt x="442" y="480"/>
                        </a:lnTo>
                        <a:lnTo>
                          <a:pt x="455" y="391"/>
                        </a:lnTo>
                        <a:lnTo>
                          <a:pt x="436" y="506"/>
                        </a:lnTo>
                        <a:lnTo>
                          <a:pt x="461" y="352"/>
                        </a:lnTo>
                        <a:lnTo>
                          <a:pt x="474" y="455"/>
                        </a:lnTo>
                        <a:lnTo>
                          <a:pt x="493" y="519"/>
                        </a:lnTo>
                        <a:lnTo>
                          <a:pt x="512" y="410"/>
                        </a:lnTo>
                        <a:lnTo>
                          <a:pt x="532" y="186"/>
                        </a:lnTo>
                        <a:lnTo>
                          <a:pt x="544" y="231"/>
                        </a:lnTo>
                        <a:lnTo>
                          <a:pt x="570" y="148"/>
                        </a:lnTo>
                        <a:lnTo>
                          <a:pt x="576" y="301"/>
                        </a:lnTo>
                        <a:lnTo>
                          <a:pt x="576" y="730"/>
                        </a:lnTo>
                        <a:lnTo>
                          <a:pt x="647" y="0"/>
                        </a:lnTo>
                        <a:lnTo>
                          <a:pt x="647" y="250"/>
                        </a:lnTo>
                        <a:lnTo>
                          <a:pt x="660" y="333"/>
                        </a:lnTo>
                        <a:lnTo>
                          <a:pt x="685" y="192"/>
                        </a:lnTo>
                        <a:lnTo>
                          <a:pt x="711" y="340"/>
                        </a:lnTo>
                        <a:lnTo>
                          <a:pt x="698" y="429"/>
                        </a:lnTo>
                        <a:lnTo>
                          <a:pt x="717" y="461"/>
                        </a:lnTo>
                      </a:path>
                    </a:pathLst>
                  </a:custGeom>
                  <a:noFill/>
                  <a:ln w="9525">
                    <a:solidFill>
                      <a:srgbClr val="FF0000"/>
                    </a:solidFill>
                    <a:round/>
                    <a:headEnd/>
                    <a:tailEnd/>
                  </a:ln>
                </p:spPr>
                <p:txBody>
                  <a:bodyPr/>
                  <a:lstStyle/>
                  <a:p>
                    <a:endParaRPr lang="en-GB" sz="1600"/>
                  </a:p>
                </p:txBody>
              </p:sp>
              <p:sp>
                <p:nvSpPr>
                  <p:cNvPr id="14680" name="Freeform 89"/>
                  <p:cNvSpPr>
                    <a:spLocks/>
                  </p:cNvSpPr>
                  <p:nvPr/>
                </p:nvSpPr>
                <p:spPr bwMode="auto">
                  <a:xfrm flipH="1">
                    <a:off x="4077" y="1119"/>
                    <a:ext cx="313" cy="756"/>
                  </a:xfrm>
                  <a:custGeom>
                    <a:avLst/>
                    <a:gdLst>
                      <a:gd name="T0" fmla="*/ 0 w 717"/>
                      <a:gd name="T1" fmla="*/ 756 h 756"/>
                      <a:gd name="T2" fmla="*/ 4 w 717"/>
                      <a:gd name="T3" fmla="*/ 167 h 756"/>
                      <a:gd name="T4" fmla="*/ 5 w 717"/>
                      <a:gd name="T5" fmla="*/ 384 h 756"/>
                      <a:gd name="T6" fmla="*/ 7 w 717"/>
                      <a:gd name="T7" fmla="*/ 103 h 756"/>
                      <a:gd name="T8" fmla="*/ 10 w 717"/>
                      <a:gd name="T9" fmla="*/ 519 h 756"/>
                      <a:gd name="T10" fmla="*/ 11 w 717"/>
                      <a:gd name="T11" fmla="*/ 487 h 756"/>
                      <a:gd name="T12" fmla="*/ 11 w 717"/>
                      <a:gd name="T13" fmla="*/ 359 h 756"/>
                      <a:gd name="T14" fmla="*/ 14 w 717"/>
                      <a:gd name="T15" fmla="*/ 71 h 756"/>
                      <a:gd name="T16" fmla="*/ 16 w 717"/>
                      <a:gd name="T17" fmla="*/ 244 h 756"/>
                      <a:gd name="T18" fmla="*/ 17 w 717"/>
                      <a:gd name="T19" fmla="*/ 96 h 756"/>
                      <a:gd name="T20" fmla="*/ 18 w 717"/>
                      <a:gd name="T21" fmla="*/ 615 h 756"/>
                      <a:gd name="T22" fmla="*/ 21 w 717"/>
                      <a:gd name="T23" fmla="*/ 397 h 756"/>
                      <a:gd name="T24" fmla="*/ 24 w 717"/>
                      <a:gd name="T25" fmla="*/ 519 h 756"/>
                      <a:gd name="T26" fmla="*/ 25 w 717"/>
                      <a:gd name="T27" fmla="*/ 308 h 756"/>
                      <a:gd name="T28" fmla="*/ 28 w 717"/>
                      <a:gd name="T29" fmla="*/ 442 h 756"/>
                      <a:gd name="T30" fmla="*/ 29 w 717"/>
                      <a:gd name="T31" fmla="*/ 352 h 756"/>
                      <a:gd name="T32" fmla="*/ 30 w 717"/>
                      <a:gd name="T33" fmla="*/ 384 h 756"/>
                      <a:gd name="T34" fmla="*/ 31 w 717"/>
                      <a:gd name="T35" fmla="*/ 135 h 756"/>
                      <a:gd name="T36" fmla="*/ 33 w 717"/>
                      <a:gd name="T37" fmla="*/ 301 h 756"/>
                      <a:gd name="T38" fmla="*/ 32 w 717"/>
                      <a:gd name="T39" fmla="*/ 519 h 756"/>
                      <a:gd name="T40" fmla="*/ 34 w 717"/>
                      <a:gd name="T41" fmla="*/ 679 h 756"/>
                      <a:gd name="T42" fmla="*/ 36 w 717"/>
                      <a:gd name="T43" fmla="*/ 628 h 756"/>
                      <a:gd name="T44" fmla="*/ 37 w 717"/>
                      <a:gd name="T45" fmla="*/ 480 h 756"/>
                      <a:gd name="T46" fmla="*/ 38 w 717"/>
                      <a:gd name="T47" fmla="*/ 391 h 756"/>
                      <a:gd name="T48" fmla="*/ 36 w 717"/>
                      <a:gd name="T49" fmla="*/ 506 h 756"/>
                      <a:gd name="T50" fmla="*/ 38 w 717"/>
                      <a:gd name="T51" fmla="*/ 352 h 756"/>
                      <a:gd name="T52" fmla="*/ 39 w 717"/>
                      <a:gd name="T53" fmla="*/ 455 h 756"/>
                      <a:gd name="T54" fmla="*/ 41 w 717"/>
                      <a:gd name="T55" fmla="*/ 519 h 756"/>
                      <a:gd name="T56" fmla="*/ 43 w 717"/>
                      <a:gd name="T57" fmla="*/ 410 h 756"/>
                      <a:gd name="T58" fmla="*/ 44 w 717"/>
                      <a:gd name="T59" fmla="*/ 186 h 756"/>
                      <a:gd name="T60" fmla="*/ 45 w 717"/>
                      <a:gd name="T61" fmla="*/ 231 h 756"/>
                      <a:gd name="T62" fmla="*/ 48 w 717"/>
                      <a:gd name="T63" fmla="*/ 148 h 756"/>
                      <a:gd name="T64" fmla="*/ 48 w 717"/>
                      <a:gd name="T65" fmla="*/ 301 h 756"/>
                      <a:gd name="T66" fmla="*/ 48 w 717"/>
                      <a:gd name="T67" fmla="*/ 730 h 756"/>
                      <a:gd name="T68" fmla="*/ 54 w 717"/>
                      <a:gd name="T69" fmla="*/ 0 h 756"/>
                      <a:gd name="T70" fmla="*/ 54 w 717"/>
                      <a:gd name="T71" fmla="*/ 250 h 756"/>
                      <a:gd name="T72" fmla="*/ 55 w 717"/>
                      <a:gd name="T73" fmla="*/ 333 h 756"/>
                      <a:gd name="T74" fmla="*/ 57 w 717"/>
                      <a:gd name="T75" fmla="*/ 192 h 756"/>
                      <a:gd name="T76" fmla="*/ 59 w 717"/>
                      <a:gd name="T77" fmla="*/ 340 h 756"/>
                      <a:gd name="T78" fmla="*/ 58 w 717"/>
                      <a:gd name="T79" fmla="*/ 429 h 756"/>
                      <a:gd name="T80" fmla="*/ 60 w 717"/>
                      <a:gd name="T81" fmla="*/ 461 h 756"/>
                      <a:gd name="T82" fmla="*/ 0 60000 65536"/>
                      <a:gd name="T83" fmla="*/ 0 60000 65536"/>
                      <a:gd name="T84" fmla="*/ 0 60000 65536"/>
                      <a:gd name="T85" fmla="*/ 0 60000 65536"/>
                      <a:gd name="T86" fmla="*/ 0 60000 65536"/>
                      <a:gd name="T87" fmla="*/ 0 60000 65536"/>
                      <a:gd name="T88" fmla="*/ 0 60000 65536"/>
                      <a:gd name="T89" fmla="*/ 0 60000 65536"/>
                      <a:gd name="T90" fmla="*/ 0 60000 65536"/>
                      <a:gd name="T91" fmla="*/ 0 60000 65536"/>
                      <a:gd name="T92" fmla="*/ 0 60000 65536"/>
                      <a:gd name="T93" fmla="*/ 0 60000 65536"/>
                      <a:gd name="T94" fmla="*/ 0 60000 65536"/>
                      <a:gd name="T95" fmla="*/ 0 60000 65536"/>
                      <a:gd name="T96" fmla="*/ 0 60000 65536"/>
                      <a:gd name="T97" fmla="*/ 0 60000 65536"/>
                      <a:gd name="T98" fmla="*/ 0 60000 65536"/>
                      <a:gd name="T99" fmla="*/ 0 60000 65536"/>
                      <a:gd name="T100" fmla="*/ 0 60000 65536"/>
                      <a:gd name="T101" fmla="*/ 0 60000 65536"/>
                      <a:gd name="T102" fmla="*/ 0 60000 65536"/>
                      <a:gd name="T103" fmla="*/ 0 60000 65536"/>
                      <a:gd name="T104" fmla="*/ 0 60000 65536"/>
                      <a:gd name="T105" fmla="*/ 0 60000 65536"/>
                      <a:gd name="T106" fmla="*/ 0 60000 65536"/>
                      <a:gd name="T107" fmla="*/ 0 60000 65536"/>
                      <a:gd name="T108" fmla="*/ 0 60000 65536"/>
                      <a:gd name="T109" fmla="*/ 0 60000 65536"/>
                      <a:gd name="T110" fmla="*/ 0 60000 65536"/>
                      <a:gd name="T111" fmla="*/ 0 60000 65536"/>
                      <a:gd name="T112" fmla="*/ 0 60000 65536"/>
                      <a:gd name="T113" fmla="*/ 0 60000 65536"/>
                      <a:gd name="T114" fmla="*/ 0 60000 65536"/>
                      <a:gd name="T115" fmla="*/ 0 60000 65536"/>
                      <a:gd name="T116" fmla="*/ 0 60000 65536"/>
                      <a:gd name="T117" fmla="*/ 0 60000 65536"/>
                      <a:gd name="T118" fmla="*/ 0 60000 65536"/>
                      <a:gd name="T119" fmla="*/ 0 60000 65536"/>
                      <a:gd name="T120" fmla="*/ 0 60000 65536"/>
                      <a:gd name="T121" fmla="*/ 0 60000 65536"/>
                      <a:gd name="T122" fmla="*/ 0 60000 65536"/>
                      <a:gd name="T123" fmla="*/ 0 w 717"/>
                      <a:gd name="T124" fmla="*/ 0 h 756"/>
                      <a:gd name="T125" fmla="*/ 717 w 717"/>
                      <a:gd name="T126" fmla="*/ 756 h 756"/>
                    </a:gdLst>
                    <a:ahLst/>
                    <a:cxnLst>
                      <a:cxn ang="T82">
                        <a:pos x="T0" y="T1"/>
                      </a:cxn>
                      <a:cxn ang="T83">
                        <a:pos x="T2" y="T3"/>
                      </a:cxn>
                      <a:cxn ang="T84">
                        <a:pos x="T4" y="T5"/>
                      </a:cxn>
                      <a:cxn ang="T85">
                        <a:pos x="T6" y="T7"/>
                      </a:cxn>
                      <a:cxn ang="T86">
                        <a:pos x="T8" y="T9"/>
                      </a:cxn>
                      <a:cxn ang="T87">
                        <a:pos x="T10" y="T11"/>
                      </a:cxn>
                      <a:cxn ang="T88">
                        <a:pos x="T12" y="T13"/>
                      </a:cxn>
                      <a:cxn ang="T89">
                        <a:pos x="T14" y="T15"/>
                      </a:cxn>
                      <a:cxn ang="T90">
                        <a:pos x="T16" y="T17"/>
                      </a:cxn>
                      <a:cxn ang="T91">
                        <a:pos x="T18" y="T19"/>
                      </a:cxn>
                      <a:cxn ang="T92">
                        <a:pos x="T20" y="T21"/>
                      </a:cxn>
                      <a:cxn ang="T93">
                        <a:pos x="T22" y="T23"/>
                      </a:cxn>
                      <a:cxn ang="T94">
                        <a:pos x="T24" y="T25"/>
                      </a:cxn>
                      <a:cxn ang="T95">
                        <a:pos x="T26" y="T27"/>
                      </a:cxn>
                      <a:cxn ang="T96">
                        <a:pos x="T28" y="T29"/>
                      </a:cxn>
                      <a:cxn ang="T97">
                        <a:pos x="T30" y="T31"/>
                      </a:cxn>
                      <a:cxn ang="T98">
                        <a:pos x="T32" y="T33"/>
                      </a:cxn>
                      <a:cxn ang="T99">
                        <a:pos x="T34" y="T35"/>
                      </a:cxn>
                      <a:cxn ang="T100">
                        <a:pos x="T36" y="T37"/>
                      </a:cxn>
                      <a:cxn ang="T101">
                        <a:pos x="T38" y="T39"/>
                      </a:cxn>
                      <a:cxn ang="T102">
                        <a:pos x="T40" y="T41"/>
                      </a:cxn>
                      <a:cxn ang="T103">
                        <a:pos x="T42" y="T43"/>
                      </a:cxn>
                      <a:cxn ang="T104">
                        <a:pos x="T44" y="T45"/>
                      </a:cxn>
                      <a:cxn ang="T105">
                        <a:pos x="T46" y="T47"/>
                      </a:cxn>
                      <a:cxn ang="T106">
                        <a:pos x="T48" y="T49"/>
                      </a:cxn>
                      <a:cxn ang="T107">
                        <a:pos x="T50" y="T51"/>
                      </a:cxn>
                      <a:cxn ang="T108">
                        <a:pos x="T52" y="T53"/>
                      </a:cxn>
                      <a:cxn ang="T109">
                        <a:pos x="T54" y="T55"/>
                      </a:cxn>
                      <a:cxn ang="T110">
                        <a:pos x="T56" y="T57"/>
                      </a:cxn>
                      <a:cxn ang="T111">
                        <a:pos x="T58" y="T59"/>
                      </a:cxn>
                      <a:cxn ang="T112">
                        <a:pos x="T60" y="T61"/>
                      </a:cxn>
                      <a:cxn ang="T113">
                        <a:pos x="T62" y="T63"/>
                      </a:cxn>
                      <a:cxn ang="T114">
                        <a:pos x="T64" y="T65"/>
                      </a:cxn>
                      <a:cxn ang="T115">
                        <a:pos x="T66" y="T67"/>
                      </a:cxn>
                      <a:cxn ang="T116">
                        <a:pos x="T68" y="T69"/>
                      </a:cxn>
                      <a:cxn ang="T117">
                        <a:pos x="T70" y="T71"/>
                      </a:cxn>
                      <a:cxn ang="T118">
                        <a:pos x="T72" y="T73"/>
                      </a:cxn>
                      <a:cxn ang="T119">
                        <a:pos x="T74" y="T75"/>
                      </a:cxn>
                      <a:cxn ang="T120">
                        <a:pos x="T76" y="T77"/>
                      </a:cxn>
                      <a:cxn ang="T121">
                        <a:pos x="T78" y="T79"/>
                      </a:cxn>
                      <a:cxn ang="T122">
                        <a:pos x="T80" y="T81"/>
                      </a:cxn>
                    </a:cxnLst>
                    <a:rect l="T123" t="T124" r="T125" b="T126"/>
                    <a:pathLst>
                      <a:path w="717" h="756">
                        <a:moveTo>
                          <a:pt x="0" y="756"/>
                        </a:moveTo>
                        <a:lnTo>
                          <a:pt x="52" y="167"/>
                        </a:lnTo>
                        <a:lnTo>
                          <a:pt x="64" y="384"/>
                        </a:lnTo>
                        <a:lnTo>
                          <a:pt x="90" y="103"/>
                        </a:lnTo>
                        <a:lnTo>
                          <a:pt x="116" y="519"/>
                        </a:lnTo>
                        <a:lnTo>
                          <a:pt x="135" y="487"/>
                        </a:lnTo>
                        <a:lnTo>
                          <a:pt x="135" y="359"/>
                        </a:lnTo>
                        <a:lnTo>
                          <a:pt x="167" y="71"/>
                        </a:lnTo>
                        <a:lnTo>
                          <a:pt x="192" y="244"/>
                        </a:lnTo>
                        <a:lnTo>
                          <a:pt x="205" y="96"/>
                        </a:lnTo>
                        <a:lnTo>
                          <a:pt x="218" y="615"/>
                        </a:lnTo>
                        <a:lnTo>
                          <a:pt x="244" y="397"/>
                        </a:lnTo>
                        <a:lnTo>
                          <a:pt x="282" y="519"/>
                        </a:lnTo>
                        <a:lnTo>
                          <a:pt x="308" y="308"/>
                        </a:lnTo>
                        <a:lnTo>
                          <a:pt x="333" y="442"/>
                        </a:lnTo>
                        <a:lnTo>
                          <a:pt x="346" y="352"/>
                        </a:lnTo>
                        <a:lnTo>
                          <a:pt x="365" y="384"/>
                        </a:lnTo>
                        <a:lnTo>
                          <a:pt x="378" y="135"/>
                        </a:lnTo>
                        <a:lnTo>
                          <a:pt x="391" y="301"/>
                        </a:lnTo>
                        <a:lnTo>
                          <a:pt x="384" y="519"/>
                        </a:lnTo>
                        <a:lnTo>
                          <a:pt x="404" y="679"/>
                        </a:lnTo>
                        <a:lnTo>
                          <a:pt x="429" y="628"/>
                        </a:lnTo>
                        <a:lnTo>
                          <a:pt x="442" y="480"/>
                        </a:lnTo>
                        <a:lnTo>
                          <a:pt x="455" y="391"/>
                        </a:lnTo>
                        <a:lnTo>
                          <a:pt x="436" y="506"/>
                        </a:lnTo>
                        <a:lnTo>
                          <a:pt x="461" y="352"/>
                        </a:lnTo>
                        <a:lnTo>
                          <a:pt x="474" y="455"/>
                        </a:lnTo>
                        <a:lnTo>
                          <a:pt x="493" y="519"/>
                        </a:lnTo>
                        <a:lnTo>
                          <a:pt x="512" y="410"/>
                        </a:lnTo>
                        <a:lnTo>
                          <a:pt x="532" y="186"/>
                        </a:lnTo>
                        <a:lnTo>
                          <a:pt x="544" y="231"/>
                        </a:lnTo>
                        <a:lnTo>
                          <a:pt x="570" y="148"/>
                        </a:lnTo>
                        <a:lnTo>
                          <a:pt x="576" y="301"/>
                        </a:lnTo>
                        <a:lnTo>
                          <a:pt x="576" y="730"/>
                        </a:lnTo>
                        <a:lnTo>
                          <a:pt x="647" y="0"/>
                        </a:lnTo>
                        <a:lnTo>
                          <a:pt x="647" y="250"/>
                        </a:lnTo>
                        <a:lnTo>
                          <a:pt x="660" y="333"/>
                        </a:lnTo>
                        <a:lnTo>
                          <a:pt x="685" y="192"/>
                        </a:lnTo>
                        <a:lnTo>
                          <a:pt x="711" y="340"/>
                        </a:lnTo>
                        <a:lnTo>
                          <a:pt x="698" y="429"/>
                        </a:lnTo>
                        <a:lnTo>
                          <a:pt x="717" y="461"/>
                        </a:lnTo>
                      </a:path>
                    </a:pathLst>
                  </a:custGeom>
                  <a:noFill/>
                  <a:ln w="9525">
                    <a:solidFill>
                      <a:srgbClr val="FF0000"/>
                    </a:solidFill>
                    <a:round/>
                    <a:headEnd/>
                    <a:tailEnd/>
                  </a:ln>
                </p:spPr>
                <p:txBody>
                  <a:bodyPr/>
                  <a:lstStyle/>
                  <a:p>
                    <a:endParaRPr lang="en-GB" sz="1600"/>
                  </a:p>
                </p:txBody>
              </p:sp>
              <p:sp>
                <p:nvSpPr>
                  <p:cNvPr id="14681" name="Freeform 90"/>
                  <p:cNvSpPr>
                    <a:spLocks/>
                  </p:cNvSpPr>
                  <p:nvPr/>
                </p:nvSpPr>
                <p:spPr bwMode="auto">
                  <a:xfrm flipV="1">
                    <a:off x="4385" y="1138"/>
                    <a:ext cx="313" cy="756"/>
                  </a:xfrm>
                  <a:custGeom>
                    <a:avLst/>
                    <a:gdLst>
                      <a:gd name="T0" fmla="*/ 0 w 717"/>
                      <a:gd name="T1" fmla="*/ 756 h 756"/>
                      <a:gd name="T2" fmla="*/ 4 w 717"/>
                      <a:gd name="T3" fmla="*/ 167 h 756"/>
                      <a:gd name="T4" fmla="*/ 5 w 717"/>
                      <a:gd name="T5" fmla="*/ 384 h 756"/>
                      <a:gd name="T6" fmla="*/ 7 w 717"/>
                      <a:gd name="T7" fmla="*/ 103 h 756"/>
                      <a:gd name="T8" fmla="*/ 10 w 717"/>
                      <a:gd name="T9" fmla="*/ 519 h 756"/>
                      <a:gd name="T10" fmla="*/ 11 w 717"/>
                      <a:gd name="T11" fmla="*/ 487 h 756"/>
                      <a:gd name="T12" fmla="*/ 11 w 717"/>
                      <a:gd name="T13" fmla="*/ 359 h 756"/>
                      <a:gd name="T14" fmla="*/ 14 w 717"/>
                      <a:gd name="T15" fmla="*/ 71 h 756"/>
                      <a:gd name="T16" fmla="*/ 16 w 717"/>
                      <a:gd name="T17" fmla="*/ 244 h 756"/>
                      <a:gd name="T18" fmla="*/ 17 w 717"/>
                      <a:gd name="T19" fmla="*/ 96 h 756"/>
                      <a:gd name="T20" fmla="*/ 18 w 717"/>
                      <a:gd name="T21" fmla="*/ 615 h 756"/>
                      <a:gd name="T22" fmla="*/ 21 w 717"/>
                      <a:gd name="T23" fmla="*/ 397 h 756"/>
                      <a:gd name="T24" fmla="*/ 24 w 717"/>
                      <a:gd name="T25" fmla="*/ 519 h 756"/>
                      <a:gd name="T26" fmla="*/ 25 w 717"/>
                      <a:gd name="T27" fmla="*/ 308 h 756"/>
                      <a:gd name="T28" fmla="*/ 28 w 717"/>
                      <a:gd name="T29" fmla="*/ 442 h 756"/>
                      <a:gd name="T30" fmla="*/ 29 w 717"/>
                      <a:gd name="T31" fmla="*/ 352 h 756"/>
                      <a:gd name="T32" fmla="*/ 30 w 717"/>
                      <a:gd name="T33" fmla="*/ 384 h 756"/>
                      <a:gd name="T34" fmla="*/ 31 w 717"/>
                      <a:gd name="T35" fmla="*/ 135 h 756"/>
                      <a:gd name="T36" fmla="*/ 33 w 717"/>
                      <a:gd name="T37" fmla="*/ 301 h 756"/>
                      <a:gd name="T38" fmla="*/ 32 w 717"/>
                      <a:gd name="T39" fmla="*/ 519 h 756"/>
                      <a:gd name="T40" fmla="*/ 34 w 717"/>
                      <a:gd name="T41" fmla="*/ 679 h 756"/>
                      <a:gd name="T42" fmla="*/ 36 w 717"/>
                      <a:gd name="T43" fmla="*/ 628 h 756"/>
                      <a:gd name="T44" fmla="*/ 37 w 717"/>
                      <a:gd name="T45" fmla="*/ 480 h 756"/>
                      <a:gd name="T46" fmla="*/ 38 w 717"/>
                      <a:gd name="T47" fmla="*/ 391 h 756"/>
                      <a:gd name="T48" fmla="*/ 36 w 717"/>
                      <a:gd name="T49" fmla="*/ 506 h 756"/>
                      <a:gd name="T50" fmla="*/ 38 w 717"/>
                      <a:gd name="T51" fmla="*/ 352 h 756"/>
                      <a:gd name="T52" fmla="*/ 39 w 717"/>
                      <a:gd name="T53" fmla="*/ 455 h 756"/>
                      <a:gd name="T54" fmla="*/ 41 w 717"/>
                      <a:gd name="T55" fmla="*/ 519 h 756"/>
                      <a:gd name="T56" fmla="*/ 43 w 717"/>
                      <a:gd name="T57" fmla="*/ 410 h 756"/>
                      <a:gd name="T58" fmla="*/ 44 w 717"/>
                      <a:gd name="T59" fmla="*/ 186 h 756"/>
                      <a:gd name="T60" fmla="*/ 45 w 717"/>
                      <a:gd name="T61" fmla="*/ 231 h 756"/>
                      <a:gd name="T62" fmla="*/ 48 w 717"/>
                      <a:gd name="T63" fmla="*/ 148 h 756"/>
                      <a:gd name="T64" fmla="*/ 48 w 717"/>
                      <a:gd name="T65" fmla="*/ 301 h 756"/>
                      <a:gd name="T66" fmla="*/ 48 w 717"/>
                      <a:gd name="T67" fmla="*/ 730 h 756"/>
                      <a:gd name="T68" fmla="*/ 54 w 717"/>
                      <a:gd name="T69" fmla="*/ 0 h 756"/>
                      <a:gd name="T70" fmla="*/ 54 w 717"/>
                      <a:gd name="T71" fmla="*/ 250 h 756"/>
                      <a:gd name="T72" fmla="*/ 55 w 717"/>
                      <a:gd name="T73" fmla="*/ 333 h 756"/>
                      <a:gd name="T74" fmla="*/ 57 w 717"/>
                      <a:gd name="T75" fmla="*/ 192 h 756"/>
                      <a:gd name="T76" fmla="*/ 59 w 717"/>
                      <a:gd name="T77" fmla="*/ 340 h 756"/>
                      <a:gd name="T78" fmla="*/ 58 w 717"/>
                      <a:gd name="T79" fmla="*/ 429 h 756"/>
                      <a:gd name="T80" fmla="*/ 60 w 717"/>
                      <a:gd name="T81" fmla="*/ 461 h 756"/>
                      <a:gd name="T82" fmla="*/ 0 60000 65536"/>
                      <a:gd name="T83" fmla="*/ 0 60000 65536"/>
                      <a:gd name="T84" fmla="*/ 0 60000 65536"/>
                      <a:gd name="T85" fmla="*/ 0 60000 65536"/>
                      <a:gd name="T86" fmla="*/ 0 60000 65536"/>
                      <a:gd name="T87" fmla="*/ 0 60000 65536"/>
                      <a:gd name="T88" fmla="*/ 0 60000 65536"/>
                      <a:gd name="T89" fmla="*/ 0 60000 65536"/>
                      <a:gd name="T90" fmla="*/ 0 60000 65536"/>
                      <a:gd name="T91" fmla="*/ 0 60000 65536"/>
                      <a:gd name="T92" fmla="*/ 0 60000 65536"/>
                      <a:gd name="T93" fmla="*/ 0 60000 65536"/>
                      <a:gd name="T94" fmla="*/ 0 60000 65536"/>
                      <a:gd name="T95" fmla="*/ 0 60000 65536"/>
                      <a:gd name="T96" fmla="*/ 0 60000 65536"/>
                      <a:gd name="T97" fmla="*/ 0 60000 65536"/>
                      <a:gd name="T98" fmla="*/ 0 60000 65536"/>
                      <a:gd name="T99" fmla="*/ 0 60000 65536"/>
                      <a:gd name="T100" fmla="*/ 0 60000 65536"/>
                      <a:gd name="T101" fmla="*/ 0 60000 65536"/>
                      <a:gd name="T102" fmla="*/ 0 60000 65536"/>
                      <a:gd name="T103" fmla="*/ 0 60000 65536"/>
                      <a:gd name="T104" fmla="*/ 0 60000 65536"/>
                      <a:gd name="T105" fmla="*/ 0 60000 65536"/>
                      <a:gd name="T106" fmla="*/ 0 60000 65536"/>
                      <a:gd name="T107" fmla="*/ 0 60000 65536"/>
                      <a:gd name="T108" fmla="*/ 0 60000 65536"/>
                      <a:gd name="T109" fmla="*/ 0 60000 65536"/>
                      <a:gd name="T110" fmla="*/ 0 60000 65536"/>
                      <a:gd name="T111" fmla="*/ 0 60000 65536"/>
                      <a:gd name="T112" fmla="*/ 0 60000 65536"/>
                      <a:gd name="T113" fmla="*/ 0 60000 65536"/>
                      <a:gd name="T114" fmla="*/ 0 60000 65536"/>
                      <a:gd name="T115" fmla="*/ 0 60000 65536"/>
                      <a:gd name="T116" fmla="*/ 0 60000 65536"/>
                      <a:gd name="T117" fmla="*/ 0 60000 65536"/>
                      <a:gd name="T118" fmla="*/ 0 60000 65536"/>
                      <a:gd name="T119" fmla="*/ 0 60000 65536"/>
                      <a:gd name="T120" fmla="*/ 0 60000 65536"/>
                      <a:gd name="T121" fmla="*/ 0 60000 65536"/>
                      <a:gd name="T122" fmla="*/ 0 60000 65536"/>
                      <a:gd name="T123" fmla="*/ 0 w 717"/>
                      <a:gd name="T124" fmla="*/ 0 h 756"/>
                      <a:gd name="T125" fmla="*/ 717 w 717"/>
                      <a:gd name="T126" fmla="*/ 756 h 756"/>
                    </a:gdLst>
                    <a:ahLst/>
                    <a:cxnLst>
                      <a:cxn ang="T82">
                        <a:pos x="T0" y="T1"/>
                      </a:cxn>
                      <a:cxn ang="T83">
                        <a:pos x="T2" y="T3"/>
                      </a:cxn>
                      <a:cxn ang="T84">
                        <a:pos x="T4" y="T5"/>
                      </a:cxn>
                      <a:cxn ang="T85">
                        <a:pos x="T6" y="T7"/>
                      </a:cxn>
                      <a:cxn ang="T86">
                        <a:pos x="T8" y="T9"/>
                      </a:cxn>
                      <a:cxn ang="T87">
                        <a:pos x="T10" y="T11"/>
                      </a:cxn>
                      <a:cxn ang="T88">
                        <a:pos x="T12" y="T13"/>
                      </a:cxn>
                      <a:cxn ang="T89">
                        <a:pos x="T14" y="T15"/>
                      </a:cxn>
                      <a:cxn ang="T90">
                        <a:pos x="T16" y="T17"/>
                      </a:cxn>
                      <a:cxn ang="T91">
                        <a:pos x="T18" y="T19"/>
                      </a:cxn>
                      <a:cxn ang="T92">
                        <a:pos x="T20" y="T21"/>
                      </a:cxn>
                      <a:cxn ang="T93">
                        <a:pos x="T22" y="T23"/>
                      </a:cxn>
                      <a:cxn ang="T94">
                        <a:pos x="T24" y="T25"/>
                      </a:cxn>
                      <a:cxn ang="T95">
                        <a:pos x="T26" y="T27"/>
                      </a:cxn>
                      <a:cxn ang="T96">
                        <a:pos x="T28" y="T29"/>
                      </a:cxn>
                      <a:cxn ang="T97">
                        <a:pos x="T30" y="T31"/>
                      </a:cxn>
                      <a:cxn ang="T98">
                        <a:pos x="T32" y="T33"/>
                      </a:cxn>
                      <a:cxn ang="T99">
                        <a:pos x="T34" y="T35"/>
                      </a:cxn>
                      <a:cxn ang="T100">
                        <a:pos x="T36" y="T37"/>
                      </a:cxn>
                      <a:cxn ang="T101">
                        <a:pos x="T38" y="T39"/>
                      </a:cxn>
                      <a:cxn ang="T102">
                        <a:pos x="T40" y="T41"/>
                      </a:cxn>
                      <a:cxn ang="T103">
                        <a:pos x="T42" y="T43"/>
                      </a:cxn>
                      <a:cxn ang="T104">
                        <a:pos x="T44" y="T45"/>
                      </a:cxn>
                      <a:cxn ang="T105">
                        <a:pos x="T46" y="T47"/>
                      </a:cxn>
                      <a:cxn ang="T106">
                        <a:pos x="T48" y="T49"/>
                      </a:cxn>
                      <a:cxn ang="T107">
                        <a:pos x="T50" y="T51"/>
                      </a:cxn>
                      <a:cxn ang="T108">
                        <a:pos x="T52" y="T53"/>
                      </a:cxn>
                      <a:cxn ang="T109">
                        <a:pos x="T54" y="T55"/>
                      </a:cxn>
                      <a:cxn ang="T110">
                        <a:pos x="T56" y="T57"/>
                      </a:cxn>
                      <a:cxn ang="T111">
                        <a:pos x="T58" y="T59"/>
                      </a:cxn>
                      <a:cxn ang="T112">
                        <a:pos x="T60" y="T61"/>
                      </a:cxn>
                      <a:cxn ang="T113">
                        <a:pos x="T62" y="T63"/>
                      </a:cxn>
                      <a:cxn ang="T114">
                        <a:pos x="T64" y="T65"/>
                      </a:cxn>
                      <a:cxn ang="T115">
                        <a:pos x="T66" y="T67"/>
                      </a:cxn>
                      <a:cxn ang="T116">
                        <a:pos x="T68" y="T69"/>
                      </a:cxn>
                      <a:cxn ang="T117">
                        <a:pos x="T70" y="T71"/>
                      </a:cxn>
                      <a:cxn ang="T118">
                        <a:pos x="T72" y="T73"/>
                      </a:cxn>
                      <a:cxn ang="T119">
                        <a:pos x="T74" y="T75"/>
                      </a:cxn>
                      <a:cxn ang="T120">
                        <a:pos x="T76" y="T77"/>
                      </a:cxn>
                      <a:cxn ang="T121">
                        <a:pos x="T78" y="T79"/>
                      </a:cxn>
                      <a:cxn ang="T122">
                        <a:pos x="T80" y="T81"/>
                      </a:cxn>
                    </a:cxnLst>
                    <a:rect l="T123" t="T124" r="T125" b="T126"/>
                    <a:pathLst>
                      <a:path w="717" h="756">
                        <a:moveTo>
                          <a:pt x="0" y="756"/>
                        </a:moveTo>
                        <a:lnTo>
                          <a:pt x="52" y="167"/>
                        </a:lnTo>
                        <a:lnTo>
                          <a:pt x="64" y="384"/>
                        </a:lnTo>
                        <a:lnTo>
                          <a:pt x="90" y="103"/>
                        </a:lnTo>
                        <a:lnTo>
                          <a:pt x="116" y="519"/>
                        </a:lnTo>
                        <a:lnTo>
                          <a:pt x="135" y="487"/>
                        </a:lnTo>
                        <a:lnTo>
                          <a:pt x="135" y="359"/>
                        </a:lnTo>
                        <a:lnTo>
                          <a:pt x="167" y="71"/>
                        </a:lnTo>
                        <a:lnTo>
                          <a:pt x="192" y="244"/>
                        </a:lnTo>
                        <a:lnTo>
                          <a:pt x="205" y="96"/>
                        </a:lnTo>
                        <a:lnTo>
                          <a:pt x="218" y="615"/>
                        </a:lnTo>
                        <a:lnTo>
                          <a:pt x="244" y="397"/>
                        </a:lnTo>
                        <a:lnTo>
                          <a:pt x="282" y="519"/>
                        </a:lnTo>
                        <a:lnTo>
                          <a:pt x="308" y="308"/>
                        </a:lnTo>
                        <a:lnTo>
                          <a:pt x="333" y="442"/>
                        </a:lnTo>
                        <a:lnTo>
                          <a:pt x="346" y="352"/>
                        </a:lnTo>
                        <a:lnTo>
                          <a:pt x="365" y="384"/>
                        </a:lnTo>
                        <a:lnTo>
                          <a:pt x="378" y="135"/>
                        </a:lnTo>
                        <a:lnTo>
                          <a:pt x="391" y="301"/>
                        </a:lnTo>
                        <a:lnTo>
                          <a:pt x="384" y="519"/>
                        </a:lnTo>
                        <a:lnTo>
                          <a:pt x="404" y="679"/>
                        </a:lnTo>
                        <a:lnTo>
                          <a:pt x="429" y="628"/>
                        </a:lnTo>
                        <a:lnTo>
                          <a:pt x="442" y="480"/>
                        </a:lnTo>
                        <a:lnTo>
                          <a:pt x="455" y="391"/>
                        </a:lnTo>
                        <a:lnTo>
                          <a:pt x="436" y="506"/>
                        </a:lnTo>
                        <a:lnTo>
                          <a:pt x="461" y="352"/>
                        </a:lnTo>
                        <a:lnTo>
                          <a:pt x="474" y="455"/>
                        </a:lnTo>
                        <a:lnTo>
                          <a:pt x="493" y="519"/>
                        </a:lnTo>
                        <a:lnTo>
                          <a:pt x="512" y="410"/>
                        </a:lnTo>
                        <a:lnTo>
                          <a:pt x="532" y="186"/>
                        </a:lnTo>
                        <a:lnTo>
                          <a:pt x="544" y="231"/>
                        </a:lnTo>
                        <a:lnTo>
                          <a:pt x="570" y="148"/>
                        </a:lnTo>
                        <a:lnTo>
                          <a:pt x="576" y="301"/>
                        </a:lnTo>
                        <a:lnTo>
                          <a:pt x="576" y="730"/>
                        </a:lnTo>
                        <a:lnTo>
                          <a:pt x="647" y="0"/>
                        </a:lnTo>
                        <a:lnTo>
                          <a:pt x="647" y="250"/>
                        </a:lnTo>
                        <a:lnTo>
                          <a:pt x="660" y="333"/>
                        </a:lnTo>
                        <a:lnTo>
                          <a:pt x="685" y="192"/>
                        </a:lnTo>
                        <a:lnTo>
                          <a:pt x="711" y="340"/>
                        </a:lnTo>
                        <a:lnTo>
                          <a:pt x="698" y="429"/>
                        </a:lnTo>
                        <a:lnTo>
                          <a:pt x="717" y="461"/>
                        </a:lnTo>
                      </a:path>
                    </a:pathLst>
                  </a:custGeom>
                  <a:noFill/>
                  <a:ln w="9525">
                    <a:solidFill>
                      <a:srgbClr val="FF0000"/>
                    </a:solidFill>
                    <a:round/>
                    <a:headEnd/>
                    <a:tailEnd/>
                  </a:ln>
                </p:spPr>
                <p:txBody>
                  <a:bodyPr/>
                  <a:lstStyle/>
                  <a:p>
                    <a:endParaRPr lang="en-GB" sz="1600"/>
                  </a:p>
                </p:txBody>
              </p:sp>
              <p:sp>
                <p:nvSpPr>
                  <p:cNvPr id="14682" name="Freeform 91"/>
                  <p:cNvSpPr>
                    <a:spLocks/>
                  </p:cNvSpPr>
                  <p:nvPr/>
                </p:nvSpPr>
                <p:spPr bwMode="auto">
                  <a:xfrm flipH="1">
                    <a:off x="4698" y="1100"/>
                    <a:ext cx="313" cy="756"/>
                  </a:xfrm>
                  <a:custGeom>
                    <a:avLst/>
                    <a:gdLst>
                      <a:gd name="T0" fmla="*/ 0 w 717"/>
                      <a:gd name="T1" fmla="*/ 756 h 756"/>
                      <a:gd name="T2" fmla="*/ 4 w 717"/>
                      <a:gd name="T3" fmla="*/ 167 h 756"/>
                      <a:gd name="T4" fmla="*/ 5 w 717"/>
                      <a:gd name="T5" fmla="*/ 384 h 756"/>
                      <a:gd name="T6" fmla="*/ 7 w 717"/>
                      <a:gd name="T7" fmla="*/ 103 h 756"/>
                      <a:gd name="T8" fmla="*/ 10 w 717"/>
                      <a:gd name="T9" fmla="*/ 519 h 756"/>
                      <a:gd name="T10" fmla="*/ 11 w 717"/>
                      <a:gd name="T11" fmla="*/ 487 h 756"/>
                      <a:gd name="T12" fmla="*/ 11 w 717"/>
                      <a:gd name="T13" fmla="*/ 359 h 756"/>
                      <a:gd name="T14" fmla="*/ 14 w 717"/>
                      <a:gd name="T15" fmla="*/ 71 h 756"/>
                      <a:gd name="T16" fmla="*/ 16 w 717"/>
                      <a:gd name="T17" fmla="*/ 244 h 756"/>
                      <a:gd name="T18" fmla="*/ 17 w 717"/>
                      <a:gd name="T19" fmla="*/ 96 h 756"/>
                      <a:gd name="T20" fmla="*/ 18 w 717"/>
                      <a:gd name="T21" fmla="*/ 615 h 756"/>
                      <a:gd name="T22" fmla="*/ 21 w 717"/>
                      <a:gd name="T23" fmla="*/ 397 h 756"/>
                      <a:gd name="T24" fmla="*/ 24 w 717"/>
                      <a:gd name="T25" fmla="*/ 519 h 756"/>
                      <a:gd name="T26" fmla="*/ 25 w 717"/>
                      <a:gd name="T27" fmla="*/ 308 h 756"/>
                      <a:gd name="T28" fmla="*/ 28 w 717"/>
                      <a:gd name="T29" fmla="*/ 442 h 756"/>
                      <a:gd name="T30" fmla="*/ 29 w 717"/>
                      <a:gd name="T31" fmla="*/ 352 h 756"/>
                      <a:gd name="T32" fmla="*/ 30 w 717"/>
                      <a:gd name="T33" fmla="*/ 384 h 756"/>
                      <a:gd name="T34" fmla="*/ 31 w 717"/>
                      <a:gd name="T35" fmla="*/ 135 h 756"/>
                      <a:gd name="T36" fmla="*/ 33 w 717"/>
                      <a:gd name="T37" fmla="*/ 301 h 756"/>
                      <a:gd name="T38" fmla="*/ 32 w 717"/>
                      <a:gd name="T39" fmla="*/ 519 h 756"/>
                      <a:gd name="T40" fmla="*/ 34 w 717"/>
                      <a:gd name="T41" fmla="*/ 679 h 756"/>
                      <a:gd name="T42" fmla="*/ 36 w 717"/>
                      <a:gd name="T43" fmla="*/ 628 h 756"/>
                      <a:gd name="T44" fmla="*/ 37 w 717"/>
                      <a:gd name="T45" fmla="*/ 480 h 756"/>
                      <a:gd name="T46" fmla="*/ 38 w 717"/>
                      <a:gd name="T47" fmla="*/ 391 h 756"/>
                      <a:gd name="T48" fmla="*/ 36 w 717"/>
                      <a:gd name="T49" fmla="*/ 506 h 756"/>
                      <a:gd name="T50" fmla="*/ 38 w 717"/>
                      <a:gd name="T51" fmla="*/ 352 h 756"/>
                      <a:gd name="T52" fmla="*/ 39 w 717"/>
                      <a:gd name="T53" fmla="*/ 455 h 756"/>
                      <a:gd name="T54" fmla="*/ 41 w 717"/>
                      <a:gd name="T55" fmla="*/ 519 h 756"/>
                      <a:gd name="T56" fmla="*/ 43 w 717"/>
                      <a:gd name="T57" fmla="*/ 410 h 756"/>
                      <a:gd name="T58" fmla="*/ 44 w 717"/>
                      <a:gd name="T59" fmla="*/ 186 h 756"/>
                      <a:gd name="T60" fmla="*/ 45 w 717"/>
                      <a:gd name="T61" fmla="*/ 231 h 756"/>
                      <a:gd name="T62" fmla="*/ 48 w 717"/>
                      <a:gd name="T63" fmla="*/ 148 h 756"/>
                      <a:gd name="T64" fmla="*/ 48 w 717"/>
                      <a:gd name="T65" fmla="*/ 301 h 756"/>
                      <a:gd name="T66" fmla="*/ 48 w 717"/>
                      <a:gd name="T67" fmla="*/ 730 h 756"/>
                      <a:gd name="T68" fmla="*/ 54 w 717"/>
                      <a:gd name="T69" fmla="*/ 0 h 756"/>
                      <a:gd name="T70" fmla="*/ 54 w 717"/>
                      <a:gd name="T71" fmla="*/ 250 h 756"/>
                      <a:gd name="T72" fmla="*/ 55 w 717"/>
                      <a:gd name="T73" fmla="*/ 333 h 756"/>
                      <a:gd name="T74" fmla="*/ 57 w 717"/>
                      <a:gd name="T75" fmla="*/ 192 h 756"/>
                      <a:gd name="T76" fmla="*/ 59 w 717"/>
                      <a:gd name="T77" fmla="*/ 340 h 756"/>
                      <a:gd name="T78" fmla="*/ 58 w 717"/>
                      <a:gd name="T79" fmla="*/ 429 h 756"/>
                      <a:gd name="T80" fmla="*/ 60 w 717"/>
                      <a:gd name="T81" fmla="*/ 461 h 756"/>
                      <a:gd name="T82" fmla="*/ 0 60000 65536"/>
                      <a:gd name="T83" fmla="*/ 0 60000 65536"/>
                      <a:gd name="T84" fmla="*/ 0 60000 65536"/>
                      <a:gd name="T85" fmla="*/ 0 60000 65536"/>
                      <a:gd name="T86" fmla="*/ 0 60000 65536"/>
                      <a:gd name="T87" fmla="*/ 0 60000 65536"/>
                      <a:gd name="T88" fmla="*/ 0 60000 65536"/>
                      <a:gd name="T89" fmla="*/ 0 60000 65536"/>
                      <a:gd name="T90" fmla="*/ 0 60000 65536"/>
                      <a:gd name="T91" fmla="*/ 0 60000 65536"/>
                      <a:gd name="T92" fmla="*/ 0 60000 65536"/>
                      <a:gd name="T93" fmla="*/ 0 60000 65536"/>
                      <a:gd name="T94" fmla="*/ 0 60000 65536"/>
                      <a:gd name="T95" fmla="*/ 0 60000 65536"/>
                      <a:gd name="T96" fmla="*/ 0 60000 65536"/>
                      <a:gd name="T97" fmla="*/ 0 60000 65536"/>
                      <a:gd name="T98" fmla="*/ 0 60000 65536"/>
                      <a:gd name="T99" fmla="*/ 0 60000 65536"/>
                      <a:gd name="T100" fmla="*/ 0 60000 65536"/>
                      <a:gd name="T101" fmla="*/ 0 60000 65536"/>
                      <a:gd name="T102" fmla="*/ 0 60000 65536"/>
                      <a:gd name="T103" fmla="*/ 0 60000 65536"/>
                      <a:gd name="T104" fmla="*/ 0 60000 65536"/>
                      <a:gd name="T105" fmla="*/ 0 60000 65536"/>
                      <a:gd name="T106" fmla="*/ 0 60000 65536"/>
                      <a:gd name="T107" fmla="*/ 0 60000 65536"/>
                      <a:gd name="T108" fmla="*/ 0 60000 65536"/>
                      <a:gd name="T109" fmla="*/ 0 60000 65536"/>
                      <a:gd name="T110" fmla="*/ 0 60000 65536"/>
                      <a:gd name="T111" fmla="*/ 0 60000 65536"/>
                      <a:gd name="T112" fmla="*/ 0 60000 65536"/>
                      <a:gd name="T113" fmla="*/ 0 60000 65536"/>
                      <a:gd name="T114" fmla="*/ 0 60000 65536"/>
                      <a:gd name="T115" fmla="*/ 0 60000 65536"/>
                      <a:gd name="T116" fmla="*/ 0 60000 65536"/>
                      <a:gd name="T117" fmla="*/ 0 60000 65536"/>
                      <a:gd name="T118" fmla="*/ 0 60000 65536"/>
                      <a:gd name="T119" fmla="*/ 0 60000 65536"/>
                      <a:gd name="T120" fmla="*/ 0 60000 65536"/>
                      <a:gd name="T121" fmla="*/ 0 60000 65536"/>
                      <a:gd name="T122" fmla="*/ 0 60000 65536"/>
                      <a:gd name="T123" fmla="*/ 0 w 717"/>
                      <a:gd name="T124" fmla="*/ 0 h 756"/>
                      <a:gd name="T125" fmla="*/ 717 w 717"/>
                      <a:gd name="T126" fmla="*/ 756 h 756"/>
                    </a:gdLst>
                    <a:ahLst/>
                    <a:cxnLst>
                      <a:cxn ang="T82">
                        <a:pos x="T0" y="T1"/>
                      </a:cxn>
                      <a:cxn ang="T83">
                        <a:pos x="T2" y="T3"/>
                      </a:cxn>
                      <a:cxn ang="T84">
                        <a:pos x="T4" y="T5"/>
                      </a:cxn>
                      <a:cxn ang="T85">
                        <a:pos x="T6" y="T7"/>
                      </a:cxn>
                      <a:cxn ang="T86">
                        <a:pos x="T8" y="T9"/>
                      </a:cxn>
                      <a:cxn ang="T87">
                        <a:pos x="T10" y="T11"/>
                      </a:cxn>
                      <a:cxn ang="T88">
                        <a:pos x="T12" y="T13"/>
                      </a:cxn>
                      <a:cxn ang="T89">
                        <a:pos x="T14" y="T15"/>
                      </a:cxn>
                      <a:cxn ang="T90">
                        <a:pos x="T16" y="T17"/>
                      </a:cxn>
                      <a:cxn ang="T91">
                        <a:pos x="T18" y="T19"/>
                      </a:cxn>
                      <a:cxn ang="T92">
                        <a:pos x="T20" y="T21"/>
                      </a:cxn>
                      <a:cxn ang="T93">
                        <a:pos x="T22" y="T23"/>
                      </a:cxn>
                      <a:cxn ang="T94">
                        <a:pos x="T24" y="T25"/>
                      </a:cxn>
                      <a:cxn ang="T95">
                        <a:pos x="T26" y="T27"/>
                      </a:cxn>
                      <a:cxn ang="T96">
                        <a:pos x="T28" y="T29"/>
                      </a:cxn>
                      <a:cxn ang="T97">
                        <a:pos x="T30" y="T31"/>
                      </a:cxn>
                      <a:cxn ang="T98">
                        <a:pos x="T32" y="T33"/>
                      </a:cxn>
                      <a:cxn ang="T99">
                        <a:pos x="T34" y="T35"/>
                      </a:cxn>
                      <a:cxn ang="T100">
                        <a:pos x="T36" y="T37"/>
                      </a:cxn>
                      <a:cxn ang="T101">
                        <a:pos x="T38" y="T39"/>
                      </a:cxn>
                      <a:cxn ang="T102">
                        <a:pos x="T40" y="T41"/>
                      </a:cxn>
                      <a:cxn ang="T103">
                        <a:pos x="T42" y="T43"/>
                      </a:cxn>
                      <a:cxn ang="T104">
                        <a:pos x="T44" y="T45"/>
                      </a:cxn>
                      <a:cxn ang="T105">
                        <a:pos x="T46" y="T47"/>
                      </a:cxn>
                      <a:cxn ang="T106">
                        <a:pos x="T48" y="T49"/>
                      </a:cxn>
                      <a:cxn ang="T107">
                        <a:pos x="T50" y="T51"/>
                      </a:cxn>
                      <a:cxn ang="T108">
                        <a:pos x="T52" y="T53"/>
                      </a:cxn>
                      <a:cxn ang="T109">
                        <a:pos x="T54" y="T55"/>
                      </a:cxn>
                      <a:cxn ang="T110">
                        <a:pos x="T56" y="T57"/>
                      </a:cxn>
                      <a:cxn ang="T111">
                        <a:pos x="T58" y="T59"/>
                      </a:cxn>
                      <a:cxn ang="T112">
                        <a:pos x="T60" y="T61"/>
                      </a:cxn>
                      <a:cxn ang="T113">
                        <a:pos x="T62" y="T63"/>
                      </a:cxn>
                      <a:cxn ang="T114">
                        <a:pos x="T64" y="T65"/>
                      </a:cxn>
                      <a:cxn ang="T115">
                        <a:pos x="T66" y="T67"/>
                      </a:cxn>
                      <a:cxn ang="T116">
                        <a:pos x="T68" y="T69"/>
                      </a:cxn>
                      <a:cxn ang="T117">
                        <a:pos x="T70" y="T71"/>
                      </a:cxn>
                      <a:cxn ang="T118">
                        <a:pos x="T72" y="T73"/>
                      </a:cxn>
                      <a:cxn ang="T119">
                        <a:pos x="T74" y="T75"/>
                      </a:cxn>
                      <a:cxn ang="T120">
                        <a:pos x="T76" y="T77"/>
                      </a:cxn>
                      <a:cxn ang="T121">
                        <a:pos x="T78" y="T79"/>
                      </a:cxn>
                      <a:cxn ang="T122">
                        <a:pos x="T80" y="T81"/>
                      </a:cxn>
                    </a:cxnLst>
                    <a:rect l="T123" t="T124" r="T125" b="T126"/>
                    <a:pathLst>
                      <a:path w="717" h="756">
                        <a:moveTo>
                          <a:pt x="0" y="756"/>
                        </a:moveTo>
                        <a:lnTo>
                          <a:pt x="52" y="167"/>
                        </a:lnTo>
                        <a:lnTo>
                          <a:pt x="64" y="384"/>
                        </a:lnTo>
                        <a:lnTo>
                          <a:pt x="90" y="103"/>
                        </a:lnTo>
                        <a:lnTo>
                          <a:pt x="116" y="519"/>
                        </a:lnTo>
                        <a:lnTo>
                          <a:pt x="135" y="487"/>
                        </a:lnTo>
                        <a:lnTo>
                          <a:pt x="135" y="359"/>
                        </a:lnTo>
                        <a:lnTo>
                          <a:pt x="167" y="71"/>
                        </a:lnTo>
                        <a:lnTo>
                          <a:pt x="192" y="244"/>
                        </a:lnTo>
                        <a:lnTo>
                          <a:pt x="205" y="96"/>
                        </a:lnTo>
                        <a:lnTo>
                          <a:pt x="218" y="615"/>
                        </a:lnTo>
                        <a:lnTo>
                          <a:pt x="244" y="397"/>
                        </a:lnTo>
                        <a:lnTo>
                          <a:pt x="282" y="519"/>
                        </a:lnTo>
                        <a:lnTo>
                          <a:pt x="308" y="308"/>
                        </a:lnTo>
                        <a:lnTo>
                          <a:pt x="333" y="442"/>
                        </a:lnTo>
                        <a:lnTo>
                          <a:pt x="346" y="352"/>
                        </a:lnTo>
                        <a:lnTo>
                          <a:pt x="365" y="384"/>
                        </a:lnTo>
                        <a:lnTo>
                          <a:pt x="378" y="135"/>
                        </a:lnTo>
                        <a:lnTo>
                          <a:pt x="391" y="301"/>
                        </a:lnTo>
                        <a:lnTo>
                          <a:pt x="384" y="519"/>
                        </a:lnTo>
                        <a:lnTo>
                          <a:pt x="404" y="679"/>
                        </a:lnTo>
                        <a:lnTo>
                          <a:pt x="429" y="628"/>
                        </a:lnTo>
                        <a:lnTo>
                          <a:pt x="442" y="480"/>
                        </a:lnTo>
                        <a:lnTo>
                          <a:pt x="455" y="391"/>
                        </a:lnTo>
                        <a:lnTo>
                          <a:pt x="436" y="506"/>
                        </a:lnTo>
                        <a:lnTo>
                          <a:pt x="461" y="352"/>
                        </a:lnTo>
                        <a:lnTo>
                          <a:pt x="474" y="455"/>
                        </a:lnTo>
                        <a:lnTo>
                          <a:pt x="493" y="519"/>
                        </a:lnTo>
                        <a:lnTo>
                          <a:pt x="512" y="410"/>
                        </a:lnTo>
                        <a:lnTo>
                          <a:pt x="532" y="186"/>
                        </a:lnTo>
                        <a:lnTo>
                          <a:pt x="544" y="231"/>
                        </a:lnTo>
                        <a:lnTo>
                          <a:pt x="570" y="148"/>
                        </a:lnTo>
                        <a:lnTo>
                          <a:pt x="576" y="301"/>
                        </a:lnTo>
                        <a:lnTo>
                          <a:pt x="576" y="730"/>
                        </a:lnTo>
                        <a:lnTo>
                          <a:pt x="647" y="0"/>
                        </a:lnTo>
                        <a:lnTo>
                          <a:pt x="647" y="250"/>
                        </a:lnTo>
                        <a:lnTo>
                          <a:pt x="660" y="333"/>
                        </a:lnTo>
                        <a:lnTo>
                          <a:pt x="685" y="192"/>
                        </a:lnTo>
                        <a:lnTo>
                          <a:pt x="711" y="340"/>
                        </a:lnTo>
                        <a:lnTo>
                          <a:pt x="698" y="429"/>
                        </a:lnTo>
                        <a:lnTo>
                          <a:pt x="717" y="461"/>
                        </a:lnTo>
                      </a:path>
                    </a:pathLst>
                  </a:custGeom>
                  <a:noFill/>
                  <a:ln w="9525">
                    <a:solidFill>
                      <a:srgbClr val="FF0000"/>
                    </a:solidFill>
                    <a:round/>
                    <a:headEnd/>
                    <a:tailEnd/>
                  </a:ln>
                </p:spPr>
                <p:txBody>
                  <a:bodyPr/>
                  <a:lstStyle/>
                  <a:p>
                    <a:endParaRPr lang="en-GB" sz="1600"/>
                  </a:p>
                </p:txBody>
              </p:sp>
            </p:grpSp>
            <p:grpSp>
              <p:nvGrpSpPr>
                <p:cNvPr id="18" name="Group 92"/>
                <p:cNvGrpSpPr>
                  <a:grpSpLocks/>
                </p:cNvGrpSpPr>
                <p:nvPr/>
              </p:nvGrpSpPr>
              <p:grpSpPr bwMode="auto">
                <a:xfrm flipH="1">
                  <a:off x="3986" y="1092"/>
                  <a:ext cx="590" cy="801"/>
                  <a:chOff x="3462" y="1100"/>
                  <a:chExt cx="1549" cy="801"/>
                </a:xfrm>
              </p:grpSpPr>
              <p:sp>
                <p:nvSpPr>
                  <p:cNvPr id="14673" name="Freeform 93"/>
                  <p:cNvSpPr>
                    <a:spLocks/>
                  </p:cNvSpPr>
                  <p:nvPr/>
                </p:nvSpPr>
                <p:spPr bwMode="auto">
                  <a:xfrm>
                    <a:off x="3462" y="1126"/>
                    <a:ext cx="313" cy="756"/>
                  </a:xfrm>
                  <a:custGeom>
                    <a:avLst/>
                    <a:gdLst>
                      <a:gd name="T0" fmla="*/ 0 w 717"/>
                      <a:gd name="T1" fmla="*/ 756 h 756"/>
                      <a:gd name="T2" fmla="*/ 4 w 717"/>
                      <a:gd name="T3" fmla="*/ 167 h 756"/>
                      <a:gd name="T4" fmla="*/ 5 w 717"/>
                      <a:gd name="T5" fmla="*/ 384 h 756"/>
                      <a:gd name="T6" fmla="*/ 7 w 717"/>
                      <a:gd name="T7" fmla="*/ 103 h 756"/>
                      <a:gd name="T8" fmla="*/ 10 w 717"/>
                      <a:gd name="T9" fmla="*/ 519 h 756"/>
                      <a:gd name="T10" fmla="*/ 11 w 717"/>
                      <a:gd name="T11" fmla="*/ 487 h 756"/>
                      <a:gd name="T12" fmla="*/ 11 w 717"/>
                      <a:gd name="T13" fmla="*/ 359 h 756"/>
                      <a:gd name="T14" fmla="*/ 14 w 717"/>
                      <a:gd name="T15" fmla="*/ 71 h 756"/>
                      <a:gd name="T16" fmla="*/ 16 w 717"/>
                      <a:gd name="T17" fmla="*/ 244 h 756"/>
                      <a:gd name="T18" fmla="*/ 17 w 717"/>
                      <a:gd name="T19" fmla="*/ 96 h 756"/>
                      <a:gd name="T20" fmla="*/ 18 w 717"/>
                      <a:gd name="T21" fmla="*/ 615 h 756"/>
                      <a:gd name="T22" fmla="*/ 21 w 717"/>
                      <a:gd name="T23" fmla="*/ 397 h 756"/>
                      <a:gd name="T24" fmla="*/ 24 w 717"/>
                      <a:gd name="T25" fmla="*/ 519 h 756"/>
                      <a:gd name="T26" fmla="*/ 25 w 717"/>
                      <a:gd name="T27" fmla="*/ 308 h 756"/>
                      <a:gd name="T28" fmla="*/ 28 w 717"/>
                      <a:gd name="T29" fmla="*/ 442 h 756"/>
                      <a:gd name="T30" fmla="*/ 29 w 717"/>
                      <a:gd name="T31" fmla="*/ 352 h 756"/>
                      <a:gd name="T32" fmla="*/ 30 w 717"/>
                      <a:gd name="T33" fmla="*/ 384 h 756"/>
                      <a:gd name="T34" fmla="*/ 31 w 717"/>
                      <a:gd name="T35" fmla="*/ 135 h 756"/>
                      <a:gd name="T36" fmla="*/ 33 w 717"/>
                      <a:gd name="T37" fmla="*/ 301 h 756"/>
                      <a:gd name="T38" fmla="*/ 32 w 717"/>
                      <a:gd name="T39" fmla="*/ 519 h 756"/>
                      <a:gd name="T40" fmla="*/ 34 w 717"/>
                      <a:gd name="T41" fmla="*/ 679 h 756"/>
                      <a:gd name="T42" fmla="*/ 36 w 717"/>
                      <a:gd name="T43" fmla="*/ 628 h 756"/>
                      <a:gd name="T44" fmla="*/ 37 w 717"/>
                      <a:gd name="T45" fmla="*/ 480 h 756"/>
                      <a:gd name="T46" fmla="*/ 38 w 717"/>
                      <a:gd name="T47" fmla="*/ 391 h 756"/>
                      <a:gd name="T48" fmla="*/ 36 w 717"/>
                      <a:gd name="T49" fmla="*/ 506 h 756"/>
                      <a:gd name="T50" fmla="*/ 38 w 717"/>
                      <a:gd name="T51" fmla="*/ 352 h 756"/>
                      <a:gd name="T52" fmla="*/ 39 w 717"/>
                      <a:gd name="T53" fmla="*/ 455 h 756"/>
                      <a:gd name="T54" fmla="*/ 41 w 717"/>
                      <a:gd name="T55" fmla="*/ 519 h 756"/>
                      <a:gd name="T56" fmla="*/ 43 w 717"/>
                      <a:gd name="T57" fmla="*/ 410 h 756"/>
                      <a:gd name="T58" fmla="*/ 44 w 717"/>
                      <a:gd name="T59" fmla="*/ 186 h 756"/>
                      <a:gd name="T60" fmla="*/ 45 w 717"/>
                      <a:gd name="T61" fmla="*/ 231 h 756"/>
                      <a:gd name="T62" fmla="*/ 48 w 717"/>
                      <a:gd name="T63" fmla="*/ 148 h 756"/>
                      <a:gd name="T64" fmla="*/ 48 w 717"/>
                      <a:gd name="T65" fmla="*/ 301 h 756"/>
                      <a:gd name="T66" fmla="*/ 48 w 717"/>
                      <a:gd name="T67" fmla="*/ 730 h 756"/>
                      <a:gd name="T68" fmla="*/ 54 w 717"/>
                      <a:gd name="T69" fmla="*/ 0 h 756"/>
                      <a:gd name="T70" fmla="*/ 54 w 717"/>
                      <a:gd name="T71" fmla="*/ 250 h 756"/>
                      <a:gd name="T72" fmla="*/ 55 w 717"/>
                      <a:gd name="T73" fmla="*/ 333 h 756"/>
                      <a:gd name="T74" fmla="*/ 57 w 717"/>
                      <a:gd name="T75" fmla="*/ 192 h 756"/>
                      <a:gd name="T76" fmla="*/ 59 w 717"/>
                      <a:gd name="T77" fmla="*/ 340 h 756"/>
                      <a:gd name="T78" fmla="*/ 58 w 717"/>
                      <a:gd name="T79" fmla="*/ 429 h 756"/>
                      <a:gd name="T80" fmla="*/ 60 w 717"/>
                      <a:gd name="T81" fmla="*/ 461 h 756"/>
                      <a:gd name="T82" fmla="*/ 0 60000 65536"/>
                      <a:gd name="T83" fmla="*/ 0 60000 65536"/>
                      <a:gd name="T84" fmla="*/ 0 60000 65536"/>
                      <a:gd name="T85" fmla="*/ 0 60000 65536"/>
                      <a:gd name="T86" fmla="*/ 0 60000 65536"/>
                      <a:gd name="T87" fmla="*/ 0 60000 65536"/>
                      <a:gd name="T88" fmla="*/ 0 60000 65536"/>
                      <a:gd name="T89" fmla="*/ 0 60000 65536"/>
                      <a:gd name="T90" fmla="*/ 0 60000 65536"/>
                      <a:gd name="T91" fmla="*/ 0 60000 65536"/>
                      <a:gd name="T92" fmla="*/ 0 60000 65536"/>
                      <a:gd name="T93" fmla="*/ 0 60000 65536"/>
                      <a:gd name="T94" fmla="*/ 0 60000 65536"/>
                      <a:gd name="T95" fmla="*/ 0 60000 65536"/>
                      <a:gd name="T96" fmla="*/ 0 60000 65536"/>
                      <a:gd name="T97" fmla="*/ 0 60000 65536"/>
                      <a:gd name="T98" fmla="*/ 0 60000 65536"/>
                      <a:gd name="T99" fmla="*/ 0 60000 65536"/>
                      <a:gd name="T100" fmla="*/ 0 60000 65536"/>
                      <a:gd name="T101" fmla="*/ 0 60000 65536"/>
                      <a:gd name="T102" fmla="*/ 0 60000 65536"/>
                      <a:gd name="T103" fmla="*/ 0 60000 65536"/>
                      <a:gd name="T104" fmla="*/ 0 60000 65536"/>
                      <a:gd name="T105" fmla="*/ 0 60000 65536"/>
                      <a:gd name="T106" fmla="*/ 0 60000 65536"/>
                      <a:gd name="T107" fmla="*/ 0 60000 65536"/>
                      <a:gd name="T108" fmla="*/ 0 60000 65536"/>
                      <a:gd name="T109" fmla="*/ 0 60000 65536"/>
                      <a:gd name="T110" fmla="*/ 0 60000 65536"/>
                      <a:gd name="T111" fmla="*/ 0 60000 65536"/>
                      <a:gd name="T112" fmla="*/ 0 60000 65536"/>
                      <a:gd name="T113" fmla="*/ 0 60000 65536"/>
                      <a:gd name="T114" fmla="*/ 0 60000 65536"/>
                      <a:gd name="T115" fmla="*/ 0 60000 65536"/>
                      <a:gd name="T116" fmla="*/ 0 60000 65536"/>
                      <a:gd name="T117" fmla="*/ 0 60000 65536"/>
                      <a:gd name="T118" fmla="*/ 0 60000 65536"/>
                      <a:gd name="T119" fmla="*/ 0 60000 65536"/>
                      <a:gd name="T120" fmla="*/ 0 60000 65536"/>
                      <a:gd name="T121" fmla="*/ 0 60000 65536"/>
                      <a:gd name="T122" fmla="*/ 0 60000 65536"/>
                      <a:gd name="T123" fmla="*/ 0 w 717"/>
                      <a:gd name="T124" fmla="*/ 0 h 756"/>
                      <a:gd name="T125" fmla="*/ 717 w 717"/>
                      <a:gd name="T126" fmla="*/ 756 h 756"/>
                    </a:gdLst>
                    <a:ahLst/>
                    <a:cxnLst>
                      <a:cxn ang="T82">
                        <a:pos x="T0" y="T1"/>
                      </a:cxn>
                      <a:cxn ang="T83">
                        <a:pos x="T2" y="T3"/>
                      </a:cxn>
                      <a:cxn ang="T84">
                        <a:pos x="T4" y="T5"/>
                      </a:cxn>
                      <a:cxn ang="T85">
                        <a:pos x="T6" y="T7"/>
                      </a:cxn>
                      <a:cxn ang="T86">
                        <a:pos x="T8" y="T9"/>
                      </a:cxn>
                      <a:cxn ang="T87">
                        <a:pos x="T10" y="T11"/>
                      </a:cxn>
                      <a:cxn ang="T88">
                        <a:pos x="T12" y="T13"/>
                      </a:cxn>
                      <a:cxn ang="T89">
                        <a:pos x="T14" y="T15"/>
                      </a:cxn>
                      <a:cxn ang="T90">
                        <a:pos x="T16" y="T17"/>
                      </a:cxn>
                      <a:cxn ang="T91">
                        <a:pos x="T18" y="T19"/>
                      </a:cxn>
                      <a:cxn ang="T92">
                        <a:pos x="T20" y="T21"/>
                      </a:cxn>
                      <a:cxn ang="T93">
                        <a:pos x="T22" y="T23"/>
                      </a:cxn>
                      <a:cxn ang="T94">
                        <a:pos x="T24" y="T25"/>
                      </a:cxn>
                      <a:cxn ang="T95">
                        <a:pos x="T26" y="T27"/>
                      </a:cxn>
                      <a:cxn ang="T96">
                        <a:pos x="T28" y="T29"/>
                      </a:cxn>
                      <a:cxn ang="T97">
                        <a:pos x="T30" y="T31"/>
                      </a:cxn>
                      <a:cxn ang="T98">
                        <a:pos x="T32" y="T33"/>
                      </a:cxn>
                      <a:cxn ang="T99">
                        <a:pos x="T34" y="T35"/>
                      </a:cxn>
                      <a:cxn ang="T100">
                        <a:pos x="T36" y="T37"/>
                      </a:cxn>
                      <a:cxn ang="T101">
                        <a:pos x="T38" y="T39"/>
                      </a:cxn>
                      <a:cxn ang="T102">
                        <a:pos x="T40" y="T41"/>
                      </a:cxn>
                      <a:cxn ang="T103">
                        <a:pos x="T42" y="T43"/>
                      </a:cxn>
                      <a:cxn ang="T104">
                        <a:pos x="T44" y="T45"/>
                      </a:cxn>
                      <a:cxn ang="T105">
                        <a:pos x="T46" y="T47"/>
                      </a:cxn>
                      <a:cxn ang="T106">
                        <a:pos x="T48" y="T49"/>
                      </a:cxn>
                      <a:cxn ang="T107">
                        <a:pos x="T50" y="T51"/>
                      </a:cxn>
                      <a:cxn ang="T108">
                        <a:pos x="T52" y="T53"/>
                      </a:cxn>
                      <a:cxn ang="T109">
                        <a:pos x="T54" y="T55"/>
                      </a:cxn>
                      <a:cxn ang="T110">
                        <a:pos x="T56" y="T57"/>
                      </a:cxn>
                      <a:cxn ang="T111">
                        <a:pos x="T58" y="T59"/>
                      </a:cxn>
                      <a:cxn ang="T112">
                        <a:pos x="T60" y="T61"/>
                      </a:cxn>
                      <a:cxn ang="T113">
                        <a:pos x="T62" y="T63"/>
                      </a:cxn>
                      <a:cxn ang="T114">
                        <a:pos x="T64" y="T65"/>
                      </a:cxn>
                      <a:cxn ang="T115">
                        <a:pos x="T66" y="T67"/>
                      </a:cxn>
                      <a:cxn ang="T116">
                        <a:pos x="T68" y="T69"/>
                      </a:cxn>
                      <a:cxn ang="T117">
                        <a:pos x="T70" y="T71"/>
                      </a:cxn>
                      <a:cxn ang="T118">
                        <a:pos x="T72" y="T73"/>
                      </a:cxn>
                      <a:cxn ang="T119">
                        <a:pos x="T74" y="T75"/>
                      </a:cxn>
                      <a:cxn ang="T120">
                        <a:pos x="T76" y="T77"/>
                      </a:cxn>
                      <a:cxn ang="T121">
                        <a:pos x="T78" y="T79"/>
                      </a:cxn>
                      <a:cxn ang="T122">
                        <a:pos x="T80" y="T81"/>
                      </a:cxn>
                    </a:cxnLst>
                    <a:rect l="T123" t="T124" r="T125" b="T126"/>
                    <a:pathLst>
                      <a:path w="717" h="756">
                        <a:moveTo>
                          <a:pt x="0" y="756"/>
                        </a:moveTo>
                        <a:lnTo>
                          <a:pt x="52" y="167"/>
                        </a:lnTo>
                        <a:lnTo>
                          <a:pt x="64" y="384"/>
                        </a:lnTo>
                        <a:lnTo>
                          <a:pt x="90" y="103"/>
                        </a:lnTo>
                        <a:lnTo>
                          <a:pt x="116" y="519"/>
                        </a:lnTo>
                        <a:lnTo>
                          <a:pt x="135" y="487"/>
                        </a:lnTo>
                        <a:lnTo>
                          <a:pt x="135" y="359"/>
                        </a:lnTo>
                        <a:lnTo>
                          <a:pt x="167" y="71"/>
                        </a:lnTo>
                        <a:lnTo>
                          <a:pt x="192" y="244"/>
                        </a:lnTo>
                        <a:lnTo>
                          <a:pt x="205" y="96"/>
                        </a:lnTo>
                        <a:lnTo>
                          <a:pt x="218" y="615"/>
                        </a:lnTo>
                        <a:lnTo>
                          <a:pt x="244" y="397"/>
                        </a:lnTo>
                        <a:lnTo>
                          <a:pt x="282" y="519"/>
                        </a:lnTo>
                        <a:lnTo>
                          <a:pt x="308" y="308"/>
                        </a:lnTo>
                        <a:lnTo>
                          <a:pt x="333" y="442"/>
                        </a:lnTo>
                        <a:lnTo>
                          <a:pt x="346" y="352"/>
                        </a:lnTo>
                        <a:lnTo>
                          <a:pt x="365" y="384"/>
                        </a:lnTo>
                        <a:lnTo>
                          <a:pt x="378" y="135"/>
                        </a:lnTo>
                        <a:lnTo>
                          <a:pt x="391" y="301"/>
                        </a:lnTo>
                        <a:lnTo>
                          <a:pt x="384" y="519"/>
                        </a:lnTo>
                        <a:lnTo>
                          <a:pt x="404" y="679"/>
                        </a:lnTo>
                        <a:lnTo>
                          <a:pt x="429" y="628"/>
                        </a:lnTo>
                        <a:lnTo>
                          <a:pt x="442" y="480"/>
                        </a:lnTo>
                        <a:lnTo>
                          <a:pt x="455" y="391"/>
                        </a:lnTo>
                        <a:lnTo>
                          <a:pt x="436" y="506"/>
                        </a:lnTo>
                        <a:lnTo>
                          <a:pt x="461" y="352"/>
                        </a:lnTo>
                        <a:lnTo>
                          <a:pt x="474" y="455"/>
                        </a:lnTo>
                        <a:lnTo>
                          <a:pt x="493" y="519"/>
                        </a:lnTo>
                        <a:lnTo>
                          <a:pt x="512" y="410"/>
                        </a:lnTo>
                        <a:lnTo>
                          <a:pt x="532" y="186"/>
                        </a:lnTo>
                        <a:lnTo>
                          <a:pt x="544" y="231"/>
                        </a:lnTo>
                        <a:lnTo>
                          <a:pt x="570" y="148"/>
                        </a:lnTo>
                        <a:lnTo>
                          <a:pt x="576" y="301"/>
                        </a:lnTo>
                        <a:lnTo>
                          <a:pt x="576" y="730"/>
                        </a:lnTo>
                        <a:lnTo>
                          <a:pt x="647" y="0"/>
                        </a:lnTo>
                        <a:lnTo>
                          <a:pt x="647" y="250"/>
                        </a:lnTo>
                        <a:lnTo>
                          <a:pt x="660" y="333"/>
                        </a:lnTo>
                        <a:lnTo>
                          <a:pt x="685" y="192"/>
                        </a:lnTo>
                        <a:lnTo>
                          <a:pt x="711" y="340"/>
                        </a:lnTo>
                        <a:lnTo>
                          <a:pt x="698" y="429"/>
                        </a:lnTo>
                        <a:lnTo>
                          <a:pt x="717" y="461"/>
                        </a:lnTo>
                      </a:path>
                    </a:pathLst>
                  </a:custGeom>
                  <a:noFill/>
                  <a:ln w="9525">
                    <a:solidFill>
                      <a:srgbClr val="FF0000"/>
                    </a:solidFill>
                    <a:round/>
                    <a:headEnd/>
                    <a:tailEnd/>
                  </a:ln>
                </p:spPr>
                <p:txBody>
                  <a:bodyPr/>
                  <a:lstStyle/>
                  <a:p>
                    <a:endParaRPr lang="en-GB" sz="1600"/>
                  </a:p>
                </p:txBody>
              </p:sp>
              <p:sp>
                <p:nvSpPr>
                  <p:cNvPr id="14674" name="Freeform 94"/>
                  <p:cNvSpPr>
                    <a:spLocks/>
                  </p:cNvSpPr>
                  <p:nvPr/>
                </p:nvSpPr>
                <p:spPr bwMode="auto">
                  <a:xfrm flipH="1" flipV="1">
                    <a:off x="3770" y="1145"/>
                    <a:ext cx="313" cy="756"/>
                  </a:xfrm>
                  <a:custGeom>
                    <a:avLst/>
                    <a:gdLst>
                      <a:gd name="T0" fmla="*/ 0 w 717"/>
                      <a:gd name="T1" fmla="*/ 756 h 756"/>
                      <a:gd name="T2" fmla="*/ 4 w 717"/>
                      <a:gd name="T3" fmla="*/ 167 h 756"/>
                      <a:gd name="T4" fmla="*/ 5 w 717"/>
                      <a:gd name="T5" fmla="*/ 384 h 756"/>
                      <a:gd name="T6" fmla="*/ 7 w 717"/>
                      <a:gd name="T7" fmla="*/ 103 h 756"/>
                      <a:gd name="T8" fmla="*/ 10 w 717"/>
                      <a:gd name="T9" fmla="*/ 519 h 756"/>
                      <a:gd name="T10" fmla="*/ 11 w 717"/>
                      <a:gd name="T11" fmla="*/ 487 h 756"/>
                      <a:gd name="T12" fmla="*/ 11 w 717"/>
                      <a:gd name="T13" fmla="*/ 359 h 756"/>
                      <a:gd name="T14" fmla="*/ 14 w 717"/>
                      <a:gd name="T15" fmla="*/ 71 h 756"/>
                      <a:gd name="T16" fmla="*/ 16 w 717"/>
                      <a:gd name="T17" fmla="*/ 244 h 756"/>
                      <a:gd name="T18" fmla="*/ 17 w 717"/>
                      <a:gd name="T19" fmla="*/ 96 h 756"/>
                      <a:gd name="T20" fmla="*/ 18 w 717"/>
                      <a:gd name="T21" fmla="*/ 615 h 756"/>
                      <a:gd name="T22" fmla="*/ 21 w 717"/>
                      <a:gd name="T23" fmla="*/ 397 h 756"/>
                      <a:gd name="T24" fmla="*/ 24 w 717"/>
                      <a:gd name="T25" fmla="*/ 519 h 756"/>
                      <a:gd name="T26" fmla="*/ 25 w 717"/>
                      <a:gd name="T27" fmla="*/ 308 h 756"/>
                      <a:gd name="T28" fmla="*/ 28 w 717"/>
                      <a:gd name="T29" fmla="*/ 442 h 756"/>
                      <a:gd name="T30" fmla="*/ 29 w 717"/>
                      <a:gd name="T31" fmla="*/ 352 h 756"/>
                      <a:gd name="T32" fmla="*/ 30 w 717"/>
                      <a:gd name="T33" fmla="*/ 384 h 756"/>
                      <a:gd name="T34" fmla="*/ 31 w 717"/>
                      <a:gd name="T35" fmla="*/ 135 h 756"/>
                      <a:gd name="T36" fmla="*/ 33 w 717"/>
                      <a:gd name="T37" fmla="*/ 301 h 756"/>
                      <a:gd name="T38" fmla="*/ 32 w 717"/>
                      <a:gd name="T39" fmla="*/ 519 h 756"/>
                      <a:gd name="T40" fmla="*/ 34 w 717"/>
                      <a:gd name="T41" fmla="*/ 679 h 756"/>
                      <a:gd name="T42" fmla="*/ 36 w 717"/>
                      <a:gd name="T43" fmla="*/ 628 h 756"/>
                      <a:gd name="T44" fmla="*/ 37 w 717"/>
                      <a:gd name="T45" fmla="*/ 480 h 756"/>
                      <a:gd name="T46" fmla="*/ 38 w 717"/>
                      <a:gd name="T47" fmla="*/ 391 h 756"/>
                      <a:gd name="T48" fmla="*/ 36 w 717"/>
                      <a:gd name="T49" fmla="*/ 506 h 756"/>
                      <a:gd name="T50" fmla="*/ 38 w 717"/>
                      <a:gd name="T51" fmla="*/ 352 h 756"/>
                      <a:gd name="T52" fmla="*/ 39 w 717"/>
                      <a:gd name="T53" fmla="*/ 455 h 756"/>
                      <a:gd name="T54" fmla="*/ 41 w 717"/>
                      <a:gd name="T55" fmla="*/ 519 h 756"/>
                      <a:gd name="T56" fmla="*/ 43 w 717"/>
                      <a:gd name="T57" fmla="*/ 410 h 756"/>
                      <a:gd name="T58" fmla="*/ 44 w 717"/>
                      <a:gd name="T59" fmla="*/ 186 h 756"/>
                      <a:gd name="T60" fmla="*/ 45 w 717"/>
                      <a:gd name="T61" fmla="*/ 231 h 756"/>
                      <a:gd name="T62" fmla="*/ 48 w 717"/>
                      <a:gd name="T63" fmla="*/ 148 h 756"/>
                      <a:gd name="T64" fmla="*/ 48 w 717"/>
                      <a:gd name="T65" fmla="*/ 301 h 756"/>
                      <a:gd name="T66" fmla="*/ 48 w 717"/>
                      <a:gd name="T67" fmla="*/ 730 h 756"/>
                      <a:gd name="T68" fmla="*/ 54 w 717"/>
                      <a:gd name="T69" fmla="*/ 0 h 756"/>
                      <a:gd name="T70" fmla="*/ 54 w 717"/>
                      <a:gd name="T71" fmla="*/ 250 h 756"/>
                      <a:gd name="T72" fmla="*/ 55 w 717"/>
                      <a:gd name="T73" fmla="*/ 333 h 756"/>
                      <a:gd name="T74" fmla="*/ 57 w 717"/>
                      <a:gd name="T75" fmla="*/ 192 h 756"/>
                      <a:gd name="T76" fmla="*/ 59 w 717"/>
                      <a:gd name="T77" fmla="*/ 340 h 756"/>
                      <a:gd name="T78" fmla="*/ 58 w 717"/>
                      <a:gd name="T79" fmla="*/ 429 h 756"/>
                      <a:gd name="T80" fmla="*/ 60 w 717"/>
                      <a:gd name="T81" fmla="*/ 461 h 756"/>
                      <a:gd name="T82" fmla="*/ 0 60000 65536"/>
                      <a:gd name="T83" fmla="*/ 0 60000 65536"/>
                      <a:gd name="T84" fmla="*/ 0 60000 65536"/>
                      <a:gd name="T85" fmla="*/ 0 60000 65536"/>
                      <a:gd name="T86" fmla="*/ 0 60000 65536"/>
                      <a:gd name="T87" fmla="*/ 0 60000 65536"/>
                      <a:gd name="T88" fmla="*/ 0 60000 65536"/>
                      <a:gd name="T89" fmla="*/ 0 60000 65536"/>
                      <a:gd name="T90" fmla="*/ 0 60000 65536"/>
                      <a:gd name="T91" fmla="*/ 0 60000 65536"/>
                      <a:gd name="T92" fmla="*/ 0 60000 65536"/>
                      <a:gd name="T93" fmla="*/ 0 60000 65536"/>
                      <a:gd name="T94" fmla="*/ 0 60000 65536"/>
                      <a:gd name="T95" fmla="*/ 0 60000 65536"/>
                      <a:gd name="T96" fmla="*/ 0 60000 65536"/>
                      <a:gd name="T97" fmla="*/ 0 60000 65536"/>
                      <a:gd name="T98" fmla="*/ 0 60000 65536"/>
                      <a:gd name="T99" fmla="*/ 0 60000 65536"/>
                      <a:gd name="T100" fmla="*/ 0 60000 65536"/>
                      <a:gd name="T101" fmla="*/ 0 60000 65536"/>
                      <a:gd name="T102" fmla="*/ 0 60000 65536"/>
                      <a:gd name="T103" fmla="*/ 0 60000 65536"/>
                      <a:gd name="T104" fmla="*/ 0 60000 65536"/>
                      <a:gd name="T105" fmla="*/ 0 60000 65536"/>
                      <a:gd name="T106" fmla="*/ 0 60000 65536"/>
                      <a:gd name="T107" fmla="*/ 0 60000 65536"/>
                      <a:gd name="T108" fmla="*/ 0 60000 65536"/>
                      <a:gd name="T109" fmla="*/ 0 60000 65536"/>
                      <a:gd name="T110" fmla="*/ 0 60000 65536"/>
                      <a:gd name="T111" fmla="*/ 0 60000 65536"/>
                      <a:gd name="T112" fmla="*/ 0 60000 65536"/>
                      <a:gd name="T113" fmla="*/ 0 60000 65536"/>
                      <a:gd name="T114" fmla="*/ 0 60000 65536"/>
                      <a:gd name="T115" fmla="*/ 0 60000 65536"/>
                      <a:gd name="T116" fmla="*/ 0 60000 65536"/>
                      <a:gd name="T117" fmla="*/ 0 60000 65536"/>
                      <a:gd name="T118" fmla="*/ 0 60000 65536"/>
                      <a:gd name="T119" fmla="*/ 0 60000 65536"/>
                      <a:gd name="T120" fmla="*/ 0 60000 65536"/>
                      <a:gd name="T121" fmla="*/ 0 60000 65536"/>
                      <a:gd name="T122" fmla="*/ 0 60000 65536"/>
                      <a:gd name="T123" fmla="*/ 0 w 717"/>
                      <a:gd name="T124" fmla="*/ 0 h 756"/>
                      <a:gd name="T125" fmla="*/ 717 w 717"/>
                      <a:gd name="T126" fmla="*/ 756 h 756"/>
                    </a:gdLst>
                    <a:ahLst/>
                    <a:cxnLst>
                      <a:cxn ang="T82">
                        <a:pos x="T0" y="T1"/>
                      </a:cxn>
                      <a:cxn ang="T83">
                        <a:pos x="T2" y="T3"/>
                      </a:cxn>
                      <a:cxn ang="T84">
                        <a:pos x="T4" y="T5"/>
                      </a:cxn>
                      <a:cxn ang="T85">
                        <a:pos x="T6" y="T7"/>
                      </a:cxn>
                      <a:cxn ang="T86">
                        <a:pos x="T8" y="T9"/>
                      </a:cxn>
                      <a:cxn ang="T87">
                        <a:pos x="T10" y="T11"/>
                      </a:cxn>
                      <a:cxn ang="T88">
                        <a:pos x="T12" y="T13"/>
                      </a:cxn>
                      <a:cxn ang="T89">
                        <a:pos x="T14" y="T15"/>
                      </a:cxn>
                      <a:cxn ang="T90">
                        <a:pos x="T16" y="T17"/>
                      </a:cxn>
                      <a:cxn ang="T91">
                        <a:pos x="T18" y="T19"/>
                      </a:cxn>
                      <a:cxn ang="T92">
                        <a:pos x="T20" y="T21"/>
                      </a:cxn>
                      <a:cxn ang="T93">
                        <a:pos x="T22" y="T23"/>
                      </a:cxn>
                      <a:cxn ang="T94">
                        <a:pos x="T24" y="T25"/>
                      </a:cxn>
                      <a:cxn ang="T95">
                        <a:pos x="T26" y="T27"/>
                      </a:cxn>
                      <a:cxn ang="T96">
                        <a:pos x="T28" y="T29"/>
                      </a:cxn>
                      <a:cxn ang="T97">
                        <a:pos x="T30" y="T31"/>
                      </a:cxn>
                      <a:cxn ang="T98">
                        <a:pos x="T32" y="T33"/>
                      </a:cxn>
                      <a:cxn ang="T99">
                        <a:pos x="T34" y="T35"/>
                      </a:cxn>
                      <a:cxn ang="T100">
                        <a:pos x="T36" y="T37"/>
                      </a:cxn>
                      <a:cxn ang="T101">
                        <a:pos x="T38" y="T39"/>
                      </a:cxn>
                      <a:cxn ang="T102">
                        <a:pos x="T40" y="T41"/>
                      </a:cxn>
                      <a:cxn ang="T103">
                        <a:pos x="T42" y="T43"/>
                      </a:cxn>
                      <a:cxn ang="T104">
                        <a:pos x="T44" y="T45"/>
                      </a:cxn>
                      <a:cxn ang="T105">
                        <a:pos x="T46" y="T47"/>
                      </a:cxn>
                      <a:cxn ang="T106">
                        <a:pos x="T48" y="T49"/>
                      </a:cxn>
                      <a:cxn ang="T107">
                        <a:pos x="T50" y="T51"/>
                      </a:cxn>
                      <a:cxn ang="T108">
                        <a:pos x="T52" y="T53"/>
                      </a:cxn>
                      <a:cxn ang="T109">
                        <a:pos x="T54" y="T55"/>
                      </a:cxn>
                      <a:cxn ang="T110">
                        <a:pos x="T56" y="T57"/>
                      </a:cxn>
                      <a:cxn ang="T111">
                        <a:pos x="T58" y="T59"/>
                      </a:cxn>
                      <a:cxn ang="T112">
                        <a:pos x="T60" y="T61"/>
                      </a:cxn>
                      <a:cxn ang="T113">
                        <a:pos x="T62" y="T63"/>
                      </a:cxn>
                      <a:cxn ang="T114">
                        <a:pos x="T64" y="T65"/>
                      </a:cxn>
                      <a:cxn ang="T115">
                        <a:pos x="T66" y="T67"/>
                      </a:cxn>
                      <a:cxn ang="T116">
                        <a:pos x="T68" y="T69"/>
                      </a:cxn>
                      <a:cxn ang="T117">
                        <a:pos x="T70" y="T71"/>
                      </a:cxn>
                      <a:cxn ang="T118">
                        <a:pos x="T72" y="T73"/>
                      </a:cxn>
                      <a:cxn ang="T119">
                        <a:pos x="T74" y="T75"/>
                      </a:cxn>
                      <a:cxn ang="T120">
                        <a:pos x="T76" y="T77"/>
                      </a:cxn>
                      <a:cxn ang="T121">
                        <a:pos x="T78" y="T79"/>
                      </a:cxn>
                      <a:cxn ang="T122">
                        <a:pos x="T80" y="T81"/>
                      </a:cxn>
                    </a:cxnLst>
                    <a:rect l="T123" t="T124" r="T125" b="T126"/>
                    <a:pathLst>
                      <a:path w="717" h="756">
                        <a:moveTo>
                          <a:pt x="0" y="756"/>
                        </a:moveTo>
                        <a:lnTo>
                          <a:pt x="52" y="167"/>
                        </a:lnTo>
                        <a:lnTo>
                          <a:pt x="64" y="384"/>
                        </a:lnTo>
                        <a:lnTo>
                          <a:pt x="90" y="103"/>
                        </a:lnTo>
                        <a:lnTo>
                          <a:pt x="116" y="519"/>
                        </a:lnTo>
                        <a:lnTo>
                          <a:pt x="135" y="487"/>
                        </a:lnTo>
                        <a:lnTo>
                          <a:pt x="135" y="359"/>
                        </a:lnTo>
                        <a:lnTo>
                          <a:pt x="167" y="71"/>
                        </a:lnTo>
                        <a:lnTo>
                          <a:pt x="192" y="244"/>
                        </a:lnTo>
                        <a:lnTo>
                          <a:pt x="205" y="96"/>
                        </a:lnTo>
                        <a:lnTo>
                          <a:pt x="218" y="615"/>
                        </a:lnTo>
                        <a:lnTo>
                          <a:pt x="244" y="397"/>
                        </a:lnTo>
                        <a:lnTo>
                          <a:pt x="282" y="519"/>
                        </a:lnTo>
                        <a:lnTo>
                          <a:pt x="308" y="308"/>
                        </a:lnTo>
                        <a:lnTo>
                          <a:pt x="333" y="442"/>
                        </a:lnTo>
                        <a:lnTo>
                          <a:pt x="346" y="352"/>
                        </a:lnTo>
                        <a:lnTo>
                          <a:pt x="365" y="384"/>
                        </a:lnTo>
                        <a:lnTo>
                          <a:pt x="378" y="135"/>
                        </a:lnTo>
                        <a:lnTo>
                          <a:pt x="391" y="301"/>
                        </a:lnTo>
                        <a:lnTo>
                          <a:pt x="384" y="519"/>
                        </a:lnTo>
                        <a:lnTo>
                          <a:pt x="404" y="679"/>
                        </a:lnTo>
                        <a:lnTo>
                          <a:pt x="429" y="628"/>
                        </a:lnTo>
                        <a:lnTo>
                          <a:pt x="442" y="480"/>
                        </a:lnTo>
                        <a:lnTo>
                          <a:pt x="455" y="391"/>
                        </a:lnTo>
                        <a:lnTo>
                          <a:pt x="436" y="506"/>
                        </a:lnTo>
                        <a:lnTo>
                          <a:pt x="461" y="352"/>
                        </a:lnTo>
                        <a:lnTo>
                          <a:pt x="474" y="455"/>
                        </a:lnTo>
                        <a:lnTo>
                          <a:pt x="493" y="519"/>
                        </a:lnTo>
                        <a:lnTo>
                          <a:pt x="512" y="410"/>
                        </a:lnTo>
                        <a:lnTo>
                          <a:pt x="532" y="186"/>
                        </a:lnTo>
                        <a:lnTo>
                          <a:pt x="544" y="231"/>
                        </a:lnTo>
                        <a:lnTo>
                          <a:pt x="570" y="148"/>
                        </a:lnTo>
                        <a:lnTo>
                          <a:pt x="576" y="301"/>
                        </a:lnTo>
                        <a:lnTo>
                          <a:pt x="576" y="730"/>
                        </a:lnTo>
                        <a:lnTo>
                          <a:pt x="647" y="0"/>
                        </a:lnTo>
                        <a:lnTo>
                          <a:pt x="647" y="250"/>
                        </a:lnTo>
                        <a:lnTo>
                          <a:pt x="660" y="333"/>
                        </a:lnTo>
                        <a:lnTo>
                          <a:pt x="685" y="192"/>
                        </a:lnTo>
                        <a:lnTo>
                          <a:pt x="711" y="340"/>
                        </a:lnTo>
                        <a:lnTo>
                          <a:pt x="698" y="429"/>
                        </a:lnTo>
                        <a:lnTo>
                          <a:pt x="717" y="461"/>
                        </a:lnTo>
                      </a:path>
                    </a:pathLst>
                  </a:custGeom>
                  <a:noFill/>
                  <a:ln w="9525">
                    <a:solidFill>
                      <a:srgbClr val="FF0000"/>
                    </a:solidFill>
                    <a:round/>
                    <a:headEnd/>
                    <a:tailEnd/>
                  </a:ln>
                </p:spPr>
                <p:txBody>
                  <a:bodyPr/>
                  <a:lstStyle/>
                  <a:p>
                    <a:endParaRPr lang="en-GB" sz="1600"/>
                  </a:p>
                </p:txBody>
              </p:sp>
              <p:sp>
                <p:nvSpPr>
                  <p:cNvPr id="14675" name="Freeform 95"/>
                  <p:cNvSpPr>
                    <a:spLocks/>
                  </p:cNvSpPr>
                  <p:nvPr/>
                </p:nvSpPr>
                <p:spPr bwMode="auto">
                  <a:xfrm flipH="1">
                    <a:off x="4077" y="1119"/>
                    <a:ext cx="313" cy="756"/>
                  </a:xfrm>
                  <a:custGeom>
                    <a:avLst/>
                    <a:gdLst>
                      <a:gd name="T0" fmla="*/ 0 w 717"/>
                      <a:gd name="T1" fmla="*/ 756 h 756"/>
                      <a:gd name="T2" fmla="*/ 4 w 717"/>
                      <a:gd name="T3" fmla="*/ 167 h 756"/>
                      <a:gd name="T4" fmla="*/ 5 w 717"/>
                      <a:gd name="T5" fmla="*/ 384 h 756"/>
                      <a:gd name="T6" fmla="*/ 7 w 717"/>
                      <a:gd name="T7" fmla="*/ 103 h 756"/>
                      <a:gd name="T8" fmla="*/ 10 w 717"/>
                      <a:gd name="T9" fmla="*/ 519 h 756"/>
                      <a:gd name="T10" fmla="*/ 11 w 717"/>
                      <a:gd name="T11" fmla="*/ 487 h 756"/>
                      <a:gd name="T12" fmla="*/ 11 w 717"/>
                      <a:gd name="T13" fmla="*/ 359 h 756"/>
                      <a:gd name="T14" fmla="*/ 14 w 717"/>
                      <a:gd name="T15" fmla="*/ 71 h 756"/>
                      <a:gd name="T16" fmla="*/ 16 w 717"/>
                      <a:gd name="T17" fmla="*/ 244 h 756"/>
                      <a:gd name="T18" fmla="*/ 17 w 717"/>
                      <a:gd name="T19" fmla="*/ 96 h 756"/>
                      <a:gd name="T20" fmla="*/ 18 w 717"/>
                      <a:gd name="T21" fmla="*/ 615 h 756"/>
                      <a:gd name="T22" fmla="*/ 21 w 717"/>
                      <a:gd name="T23" fmla="*/ 397 h 756"/>
                      <a:gd name="T24" fmla="*/ 24 w 717"/>
                      <a:gd name="T25" fmla="*/ 519 h 756"/>
                      <a:gd name="T26" fmla="*/ 25 w 717"/>
                      <a:gd name="T27" fmla="*/ 308 h 756"/>
                      <a:gd name="T28" fmla="*/ 28 w 717"/>
                      <a:gd name="T29" fmla="*/ 442 h 756"/>
                      <a:gd name="T30" fmla="*/ 29 w 717"/>
                      <a:gd name="T31" fmla="*/ 352 h 756"/>
                      <a:gd name="T32" fmla="*/ 30 w 717"/>
                      <a:gd name="T33" fmla="*/ 384 h 756"/>
                      <a:gd name="T34" fmla="*/ 31 w 717"/>
                      <a:gd name="T35" fmla="*/ 135 h 756"/>
                      <a:gd name="T36" fmla="*/ 33 w 717"/>
                      <a:gd name="T37" fmla="*/ 301 h 756"/>
                      <a:gd name="T38" fmla="*/ 32 w 717"/>
                      <a:gd name="T39" fmla="*/ 519 h 756"/>
                      <a:gd name="T40" fmla="*/ 34 w 717"/>
                      <a:gd name="T41" fmla="*/ 679 h 756"/>
                      <a:gd name="T42" fmla="*/ 36 w 717"/>
                      <a:gd name="T43" fmla="*/ 628 h 756"/>
                      <a:gd name="T44" fmla="*/ 37 w 717"/>
                      <a:gd name="T45" fmla="*/ 480 h 756"/>
                      <a:gd name="T46" fmla="*/ 38 w 717"/>
                      <a:gd name="T47" fmla="*/ 391 h 756"/>
                      <a:gd name="T48" fmla="*/ 36 w 717"/>
                      <a:gd name="T49" fmla="*/ 506 h 756"/>
                      <a:gd name="T50" fmla="*/ 38 w 717"/>
                      <a:gd name="T51" fmla="*/ 352 h 756"/>
                      <a:gd name="T52" fmla="*/ 39 w 717"/>
                      <a:gd name="T53" fmla="*/ 455 h 756"/>
                      <a:gd name="T54" fmla="*/ 41 w 717"/>
                      <a:gd name="T55" fmla="*/ 519 h 756"/>
                      <a:gd name="T56" fmla="*/ 43 w 717"/>
                      <a:gd name="T57" fmla="*/ 410 h 756"/>
                      <a:gd name="T58" fmla="*/ 44 w 717"/>
                      <a:gd name="T59" fmla="*/ 186 h 756"/>
                      <a:gd name="T60" fmla="*/ 45 w 717"/>
                      <a:gd name="T61" fmla="*/ 231 h 756"/>
                      <a:gd name="T62" fmla="*/ 48 w 717"/>
                      <a:gd name="T63" fmla="*/ 148 h 756"/>
                      <a:gd name="T64" fmla="*/ 48 w 717"/>
                      <a:gd name="T65" fmla="*/ 301 h 756"/>
                      <a:gd name="T66" fmla="*/ 48 w 717"/>
                      <a:gd name="T67" fmla="*/ 730 h 756"/>
                      <a:gd name="T68" fmla="*/ 54 w 717"/>
                      <a:gd name="T69" fmla="*/ 0 h 756"/>
                      <a:gd name="T70" fmla="*/ 54 w 717"/>
                      <a:gd name="T71" fmla="*/ 250 h 756"/>
                      <a:gd name="T72" fmla="*/ 55 w 717"/>
                      <a:gd name="T73" fmla="*/ 333 h 756"/>
                      <a:gd name="T74" fmla="*/ 57 w 717"/>
                      <a:gd name="T75" fmla="*/ 192 h 756"/>
                      <a:gd name="T76" fmla="*/ 59 w 717"/>
                      <a:gd name="T77" fmla="*/ 340 h 756"/>
                      <a:gd name="T78" fmla="*/ 58 w 717"/>
                      <a:gd name="T79" fmla="*/ 429 h 756"/>
                      <a:gd name="T80" fmla="*/ 60 w 717"/>
                      <a:gd name="T81" fmla="*/ 461 h 756"/>
                      <a:gd name="T82" fmla="*/ 0 60000 65536"/>
                      <a:gd name="T83" fmla="*/ 0 60000 65536"/>
                      <a:gd name="T84" fmla="*/ 0 60000 65536"/>
                      <a:gd name="T85" fmla="*/ 0 60000 65536"/>
                      <a:gd name="T86" fmla="*/ 0 60000 65536"/>
                      <a:gd name="T87" fmla="*/ 0 60000 65536"/>
                      <a:gd name="T88" fmla="*/ 0 60000 65536"/>
                      <a:gd name="T89" fmla="*/ 0 60000 65536"/>
                      <a:gd name="T90" fmla="*/ 0 60000 65536"/>
                      <a:gd name="T91" fmla="*/ 0 60000 65536"/>
                      <a:gd name="T92" fmla="*/ 0 60000 65536"/>
                      <a:gd name="T93" fmla="*/ 0 60000 65536"/>
                      <a:gd name="T94" fmla="*/ 0 60000 65536"/>
                      <a:gd name="T95" fmla="*/ 0 60000 65536"/>
                      <a:gd name="T96" fmla="*/ 0 60000 65536"/>
                      <a:gd name="T97" fmla="*/ 0 60000 65536"/>
                      <a:gd name="T98" fmla="*/ 0 60000 65536"/>
                      <a:gd name="T99" fmla="*/ 0 60000 65536"/>
                      <a:gd name="T100" fmla="*/ 0 60000 65536"/>
                      <a:gd name="T101" fmla="*/ 0 60000 65536"/>
                      <a:gd name="T102" fmla="*/ 0 60000 65536"/>
                      <a:gd name="T103" fmla="*/ 0 60000 65536"/>
                      <a:gd name="T104" fmla="*/ 0 60000 65536"/>
                      <a:gd name="T105" fmla="*/ 0 60000 65536"/>
                      <a:gd name="T106" fmla="*/ 0 60000 65536"/>
                      <a:gd name="T107" fmla="*/ 0 60000 65536"/>
                      <a:gd name="T108" fmla="*/ 0 60000 65536"/>
                      <a:gd name="T109" fmla="*/ 0 60000 65536"/>
                      <a:gd name="T110" fmla="*/ 0 60000 65536"/>
                      <a:gd name="T111" fmla="*/ 0 60000 65536"/>
                      <a:gd name="T112" fmla="*/ 0 60000 65536"/>
                      <a:gd name="T113" fmla="*/ 0 60000 65536"/>
                      <a:gd name="T114" fmla="*/ 0 60000 65536"/>
                      <a:gd name="T115" fmla="*/ 0 60000 65536"/>
                      <a:gd name="T116" fmla="*/ 0 60000 65536"/>
                      <a:gd name="T117" fmla="*/ 0 60000 65536"/>
                      <a:gd name="T118" fmla="*/ 0 60000 65536"/>
                      <a:gd name="T119" fmla="*/ 0 60000 65536"/>
                      <a:gd name="T120" fmla="*/ 0 60000 65536"/>
                      <a:gd name="T121" fmla="*/ 0 60000 65536"/>
                      <a:gd name="T122" fmla="*/ 0 60000 65536"/>
                      <a:gd name="T123" fmla="*/ 0 w 717"/>
                      <a:gd name="T124" fmla="*/ 0 h 756"/>
                      <a:gd name="T125" fmla="*/ 717 w 717"/>
                      <a:gd name="T126" fmla="*/ 756 h 756"/>
                    </a:gdLst>
                    <a:ahLst/>
                    <a:cxnLst>
                      <a:cxn ang="T82">
                        <a:pos x="T0" y="T1"/>
                      </a:cxn>
                      <a:cxn ang="T83">
                        <a:pos x="T2" y="T3"/>
                      </a:cxn>
                      <a:cxn ang="T84">
                        <a:pos x="T4" y="T5"/>
                      </a:cxn>
                      <a:cxn ang="T85">
                        <a:pos x="T6" y="T7"/>
                      </a:cxn>
                      <a:cxn ang="T86">
                        <a:pos x="T8" y="T9"/>
                      </a:cxn>
                      <a:cxn ang="T87">
                        <a:pos x="T10" y="T11"/>
                      </a:cxn>
                      <a:cxn ang="T88">
                        <a:pos x="T12" y="T13"/>
                      </a:cxn>
                      <a:cxn ang="T89">
                        <a:pos x="T14" y="T15"/>
                      </a:cxn>
                      <a:cxn ang="T90">
                        <a:pos x="T16" y="T17"/>
                      </a:cxn>
                      <a:cxn ang="T91">
                        <a:pos x="T18" y="T19"/>
                      </a:cxn>
                      <a:cxn ang="T92">
                        <a:pos x="T20" y="T21"/>
                      </a:cxn>
                      <a:cxn ang="T93">
                        <a:pos x="T22" y="T23"/>
                      </a:cxn>
                      <a:cxn ang="T94">
                        <a:pos x="T24" y="T25"/>
                      </a:cxn>
                      <a:cxn ang="T95">
                        <a:pos x="T26" y="T27"/>
                      </a:cxn>
                      <a:cxn ang="T96">
                        <a:pos x="T28" y="T29"/>
                      </a:cxn>
                      <a:cxn ang="T97">
                        <a:pos x="T30" y="T31"/>
                      </a:cxn>
                      <a:cxn ang="T98">
                        <a:pos x="T32" y="T33"/>
                      </a:cxn>
                      <a:cxn ang="T99">
                        <a:pos x="T34" y="T35"/>
                      </a:cxn>
                      <a:cxn ang="T100">
                        <a:pos x="T36" y="T37"/>
                      </a:cxn>
                      <a:cxn ang="T101">
                        <a:pos x="T38" y="T39"/>
                      </a:cxn>
                      <a:cxn ang="T102">
                        <a:pos x="T40" y="T41"/>
                      </a:cxn>
                      <a:cxn ang="T103">
                        <a:pos x="T42" y="T43"/>
                      </a:cxn>
                      <a:cxn ang="T104">
                        <a:pos x="T44" y="T45"/>
                      </a:cxn>
                      <a:cxn ang="T105">
                        <a:pos x="T46" y="T47"/>
                      </a:cxn>
                      <a:cxn ang="T106">
                        <a:pos x="T48" y="T49"/>
                      </a:cxn>
                      <a:cxn ang="T107">
                        <a:pos x="T50" y="T51"/>
                      </a:cxn>
                      <a:cxn ang="T108">
                        <a:pos x="T52" y="T53"/>
                      </a:cxn>
                      <a:cxn ang="T109">
                        <a:pos x="T54" y="T55"/>
                      </a:cxn>
                      <a:cxn ang="T110">
                        <a:pos x="T56" y="T57"/>
                      </a:cxn>
                      <a:cxn ang="T111">
                        <a:pos x="T58" y="T59"/>
                      </a:cxn>
                      <a:cxn ang="T112">
                        <a:pos x="T60" y="T61"/>
                      </a:cxn>
                      <a:cxn ang="T113">
                        <a:pos x="T62" y="T63"/>
                      </a:cxn>
                      <a:cxn ang="T114">
                        <a:pos x="T64" y="T65"/>
                      </a:cxn>
                      <a:cxn ang="T115">
                        <a:pos x="T66" y="T67"/>
                      </a:cxn>
                      <a:cxn ang="T116">
                        <a:pos x="T68" y="T69"/>
                      </a:cxn>
                      <a:cxn ang="T117">
                        <a:pos x="T70" y="T71"/>
                      </a:cxn>
                      <a:cxn ang="T118">
                        <a:pos x="T72" y="T73"/>
                      </a:cxn>
                      <a:cxn ang="T119">
                        <a:pos x="T74" y="T75"/>
                      </a:cxn>
                      <a:cxn ang="T120">
                        <a:pos x="T76" y="T77"/>
                      </a:cxn>
                      <a:cxn ang="T121">
                        <a:pos x="T78" y="T79"/>
                      </a:cxn>
                      <a:cxn ang="T122">
                        <a:pos x="T80" y="T81"/>
                      </a:cxn>
                    </a:cxnLst>
                    <a:rect l="T123" t="T124" r="T125" b="T126"/>
                    <a:pathLst>
                      <a:path w="717" h="756">
                        <a:moveTo>
                          <a:pt x="0" y="756"/>
                        </a:moveTo>
                        <a:lnTo>
                          <a:pt x="52" y="167"/>
                        </a:lnTo>
                        <a:lnTo>
                          <a:pt x="64" y="384"/>
                        </a:lnTo>
                        <a:lnTo>
                          <a:pt x="90" y="103"/>
                        </a:lnTo>
                        <a:lnTo>
                          <a:pt x="116" y="519"/>
                        </a:lnTo>
                        <a:lnTo>
                          <a:pt x="135" y="487"/>
                        </a:lnTo>
                        <a:lnTo>
                          <a:pt x="135" y="359"/>
                        </a:lnTo>
                        <a:lnTo>
                          <a:pt x="167" y="71"/>
                        </a:lnTo>
                        <a:lnTo>
                          <a:pt x="192" y="244"/>
                        </a:lnTo>
                        <a:lnTo>
                          <a:pt x="205" y="96"/>
                        </a:lnTo>
                        <a:lnTo>
                          <a:pt x="218" y="615"/>
                        </a:lnTo>
                        <a:lnTo>
                          <a:pt x="244" y="397"/>
                        </a:lnTo>
                        <a:lnTo>
                          <a:pt x="282" y="519"/>
                        </a:lnTo>
                        <a:lnTo>
                          <a:pt x="308" y="308"/>
                        </a:lnTo>
                        <a:lnTo>
                          <a:pt x="333" y="442"/>
                        </a:lnTo>
                        <a:lnTo>
                          <a:pt x="346" y="352"/>
                        </a:lnTo>
                        <a:lnTo>
                          <a:pt x="365" y="384"/>
                        </a:lnTo>
                        <a:lnTo>
                          <a:pt x="378" y="135"/>
                        </a:lnTo>
                        <a:lnTo>
                          <a:pt x="391" y="301"/>
                        </a:lnTo>
                        <a:lnTo>
                          <a:pt x="384" y="519"/>
                        </a:lnTo>
                        <a:lnTo>
                          <a:pt x="404" y="679"/>
                        </a:lnTo>
                        <a:lnTo>
                          <a:pt x="429" y="628"/>
                        </a:lnTo>
                        <a:lnTo>
                          <a:pt x="442" y="480"/>
                        </a:lnTo>
                        <a:lnTo>
                          <a:pt x="455" y="391"/>
                        </a:lnTo>
                        <a:lnTo>
                          <a:pt x="436" y="506"/>
                        </a:lnTo>
                        <a:lnTo>
                          <a:pt x="461" y="352"/>
                        </a:lnTo>
                        <a:lnTo>
                          <a:pt x="474" y="455"/>
                        </a:lnTo>
                        <a:lnTo>
                          <a:pt x="493" y="519"/>
                        </a:lnTo>
                        <a:lnTo>
                          <a:pt x="512" y="410"/>
                        </a:lnTo>
                        <a:lnTo>
                          <a:pt x="532" y="186"/>
                        </a:lnTo>
                        <a:lnTo>
                          <a:pt x="544" y="231"/>
                        </a:lnTo>
                        <a:lnTo>
                          <a:pt x="570" y="148"/>
                        </a:lnTo>
                        <a:lnTo>
                          <a:pt x="576" y="301"/>
                        </a:lnTo>
                        <a:lnTo>
                          <a:pt x="576" y="730"/>
                        </a:lnTo>
                        <a:lnTo>
                          <a:pt x="647" y="0"/>
                        </a:lnTo>
                        <a:lnTo>
                          <a:pt x="647" y="250"/>
                        </a:lnTo>
                        <a:lnTo>
                          <a:pt x="660" y="333"/>
                        </a:lnTo>
                        <a:lnTo>
                          <a:pt x="685" y="192"/>
                        </a:lnTo>
                        <a:lnTo>
                          <a:pt x="711" y="340"/>
                        </a:lnTo>
                        <a:lnTo>
                          <a:pt x="698" y="429"/>
                        </a:lnTo>
                        <a:lnTo>
                          <a:pt x="717" y="461"/>
                        </a:lnTo>
                      </a:path>
                    </a:pathLst>
                  </a:custGeom>
                  <a:noFill/>
                  <a:ln w="9525">
                    <a:solidFill>
                      <a:srgbClr val="FF0000"/>
                    </a:solidFill>
                    <a:round/>
                    <a:headEnd/>
                    <a:tailEnd/>
                  </a:ln>
                </p:spPr>
                <p:txBody>
                  <a:bodyPr/>
                  <a:lstStyle/>
                  <a:p>
                    <a:endParaRPr lang="en-GB" sz="1600"/>
                  </a:p>
                </p:txBody>
              </p:sp>
              <p:sp>
                <p:nvSpPr>
                  <p:cNvPr id="14676" name="Freeform 96"/>
                  <p:cNvSpPr>
                    <a:spLocks/>
                  </p:cNvSpPr>
                  <p:nvPr/>
                </p:nvSpPr>
                <p:spPr bwMode="auto">
                  <a:xfrm flipV="1">
                    <a:off x="4385" y="1138"/>
                    <a:ext cx="313" cy="756"/>
                  </a:xfrm>
                  <a:custGeom>
                    <a:avLst/>
                    <a:gdLst>
                      <a:gd name="T0" fmla="*/ 0 w 717"/>
                      <a:gd name="T1" fmla="*/ 756 h 756"/>
                      <a:gd name="T2" fmla="*/ 4 w 717"/>
                      <a:gd name="T3" fmla="*/ 167 h 756"/>
                      <a:gd name="T4" fmla="*/ 5 w 717"/>
                      <a:gd name="T5" fmla="*/ 384 h 756"/>
                      <a:gd name="T6" fmla="*/ 7 w 717"/>
                      <a:gd name="T7" fmla="*/ 103 h 756"/>
                      <a:gd name="T8" fmla="*/ 10 w 717"/>
                      <a:gd name="T9" fmla="*/ 519 h 756"/>
                      <a:gd name="T10" fmla="*/ 11 w 717"/>
                      <a:gd name="T11" fmla="*/ 487 h 756"/>
                      <a:gd name="T12" fmla="*/ 11 w 717"/>
                      <a:gd name="T13" fmla="*/ 359 h 756"/>
                      <a:gd name="T14" fmla="*/ 14 w 717"/>
                      <a:gd name="T15" fmla="*/ 71 h 756"/>
                      <a:gd name="T16" fmla="*/ 16 w 717"/>
                      <a:gd name="T17" fmla="*/ 244 h 756"/>
                      <a:gd name="T18" fmla="*/ 17 w 717"/>
                      <a:gd name="T19" fmla="*/ 96 h 756"/>
                      <a:gd name="T20" fmla="*/ 18 w 717"/>
                      <a:gd name="T21" fmla="*/ 615 h 756"/>
                      <a:gd name="T22" fmla="*/ 21 w 717"/>
                      <a:gd name="T23" fmla="*/ 397 h 756"/>
                      <a:gd name="T24" fmla="*/ 24 w 717"/>
                      <a:gd name="T25" fmla="*/ 519 h 756"/>
                      <a:gd name="T26" fmla="*/ 25 w 717"/>
                      <a:gd name="T27" fmla="*/ 308 h 756"/>
                      <a:gd name="T28" fmla="*/ 28 w 717"/>
                      <a:gd name="T29" fmla="*/ 442 h 756"/>
                      <a:gd name="T30" fmla="*/ 29 w 717"/>
                      <a:gd name="T31" fmla="*/ 352 h 756"/>
                      <a:gd name="T32" fmla="*/ 30 w 717"/>
                      <a:gd name="T33" fmla="*/ 384 h 756"/>
                      <a:gd name="T34" fmla="*/ 31 w 717"/>
                      <a:gd name="T35" fmla="*/ 135 h 756"/>
                      <a:gd name="T36" fmla="*/ 33 w 717"/>
                      <a:gd name="T37" fmla="*/ 301 h 756"/>
                      <a:gd name="T38" fmla="*/ 32 w 717"/>
                      <a:gd name="T39" fmla="*/ 519 h 756"/>
                      <a:gd name="T40" fmla="*/ 34 w 717"/>
                      <a:gd name="T41" fmla="*/ 679 h 756"/>
                      <a:gd name="T42" fmla="*/ 36 w 717"/>
                      <a:gd name="T43" fmla="*/ 628 h 756"/>
                      <a:gd name="T44" fmla="*/ 37 w 717"/>
                      <a:gd name="T45" fmla="*/ 480 h 756"/>
                      <a:gd name="T46" fmla="*/ 38 w 717"/>
                      <a:gd name="T47" fmla="*/ 391 h 756"/>
                      <a:gd name="T48" fmla="*/ 36 w 717"/>
                      <a:gd name="T49" fmla="*/ 506 h 756"/>
                      <a:gd name="T50" fmla="*/ 38 w 717"/>
                      <a:gd name="T51" fmla="*/ 352 h 756"/>
                      <a:gd name="T52" fmla="*/ 39 w 717"/>
                      <a:gd name="T53" fmla="*/ 455 h 756"/>
                      <a:gd name="T54" fmla="*/ 41 w 717"/>
                      <a:gd name="T55" fmla="*/ 519 h 756"/>
                      <a:gd name="T56" fmla="*/ 43 w 717"/>
                      <a:gd name="T57" fmla="*/ 410 h 756"/>
                      <a:gd name="T58" fmla="*/ 44 w 717"/>
                      <a:gd name="T59" fmla="*/ 186 h 756"/>
                      <a:gd name="T60" fmla="*/ 45 w 717"/>
                      <a:gd name="T61" fmla="*/ 231 h 756"/>
                      <a:gd name="T62" fmla="*/ 48 w 717"/>
                      <a:gd name="T63" fmla="*/ 148 h 756"/>
                      <a:gd name="T64" fmla="*/ 48 w 717"/>
                      <a:gd name="T65" fmla="*/ 301 h 756"/>
                      <a:gd name="T66" fmla="*/ 48 w 717"/>
                      <a:gd name="T67" fmla="*/ 730 h 756"/>
                      <a:gd name="T68" fmla="*/ 54 w 717"/>
                      <a:gd name="T69" fmla="*/ 0 h 756"/>
                      <a:gd name="T70" fmla="*/ 54 w 717"/>
                      <a:gd name="T71" fmla="*/ 250 h 756"/>
                      <a:gd name="T72" fmla="*/ 55 w 717"/>
                      <a:gd name="T73" fmla="*/ 333 h 756"/>
                      <a:gd name="T74" fmla="*/ 57 w 717"/>
                      <a:gd name="T75" fmla="*/ 192 h 756"/>
                      <a:gd name="T76" fmla="*/ 59 w 717"/>
                      <a:gd name="T77" fmla="*/ 340 h 756"/>
                      <a:gd name="T78" fmla="*/ 58 w 717"/>
                      <a:gd name="T79" fmla="*/ 429 h 756"/>
                      <a:gd name="T80" fmla="*/ 60 w 717"/>
                      <a:gd name="T81" fmla="*/ 461 h 756"/>
                      <a:gd name="T82" fmla="*/ 0 60000 65536"/>
                      <a:gd name="T83" fmla="*/ 0 60000 65536"/>
                      <a:gd name="T84" fmla="*/ 0 60000 65536"/>
                      <a:gd name="T85" fmla="*/ 0 60000 65536"/>
                      <a:gd name="T86" fmla="*/ 0 60000 65536"/>
                      <a:gd name="T87" fmla="*/ 0 60000 65536"/>
                      <a:gd name="T88" fmla="*/ 0 60000 65536"/>
                      <a:gd name="T89" fmla="*/ 0 60000 65536"/>
                      <a:gd name="T90" fmla="*/ 0 60000 65536"/>
                      <a:gd name="T91" fmla="*/ 0 60000 65536"/>
                      <a:gd name="T92" fmla="*/ 0 60000 65536"/>
                      <a:gd name="T93" fmla="*/ 0 60000 65536"/>
                      <a:gd name="T94" fmla="*/ 0 60000 65536"/>
                      <a:gd name="T95" fmla="*/ 0 60000 65536"/>
                      <a:gd name="T96" fmla="*/ 0 60000 65536"/>
                      <a:gd name="T97" fmla="*/ 0 60000 65536"/>
                      <a:gd name="T98" fmla="*/ 0 60000 65536"/>
                      <a:gd name="T99" fmla="*/ 0 60000 65536"/>
                      <a:gd name="T100" fmla="*/ 0 60000 65536"/>
                      <a:gd name="T101" fmla="*/ 0 60000 65536"/>
                      <a:gd name="T102" fmla="*/ 0 60000 65536"/>
                      <a:gd name="T103" fmla="*/ 0 60000 65536"/>
                      <a:gd name="T104" fmla="*/ 0 60000 65536"/>
                      <a:gd name="T105" fmla="*/ 0 60000 65536"/>
                      <a:gd name="T106" fmla="*/ 0 60000 65536"/>
                      <a:gd name="T107" fmla="*/ 0 60000 65536"/>
                      <a:gd name="T108" fmla="*/ 0 60000 65536"/>
                      <a:gd name="T109" fmla="*/ 0 60000 65536"/>
                      <a:gd name="T110" fmla="*/ 0 60000 65536"/>
                      <a:gd name="T111" fmla="*/ 0 60000 65536"/>
                      <a:gd name="T112" fmla="*/ 0 60000 65536"/>
                      <a:gd name="T113" fmla="*/ 0 60000 65536"/>
                      <a:gd name="T114" fmla="*/ 0 60000 65536"/>
                      <a:gd name="T115" fmla="*/ 0 60000 65536"/>
                      <a:gd name="T116" fmla="*/ 0 60000 65536"/>
                      <a:gd name="T117" fmla="*/ 0 60000 65536"/>
                      <a:gd name="T118" fmla="*/ 0 60000 65536"/>
                      <a:gd name="T119" fmla="*/ 0 60000 65536"/>
                      <a:gd name="T120" fmla="*/ 0 60000 65536"/>
                      <a:gd name="T121" fmla="*/ 0 60000 65536"/>
                      <a:gd name="T122" fmla="*/ 0 60000 65536"/>
                      <a:gd name="T123" fmla="*/ 0 w 717"/>
                      <a:gd name="T124" fmla="*/ 0 h 756"/>
                      <a:gd name="T125" fmla="*/ 717 w 717"/>
                      <a:gd name="T126" fmla="*/ 756 h 756"/>
                    </a:gdLst>
                    <a:ahLst/>
                    <a:cxnLst>
                      <a:cxn ang="T82">
                        <a:pos x="T0" y="T1"/>
                      </a:cxn>
                      <a:cxn ang="T83">
                        <a:pos x="T2" y="T3"/>
                      </a:cxn>
                      <a:cxn ang="T84">
                        <a:pos x="T4" y="T5"/>
                      </a:cxn>
                      <a:cxn ang="T85">
                        <a:pos x="T6" y="T7"/>
                      </a:cxn>
                      <a:cxn ang="T86">
                        <a:pos x="T8" y="T9"/>
                      </a:cxn>
                      <a:cxn ang="T87">
                        <a:pos x="T10" y="T11"/>
                      </a:cxn>
                      <a:cxn ang="T88">
                        <a:pos x="T12" y="T13"/>
                      </a:cxn>
                      <a:cxn ang="T89">
                        <a:pos x="T14" y="T15"/>
                      </a:cxn>
                      <a:cxn ang="T90">
                        <a:pos x="T16" y="T17"/>
                      </a:cxn>
                      <a:cxn ang="T91">
                        <a:pos x="T18" y="T19"/>
                      </a:cxn>
                      <a:cxn ang="T92">
                        <a:pos x="T20" y="T21"/>
                      </a:cxn>
                      <a:cxn ang="T93">
                        <a:pos x="T22" y="T23"/>
                      </a:cxn>
                      <a:cxn ang="T94">
                        <a:pos x="T24" y="T25"/>
                      </a:cxn>
                      <a:cxn ang="T95">
                        <a:pos x="T26" y="T27"/>
                      </a:cxn>
                      <a:cxn ang="T96">
                        <a:pos x="T28" y="T29"/>
                      </a:cxn>
                      <a:cxn ang="T97">
                        <a:pos x="T30" y="T31"/>
                      </a:cxn>
                      <a:cxn ang="T98">
                        <a:pos x="T32" y="T33"/>
                      </a:cxn>
                      <a:cxn ang="T99">
                        <a:pos x="T34" y="T35"/>
                      </a:cxn>
                      <a:cxn ang="T100">
                        <a:pos x="T36" y="T37"/>
                      </a:cxn>
                      <a:cxn ang="T101">
                        <a:pos x="T38" y="T39"/>
                      </a:cxn>
                      <a:cxn ang="T102">
                        <a:pos x="T40" y="T41"/>
                      </a:cxn>
                      <a:cxn ang="T103">
                        <a:pos x="T42" y="T43"/>
                      </a:cxn>
                      <a:cxn ang="T104">
                        <a:pos x="T44" y="T45"/>
                      </a:cxn>
                      <a:cxn ang="T105">
                        <a:pos x="T46" y="T47"/>
                      </a:cxn>
                      <a:cxn ang="T106">
                        <a:pos x="T48" y="T49"/>
                      </a:cxn>
                      <a:cxn ang="T107">
                        <a:pos x="T50" y="T51"/>
                      </a:cxn>
                      <a:cxn ang="T108">
                        <a:pos x="T52" y="T53"/>
                      </a:cxn>
                      <a:cxn ang="T109">
                        <a:pos x="T54" y="T55"/>
                      </a:cxn>
                      <a:cxn ang="T110">
                        <a:pos x="T56" y="T57"/>
                      </a:cxn>
                      <a:cxn ang="T111">
                        <a:pos x="T58" y="T59"/>
                      </a:cxn>
                      <a:cxn ang="T112">
                        <a:pos x="T60" y="T61"/>
                      </a:cxn>
                      <a:cxn ang="T113">
                        <a:pos x="T62" y="T63"/>
                      </a:cxn>
                      <a:cxn ang="T114">
                        <a:pos x="T64" y="T65"/>
                      </a:cxn>
                      <a:cxn ang="T115">
                        <a:pos x="T66" y="T67"/>
                      </a:cxn>
                      <a:cxn ang="T116">
                        <a:pos x="T68" y="T69"/>
                      </a:cxn>
                      <a:cxn ang="T117">
                        <a:pos x="T70" y="T71"/>
                      </a:cxn>
                      <a:cxn ang="T118">
                        <a:pos x="T72" y="T73"/>
                      </a:cxn>
                      <a:cxn ang="T119">
                        <a:pos x="T74" y="T75"/>
                      </a:cxn>
                      <a:cxn ang="T120">
                        <a:pos x="T76" y="T77"/>
                      </a:cxn>
                      <a:cxn ang="T121">
                        <a:pos x="T78" y="T79"/>
                      </a:cxn>
                      <a:cxn ang="T122">
                        <a:pos x="T80" y="T81"/>
                      </a:cxn>
                    </a:cxnLst>
                    <a:rect l="T123" t="T124" r="T125" b="T126"/>
                    <a:pathLst>
                      <a:path w="717" h="756">
                        <a:moveTo>
                          <a:pt x="0" y="756"/>
                        </a:moveTo>
                        <a:lnTo>
                          <a:pt x="52" y="167"/>
                        </a:lnTo>
                        <a:lnTo>
                          <a:pt x="64" y="384"/>
                        </a:lnTo>
                        <a:lnTo>
                          <a:pt x="90" y="103"/>
                        </a:lnTo>
                        <a:lnTo>
                          <a:pt x="116" y="519"/>
                        </a:lnTo>
                        <a:lnTo>
                          <a:pt x="135" y="487"/>
                        </a:lnTo>
                        <a:lnTo>
                          <a:pt x="135" y="359"/>
                        </a:lnTo>
                        <a:lnTo>
                          <a:pt x="167" y="71"/>
                        </a:lnTo>
                        <a:lnTo>
                          <a:pt x="192" y="244"/>
                        </a:lnTo>
                        <a:lnTo>
                          <a:pt x="205" y="96"/>
                        </a:lnTo>
                        <a:lnTo>
                          <a:pt x="218" y="615"/>
                        </a:lnTo>
                        <a:lnTo>
                          <a:pt x="244" y="397"/>
                        </a:lnTo>
                        <a:lnTo>
                          <a:pt x="282" y="519"/>
                        </a:lnTo>
                        <a:lnTo>
                          <a:pt x="308" y="308"/>
                        </a:lnTo>
                        <a:lnTo>
                          <a:pt x="333" y="442"/>
                        </a:lnTo>
                        <a:lnTo>
                          <a:pt x="346" y="352"/>
                        </a:lnTo>
                        <a:lnTo>
                          <a:pt x="365" y="384"/>
                        </a:lnTo>
                        <a:lnTo>
                          <a:pt x="378" y="135"/>
                        </a:lnTo>
                        <a:lnTo>
                          <a:pt x="391" y="301"/>
                        </a:lnTo>
                        <a:lnTo>
                          <a:pt x="384" y="519"/>
                        </a:lnTo>
                        <a:lnTo>
                          <a:pt x="404" y="679"/>
                        </a:lnTo>
                        <a:lnTo>
                          <a:pt x="429" y="628"/>
                        </a:lnTo>
                        <a:lnTo>
                          <a:pt x="442" y="480"/>
                        </a:lnTo>
                        <a:lnTo>
                          <a:pt x="455" y="391"/>
                        </a:lnTo>
                        <a:lnTo>
                          <a:pt x="436" y="506"/>
                        </a:lnTo>
                        <a:lnTo>
                          <a:pt x="461" y="352"/>
                        </a:lnTo>
                        <a:lnTo>
                          <a:pt x="474" y="455"/>
                        </a:lnTo>
                        <a:lnTo>
                          <a:pt x="493" y="519"/>
                        </a:lnTo>
                        <a:lnTo>
                          <a:pt x="512" y="410"/>
                        </a:lnTo>
                        <a:lnTo>
                          <a:pt x="532" y="186"/>
                        </a:lnTo>
                        <a:lnTo>
                          <a:pt x="544" y="231"/>
                        </a:lnTo>
                        <a:lnTo>
                          <a:pt x="570" y="148"/>
                        </a:lnTo>
                        <a:lnTo>
                          <a:pt x="576" y="301"/>
                        </a:lnTo>
                        <a:lnTo>
                          <a:pt x="576" y="730"/>
                        </a:lnTo>
                        <a:lnTo>
                          <a:pt x="647" y="0"/>
                        </a:lnTo>
                        <a:lnTo>
                          <a:pt x="647" y="250"/>
                        </a:lnTo>
                        <a:lnTo>
                          <a:pt x="660" y="333"/>
                        </a:lnTo>
                        <a:lnTo>
                          <a:pt x="685" y="192"/>
                        </a:lnTo>
                        <a:lnTo>
                          <a:pt x="711" y="340"/>
                        </a:lnTo>
                        <a:lnTo>
                          <a:pt x="698" y="429"/>
                        </a:lnTo>
                        <a:lnTo>
                          <a:pt x="717" y="461"/>
                        </a:lnTo>
                      </a:path>
                    </a:pathLst>
                  </a:custGeom>
                  <a:noFill/>
                  <a:ln w="9525">
                    <a:solidFill>
                      <a:srgbClr val="FF0000"/>
                    </a:solidFill>
                    <a:round/>
                    <a:headEnd/>
                    <a:tailEnd/>
                  </a:ln>
                </p:spPr>
                <p:txBody>
                  <a:bodyPr/>
                  <a:lstStyle/>
                  <a:p>
                    <a:endParaRPr lang="en-GB" sz="1600"/>
                  </a:p>
                </p:txBody>
              </p:sp>
              <p:sp>
                <p:nvSpPr>
                  <p:cNvPr id="14677" name="Freeform 97"/>
                  <p:cNvSpPr>
                    <a:spLocks/>
                  </p:cNvSpPr>
                  <p:nvPr/>
                </p:nvSpPr>
                <p:spPr bwMode="auto">
                  <a:xfrm flipH="1">
                    <a:off x="4698" y="1100"/>
                    <a:ext cx="313" cy="756"/>
                  </a:xfrm>
                  <a:custGeom>
                    <a:avLst/>
                    <a:gdLst>
                      <a:gd name="T0" fmla="*/ 0 w 717"/>
                      <a:gd name="T1" fmla="*/ 756 h 756"/>
                      <a:gd name="T2" fmla="*/ 4 w 717"/>
                      <a:gd name="T3" fmla="*/ 167 h 756"/>
                      <a:gd name="T4" fmla="*/ 5 w 717"/>
                      <a:gd name="T5" fmla="*/ 384 h 756"/>
                      <a:gd name="T6" fmla="*/ 7 w 717"/>
                      <a:gd name="T7" fmla="*/ 103 h 756"/>
                      <a:gd name="T8" fmla="*/ 10 w 717"/>
                      <a:gd name="T9" fmla="*/ 519 h 756"/>
                      <a:gd name="T10" fmla="*/ 11 w 717"/>
                      <a:gd name="T11" fmla="*/ 487 h 756"/>
                      <a:gd name="T12" fmla="*/ 11 w 717"/>
                      <a:gd name="T13" fmla="*/ 359 h 756"/>
                      <a:gd name="T14" fmla="*/ 14 w 717"/>
                      <a:gd name="T15" fmla="*/ 71 h 756"/>
                      <a:gd name="T16" fmla="*/ 16 w 717"/>
                      <a:gd name="T17" fmla="*/ 244 h 756"/>
                      <a:gd name="T18" fmla="*/ 17 w 717"/>
                      <a:gd name="T19" fmla="*/ 96 h 756"/>
                      <a:gd name="T20" fmla="*/ 18 w 717"/>
                      <a:gd name="T21" fmla="*/ 615 h 756"/>
                      <a:gd name="T22" fmla="*/ 21 w 717"/>
                      <a:gd name="T23" fmla="*/ 397 h 756"/>
                      <a:gd name="T24" fmla="*/ 24 w 717"/>
                      <a:gd name="T25" fmla="*/ 519 h 756"/>
                      <a:gd name="T26" fmla="*/ 25 w 717"/>
                      <a:gd name="T27" fmla="*/ 308 h 756"/>
                      <a:gd name="T28" fmla="*/ 28 w 717"/>
                      <a:gd name="T29" fmla="*/ 442 h 756"/>
                      <a:gd name="T30" fmla="*/ 29 w 717"/>
                      <a:gd name="T31" fmla="*/ 352 h 756"/>
                      <a:gd name="T32" fmla="*/ 30 w 717"/>
                      <a:gd name="T33" fmla="*/ 384 h 756"/>
                      <a:gd name="T34" fmla="*/ 31 w 717"/>
                      <a:gd name="T35" fmla="*/ 135 h 756"/>
                      <a:gd name="T36" fmla="*/ 33 w 717"/>
                      <a:gd name="T37" fmla="*/ 301 h 756"/>
                      <a:gd name="T38" fmla="*/ 32 w 717"/>
                      <a:gd name="T39" fmla="*/ 519 h 756"/>
                      <a:gd name="T40" fmla="*/ 34 w 717"/>
                      <a:gd name="T41" fmla="*/ 679 h 756"/>
                      <a:gd name="T42" fmla="*/ 36 w 717"/>
                      <a:gd name="T43" fmla="*/ 628 h 756"/>
                      <a:gd name="T44" fmla="*/ 37 w 717"/>
                      <a:gd name="T45" fmla="*/ 480 h 756"/>
                      <a:gd name="T46" fmla="*/ 38 w 717"/>
                      <a:gd name="T47" fmla="*/ 391 h 756"/>
                      <a:gd name="T48" fmla="*/ 36 w 717"/>
                      <a:gd name="T49" fmla="*/ 506 h 756"/>
                      <a:gd name="T50" fmla="*/ 38 w 717"/>
                      <a:gd name="T51" fmla="*/ 352 h 756"/>
                      <a:gd name="T52" fmla="*/ 39 w 717"/>
                      <a:gd name="T53" fmla="*/ 455 h 756"/>
                      <a:gd name="T54" fmla="*/ 41 w 717"/>
                      <a:gd name="T55" fmla="*/ 519 h 756"/>
                      <a:gd name="T56" fmla="*/ 43 w 717"/>
                      <a:gd name="T57" fmla="*/ 410 h 756"/>
                      <a:gd name="T58" fmla="*/ 44 w 717"/>
                      <a:gd name="T59" fmla="*/ 186 h 756"/>
                      <a:gd name="T60" fmla="*/ 45 w 717"/>
                      <a:gd name="T61" fmla="*/ 231 h 756"/>
                      <a:gd name="T62" fmla="*/ 48 w 717"/>
                      <a:gd name="T63" fmla="*/ 148 h 756"/>
                      <a:gd name="T64" fmla="*/ 48 w 717"/>
                      <a:gd name="T65" fmla="*/ 301 h 756"/>
                      <a:gd name="T66" fmla="*/ 48 w 717"/>
                      <a:gd name="T67" fmla="*/ 730 h 756"/>
                      <a:gd name="T68" fmla="*/ 54 w 717"/>
                      <a:gd name="T69" fmla="*/ 0 h 756"/>
                      <a:gd name="T70" fmla="*/ 54 w 717"/>
                      <a:gd name="T71" fmla="*/ 250 h 756"/>
                      <a:gd name="T72" fmla="*/ 55 w 717"/>
                      <a:gd name="T73" fmla="*/ 333 h 756"/>
                      <a:gd name="T74" fmla="*/ 57 w 717"/>
                      <a:gd name="T75" fmla="*/ 192 h 756"/>
                      <a:gd name="T76" fmla="*/ 59 w 717"/>
                      <a:gd name="T77" fmla="*/ 340 h 756"/>
                      <a:gd name="T78" fmla="*/ 58 w 717"/>
                      <a:gd name="T79" fmla="*/ 429 h 756"/>
                      <a:gd name="T80" fmla="*/ 60 w 717"/>
                      <a:gd name="T81" fmla="*/ 461 h 756"/>
                      <a:gd name="T82" fmla="*/ 0 60000 65536"/>
                      <a:gd name="T83" fmla="*/ 0 60000 65536"/>
                      <a:gd name="T84" fmla="*/ 0 60000 65536"/>
                      <a:gd name="T85" fmla="*/ 0 60000 65536"/>
                      <a:gd name="T86" fmla="*/ 0 60000 65536"/>
                      <a:gd name="T87" fmla="*/ 0 60000 65536"/>
                      <a:gd name="T88" fmla="*/ 0 60000 65536"/>
                      <a:gd name="T89" fmla="*/ 0 60000 65536"/>
                      <a:gd name="T90" fmla="*/ 0 60000 65536"/>
                      <a:gd name="T91" fmla="*/ 0 60000 65536"/>
                      <a:gd name="T92" fmla="*/ 0 60000 65536"/>
                      <a:gd name="T93" fmla="*/ 0 60000 65536"/>
                      <a:gd name="T94" fmla="*/ 0 60000 65536"/>
                      <a:gd name="T95" fmla="*/ 0 60000 65536"/>
                      <a:gd name="T96" fmla="*/ 0 60000 65536"/>
                      <a:gd name="T97" fmla="*/ 0 60000 65536"/>
                      <a:gd name="T98" fmla="*/ 0 60000 65536"/>
                      <a:gd name="T99" fmla="*/ 0 60000 65536"/>
                      <a:gd name="T100" fmla="*/ 0 60000 65536"/>
                      <a:gd name="T101" fmla="*/ 0 60000 65536"/>
                      <a:gd name="T102" fmla="*/ 0 60000 65536"/>
                      <a:gd name="T103" fmla="*/ 0 60000 65536"/>
                      <a:gd name="T104" fmla="*/ 0 60000 65536"/>
                      <a:gd name="T105" fmla="*/ 0 60000 65536"/>
                      <a:gd name="T106" fmla="*/ 0 60000 65536"/>
                      <a:gd name="T107" fmla="*/ 0 60000 65536"/>
                      <a:gd name="T108" fmla="*/ 0 60000 65536"/>
                      <a:gd name="T109" fmla="*/ 0 60000 65536"/>
                      <a:gd name="T110" fmla="*/ 0 60000 65536"/>
                      <a:gd name="T111" fmla="*/ 0 60000 65536"/>
                      <a:gd name="T112" fmla="*/ 0 60000 65536"/>
                      <a:gd name="T113" fmla="*/ 0 60000 65536"/>
                      <a:gd name="T114" fmla="*/ 0 60000 65536"/>
                      <a:gd name="T115" fmla="*/ 0 60000 65536"/>
                      <a:gd name="T116" fmla="*/ 0 60000 65536"/>
                      <a:gd name="T117" fmla="*/ 0 60000 65536"/>
                      <a:gd name="T118" fmla="*/ 0 60000 65536"/>
                      <a:gd name="T119" fmla="*/ 0 60000 65536"/>
                      <a:gd name="T120" fmla="*/ 0 60000 65536"/>
                      <a:gd name="T121" fmla="*/ 0 60000 65536"/>
                      <a:gd name="T122" fmla="*/ 0 60000 65536"/>
                      <a:gd name="T123" fmla="*/ 0 w 717"/>
                      <a:gd name="T124" fmla="*/ 0 h 756"/>
                      <a:gd name="T125" fmla="*/ 717 w 717"/>
                      <a:gd name="T126" fmla="*/ 756 h 756"/>
                    </a:gdLst>
                    <a:ahLst/>
                    <a:cxnLst>
                      <a:cxn ang="T82">
                        <a:pos x="T0" y="T1"/>
                      </a:cxn>
                      <a:cxn ang="T83">
                        <a:pos x="T2" y="T3"/>
                      </a:cxn>
                      <a:cxn ang="T84">
                        <a:pos x="T4" y="T5"/>
                      </a:cxn>
                      <a:cxn ang="T85">
                        <a:pos x="T6" y="T7"/>
                      </a:cxn>
                      <a:cxn ang="T86">
                        <a:pos x="T8" y="T9"/>
                      </a:cxn>
                      <a:cxn ang="T87">
                        <a:pos x="T10" y="T11"/>
                      </a:cxn>
                      <a:cxn ang="T88">
                        <a:pos x="T12" y="T13"/>
                      </a:cxn>
                      <a:cxn ang="T89">
                        <a:pos x="T14" y="T15"/>
                      </a:cxn>
                      <a:cxn ang="T90">
                        <a:pos x="T16" y="T17"/>
                      </a:cxn>
                      <a:cxn ang="T91">
                        <a:pos x="T18" y="T19"/>
                      </a:cxn>
                      <a:cxn ang="T92">
                        <a:pos x="T20" y="T21"/>
                      </a:cxn>
                      <a:cxn ang="T93">
                        <a:pos x="T22" y="T23"/>
                      </a:cxn>
                      <a:cxn ang="T94">
                        <a:pos x="T24" y="T25"/>
                      </a:cxn>
                      <a:cxn ang="T95">
                        <a:pos x="T26" y="T27"/>
                      </a:cxn>
                      <a:cxn ang="T96">
                        <a:pos x="T28" y="T29"/>
                      </a:cxn>
                      <a:cxn ang="T97">
                        <a:pos x="T30" y="T31"/>
                      </a:cxn>
                      <a:cxn ang="T98">
                        <a:pos x="T32" y="T33"/>
                      </a:cxn>
                      <a:cxn ang="T99">
                        <a:pos x="T34" y="T35"/>
                      </a:cxn>
                      <a:cxn ang="T100">
                        <a:pos x="T36" y="T37"/>
                      </a:cxn>
                      <a:cxn ang="T101">
                        <a:pos x="T38" y="T39"/>
                      </a:cxn>
                      <a:cxn ang="T102">
                        <a:pos x="T40" y="T41"/>
                      </a:cxn>
                      <a:cxn ang="T103">
                        <a:pos x="T42" y="T43"/>
                      </a:cxn>
                      <a:cxn ang="T104">
                        <a:pos x="T44" y="T45"/>
                      </a:cxn>
                      <a:cxn ang="T105">
                        <a:pos x="T46" y="T47"/>
                      </a:cxn>
                      <a:cxn ang="T106">
                        <a:pos x="T48" y="T49"/>
                      </a:cxn>
                      <a:cxn ang="T107">
                        <a:pos x="T50" y="T51"/>
                      </a:cxn>
                      <a:cxn ang="T108">
                        <a:pos x="T52" y="T53"/>
                      </a:cxn>
                      <a:cxn ang="T109">
                        <a:pos x="T54" y="T55"/>
                      </a:cxn>
                      <a:cxn ang="T110">
                        <a:pos x="T56" y="T57"/>
                      </a:cxn>
                      <a:cxn ang="T111">
                        <a:pos x="T58" y="T59"/>
                      </a:cxn>
                      <a:cxn ang="T112">
                        <a:pos x="T60" y="T61"/>
                      </a:cxn>
                      <a:cxn ang="T113">
                        <a:pos x="T62" y="T63"/>
                      </a:cxn>
                      <a:cxn ang="T114">
                        <a:pos x="T64" y="T65"/>
                      </a:cxn>
                      <a:cxn ang="T115">
                        <a:pos x="T66" y="T67"/>
                      </a:cxn>
                      <a:cxn ang="T116">
                        <a:pos x="T68" y="T69"/>
                      </a:cxn>
                      <a:cxn ang="T117">
                        <a:pos x="T70" y="T71"/>
                      </a:cxn>
                      <a:cxn ang="T118">
                        <a:pos x="T72" y="T73"/>
                      </a:cxn>
                      <a:cxn ang="T119">
                        <a:pos x="T74" y="T75"/>
                      </a:cxn>
                      <a:cxn ang="T120">
                        <a:pos x="T76" y="T77"/>
                      </a:cxn>
                      <a:cxn ang="T121">
                        <a:pos x="T78" y="T79"/>
                      </a:cxn>
                      <a:cxn ang="T122">
                        <a:pos x="T80" y="T81"/>
                      </a:cxn>
                    </a:cxnLst>
                    <a:rect l="T123" t="T124" r="T125" b="T126"/>
                    <a:pathLst>
                      <a:path w="717" h="756">
                        <a:moveTo>
                          <a:pt x="0" y="756"/>
                        </a:moveTo>
                        <a:lnTo>
                          <a:pt x="52" y="167"/>
                        </a:lnTo>
                        <a:lnTo>
                          <a:pt x="64" y="384"/>
                        </a:lnTo>
                        <a:lnTo>
                          <a:pt x="90" y="103"/>
                        </a:lnTo>
                        <a:lnTo>
                          <a:pt x="116" y="519"/>
                        </a:lnTo>
                        <a:lnTo>
                          <a:pt x="135" y="487"/>
                        </a:lnTo>
                        <a:lnTo>
                          <a:pt x="135" y="359"/>
                        </a:lnTo>
                        <a:lnTo>
                          <a:pt x="167" y="71"/>
                        </a:lnTo>
                        <a:lnTo>
                          <a:pt x="192" y="244"/>
                        </a:lnTo>
                        <a:lnTo>
                          <a:pt x="205" y="96"/>
                        </a:lnTo>
                        <a:lnTo>
                          <a:pt x="218" y="615"/>
                        </a:lnTo>
                        <a:lnTo>
                          <a:pt x="244" y="397"/>
                        </a:lnTo>
                        <a:lnTo>
                          <a:pt x="282" y="519"/>
                        </a:lnTo>
                        <a:lnTo>
                          <a:pt x="308" y="308"/>
                        </a:lnTo>
                        <a:lnTo>
                          <a:pt x="333" y="442"/>
                        </a:lnTo>
                        <a:lnTo>
                          <a:pt x="346" y="352"/>
                        </a:lnTo>
                        <a:lnTo>
                          <a:pt x="365" y="384"/>
                        </a:lnTo>
                        <a:lnTo>
                          <a:pt x="378" y="135"/>
                        </a:lnTo>
                        <a:lnTo>
                          <a:pt x="391" y="301"/>
                        </a:lnTo>
                        <a:lnTo>
                          <a:pt x="384" y="519"/>
                        </a:lnTo>
                        <a:lnTo>
                          <a:pt x="404" y="679"/>
                        </a:lnTo>
                        <a:lnTo>
                          <a:pt x="429" y="628"/>
                        </a:lnTo>
                        <a:lnTo>
                          <a:pt x="442" y="480"/>
                        </a:lnTo>
                        <a:lnTo>
                          <a:pt x="455" y="391"/>
                        </a:lnTo>
                        <a:lnTo>
                          <a:pt x="436" y="506"/>
                        </a:lnTo>
                        <a:lnTo>
                          <a:pt x="461" y="352"/>
                        </a:lnTo>
                        <a:lnTo>
                          <a:pt x="474" y="455"/>
                        </a:lnTo>
                        <a:lnTo>
                          <a:pt x="493" y="519"/>
                        </a:lnTo>
                        <a:lnTo>
                          <a:pt x="512" y="410"/>
                        </a:lnTo>
                        <a:lnTo>
                          <a:pt x="532" y="186"/>
                        </a:lnTo>
                        <a:lnTo>
                          <a:pt x="544" y="231"/>
                        </a:lnTo>
                        <a:lnTo>
                          <a:pt x="570" y="148"/>
                        </a:lnTo>
                        <a:lnTo>
                          <a:pt x="576" y="301"/>
                        </a:lnTo>
                        <a:lnTo>
                          <a:pt x="576" y="730"/>
                        </a:lnTo>
                        <a:lnTo>
                          <a:pt x="647" y="0"/>
                        </a:lnTo>
                        <a:lnTo>
                          <a:pt x="647" y="250"/>
                        </a:lnTo>
                        <a:lnTo>
                          <a:pt x="660" y="333"/>
                        </a:lnTo>
                        <a:lnTo>
                          <a:pt x="685" y="192"/>
                        </a:lnTo>
                        <a:lnTo>
                          <a:pt x="711" y="340"/>
                        </a:lnTo>
                        <a:lnTo>
                          <a:pt x="698" y="429"/>
                        </a:lnTo>
                        <a:lnTo>
                          <a:pt x="717" y="461"/>
                        </a:lnTo>
                      </a:path>
                    </a:pathLst>
                  </a:custGeom>
                  <a:noFill/>
                  <a:ln w="9525">
                    <a:solidFill>
                      <a:srgbClr val="FF0000"/>
                    </a:solidFill>
                    <a:round/>
                    <a:headEnd/>
                    <a:tailEnd/>
                  </a:ln>
                </p:spPr>
                <p:txBody>
                  <a:bodyPr/>
                  <a:lstStyle/>
                  <a:p>
                    <a:endParaRPr lang="en-GB" sz="1600"/>
                  </a:p>
                </p:txBody>
              </p:sp>
            </p:grpSp>
            <p:grpSp>
              <p:nvGrpSpPr>
                <p:cNvPr id="19" name="Group 98"/>
                <p:cNvGrpSpPr>
                  <a:grpSpLocks/>
                </p:cNvGrpSpPr>
                <p:nvPr/>
              </p:nvGrpSpPr>
              <p:grpSpPr bwMode="auto">
                <a:xfrm flipH="1">
                  <a:off x="4569" y="1098"/>
                  <a:ext cx="590" cy="801"/>
                  <a:chOff x="3462" y="1100"/>
                  <a:chExt cx="1549" cy="801"/>
                </a:xfrm>
              </p:grpSpPr>
              <p:sp>
                <p:nvSpPr>
                  <p:cNvPr id="14668" name="Freeform 99"/>
                  <p:cNvSpPr>
                    <a:spLocks/>
                  </p:cNvSpPr>
                  <p:nvPr/>
                </p:nvSpPr>
                <p:spPr bwMode="auto">
                  <a:xfrm>
                    <a:off x="3462" y="1126"/>
                    <a:ext cx="313" cy="756"/>
                  </a:xfrm>
                  <a:custGeom>
                    <a:avLst/>
                    <a:gdLst>
                      <a:gd name="T0" fmla="*/ 0 w 717"/>
                      <a:gd name="T1" fmla="*/ 756 h 756"/>
                      <a:gd name="T2" fmla="*/ 4 w 717"/>
                      <a:gd name="T3" fmla="*/ 167 h 756"/>
                      <a:gd name="T4" fmla="*/ 5 w 717"/>
                      <a:gd name="T5" fmla="*/ 384 h 756"/>
                      <a:gd name="T6" fmla="*/ 7 w 717"/>
                      <a:gd name="T7" fmla="*/ 103 h 756"/>
                      <a:gd name="T8" fmla="*/ 10 w 717"/>
                      <a:gd name="T9" fmla="*/ 519 h 756"/>
                      <a:gd name="T10" fmla="*/ 11 w 717"/>
                      <a:gd name="T11" fmla="*/ 487 h 756"/>
                      <a:gd name="T12" fmla="*/ 11 w 717"/>
                      <a:gd name="T13" fmla="*/ 359 h 756"/>
                      <a:gd name="T14" fmla="*/ 14 w 717"/>
                      <a:gd name="T15" fmla="*/ 71 h 756"/>
                      <a:gd name="T16" fmla="*/ 16 w 717"/>
                      <a:gd name="T17" fmla="*/ 244 h 756"/>
                      <a:gd name="T18" fmla="*/ 17 w 717"/>
                      <a:gd name="T19" fmla="*/ 96 h 756"/>
                      <a:gd name="T20" fmla="*/ 18 w 717"/>
                      <a:gd name="T21" fmla="*/ 615 h 756"/>
                      <a:gd name="T22" fmla="*/ 21 w 717"/>
                      <a:gd name="T23" fmla="*/ 397 h 756"/>
                      <a:gd name="T24" fmla="*/ 24 w 717"/>
                      <a:gd name="T25" fmla="*/ 519 h 756"/>
                      <a:gd name="T26" fmla="*/ 25 w 717"/>
                      <a:gd name="T27" fmla="*/ 308 h 756"/>
                      <a:gd name="T28" fmla="*/ 28 w 717"/>
                      <a:gd name="T29" fmla="*/ 442 h 756"/>
                      <a:gd name="T30" fmla="*/ 29 w 717"/>
                      <a:gd name="T31" fmla="*/ 352 h 756"/>
                      <a:gd name="T32" fmla="*/ 30 w 717"/>
                      <a:gd name="T33" fmla="*/ 384 h 756"/>
                      <a:gd name="T34" fmla="*/ 31 w 717"/>
                      <a:gd name="T35" fmla="*/ 135 h 756"/>
                      <a:gd name="T36" fmla="*/ 33 w 717"/>
                      <a:gd name="T37" fmla="*/ 301 h 756"/>
                      <a:gd name="T38" fmla="*/ 32 w 717"/>
                      <a:gd name="T39" fmla="*/ 519 h 756"/>
                      <a:gd name="T40" fmla="*/ 34 w 717"/>
                      <a:gd name="T41" fmla="*/ 679 h 756"/>
                      <a:gd name="T42" fmla="*/ 36 w 717"/>
                      <a:gd name="T43" fmla="*/ 628 h 756"/>
                      <a:gd name="T44" fmla="*/ 37 w 717"/>
                      <a:gd name="T45" fmla="*/ 480 h 756"/>
                      <a:gd name="T46" fmla="*/ 38 w 717"/>
                      <a:gd name="T47" fmla="*/ 391 h 756"/>
                      <a:gd name="T48" fmla="*/ 36 w 717"/>
                      <a:gd name="T49" fmla="*/ 506 h 756"/>
                      <a:gd name="T50" fmla="*/ 38 w 717"/>
                      <a:gd name="T51" fmla="*/ 352 h 756"/>
                      <a:gd name="T52" fmla="*/ 39 w 717"/>
                      <a:gd name="T53" fmla="*/ 455 h 756"/>
                      <a:gd name="T54" fmla="*/ 41 w 717"/>
                      <a:gd name="T55" fmla="*/ 519 h 756"/>
                      <a:gd name="T56" fmla="*/ 43 w 717"/>
                      <a:gd name="T57" fmla="*/ 410 h 756"/>
                      <a:gd name="T58" fmla="*/ 44 w 717"/>
                      <a:gd name="T59" fmla="*/ 186 h 756"/>
                      <a:gd name="T60" fmla="*/ 45 w 717"/>
                      <a:gd name="T61" fmla="*/ 231 h 756"/>
                      <a:gd name="T62" fmla="*/ 48 w 717"/>
                      <a:gd name="T63" fmla="*/ 148 h 756"/>
                      <a:gd name="T64" fmla="*/ 48 w 717"/>
                      <a:gd name="T65" fmla="*/ 301 h 756"/>
                      <a:gd name="T66" fmla="*/ 48 w 717"/>
                      <a:gd name="T67" fmla="*/ 730 h 756"/>
                      <a:gd name="T68" fmla="*/ 54 w 717"/>
                      <a:gd name="T69" fmla="*/ 0 h 756"/>
                      <a:gd name="T70" fmla="*/ 54 w 717"/>
                      <a:gd name="T71" fmla="*/ 250 h 756"/>
                      <a:gd name="T72" fmla="*/ 55 w 717"/>
                      <a:gd name="T73" fmla="*/ 333 h 756"/>
                      <a:gd name="T74" fmla="*/ 57 w 717"/>
                      <a:gd name="T75" fmla="*/ 192 h 756"/>
                      <a:gd name="T76" fmla="*/ 59 w 717"/>
                      <a:gd name="T77" fmla="*/ 340 h 756"/>
                      <a:gd name="T78" fmla="*/ 58 w 717"/>
                      <a:gd name="T79" fmla="*/ 429 h 756"/>
                      <a:gd name="T80" fmla="*/ 60 w 717"/>
                      <a:gd name="T81" fmla="*/ 461 h 756"/>
                      <a:gd name="T82" fmla="*/ 0 60000 65536"/>
                      <a:gd name="T83" fmla="*/ 0 60000 65536"/>
                      <a:gd name="T84" fmla="*/ 0 60000 65536"/>
                      <a:gd name="T85" fmla="*/ 0 60000 65536"/>
                      <a:gd name="T86" fmla="*/ 0 60000 65536"/>
                      <a:gd name="T87" fmla="*/ 0 60000 65536"/>
                      <a:gd name="T88" fmla="*/ 0 60000 65536"/>
                      <a:gd name="T89" fmla="*/ 0 60000 65536"/>
                      <a:gd name="T90" fmla="*/ 0 60000 65536"/>
                      <a:gd name="T91" fmla="*/ 0 60000 65536"/>
                      <a:gd name="T92" fmla="*/ 0 60000 65536"/>
                      <a:gd name="T93" fmla="*/ 0 60000 65536"/>
                      <a:gd name="T94" fmla="*/ 0 60000 65536"/>
                      <a:gd name="T95" fmla="*/ 0 60000 65536"/>
                      <a:gd name="T96" fmla="*/ 0 60000 65536"/>
                      <a:gd name="T97" fmla="*/ 0 60000 65536"/>
                      <a:gd name="T98" fmla="*/ 0 60000 65536"/>
                      <a:gd name="T99" fmla="*/ 0 60000 65536"/>
                      <a:gd name="T100" fmla="*/ 0 60000 65536"/>
                      <a:gd name="T101" fmla="*/ 0 60000 65536"/>
                      <a:gd name="T102" fmla="*/ 0 60000 65536"/>
                      <a:gd name="T103" fmla="*/ 0 60000 65536"/>
                      <a:gd name="T104" fmla="*/ 0 60000 65536"/>
                      <a:gd name="T105" fmla="*/ 0 60000 65536"/>
                      <a:gd name="T106" fmla="*/ 0 60000 65536"/>
                      <a:gd name="T107" fmla="*/ 0 60000 65536"/>
                      <a:gd name="T108" fmla="*/ 0 60000 65536"/>
                      <a:gd name="T109" fmla="*/ 0 60000 65536"/>
                      <a:gd name="T110" fmla="*/ 0 60000 65536"/>
                      <a:gd name="T111" fmla="*/ 0 60000 65536"/>
                      <a:gd name="T112" fmla="*/ 0 60000 65536"/>
                      <a:gd name="T113" fmla="*/ 0 60000 65536"/>
                      <a:gd name="T114" fmla="*/ 0 60000 65536"/>
                      <a:gd name="T115" fmla="*/ 0 60000 65536"/>
                      <a:gd name="T116" fmla="*/ 0 60000 65536"/>
                      <a:gd name="T117" fmla="*/ 0 60000 65536"/>
                      <a:gd name="T118" fmla="*/ 0 60000 65536"/>
                      <a:gd name="T119" fmla="*/ 0 60000 65536"/>
                      <a:gd name="T120" fmla="*/ 0 60000 65536"/>
                      <a:gd name="T121" fmla="*/ 0 60000 65536"/>
                      <a:gd name="T122" fmla="*/ 0 60000 65536"/>
                      <a:gd name="T123" fmla="*/ 0 w 717"/>
                      <a:gd name="T124" fmla="*/ 0 h 756"/>
                      <a:gd name="T125" fmla="*/ 717 w 717"/>
                      <a:gd name="T126" fmla="*/ 756 h 756"/>
                    </a:gdLst>
                    <a:ahLst/>
                    <a:cxnLst>
                      <a:cxn ang="T82">
                        <a:pos x="T0" y="T1"/>
                      </a:cxn>
                      <a:cxn ang="T83">
                        <a:pos x="T2" y="T3"/>
                      </a:cxn>
                      <a:cxn ang="T84">
                        <a:pos x="T4" y="T5"/>
                      </a:cxn>
                      <a:cxn ang="T85">
                        <a:pos x="T6" y="T7"/>
                      </a:cxn>
                      <a:cxn ang="T86">
                        <a:pos x="T8" y="T9"/>
                      </a:cxn>
                      <a:cxn ang="T87">
                        <a:pos x="T10" y="T11"/>
                      </a:cxn>
                      <a:cxn ang="T88">
                        <a:pos x="T12" y="T13"/>
                      </a:cxn>
                      <a:cxn ang="T89">
                        <a:pos x="T14" y="T15"/>
                      </a:cxn>
                      <a:cxn ang="T90">
                        <a:pos x="T16" y="T17"/>
                      </a:cxn>
                      <a:cxn ang="T91">
                        <a:pos x="T18" y="T19"/>
                      </a:cxn>
                      <a:cxn ang="T92">
                        <a:pos x="T20" y="T21"/>
                      </a:cxn>
                      <a:cxn ang="T93">
                        <a:pos x="T22" y="T23"/>
                      </a:cxn>
                      <a:cxn ang="T94">
                        <a:pos x="T24" y="T25"/>
                      </a:cxn>
                      <a:cxn ang="T95">
                        <a:pos x="T26" y="T27"/>
                      </a:cxn>
                      <a:cxn ang="T96">
                        <a:pos x="T28" y="T29"/>
                      </a:cxn>
                      <a:cxn ang="T97">
                        <a:pos x="T30" y="T31"/>
                      </a:cxn>
                      <a:cxn ang="T98">
                        <a:pos x="T32" y="T33"/>
                      </a:cxn>
                      <a:cxn ang="T99">
                        <a:pos x="T34" y="T35"/>
                      </a:cxn>
                      <a:cxn ang="T100">
                        <a:pos x="T36" y="T37"/>
                      </a:cxn>
                      <a:cxn ang="T101">
                        <a:pos x="T38" y="T39"/>
                      </a:cxn>
                      <a:cxn ang="T102">
                        <a:pos x="T40" y="T41"/>
                      </a:cxn>
                      <a:cxn ang="T103">
                        <a:pos x="T42" y="T43"/>
                      </a:cxn>
                      <a:cxn ang="T104">
                        <a:pos x="T44" y="T45"/>
                      </a:cxn>
                      <a:cxn ang="T105">
                        <a:pos x="T46" y="T47"/>
                      </a:cxn>
                      <a:cxn ang="T106">
                        <a:pos x="T48" y="T49"/>
                      </a:cxn>
                      <a:cxn ang="T107">
                        <a:pos x="T50" y="T51"/>
                      </a:cxn>
                      <a:cxn ang="T108">
                        <a:pos x="T52" y="T53"/>
                      </a:cxn>
                      <a:cxn ang="T109">
                        <a:pos x="T54" y="T55"/>
                      </a:cxn>
                      <a:cxn ang="T110">
                        <a:pos x="T56" y="T57"/>
                      </a:cxn>
                      <a:cxn ang="T111">
                        <a:pos x="T58" y="T59"/>
                      </a:cxn>
                      <a:cxn ang="T112">
                        <a:pos x="T60" y="T61"/>
                      </a:cxn>
                      <a:cxn ang="T113">
                        <a:pos x="T62" y="T63"/>
                      </a:cxn>
                      <a:cxn ang="T114">
                        <a:pos x="T64" y="T65"/>
                      </a:cxn>
                      <a:cxn ang="T115">
                        <a:pos x="T66" y="T67"/>
                      </a:cxn>
                      <a:cxn ang="T116">
                        <a:pos x="T68" y="T69"/>
                      </a:cxn>
                      <a:cxn ang="T117">
                        <a:pos x="T70" y="T71"/>
                      </a:cxn>
                      <a:cxn ang="T118">
                        <a:pos x="T72" y="T73"/>
                      </a:cxn>
                      <a:cxn ang="T119">
                        <a:pos x="T74" y="T75"/>
                      </a:cxn>
                      <a:cxn ang="T120">
                        <a:pos x="T76" y="T77"/>
                      </a:cxn>
                      <a:cxn ang="T121">
                        <a:pos x="T78" y="T79"/>
                      </a:cxn>
                      <a:cxn ang="T122">
                        <a:pos x="T80" y="T81"/>
                      </a:cxn>
                    </a:cxnLst>
                    <a:rect l="T123" t="T124" r="T125" b="T126"/>
                    <a:pathLst>
                      <a:path w="717" h="756">
                        <a:moveTo>
                          <a:pt x="0" y="756"/>
                        </a:moveTo>
                        <a:lnTo>
                          <a:pt x="52" y="167"/>
                        </a:lnTo>
                        <a:lnTo>
                          <a:pt x="64" y="384"/>
                        </a:lnTo>
                        <a:lnTo>
                          <a:pt x="90" y="103"/>
                        </a:lnTo>
                        <a:lnTo>
                          <a:pt x="116" y="519"/>
                        </a:lnTo>
                        <a:lnTo>
                          <a:pt x="135" y="487"/>
                        </a:lnTo>
                        <a:lnTo>
                          <a:pt x="135" y="359"/>
                        </a:lnTo>
                        <a:lnTo>
                          <a:pt x="167" y="71"/>
                        </a:lnTo>
                        <a:lnTo>
                          <a:pt x="192" y="244"/>
                        </a:lnTo>
                        <a:lnTo>
                          <a:pt x="205" y="96"/>
                        </a:lnTo>
                        <a:lnTo>
                          <a:pt x="218" y="615"/>
                        </a:lnTo>
                        <a:lnTo>
                          <a:pt x="244" y="397"/>
                        </a:lnTo>
                        <a:lnTo>
                          <a:pt x="282" y="519"/>
                        </a:lnTo>
                        <a:lnTo>
                          <a:pt x="308" y="308"/>
                        </a:lnTo>
                        <a:lnTo>
                          <a:pt x="333" y="442"/>
                        </a:lnTo>
                        <a:lnTo>
                          <a:pt x="346" y="352"/>
                        </a:lnTo>
                        <a:lnTo>
                          <a:pt x="365" y="384"/>
                        </a:lnTo>
                        <a:lnTo>
                          <a:pt x="378" y="135"/>
                        </a:lnTo>
                        <a:lnTo>
                          <a:pt x="391" y="301"/>
                        </a:lnTo>
                        <a:lnTo>
                          <a:pt x="384" y="519"/>
                        </a:lnTo>
                        <a:lnTo>
                          <a:pt x="404" y="679"/>
                        </a:lnTo>
                        <a:lnTo>
                          <a:pt x="429" y="628"/>
                        </a:lnTo>
                        <a:lnTo>
                          <a:pt x="442" y="480"/>
                        </a:lnTo>
                        <a:lnTo>
                          <a:pt x="455" y="391"/>
                        </a:lnTo>
                        <a:lnTo>
                          <a:pt x="436" y="506"/>
                        </a:lnTo>
                        <a:lnTo>
                          <a:pt x="461" y="352"/>
                        </a:lnTo>
                        <a:lnTo>
                          <a:pt x="474" y="455"/>
                        </a:lnTo>
                        <a:lnTo>
                          <a:pt x="493" y="519"/>
                        </a:lnTo>
                        <a:lnTo>
                          <a:pt x="512" y="410"/>
                        </a:lnTo>
                        <a:lnTo>
                          <a:pt x="532" y="186"/>
                        </a:lnTo>
                        <a:lnTo>
                          <a:pt x="544" y="231"/>
                        </a:lnTo>
                        <a:lnTo>
                          <a:pt x="570" y="148"/>
                        </a:lnTo>
                        <a:lnTo>
                          <a:pt x="576" y="301"/>
                        </a:lnTo>
                        <a:lnTo>
                          <a:pt x="576" y="730"/>
                        </a:lnTo>
                        <a:lnTo>
                          <a:pt x="647" y="0"/>
                        </a:lnTo>
                        <a:lnTo>
                          <a:pt x="647" y="250"/>
                        </a:lnTo>
                        <a:lnTo>
                          <a:pt x="660" y="333"/>
                        </a:lnTo>
                        <a:lnTo>
                          <a:pt x="685" y="192"/>
                        </a:lnTo>
                        <a:lnTo>
                          <a:pt x="711" y="340"/>
                        </a:lnTo>
                        <a:lnTo>
                          <a:pt x="698" y="429"/>
                        </a:lnTo>
                        <a:lnTo>
                          <a:pt x="717" y="461"/>
                        </a:lnTo>
                      </a:path>
                    </a:pathLst>
                  </a:custGeom>
                  <a:noFill/>
                  <a:ln w="9525">
                    <a:solidFill>
                      <a:srgbClr val="FF0000"/>
                    </a:solidFill>
                    <a:round/>
                    <a:headEnd/>
                    <a:tailEnd/>
                  </a:ln>
                </p:spPr>
                <p:txBody>
                  <a:bodyPr/>
                  <a:lstStyle/>
                  <a:p>
                    <a:endParaRPr lang="en-GB" sz="1600"/>
                  </a:p>
                </p:txBody>
              </p:sp>
              <p:sp>
                <p:nvSpPr>
                  <p:cNvPr id="14669" name="Freeform 100"/>
                  <p:cNvSpPr>
                    <a:spLocks/>
                  </p:cNvSpPr>
                  <p:nvPr/>
                </p:nvSpPr>
                <p:spPr bwMode="auto">
                  <a:xfrm flipH="1" flipV="1">
                    <a:off x="3770" y="1145"/>
                    <a:ext cx="313" cy="756"/>
                  </a:xfrm>
                  <a:custGeom>
                    <a:avLst/>
                    <a:gdLst>
                      <a:gd name="T0" fmla="*/ 0 w 717"/>
                      <a:gd name="T1" fmla="*/ 756 h 756"/>
                      <a:gd name="T2" fmla="*/ 4 w 717"/>
                      <a:gd name="T3" fmla="*/ 167 h 756"/>
                      <a:gd name="T4" fmla="*/ 5 w 717"/>
                      <a:gd name="T5" fmla="*/ 384 h 756"/>
                      <a:gd name="T6" fmla="*/ 7 w 717"/>
                      <a:gd name="T7" fmla="*/ 103 h 756"/>
                      <a:gd name="T8" fmla="*/ 10 w 717"/>
                      <a:gd name="T9" fmla="*/ 519 h 756"/>
                      <a:gd name="T10" fmla="*/ 11 w 717"/>
                      <a:gd name="T11" fmla="*/ 487 h 756"/>
                      <a:gd name="T12" fmla="*/ 11 w 717"/>
                      <a:gd name="T13" fmla="*/ 359 h 756"/>
                      <a:gd name="T14" fmla="*/ 14 w 717"/>
                      <a:gd name="T15" fmla="*/ 71 h 756"/>
                      <a:gd name="T16" fmla="*/ 16 w 717"/>
                      <a:gd name="T17" fmla="*/ 244 h 756"/>
                      <a:gd name="T18" fmla="*/ 17 w 717"/>
                      <a:gd name="T19" fmla="*/ 96 h 756"/>
                      <a:gd name="T20" fmla="*/ 18 w 717"/>
                      <a:gd name="T21" fmla="*/ 615 h 756"/>
                      <a:gd name="T22" fmla="*/ 21 w 717"/>
                      <a:gd name="T23" fmla="*/ 397 h 756"/>
                      <a:gd name="T24" fmla="*/ 24 w 717"/>
                      <a:gd name="T25" fmla="*/ 519 h 756"/>
                      <a:gd name="T26" fmla="*/ 25 w 717"/>
                      <a:gd name="T27" fmla="*/ 308 h 756"/>
                      <a:gd name="T28" fmla="*/ 28 w 717"/>
                      <a:gd name="T29" fmla="*/ 442 h 756"/>
                      <a:gd name="T30" fmla="*/ 29 w 717"/>
                      <a:gd name="T31" fmla="*/ 352 h 756"/>
                      <a:gd name="T32" fmla="*/ 30 w 717"/>
                      <a:gd name="T33" fmla="*/ 384 h 756"/>
                      <a:gd name="T34" fmla="*/ 31 w 717"/>
                      <a:gd name="T35" fmla="*/ 135 h 756"/>
                      <a:gd name="T36" fmla="*/ 33 w 717"/>
                      <a:gd name="T37" fmla="*/ 301 h 756"/>
                      <a:gd name="T38" fmla="*/ 32 w 717"/>
                      <a:gd name="T39" fmla="*/ 519 h 756"/>
                      <a:gd name="T40" fmla="*/ 34 w 717"/>
                      <a:gd name="T41" fmla="*/ 679 h 756"/>
                      <a:gd name="T42" fmla="*/ 36 w 717"/>
                      <a:gd name="T43" fmla="*/ 628 h 756"/>
                      <a:gd name="T44" fmla="*/ 37 w 717"/>
                      <a:gd name="T45" fmla="*/ 480 h 756"/>
                      <a:gd name="T46" fmla="*/ 38 w 717"/>
                      <a:gd name="T47" fmla="*/ 391 h 756"/>
                      <a:gd name="T48" fmla="*/ 36 w 717"/>
                      <a:gd name="T49" fmla="*/ 506 h 756"/>
                      <a:gd name="T50" fmla="*/ 38 w 717"/>
                      <a:gd name="T51" fmla="*/ 352 h 756"/>
                      <a:gd name="T52" fmla="*/ 39 w 717"/>
                      <a:gd name="T53" fmla="*/ 455 h 756"/>
                      <a:gd name="T54" fmla="*/ 41 w 717"/>
                      <a:gd name="T55" fmla="*/ 519 h 756"/>
                      <a:gd name="T56" fmla="*/ 43 w 717"/>
                      <a:gd name="T57" fmla="*/ 410 h 756"/>
                      <a:gd name="T58" fmla="*/ 44 w 717"/>
                      <a:gd name="T59" fmla="*/ 186 h 756"/>
                      <a:gd name="T60" fmla="*/ 45 w 717"/>
                      <a:gd name="T61" fmla="*/ 231 h 756"/>
                      <a:gd name="T62" fmla="*/ 48 w 717"/>
                      <a:gd name="T63" fmla="*/ 148 h 756"/>
                      <a:gd name="T64" fmla="*/ 48 w 717"/>
                      <a:gd name="T65" fmla="*/ 301 h 756"/>
                      <a:gd name="T66" fmla="*/ 48 w 717"/>
                      <a:gd name="T67" fmla="*/ 730 h 756"/>
                      <a:gd name="T68" fmla="*/ 54 w 717"/>
                      <a:gd name="T69" fmla="*/ 0 h 756"/>
                      <a:gd name="T70" fmla="*/ 54 w 717"/>
                      <a:gd name="T71" fmla="*/ 250 h 756"/>
                      <a:gd name="T72" fmla="*/ 55 w 717"/>
                      <a:gd name="T73" fmla="*/ 333 h 756"/>
                      <a:gd name="T74" fmla="*/ 57 w 717"/>
                      <a:gd name="T75" fmla="*/ 192 h 756"/>
                      <a:gd name="T76" fmla="*/ 59 w 717"/>
                      <a:gd name="T77" fmla="*/ 340 h 756"/>
                      <a:gd name="T78" fmla="*/ 58 w 717"/>
                      <a:gd name="T79" fmla="*/ 429 h 756"/>
                      <a:gd name="T80" fmla="*/ 60 w 717"/>
                      <a:gd name="T81" fmla="*/ 461 h 756"/>
                      <a:gd name="T82" fmla="*/ 0 60000 65536"/>
                      <a:gd name="T83" fmla="*/ 0 60000 65536"/>
                      <a:gd name="T84" fmla="*/ 0 60000 65536"/>
                      <a:gd name="T85" fmla="*/ 0 60000 65536"/>
                      <a:gd name="T86" fmla="*/ 0 60000 65536"/>
                      <a:gd name="T87" fmla="*/ 0 60000 65536"/>
                      <a:gd name="T88" fmla="*/ 0 60000 65536"/>
                      <a:gd name="T89" fmla="*/ 0 60000 65536"/>
                      <a:gd name="T90" fmla="*/ 0 60000 65536"/>
                      <a:gd name="T91" fmla="*/ 0 60000 65536"/>
                      <a:gd name="T92" fmla="*/ 0 60000 65536"/>
                      <a:gd name="T93" fmla="*/ 0 60000 65536"/>
                      <a:gd name="T94" fmla="*/ 0 60000 65536"/>
                      <a:gd name="T95" fmla="*/ 0 60000 65536"/>
                      <a:gd name="T96" fmla="*/ 0 60000 65536"/>
                      <a:gd name="T97" fmla="*/ 0 60000 65536"/>
                      <a:gd name="T98" fmla="*/ 0 60000 65536"/>
                      <a:gd name="T99" fmla="*/ 0 60000 65536"/>
                      <a:gd name="T100" fmla="*/ 0 60000 65536"/>
                      <a:gd name="T101" fmla="*/ 0 60000 65536"/>
                      <a:gd name="T102" fmla="*/ 0 60000 65536"/>
                      <a:gd name="T103" fmla="*/ 0 60000 65536"/>
                      <a:gd name="T104" fmla="*/ 0 60000 65536"/>
                      <a:gd name="T105" fmla="*/ 0 60000 65536"/>
                      <a:gd name="T106" fmla="*/ 0 60000 65536"/>
                      <a:gd name="T107" fmla="*/ 0 60000 65536"/>
                      <a:gd name="T108" fmla="*/ 0 60000 65536"/>
                      <a:gd name="T109" fmla="*/ 0 60000 65536"/>
                      <a:gd name="T110" fmla="*/ 0 60000 65536"/>
                      <a:gd name="T111" fmla="*/ 0 60000 65536"/>
                      <a:gd name="T112" fmla="*/ 0 60000 65536"/>
                      <a:gd name="T113" fmla="*/ 0 60000 65536"/>
                      <a:gd name="T114" fmla="*/ 0 60000 65536"/>
                      <a:gd name="T115" fmla="*/ 0 60000 65536"/>
                      <a:gd name="T116" fmla="*/ 0 60000 65536"/>
                      <a:gd name="T117" fmla="*/ 0 60000 65536"/>
                      <a:gd name="T118" fmla="*/ 0 60000 65536"/>
                      <a:gd name="T119" fmla="*/ 0 60000 65536"/>
                      <a:gd name="T120" fmla="*/ 0 60000 65536"/>
                      <a:gd name="T121" fmla="*/ 0 60000 65536"/>
                      <a:gd name="T122" fmla="*/ 0 60000 65536"/>
                      <a:gd name="T123" fmla="*/ 0 w 717"/>
                      <a:gd name="T124" fmla="*/ 0 h 756"/>
                      <a:gd name="T125" fmla="*/ 717 w 717"/>
                      <a:gd name="T126" fmla="*/ 756 h 756"/>
                    </a:gdLst>
                    <a:ahLst/>
                    <a:cxnLst>
                      <a:cxn ang="T82">
                        <a:pos x="T0" y="T1"/>
                      </a:cxn>
                      <a:cxn ang="T83">
                        <a:pos x="T2" y="T3"/>
                      </a:cxn>
                      <a:cxn ang="T84">
                        <a:pos x="T4" y="T5"/>
                      </a:cxn>
                      <a:cxn ang="T85">
                        <a:pos x="T6" y="T7"/>
                      </a:cxn>
                      <a:cxn ang="T86">
                        <a:pos x="T8" y="T9"/>
                      </a:cxn>
                      <a:cxn ang="T87">
                        <a:pos x="T10" y="T11"/>
                      </a:cxn>
                      <a:cxn ang="T88">
                        <a:pos x="T12" y="T13"/>
                      </a:cxn>
                      <a:cxn ang="T89">
                        <a:pos x="T14" y="T15"/>
                      </a:cxn>
                      <a:cxn ang="T90">
                        <a:pos x="T16" y="T17"/>
                      </a:cxn>
                      <a:cxn ang="T91">
                        <a:pos x="T18" y="T19"/>
                      </a:cxn>
                      <a:cxn ang="T92">
                        <a:pos x="T20" y="T21"/>
                      </a:cxn>
                      <a:cxn ang="T93">
                        <a:pos x="T22" y="T23"/>
                      </a:cxn>
                      <a:cxn ang="T94">
                        <a:pos x="T24" y="T25"/>
                      </a:cxn>
                      <a:cxn ang="T95">
                        <a:pos x="T26" y="T27"/>
                      </a:cxn>
                      <a:cxn ang="T96">
                        <a:pos x="T28" y="T29"/>
                      </a:cxn>
                      <a:cxn ang="T97">
                        <a:pos x="T30" y="T31"/>
                      </a:cxn>
                      <a:cxn ang="T98">
                        <a:pos x="T32" y="T33"/>
                      </a:cxn>
                      <a:cxn ang="T99">
                        <a:pos x="T34" y="T35"/>
                      </a:cxn>
                      <a:cxn ang="T100">
                        <a:pos x="T36" y="T37"/>
                      </a:cxn>
                      <a:cxn ang="T101">
                        <a:pos x="T38" y="T39"/>
                      </a:cxn>
                      <a:cxn ang="T102">
                        <a:pos x="T40" y="T41"/>
                      </a:cxn>
                      <a:cxn ang="T103">
                        <a:pos x="T42" y="T43"/>
                      </a:cxn>
                      <a:cxn ang="T104">
                        <a:pos x="T44" y="T45"/>
                      </a:cxn>
                      <a:cxn ang="T105">
                        <a:pos x="T46" y="T47"/>
                      </a:cxn>
                      <a:cxn ang="T106">
                        <a:pos x="T48" y="T49"/>
                      </a:cxn>
                      <a:cxn ang="T107">
                        <a:pos x="T50" y="T51"/>
                      </a:cxn>
                      <a:cxn ang="T108">
                        <a:pos x="T52" y="T53"/>
                      </a:cxn>
                      <a:cxn ang="T109">
                        <a:pos x="T54" y="T55"/>
                      </a:cxn>
                      <a:cxn ang="T110">
                        <a:pos x="T56" y="T57"/>
                      </a:cxn>
                      <a:cxn ang="T111">
                        <a:pos x="T58" y="T59"/>
                      </a:cxn>
                      <a:cxn ang="T112">
                        <a:pos x="T60" y="T61"/>
                      </a:cxn>
                      <a:cxn ang="T113">
                        <a:pos x="T62" y="T63"/>
                      </a:cxn>
                      <a:cxn ang="T114">
                        <a:pos x="T64" y="T65"/>
                      </a:cxn>
                      <a:cxn ang="T115">
                        <a:pos x="T66" y="T67"/>
                      </a:cxn>
                      <a:cxn ang="T116">
                        <a:pos x="T68" y="T69"/>
                      </a:cxn>
                      <a:cxn ang="T117">
                        <a:pos x="T70" y="T71"/>
                      </a:cxn>
                      <a:cxn ang="T118">
                        <a:pos x="T72" y="T73"/>
                      </a:cxn>
                      <a:cxn ang="T119">
                        <a:pos x="T74" y="T75"/>
                      </a:cxn>
                      <a:cxn ang="T120">
                        <a:pos x="T76" y="T77"/>
                      </a:cxn>
                      <a:cxn ang="T121">
                        <a:pos x="T78" y="T79"/>
                      </a:cxn>
                      <a:cxn ang="T122">
                        <a:pos x="T80" y="T81"/>
                      </a:cxn>
                    </a:cxnLst>
                    <a:rect l="T123" t="T124" r="T125" b="T126"/>
                    <a:pathLst>
                      <a:path w="717" h="756">
                        <a:moveTo>
                          <a:pt x="0" y="756"/>
                        </a:moveTo>
                        <a:lnTo>
                          <a:pt x="52" y="167"/>
                        </a:lnTo>
                        <a:lnTo>
                          <a:pt x="64" y="384"/>
                        </a:lnTo>
                        <a:lnTo>
                          <a:pt x="90" y="103"/>
                        </a:lnTo>
                        <a:lnTo>
                          <a:pt x="116" y="519"/>
                        </a:lnTo>
                        <a:lnTo>
                          <a:pt x="135" y="487"/>
                        </a:lnTo>
                        <a:lnTo>
                          <a:pt x="135" y="359"/>
                        </a:lnTo>
                        <a:lnTo>
                          <a:pt x="167" y="71"/>
                        </a:lnTo>
                        <a:lnTo>
                          <a:pt x="192" y="244"/>
                        </a:lnTo>
                        <a:lnTo>
                          <a:pt x="205" y="96"/>
                        </a:lnTo>
                        <a:lnTo>
                          <a:pt x="218" y="615"/>
                        </a:lnTo>
                        <a:lnTo>
                          <a:pt x="244" y="397"/>
                        </a:lnTo>
                        <a:lnTo>
                          <a:pt x="282" y="519"/>
                        </a:lnTo>
                        <a:lnTo>
                          <a:pt x="308" y="308"/>
                        </a:lnTo>
                        <a:lnTo>
                          <a:pt x="333" y="442"/>
                        </a:lnTo>
                        <a:lnTo>
                          <a:pt x="346" y="352"/>
                        </a:lnTo>
                        <a:lnTo>
                          <a:pt x="365" y="384"/>
                        </a:lnTo>
                        <a:lnTo>
                          <a:pt x="378" y="135"/>
                        </a:lnTo>
                        <a:lnTo>
                          <a:pt x="391" y="301"/>
                        </a:lnTo>
                        <a:lnTo>
                          <a:pt x="384" y="519"/>
                        </a:lnTo>
                        <a:lnTo>
                          <a:pt x="404" y="679"/>
                        </a:lnTo>
                        <a:lnTo>
                          <a:pt x="429" y="628"/>
                        </a:lnTo>
                        <a:lnTo>
                          <a:pt x="442" y="480"/>
                        </a:lnTo>
                        <a:lnTo>
                          <a:pt x="455" y="391"/>
                        </a:lnTo>
                        <a:lnTo>
                          <a:pt x="436" y="506"/>
                        </a:lnTo>
                        <a:lnTo>
                          <a:pt x="461" y="352"/>
                        </a:lnTo>
                        <a:lnTo>
                          <a:pt x="474" y="455"/>
                        </a:lnTo>
                        <a:lnTo>
                          <a:pt x="493" y="519"/>
                        </a:lnTo>
                        <a:lnTo>
                          <a:pt x="512" y="410"/>
                        </a:lnTo>
                        <a:lnTo>
                          <a:pt x="532" y="186"/>
                        </a:lnTo>
                        <a:lnTo>
                          <a:pt x="544" y="231"/>
                        </a:lnTo>
                        <a:lnTo>
                          <a:pt x="570" y="148"/>
                        </a:lnTo>
                        <a:lnTo>
                          <a:pt x="576" y="301"/>
                        </a:lnTo>
                        <a:lnTo>
                          <a:pt x="576" y="730"/>
                        </a:lnTo>
                        <a:lnTo>
                          <a:pt x="647" y="0"/>
                        </a:lnTo>
                        <a:lnTo>
                          <a:pt x="647" y="250"/>
                        </a:lnTo>
                        <a:lnTo>
                          <a:pt x="660" y="333"/>
                        </a:lnTo>
                        <a:lnTo>
                          <a:pt x="685" y="192"/>
                        </a:lnTo>
                        <a:lnTo>
                          <a:pt x="711" y="340"/>
                        </a:lnTo>
                        <a:lnTo>
                          <a:pt x="698" y="429"/>
                        </a:lnTo>
                        <a:lnTo>
                          <a:pt x="717" y="461"/>
                        </a:lnTo>
                      </a:path>
                    </a:pathLst>
                  </a:custGeom>
                  <a:noFill/>
                  <a:ln w="9525">
                    <a:solidFill>
                      <a:srgbClr val="FF0000"/>
                    </a:solidFill>
                    <a:round/>
                    <a:headEnd/>
                    <a:tailEnd/>
                  </a:ln>
                </p:spPr>
                <p:txBody>
                  <a:bodyPr/>
                  <a:lstStyle/>
                  <a:p>
                    <a:endParaRPr lang="en-GB" sz="1600"/>
                  </a:p>
                </p:txBody>
              </p:sp>
              <p:sp>
                <p:nvSpPr>
                  <p:cNvPr id="14670" name="Freeform 101"/>
                  <p:cNvSpPr>
                    <a:spLocks/>
                  </p:cNvSpPr>
                  <p:nvPr/>
                </p:nvSpPr>
                <p:spPr bwMode="auto">
                  <a:xfrm flipH="1">
                    <a:off x="4077" y="1119"/>
                    <a:ext cx="313" cy="756"/>
                  </a:xfrm>
                  <a:custGeom>
                    <a:avLst/>
                    <a:gdLst>
                      <a:gd name="T0" fmla="*/ 0 w 717"/>
                      <a:gd name="T1" fmla="*/ 756 h 756"/>
                      <a:gd name="T2" fmla="*/ 4 w 717"/>
                      <a:gd name="T3" fmla="*/ 167 h 756"/>
                      <a:gd name="T4" fmla="*/ 5 w 717"/>
                      <a:gd name="T5" fmla="*/ 384 h 756"/>
                      <a:gd name="T6" fmla="*/ 7 w 717"/>
                      <a:gd name="T7" fmla="*/ 103 h 756"/>
                      <a:gd name="T8" fmla="*/ 10 w 717"/>
                      <a:gd name="T9" fmla="*/ 519 h 756"/>
                      <a:gd name="T10" fmla="*/ 11 w 717"/>
                      <a:gd name="T11" fmla="*/ 487 h 756"/>
                      <a:gd name="T12" fmla="*/ 11 w 717"/>
                      <a:gd name="T13" fmla="*/ 359 h 756"/>
                      <a:gd name="T14" fmla="*/ 14 w 717"/>
                      <a:gd name="T15" fmla="*/ 71 h 756"/>
                      <a:gd name="T16" fmla="*/ 16 w 717"/>
                      <a:gd name="T17" fmla="*/ 244 h 756"/>
                      <a:gd name="T18" fmla="*/ 17 w 717"/>
                      <a:gd name="T19" fmla="*/ 96 h 756"/>
                      <a:gd name="T20" fmla="*/ 18 w 717"/>
                      <a:gd name="T21" fmla="*/ 615 h 756"/>
                      <a:gd name="T22" fmla="*/ 21 w 717"/>
                      <a:gd name="T23" fmla="*/ 397 h 756"/>
                      <a:gd name="T24" fmla="*/ 24 w 717"/>
                      <a:gd name="T25" fmla="*/ 519 h 756"/>
                      <a:gd name="T26" fmla="*/ 25 w 717"/>
                      <a:gd name="T27" fmla="*/ 308 h 756"/>
                      <a:gd name="T28" fmla="*/ 28 w 717"/>
                      <a:gd name="T29" fmla="*/ 442 h 756"/>
                      <a:gd name="T30" fmla="*/ 29 w 717"/>
                      <a:gd name="T31" fmla="*/ 352 h 756"/>
                      <a:gd name="T32" fmla="*/ 30 w 717"/>
                      <a:gd name="T33" fmla="*/ 384 h 756"/>
                      <a:gd name="T34" fmla="*/ 31 w 717"/>
                      <a:gd name="T35" fmla="*/ 135 h 756"/>
                      <a:gd name="T36" fmla="*/ 33 w 717"/>
                      <a:gd name="T37" fmla="*/ 301 h 756"/>
                      <a:gd name="T38" fmla="*/ 32 w 717"/>
                      <a:gd name="T39" fmla="*/ 519 h 756"/>
                      <a:gd name="T40" fmla="*/ 34 w 717"/>
                      <a:gd name="T41" fmla="*/ 679 h 756"/>
                      <a:gd name="T42" fmla="*/ 36 w 717"/>
                      <a:gd name="T43" fmla="*/ 628 h 756"/>
                      <a:gd name="T44" fmla="*/ 37 w 717"/>
                      <a:gd name="T45" fmla="*/ 480 h 756"/>
                      <a:gd name="T46" fmla="*/ 38 w 717"/>
                      <a:gd name="T47" fmla="*/ 391 h 756"/>
                      <a:gd name="T48" fmla="*/ 36 w 717"/>
                      <a:gd name="T49" fmla="*/ 506 h 756"/>
                      <a:gd name="T50" fmla="*/ 38 w 717"/>
                      <a:gd name="T51" fmla="*/ 352 h 756"/>
                      <a:gd name="T52" fmla="*/ 39 w 717"/>
                      <a:gd name="T53" fmla="*/ 455 h 756"/>
                      <a:gd name="T54" fmla="*/ 41 w 717"/>
                      <a:gd name="T55" fmla="*/ 519 h 756"/>
                      <a:gd name="T56" fmla="*/ 43 w 717"/>
                      <a:gd name="T57" fmla="*/ 410 h 756"/>
                      <a:gd name="T58" fmla="*/ 44 w 717"/>
                      <a:gd name="T59" fmla="*/ 186 h 756"/>
                      <a:gd name="T60" fmla="*/ 45 w 717"/>
                      <a:gd name="T61" fmla="*/ 231 h 756"/>
                      <a:gd name="T62" fmla="*/ 48 w 717"/>
                      <a:gd name="T63" fmla="*/ 148 h 756"/>
                      <a:gd name="T64" fmla="*/ 48 w 717"/>
                      <a:gd name="T65" fmla="*/ 301 h 756"/>
                      <a:gd name="T66" fmla="*/ 48 w 717"/>
                      <a:gd name="T67" fmla="*/ 730 h 756"/>
                      <a:gd name="T68" fmla="*/ 54 w 717"/>
                      <a:gd name="T69" fmla="*/ 0 h 756"/>
                      <a:gd name="T70" fmla="*/ 54 w 717"/>
                      <a:gd name="T71" fmla="*/ 250 h 756"/>
                      <a:gd name="T72" fmla="*/ 55 w 717"/>
                      <a:gd name="T73" fmla="*/ 333 h 756"/>
                      <a:gd name="T74" fmla="*/ 57 w 717"/>
                      <a:gd name="T75" fmla="*/ 192 h 756"/>
                      <a:gd name="T76" fmla="*/ 59 w 717"/>
                      <a:gd name="T77" fmla="*/ 340 h 756"/>
                      <a:gd name="T78" fmla="*/ 58 w 717"/>
                      <a:gd name="T79" fmla="*/ 429 h 756"/>
                      <a:gd name="T80" fmla="*/ 60 w 717"/>
                      <a:gd name="T81" fmla="*/ 461 h 756"/>
                      <a:gd name="T82" fmla="*/ 0 60000 65536"/>
                      <a:gd name="T83" fmla="*/ 0 60000 65536"/>
                      <a:gd name="T84" fmla="*/ 0 60000 65536"/>
                      <a:gd name="T85" fmla="*/ 0 60000 65536"/>
                      <a:gd name="T86" fmla="*/ 0 60000 65536"/>
                      <a:gd name="T87" fmla="*/ 0 60000 65536"/>
                      <a:gd name="T88" fmla="*/ 0 60000 65536"/>
                      <a:gd name="T89" fmla="*/ 0 60000 65536"/>
                      <a:gd name="T90" fmla="*/ 0 60000 65536"/>
                      <a:gd name="T91" fmla="*/ 0 60000 65536"/>
                      <a:gd name="T92" fmla="*/ 0 60000 65536"/>
                      <a:gd name="T93" fmla="*/ 0 60000 65536"/>
                      <a:gd name="T94" fmla="*/ 0 60000 65536"/>
                      <a:gd name="T95" fmla="*/ 0 60000 65536"/>
                      <a:gd name="T96" fmla="*/ 0 60000 65536"/>
                      <a:gd name="T97" fmla="*/ 0 60000 65536"/>
                      <a:gd name="T98" fmla="*/ 0 60000 65536"/>
                      <a:gd name="T99" fmla="*/ 0 60000 65536"/>
                      <a:gd name="T100" fmla="*/ 0 60000 65536"/>
                      <a:gd name="T101" fmla="*/ 0 60000 65536"/>
                      <a:gd name="T102" fmla="*/ 0 60000 65536"/>
                      <a:gd name="T103" fmla="*/ 0 60000 65536"/>
                      <a:gd name="T104" fmla="*/ 0 60000 65536"/>
                      <a:gd name="T105" fmla="*/ 0 60000 65536"/>
                      <a:gd name="T106" fmla="*/ 0 60000 65536"/>
                      <a:gd name="T107" fmla="*/ 0 60000 65536"/>
                      <a:gd name="T108" fmla="*/ 0 60000 65536"/>
                      <a:gd name="T109" fmla="*/ 0 60000 65536"/>
                      <a:gd name="T110" fmla="*/ 0 60000 65536"/>
                      <a:gd name="T111" fmla="*/ 0 60000 65536"/>
                      <a:gd name="T112" fmla="*/ 0 60000 65536"/>
                      <a:gd name="T113" fmla="*/ 0 60000 65536"/>
                      <a:gd name="T114" fmla="*/ 0 60000 65536"/>
                      <a:gd name="T115" fmla="*/ 0 60000 65536"/>
                      <a:gd name="T116" fmla="*/ 0 60000 65536"/>
                      <a:gd name="T117" fmla="*/ 0 60000 65536"/>
                      <a:gd name="T118" fmla="*/ 0 60000 65536"/>
                      <a:gd name="T119" fmla="*/ 0 60000 65536"/>
                      <a:gd name="T120" fmla="*/ 0 60000 65536"/>
                      <a:gd name="T121" fmla="*/ 0 60000 65536"/>
                      <a:gd name="T122" fmla="*/ 0 60000 65536"/>
                      <a:gd name="T123" fmla="*/ 0 w 717"/>
                      <a:gd name="T124" fmla="*/ 0 h 756"/>
                      <a:gd name="T125" fmla="*/ 717 w 717"/>
                      <a:gd name="T126" fmla="*/ 756 h 756"/>
                    </a:gdLst>
                    <a:ahLst/>
                    <a:cxnLst>
                      <a:cxn ang="T82">
                        <a:pos x="T0" y="T1"/>
                      </a:cxn>
                      <a:cxn ang="T83">
                        <a:pos x="T2" y="T3"/>
                      </a:cxn>
                      <a:cxn ang="T84">
                        <a:pos x="T4" y="T5"/>
                      </a:cxn>
                      <a:cxn ang="T85">
                        <a:pos x="T6" y="T7"/>
                      </a:cxn>
                      <a:cxn ang="T86">
                        <a:pos x="T8" y="T9"/>
                      </a:cxn>
                      <a:cxn ang="T87">
                        <a:pos x="T10" y="T11"/>
                      </a:cxn>
                      <a:cxn ang="T88">
                        <a:pos x="T12" y="T13"/>
                      </a:cxn>
                      <a:cxn ang="T89">
                        <a:pos x="T14" y="T15"/>
                      </a:cxn>
                      <a:cxn ang="T90">
                        <a:pos x="T16" y="T17"/>
                      </a:cxn>
                      <a:cxn ang="T91">
                        <a:pos x="T18" y="T19"/>
                      </a:cxn>
                      <a:cxn ang="T92">
                        <a:pos x="T20" y="T21"/>
                      </a:cxn>
                      <a:cxn ang="T93">
                        <a:pos x="T22" y="T23"/>
                      </a:cxn>
                      <a:cxn ang="T94">
                        <a:pos x="T24" y="T25"/>
                      </a:cxn>
                      <a:cxn ang="T95">
                        <a:pos x="T26" y="T27"/>
                      </a:cxn>
                      <a:cxn ang="T96">
                        <a:pos x="T28" y="T29"/>
                      </a:cxn>
                      <a:cxn ang="T97">
                        <a:pos x="T30" y="T31"/>
                      </a:cxn>
                      <a:cxn ang="T98">
                        <a:pos x="T32" y="T33"/>
                      </a:cxn>
                      <a:cxn ang="T99">
                        <a:pos x="T34" y="T35"/>
                      </a:cxn>
                      <a:cxn ang="T100">
                        <a:pos x="T36" y="T37"/>
                      </a:cxn>
                      <a:cxn ang="T101">
                        <a:pos x="T38" y="T39"/>
                      </a:cxn>
                      <a:cxn ang="T102">
                        <a:pos x="T40" y="T41"/>
                      </a:cxn>
                      <a:cxn ang="T103">
                        <a:pos x="T42" y="T43"/>
                      </a:cxn>
                      <a:cxn ang="T104">
                        <a:pos x="T44" y="T45"/>
                      </a:cxn>
                      <a:cxn ang="T105">
                        <a:pos x="T46" y="T47"/>
                      </a:cxn>
                      <a:cxn ang="T106">
                        <a:pos x="T48" y="T49"/>
                      </a:cxn>
                      <a:cxn ang="T107">
                        <a:pos x="T50" y="T51"/>
                      </a:cxn>
                      <a:cxn ang="T108">
                        <a:pos x="T52" y="T53"/>
                      </a:cxn>
                      <a:cxn ang="T109">
                        <a:pos x="T54" y="T55"/>
                      </a:cxn>
                      <a:cxn ang="T110">
                        <a:pos x="T56" y="T57"/>
                      </a:cxn>
                      <a:cxn ang="T111">
                        <a:pos x="T58" y="T59"/>
                      </a:cxn>
                      <a:cxn ang="T112">
                        <a:pos x="T60" y="T61"/>
                      </a:cxn>
                      <a:cxn ang="T113">
                        <a:pos x="T62" y="T63"/>
                      </a:cxn>
                      <a:cxn ang="T114">
                        <a:pos x="T64" y="T65"/>
                      </a:cxn>
                      <a:cxn ang="T115">
                        <a:pos x="T66" y="T67"/>
                      </a:cxn>
                      <a:cxn ang="T116">
                        <a:pos x="T68" y="T69"/>
                      </a:cxn>
                      <a:cxn ang="T117">
                        <a:pos x="T70" y="T71"/>
                      </a:cxn>
                      <a:cxn ang="T118">
                        <a:pos x="T72" y="T73"/>
                      </a:cxn>
                      <a:cxn ang="T119">
                        <a:pos x="T74" y="T75"/>
                      </a:cxn>
                      <a:cxn ang="T120">
                        <a:pos x="T76" y="T77"/>
                      </a:cxn>
                      <a:cxn ang="T121">
                        <a:pos x="T78" y="T79"/>
                      </a:cxn>
                      <a:cxn ang="T122">
                        <a:pos x="T80" y="T81"/>
                      </a:cxn>
                    </a:cxnLst>
                    <a:rect l="T123" t="T124" r="T125" b="T126"/>
                    <a:pathLst>
                      <a:path w="717" h="756">
                        <a:moveTo>
                          <a:pt x="0" y="756"/>
                        </a:moveTo>
                        <a:lnTo>
                          <a:pt x="52" y="167"/>
                        </a:lnTo>
                        <a:lnTo>
                          <a:pt x="64" y="384"/>
                        </a:lnTo>
                        <a:lnTo>
                          <a:pt x="90" y="103"/>
                        </a:lnTo>
                        <a:lnTo>
                          <a:pt x="116" y="519"/>
                        </a:lnTo>
                        <a:lnTo>
                          <a:pt x="135" y="487"/>
                        </a:lnTo>
                        <a:lnTo>
                          <a:pt x="135" y="359"/>
                        </a:lnTo>
                        <a:lnTo>
                          <a:pt x="167" y="71"/>
                        </a:lnTo>
                        <a:lnTo>
                          <a:pt x="192" y="244"/>
                        </a:lnTo>
                        <a:lnTo>
                          <a:pt x="205" y="96"/>
                        </a:lnTo>
                        <a:lnTo>
                          <a:pt x="218" y="615"/>
                        </a:lnTo>
                        <a:lnTo>
                          <a:pt x="244" y="397"/>
                        </a:lnTo>
                        <a:lnTo>
                          <a:pt x="282" y="519"/>
                        </a:lnTo>
                        <a:lnTo>
                          <a:pt x="308" y="308"/>
                        </a:lnTo>
                        <a:lnTo>
                          <a:pt x="333" y="442"/>
                        </a:lnTo>
                        <a:lnTo>
                          <a:pt x="346" y="352"/>
                        </a:lnTo>
                        <a:lnTo>
                          <a:pt x="365" y="384"/>
                        </a:lnTo>
                        <a:lnTo>
                          <a:pt x="378" y="135"/>
                        </a:lnTo>
                        <a:lnTo>
                          <a:pt x="391" y="301"/>
                        </a:lnTo>
                        <a:lnTo>
                          <a:pt x="384" y="519"/>
                        </a:lnTo>
                        <a:lnTo>
                          <a:pt x="404" y="679"/>
                        </a:lnTo>
                        <a:lnTo>
                          <a:pt x="429" y="628"/>
                        </a:lnTo>
                        <a:lnTo>
                          <a:pt x="442" y="480"/>
                        </a:lnTo>
                        <a:lnTo>
                          <a:pt x="455" y="391"/>
                        </a:lnTo>
                        <a:lnTo>
                          <a:pt x="436" y="506"/>
                        </a:lnTo>
                        <a:lnTo>
                          <a:pt x="461" y="352"/>
                        </a:lnTo>
                        <a:lnTo>
                          <a:pt x="474" y="455"/>
                        </a:lnTo>
                        <a:lnTo>
                          <a:pt x="493" y="519"/>
                        </a:lnTo>
                        <a:lnTo>
                          <a:pt x="512" y="410"/>
                        </a:lnTo>
                        <a:lnTo>
                          <a:pt x="532" y="186"/>
                        </a:lnTo>
                        <a:lnTo>
                          <a:pt x="544" y="231"/>
                        </a:lnTo>
                        <a:lnTo>
                          <a:pt x="570" y="148"/>
                        </a:lnTo>
                        <a:lnTo>
                          <a:pt x="576" y="301"/>
                        </a:lnTo>
                        <a:lnTo>
                          <a:pt x="576" y="730"/>
                        </a:lnTo>
                        <a:lnTo>
                          <a:pt x="647" y="0"/>
                        </a:lnTo>
                        <a:lnTo>
                          <a:pt x="647" y="250"/>
                        </a:lnTo>
                        <a:lnTo>
                          <a:pt x="660" y="333"/>
                        </a:lnTo>
                        <a:lnTo>
                          <a:pt x="685" y="192"/>
                        </a:lnTo>
                        <a:lnTo>
                          <a:pt x="711" y="340"/>
                        </a:lnTo>
                        <a:lnTo>
                          <a:pt x="698" y="429"/>
                        </a:lnTo>
                        <a:lnTo>
                          <a:pt x="717" y="461"/>
                        </a:lnTo>
                      </a:path>
                    </a:pathLst>
                  </a:custGeom>
                  <a:noFill/>
                  <a:ln w="9525">
                    <a:solidFill>
                      <a:srgbClr val="FF0000"/>
                    </a:solidFill>
                    <a:round/>
                    <a:headEnd/>
                    <a:tailEnd/>
                  </a:ln>
                </p:spPr>
                <p:txBody>
                  <a:bodyPr/>
                  <a:lstStyle/>
                  <a:p>
                    <a:endParaRPr lang="en-GB" sz="1600"/>
                  </a:p>
                </p:txBody>
              </p:sp>
              <p:sp>
                <p:nvSpPr>
                  <p:cNvPr id="14671" name="Freeform 102"/>
                  <p:cNvSpPr>
                    <a:spLocks/>
                  </p:cNvSpPr>
                  <p:nvPr/>
                </p:nvSpPr>
                <p:spPr bwMode="auto">
                  <a:xfrm flipV="1">
                    <a:off x="4385" y="1138"/>
                    <a:ext cx="313" cy="756"/>
                  </a:xfrm>
                  <a:custGeom>
                    <a:avLst/>
                    <a:gdLst>
                      <a:gd name="T0" fmla="*/ 0 w 717"/>
                      <a:gd name="T1" fmla="*/ 756 h 756"/>
                      <a:gd name="T2" fmla="*/ 4 w 717"/>
                      <a:gd name="T3" fmla="*/ 167 h 756"/>
                      <a:gd name="T4" fmla="*/ 5 w 717"/>
                      <a:gd name="T5" fmla="*/ 384 h 756"/>
                      <a:gd name="T6" fmla="*/ 7 w 717"/>
                      <a:gd name="T7" fmla="*/ 103 h 756"/>
                      <a:gd name="T8" fmla="*/ 10 w 717"/>
                      <a:gd name="T9" fmla="*/ 519 h 756"/>
                      <a:gd name="T10" fmla="*/ 11 w 717"/>
                      <a:gd name="T11" fmla="*/ 487 h 756"/>
                      <a:gd name="T12" fmla="*/ 11 w 717"/>
                      <a:gd name="T13" fmla="*/ 359 h 756"/>
                      <a:gd name="T14" fmla="*/ 14 w 717"/>
                      <a:gd name="T15" fmla="*/ 71 h 756"/>
                      <a:gd name="T16" fmla="*/ 16 w 717"/>
                      <a:gd name="T17" fmla="*/ 244 h 756"/>
                      <a:gd name="T18" fmla="*/ 17 w 717"/>
                      <a:gd name="T19" fmla="*/ 96 h 756"/>
                      <a:gd name="T20" fmla="*/ 18 w 717"/>
                      <a:gd name="T21" fmla="*/ 615 h 756"/>
                      <a:gd name="T22" fmla="*/ 21 w 717"/>
                      <a:gd name="T23" fmla="*/ 397 h 756"/>
                      <a:gd name="T24" fmla="*/ 24 w 717"/>
                      <a:gd name="T25" fmla="*/ 519 h 756"/>
                      <a:gd name="T26" fmla="*/ 25 w 717"/>
                      <a:gd name="T27" fmla="*/ 308 h 756"/>
                      <a:gd name="T28" fmla="*/ 28 w 717"/>
                      <a:gd name="T29" fmla="*/ 442 h 756"/>
                      <a:gd name="T30" fmla="*/ 29 w 717"/>
                      <a:gd name="T31" fmla="*/ 352 h 756"/>
                      <a:gd name="T32" fmla="*/ 30 w 717"/>
                      <a:gd name="T33" fmla="*/ 384 h 756"/>
                      <a:gd name="T34" fmla="*/ 31 w 717"/>
                      <a:gd name="T35" fmla="*/ 135 h 756"/>
                      <a:gd name="T36" fmla="*/ 33 w 717"/>
                      <a:gd name="T37" fmla="*/ 301 h 756"/>
                      <a:gd name="T38" fmla="*/ 32 w 717"/>
                      <a:gd name="T39" fmla="*/ 519 h 756"/>
                      <a:gd name="T40" fmla="*/ 34 w 717"/>
                      <a:gd name="T41" fmla="*/ 679 h 756"/>
                      <a:gd name="T42" fmla="*/ 36 w 717"/>
                      <a:gd name="T43" fmla="*/ 628 h 756"/>
                      <a:gd name="T44" fmla="*/ 37 w 717"/>
                      <a:gd name="T45" fmla="*/ 480 h 756"/>
                      <a:gd name="T46" fmla="*/ 38 w 717"/>
                      <a:gd name="T47" fmla="*/ 391 h 756"/>
                      <a:gd name="T48" fmla="*/ 36 w 717"/>
                      <a:gd name="T49" fmla="*/ 506 h 756"/>
                      <a:gd name="T50" fmla="*/ 38 w 717"/>
                      <a:gd name="T51" fmla="*/ 352 h 756"/>
                      <a:gd name="T52" fmla="*/ 39 w 717"/>
                      <a:gd name="T53" fmla="*/ 455 h 756"/>
                      <a:gd name="T54" fmla="*/ 41 w 717"/>
                      <a:gd name="T55" fmla="*/ 519 h 756"/>
                      <a:gd name="T56" fmla="*/ 43 w 717"/>
                      <a:gd name="T57" fmla="*/ 410 h 756"/>
                      <a:gd name="T58" fmla="*/ 44 w 717"/>
                      <a:gd name="T59" fmla="*/ 186 h 756"/>
                      <a:gd name="T60" fmla="*/ 45 w 717"/>
                      <a:gd name="T61" fmla="*/ 231 h 756"/>
                      <a:gd name="T62" fmla="*/ 48 w 717"/>
                      <a:gd name="T63" fmla="*/ 148 h 756"/>
                      <a:gd name="T64" fmla="*/ 48 w 717"/>
                      <a:gd name="T65" fmla="*/ 301 h 756"/>
                      <a:gd name="T66" fmla="*/ 48 w 717"/>
                      <a:gd name="T67" fmla="*/ 730 h 756"/>
                      <a:gd name="T68" fmla="*/ 54 w 717"/>
                      <a:gd name="T69" fmla="*/ 0 h 756"/>
                      <a:gd name="T70" fmla="*/ 54 w 717"/>
                      <a:gd name="T71" fmla="*/ 250 h 756"/>
                      <a:gd name="T72" fmla="*/ 55 w 717"/>
                      <a:gd name="T73" fmla="*/ 333 h 756"/>
                      <a:gd name="T74" fmla="*/ 57 w 717"/>
                      <a:gd name="T75" fmla="*/ 192 h 756"/>
                      <a:gd name="T76" fmla="*/ 59 w 717"/>
                      <a:gd name="T77" fmla="*/ 340 h 756"/>
                      <a:gd name="T78" fmla="*/ 58 w 717"/>
                      <a:gd name="T79" fmla="*/ 429 h 756"/>
                      <a:gd name="T80" fmla="*/ 60 w 717"/>
                      <a:gd name="T81" fmla="*/ 461 h 756"/>
                      <a:gd name="T82" fmla="*/ 0 60000 65536"/>
                      <a:gd name="T83" fmla="*/ 0 60000 65536"/>
                      <a:gd name="T84" fmla="*/ 0 60000 65536"/>
                      <a:gd name="T85" fmla="*/ 0 60000 65536"/>
                      <a:gd name="T86" fmla="*/ 0 60000 65536"/>
                      <a:gd name="T87" fmla="*/ 0 60000 65536"/>
                      <a:gd name="T88" fmla="*/ 0 60000 65536"/>
                      <a:gd name="T89" fmla="*/ 0 60000 65536"/>
                      <a:gd name="T90" fmla="*/ 0 60000 65536"/>
                      <a:gd name="T91" fmla="*/ 0 60000 65536"/>
                      <a:gd name="T92" fmla="*/ 0 60000 65536"/>
                      <a:gd name="T93" fmla="*/ 0 60000 65536"/>
                      <a:gd name="T94" fmla="*/ 0 60000 65536"/>
                      <a:gd name="T95" fmla="*/ 0 60000 65536"/>
                      <a:gd name="T96" fmla="*/ 0 60000 65536"/>
                      <a:gd name="T97" fmla="*/ 0 60000 65536"/>
                      <a:gd name="T98" fmla="*/ 0 60000 65536"/>
                      <a:gd name="T99" fmla="*/ 0 60000 65536"/>
                      <a:gd name="T100" fmla="*/ 0 60000 65536"/>
                      <a:gd name="T101" fmla="*/ 0 60000 65536"/>
                      <a:gd name="T102" fmla="*/ 0 60000 65536"/>
                      <a:gd name="T103" fmla="*/ 0 60000 65536"/>
                      <a:gd name="T104" fmla="*/ 0 60000 65536"/>
                      <a:gd name="T105" fmla="*/ 0 60000 65536"/>
                      <a:gd name="T106" fmla="*/ 0 60000 65536"/>
                      <a:gd name="T107" fmla="*/ 0 60000 65536"/>
                      <a:gd name="T108" fmla="*/ 0 60000 65536"/>
                      <a:gd name="T109" fmla="*/ 0 60000 65536"/>
                      <a:gd name="T110" fmla="*/ 0 60000 65536"/>
                      <a:gd name="T111" fmla="*/ 0 60000 65536"/>
                      <a:gd name="T112" fmla="*/ 0 60000 65536"/>
                      <a:gd name="T113" fmla="*/ 0 60000 65536"/>
                      <a:gd name="T114" fmla="*/ 0 60000 65536"/>
                      <a:gd name="T115" fmla="*/ 0 60000 65536"/>
                      <a:gd name="T116" fmla="*/ 0 60000 65536"/>
                      <a:gd name="T117" fmla="*/ 0 60000 65536"/>
                      <a:gd name="T118" fmla="*/ 0 60000 65536"/>
                      <a:gd name="T119" fmla="*/ 0 60000 65536"/>
                      <a:gd name="T120" fmla="*/ 0 60000 65536"/>
                      <a:gd name="T121" fmla="*/ 0 60000 65536"/>
                      <a:gd name="T122" fmla="*/ 0 60000 65536"/>
                      <a:gd name="T123" fmla="*/ 0 w 717"/>
                      <a:gd name="T124" fmla="*/ 0 h 756"/>
                      <a:gd name="T125" fmla="*/ 717 w 717"/>
                      <a:gd name="T126" fmla="*/ 756 h 756"/>
                    </a:gdLst>
                    <a:ahLst/>
                    <a:cxnLst>
                      <a:cxn ang="T82">
                        <a:pos x="T0" y="T1"/>
                      </a:cxn>
                      <a:cxn ang="T83">
                        <a:pos x="T2" y="T3"/>
                      </a:cxn>
                      <a:cxn ang="T84">
                        <a:pos x="T4" y="T5"/>
                      </a:cxn>
                      <a:cxn ang="T85">
                        <a:pos x="T6" y="T7"/>
                      </a:cxn>
                      <a:cxn ang="T86">
                        <a:pos x="T8" y="T9"/>
                      </a:cxn>
                      <a:cxn ang="T87">
                        <a:pos x="T10" y="T11"/>
                      </a:cxn>
                      <a:cxn ang="T88">
                        <a:pos x="T12" y="T13"/>
                      </a:cxn>
                      <a:cxn ang="T89">
                        <a:pos x="T14" y="T15"/>
                      </a:cxn>
                      <a:cxn ang="T90">
                        <a:pos x="T16" y="T17"/>
                      </a:cxn>
                      <a:cxn ang="T91">
                        <a:pos x="T18" y="T19"/>
                      </a:cxn>
                      <a:cxn ang="T92">
                        <a:pos x="T20" y="T21"/>
                      </a:cxn>
                      <a:cxn ang="T93">
                        <a:pos x="T22" y="T23"/>
                      </a:cxn>
                      <a:cxn ang="T94">
                        <a:pos x="T24" y="T25"/>
                      </a:cxn>
                      <a:cxn ang="T95">
                        <a:pos x="T26" y="T27"/>
                      </a:cxn>
                      <a:cxn ang="T96">
                        <a:pos x="T28" y="T29"/>
                      </a:cxn>
                      <a:cxn ang="T97">
                        <a:pos x="T30" y="T31"/>
                      </a:cxn>
                      <a:cxn ang="T98">
                        <a:pos x="T32" y="T33"/>
                      </a:cxn>
                      <a:cxn ang="T99">
                        <a:pos x="T34" y="T35"/>
                      </a:cxn>
                      <a:cxn ang="T100">
                        <a:pos x="T36" y="T37"/>
                      </a:cxn>
                      <a:cxn ang="T101">
                        <a:pos x="T38" y="T39"/>
                      </a:cxn>
                      <a:cxn ang="T102">
                        <a:pos x="T40" y="T41"/>
                      </a:cxn>
                      <a:cxn ang="T103">
                        <a:pos x="T42" y="T43"/>
                      </a:cxn>
                      <a:cxn ang="T104">
                        <a:pos x="T44" y="T45"/>
                      </a:cxn>
                      <a:cxn ang="T105">
                        <a:pos x="T46" y="T47"/>
                      </a:cxn>
                      <a:cxn ang="T106">
                        <a:pos x="T48" y="T49"/>
                      </a:cxn>
                      <a:cxn ang="T107">
                        <a:pos x="T50" y="T51"/>
                      </a:cxn>
                      <a:cxn ang="T108">
                        <a:pos x="T52" y="T53"/>
                      </a:cxn>
                      <a:cxn ang="T109">
                        <a:pos x="T54" y="T55"/>
                      </a:cxn>
                      <a:cxn ang="T110">
                        <a:pos x="T56" y="T57"/>
                      </a:cxn>
                      <a:cxn ang="T111">
                        <a:pos x="T58" y="T59"/>
                      </a:cxn>
                      <a:cxn ang="T112">
                        <a:pos x="T60" y="T61"/>
                      </a:cxn>
                      <a:cxn ang="T113">
                        <a:pos x="T62" y="T63"/>
                      </a:cxn>
                      <a:cxn ang="T114">
                        <a:pos x="T64" y="T65"/>
                      </a:cxn>
                      <a:cxn ang="T115">
                        <a:pos x="T66" y="T67"/>
                      </a:cxn>
                      <a:cxn ang="T116">
                        <a:pos x="T68" y="T69"/>
                      </a:cxn>
                      <a:cxn ang="T117">
                        <a:pos x="T70" y="T71"/>
                      </a:cxn>
                      <a:cxn ang="T118">
                        <a:pos x="T72" y="T73"/>
                      </a:cxn>
                      <a:cxn ang="T119">
                        <a:pos x="T74" y="T75"/>
                      </a:cxn>
                      <a:cxn ang="T120">
                        <a:pos x="T76" y="T77"/>
                      </a:cxn>
                      <a:cxn ang="T121">
                        <a:pos x="T78" y="T79"/>
                      </a:cxn>
                      <a:cxn ang="T122">
                        <a:pos x="T80" y="T81"/>
                      </a:cxn>
                    </a:cxnLst>
                    <a:rect l="T123" t="T124" r="T125" b="T126"/>
                    <a:pathLst>
                      <a:path w="717" h="756">
                        <a:moveTo>
                          <a:pt x="0" y="756"/>
                        </a:moveTo>
                        <a:lnTo>
                          <a:pt x="52" y="167"/>
                        </a:lnTo>
                        <a:lnTo>
                          <a:pt x="64" y="384"/>
                        </a:lnTo>
                        <a:lnTo>
                          <a:pt x="90" y="103"/>
                        </a:lnTo>
                        <a:lnTo>
                          <a:pt x="116" y="519"/>
                        </a:lnTo>
                        <a:lnTo>
                          <a:pt x="135" y="487"/>
                        </a:lnTo>
                        <a:lnTo>
                          <a:pt x="135" y="359"/>
                        </a:lnTo>
                        <a:lnTo>
                          <a:pt x="167" y="71"/>
                        </a:lnTo>
                        <a:lnTo>
                          <a:pt x="192" y="244"/>
                        </a:lnTo>
                        <a:lnTo>
                          <a:pt x="205" y="96"/>
                        </a:lnTo>
                        <a:lnTo>
                          <a:pt x="218" y="615"/>
                        </a:lnTo>
                        <a:lnTo>
                          <a:pt x="244" y="397"/>
                        </a:lnTo>
                        <a:lnTo>
                          <a:pt x="282" y="519"/>
                        </a:lnTo>
                        <a:lnTo>
                          <a:pt x="308" y="308"/>
                        </a:lnTo>
                        <a:lnTo>
                          <a:pt x="333" y="442"/>
                        </a:lnTo>
                        <a:lnTo>
                          <a:pt x="346" y="352"/>
                        </a:lnTo>
                        <a:lnTo>
                          <a:pt x="365" y="384"/>
                        </a:lnTo>
                        <a:lnTo>
                          <a:pt x="378" y="135"/>
                        </a:lnTo>
                        <a:lnTo>
                          <a:pt x="391" y="301"/>
                        </a:lnTo>
                        <a:lnTo>
                          <a:pt x="384" y="519"/>
                        </a:lnTo>
                        <a:lnTo>
                          <a:pt x="404" y="679"/>
                        </a:lnTo>
                        <a:lnTo>
                          <a:pt x="429" y="628"/>
                        </a:lnTo>
                        <a:lnTo>
                          <a:pt x="442" y="480"/>
                        </a:lnTo>
                        <a:lnTo>
                          <a:pt x="455" y="391"/>
                        </a:lnTo>
                        <a:lnTo>
                          <a:pt x="436" y="506"/>
                        </a:lnTo>
                        <a:lnTo>
                          <a:pt x="461" y="352"/>
                        </a:lnTo>
                        <a:lnTo>
                          <a:pt x="474" y="455"/>
                        </a:lnTo>
                        <a:lnTo>
                          <a:pt x="493" y="519"/>
                        </a:lnTo>
                        <a:lnTo>
                          <a:pt x="512" y="410"/>
                        </a:lnTo>
                        <a:lnTo>
                          <a:pt x="532" y="186"/>
                        </a:lnTo>
                        <a:lnTo>
                          <a:pt x="544" y="231"/>
                        </a:lnTo>
                        <a:lnTo>
                          <a:pt x="570" y="148"/>
                        </a:lnTo>
                        <a:lnTo>
                          <a:pt x="576" y="301"/>
                        </a:lnTo>
                        <a:lnTo>
                          <a:pt x="576" y="730"/>
                        </a:lnTo>
                        <a:lnTo>
                          <a:pt x="647" y="0"/>
                        </a:lnTo>
                        <a:lnTo>
                          <a:pt x="647" y="250"/>
                        </a:lnTo>
                        <a:lnTo>
                          <a:pt x="660" y="333"/>
                        </a:lnTo>
                        <a:lnTo>
                          <a:pt x="685" y="192"/>
                        </a:lnTo>
                        <a:lnTo>
                          <a:pt x="711" y="340"/>
                        </a:lnTo>
                        <a:lnTo>
                          <a:pt x="698" y="429"/>
                        </a:lnTo>
                        <a:lnTo>
                          <a:pt x="717" y="461"/>
                        </a:lnTo>
                      </a:path>
                    </a:pathLst>
                  </a:custGeom>
                  <a:noFill/>
                  <a:ln w="9525">
                    <a:solidFill>
                      <a:srgbClr val="FF0000"/>
                    </a:solidFill>
                    <a:round/>
                    <a:headEnd/>
                    <a:tailEnd/>
                  </a:ln>
                </p:spPr>
                <p:txBody>
                  <a:bodyPr/>
                  <a:lstStyle/>
                  <a:p>
                    <a:endParaRPr lang="en-GB" sz="1600"/>
                  </a:p>
                </p:txBody>
              </p:sp>
              <p:sp>
                <p:nvSpPr>
                  <p:cNvPr id="14672" name="Freeform 103"/>
                  <p:cNvSpPr>
                    <a:spLocks/>
                  </p:cNvSpPr>
                  <p:nvPr/>
                </p:nvSpPr>
                <p:spPr bwMode="auto">
                  <a:xfrm flipH="1">
                    <a:off x="4698" y="1100"/>
                    <a:ext cx="313" cy="756"/>
                  </a:xfrm>
                  <a:custGeom>
                    <a:avLst/>
                    <a:gdLst>
                      <a:gd name="T0" fmla="*/ 0 w 717"/>
                      <a:gd name="T1" fmla="*/ 756 h 756"/>
                      <a:gd name="T2" fmla="*/ 4 w 717"/>
                      <a:gd name="T3" fmla="*/ 167 h 756"/>
                      <a:gd name="T4" fmla="*/ 5 w 717"/>
                      <a:gd name="T5" fmla="*/ 384 h 756"/>
                      <a:gd name="T6" fmla="*/ 7 w 717"/>
                      <a:gd name="T7" fmla="*/ 103 h 756"/>
                      <a:gd name="T8" fmla="*/ 10 w 717"/>
                      <a:gd name="T9" fmla="*/ 519 h 756"/>
                      <a:gd name="T10" fmla="*/ 11 w 717"/>
                      <a:gd name="T11" fmla="*/ 487 h 756"/>
                      <a:gd name="T12" fmla="*/ 11 w 717"/>
                      <a:gd name="T13" fmla="*/ 359 h 756"/>
                      <a:gd name="T14" fmla="*/ 14 w 717"/>
                      <a:gd name="T15" fmla="*/ 71 h 756"/>
                      <a:gd name="T16" fmla="*/ 16 w 717"/>
                      <a:gd name="T17" fmla="*/ 244 h 756"/>
                      <a:gd name="T18" fmla="*/ 17 w 717"/>
                      <a:gd name="T19" fmla="*/ 96 h 756"/>
                      <a:gd name="T20" fmla="*/ 18 w 717"/>
                      <a:gd name="T21" fmla="*/ 615 h 756"/>
                      <a:gd name="T22" fmla="*/ 21 w 717"/>
                      <a:gd name="T23" fmla="*/ 397 h 756"/>
                      <a:gd name="T24" fmla="*/ 24 w 717"/>
                      <a:gd name="T25" fmla="*/ 519 h 756"/>
                      <a:gd name="T26" fmla="*/ 25 w 717"/>
                      <a:gd name="T27" fmla="*/ 308 h 756"/>
                      <a:gd name="T28" fmla="*/ 28 w 717"/>
                      <a:gd name="T29" fmla="*/ 442 h 756"/>
                      <a:gd name="T30" fmla="*/ 29 w 717"/>
                      <a:gd name="T31" fmla="*/ 352 h 756"/>
                      <a:gd name="T32" fmla="*/ 30 w 717"/>
                      <a:gd name="T33" fmla="*/ 384 h 756"/>
                      <a:gd name="T34" fmla="*/ 31 w 717"/>
                      <a:gd name="T35" fmla="*/ 135 h 756"/>
                      <a:gd name="T36" fmla="*/ 33 w 717"/>
                      <a:gd name="T37" fmla="*/ 301 h 756"/>
                      <a:gd name="T38" fmla="*/ 32 w 717"/>
                      <a:gd name="T39" fmla="*/ 519 h 756"/>
                      <a:gd name="T40" fmla="*/ 34 w 717"/>
                      <a:gd name="T41" fmla="*/ 679 h 756"/>
                      <a:gd name="T42" fmla="*/ 36 w 717"/>
                      <a:gd name="T43" fmla="*/ 628 h 756"/>
                      <a:gd name="T44" fmla="*/ 37 w 717"/>
                      <a:gd name="T45" fmla="*/ 480 h 756"/>
                      <a:gd name="T46" fmla="*/ 38 w 717"/>
                      <a:gd name="T47" fmla="*/ 391 h 756"/>
                      <a:gd name="T48" fmla="*/ 36 w 717"/>
                      <a:gd name="T49" fmla="*/ 506 h 756"/>
                      <a:gd name="T50" fmla="*/ 38 w 717"/>
                      <a:gd name="T51" fmla="*/ 352 h 756"/>
                      <a:gd name="T52" fmla="*/ 39 w 717"/>
                      <a:gd name="T53" fmla="*/ 455 h 756"/>
                      <a:gd name="T54" fmla="*/ 41 w 717"/>
                      <a:gd name="T55" fmla="*/ 519 h 756"/>
                      <a:gd name="T56" fmla="*/ 43 w 717"/>
                      <a:gd name="T57" fmla="*/ 410 h 756"/>
                      <a:gd name="T58" fmla="*/ 44 w 717"/>
                      <a:gd name="T59" fmla="*/ 186 h 756"/>
                      <a:gd name="T60" fmla="*/ 45 w 717"/>
                      <a:gd name="T61" fmla="*/ 231 h 756"/>
                      <a:gd name="T62" fmla="*/ 48 w 717"/>
                      <a:gd name="T63" fmla="*/ 148 h 756"/>
                      <a:gd name="T64" fmla="*/ 48 w 717"/>
                      <a:gd name="T65" fmla="*/ 301 h 756"/>
                      <a:gd name="T66" fmla="*/ 48 w 717"/>
                      <a:gd name="T67" fmla="*/ 730 h 756"/>
                      <a:gd name="T68" fmla="*/ 54 w 717"/>
                      <a:gd name="T69" fmla="*/ 0 h 756"/>
                      <a:gd name="T70" fmla="*/ 54 w 717"/>
                      <a:gd name="T71" fmla="*/ 250 h 756"/>
                      <a:gd name="T72" fmla="*/ 55 w 717"/>
                      <a:gd name="T73" fmla="*/ 333 h 756"/>
                      <a:gd name="T74" fmla="*/ 57 w 717"/>
                      <a:gd name="T75" fmla="*/ 192 h 756"/>
                      <a:gd name="T76" fmla="*/ 59 w 717"/>
                      <a:gd name="T77" fmla="*/ 340 h 756"/>
                      <a:gd name="T78" fmla="*/ 58 w 717"/>
                      <a:gd name="T79" fmla="*/ 429 h 756"/>
                      <a:gd name="T80" fmla="*/ 60 w 717"/>
                      <a:gd name="T81" fmla="*/ 461 h 756"/>
                      <a:gd name="T82" fmla="*/ 0 60000 65536"/>
                      <a:gd name="T83" fmla="*/ 0 60000 65536"/>
                      <a:gd name="T84" fmla="*/ 0 60000 65536"/>
                      <a:gd name="T85" fmla="*/ 0 60000 65536"/>
                      <a:gd name="T86" fmla="*/ 0 60000 65536"/>
                      <a:gd name="T87" fmla="*/ 0 60000 65536"/>
                      <a:gd name="T88" fmla="*/ 0 60000 65536"/>
                      <a:gd name="T89" fmla="*/ 0 60000 65536"/>
                      <a:gd name="T90" fmla="*/ 0 60000 65536"/>
                      <a:gd name="T91" fmla="*/ 0 60000 65536"/>
                      <a:gd name="T92" fmla="*/ 0 60000 65536"/>
                      <a:gd name="T93" fmla="*/ 0 60000 65536"/>
                      <a:gd name="T94" fmla="*/ 0 60000 65536"/>
                      <a:gd name="T95" fmla="*/ 0 60000 65536"/>
                      <a:gd name="T96" fmla="*/ 0 60000 65536"/>
                      <a:gd name="T97" fmla="*/ 0 60000 65536"/>
                      <a:gd name="T98" fmla="*/ 0 60000 65536"/>
                      <a:gd name="T99" fmla="*/ 0 60000 65536"/>
                      <a:gd name="T100" fmla="*/ 0 60000 65536"/>
                      <a:gd name="T101" fmla="*/ 0 60000 65536"/>
                      <a:gd name="T102" fmla="*/ 0 60000 65536"/>
                      <a:gd name="T103" fmla="*/ 0 60000 65536"/>
                      <a:gd name="T104" fmla="*/ 0 60000 65536"/>
                      <a:gd name="T105" fmla="*/ 0 60000 65536"/>
                      <a:gd name="T106" fmla="*/ 0 60000 65536"/>
                      <a:gd name="T107" fmla="*/ 0 60000 65536"/>
                      <a:gd name="T108" fmla="*/ 0 60000 65536"/>
                      <a:gd name="T109" fmla="*/ 0 60000 65536"/>
                      <a:gd name="T110" fmla="*/ 0 60000 65536"/>
                      <a:gd name="T111" fmla="*/ 0 60000 65536"/>
                      <a:gd name="T112" fmla="*/ 0 60000 65536"/>
                      <a:gd name="T113" fmla="*/ 0 60000 65536"/>
                      <a:gd name="T114" fmla="*/ 0 60000 65536"/>
                      <a:gd name="T115" fmla="*/ 0 60000 65536"/>
                      <a:gd name="T116" fmla="*/ 0 60000 65536"/>
                      <a:gd name="T117" fmla="*/ 0 60000 65536"/>
                      <a:gd name="T118" fmla="*/ 0 60000 65536"/>
                      <a:gd name="T119" fmla="*/ 0 60000 65536"/>
                      <a:gd name="T120" fmla="*/ 0 60000 65536"/>
                      <a:gd name="T121" fmla="*/ 0 60000 65536"/>
                      <a:gd name="T122" fmla="*/ 0 60000 65536"/>
                      <a:gd name="T123" fmla="*/ 0 w 717"/>
                      <a:gd name="T124" fmla="*/ 0 h 756"/>
                      <a:gd name="T125" fmla="*/ 717 w 717"/>
                      <a:gd name="T126" fmla="*/ 756 h 756"/>
                    </a:gdLst>
                    <a:ahLst/>
                    <a:cxnLst>
                      <a:cxn ang="T82">
                        <a:pos x="T0" y="T1"/>
                      </a:cxn>
                      <a:cxn ang="T83">
                        <a:pos x="T2" y="T3"/>
                      </a:cxn>
                      <a:cxn ang="T84">
                        <a:pos x="T4" y="T5"/>
                      </a:cxn>
                      <a:cxn ang="T85">
                        <a:pos x="T6" y="T7"/>
                      </a:cxn>
                      <a:cxn ang="T86">
                        <a:pos x="T8" y="T9"/>
                      </a:cxn>
                      <a:cxn ang="T87">
                        <a:pos x="T10" y="T11"/>
                      </a:cxn>
                      <a:cxn ang="T88">
                        <a:pos x="T12" y="T13"/>
                      </a:cxn>
                      <a:cxn ang="T89">
                        <a:pos x="T14" y="T15"/>
                      </a:cxn>
                      <a:cxn ang="T90">
                        <a:pos x="T16" y="T17"/>
                      </a:cxn>
                      <a:cxn ang="T91">
                        <a:pos x="T18" y="T19"/>
                      </a:cxn>
                      <a:cxn ang="T92">
                        <a:pos x="T20" y="T21"/>
                      </a:cxn>
                      <a:cxn ang="T93">
                        <a:pos x="T22" y="T23"/>
                      </a:cxn>
                      <a:cxn ang="T94">
                        <a:pos x="T24" y="T25"/>
                      </a:cxn>
                      <a:cxn ang="T95">
                        <a:pos x="T26" y="T27"/>
                      </a:cxn>
                      <a:cxn ang="T96">
                        <a:pos x="T28" y="T29"/>
                      </a:cxn>
                      <a:cxn ang="T97">
                        <a:pos x="T30" y="T31"/>
                      </a:cxn>
                      <a:cxn ang="T98">
                        <a:pos x="T32" y="T33"/>
                      </a:cxn>
                      <a:cxn ang="T99">
                        <a:pos x="T34" y="T35"/>
                      </a:cxn>
                      <a:cxn ang="T100">
                        <a:pos x="T36" y="T37"/>
                      </a:cxn>
                      <a:cxn ang="T101">
                        <a:pos x="T38" y="T39"/>
                      </a:cxn>
                      <a:cxn ang="T102">
                        <a:pos x="T40" y="T41"/>
                      </a:cxn>
                      <a:cxn ang="T103">
                        <a:pos x="T42" y="T43"/>
                      </a:cxn>
                      <a:cxn ang="T104">
                        <a:pos x="T44" y="T45"/>
                      </a:cxn>
                      <a:cxn ang="T105">
                        <a:pos x="T46" y="T47"/>
                      </a:cxn>
                      <a:cxn ang="T106">
                        <a:pos x="T48" y="T49"/>
                      </a:cxn>
                      <a:cxn ang="T107">
                        <a:pos x="T50" y="T51"/>
                      </a:cxn>
                      <a:cxn ang="T108">
                        <a:pos x="T52" y="T53"/>
                      </a:cxn>
                      <a:cxn ang="T109">
                        <a:pos x="T54" y="T55"/>
                      </a:cxn>
                      <a:cxn ang="T110">
                        <a:pos x="T56" y="T57"/>
                      </a:cxn>
                      <a:cxn ang="T111">
                        <a:pos x="T58" y="T59"/>
                      </a:cxn>
                      <a:cxn ang="T112">
                        <a:pos x="T60" y="T61"/>
                      </a:cxn>
                      <a:cxn ang="T113">
                        <a:pos x="T62" y="T63"/>
                      </a:cxn>
                      <a:cxn ang="T114">
                        <a:pos x="T64" y="T65"/>
                      </a:cxn>
                      <a:cxn ang="T115">
                        <a:pos x="T66" y="T67"/>
                      </a:cxn>
                      <a:cxn ang="T116">
                        <a:pos x="T68" y="T69"/>
                      </a:cxn>
                      <a:cxn ang="T117">
                        <a:pos x="T70" y="T71"/>
                      </a:cxn>
                      <a:cxn ang="T118">
                        <a:pos x="T72" y="T73"/>
                      </a:cxn>
                      <a:cxn ang="T119">
                        <a:pos x="T74" y="T75"/>
                      </a:cxn>
                      <a:cxn ang="T120">
                        <a:pos x="T76" y="T77"/>
                      </a:cxn>
                      <a:cxn ang="T121">
                        <a:pos x="T78" y="T79"/>
                      </a:cxn>
                      <a:cxn ang="T122">
                        <a:pos x="T80" y="T81"/>
                      </a:cxn>
                    </a:cxnLst>
                    <a:rect l="T123" t="T124" r="T125" b="T126"/>
                    <a:pathLst>
                      <a:path w="717" h="756">
                        <a:moveTo>
                          <a:pt x="0" y="756"/>
                        </a:moveTo>
                        <a:lnTo>
                          <a:pt x="52" y="167"/>
                        </a:lnTo>
                        <a:lnTo>
                          <a:pt x="64" y="384"/>
                        </a:lnTo>
                        <a:lnTo>
                          <a:pt x="90" y="103"/>
                        </a:lnTo>
                        <a:lnTo>
                          <a:pt x="116" y="519"/>
                        </a:lnTo>
                        <a:lnTo>
                          <a:pt x="135" y="487"/>
                        </a:lnTo>
                        <a:lnTo>
                          <a:pt x="135" y="359"/>
                        </a:lnTo>
                        <a:lnTo>
                          <a:pt x="167" y="71"/>
                        </a:lnTo>
                        <a:lnTo>
                          <a:pt x="192" y="244"/>
                        </a:lnTo>
                        <a:lnTo>
                          <a:pt x="205" y="96"/>
                        </a:lnTo>
                        <a:lnTo>
                          <a:pt x="218" y="615"/>
                        </a:lnTo>
                        <a:lnTo>
                          <a:pt x="244" y="397"/>
                        </a:lnTo>
                        <a:lnTo>
                          <a:pt x="282" y="519"/>
                        </a:lnTo>
                        <a:lnTo>
                          <a:pt x="308" y="308"/>
                        </a:lnTo>
                        <a:lnTo>
                          <a:pt x="333" y="442"/>
                        </a:lnTo>
                        <a:lnTo>
                          <a:pt x="346" y="352"/>
                        </a:lnTo>
                        <a:lnTo>
                          <a:pt x="365" y="384"/>
                        </a:lnTo>
                        <a:lnTo>
                          <a:pt x="378" y="135"/>
                        </a:lnTo>
                        <a:lnTo>
                          <a:pt x="391" y="301"/>
                        </a:lnTo>
                        <a:lnTo>
                          <a:pt x="384" y="519"/>
                        </a:lnTo>
                        <a:lnTo>
                          <a:pt x="404" y="679"/>
                        </a:lnTo>
                        <a:lnTo>
                          <a:pt x="429" y="628"/>
                        </a:lnTo>
                        <a:lnTo>
                          <a:pt x="442" y="480"/>
                        </a:lnTo>
                        <a:lnTo>
                          <a:pt x="455" y="391"/>
                        </a:lnTo>
                        <a:lnTo>
                          <a:pt x="436" y="506"/>
                        </a:lnTo>
                        <a:lnTo>
                          <a:pt x="461" y="352"/>
                        </a:lnTo>
                        <a:lnTo>
                          <a:pt x="474" y="455"/>
                        </a:lnTo>
                        <a:lnTo>
                          <a:pt x="493" y="519"/>
                        </a:lnTo>
                        <a:lnTo>
                          <a:pt x="512" y="410"/>
                        </a:lnTo>
                        <a:lnTo>
                          <a:pt x="532" y="186"/>
                        </a:lnTo>
                        <a:lnTo>
                          <a:pt x="544" y="231"/>
                        </a:lnTo>
                        <a:lnTo>
                          <a:pt x="570" y="148"/>
                        </a:lnTo>
                        <a:lnTo>
                          <a:pt x="576" y="301"/>
                        </a:lnTo>
                        <a:lnTo>
                          <a:pt x="576" y="730"/>
                        </a:lnTo>
                        <a:lnTo>
                          <a:pt x="647" y="0"/>
                        </a:lnTo>
                        <a:lnTo>
                          <a:pt x="647" y="250"/>
                        </a:lnTo>
                        <a:lnTo>
                          <a:pt x="660" y="333"/>
                        </a:lnTo>
                        <a:lnTo>
                          <a:pt x="685" y="192"/>
                        </a:lnTo>
                        <a:lnTo>
                          <a:pt x="711" y="340"/>
                        </a:lnTo>
                        <a:lnTo>
                          <a:pt x="698" y="429"/>
                        </a:lnTo>
                        <a:lnTo>
                          <a:pt x="717" y="461"/>
                        </a:lnTo>
                      </a:path>
                    </a:pathLst>
                  </a:custGeom>
                  <a:noFill/>
                  <a:ln w="9525">
                    <a:solidFill>
                      <a:srgbClr val="FF0000"/>
                    </a:solidFill>
                    <a:round/>
                    <a:headEnd/>
                    <a:tailEnd/>
                  </a:ln>
                </p:spPr>
                <p:txBody>
                  <a:bodyPr/>
                  <a:lstStyle/>
                  <a:p>
                    <a:endParaRPr lang="en-GB" sz="1600"/>
                  </a:p>
                </p:txBody>
              </p:sp>
            </p:grpSp>
          </p:grpSp>
          <p:grpSp>
            <p:nvGrpSpPr>
              <p:cNvPr id="20" name="Group 104"/>
              <p:cNvGrpSpPr>
                <a:grpSpLocks/>
              </p:cNvGrpSpPr>
              <p:nvPr/>
            </p:nvGrpSpPr>
            <p:grpSpPr bwMode="auto">
              <a:xfrm>
                <a:off x="2485" y="1842"/>
                <a:ext cx="525" cy="173"/>
                <a:chOff x="3404" y="1080"/>
                <a:chExt cx="1755" cy="819"/>
              </a:xfrm>
            </p:grpSpPr>
            <p:grpSp>
              <p:nvGrpSpPr>
                <p:cNvPr id="21" name="Group 105"/>
                <p:cNvGrpSpPr>
                  <a:grpSpLocks/>
                </p:cNvGrpSpPr>
                <p:nvPr/>
              </p:nvGrpSpPr>
              <p:grpSpPr bwMode="auto">
                <a:xfrm>
                  <a:off x="3404" y="1080"/>
                  <a:ext cx="590" cy="801"/>
                  <a:chOff x="3462" y="1100"/>
                  <a:chExt cx="1549" cy="801"/>
                </a:xfrm>
              </p:grpSpPr>
              <p:sp>
                <p:nvSpPr>
                  <p:cNvPr id="14660" name="Freeform 106"/>
                  <p:cNvSpPr>
                    <a:spLocks/>
                  </p:cNvSpPr>
                  <p:nvPr/>
                </p:nvSpPr>
                <p:spPr bwMode="auto">
                  <a:xfrm>
                    <a:off x="3462" y="1126"/>
                    <a:ext cx="313" cy="756"/>
                  </a:xfrm>
                  <a:custGeom>
                    <a:avLst/>
                    <a:gdLst>
                      <a:gd name="T0" fmla="*/ 0 w 717"/>
                      <a:gd name="T1" fmla="*/ 756 h 756"/>
                      <a:gd name="T2" fmla="*/ 4 w 717"/>
                      <a:gd name="T3" fmla="*/ 167 h 756"/>
                      <a:gd name="T4" fmla="*/ 5 w 717"/>
                      <a:gd name="T5" fmla="*/ 384 h 756"/>
                      <a:gd name="T6" fmla="*/ 7 w 717"/>
                      <a:gd name="T7" fmla="*/ 103 h 756"/>
                      <a:gd name="T8" fmla="*/ 10 w 717"/>
                      <a:gd name="T9" fmla="*/ 519 h 756"/>
                      <a:gd name="T10" fmla="*/ 11 w 717"/>
                      <a:gd name="T11" fmla="*/ 487 h 756"/>
                      <a:gd name="T12" fmla="*/ 11 w 717"/>
                      <a:gd name="T13" fmla="*/ 359 h 756"/>
                      <a:gd name="T14" fmla="*/ 14 w 717"/>
                      <a:gd name="T15" fmla="*/ 71 h 756"/>
                      <a:gd name="T16" fmla="*/ 16 w 717"/>
                      <a:gd name="T17" fmla="*/ 244 h 756"/>
                      <a:gd name="T18" fmla="*/ 17 w 717"/>
                      <a:gd name="T19" fmla="*/ 96 h 756"/>
                      <a:gd name="T20" fmla="*/ 18 w 717"/>
                      <a:gd name="T21" fmla="*/ 615 h 756"/>
                      <a:gd name="T22" fmla="*/ 21 w 717"/>
                      <a:gd name="T23" fmla="*/ 397 h 756"/>
                      <a:gd name="T24" fmla="*/ 24 w 717"/>
                      <a:gd name="T25" fmla="*/ 519 h 756"/>
                      <a:gd name="T26" fmla="*/ 25 w 717"/>
                      <a:gd name="T27" fmla="*/ 308 h 756"/>
                      <a:gd name="T28" fmla="*/ 28 w 717"/>
                      <a:gd name="T29" fmla="*/ 442 h 756"/>
                      <a:gd name="T30" fmla="*/ 29 w 717"/>
                      <a:gd name="T31" fmla="*/ 352 h 756"/>
                      <a:gd name="T32" fmla="*/ 30 w 717"/>
                      <a:gd name="T33" fmla="*/ 384 h 756"/>
                      <a:gd name="T34" fmla="*/ 31 w 717"/>
                      <a:gd name="T35" fmla="*/ 135 h 756"/>
                      <a:gd name="T36" fmla="*/ 33 w 717"/>
                      <a:gd name="T37" fmla="*/ 301 h 756"/>
                      <a:gd name="T38" fmla="*/ 32 w 717"/>
                      <a:gd name="T39" fmla="*/ 519 h 756"/>
                      <a:gd name="T40" fmla="*/ 34 w 717"/>
                      <a:gd name="T41" fmla="*/ 679 h 756"/>
                      <a:gd name="T42" fmla="*/ 36 w 717"/>
                      <a:gd name="T43" fmla="*/ 628 h 756"/>
                      <a:gd name="T44" fmla="*/ 37 w 717"/>
                      <a:gd name="T45" fmla="*/ 480 h 756"/>
                      <a:gd name="T46" fmla="*/ 38 w 717"/>
                      <a:gd name="T47" fmla="*/ 391 h 756"/>
                      <a:gd name="T48" fmla="*/ 36 w 717"/>
                      <a:gd name="T49" fmla="*/ 506 h 756"/>
                      <a:gd name="T50" fmla="*/ 38 w 717"/>
                      <a:gd name="T51" fmla="*/ 352 h 756"/>
                      <a:gd name="T52" fmla="*/ 39 w 717"/>
                      <a:gd name="T53" fmla="*/ 455 h 756"/>
                      <a:gd name="T54" fmla="*/ 41 w 717"/>
                      <a:gd name="T55" fmla="*/ 519 h 756"/>
                      <a:gd name="T56" fmla="*/ 43 w 717"/>
                      <a:gd name="T57" fmla="*/ 410 h 756"/>
                      <a:gd name="T58" fmla="*/ 44 w 717"/>
                      <a:gd name="T59" fmla="*/ 186 h 756"/>
                      <a:gd name="T60" fmla="*/ 45 w 717"/>
                      <a:gd name="T61" fmla="*/ 231 h 756"/>
                      <a:gd name="T62" fmla="*/ 48 w 717"/>
                      <a:gd name="T63" fmla="*/ 148 h 756"/>
                      <a:gd name="T64" fmla="*/ 48 w 717"/>
                      <a:gd name="T65" fmla="*/ 301 h 756"/>
                      <a:gd name="T66" fmla="*/ 48 w 717"/>
                      <a:gd name="T67" fmla="*/ 730 h 756"/>
                      <a:gd name="T68" fmla="*/ 54 w 717"/>
                      <a:gd name="T69" fmla="*/ 0 h 756"/>
                      <a:gd name="T70" fmla="*/ 54 w 717"/>
                      <a:gd name="T71" fmla="*/ 250 h 756"/>
                      <a:gd name="T72" fmla="*/ 55 w 717"/>
                      <a:gd name="T73" fmla="*/ 333 h 756"/>
                      <a:gd name="T74" fmla="*/ 57 w 717"/>
                      <a:gd name="T75" fmla="*/ 192 h 756"/>
                      <a:gd name="T76" fmla="*/ 59 w 717"/>
                      <a:gd name="T77" fmla="*/ 340 h 756"/>
                      <a:gd name="T78" fmla="*/ 58 w 717"/>
                      <a:gd name="T79" fmla="*/ 429 h 756"/>
                      <a:gd name="T80" fmla="*/ 60 w 717"/>
                      <a:gd name="T81" fmla="*/ 461 h 756"/>
                      <a:gd name="T82" fmla="*/ 0 60000 65536"/>
                      <a:gd name="T83" fmla="*/ 0 60000 65536"/>
                      <a:gd name="T84" fmla="*/ 0 60000 65536"/>
                      <a:gd name="T85" fmla="*/ 0 60000 65536"/>
                      <a:gd name="T86" fmla="*/ 0 60000 65536"/>
                      <a:gd name="T87" fmla="*/ 0 60000 65536"/>
                      <a:gd name="T88" fmla="*/ 0 60000 65536"/>
                      <a:gd name="T89" fmla="*/ 0 60000 65536"/>
                      <a:gd name="T90" fmla="*/ 0 60000 65536"/>
                      <a:gd name="T91" fmla="*/ 0 60000 65536"/>
                      <a:gd name="T92" fmla="*/ 0 60000 65536"/>
                      <a:gd name="T93" fmla="*/ 0 60000 65536"/>
                      <a:gd name="T94" fmla="*/ 0 60000 65536"/>
                      <a:gd name="T95" fmla="*/ 0 60000 65536"/>
                      <a:gd name="T96" fmla="*/ 0 60000 65536"/>
                      <a:gd name="T97" fmla="*/ 0 60000 65536"/>
                      <a:gd name="T98" fmla="*/ 0 60000 65536"/>
                      <a:gd name="T99" fmla="*/ 0 60000 65536"/>
                      <a:gd name="T100" fmla="*/ 0 60000 65536"/>
                      <a:gd name="T101" fmla="*/ 0 60000 65536"/>
                      <a:gd name="T102" fmla="*/ 0 60000 65536"/>
                      <a:gd name="T103" fmla="*/ 0 60000 65536"/>
                      <a:gd name="T104" fmla="*/ 0 60000 65536"/>
                      <a:gd name="T105" fmla="*/ 0 60000 65536"/>
                      <a:gd name="T106" fmla="*/ 0 60000 65536"/>
                      <a:gd name="T107" fmla="*/ 0 60000 65536"/>
                      <a:gd name="T108" fmla="*/ 0 60000 65536"/>
                      <a:gd name="T109" fmla="*/ 0 60000 65536"/>
                      <a:gd name="T110" fmla="*/ 0 60000 65536"/>
                      <a:gd name="T111" fmla="*/ 0 60000 65536"/>
                      <a:gd name="T112" fmla="*/ 0 60000 65536"/>
                      <a:gd name="T113" fmla="*/ 0 60000 65536"/>
                      <a:gd name="T114" fmla="*/ 0 60000 65536"/>
                      <a:gd name="T115" fmla="*/ 0 60000 65536"/>
                      <a:gd name="T116" fmla="*/ 0 60000 65536"/>
                      <a:gd name="T117" fmla="*/ 0 60000 65536"/>
                      <a:gd name="T118" fmla="*/ 0 60000 65536"/>
                      <a:gd name="T119" fmla="*/ 0 60000 65536"/>
                      <a:gd name="T120" fmla="*/ 0 60000 65536"/>
                      <a:gd name="T121" fmla="*/ 0 60000 65536"/>
                      <a:gd name="T122" fmla="*/ 0 60000 65536"/>
                      <a:gd name="T123" fmla="*/ 0 w 717"/>
                      <a:gd name="T124" fmla="*/ 0 h 756"/>
                      <a:gd name="T125" fmla="*/ 717 w 717"/>
                      <a:gd name="T126" fmla="*/ 756 h 756"/>
                    </a:gdLst>
                    <a:ahLst/>
                    <a:cxnLst>
                      <a:cxn ang="T82">
                        <a:pos x="T0" y="T1"/>
                      </a:cxn>
                      <a:cxn ang="T83">
                        <a:pos x="T2" y="T3"/>
                      </a:cxn>
                      <a:cxn ang="T84">
                        <a:pos x="T4" y="T5"/>
                      </a:cxn>
                      <a:cxn ang="T85">
                        <a:pos x="T6" y="T7"/>
                      </a:cxn>
                      <a:cxn ang="T86">
                        <a:pos x="T8" y="T9"/>
                      </a:cxn>
                      <a:cxn ang="T87">
                        <a:pos x="T10" y="T11"/>
                      </a:cxn>
                      <a:cxn ang="T88">
                        <a:pos x="T12" y="T13"/>
                      </a:cxn>
                      <a:cxn ang="T89">
                        <a:pos x="T14" y="T15"/>
                      </a:cxn>
                      <a:cxn ang="T90">
                        <a:pos x="T16" y="T17"/>
                      </a:cxn>
                      <a:cxn ang="T91">
                        <a:pos x="T18" y="T19"/>
                      </a:cxn>
                      <a:cxn ang="T92">
                        <a:pos x="T20" y="T21"/>
                      </a:cxn>
                      <a:cxn ang="T93">
                        <a:pos x="T22" y="T23"/>
                      </a:cxn>
                      <a:cxn ang="T94">
                        <a:pos x="T24" y="T25"/>
                      </a:cxn>
                      <a:cxn ang="T95">
                        <a:pos x="T26" y="T27"/>
                      </a:cxn>
                      <a:cxn ang="T96">
                        <a:pos x="T28" y="T29"/>
                      </a:cxn>
                      <a:cxn ang="T97">
                        <a:pos x="T30" y="T31"/>
                      </a:cxn>
                      <a:cxn ang="T98">
                        <a:pos x="T32" y="T33"/>
                      </a:cxn>
                      <a:cxn ang="T99">
                        <a:pos x="T34" y="T35"/>
                      </a:cxn>
                      <a:cxn ang="T100">
                        <a:pos x="T36" y="T37"/>
                      </a:cxn>
                      <a:cxn ang="T101">
                        <a:pos x="T38" y="T39"/>
                      </a:cxn>
                      <a:cxn ang="T102">
                        <a:pos x="T40" y="T41"/>
                      </a:cxn>
                      <a:cxn ang="T103">
                        <a:pos x="T42" y="T43"/>
                      </a:cxn>
                      <a:cxn ang="T104">
                        <a:pos x="T44" y="T45"/>
                      </a:cxn>
                      <a:cxn ang="T105">
                        <a:pos x="T46" y="T47"/>
                      </a:cxn>
                      <a:cxn ang="T106">
                        <a:pos x="T48" y="T49"/>
                      </a:cxn>
                      <a:cxn ang="T107">
                        <a:pos x="T50" y="T51"/>
                      </a:cxn>
                      <a:cxn ang="T108">
                        <a:pos x="T52" y="T53"/>
                      </a:cxn>
                      <a:cxn ang="T109">
                        <a:pos x="T54" y="T55"/>
                      </a:cxn>
                      <a:cxn ang="T110">
                        <a:pos x="T56" y="T57"/>
                      </a:cxn>
                      <a:cxn ang="T111">
                        <a:pos x="T58" y="T59"/>
                      </a:cxn>
                      <a:cxn ang="T112">
                        <a:pos x="T60" y="T61"/>
                      </a:cxn>
                      <a:cxn ang="T113">
                        <a:pos x="T62" y="T63"/>
                      </a:cxn>
                      <a:cxn ang="T114">
                        <a:pos x="T64" y="T65"/>
                      </a:cxn>
                      <a:cxn ang="T115">
                        <a:pos x="T66" y="T67"/>
                      </a:cxn>
                      <a:cxn ang="T116">
                        <a:pos x="T68" y="T69"/>
                      </a:cxn>
                      <a:cxn ang="T117">
                        <a:pos x="T70" y="T71"/>
                      </a:cxn>
                      <a:cxn ang="T118">
                        <a:pos x="T72" y="T73"/>
                      </a:cxn>
                      <a:cxn ang="T119">
                        <a:pos x="T74" y="T75"/>
                      </a:cxn>
                      <a:cxn ang="T120">
                        <a:pos x="T76" y="T77"/>
                      </a:cxn>
                      <a:cxn ang="T121">
                        <a:pos x="T78" y="T79"/>
                      </a:cxn>
                      <a:cxn ang="T122">
                        <a:pos x="T80" y="T81"/>
                      </a:cxn>
                    </a:cxnLst>
                    <a:rect l="T123" t="T124" r="T125" b="T126"/>
                    <a:pathLst>
                      <a:path w="717" h="756">
                        <a:moveTo>
                          <a:pt x="0" y="756"/>
                        </a:moveTo>
                        <a:lnTo>
                          <a:pt x="52" y="167"/>
                        </a:lnTo>
                        <a:lnTo>
                          <a:pt x="64" y="384"/>
                        </a:lnTo>
                        <a:lnTo>
                          <a:pt x="90" y="103"/>
                        </a:lnTo>
                        <a:lnTo>
                          <a:pt x="116" y="519"/>
                        </a:lnTo>
                        <a:lnTo>
                          <a:pt x="135" y="487"/>
                        </a:lnTo>
                        <a:lnTo>
                          <a:pt x="135" y="359"/>
                        </a:lnTo>
                        <a:lnTo>
                          <a:pt x="167" y="71"/>
                        </a:lnTo>
                        <a:lnTo>
                          <a:pt x="192" y="244"/>
                        </a:lnTo>
                        <a:lnTo>
                          <a:pt x="205" y="96"/>
                        </a:lnTo>
                        <a:lnTo>
                          <a:pt x="218" y="615"/>
                        </a:lnTo>
                        <a:lnTo>
                          <a:pt x="244" y="397"/>
                        </a:lnTo>
                        <a:lnTo>
                          <a:pt x="282" y="519"/>
                        </a:lnTo>
                        <a:lnTo>
                          <a:pt x="308" y="308"/>
                        </a:lnTo>
                        <a:lnTo>
                          <a:pt x="333" y="442"/>
                        </a:lnTo>
                        <a:lnTo>
                          <a:pt x="346" y="352"/>
                        </a:lnTo>
                        <a:lnTo>
                          <a:pt x="365" y="384"/>
                        </a:lnTo>
                        <a:lnTo>
                          <a:pt x="378" y="135"/>
                        </a:lnTo>
                        <a:lnTo>
                          <a:pt x="391" y="301"/>
                        </a:lnTo>
                        <a:lnTo>
                          <a:pt x="384" y="519"/>
                        </a:lnTo>
                        <a:lnTo>
                          <a:pt x="404" y="679"/>
                        </a:lnTo>
                        <a:lnTo>
                          <a:pt x="429" y="628"/>
                        </a:lnTo>
                        <a:lnTo>
                          <a:pt x="442" y="480"/>
                        </a:lnTo>
                        <a:lnTo>
                          <a:pt x="455" y="391"/>
                        </a:lnTo>
                        <a:lnTo>
                          <a:pt x="436" y="506"/>
                        </a:lnTo>
                        <a:lnTo>
                          <a:pt x="461" y="352"/>
                        </a:lnTo>
                        <a:lnTo>
                          <a:pt x="474" y="455"/>
                        </a:lnTo>
                        <a:lnTo>
                          <a:pt x="493" y="519"/>
                        </a:lnTo>
                        <a:lnTo>
                          <a:pt x="512" y="410"/>
                        </a:lnTo>
                        <a:lnTo>
                          <a:pt x="532" y="186"/>
                        </a:lnTo>
                        <a:lnTo>
                          <a:pt x="544" y="231"/>
                        </a:lnTo>
                        <a:lnTo>
                          <a:pt x="570" y="148"/>
                        </a:lnTo>
                        <a:lnTo>
                          <a:pt x="576" y="301"/>
                        </a:lnTo>
                        <a:lnTo>
                          <a:pt x="576" y="730"/>
                        </a:lnTo>
                        <a:lnTo>
                          <a:pt x="647" y="0"/>
                        </a:lnTo>
                        <a:lnTo>
                          <a:pt x="647" y="250"/>
                        </a:lnTo>
                        <a:lnTo>
                          <a:pt x="660" y="333"/>
                        </a:lnTo>
                        <a:lnTo>
                          <a:pt x="685" y="192"/>
                        </a:lnTo>
                        <a:lnTo>
                          <a:pt x="711" y="340"/>
                        </a:lnTo>
                        <a:lnTo>
                          <a:pt x="698" y="429"/>
                        </a:lnTo>
                        <a:lnTo>
                          <a:pt x="717" y="461"/>
                        </a:lnTo>
                      </a:path>
                    </a:pathLst>
                  </a:custGeom>
                  <a:noFill/>
                  <a:ln w="9525">
                    <a:solidFill>
                      <a:srgbClr val="FF0000"/>
                    </a:solidFill>
                    <a:round/>
                    <a:headEnd/>
                    <a:tailEnd/>
                  </a:ln>
                </p:spPr>
                <p:txBody>
                  <a:bodyPr/>
                  <a:lstStyle/>
                  <a:p>
                    <a:endParaRPr lang="en-GB" sz="1600"/>
                  </a:p>
                </p:txBody>
              </p:sp>
              <p:sp>
                <p:nvSpPr>
                  <p:cNvPr id="14661" name="Freeform 107"/>
                  <p:cNvSpPr>
                    <a:spLocks/>
                  </p:cNvSpPr>
                  <p:nvPr/>
                </p:nvSpPr>
                <p:spPr bwMode="auto">
                  <a:xfrm flipH="1" flipV="1">
                    <a:off x="3770" y="1145"/>
                    <a:ext cx="313" cy="756"/>
                  </a:xfrm>
                  <a:custGeom>
                    <a:avLst/>
                    <a:gdLst>
                      <a:gd name="T0" fmla="*/ 0 w 717"/>
                      <a:gd name="T1" fmla="*/ 756 h 756"/>
                      <a:gd name="T2" fmla="*/ 4 w 717"/>
                      <a:gd name="T3" fmla="*/ 167 h 756"/>
                      <a:gd name="T4" fmla="*/ 5 w 717"/>
                      <a:gd name="T5" fmla="*/ 384 h 756"/>
                      <a:gd name="T6" fmla="*/ 7 w 717"/>
                      <a:gd name="T7" fmla="*/ 103 h 756"/>
                      <a:gd name="T8" fmla="*/ 10 w 717"/>
                      <a:gd name="T9" fmla="*/ 519 h 756"/>
                      <a:gd name="T10" fmla="*/ 11 w 717"/>
                      <a:gd name="T11" fmla="*/ 487 h 756"/>
                      <a:gd name="T12" fmla="*/ 11 w 717"/>
                      <a:gd name="T13" fmla="*/ 359 h 756"/>
                      <a:gd name="T14" fmla="*/ 14 w 717"/>
                      <a:gd name="T15" fmla="*/ 71 h 756"/>
                      <a:gd name="T16" fmla="*/ 16 w 717"/>
                      <a:gd name="T17" fmla="*/ 244 h 756"/>
                      <a:gd name="T18" fmla="*/ 17 w 717"/>
                      <a:gd name="T19" fmla="*/ 96 h 756"/>
                      <a:gd name="T20" fmla="*/ 18 w 717"/>
                      <a:gd name="T21" fmla="*/ 615 h 756"/>
                      <a:gd name="T22" fmla="*/ 21 w 717"/>
                      <a:gd name="T23" fmla="*/ 397 h 756"/>
                      <a:gd name="T24" fmla="*/ 24 w 717"/>
                      <a:gd name="T25" fmla="*/ 519 h 756"/>
                      <a:gd name="T26" fmla="*/ 25 w 717"/>
                      <a:gd name="T27" fmla="*/ 308 h 756"/>
                      <a:gd name="T28" fmla="*/ 28 w 717"/>
                      <a:gd name="T29" fmla="*/ 442 h 756"/>
                      <a:gd name="T30" fmla="*/ 29 w 717"/>
                      <a:gd name="T31" fmla="*/ 352 h 756"/>
                      <a:gd name="T32" fmla="*/ 30 w 717"/>
                      <a:gd name="T33" fmla="*/ 384 h 756"/>
                      <a:gd name="T34" fmla="*/ 31 w 717"/>
                      <a:gd name="T35" fmla="*/ 135 h 756"/>
                      <a:gd name="T36" fmla="*/ 33 w 717"/>
                      <a:gd name="T37" fmla="*/ 301 h 756"/>
                      <a:gd name="T38" fmla="*/ 32 w 717"/>
                      <a:gd name="T39" fmla="*/ 519 h 756"/>
                      <a:gd name="T40" fmla="*/ 34 w 717"/>
                      <a:gd name="T41" fmla="*/ 679 h 756"/>
                      <a:gd name="T42" fmla="*/ 36 w 717"/>
                      <a:gd name="T43" fmla="*/ 628 h 756"/>
                      <a:gd name="T44" fmla="*/ 37 w 717"/>
                      <a:gd name="T45" fmla="*/ 480 h 756"/>
                      <a:gd name="T46" fmla="*/ 38 w 717"/>
                      <a:gd name="T47" fmla="*/ 391 h 756"/>
                      <a:gd name="T48" fmla="*/ 36 w 717"/>
                      <a:gd name="T49" fmla="*/ 506 h 756"/>
                      <a:gd name="T50" fmla="*/ 38 w 717"/>
                      <a:gd name="T51" fmla="*/ 352 h 756"/>
                      <a:gd name="T52" fmla="*/ 39 w 717"/>
                      <a:gd name="T53" fmla="*/ 455 h 756"/>
                      <a:gd name="T54" fmla="*/ 41 w 717"/>
                      <a:gd name="T55" fmla="*/ 519 h 756"/>
                      <a:gd name="T56" fmla="*/ 43 w 717"/>
                      <a:gd name="T57" fmla="*/ 410 h 756"/>
                      <a:gd name="T58" fmla="*/ 44 w 717"/>
                      <a:gd name="T59" fmla="*/ 186 h 756"/>
                      <a:gd name="T60" fmla="*/ 45 w 717"/>
                      <a:gd name="T61" fmla="*/ 231 h 756"/>
                      <a:gd name="T62" fmla="*/ 48 w 717"/>
                      <a:gd name="T63" fmla="*/ 148 h 756"/>
                      <a:gd name="T64" fmla="*/ 48 w 717"/>
                      <a:gd name="T65" fmla="*/ 301 h 756"/>
                      <a:gd name="T66" fmla="*/ 48 w 717"/>
                      <a:gd name="T67" fmla="*/ 730 h 756"/>
                      <a:gd name="T68" fmla="*/ 54 w 717"/>
                      <a:gd name="T69" fmla="*/ 0 h 756"/>
                      <a:gd name="T70" fmla="*/ 54 w 717"/>
                      <a:gd name="T71" fmla="*/ 250 h 756"/>
                      <a:gd name="T72" fmla="*/ 55 w 717"/>
                      <a:gd name="T73" fmla="*/ 333 h 756"/>
                      <a:gd name="T74" fmla="*/ 57 w 717"/>
                      <a:gd name="T75" fmla="*/ 192 h 756"/>
                      <a:gd name="T76" fmla="*/ 59 w 717"/>
                      <a:gd name="T77" fmla="*/ 340 h 756"/>
                      <a:gd name="T78" fmla="*/ 58 w 717"/>
                      <a:gd name="T79" fmla="*/ 429 h 756"/>
                      <a:gd name="T80" fmla="*/ 60 w 717"/>
                      <a:gd name="T81" fmla="*/ 461 h 756"/>
                      <a:gd name="T82" fmla="*/ 0 60000 65536"/>
                      <a:gd name="T83" fmla="*/ 0 60000 65536"/>
                      <a:gd name="T84" fmla="*/ 0 60000 65536"/>
                      <a:gd name="T85" fmla="*/ 0 60000 65536"/>
                      <a:gd name="T86" fmla="*/ 0 60000 65536"/>
                      <a:gd name="T87" fmla="*/ 0 60000 65536"/>
                      <a:gd name="T88" fmla="*/ 0 60000 65536"/>
                      <a:gd name="T89" fmla="*/ 0 60000 65536"/>
                      <a:gd name="T90" fmla="*/ 0 60000 65536"/>
                      <a:gd name="T91" fmla="*/ 0 60000 65536"/>
                      <a:gd name="T92" fmla="*/ 0 60000 65536"/>
                      <a:gd name="T93" fmla="*/ 0 60000 65536"/>
                      <a:gd name="T94" fmla="*/ 0 60000 65536"/>
                      <a:gd name="T95" fmla="*/ 0 60000 65536"/>
                      <a:gd name="T96" fmla="*/ 0 60000 65536"/>
                      <a:gd name="T97" fmla="*/ 0 60000 65536"/>
                      <a:gd name="T98" fmla="*/ 0 60000 65536"/>
                      <a:gd name="T99" fmla="*/ 0 60000 65536"/>
                      <a:gd name="T100" fmla="*/ 0 60000 65536"/>
                      <a:gd name="T101" fmla="*/ 0 60000 65536"/>
                      <a:gd name="T102" fmla="*/ 0 60000 65536"/>
                      <a:gd name="T103" fmla="*/ 0 60000 65536"/>
                      <a:gd name="T104" fmla="*/ 0 60000 65536"/>
                      <a:gd name="T105" fmla="*/ 0 60000 65536"/>
                      <a:gd name="T106" fmla="*/ 0 60000 65536"/>
                      <a:gd name="T107" fmla="*/ 0 60000 65536"/>
                      <a:gd name="T108" fmla="*/ 0 60000 65536"/>
                      <a:gd name="T109" fmla="*/ 0 60000 65536"/>
                      <a:gd name="T110" fmla="*/ 0 60000 65536"/>
                      <a:gd name="T111" fmla="*/ 0 60000 65536"/>
                      <a:gd name="T112" fmla="*/ 0 60000 65536"/>
                      <a:gd name="T113" fmla="*/ 0 60000 65536"/>
                      <a:gd name="T114" fmla="*/ 0 60000 65536"/>
                      <a:gd name="T115" fmla="*/ 0 60000 65536"/>
                      <a:gd name="T116" fmla="*/ 0 60000 65536"/>
                      <a:gd name="T117" fmla="*/ 0 60000 65536"/>
                      <a:gd name="T118" fmla="*/ 0 60000 65536"/>
                      <a:gd name="T119" fmla="*/ 0 60000 65536"/>
                      <a:gd name="T120" fmla="*/ 0 60000 65536"/>
                      <a:gd name="T121" fmla="*/ 0 60000 65536"/>
                      <a:gd name="T122" fmla="*/ 0 60000 65536"/>
                      <a:gd name="T123" fmla="*/ 0 w 717"/>
                      <a:gd name="T124" fmla="*/ 0 h 756"/>
                      <a:gd name="T125" fmla="*/ 717 w 717"/>
                      <a:gd name="T126" fmla="*/ 756 h 756"/>
                    </a:gdLst>
                    <a:ahLst/>
                    <a:cxnLst>
                      <a:cxn ang="T82">
                        <a:pos x="T0" y="T1"/>
                      </a:cxn>
                      <a:cxn ang="T83">
                        <a:pos x="T2" y="T3"/>
                      </a:cxn>
                      <a:cxn ang="T84">
                        <a:pos x="T4" y="T5"/>
                      </a:cxn>
                      <a:cxn ang="T85">
                        <a:pos x="T6" y="T7"/>
                      </a:cxn>
                      <a:cxn ang="T86">
                        <a:pos x="T8" y="T9"/>
                      </a:cxn>
                      <a:cxn ang="T87">
                        <a:pos x="T10" y="T11"/>
                      </a:cxn>
                      <a:cxn ang="T88">
                        <a:pos x="T12" y="T13"/>
                      </a:cxn>
                      <a:cxn ang="T89">
                        <a:pos x="T14" y="T15"/>
                      </a:cxn>
                      <a:cxn ang="T90">
                        <a:pos x="T16" y="T17"/>
                      </a:cxn>
                      <a:cxn ang="T91">
                        <a:pos x="T18" y="T19"/>
                      </a:cxn>
                      <a:cxn ang="T92">
                        <a:pos x="T20" y="T21"/>
                      </a:cxn>
                      <a:cxn ang="T93">
                        <a:pos x="T22" y="T23"/>
                      </a:cxn>
                      <a:cxn ang="T94">
                        <a:pos x="T24" y="T25"/>
                      </a:cxn>
                      <a:cxn ang="T95">
                        <a:pos x="T26" y="T27"/>
                      </a:cxn>
                      <a:cxn ang="T96">
                        <a:pos x="T28" y="T29"/>
                      </a:cxn>
                      <a:cxn ang="T97">
                        <a:pos x="T30" y="T31"/>
                      </a:cxn>
                      <a:cxn ang="T98">
                        <a:pos x="T32" y="T33"/>
                      </a:cxn>
                      <a:cxn ang="T99">
                        <a:pos x="T34" y="T35"/>
                      </a:cxn>
                      <a:cxn ang="T100">
                        <a:pos x="T36" y="T37"/>
                      </a:cxn>
                      <a:cxn ang="T101">
                        <a:pos x="T38" y="T39"/>
                      </a:cxn>
                      <a:cxn ang="T102">
                        <a:pos x="T40" y="T41"/>
                      </a:cxn>
                      <a:cxn ang="T103">
                        <a:pos x="T42" y="T43"/>
                      </a:cxn>
                      <a:cxn ang="T104">
                        <a:pos x="T44" y="T45"/>
                      </a:cxn>
                      <a:cxn ang="T105">
                        <a:pos x="T46" y="T47"/>
                      </a:cxn>
                      <a:cxn ang="T106">
                        <a:pos x="T48" y="T49"/>
                      </a:cxn>
                      <a:cxn ang="T107">
                        <a:pos x="T50" y="T51"/>
                      </a:cxn>
                      <a:cxn ang="T108">
                        <a:pos x="T52" y="T53"/>
                      </a:cxn>
                      <a:cxn ang="T109">
                        <a:pos x="T54" y="T55"/>
                      </a:cxn>
                      <a:cxn ang="T110">
                        <a:pos x="T56" y="T57"/>
                      </a:cxn>
                      <a:cxn ang="T111">
                        <a:pos x="T58" y="T59"/>
                      </a:cxn>
                      <a:cxn ang="T112">
                        <a:pos x="T60" y="T61"/>
                      </a:cxn>
                      <a:cxn ang="T113">
                        <a:pos x="T62" y="T63"/>
                      </a:cxn>
                      <a:cxn ang="T114">
                        <a:pos x="T64" y="T65"/>
                      </a:cxn>
                      <a:cxn ang="T115">
                        <a:pos x="T66" y="T67"/>
                      </a:cxn>
                      <a:cxn ang="T116">
                        <a:pos x="T68" y="T69"/>
                      </a:cxn>
                      <a:cxn ang="T117">
                        <a:pos x="T70" y="T71"/>
                      </a:cxn>
                      <a:cxn ang="T118">
                        <a:pos x="T72" y="T73"/>
                      </a:cxn>
                      <a:cxn ang="T119">
                        <a:pos x="T74" y="T75"/>
                      </a:cxn>
                      <a:cxn ang="T120">
                        <a:pos x="T76" y="T77"/>
                      </a:cxn>
                      <a:cxn ang="T121">
                        <a:pos x="T78" y="T79"/>
                      </a:cxn>
                      <a:cxn ang="T122">
                        <a:pos x="T80" y="T81"/>
                      </a:cxn>
                    </a:cxnLst>
                    <a:rect l="T123" t="T124" r="T125" b="T126"/>
                    <a:pathLst>
                      <a:path w="717" h="756">
                        <a:moveTo>
                          <a:pt x="0" y="756"/>
                        </a:moveTo>
                        <a:lnTo>
                          <a:pt x="52" y="167"/>
                        </a:lnTo>
                        <a:lnTo>
                          <a:pt x="64" y="384"/>
                        </a:lnTo>
                        <a:lnTo>
                          <a:pt x="90" y="103"/>
                        </a:lnTo>
                        <a:lnTo>
                          <a:pt x="116" y="519"/>
                        </a:lnTo>
                        <a:lnTo>
                          <a:pt x="135" y="487"/>
                        </a:lnTo>
                        <a:lnTo>
                          <a:pt x="135" y="359"/>
                        </a:lnTo>
                        <a:lnTo>
                          <a:pt x="167" y="71"/>
                        </a:lnTo>
                        <a:lnTo>
                          <a:pt x="192" y="244"/>
                        </a:lnTo>
                        <a:lnTo>
                          <a:pt x="205" y="96"/>
                        </a:lnTo>
                        <a:lnTo>
                          <a:pt x="218" y="615"/>
                        </a:lnTo>
                        <a:lnTo>
                          <a:pt x="244" y="397"/>
                        </a:lnTo>
                        <a:lnTo>
                          <a:pt x="282" y="519"/>
                        </a:lnTo>
                        <a:lnTo>
                          <a:pt x="308" y="308"/>
                        </a:lnTo>
                        <a:lnTo>
                          <a:pt x="333" y="442"/>
                        </a:lnTo>
                        <a:lnTo>
                          <a:pt x="346" y="352"/>
                        </a:lnTo>
                        <a:lnTo>
                          <a:pt x="365" y="384"/>
                        </a:lnTo>
                        <a:lnTo>
                          <a:pt x="378" y="135"/>
                        </a:lnTo>
                        <a:lnTo>
                          <a:pt x="391" y="301"/>
                        </a:lnTo>
                        <a:lnTo>
                          <a:pt x="384" y="519"/>
                        </a:lnTo>
                        <a:lnTo>
                          <a:pt x="404" y="679"/>
                        </a:lnTo>
                        <a:lnTo>
                          <a:pt x="429" y="628"/>
                        </a:lnTo>
                        <a:lnTo>
                          <a:pt x="442" y="480"/>
                        </a:lnTo>
                        <a:lnTo>
                          <a:pt x="455" y="391"/>
                        </a:lnTo>
                        <a:lnTo>
                          <a:pt x="436" y="506"/>
                        </a:lnTo>
                        <a:lnTo>
                          <a:pt x="461" y="352"/>
                        </a:lnTo>
                        <a:lnTo>
                          <a:pt x="474" y="455"/>
                        </a:lnTo>
                        <a:lnTo>
                          <a:pt x="493" y="519"/>
                        </a:lnTo>
                        <a:lnTo>
                          <a:pt x="512" y="410"/>
                        </a:lnTo>
                        <a:lnTo>
                          <a:pt x="532" y="186"/>
                        </a:lnTo>
                        <a:lnTo>
                          <a:pt x="544" y="231"/>
                        </a:lnTo>
                        <a:lnTo>
                          <a:pt x="570" y="148"/>
                        </a:lnTo>
                        <a:lnTo>
                          <a:pt x="576" y="301"/>
                        </a:lnTo>
                        <a:lnTo>
                          <a:pt x="576" y="730"/>
                        </a:lnTo>
                        <a:lnTo>
                          <a:pt x="647" y="0"/>
                        </a:lnTo>
                        <a:lnTo>
                          <a:pt x="647" y="250"/>
                        </a:lnTo>
                        <a:lnTo>
                          <a:pt x="660" y="333"/>
                        </a:lnTo>
                        <a:lnTo>
                          <a:pt x="685" y="192"/>
                        </a:lnTo>
                        <a:lnTo>
                          <a:pt x="711" y="340"/>
                        </a:lnTo>
                        <a:lnTo>
                          <a:pt x="698" y="429"/>
                        </a:lnTo>
                        <a:lnTo>
                          <a:pt x="717" y="461"/>
                        </a:lnTo>
                      </a:path>
                    </a:pathLst>
                  </a:custGeom>
                  <a:noFill/>
                  <a:ln w="9525">
                    <a:solidFill>
                      <a:srgbClr val="FF0000"/>
                    </a:solidFill>
                    <a:round/>
                    <a:headEnd/>
                    <a:tailEnd/>
                  </a:ln>
                </p:spPr>
                <p:txBody>
                  <a:bodyPr/>
                  <a:lstStyle/>
                  <a:p>
                    <a:endParaRPr lang="en-GB" sz="1600"/>
                  </a:p>
                </p:txBody>
              </p:sp>
              <p:sp>
                <p:nvSpPr>
                  <p:cNvPr id="14662" name="Freeform 108"/>
                  <p:cNvSpPr>
                    <a:spLocks/>
                  </p:cNvSpPr>
                  <p:nvPr/>
                </p:nvSpPr>
                <p:spPr bwMode="auto">
                  <a:xfrm flipH="1">
                    <a:off x="4077" y="1119"/>
                    <a:ext cx="313" cy="756"/>
                  </a:xfrm>
                  <a:custGeom>
                    <a:avLst/>
                    <a:gdLst>
                      <a:gd name="T0" fmla="*/ 0 w 717"/>
                      <a:gd name="T1" fmla="*/ 756 h 756"/>
                      <a:gd name="T2" fmla="*/ 4 w 717"/>
                      <a:gd name="T3" fmla="*/ 167 h 756"/>
                      <a:gd name="T4" fmla="*/ 5 w 717"/>
                      <a:gd name="T5" fmla="*/ 384 h 756"/>
                      <a:gd name="T6" fmla="*/ 7 w 717"/>
                      <a:gd name="T7" fmla="*/ 103 h 756"/>
                      <a:gd name="T8" fmla="*/ 10 w 717"/>
                      <a:gd name="T9" fmla="*/ 519 h 756"/>
                      <a:gd name="T10" fmla="*/ 11 w 717"/>
                      <a:gd name="T11" fmla="*/ 487 h 756"/>
                      <a:gd name="T12" fmla="*/ 11 w 717"/>
                      <a:gd name="T13" fmla="*/ 359 h 756"/>
                      <a:gd name="T14" fmla="*/ 14 w 717"/>
                      <a:gd name="T15" fmla="*/ 71 h 756"/>
                      <a:gd name="T16" fmla="*/ 16 w 717"/>
                      <a:gd name="T17" fmla="*/ 244 h 756"/>
                      <a:gd name="T18" fmla="*/ 17 w 717"/>
                      <a:gd name="T19" fmla="*/ 96 h 756"/>
                      <a:gd name="T20" fmla="*/ 18 w 717"/>
                      <a:gd name="T21" fmla="*/ 615 h 756"/>
                      <a:gd name="T22" fmla="*/ 21 w 717"/>
                      <a:gd name="T23" fmla="*/ 397 h 756"/>
                      <a:gd name="T24" fmla="*/ 24 w 717"/>
                      <a:gd name="T25" fmla="*/ 519 h 756"/>
                      <a:gd name="T26" fmla="*/ 25 w 717"/>
                      <a:gd name="T27" fmla="*/ 308 h 756"/>
                      <a:gd name="T28" fmla="*/ 28 w 717"/>
                      <a:gd name="T29" fmla="*/ 442 h 756"/>
                      <a:gd name="T30" fmla="*/ 29 w 717"/>
                      <a:gd name="T31" fmla="*/ 352 h 756"/>
                      <a:gd name="T32" fmla="*/ 30 w 717"/>
                      <a:gd name="T33" fmla="*/ 384 h 756"/>
                      <a:gd name="T34" fmla="*/ 31 w 717"/>
                      <a:gd name="T35" fmla="*/ 135 h 756"/>
                      <a:gd name="T36" fmla="*/ 33 w 717"/>
                      <a:gd name="T37" fmla="*/ 301 h 756"/>
                      <a:gd name="T38" fmla="*/ 32 w 717"/>
                      <a:gd name="T39" fmla="*/ 519 h 756"/>
                      <a:gd name="T40" fmla="*/ 34 w 717"/>
                      <a:gd name="T41" fmla="*/ 679 h 756"/>
                      <a:gd name="T42" fmla="*/ 36 w 717"/>
                      <a:gd name="T43" fmla="*/ 628 h 756"/>
                      <a:gd name="T44" fmla="*/ 37 w 717"/>
                      <a:gd name="T45" fmla="*/ 480 h 756"/>
                      <a:gd name="T46" fmla="*/ 38 w 717"/>
                      <a:gd name="T47" fmla="*/ 391 h 756"/>
                      <a:gd name="T48" fmla="*/ 36 w 717"/>
                      <a:gd name="T49" fmla="*/ 506 h 756"/>
                      <a:gd name="T50" fmla="*/ 38 w 717"/>
                      <a:gd name="T51" fmla="*/ 352 h 756"/>
                      <a:gd name="T52" fmla="*/ 39 w 717"/>
                      <a:gd name="T53" fmla="*/ 455 h 756"/>
                      <a:gd name="T54" fmla="*/ 41 w 717"/>
                      <a:gd name="T55" fmla="*/ 519 h 756"/>
                      <a:gd name="T56" fmla="*/ 43 w 717"/>
                      <a:gd name="T57" fmla="*/ 410 h 756"/>
                      <a:gd name="T58" fmla="*/ 44 w 717"/>
                      <a:gd name="T59" fmla="*/ 186 h 756"/>
                      <a:gd name="T60" fmla="*/ 45 w 717"/>
                      <a:gd name="T61" fmla="*/ 231 h 756"/>
                      <a:gd name="T62" fmla="*/ 48 w 717"/>
                      <a:gd name="T63" fmla="*/ 148 h 756"/>
                      <a:gd name="T64" fmla="*/ 48 w 717"/>
                      <a:gd name="T65" fmla="*/ 301 h 756"/>
                      <a:gd name="T66" fmla="*/ 48 w 717"/>
                      <a:gd name="T67" fmla="*/ 730 h 756"/>
                      <a:gd name="T68" fmla="*/ 54 w 717"/>
                      <a:gd name="T69" fmla="*/ 0 h 756"/>
                      <a:gd name="T70" fmla="*/ 54 w 717"/>
                      <a:gd name="T71" fmla="*/ 250 h 756"/>
                      <a:gd name="T72" fmla="*/ 55 w 717"/>
                      <a:gd name="T73" fmla="*/ 333 h 756"/>
                      <a:gd name="T74" fmla="*/ 57 w 717"/>
                      <a:gd name="T75" fmla="*/ 192 h 756"/>
                      <a:gd name="T76" fmla="*/ 59 w 717"/>
                      <a:gd name="T77" fmla="*/ 340 h 756"/>
                      <a:gd name="T78" fmla="*/ 58 w 717"/>
                      <a:gd name="T79" fmla="*/ 429 h 756"/>
                      <a:gd name="T80" fmla="*/ 60 w 717"/>
                      <a:gd name="T81" fmla="*/ 461 h 756"/>
                      <a:gd name="T82" fmla="*/ 0 60000 65536"/>
                      <a:gd name="T83" fmla="*/ 0 60000 65536"/>
                      <a:gd name="T84" fmla="*/ 0 60000 65536"/>
                      <a:gd name="T85" fmla="*/ 0 60000 65536"/>
                      <a:gd name="T86" fmla="*/ 0 60000 65536"/>
                      <a:gd name="T87" fmla="*/ 0 60000 65536"/>
                      <a:gd name="T88" fmla="*/ 0 60000 65536"/>
                      <a:gd name="T89" fmla="*/ 0 60000 65536"/>
                      <a:gd name="T90" fmla="*/ 0 60000 65536"/>
                      <a:gd name="T91" fmla="*/ 0 60000 65536"/>
                      <a:gd name="T92" fmla="*/ 0 60000 65536"/>
                      <a:gd name="T93" fmla="*/ 0 60000 65536"/>
                      <a:gd name="T94" fmla="*/ 0 60000 65536"/>
                      <a:gd name="T95" fmla="*/ 0 60000 65536"/>
                      <a:gd name="T96" fmla="*/ 0 60000 65536"/>
                      <a:gd name="T97" fmla="*/ 0 60000 65536"/>
                      <a:gd name="T98" fmla="*/ 0 60000 65536"/>
                      <a:gd name="T99" fmla="*/ 0 60000 65536"/>
                      <a:gd name="T100" fmla="*/ 0 60000 65536"/>
                      <a:gd name="T101" fmla="*/ 0 60000 65536"/>
                      <a:gd name="T102" fmla="*/ 0 60000 65536"/>
                      <a:gd name="T103" fmla="*/ 0 60000 65536"/>
                      <a:gd name="T104" fmla="*/ 0 60000 65536"/>
                      <a:gd name="T105" fmla="*/ 0 60000 65536"/>
                      <a:gd name="T106" fmla="*/ 0 60000 65536"/>
                      <a:gd name="T107" fmla="*/ 0 60000 65536"/>
                      <a:gd name="T108" fmla="*/ 0 60000 65536"/>
                      <a:gd name="T109" fmla="*/ 0 60000 65536"/>
                      <a:gd name="T110" fmla="*/ 0 60000 65536"/>
                      <a:gd name="T111" fmla="*/ 0 60000 65536"/>
                      <a:gd name="T112" fmla="*/ 0 60000 65536"/>
                      <a:gd name="T113" fmla="*/ 0 60000 65536"/>
                      <a:gd name="T114" fmla="*/ 0 60000 65536"/>
                      <a:gd name="T115" fmla="*/ 0 60000 65536"/>
                      <a:gd name="T116" fmla="*/ 0 60000 65536"/>
                      <a:gd name="T117" fmla="*/ 0 60000 65536"/>
                      <a:gd name="T118" fmla="*/ 0 60000 65536"/>
                      <a:gd name="T119" fmla="*/ 0 60000 65536"/>
                      <a:gd name="T120" fmla="*/ 0 60000 65536"/>
                      <a:gd name="T121" fmla="*/ 0 60000 65536"/>
                      <a:gd name="T122" fmla="*/ 0 60000 65536"/>
                      <a:gd name="T123" fmla="*/ 0 w 717"/>
                      <a:gd name="T124" fmla="*/ 0 h 756"/>
                      <a:gd name="T125" fmla="*/ 717 w 717"/>
                      <a:gd name="T126" fmla="*/ 756 h 756"/>
                    </a:gdLst>
                    <a:ahLst/>
                    <a:cxnLst>
                      <a:cxn ang="T82">
                        <a:pos x="T0" y="T1"/>
                      </a:cxn>
                      <a:cxn ang="T83">
                        <a:pos x="T2" y="T3"/>
                      </a:cxn>
                      <a:cxn ang="T84">
                        <a:pos x="T4" y="T5"/>
                      </a:cxn>
                      <a:cxn ang="T85">
                        <a:pos x="T6" y="T7"/>
                      </a:cxn>
                      <a:cxn ang="T86">
                        <a:pos x="T8" y="T9"/>
                      </a:cxn>
                      <a:cxn ang="T87">
                        <a:pos x="T10" y="T11"/>
                      </a:cxn>
                      <a:cxn ang="T88">
                        <a:pos x="T12" y="T13"/>
                      </a:cxn>
                      <a:cxn ang="T89">
                        <a:pos x="T14" y="T15"/>
                      </a:cxn>
                      <a:cxn ang="T90">
                        <a:pos x="T16" y="T17"/>
                      </a:cxn>
                      <a:cxn ang="T91">
                        <a:pos x="T18" y="T19"/>
                      </a:cxn>
                      <a:cxn ang="T92">
                        <a:pos x="T20" y="T21"/>
                      </a:cxn>
                      <a:cxn ang="T93">
                        <a:pos x="T22" y="T23"/>
                      </a:cxn>
                      <a:cxn ang="T94">
                        <a:pos x="T24" y="T25"/>
                      </a:cxn>
                      <a:cxn ang="T95">
                        <a:pos x="T26" y="T27"/>
                      </a:cxn>
                      <a:cxn ang="T96">
                        <a:pos x="T28" y="T29"/>
                      </a:cxn>
                      <a:cxn ang="T97">
                        <a:pos x="T30" y="T31"/>
                      </a:cxn>
                      <a:cxn ang="T98">
                        <a:pos x="T32" y="T33"/>
                      </a:cxn>
                      <a:cxn ang="T99">
                        <a:pos x="T34" y="T35"/>
                      </a:cxn>
                      <a:cxn ang="T100">
                        <a:pos x="T36" y="T37"/>
                      </a:cxn>
                      <a:cxn ang="T101">
                        <a:pos x="T38" y="T39"/>
                      </a:cxn>
                      <a:cxn ang="T102">
                        <a:pos x="T40" y="T41"/>
                      </a:cxn>
                      <a:cxn ang="T103">
                        <a:pos x="T42" y="T43"/>
                      </a:cxn>
                      <a:cxn ang="T104">
                        <a:pos x="T44" y="T45"/>
                      </a:cxn>
                      <a:cxn ang="T105">
                        <a:pos x="T46" y="T47"/>
                      </a:cxn>
                      <a:cxn ang="T106">
                        <a:pos x="T48" y="T49"/>
                      </a:cxn>
                      <a:cxn ang="T107">
                        <a:pos x="T50" y="T51"/>
                      </a:cxn>
                      <a:cxn ang="T108">
                        <a:pos x="T52" y="T53"/>
                      </a:cxn>
                      <a:cxn ang="T109">
                        <a:pos x="T54" y="T55"/>
                      </a:cxn>
                      <a:cxn ang="T110">
                        <a:pos x="T56" y="T57"/>
                      </a:cxn>
                      <a:cxn ang="T111">
                        <a:pos x="T58" y="T59"/>
                      </a:cxn>
                      <a:cxn ang="T112">
                        <a:pos x="T60" y="T61"/>
                      </a:cxn>
                      <a:cxn ang="T113">
                        <a:pos x="T62" y="T63"/>
                      </a:cxn>
                      <a:cxn ang="T114">
                        <a:pos x="T64" y="T65"/>
                      </a:cxn>
                      <a:cxn ang="T115">
                        <a:pos x="T66" y="T67"/>
                      </a:cxn>
                      <a:cxn ang="T116">
                        <a:pos x="T68" y="T69"/>
                      </a:cxn>
                      <a:cxn ang="T117">
                        <a:pos x="T70" y="T71"/>
                      </a:cxn>
                      <a:cxn ang="T118">
                        <a:pos x="T72" y="T73"/>
                      </a:cxn>
                      <a:cxn ang="T119">
                        <a:pos x="T74" y="T75"/>
                      </a:cxn>
                      <a:cxn ang="T120">
                        <a:pos x="T76" y="T77"/>
                      </a:cxn>
                      <a:cxn ang="T121">
                        <a:pos x="T78" y="T79"/>
                      </a:cxn>
                      <a:cxn ang="T122">
                        <a:pos x="T80" y="T81"/>
                      </a:cxn>
                    </a:cxnLst>
                    <a:rect l="T123" t="T124" r="T125" b="T126"/>
                    <a:pathLst>
                      <a:path w="717" h="756">
                        <a:moveTo>
                          <a:pt x="0" y="756"/>
                        </a:moveTo>
                        <a:lnTo>
                          <a:pt x="52" y="167"/>
                        </a:lnTo>
                        <a:lnTo>
                          <a:pt x="64" y="384"/>
                        </a:lnTo>
                        <a:lnTo>
                          <a:pt x="90" y="103"/>
                        </a:lnTo>
                        <a:lnTo>
                          <a:pt x="116" y="519"/>
                        </a:lnTo>
                        <a:lnTo>
                          <a:pt x="135" y="487"/>
                        </a:lnTo>
                        <a:lnTo>
                          <a:pt x="135" y="359"/>
                        </a:lnTo>
                        <a:lnTo>
                          <a:pt x="167" y="71"/>
                        </a:lnTo>
                        <a:lnTo>
                          <a:pt x="192" y="244"/>
                        </a:lnTo>
                        <a:lnTo>
                          <a:pt x="205" y="96"/>
                        </a:lnTo>
                        <a:lnTo>
                          <a:pt x="218" y="615"/>
                        </a:lnTo>
                        <a:lnTo>
                          <a:pt x="244" y="397"/>
                        </a:lnTo>
                        <a:lnTo>
                          <a:pt x="282" y="519"/>
                        </a:lnTo>
                        <a:lnTo>
                          <a:pt x="308" y="308"/>
                        </a:lnTo>
                        <a:lnTo>
                          <a:pt x="333" y="442"/>
                        </a:lnTo>
                        <a:lnTo>
                          <a:pt x="346" y="352"/>
                        </a:lnTo>
                        <a:lnTo>
                          <a:pt x="365" y="384"/>
                        </a:lnTo>
                        <a:lnTo>
                          <a:pt x="378" y="135"/>
                        </a:lnTo>
                        <a:lnTo>
                          <a:pt x="391" y="301"/>
                        </a:lnTo>
                        <a:lnTo>
                          <a:pt x="384" y="519"/>
                        </a:lnTo>
                        <a:lnTo>
                          <a:pt x="404" y="679"/>
                        </a:lnTo>
                        <a:lnTo>
                          <a:pt x="429" y="628"/>
                        </a:lnTo>
                        <a:lnTo>
                          <a:pt x="442" y="480"/>
                        </a:lnTo>
                        <a:lnTo>
                          <a:pt x="455" y="391"/>
                        </a:lnTo>
                        <a:lnTo>
                          <a:pt x="436" y="506"/>
                        </a:lnTo>
                        <a:lnTo>
                          <a:pt x="461" y="352"/>
                        </a:lnTo>
                        <a:lnTo>
                          <a:pt x="474" y="455"/>
                        </a:lnTo>
                        <a:lnTo>
                          <a:pt x="493" y="519"/>
                        </a:lnTo>
                        <a:lnTo>
                          <a:pt x="512" y="410"/>
                        </a:lnTo>
                        <a:lnTo>
                          <a:pt x="532" y="186"/>
                        </a:lnTo>
                        <a:lnTo>
                          <a:pt x="544" y="231"/>
                        </a:lnTo>
                        <a:lnTo>
                          <a:pt x="570" y="148"/>
                        </a:lnTo>
                        <a:lnTo>
                          <a:pt x="576" y="301"/>
                        </a:lnTo>
                        <a:lnTo>
                          <a:pt x="576" y="730"/>
                        </a:lnTo>
                        <a:lnTo>
                          <a:pt x="647" y="0"/>
                        </a:lnTo>
                        <a:lnTo>
                          <a:pt x="647" y="250"/>
                        </a:lnTo>
                        <a:lnTo>
                          <a:pt x="660" y="333"/>
                        </a:lnTo>
                        <a:lnTo>
                          <a:pt x="685" y="192"/>
                        </a:lnTo>
                        <a:lnTo>
                          <a:pt x="711" y="340"/>
                        </a:lnTo>
                        <a:lnTo>
                          <a:pt x="698" y="429"/>
                        </a:lnTo>
                        <a:lnTo>
                          <a:pt x="717" y="461"/>
                        </a:lnTo>
                      </a:path>
                    </a:pathLst>
                  </a:custGeom>
                  <a:noFill/>
                  <a:ln w="9525">
                    <a:solidFill>
                      <a:srgbClr val="FF0000"/>
                    </a:solidFill>
                    <a:round/>
                    <a:headEnd/>
                    <a:tailEnd/>
                  </a:ln>
                </p:spPr>
                <p:txBody>
                  <a:bodyPr/>
                  <a:lstStyle/>
                  <a:p>
                    <a:endParaRPr lang="en-GB" sz="1600"/>
                  </a:p>
                </p:txBody>
              </p:sp>
              <p:sp>
                <p:nvSpPr>
                  <p:cNvPr id="14663" name="Freeform 109"/>
                  <p:cNvSpPr>
                    <a:spLocks/>
                  </p:cNvSpPr>
                  <p:nvPr/>
                </p:nvSpPr>
                <p:spPr bwMode="auto">
                  <a:xfrm flipV="1">
                    <a:off x="4385" y="1138"/>
                    <a:ext cx="313" cy="756"/>
                  </a:xfrm>
                  <a:custGeom>
                    <a:avLst/>
                    <a:gdLst>
                      <a:gd name="T0" fmla="*/ 0 w 717"/>
                      <a:gd name="T1" fmla="*/ 756 h 756"/>
                      <a:gd name="T2" fmla="*/ 4 w 717"/>
                      <a:gd name="T3" fmla="*/ 167 h 756"/>
                      <a:gd name="T4" fmla="*/ 5 w 717"/>
                      <a:gd name="T5" fmla="*/ 384 h 756"/>
                      <a:gd name="T6" fmla="*/ 7 w 717"/>
                      <a:gd name="T7" fmla="*/ 103 h 756"/>
                      <a:gd name="T8" fmla="*/ 10 w 717"/>
                      <a:gd name="T9" fmla="*/ 519 h 756"/>
                      <a:gd name="T10" fmla="*/ 11 w 717"/>
                      <a:gd name="T11" fmla="*/ 487 h 756"/>
                      <a:gd name="T12" fmla="*/ 11 w 717"/>
                      <a:gd name="T13" fmla="*/ 359 h 756"/>
                      <a:gd name="T14" fmla="*/ 14 w 717"/>
                      <a:gd name="T15" fmla="*/ 71 h 756"/>
                      <a:gd name="T16" fmla="*/ 16 w 717"/>
                      <a:gd name="T17" fmla="*/ 244 h 756"/>
                      <a:gd name="T18" fmla="*/ 17 w 717"/>
                      <a:gd name="T19" fmla="*/ 96 h 756"/>
                      <a:gd name="T20" fmla="*/ 18 w 717"/>
                      <a:gd name="T21" fmla="*/ 615 h 756"/>
                      <a:gd name="T22" fmla="*/ 21 w 717"/>
                      <a:gd name="T23" fmla="*/ 397 h 756"/>
                      <a:gd name="T24" fmla="*/ 24 w 717"/>
                      <a:gd name="T25" fmla="*/ 519 h 756"/>
                      <a:gd name="T26" fmla="*/ 25 w 717"/>
                      <a:gd name="T27" fmla="*/ 308 h 756"/>
                      <a:gd name="T28" fmla="*/ 28 w 717"/>
                      <a:gd name="T29" fmla="*/ 442 h 756"/>
                      <a:gd name="T30" fmla="*/ 29 w 717"/>
                      <a:gd name="T31" fmla="*/ 352 h 756"/>
                      <a:gd name="T32" fmla="*/ 30 w 717"/>
                      <a:gd name="T33" fmla="*/ 384 h 756"/>
                      <a:gd name="T34" fmla="*/ 31 w 717"/>
                      <a:gd name="T35" fmla="*/ 135 h 756"/>
                      <a:gd name="T36" fmla="*/ 33 w 717"/>
                      <a:gd name="T37" fmla="*/ 301 h 756"/>
                      <a:gd name="T38" fmla="*/ 32 w 717"/>
                      <a:gd name="T39" fmla="*/ 519 h 756"/>
                      <a:gd name="T40" fmla="*/ 34 w 717"/>
                      <a:gd name="T41" fmla="*/ 679 h 756"/>
                      <a:gd name="T42" fmla="*/ 36 w 717"/>
                      <a:gd name="T43" fmla="*/ 628 h 756"/>
                      <a:gd name="T44" fmla="*/ 37 w 717"/>
                      <a:gd name="T45" fmla="*/ 480 h 756"/>
                      <a:gd name="T46" fmla="*/ 38 w 717"/>
                      <a:gd name="T47" fmla="*/ 391 h 756"/>
                      <a:gd name="T48" fmla="*/ 36 w 717"/>
                      <a:gd name="T49" fmla="*/ 506 h 756"/>
                      <a:gd name="T50" fmla="*/ 38 w 717"/>
                      <a:gd name="T51" fmla="*/ 352 h 756"/>
                      <a:gd name="T52" fmla="*/ 39 w 717"/>
                      <a:gd name="T53" fmla="*/ 455 h 756"/>
                      <a:gd name="T54" fmla="*/ 41 w 717"/>
                      <a:gd name="T55" fmla="*/ 519 h 756"/>
                      <a:gd name="T56" fmla="*/ 43 w 717"/>
                      <a:gd name="T57" fmla="*/ 410 h 756"/>
                      <a:gd name="T58" fmla="*/ 44 w 717"/>
                      <a:gd name="T59" fmla="*/ 186 h 756"/>
                      <a:gd name="T60" fmla="*/ 45 w 717"/>
                      <a:gd name="T61" fmla="*/ 231 h 756"/>
                      <a:gd name="T62" fmla="*/ 48 w 717"/>
                      <a:gd name="T63" fmla="*/ 148 h 756"/>
                      <a:gd name="T64" fmla="*/ 48 w 717"/>
                      <a:gd name="T65" fmla="*/ 301 h 756"/>
                      <a:gd name="T66" fmla="*/ 48 w 717"/>
                      <a:gd name="T67" fmla="*/ 730 h 756"/>
                      <a:gd name="T68" fmla="*/ 54 w 717"/>
                      <a:gd name="T69" fmla="*/ 0 h 756"/>
                      <a:gd name="T70" fmla="*/ 54 w 717"/>
                      <a:gd name="T71" fmla="*/ 250 h 756"/>
                      <a:gd name="T72" fmla="*/ 55 w 717"/>
                      <a:gd name="T73" fmla="*/ 333 h 756"/>
                      <a:gd name="T74" fmla="*/ 57 w 717"/>
                      <a:gd name="T75" fmla="*/ 192 h 756"/>
                      <a:gd name="T76" fmla="*/ 59 w 717"/>
                      <a:gd name="T77" fmla="*/ 340 h 756"/>
                      <a:gd name="T78" fmla="*/ 58 w 717"/>
                      <a:gd name="T79" fmla="*/ 429 h 756"/>
                      <a:gd name="T80" fmla="*/ 60 w 717"/>
                      <a:gd name="T81" fmla="*/ 461 h 756"/>
                      <a:gd name="T82" fmla="*/ 0 60000 65536"/>
                      <a:gd name="T83" fmla="*/ 0 60000 65536"/>
                      <a:gd name="T84" fmla="*/ 0 60000 65536"/>
                      <a:gd name="T85" fmla="*/ 0 60000 65536"/>
                      <a:gd name="T86" fmla="*/ 0 60000 65536"/>
                      <a:gd name="T87" fmla="*/ 0 60000 65536"/>
                      <a:gd name="T88" fmla="*/ 0 60000 65536"/>
                      <a:gd name="T89" fmla="*/ 0 60000 65536"/>
                      <a:gd name="T90" fmla="*/ 0 60000 65536"/>
                      <a:gd name="T91" fmla="*/ 0 60000 65536"/>
                      <a:gd name="T92" fmla="*/ 0 60000 65536"/>
                      <a:gd name="T93" fmla="*/ 0 60000 65536"/>
                      <a:gd name="T94" fmla="*/ 0 60000 65536"/>
                      <a:gd name="T95" fmla="*/ 0 60000 65536"/>
                      <a:gd name="T96" fmla="*/ 0 60000 65536"/>
                      <a:gd name="T97" fmla="*/ 0 60000 65536"/>
                      <a:gd name="T98" fmla="*/ 0 60000 65536"/>
                      <a:gd name="T99" fmla="*/ 0 60000 65536"/>
                      <a:gd name="T100" fmla="*/ 0 60000 65536"/>
                      <a:gd name="T101" fmla="*/ 0 60000 65536"/>
                      <a:gd name="T102" fmla="*/ 0 60000 65536"/>
                      <a:gd name="T103" fmla="*/ 0 60000 65536"/>
                      <a:gd name="T104" fmla="*/ 0 60000 65536"/>
                      <a:gd name="T105" fmla="*/ 0 60000 65536"/>
                      <a:gd name="T106" fmla="*/ 0 60000 65536"/>
                      <a:gd name="T107" fmla="*/ 0 60000 65536"/>
                      <a:gd name="T108" fmla="*/ 0 60000 65536"/>
                      <a:gd name="T109" fmla="*/ 0 60000 65536"/>
                      <a:gd name="T110" fmla="*/ 0 60000 65536"/>
                      <a:gd name="T111" fmla="*/ 0 60000 65536"/>
                      <a:gd name="T112" fmla="*/ 0 60000 65536"/>
                      <a:gd name="T113" fmla="*/ 0 60000 65536"/>
                      <a:gd name="T114" fmla="*/ 0 60000 65536"/>
                      <a:gd name="T115" fmla="*/ 0 60000 65536"/>
                      <a:gd name="T116" fmla="*/ 0 60000 65536"/>
                      <a:gd name="T117" fmla="*/ 0 60000 65536"/>
                      <a:gd name="T118" fmla="*/ 0 60000 65536"/>
                      <a:gd name="T119" fmla="*/ 0 60000 65536"/>
                      <a:gd name="T120" fmla="*/ 0 60000 65536"/>
                      <a:gd name="T121" fmla="*/ 0 60000 65536"/>
                      <a:gd name="T122" fmla="*/ 0 60000 65536"/>
                      <a:gd name="T123" fmla="*/ 0 w 717"/>
                      <a:gd name="T124" fmla="*/ 0 h 756"/>
                      <a:gd name="T125" fmla="*/ 717 w 717"/>
                      <a:gd name="T126" fmla="*/ 756 h 756"/>
                    </a:gdLst>
                    <a:ahLst/>
                    <a:cxnLst>
                      <a:cxn ang="T82">
                        <a:pos x="T0" y="T1"/>
                      </a:cxn>
                      <a:cxn ang="T83">
                        <a:pos x="T2" y="T3"/>
                      </a:cxn>
                      <a:cxn ang="T84">
                        <a:pos x="T4" y="T5"/>
                      </a:cxn>
                      <a:cxn ang="T85">
                        <a:pos x="T6" y="T7"/>
                      </a:cxn>
                      <a:cxn ang="T86">
                        <a:pos x="T8" y="T9"/>
                      </a:cxn>
                      <a:cxn ang="T87">
                        <a:pos x="T10" y="T11"/>
                      </a:cxn>
                      <a:cxn ang="T88">
                        <a:pos x="T12" y="T13"/>
                      </a:cxn>
                      <a:cxn ang="T89">
                        <a:pos x="T14" y="T15"/>
                      </a:cxn>
                      <a:cxn ang="T90">
                        <a:pos x="T16" y="T17"/>
                      </a:cxn>
                      <a:cxn ang="T91">
                        <a:pos x="T18" y="T19"/>
                      </a:cxn>
                      <a:cxn ang="T92">
                        <a:pos x="T20" y="T21"/>
                      </a:cxn>
                      <a:cxn ang="T93">
                        <a:pos x="T22" y="T23"/>
                      </a:cxn>
                      <a:cxn ang="T94">
                        <a:pos x="T24" y="T25"/>
                      </a:cxn>
                      <a:cxn ang="T95">
                        <a:pos x="T26" y="T27"/>
                      </a:cxn>
                      <a:cxn ang="T96">
                        <a:pos x="T28" y="T29"/>
                      </a:cxn>
                      <a:cxn ang="T97">
                        <a:pos x="T30" y="T31"/>
                      </a:cxn>
                      <a:cxn ang="T98">
                        <a:pos x="T32" y="T33"/>
                      </a:cxn>
                      <a:cxn ang="T99">
                        <a:pos x="T34" y="T35"/>
                      </a:cxn>
                      <a:cxn ang="T100">
                        <a:pos x="T36" y="T37"/>
                      </a:cxn>
                      <a:cxn ang="T101">
                        <a:pos x="T38" y="T39"/>
                      </a:cxn>
                      <a:cxn ang="T102">
                        <a:pos x="T40" y="T41"/>
                      </a:cxn>
                      <a:cxn ang="T103">
                        <a:pos x="T42" y="T43"/>
                      </a:cxn>
                      <a:cxn ang="T104">
                        <a:pos x="T44" y="T45"/>
                      </a:cxn>
                      <a:cxn ang="T105">
                        <a:pos x="T46" y="T47"/>
                      </a:cxn>
                      <a:cxn ang="T106">
                        <a:pos x="T48" y="T49"/>
                      </a:cxn>
                      <a:cxn ang="T107">
                        <a:pos x="T50" y="T51"/>
                      </a:cxn>
                      <a:cxn ang="T108">
                        <a:pos x="T52" y="T53"/>
                      </a:cxn>
                      <a:cxn ang="T109">
                        <a:pos x="T54" y="T55"/>
                      </a:cxn>
                      <a:cxn ang="T110">
                        <a:pos x="T56" y="T57"/>
                      </a:cxn>
                      <a:cxn ang="T111">
                        <a:pos x="T58" y="T59"/>
                      </a:cxn>
                      <a:cxn ang="T112">
                        <a:pos x="T60" y="T61"/>
                      </a:cxn>
                      <a:cxn ang="T113">
                        <a:pos x="T62" y="T63"/>
                      </a:cxn>
                      <a:cxn ang="T114">
                        <a:pos x="T64" y="T65"/>
                      </a:cxn>
                      <a:cxn ang="T115">
                        <a:pos x="T66" y="T67"/>
                      </a:cxn>
                      <a:cxn ang="T116">
                        <a:pos x="T68" y="T69"/>
                      </a:cxn>
                      <a:cxn ang="T117">
                        <a:pos x="T70" y="T71"/>
                      </a:cxn>
                      <a:cxn ang="T118">
                        <a:pos x="T72" y="T73"/>
                      </a:cxn>
                      <a:cxn ang="T119">
                        <a:pos x="T74" y="T75"/>
                      </a:cxn>
                      <a:cxn ang="T120">
                        <a:pos x="T76" y="T77"/>
                      </a:cxn>
                      <a:cxn ang="T121">
                        <a:pos x="T78" y="T79"/>
                      </a:cxn>
                      <a:cxn ang="T122">
                        <a:pos x="T80" y="T81"/>
                      </a:cxn>
                    </a:cxnLst>
                    <a:rect l="T123" t="T124" r="T125" b="T126"/>
                    <a:pathLst>
                      <a:path w="717" h="756">
                        <a:moveTo>
                          <a:pt x="0" y="756"/>
                        </a:moveTo>
                        <a:lnTo>
                          <a:pt x="52" y="167"/>
                        </a:lnTo>
                        <a:lnTo>
                          <a:pt x="64" y="384"/>
                        </a:lnTo>
                        <a:lnTo>
                          <a:pt x="90" y="103"/>
                        </a:lnTo>
                        <a:lnTo>
                          <a:pt x="116" y="519"/>
                        </a:lnTo>
                        <a:lnTo>
                          <a:pt x="135" y="487"/>
                        </a:lnTo>
                        <a:lnTo>
                          <a:pt x="135" y="359"/>
                        </a:lnTo>
                        <a:lnTo>
                          <a:pt x="167" y="71"/>
                        </a:lnTo>
                        <a:lnTo>
                          <a:pt x="192" y="244"/>
                        </a:lnTo>
                        <a:lnTo>
                          <a:pt x="205" y="96"/>
                        </a:lnTo>
                        <a:lnTo>
                          <a:pt x="218" y="615"/>
                        </a:lnTo>
                        <a:lnTo>
                          <a:pt x="244" y="397"/>
                        </a:lnTo>
                        <a:lnTo>
                          <a:pt x="282" y="519"/>
                        </a:lnTo>
                        <a:lnTo>
                          <a:pt x="308" y="308"/>
                        </a:lnTo>
                        <a:lnTo>
                          <a:pt x="333" y="442"/>
                        </a:lnTo>
                        <a:lnTo>
                          <a:pt x="346" y="352"/>
                        </a:lnTo>
                        <a:lnTo>
                          <a:pt x="365" y="384"/>
                        </a:lnTo>
                        <a:lnTo>
                          <a:pt x="378" y="135"/>
                        </a:lnTo>
                        <a:lnTo>
                          <a:pt x="391" y="301"/>
                        </a:lnTo>
                        <a:lnTo>
                          <a:pt x="384" y="519"/>
                        </a:lnTo>
                        <a:lnTo>
                          <a:pt x="404" y="679"/>
                        </a:lnTo>
                        <a:lnTo>
                          <a:pt x="429" y="628"/>
                        </a:lnTo>
                        <a:lnTo>
                          <a:pt x="442" y="480"/>
                        </a:lnTo>
                        <a:lnTo>
                          <a:pt x="455" y="391"/>
                        </a:lnTo>
                        <a:lnTo>
                          <a:pt x="436" y="506"/>
                        </a:lnTo>
                        <a:lnTo>
                          <a:pt x="461" y="352"/>
                        </a:lnTo>
                        <a:lnTo>
                          <a:pt x="474" y="455"/>
                        </a:lnTo>
                        <a:lnTo>
                          <a:pt x="493" y="519"/>
                        </a:lnTo>
                        <a:lnTo>
                          <a:pt x="512" y="410"/>
                        </a:lnTo>
                        <a:lnTo>
                          <a:pt x="532" y="186"/>
                        </a:lnTo>
                        <a:lnTo>
                          <a:pt x="544" y="231"/>
                        </a:lnTo>
                        <a:lnTo>
                          <a:pt x="570" y="148"/>
                        </a:lnTo>
                        <a:lnTo>
                          <a:pt x="576" y="301"/>
                        </a:lnTo>
                        <a:lnTo>
                          <a:pt x="576" y="730"/>
                        </a:lnTo>
                        <a:lnTo>
                          <a:pt x="647" y="0"/>
                        </a:lnTo>
                        <a:lnTo>
                          <a:pt x="647" y="250"/>
                        </a:lnTo>
                        <a:lnTo>
                          <a:pt x="660" y="333"/>
                        </a:lnTo>
                        <a:lnTo>
                          <a:pt x="685" y="192"/>
                        </a:lnTo>
                        <a:lnTo>
                          <a:pt x="711" y="340"/>
                        </a:lnTo>
                        <a:lnTo>
                          <a:pt x="698" y="429"/>
                        </a:lnTo>
                        <a:lnTo>
                          <a:pt x="717" y="461"/>
                        </a:lnTo>
                      </a:path>
                    </a:pathLst>
                  </a:custGeom>
                  <a:noFill/>
                  <a:ln w="9525">
                    <a:solidFill>
                      <a:srgbClr val="FF0000"/>
                    </a:solidFill>
                    <a:round/>
                    <a:headEnd/>
                    <a:tailEnd/>
                  </a:ln>
                </p:spPr>
                <p:txBody>
                  <a:bodyPr/>
                  <a:lstStyle/>
                  <a:p>
                    <a:endParaRPr lang="en-GB" sz="1600"/>
                  </a:p>
                </p:txBody>
              </p:sp>
              <p:sp>
                <p:nvSpPr>
                  <p:cNvPr id="14664" name="Freeform 110"/>
                  <p:cNvSpPr>
                    <a:spLocks/>
                  </p:cNvSpPr>
                  <p:nvPr/>
                </p:nvSpPr>
                <p:spPr bwMode="auto">
                  <a:xfrm flipH="1">
                    <a:off x="4698" y="1100"/>
                    <a:ext cx="313" cy="756"/>
                  </a:xfrm>
                  <a:custGeom>
                    <a:avLst/>
                    <a:gdLst>
                      <a:gd name="T0" fmla="*/ 0 w 717"/>
                      <a:gd name="T1" fmla="*/ 756 h 756"/>
                      <a:gd name="T2" fmla="*/ 4 w 717"/>
                      <a:gd name="T3" fmla="*/ 167 h 756"/>
                      <a:gd name="T4" fmla="*/ 5 w 717"/>
                      <a:gd name="T5" fmla="*/ 384 h 756"/>
                      <a:gd name="T6" fmla="*/ 7 w 717"/>
                      <a:gd name="T7" fmla="*/ 103 h 756"/>
                      <a:gd name="T8" fmla="*/ 10 w 717"/>
                      <a:gd name="T9" fmla="*/ 519 h 756"/>
                      <a:gd name="T10" fmla="*/ 11 w 717"/>
                      <a:gd name="T11" fmla="*/ 487 h 756"/>
                      <a:gd name="T12" fmla="*/ 11 w 717"/>
                      <a:gd name="T13" fmla="*/ 359 h 756"/>
                      <a:gd name="T14" fmla="*/ 14 w 717"/>
                      <a:gd name="T15" fmla="*/ 71 h 756"/>
                      <a:gd name="T16" fmla="*/ 16 w 717"/>
                      <a:gd name="T17" fmla="*/ 244 h 756"/>
                      <a:gd name="T18" fmla="*/ 17 w 717"/>
                      <a:gd name="T19" fmla="*/ 96 h 756"/>
                      <a:gd name="T20" fmla="*/ 18 w 717"/>
                      <a:gd name="T21" fmla="*/ 615 h 756"/>
                      <a:gd name="T22" fmla="*/ 21 w 717"/>
                      <a:gd name="T23" fmla="*/ 397 h 756"/>
                      <a:gd name="T24" fmla="*/ 24 w 717"/>
                      <a:gd name="T25" fmla="*/ 519 h 756"/>
                      <a:gd name="T26" fmla="*/ 25 w 717"/>
                      <a:gd name="T27" fmla="*/ 308 h 756"/>
                      <a:gd name="T28" fmla="*/ 28 w 717"/>
                      <a:gd name="T29" fmla="*/ 442 h 756"/>
                      <a:gd name="T30" fmla="*/ 29 w 717"/>
                      <a:gd name="T31" fmla="*/ 352 h 756"/>
                      <a:gd name="T32" fmla="*/ 30 w 717"/>
                      <a:gd name="T33" fmla="*/ 384 h 756"/>
                      <a:gd name="T34" fmla="*/ 31 w 717"/>
                      <a:gd name="T35" fmla="*/ 135 h 756"/>
                      <a:gd name="T36" fmla="*/ 33 w 717"/>
                      <a:gd name="T37" fmla="*/ 301 h 756"/>
                      <a:gd name="T38" fmla="*/ 32 w 717"/>
                      <a:gd name="T39" fmla="*/ 519 h 756"/>
                      <a:gd name="T40" fmla="*/ 34 w 717"/>
                      <a:gd name="T41" fmla="*/ 679 h 756"/>
                      <a:gd name="T42" fmla="*/ 36 w 717"/>
                      <a:gd name="T43" fmla="*/ 628 h 756"/>
                      <a:gd name="T44" fmla="*/ 37 w 717"/>
                      <a:gd name="T45" fmla="*/ 480 h 756"/>
                      <a:gd name="T46" fmla="*/ 38 w 717"/>
                      <a:gd name="T47" fmla="*/ 391 h 756"/>
                      <a:gd name="T48" fmla="*/ 36 w 717"/>
                      <a:gd name="T49" fmla="*/ 506 h 756"/>
                      <a:gd name="T50" fmla="*/ 38 w 717"/>
                      <a:gd name="T51" fmla="*/ 352 h 756"/>
                      <a:gd name="T52" fmla="*/ 39 w 717"/>
                      <a:gd name="T53" fmla="*/ 455 h 756"/>
                      <a:gd name="T54" fmla="*/ 41 w 717"/>
                      <a:gd name="T55" fmla="*/ 519 h 756"/>
                      <a:gd name="T56" fmla="*/ 43 w 717"/>
                      <a:gd name="T57" fmla="*/ 410 h 756"/>
                      <a:gd name="T58" fmla="*/ 44 w 717"/>
                      <a:gd name="T59" fmla="*/ 186 h 756"/>
                      <a:gd name="T60" fmla="*/ 45 w 717"/>
                      <a:gd name="T61" fmla="*/ 231 h 756"/>
                      <a:gd name="T62" fmla="*/ 48 w 717"/>
                      <a:gd name="T63" fmla="*/ 148 h 756"/>
                      <a:gd name="T64" fmla="*/ 48 w 717"/>
                      <a:gd name="T65" fmla="*/ 301 h 756"/>
                      <a:gd name="T66" fmla="*/ 48 w 717"/>
                      <a:gd name="T67" fmla="*/ 730 h 756"/>
                      <a:gd name="T68" fmla="*/ 54 w 717"/>
                      <a:gd name="T69" fmla="*/ 0 h 756"/>
                      <a:gd name="T70" fmla="*/ 54 w 717"/>
                      <a:gd name="T71" fmla="*/ 250 h 756"/>
                      <a:gd name="T72" fmla="*/ 55 w 717"/>
                      <a:gd name="T73" fmla="*/ 333 h 756"/>
                      <a:gd name="T74" fmla="*/ 57 w 717"/>
                      <a:gd name="T75" fmla="*/ 192 h 756"/>
                      <a:gd name="T76" fmla="*/ 59 w 717"/>
                      <a:gd name="T77" fmla="*/ 340 h 756"/>
                      <a:gd name="T78" fmla="*/ 58 w 717"/>
                      <a:gd name="T79" fmla="*/ 429 h 756"/>
                      <a:gd name="T80" fmla="*/ 60 w 717"/>
                      <a:gd name="T81" fmla="*/ 461 h 756"/>
                      <a:gd name="T82" fmla="*/ 0 60000 65536"/>
                      <a:gd name="T83" fmla="*/ 0 60000 65536"/>
                      <a:gd name="T84" fmla="*/ 0 60000 65536"/>
                      <a:gd name="T85" fmla="*/ 0 60000 65536"/>
                      <a:gd name="T86" fmla="*/ 0 60000 65536"/>
                      <a:gd name="T87" fmla="*/ 0 60000 65536"/>
                      <a:gd name="T88" fmla="*/ 0 60000 65536"/>
                      <a:gd name="T89" fmla="*/ 0 60000 65536"/>
                      <a:gd name="T90" fmla="*/ 0 60000 65536"/>
                      <a:gd name="T91" fmla="*/ 0 60000 65536"/>
                      <a:gd name="T92" fmla="*/ 0 60000 65536"/>
                      <a:gd name="T93" fmla="*/ 0 60000 65536"/>
                      <a:gd name="T94" fmla="*/ 0 60000 65536"/>
                      <a:gd name="T95" fmla="*/ 0 60000 65536"/>
                      <a:gd name="T96" fmla="*/ 0 60000 65536"/>
                      <a:gd name="T97" fmla="*/ 0 60000 65536"/>
                      <a:gd name="T98" fmla="*/ 0 60000 65536"/>
                      <a:gd name="T99" fmla="*/ 0 60000 65536"/>
                      <a:gd name="T100" fmla="*/ 0 60000 65536"/>
                      <a:gd name="T101" fmla="*/ 0 60000 65536"/>
                      <a:gd name="T102" fmla="*/ 0 60000 65536"/>
                      <a:gd name="T103" fmla="*/ 0 60000 65536"/>
                      <a:gd name="T104" fmla="*/ 0 60000 65536"/>
                      <a:gd name="T105" fmla="*/ 0 60000 65536"/>
                      <a:gd name="T106" fmla="*/ 0 60000 65536"/>
                      <a:gd name="T107" fmla="*/ 0 60000 65536"/>
                      <a:gd name="T108" fmla="*/ 0 60000 65536"/>
                      <a:gd name="T109" fmla="*/ 0 60000 65536"/>
                      <a:gd name="T110" fmla="*/ 0 60000 65536"/>
                      <a:gd name="T111" fmla="*/ 0 60000 65536"/>
                      <a:gd name="T112" fmla="*/ 0 60000 65536"/>
                      <a:gd name="T113" fmla="*/ 0 60000 65536"/>
                      <a:gd name="T114" fmla="*/ 0 60000 65536"/>
                      <a:gd name="T115" fmla="*/ 0 60000 65536"/>
                      <a:gd name="T116" fmla="*/ 0 60000 65536"/>
                      <a:gd name="T117" fmla="*/ 0 60000 65536"/>
                      <a:gd name="T118" fmla="*/ 0 60000 65536"/>
                      <a:gd name="T119" fmla="*/ 0 60000 65536"/>
                      <a:gd name="T120" fmla="*/ 0 60000 65536"/>
                      <a:gd name="T121" fmla="*/ 0 60000 65536"/>
                      <a:gd name="T122" fmla="*/ 0 60000 65536"/>
                      <a:gd name="T123" fmla="*/ 0 w 717"/>
                      <a:gd name="T124" fmla="*/ 0 h 756"/>
                      <a:gd name="T125" fmla="*/ 717 w 717"/>
                      <a:gd name="T126" fmla="*/ 756 h 756"/>
                    </a:gdLst>
                    <a:ahLst/>
                    <a:cxnLst>
                      <a:cxn ang="T82">
                        <a:pos x="T0" y="T1"/>
                      </a:cxn>
                      <a:cxn ang="T83">
                        <a:pos x="T2" y="T3"/>
                      </a:cxn>
                      <a:cxn ang="T84">
                        <a:pos x="T4" y="T5"/>
                      </a:cxn>
                      <a:cxn ang="T85">
                        <a:pos x="T6" y="T7"/>
                      </a:cxn>
                      <a:cxn ang="T86">
                        <a:pos x="T8" y="T9"/>
                      </a:cxn>
                      <a:cxn ang="T87">
                        <a:pos x="T10" y="T11"/>
                      </a:cxn>
                      <a:cxn ang="T88">
                        <a:pos x="T12" y="T13"/>
                      </a:cxn>
                      <a:cxn ang="T89">
                        <a:pos x="T14" y="T15"/>
                      </a:cxn>
                      <a:cxn ang="T90">
                        <a:pos x="T16" y="T17"/>
                      </a:cxn>
                      <a:cxn ang="T91">
                        <a:pos x="T18" y="T19"/>
                      </a:cxn>
                      <a:cxn ang="T92">
                        <a:pos x="T20" y="T21"/>
                      </a:cxn>
                      <a:cxn ang="T93">
                        <a:pos x="T22" y="T23"/>
                      </a:cxn>
                      <a:cxn ang="T94">
                        <a:pos x="T24" y="T25"/>
                      </a:cxn>
                      <a:cxn ang="T95">
                        <a:pos x="T26" y="T27"/>
                      </a:cxn>
                      <a:cxn ang="T96">
                        <a:pos x="T28" y="T29"/>
                      </a:cxn>
                      <a:cxn ang="T97">
                        <a:pos x="T30" y="T31"/>
                      </a:cxn>
                      <a:cxn ang="T98">
                        <a:pos x="T32" y="T33"/>
                      </a:cxn>
                      <a:cxn ang="T99">
                        <a:pos x="T34" y="T35"/>
                      </a:cxn>
                      <a:cxn ang="T100">
                        <a:pos x="T36" y="T37"/>
                      </a:cxn>
                      <a:cxn ang="T101">
                        <a:pos x="T38" y="T39"/>
                      </a:cxn>
                      <a:cxn ang="T102">
                        <a:pos x="T40" y="T41"/>
                      </a:cxn>
                      <a:cxn ang="T103">
                        <a:pos x="T42" y="T43"/>
                      </a:cxn>
                      <a:cxn ang="T104">
                        <a:pos x="T44" y="T45"/>
                      </a:cxn>
                      <a:cxn ang="T105">
                        <a:pos x="T46" y="T47"/>
                      </a:cxn>
                      <a:cxn ang="T106">
                        <a:pos x="T48" y="T49"/>
                      </a:cxn>
                      <a:cxn ang="T107">
                        <a:pos x="T50" y="T51"/>
                      </a:cxn>
                      <a:cxn ang="T108">
                        <a:pos x="T52" y="T53"/>
                      </a:cxn>
                      <a:cxn ang="T109">
                        <a:pos x="T54" y="T55"/>
                      </a:cxn>
                      <a:cxn ang="T110">
                        <a:pos x="T56" y="T57"/>
                      </a:cxn>
                      <a:cxn ang="T111">
                        <a:pos x="T58" y="T59"/>
                      </a:cxn>
                      <a:cxn ang="T112">
                        <a:pos x="T60" y="T61"/>
                      </a:cxn>
                      <a:cxn ang="T113">
                        <a:pos x="T62" y="T63"/>
                      </a:cxn>
                      <a:cxn ang="T114">
                        <a:pos x="T64" y="T65"/>
                      </a:cxn>
                      <a:cxn ang="T115">
                        <a:pos x="T66" y="T67"/>
                      </a:cxn>
                      <a:cxn ang="T116">
                        <a:pos x="T68" y="T69"/>
                      </a:cxn>
                      <a:cxn ang="T117">
                        <a:pos x="T70" y="T71"/>
                      </a:cxn>
                      <a:cxn ang="T118">
                        <a:pos x="T72" y="T73"/>
                      </a:cxn>
                      <a:cxn ang="T119">
                        <a:pos x="T74" y="T75"/>
                      </a:cxn>
                      <a:cxn ang="T120">
                        <a:pos x="T76" y="T77"/>
                      </a:cxn>
                      <a:cxn ang="T121">
                        <a:pos x="T78" y="T79"/>
                      </a:cxn>
                      <a:cxn ang="T122">
                        <a:pos x="T80" y="T81"/>
                      </a:cxn>
                    </a:cxnLst>
                    <a:rect l="T123" t="T124" r="T125" b="T126"/>
                    <a:pathLst>
                      <a:path w="717" h="756">
                        <a:moveTo>
                          <a:pt x="0" y="756"/>
                        </a:moveTo>
                        <a:lnTo>
                          <a:pt x="52" y="167"/>
                        </a:lnTo>
                        <a:lnTo>
                          <a:pt x="64" y="384"/>
                        </a:lnTo>
                        <a:lnTo>
                          <a:pt x="90" y="103"/>
                        </a:lnTo>
                        <a:lnTo>
                          <a:pt x="116" y="519"/>
                        </a:lnTo>
                        <a:lnTo>
                          <a:pt x="135" y="487"/>
                        </a:lnTo>
                        <a:lnTo>
                          <a:pt x="135" y="359"/>
                        </a:lnTo>
                        <a:lnTo>
                          <a:pt x="167" y="71"/>
                        </a:lnTo>
                        <a:lnTo>
                          <a:pt x="192" y="244"/>
                        </a:lnTo>
                        <a:lnTo>
                          <a:pt x="205" y="96"/>
                        </a:lnTo>
                        <a:lnTo>
                          <a:pt x="218" y="615"/>
                        </a:lnTo>
                        <a:lnTo>
                          <a:pt x="244" y="397"/>
                        </a:lnTo>
                        <a:lnTo>
                          <a:pt x="282" y="519"/>
                        </a:lnTo>
                        <a:lnTo>
                          <a:pt x="308" y="308"/>
                        </a:lnTo>
                        <a:lnTo>
                          <a:pt x="333" y="442"/>
                        </a:lnTo>
                        <a:lnTo>
                          <a:pt x="346" y="352"/>
                        </a:lnTo>
                        <a:lnTo>
                          <a:pt x="365" y="384"/>
                        </a:lnTo>
                        <a:lnTo>
                          <a:pt x="378" y="135"/>
                        </a:lnTo>
                        <a:lnTo>
                          <a:pt x="391" y="301"/>
                        </a:lnTo>
                        <a:lnTo>
                          <a:pt x="384" y="519"/>
                        </a:lnTo>
                        <a:lnTo>
                          <a:pt x="404" y="679"/>
                        </a:lnTo>
                        <a:lnTo>
                          <a:pt x="429" y="628"/>
                        </a:lnTo>
                        <a:lnTo>
                          <a:pt x="442" y="480"/>
                        </a:lnTo>
                        <a:lnTo>
                          <a:pt x="455" y="391"/>
                        </a:lnTo>
                        <a:lnTo>
                          <a:pt x="436" y="506"/>
                        </a:lnTo>
                        <a:lnTo>
                          <a:pt x="461" y="352"/>
                        </a:lnTo>
                        <a:lnTo>
                          <a:pt x="474" y="455"/>
                        </a:lnTo>
                        <a:lnTo>
                          <a:pt x="493" y="519"/>
                        </a:lnTo>
                        <a:lnTo>
                          <a:pt x="512" y="410"/>
                        </a:lnTo>
                        <a:lnTo>
                          <a:pt x="532" y="186"/>
                        </a:lnTo>
                        <a:lnTo>
                          <a:pt x="544" y="231"/>
                        </a:lnTo>
                        <a:lnTo>
                          <a:pt x="570" y="148"/>
                        </a:lnTo>
                        <a:lnTo>
                          <a:pt x="576" y="301"/>
                        </a:lnTo>
                        <a:lnTo>
                          <a:pt x="576" y="730"/>
                        </a:lnTo>
                        <a:lnTo>
                          <a:pt x="647" y="0"/>
                        </a:lnTo>
                        <a:lnTo>
                          <a:pt x="647" y="250"/>
                        </a:lnTo>
                        <a:lnTo>
                          <a:pt x="660" y="333"/>
                        </a:lnTo>
                        <a:lnTo>
                          <a:pt x="685" y="192"/>
                        </a:lnTo>
                        <a:lnTo>
                          <a:pt x="711" y="340"/>
                        </a:lnTo>
                        <a:lnTo>
                          <a:pt x="698" y="429"/>
                        </a:lnTo>
                        <a:lnTo>
                          <a:pt x="717" y="461"/>
                        </a:lnTo>
                      </a:path>
                    </a:pathLst>
                  </a:custGeom>
                  <a:noFill/>
                  <a:ln w="9525">
                    <a:solidFill>
                      <a:srgbClr val="FF0000"/>
                    </a:solidFill>
                    <a:round/>
                    <a:headEnd/>
                    <a:tailEnd/>
                  </a:ln>
                </p:spPr>
                <p:txBody>
                  <a:bodyPr/>
                  <a:lstStyle/>
                  <a:p>
                    <a:endParaRPr lang="en-GB" sz="1600"/>
                  </a:p>
                </p:txBody>
              </p:sp>
            </p:grpSp>
            <p:grpSp>
              <p:nvGrpSpPr>
                <p:cNvPr id="22" name="Group 111"/>
                <p:cNvGrpSpPr>
                  <a:grpSpLocks/>
                </p:cNvGrpSpPr>
                <p:nvPr/>
              </p:nvGrpSpPr>
              <p:grpSpPr bwMode="auto">
                <a:xfrm flipH="1">
                  <a:off x="3986" y="1092"/>
                  <a:ext cx="590" cy="801"/>
                  <a:chOff x="3462" y="1100"/>
                  <a:chExt cx="1549" cy="801"/>
                </a:xfrm>
              </p:grpSpPr>
              <p:sp>
                <p:nvSpPr>
                  <p:cNvPr id="14655" name="Freeform 112"/>
                  <p:cNvSpPr>
                    <a:spLocks/>
                  </p:cNvSpPr>
                  <p:nvPr/>
                </p:nvSpPr>
                <p:spPr bwMode="auto">
                  <a:xfrm>
                    <a:off x="3462" y="1126"/>
                    <a:ext cx="313" cy="756"/>
                  </a:xfrm>
                  <a:custGeom>
                    <a:avLst/>
                    <a:gdLst>
                      <a:gd name="T0" fmla="*/ 0 w 717"/>
                      <a:gd name="T1" fmla="*/ 756 h 756"/>
                      <a:gd name="T2" fmla="*/ 4 w 717"/>
                      <a:gd name="T3" fmla="*/ 167 h 756"/>
                      <a:gd name="T4" fmla="*/ 5 w 717"/>
                      <a:gd name="T5" fmla="*/ 384 h 756"/>
                      <a:gd name="T6" fmla="*/ 7 w 717"/>
                      <a:gd name="T7" fmla="*/ 103 h 756"/>
                      <a:gd name="T8" fmla="*/ 10 w 717"/>
                      <a:gd name="T9" fmla="*/ 519 h 756"/>
                      <a:gd name="T10" fmla="*/ 11 w 717"/>
                      <a:gd name="T11" fmla="*/ 487 h 756"/>
                      <a:gd name="T12" fmla="*/ 11 w 717"/>
                      <a:gd name="T13" fmla="*/ 359 h 756"/>
                      <a:gd name="T14" fmla="*/ 14 w 717"/>
                      <a:gd name="T15" fmla="*/ 71 h 756"/>
                      <a:gd name="T16" fmla="*/ 16 w 717"/>
                      <a:gd name="T17" fmla="*/ 244 h 756"/>
                      <a:gd name="T18" fmla="*/ 17 w 717"/>
                      <a:gd name="T19" fmla="*/ 96 h 756"/>
                      <a:gd name="T20" fmla="*/ 18 w 717"/>
                      <a:gd name="T21" fmla="*/ 615 h 756"/>
                      <a:gd name="T22" fmla="*/ 21 w 717"/>
                      <a:gd name="T23" fmla="*/ 397 h 756"/>
                      <a:gd name="T24" fmla="*/ 24 w 717"/>
                      <a:gd name="T25" fmla="*/ 519 h 756"/>
                      <a:gd name="T26" fmla="*/ 25 w 717"/>
                      <a:gd name="T27" fmla="*/ 308 h 756"/>
                      <a:gd name="T28" fmla="*/ 28 w 717"/>
                      <a:gd name="T29" fmla="*/ 442 h 756"/>
                      <a:gd name="T30" fmla="*/ 29 w 717"/>
                      <a:gd name="T31" fmla="*/ 352 h 756"/>
                      <a:gd name="T32" fmla="*/ 30 w 717"/>
                      <a:gd name="T33" fmla="*/ 384 h 756"/>
                      <a:gd name="T34" fmla="*/ 31 w 717"/>
                      <a:gd name="T35" fmla="*/ 135 h 756"/>
                      <a:gd name="T36" fmla="*/ 33 w 717"/>
                      <a:gd name="T37" fmla="*/ 301 h 756"/>
                      <a:gd name="T38" fmla="*/ 32 w 717"/>
                      <a:gd name="T39" fmla="*/ 519 h 756"/>
                      <a:gd name="T40" fmla="*/ 34 w 717"/>
                      <a:gd name="T41" fmla="*/ 679 h 756"/>
                      <a:gd name="T42" fmla="*/ 36 w 717"/>
                      <a:gd name="T43" fmla="*/ 628 h 756"/>
                      <a:gd name="T44" fmla="*/ 37 w 717"/>
                      <a:gd name="T45" fmla="*/ 480 h 756"/>
                      <a:gd name="T46" fmla="*/ 38 w 717"/>
                      <a:gd name="T47" fmla="*/ 391 h 756"/>
                      <a:gd name="T48" fmla="*/ 36 w 717"/>
                      <a:gd name="T49" fmla="*/ 506 h 756"/>
                      <a:gd name="T50" fmla="*/ 38 w 717"/>
                      <a:gd name="T51" fmla="*/ 352 h 756"/>
                      <a:gd name="T52" fmla="*/ 39 w 717"/>
                      <a:gd name="T53" fmla="*/ 455 h 756"/>
                      <a:gd name="T54" fmla="*/ 41 w 717"/>
                      <a:gd name="T55" fmla="*/ 519 h 756"/>
                      <a:gd name="T56" fmla="*/ 43 w 717"/>
                      <a:gd name="T57" fmla="*/ 410 h 756"/>
                      <a:gd name="T58" fmla="*/ 44 w 717"/>
                      <a:gd name="T59" fmla="*/ 186 h 756"/>
                      <a:gd name="T60" fmla="*/ 45 w 717"/>
                      <a:gd name="T61" fmla="*/ 231 h 756"/>
                      <a:gd name="T62" fmla="*/ 48 w 717"/>
                      <a:gd name="T63" fmla="*/ 148 h 756"/>
                      <a:gd name="T64" fmla="*/ 48 w 717"/>
                      <a:gd name="T65" fmla="*/ 301 h 756"/>
                      <a:gd name="T66" fmla="*/ 48 w 717"/>
                      <a:gd name="T67" fmla="*/ 730 h 756"/>
                      <a:gd name="T68" fmla="*/ 54 w 717"/>
                      <a:gd name="T69" fmla="*/ 0 h 756"/>
                      <a:gd name="T70" fmla="*/ 54 w 717"/>
                      <a:gd name="T71" fmla="*/ 250 h 756"/>
                      <a:gd name="T72" fmla="*/ 55 w 717"/>
                      <a:gd name="T73" fmla="*/ 333 h 756"/>
                      <a:gd name="T74" fmla="*/ 57 w 717"/>
                      <a:gd name="T75" fmla="*/ 192 h 756"/>
                      <a:gd name="T76" fmla="*/ 59 w 717"/>
                      <a:gd name="T77" fmla="*/ 340 h 756"/>
                      <a:gd name="T78" fmla="*/ 58 w 717"/>
                      <a:gd name="T79" fmla="*/ 429 h 756"/>
                      <a:gd name="T80" fmla="*/ 60 w 717"/>
                      <a:gd name="T81" fmla="*/ 461 h 756"/>
                      <a:gd name="T82" fmla="*/ 0 60000 65536"/>
                      <a:gd name="T83" fmla="*/ 0 60000 65536"/>
                      <a:gd name="T84" fmla="*/ 0 60000 65536"/>
                      <a:gd name="T85" fmla="*/ 0 60000 65536"/>
                      <a:gd name="T86" fmla="*/ 0 60000 65536"/>
                      <a:gd name="T87" fmla="*/ 0 60000 65536"/>
                      <a:gd name="T88" fmla="*/ 0 60000 65536"/>
                      <a:gd name="T89" fmla="*/ 0 60000 65536"/>
                      <a:gd name="T90" fmla="*/ 0 60000 65536"/>
                      <a:gd name="T91" fmla="*/ 0 60000 65536"/>
                      <a:gd name="T92" fmla="*/ 0 60000 65536"/>
                      <a:gd name="T93" fmla="*/ 0 60000 65536"/>
                      <a:gd name="T94" fmla="*/ 0 60000 65536"/>
                      <a:gd name="T95" fmla="*/ 0 60000 65536"/>
                      <a:gd name="T96" fmla="*/ 0 60000 65536"/>
                      <a:gd name="T97" fmla="*/ 0 60000 65536"/>
                      <a:gd name="T98" fmla="*/ 0 60000 65536"/>
                      <a:gd name="T99" fmla="*/ 0 60000 65536"/>
                      <a:gd name="T100" fmla="*/ 0 60000 65536"/>
                      <a:gd name="T101" fmla="*/ 0 60000 65536"/>
                      <a:gd name="T102" fmla="*/ 0 60000 65536"/>
                      <a:gd name="T103" fmla="*/ 0 60000 65536"/>
                      <a:gd name="T104" fmla="*/ 0 60000 65536"/>
                      <a:gd name="T105" fmla="*/ 0 60000 65536"/>
                      <a:gd name="T106" fmla="*/ 0 60000 65536"/>
                      <a:gd name="T107" fmla="*/ 0 60000 65536"/>
                      <a:gd name="T108" fmla="*/ 0 60000 65536"/>
                      <a:gd name="T109" fmla="*/ 0 60000 65536"/>
                      <a:gd name="T110" fmla="*/ 0 60000 65536"/>
                      <a:gd name="T111" fmla="*/ 0 60000 65536"/>
                      <a:gd name="T112" fmla="*/ 0 60000 65536"/>
                      <a:gd name="T113" fmla="*/ 0 60000 65536"/>
                      <a:gd name="T114" fmla="*/ 0 60000 65536"/>
                      <a:gd name="T115" fmla="*/ 0 60000 65536"/>
                      <a:gd name="T116" fmla="*/ 0 60000 65536"/>
                      <a:gd name="T117" fmla="*/ 0 60000 65536"/>
                      <a:gd name="T118" fmla="*/ 0 60000 65536"/>
                      <a:gd name="T119" fmla="*/ 0 60000 65536"/>
                      <a:gd name="T120" fmla="*/ 0 60000 65536"/>
                      <a:gd name="T121" fmla="*/ 0 60000 65536"/>
                      <a:gd name="T122" fmla="*/ 0 60000 65536"/>
                      <a:gd name="T123" fmla="*/ 0 w 717"/>
                      <a:gd name="T124" fmla="*/ 0 h 756"/>
                      <a:gd name="T125" fmla="*/ 717 w 717"/>
                      <a:gd name="T126" fmla="*/ 756 h 756"/>
                    </a:gdLst>
                    <a:ahLst/>
                    <a:cxnLst>
                      <a:cxn ang="T82">
                        <a:pos x="T0" y="T1"/>
                      </a:cxn>
                      <a:cxn ang="T83">
                        <a:pos x="T2" y="T3"/>
                      </a:cxn>
                      <a:cxn ang="T84">
                        <a:pos x="T4" y="T5"/>
                      </a:cxn>
                      <a:cxn ang="T85">
                        <a:pos x="T6" y="T7"/>
                      </a:cxn>
                      <a:cxn ang="T86">
                        <a:pos x="T8" y="T9"/>
                      </a:cxn>
                      <a:cxn ang="T87">
                        <a:pos x="T10" y="T11"/>
                      </a:cxn>
                      <a:cxn ang="T88">
                        <a:pos x="T12" y="T13"/>
                      </a:cxn>
                      <a:cxn ang="T89">
                        <a:pos x="T14" y="T15"/>
                      </a:cxn>
                      <a:cxn ang="T90">
                        <a:pos x="T16" y="T17"/>
                      </a:cxn>
                      <a:cxn ang="T91">
                        <a:pos x="T18" y="T19"/>
                      </a:cxn>
                      <a:cxn ang="T92">
                        <a:pos x="T20" y="T21"/>
                      </a:cxn>
                      <a:cxn ang="T93">
                        <a:pos x="T22" y="T23"/>
                      </a:cxn>
                      <a:cxn ang="T94">
                        <a:pos x="T24" y="T25"/>
                      </a:cxn>
                      <a:cxn ang="T95">
                        <a:pos x="T26" y="T27"/>
                      </a:cxn>
                      <a:cxn ang="T96">
                        <a:pos x="T28" y="T29"/>
                      </a:cxn>
                      <a:cxn ang="T97">
                        <a:pos x="T30" y="T31"/>
                      </a:cxn>
                      <a:cxn ang="T98">
                        <a:pos x="T32" y="T33"/>
                      </a:cxn>
                      <a:cxn ang="T99">
                        <a:pos x="T34" y="T35"/>
                      </a:cxn>
                      <a:cxn ang="T100">
                        <a:pos x="T36" y="T37"/>
                      </a:cxn>
                      <a:cxn ang="T101">
                        <a:pos x="T38" y="T39"/>
                      </a:cxn>
                      <a:cxn ang="T102">
                        <a:pos x="T40" y="T41"/>
                      </a:cxn>
                      <a:cxn ang="T103">
                        <a:pos x="T42" y="T43"/>
                      </a:cxn>
                      <a:cxn ang="T104">
                        <a:pos x="T44" y="T45"/>
                      </a:cxn>
                      <a:cxn ang="T105">
                        <a:pos x="T46" y="T47"/>
                      </a:cxn>
                      <a:cxn ang="T106">
                        <a:pos x="T48" y="T49"/>
                      </a:cxn>
                      <a:cxn ang="T107">
                        <a:pos x="T50" y="T51"/>
                      </a:cxn>
                      <a:cxn ang="T108">
                        <a:pos x="T52" y="T53"/>
                      </a:cxn>
                      <a:cxn ang="T109">
                        <a:pos x="T54" y="T55"/>
                      </a:cxn>
                      <a:cxn ang="T110">
                        <a:pos x="T56" y="T57"/>
                      </a:cxn>
                      <a:cxn ang="T111">
                        <a:pos x="T58" y="T59"/>
                      </a:cxn>
                      <a:cxn ang="T112">
                        <a:pos x="T60" y="T61"/>
                      </a:cxn>
                      <a:cxn ang="T113">
                        <a:pos x="T62" y="T63"/>
                      </a:cxn>
                      <a:cxn ang="T114">
                        <a:pos x="T64" y="T65"/>
                      </a:cxn>
                      <a:cxn ang="T115">
                        <a:pos x="T66" y="T67"/>
                      </a:cxn>
                      <a:cxn ang="T116">
                        <a:pos x="T68" y="T69"/>
                      </a:cxn>
                      <a:cxn ang="T117">
                        <a:pos x="T70" y="T71"/>
                      </a:cxn>
                      <a:cxn ang="T118">
                        <a:pos x="T72" y="T73"/>
                      </a:cxn>
                      <a:cxn ang="T119">
                        <a:pos x="T74" y="T75"/>
                      </a:cxn>
                      <a:cxn ang="T120">
                        <a:pos x="T76" y="T77"/>
                      </a:cxn>
                      <a:cxn ang="T121">
                        <a:pos x="T78" y="T79"/>
                      </a:cxn>
                      <a:cxn ang="T122">
                        <a:pos x="T80" y="T81"/>
                      </a:cxn>
                    </a:cxnLst>
                    <a:rect l="T123" t="T124" r="T125" b="T126"/>
                    <a:pathLst>
                      <a:path w="717" h="756">
                        <a:moveTo>
                          <a:pt x="0" y="756"/>
                        </a:moveTo>
                        <a:lnTo>
                          <a:pt x="52" y="167"/>
                        </a:lnTo>
                        <a:lnTo>
                          <a:pt x="64" y="384"/>
                        </a:lnTo>
                        <a:lnTo>
                          <a:pt x="90" y="103"/>
                        </a:lnTo>
                        <a:lnTo>
                          <a:pt x="116" y="519"/>
                        </a:lnTo>
                        <a:lnTo>
                          <a:pt x="135" y="487"/>
                        </a:lnTo>
                        <a:lnTo>
                          <a:pt x="135" y="359"/>
                        </a:lnTo>
                        <a:lnTo>
                          <a:pt x="167" y="71"/>
                        </a:lnTo>
                        <a:lnTo>
                          <a:pt x="192" y="244"/>
                        </a:lnTo>
                        <a:lnTo>
                          <a:pt x="205" y="96"/>
                        </a:lnTo>
                        <a:lnTo>
                          <a:pt x="218" y="615"/>
                        </a:lnTo>
                        <a:lnTo>
                          <a:pt x="244" y="397"/>
                        </a:lnTo>
                        <a:lnTo>
                          <a:pt x="282" y="519"/>
                        </a:lnTo>
                        <a:lnTo>
                          <a:pt x="308" y="308"/>
                        </a:lnTo>
                        <a:lnTo>
                          <a:pt x="333" y="442"/>
                        </a:lnTo>
                        <a:lnTo>
                          <a:pt x="346" y="352"/>
                        </a:lnTo>
                        <a:lnTo>
                          <a:pt x="365" y="384"/>
                        </a:lnTo>
                        <a:lnTo>
                          <a:pt x="378" y="135"/>
                        </a:lnTo>
                        <a:lnTo>
                          <a:pt x="391" y="301"/>
                        </a:lnTo>
                        <a:lnTo>
                          <a:pt x="384" y="519"/>
                        </a:lnTo>
                        <a:lnTo>
                          <a:pt x="404" y="679"/>
                        </a:lnTo>
                        <a:lnTo>
                          <a:pt x="429" y="628"/>
                        </a:lnTo>
                        <a:lnTo>
                          <a:pt x="442" y="480"/>
                        </a:lnTo>
                        <a:lnTo>
                          <a:pt x="455" y="391"/>
                        </a:lnTo>
                        <a:lnTo>
                          <a:pt x="436" y="506"/>
                        </a:lnTo>
                        <a:lnTo>
                          <a:pt x="461" y="352"/>
                        </a:lnTo>
                        <a:lnTo>
                          <a:pt x="474" y="455"/>
                        </a:lnTo>
                        <a:lnTo>
                          <a:pt x="493" y="519"/>
                        </a:lnTo>
                        <a:lnTo>
                          <a:pt x="512" y="410"/>
                        </a:lnTo>
                        <a:lnTo>
                          <a:pt x="532" y="186"/>
                        </a:lnTo>
                        <a:lnTo>
                          <a:pt x="544" y="231"/>
                        </a:lnTo>
                        <a:lnTo>
                          <a:pt x="570" y="148"/>
                        </a:lnTo>
                        <a:lnTo>
                          <a:pt x="576" y="301"/>
                        </a:lnTo>
                        <a:lnTo>
                          <a:pt x="576" y="730"/>
                        </a:lnTo>
                        <a:lnTo>
                          <a:pt x="647" y="0"/>
                        </a:lnTo>
                        <a:lnTo>
                          <a:pt x="647" y="250"/>
                        </a:lnTo>
                        <a:lnTo>
                          <a:pt x="660" y="333"/>
                        </a:lnTo>
                        <a:lnTo>
                          <a:pt x="685" y="192"/>
                        </a:lnTo>
                        <a:lnTo>
                          <a:pt x="711" y="340"/>
                        </a:lnTo>
                        <a:lnTo>
                          <a:pt x="698" y="429"/>
                        </a:lnTo>
                        <a:lnTo>
                          <a:pt x="717" y="461"/>
                        </a:lnTo>
                      </a:path>
                    </a:pathLst>
                  </a:custGeom>
                  <a:noFill/>
                  <a:ln w="9525">
                    <a:solidFill>
                      <a:srgbClr val="FF0000"/>
                    </a:solidFill>
                    <a:round/>
                    <a:headEnd/>
                    <a:tailEnd/>
                  </a:ln>
                </p:spPr>
                <p:txBody>
                  <a:bodyPr/>
                  <a:lstStyle/>
                  <a:p>
                    <a:endParaRPr lang="en-GB" sz="1600"/>
                  </a:p>
                </p:txBody>
              </p:sp>
              <p:sp>
                <p:nvSpPr>
                  <p:cNvPr id="14656" name="Freeform 113"/>
                  <p:cNvSpPr>
                    <a:spLocks/>
                  </p:cNvSpPr>
                  <p:nvPr/>
                </p:nvSpPr>
                <p:spPr bwMode="auto">
                  <a:xfrm flipH="1" flipV="1">
                    <a:off x="3770" y="1145"/>
                    <a:ext cx="313" cy="756"/>
                  </a:xfrm>
                  <a:custGeom>
                    <a:avLst/>
                    <a:gdLst>
                      <a:gd name="T0" fmla="*/ 0 w 717"/>
                      <a:gd name="T1" fmla="*/ 756 h 756"/>
                      <a:gd name="T2" fmla="*/ 4 w 717"/>
                      <a:gd name="T3" fmla="*/ 167 h 756"/>
                      <a:gd name="T4" fmla="*/ 5 w 717"/>
                      <a:gd name="T5" fmla="*/ 384 h 756"/>
                      <a:gd name="T6" fmla="*/ 7 w 717"/>
                      <a:gd name="T7" fmla="*/ 103 h 756"/>
                      <a:gd name="T8" fmla="*/ 10 w 717"/>
                      <a:gd name="T9" fmla="*/ 519 h 756"/>
                      <a:gd name="T10" fmla="*/ 11 w 717"/>
                      <a:gd name="T11" fmla="*/ 487 h 756"/>
                      <a:gd name="T12" fmla="*/ 11 w 717"/>
                      <a:gd name="T13" fmla="*/ 359 h 756"/>
                      <a:gd name="T14" fmla="*/ 14 w 717"/>
                      <a:gd name="T15" fmla="*/ 71 h 756"/>
                      <a:gd name="T16" fmla="*/ 16 w 717"/>
                      <a:gd name="T17" fmla="*/ 244 h 756"/>
                      <a:gd name="T18" fmla="*/ 17 w 717"/>
                      <a:gd name="T19" fmla="*/ 96 h 756"/>
                      <a:gd name="T20" fmla="*/ 18 w 717"/>
                      <a:gd name="T21" fmla="*/ 615 h 756"/>
                      <a:gd name="T22" fmla="*/ 21 w 717"/>
                      <a:gd name="T23" fmla="*/ 397 h 756"/>
                      <a:gd name="T24" fmla="*/ 24 w 717"/>
                      <a:gd name="T25" fmla="*/ 519 h 756"/>
                      <a:gd name="T26" fmla="*/ 25 w 717"/>
                      <a:gd name="T27" fmla="*/ 308 h 756"/>
                      <a:gd name="T28" fmla="*/ 28 w 717"/>
                      <a:gd name="T29" fmla="*/ 442 h 756"/>
                      <a:gd name="T30" fmla="*/ 29 w 717"/>
                      <a:gd name="T31" fmla="*/ 352 h 756"/>
                      <a:gd name="T32" fmla="*/ 30 w 717"/>
                      <a:gd name="T33" fmla="*/ 384 h 756"/>
                      <a:gd name="T34" fmla="*/ 31 w 717"/>
                      <a:gd name="T35" fmla="*/ 135 h 756"/>
                      <a:gd name="T36" fmla="*/ 33 w 717"/>
                      <a:gd name="T37" fmla="*/ 301 h 756"/>
                      <a:gd name="T38" fmla="*/ 32 w 717"/>
                      <a:gd name="T39" fmla="*/ 519 h 756"/>
                      <a:gd name="T40" fmla="*/ 34 w 717"/>
                      <a:gd name="T41" fmla="*/ 679 h 756"/>
                      <a:gd name="T42" fmla="*/ 36 w 717"/>
                      <a:gd name="T43" fmla="*/ 628 h 756"/>
                      <a:gd name="T44" fmla="*/ 37 w 717"/>
                      <a:gd name="T45" fmla="*/ 480 h 756"/>
                      <a:gd name="T46" fmla="*/ 38 w 717"/>
                      <a:gd name="T47" fmla="*/ 391 h 756"/>
                      <a:gd name="T48" fmla="*/ 36 w 717"/>
                      <a:gd name="T49" fmla="*/ 506 h 756"/>
                      <a:gd name="T50" fmla="*/ 38 w 717"/>
                      <a:gd name="T51" fmla="*/ 352 h 756"/>
                      <a:gd name="T52" fmla="*/ 39 w 717"/>
                      <a:gd name="T53" fmla="*/ 455 h 756"/>
                      <a:gd name="T54" fmla="*/ 41 w 717"/>
                      <a:gd name="T55" fmla="*/ 519 h 756"/>
                      <a:gd name="T56" fmla="*/ 43 w 717"/>
                      <a:gd name="T57" fmla="*/ 410 h 756"/>
                      <a:gd name="T58" fmla="*/ 44 w 717"/>
                      <a:gd name="T59" fmla="*/ 186 h 756"/>
                      <a:gd name="T60" fmla="*/ 45 w 717"/>
                      <a:gd name="T61" fmla="*/ 231 h 756"/>
                      <a:gd name="T62" fmla="*/ 48 w 717"/>
                      <a:gd name="T63" fmla="*/ 148 h 756"/>
                      <a:gd name="T64" fmla="*/ 48 w 717"/>
                      <a:gd name="T65" fmla="*/ 301 h 756"/>
                      <a:gd name="T66" fmla="*/ 48 w 717"/>
                      <a:gd name="T67" fmla="*/ 730 h 756"/>
                      <a:gd name="T68" fmla="*/ 54 w 717"/>
                      <a:gd name="T69" fmla="*/ 0 h 756"/>
                      <a:gd name="T70" fmla="*/ 54 w 717"/>
                      <a:gd name="T71" fmla="*/ 250 h 756"/>
                      <a:gd name="T72" fmla="*/ 55 w 717"/>
                      <a:gd name="T73" fmla="*/ 333 h 756"/>
                      <a:gd name="T74" fmla="*/ 57 w 717"/>
                      <a:gd name="T75" fmla="*/ 192 h 756"/>
                      <a:gd name="T76" fmla="*/ 59 w 717"/>
                      <a:gd name="T77" fmla="*/ 340 h 756"/>
                      <a:gd name="T78" fmla="*/ 58 w 717"/>
                      <a:gd name="T79" fmla="*/ 429 h 756"/>
                      <a:gd name="T80" fmla="*/ 60 w 717"/>
                      <a:gd name="T81" fmla="*/ 461 h 756"/>
                      <a:gd name="T82" fmla="*/ 0 60000 65536"/>
                      <a:gd name="T83" fmla="*/ 0 60000 65536"/>
                      <a:gd name="T84" fmla="*/ 0 60000 65536"/>
                      <a:gd name="T85" fmla="*/ 0 60000 65536"/>
                      <a:gd name="T86" fmla="*/ 0 60000 65536"/>
                      <a:gd name="T87" fmla="*/ 0 60000 65536"/>
                      <a:gd name="T88" fmla="*/ 0 60000 65536"/>
                      <a:gd name="T89" fmla="*/ 0 60000 65536"/>
                      <a:gd name="T90" fmla="*/ 0 60000 65536"/>
                      <a:gd name="T91" fmla="*/ 0 60000 65536"/>
                      <a:gd name="T92" fmla="*/ 0 60000 65536"/>
                      <a:gd name="T93" fmla="*/ 0 60000 65536"/>
                      <a:gd name="T94" fmla="*/ 0 60000 65536"/>
                      <a:gd name="T95" fmla="*/ 0 60000 65536"/>
                      <a:gd name="T96" fmla="*/ 0 60000 65536"/>
                      <a:gd name="T97" fmla="*/ 0 60000 65536"/>
                      <a:gd name="T98" fmla="*/ 0 60000 65536"/>
                      <a:gd name="T99" fmla="*/ 0 60000 65536"/>
                      <a:gd name="T100" fmla="*/ 0 60000 65536"/>
                      <a:gd name="T101" fmla="*/ 0 60000 65536"/>
                      <a:gd name="T102" fmla="*/ 0 60000 65536"/>
                      <a:gd name="T103" fmla="*/ 0 60000 65536"/>
                      <a:gd name="T104" fmla="*/ 0 60000 65536"/>
                      <a:gd name="T105" fmla="*/ 0 60000 65536"/>
                      <a:gd name="T106" fmla="*/ 0 60000 65536"/>
                      <a:gd name="T107" fmla="*/ 0 60000 65536"/>
                      <a:gd name="T108" fmla="*/ 0 60000 65536"/>
                      <a:gd name="T109" fmla="*/ 0 60000 65536"/>
                      <a:gd name="T110" fmla="*/ 0 60000 65536"/>
                      <a:gd name="T111" fmla="*/ 0 60000 65536"/>
                      <a:gd name="T112" fmla="*/ 0 60000 65536"/>
                      <a:gd name="T113" fmla="*/ 0 60000 65536"/>
                      <a:gd name="T114" fmla="*/ 0 60000 65536"/>
                      <a:gd name="T115" fmla="*/ 0 60000 65536"/>
                      <a:gd name="T116" fmla="*/ 0 60000 65536"/>
                      <a:gd name="T117" fmla="*/ 0 60000 65536"/>
                      <a:gd name="T118" fmla="*/ 0 60000 65536"/>
                      <a:gd name="T119" fmla="*/ 0 60000 65536"/>
                      <a:gd name="T120" fmla="*/ 0 60000 65536"/>
                      <a:gd name="T121" fmla="*/ 0 60000 65536"/>
                      <a:gd name="T122" fmla="*/ 0 60000 65536"/>
                      <a:gd name="T123" fmla="*/ 0 w 717"/>
                      <a:gd name="T124" fmla="*/ 0 h 756"/>
                      <a:gd name="T125" fmla="*/ 717 w 717"/>
                      <a:gd name="T126" fmla="*/ 756 h 756"/>
                    </a:gdLst>
                    <a:ahLst/>
                    <a:cxnLst>
                      <a:cxn ang="T82">
                        <a:pos x="T0" y="T1"/>
                      </a:cxn>
                      <a:cxn ang="T83">
                        <a:pos x="T2" y="T3"/>
                      </a:cxn>
                      <a:cxn ang="T84">
                        <a:pos x="T4" y="T5"/>
                      </a:cxn>
                      <a:cxn ang="T85">
                        <a:pos x="T6" y="T7"/>
                      </a:cxn>
                      <a:cxn ang="T86">
                        <a:pos x="T8" y="T9"/>
                      </a:cxn>
                      <a:cxn ang="T87">
                        <a:pos x="T10" y="T11"/>
                      </a:cxn>
                      <a:cxn ang="T88">
                        <a:pos x="T12" y="T13"/>
                      </a:cxn>
                      <a:cxn ang="T89">
                        <a:pos x="T14" y="T15"/>
                      </a:cxn>
                      <a:cxn ang="T90">
                        <a:pos x="T16" y="T17"/>
                      </a:cxn>
                      <a:cxn ang="T91">
                        <a:pos x="T18" y="T19"/>
                      </a:cxn>
                      <a:cxn ang="T92">
                        <a:pos x="T20" y="T21"/>
                      </a:cxn>
                      <a:cxn ang="T93">
                        <a:pos x="T22" y="T23"/>
                      </a:cxn>
                      <a:cxn ang="T94">
                        <a:pos x="T24" y="T25"/>
                      </a:cxn>
                      <a:cxn ang="T95">
                        <a:pos x="T26" y="T27"/>
                      </a:cxn>
                      <a:cxn ang="T96">
                        <a:pos x="T28" y="T29"/>
                      </a:cxn>
                      <a:cxn ang="T97">
                        <a:pos x="T30" y="T31"/>
                      </a:cxn>
                      <a:cxn ang="T98">
                        <a:pos x="T32" y="T33"/>
                      </a:cxn>
                      <a:cxn ang="T99">
                        <a:pos x="T34" y="T35"/>
                      </a:cxn>
                      <a:cxn ang="T100">
                        <a:pos x="T36" y="T37"/>
                      </a:cxn>
                      <a:cxn ang="T101">
                        <a:pos x="T38" y="T39"/>
                      </a:cxn>
                      <a:cxn ang="T102">
                        <a:pos x="T40" y="T41"/>
                      </a:cxn>
                      <a:cxn ang="T103">
                        <a:pos x="T42" y="T43"/>
                      </a:cxn>
                      <a:cxn ang="T104">
                        <a:pos x="T44" y="T45"/>
                      </a:cxn>
                      <a:cxn ang="T105">
                        <a:pos x="T46" y="T47"/>
                      </a:cxn>
                      <a:cxn ang="T106">
                        <a:pos x="T48" y="T49"/>
                      </a:cxn>
                      <a:cxn ang="T107">
                        <a:pos x="T50" y="T51"/>
                      </a:cxn>
                      <a:cxn ang="T108">
                        <a:pos x="T52" y="T53"/>
                      </a:cxn>
                      <a:cxn ang="T109">
                        <a:pos x="T54" y="T55"/>
                      </a:cxn>
                      <a:cxn ang="T110">
                        <a:pos x="T56" y="T57"/>
                      </a:cxn>
                      <a:cxn ang="T111">
                        <a:pos x="T58" y="T59"/>
                      </a:cxn>
                      <a:cxn ang="T112">
                        <a:pos x="T60" y="T61"/>
                      </a:cxn>
                      <a:cxn ang="T113">
                        <a:pos x="T62" y="T63"/>
                      </a:cxn>
                      <a:cxn ang="T114">
                        <a:pos x="T64" y="T65"/>
                      </a:cxn>
                      <a:cxn ang="T115">
                        <a:pos x="T66" y="T67"/>
                      </a:cxn>
                      <a:cxn ang="T116">
                        <a:pos x="T68" y="T69"/>
                      </a:cxn>
                      <a:cxn ang="T117">
                        <a:pos x="T70" y="T71"/>
                      </a:cxn>
                      <a:cxn ang="T118">
                        <a:pos x="T72" y="T73"/>
                      </a:cxn>
                      <a:cxn ang="T119">
                        <a:pos x="T74" y="T75"/>
                      </a:cxn>
                      <a:cxn ang="T120">
                        <a:pos x="T76" y="T77"/>
                      </a:cxn>
                      <a:cxn ang="T121">
                        <a:pos x="T78" y="T79"/>
                      </a:cxn>
                      <a:cxn ang="T122">
                        <a:pos x="T80" y="T81"/>
                      </a:cxn>
                    </a:cxnLst>
                    <a:rect l="T123" t="T124" r="T125" b="T126"/>
                    <a:pathLst>
                      <a:path w="717" h="756">
                        <a:moveTo>
                          <a:pt x="0" y="756"/>
                        </a:moveTo>
                        <a:lnTo>
                          <a:pt x="52" y="167"/>
                        </a:lnTo>
                        <a:lnTo>
                          <a:pt x="64" y="384"/>
                        </a:lnTo>
                        <a:lnTo>
                          <a:pt x="90" y="103"/>
                        </a:lnTo>
                        <a:lnTo>
                          <a:pt x="116" y="519"/>
                        </a:lnTo>
                        <a:lnTo>
                          <a:pt x="135" y="487"/>
                        </a:lnTo>
                        <a:lnTo>
                          <a:pt x="135" y="359"/>
                        </a:lnTo>
                        <a:lnTo>
                          <a:pt x="167" y="71"/>
                        </a:lnTo>
                        <a:lnTo>
                          <a:pt x="192" y="244"/>
                        </a:lnTo>
                        <a:lnTo>
                          <a:pt x="205" y="96"/>
                        </a:lnTo>
                        <a:lnTo>
                          <a:pt x="218" y="615"/>
                        </a:lnTo>
                        <a:lnTo>
                          <a:pt x="244" y="397"/>
                        </a:lnTo>
                        <a:lnTo>
                          <a:pt x="282" y="519"/>
                        </a:lnTo>
                        <a:lnTo>
                          <a:pt x="308" y="308"/>
                        </a:lnTo>
                        <a:lnTo>
                          <a:pt x="333" y="442"/>
                        </a:lnTo>
                        <a:lnTo>
                          <a:pt x="346" y="352"/>
                        </a:lnTo>
                        <a:lnTo>
                          <a:pt x="365" y="384"/>
                        </a:lnTo>
                        <a:lnTo>
                          <a:pt x="378" y="135"/>
                        </a:lnTo>
                        <a:lnTo>
                          <a:pt x="391" y="301"/>
                        </a:lnTo>
                        <a:lnTo>
                          <a:pt x="384" y="519"/>
                        </a:lnTo>
                        <a:lnTo>
                          <a:pt x="404" y="679"/>
                        </a:lnTo>
                        <a:lnTo>
                          <a:pt x="429" y="628"/>
                        </a:lnTo>
                        <a:lnTo>
                          <a:pt x="442" y="480"/>
                        </a:lnTo>
                        <a:lnTo>
                          <a:pt x="455" y="391"/>
                        </a:lnTo>
                        <a:lnTo>
                          <a:pt x="436" y="506"/>
                        </a:lnTo>
                        <a:lnTo>
                          <a:pt x="461" y="352"/>
                        </a:lnTo>
                        <a:lnTo>
                          <a:pt x="474" y="455"/>
                        </a:lnTo>
                        <a:lnTo>
                          <a:pt x="493" y="519"/>
                        </a:lnTo>
                        <a:lnTo>
                          <a:pt x="512" y="410"/>
                        </a:lnTo>
                        <a:lnTo>
                          <a:pt x="532" y="186"/>
                        </a:lnTo>
                        <a:lnTo>
                          <a:pt x="544" y="231"/>
                        </a:lnTo>
                        <a:lnTo>
                          <a:pt x="570" y="148"/>
                        </a:lnTo>
                        <a:lnTo>
                          <a:pt x="576" y="301"/>
                        </a:lnTo>
                        <a:lnTo>
                          <a:pt x="576" y="730"/>
                        </a:lnTo>
                        <a:lnTo>
                          <a:pt x="647" y="0"/>
                        </a:lnTo>
                        <a:lnTo>
                          <a:pt x="647" y="250"/>
                        </a:lnTo>
                        <a:lnTo>
                          <a:pt x="660" y="333"/>
                        </a:lnTo>
                        <a:lnTo>
                          <a:pt x="685" y="192"/>
                        </a:lnTo>
                        <a:lnTo>
                          <a:pt x="711" y="340"/>
                        </a:lnTo>
                        <a:lnTo>
                          <a:pt x="698" y="429"/>
                        </a:lnTo>
                        <a:lnTo>
                          <a:pt x="717" y="461"/>
                        </a:lnTo>
                      </a:path>
                    </a:pathLst>
                  </a:custGeom>
                  <a:noFill/>
                  <a:ln w="9525">
                    <a:solidFill>
                      <a:srgbClr val="FF0000"/>
                    </a:solidFill>
                    <a:round/>
                    <a:headEnd/>
                    <a:tailEnd/>
                  </a:ln>
                </p:spPr>
                <p:txBody>
                  <a:bodyPr/>
                  <a:lstStyle/>
                  <a:p>
                    <a:endParaRPr lang="en-GB" sz="1600"/>
                  </a:p>
                </p:txBody>
              </p:sp>
              <p:sp>
                <p:nvSpPr>
                  <p:cNvPr id="14657" name="Freeform 114"/>
                  <p:cNvSpPr>
                    <a:spLocks/>
                  </p:cNvSpPr>
                  <p:nvPr/>
                </p:nvSpPr>
                <p:spPr bwMode="auto">
                  <a:xfrm flipH="1">
                    <a:off x="4077" y="1119"/>
                    <a:ext cx="313" cy="756"/>
                  </a:xfrm>
                  <a:custGeom>
                    <a:avLst/>
                    <a:gdLst>
                      <a:gd name="T0" fmla="*/ 0 w 717"/>
                      <a:gd name="T1" fmla="*/ 756 h 756"/>
                      <a:gd name="T2" fmla="*/ 4 w 717"/>
                      <a:gd name="T3" fmla="*/ 167 h 756"/>
                      <a:gd name="T4" fmla="*/ 5 w 717"/>
                      <a:gd name="T5" fmla="*/ 384 h 756"/>
                      <a:gd name="T6" fmla="*/ 7 w 717"/>
                      <a:gd name="T7" fmla="*/ 103 h 756"/>
                      <a:gd name="T8" fmla="*/ 10 w 717"/>
                      <a:gd name="T9" fmla="*/ 519 h 756"/>
                      <a:gd name="T10" fmla="*/ 11 w 717"/>
                      <a:gd name="T11" fmla="*/ 487 h 756"/>
                      <a:gd name="T12" fmla="*/ 11 w 717"/>
                      <a:gd name="T13" fmla="*/ 359 h 756"/>
                      <a:gd name="T14" fmla="*/ 14 w 717"/>
                      <a:gd name="T15" fmla="*/ 71 h 756"/>
                      <a:gd name="T16" fmla="*/ 16 w 717"/>
                      <a:gd name="T17" fmla="*/ 244 h 756"/>
                      <a:gd name="T18" fmla="*/ 17 w 717"/>
                      <a:gd name="T19" fmla="*/ 96 h 756"/>
                      <a:gd name="T20" fmla="*/ 18 w 717"/>
                      <a:gd name="T21" fmla="*/ 615 h 756"/>
                      <a:gd name="T22" fmla="*/ 21 w 717"/>
                      <a:gd name="T23" fmla="*/ 397 h 756"/>
                      <a:gd name="T24" fmla="*/ 24 w 717"/>
                      <a:gd name="T25" fmla="*/ 519 h 756"/>
                      <a:gd name="T26" fmla="*/ 25 w 717"/>
                      <a:gd name="T27" fmla="*/ 308 h 756"/>
                      <a:gd name="T28" fmla="*/ 28 w 717"/>
                      <a:gd name="T29" fmla="*/ 442 h 756"/>
                      <a:gd name="T30" fmla="*/ 29 w 717"/>
                      <a:gd name="T31" fmla="*/ 352 h 756"/>
                      <a:gd name="T32" fmla="*/ 30 w 717"/>
                      <a:gd name="T33" fmla="*/ 384 h 756"/>
                      <a:gd name="T34" fmla="*/ 31 w 717"/>
                      <a:gd name="T35" fmla="*/ 135 h 756"/>
                      <a:gd name="T36" fmla="*/ 33 w 717"/>
                      <a:gd name="T37" fmla="*/ 301 h 756"/>
                      <a:gd name="T38" fmla="*/ 32 w 717"/>
                      <a:gd name="T39" fmla="*/ 519 h 756"/>
                      <a:gd name="T40" fmla="*/ 34 w 717"/>
                      <a:gd name="T41" fmla="*/ 679 h 756"/>
                      <a:gd name="T42" fmla="*/ 36 w 717"/>
                      <a:gd name="T43" fmla="*/ 628 h 756"/>
                      <a:gd name="T44" fmla="*/ 37 w 717"/>
                      <a:gd name="T45" fmla="*/ 480 h 756"/>
                      <a:gd name="T46" fmla="*/ 38 w 717"/>
                      <a:gd name="T47" fmla="*/ 391 h 756"/>
                      <a:gd name="T48" fmla="*/ 36 w 717"/>
                      <a:gd name="T49" fmla="*/ 506 h 756"/>
                      <a:gd name="T50" fmla="*/ 38 w 717"/>
                      <a:gd name="T51" fmla="*/ 352 h 756"/>
                      <a:gd name="T52" fmla="*/ 39 w 717"/>
                      <a:gd name="T53" fmla="*/ 455 h 756"/>
                      <a:gd name="T54" fmla="*/ 41 w 717"/>
                      <a:gd name="T55" fmla="*/ 519 h 756"/>
                      <a:gd name="T56" fmla="*/ 43 w 717"/>
                      <a:gd name="T57" fmla="*/ 410 h 756"/>
                      <a:gd name="T58" fmla="*/ 44 w 717"/>
                      <a:gd name="T59" fmla="*/ 186 h 756"/>
                      <a:gd name="T60" fmla="*/ 45 w 717"/>
                      <a:gd name="T61" fmla="*/ 231 h 756"/>
                      <a:gd name="T62" fmla="*/ 48 w 717"/>
                      <a:gd name="T63" fmla="*/ 148 h 756"/>
                      <a:gd name="T64" fmla="*/ 48 w 717"/>
                      <a:gd name="T65" fmla="*/ 301 h 756"/>
                      <a:gd name="T66" fmla="*/ 48 w 717"/>
                      <a:gd name="T67" fmla="*/ 730 h 756"/>
                      <a:gd name="T68" fmla="*/ 54 w 717"/>
                      <a:gd name="T69" fmla="*/ 0 h 756"/>
                      <a:gd name="T70" fmla="*/ 54 w 717"/>
                      <a:gd name="T71" fmla="*/ 250 h 756"/>
                      <a:gd name="T72" fmla="*/ 55 w 717"/>
                      <a:gd name="T73" fmla="*/ 333 h 756"/>
                      <a:gd name="T74" fmla="*/ 57 w 717"/>
                      <a:gd name="T75" fmla="*/ 192 h 756"/>
                      <a:gd name="T76" fmla="*/ 59 w 717"/>
                      <a:gd name="T77" fmla="*/ 340 h 756"/>
                      <a:gd name="T78" fmla="*/ 58 w 717"/>
                      <a:gd name="T79" fmla="*/ 429 h 756"/>
                      <a:gd name="T80" fmla="*/ 60 w 717"/>
                      <a:gd name="T81" fmla="*/ 461 h 756"/>
                      <a:gd name="T82" fmla="*/ 0 60000 65536"/>
                      <a:gd name="T83" fmla="*/ 0 60000 65536"/>
                      <a:gd name="T84" fmla="*/ 0 60000 65536"/>
                      <a:gd name="T85" fmla="*/ 0 60000 65536"/>
                      <a:gd name="T86" fmla="*/ 0 60000 65536"/>
                      <a:gd name="T87" fmla="*/ 0 60000 65536"/>
                      <a:gd name="T88" fmla="*/ 0 60000 65536"/>
                      <a:gd name="T89" fmla="*/ 0 60000 65536"/>
                      <a:gd name="T90" fmla="*/ 0 60000 65536"/>
                      <a:gd name="T91" fmla="*/ 0 60000 65536"/>
                      <a:gd name="T92" fmla="*/ 0 60000 65536"/>
                      <a:gd name="T93" fmla="*/ 0 60000 65536"/>
                      <a:gd name="T94" fmla="*/ 0 60000 65536"/>
                      <a:gd name="T95" fmla="*/ 0 60000 65536"/>
                      <a:gd name="T96" fmla="*/ 0 60000 65536"/>
                      <a:gd name="T97" fmla="*/ 0 60000 65536"/>
                      <a:gd name="T98" fmla="*/ 0 60000 65536"/>
                      <a:gd name="T99" fmla="*/ 0 60000 65536"/>
                      <a:gd name="T100" fmla="*/ 0 60000 65536"/>
                      <a:gd name="T101" fmla="*/ 0 60000 65536"/>
                      <a:gd name="T102" fmla="*/ 0 60000 65536"/>
                      <a:gd name="T103" fmla="*/ 0 60000 65536"/>
                      <a:gd name="T104" fmla="*/ 0 60000 65536"/>
                      <a:gd name="T105" fmla="*/ 0 60000 65536"/>
                      <a:gd name="T106" fmla="*/ 0 60000 65536"/>
                      <a:gd name="T107" fmla="*/ 0 60000 65536"/>
                      <a:gd name="T108" fmla="*/ 0 60000 65536"/>
                      <a:gd name="T109" fmla="*/ 0 60000 65536"/>
                      <a:gd name="T110" fmla="*/ 0 60000 65536"/>
                      <a:gd name="T111" fmla="*/ 0 60000 65536"/>
                      <a:gd name="T112" fmla="*/ 0 60000 65536"/>
                      <a:gd name="T113" fmla="*/ 0 60000 65536"/>
                      <a:gd name="T114" fmla="*/ 0 60000 65536"/>
                      <a:gd name="T115" fmla="*/ 0 60000 65536"/>
                      <a:gd name="T116" fmla="*/ 0 60000 65536"/>
                      <a:gd name="T117" fmla="*/ 0 60000 65536"/>
                      <a:gd name="T118" fmla="*/ 0 60000 65536"/>
                      <a:gd name="T119" fmla="*/ 0 60000 65536"/>
                      <a:gd name="T120" fmla="*/ 0 60000 65536"/>
                      <a:gd name="T121" fmla="*/ 0 60000 65536"/>
                      <a:gd name="T122" fmla="*/ 0 60000 65536"/>
                      <a:gd name="T123" fmla="*/ 0 w 717"/>
                      <a:gd name="T124" fmla="*/ 0 h 756"/>
                      <a:gd name="T125" fmla="*/ 717 w 717"/>
                      <a:gd name="T126" fmla="*/ 756 h 756"/>
                    </a:gdLst>
                    <a:ahLst/>
                    <a:cxnLst>
                      <a:cxn ang="T82">
                        <a:pos x="T0" y="T1"/>
                      </a:cxn>
                      <a:cxn ang="T83">
                        <a:pos x="T2" y="T3"/>
                      </a:cxn>
                      <a:cxn ang="T84">
                        <a:pos x="T4" y="T5"/>
                      </a:cxn>
                      <a:cxn ang="T85">
                        <a:pos x="T6" y="T7"/>
                      </a:cxn>
                      <a:cxn ang="T86">
                        <a:pos x="T8" y="T9"/>
                      </a:cxn>
                      <a:cxn ang="T87">
                        <a:pos x="T10" y="T11"/>
                      </a:cxn>
                      <a:cxn ang="T88">
                        <a:pos x="T12" y="T13"/>
                      </a:cxn>
                      <a:cxn ang="T89">
                        <a:pos x="T14" y="T15"/>
                      </a:cxn>
                      <a:cxn ang="T90">
                        <a:pos x="T16" y="T17"/>
                      </a:cxn>
                      <a:cxn ang="T91">
                        <a:pos x="T18" y="T19"/>
                      </a:cxn>
                      <a:cxn ang="T92">
                        <a:pos x="T20" y="T21"/>
                      </a:cxn>
                      <a:cxn ang="T93">
                        <a:pos x="T22" y="T23"/>
                      </a:cxn>
                      <a:cxn ang="T94">
                        <a:pos x="T24" y="T25"/>
                      </a:cxn>
                      <a:cxn ang="T95">
                        <a:pos x="T26" y="T27"/>
                      </a:cxn>
                      <a:cxn ang="T96">
                        <a:pos x="T28" y="T29"/>
                      </a:cxn>
                      <a:cxn ang="T97">
                        <a:pos x="T30" y="T31"/>
                      </a:cxn>
                      <a:cxn ang="T98">
                        <a:pos x="T32" y="T33"/>
                      </a:cxn>
                      <a:cxn ang="T99">
                        <a:pos x="T34" y="T35"/>
                      </a:cxn>
                      <a:cxn ang="T100">
                        <a:pos x="T36" y="T37"/>
                      </a:cxn>
                      <a:cxn ang="T101">
                        <a:pos x="T38" y="T39"/>
                      </a:cxn>
                      <a:cxn ang="T102">
                        <a:pos x="T40" y="T41"/>
                      </a:cxn>
                      <a:cxn ang="T103">
                        <a:pos x="T42" y="T43"/>
                      </a:cxn>
                      <a:cxn ang="T104">
                        <a:pos x="T44" y="T45"/>
                      </a:cxn>
                      <a:cxn ang="T105">
                        <a:pos x="T46" y="T47"/>
                      </a:cxn>
                      <a:cxn ang="T106">
                        <a:pos x="T48" y="T49"/>
                      </a:cxn>
                      <a:cxn ang="T107">
                        <a:pos x="T50" y="T51"/>
                      </a:cxn>
                      <a:cxn ang="T108">
                        <a:pos x="T52" y="T53"/>
                      </a:cxn>
                      <a:cxn ang="T109">
                        <a:pos x="T54" y="T55"/>
                      </a:cxn>
                      <a:cxn ang="T110">
                        <a:pos x="T56" y="T57"/>
                      </a:cxn>
                      <a:cxn ang="T111">
                        <a:pos x="T58" y="T59"/>
                      </a:cxn>
                      <a:cxn ang="T112">
                        <a:pos x="T60" y="T61"/>
                      </a:cxn>
                      <a:cxn ang="T113">
                        <a:pos x="T62" y="T63"/>
                      </a:cxn>
                      <a:cxn ang="T114">
                        <a:pos x="T64" y="T65"/>
                      </a:cxn>
                      <a:cxn ang="T115">
                        <a:pos x="T66" y="T67"/>
                      </a:cxn>
                      <a:cxn ang="T116">
                        <a:pos x="T68" y="T69"/>
                      </a:cxn>
                      <a:cxn ang="T117">
                        <a:pos x="T70" y="T71"/>
                      </a:cxn>
                      <a:cxn ang="T118">
                        <a:pos x="T72" y="T73"/>
                      </a:cxn>
                      <a:cxn ang="T119">
                        <a:pos x="T74" y="T75"/>
                      </a:cxn>
                      <a:cxn ang="T120">
                        <a:pos x="T76" y="T77"/>
                      </a:cxn>
                      <a:cxn ang="T121">
                        <a:pos x="T78" y="T79"/>
                      </a:cxn>
                      <a:cxn ang="T122">
                        <a:pos x="T80" y="T81"/>
                      </a:cxn>
                    </a:cxnLst>
                    <a:rect l="T123" t="T124" r="T125" b="T126"/>
                    <a:pathLst>
                      <a:path w="717" h="756">
                        <a:moveTo>
                          <a:pt x="0" y="756"/>
                        </a:moveTo>
                        <a:lnTo>
                          <a:pt x="52" y="167"/>
                        </a:lnTo>
                        <a:lnTo>
                          <a:pt x="64" y="384"/>
                        </a:lnTo>
                        <a:lnTo>
                          <a:pt x="90" y="103"/>
                        </a:lnTo>
                        <a:lnTo>
                          <a:pt x="116" y="519"/>
                        </a:lnTo>
                        <a:lnTo>
                          <a:pt x="135" y="487"/>
                        </a:lnTo>
                        <a:lnTo>
                          <a:pt x="135" y="359"/>
                        </a:lnTo>
                        <a:lnTo>
                          <a:pt x="167" y="71"/>
                        </a:lnTo>
                        <a:lnTo>
                          <a:pt x="192" y="244"/>
                        </a:lnTo>
                        <a:lnTo>
                          <a:pt x="205" y="96"/>
                        </a:lnTo>
                        <a:lnTo>
                          <a:pt x="218" y="615"/>
                        </a:lnTo>
                        <a:lnTo>
                          <a:pt x="244" y="397"/>
                        </a:lnTo>
                        <a:lnTo>
                          <a:pt x="282" y="519"/>
                        </a:lnTo>
                        <a:lnTo>
                          <a:pt x="308" y="308"/>
                        </a:lnTo>
                        <a:lnTo>
                          <a:pt x="333" y="442"/>
                        </a:lnTo>
                        <a:lnTo>
                          <a:pt x="346" y="352"/>
                        </a:lnTo>
                        <a:lnTo>
                          <a:pt x="365" y="384"/>
                        </a:lnTo>
                        <a:lnTo>
                          <a:pt x="378" y="135"/>
                        </a:lnTo>
                        <a:lnTo>
                          <a:pt x="391" y="301"/>
                        </a:lnTo>
                        <a:lnTo>
                          <a:pt x="384" y="519"/>
                        </a:lnTo>
                        <a:lnTo>
                          <a:pt x="404" y="679"/>
                        </a:lnTo>
                        <a:lnTo>
                          <a:pt x="429" y="628"/>
                        </a:lnTo>
                        <a:lnTo>
                          <a:pt x="442" y="480"/>
                        </a:lnTo>
                        <a:lnTo>
                          <a:pt x="455" y="391"/>
                        </a:lnTo>
                        <a:lnTo>
                          <a:pt x="436" y="506"/>
                        </a:lnTo>
                        <a:lnTo>
                          <a:pt x="461" y="352"/>
                        </a:lnTo>
                        <a:lnTo>
                          <a:pt x="474" y="455"/>
                        </a:lnTo>
                        <a:lnTo>
                          <a:pt x="493" y="519"/>
                        </a:lnTo>
                        <a:lnTo>
                          <a:pt x="512" y="410"/>
                        </a:lnTo>
                        <a:lnTo>
                          <a:pt x="532" y="186"/>
                        </a:lnTo>
                        <a:lnTo>
                          <a:pt x="544" y="231"/>
                        </a:lnTo>
                        <a:lnTo>
                          <a:pt x="570" y="148"/>
                        </a:lnTo>
                        <a:lnTo>
                          <a:pt x="576" y="301"/>
                        </a:lnTo>
                        <a:lnTo>
                          <a:pt x="576" y="730"/>
                        </a:lnTo>
                        <a:lnTo>
                          <a:pt x="647" y="0"/>
                        </a:lnTo>
                        <a:lnTo>
                          <a:pt x="647" y="250"/>
                        </a:lnTo>
                        <a:lnTo>
                          <a:pt x="660" y="333"/>
                        </a:lnTo>
                        <a:lnTo>
                          <a:pt x="685" y="192"/>
                        </a:lnTo>
                        <a:lnTo>
                          <a:pt x="711" y="340"/>
                        </a:lnTo>
                        <a:lnTo>
                          <a:pt x="698" y="429"/>
                        </a:lnTo>
                        <a:lnTo>
                          <a:pt x="717" y="461"/>
                        </a:lnTo>
                      </a:path>
                    </a:pathLst>
                  </a:custGeom>
                  <a:noFill/>
                  <a:ln w="9525">
                    <a:solidFill>
                      <a:srgbClr val="FF0000"/>
                    </a:solidFill>
                    <a:round/>
                    <a:headEnd/>
                    <a:tailEnd/>
                  </a:ln>
                </p:spPr>
                <p:txBody>
                  <a:bodyPr/>
                  <a:lstStyle/>
                  <a:p>
                    <a:endParaRPr lang="en-GB" sz="1600"/>
                  </a:p>
                </p:txBody>
              </p:sp>
              <p:sp>
                <p:nvSpPr>
                  <p:cNvPr id="14658" name="Freeform 115"/>
                  <p:cNvSpPr>
                    <a:spLocks/>
                  </p:cNvSpPr>
                  <p:nvPr/>
                </p:nvSpPr>
                <p:spPr bwMode="auto">
                  <a:xfrm flipV="1">
                    <a:off x="4385" y="1138"/>
                    <a:ext cx="313" cy="756"/>
                  </a:xfrm>
                  <a:custGeom>
                    <a:avLst/>
                    <a:gdLst>
                      <a:gd name="T0" fmla="*/ 0 w 717"/>
                      <a:gd name="T1" fmla="*/ 756 h 756"/>
                      <a:gd name="T2" fmla="*/ 4 w 717"/>
                      <a:gd name="T3" fmla="*/ 167 h 756"/>
                      <a:gd name="T4" fmla="*/ 5 w 717"/>
                      <a:gd name="T5" fmla="*/ 384 h 756"/>
                      <a:gd name="T6" fmla="*/ 7 w 717"/>
                      <a:gd name="T7" fmla="*/ 103 h 756"/>
                      <a:gd name="T8" fmla="*/ 10 w 717"/>
                      <a:gd name="T9" fmla="*/ 519 h 756"/>
                      <a:gd name="T10" fmla="*/ 11 w 717"/>
                      <a:gd name="T11" fmla="*/ 487 h 756"/>
                      <a:gd name="T12" fmla="*/ 11 w 717"/>
                      <a:gd name="T13" fmla="*/ 359 h 756"/>
                      <a:gd name="T14" fmla="*/ 14 w 717"/>
                      <a:gd name="T15" fmla="*/ 71 h 756"/>
                      <a:gd name="T16" fmla="*/ 16 w 717"/>
                      <a:gd name="T17" fmla="*/ 244 h 756"/>
                      <a:gd name="T18" fmla="*/ 17 w 717"/>
                      <a:gd name="T19" fmla="*/ 96 h 756"/>
                      <a:gd name="T20" fmla="*/ 18 w 717"/>
                      <a:gd name="T21" fmla="*/ 615 h 756"/>
                      <a:gd name="T22" fmla="*/ 21 w 717"/>
                      <a:gd name="T23" fmla="*/ 397 h 756"/>
                      <a:gd name="T24" fmla="*/ 24 w 717"/>
                      <a:gd name="T25" fmla="*/ 519 h 756"/>
                      <a:gd name="T26" fmla="*/ 25 w 717"/>
                      <a:gd name="T27" fmla="*/ 308 h 756"/>
                      <a:gd name="T28" fmla="*/ 28 w 717"/>
                      <a:gd name="T29" fmla="*/ 442 h 756"/>
                      <a:gd name="T30" fmla="*/ 29 w 717"/>
                      <a:gd name="T31" fmla="*/ 352 h 756"/>
                      <a:gd name="T32" fmla="*/ 30 w 717"/>
                      <a:gd name="T33" fmla="*/ 384 h 756"/>
                      <a:gd name="T34" fmla="*/ 31 w 717"/>
                      <a:gd name="T35" fmla="*/ 135 h 756"/>
                      <a:gd name="T36" fmla="*/ 33 w 717"/>
                      <a:gd name="T37" fmla="*/ 301 h 756"/>
                      <a:gd name="T38" fmla="*/ 32 w 717"/>
                      <a:gd name="T39" fmla="*/ 519 h 756"/>
                      <a:gd name="T40" fmla="*/ 34 w 717"/>
                      <a:gd name="T41" fmla="*/ 679 h 756"/>
                      <a:gd name="T42" fmla="*/ 36 w 717"/>
                      <a:gd name="T43" fmla="*/ 628 h 756"/>
                      <a:gd name="T44" fmla="*/ 37 w 717"/>
                      <a:gd name="T45" fmla="*/ 480 h 756"/>
                      <a:gd name="T46" fmla="*/ 38 w 717"/>
                      <a:gd name="T47" fmla="*/ 391 h 756"/>
                      <a:gd name="T48" fmla="*/ 36 w 717"/>
                      <a:gd name="T49" fmla="*/ 506 h 756"/>
                      <a:gd name="T50" fmla="*/ 38 w 717"/>
                      <a:gd name="T51" fmla="*/ 352 h 756"/>
                      <a:gd name="T52" fmla="*/ 39 w 717"/>
                      <a:gd name="T53" fmla="*/ 455 h 756"/>
                      <a:gd name="T54" fmla="*/ 41 w 717"/>
                      <a:gd name="T55" fmla="*/ 519 h 756"/>
                      <a:gd name="T56" fmla="*/ 43 w 717"/>
                      <a:gd name="T57" fmla="*/ 410 h 756"/>
                      <a:gd name="T58" fmla="*/ 44 w 717"/>
                      <a:gd name="T59" fmla="*/ 186 h 756"/>
                      <a:gd name="T60" fmla="*/ 45 w 717"/>
                      <a:gd name="T61" fmla="*/ 231 h 756"/>
                      <a:gd name="T62" fmla="*/ 48 w 717"/>
                      <a:gd name="T63" fmla="*/ 148 h 756"/>
                      <a:gd name="T64" fmla="*/ 48 w 717"/>
                      <a:gd name="T65" fmla="*/ 301 h 756"/>
                      <a:gd name="T66" fmla="*/ 48 w 717"/>
                      <a:gd name="T67" fmla="*/ 730 h 756"/>
                      <a:gd name="T68" fmla="*/ 54 w 717"/>
                      <a:gd name="T69" fmla="*/ 0 h 756"/>
                      <a:gd name="T70" fmla="*/ 54 w 717"/>
                      <a:gd name="T71" fmla="*/ 250 h 756"/>
                      <a:gd name="T72" fmla="*/ 55 w 717"/>
                      <a:gd name="T73" fmla="*/ 333 h 756"/>
                      <a:gd name="T74" fmla="*/ 57 w 717"/>
                      <a:gd name="T75" fmla="*/ 192 h 756"/>
                      <a:gd name="T76" fmla="*/ 59 w 717"/>
                      <a:gd name="T77" fmla="*/ 340 h 756"/>
                      <a:gd name="T78" fmla="*/ 58 w 717"/>
                      <a:gd name="T79" fmla="*/ 429 h 756"/>
                      <a:gd name="T80" fmla="*/ 60 w 717"/>
                      <a:gd name="T81" fmla="*/ 461 h 756"/>
                      <a:gd name="T82" fmla="*/ 0 60000 65536"/>
                      <a:gd name="T83" fmla="*/ 0 60000 65536"/>
                      <a:gd name="T84" fmla="*/ 0 60000 65536"/>
                      <a:gd name="T85" fmla="*/ 0 60000 65536"/>
                      <a:gd name="T86" fmla="*/ 0 60000 65536"/>
                      <a:gd name="T87" fmla="*/ 0 60000 65536"/>
                      <a:gd name="T88" fmla="*/ 0 60000 65536"/>
                      <a:gd name="T89" fmla="*/ 0 60000 65536"/>
                      <a:gd name="T90" fmla="*/ 0 60000 65536"/>
                      <a:gd name="T91" fmla="*/ 0 60000 65536"/>
                      <a:gd name="T92" fmla="*/ 0 60000 65536"/>
                      <a:gd name="T93" fmla="*/ 0 60000 65536"/>
                      <a:gd name="T94" fmla="*/ 0 60000 65536"/>
                      <a:gd name="T95" fmla="*/ 0 60000 65536"/>
                      <a:gd name="T96" fmla="*/ 0 60000 65536"/>
                      <a:gd name="T97" fmla="*/ 0 60000 65536"/>
                      <a:gd name="T98" fmla="*/ 0 60000 65536"/>
                      <a:gd name="T99" fmla="*/ 0 60000 65536"/>
                      <a:gd name="T100" fmla="*/ 0 60000 65536"/>
                      <a:gd name="T101" fmla="*/ 0 60000 65536"/>
                      <a:gd name="T102" fmla="*/ 0 60000 65536"/>
                      <a:gd name="T103" fmla="*/ 0 60000 65536"/>
                      <a:gd name="T104" fmla="*/ 0 60000 65536"/>
                      <a:gd name="T105" fmla="*/ 0 60000 65536"/>
                      <a:gd name="T106" fmla="*/ 0 60000 65536"/>
                      <a:gd name="T107" fmla="*/ 0 60000 65536"/>
                      <a:gd name="T108" fmla="*/ 0 60000 65536"/>
                      <a:gd name="T109" fmla="*/ 0 60000 65536"/>
                      <a:gd name="T110" fmla="*/ 0 60000 65536"/>
                      <a:gd name="T111" fmla="*/ 0 60000 65536"/>
                      <a:gd name="T112" fmla="*/ 0 60000 65536"/>
                      <a:gd name="T113" fmla="*/ 0 60000 65536"/>
                      <a:gd name="T114" fmla="*/ 0 60000 65536"/>
                      <a:gd name="T115" fmla="*/ 0 60000 65536"/>
                      <a:gd name="T116" fmla="*/ 0 60000 65536"/>
                      <a:gd name="T117" fmla="*/ 0 60000 65536"/>
                      <a:gd name="T118" fmla="*/ 0 60000 65536"/>
                      <a:gd name="T119" fmla="*/ 0 60000 65536"/>
                      <a:gd name="T120" fmla="*/ 0 60000 65536"/>
                      <a:gd name="T121" fmla="*/ 0 60000 65536"/>
                      <a:gd name="T122" fmla="*/ 0 60000 65536"/>
                      <a:gd name="T123" fmla="*/ 0 w 717"/>
                      <a:gd name="T124" fmla="*/ 0 h 756"/>
                      <a:gd name="T125" fmla="*/ 717 w 717"/>
                      <a:gd name="T126" fmla="*/ 756 h 756"/>
                    </a:gdLst>
                    <a:ahLst/>
                    <a:cxnLst>
                      <a:cxn ang="T82">
                        <a:pos x="T0" y="T1"/>
                      </a:cxn>
                      <a:cxn ang="T83">
                        <a:pos x="T2" y="T3"/>
                      </a:cxn>
                      <a:cxn ang="T84">
                        <a:pos x="T4" y="T5"/>
                      </a:cxn>
                      <a:cxn ang="T85">
                        <a:pos x="T6" y="T7"/>
                      </a:cxn>
                      <a:cxn ang="T86">
                        <a:pos x="T8" y="T9"/>
                      </a:cxn>
                      <a:cxn ang="T87">
                        <a:pos x="T10" y="T11"/>
                      </a:cxn>
                      <a:cxn ang="T88">
                        <a:pos x="T12" y="T13"/>
                      </a:cxn>
                      <a:cxn ang="T89">
                        <a:pos x="T14" y="T15"/>
                      </a:cxn>
                      <a:cxn ang="T90">
                        <a:pos x="T16" y="T17"/>
                      </a:cxn>
                      <a:cxn ang="T91">
                        <a:pos x="T18" y="T19"/>
                      </a:cxn>
                      <a:cxn ang="T92">
                        <a:pos x="T20" y="T21"/>
                      </a:cxn>
                      <a:cxn ang="T93">
                        <a:pos x="T22" y="T23"/>
                      </a:cxn>
                      <a:cxn ang="T94">
                        <a:pos x="T24" y="T25"/>
                      </a:cxn>
                      <a:cxn ang="T95">
                        <a:pos x="T26" y="T27"/>
                      </a:cxn>
                      <a:cxn ang="T96">
                        <a:pos x="T28" y="T29"/>
                      </a:cxn>
                      <a:cxn ang="T97">
                        <a:pos x="T30" y="T31"/>
                      </a:cxn>
                      <a:cxn ang="T98">
                        <a:pos x="T32" y="T33"/>
                      </a:cxn>
                      <a:cxn ang="T99">
                        <a:pos x="T34" y="T35"/>
                      </a:cxn>
                      <a:cxn ang="T100">
                        <a:pos x="T36" y="T37"/>
                      </a:cxn>
                      <a:cxn ang="T101">
                        <a:pos x="T38" y="T39"/>
                      </a:cxn>
                      <a:cxn ang="T102">
                        <a:pos x="T40" y="T41"/>
                      </a:cxn>
                      <a:cxn ang="T103">
                        <a:pos x="T42" y="T43"/>
                      </a:cxn>
                      <a:cxn ang="T104">
                        <a:pos x="T44" y="T45"/>
                      </a:cxn>
                      <a:cxn ang="T105">
                        <a:pos x="T46" y="T47"/>
                      </a:cxn>
                      <a:cxn ang="T106">
                        <a:pos x="T48" y="T49"/>
                      </a:cxn>
                      <a:cxn ang="T107">
                        <a:pos x="T50" y="T51"/>
                      </a:cxn>
                      <a:cxn ang="T108">
                        <a:pos x="T52" y="T53"/>
                      </a:cxn>
                      <a:cxn ang="T109">
                        <a:pos x="T54" y="T55"/>
                      </a:cxn>
                      <a:cxn ang="T110">
                        <a:pos x="T56" y="T57"/>
                      </a:cxn>
                      <a:cxn ang="T111">
                        <a:pos x="T58" y="T59"/>
                      </a:cxn>
                      <a:cxn ang="T112">
                        <a:pos x="T60" y="T61"/>
                      </a:cxn>
                      <a:cxn ang="T113">
                        <a:pos x="T62" y="T63"/>
                      </a:cxn>
                      <a:cxn ang="T114">
                        <a:pos x="T64" y="T65"/>
                      </a:cxn>
                      <a:cxn ang="T115">
                        <a:pos x="T66" y="T67"/>
                      </a:cxn>
                      <a:cxn ang="T116">
                        <a:pos x="T68" y="T69"/>
                      </a:cxn>
                      <a:cxn ang="T117">
                        <a:pos x="T70" y="T71"/>
                      </a:cxn>
                      <a:cxn ang="T118">
                        <a:pos x="T72" y="T73"/>
                      </a:cxn>
                      <a:cxn ang="T119">
                        <a:pos x="T74" y="T75"/>
                      </a:cxn>
                      <a:cxn ang="T120">
                        <a:pos x="T76" y="T77"/>
                      </a:cxn>
                      <a:cxn ang="T121">
                        <a:pos x="T78" y="T79"/>
                      </a:cxn>
                      <a:cxn ang="T122">
                        <a:pos x="T80" y="T81"/>
                      </a:cxn>
                    </a:cxnLst>
                    <a:rect l="T123" t="T124" r="T125" b="T126"/>
                    <a:pathLst>
                      <a:path w="717" h="756">
                        <a:moveTo>
                          <a:pt x="0" y="756"/>
                        </a:moveTo>
                        <a:lnTo>
                          <a:pt x="52" y="167"/>
                        </a:lnTo>
                        <a:lnTo>
                          <a:pt x="64" y="384"/>
                        </a:lnTo>
                        <a:lnTo>
                          <a:pt x="90" y="103"/>
                        </a:lnTo>
                        <a:lnTo>
                          <a:pt x="116" y="519"/>
                        </a:lnTo>
                        <a:lnTo>
                          <a:pt x="135" y="487"/>
                        </a:lnTo>
                        <a:lnTo>
                          <a:pt x="135" y="359"/>
                        </a:lnTo>
                        <a:lnTo>
                          <a:pt x="167" y="71"/>
                        </a:lnTo>
                        <a:lnTo>
                          <a:pt x="192" y="244"/>
                        </a:lnTo>
                        <a:lnTo>
                          <a:pt x="205" y="96"/>
                        </a:lnTo>
                        <a:lnTo>
                          <a:pt x="218" y="615"/>
                        </a:lnTo>
                        <a:lnTo>
                          <a:pt x="244" y="397"/>
                        </a:lnTo>
                        <a:lnTo>
                          <a:pt x="282" y="519"/>
                        </a:lnTo>
                        <a:lnTo>
                          <a:pt x="308" y="308"/>
                        </a:lnTo>
                        <a:lnTo>
                          <a:pt x="333" y="442"/>
                        </a:lnTo>
                        <a:lnTo>
                          <a:pt x="346" y="352"/>
                        </a:lnTo>
                        <a:lnTo>
                          <a:pt x="365" y="384"/>
                        </a:lnTo>
                        <a:lnTo>
                          <a:pt x="378" y="135"/>
                        </a:lnTo>
                        <a:lnTo>
                          <a:pt x="391" y="301"/>
                        </a:lnTo>
                        <a:lnTo>
                          <a:pt x="384" y="519"/>
                        </a:lnTo>
                        <a:lnTo>
                          <a:pt x="404" y="679"/>
                        </a:lnTo>
                        <a:lnTo>
                          <a:pt x="429" y="628"/>
                        </a:lnTo>
                        <a:lnTo>
                          <a:pt x="442" y="480"/>
                        </a:lnTo>
                        <a:lnTo>
                          <a:pt x="455" y="391"/>
                        </a:lnTo>
                        <a:lnTo>
                          <a:pt x="436" y="506"/>
                        </a:lnTo>
                        <a:lnTo>
                          <a:pt x="461" y="352"/>
                        </a:lnTo>
                        <a:lnTo>
                          <a:pt x="474" y="455"/>
                        </a:lnTo>
                        <a:lnTo>
                          <a:pt x="493" y="519"/>
                        </a:lnTo>
                        <a:lnTo>
                          <a:pt x="512" y="410"/>
                        </a:lnTo>
                        <a:lnTo>
                          <a:pt x="532" y="186"/>
                        </a:lnTo>
                        <a:lnTo>
                          <a:pt x="544" y="231"/>
                        </a:lnTo>
                        <a:lnTo>
                          <a:pt x="570" y="148"/>
                        </a:lnTo>
                        <a:lnTo>
                          <a:pt x="576" y="301"/>
                        </a:lnTo>
                        <a:lnTo>
                          <a:pt x="576" y="730"/>
                        </a:lnTo>
                        <a:lnTo>
                          <a:pt x="647" y="0"/>
                        </a:lnTo>
                        <a:lnTo>
                          <a:pt x="647" y="250"/>
                        </a:lnTo>
                        <a:lnTo>
                          <a:pt x="660" y="333"/>
                        </a:lnTo>
                        <a:lnTo>
                          <a:pt x="685" y="192"/>
                        </a:lnTo>
                        <a:lnTo>
                          <a:pt x="711" y="340"/>
                        </a:lnTo>
                        <a:lnTo>
                          <a:pt x="698" y="429"/>
                        </a:lnTo>
                        <a:lnTo>
                          <a:pt x="717" y="461"/>
                        </a:lnTo>
                      </a:path>
                    </a:pathLst>
                  </a:custGeom>
                  <a:noFill/>
                  <a:ln w="9525">
                    <a:solidFill>
                      <a:srgbClr val="FF0000"/>
                    </a:solidFill>
                    <a:round/>
                    <a:headEnd/>
                    <a:tailEnd/>
                  </a:ln>
                </p:spPr>
                <p:txBody>
                  <a:bodyPr/>
                  <a:lstStyle/>
                  <a:p>
                    <a:endParaRPr lang="en-GB" sz="1600"/>
                  </a:p>
                </p:txBody>
              </p:sp>
              <p:sp>
                <p:nvSpPr>
                  <p:cNvPr id="14659" name="Freeform 116"/>
                  <p:cNvSpPr>
                    <a:spLocks/>
                  </p:cNvSpPr>
                  <p:nvPr/>
                </p:nvSpPr>
                <p:spPr bwMode="auto">
                  <a:xfrm flipH="1">
                    <a:off x="4698" y="1100"/>
                    <a:ext cx="313" cy="756"/>
                  </a:xfrm>
                  <a:custGeom>
                    <a:avLst/>
                    <a:gdLst>
                      <a:gd name="T0" fmla="*/ 0 w 717"/>
                      <a:gd name="T1" fmla="*/ 756 h 756"/>
                      <a:gd name="T2" fmla="*/ 4 w 717"/>
                      <a:gd name="T3" fmla="*/ 167 h 756"/>
                      <a:gd name="T4" fmla="*/ 5 w 717"/>
                      <a:gd name="T5" fmla="*/ 384 h 756"/>
                      <a:gd name="T6" fmla="*/ 7 w 717"/>
                      <a:gd name="T7" fmla="*/ 103 h 756"/>
                      <a:gd name="T8" fmla="*/ 10 w 717"/>
                      <a:gd name="T9" fmla="*/ 519 h 756"/>
                      <a:gd name="T10" fmla="*/ 11 w 717"/>
                      <a:gd name="T11" fmla="*/ 487 h 756"/>
                      <a:gd name="T12" fmla="*/ 11 w 717"/>
                      <a:gd name="T13" fmla="*/ 359 h 756"/>
                      <a:gd name="T14" fmla="*/ 14 w 717"/>
                      <a:gd name="T15" fmla="*/ 71 h 756"/>
                      <a:gd name="T16" fmla="*/ 16 w 717"/>
                      <a:gd name="T17" fmla="*/ 244 h 756"/>
                      <a:gd name="T18" fmla="*/ 17 w 717"/>
                      <a:gd name="T19" fmla="*/ 96 h 756"/>
                      <a:gd name="T20" fmla="*/ 18 w 717"/>
                      <a:gd name="T21" fmla="*/ 615 h 756"/>
                      <a:gd name="T22" fmla="*/ 21 w 717"/>
                      <a:gd name="T23" fmla="*/ 397 h 756"/>
                      <a:gd name="T24" fmla="*/ 24 w 717"/>
                      <a:gd name="T25" fmla="*/ 519 h 756"/>
                      <a:gd name="T26" fmla="*/ 25 w 717"/>
                      <a:gd name="T27" fmla="*/ 308 h 756"/>
                      <a:gd name="T28" fmla="*/ 28 w 717"/>
                      <a:gd name="T29" fmla="*/ 442 h 756"/>
                      <a:gd name="T30" fmla="*/ 29 w 717"/>
                      <a:gd name="T31" fmla="*/ 352 h 756"/>
                      <a:gd name="T32" fmla="*/ 30 w 717"/>
                      <a:gd name="T33" fmla="*/ 384 h 756"/>
                      <a:gd name="T34" fmla="*/ 31 w 717"/>
                      <a:gd name="T35" fmla="*/ 135 h 756"/>
                      <a:gd name="T36" fmla="*/ 33 w 717"/>
                      <a:gd name="T37" fmla="*/ 301 h 756"/>
                      <a:gd name="T38" fmla="*/ 32 w 717"/>
                      <a:gd name="T39" fmla="*/ 519 h 756"/>
                      <a:gd name="T40" fmla="*/ 34 w 717"/>
                      <a:gd name="T41" fmla="*/ 679 h 756"/>
                      <a:gd name="T42" fmla="*/ 36 w 717"/>
                      <a:gd name="T43" fmla="*/ 628 h 756"/>
                      <a:gd name="T44" fmla="*/ 37 w 717"/>
                      <a:gd name="T45" fmla="*/ 480 h 756"/>
                      <a:gd name="T46" fmla="*/ 38 w 717"/>
                      <a:gd name="T47" fmla="*/ 391 h 756"/>
                      <a:gd name="T48" fmla="*/ 36 w 717"/>
                      <a:gd name="T49" fmla="*/ 506 h 756"/>
                      <a:gd name="T50" fmla="*/ 38 w 717"/>
                      <a:gd name="T51" fmla="*/ 352 h 756"/>
                      <a:gd name="T52" fmla="*/ 39 w 717"/>
                      <a:gd name="T53" fmla="*/ 455 h 756"/>
                      <a:gd name="T54" fmla="*/ 41 w 717"/>
                      <a:gd name="T55" fmla="*/ 519 h 756"/>
                      <a:gd name="T56" fmla="*/ 43 w 717"/>
                      <a:gd name="T57" fmla="*/ 410 h 756"/>
                      <a:gd name="T58" fmla="*/ 44 w 717"/>
                      <a:gd name="T59" fmla="*/ 186 h 756"/>
                      <a:gd name="T60" fmla="*/ 45 w 717"/>
                      <a:gd name="T61" fmla="*/ 231 h 756"/>
                      <a:gd name="T62" fmla="*/ 48 w 717"/>
                      <a:gd name="T63" fmla="*/ 148 h 756"/>
                      <a:gd name="T64" fmla="*/ 48 w 717"/>
                      <a:gd name="T65" fmla="*/ 301 h 756"/>
                      <a:gd name="T66" fmla="*/ 48 w 717"/>
                      <a:gd name="T67" fmla="*/ 730 h 756"/>
                      <a:gd name="T68" fmla="*/ 54 w 717"/>
                      <a:gd name="T69" fmla="*/ 0 h 756"/>
                      <a:gd name="T70" fmla="*/ 54 w 717"/>
                      <a:gd name="T71" fmla="*/ 250 h 756"/>
                      <a:gd name="T72" fmla="*/ 55 w 717"/>
                      <a:gd name="T73" fmla="*/ 333 h 756"/>
                      <a:gd name="T74" fmla="*/ 57 w 717"/>
                      <a:gd name="T75" fmla="*/ 192 h 756"/>
                      <a:gd name="T76" fmla="*/ 59 w 717"/>
                      <a:gd name="T77" fmla="*/ 340 h 756"/>
                      <a:gd name="T78" fmla="*/ 58 w 717"/>
                      <a:gd name="T79" fmla="*/ 429 h 756"/>
                      <a:gd name="T80" fmla="*/ 60 w 717"/>
                      <a:gd name="T81" fmla="*/ 461 h 756"/>
                      <a:gd name="T82" fmla="*/ 0 60000 65536"/>
                      <a:gd name="T83" fmla="*/ 0 60000 65536"/>
                      <a:gd name="T84" fmla="*/ 0 60000 65536"/>
                      <a:gd name="T85" fmla="*/ 0 60000 65536"/>
                      <a:gd name="T86" fmla="*/ 0 60000 65536"/>
                      <a:gd name="T87" fmla="*/ 0 60000 65536"/>
                      <a:gd name="T88" fmla="*/ 0 60000 65536"/>
                      <a:gd name="T89" fmla="*/ 0 60000 65536"/>
                      <a:gd name="T90" fmla="*/ 0 60000 65536"/>
                      <a:gd name="T91" fmla="*/ 0 60000 65536"/>
                      <a:gd name="T92" fmla="*/ 0 60000 65536"/>
                      <a:gd name="T93" fmla="*/ 0 60000 65536"/>
                      <a:gd name="T94" fmla="*/ 0 60000 65536"/>
                      <a:gd name="T95" fmla="*/ 0 60000 65536"/>
                      <a:gd name="T96" fmla="*/ 0 60000 65536"/>
                      <a:gd name="T97" fmla="*/ 0 60000 65536"/>
                      <a:gd name="T98" fmla="*/ 0 60000 65536"/>
                      <a:gd name="T99" fmla="*/ 0 60000 65536"/>
                      <a:gd name="T100" fmla="*/ 0 60000 65536"/>
                      <a:gd name="T101" fmla="*/ 0 60000 65536"/>
                      <a:gd name="T102" fmla="*/ 0 60000 65536"/>
                      <a:gd name="T103" fmla="*/ 0 60000 65536"/>
                      <a:gd name="T104" fmla="*/ 0 60000 65536"/>
                      <a:gd name="T105" fmla="*/ 0 60000 65536"/>
                      <a:gd name="T106" fmla="*/ 0 60000 65536"/>
                      <a:gd name="T107" fmla="*/ 0 60000 65536"/>
                      <a:gd name="T108" fmla="*/ 0 60000 65536"/>
                      <a:gd name="T109" fmla="*/ 0 60000 65536"/>
                      <a:gd name="T110" fmla="*/ 0 60000 65536"/>
                      <a:gd name="T111" fmla="*/ 0 60000 65536"/>
                      <a:gd name="T112" fmla="*/ 0 60000 65536"/>
                      <a:gd name="T113" fmla="*/ 0 60000 65536"/>
                      <a:gd name="T114" fmla="*/ 0 60000 65536"/>
                      <a:gd name="T115" fmla="*/ 0 60000 65536"/>
                      <a:gd name="T116" fmla="*/ 0 60000 65536"/>
                      <a:gd name="T117" fmla="*/ 0 60000 65536"/>
                      <a:gd name="T118" fmla="*/ 0 60000 65536"/>
                      <a:gd name="T119" fmla="*/ 0 60000 65536"/>
                      <a:gd name="T120" fmla="*/ 0 60000 65536"/>
                      <a:gd name="T121" fmla="*/ 0 60000 65536"/>
                      <a:gd name="T122" fmla="*/ 0 60000 65536"/>
                      <a:gd name="T123" fmla="*/ 0 w 717"/>
                      <a:gd name="T124" fmla="*/ 0 h 756"/>
                      <a:gd name="T125" fmla="*/ 717 w 717"/>
                      <a:gd name="T126" fmla="*/ 756 h 756"/>
                    </a:gdLst>
                    <a:ahLst/>
                    <a:cxnLst>
                      <a:cxn ang="T82">
                        <a:pos x="T0" y="T1"/>
                      </a:cxn>
                      <a:cxn ang="T83">
                        <a:pos x="T2" y="T3"/>
                      </a:cxn>
                      <a:cxn ang="T84">
                        <a:pos x="T4" y="T5"/>
                      </a:cxn>
                      <a:cxn ang="T85">
                        <a:pos x="T6" y="T7"/>
                      </a:cxn>
                      <a:cxn ang="T86">
                        <a:pos x="T8" y="T9"/>
                      </a:cxn>
                      <a:cxn ang="T87">
                        <a:pos x="T10" y="T11"/>
                      </a:cxn>
                      <a:cxn ang="T88">
                        <a:pos x="T12" y="T13"/>
                      </a:cxn>
                      <a:cxn ang="T89">
                        <a:pos x="T14" y="T15"/>
                      </a:cxn>
                      <a:cxn ang="T90">
                        <a:pos x="T16" y="T17"/>
                      </a:cxn>
                      <a:cxn ang="T91">
                        <a:pos x="T18" y="T19"/>
                      </a:cxn>
                      <a:cxn ang="T92">
                        <a:pos x="T20" y="T21"/>
                      </a:cxn>
                      <a:cxn ang="T93">
                        <a:pos x="T22" y="T23"/>
                      </a:cxn>
                      <a:cxn ang="T94">
                        <a:pos x="T24" y="T25"/>
                      </a:cxn>
                      <a:cxn ang="T95">
                        <a:pos x="T26" y="T27"/>
                      </a:cxn>
                      <a:cxn ang="T96">
                        <a:pos x="T28" y="T29"/>
                      </a:cxn>
                      <a:cxn ang="T97">
                        <a:pos x="T30" y="T31"/>
                      </a:cxn>
                      <a:cxn ang="T98">
                        <a:pos x="T32" y="T33"/>
                      </a:cxn>
                      <a:cxn ang="T99">
                        <a:pos x="T34" y="T35"/>
                      </a:cxn>
                      <a:cxn ang="T100">
                        <a:pos x="T36" y="T37"/>
                      </a:cxn>
                      <a:cxn ang="T101">
                        <a:pos x="T38" y="T39"/>
                      </a:cxn>
                      <a:cxn ang="T102">
                        <a:pos x="T40" y="T41"/>
                      </a:cxn>
                      <a:cxn ang="T103">
                        <a:pos x="T42" y="T43"/>
                      </a:cxn>
                      <a:cxn ang="T104">
                        <a:pos x="T44" y="T45"/>
                      </a:cxn>
                      <a:cxn ang="T105">
                        <a:pos x="T46" y="T47"/>
                      </a:cxn>
                      <a:cxn ang="T106">
                        <a:pos x="T48" y="T49"/>
                      </a:cxn>
                      <a:cxn ang="T107">
                        <a:pos x="T50" y="T51"/>
                      </a:cxn>
                      <a:cxn ang="T108">
                        <a:pos x="T52" y="T53"/>
                      </a:cxn>
                      <a:cxn ang="T109">
                        <a:pos x="T54" y="T55"/>
                      </a:cxn>
                      <a:cxn ang="T110">
                        <a:pos x="T56" y="T57"/>
                      </a:cxn>
                      <a:cxn ang="T111">
                        <a:pos x="T58" y="T59"/>
                      </a:cxn>
                      <a:cxn ang="T112">
                        <a:pos x="T60" y="T61"/>
                      </a:cxn>
                      <a:cxn ang="T113">
                        <a:pos x="T62" y="T63"/>
                      </a:cxn>
                      <a:cxn ang="T114">
                        <a:pos x="T64" y="T65"/>
                      </a:cxn>
                      <a:cxn ang="T115">
                        <a:pos x="T66" y="T67"/>
                      </a:cxn>
                      <a:cxn ang="T116">
                        <a:pos x="T68" y="T69"/>
                      </a:cxn>
                      <a:cxn ang="T117">
                        <a:pos x="T70" y="T71"/>
                      </a:cxn>
                      <a:cxn ang="T118">
                        <a:pos x="T72" y="T73"/>
                      </a:cxn>
                      <a:cxn ang="T119">
                        <a:pos x="T74" y="T75"/>
                      </a:cxn>
                      <a:cxn ang="T120">
                        <a:pos x="T76" y="T77"/>
                      </a:cxn>
                      <a:cxn ang="T121">
                        <a:pos x="T78" y="T79"/>
                      </a:cxn>
                      <a:cxn ang="T122">
                        <a:pos x="T80" y="T81"/>
                      </a:cxn>
                    </a:cxnLst>
                    <a:rect l="T123" t="T124" r="T125" b="T126"/>
                    <a:pathLst>
                      <a:path w="717" h="756">
                        <a:moveTo>
                          <a:pt x="0" y="756"/>
                        </a:moveTo>
                        <a:lnTo>
                          <a:pt x="52" y="167"/>
                        </a:lnTo>
                        <a:lnTo>
                          <a:pt x="64" y="384"/>
                        </a:lnTo>
                        <a:lnTo>
                          <a:pt x="90" y="103"/>
                        </a:lnTo>
                        <a:lnTo>
                          <a:pt x="116" y="519"/>
                        </a:lnTo>
                        <a:lnTo>
                          <a:pt x="135" y="487"/>
                        </a:lnTo>
                        <a:lnTo>
                          <a:pt x="135" y="359"/>
                        </a:lnTo>
                        <a:lnTo>
                          <a:pt x="167" y="71"/>
                        </a:lnTo>
                        <a:lnTo>
                          <a:pt x="192" y="244"/>
                        </a:lnTo>
                        <a:lnTo>
                          <a:pt x="205" y="96"/>
                        </a:lnTo>
                        <a:lnTo>
                          <a:pt x="218" y="615"/>
                        </a:lnTo>
                        <a:lnTo>
                          <a:pt x="244" y="397"/>
                        </a:lnTo>
                        <a:lnTo>
                          <a:pt x="282" y="519"/>
                        </a:lnTo>
                        <a:lnTo>
                          <a:pt x="308" y="308"/>
                        </a:lnTo>
                        <a:lnTo>
                          <a:pt x="333" y="442"/>
                        </a:lnTo>
                        <a:lnTo>
                          <a:pt x="346" y="352"/>
                        </a:lnTo>
                        <a:lnTo>
                          <a:pt x="365" y="384"/>
                        </a:lnTo>
                        <a:lnTo>
                          <a:pt x="378" y="135"/>
                        </a:lnTo>
                        <a:lnTo>
                          <a:pt x="391" y="301"/>
                        </a:lnTo>
                        <a:lnTo>
                          <a:pt x="384" y="519"/>
                        </a:lnTo>
                        <a:lnTo>
                          <a:pt x="404" y="679"/>
                        </a:lnTo>
                        <a:lnTo>
                          <a:pt x="429" y="628"/>
                        </a:lnTo>
                        <a:lnTo>
                          <a:pt x="442" y="480"/>
                        </a:lnTo>
                        <a:lnTo>
                          <a:pt x="455" y="391"/>
                        </a:lnTo>
                        <a:lnTo>
                          <a:pt x="436" y="506"/>
                        </a:lnTo>
                        <a:lnTo>
                          <a:pt x="461" y="352"/>
                        </a:lnTo>
                        <a:lnTo>
                          <a:pt x="474" y="455"/>
                        </a:lnTo>
                        <a:lnTo>
                          <a:pt x="493" y="519"/>
                        </a:lnTo>
                        <a:lnTo>
                          <a:pt x="512" y="410"/>
                        </a:lnTo>
                        <a:lnTo>
                          <a:pt x="532" y="186"/>
                        </a:lnTo>
                        <a:lnTo>
                          <a:pt x="544" y="231"/>
                        </a:lnTo>
                        <a:lnTo>
                          <a:pt x="570" y="148"/>
                        </a:lnTo>
                        <a:lnTo>
                          <a:pt x="576" y="301"/>
                        </a:lnTo>
                        <a:lnTo>
                          <a:pt x="576" y="730"/>
                        </a:lnTo>
                        <a:lnTo>
                          <a:pt x="647" y="0"/>
                        </a:lnTo>
                        <a:lnTo>
                          <a:pt x="647" y="250"/>
                        </a:lnTo>
                        <a:lnTo>
                          <a:pt x="660" y="333"/>
                        </a:lnTo>
                        <a:lnTo>
                          <a:pt x="685" y="192"/>
                        </a:lnTo>
                        <a:lnTo>
                          <a:pt x="711" y="340"/>
                        </a:lnTo>
                        <a:lnTo>
                          <a:pt x="698" y="429"/>
                        </a:lnTo>
                        <a:lnTo>
                          <a:pt x="717" y="461"/>
                        </a:lnTo>
                      </a:path>
                    </a:pathLst>
                  </a:custGeom>
                  <a:noFill/>
                  <a:ln w="9525">
                    <a:solidFill>
                      <a:srgbClr val="FF0000"/>
                    </a:solidFill>
                    <a:round/>
                    <a:headEnd/>
                    <a:tailEnd/>
                  </a:ln>
                </p:spPr>
                <p:txBody>
                  <a:bodyPr/>
                  <a:lstStyle/>
                  <a:p>
                    <a:endParaRPr lang="en-GB" sz="1600"/>
                  </a:p>
                </p:txBody>
              </p:sp>
            </p:grpSp>
            <p:grpSp>
              <p:nvGrpSpPr>
                <p:cNvPr id="23" name="Group 117"/>
                <p:cNvGrpSpPr>
                  <a:grpSpLocks/>
                </p:cNvGrpSpPr>
                <p:nvPr/>
              </p:nvGrpSpPr>
              <p:grpSpPr bwMode="auto">
                <a:xfrm flipH="1">
                  <a:off x="4569" y="1098"/>
                  <a:ext cx="590" cy="801"/>
                  <a:chOff x="3462" y="1100"/>
                  <a:chExt cx="1549" cy="801"/>
                </a:xfrm>
              </p:grpSpPr>
              <p:sp>
                <p:nvSpPr>
                  <p:cNvPr id="14650" name="Freeform 118"/>
                  <p:cNvSpPr>
                    <a:spLocks/>
                  </p:cNvSpPr>
                  <p:nvPr/>
                </p:nvSpPr>
                <p:spPr bwMode="auto">
                  <a:xfrm>
                    <a:off x="3462" y="1126"/>
                    <a:ext cx="313" cy="756"/>
                  </a:xfrm>
                  <a:custGeom>
                    <a:avLst/>
                    <a:gdLst>
                      <a:gd name="T0" fmla="*/ 0 w 717"/>
                      <a:gd name="T1" fmla="*/ 756 h 756"/>
                      <a:gd name="T2" fmla="*/ 4 w 717"/>
                      <a:gd name="T3" fmla="*/ 167 h 756"/>
                      <a:gd name="T4" fmla="*/ 5 w 717"/>
                      <a:gd name="T5" fmla="*/ 384 h 756"/>
                      <a:gd name="T6" fmla="*/ 7 w 717"/>
                      <a:gd name="T7" fmla="*/ 103 h 756"/>
                      <a:gd name="T8" fmla="*/ 10 w 717"/>
                      <a:gd name="T9" fmla="*/ 519 h 756"/>
                      <a:gd name="T10" fmla="*/ 11 w 717"/>
                      <a:gd name="T11" fmla="*/ 487 h 756"/>
                      <a:gd name="T12" fmla="*/ 11 w 717"/>
                      <a:gd name="T13" fmla="*/ 359 h 756"/>
                      <a:gd name="T14" fmla="*/ 14 w 717"/>
                      <a:gd name="T15" fmla="*/ 71 h 756"/>
                      <a:gd name="T16" fmla="*/ 16 w 717"/>
                      <a:gd name="T17" fmla="*/ 244 h 756"/>
                      <a:gd name="T18" fmla="*/ 17 w 717"/>
                      <a:gd name="T19" fmla="*/ 96 h 756"/>
                      <a:gd name="T20" fmla="*/ 18 w 717"/>
                      <a:gd name="T21" fmla="*/ 615 h 756"/>
                      <a:gd name="T22" fmla="*/ 21 w 717"/>
                      <a:gd name="T23" fmla="*/ 397 h 756"/>
                      <a:gd name="T24" fmla="*/ 24 w 717"/>
                      <a:gd name="T25" fmla="*/ 519 h 756"/>
                      <a:gd name="T26" fmla="*/ 25 w 717"/>
                      <a:gd name="T27" fmla="*/ 308 h 756"/>
                      <a:gd name="T28" fmla="*/ 28 w 717"/>
                      <a:gd name="T29" fmla="*/ 442 h 756"/>
                      <a:gd name="T30" fmla="*/ 29 w 717"/>
                      <a:gd name="T31" fmla="*/ 352 h 756"/>
                      <a:gd name="T32" fmla="*/ 30 w 717"/>
                      <a:gd name="T33" fmla="*/ 384 h 756"/>
                      <a:gd name="T34" fmla="*/ 31 w 717"/>
                      <a:gd name="T35" fmla="*/ 135 h 756"/>
                      <a:gd name="T36" fmla="*/ 33 w 717"/>
                      <a:gd name="T37" fmla="*/ 301 h 756"/>
                      <a:gd name="T38" fmla="*/ 32 w 717"/>
                      <a:gd name="T39" fmla="*/ 519 h 756"/>
                      <a:gd name="T40" fmla="*/ 34 w 717"/>
                      <a:gd name="T41" fmla="*/ 679 h 756"/>
                      <a:gd name="T42" fmla="*/ 36 w 717"/>
                      <a:gd name="T43" fmla="*/ 628 h 756"/>
                      <a:gd name="T44" fmla="*/ 37 w 717"/>
                      <a:gd name="T45" fmla="*/ 480 h 756"/>
                      <a:gd name="T46" fmla="*/ 38 w 717"/>
                      <a:gd name="T47" fmla="*/ 391 h 756"/>
                      <a:gd name="T48" fmla="*/ 36 w 717"/>
                      <a:gd name="T49" fmla="*/ 506 h 756"/>
                      <a:gd name="T50" fmla="*/ 38 w 717"/>
                      <a:gd name="T51" fmla="*/ 352 h 756"/>
                      <a:gd name="T52" fmla="*/ 39 w 717"/>
                      <a:gd name="T53" fmla="*/ 455 h 756"/>
                      <a:gd name="T54" fmla="*/ 41 w 717"/>
                      <a:gd name="T55" fmla="*/ 519 h 756"/>
                      <a:gd name="T56" fmla="*/ 43 w 717"/>
                      <a:gd name="T57" fmla="*/ 410 h 756"/>
                      <a:gd name="T58" fmla="*/ 44 w 717"/>
                      <a:gd name="T59" fmla="*/ 186 h 756"/>
                      <a:gd name="T60" fmla="*/ 45 w 717"/>
                      <a:gd name="T61" fmla="*/ 231 h 756"/>
                      <a:gd name="T62" fmla="*/ 48 w 717"/>
                      <a:gd name="T63" fmla="*/ 148 h 756"/>
                      <a:gd name="T64" fmla="*/ 48 w 717"/>
                      <a:gd name="T65" fmla="*/ 301 h 756"/>
                      <a:gd name="T66" fmla="*/ 48 w 717"/>
                      <a:gd name="T67" fmla="*/ 730 h 756"/>
                      <a:gd name="T68" fmla="*/ 54 w 717"/>
                      <a:gd name="T69" fmla="*/ 0 h 756"/>
                      <a:gd name="T70" fmla="*/ 54 w 717"/>
                      <a:gd name="T71" fmla="*/ 250 h 756"/>
                      <a:gd name="T72" fmla="*/ 55 w 717"/>
                      <a:gd name="T73" fmla="*/ 333 h 756"/>
                      <a:gd name="T74" fmla="*/ 57 w 717"/>
                      <a:gd name="T75" fmla="*/ 192 h 756"/>
                      <a:gd name="T76" fmla="*/ 59 w 717"/>
                      <a:gd name="T77" fmla="*/ 340 h 756"/>
                      <a:gd name="T78" fmla="*/ 58 w 717"/>
                      <a:gd name="T79" fmla="*/ 429 h 756"/>
                      <a:gd name="T80" fmla="*/ 60 w 717"/>
                      <a:gd name="T81" fmla="*/ 461 h 756"/>
                      <a:gd name="T82" fmla="*/ 0 60000 65536"/>
                      <a:gd name="T83" fmla="*/ 0 60000 65536"/>
                      <a:gd name="T84" fmla="*/ 0 60000 65536"/>
                      <a:gd name="T85" fmla="*/ 0 60000 65536"/>
                      <a:gd name="T86" fmla="*/ 0 60000 65536"/>
                      <a:gd name="T87" fmla="*/ 0 60000 65536"/>
                      <a:gd name="T88" fmla="*/ 0 60000 65536"/>
                      <a:gd name="T89" fmla="*/ 0 60000 65536"/>
                      <a:gd name="T90" fmla="*/ 0 60000 65536"/>
                      <a:gd name="T91" fmla="*/ 0 60000 65536"/>
                      <a:gd name="T92" fmla="*/ 0 60000 65536"/>
                      <a:gd name="T93" fmla="*/ 0 60000 65536"/>
                      <a:gd name="T94" fmla="*/ 0 60000 65536"/>
                      <a:gd name="T95" fmla="*/ 0 60000 65536"/>
                      <a:gd name="T96" fmla="*/ 0 60000 65536"/>
                      <a:gd name="T97" fmla="*/ 0 60000 65536"/>
                      <a:gd name="T98" fmla="*/ 0 60000 65536"/>
                      <a:gd name="T99" fmla="*/ 0 60000 65536"/>
                      <a:gd name="T100" fmla="*/ 0 60000 65536"/>
                      <a:gd name="T101" fmla="*/ 0 60000 65536"/>
                      <a:gd name="T102" fmla="*/ 0 60000 65536"/>
                      <a:gd name="T103" fmla="*/ 0 60000 65536"/>
                      <a:gd name="T104" fmla="*/ 0 60000 65536"/>
                      <a:gd name="T105" fmla="*/ 0 60000 65536"/>
                      <a:gd name="T106" fmla="*/ 0 60000 65536"/>
                      <a:gd name="T107" fmla="*/ 0 60000 65536"/>
                      <a:gd name="T108" fmla="*/ 0 60000 65536"/>
                      <a:gd name="T109" fmla="*/ 0 60000 65536"/>
                      <a:gd name="T110" fmla="*/ 0 60000 65536"/>
                      <a:gd name="T111" fmla="*/ 0 60000 65536"/>
                      <a:gd name="T112" fmla="*/ 0 60000 65536"/>
                      <a:gd name="T113" fmla="*/ 0 60000 65536"/>
                      <a:gd name="T114" fmla="*/ 0 60000 65536"/>
                      <a:gd name="T115" fmla="*/ 0 60000 65536"/>
                      <a:gd name="T116" fmla="*/ 0 60000 65536"/>
                      <a:gd name="T117" fmla="*/ 0 60000 65536"/>
                      <a:gd name="T118" fmla="*/ 0 60000 65536"/>
                      <a:gd name="T119" fmla="*/ 0 60000 65536"/>
                      <a:gd name="T120" fmla="*/ 0 60000 65536"/>
                      <a:gd name="T121" fmla="*/ 0 60000 65536"/>
                      <a:gd name="T122" fmla="*/ 0 60000 65536"/>
                      <a:gd name="T123" fmla="*/ 0 w 717"/>
                      <a:gd name="T124" fmla="*/ 0 h 756"/>
                      <a:gd name="T125" fmla="*/ 717 w 717"/>
                      <a:gd name="T126" fmla="*/ 756 h 756"/>
                    </a:gdLst>
                    <a:ahLst/>
                    <a:cxnLst>
                      <a:cxn ang="T82">
                        <a:pos x="T0" y="T1"/>
                      </a:cxn>
                      <a:cxn ang="T83">
                        <a:pos x="T2" y="T3"/>
                      </a:cxn>
                      <a:cxn ang="T84">
                        <a:pos x="T4" y="T5"/>
                      </a:cxn>
                      <a:cxn ang="T85">
                        <a:pos x="T6" y="T7"/>
                      </a:cxn>
                      <a:cxn ang="T86">
                        <a:pos x="T8" y="T9"/>
                      </a:cxn>
                      <a:cxn ang="T87">
                        <a:pos x="T10" y="T11"/>
                      </a:cxn>
                      <a:cxn ang="T88">
                        <a:pos x="T12" y="T13"/>
                      </a:cxn>
                      <a:cxn ang="T89">
                        <a:pos x="T14" y="T15"/>
                      </a:cxn>
                      <a:cxn ang="T90">
                        <a:pos x="T16" y="T17"/>
                      </a:cxn>
                      <a:cxn ang="T91">
                        <a:pos x="T18" y="T19"/>
                      </a:cxn>
                      <a:cxn ang="T92">
                        <a:pos x="T20" y="T21"/>
                      </a:cxn>
                      <a:cxn ang="T93">
                        <a:pos x="T22" y="T23"/>
                      </a:cxn>
                      <a:cxn ang="T94">
                        <a:pos x="T24" y="T25"/>
                      </a:cxn>
                      <a:cxn ang="T95">
                        <a:pos x="T26" y="T27"/>
                      </a:cxn>
                      <a:cxn ang="T96">
                        <a:pos x="T28" y="T29"/>
                      </a:cxn>
                      <a:cxn ang="T97">
                        <a:pos x="T30" y="T31"/>
                      </a:cxn>
                      <a:cxn ang="T98">
                        <a:pos x="T32" y="T33"/>
                      </a:cxn>
                      <a:cxn ang="T99">
                        <a:pos x="T34" y="T35"/>
                      </a:cxn>
                      <a:cxn ang="T100">
                        <a:pos x="T36" y="T37"/>
                      </a:cxn>
                      <a:cxn ang="T101">
                        <a:pos x="T38" y="T39"/>
                      </a:cxn>
                      <a:cxn ang="T102">
                        <a:pos x="T40" y="T41"/>
                      </a:cxn>
                      <a:cxn ang="T103">
                        <a:pos x="T42" y="T43"/>
                      </a:cxn>
                      <a:cxn ang="T104">
                        <a:pos x="T44" y="T45"/>
                      </a:cxn>
                      <a:cxn ang="T105">
                        <a:pos x="T46" y="T47"/>
                      </a:cxn>
                      <a:cxn ang="T106">
                        <a:pos x="T48" y="T49"/>
                      </a:cxn>
                      <a:cxn ang="T107">
                        <a:pos x="T50" y="T51"/>
                      </a:cxn>
                      <a:cxn ang="T108">
                        <a:pos x="T52" y="T53"/>
                      </a:cxn>
                      <a:cxn ang="T109">
                        <a:pos x="T54" y="T55"/>
                      </a:cxn>
                      <a:cxn ang="T110">
                        <a:pos x="T56" y="T57"/>
                      </a:cxn>
                      <a:cxn ang="T111">
                        <a:pos x="T58" y="T59"/>
                      </a:cxn>
                      <a:cxn ang="T112">
                        <a:pos x="T60" y="T61"/>
                      </a:cxn>
                      <a:cxn ang="T113">
                        <a:pos x="T62" y="T63"/>
                      </a:cxn>
                      <a:cxn ang="T114">
                        <a:pos x="T64" y="T65"/>
                      </a:cxn>
                      <a:cxn ang="T115">
                        <a:pos x="T66" y="T67"/>
                      </a:cxn>
                      <a:cxn ang="T116">
                        <a:pos x="T68" y="T69"/>
                      </a:cxn>
                      <a:cxn ang="T117">
                        <a:pos x="T70" y="T71"/>
                      </a:cxn>
                      <a:cxn ang="T118">
                        <a:pos x="T72" y="T73"/>
                      </a:cxn>
                      <a:cxn ang="T119">
                        <a:pos x="T74" y="T75"/>
                      </a:cxn>
                      <a:cxn ang="T120">
                        <a:pos x="T76" y="T77"/>
                      </a:cxn>
                      <a:cxn ang="T121">
                        <a:pos x="T78" y="T79"/>
                      </a:cxn>
                      <a:cxn ang="T122">
                        <a:pos x="T80" y="T81"/>
                      </a:cxn>
                    </a:cxnLst>
                    <a:rect l="T123" t="T124" r="T125" b="T126"/>
                    <a:pathLst>
                      <a:path w="717" h="756">
                        <a:moveTo>
                          <a:pt x="0" y="756"/>
                        </a:moveTo>
                        <a:lnTo>
                          <a:pt x="52" y="167"/>
                        </a:lnTo>
                        <a:lnTo>
                          <a:pt x="64" y="384"/>
                        </a:lnTo>
                        <a:lnTo>
                          <a:pt x="90" y="103"/>
                        </a:lnTo>
                        <a:lnTo>
                          <a:pt x="116" y="519"/>
                        </a:lnTo>
                        <a:lnTo>
                          <a:pt x="135" y="487"/>
                        </a:lnTo>
                        <a:lnTo>
                          <a:pt x="135" y="359"/>
                        </a:lnTo>
                        <a:lnTo>
                          <a:pt x="167" y="71"/>
                        </a:lnTo>
                        <a:lnTo>
                          <a:pt x="192" y="244"/>
                        </a:lnTo>
                        <a:lnTo>
                          <a:pt x="205" y="96"/>
                        </a:lnTo>
                        <a:lnTo>
                          <a:pt x="218" y="615"/>
                        </a:lnTo>
                        <a:lnTo>
                          <a:pt x="244" y="397"/>
                        </a:lnTo>
                        <a:lnTo>
                          <a:pt x="282" y="519"/>
                        </a:lnTo>
                        <a:lnTo>
                          <a:pt x="308" y="308"/>
                        </a:lnTo>
                        <a:lnTo>
                          <a:pt x="333" y="442"/>
                        </a:lnTo>
                        <a:lnTo>
                          <a:pt x="346" y="352"/>
                        </a:lnTo>
                        <a:lnTo>
                          <a:pt x="365" y="384"/>
                        </a:lnTo>
                        <a:lnTo>
                          <a:pt x="378" y="135"/>
                        </a:lnTo>
                        <a:lnTo>
                          <a:pt x="391" y="301"/>
                        </a:lnTo>
                        <a:lnTo>
                          <a:pt x="384" y="519"/>
                        </a:lnTo>
                        <a:lnTo>
                          <a:pt x="404" y="679"/>
                        </a:lnTo>
                        <a:lnTo>
                          <a:pt x="429" y="628"/>
                        </a:lnTo>
                        <a:lnTo>
                          <a:pt x="442" y="480"/>
                        </a:lnTo>
                        <a:lnTo>
                          <a:pt x="455" y="391"/>
                        </a:lnTo>
                        <a:lnTo>
                          <a:pt x="436" y="506"/>
                        </a:lnTo>
                        <a:lnTo>
                          <a:pt x="461" y="352"/>
                        </a:lnTo>
                        <a:lnTo>
                          <a:pt x="474" y="455"/>
                        </a:lnTo>
                        <a:lnTo>
                          <a:pt x="493" y="519"/>
                        </a:lnTo>
                        <a:lnTo>
                          <a:pt x="512" y="410"/>
                        </a:lnTo>
                        <a:lnTo>
                          <a:pt x="532" y="186"/>
                        </a:lnTo>
                        <a:lnTo>
                          <a:pt x="544" y="231"/>
                        </a:lnTo>
                        <a:lnTo>
                          <a:pt x="570" y="148"/>
                        </a:lnTo>
                        <a:lnTo>
                          <a:pt x="576" y="301"/>
                        </a:lnTo>
                        <a:lnTo>
                          <a:pt x="576" y="730"/>
                        </a:lnTo>
                        <a:lnTo>
                          <a:pt x="647" y="0"/>
                        </a:lnTo>
                        <a:lnTo>
                          <a:pt x="647" y="250"/>
                        </a:lnTo>
                        <a:lnTo>
                          <a:pt x="660" y="333"/>
                        </a:lnTo>
                        <a:lnTo>
                          <a:pt x="685" y="192"/>
                        </a:lnTo>
                        <a:lnTo>
                          <a:pt x="711" y="340"/>
                        </a:lnTo>
                        <a:lnTo>
                          <a:pt x="698" y="429"/>
                        </a:lnTo>
                        <a:lnTo>
                          <a:pt x="717" y="461"/>
                        </a:lnTo>
                      </a:path>
                    </a:pathLst>
                  </a:custGeom>
                  <a:noFill/>
                  <a:ln w="9525">
                    <a:solidFill>
                      <a:srgbClr val="FF0000"/>
                    </a:solidFill>
                    <a:round/>
                    <a:headEnd/>
                    <a:tailEnd/>
                  </a:ln>
                </p:spPr>
                <p:txBody>
                  <a:bodyPr/>
                  <a:lstStyle/>
                  <a:p>
                    <a:endParaRPr lang="en-GB" sz="1600"/>
                  </a:p>
                </p:txBody>
              </p:sp>
              <p:sp>
                <p:nvSpPr>
                  <p:cNvPr id="14651" name="Freeform 119"/>
                  <p:cNvSpPr>
                    <a:spLocks/>
                  </p:cNvSpPr>
                  <p:nvPr/>
                </p:nvSpPr>
                <p:spPr bwMode="auto">
                  <a:xfrm flipH="1" flipV="1">
                    <a:off x="3770" y="1145"/>
                    <a:ext cx="313" cy="756"/>
                  </a:xfrm>
                  <a:custGeom>
                    <a:avLst/>
                    <a:gdLst>
                      <a:gd name="T0" fmla="*/ 0 w 717"/>
                      <a:gd name="T1" fmla="*/ 756 h 756"/>
                      <a:gd name="T2" fmla="*/ 4 w 717"/>
                      <a:gd name="T3" fmla="*/ 167 h 756"/>
                      <a:gd name="T4" fmla="*/ 5 w 717"/>
                      <a:gd name="T5" fmla="*/ 384 h 756"/>
                      <a:gd name="T6" fmla="*/ 7 w 717"/>
                      <a:gd name="T7" fmla="*/ 103 h 756"/>
                      <a:gd name="T8" fmla="*/ 10 w 717"/>
                      <a:gd name="T9" fmla="*/ 519 h 756"/>
                      <a:gd name="T10" fmla="*/ 11 w 717"/>
                      <a:gd name="T11" fmla="*/ 487 h 756"/>
                      <a:gd name="T12" fmla="*/ 11 w 717"/>
                      <a:gd name="T13" fmla="*/ 359 h 756"/>
                      <a:gd name="T14" fmla="*/ 14 w 717"/>
                      <a:gd name="T15" fmla="*/ 71 h 756"/>
                      <a:gd name="T16" fmla="*/ 16 w 717"/>
                      <a:gd name="T17" fmla="*/ 244 h 756"/>
                      <a:gd name="T18" fmla="*/ 17 w 717"/>
                      <a:gd name="T19" fmla="*/ 96 h 756"/>
                      <a:gd name="T20" fmla="*/ 18 w 717"/>
                      <a:gd name="T21" fmla="*/ 615 h 756"/>
                      <a:gd name="T22" fmla="*/ 21 w 717"/>
                      <a:gd name="T23" fmla="*/ 397 h 756"/>
                      <a:gd name="T24" fmla="*/ 24 w 717"/>
                      <a:gd name="T25" fmla="*/ 519 h 756"/>
                      <a:gd name="T26" fmla="*/ 25 w 717"/>
                      <a:gd name="T27" fmla="*/ 308 h 756"/>
                      <a:gd name="T28" fmla="*/ 28 w 717"/>
                      <a:gd name="T29" fmla="*/ 442 h 756"/>
                      <a:gd name="T30" fmla="*/ 29 w 717"/>
                      <a:gd name="T31" fmla="*/ 352 h 756"/>
                      <a:gd name="T32" fmla="*/ 30 w 717"/>
                      <a:gd name="T33" fmla="*/ 384 h 756"/>
                      <a:gd name="T34" fmla="*/ 31 w 717"/>
                      <a:gd name="T35" fmla="*/ 135 h 756"/>
                      <a:gd name="T36" fmla="*/ 33 w 717"/>
                      <a:gd name="T37" fmla="*/ 301 h 756"/>
                      <a:gd name="T38" fmla="*/ 32 w 717"/>
                      <a:gd name="T39" fmla="*/ 519 h 756"/>
                      <a:gd name="T40" fmla="*/ 34 w 717"/>
                      <a:gd name="T41" fmla="*/ 679 h 756"/>
                      <a:gd name="T42" fmla="*/ 36 w 717"/>
                      <a:gd name="T43" fmla="*/ 628 h 756"/>
                      <a:gd name="T44" fmla="*/ 37 w 717"/>
                      <a:gd name="T45" fmla="*/ 480 h 756"/>
                      <a:gd name="T46" fmla="*/ 38 w 717"/>
                      <a:gd name="T47" fmla="*/ 391 h 756"/>
                      <a:gd name="T48" fmla="*/ 36 w 717"/>
                      <a:gd name="T49" fmla="*/ 506 h 756"/>
                      <a:gd name="T50" fmla="*/ 38 w 717"/>
                      <a:gd name="T51" fmla="*/ 352 h 756"/>
                      <a:gd name="T52" fmla="*/ 39 w 717"/>
                      <a:gd name="T53" fmla="*/ 455 h 756"/>
                      <a:gd name="T54" fmla="*/ 41 w 717"/>
                      <a:gd name="T55" fmla="*/ 519 h 756"/>
                      <a:gd name="T56" fmla="*/ 43 w 717"/>
                      <a:gd name="T57" fmla="*/ 410 h 756"/>
                      <a:gd name="T58" fmla="*/ 44 w 717"/>
                      <a:gd name="T59" fmla="*/ 186 h 756"/>
                      <a:gd name="T60" fmla="*/ 45 w 717"/>
                      <a:gd name="T61" fmla="*/ 231 h 756"/>
                      <a:gd name="T62" fmla="*/ 48 w 717"/>
                      <a:gd name="T63" fmla="*/ 148 h 756"/>
                      <a:gd name="T64" fmla="*/ 48 w 717"/>
                      <a:gd name="T65" fmla="*/ 301 h 756"/>
                      <a:gd name="T66" fmla="*/ 48 w 717"/>
                      <a:gd name="T67" fmla="*/ 730 h 756"/>
                      <a:gd name="T68" fmla="*/ 54 w 717"/>
                      <a:gd name="T69" fmla="*/ 0 h 756"/>
                      <a:gd name="T70" fmla="*/ 54 w 717"/>
                      <a:gd name="T71" fmla="*/ 250 h 756"/>
                      <a:gd name="T72" fmla="*/ 55 w 717"/>
                      <a:gd name="T73" fmla="*/ 333 h 756"/>
                      <a:gd name="T74" fmla="*/ 57 w 717"/>
                      <a:gd name="T75" fmla="*/ 192 h 756"/>
                      <a:gd name="T76" fmla="*/ 59 w 717"/>
                      <a:gd name="T77" fmla="*/ 340 h 756"/>
                      <a:gd name="T78" fmla="*/ 58 w 717"/>
                      <a:gd name="T79" fmla="*/ 429 h 756"/>
                      <a:gd name="T80" fmla="*/ 60 w 717"/>
                      <a:gd name="T81" fmla="*/ 461 h 756"/>
                      <a:gd name="T82" fmla="*/ 0 60000 65536"/>
                      <a:gd name="T83" fmla="*/ 0 60000 65536"/>
                      <a:gd name="T84" fmla="*/ 0 60000 65536"/>
                      <a:gd name="T85" fmla="*/ 0 60000 65536"/>
                      <a:gd name="T86" fmla="*/ 0 60000 65536"/>
                      <a:gd name="T87" fmla="*/ 0 60000 65536"/>
                      <a:gd name="T88" fmla="*/ 0 60000 65536"/>
                      <a:gd name="T89" fmla="*/ 0 60000 65536"/>
                      <a:gd name="T90" fmla="*/ 0 60000 65536"/>
                      <a:gd name="T91" fmla="*/ 0 60000 65536"/>
                      <a:gd name="T92" fmla="*/ 0 60000 65536"/>
                      <a:gd name="T93" fmla="*/ 0 60000 65536"/>
                      <a:gd name="T94" fmla="*/ 0 60000 65536"/>
                      <a:gd name="T95" fmla="*/ 0 60000 65536"/>
                      <a:gd name="T96" fmla="*/ 0 60000 65536"/>
                      <a:gd name="T97" fmla="*/ 0 60000 65536"/>
                      <a:gd name="T98" fmla="*/ 0 60000 65536"/>
                      <a:gd name="T99" fmla="*/ 0 60000 65536"/>
                      <a:gd name="T100" fmla="*/ 0 60000 65536"/>
                      <a:gd name="T101" fmla="*/ 0 60000 65536"/>
                      <a:gd name="T102" fmla="*/ 0 60000 65536"/>
                      <a:gd name="T103" fmla="*/ 0 60000 65536"/>
                      <a:gd name="T104" fmla="*/ 0 60000 65536"/>
                      <a:gd name="T105" fmla="*/ 0 60000 65536"/>
                      <a:gd name="T106" fmla="*/ 0 60000 65536"/>
                      <a:gd name="T107" fmla="*/ 0 60000 65536"/>
                      <a:gd name="T108" fmla="*/ 0 60000 65536"/>
                      <a:gd name="T109" fmla="*/ 0 60000 65536"/>
                      <a:gd name="T110" fmla="*/ 0 60000 65536"/>
                      <a:gd name="T111" fmla="*/ 0 60000 65536"/>
                      <a:gd name="T112" fmla="*/ 0 60000 65536"/>
                      <a:gd name="T113" fmla="*/ 0 60000 65536"/>
                      <a:gd name="T114" fmla="*/ 0 60000 65536"/>
                      <a:gd name="T115" fmla="*/ 0 60000 65536"/>
                      <a:gd name="T116" fmla="*/ 0 60000 65536"/>
                      <a:gd name="T117" fmla="*/ 0 60000 65536"/>
                      <a:gd name="T118" fmla="*/ 0 60000 65536"/>
                      <a:gd name="T119" fmla="*/ 0 60000 65536"/>
                      <a:gd name="T120" fmla="*/ 0 60000 65536"/>
                      <a:gd name="T121" fmla="*/ 0 60000 65536"/>
                      <a:gd name="T122" fmla="*/ 0 60000 65536"/>
                      <a:gd name="T123" fmla="*/ 0 w 717"/>
                      <a:gd name="T124" fmla="*/ 0 h 756"/>
                      <a:gd name="T125" fmla="*/ 717 w 717"/>
                      <a:gd name="T126" fmla="*/ 756 h 756"/>
                    </a:gdLst>
                    <a:ahLst/>
                    <a:cxnLst>
                      <a:cxn ang="T82">
                        <a:pos x="T0" y="T1"/>
                      </a:cxn>
                      <a:cxn ang="T83">
                        <a:pos x="T2" y="T3"/>
                      </a:cxn>
                      <a:cxn ang="T84">
                        <a:pos x="T4" y="T5"/>
                      </a:cxn>
                      <a:cxn ang="T85">
                        <a:pos x="T6" y="T7"/>
                      </a:cxn>
                      <a:cxn ang="T86">
                        <a:pos x="T8" y="T9"/>
                      </a:cxn>
                      <a:cxn ang="T87">
                        <a:pos x="T10" y="T11"/>
                      </a:cxn>
                      <a:cxn ang="T88">
                        <a:pos x="T12" y="T13"/>
                      </a:cxn>
                      <a:cxn ang="T89">
                        <a:pos x="T14" y="T15"/>
                      </a:cxn>
                      <a:cxn ang="T90">
                        <a:pos x="T16" y="T17"/>
                      </a:cxn>
                      <a:cxn ang="T91">
                        <a:pos x="T18" y="T19"/>
                      </a:cxn>
                      <a:cxn ang="T92">
                        <a:pos x="T20" y="T21"/>
                      </a:cxn>
                      <a:cxn ang="T93">
                        <a:pos x="T22" y="T23"/>
                      </a:cxn>
                      <a:cxn ang="T94">
                        <a:pos x="T24" y="T25"/>
                      </a:cxn>
                      <a:cxn ang="T95">
                        <a:pos x="T26" y="T27"/>
                      </a:cxn>
                      <a:cxn ang="T96">
                        <a:pos x="T28" y="T29"/>
                      </a:cxn>
                      <a:cxn ang="T97">
                        <a:pos x="T30" y="T31"/>
                      </a:cxn>
                      <a:cxn ang="T98">
                        <a:pos x="T32" y="T33"/>
                      </a:cxn>
                      <a:cxn ang="T99">
                        <a:pos x="T34" y="T35"/>
                      </a:cxn>
                      <a:cxn ang="T100">
                        <a:pos x="T36" y="T37"/>
                      </a:cxn>
                      <a:cxn ang="T101">
                        <a:pos x="T38" y="T39"/>
                      </a:cxn>
                      <a:cxn ang="T102">
                        <a:pos x="T40" y="T41"/>
                      </a:cxn>
                      <a:cxn ang="T103">
                        <a:pos x="T42" y="T43"/>
                      </a:cxn>
                      <a:cxn ang="T104">
                        <a:pos x="T44" y="T45"/>
                      </a:cxn>
                      <a:cxn ang="T105">
                        <a:pos x="T46" y="T47"/>
                      </a:cxn>
                      <a:cxn ang="T106">
                        <a:pos x="T48" y="T49"/>
                      </a:cxn>
                      <a:cxn ang="T107">
                        <a:pos x="T50" y="T51"/>
                      </a:cxn>
                      <a:cxn ang="T108">
                        <a:pos x="T52" y="T53"/>
                      </a:cxn>
                      <a:cxn ang="T109">
                        <a:pos x="T54" y="T55"/>
                      </a:cxn>
                      <a:cxn ang="T110">
                        <a:pos x="T56" y="T57"/>
                      </a:cxn>
                      <a:cxn ang="T111">
                        <a:pos x="T58" y="T59"/>
                      </a:cxn>
                      <a:cxn ang="T112">
                        <a:pos x="T60" y="T61"/>
                      </a:cxn>
                      <a:cxn ang="T113">
                        <a:pos x="T62" y="T63"/>
                      </a:cxn>
                      <a:cxn ang="T114">
                        <a:pos x="T64" y="T65"/>
                      </a:cxn>
                      <a:cxn ang="T115">
                        <a:pos x="T66" y="T67"/>
                      </a:cxn>
                      <a:cxn ang="T116">
                        <a:pos x="T68" y="T69"/>
                      </a:cxn>
                      <a:cxn ang="T117">
                        <a:pos x="T70" y="T71"/>
                      </a:cxn>
                      <a:cxn ang="T118">
                        <a:pos x="T72" y="T73"/>
                      </a:cxn>
                      <a:cxn ang="T119">
                        <a:pos x="T74" y="T75"/>
                      </a:cxn>
                      <a:cxn ang="T120">
                        <a:pos x="T76" y="T77"/>
                      </a:cxn>
                      <a:cxn ang="T121">
                        <a:pos x="T78" y="T79"/>
                      </a:cxn>
                      <a:cxn ang="T122">
                        <a:pos x="T80" y="T81"/>
                      </a:cxn>
                    </a:cxnLst>
                    <a:rect l="T123" t="T124" r="T125" b="T126"/>
                    <a:pathLst>
                      <a:path w="717" h="756">
                        <a:moveTo>
                          <a:pt x="0" y="756"/>
                        </a:moveTo>
                        <a:lnTo>
                          <a:pt x="52" y="167"/>
                        </a:lnTo>
                        <a:lnTo>
                          <a:pt x="64" y="384"/>
                        </a:lnTo>
                        <a:lnTo>
                          <a:pt x="90" y="103"/>
                        </a:lnTo>
                        <a:lnTo>
                          <a:pt x="116" y="519"/>
                        </a:lnTo>
                        <a:lnTo>
                          <a:pt x="135" y="487"/>
                        </a:lnTo>
                        <a:lnTo>
                          <a:pt x="135" y="359"/>
                        </a:lnTo>
                        <a:lnTo>
                          <a:pt x="167" y="71"/>
                        </a:lnTo>
                        <a:lnTo>
                          <a:pt x="192" y="244"/>
                        </a:lnTo>
                        <a:lnTo>
                          <a:pt x="205" y="96"/>
                        </a:lnTo>
                        <a:lnTo>
                          <a:pt x="218" y="615"/>
                        </a:lnTo>
                        <a:lnTo>
                          <a:pt x="244" y="397"/>
                        </a:lnTo>
                        <a:lnTo>
                          <a:pt x="282" y="519"/>
                        </a:lnTo>
                        <a:lnTo>
                          <a:pt x="308" y="308"/>
                        </a:lnTo>
                        <a:lnTo>
                          <a:pt x="333" y="442"/>
                        </a:lnTo>
                        <a:lnTo>
                          <a:pt x="346" y="352"/>
                        </a:lnTo>
                        <a:lnTo>
                          <a:pt x="365" y="384"/>
                        </a:lnTo>
                        <a:lnTo>
                          <a:pt x="378" y="135"/>
                        </a:lnTo>
                        <a:lnTo>
                          <a:pt x="391" y="301"/>
                        </a:lnTo>
                        <a:lnTo>
                          <a:pt x="384" y="519"/>
                        </a:lnTo>
                        <a:lnTo>
                          <a:pt x="404" y="679"/>
                        </a:lnTo>
                        <a:lnTo>
                          <a:pt x="429" y="628"/>
                        </a:lnTo>
                        <a:lnTo>
                          <a:pt x="442" y="480"/>
                        </a:lnTo>
                        <a:lnTo>
                          <a:pt x="455" y="391"/>
                        </a:lnTo>
                        <a:lnTo>
                          <a:pt x="436" y="506"/>
                        </a:lnTo>
                        <a:lnTo>
                          <a:pt x="461" y="352"/>
                        </a:lnTo>
                        <a:lnTo>
                          <a:pt x="474" y="455"/>
                        </a:lnTo>
                        <a:lnTo>
                          <a:pt x="493" y="519"/>
                        </a:lnTo>
                        <a:lnTo>
                          <a:pt x="512" y="410"/>
                        </a:lnTo>
                        <a:lnTo>
                          <a:pt x="532" y="186"/>
                        </a:lnTo>
                        <a:lnTo>
                          <a:pt x="544" y="231"/>
                        </a:lnTo>
                        <a:lnTo>
                          <a:pt x="570" y="148"/>
                        </a:lnTo>
                        <a:lnTo>
                          <a:pt x="576" y="301"/>
                        </a:lnTo>
                        <a:lnTo>
                          <a:pt x="576" y="730"/>
                        </a:lnTo>
                        <a:lnTo>
                          <a:pt x="647" y="0"/>
                        </a:lnTo>
                        <a:lnTo>
                          <a:pt x="647" y="250"/>
                        </a:lnTo>
                        <a:lnTo>
                          <a:pt x="660" y="333"/>
                        </a:lnTo>
                        <a:lnTo>
                          <a:pt x="685" y="192"/>
                        </a:lnTo>
                        <a:lnTo>
                          <a:pt x="711" y="340"/>
                        </a:lnTo>
                        <a:lnTo>
                          <a:pt x="698" y="429"/>
                        </a:lnTo>
                        <a:lnTo>
                          <a:pt x="717" y="461"/>
                        </a:lnTo>
                      </a:path>
                    </a:pathLst>
                  </a:custGeom>
                  <a:noFill/>
                  <a:ln w="9525">
                    <a:solidFill>
                      <a:srgbClr val="FF0000"/>
                    </a:solidFill>
                    <a:round/>
                    <a:headEnd/>
                    <a:tailEnd/>
                  </a:ln>
                </p:spPr>
                <p:txBody>
                  <a:bodyPr/>
                  <a:lstStyle/>
                  <a:p>
                    <a:endParaRPr lang="en-GB" sz="1600"/>
                  </a:p>
                </p:txBody>
              </p:sp>
              <p:sp>
                <p:nvSpPr>
                  <p:cNvPr id="14652" name="Freeform 120"/>
                  <p:cNvSpPr>
                    <a:spLocks/>
                  </p:cNvSpPr>
                  <p:nvPr/>
                </p:nvSpPr>
                <p:spPr bwMode="auto">
                  <a:xfrm flipH="1">
                    <a:off x="4077" y="1119"/>
                    <a:ext cx="313" cy="756"/>
                  </a:xfrm>
                  <a:custGeom>
                    <a:avLst/>
                    <a:gdLst>
                      <a:gd name="T0" fmla="*/ 0 w 717"/>
                      <a:gd name="T1" fmla="*/ 756 h 756"/>
                      <a:gd name="T2" fmla="*/ 4 w 717"/>
                      <a:gd name="T3" fmla="*/ 167 h 756"/>
                      <a:gd name="T4" fmla="*/ 5 w 717"/>
                      <a:gd name="T5" fmla="*/ 384 h 756"/>
                      <a:gd name="T6" fmla="*/ 7 w 717"/>
                      <a:gd name="T7" fmla="*/ 103 h 756"/>
                      <a:gd name="T8" fmla="*/ 10 w 717"/>
                      <a:gd name="T9" fmla="*/ 519 h 756"/>
                      <a:gd name="T10" fmla="*/ 11 w 717"/>
                      <a:gd name="T11" fmla="*/ 487 h 756"/>
                      <a:gd name="T12" fmla="*/ 11 w 717"/>
                      <a:gd name="T13" fmla="*/ 359 h 756"/>
                      <a:gd name="T14" fmla="*/ 14 w 717"/>
                      <a:gd name="T15" fmla="*/ 71 h 756"/>
                      <a:gd name="T16" fmla="*/ 16 w 717"/>
                      <a:gd name="T17" fmla="*/ 244 h 756"/>
                      <a:gd name="T18" fmla="*/ 17 w 717"/>
                      <a:gd name="T19" fmla="*/ 96 h 756"/>
                      <a:gd name="T20" fmla="*/ 18 w 717"/>
                      <a:gd name="T21" fmla="*/ 615 h 756"/>
                      <a:gd name="T22" fmla="*/ 21 w 717"/>
                      <a:gd name="T23" fmla="*/ 397 h 756"/>
                      <a:gd name="T24" fmla="*/ 24 w 717"/>
                      <a:gd name="T25" fmla="*/ 519 h 756"/>
                      <a:gd name="T26" fmla="*/ 25 w 717"/>
                      <a:gd name="T27" fmla="*/ 308 h 756"/>
                      <a:gd name="T28" fmla="*/ 28 w 717"/>
                      <a:gd name="T29" fmla="*/ 442 h 756"/>
                      <a:gd name="T30" fmla="*/ 29 w 717"/>
                      <a:gd name="T31" fmla="*/ 352 h 756"/>
                      <a:gd name="T32" fmla="*/ 30 w 717"/>
                      <a:gd name="T33" fmla="*/ 384 h 756"/>
                      <a:gd name="T34" fmla="*/ 31 w 717"/>
                      <a:gd name="T35" fmla="*/ 135 h 756"/>
                      <a:gd name="T36" fmla="*/ 33 w 717"/>
                      <a:gd name="T37" fmla="*/ 301 h 756"/>
                      <a:gd name="T38" fmla="*/ 32 w 717"/>
                      <a:gd name="T39" fmla="*/ 519 h 756"/>
                      <a:gd name="T40" fmla="*/ 34 w 717"/>
                      <a:gd name="T41" fmla="*/ 679 h 756"/>
                      <a:gd name="T42" fmla="*/ 36 w 717"/>
                      <a:gd name="T43" fmla="*/ 628 h 756"/>
                      <a:gd name="T44" fmla="*/ 37 w 717"/>
                      <a:gd name="T45" fmla="*/ 480 h 756"/>
                      <a:gd name="T46" fmla="*/ 38 w 717"/>
                      <a:gd name="T47" fmla="*/ 391 h 756"/>
                      <a:gd name="T48" fmla="*/ 36 w 717"/>
                      <a:gd name="T49" fmla="*/ 506 h 756"/>
                      <a:gd name="T50" fmla="*/ 38 w 717"/>
                      <a:gd name="T51" fmla="*/ 352 h 756"/>
                      <a:gd name="T52" fmla="*/ 39 w 717"/>
                      <a:gd name="T53" fmla="*/ 455 h 756"/>
                      <a:gd name="T54" fmla="*/ 41 w 717"/>
                      <a:gd name="T55" fmla="*/ 519 h 756"/>
                      <a:gd name="T56" fmla="*/ 43 w 717"/>
                      <a:gd name="T57" fmla="*/ 410 h 756"/>
                      <a:gd name="T58" fmla="*/ 44 w 717"/>
                      <a:gd name="T59" fmla="*/ 186 h 756"/>
                      <a:gd name="T60" fmla="*/ 45 w 717"/>
                      <a:gd name="T61" fmla="*/ 231 h 756"/>
                      <a:gd name="T62" fmla="*/ 48 w 717"/>
                      <a:gd name="T63" fmla="*/ 148 h 756"/>
                      <a:gd name="T64" fmla="*/ 48 w 717"/>
                      <a:gd name="T65" fmla="*/ 301 h 756"/>
                      <a:gd name="T66" fmla="*/ 48 w 717"/>
                      <a:gd name="T67" fmla="*/ 730 h 756"/>
                      <a:gd name="T68" fmla="*/ 54 w 717"/>
                      <a:gd name="T69" fmla="*/ 0 h 756"/>
                      <a:gd name="T70" fmla="*/ 54 w 717"/>
                      <a:gd name="T71" fmla="*/ 250 h 756"/>
                      <a:gd name="T72" fmla="*/ 55 w 717"/>
                      <a:gd name="T73" fmla="*/ 333 h 756"/>
                      <a:gd name="T74" fmla="*/ 57 w 717"/>
                      <a:gd name="T75" fmla="*/ 192 h 756"/>
                      <a:gd name="T76" fmla="*/ 59 w 717"/>
                      <a:gd name="T77" fmla="*/ 340 h 756"/>
                      <a:gd name="T78" fmla="*/ 58 w 717"/>
                      <a:gd name="T79" fmla="*/ 429 h 756"/>
                      <a:gd name="T80" fmla="*/ 60 w 717"/>
                      <a:gd name="T81" fmla="*/ 461 h 756"/>
                      <a:gd name="T82" fmla="*/ 0 60000 65536"/>
                      <a:gd name="T83" fmla="*/ 0 60000 65536"/>
                      <a:gd name="T84" fmla="*/ 0 60000 65536"/>
                      <a:gd name="T85" fmla="*/ 0 60000 65536"/>
                      <a:gd name="T86" fmla="*/ 0 60000 65536"/>
                      <a:gd name="T87" fmla="*/ 0 60000 65536"/>
                      <a:gd name="T88" fmla="*/ 0 60000 65536"/>
                      <a:gd name="T89" fmla="*/ 0 60000 65536"/>
                      <a:gd name="T90" fmla="*/ 0 60000 65536"/>
                      <a:gd name="T91" fmla="*/ 0 60000 65536"/>
                      <a:gd name="T92" fmla="*/ 0 60000 65536"/>
                      <a:gd name="T93" fmla="*/ 0 60000 65536"/>
                      <a:gd name="T94" fmla="*/ 0 60000 65536"/>
                      <a:gd name="T95" fmla="*/ 0 60000 65536"/>
                      <a:gd name="T96" fmla="*/ 0 60000 65536"/>
                      <a:gd name="T97" fmla="*/ 0 60000 65536"/>
                      <a:gd name="T98" fmla="*/ 0 60000 65536"/>
                      <a:gd name="T99" fmla="*/ 0 60000 65536"/>
                      <a:gd name="T100" fmla="*/ 0 60000 65536"/>
                      <a:gd name="T101" fmla="*/ 0 60000 65536"/>
                      <a:gd name="T102" fmla="*/ 0 60000 65536"/>
                      <a:gd name="T103" fmla="*/ 0 60000 65536"/>
                      <a:gd name="T104" fmla="*/ 0 60000 65536"/>
                      <a:gd name="T105" fmla="*/ 0 60000 65536"/>
                      <a:gd name="T106" fmla="*/ 0 60000 65536"/>
                      <a:gd name="T107" fmla="*/ 0 60000 65536"/>
                      <a:gd name="T108" fmla="*/ 0 60000 65536"/>
                      <a:gd name="T109" fmla="*/ 0 60000 65536"/>
                      <a:gd name="T110" fmla="*/ 0 60000 65536"/>
                      <a:gd name="T111" fmla="*/ 0 60000 65536"/>
                      <a:gd name="T112" fmla="*/ 0 60000 65536"/>
                      <a:gd name="T113" fmla="*/ 0 60000 65536"/>
                      <a:gd name="T114" fmla="*/ 0 60000 65536"/>
                      <a:gd name="T115" fmla="*/ 0 60000 65536"/>
                      <a:gd name="T116" fmla="*/ 0 60000 65536"/>
                      <a:gd name="T117" fmla="*/ 0 60000 65536"/>
                      <a:gd name="T118" fmla="*/ 0 60000 65536"/>
                      <a:gd name="T119" fmla="*/ 0 60000 65536"/>
                      <a:gd name="T120" fmla="*/ 0 60000 65536"/>
                      <a:gd name="T121" fmla="*/ 0 60000 65536"/>
                      <a:gd name="T122" fmla="*/ 0 60000 65536"/>
                      <a:gd name="T123" fmla="*/ 0 w 717"/>
                      <a:gd name="T124" fmla="*/ 0 h 756"/>
                      <a:gd name="T125" fmla="*/ 717 w 717"/>
                      <a:gd name="T126" fmla="*/ 756 h 756"/>
                    </a:gdLst>
                    <a:ahLst/>
                    <a:cxnLst>
                      <a:cxn ang="T82">
                        <a:pos x="T0" y="T1"/>
                      </a:cxn>
                      <a:cxn ang="T83">
                        <a:pos x="T2" y="T3"/>
                      </a:cxn>
                      <a:cxn ang="T84">
                        <a:pos x="T4" y="T5"/>
                      </a:cxn>
                      <a:cxn ang="T85">
                        <a:pos x="T6" y="T7"/>
                      </a:cxn>
                      <a:cxn ang="T86">
                        <a:pos x="T8" y="T9"/>
                      </a:cxn>
                      <a:cxn ang="T87">
                        <a:pos x="T10" y="T11"/>
                      </a:cxn>
                      <a:cxn ang="T88">
                        <a:pos x="T12" y="T13"/>
                      </a:cxn>
                      <a:cxn ang="T89">
                        <a:pos x="T14" y="T15"/>
                      </a:cxn>
                      <a:cxn ang="T90">
                        <a:pos x="T16" y="T17"/>
                      </a:cxn>
                      <a:cxn ang="T91">
                        <a:pos x="T18" y="T19"/>
                      </a:cxn>
                      <a:cxn ang="T92">
                        <a:pos x="T20" y="T21"/>
                      </a:cxn>
                      <a:cxn ang="T93">
                        <a:pos x="T22" y="T23"/>
                      </a:cxn>
                      <a:cxn ang="T94">
                        <a:pos x="T24" y="T25"/>
                      </a:cxn>
                      <a:cxn ang="T95">
                        <a:pos x="T26" y="T27"/>
                      </a:cxn>
                      <a:cxn ang="T96">
                        <a:pos x="T28" y="T29"/>
                      </a:cxn>
                      <a:cxn ang="T97">
                        <a:pos x="T30" y="T31"/>
                      </a:cxn>
                      <a:cxn ang="T98">
                        <a:pos x="T32" y="T33"/>
                      </a:cxn>
                      <a:cxn ang="T99">
                        <a:pos x="T34" y="T35"/>
                      </a:cxn>
                      <a:cxn ang="T100">
                        <a:pos x="T36" y="T37"/>
                      </a:cxn>
                      <a:cxn ang="T101">
                        <a:pos x="T38" y="T39"/>
                      </a:cxn>
                      <a:cxn ang="T102">
                        <a:pos x="T40" y="T41"/>
                      </a:cxn>
                      <a:cxn ang="T103">
                        <a:pos x="T42" y="T43"/>
                      </a:cxn>
                      <a:cxn ang="T104">
                        <a:pos x="T44" y="T45"/>
                      </a:cxn>
                      <a:cxn ang="T105">
                        <a:pos x="T46" y="T47"/>
                      </a:cxn>
                      <a:cxn ang="T106">
                        <a:pos x="T48" y="T49"/>
                      </a:cxn>
                      <a:cxn ang="T107">
                        <a:pos x="T50" y="T51"/>
                      </a:cxn>
                      <a:cxn ang="T108">
                        <a:pos x="T52" y="T53"/>
                      </a:cxn>
                      <a:cxn ang="T109">
                        <a:pos x="T54" y="T55"/>
                      </a:cxn>
                      <a:cxn ang="T110">
                        <a:pos x="T56" y="T57"/>
                      </a:cxn>
                      <a:cxn ang="T111">
                        <a:pos x="T58" y="T59"/>
                      </a:cxn>
                      <a:cxn ang="T112">
                        <a:pos x="T60" y="T61"/>
                      </a:cxn>
                      <a:cxn ang="T113">
                        <a:pos x="T62" y="T63"/>
                      </a:cxn>
                      <a:cxn ang="T114">
                        <a:pos x="T64" y="T65"/>
                      </a:cxn>
                      <a:cxn ang="T115">
                        <a:pos x="T66" y="T67"/>
                      </a:cxn>
                      <a:cxn ang="T116">
                        <a:pos x="T68" y="T69"/>
                      </a:cxn>
                      <a:cxn ang="T117">
                        <a:pos x="T70" y="T71"/>
                      </a:cxn>
                      <a:cxn ang="T118">
                        <a:pos x="T72" y="T73"/>
                      </a:cxn>
                      <a:cxn ang="T119">
                        <a:pos x="T74" y="T75"/>
                      </a:cxn>
                      <a:cxn ang="T120">
                        <a:pos x="T76" y="T77"/>
                      </a:cxn>
                      <a:cxn ang="T121">
                        <a:pos x="T78" y="T79"/>
                      </a:cxn>
                      <a:cxn ang="T122">
                        <a:pos x="T80" y="T81"/>
                      </a:cxn>
                    </a:cxnLst>
                    <a:rect l="T123" t="T124" r="T125" b="T126"/>
                    <a:pathLst>
                      <a:path w="717" h="756">
                        <a:moveTo>
                          <a:pt x="0" y="756"/>
                        </a:moveTo>
                        <a:lnTo>
                          <a:pt x="52" y="167"/>
                        </a:lnTo>
                        <a:lnTo>
                          <a:pt x="64" y="384"/>
                        </a:lnTo>
                        <a:lnTo>
                          <a:pt x="90" y="103"/>
                        </a:lnTo>
                        <a:lnTo>
                          <a:pt x="116" y="519"/>
                        </a:lnTo>
                        <a:lnTo>
                          <a:pt x="135" y="487"/>
                        </a:lnTo>
                        <a:lnTo>
                          <a:pt x="135" y="359"/>
                        </a:lnTo>
                        <a:lnTo>
                          <a:pt x="167" y="71"/>
                        </a:lnTo>
                        <a:lnTo>
                          <a:pt x="192" y="244"/>
                        </a:lnTo>
                        <a:lnTo>
                          <a:pt x="205" y="96"/>
                        </a:lnTo>
                        <a:lnTo>
                          <a:pt x="218" y="615"/>
                        </a:lnTo>
                        <a:lnTo>
                          <a:pt x="244" y="397"/>
                        </a:lnTo>
                        <a:lnTo>
                          <a:pt x="282" y="519"/>
                        </a:lnTo>
                        <a:lnTo>
                          <a:pt x="308" y="308"/>
                        </a:lnTo>
                        <a:lnTo>
                          <a:pt x="333" y="442"/>
                        </a:lnTo>
                        <a:lnTo>
                          <a:pt x="346" y="352"/>
                        </a:lnTo>
                        <a:lnTo>
                          <a:pt x="365" y="384"/>
                        </a:lnTo>
                        <a:lnTo>
                          <a:pt x="378" y="135"/>
                        </a:lnTo>
                        <a:lnTo>
                          <a:pt x="391" y="301"/>
                        </a:lnTo>
                        <a:lnTo>
                          <a:pt x="384" y="519"/>
                        </a:lnTo>
                        <a:lnTo>
                          <a:pt x="404" y="679"/>
                        </a:lnTo>
                        <a:lnTo>
                          <a:pt x="429" y="628"/>
                        </a:lnTo>
                        <a:lnTo>
                          <a:pt x="442" y="480"/>
                        </a:lnTo>
                        <a:lnTo>
                          <a:pt x="455" y="391"/>
                        </a:lnTo>
                        <a:lnTo>
                          <a:pt x="436" y="506"/>
                        </a:lnTo>
                        <a:lnTo>
                          <a:pt x="461" y="352"/>
                        </a:lnTo>
                        <a:lnTo>
                          <a:pt x="474" y="455"/>
                        </a:lnTo>
                        <a:lnTo>
                          <a:pt x="493" y="519"/>
                        </a:lnTo>
                        <a:lnTo>
                          <a:pt x="512" y="410"/>
                        </a:lnTo>
                        <a:lnTo>
                          <a:pt x="532" y="186"/>
                        </a:lnTo>
                        <a:lnTo>
                          <a:pt x="544" y="231"/>
                        </a:lnTo>
                        <a:lnTo>
                          <a:pt x="570" y="148"/>
                        </a:lnTo>
                        <a:lnTo>
                          <a:pt x="576" y="301"/>
                        </a:lnTo>
                        <a:lnTo>
                          <a:pt x="576" y="730"/>
                        </a:lnTo>
                        <a:lnTo>
                          <a:pt x="647" y="0"/>
                        </a:lnTo>
                        <a:lnTo>
                          <a:pt x="647" y="250"/>
                        </a:lnTo>
                        <a:lnTo>
                          <a:pt x="660" y="333"/>
                        </a:lnTo>
                        <a:lnTo>
                          <a:pt x="685" y="192"/>
                        </a:lnTo>
                        <a:lnTo>
                          <a:pt x="711" y="340"/>
                        </a:lnTo>
                        <a:lnTo>
                          <a:pt x="698" y="429"/>
                        </a:lnTo>
                        <a:lnTo>
                          <a:pt x="717" y="461"/>
                        </a:lnTo>
                      </a:path>
                    </a:pathLst>
                  </a:custGeom>
                  <a:noFill/>
                  <a:ln w="9525">
                    <a:solidFill>
                      <a:srgbClr val="FF0000"/>
                    </a:solidFill>
                    <a:round/>
                    <a:headEnd/>
                    <a:tailEnd/>
                  </a:ln>
                </p:spPr>
                <p:txBody>
                  <a:bodyPr/>
                  <a:lstStyle/>
                  <a:p>
                    <a:endParaRPr lang="en-GB" sz="1600"/>
                  </a:p>
                </p:txBody>
              </p:sp>
              <p:sp>
                <p:nvSpPr>
                  <p:cNvPr id="14653" name="Freeform 121"/>
                  <p:cNvSpPr>
                    <a:spLocks/>
                  </p:cNvSpPr>
                  <p:nvPr/>
                </p:nvSpPr>
                <p:spPr bwMode="auto">
                  <a:xfrm flipV="1">
                    <a:off x="4385" y="1138"/>
                    <a:ext cx="313" cy="756"/>
                  </a:xfrm>
                  <a:custGeom>
                    <a:avLst/>
                    <a:gdLst>
                      <a:gd name="T0" fmla="*/ 0 w 717"/>
                      <a:gd name="T1" fmla="*/ 756 h 756"/>
                      <a:gd name="T2" fmla="*/ 4 w 717"/>
                      <a:gd name="T3" fmla="*/ 167 h 756"/>
                      <a:gd name="T4" fmla="*/ 5 w 717"/>
                      <a:gd name="T5" fmla="*/ 384 h 756"/>
                      <a:gd name="T6" fmla="*/ 7 w 717"/>
                      <a:gd name="T7" fmla="*/ 103 h 756"/>
                      <a:gd name="T8" fmla="*/ 10 w 717"/>
                      <a:gd name="T9" fmla="*/ 519 h 756"/>
                      <a:gd name="T10" fmla="*/ 11 w 717"/>
                      <a:gd name="T11" fmla="*/ 487 h 756"/>
                      <a:gd name="T12" fmla="*/ 11 w 717"/>
                      <a:gd name="T13" fmla="*/ 359 h 756"/>
                      <a:gd name="T14" fmla="*/ 14 w 717"/>
                      <a:gd name="T15" fmla="*/ 71 h 756"/>
                      <a:gd name="T16" fmla="*/ 16 w 717"/>
                      <a:gd name="T17" fmla="*/ 244 h 756"/>
                      <a:gd name="T18" fmla="*/ 17 w 717"/>
                      <a:gd name="T19" fmla="*/ 96 h 756"/>
                      <a:gd name="T20" fmla="*/ 18 w 717"/>
                      <a:gd name="T21" fmla="*/ 615 h 756"/>
                      <a:gd name="T22" fmla="*/ 21 w 717"/>
                      <a:gd name="T23" fmla="*/ 397 h 756"/>
                      <a:gd name="T24" fmla="*/ 24 w 717"/>
                      <a:gd name="T25" fmla="*/ 519 h 756"/>
                      <a:gd name="T26" fmla="*/ 25 w 717"/>
                      <a:gd name="T27" fmla="*/ 308 h 756"/>
                      <a:gd name="T28" fmla="*/ 28 w 717"/>
                      <a:gd name="T29" fmla="*/ 442 h 756"/>
                      <a:gd name="T30" fmla="*/ 29 w 717"/>
                      <a:gd name="T31" fmla="*/ 352 h 756"/>
                      <a:gd name="T32" fmla="*/ 30 w 717"/>
                      <a:gd name="T33" fmla="*/ 384 h 756"/>
                      <a:gd name="T34" fmla="*/ 31 w 717"/>
                      <a:gd name="T35" fmla="*/ 135 h 756"/>
                      <a:gd name="T36" fmla="*/ 33 w 717"/>
                      <a:gd name="T37" fmla="*/ 301 h 756"/>
                      <a:gd name="T38" fmla="*/ 32 w 717"/>
                      <a:gd name="T39" fmla="*/ 519 h 756"/>
                      <a:gd name="T40" fmla="*/ 34 w 717"/>
                      <a:gd name="T41" fmla="*/ 679 h 756"/>
                      <a:gd name="T42" fmla="*/ 36 w 717"/>
                      <a:gd name="T43" fmla="*/ 628 h 756"/>
                      <a:gd name="T44" fmla="*/ 37 w 717"/>
                      <a:gd name="T45" fmla="*/ 480 h 756"/>
                      <a:gd name="T46" fmla="*/ 38 w 717"/>
                      <a:gd name="T47" fmla="*/ 391 h 756"/>
                      <a:gd name="T48" fmla="*/ 36 w 717"/>
                      <a:gd name="T49" fmla="*/ 506 h 756"/>
                      <a:gd name="T50" fmla="*/ 38 w 717"/>
                      <a:gd name="T51" fmla="*/ 352 h 756"/>
                      <a:gd name="T52" fmla="*/ 39 w 717"/>
                      <a:gd name="T53" fmla="*/ 455 h 756"/>
                      <a:gd name="T54" fmla="*/ 41 w 717"/>
                      <a:gd name="T55" fmla="*/ 519 h 756"/>
                      <a:gd name="T56" fmla="*/ 43 w 717"/>
                      <a:gd name="T57" fmla="*/ 410 h 756"/>
                      <a:gd name="T58" fmla="*/ 44 w 717"/>
                      <a:gd name="T59" fmla="*/ 186 h 756"/>
                      <a:gd name="T60" fmla="*/ 45 w 717"/>
                      <a:gd name="T61" fmla="*/ 231 h 756"/>
                      <a:gd name="T62" fmla="*/ 48 w 717"/>
                      <a:gd name="T63" fmla="*/ 148 h 756"/>
                      <a:gd name="T64" fmla="*/ 48 w 717"/>
                      <a:gd name="T65" fmla="*/ 301 h 756"/>
                      <a:gd name="T66" fmla="*/ 48 w 717"/>
                      <a:gd name="T67" fmla="*/ 730 h 756"/>
                      <a:gd name="T68" fmla="*/ 54 w 717"/>
                      <a:gd name="T69" fmla="*/ 0 h 756"/>
                      <a:gd name="T70" fmla="*/ 54 w 717"/>
                      <a:gd name="T71" fmla="*/ 250 h 756"/>
                      <a:gd name="T72" fmla="*/ 55 w 717"/>
                      <a:gd name="T73" fmla="*/ 333 h 756"/>
                      <a:gd name="T74" fmla="*/ 57 w 717"/>
                      <a:gd name="T75" fmla="*/ 192 h 756"/>
                      <a:gd name="T76" fmla="*/ 59 w 717"/>
                      <a:gd name="T77" fmla="*/ 340 h 756"/>
                      <a:gd name="T78" fmla="*/ 58 w 717"/>
                      <a:gd name="T79" fmla="*/ 429 h 756"/>
                      <a:gd name="T80" fmla="*/ 60 w 717"/>
                      <a:gd name="T81" fmla="*/ 461 h 756"/>
                      <a:gd name="T82" fmla="*/ 0 60000 65536"/>
                      <a:gd name="T83" fmla="*/ 0 60000 65536"/>
                      <a:gd name="T84" fmla="*/ 0 60000 65536"/>
                      <a:gd name="T85" fmla="*/ 0 60000 65536"/>
                      <a:gd name="T86" fmla="*/ 0 60000 65536"/>
                      <a:gd name="T87" fmla="*/ 0 60000 65536"/>
                      <a:gd name="T88" fmla="*/ 0 60000 65536"/>
                      <a:gd name="T89" fmla="*/ 0 60000 65536"/>
                      <a:gd name="T90" fmla="*/ 0 60000 65536"/>
                      <a:gd name="T91" fmla="*/ 0 60000 65536"/>
                      <a:gd name="T92" fmla="*/ 0 60000 65536"/>
                      <a:gd name="T93" fmla="*/ 0 60000 65536"/>
                      <a:gd name="T94" fmla="*/ 0 60000 65536"/>
                      <a:gd name="T95" fmla="*/ 0 60000 65536"/>
                      <a:gd name="T96" fmla="*/ 0 60000 65536"/>
                      <a:gd name="T97" fmla="*/ 0 60000 65536"/>
                      <a:gd name="T98" fmla="*/ 0 60000 65536"/>
                      <a:gd name="T99" fmla="*/ 0 60000 65536"/>
                      <a:gd name="T100" fmla="*/ 0 60000 65536"/>
                      <a:gd name="T101" fmla="*/ 0 60000 65536"/>
                      <a:gd name="T102" fmla="*/ 0 60000 65536"/>
                      <a:gd name="T103" fmla="*/ 0 60000 65536"/>
                      <a:gd name="T104" fmla="*/ 0 60000 65536"/>
                      <a:gd name="T105" fmla="*/ 0 60000 65536"/>
                      <a:gd name="T106" fmla="*/ 0 60000 65536"/>
                      <a:gd name="T107" fmla="*/ 0 60000 65536"/>
                      <a:gd name="T108" fmla="*/ 0 60000 65536"/>
                      <a:gd name="T109" fmla="*/ 0 60000 65536"/>
                      <a:gd name="T110" fmla="*/ 0 60000 65536"/>
                      <a:gd name="T111" fmla="*/ 0 60000 65536"/>
                      <a:gd name="T112" fmla="*/ 0 60000 65536"/>
                      <a:gd name="T113" fmla="*/ 0 60000 65536"/>
                      <a:gd name="T114" fmla="*/ 0 60000 65536"/>
                      <a:gd name="T115" fmla="*/ 0 60000 65536"/>
                      <a:gd name="T116" fmla="*/ 0 60000 65536"/>
                      <a:gd name="T117" fmla="*/ 0 60000 65536"/>
                      <a:gd name="T118" fmla="*/ 0 60000 65536"/>
                      <a:gd name="T119" fmla="*/ 0 60000 65536"/>
                      <a:gd name="T120" fmla="*/ 0 60000 65536"/>
                      <a:gd name="T121" fmla="*/ 0 60000 65536"/>
                      <a:gd name="T122" fmla="*/ 0 60000 65536"/>
                      <a:gd name="T123" fmla="*/ 0 w 717"/>
                      <a:gd name="T124" fmla="*/ 0 h 756"/>
                      <a:gd name="T125" fmla="*/ 717 w 717"/>
                      <a:gd name="T126" fmla="*/ 756 h 756"/>
                    </a:gdLst>
                    <a:ahLst/>
                    <a:cxnLst>
                      <a:cxn ang="T82">
                        <a:pos x="T0" y="T1"/>
                      </a:cxn>
                      <a:cxn ang="T83">
                        <a:pos x="T2" y="T3"/>
                      </a:cxn>
                      <a:cxn ang="T84">
                        <a:pos x="T4" y="T5"/>
                      </a:cxn>
                      <a:cxn ang="T85">
                        <a:pos x="T6" y="T7"/>
                      </a:cxn>
                      <a:cxn ang="T86">
                        <a:pos x="T8" y="T9"/>
                      </a:cxn>
                      <a:cxn ang="T87">
                        <a:pos x="T10" y="T11"/>
                      </a:cxn>
                      <a:cxn ang="T88">
                        <a:pos x="T12" y="T13"/>
                      </a:cxn>
                      <a:cxn ang="T89">
                        <a:pos x="T14" y="T15"/>
                      </a:cxn>
                      <a:cxn ang="T90">
                        <a:pos x="T16" y="T17"/>
                      </a:cxn>
                      <a:cxn ang="T91">
                        <a:pos x="T18" y="T19"/>
                      </a:cxn>
                      <a:cxn ang="T92">
                        <a:pos x="T20" y="T21"/>
                      </a:cxn>
                      <a:cxn ang="T93">
                        <a:pos x="T22" y="T23"/>
                      </a:cxn>
                      <a:cxn ang="T94">
                        <a:pos x="T24" y="T25"/>
                      </a:cxn>
                      <a:cxn ang="T95">
                        <a:pos x="T26" y="T27"/>
                      </a:cxn>
                      <a:cxn ang="T96">
                        <a:pos x="T28" y="T29"/>
                      </a:cxn>
                      <a:cxn ang="T97">
                        <a:pos x="T30" y="T31"/>
                      </a:cxn>
                      <a:cxn ang="T98">
                        <a:pos x="T32" y="T33"/>
                      </a:cxn>
                      <a:cxn ang="T99">
                        <a:pos x="T34" y="T35"/>
                      </a:cxn>
                      <a:cxn ang="T100">
                        <a:pos x="T36" y="T37"/>
                      </a:cxn>
                      <a:cxn ang="T101">
                        <a:pos x="T38" y="T39"/>
                      </a:cxn>
                      <a:cxn ang="T102">
                        <a:pos x="T40" y="T41"/>
                      </a:cxn>
                      <a:cxn ang="T103">
                        <a:pos x="T42" y="T43"/>
                      </a:cxn>
                      <a:cxn ang="T104">
                        <a:pos x="T44" y="T45"/>
                      </a:cxn>
                      <a:cxn ang="T105">
                        <a:pos x="T46" y="T47"/>
                      </a:cxn>
                      <a:cxn ang="T106">
                        <a:pos x="T48" y="T49"/>
                      </a:cxn>
                      <a:cxn ang="T107">
                        <a:pos x="T50" y="T51"/>
                      </a:cxn>
                      <a:cxn ang="T108">
                        <a:pos x="T52" y="T53"/>
                      </a:cxn>
                      <a:cxn ang="T109">
                        <a:pos x="T54" y="T55"/>
                      </a:cxn>
                      <a:cxn ang="T110">
                        <a:pos x="T56" y="T57"/>
                      </a:cxn>
                      <a:cxn ang="T111">
                        <a:pos x="T58" y="T59"/>
                      </a:cxn>
                      <a:cxn ang="T112">
                        <a:pos x="T60" y="T61"/>
                      </a:cxn>
                      <a:cxn ang="T113">
                        <a:pos x="T62" y="T63"/>
                      </a:cxn>
                      <a:cxn ang="T114">
                        <a:pos x="T64" y="T65"/>
                      </a:cxn>
                      <a:cxn ang="T115">
                        <a:pos x="T66" y="T67"/>
                      </a:cxn>
                      <a:cxn ang="T116">
                        <a:pos x="T68" y="T69"/>
                      </a:cxn>
                      <a:cxn ang="T117">
                        <a:pos x="T70" y="T71"/>
                      </a:cxn>
                      <a:cxn ang="T118">
                        <a:pos x="T72" y="T73"/>
                      </a:cxn>
                      <a:cxn ang="T119">
                        <a:pos x="T74" y="T75"/>
                      </a:cxn>
                      <a:cxn ang="T120">
                        <a:pos x="T76" y="T77"/>
                      </a:cxn>
                      <a:cxn ang="T121">
                        <a:pos x="T78" y="T79"/>
                      </a:cxn>
                      <a:cxn ang="T122">
                        <a:pos x="T80" y="T81"/>
                      </a:cxn>
                    </a:cxnLst>
                    <a:rect l="T123" t="T124" r="T125" b="T126"/>
                    <a:pathLst>
                      <a:path w="717" h="756">
                        <a:moveTo>
                          <a:pt x="0" y="756"/>
                        </a:moveTo>
                        <a:lnTo>
                          <a:pt x="52" y="167"/>
                        </a:lnTo>
                        <a:lnTo>
                          <a:pt x="64" y="384"/>
                        </a:lnTo>
                        <a:lnTo>
                          <a:pt x="90" y="103"/>
                        </a:lnTo>
                        <a:lnTo>
                          <a:pt x="116" y="519"/>
                        </a:lnTo>
                        <a:lnTo>
                          <a:pt x="135" y="487"/>
                        </a:lnTo>
                        <a:lnTo>
                          <a:pt x="135" y="359"/>
                        </a:lnTo>
                        <a:lnTo>
                          <a:pt x="167" y="71"/>
                        </a:lnTo>
                        <a:lnTo>
                          <a:pt x="192" y="244"/>
                        </a:lnTo>
                        <a:lnTo>
                          <a:pt x="205" y="96"/>
                        </a:lnTo>
                        <a:lnTo>
                          <a:pt x="218" y="615"/>
                        </a:lnTo>
                        <a:lnTo>
                          <a:pt x="244" y="397"/>
                        </a:lnTo>
                        <a:lnTo>
                          <a:pt x="282" y="519"/>
                        </a:lnTo>
                        <a:lnTo>
                          <a:pt x="308" y="308"/>
                        </a:lnTo>
                        <a:lnTo>
                          <a:pt x="333" y="442"/>
                        </a:lnTo>
                        <a:lnTo>
                          <a:pt x="346" y="352"/>
                        </a:lnTo>
                        <a:lnTo>
                          <a:pt x="365" y="384"/>
                        </a:lnTo>
                        <a:lnTo>
                          <a:pt x="378" y="135"/>
                        </a:lnTo>
                        <a:lnTo>
                          <a:pt x="391" y="301"/>
                        </a:lnTo>
                        <a:lnTo>
                          <a:pt x="384" y="519"/>
                        </a:lnTo>
                        <a:lnTo>
                          <a:pt x="404" y="679"/>
                        </a:lnTo>
                        <a:lnTo>
                          <a:pt x="429" y="628"/>
                        </a:lnTo>
                        <a:lnTo>
                          <a:pt x="442" y="480"/>
                        </a:lnTo>
                        <a:lnTo>
                          <a:pt x="455" y="391"/>
                        </a:lnTo>
                        <a:lnTo>
                          <a:pt x="436" y="506"/>
                        </a:lnTo>
                        <a:lnTo>
                          <a:pt x="461" y="352"/>
                        </a:lnTo>
                        <a:lnTo>
                          <a:pt x="474" y="455"/>
                        </a:lnTo>
                        <a:lnTo>
                          <a:pt x="493" y="519"/>
                        </a:lnTo>
                        <a:lnTo>
                          <a:pt x="512" y="410"/>
                        </a:lnTo>
                        <a:lnTo>
                          <a:pt x="532" y="186"/>
                        </a:lnTo>
                        <a:lnTo>
                          <a:pt x="544" y="231"/>
                        </a:lnTo>
                        <a:lnTo>
                          <a:pt x="570" y="148"/>
                        </a:lnTo>
                        <a:lnTo>
                          <a:pt x="576" y="301"/>
                        </a:lnTo>
                        <a:lnTo>
                          <a:pt x="576" y="730"/>
                        </a:lnTo>
                        <a:lnTo>
                          <a:pt x="647" y="0"/>
                        </a:lnTo>
                        <a:lnTo>
                          <a:pt x="647" y="250"/>
                        </a:lnTo>
                        <a:lnTo>
                          <a:pt x="660" y="333"/>
                        </a:lnTo>
                        <a:lnTo>
                          <a:pt x="685" y="192"/>
                        </a:lnTo>
                        <a:lnTo>
                          <a:pt x="711" y="340"/>
                        </a:lnTo>
                        <a:lnTo>
                          <a:pt x="698" y="429"/>
                        </a:lnTo>
                        <a:lnTo>
                          <a:pt x="717" y="461"/>
                        </a:lnTo>
                      </a:path>
                    </a:pathLst>
                  </a:custGeom>
                  <a:noFill/>
                  <a:ln w="9525">
                    <a:solidFill>
                      <a:srgbClr val="FF0000"/>
                    </a:solidFill>
                    <a:round/>
                    <a:headEnd/>
                    <a:tailEnd/>
                  </a:ln>
                </p:spPr>
                <p:txBody>
                  <a:bodyPr/>
                  <a:lstStyle/>
                  <a:p>
                    <a:endParaRPr lang="en-GB" sz="1600"/>
                  </a:p>
                </p:txBody>
              </p:sp>
              <p:sp>
                <p:nvSpPr>
                  <p:cNvPr id="14654" name="Freeform 122"/>
                  <p:cNvSpPr>
                    <a:spLocks/>
                  </p:cNvSpPr>
                  <p:nvPr/>
                </p:nvSpPr>
                <p:spPr bwMode="auto">
                  <a:xfrm flipH="1">
                    <a:off x="4698" y="1100"/>
                    <a:ext cx="313" cy="756"/>
                  </a:xfrm>
                  <a:custGeom>
                    <a:avLst/>
                    <a:gdLst>
                      <a:gd name="T0" fmla="*/ 0 w 717"/>
                      <a:gd name="T1" fmla="*/ 756 h 756"/>
                      <a:gd name="T2" fmla="*/ 4 w 717"/>
                      <a:gd name="T3" fmla="*/ 167 h 756"/>
                      <a:gd name="T4" fmla="*/ 5 w 717"/>
                      <a:gd name="T5" fmla="*/ 384 h 756"/>
                      <a:gd name="T6" fmla="*/ 7 w 717"/>
                      <a:gd name="T7" fmla="*/ 103 h 756"/>
                      <a:gd name="T8" fmla="*/ 10 w 717"/>
                      <a:gd name="T9" fmla="*/ 519 h 756"/>
                      <a:gd name="T10" fmla="*/ 11 w 717"/>
                      <a:gd name="T11" fmla="*/ 487 h 756"/>
                      <a:gd name="T12" fmla="*/ 11 w 717"/>
                      <a:gd name="T13" fmla="*/ 359 h 756"/>
                      <a:gd name="T14" fmla="*/ 14 w 717"/>
                      <a:gd name="T15" fmla="*/ 71 h 756"/>
                      <a:gd name="T16" fmla="*/ 16 w 717"/>
                      <a:gd name="T17" fmla="*/ 244 h 756"/>
                      <a:gd name="T18" fmla="*/ 17 w 717"/>
                      <a:gd name="T19" fmla="*/ 96 h 756"/>
                      <a:gd name="T20" fmla="*/ 18 w 717"/>
                      <a:gd name="T21" fmla="*/ 615 h 756"/>
                      <a:gd name="T22" fmla="*/ 21 w 717"/>
                      <a:gd name="T23" fmla="*/ 397 h 756"/>
                      <a:gd name="T24" fmla="*/ 24 w 717"/>
                      <a:gd name="T25" fmla="*/ 519 h 756"/>
                      <a:gd name="T26" fmla="*/ 25 w 717"/>
                      <a:gd name="T27" fmla="*/ 308 h 756"/>
                      <a:gd name="T28" fmla="*/ 28 w 717"/>
                      <a:gd name="T29" fmla="*/ 442 h 756"/>
                      <a:gd name="T30" fmla="*/ 29 w 717"/>
                      <a:gd name="T31" fmla="*/ 352 h 756"/>
                      <a:gd name="T32" fmla="*/ 30 w 717"/>
                      <a:gd name="T33" fmla="*/ 384 h 756"/>
                      <a:gd name="T34" fmla="*/ 31 w 717"/>
                      <a:gd name="T35" fmla="*/ 135 h 756"/>
                      <a:gd name="T36" fmla="*/ 33 w 717"/>
                      <a:gd name="T37" fmla="*/ 301 h 756"/>
                      <a:gd name="T38" fmla="*/ 32 w 717"/>
                      <a:gd name="T39" fmla="*/ 519 h 756"/>
                      <a:gd name="T40" fmla="*/ 34 w 717"/>
                      <a:gd name="T41" fmla="*/ 679 h 756"/>
                      <a:gd name="T42" fmla="*/ 36 w 717"/>
                      <a:gd name="T43" fmla="*/ 628 h 756"/>
                      <a:gd name="T44" fmla="*/ 37 w 717"/>
                      <a:gd name="T45" fmla="*/ 480 h 756"/>
                      <a:gd name="T46" fmla="*/ 38 w 717"/>
                      <a:gd name="T47" fmla="*/ 391 h 756"/>
                      <a:gd name="T48" fmla="*/ 36 w 717"/>
                      <a:gd name="T49" fmla="*/ 506 h 756"/>
                      <a:gd name="T50" fmla="*/ 38 w 717"/>
                      <a:gd name="T51" fmla="*/ 352 h 756"/>
                      <a:gd name="T52" fmla="*/ 39 w 717"/>
                      <a:gd name="T53" fmla="*/ 455 h 756"/>
                      <a:gd name="T54" fmla="*/ 41 w 717"/>
                      <a:gd name="T55" fmla="*/ 519 h 756"/>
                      <a:gd name="T56" fmla="*/ 43 w 717"/>
                      <a:gd name="T57" fmla="*/ 410 h 756"/>
                      <a:gd name="T58" fmla="*/ 44 w 717"/>
                      <a:gd name="T59" fmla="*/ 186 h 756"/>
                      <a:gd name="T60" fmla="*/ 45 w 717"/>
                      <a:gd name="T61" fmla="*/ 231 h 756"/>
                      <a:gd name="T62" fmla="*/ 48 w 717"/>
                      <a:gd name="T63" fmla="*/ 148 h 756"/>
                      <a:gd name="T64" fmla="*/ 48 w 717"/>
                      <a:gd name="T65" fmla="*/ 301 h 756"/>
                      <a:gd name="T66" fmla="*/ 48 w 717"/>
                      <a:gd name="T67" fmla="*/ 730 h 756"/>
                      <a:gd name="T68" fmla="*/ 54 w 717"/>
                      <a:gd name="T69" fmla="*/ 0 h 756"/>
                      <a:gd name="T70" fmla="*/ 54 w 717"/>
                      <a:gd name="T71" fmla="*/ 250 h 756"/>
                      <a:gd name="T72" fmla="*/ 55 w 717"/>
                      <a:gd name="T73" fmla="*/ 333 h 756"/>
                      <a:gd name="T74" fmla="*/ 57 w 717"/>
                      <a:gd name="T75" fmla="*/ 192 h 756"/>
                      <a:gd name="T76" fmla="*/ 59 w 717"/>
                      <a:gd name="T77" fmla="*/ 340 h 756"/>
                      <a:gd name="T78" fmla="*/ 58 w 717"/>
                      <a:gd name="T79" fmla="*/ 429 h 756"/>
                      <a:gd name="T80" fmla="*/ 60 w 717"/>
                      <a:gd name="T81" fmla="*/ 461 h 756"/>
                      <a:gd name="T82" fmla="*/ 0 60000 65536"/>
                      <a:gd name="T83" fmla="*/ 0 60000 65536"/>
                      <a:gd name="T84" fmla="*/ 0 60000 65536"/>
                      <a:gd name="T85" fmla="*/ 0 60000 65536"/>
                      <a:gd name="T86" fmla="*/ 0 60000 65536"/>
                      <a:gd name="T87" fmla="*/ 0 60000 65536"/>
                      <a:gd name="T88" fmla="*/ 0 60000 65536"/>
                      <a:gd name="T89" fmla="*/ 0 60000 65536"/>
                      <a:gd name="T90" fmla="*/ 0 60000 65536"/>
                      <a:gd name="T91" fmla="*/ 0 60000 65536"/>
                      <a:gd name="T92" fmla="*/ 0 60000 65536"/>
                      <a:gd name="T93" fmla="*/ 0 60000 65536"/>
                      <a:gd name="T94" fmla="*/ 0 60000 65536"/>
                      <a:gd name="T95" fmla="*/ 0 60000 65536"/>
                      <a:gd name="T96" fmla="*/ 0 60000 65536"/>
                      <a:gd name="T97" fmla="*/ 0 60000 65536"/>
                      <a:gd name="T98" fmla="*/ 0 60000 65536"/>
                      <a:gd name="T99" fmla="*/ 0 60000 65536"/>
                      <a:gd name="T100" fmla="*/ 0 60000 65536"/>
                      <a:gd name="T101" fmla="*/ 0 60000 65536"/>
                      <a:gd name="T102" fmla="*/ 0 60000 65536"/>
                      <a:gd name="T103" fmla="*/ 0 60000 65536"/>
                      <a:gd name="T104" fmla="*/ 0 60000 65536"/>
                      <a:gd name="T105" fmla="*/ 0 60000 65536"/>
                      <a:gd name="T106" fmla="*/ 0 60000 65536"/>
                      <a:gd name="T107" fmla="*/ 0 60000 65536"/>
                      <a:gd name="T108" fmla="*/ 0 60000 65536"/>
                      <a:gd name="T109" fmla="*/ 0 60000 65536"/>
                      <a:gd name="T110" fmla="*/ 0 60000 65536"/>
                      <a:gd name="T111" fmla="*/ 0 60000 65536"/>
                      <a:gd name="T112" fmla="*/ 0 60000 65536"/>
                      <a:gd name="T113" fmla="*/ 0 60000 65536"/>
                      <a:gd name="T114" fmla="*/ 0 60000 65536"/>
                      <a:gd name="T115" fmla="*/ 0 60000 65536"/>
                      <a:gd name="T116" fmla="*/ 0 60000 65536"/>
                      <a:gd name="T117" fmla="*/ 0 60000 65536"/>
                      <a:gd name="T118" fmla="*/ 0 60000 65536"/>
                      <a:gd name="T119" fmla="*/ 0 60000 65536"/>
                      <a:gd name="T120" fmla="*/ 0 60000 65536"/>
                      <a:gd name="T121" fmla="*/ 0 60000 65536"/>
                      <a:gd name="T122" fmla="*/ 0 60000 65536"/>
                      <a:gd name="T123" fmla="*/ 0 w 717"/>
                      <a:gd name="T124" fmla="*/ 0 h 756"/>
                      <a:gd name="T125" fmla="*/ 717 w 717"/>
                      <a:gd name="T126" fmla="*/ 756 h 756"/>
                    </a:gdLst>
                    <a:ahLst/>
                    <a:cxnLst>
                      <a:cxn ang="T82">
                        <a:pos x="T0" y="T1"/>
                      </a:cxn>
                      <a:cxn ang="T83">
                        <a:pos x="T2" y="T3"/>
                      </a:cxn>
                      <a:cxn ang="T84">
                        <a:pos x="T4" y="T5"/>
                      </a:cxn>
                      <a:cxn ang="T85">
                        <a:pos x="T6" y="T7"/>
                      </a:cxn>
                      <a:cxn ang="T86">
                        <a:pos x="T8" y="T9"/>
                      </a:cxn>
                      <a:cxn ang="T87">
                        <a:pos x="T10" y="T11"/>
                      </a:cxn>
                      <a:cxn ang="T88">
                        <a:pos x="T12" y="T13"/>
                      </a:cxn>
                      <a:cxn ang="T89">
                        <a:pos x="T14" y="T15"/>
                      </a:cxn>
                      <a:cxn ang="T90">
                        <a:pos x="T16" y="T17"/>
                      </a:cxn>
                      <a:cxn ang="T91">
                        <a:pos x="T18" y="T19"/>
                      </a:cxn>
                      <a:cxn ang="T92">
                        <a:pos x="T20" y="T21"/>
                      </a:cxn>
                      <a:cxn ang="T93">
                        <a:pos x="T22" y="T23"/>
                      </a:cxn>
                      <a:cxn ang="T94">
                        <a:pos x="T24" y="T25"/>
                      </a:cxn>
                      <a:cxn ang="T95">
                        <a:pos x="T26" y="T27"/>
                      </a:cxn>
                      <a:cxn ang="T96">
                        <a:pos x="T28" y="T29"/>
                      </a:cxn>
                      <a:cxn ang="T97">
                        <a:pos x="T30" y="T31"/>
                      </a:cxn>
                      <a:cxn ang="T98">
                        <a:pos x="T32" y="T33"/>
                      </a:cxn>
                      <a:cxn ang="T99">
                        <a:pos x="T34" y="T35"/>
                      </a:cxn>
                      <a:cxn ang="T100">
                        <a:pos x="T36" y="T37"/>
                      </a:cxn>
                      <a:cxn ang="T101">
                        <a:pos x="T38" y="T39"/>
                      </a:cxn>
                      <a:cxn ang="T102">
                        <a:pos x="T40" y="T41"/>
                      </a:cxn>
                      <a:cxn ang="T103">
                        <a:pos x="T42" y="T43"/>
                      </a:cxn>
                      <a:cxn ang="T104">
                        <a:pos x="T44" y="T45"/>
                      </a:cxn>
                      <a:cxn ang="T105">
                        <a:pos x="T46" y="T47"/>
                      </a:cxn>
                      <a:cxn ang="T106">
                        <a:pos x="T48" y="T49"/>
                      </a:cxn>
                      <a:cxn ang="T107">
                        <a:pos x="T50" y="T51"/>
                      </a:cxn>
                      <a:cxn ang="T108">
                        <a:pos x="T52" y="T53"/>
                      </a:cxn>
                      <a:cxn ang="T109">
                        <a:pos x="T54" y="T55"/>
                      </a:cxn>
                      <a:cxn ang="T110">
                        <a:pos x="T56" y="T57"/>
                      </a:cxn>
                      <a:cxn ang="T111">
                        <a:pos x="T58" y="T59"/>
                      </a:cxn>
                      <a:cxn ang="T112">
                        <a:pos x="T60" y="T61"/>
                      </a:cxn>
                      <a:cxn ang="T113">
                        <a:pos x="T62" y="T63"/>
                      </a:cxn>
                      <a:cxn ang="T114">
                        <a:pos x="T64" y="T65"/>
                      </a:cxn>
                      <a:cxn ang="T115">
                        <a:pos x="T66" y="T67"/>
                      </a:cxn>
                      <a:cxn ang="T116">
                        <a:pos x="T68" y="T69"/>
                      </a:cxn>
                      <a:cxn ang="T117">
                        <a:pos x="T70" y="T71"/>
                      </a:cxn>
                      <a:cxn ang="T118">
                        <a:pos x="T72" y="T73"/>
                      </a:cxn>
                      <a:cxn ang="T119">
                        <a:pos x="T74" y="T75"/>
                      </a:cxn>
                      <a:cxn ang="T120">
                        <a:pos x="T76" y="T77"/>
                      </a:cxn>
                      <a:cxn ang="T121">
                        <a:pos x="T78" y="T79"/>
                      </a:cxn>
                      <a:cxn ang="T122">
                        <a:pos x="T80" y="T81"/>
                      </a:cxn>
                    </a:cxnLst>
                    <a:rect l="T123" t="T124" r="T125" b="T126"/>
                    <a:pathLst>
                      <a:path w="717" h="756">
                        <a:moveTo>
                          <a:pt x="0" y="756"/>
                        </a:moveTo>
                        <a:lnTo>
                          <a:pt x="52" y="167"/>
                        </a:lnTo>
                        <a:lnTo>
                          <a:pt x="64" y="384"/>
                        </a:lnTo>
                        <a:lnTo>
                          <a:pt x="90" y="103"/>
                        </a:lnTo>
                        <a:lnTo>
                          <a:pt x="116" y="519"/>
                        </a:lnTo>
                        <a:lnTo>
                          <a:pt x="135" y="487"/>
                        </a:lnTo>
                        <a:lnTo>
                          <a:pt x="135" y="359"/>
                        </a:lnTo>
                        <a:lnTo>
                          <a:pt x="167" y="71"/>
                        </a:lnTo>
                        <a:lnTo>
                          <a:pt x="192" y="244"/>
                        </a:lnTo>
                        <a:lnTo>
                          <a:pt x="205" y="96"/>
                        </a:lnTo>
                        <a:lnTo>
                          <a:pt x="218" y="615"/>
                        </a:lnTo>
                        <a:lnTo>
                          <a:pt x="244" y="397"/>
                        </a:lnTo>
                        <a:lnTo>
                          <a:pt x="282" y="519"/>
                        </a:lnTo>
                        <a:lnTo>
                          <a:pt x="308" y="308"/>
                        </a:lnTo>
                        <a:lnTo>
                          <a:pt x="333" y="442"/>
                        </a:lnTo>
                        <a:lnTo>
                          <a:pt x="346" y="352"/>
                        </a:lnTo>
                        <a:lnTo>
                          <a:pt x="365" y="384"/>
                        </a:lnTo>
                        <a:lnTo>
                          <a:pt x="378" y="135"/>
                        </a:lnTo>
                        <a:lnTo>
                          <a:pt x="391" y="301"/>
                        </a:lnTo>
                        <a:lnTo>
                          <a:pt x="384" y="519"/>
                        </a:lnTo>
                        <a:lnTo>
                          <a:pt x="404" y="679"/>
                        </a:lnTo>
                        <a:lnTo>
                          <a:pt x="429" y="628"/>
                        </a:lnTo>
                        <a:lnTo>
                          <a:pt x="442" y="480"/>
                        </a:lnTo>
                        <a:lnTo>
                          <a:pt x="455" y="391"/>
                        </a:lnTo>
                        <a:lnTo>
                          <a:pt x="436" y="506"/>
                        </a:lnTo>
                        <a:lnTo>
                          <a:pt x="461" y="352"/>
                        </a:lnTo>
                        <a:lnTo>
                          <a:pt x="474" y="455"/>
                        </a:lnTo>
                        <a:lnTo>
                          <a:pt x="493" y="519"/>
                        </a:lnTo>
                        <a:lnTo>
                          <a:pt x="512" y="410"/>
                        </a:lnTo>
                        <a:lnTo>
                          <a:pt x="532" y="186"/>
                        </a:lnTo>
                        <a:lnTo>
                          <a:pt x="544" y="231"/>
                        </a:lnTo>
                        <a:lnTo>
                          <a:pt x="570" y="148"/>
                        </a:lnTo>
                        <a:lnTo>
                          <a:pt x="576" y="301"/>
                        </a:lnTo>
                        <a:lnTo>
                          <a:pt x="576" y="730"/>
                        </a:lnTo>
                        <a:lnTo>
                          <a:pt x="647" y="0"/>
                        </a:lnTo>
                        <a:lnTo>
                          <a:pt x="647" y="250"/>
                        </a:lnTo>
                        <a:lnTo>
                          <a:pt x="660" y="333"/>
                        </a:lnTo>
                        <a:lnTo>
                          <a:pt x="685" y="192"/>
                        </a:lnTo>
                        <a:lnTo>
                          <a:pt x="711" y="340"/>
                        </a:lnTo>
                        <a:lnTo>
                          <a:pt x="698" y="429"/>
                        </a:lnTo>
                        <a:lnTo>
                          <a:pt x="717" y="461"/>
                        </a:lnTo>
                      </a:path>
                    </a:pathLst>
                  </a:custGeom>
                  <a:noFill/>
                  <a:ln w="9525">
                    <a:solidFill>
                      <a:srgbClr val="FF0000"/>
                    </a:solidFill>
                    <a:round/>
                    <a:headEnd/>
                    <a:tailEnd/>
                  </a:ln>
                </p:spPr>
                <p:txBody>
                  <a:bodyPr/>
                  <a:lstStyle/>
                  <a:p>
                    <a:endParaRPr lang="en-GB" sz="1600"/>
                  </a:p>
                </p:txBody>
              </p:sp>
            </p:grpSp>
          </p:grpSp>
          <p:grpSp>
            <p:nvGrpSpPr>
              <p:cNvPr id="24" name="Group 123"/>
              <p:cNvGrpSpPr>
                <a:grpSpLocks/>
              </p:cNvGrpSpPr>
              <p:nvPr/>
            </p:nvGrpSpPr>
            <p:grpSpPr bwMode="auto">
              <a:xfrm>
                <a:off x="2976" y="1842"/>
                <a:ext cx="525" cy="173"/>
                <a:chOff x="3404" y="1080"/>
                <a:chExt cx="1755" cy="819"/>
              </a:xfrm>
            </p:grpSpPr>
            <p:grpSp>
              <p:nvGrpSpPr>
                <p:cNvPr id="25" name="Group 124"/>
                <p:cNvGrpSpPr>
                  <a:grpSpLocks/>
                </p:cNvGrpSpPr>
                <p:nvPr/>
              </p:nvGrpSpPr>
              <p:grpSpPr bwMode="auto">
                <a:xfrm>
                  <a:off x="3404" y="1080"/>
                  <a:ext cx="590" cy="801"/>
                  <a:chOff x="3462" y="1100"/>
                  <a:chExt cx="1549" cy="801"/>
                </a:xfrm>
              </p:grpSpPr>
              <p:sp>
                <p:nvSpPr>
                  <p:cNvPr id="14642" name="Freeform 125"/>
                  <p:cNvSpPr>
                    <a:spLocks/>
                  </p:cNvSpPr>
                  <p:nvPr/>
                </p:nvSpPr>
                <p:spPr bwMode="auto">
                  <a:xfrm>
                    <a:off x="3462" y="1126"/>
                    <a:ext cx="313" cy="756"/>
                  </a:xfrm>
                  <a:custGeom>
                    <a:avLst/>
                    <a:gdLst>
                      <a:gd name="T0" fmla="*/ 0 w 717"/>
                      <a:gd name="T1" fmla="*/ 756 h 756"/>
                      <a:gd name="T2" fmla="*/ 4 w 717"/>
                      <a:gd name="T3" fmla="*/ 167 h 756"/>
                      <a:gd name="T4" fmla="*/ 5 w 717"/>
                      <a:gd name="T5" fmla="*/ 384 h 756"/>
                      <a:gd name="T6" fmla="*/ 7 w 717"/>
                      <a:gd name="T7" fmla="*/ 103 h 756"/>
                      <a:gd name="T8" fmla="*/ 10 w 717"/>
                      <a:gd name="T9" fmla="*/ 519 h 756"/>
                      <a:gd name="T10" fmla="*/ 11 w 717"/>
                      <a:gd name="T11" fmla="*/ 487 h 756"/>
                      <a:gd name="T12" fmla="*/ 11 w 717"/>
                      <a:gd name="T13" fmla="*/ 359 h 756"/>
                      <a:gd name="T14" fmla="*/ 14 w 717"/>
                      <a:gd name="T15" fmla="*/ 71 h 756"/>
                      <a:gd name="T16" fmla="*/ 16 w 717"/>
                      <a:gd name="T17" fmla="*/ 244 h 756"/>
                      <a:gd name="T18" fmla="*/ 17 w 717"/>
                      <a:gd name="T19" fmla="*/ 96 h 756"/>
                      <a:gd name="T20" fmla="*/ 18 w 717"/>
                      <a:gd name="T21" fmla="*/ 615 h 756"/>
                      <a:gd name="T22" fmla="*/ 21 w 717"/>
                      <a:gd name="T23" fmla="*/ 397 h 756"/>
                      <a:gd name="T24" fmla="*/ 24 w 717"/>
                      <a:gd name="T25" fmla="*/ 519 h 756"/>
                      <a:gd name="T26" fmla="*/ 25 w 717"/>
                      <a:gd name="T27" fmla="*/ 308 h 756"/>
                      <a:gd name="T28" fmla="*/ 28 w 717"/>
                      <a:gd name="T29" fmla="*/ 442 h 756"/>
                      <a:gd name="T30" fmla="*/ 29 w 717"/>
                      <a:gd name="T31" fmla="*/ 352 h 756"/>
                      <a:gd name="T32" fmla="*/ 30 w 717"/>
                      <a:gd name="T33" fmla="*/ 384 h 756"/>
                      <a:gd name="T34" fmla="*/ 31 w 717"/>
                      <a:gd name="T35" fmla="*/ 135 h 756"/>
                      <a:gd name="T36" fmla="*/ 33 w 717"/>
                      <a:gd name="T37" fmla="*/ 301 h 756"/>
                      <a:gd name="T38" fmla="*/ 32 w 717"/>
                      <a:gd name="T39" fmla="*/ 519 h 756"/>
                      <a:gd name="T40" fmla="*/ 34 w 717"/>
                      <a:gd name="T41" fmla="*/ 679 h 756"/>
                      <a:gd name="T42" fmla="*/ 36 w 717"/>
                      <a:gd name="T43" fmla="*/ 628 h 756"/>
                      <a:gd name="T44" fmla="*/ 37 w 717"/>
                      <a:gd name="T45" fmla="*/ 480 h 756"/>
                      <a:gd name="T46" fmla="*/ 38 w 717"/>
                      <a:gd name="T47" fmla="*/ 391 h 756"/>
                      <a:gd name="T48" fmla="*/ 36 w 717"/>
                      <a:gd name="T49" fmla="*/ 506 h 756"/>
                      <a:gd name="T50" fmla="*/ 38 w 717"/>
                      <a:gd name="T51" fmla="*/ 352 h 756"/>
                      <a:gd name="T52" fmla="*/ 39 w 717"/>
                      <a:gd name="T53" fmla="*/ 455 h 756"/>
                      <a:gd name="T54" fmla="*/ 41 w 717"/>
                      <a:gd name="T55" fmla="*/ 519 h 756"/>
                      <a:gd name="T56" fmla="*/ 43 w 717"/>
                      <a:gd name="T57" fmla="*/ 410 h 756"/>
                      <a:gd name="T58" fmla="*/ 44 w 717"/>
                      <a:gd name="T59" fmla="*/ 186 h 756"/>
                      <a:gd name="T60" fmla="*/ 45 w 717"/>
                      <a:gd name="T61" fmla="*/ 231 h 756"/>
                      <a:gd name="T62" fmla="*/ 48 w 717"/>
                      <a:gd name="T63" fmla="*/ 148 h 756"/>
                      <a:gd name="T64" fmla="*/ 48 w 717"/>
                      <a:gd name="T65" fmla="*/ 301 h 756"/>
                      <a:gd name="T66" fmla="*/ 48 w 717"/>
                      <a:gd name="T67" fmla="*/ 730 h 756"/>
                      <a:gd name="T68" fmla="*/ 54 w 717"/>
                      <a:gd name="T69" fmla="*/ 0 h 756"/>
                      <a:gd name="T70" fmla="*/ 54 w 717"/>
                      <a:gd name="T71" fmla="*/ 250 h 756"/>
                      <a:gd name="T72" fmla="*/ 55 w 717"/>
                      <a:gd name="T73" fmla="*/ 333 h 756"/>
                      <a:gd name="T74" fmla="*/ 57 w 717"/>
                      <a:gd name="T75" fmla="*/ 192 h 756"/>
                      <a:gd name="T76" fmla="*/ 59 w 717"/>
                      <a:gd name="T77" fmla="*/ 340 h 756"/>
                      <a:gd name="T78" fmla="*/ 58 w 717"/>
                      <a:gd name="T79" fmla="*/ 429 h 756"/>
                      <a:gd name="T80" fmla="*/ 60 w 717"/>
                      <a:gd name="T81" fmla="*/ 461 h 756"/>
                      <a:gd name="T82" fmla="*/ 0 60000 65536"/>
                      <a:gd name="T83" fmla="*/ 0 60000 65536"/>
                      <a:gd name="T84" fmla="*/ 0 60000 65536"/>
                      <a:gd name="T85" fmla="*/ 0 60000 65536"/>
                      <a:gd name="T86" fmla="*/ 0 60000 65536"/>
                      <a:gd name="T87" fmla="*/ 0 60000 65536"/>
                      <a:gd name="T88" fmla="*/ 0 60000 65536"/>
                      <a:gd name="T89" fmla="*/ 0 60000 65536"/>
                      <a:gd name="T90" fmla="*/ 0 60000 65536"/>
                      <a:gd name="T91" fmla="*/ 0 60000 65536"/>
                      <a:gd name="T92" fmla="*/ 0 60000 65536"/>
                      <a:gd name="T93" fmla="*/ 0 60000 65536"/>
                      <a:gd name="T94" fmla="*/ 0 60000 65536"/>
                      <a:gd name="T95" fmla="*/ 0 60000 65536"/>
                      <a:gd name="T96" fmla="*/ 0 60000 65536"/>
                      <a:gd name="T97" fmla="*/ 0 60000 65536"/>
                      <a:gd name="T98" fmla="*/ 0 60000 65536"/>
                      <a:gd name="T99" fmla="*/ 0 60000 65536"/>
                      <a:gd name="T100" fmla="*/ 0 60000 65536"/>
                      <a:gd name="T101" fmla="*/ 0 60000 65536"/>
                      <a:gd name="T102" fmla="*/ 0 60000 65536"/>
                      <a:gd name="T103" fmla="*/ 0 60000 65536"/>
                      <a:gd name="T104" fmla="*/ 0 60000 65536"/>
                      <a:gd name="T105" fmla="*/ 0 60000 65536"/>
                      <a:gd name="T106" fmla="*/ 0 60000 65536"/>
                      <a:gd name="T107" fmla="*/ 0 60000 65536"/>
                      <a:gd name="T108" fmla="*/ 0 60000 65536"/>
                      <a:gd name="T109" fmla="*/ 0 60000 65536"/>
                      <a:gd name="T110" fmla="*/ 0 60000 65536"/>
                      <a:gd name="T111" fmla="*/ 0 60000 65536"/>
                      <a:gd name="T112" fmla="*/ 0 60000 65536"/>
                      <a:gd name="T113" fmla="*/ 0 60000 65536"/>
                      <a:gd name="T114" fmla="*/ 0 60000 65536"/>
                      <a:gd name="T115" fmla="*/ 0 60000 65536"/>
                      <a:gd name="T116" fmla="*/ 0 60000 65536"/>
                      <a:gd name="T117" fmla="*/ 0 60000 65536"/>
                      <a:gd name="T118" fmla="*/ 0 60000 65536"/>
                      <a:gd name="T119" fmla="*/ 0 60000 65536"/>
                      <a:gd name="T120" fmla="*/ 0 60000 65536"/>
                      <a:gd name="T121" fmla="*/ 0 60000 65536"/>
                      <a:gd name="T122" fmla="*/ 0 60000 65536"/>
                      <a:gd name="T123" fmla="*/ 0 w 717"/>
                      <a:gd name="T124" fmla="*/ 0 h 756"/>
                      <a:gd name="T125" fmla="*/ 717 w 717"/>
                      <a:gd name="T126" fmla="*/ 756 h 756"/>
                    </a:gdLst>
                    <a:ahLst/>
                    <a:cxnLst>
                      <a:cxn ang="T82">
                        <a:pos x="T0" y="T1"/>
                      </a:cxn>
                      <a:cxn ang="T83">
                        <a:pos x="T2" y="T3"/>
                      </a:cxn>
                      <a:cxn ang="T84">
                        <a:pos x="T4" y="T5"/>
                      </a:cxn>
                      <a:cxn ang="T85">
                        <a:pos x="T6" y="T7"/>
                      </a:cxn>
                      <a:cxn ang="T86">
                        <a:pos x="T8" y="T9"/>
                      </a:cxn>
                      <a:cxn ang="T87">
                        <a:pos x="T10" y="T11"/>
                      </a:cxn>
                      <a:cxn ang="T88">
                        <a:pos x="T12" y="T13"/>
                      </a:cxn>
                      <a:cxn ang="T89">
                        <a:pos x="T14" y="T15"/>
                      </a:cxn>
                      <a:cxn ang="T90">
                        <a:pos x="T16" y="T17"/>
                      </a:cxn>
                      <a:cxn ang="T91">
                        <a:pos x="T18" y="T19"/>
                      </a:cxn>
                      <a:cxn ang="T92">
                        <a:pos x="T20" y="T21"/>
                      </a:cxn>
                      <a:cxn ang="T93">
                        <a:pos x="T22" y="T23"/>
                      </a:cxn>
                      <a:cxn ang="T94">
                        <a:pos x="T24" y="T25"/>
                      </a:cxn>
                      <a:cxn ang="T95">
                        <a:pos x="T26" y="T27"/>
                      </a:cxn>
                      <a:cxn ang="T96">
                        <a:pos x="T28" y="T29"/>
                      </a:cxn>
                      <a:cxn ang="T97">
                        <a:pos x="T30" y="T31"/>
                      </a:cxn>
                      <a:cxn ang="T98">
                        <a:pos x="T32" y="T33"/>
                      </a:cxn>
                      <a:cxn ang="T99">
                        <a:pos x="T34" y="T35"/>
                      </a:cxn>
                      <a:cxn ang="T100">
                        <a:pos x="T36" y="T37"/>
                      </a:cxn>
                      <a:cxn ang="T101">
                        <a:pos x="T38" y="T39"/>
                      </a:cxn>
                      <a:cxn ang="T102">
                        <a:pos x="T40" y="T41"/>
                      </a:cxn>
                      <a:cxn ang="T103">
                        <a:pos x="T42" y="T43"/>
                      </a:cxn>
                      <a:cxn ang="T104">
                        <a:pos x="T44" y="T45"/>
                      </a:cxn>
                      <a:cxn ang="T105">
                        <a:pos x="T46" y="T47"/>
                      </a:cxn>
                      <a:cxn ang="T106">
                        <a:pos x="T48" y="T49"/>
                      </a:cxn>
                      <a:cxn ang="T107">
                        <a:pos x="T50" y="T51"/>
                      </a:cxn>
                      <a:cxn ang="T108">
                        <a:pos x="T52" y="T53"/>
                      </a:cxn>
                      <a:cxn ang="T109">
                        <a:pos x="T54" y="T55"/>
                      </a:cxn>
                      <a:cxn ang="T110">
                        <a:pos x="T56" y="T57"/>
                      </a:cxn>
                      <a:cxn ang="T111">
                        <a:pos x="T58" y="T59"/>
                      </a:cxn>
                      <a:cxn ang="T112">
                        <a:pos x="T60" y="T61"/>
                      </a:cxn>
                      <a:cxn ang="T113">
                        <a:pos x="T62" y="T63"/>
                      </a:cxn>
                      <a:cxn ang="T114">
                        <a:pos x="T64" y="T65"/>
                      </a:cxn>
                      <a:cxn ang="T115">
                        <a:pos x="T66" y="T67"/>
                      </a:cxn>
                      <a:cxn ang="T116">
                        <a:pos x="T68" y="T69"/>
                      </a:cxn>
                      <a:cxn ang="T117">
                        <a:pos x="T70" y="T71"/>
                      </a:cxn>
                      <a:cxn ang="T118">
                        <a:pos x="T72" y="T73"/>
                      </a:cxn>
                      <a:cxn ang="T119">
                        <a:pos x="T74" y="T75"/>
                      </a:cxn>
                      <a:cxn ang="T120">
                        <a:pos x="T76" y="T77"/>
                      </a:cxn>
                      <a:cxn ang="T121">
                        <a:pos x="T78" y="T79"/>
                      </a:cxn>
                      <a:cxn ang="T122">
                        <a:pos x="T80" y="T81"/>
                      </a:cxn>
                    </a:cxnLst>
                    <a:rect l="T123" t="T124" r="T125" b="T126"/>
                    <a:pathLst>
                      <a:path w="717" h="756">
                        <a:moveTo>
                          <a:pt x="0" y="756"/>
                        </a:moveTo>
                        <a:lnTo>
                          <a:pt x="52" y="167"/>
                        </a:lnTo>
                        <a:lnTo>
                          <a:pt x="64" y="384"/>
                        </a:lnTo>
                        <a:lnTo>
                          <a:pt x="90" y="103"/>
                        </a:lnTo>
                        <a:lnTo>
                          <a:pt x="116" y="519"/>
                        </a:lnTo>
                        <a:lnTo>
                          <a:pt x="135" y="487"/>
                        </a:lnTo>
                        <a:lnTo>
                          <a:pt x="135" y="359"/>
                        </a:lnTo>
                        <a:lnTo>
                          <a:pt x="167" y="71"/>
                        </a:lnTo>
                        <a:lnTo>
                          <a:pt x="192" y="244"/>
                        </a:lnTo>
                        <a:lnTo>
                          <a:pt x="205" y="96"/>
                        </a:lnTo>
                        <a:lnTo>
                          <a:pt x="218" y="615"/>
                        </a:lnTo>
                        <a:lnTo>
                          <a:pt x="244" y="397"/>
                        </a:lnTo>
                        <a:lnTo>
                          <a:pt x="282" y="519"/>
                        </a:lnTo>
                        <a:lnTo>
                          <a:pt x="308" y="308"/>
                        </a:lnTo>
                        <a:lnTo>
                          <a:pt x="333" y="442"/>
                        </a:lnTo>
                        <a:lnTo>
                          <a:pt x="346" y="352"/>
                        </a:lnTo>
                        <a:lnTo>
                          <a:pt x="365" y="384"/>
                        </a:lnTo>
                        <a:lnTo>
                          <a:pt x="378" y="135"/>
                        </a:lnTo>
                        <a:lnTo>
                          <a:pt x="391" y="301"/>
                        </a:lnTo>
                        <a:lnTo>
                          <a:pt x="384" y="519"/>
                        </a:lnTo>
                        <a:lnTo>
                          <a:pt x="404" y="679"/>
                        </a:lnTo>
                        <a:lnTo>
                          <a:pt x="429" y="628"/>
                        </a:lnTo>
                        <a:lnTo>
                          <a:pt x="442" y="480"/>
                        </a:lnTo>
                        <a:lnTo>
                          <a:pt x="455" y="391"/>
                        </a:lnTo>
                        <a:lnTo>
                          <a:pt x="436" y="506"/>
                        </a:lnTo>
                        <a:lnTo>
                          <a:pt x="461" y="352"/>
                        </a:lnTo>
                        <a:lnTo>
                          <a:pt x="474" y="455"/>
                        </a:lnTo>
                        <a:lnTo>
                          <a:pt x="493" y="519"/>
                        </a:lnTo>
                        <a:lnTo>
                          <a:pt x="512" y="410"/>
                        </a:lnTo>
                        <a:lnTo>
                          <a:pt x="532" y="186"/>
                        </a:lnTo>
                        <a:lnTo>
                          <a:pt x="544" y="231"/>
                        </a:lnTo>
                        <a:lnTo>
                          <a:pt x="570" y="148"/>
                        </a:lnTo>
                        <a:lnTo>
                          <a:pt x="576" y="301"/>
                        </a:lnTo>
                        <a:lnTo>
                          <a:pt x="576" y="730"/>
                        </a:lnTo>
                        <a:lnTo>
                          <a:pt x="647" y="0"/>
                        </a:lnTo>
                        <a:lnTo>
                          <a:pt x="647" y="250"/>
                        </a:lnTo>
                        <a:lnTo>
                          <a:pt x="660" y="333"/>
                        </a:lnTo>
                        <a:lnTo>
                          <a:pt x="685" y="192"/>
                        </a:lnTo>
                        <a:lnTo>
                          <a:pt x="711" y="340"/>
                        </a:lnTo>
                        <a:lnTo>
                          <a:pt x="698" y="429"/>
                        </a:lnTo>
                        <a:lnTo>
                          <a:pt x="717" y="461"/>
                        </a:lnTo>
                      </a:path>
                    </a:pathLst>
                  </a:custGeom>
                  <a:noFill/>
                  <a:ln w="9525">
                    <a:solidFill>
                      <a:srgbClr val="FF0000"/>
                    </a:solidFill>
                    <a:round/>
                    <a:headEnd/>
                    <a:tailEnd/>
                  </a:ln>
                </p:spPr>
                <p:txBody>
                  <a:bodyPr/>
                  <a:lstStyle/>
                  <a:p>
                    <a:endParaRPr lang="en-GB" sz="1600"/>
                  </a:p>
                </p:txBody>
              </p:sp>
              <p:sp>
                <p:nvSpPr>
                  <p:cNvPr id="14643" name="Freeform 126"/>
                  <p:cNvSpPr>
                    <a:spLocks/>
                  </p:cNvSpPr>
                  <p:nvPr/>
                </p:nvSpPr>
                <p:spPr bwMode="auto">
                  <a:xfrm flipH="1" flipV="1">
                    <a:off x="3770" y="1145"/>
                    <a:ext cx="313" cy="756"/>
                  </a:xfrm>
                  <a:custGeom>
                    <a:avLst/>
                    <a:gdLst>
                      <a:gd name="T0" fmla="*/ 0 w 717"/>
                      <a:gd name="T1" fmla="*/ 756 h 756"/>
                      <a:gd name="T2" fmla="*/ 4 w 717"/>
                      <a:gd name="T3" fmla="*/ 167 h 756"/>
                      <a:gd name="T4" fmla="*/ 5 w 717"/>
                      <a:gd name="T5" fmla="*/ 384 h 756"/>
                      <a:gd name="T6" fmla="*/ 7 w 717"/>
                      <a:gd name="T7" fmla="*/ 103 h 756"/>
                      <a:gd name="T8" fmla="*/ 10 w 717"/>
                      <a:gd name="T9" fmla="*/ 519 h 756"/>
                      <a:gd name="T10" fmla="*/ 11 w 717"/>
                      <a:gd name="T11" fmla="*/ 487 h 756"/>
                      <a:gd name="T12" fmla="*/ 11 w 717"/>
                      <a:gd name="T13" fmla="*/ 359 h 756"/>
                      <a:gd name="T14" fmla="*/ 14 w 717"/>
                      <a:gd name="T15" fmla="*/ 71 h 756"/>
                      <a:gd name="T16" fmla="*/ 16 w 717"/>
                      <a:gd name="T17" fmla="*/ 244 h 756"/>
                      <a:gd name="T18" fmla="*/ 17 w 717"/>
                      <a:gd name="T19" fmla="*/ 96 h 756"/>
                      <a:gd name="T20" fmla="*/ 18 w 717"/>
                      <a:gd name="T21" fmla="*/ 615 h 756"/>
                      <a:gd name="T22" fmla="*/ 21 w 717"/>
                      <a:gd name="T23" fmla="*/ 397 h 756"/>
                      <a:gd name="T24" fmla="*/ 24 w 717"/>
                      <a:gd name="T25" fmla="*/ 519 h 756"/>
                      <a:gd name="T26" fmla="*/ 25 w 717"/>
                      <a:gd name="T27" fmla="*/ 308 h 756"/>
                      <a:gd name="T28" fmla="*/ 28 w 717"/>
                      <a:gd name="T29" fmla="*/ 442 h 756"/>
                      <a:gd name="T30" fmla="*/ 29 w 717"/>
                      <a:gd name="T31" fmla="*/ 352 h 756"/>
                      <a:gd name="T32" fmla="*/ 30 w 717"/>
                      <a:gd name="T33" fmla="*/ 384 h 756"/>
                      <a:gd name="T34" fmla="*/ 31 w 717"/>
                      <a:gd name="T35" fmla="*/ 135 h 756"/>
                      <a:gd name="T36" fmla="*/ 33 w 717"/>
                      <a:gd name="T37" fmla="*/ 301 h 756"/>
                      <a:gd name="T38" fmla="*/ 32 w 717"/>
                      <a:gd name="T39" fmla="*/ 519 h 756"/>
                      <a:gd name="T40" fmla="*/ 34 w 717"/>
                      <a:gd name="T41" fmla="*/ 679 h 756"/>
                      <a:gd name="T42" fmla="*/ 36 w 717"/>
                      <a:gd name="T43" fmla="*/ 628 h 756"/>
                      <a:gd name="T44" fmla="*/ 37 w 717"/>
                      <a:gd name="T45" fmla="*/ 480 h 756"/>
                      <a:gd name="T46" fmla="*/ 38 w 717"/>
                      <a:gd name="T47" fmla="*/ 391 h 756"/>
                      <a:gd name="T48" fmla="*/ 36 w 717"/>
                      <a:gd name="T49" fmla="*/ 506 h 756"/>
                      <a:gd name="T50" fmla="*/ 38 w 717"/>
                      <a:gd name="T51" fmla="*/ 352 h 756"/>
                      <a:gd name="T52" fmla="*/ 39 w 717"/>
                      <a:gd name="T53" fmla="*/ 455 h 756"/>
                      <a:gd name="T54" fmla="*/ 41 w 717"/>
                      <a:gd name="T55" fmla="*/ 519 h 756"/>
                      <a:gd name="T56" fmla="*/ 43 w 717"/>
                      <a:gd name="T57" fmla="*/ 410 h 756"/>
                      <a:gd name="T58" fmla="*/ 44 w 717"/>
                      <a:gd name="T59" fmla="*/ 186 h 756"/>
                      <a:gd name="T60" fmla="*/ 45 w 717"/>
                      <a:gd name="T61" fmla="*/ 231 h 756"/>
                      <a:gd name="T62" fmla="*/ 48 w 717"/>
                      <a:gd name="T63" fmla="*/ 148 h 756"/>
                      <a:gd name="T64" fmla="*/ 48 w 717"/>
                      <a:gd name="T65" fmla="*/ 301 h 756"/>
                      <a:gd name="T66" fmla="*/ 48 w 717"/>
                      <a:gd name="T67" fmla="*/ 730 h 756"/>
                      <a:gd name="T68" fmla="*/ 54 w 717"/>
                      <a:gd name="T69" fmla="*/ 0 h 756"/>
                      <a:gd name="T70" fmla="*/ 54 w 717"/>
                      <a:gd name="T71" fmla="*/ 250 h 756"/>
                      <a:gd name="T72" fmla="*/ 55 w 717"/>
                      <a:gd name="T73" fmla="*/ 333 h 756"/>
                      <a:gd name="T74" fmla="*/ 57 w 717"/>
                      <a:gd name="T75" fmla="*/ 192 h 756"/>
                      <a:gd name="T76" fmla="*/ 59 w 717"/>
                      <a:gd name="T77" fmla="*/ 340 h 756"/>
                      <a:gd name="T78" fmla="*/ 58 w 717"/>
                      <a:gd name="T79" fmla="*/ 429 h 756"/>
                      <a:gd name="T80" fmla="*/ 60 w 717"/>
                      <a:gd name="T81" fmla="*/ 461 h 756"/>
                      <a:gd name="T82" fmla="*/ 0 60000 65536"/>
                      <a:gd name="T83" fmla="*/ 0 60000 65536"/>
                      <a:gd name="T84" fmla="*/ 0 60000 65536"/>
                      <a:gd name="T85" fmla="*/ 0 60000 65536"/>
                      <a:gd name="T86" fmla="*/ 0 60000 65536"/>
                      <a:gd name="T87" fmla="*/ 0 60000 65536"/>
                      <a:gd name="T88" fmla="*/ 0 60000 65536"/>
                      <a:gd name="T89" fmla="*/ 0 60000 65536"/>
                      <a:gd name="T90" fmla="*/ 0 60000 65536"/>
                      <a:gd name="T91" fmla="*/ 0 60000 65536"/>
                      <a:gd name="T92" fmla="*/ 0 60000 65536"/>
                      <a:gd name="T93" fmla="*/ 0 60000 65536"/>
                      <a:gd name="T94" fmla="*/ 0 60000 65536"/>
                      <a:gd name="T95" fmla="*/ 0 60000 65536"/>
                      <a:gd name="T96" fmla="*/ 0 60000 65536"/>
                      <a:gd name="T97" fmla="*/ 0 60000 65536"/>
                      <a:gd name="T98" fmla="*/ 0 60000 65536"/>
                      <a:gd name="T99" fmla="*/ 0 60000 65536"/>
                      <a:gd name="T100" fmla="*/ 0 60000 65536"/>
                      <a:gd name="T101" fmla="*/ 0 60000 65536"/>
                      <a:gd name="T102" fmla="*/ 0 60000 65536"/>
                      <a:gd name="T103" fmla="*/ 0 60000 65536"/>
                      <a:gd name="T104" fmla="*/ 0 60000 65536"/>
                      <a:gd name="T105" fmla="*/ 0 60000 65536"/>
                      <a:gd name="T106" fmla="*/ 0 60000 65536"/>
                      <a:gd name="T107" fmla="*/ 0 60000 65536"/>
                      <a:gd name="T108" fmla="*/ 0 60000 65536"/>
                      <a:gd name="T109" fmla="*/ 0 60000 65536"/>
                      <a:gd name="T110" fmla="*/ 0 60000 65536"/>
                      <a:gd name="T111" fmla="*/ 0 60000 65536"/>
                      <a:gd name="T112" fmla="*/ 0 60000 65536"/>
                      <a:gd name="T113" fmla="*/ 0 60000 65536"/>
                      <a:gd name="T114" fmla="*/ 0 60000 65536"/>
                      <a:gd name="T115" fmla="*/ 0 60000 65536"/>
                      <a:gd name="T116" fmla="*/ 0 60000 65536"/>
                      <a:gd name="T117" fmla="*/ 0 60000 65536"/>
                      <a:gd name="T118" fmla="*/ 0 60000 65536"/>
                      <a:gd name="T119" fmla="*/ 0 60000 65536"/>
                      <a:gd name="T120" fmla="*/ 0 60000 65536"/>
                      <a:gd name="T121" fmla="*/ 0 60000 65536"/>
                      <a:gd name="T122" fmla="*/ 0 60000 65536"/>
                      <a:gd name="T123" fmla="*/ 0 w 717"/>
                      <a:gd name="T124" fmla="*/ 0 h 756"/>
                      <a:gd name="T125" fmla="*/ 717 w 717"/>
                      <a:gd name="T126" fmla="*/ 756 h 756"/>
                    </a:gdLst>
                    <a:ahLst/>
                    <a:cxnLst>
                      <a:cxn ang="T82">
                        <a:pos x="T0" y="T1"/>
                      </a:cxn>
                      <a:cxn ang="T83">
                        <a:pos x="T2" y="T3"/>
                      </a:cxn>
                      <a:cxn ang="T84">
                        <a:pos x="T4" y="T5"/>
                      </a:cxn>
                      <a:cxn ang="T85">
                        <a:pos x="T6" y="T7"/>
                      </a:cxn>
                      <a:cxn ang="T86">
                        <a:pos x="T8" y="T9"/>
                      </a:cxn>
                      <a:cxn ang="T87">
                        <a:pos x="T10" y="T11"/>
                      </a:cxn>
                      <a:cxn ang="T88">
                        <a:pos x="T12" y="T13"/>
                      </a:cxn>
                      <a:cxn ang="T89">
                        <a:pos x="T14" y="T15"/>
                      </a:cxn>
                      <a:cxn ang="T90">
                        <a:pos x="T16" y="T17"/>
                      </a:cxn>
                      <a:cxn ang="T91">
                        <a:pos x="T18" y="T19"/>
                      </a:cxn>
                      <a:cxn ang="T92">
                        <a:pos x="T20" y="T21"/>
                      </a:cxn>
                      <a:cxn ang="T93">
                        <a:pos x="T22" y="T23"/>
                      </a:cxn>
                      <a:cxn ang="T94">
                        <a:pos x="T24" y="T25"/>
                      </a:cxn>
                      <a:cxn ang="T95">
                        <a:pos x="T26" y="T27"/>
                      </a:cxn>
                      <a:cxn ang="T96">
                        <a:pos x="T28" y="T29"/>
                      </a:cxn>
                      <a:cxn ang="T97">
                        <a:pos x="T30" y="T31"/>
                      </a:cxn>
                      <a:cxn ang="T98">
                        <a:pos x="T32" y="T33"/>
                      </a:cxn>
                      <a:cxn ang="T99">
                        <a:pos x="T34" y="T35"/>
                      </a:cxn>
                      <a:cxn ang="T100">
                        <a:pos x="T36" y="T37"/>
                      </a:cxn>
                      <a:cxn ang="T101">
                        <a:pos x="T38" y="T39"/>
                      </a:cxn>
                      <a:cxn ang="T102">
                        <a:pos x="T40" y="T41"/>
                      </a:cxn>
                      <a:cxn ang="T103">
                        <a:pos x="T42" y="T43"/>
                      </a:cxn>
                      <a:cxn ang="T104">
                        <a:pos x="T44" y="T45"/>
                      </a:cxn>
                      <a:cxn ang="T105">
                        <a:pos x="T46" y="T47"/>
                      </a:cxn>
                      <a:cxn ang="T106">
                        <a:pos x="T48" y="T49"/>
                      </a:cxn>
                      <a:cxn ang="T107">
                        <a:pos x="T50" y="T51"/>
                      </a:cxn>
                      <a:cxn ang="T108">
                        <a:pos x="T52" y="T53"/>
                      </a:cxn>
                      <a:cxn ang="T109">
                        <a:pos x="T54" y="T55"/>
                      </a:cxn>
                      <a:cxn ang="T110">
                        <a:pos x="T56" y="T57"/>
                      </a:cxn>
                      <a:cxn ang="T111">
                        <a:pos x="T58" y="T59"/>
                      </a:cxn>
                      <a:cxn ang="T112">
                        <a:pos x="T60" y="T61"/>
                      </a:cxn>
                      <a:cxn ang="T113">
                        <a:pos x="T62" y="T63"/>
                      </a:cxn>
                      <a:cxn ang="T114">
                        <a:pos x="T64" y="T65"/>
                      </a:cxn>
                      <a:cxn ang="T115">
                        <a:pos x="T66" y="T67"/>
                      </a:cxn>
                      <a:cxn ang="T116">
                        <a:pos x="T68" y="T69"/>
                      </a:cxn>
                      <a:cxn ang="T117">
                        <a:pos x="T70" y="T71"/>
                      </a:cxn>
                      <a:cxn ang="T118">
                        <a:pos x="T72" y="T73"/>
                      </a:cxn>
                      <a:cxn ang="T119">
                        <a:pos x="T74" y="T75"/>
                      </a:cxn>
                      <a:cxn ang="T120">
                        <a:pos x="T76" y="T77"/>
                      </a:cxn>
                      <a:cxn ang="T121">
                        <a:pos x="T78" y="T79"/>
                      </a:cxn>
                      <a:cxn ang="T122">
                        <a:pos x="T80" y="T81"/>
                      </a:cxn>
                    </a:cxnLst>
                    <a:rect l="T123" t="T124" r="T125" b="T126"/>
                    <a:pathLst>
                      <a:path w="717" h="756">
                        <a:moveTo>
                          <a:pt x="0" y="756"/>
                        </a:moveTo>
                        <a:lnTo>
                          <a:pt x="52" y="167"/>
                        </a:lnTo>
                        <a:lnTo>
                          <a:pt x="64" y="384"/>
                        </a:lnTo>
                        <a:lnTo>
                          <a:pt x="90" y="103"/>
                        </a:lnTo>
                        <a:lnTo>
                          <a:pt x="116" y="519"/>
                        </a:lnTo>
                        <a:lnTo>
                          <a:pt x="135" y="487"/>
                        </a:lnTo>
                        <a:lnTo>
                          <a:pt x="135" y="359"/>
                        </a:lnTo>
                        <a:lnTo>
                          <a:pt x="167" y="71"/>
                        </a:lnTo>
                        <a:lnTo>
                          <a:pt x="192" y="244"/>
                        </a:lnTo>
                        <a:lnTo>
                          <a:pt x="205" y="96"/>
                        </a:lnTo>
                        <a:lnTo>
                          <a:pt x="218" y="615"/>
                        </a:lnTo>
                        <a:lnTo>
                          <a:pt x="244" y="397"/>
                        </a:lnTo>
                        <a:lnTo>
                          <a:pt x="282" y="519"/>
                        </a:lnTo>
                        <a:lnTo>
                          <a:pt x="308" y="308"/>
                        </a:lnTo>
                        <a:lnTo>
                          <a:pt x="333" y="442"/>
                        </a:lnTo>
                        <a:lnTo>
                          <a:pt x="346" y="352"/>
                        </a:lnTo>
                        <a:lnTo>
                          <a:pt x="365" y="384"/>
                        </a:lnTo>
                        <a:lnTo>
                          <a:pt x="378" y="135"/>
                        </a:lnTo>
                        <a:lnTo>
                          <a:pt x="391" y="301"/>
                        </a:lnTo>
                        <a:lnTo>
                          <a:pt x="384" y="519"/>
                        </a:lnTo>
                        <a:lnTo>
                          <a:pt x="404" y="679"/>
                        </a:lnTo>
                        <a:lnTo>
                          <a:pt x="429" y="628"/>
                        </a:lnTo>
                        <a:lnTo>
                          <a:pt x="442" y="480"/>
                        </a:lnTo>
                        <a:lnTo>
                          <a:pt x="455" y="391"/>
                        </a:lnTo>
                        <a:lnTo>
                          <a:pt x="436" y="506"/>
                        </a:lnTo>
                        <a:lnTo>
                          <a:pt x="461" y="352"/>
                        </a:lnTo>
                        <a:lnTo>
                          <a:pt x="474" y="455"/>
                        </a:lnTo>
                        <a:lnTo>
                          <a:pt x="493" y="519"/>
                        </a:lnTo>
                        <a:lnTo>
                          <a:pt x="512" y="410"/>
                        </a:lnTo>
                        <a:lnTo>
                          <a:pt x="532" y="186"/>
                        </a:lnTo>
                        <a:lnTo>
                          <a:pt x="544" y="231"/>
                        </a:lnTo>
                        <a:lnTo>
                          <a:pt x="570" y="148"/>
                        </a:lnTo>
                        <a:lnTo>
                          <a:pt x="576" y="301"/>
                        </a:lnTo>
                        <a:lnTo>
                          <a:pt x="576" y="730"/>
                        </a:lnTo>
                        <a:lnTo>
                          <a:pt x="647" y="0"/>
                        </a:lnTo>
                        <a:lnTo>
                          <a:pt x="647" y="250"/>
                        </a:lnTo>
                        <a:lnTo>
                          <a:pt x="660" y="333"/>
                        </a:lnTo>
                        <a:lnTo>
                          <a:pt x="685" y="192"/>
                        </a:lnTo>
                        <a:lnTo>
                          <a:pt x="711" y="340"/>
                        </a:lnTo>
                        <a:lnTo>
                          <a:pt x="698" y="429"/>
                        </a:lnTo>
                        <a:lnTo>
                          <a:pt x="717" y="461"/>
                        </a:lnTo>
                      </a:path>
                    </a:pathLst>
                  </a:custGeom>
                  <a:noFill/>
                  <a:ln w="9525">
                    <a:solidFill>
                      <a:srgbClr val="FF0000"/>
                    </a:solidFill>
                    <a:round/>
                    <a:headEnd/>
                    <a:tailEnd/>
                  </a:ln>
                </p:spPr>
                <p:txBody>
                  <a:bodyPr/>
                  <a:lstStyle/>
                  <a:p>
                    <a:endParaRPr lang="en-GB" sz="1600"/>
                  </a:p>
                </p:txBody>
              </p:sp>
              <p:sp>
                <p:nvSpPr>
                  <p:cNvPr id="14644" name="Freeform 127"/>
                  <p:cNvSpPr>
                    <a:spLocks/>
                  </p:cNvSpPr>
                  <p:nvPr/>
                </p:nvSpPr>
                <p:spPr bwMode="auto">
                  <a:xfrm flipH="1">
                    <a:off x="4077" y="1119"/>
                    <a:ext cx="313" cy="756"/>
                  </a:xfrm>
                  <a:custGeom>
                    <a:avLst/>
                    <a:gdLst>
                      <a:gd name="T0" fmla="*/ 0 w 717"/>
                      <a:gd name="T1" fmla="*/ 756 h 756"/>
                      <a:gd name="T2" fmla="*/ 4 w 717"/>
                      <a:gd name="T3" fmla="*/ 167 h 756"/>
                      <a:gd name="T4" fmla="*/ 5 w 717"/>
                      <a:gd name="T5" fmla="*/ 384 h 756"/>
                      <a:gd name="T6" fmla="*/ 7 w 717"/>
                      <a:gd name="T7" fmla="*/ 103 h 756"/>
                      <a:gd name="T8" fmla="*/ 10 w 717"/>
                      <a:gd name="T9" fmla="*/ 519 h 756"/>
                      <a:gd name="T10" fmla="*/ 11 w 717"/>
                      <a:gd name="T11" fmla="*/ 487 h 756"/>
                      <a:gd name="T12" fmla="*/ 11 w 717"/>
                      <a:gd name="T13" fmla="*/ 359 h 756"/>
                      <a:gd name="T14" fmla="*/ 14 w 717"/>
                      <a:gd name="T15" fmla="*/ 71 h 756"/>
                      <a:gd name="T16" fmla="*/ 16 w 717"/>
                      <a:gd name="T17" fmla="*/ 244 h 756"/>
                      <a:gd name="T18" fmla="*/ 17 w 717"/>
                      <a:gd name="T19" fmla="*/ 96 h 756"/>
                      <a:gd name="T20" fmla="*/ 18 w 717"/>
                      <a:gd name="T21" fmla="*/ 615 h 756"/>
                      <a:gd name="T22" fmla="*/ 21 w 717"/>
                      <a:gd name="T23" fmla="*/ 397 h 756"/>
                      <a:gd name="T24" fmla="*/ 24 w 717"/>
                      <a:gd name="T25" fmla="*/ 519 h 756"/>
                      <a:gd name="T26" fmla="*/ 25 w 717"/>
                      <a:gd name="T27" fmla="*/ 308 h 756"/>
                      <a:gd name="T28" fmla="*/ 28 w 717"/>
                      <a:gd name="T29" fmla="*/ 442 h 756"/>
                      <a:gd name="T30" fmla="*/ 29 w 717"/>
                      <a:gd name="T31" fmla="*/ 352 h 756"/>
                      <a:gd name="T32" fmla="*/ 30 w 717"/>
                      <a:gd name="T33" fmla="*/ 384 h 756"/>
                      <a:gd name="T34" fmla="*/ 31 w 717"/>
                      <a:gd name="T35" fmla="*/ 135 h 756"/>
                      <a:gd name="T36" fmla="*/ 33 w 717"/>
                      <a:gd name="T37" fmla="*/ 301 h 756"/>
                      <a:gd name="T38" fmla="*/ 32 w 717"/>
                      <a:gd name="T39" fmla="*/ 519 h 756"/>
                      <a:gd name="T40" fmla="*/ 34 w 717"/>
                      <a:gd name="T41" fmla="*/ 679 h 756"/>
                      <a:gd name="T42" fmla="*/ 36 w 717"/>
                      <a:gd name="T43" fmla="*/ 628 h 756"/>
                      <a:gd name="T44" fmla="*/ 37 w 717"/>
                      <a:gd name="T45" fmla="*/ 480 h 756"/>
                      <a:gd name="T46" fmla="*/ 38 w 717"/>
                      <a:gd name="T47" fmla="*/ 391 h 756"/>
                      <a:gd name="T48" fmla="*/ 36 w 717"/>
                      <a:gd name="T49" fmla="*/ 506 h 756"/>
                      <a:gd name="T50" fmla="*/ 38 w 717"/>
                      <a:gd name="T51" fmla="*/ 352 h 756"/>
                      <a:gd name="T52" fmla="*/ 39 w 717"/>
                      <a:gd name="T53" fmla="*/ 455 h 756"/>
                      <a:gd name="T54" fmla="*/ 41 w 717"/>
                      <a:gd name="T55" fmla="*/ 519 h 756"/>
                      <a:gd name="T56" fmla="*/ 43 w 717"/>
                      <a:gd name="T57" fmla="*/ 410 h 756"/>
                      <a:gd name="T58" fmla="*/ 44 w 717"/>
                      <a:gd name="T59" fmla="*/ 186 h 756"/>
                      <a:gd name="T60" fmla="*/ 45 w 717"/>
                      <a:gd name="T61" fmla="*/ 231 h 756"/>
                      <a:gd name="T62" fmla="*/ 48 w 717"/>
                      <a:gd name="T63" fmla="*/ 148 h 756"/>
                      <a:gd name="T64" fmla="*/ 48 w 717"/>
                      <a:gd name="T65" fmla="*/ 301 h 756"/>
                      <a:gd name="T66" fmla="*/ 48 w 717"/>
                      <a:gd name="T67" fmla="*/ 730 h 756"/>
                      <a:gd name="T68" fmla="*/ 54 w 717"/>
                      <a:gd name="T69" fmla="*/ 0 h 756"/>
                      <a:gd name="T70" fmla="*/ 54 w 717"/>
                      <a:gd name="T71" fmla="*/ 250 h 756"/>
                      <a:gd name="T72" fmla="*/ 55 w 717"/>
                      <a:gd name="T73" fmla="*/ 333 h 756"/>
                      <a:gd name="T74" fmla="*/ 57 w 717"/>
                      <a:gd name="T75" fmla="*/ 192 h 756"/>
                      <a:gd name="T76" fmla="*/ 59 w 717"/>
                      <a:gd name="T77" fmla="*/ 340 h 756"/>
                      <a:gd name="T78" fmla="*/ 58 w 717"/>
                      <a:gd name="T79" fmla="*/ 429 h 756"/>
                      <a:gd name="T80" fmla="*/ 60 w 717"/>
                      <a:gd name="T81" fmla="*/ 461 h 756"/>
                      <a:gd name="T82" fmla="*/ 0 60000 65536"/>
                      <a:gd name="T83" fmla="*/ 0 60000 65536"/>
                      <a:gd name="T84" fmla="*/ 0 60000 65536"/>
                      <a:gd name="T85" fmla="*/ 0 60000 65536"/>
                      <a:gd name="T86" fmla="*/ 0 60000 65536"/>
                      <a:gd name="T87" fmla="*/ 0 60000 65536"/>
                      <a:gd name="T88" fmla="*/ 0 60000 65536"/>
                      <a:gd name="T89" fmla="*/ 0 60000 65536"/>
                      <a:gd name="T90" fmla="*/ 0 60000 65536"/>
                      <a:gd name="T91" fmla="*/ 0 60000 65536"/>
                      <a:gd name="T92" fmla="*/ 0 60000 65536"/>
                      <a:gd name="T93" fmla="*/ 0 60000 65536"/>
                      <a:gd name="T94" fmla="*/ 0 60000 65536"/>
                      <a:gd name="T95" fmla="*/ 0 60000 65536"/>
                      <a:gd name="T96" fmla="*/ 0 60000 65536"/>
                      <a:gd name="T97" fmla="*/ 0 60000 65536"/>
                      <a:gd name="T98" fmla="*/ 0 60000 65536"/>
                      <a:gd name="T99" fmla="*/ 0 60000 65536"/>
                      <a:gd name="T100" fmla="*/ 0 60000 65536"/>
                      <a:gd name="T101" fmla="*/ 0 60000 65536"/>
                      <a:gd name="T102" fmla="*/ 0 60000 65536"/>
                      <a:gd name="T103" fmla="*/ 0 60000 65536"/>
                      <a:gd name="T104" fmla="*/ 0 60000 65536"/>
                      <a:gd name="T105" fmla="*/ 0 60000 65536"/>
                      <a:gd name="T106" fmla="*/ 0 60000 65536"/>
                      <a:gd name="T107" fmla="*/ 0 60000 65536"/>
                      <a:gd name="T108" fmla="*/ 0 60000 65536"/>
                      <a:gd name="T109" fmla="*/ 0 60000 65536"/>
                      <a:gd name="T110" fmla="*/ 0 60000 65536"/>
                      <a:gd name="T111" fmla="*/ 0 60000 65536"/>
                      <a:gd name="T112" fmla="*/ 0 60000 65536"/>
                      <a:gd name="T113" fmla="*/ 0 60000 65536"/>
                      <a:gd name="T114" fmla="*/ 0 60000 65536"/>
                      <a:gd name="T115" fmla="*/ 0 60000 65536"/>
                      <a:gd name="T116" fmla="*/ 0 60000 65536"/>
                      <a:gd name="T117" fmla="*/ 0 60000 65536"/>
                      <a:gd name="T118" fmla="*/ 0 60000 65536"/>
                      <a:gd name="T119" fmla="*/ 0 60000 65536"/>
                      <a:gd name="T120" fmla="*/ 0 60000 65536"/>
                      <a:gd name="T121" fmla="*/ 0 60000 65536"/>
                      <a:gd name="T122" fmla="*/ 0 60000 65536"/>
                      <a:gd name="T123" fmla="*/ 0 w 717"/>
                      <a:gd name="T124" fmla="*/ 0 h 756"/>
                      <a:gd name="T125" fmla="*/ 717 w 717"/>
                      <a:gd name="T126" fmla="*/ 756 h 756"/>
                    </a:gdLst>
                    <a:ahLst/>
                    <a:cxnLst>
                      <a:cxn ang="T82">
                        <a:pos x="T0" y="T1"/>
                      </a:cxn>
                      <a:cxn ang="T83">
                        <a:pos x="T2" y="T3"/>
                      </a:cxn>
                      <a:cxn ang="T84">
                        <a:pos x="T4" y="T5"/>
                      </a:cxn>
                      <a:cxn ang="T85">
                        <a:pos x="T6" y="T7"/>
                      </a:cxn>
                      <a:cxn ang="T86">
                        <a:pos x="T8" y="T9"/>
                      </a:cxn>
                      <a:cxn ang="T87">
                        <a:pos x="T10" y="T11"/>
                      </a:cxn>
                      <a:cxn ang="T88">
                        <a:pos x="T12" y="T13"/>
                      </a:cxn>
                      <a:cxn ang="T89">
                        <a:pos x="T14" y="T15"/>
                      </a:cxn>
                      <a:cxn ang="T90">
                        <a:pos x="T16" y="T17"/>
                      </a:cxn>
                      <a:cxn ang="T91">
                        <a:pos x="T18" y="T19"/>
                      </a:cxn>
                      <a:cxn ang="T92">
                        <a:pos x="T20" y="T21"/>
                      </a:cxn>
                      <a:cxn ang="T93">
                        <a:pos x="T22" y="T23"/>
                      </a:cxn>
                      <a:cxn ang="T94">
                        <a:pos x="T24" y="T25"/>
                      </a:cxn>
                      <a:cxn ang="T95">
                        <a:pos x="T26" y="T27"/>
                      </a:cxn>
                      <a:cxn ang="T96">
                        <a:pos x="T28" y="T29"/>
                      </a:cxn>
                      <a:cxn ang="T97">
                        <a:pos x="T30" y="T31"/>
                      </a:cxn>
                      <a:cxn ang="T98">
                        <a:pos x="T32" y="T33"/>
                      </a:cxn>
                      <a:cxn ang="T99">
                        <a:pos x="T34" y="T35"/>
                      </a:cxn>
                      <a:cxn ang="T100">
                        <a:pos x="T36" y="T37"/>
                      </a:cxn>
                      <a:cxn ang="T101">
                        <a:pos x="T38" y="T39"/>
                      </a:cxn>
                      <a:cxn ang="T102">
                        <a:pos x="T40" y="T41"/>
                      </a:cxn>
                      <a:cxn ang="T103">
                        <a:pos x="T42" y="T43"/>
                      </a:cxn>
                      <a:cxn ang="T104">
                        <a:pos x="T44" y="T45"/>
                      </a:cxn>
                      <a:cxn ang="T105">
                        <a:pos x="T46" y="T47"/>
                      </a:cxn>
                      <a:cxn ang="T106">
                        <a:pos x="T48" y="T49"/>
                      </a:cxn>
                      <a:cxn ang="T107">
                        <a:pos x="T50" y="T51"/>
                      </a:cxn>
                      <a:cxn ang="T108">
                        <a:pos x="T52" y="T53"/>
                      </a:cxn>
                      <a:cxn ang="T109">
                        <a:pos x="T54" y="T55"/>
                      </a:cxn>
                      <a:cxn ang="T110">
                        <a:pos x="T56" y="T57"/>
                      </a:cxn>
                      <a:cxn ang="T111">
                        <a:pos x="T58" y="T59"/>
                      </a:cxn>
                      <a:cxn ang="T112">
                        <a:pos x="T60" y="T61"/>
                      </a:cxn>
                      <a:cxn ang="T113">
                        <a:pos x="T62" y="T63"/>
                      </a:cxn>
                      <a:cxn ang="T114">
                        <a:pos x="T64" y="T65"/>
                      </a:cxn>
                      <a:cxn ang="T115">
                        <a:pos x="T66" y="T67"/>
                      </a:cxn>
                      <a:cxn ang="T116">
                        <a:pos x="T68" y="T69"/>
                      </a:cxn>
                      <a:cxn ang="T117">
                        <a:pos x="T70" y="T71"/>
                      </a:cxn>
                      <a:cxn ang="T118">
                        <a:pos x="T72" y="T73"/>
                      </a:cxn>
                      <a:cxn ang="T119">
                        <a:pos x="T74" y="T75"/>
                      </a:cxn>
                      <a:cxn ang="T120">
                        <a:pos x="T76" y="T77"/>
                      </a:cxn>
                      <a:cxn ang="T121">
                        <a:pos x="T78" y="T79"/>
                      </a:cxn>
                      <a:cxn ang="T122">
                        <a:pos x="T80" y="T81"/>
                      </a:cxn>
                    </a:cxnLst>
                    <a:rect l="T123" t="T124" r="T125" b="T126"/>
                    <a:pathLst>
                      <a:path w="717" h="756">
                        <a:moveTo>
                          <a:pt x="0" y="756"/>
                        </a:moveTo>
                        <a:lnTo>
                          <a:pt x="52" y="167"/>
                        </a:lnTo>
                        <a:lnTo>
                          <a:pt x="64" y="384"/>
                        </a:lnTo>
                        <a:lnTo>
                          <a:pt x="90" y="103"/>
                        </a:lnTo>
                        <a:lnTo>
                          <a:pt x="116" y="519"/>
                        </a:lnTo>
                        <a:lnTo>
                          <a:pt x="135" y="487"/>
                        </a:lnTo>
                        <a:lnTo>
                          <a:pt x="135" y="359"/>
                        </a:lnTo>
                        <a:lnTo>
                          <a:pt x="167" y="71"/>
                        </a:lnTo>
                        <a:lnTo>
                          <a:pt x="192" y="244"/>
                        </a:lnTo>
                        <a:lnTo>
                          <a:pt x="205" y="96"/>
                        </a:lnTo>
                        <a:lnTo>
                          <a:pt x="218" y="615"/>
                        </a:lnTo>
                        <a:lnTo>
                          <a:pt x="244" y="397"/>
                        </a:lnTo>
                        <a:lnTo>
                          <a:pt x="282" y="519"/>
                        </a:lnTo>
                        <a:lnTo>
                          <a:pt x="308" y="308"/>
                        </a:lnTo>
                        <a:lnTo>
                          <a:pt x="333" y="442"/>
                        </a:lnTo>
                        <a:lnTo>
                          <a:pt x="346" y="352"/>
                        </a:lnTo>
                        <a:lnTo>
                          <a:pt x="365" y="384"/>
                        </a:lnTo>
                        <a:lnTo>
                          <a:pt x="378" y="135"/>
                        </a:lnTo>
                        <a:lnTo>
                          <a:pt x="391" y="301"/>
                        </a:lnTo>
                        <a:lnTo>
                          <a:pt x="384" y="519"/>
                        </a:lnTo>
                        <a:lnTo>
                          <a:pt x="404" y="679"/>
                        </a:lnTo>
                        <a:lnTo>
                          <a:pt x="429" y="628"/>
                        </a:lnTo>
                        <a:lnTo>
                          <a:pt x="442" y="480"/>
                        </a:lnTo>
                        <a:lnTo>
                          <a:pt x="455" y="391"/>
                        </a:lnTo>
                        <a:lnTo>
                          <a:pt x="436" y="506"/>
                        </a:lnTo>
                        <a:lnTo>
                          <a:pt x="461" y="352"/>
                        </a:lnTo>
                        <a:lnTo>
                          <a:pt x="474" y="455"/>
                        </a:lnTo>
                        <a:lnTo>
                          <a:pt x="493" y="519"/>
                        </a:lnTo>
                        <a:lnTo>
                          <a:pt x="512" y="410"/>
                        </a:lnTo>
                        <a:lnTo>
                          <a:pt x="532" y="186"/>
                        </a:lnTo>
                        <a:lnTo>
                          <a:pt x="544" y="231"/>
                        </a:lnTo>
                        <a:lnTo>
                          <a:pt x="570" y="148"/>
                        </a:lnTo>
                        <a:lnTo>
                          <a:pt x="576" y="301"/>
                        </a:lnTo>
                        <a:lnTo>
                          <a:pt x="576" y="730"/>
                        </a:lnTo>
                        <a:lnTo>
                          <a:pt x="647" y="0"/>
                        </a:lnTo>
                        <a:lnTo>
                          <a:pt x="647" y="250"/>
                        </a:lnTo>
                        <a:lnTo>
                          <a:pt x="660" y="333"/>
                        </a:lnTo>
                        <a:lnTo>
                          <a:pt x="685" y="192"/>
                        </a:lnTo>
                        <a:lnTo>
                          <a:pt x="711" y="340"/>
                        </a:lnTo>
                        <a:lnTo>
                          <a:pt x="698" y="429"/>
                        </a:lnTo>
                        <a:lnTo>
                          <a:pt x="717" y="461"/>
                        </a:lnTo>
                      </a:path>
                    </a:pathLst>
                  </a:custGeom>
                  <a:noFill/>
                  <a:ln w="9525">
                    <a:solidFill>
                      <a:srgbClr val="FF0000"/>
                    </a:solidFill>
                    <a:round/>
                    <a:headEnd/>
                    <a:tailEnd/>
                  </a:ln>
                </p:spPr>
                <p:txBody>
                  <a:bodyPr/>
                  <a:lstStyle/>
                  <a:p>
                    <a:endParaRPr lang="en-GB" sz="1600"/>
                  </a:p>
                </p:txBody>
              </p:sp>
              <p:sp>
                <p:nvSpPr>
                  <p:cNvPr id="14645" name="Freeform 128"/>
                  <p:cNvSpPr>
                    <a:spLocks/>
                  </p:cNvSpPr>
                  <p:nvPr/>
                </p:nvSpPr>
                <p:spPr bwMode="auto">
                  <a:xfrm flipV="1">
                    <a:off x="4385" y="1138"/>
                    <a:ext cx="313" cy="756"/>
                  </a:xfrm>
                  <a:custGeom>
                    <a:avLst/>
                    <a:gdLst>
                      <a:gd name="T0" fmla="*/ 0 w 717"/>
                      <a:gd name="T1" fmla="*/ 756 h 756"/>
                      <a:gd name="T2" fmla="*/ 4 w 717"/>
                      <a:gd name="T3" fmla="*/ 167 h 756"/>
                      <a:gd name="T4" fmla="*/ 5 w 717"/>
                      <a:gd name="T5" fmla="*/ 384 h 756"/>
                      <a:gd name="T6" fmla="*/ 7 w 717"/>
                      <a:gd name="T7" fmla="*/ 103 h 756"/>
                      <a:gd name="T8" fmla="*/ 10 w 717"/>
                      <a:gd name="T9" fmla="*/ 519 h 756"/>
                      <a:gd name="T10" fmla="*/ 11 w 717"/>
                      <a:gd name="T11" fmla="*/ 487 h 756"/>
                      <a:gd name="T12" fmla="*/ 11 w 717"/>
                      <a:gd name="T13" fmla="*/ 359 h 756"/>
                      <a:gd name="T14" fmla="*/ 14 w 717"/>
                      <a:gd name="T15" fmla="*/ 71 h 756"/>
                      <a:gd name="T16" fmla="*/ 16 w 717"/>
                      <a:gd name="T17" fmla="*/ 244 h 756"/>
                      <a:gd name="T18" fmla="*/ 17 w 717"/>
                      <a:gd name="T19" fmla="*/ 96 h 756"/>
                      <a:gd name="T20" fmla="*/ 18 w 717"/>
                      <a:gd name="T21" fmla="*/ 615 h 756"/>
                      <a:gd name="T22" fmla="*/ 21 w 717"/>
                      <a:gd name="T23" fmla="*/ 397 h 756"/>
                      <a:gd name="T24" fmla="*/ 24 w 717"/>
                      <a:gd name="T25" fmla="*/ 519 h 756"/>
                      <a:gd name="T26" fmla="*/ 25 w 717"/>
                      <a:gd name="T27" fmla="*/ 308 h 756"/>
                      <a:gd name="T28" fmla="*/ 28 w 717"/>
                      <a:gd name="T29" fmla="*/ 442 h 756"/>
                      <a:gd name="T30" fmla="*/ 29 w 717"/>
                      <a:gd name="T31" fmla="*/ 352 h 756"/>
                      <a:gd name="T32" fmla="*/ 30 w 717"/>
                      <a:gd name="T33" fmla="*/ 384 h 756"/>
                      <a:gd name="T34" fmla="*/ 31 w 717"/>
                      <a:gd name="T35" fmla="*/ 135 h 756"/>
                      <a:gd name="T36" fmla="*/ 33 w 717"/>
                      <a:gd name="T37" fmla="*/ 301 h 756"/>
                      <a:gd name="T38" fmla="*/ 32 w 717"/>
                      <a:gd name="T39" fmla="*/ 519 h 756"/>
                      <a:gd name="T40" fmla="*/ 34 w 717"/>
                      <a:gd name="T41" fmla="*/ 679 h 756"/>
                      <a:gd name="T42" fmla="*/ 36 w 717"/>
                      <a:gd name="T43" fmla="*/ 628 h 756"/>
                      <a:gd name="T44" fmla="*/ 37 w 717"/>
                      <a:gd name="T45" fmla="*/ 480 h 756"/>
                      <a:gd name="T46" fmla="*/ 38 w 717"/>
                      <a:gd name="T47" fmla="*/ 391 h 756"/>
                      <a:gd name="T48" fmla="*/ 36 w 717"/>
                      <a:gd name="T49" fmla="*/ 506 h 756"/>
                      <a:gd name="T50" fmla="*/ 38 w 717"/>
                      <a:gd name="T51" fmla="*/ 352 h 756"/>
                      <a:gd name="T52" fmla="*/ 39 w 717"/>
                      <a:gd name="T53" fmla="*/ 455 h 756"/>
                      <a:gd name="T54" fmla="*/ 41 w 717"/>
                      <a:gd name="T55" fmla="*/ 519 h 756"/>
                      <a:gd name="T56" fmla="*/ 43 w 717"/>
                      <a:gd name="T57" fmla="*/ 410 h 756"/>
                      <a:gd name="T58" fmla="*/ 44 w 717"/>
                      <a:gd name="T59" fmla="*/ 186 h 756"/>
                      <a:gd name="T60" fmla="*/ 45 w 717"/>
                      <a:gd name="T61" fmla="*/ 231 h 756"/>
                      <a:gd name="T62" fmla="*/ 48 w 717"/>
                      <a:gd name="T63" fmla="*/ 148 h 756"/>
                      <a:gd name="T64" fmla="*/ 48 w 717"/>
                      <a:gd name="T65" fmla="*/ 301 h 756"/>
                      <a:gd name="T66" fmla="*/ 48 w 717"/>
                      <a:gd name="T67" fmla="*/ 730 h 756"/>
                      <a:gd name="T68" fmla="*/ 54 w 717"/>
                      <a:gd name="T69" fmla="*/ 0 h 756"/>
                      <a:gd name="T70" fmla="*/ 54 w 717"/>
                      <a:gd name="T71" fmla="*/ 250 h 756"/>
                      <a:gd name="T72" fmla="*/ 55 w 717"/>
                      <a:gd name="T73" fmla="*/ 333 h 756"/>
                      <a:gd name="T74" fmla="*/ 57 w 717"/>
                      <a:gd name="T75" fmla="*/ 192 h 756"/>
                      <a:gd name="T76" fmla="*/ 59 w 717"/>
                      <a:gd name="T77" fmla="*/ 340 h 756"/>
                      <a:gd name="T78" fmla="*/ 58 w 717"/>
                      <a:gd name="T79" fmla="*/ 429 h 756"/>
                      <a:gd name="T80" fmla="*/ 60 w 717"/>
                      <a:gd name="T81" fmla="*/ 461 h 756"/>
                      <a:gd name="T82" fmla="*/ 0 60000 65536"/>
                      <a:gd name="T83" fmla="*/ 0 60000 65536"/>
                      <a:gd name="T84" fmla="*/ 0 60000 65536"/>
                      <a:gd name="T85" fmla="*/ 0 60000 65536"/>
                      <a:gd name="T86" fmla="*/ 0 60000 65536"/>
                      <a:gd name="T87" fmla="*/ 0 60000 65536"/>
                      <a:gd name="T88" fmla="*/ 0 60000 65536"/>
                      <a:gd name="T89" fmla="*/ 0 60000 65536"/>
                      <a:gd name="T90" fmla="*/ 0 60000 65536"/>
                      <a:gd name="T91" fmla="*/ 0 60000 65536"/>
                      <a:gd name="T92" fmla="*/ 0 60000 65536"/>
                      <a:gd name="T93" fmla="*/ 0 60000 65536"/>
                      <a:gd name="T94" fmla="*/ 0 60000 65536"/>
                      <a:gd name="T95" fmla="*/ 0 60000 65536"/>
                      <a:gd name="T96" fmla="*/ 0 60000 65536"/>
                      <a:gd name="T97" fmla="*/ 0 60000 65536"/>
                      <a:gd name="T98" fmla="*/ 0 60000 65536"/>
                      <a:gd name="T99" fmla="*/ 0 60000 65536"/>
                      <a:gd name="T100" fmla="*/ 0 60000 65536"/>
                      <a:gd name="T101" fmla="*/ 0 60000 65536"/>
                      <a:gd name="T102" fmla="*/ 0 60000 65536"/>
                      <a:gd name="T103" fmla="*/ 0 60000 65536"/>
                      <a:gd name="T104" fmla="*/ 0 60000 65536"/>
                      <a:gd name="T105" fmla="*/ 0 60000 65536"/>
                      <a:gd name="T106" fmla="*/ 0 60000 65536"/>
                      <a:gd name="T107" fmla="*/ 0 60000 65536"/>
                      <a:gd name="T108" fmla="*/ 0 60000 65536"/>
                      <a:gd name="T109" fmla="*/ 0 60000 65536"/>
                      <a:gd name="T110" fmla="*/ 0 60000 65536"/>
                      <a:gd name="T111" fmla="*/ 0 60000 65536"/>
                      <a:gd name="T112" fmla="*/ 0 60000 65536"/>
                      <a:gd name="T113" fmla="*/ 0 60000 65536"/>
                      <a:gd name="T114" fmla="*/ 0 60000 65536"/>
                      <a:gd name="T115" fmla="*/ 0 60000 65536"/>
                      <a:gd name="T116" fmla="*/ 0 60000 65536"/>
                      <a:gd name="T117" fmla="*/ 0 60000 65536"/>
                      <a:gd name="T118" fmla="*/ 0 60000 65536"/>
                      <a:gd name="T119" fmla="*/ 0 60000 65536"/>
                      <a:gd name="T120" fmla="*/ 0 60000 65536"/>
                      <a:gd name="T121" fmla="*/ 0 60000 65536"/>
                      <a:gd name="T122" fmla="*/ 0 60000 65536"/>
                      <a:gd name="T123" fmla="*/ 0 w 717"/>
                      <a:gd name="T124" fmla="*/ 0 h 756"/>
                      <a:gd name="T125" fmla="*/ 717 w 717"/>
                      <a:gd name="T126" fmla="*/ 756 h 756"/>
                    </a:gdLst>
                    <a:ahLst/>
                    <a:cxnLst>
                      <a:cxn ang="T82">
                        <a:pos x="T0" y="T1"/>
                      </a:cxn>
                      <a:cxn ang="T83">
                        <a:pos x="T2" y="T3"/>
                      </a:cxn>
                      <a:cxn ang="T84">
                        <a:pos x="T4" y="T5"/>
                      </a:cxn>
                      <a:cxn ang="T85">
                        <a:pos x="T6" y="T7"/>
                      </a:cxn>
                      <a:cxn ang="T86">
                        <a:pos x="T8" y="T9"/>
                      </a:cxn>
                      <a:cxn ang="T87">
                        <a:pos x="T10" y="T11"/>
                      </a:cxn>
                      <a:cxn ang="T88">
                        <a:pos x="T12" y="T13"/>
                      </a:cxn>
                      <a:cxn ang="T89">
                        <a:pos x="T14" y="T15"/>
                      </a:cxn>
                      <a:cxn ang="T90">
                        <a:pos x="T16" y="T17"/>
                      </a:cxn>
                      <a:cxn ang="T91">
                        <a:pos x="T18" y="T19"/>
                      </a:cxn>
                      <a:cxn ang="T92">
                        <a:pos x="T20" y="T21"/>
                      </a:cxn>
                      <a:cxn ang="T93">
                        <a:pos x="T22" y="T23"/>
                      </a:cxn>
                      <a:cxn ang="T94">
                        <a:pos x="T24" y="T25"/>
                      </a:cxn>
                      <a:cxn ang="T95">
                        <a:pos x="T26" y="T27"/>
                      </a:cxn>
                      <a:cxn ang="T96">
                        <a:pos x="T28" y="T29"/>
                      </a:cxn>
                      <a:cxn ang="T97">
                        <a:pos x="T30" y="T31"/>
                      </a:cxn>
                      <a:cxn ang="T98">
                        <a:pos x="T32" y="T33"/>
                      </a:cxn>
                      <a:cxn ang="T99">
                        <a:pos x="T34" y="T35"/>
                      </a:cxn>
                      <a:cxn ang="T100">
                        <a:pos x="T36" y="T37"/>
                      </a:cxn>
                      <a:cxn ang="T101">
                        <a:pos x="T38" y="T39"/>
                      </a:cxn>
                      <a:cxn ang="T102">
                        <a:pos x="T40" y="T41"/>
                      </a:cxn>
                      <a:cxn ang="T103">
                        <a:pos x="T42" y="T43"/>
                      </a:cxn>
                      <a:cxn ang="T104">
                        <a:pos x="T44" y="T45"/>
                      </a:cxn>
                      <a:cxn ang="T105">
                        <a:pos x="T46" y="T47"/>
                      </a:cxn>
                      <a:cxn ang="T106">
                        <a:pos x="T48" y="T49"/>
                      </a:cxn>
                      <a:cxn ang="T107">
                        <a:pos x="T50" y="T51"/>
                      </a:cxn>
                      <a:cxn ang="T108">
                        <a:pos x="T52" y="T53"/>
                      </a:cxn>
                      <a:cxn ang="T109">
                        <a:pos x="T54" y="T55"/>
                      </a:cxn>
                      <a:cxn ang="T110">
                        <a:pos x="T56" y="T57"/>
                      </a:cxn>
                      <a:cxn ang="T111">
                        <a:pos x="T58" y="T59"/>
                      </a:cxn>
                      <a:cxn ang="T112">
                        <a:pos x="T60" y="T61"/>
                      </a:cxn>
                      <a:cxn ang="T113">
                        <a:pos x="T62" y="T63"/>
                      </a:cxn>
                      <a:cxn ang="T114">
                        <a:pos x="T64" y="T65"/>
                      </a:cxn>
                      <a:cxn ang="T115">
                        <a:pos x="T66" y="T67"/>
                      </a:cxn>
                      <a:cxn ang="T116">
                        <a:pos x="T68" y="T69"/>
                      </a:cxn>
                      <a:cxn ang="T117">
                        <a:pos x="T70" y="T71"/>
                      </a:cxn>
                      <a:cxn ang="T118">
                        <a:pos x="T72" y="T73"/>
                      </a:cxn>
                      <a:cxn ang="T119">
                        <a:pos x="T74" y="T75"/>
                      </a:cxn>
                      <a:cxn ang="T120">
                        <a:pos x="T76" y="T77"/>
                      </a:cxn>
                      <a:cxn ang="T121">
                        <a:pos x="T78" y="T79"/>
                      </a:cxn>
                      <a:cxn ang="T122">
                        <a:pos x="T80" y="T81"/>
                      </a:cxn>
                    </a:cxnLst>
                    <a:rect l="T123" t="T124" r="T125" b="T126"/>
                    <a:pathLst>
                      <a:path w="717" h="756">
                        <a:moveTo>
                          <a:pt x="0" y="756"/>
                        </a:moveTo>
                        <a:lnTo>
                          <a:pt x="52" y="167"/>
                        </a:lnTo>
                        <a:lnTo>
                          <a:pt x="64" y="384"/>
                        </a:lnTo>
                        <a:lnTo>
                          <a:pt x="90" y="103"/>
                        </a:lnTo>
                        <a:lnTo>
                          <a:pt x="116" y="519"/>
                        </a:lnTo>
                        <a:lnTo>
                          <a:pt x="135" y="487"/>
                        </a:lnTo>
                        <a:lnTo>
                          <a:pt x="135" y="359"/>
                        </a:lnTo>
                        <a:lnTo>
                          <a:pt x="167" y="71"/>
                        </a:lnTo>
                        <a:lnTo>
                          <a:pt x="192" y="244"/>
                        </a:lnTo>
                        <a:lnTo>
                          <a:pt x="205" y="96"/>
                        </a:lnTo>
                        <a:lnTo>
                          <a:pt x="218" y="615"/>
                        </a:lnTo>
                        <a:lnTo>
                          <a:pt x="244" y="397"/>
                        </a:lnTo>
                        <a:lnTo>
                          <a:pt x="282" y="519"/>
                        </a:lnTo>
                        <a:lnTo>
                          <a:pt x="308" y="308"/>
                        </a:lnTo>
                        <a:lnTo>
                          <a:pt x="333" y="442"/>
                        </a:lnTo>
                        <a:lnTo>
                          <a:pt x="346" y="352"/>
                        </a:lnTo>
                        <a:lnTo>
                          <a:pt x="365" y="384"/>
                        </a:lnTo>
                        <a:lnTo>
                          <a:pt x="378" y="135"/>
                        </a:lnTo>
                        <a:lnTo>
                          <a:pt x="391" y="301"/>
                        </a:lnTo>
                        <a:lnTo>
                          <a:pt x="384" y="519"/>
                        </a:lnTo>
                        <a:lnTo>
                          <a:pt x="404" y="679"/>
                        </a:lnTo>
                        <a:lnTo>
                          <a:pt x="429" y="628"/>
                        </a:lnTo>
                        <a:lnTo>
                          <a:pt x="442" y="480"/>
                        </a:lnTo>
                        <a:lnTo>
                          <a:pt x="455" y="391"/>
                        </a:lnTo>
                        <a:lnTo>
                          <a:pt x="436" y="506"/>
                        </a:lnTo>
                        <a:lnTo>
                          <a:pt x="461" y="352"/>
                        </a:lnTo>
                        <a:lnTo>
                          <a:pt x="474" y="455"/>
                        </a:lnTo>
                        <a:lnTo>
                          <a:pt x="493" y="519"/>
                        </a:lnTo>
                        <a:lnTo>
                          <a:pt x="512" y="410"/>
                        </a:lnTo>
                        <a:lnTo>
                          <a:pt x="532" y="186"/>
                        </a:lnTo>
                        <a:lnTo>
                          <a:pt x="544" y="231"/>
                        </a:lnTo>
                        <a:lnTo>
                          <a:pt x="570" y="148"/>
                        </a:lnTo>
                        <a:lnTo>
                          <a:pt x="576" y="301"/>
                        </a:lnTo>
                        <a:lnTo>
                          <a:pt x="576" y="730"/>
                        </a:lnTo>
                        <a:lnTo>
                          <a:pt x="647" y="0"/>
                        </a:lnTo>
                        <a:lnTo>
                          <a:pt x="647" y="250"/>
                        </a:lnTo>
                        <a:lnTo>
                          <a:pt x="660" y="333"/>
                        </a:lnTo>
                        <a:lnTo>
                          <a:pt x="685" y="192"/>
                        </a:lnTo>
                        <a:lnTo>
                          <a:pt x="711" y="340"/>
                        </a:lnTo>
                        <a:lnTo>
                          <a:pt x="698" y="429"/>
                        </a:lnTo>
                        <a:lnTo>
                          <a:pt x="717" y="461"/>
                        </a:lnTo>
                      </a:path>
                    </a:pathLst>
                  </a:custGeom>
                  <a:noFill/>
                  <a:ln w="9525">
                    <a:solidFill>
                      <a:srgbClr val="FF0000"/>
                    </a:solidFill>
                    <a:round/>
                    <a:headEnd/>
                    <a:tailEnd/>
                  </a:ln>
                </p:spPr>
                <p:txBody>
                  <a:bodyPr/>
                  <a:lstStyle/>
                  <a:p>
                    <a:endParaRPr lang="en-GB" sz="1600"/>
                  </a:p>
                </p:txBody>
              </p:sp>
              <p:sp>
                <p:nvSpPr>
                  <p:cNvPr id="14646" name="Freeform 129"/>
                  <p:cNvSpPr>
                    <a:spLocks/>
                  </p:cNvSpPr>
                  <p:nvPr/>
                </p:nvSpPr>
                <p:spPr bwMode="auto">
                  <a:xfrm flipH="1">
                    <a:off x="4698" y="1100"/>
                    <a:ext cx="313" cy="756"/>
                  </a:xfrm>
                  <a:custGeom>
                    <a:avLst/>
                    <a:gdLst>
                      <a:gd name="T0" fmla="*/ 0 w 717"/>
                      <a:gd name="T1" fmla="*/ 756 h 756"/>
                      <a:gd name="T2" fmla="*/ 4 w 717"/>
                      <a:gd name="T3" fmla="*/ 167 h 756"/>
                      <a:gd name="T4" fmla="*/ 5 w 717"/>
                      <a:gd name="T5" fmla="*/ 384 h 756"/>
                      <a:gd name="T6" fmla="*/ 7 w 717"/>
                      <a:gd name="T7" fmla="*/ 103 h 756"/>
                      <a:gd name="T8" fmla="*/ 10 w 717"/>
                      <a:gd name="T9" fmla="*/ 519 h 756"/>
                      <a:gd name="T10" fmla="*/ 11 w 717"/>
                      <a:gd name="T11" fmla="*/ 487 h 756"/>
                      <a:gd name="T12" fmla="*/ 11 w 717"/>
                      <a:gd name="T13" fmla="*/ 359 h 756"/>
                      <a:gd name="T14" fmla="*/ 14 w 717"/>
                      <a:gd name="T15" fmla="*/ 71 h 756"/>
                      <a:gd name="T16" fmla="*/ 16 w 717"/>
                      <a:gd name="T17" fmla="*/ 244 h 756"/>
                      <a:gd name="T18" fmla="*/ 17 w 717"/>
                      <a:gd name="T19" fmla="*/ 96 h 756"/>
                      <a:gd name="T20" fmla="*/ 18 w 717"/>
                      <a:gd name="T21" fmla="*/ 615 h 756"/>
                      <a:gd name="T22" fmla="*/ 21 w 717"/>
                      <a:gd name="T23" fmla="*/ 397 h 756"/>
                      <a:gd name="T24" fmla="*/ 24 w 717"/>
                      <a:gd name="T25" fmla="*/ 519 h 756"/>
                      <a:gd name="T26" fmla="*/ 25 w 717"/>
                      <a:gd name="T27" fmla="*/ 308 h 756"/>
                      <a:gd name="T28" fmla="*/ 28 w 717"/>
                      <a:gd name="T29" fmla="*/ 442 h 756"/>
                      <a:gd name="T30" fmla="*/ 29 w 717"/>
                      <a:gd name="T31" fmla="*/ 352 h 756"/>
                      <a:gd name="T32" fmla="*/ 30 w 717"/>
                      <a:gd name="T33" fmla="*/ 384 h 756"/>
                      <a:gd name="T34" fmla="*/ 31 w 717"/>
                      <a:gd name="T35" fmla="*/ 135 h 756"/>
                      <a:gd name="T36" fmla="*/ 33 w 717"/>
                      <a:gd name="T37" fmla="*/ 301 h 756"/>
                      <a:gd name="T38" fmla="*/ 32 w 717"/>
                      <a:gd name="T39" fmla="*/ 519 h 756"/>
                      <a:gd name="T40" fmla="*/ 34 w 717"/>
                      <a:gd name="T41" fmla="*/ 679 h 756"/>
                      <a:gd name="T42" fmla="*/ 36 w 717"/>
                      <a:gd name="T43" fmla="*/ 628 h 756"/>
                      <a:gd name="T44" fmla="*/ 37 w 717"/>
                      <a:gd name="T45" fmla="*/ 480 h 756"/>
                      <a:gd name="T46" fmla="*/ 38 w 717"/>
                      <a:gd name="T47" fmla="*/ 391 h 756"/>
                      <a:gd name="T48" fmla="*/ 36 w 717"/>
                      <a:gd name="T49" fmla="*/ 506 h 756"/>
                      <a:gd name="T50" fmla="*/ 38 w 717"/>
                      <a:gd name="T51" fmla="*/ 352 h 756"/>
                      <a:gd name="T52" fmla="*/ 39 w 717"/>
                      <a:gd name="T53" fmla="*/ 455 h 756"/>
                      <a:gd name="T54" fmla="*/ 41 w 717"/>
                      <a:gd name="T55" fmla="*/ 519 h 756"/>
                      <a:gd name="T56" fmla="*/ 43 w 717"/>
                      <a:gd name="T57" fmla="*/ 410 h 756"/>
                      <a:gd name="T58" fmla="*/ 44 w 717"/>
                      <a:gd name="T59" fmla="*/ 186 h 756"/>
                      <a:gd name="T60" fmla="*/ 45 w 717"/>
                      <a:gd name="T61" fmla="*/ 231 h 756"/>
                      <a:gd name="T62" fmla="*/ 48 w 717"/>
                      <a:gd name="T63" fmla="*/ 148 h 756"/>
                      <a:gd name="T64" fmla="*/ 48 w 717"/>
                      <a:gd name="T65" fmla="*/ 301 h 756"/>
                      <a:gd name="T66" fmla="*/ 48 w 717"/>
                      <a:gd name="T67" fmla="*/ 730 h 756"/>
                      <a:gd name="T68" fmla="*/ 54 w 717"/>
                      <a:gd name="T69" fmla="*/ 0 h 756"/>
                      <a:gd name="T70" fmla="*/ 54 w 717"/>
                      <a:gd name="T71" fmla="*/ 250 h 756"/>
                      <a:gd name="T72" fmla="*/ 55 w 717"/>
                      <a:gd name="T73" fmla="*/ 333 h 756"/>
                      <a:gd name="T74" fmla="*/ 57 w 717"/>
                      <a:gd name="T75" fmla="*/ 192 h 756"/>
                      <a:gd name="T76" fmla="*/ 59 w 717"/>
                      <a:gd name="T77" fmla="*/ 340 h 756"/>
                      <a:gd name="T78" fmla="*/ 58 w 717"/>
                      <a:gd name="T79" fmla="*/ 429 h 756"/>
                      <a:gd name="T80" fmla="*/ 60 w 717"/>
                      <a:gd name="T81" fmla="*/ 461 h 756"/>
                      <a:gd name="T82" fmla="*/ 0 60000 65536"/>
                      <a:gd name="T83" fmla="*/ 0 60000 65536"/>
                      <a:gd name="T84" fmla="*/ 0 60000 65536"/>
                      <a:gd name="T85" fmla="*/ 0 60000 65536"/>
                      <a:gd name="T86" fmla="*/ 0 60000 65536"/>
                      <a:gd name="T87" fmla="*/ 0 60000 65536"/>
                      <a:gd name="T88" fmla="*/ 0 60000 65536"/>
                      <a:gd name="T89" fmla="*/ 0 60000 65536"/>
                      <a:gd name="T90" fmla="*/ 0 60000 65536"/>
                      <a:gd name="T91" fmla="*/ 0 60000 65536"/>
                      <a:gd name="T92" fmla="*/ 0 60000 65536"/>
                      <a:gd name="T93" fmla="*/ 0 60000 65536"/>
                      <a:gd name="T94" fmla="*/ 0 60000 65536"/>
                      <a:gd name="T95" fmla="*/ 0 60000 65536"/>
                      <a:gd name="T96" fmla="*/ 0 60000 65536"/>
                      <a:gd name="T97" fmla="*/ 0 60000 65536"/>
                      <a:gd name="T98" fmla="*/ 0 60000 65536"/>
                      <a:gd name="T99" fmla="*/ 0 60000 65536"/>
                      <a:gd name="T100" fmla="*/ 0 60000 65536"/>
                      <a:gd name="T101" fmla="*/ 0 60000 65536"/>
                      <a:gd name="T102" fmla="*/ 0 60000 65536"/>
                      <a:gd name="T103" fmla="*/ 0 60000 65536"/>
                      <a:gd name="T104" fmla="*/ 0 60000 65536"/>
                      <a:gd name="T105" fmla="*/ 0 60000 65536"/>
                      <a:gd name="T106" fmla="*/ 0 60000 65536"/>
                      <a:gd name="T107" fmla="*/ 0 60000 65536"/>
                      <a:gd name="T108" fmla="*/ 0 60000 65536"/>
                      <a:gd name="T109" fmla="*/ 0 60000 65536"/>
                      <a:gd name="T110" fmla="*/ 0 60000 65536"/>
                      <a:gd name="T111" fmla="*/ 0 60000 65536"/>
                      <a:gd name="T112" fmla="*/ 0 60000 65536"/>
                      <a:gd name="T113" fmla="*/ 0 60000 65536"/>
                      <a:gd name="T114" fmla="*/ 0 60000 65536"/>
                      <a:gd name="T115" fmla="*/ 0 60000 65536"/>
                      <a:gd name="T116" fmla="*/ 0 60000 65536"/>
                      <a:gd name="T117" fmla="*/ 0 60000 65536"/>
                      <a:gd name="T118" fmla="*/ 0 60000 65536"/>
                      <a:gd name="T119" fmla="*/ 0 60000 65536"/>
                      <a:gd name="T120" fmla="*/ 0 60000 65536"/>
                      <a:gd name="T121" fmla="*/ 0 60000 65536"/>
                      <a:gd name="T122" fmla="*/ 0 60000 65536"/>
                      <a:gd name="T123" fmla="*/ 0 w 717"/>
                      <a:gd name="T124" fmla="*/ 0 h 756"/>
                      <a:gd name="T125" fmla="*/ 717 w 717"/>
                      <a:gd name="T126" fmla="*/ 756 h 756"/>
                    </a:gdLst>
                    <a:ahLst/>
                    <a:cxnLst>
                      <a:cxn ang="T82">
                        <a:pos x="T0" y="T1"/>
                      </a:cxn>
                      <a:cxn ang="T83">
                        <a:pos x="T2" y="T3"/>
                      </a:cxn>
                      <a:cxn ang="T84">
                        <a:pos x="T4" y="T5"/>
                      </a:cxn>
                      <a:cxn ang="T85">
                        <a:pos x="T6" y="T7"/>
                      </a:cxn>
                      <a:cxn ang="T86">
                        <a:pos x="T8" y="T9"/>
                      </a:cxn>
                      <a:cxn ang="T87">
                        <a:pos x="T10" y="T11"/>
                      </a:cxn>
                      <a:cxn ang="T88">
                        <a:pos x="T12" y="T13"/>
                      </a:cxn>
                      <a:cxn ang="T89">
                        <a:pos x="T14" y="T15"/>
                      </a:cxn>
                      <a:cxn ang="T90">
                        <a:pos x="T16" y="T17"/>
                      </a:cxn>
                      <a:cxn ang="T91">
                        <a:pos x="T18" y="T19"/>
                      </a:cxn>
                      <a:cxn ang="T92">
                        <a:pos x="T20" y="T21"/>
                      </a:cxn>
                      <a:cxn ang="T93">
                        <a:pos x="T22" y="T23"/>
                      </a:cxn>
                      <a:cxn ang="T94">
                        <a:pos x="T24" y="T25"/>
                      </a:cxn>
                      <a:cxn ang="T95">
                        <a:pos x="T26" y="T27"/>
                      </a:cxn>
                      <a:cxn ang="T96">
                        <a:pos x="T28" y="T29"/>
                      </a:cxn>
                      <a:cxn ang="T97">
                        <a:pos x="T30" y="T31"/>
                      </a:cxn>
                      <a:cxn ang="T98">
                        <a:pos x="T32" y="T33"/>
                      </a:cxn>
                      <a:cxn ang="T99">
                        <a:pos x="T34" y="T35"/>
                      </a:cxn>
                      <a:cxn ang="T100">
                        <a:pos x="T36" y="T37"/>
                      </a:cxn>
                      <a:cxn ang="T101">
                        <a:pos x="T38" y="T39"/>
                      </a:cxn>
                      <a:cxn ang="T102">
                        <a:pos x="T40" y="T41"/>
                      </a:cxn>
                      <a:cxn ang="T103">
                        <a:pos x="T42" y="T43"/>
                      </a:cxn>
                      <a:cxn ang="T104">
                        <a:pos x="T44" y="T45"/>
                      </a:cxn>
                      <a:cxn ang="T105">
                        <a:pos x="T46" y="T47"/>
                      </a:cxn>
                      <a:cxn ang="T106">
                        <a:pos x="T48" y="T49"/>
                      </a:cxn>
                      <a:cxn ang="T107">
                        <a:pos x="T50" y="T51"/>
                      </a:cxn>
                      <a:cxn ang="T108">
                        <a:pos x="T52" y="T53"/>
                      </a:cxn>
                      <a:cxn ang="T109">
                        <a:pos x="T54" y="T55"/>
                      </a:cxn>
                      <a:cxn ang="T110">
                        <a:pos x="T56" y="T57"/>
                      </a:cxn>
                      <a:cxn ang="T111">
                        <a:pos x="T58" y="T59"/>
                      </a:cxn>
                      <a:cxn ang="T112">
                        <a:pos x="T60" y="T61"/>
                      </a:cxn>
                      <a:cxn ang="T113">
                        <a:pos x="T62" y="T63"/>
                      </a:cxn>
                      <a:cxn ang="T114">
                        <a:pos x="T64" y="T65"/>
                      </a:cxn>
                      <a:cxn ang="T115">
                        <a:pos x="T66" y="T67"/>
                      </a:cxn>
                      <a:cxn ang="T116">
                        <a:pos x="T68" y="T69"/>
                      </a:cxn>
                      <a:cxn ang="T117">
                        <a:pos x="T70" y="T71"/>
                      </a:cxn>
                      <a:cxn ang="T118">
                        <a:pos x="T72" y="T73"/>
                      </a:cxn>
                      <a:cxn ang="T119">
                        <a:pos x="T74" y="T75"/>
                      </a:cxn>
                      <a:cxn ang="T120">
                        <a:pos x="T76" y="T77"/>
                      </a:cxn>
                      <a:cxn ang="T121">
                        <a:pos x="T78" y="T79"/>
                      </a:cxn>
                      <a:cxn ang="T122">
                        <a:pos x="T80" y="T81"/>
                      </a:cxn>
                    </a:cxnLst>
                    <a:rect l="T123" t="T124" r="T125" b="T126"/>
                    <a:pathLst>
                      <a:path w="717" h="756">
                        <a:moveTo>
                          <a:pt x="0" y="756"/>
                        </a:moveTo>
                        <a:lnTo>
                          <a:pt x="52" y="167"/>
                        </a:lnTo>
                        <a:lnTo>
                          <a:pt x="64" y="384"/>
                        </a:lnTo>
                        <a:lnTo>
                          <a:pt x="90" y="103"/>
                        </a:lnTo>
                        <a:lnTo>
                          <a:pt x="116" y="519"/>
                        </a:lnTo>
                        <a:lnTo>
                          <a:pt x="135" y="487"/>
                        </a:lnTo>
                        <a:lnTo>
                          <a:pt x="135" y="359"/>
                        </a:lnTo>
                        <a:lnTo>
                          <a:pt x="167" y="71"/>
                        </a:lnTo>
                        <a:lnTo>
                          <a:pt x="192" y="244"/>
                        </a:lnTo>
                        <a:lnTo>
                          <a:pt x="205" y="96"/>
                        </a:lnTo>
                        <a:lnTo>
                          <a:pt x="218" y="615"/>
                        </a:lnTo>
                        <a:lnTo>
                          <a:pt x="244" y="397"/>
                        </a:lnTo>
                        <a:lnTo>
                          <a:pt x="282" y="519"/>
                        </a:lnTo>
                        <a:lnTo>
                          <a:pt x="308" y="308"/>
                        </a:lnTo>
                        <a:lnTo>
                          <a:pt x="333" y="442"/>
                        </a:lnTo>
                        <a:lnTo>
                          <a:pt x="346" y="352"/>
                        </a:lnTo>
                        <a:lnTo>
                          <a:pt x="365" y="384"/>
                        </a:lnTo>
                        <a:lnTo>
                          <a:pt x="378" y="135"/>
                        </a:lnTo>
                        <a:lnTo>
                          <a:pt x="391" y="301"/>
                        </a:lnTo>
                        <a:lnTo>
                          <a:pt x="384" y="519"/>
                        </a:lnTo>
                        <a:lnTo>
                          <a:pt x="404" y="679"/>
                        </a:lnTo>
                        <a:lnTo>
                          <a:pt x="429" y="628"/>
                        </a:lnTo>
                        <a:lnTo>
                          <a:pt x="442" y="480"/>
                        </a:lnTo>
                        <a:lnTo>
                          <a:pt x="455" y="391"/>
                        </a:lnTo>
                        <a:lnTo>
                          <a:pt x="436" y="506"/>
                        </a:lnTo>
                        <a:lnTo>
                          <a:pt x="461" y="352"/>
                        </a:lnTo>
                        <a:lnTo>
                          <a:pt x="474" y="455"/>
                        </a:lnTo>
                        <a:lnTo>
                          <a:pt x="493" y="519"/>
                        </a:lnTo>
                        <a:lnTo>
                          <a:pt x="512" y="410"/>
                        </a:lnTo>
                        <a:lnTo>
                          <a:pt x="532" y="186"/>
                        </a:lnTo>
                        <a:lnTo>
                          <a:pt x="544" y="231"/>
                        </a:lnTo>
                        <a:lnTo>
                          <a:pt x="570" y="148"/>
                        </a:lnTo>
                        <a:lnTo>
                          <a:pt x="576" y="301"/>
                        </a:lnTo>
                        <a:lnTo>
                          <a:pt x="576" y="730"/>
                        </a:lnTo>
                        <a:lnTo>
                          <a:pt x="647" y="0"/>
                        </a:lnTo>
                        <a:lnTo>
                          <a:pt x="647" y="250"/>
                        </a:lnTo>
                        <a:lnTo>
                          <a:pt x="660" y="333"/>
                        </a:lnTo>
                        <a:lnTo>
                          <a:pt x="685" y="192"/>
                        </a:lnTo>
                        <a:lnTo>
                          <a:pt x="711" y="340"/>
                        </a:lnTo>
                        <a:lnTo>
                          <a:pt x="698" y="429"/>
                        </a:lnTo>
                        <a:lnTo>
                          <a:pt x="717" y="461"/>
                        </a:lnTo>
                      </a:path>
                    </a:pathLst>
                  </a:custGeom>
                  <a:noFill/>
                  <a:ln w="9525">
                    <a:solidFill>
                      <a:srgbClr val="FF0000"/>
                    </a:solidFill>
                    <a:round/>
                    <a:headEnd/>
                    <a:tailEnd/>
                  </a:ln>
                </p:spPr>
                <p:txBody>
                  <a:bodyPr/>
                  <a:lstStyle/>
                  <a:p>
                    <a:endParaRPr lang="en-GB" sz="1600"/>
                  </a:p>
                </p:txBody>
              </p:sp>
            </p:grpSp>
            <p:grpSp>
              <p:nvGrpSpPr>
                <p:cNvPr id="26" name="Group 130"/>
                <p:cNvGrpSpPr>
                  <a:grpSpLocks/>
                </p:cNvGrpSpPr>
                <p:nvPr/>
              </p:nvGrpSpPr>
              <p:grpSpPr bwMode="auto">
                <a:xfrm flipH="1">
                  <a:off x="3986" y="1092"/>
                  <a:ext cx="590" cy="801"/>
                  <a:chOff x="3462" y="1100"/>
                  <a:chExt cx="1549" cy="801"/>
                </a:xfrm>
              </p:grpSpPr>
              <p:sp>
                <p:nvSpPr>
                  <p:cNvPr id="14637" name="Freeform 131"/>
                  <p:cNvSpPr>
                    <a:spLocks/>
                  </p:cNvSpPr>
                  <p:nvPr/>
                </p:nvSpPr>
                <p:spPr bwMode="auto">
                  <a:xfrm>
                    <a:off x="3462" y="1126"/>
                    <a:ext cx="313" cy="756"/>
                  </a:xfrm>
                  <a:custGeom>
                    <a:avLst/>
                    <a:gdLst>
                      <a:gd name="T0" fmla="*/ 0 w 717"/>
                      <a:gd name="T1" fmla="*/ 756 h 756"/>
                      <a:gd name="T2" fmla="*/ 4 w 717"/>
                      <a:gd name="T3" fmla="*/ 167 h 756"/>
                      <a:gd name="T4" fmla="*/ 5 w 717"/>
                      <a:gd name="T5" fmla="*/ 384 h 756"/>
                      <a:gd name="T6" fmla="*/ 7 w 717"/>
                      <a:gd name="T7" fmla="*/ 103 h 756"/>
                      <a:gd name="T8" fmla="*/ 10 w 717"/>
                      <a:gd name="T9" fmla="*/ 519 h 756"/>
                      <a:gd name="T10" fmla="*/ 11 w 717"/>
                      <a:gd name="T11" fmla="*/ 487 h 756"/>
                      <a:gd name="T12" fmla="*/ 11 w 717"/>
                      <a:gd name="T13" fmla="*/ 359 h 756"/>
                      <a:gd name="T14" fmla="*/ 14 w 717"/>
                      <a:gd name="T15" fmla="*/ 71 h 756"/>
                      <a:gd name="T16" fmla="*/ 16 w 717"/>
                      <a:gd name="T17" fmla="*/ 244 h 756"/>
                      <a:gd name="T18" fmla="*/ 17 w 717"/>
                      <a:gd name="T19" fmla="*/ 96 h 756"/>
                      <a:gd name="T20" fmla="*/ 18 w 717"/>
                      <a:gd name="T21" fmla="*/ 615 h 756"/>
                      <a:gd name="T22" fmla="*/ 21 w 717"/>
                      <a:gd name="T23" fmla="*/ 397 h 756"/>
                      <a:gd name="T24" fmla="*/ 24 w 717"/>
                      <a:gd name="T25" fmla="*/ 519 h 756"/>
                      <a:gd name="T26" fmla="*/ 25 w 717"/>
                      <a:gd name="T27" fmla="*/ 308 h 756"/>
                      <a:gd name="T28" fmla="*/ 28 w 717"/>
                      <a:gd name="T29" fmla="*/ 442 h 756"/>
                      <a:gd name="T30" fmla="*/ 29 w 717"/>
                      <a:gd name="T31" fmla="*/ 352 h 756"/>
                      <a:gd name="T32" fmla="*/ 30 w 717"/>
                      <a:gd name="T33" fmla="*/ 384 h 756"/>
                      <a:gd name="T34" fmla="*/ 31 w 717"/>
                      <a:gd name="T35" fmla="*/ 135 h 756"/>
                      <a:gd name="T36" fmla="*/ 33 w 717"/>
                      <a:gd name="T37" fmla="*/ 301 h 756"/>
                      <a:gd name="T38" fmla="*/ 32 w 717"/>
                      <a:gd name="T39" fmla="*/ 519 h 756"/>
                      <a:gd name="T40" fmla="*/ 34 w 717"/>
                      <a:gd name="T41" fmla="*/ 679 h 756"/>
                      <a:gd name="T42" fmla="*/ 36 w 717"/>
                      <a:gd name="T43" fmla="*/ 628 h 756"/>
                      <a:gd name="T44" fmla="*/ 37 w 717"/>
                      <a:gd name="T45" fmla="*/ 480 h 756"/>
                      <a:gd name="T46" fmla="*/ 38 w 717"/>
                      <a:gd name="T47" fmla="*/ 391 h 756"/>
                      <a:gd name="T48" fmla="*/ 36 w 717"/>
                      <a:gd name="T49" fmla="*/ 506 h 756"/>
                      <a:gd name="T50" fmla="*/ 38 w 717"/>
                      <a:gd name="T51" fmla="*/ 352 h 756"/>
                      <a:gd name="T52" fmla="*/ 39 w 717"/>
                      <a:gd name="T53" fmla="*/ 455 h 756"/>
                      <a:gd name="T54" fmla="*/ 41 w 717"/>
                      <a:gd name="T55" fmla="*/ 519 h 756"/>
                      <a:gd name="T56" fmla="*/ 43 w 717"/>
                      <a:gd name="T57" fmla="*/ 410 h 756"/>
                      <a:gd name="T58" fmla="*/ 44 w 717"/>
                      <a:gd name="T59" fmla="*/ 186 h 756"/>
                      <a:gd name="T60" fmla="*/ 45 w 717"/>
                      <a:gd name="T61" fmla="*/ 231 h 756"/>
                      <a:gd name="T62" fmla="*/ 48 w 717"/>
                      <a:gd name="T63" fmla="*/ 148 h 756"/>
                      <a:gd name="T64" fmla="*/ 48 w 717"/>
                      <a:gd name="T65" fmla="*/ 301 h 756"/>
                      <a:gd name="T66" fmla="*/ 48 w 717"/>
                      <a:gd name="T67" fmla="*/ 730 h 756"/>
                      <a:gd name="T68" fmla="*/ 54 w 717"/>
                      <a:gd name="T69" fmla="*/ 0 h 756"/>
                      <a:gd name="T70" fmla="*/ 54 w 717"/>
                      <a:gd name="T71" fmla="*/ 250 h 756"/>
                      <a:gd name="T72" fmla="*/ 55 w 717"/>
                      <a:gd name="T73" fmla="*/ 333 h 756"/>
                      <a:gd name="T74" fmla="*/ 57 w 717"/>
                      <a:gd name="T75" fmla="*/ 192 h 756"/>
                      <a:gd name="T76" fmla="*/ 59 w 717"/>
                      <a:gd name="T77" fmla="*/ 340 h 756"/>
                      <a:gd name="T78" fmla="*/ 58 w 717"/>
                      <a:gd name="T79" fmla="*/ 429 h 756"/>
                      <a:gd name="T80" fmla="*/ 60 w 717"/>
                      <a:gd name="T81" fmla="*/ 461 h 756"/>
                      <a:gd name="T82" fmla="*/ 0 60000 65536"/>
                      <a:gd name="T83" fmla="*/ 0 60000 65536"/>
                      <a:gd name="T84" fmla="*/ 0 60000 65536"/>
                      <a:gd name="T85" fmla="*/ 0 60000 65536"/>
                      <a:gd name="T86" fmla="*/ 0 60000 65536"/>
                      <a:gd name="T87" fmla="*/ 0 60000 65536"/>
                      <a:gd name="T88" fmla="*/ 0 60000 65536"/>
                      <a:gd name="T89" fmla="*/ 0 60000 65536"/>
                      <a:gd name="T90" fmla="*/ 0 60000 65536"/>
                      <a:gd name="T91" fmla="*/ 0 60000 65536"/>
                      <a:gd name="T92" fmla="*/ 0 60000 65536"/>
                      <a:gd name="T93" fmla="*/ 0 60000 65536"/>
                      <a:gd name="T94" fmla="*/ 0 60000 65536"/>
                      <a:gd name="T95" fmla="*/ 0 60000 65536"/>
                      <a:gd name="T96" fmla="*/ 0 60000 65536"/>
                      <a:gd name="T97" fmla="*/ 0 60000 65536"/>
                      <a:gd name="T98" fmla="*/ 0 60000 65536"/>
                      <a:gd name="T99" fmla="*/ 0 60000 65536"/>
                      <a:gd name="T100" fmla="*/ 0 60000 65536"/>
                      <a:gd name="T101" fmla="*/ 0 60000 65536"/>
                      <a:gd name="T102" fmla="*/ 0 60000 65536"/>
                      <a:gd name="T103" fmla="*/ 0 60000 65536"/>
                      <a:gd name="T104" fmla="*/ 0 60000 65536"/>
                      <a:gd name="T105" fmla="*/ 0 60000 65536"/>
                      <a:gd name="T106" fmla="*/ 0 60000 65536"/>
                      <a:gd name="T107" fmla="*/ 0 60000 65536"/>
                      <a:gd name="T108" fmla="*/ 0 60000 65536"/>
                      <a:gd name="T109" fmla="*/ 0 60000 65536"/>
                      <a:gd name="T110" fmla="*/ 0 60000 65536"/>
                      <a:gd name="T111" fmla="*/ 0 60000 65536"/>
                      <a:gd name="T112" fmla="*/ 0 60000 65536"/>
                      <a:gd name="T113" fmla="*/ 0 60000 65536"/>
                      <a:gd name="T114" fmla="*/ 0 60000 65536"/>
                      <a:gd name="T115" fmla="*/ 0 60000 65536"/>
                      <a:gd name="T116" fmla="*/ 0 60000 65536"/>
                      <a:gd name="T117" fmla="*/ 0 60000 65536"/>
                      <a:gd name="T118" fmla="*/ 0 60000 65536"/>
                      <a:gd name="T119" fmla="*/ 0 60000 65536"/>
                      <a:gd name="T120" fmla="*/ 0 60000 65536"/>
                      <a:gd name="T121" fmla="*/ 0 60000 65536"/>
                      <a:gd name="T122" fmla="*/ 0 60000 65536"/>
                      <a:gd name="T123" fmla="*/ 0 w 717"/>
                      <a:gd name="T124" fmla="*/ 0 h 756"/>
                      <a:gd name="T125" fmla="*/ 717 w 717"/>
                      <a:gd name="T126" fmla="*/ 756 h 756"/>
                    </a:gdLst>
                    <a:ahLst/>
                    <a:cxnLst>
                      <a:cxn ang="T82">
                        <a:pos x="T0" y="T1"/>
                      </a:cxn>
                      <a:cxn ang="T83">
                        <a:pos x="T2" y="T3"/>
                      </a:cxn>
                      <a:cxn ang="T84">
                        <a:pos x="T4" y="T5"/>
                      </a:cxn>
                      <a:cxn ang="T85">
                        <a:pos x="T6" y="T7"/>
                      </a:cxn>
                      <a:cxn ang="T86">
                        <a:pos x="T8" y="T9"/>
                      </a:cxn>
                      <a:cxn ang="T87">
                        <a:pos x="T10" y="T11"/>
                      </a:cxn>
                      <a:cxn ang="T88">
                        <a:pos x="T12" y="T13"/>
                      </a:cxn>
                      <a:cxn ang="T89">
                        <a:pos x="T14" y="T15"/>
                      </a:cxn>
                      <a:cxn ang="T90">
                        <a:pos x="T16" y="T17"/>
                      </a:cxn>
                      <a:cxn ang="T91">
                        <a:pos x="T18" y="T19"/>
                      </a:cxn>
                      <a:cxn ang="T92">
                        <a:pos x="T20" y="T21"/>
                      </a:cxn>
                      <a:cxn ang="T93">
                        <a:pos x="T22" y="T23"/>
                      </a:cxn>
                      <a:cxn ang="T94">
                        <a:pos x="T24" y="T25"/>
                      </a:cxn>
                      <a:cxn ang="T95">
                        <a:pos x="T26" y="T27"/>
                      </a:cxn>
                      <a:cxn ang="T96">
                        <a:pos x="T28" y="T29"/>
                      </a:cxn>
                      <a:cxn ang="T97">
                        <a:pos x="T30" y="T31"/>
                      </a:cxn>
                      <a:cxn ang="T98">
                        <a:pos x="T32" y="T33"/>
                      </a:cxn>
                      <a:cxn ang="T99">
                        <a:pos x="T34" y="T35"/>
                      </a:cxn>
                      <a:cxn ang="T100">
                        <a:pos x="T36" y="T37"/>
                      </a:cxn>
                      <a:cxn ang="T101">
                        <a:pos x="T38" y="T39"/>
                      </a:cxn>
                      <a:cxn ang="T102">
                        <a:pos x="T40" y="T41"/>
                      </a:cxn>
                      <a:cxn ang="T103">
                        <a:pos x="T42" y="T43"/>
                      </a:cxn>
                      <a:cxn ang="T104">
                        <a:pos x="T44" y="T45"/>
                      </a:cxn>
                      <a:cxn ang="T105">
                        <a:pos x="T46" y="T47"/>
                      </a:cxn>
                      <a:cxn ang="T106">
                        <a:pos x="T48" y="T49"/>
                      </a:cxn>
                      <a:cxn ang="T107">
                        <a:pos x="T50" y="T51"/>
                      </a:cxn>
                      <a:cxn ang="T108">
                        <a:pos x="T52" y="T53"/>
                      </a:cxn>
                      <a:cxn ang="T109">
                        <a:pos x="T54" y="T55"/>
                      </a:cxn>
                      <a:cxn ang="T110">
                        <a:pos x="T56" y="T57"/>
                      </a:cxn>
                      <a:cxn ang="T111">
                        <a:pos x="T58" y="T59"/>
                      </a:cxn>
                      <a:cxn ang="T112">
                        <a:pos x="T60" y="T61"/>
                      </a:cxn>
                      <a:cxn ang="T113">
                        <a:pos x="T62" y="T63"/>
                      </a:cxn>
                      <a:cxn ang="T114">
                        <a:pos x="T64" y="T65"/>
                      </a:cxn>
                      <a:cxn ang="T115">
                        <a:pos x="T66" y="T67"/>
                      </a:cxn>
                      <a:cxn ang="T116">
                        <a:pos x="T68" y="T69"/>
                      </a:cxn>
                      <a:cxn ang="T117">
                        <a:pos x="T70" y="T71"/>
                      </a:cxn>
                      <a:cxn ang="T118">
                        <a:pos x="T72" y="T73"/>
                      </a:cxn>
                      <a:cxn ang="T119">
                        <a:pos x="T74" y="T75"/>
                      </a:cxn>
                      <a:cxn ang="T120">
                        <a:pos x="T76" y="T77"/>
                      </a:cxn>
                      <a:cxn ang="T121">
                        <a:pos x="T78" y="T79"/>
                      </a:cxn>
                      <a:cxn ang="T122">
                        <a:pos x="T80" y="T81"/>
                      </a:cxn>
                    </a:cxnLst>
                    <a:rect l="T123" t="T124" r="T125" b="T126"/>
                    <a:pathLst>
                      <a:path w="717" h="756">
                        <a:moveTo>
                          <a:pt x="0" y="756"/>
                        </a:moveTo>
                        <a:lnTo>
                          <a:pt x="52" y="167"/>
                        </a:lnTo>
                        <a:lnTo>
                          <a:pt x="64" y="384"/>
                        </a:lnTo>
                        <a:lnTo>
                          <a:pt x="90" y="103"/>
                        </a:lnTo>
                        <a:lnTo>
                          <a:pt x="116" y="519"/>
                        </a:lnTo>
                        <a:lnTo>
                          <a:pt x="135" y="487"/>
                        </a:lnTo>
                        <a:lnTo>
                          <a:pt x="135" y="359"/>
                        </a:lnTo>
                        <a:lnTo>
                          <a:pt x="167" y="71"/>
                        </a:lnTo>
                        <a:lnTo>
                          <a:pt x="192" y="244"/>
                        </a:lnTo>
                        <a:lnTo>
                          <a:pt x="205" y="96"/>
                        </a:lnTo>
                        <a:lnTo>
                          <a:pt x="218" y="615"/>
                        </a:lnTo>
                        <a:lnTo>
                          <a:pt x="244" y="397"/>
                        </a:lnTo>
                        <a:lnTo>
                          <a:pt x="282" y="519"/>
                        </a:lnTo>
                        <a:lnTo>
                          <a:pt x="308" y="308"/>
                        </a:lnTo>
                        <a:lnTo>
                          <a:pt x="333" y="442"/>
                        </a:lnTo>
                        <a:lnTo>
                          <a:pt x="346" y="352"/>
                        </a:lnTo>
                        <a:lnTo>
                          <a:pt x="365" y="384"/>
                        </a:lnTo>
                        <a:lnTo>
                          <a:pt x="378" y="135"/>
                        </a:lnTo>
                        <a:lnTo>
                          <a:pt x="391" y="301"/>
                        </a:lnTo>
                        <a:lnTo>
                          <a:pt x="384" y="519"/>
                        </a:lnTo>
                        <a:lnTo>
                          <a:pt x="404" y="679"/>
                        </a:lnTo>
                        <a:lnTo>
                          <a:pt x="429" y="628"/>
                        </a:lnTo>
                        <a:lnTo>
                          <a:pt x="442" y="480"/>
                        </a:lnTo>
                        <a:lnTo>
                          <a:pt x="455" y="391"/>
                        </a:lnTo>
                        <a:lnTo>
                          <a:pt x="436" y="506"/>
                        </a:lnTo>
                        <a:lnTo>
                          <a:pt x="461" y="352"/>
                        </a:lnTo>
                        <a:lnTo>
                          <a:pt x="474" y="455"/>
                        </a:lnTo>
                        <a:lnTo>
                          <a:pt x="493" y="519"/>
                        </a:lnTo>
                        <a:lnTo>
                          <a:pt x="512" y="410"/>
                        </a:lnTo>
                        <a:lnTo>
                          <a:pt x="532" y="186"/>
                        </a:lnTo>
                        <a:lnTo>
                          <a:pt x="544" y="231"/>
                        </a:lnTo>
                        <a:lnTo>
                          <a:pt x="570" y="148"/>
                        </a:lnTo>
                        <a:lnTo>
                          <a:pt x="576" y="301"/>
                        </a:lnTo>
                        <a:lnTo>
                          <a:pt x="576" y="730"/>
                        </a:lnTo>
                        <a:lnTo>
                          <a:pt x="647" y="0"/>
                        </a:lnTo>
                        <a:lnTo>
                          <a:pt x="647" y="250"/>
                        </a:lnTo>
                        <a:lnTo>
                          <a:pt x="660" y="333"/>
                        </a:lnTo>
                        <a:lnTo>
                          <a:pt x="685" y="192"/>
                        </a:lnTo>
                        <a:lnTo>
                          <a:pt x="711" y="340"/>
                        </a:lnTo>
                        <a:lnTo>
                          <a:pt x="698" y="429"/>
                        </a:lnTo>
                        <a:lnTo>
                          <a:pt x="717" y="461"/>
                        </a:lnTo>
                      </a:path>
                    </a:pathLst>
                  </a:custGeom>
                  <a:noFill/>
                  <a:ln w="9525">
                    <a:solidFill>
                      <a:srgbClr val="FF0000"/>
                    </a:solidFill>
                    <a:round/>
                    <a:headEnd/>
                    <a:tailEnd/>
                  </a:ln>
                </p:spPr>
                <p:txBody>
                  <a:bodyPr/>
                  <a:lstStyle/>
                  <a:p>
                    <a:endParaRPr lang="en-GB" sz="1600"/>
                  </a:p>
                </p:txBody>
              </p:sp>
              <p:sp>
                <p:nvSpPr>
                  <p:cNvPr id="14638" name="Freeform 132"/>
                  <p:cNvSpPr>
                    <a:spLocks/>
                  </p:cNvSpPr>
                  <p:nvPr/>
                </p:nvSpPr>
                <p:spPr bwMode="auto">
                  <a:xfrm flipH="1" flipV="1">
                    <a:off x="3770" y="1145"/>
                    <a:ext cx="313" cy="756"/>
                  </a:xfrm>
                  <a:custGeom>
                    <a:avLst/>
                    <a:gdLst>
                      <a:gd name="T0" fmla="*/ 0 w 717"/>
                      <a:gd name="T1" fmla="*/ 756 h 756"/>
                      <a:gd name="T2" fmla="*/ 4 w 717"/>
                      <a:gd name="T3" fmla="*/ 167 h 756"/>
                      <a:gd name="T4" fmla="*/ 5 w 717"/>
                      <a:gd name="T5" fmla="*/ 384 h 756"/>
                      <a:gd name="T6" fmla="*/ 7 w 717"/>
                      <a:gd name="T7" fmla="*/ 103 h 756"/>
                      <a:gd name="T8" fmla="*/ 10 w 717"/>
                      <a:gd name="T9" fmla="*/ 519 h 756"/>
                      <a:gd name="T10" fmla="*/ 11 w 717"/>
                      <a:gd name="T11" fmla="*/ 487 h 756"/>
                      <a:gd name="T12" fmla="*/ 11 w 717"/>
                      <a:gd name="T13" fmla="*/ 359 h 756"/>
                      <a:gd name="T14" fmla="*/ 14 w 717"/>
                      <a:gd name="T15" fmla="*/ 71 h 756"/>
                      <a:gd name="T16" fmla="*/ 16 w 717"/>
                      <a:gd name="T17" fmla="*/ 244 h 756"/>
                      <a:gd name="T18" fmla="*/ 17 w 717"/>
                      <a:gd name="T19" fmla="*/ 96 h 756"/>
                      <a:gd name="T20" fmla="*/ 18 w 717"/>
                      <a:gd name="T21" fmla="*/ 615 h 756"/>
                      <a:gd name="T22" fmla="*/ 21 w 717"/>
                      <a:gd name="T23" fmla="*/ 397 h 756"/>
                      <a:gd name="T24" fmla="*/ 24 w 717"/>
                      <a:gd name="T25" fmla="*/ 519 h 756"/>
                      <a:gd name="T26" fmla="*/ 25 w 717"/>
                      <a:gd name="T27" fmla="*/ 308 h 756"/>
                      <a:gd name="T28" fmla="*/ 28 w 717"/>
                      <a:gd name="T29" fmla="*/ 442 h 756"/>
                      <a:gd name="T30" fmla="*/ 29 w 717"/>
                      <a:gd name="T31" fmla="*/ 352 h 756"/>
                      <a:gd name="T32" fmla="*/ 30 w 717"/>
                      <a:gd name="T33" fmla="*/ 384 h 756"/>
                      <a:gd name="T34" fmla="*/ 31 w 717"/>
                      <a:gd name="T35" fmla="*/ 135 h 756"/>
                      <a:gd name="T36" fmla="*/ 33 w 717"/>
                      <a:gd name="T37" fmla="*/ 301 h 756"/>
                      <a:gd name="T38" fmla="*/ 32 w 717"/>
                      <a:gd name="T39" fmla="*/ 519 h 756"/>
                      <a:gd name="T40" fmla="*/ 34 w 717"/>
                      <a:gd name="T41" fmla="*/ 679 h 756"/>
                      <a:gd name="T42" fmla="*/ 36 w 717"/>
                      <a:gd name="T43" fmla="*/ 628 h 756"/>
                      <a:gd name="T44" fmla="*/ 37 w 717"/>
                      <a:gd name="T45" fmla="*/ 480 h 756"/>
                      <a:gd name="T46" fmla="*/ 38 w 717"/>
                      <a:gd name="T47" fmla="*/ 391 h 756"/>
                      <a:gd name="T48" fmla="*/ 36 w 717"/>
                      <a:gd name="T49" fmla="*/ 506 h 756"/>
                      <a:gd name="T50" fmla="*/ 38 w 717"/>
                      <a:gd name="T51" fmla="*/ 352 h 756"/>
                      <a:gd name="T52" fmla="*/ 39 w 717"/>
                      <a:gd name="T53" fmla="*/ 455 h 756"/>
                      <a:gd name="T54" fmla="*/ 41 w 717"/>
                      <a:gd name="T55" fmla="*/ 519 h 756"/>
                      <a:gd name="T56" fmla="*/ 43 w 717"/>
                      <a:gd name="T57" fmla="*/ 410 h 756"/>
                      <a:gd name="T58" fmla="*/ 44 w 717"/>
                      <a:gd name="T59" fmla="*/ 186 h 756"/>
                      <a:gd name="T60" fmla="*/ 45 w 717"/>
                      <a:gd name="T61" fmla="*/ 231 h 756"/>
                      <a:gd name="T62" fmla="*/ 48 w 717"/>
                      <a:gd name="T63" fmla="*/ 148 h 756"/>
                      <a:gd name="T64" fmla="*/ 48 w 717"/>
                      <a:gd name="T65" fmla="*/ 301 h 756"/>
                      <a:gd name="T66" fmla="*/ 48 w 717"/>
                      <a:gd name="T67" fmla="*/ 730 h 756"/>
                      <a:gd name="T68" fmla="*/ 54 w 717"/>
                      <a:gd name="T69" fmla="*/ 0 h 756"/>
                      <a:gd name="T70" fmla="*/ 54 w 717"/>
                      <a:gd name="T71" fmla="*/ 250 h 756"/>
                      <a:gd name="T72" fmla="*/ 55 w 717"/>
                      <a:gd name="T73" fmla="*/ 333 h 756"/>
                      <a:gd name="T74" fmla="*/ 57 w 717"/>
                      <a:gd name="T75" fmla="*/ 192 h 756"/>
                      <a:gd name="T76" fmla="*/ 59 w 717"/>
                      <a:gd name="T77" fmla="*/ 340 h 756"/>
                      <a:gd name="T78" fmla="*/ 58 w 717"/>
                      <a:gd name="T79" fmla="*/ 429 h 756"/>
                      <a:gd name="T80" fmla="*/ 60 w 717"/>
                      <a:gd name="T81" fmla="*/ 461 h 756"/>
                      <a:gd name="T82" fmla="*/ 0 60000 65536"/>
                      <a:gd name="T83" fmla="*/ 0 60000 65536"/>
                      <a:gd name="T84" fmla="*/ 0 60000 65536"/>
                      <a:gd name="T85" fmla="*/ 0 60000 65536"/>
                      <a:gd name="T86" fmla="*/ 0 60000 65536"/>
                      <a:gd name="T87" fmla="*/ 0 60000 65536"/>
                      <a:gd name="T88" fmla="*/ 0 60000 65536"/>
                      <a:gd name="T89" fmla="*/ 0 60000 65536"/>
                      <a:gd name="T90" fmla="*/ 0 60000 65536"/>
                      <a:gd name="T91" fmla="*/ 0 60000 65536"/>
                      <a:gd name="T92" fmla="*/ 0 60000 65536"/>
                      <a:gd name="T93" fmla="*/ 0 60000 65536"/>
                      <a:gd name="T94" fmla="*/ 0 60000 65536"/>
                      <a:gd name="T95" fmla="*/ 0 60000 65536"/>
                      <a:gd name="T96" fmla="*/ 0 60000 65536"/>
                      <a:gd name="T97" fmla="*/ 0 60000 65536"/>
                      <a:gd name="T98" fmla="*/ 0 60000 65536"/>
                      <a:gd name="T99" fmla="*/ 0 60000 65536"/>
                      <a:gd name="T100" fmla="*/ 0 60000 65536"/>
                      <a:gd name="T101" fmla="*/ 0 60000 65536"/>
                      <a:gd name="T102" fmla="*/ 0 60000 65536"/>
                      <a:gd name="T103" fmla="*/ 0 60000 65536"/>
                      <a:gd name="T104" fmla="*/ 0 60000 65536"/>
                      <a:gd name="T105" fmla="*/ 0 60000 65536"/>
                      <a:gd name="T106" fmla="*/ 0 60000 65536"/>
                      <a:gd name="T107" fmla="*/ 0 60000 65536"/>
                      <a:gd name="T108" fmla="*/ 0 60000 65536"/>
                      <a:gd name="T109" fmla="*/ 0 60000 65536"/>
                      <a:gd name="T110" fmla="*/ 0 60000 65536"/>
                      <a:gd name="T111" fmla="*/ 0 60000 65536"/>
                      <a:gd name="T112" fmla="*/ 0 60000 65536"/>
                      <a:gd name="T113" fmla="*/ 0 60000 65536"/>
                      <a:gd name="T114" fmla="*/ 0 60000 65536"/>
                      <a:gd name="T115" fmla="*/ 0 60000 65536"/>
                      <a:gd name="T116" fmla="*/ 0 60000 65536"/>
                      <a:gd name="T117" fmla="*/ 0 60000 65536"/>
                      <a:gd name="T118" fmla="*/ 0 60000 65536"/>
                      <a:gd name="T119" fmla="*/ 0 60000 65536"/>
                      <a:gd name="T120" fmla="*/ 0 60000 65536"/>
                      <a:gd name="T121" fmla="*/ 0 60000 65536"/>
                      <a:gd name="T122" fmla="*/ 0 60000 65536"/>
                      <a:gd name="T123" fmla="*/ 0 w 717"/>
                      <a:gd name="T124" fmla="*/ 0 h 756"/>
                      <a:gd name="T125" fmla="*/ 717 w 717"/>
                      <a:gd name="T126" fmla="*/ 756 h 756"/>
                    </a:gdLst>
                    <a:ahLst/>
                    <a:cxnLst>
                      <a:cxn ang="T82">
                        <a:pos x="T0" y="T1"/>
                      </a:cxn>
                      <a:cxn ang="T83">
                        <a:pos x="T2" y="T3"/>
                      </a:cxn>
                      <a:cxn ang="T84">
                        <a:pos x="T4" y="T5"/>
                      </a:cxn>
                      <a:cxn ang="T85">
                        <a:pos x="T6" y="T7"/>
                      </a:cxn>
                      <a:cxn ang="T86">
                        <a:pos x="T8" y="T9"/>
                      </a:cxn>
                      <a:cxn ang="T87">
                        <a:pos x="T10" y="T11"/>
                      </a:cxn>
                      <a:cxn ang="T88">
                        <a:pos x="T12" y="T13"/>
                      </a:cxn>
                      <a:cxn ang="T89">
                        <a:pos x="T14" y="T15"/>
                      </a:cxn>
                      <a:cxn ang="T90">
                        <a:pos x="T16" y="T17"/>
                      </a:cxn>
                      <a:cxn ang="T91">
                        <a:pos x="T18" y="T19"/>
                      </a:cxn>
                      <a:cxn ang="T92">
                        <a:pos x="T20" y="T21"/>
                      </a:cxn>
                      <a:cxn ang="T93">
                        <a:pos x="T22" y="T23"/>
                      </a:cxn>
                      <a:cxn ang="T94">
                        <a:pos x="T24" y="T25"/>
                      </a:cxn>
                      <a:cxn ang="T95">
                        <a:pos x="T26" y="T27"/>
                      </a:cxn>
                      <a:cxn ang="T96">
                        <a:pos x="T28" y="T29"/>
                      </a:cxn>
                      <a:cxn ang="T97">
                        <a:pos x="T30" y="T31"/>
                      </a:cxn>
                      <a:cxn ang="T98">
                        <a:pos x="T32" y="T33"/>
                      </a:cxn>
                      <a:cxn ang="T99">
                        <a:pos x="T34" y="T35"/>
                      </a:cxn>
                      <a:cxn ang="T100">
                        <a:pos x="T36" y="T37"/>
                      </a:cxn>
                      <a:cxn ang="T101">
                        <a:pos x="T38" y="T39"/>
                      </a:cxn>
                      <a:cxn ang="T102">
                        <a:pos x="T40" y="T41"/>
                      </a:cxn>
                      <a:cxn ang="T103">
                        <a:pos x="T42" y="T43"/>
                      </a:cxn>
                      <a:cxn ang="T104">
                        <a:pos x="T44" y="T45"/>
                      </a:cxn>
                      <a:cxn ang="T105">
                        <a:pos x="T46" y="T47"/>
                      </a:cxn>
                      <a:cxn ang="T106">
                        <a:pos x="T48" y="T49"/>
                      </a:cxn>
                      <a:cxn ang="T107">
                        <a:pos x="T50" y="T51"/>
                      </a:cxn>
                      <a:cxn ang="T108">
                        <a:pos x="T52" y="T53"/>
                      </a:cxn>
                      <a:cxn ang="T109">
                        <a:pos x="T54" y="T55"/>
                      </a:cxn>
                      <a:cxn ang="T110">
                        <a:pos x="T56" y="T57"/>
                      </a:cxn>
                      <a:cxn ang="T111">
                        <a:pos x="T58" y="T59"/>
                      </a:cxn>
                      <a:cxn ang="T112">
                        <a:pos x="T60" y="T61"/>
                      </a:cxn>
                      <a:cxn ang="T113">
                        <a:pos x="T62" y="T63"/>
                      </a:cxn>
                      <a:cxn ang="T114">
                        <a:pos x="T64" y="T65"/>
                      </a:cxn>
                      <a:cxn ang="T115">
                        <a:pos x="T66" y="T67"/>
                      </a:cxn>
                      <a:cxn ang="T116">
                        <a:pos x="T68" y="T69"/>
                      </a:cxn>
                      <a:cxn ang="T117">
                        <a:pos x="T70" y="T71"/>
                      </a:cxn>
                      <a:cxn ang="T118">
                        <a:pos x="T72" y="T73"/>
                      </a:cxn>
                      <a:cxn ang="T119">
                        <a:pos x="T74" y="T75"/>
                      </a:cxn>
                      <a:cxn ang="T120">
                        <a:pos x="T76" y="T77"/>
                      </a:cxn>
                      <a:cxn ang="T121">
                        <a:pos x="T78" y="T79"/>
                      </a:cxn>
                      <a:cxn ang="T122">
                        <a:pos x="T80" y="T81"/>
                      </a:cxn>
                    </a:cxnLst>
                    <a:rect l="T123" t="T124" r="T125" b="T126"/>
                    <a:pathLst>
                      <a:path w="717" h="756">
                        <a:moveTo>
                          <a:pt x="0" y="756"/>
                        </a:moveTo>
                        <a:lnTo>
                          <a:pt x="52" y="167"/>
                        </a:lnTo>
                        <a:lnTo>
                          <a:pt x="64" y="384"/>
                        </a:lnTo>
                        <a:lnTo>
                          <a:pt x="90" y="103"/>
                        </a:lnTo>
                        <a:lnTo>
                          <a:pt x="116" y="519"/>
                        </a:lnTo>
                        <a:lnTo>
                          <a:pt x="135" y="487"/>
                        </a:lnTo>
                        <a:lnTo>
                          <a:pt x="135" y="359"/>
                        </a:lnTo>
                        <a:lnTo>
                          <a:pt x="167" y="71"/>
                        </a:lnTo>
                        <a:lnTo>
                          <a:pt x="192" y="244"/>
                        </a:lnTo>
                        <a:lnTo>
                          <a:pt x="205" y="96"/>
                        </a:lnTo>
                        <a:lnTo>
                          <a:pt x="218" y="615"/>
                        </a:lnTo>
                        <a:lnTo>
                          <a:pt x="244" y="397"/>
                        </a:lnTo>
                        <a:lnTo>
                          <a:pt x="282" y="519"/>
                        </a:lnTo>
                        <a:lnTo>
                          <a:pt x="308" y="308"/>
                        </a:lnTo>
                        <a:lnTo>
                          <a:pt x="333" y="442"/>
                        </a:lnTo>
                        <a:lnTo>
                          <a:pt x="346" y="352"/>
                        </a:lnTo>
                        <a:lnTo>
                          <a:pt x="365" y="384"/>
                        </a:lnTo>
                        <a:lnTo>
                          <a:pt x="378" y="135"/>
                        </a:lnTo>
                        <a:lnTo>
                          <a:pt x="391" y="301"/>
                        </a:lnTo>
                        <a:lnTo>
                          <a:pt x="384" y="519"/>
                        </a:lnTo>
                        <a:lnTo>
                          <a:pt x="404" y="679"/>
                        </a:lnTo>
                        <a:lnTo>
                          <a:pt x="429" y="628"/>
                        </a:lnTo>
                        <a:lnTo>
                          <a:pt x="442" y="480"/>
                        </a:lnTo>
                        <a:lnTo>
                          <a:pt x="455" y="391"/>
                        </a:lnTo>
                        <a:lnTo>
                          <a:pt x="436" y="506"/>
                        </a:lnTo>
                        <a:lnTo>
                          <a:pt x="461" y="352"/>
                        </a:lnTo>
                        <a:lnTo>
                          <a:pt x="474" y="455"/>
                        </a:lnTo>
                        <a:lnTo>
                          <a:pt x="493" y="519"/>
                        </a:lnTo>
                        <a:lnTo>
                          <a:pt x="512" y="410"/>
                        </a:lnTo>
                        <a:lnTo>
                          <a:pt x="532" y="186"/>
                        </a:lnTo>
                        <a:lnTo>
                          <a:pt x="544" y="231"/>
                        </a:lnTo>
                        <a:lnTo>
                          <a:pt x="570" y="148"/>
                        </a:lnTo>
                        <a:lnTo>
                          <a:pt x="576" y="301"/>
                        </a:lnTo>
                        <a:lnTo>
                          <a:pt x="576" y="730"/>
                        </a:lnTo>
                        <a:lnTo>
                          <a:pt x="647" y="0"/>
                        </a:lnTo>
                        <a:lnTo>
                          <a:pt x="647" y="250"/>
                        </a:lnTo>
                        <a:lnTo>
                          <a:pt x="660" y="333"/>
                        </a:lnTo>
                        <a:lnTo>
                          <a:pt x="685" y="192"/>
                        </a:lnTo>
                        <a:lnTo>
                          <a:pt x="711" y="340"/>
                        </a:lnTo>
                        <a:lnTo>
                          <a:pt x="698" y="429"/>
                        </a:lnTo>
                        <a:lnTo>
                          <a:pt x="717" y="461"/>
                        </a:lnTo>
                      </a:path>
                    </a:pathLst>
                  </a:custGeom>
                  <a:noFill/>
                  <a:ln w="9525">
                    <a:solidFill>
                      <a:srgbClr val="FF0000"/>
                    </a:solidFill>
                    <a:round/>
                    <a:headEnd/>
                    <a:tailEnd/>
                  </a:ln>
                </p:spPr>
                <p:txBody>
                  <a:bodyPr/>
                  <a:lstStyle/>
                  <a:p>
                    <a:endParaRPr lang="en-GB" sz="1600"/>
                  </a:p>
                </p:txBody>
              </p:sp>
              <p:sp>
                <p:nvSpPr>
                  <p:cNvPr id="14639" name="Freeform 133"/>
                  <p:cNvSpPr>
                    <a:spLocks/>
                  </p:cNvSpPr>
                  <p:nvPr/>
                </p:nvSpPr>
                <p:spPr bwMode="auto">
                  <a:xfrm flipH="1">
                    <a:off x="4077" y="1119"/>
                    <a:ext cx="313" cy="756"/>
                  </a:xfrm>
                  <a:custGeom>
                    <a:avLst/>
                    <a:gdLst>
                      <a:gd name="T0" fmla="*/ 0 w 717"/>
                      <a:gd name="T1" fmla="*/ 756 h 756"/>
                      <a:gd name="T2" fmla="*/ 4 w 717"/>
                      <a:gd name="T3" fmla="*/ 167 h 756"/>
                      <a:gd name="T4" fmla="*/ 5 w 717"/>
                      <a:gd name="T5" fmla="*/ 384 h 756"/>
                      <a:gd name="T6" fmla="*/ 7 w 717"/>
                      <a:gd name="T7" fmla="*/ 103 h 756"/>
                      <a:gd name="T8" fmla="*/ 10 w 717"/>
                      <a:gd name="T9" fmla="*/ 519 h 756"/>
                      <a:gd name="T10" fmla="*/ 11 w 717"/>
                      <a:gd name="T11" fmla="*/ 487 h 756"/>
                      <a:gd name="T12" fmla="*/ 11 w 717"/>
                      <a:gd name="T13" fmla="*/ 359 h 756"/>
                      <a:gd name="T14" fmla="*/ 14 w 717"/>
                      <a:gd name="T15" fmla="*/ 71 h 756"/>
                      <a:gd name="T16" fmla="*/ 16 w 717"/>
                      <a:gd name="T17" fmla="*/ 244 h 756"/>
                      <a:gd name="T18" fmla="*/ 17 w 717"/>
                      <a:gd name="T19" fmla="*/ 96 h 756"/>
                      <a:gd name="T20" fmla="*/ 18 w 717"/>
                      <a:gd name="T21" fmla="*/ 615 h 756"/>
                      <a:gd name="T22" fmla="*/ 21 w 717"/>
                      <a:gd name="T23" fmla="*/ 397 h 756"/>
                      <a:gd name="T24" fmla="*/ 24 w 717"/>
                      <a:gd name="T25" fmla="*/ 519 h 756"/>
                      <a:gd name="T26" fmla="*/ 25 w 717"/>
                      <a:gd name="T27" fmla="*/ 308 h 756"/>
                      <a:gd name="T28" fmla="*/ 28 w 717"/>
                      <a:gd name="T29" fmla="*/ 442 h 756"/>
                      <a:gd name="T30" fmla="*/ 29 w 717"/>
                      <a:gd name="T31" fmla="*/ 352 h 756"/>
                      <a:gd name="T32" fmla="*/ 30 w 717"/>
                      <a:gd name="T33" fmla="*/ 384 h 756"/>
                      <a:gd name="T34" fmla="*/ 31 w 717"/>
                      <a:gd name="T35" fmla="*/ 135 h 756"/>
                      <a:gd name="T36" fmla="*/ 33 w 717"/>
                      <a:gd name="T37" fmla="*/ 301 h 756"/>
                      <a:gd name="T38" fmla="*/ 32 w 717"/>
                      <a:gd name="T39" fmla="*/ 519 h 756"/>
                      <a:gd name="T40" fmla="*/ 34 w 717"/>
                      <a:gd name="T41" fmla="*/ 679 h 756"/>
                      <a:gd name="T42" fmla="*/ 36 w 717"/>
                      <a:gd name="T43" fmla="*/ 628 h 756"/>
                      <a:gd name="T44" fmla="*/ 37 w 717"/>
                      <a:gd name="T45" fmla="*/ 480 h 756"/>
                      <a:gd name="T46" fmla="*/ 38 w 717"/>
                      <a:gd name="T47" fmla="*/ 391 h 756"/>
                      <a:gd name="T48" fmla="*/ 36 w 717"/>
                      <a:gd name="T49" fmla="*/ 506 h 756"/>
                      <a:gd name="T50" fmla="*/ 38 w 717"/>
                      <a:gd name="T51" fmla="*/ 352 h 756"/>
                      <a:gd name="T52" fmla="*/ 39 w 717"/>
                      <a:gd name="T53" fmla="*/ 455 h 756"/>
                      <a:gd name="T54" fmla="*/ 41 w 717"/>
                      <a:gd name="T55" fmla="*/ 519 h 756"/>
                      <a:gd name="T56" fmla="*/ 43 w 717"/>
                      <a:gd name="T57" fmla="*/ 410 h 756"/>
                      <a:gd name="T58" fmla="*/ 44 w 717"/>
                      <a:gd name="T59" fmla="*/ 186 h 756"/>
                      <a:gd name="T60" fmla="*/ 45 w 717"/>
                      <a:gd name="T61" fmla="*/ 231 h 756"/>
                      <a:gd name="T62" fmla="*/ 48 w 717"/>
                      <a:gd name="T63" fmla="*/ 148 h 756"/>
                      <a:gd name="T64" fmla="*/ 48 w 717"/>
                      <a:gd name="T65" fmla="*/ 301 h 756"/>
                      <a:gd name="T66" fmla="*/ 48 w 717"/>
                      <a:gd name="T67" fmla="*/ 730 h 756"/>
                      <a:gd name="T68" fmla="*/ 54 w 717"/>
                      <a:gd name="T69" fmla="*/ 0 h 756"/>
                      <a:gd name="T70" fmla="*/ 54 w 717"/>
                      <a:gd name="T71" fmla="*/ 250 h 756"/>
                      <a:gd name="T72" fmla="*/ 55 w 717"/>
                      <a:gd name="T73" fmla="*/ 333 h 756"/>
                      <a:gd name="T74" fmla="*/ 57 w 717"/>
                      <a:gd name="T75" fmla="*/ 192 h 756"/>
                      <a:gd name="T76" fmla="*/ 59 w 717"/>
                      <a:gd name="T77" fmla="*/ 340 h 756"/>
                      <a:gd name="T78" fmla="*/ 58 w 717"/>
                      <a:gd name="T79" fmla="*/ 429 h 756"/>
                      <a:gd name="T80" fmla="*/ 60 w 717"/>
                      <a:gd name="T81" fmla="*/ 461 h 756"/>
                      <a:gd name="T82" fmla="*/ 0 60000 65536"/>
                      <a:gd name="T83" fmla="*/ 0 60000 65536"/>
                      <a:gd name="T84" fmla="*/ 0 60000 65536"/>
                      <a:gd name="T85" fmla="*/ 0 60000 65536"/>
                      <a:gd name="T86" fmla="*/ 0 60000 65536"/>
                      <a:gd name="T87" fmla="*/ 0 60000 65536"/>
                      <a:gd name="T88" fmla="*/ 0 60000 65536"/>
                      <a:gd name="T89" fmla="*/ 0 60000 65536"/>
                      <a:gd name="T90" fmla="*/ 0 60000 65536"/>
                      <a:gd name="T91" fmla="*/ 0 60000 65536"/>
                      <a:gd name="T92" fmla="*/ 0 60000 65536"/>
                      <a:gd name="T93" fmla="*/ 0 60000 65536"/>
                      <a:gd name="T94" fmla="*/ 0 60000 65536"/>
                      <a:gd name="T95" fmla="*/ 0 60000 65536"/>
                      <a:gd name="T96" fmla="*/ 0 60000 65536"/>
                      <a:gd name="T97" fmla="*/ 0 60000 65536"/>
                      <a:gd name="T98" fmla="*/ 0 60000 65536"/>
                      <a:gd name="T99" fmla="*/ 0 60000 65536"/>
                      <a:gd name="T100" fmla="*/ 0 60000 65536"/>
                      <a:gd name="T101" fmla="*/ 0 60000 65536"/>
                      <a:gd name="T102" fmla="*/ 0 60000 65536"/>
                      <a:gd name="T103" fmla="*/ 0 60000 65536"/>
                      <a:gd name="T104" fmla="*/ 0 60000 65536"/>
                      <a:gd name="T105" fmla="*/ 0 60000 65536"/>
                      <a:gd name="T106" fmla="*/ 0 60000 65536"/>
                      <a:gd name="T107" fmla="*/ 0 60000 65536"/>
                      <a:gd name="T108" fmla="*/ 0 60000 65536"/>
                      <a:gd name="T109" fmla="*/ 0 60000 65536"/>
                      <a:gd name="T110" fmla="*/ 0 60000 65536"/>
                      <a:gd name="T111" fmla="*/ 0 60000 65536"/>
                      <a:gd name="T112" fmla="*/ 0 60000 65536"/>
                      <a:gd name="T113" fmla="*/ 0 60000 65536"/>
                      <a:gd name="T114" fmla="*/ 0 60000 65536"/>
                      <a:gd name="T115" fmla="*/ 0 60000 65536"/>
                      <a:gd name="T116" fmla="*/ 0 60000 65536"/>
                      <a:gd name="T117" fmla="*/ 0 60000 65536"/>
                      <a:gd name="T118" fmla="*/ 0 60000 65536"/>
                      <a:gd name="T119" fmla="*/ 0 60000 65536"/>
                      <a:gd name="T120" fmla="*/ 0 60000 65536"/>
                      <a:gd name="T121" fmla="*/ 0 60000 65536"/>
                      <a:gd name="T122" fmla="*/ 0 60000 65536"/>
                      <a:gd name="T123" fmla="*/ 0 w 717"/>
                      <a:gd name="T124" fmla="*/ 0 h 756"/>
                      <a:gd name="T125" fmla="*/ 717 w 717"/>
                      <a:gd name="T126" fmla="*/ 756 h 756"/>
                    </a:gdLst>
                    <a:ahLst/>
                    <a:cxnLst>
                      <a:cxn ang="T82">
                        <a:pos x="T0" y="T1"/>
                      </a:cxn>
                      <a:cxn ang="T83">
                        <a:pos x="T2" y="T3"/>
                      </a:cxn>
                      <a:cxn ang="T84">
                        <a:pos x="T4" y="T5"/>
                      </a:cxn>
                      <a:cxn ang="T85">
                        <a:pos x="T6" y="T7"/>
                      </a:cxn>
                      <a:cxn ang="T86">
                        <a:pos x="T8" y="T9"/>
                      </a:cxn>
                      <a:cxn ang="T87">
                        <a:pos x="T10" y="T11"/>
                      </a:cxn>
                      <a:cxn ang="T88">
                        <a:pos x="T12" y="T13"/>
                      </a:cxn>
                      <a:cxn ang="T89">
                        <a:pos x="T14" y="T15"/>
                      </a:cxn>
                      <a:cxn ang="T90">
                        <a:pos x="T16" y="T17"/>
                      </a:cxn>
                      <a:cxn ang="T91">
                        <a:pos x="T18" y="T19"/>
                      </a:cxn>
                      <a:cxn ang="T92">
                        <a:pos x="T20" y="T21"/>
                      </a:cxn>
                      <a:cxn ang="T93">
                        <a:pos x="T22" y="T23"/>
                      </a:cxn>
                      <a:cxn ang="T94">
                        <a:pos x="T24" y="T25"/>
                      </a:cxn>
                      <a:cxn ang="T95">
                        <a:pos x="T26" y="T27"/>
                      </a:cxn>
                      <a:cxn ang="T96">
                        <a:pos x="T28" y="T29"/>
                      </a:cxn>
                      <a:cxn ang="T97">
                        <a:pos x="T30" y="T31"/>
                      </a:cxn>
                      <a:cxn ang="T98">
                        <a:pos x="T32" y="T33"/>
                      </a:cxn>
                      <a:cxn ang="T99">
                        <a:pos x="T34" y="T35"/>
                      </a:cxn>
                      <a:cxn ang="T100">
                        <a:pos x="T36" y="T37"/>
                      </a:cxn>
                      <a:cxn ang="T101">
                        <a:pos x="T38" y="T39"/>
                      </a:cxn>
                      <a:cxn ang="T102">
                        <a:pos x="T40" y="T41"/>
                      </a:cxn>
                      <a:cxn ang="T103">
                        <a:pos x="T42" y="T43"/>
                      </a:cxn>
                      <a:cxn ang="T104">
                        <a:pos x="T44" y="T45"/>
                      </a:cxn>
                      <a:cxn ang="T105">
                        <a:pos x="T46" y="T47"/>
                      </a:cxn>
                      <a:cxn ang="T106">
                        <a:pos x="T48" y="T49"/>
                      </a:cxn>
                      <a:cxn ang="T107">
                        <a:pos x="T50" y="T51"/>
                      </a:cxn>
                      <a:cxn ang="T108">
                        <a:pos x="T52" y="T53"/>
                      </a:cxn>
                      <a:cxn ang="T109">
                        <a:pos x="T54" y="T55"/>
                      </a:cxn>
                      <a:cxn ang="T110">
                        <a:pos x="T56" y="T57"/>
                      </a:cxn>
                      <a:cxn ang="T111">
                        <a:pos x="T58" y="T59"/>
                      </a:cxn>
                      <a:cxn ang="T112">
                        <a:pos x="T60" y="T61"/>
                      </a:cxn>
                      <a:cxn ang="T113">
                        <a:pos x="T62" y="T63"/>
                      </a:cxn>
                      <a:cxn ang="T114">
                        <a:pos x="T64" y="T65"/>
                      </a:cxn>
                      <a:cxn ang="T115">
                        <a:pos x="T66" y="T67"/>
                      </a:cxn>
                      <a:cxn ang="T116">
                        <a:pos x="T68" y="T69"/>
                      </a:cxn>
                      <a:cxn ang="T117">
                        <a:pos x="T70" y="T71"/>
                      </a:cxn>
                      <a:cxn ang="T118">
                        <a:pos x="T72" y="T73"/>
                      </a:cxn>
                      <a:cxn ang="T119">
                        <a:pos x="T74" y="T75"/>
                      </a:cxn>
                      <a:cxn ang="T120">
                        <a:pos x="T76" y="T77"/>
                      </a:cxn>
                      <a:cxn ang="T121">
                        <a:pos x="T78" y="T79"/>
                      </a:cxn>
                      <a:cxn ang="T122">
                        <a:pos x="T80" y="T81"/>
                      </a:cxn>
                    </a:cxnLst>
                    <a:rect l="T123" t="T124" r="T125" b="T126"/>
                    <a:pathLst>
                      <a:path w="717" h="756">
                        <a:moveTo>
                          <a:pt x="0" y="756"/>
                        </a:moveTo>
                        <a:lnTo>
                          <a:pt x="52" y="167"/>
                        </a:lnTo>
                        <a:lnTo>
                          <a:pt x="64" y="384"/>
                        </a:lnTo>
                        <a:lnTo>
                          <a:pt x="90" y="103"/>
                        </a:lnTo>
                        <a:lnTo>
                          <a:pt x="116" y="519"/>
                        </a:lnTo>
                        <a:lnTo>
                          <a:pt x="135" y="487"/>
                        </a:lnTo>
                        <a:lnTo>
                          <a:pt x="135" y="359"/>
                        </a:lnTo>
                        <a:lnTo>
                          <a:pt x="167" y="71"/>
                        </a:lnTo>
                        <a:lnTo>
                          <a:pt x="192" y="244"/>
                        </a:lnTo>
                        <a:lnTo>
                          <a:pt x="205" y="96"/>
                        </a:lnTo>
                        <a:lnTo>
                          <a:pt x="218" y="615"/>
                        </a:lnTo>
                        <a:lnTo>
                          <a:pt x="244" y="397"/>
                        </a:lnTo>
                        <a:lnTo>
                          <a:pt x="282" y="519"/>
                        </a:lnTo>
                        <a:lnTo>
                          <a:pt x="308" y="308"/>
                        </a:lnTo>
                        <a:lnTo>
                          <a:pt x="333" y="442"/>
                        </a:lnTo>
                        <a:lnTo>
                          <a:pt x="346" y="352"/>
                        </a:lnTo>
                        <a:lnTo>
                          <a:pt x="365" y="384"/>
                        </a:lnTo>
                        <a:lnTo>
                          <a:pt x="378" y="135"/>
                        </a:lnTo>
                        <a:lnTo>
                          <a:pt x="391" y="301"/>
                        </a:lnTo>
                        <a:lnTo>
                          <a:pt x="384" y="519"/>
                        </a:lnTo>
                        <a:lnTo>
                          <a:pt x="404" y="679"/>
                        </a:lnTo>
                        <a:lnTo>
                          <a:pt x="429" y="628"/>
                        </a:lnTo>
                        <a:lnTo>
                          <a:pt x="442" y="480"/>
                        </a:lnTo>
                        <a:lnTo>
                          <a:pt x="455" y="391"/>
                        </a:lnTo>
                        <a:lnTo>
                          <a:pt x="436" y="506"/>
                        </a:lnTo>
                        <a:lnTo>
                          <a:pt x="461" y="352"/>
                        </a:lnTo>
                        <a:lnTo>
                          <a:pt x="474" y="455"/>
                        </a:lnTo>
                        <a:lnTo>
                          <a:pt x="493" y="519"/>
                        </a:lnTo>
                        <a:lnTo>
                          <a:pt x="512" y="410"/>
                        </a:lnTo>
                        <a:lnTo>
                          <a:pt x="532" y="186"/>
                        </a:lnTo>
                        <a:lnTo>
                          <a:pt x="544" y="231"/>
                        </a:lnTo>
                        <a:lnTo>
                          <a:pt x="570" y="148"/>
                        </a:lnTo>
                        <a:lnTo>
                          <a:pt x="576" y="301"/>
                        </a:lnTo>
                        <a:lnTo>
                          <a:pt x="576" y="730"/>
                        </a:lnTo>
                        <a:lnTo>
                          <a:pt x="647" y="0"/>
                        </a:lnTo>
                        <a:lnTo>
                          <a:pt x="647" y="250"/>
                        </a:lnTo>
                        <a:lnTo>
                          <a:pt x="660" y="333"/>
                        </a:lnTo>
                        <a:lnTo>
                          <a:pt x="685" y="192"/>
                        </a:lnTo>
                        <a:lnTo>
                          <a:pt x="711" y="340"/>
                        </a:lnTo>
                        <a:lnTo>
                          <a:pt x="698" y="429"/>
                        </a:lnTo>
                        <a:lnTo>
                          <a:pt x="717" y="461"/>
                        </a:lnTo>
                      </a:path>
                    </a:pathLst>
                  </a:custGeom>
                  <a:noFill/>
                  <a:ln w="9525">
                    <a:solidFill>
                      <a:srgbClr val="FF0000"/>
                    </a:solidFill>
                    <a:round/>
                    <a:headEnd/>
                    <a:tailEnd/>
                  </a:ln>
                </p:spPr>
                <p:txBody>
                  <a:bodyPr/>
                  <a:lstStyle/>
                  <a:p>
                    <a:endParaRPr lang="en-GB" sz="1600"/>
                  </a:p>
                </p:txBody>
              </p:sp>
              <p:sp>
                <p:nvSpPr>
                  <p:cNvPr id="14640" name="Freeform 134"/>
                  <p:cNvSpPr>
                    <a:spLocks/>
                  </p:cNvSpPr>
                  <p:nvPr/>
                </p:nvSpPr>
                <p:spPr bwMode="auto">
                  <a:xfrm flipV="1">
                    <a:off x="4385" y="1138"/>
                    <a:ext cx="313" cy="756"/>
                  </a:xfrm>
                  <a:custGeom>
                    <a:avLst/>
                    <a:gdLst>
                      <a:gd name="T0" fmla="*/ 0 w 717"/>
                      <a:gd name="T1" fmla="*/ 756 h 756"/>
                      <a:gd name="T2" fmla="*/ 4 w 717"/>
                      <a:gd name="T3" fmla="*/ 167 h 756"/>
                      <a:gd name="T4" fmla="*/ 5 w 717"/>
                      <a:gd name="T5" fmla="*/ 384 h 756"/>
                      <a:gd name="T6" fmla="*/ 7 w 717"/>
                      <a:gd name="T7" fmla="*/ 103 h 756"/>
                      <a:gd name="T8" fmla="*/ 10 w 717"/>
                      <a:gd name="T9" fmla="*/ 519 h 756"/>
                      <a:gd name="T10" fmla="*/ 11 w 717"/>
                      <a:gd name="T11" fmla="*/ 487 h 756"/>
                      <a:gd name="T12" fmla="*/ 11 w 717"/>
                      <a:gd name="T13" fmla="*/ 359 h 756"/>
                      <a:gd name="T14" fmla="*/ 14 w 717"/>
                      <a:gd name="T15" fmla="*/ 71 h 756"/>
                      <a:gd name="T16" fmla="*/ 16 w 717"/>
                      <a:gd name="T17" fmla="*/ 244 h 756"/>
                      <a:gd name="T18" fmla="*/ 17 w 717"/>
                      <a:gd name="T19" fmla="*/ 96 h 756"/>
                      <a:gd name="T20" fmla="*/ 18 w 717"/>
                      <a:gd name="T21" fmla="*/ 615 h 756"/>
                      <a:gd name="T22" fmla="*/ 21 w 717"/>
                      <a:gd name="T23" fmla="*/ 397 h 756"/>
                      <a:gd name="T24" fmla="*/ 24 w 717"/>
                      <a:gd name="T25" fmla="*/ 519 h 756"/>
                      <a:gd name="T26" fmla="*/ 25 w 717"/>
                      <a:gd name="T27" fmla="*/ 308 h 756"/>
                      <a:gd name="T28" fmla="*/ 28 w 717"/>
                      <a:gd name="T29" fmla="*/ 442 h 756"/>
                      <a:gd name="T30" fmla="*/ 29 w 717"/>
                      <a:gd name="T31" fmla="*/ 352 h 756"/>
                      <a:gd name="T32" fmla="*/ 30 w 717"/>
                      <a:gd name="T33" fmla="*/ 384 h 756"/>
                      <a:gd name="T34" fmla="*/ 31 w 717"/>
                      <a:gd name="T35" fmla="*/ 135 h 756"/>
                      <a:gd name="T36" fmla="*/ 33 w 717"/>
                      <a:gd name="T37" fmla="*/ 301 h 756"/>
                      <a:gd name="T38" fmla="*/ 32 w 717"/>
                      <a:gd name="T39" fmla="*/ 519 h 756"/>
                      <a:gd name="T40" fmla="*/ 34 w 717"/>
                      <a:gd name="T41" fmla="*/ 679 h 756"/>
                      <a:gd name="T42" fmla="*/ 36 w 717"/>
                      <a:gd name="T43" fmla="*/ 628 h 756"/>
                      <a:gd name="T44" fmla="*/ 37 w 717"/>
                      <a:gd name="T45" fmla="*/ 480 h 756"/>
                      <a:gd name="T46" fmla="*/ 38 w 717"/>
                      <a:gd name="T47" fmla="*/ 391 h 756"/>
                      <a:gd name="T48" fmla="*/ 36 w 717"/>
                      <a:gd name="T49" fmla="*/ 506 h 756"/>
                      <a:gd name="T50" fmla="*/ 38 w 717"/>
                      <a:gd name="T51" fmla="*/ 352 h 756"/>
                      <a:gd name="T52" fmla="*/ 39 w 717"/>
                      <a:gd name="T53" fmla="*/ 455 h 756"/>
                      <a:gd name="T54" fmla="*/ 41 w 717"/>
                      <a:gd name="T55" fmla="*/ 519 h 756"/>
                      <a:gd name="T56" fmla="*/ 43 w 717"/>
                      <a:gd name="T57" fmla="*/ 410 h 756"/>
                      <a:gd name="T58" fmla="*/ 44 w 717"/>
                      <a:gd name="T59" fmla="*/ 186 h 756"/>
                      <a:gd name="T60" fmla="*/ 45 w 717"/>
                      <a:gd name="T61" fmla="*/ 231 h 756"/>
                      <a:gd name="T62" fmla="*/ 48 w 717"/>
                      <a:gd name="T63" fmla="*/ 148 h 756"/>
                      <a:gd name="T64" fmla="*/ 48 w 717"/>
                      <a:gd name="T65" fmla="*/ 301 h 756"/>
                      <a:gd name="T66" fmla="*/ 48 w 717"/>
                      <a:gd name="T67" fmla="*/ 730 h 756"/>
                      <a:gd name="T68" fmla="*/ 54 w 717"/>
                      <a:gd name="T69" fmla="*/ 0 h 756"/>
                      <a:gd name="T70" fmla="*/ 54 w 717"/>
                      <a:gd name="T71" fmla="*/ 250 h 756"/>
                      <a:gd name="T72" fmla="*/ 55 w 717"/>
                      <a:gd name="T73" fmla="*/ 333 h 756"/>
                      <a:gd name="T74" fmla="*/ 57 w 717"/>
                      <a:gd name="T75" fmla="*/ 192 h 756"/>
                      <a:gd name="T76" fmla="*/ 59 w 717"/>
                      <a:gd name="T77" fmla="*/ 340 h 756"/>
                      <a:gd name="T78" fmla="*/ 58 w 717"/>
                      <a:gd name="T79" fmla="*/ 429 h 756"/>
                      <a:gd name="T80" fmla="*/ 60 w 717"/>
                      <a:gd name="T81" fmla="*/ 461 h 756"/>
                      <a:gd name="T82" fmla="*/ 0 60000 65536"/>
                      <a:gd name="T83" fmla="*/ 0 60000 65536"/>
                      <a:gd name="T84" fmla="*/ 0 60000 65536"/>
                      <a:gd name="T85" fmla="*/ 0 60000 65536"/>
                      <a:gd name="T86" fmla="*/ 0 60000 65536"/>
                      <a:gd name="T87" fmla="*/ 0 60000 65536"/>
                      <a:gd name="T88" fmla="*/ 0 60000 65536"/>
                      <a:gd name="T89" fmla="*/ 0 60000 65536"/>
                      <a:gd name="T90" fmla="*/ 0 60000 65536"/>
                      <a:gd name="T91" fmla="*/ 0 60000 65536"/>
                      <a:gd name="T92" fmla="*/ 0 60000 65536"/>
                      <a:gd name="T93" fmla="*/ 0 60000 65536"/>
                      <a:gd name="T94" fmla="*/ 0 60000 65536"/>
                      <a:gd name="T95" fmla="*/ 0 60000 65536"/>
                      <a:gd name="T96" fmla="*/ 0 60000 65536"/>
                      <a:gd name="T97" fmla="*/ 0 60000 65536"/>
                      <a:gd name="T98" fmla="*/ 0 60000 65536"/>
                      <a:gd name="T99" fmla="*/ 0 60000 65536"/>
                      <a:gd name="T100" fmla="*/ 0 60000 65536"/>
                      <a:gd name="T101" fmla="*/ 0 60000 65536"/>
                      <a:gd name="T102" fmla="*/ 0 60000 65536"/>
                      <a:gd name="T103" fmla="*/ 0 60000 65536"/>
                      <a:gd name="T104" fmla="*/ 0 60000 65536"/>
                      <a:gd name="T105" fmla="*/ 0 60000 65536"/>
                      <a:gd name="T106" fmla="*/ 0 60000 65536"/>
                      <a:gd name="T107" fmla="*/ 0 60000 65536"/>
                      <a:gd name="T108" fmla="*/ 0 60000 65536"/>
                      <a:gd name="T109" fmla="*/ 0 60000 65536"/>
                      <a:gd name="T110" fmla="*/ 0 60000 65536"/>
                      <a:gd name="T111" fmla="*/ 0 60000 65536"/>
                      <a:gd name="T112" fmla="*/ 0 60000 65536"/>
                      <a:gd name="T113" fmla="*/ 0 60000 65536"/>
                      <a:gd name="T114" fmla="*/ 0 60000 65536"/>
                      <a:gd name="T115" fmla="*/ 0 60000 65536"/>
                      <a:gd name="T116" fmla="*/ 0 60000 65536"/>
                      <a:gd name="T117" fmla="*/ 0 60000 65536"/>
                      <a:gd name="T118" fmla="*/ 0 60000 65536"/>
                      <a:gd name="T119" fmla="*/ 0 60000 65536"/>
                      <a:gd name="T120" fmla="*/ 0 60000 65536"/>
                      <a:gd name="T121" fmla="*/ 0 60000 65536"/>
                      <a:gd name="T122" fmla="*/ 0 60000 65536"/>
                      <a:gd name="T123" fmla="*/ 0 w 717"/>
                      <a:gd name="T124" fmla="*/ 0 h 756"/>
                      <a:gd name="T125" fmla="*/ 717 w 717"/>
                      <a:gd name="T126" fmla="*/ 756 h 756"/>
                    </a:gdLst>
                    <a:ahLst/>
                    <a:cxnLst>
                      <a:cxn ang="T82">
                        <a:pos x="T0" y="T1"/>
                      </a:cxn>
                      <a:cxn ang="T83">
                        <a:pos x="T2" y="T3"/>
                      </a:cxn>
                      <a:cxn ang="T84">
                        <a:pos x="T4" y="T5"/>
                      </a:cxn>
                      <a:cxn ang="T85">
                        <a:pos x="T6" y="T7"/>
                      </a:cxn>
                      <a:cxn ang="T86">
                        <a:pos x="T8" y="T9"/>
                      </a:cxn>
                      <a:cxn ang="T87">
                        <a:pos x="T10" y="T11"/>
                      </a:cxn>
                      <a:cxn ang="T88">
                        <a:pos x="T12" y="T13"/>
                      </a:cxn>
                      <a:cxn ang="T89">
                        <a:pos x="T14" y="T15"/>
                      </a:cxn>
                      <a:cxn ang="T90">
                        <a:pos x="T16" y="T17"/>
                      </a:cxn>
                      <a:cxn ang="T91">
                        <a:pos x="T18" y="T19"/>
                      </a:cxn>
                      <a:cxn ang="T92">
                        <a:pos x="T20" y="T21"/>
                      </a:cxn>
                      <a:cxn ang="T93">
                        <a:pos x="T22" y="T23"/>
                      </a:cxn>
                      <a:cxn ang="T94">
                        <a:pos x="T24" y="T25"/>
                      </a:cxn>
                      <a:cxn ang="T95">
                        <a:pos x="T26" y="T27"/>
                      </a:cxn>
                      <a:cxn ang="T96">
                        <a:pos x="T28" y="T29"/>
                      </a:cxn>
                      <a:cxn ang="T97">
                        <a:pos x="T30" y="T31"/>
                      </a:cxn>
                      <a:cxn ang="T98">
                        <a:pos x="T32" y="T33"/>
                      </a:cxn>
                      <a:cxn ang="T99">
                        <a:pos x="T34" y="T35"/>
                      </a:cxn>
                      <a:cxn ang="T100">
                        <a:pos x="T36" y="T37"/>
                      </a:cxn>
                      <a:cxn ang="T101">
                        <a:pos x="T38" y="T39"/>
                      </a:cxn>
                      <a:cxn ang="T102">
                        <a:pos x="T40" y="T41"/>
                      </a:cxn>
                      <a:cxn ang="T103">
                        <a:pos x="T42" y="T43"/>
                      </a:cxn>
                      <a:cxn ang="T104">
                        <a:pos x="T44" y="T45"/>
                      </a:cxn>
                      <a:cxn ang="T105">
                        <a:pos x="T46" y="T47"/>
                      </a:cxn>
                      <a:cxn ang="T106">
                        <a:pos x="T48" y="T49"/>
                      </a:cxn>
                      <a:cxn ang="T107">
                        <a:pos x="T50" y="T51"/>
                      </a:cxn>
                      <a:cxn ang="T108">
                        <a:pos x="T52" y="T53"/>
                      </a:cxn>
                      <a:cxn ang="T109">
                        <a:pos x="T54" y="T55"/>
                      </a:cxn>
                      <a:cxn ang="T110">
                        <a:pos x="T56" y="T57"/>
                      </a:cxn>
                      <a:cxn ang="T111">
                        <a:pos x="T58" y="T59"/>
                      </a:cxn>
                      <a:cxn ang="T112">
                        <a:pos x="T60" y="T61"/>
                      </a:cxn>
                      <a:cxn ang="T113">
                        <a:pos x="T62" y="T63"/>
                      </a:cxn>
                      <a:cxn ang="T114">
                        <a:pos x="T64" y="T65"/>
                      </a:cxn>
                      <a:cxn ang="T115">
                        <a:pos x="T66" y="T67"/>
                      </a:cxn>
                      <a:cxn ang="T116">
                        <a:pos x="T68" y="T69"/>
                      </a:cxn>
                      <a:cxn ang="T117">
                        <a:pos x="T70" y="T71"/>
                      </a:cxn>
                      <a:cxn ang="T118">
                        <a:pos x="T72" y="T73"/>
                      </a:cxn>
                      <a:cxn ang="T119">
                        <a:pos x="T74" y="T75"/>
                      </a:cxn>
                      <a:cxn ang="T120">
                        <a:pos x="T76" y="T77"/>
                      </a:cxn>
                      <a:cxn ang="T121">
                        <a:pos x="T78" y="T79"/>
                      </a:cxn>
                      <a:cxn ang="T122">
                        <a:pos x="T80" y="T81"/>
                      </a:cxn>
                    </a:cxnLst>
                    <a:rect l="T123" t="T124" r="T125" b="T126"/>
                    <a:pathLst>
                      <a:path w="717" h="756">
                        <a:moveTo>
                          <a:pt x="0" y="756"/>
                        </a:moveTo>
                        <a:lnTo>
                          <a:pt x="52" y="167"/>
                        </a:lnTo>
                        <a:lnTo>
                          <a:pt x="64" y="384"/>
                        </a:lnTo>
                        <a:lnTo>
                          <a:pt x="90" y="103"/>
                        </a:lnTo>
                        <a:lnTo>
                          <a:pt x="116" y="519"/>
                        </a:lnTo>
                        <a:lnTo>
                          <a:pt x="135" y="487"/>
                        </a:lnTo>
                        <a:lnTo>
                          <a:pt x="135" y="359"/>
                        </a:lnTo>
                        <a:lnTo>
                          <a:pt x="167" y="71"/>
                        </a:lnTo>
                        <a:lnTo>
                          <a:pt x="192" y="244"/>
                        </a:lnTo>
                        <a:lnTo>
                          <a:pt x="205" y="96"/>
                        </a:lnTo>
                        <a:lnTo>
                          <a:pt x="218" y="615"/>
                        </a:lnTo>
                        <a:lnTo>
                          <a:pt x="244" y="397"/>
                        </a:lnTo>
                        <a:lnTo>
                          <a:pt x="282" y="519"/>
                        </a:lnTo>
                        <a:lnTo>
                          <a:pt x="308" y="308"/>
                        </a:lnTo>
                        <a:lnTo>
                          <a:pt x="333" y="442"/>
                        </a:lnTo>
                        <a:lnTo>
                          <a:pt x="346" y="352"/>
                        </a:lnTo>
                        <a:lnTo>
                          <a:pt x="365" y="384"/>
                        </a:lnTo>
                        <a:lnTo>
                          <a:pt x="378" y="135"/>
                        </a:lnTo>
                        <a:lnTo>
                          <a:pt x="391" y="301"/>
                        </a:lnTo>
                        <a:lnTo>
                          <a:pt x="384" y="519"/>
                        </a:lnTo>
                        <a:lnTo>
                          <a:pt x="404" y="679"/>
                        </a:lnTo>
                        <a:lnTo>
                          <a:pt x="429" y="628"/>
                        </a:lnTo>
                        <a:lnTo>
                          <a:pt x="442" y="480"/>
                        </a:lnTo>
                        <a:lnTo>
                          <a:pt x="455" y="391"/>
                        </a:lnTo>
                        <a:lnTo>
                          <a:pt x="436" y="506"/>
                        </a:lnTo>
                        <a:lnTo>
                          <a:pt x="461" y="352"/>
                        </a:lnTo>
                        <a:lnTo>
                          <a:pt x="474" y="455"/>
                        </a:lnTo>
                        <a:lnTo>
                          <a:pt x="493" y="519"/>
                        </a:lnTo>
                        <a:lnTo>
                          <a:pt x="512" y="410"/>
                        </a:lnTo>
                        <a:lnTo>
                          <a:pt x="532" y="186"/>
                        </a:lnTo>
                        <a:lnTo>
                          <a:pt x="544" y="231"/>
                        </a:lnTo>
                        <a:lnTo>
                          <a:pt x="570" y="148"/>
                        </a:lnTo>
                        <a:lnTo>
                          <a:pt x="576" y="301"/>
                        </a:lnTo>
                        <a:lnTo>
                          <a:pt x="576" y="730"/>
                        </a:lnTo>
                        <a:lnTo>
                          <a:pt x="647" y="0"/>
                        </a:lnTo>
                        <a:lnTo>
                          <a:pt x="647" y="250"/>
                        </a:lnTo>
                        <a:lnTo>
                          <a:pt x="660" y="333"/>
                        </a:lnTo>
                        <a:lnTo>
                          <a:pt x="685" y="192"/>
                        </a:lnTo>
                        <a:lnTo>
                          <a:pt x="711" y="340"/>
                        </a:lnTo>
                        <a:lnTo>
                          <a:pt x="698" y="429"/>
                        </a:lnTo>
                        <a:lnTo>
                          <a:pt x="717" y="461"/>
                        </a:lnTo>
                      </a:path>
                    </a:pathLst>
                  </a:custGeom>
                  <a:noFill/>
                  <a:ln w="9525">
                    <a:solidFill>
                      <a:srgbClr val="FF0000"/>
                    </a:solidFill>
                    <a:round/>
                    <a:headEnd/>
                    <a:tailEnd/>
                  </a:ln>
                </p:spPr>
                <p:txBody>
                  <a:bodyPr/>
                  <a:lstStyle/>
                  <a:p>
                    <a:endParaRPr lang="en-GB" sz="1600"/>
                  </a:p>
                </p:txBody>
              </p:sp>
              <p:sp>
                <p:nvSpPr>
                  <p:cNvPr id="14641" name="Freeform 135"/>
                  <p:cNvSpPr>
                    <a:spLocks/>
                  </p:cNvSpPr>
                  <p:nvPr/>
                </p:nvSpPr>
                <p:spPr bwMode="auto">
                  <a:xfrm flipH="1">
                    <a:off x="4698" y="1100"/>
                    <a:ext cx="313" cy="756"/>
                  </a:xfrm>
                  <a:custGeom>
                    <a:avLst/>
                    <a:gdLst>
                      <a:gd name="T0" fmla="*/ 0 w 717"/>
                      <a:gd name="T1" fmla="*/ 756 h 756"/>
                      <a:gd name="T2" fmla="*/ 4 w 717"/>
                      <a:gd name="T3" fmla="*/ 167 h 756"/>
                      <a:gd name="T4" fmla="*/ 5 w 717"/>
                      <a:gd name="T5" fmla="*/ 384 h 756"/>
                      <a:gd name="T6" fmla="*/ 7 w 717"/>
                      <a:gd name="T7" fmla="*/ 103 h 756"/>
                      <a:gd name="T8" fmla="*/ 10 w 717"/>
                      <a:gd name="T9" fmla="*/ 519 h 756"/>
                      <a:gd name="T10" fmla="*/ 11 w 717"/>
                      <a:gd name="T11" fmla="*/ 487 h 756"/>
                      <a:gd name="T12" fmla="*/ 11 w 717"/>
                      <a:gd name="T13" fmla="*/ 359 h 756"/>
                      <a:gd name="T14" fmla="*/ 14 w 717"/>
                      <a:gd name="T15" fmla="*/ 71 h 756"/>
                      <a:gd name="T16" fmla="*/ 16 w 717"/>
                      <a:gd name="T17" fmla="*/ 244 h 756"/>
                      <a:gd name="T18" fmla="*/ 17 w 717"/>
                      <a:gd name="T19" fmla="*/ 96 h 756"/>
                      <a:gd name="T20" fmla="*/ 18 w 717"/>
                      <a:gd name="T21" fmla="*/ 615 h 756"/>
                      <a:gd name="T22" fmla="*/ 21 w 717"/>
                      <a:gd name="T23" fmla="*/ 397 h 756"/>
                      <a:gd name="T24" fmla="*/ 24 w 717"/>
                      <a:gd name="T25" fmla="*/ 519 h 756"/>
                      <a:gd name="T26" fmla="*/ 25 w 717"/>
                      <a:gd name="T27" fmla="*/ 308 h 756"/>
                      <a:gd name="T28" fmla="*/ 28 w 717"/>
                      <a:gd name="T29" fmla="*/ 442 h 756"/>
                      <a:gd name="T30" fmla="*/ 29 w 717"/>
                      <a:gd name="T31" fmla="*/ 352 h 756"/>
                      <a:gd name="T32" fmla="*/ 30 w 717"/>
                      <a:gd name="T33" fmla="*/ 384 h 756"/>
                      <a:gd name="T34" fmla="*/ 31 w 717"/>
                      <a:gd name="T35" fmla="*/ 135 h 756"/>
                      <a:gd name="T36" fmla="*/ 33 w 717"/>
                      <a:gd name="T37" fmla="*/ 301 h 756"/>
                      <a:gd name="T38" fmla="*/ 32 w 717"/>
                      <a:gd name="T39" fmla="*/ 519 h 756"/>
                      <a:gd name="T40" fmla="*/ 34 w 717"/>
                      <a:gd name="T41" fmla="*/ 679 h 756"/>
                      <a:gd name="T42" fmla="*/ 36 w 717"/>
                      <a:gd name="T43" fmla="*/ 628 h 756"/>
                      <a:gd name="T44" fmla="*/ 37 w 717"/>
                      <a:gd name="T45" fmla="*/ 480 h 756"/>
                      <a:gd name="T46" fmla="*/ 38 w 717"/>
                      <a:gd name="T47" fmla="*/ 391 h 756"/>
                      <a:gd name="T48" fmla="*/ 36 w 717"/>
                      <a:gd name="T49" fmla="*/ 506 h 756"/>
                      <a:gd name="T50" fmla="*/ 38 w 717"/>
                      <a:gd name="T51" fmla="*/ 352 h 756"/>
                      <a:gd name="T52" fmla="*/ 39 w 717"/>
                      <a:gd name="T53" fmla="*/ 455 h 756"/>
                      <a:gd name="T54" fmla="*/ 41 w 717"/>
                      <a:gd name="T55" fmla="*/ 519 h 756"/>
                      <a:gd name="T56" fmla="*/ 43 w 717"/>
                      <a:gd name="T57" fmla="*/ 410 h 756"/>
                      <a:gd name="T58" fmla="*/ 44 w 717"/>
                      <a:gd name="T59" fmla="*/ 186 h 756"/>
                      <a:gd name="T60" fmla="*/ 45 w 717"/>
                      <a:gd name="T61" fmla="*/ 231 h 756"/>
                      <a:gd name="T62" fmla="*/ 48 w 717"/>
                      <a:gd name="T63" fmla="*/ 148 h 756"/>
                      <a:gd name="T64" fmla="*/ 48 w 717"/>
                      <a:gd name="T65" fmla="*/ 301 h 756"/>
                      <a:gd name="T66" fmla="*/ 48 w 717"/>
                      <a:gd name="T67" fmla="*/ 730 h 756"/>
                      <a:gd name="T68" fmla="*/ 54 w 717"/>
                      <a:gd name="T69" fmla="*/ 0 h 756"/>
                      <a:gd name="T70" fmla="*/ 54 w 717"/>
                      <a:gd name="T71" fmla="*/ 250 h 756"/>
                      <a:gd name="T72" fmla="*/ 55 w 717"/>
                      <a:gd name="T73" fmla="*/ 333 h 756"/>
                      <a:gd name="T74" fmla="*/ 57 w 717"/>
                      <a:gd name="T75" fmla="*/ 192 h 756"/>
                      <a:gd name="T76" fmla="*/ 59 w 717"/>
                      <a:gd name="T77" fmla="*/ 340 h 756"/>
                      <a:gd name="T78" fmla="*/ 58 w 717"/>
                      <a:gd name="T79" fmla="*/ 429 h 756"/>
                      <a:gd name="T80" fmla="*/ 60 w 717"/>
                      <a:gd name="T81" fmla="*/ 461 h 756"/>
                      <a:gd name="T82" fmla="*/ 0 60000 65536"/>
                      <a:gd name="T83" fmla="*/ 0 60000 65536"/>
                      <a:gd name="T84" fmla="*/ 0 60000 65536"/>
                      <a:gd name="T85" fmla="*/ 0 60000 65536"/>
                      <a:gd name="T86" fmla="*/ 0 60000 65536"/>
                      <a:gd name="T87" fmla="*/ 0 60000 65536"/>
                      <a:gd name="T88" fmla="*/ 0 60000 65536"/>
                      <a:gd name="T89" fmla="*/ 0 60000 65536"/>
                      <a:gd name="T90" fmla="*/ 0 60000 65536"/>
                      <a:gd name="T91" fmla="*/ 0 60000 65536"/>
                      <a:gd name="T92" fmla="*/ 0 60000 65536"/>
                      <a:gd name="T93" fmla="*/ 0 60000 65536"/>
                      <a:gd name="T94" fmla="*/ 0 60000 65536"/>
                      <a:gd name="T95" fmla="*/ 0 60000 65536"/>
                      <a:gd name="T96" fmla="*/ 0 60000 65536"/>
                      <a:gd name="T97" fmla="*/ 0 60000 65536"/>
                      <a:gd name="T98" fmla="*/ 0 60000 65536"/>
                      <a:gd name="T99" fmla="*/ 0 60000 65536"/>
                      <a:gd name="T100" fmla="*/ 0 60000 65536"/>
                      <a:gd name="T101" fmla="*/ 0 60000 65536"/>
                      <a:gd name="T102" fmla="*/ 0 60000 65536"/>
                      <a:gd name="T103" fmla="*/ 0 60000 65536"/>
                      <a:gd name="T104" fmla="*/ 0 60000 65536"/>
                      <a:gd name="T105" fmla="*/ 0 60000 65536"/>
                      <a:gd name="T106" fmla="*/ 0 60000 65536"/>
                      <a:gd name="T107" fmla="*/ 0 60000 65536"/>
                      <a:gd name="T108" fmla="*/ 0 60000 65536"/>
                      <a:gd name="T109" fmla="*/ 0 60000 65536"/>
                      <a:gd name="T110" fmla="*/ 0 60000 65536"/>
                      <a:gd name="T111" fmla="*/ 0 60000 65536"/>
                      <a:gd name="T112" fmla="*/ 0 60000 65536"/>
                      <a:gd name="T113" fmla="*/ 0 60000 65536"/>
                      <a:gd name="T114" fmla="*/ 0 60000 65536"/>
                      <a:gd name="T115" fmla="*/ 0 60000 65536"/>
                      <a:gd name="T116" fmla="*/ 0 60000 65536"/>
                      <a:gd name="T117" fmla="*/ 0 60000 65536"/>
                      <a:gd name="T118" fmla="*/ 0 60000 65536"/>
                      <a:gd name="T119" fmla="*/ 0 60000 65536"/>
                      <a:gd name="T120" fmla="*/ 0 60000 65536"/>
                      <a:gd name="T121" fmla="*/ 0 60000 65536"/>
                      <a:gd name="T122" fmla="*/ 0 60000 65536"/>
                      <a:gd name="T123" fmla="*/ 0 w 717"/>
                      <a:gd name="T124" fmla="*/ 0 h 756"/>
                      <a:gd name="T125" fmla="*/ 717 w 717"/>
                      <a:gd name="T126" fmla="*/ 756 h 756"/>
                    </a:gdLst>
                    <a:ahLst/>
                    <a:cxnLst>
                      <a:cxn ang="T82">
                        <a:pos x="T0" y="T1"/>
                      </a:cxn>
                      <a:cxn ang="T83">
                        <a:pos x="T2" y="T3"/>
                      </a:cxn>
                      <a:cxn ang="T84">
                        <a:pos x="T4" y="T5"/>
                      </a:cxn>
                      <a:cxn ang="T85">
                        <a:pos x="T6" y="T7"/>
                      </a:cxn>
                      <a:cxn ang="T86">
                        <a:pos x="T8" y="T9"/>
                      </a:cxn>
                      <a:cxn ang="T87">
                        <a:pos x="T10" y="T11"/>
                      </a:cxn>
                      <a:cxn ang="T88">
                        <a:pos x="T12" y="T13"/>
                      </a:cxn>
                      <a:cxn ang="T89">
                        <a:pos x="T14" y="T15"/>
                      </a:cxn>
                      <a:cxn ang="T90">
                        <a:pos x="T16" y="T17"/>
                      </a:cxn>
                      <a:cxn ang="T91">
                        <a:pos x="T18" y="T19"/>
                      </a:cxn>
                      <a:cxn ang="T92">
                        <a:pos x="T20" y="T21"/>
                      </a:cxn>
                      <a:cxn ang="T93">
                        <a:pos x="T22" y="T23"/>
                      </a:cxn>
                      <a:cxn ang="T94">
                        <a:pos x="T24" y="T25"/>
                      </a:cxn>
                      <a:cxn ang="T95">
                        <a:pos x="T26" y="T27"/>
                      </a:cxn>
                      <a:cxn ang="T96">
                        <a:pos x="T28" y="T29"/>
                      </a:cxn>
                      <a:cxn ang="T97">
                        <a:pos x="T30" y="T31"/>
                      </a:cxn>
                      <a:cxn ang="T98">
                        <a:pos x="T32" y="T33"/>
                      </a:cxn>
                      <a:cxn ang="T99">
                        <a:pos x="T34" y="T35"/>
                      </a:cxn>
                      <a:cxn ang="T100">
                        <a:pos x="T36" y="T37"/>
                      </a:cxn>
                      <a:cxn ang="T101">
                        <a:pos x="T38" y="T39"/>
                      </a:cxn>
                      <a:cxn ang="T102">
                        <a:pos x="T40" y="T41"/>
                      </a:cxn>
                      <a:cxn ang="T103">
                        <a:pos x="T42" y="T43"/>
                      </a:cxn>
                      <a:cxn ang="T104">
                        <a:pos x="T44" y="T45"/>
                      </a:cxn>
                      <a:cxn ang="T105">
                        <a:pos x="T46" y="T47"/>
                      </a:cxn>
                      <a:cxn ang="T106">
                        <a:pos x="T48" y="T49"/>
                      </a:cxn>
                      <a:cxn ang="T107">
                        <a:pos x="T50" y="T51"/>
                      </a:cxn>
                      <a:cxn ang="T108">
                        <a:pos x="T52" y="T53"/>
                      </a:cxn>
                      <a:cxn ang="T109">
                        <a:pos x="T54" y="T55"/>
                      </a:cxn>
                      <a:cxn ang="T110">
                        <a:pos x="T56" y="T57"/>
                      </a:cxn>
                      <a:cxn ang="T111">
                        <a:pos x="T58" y="T59"/>
                      </a:cxn>
                      <a:cxn ang="T112">
                        <a:pos x="T60" y="T61"/>
                      </a:cxn>
                      <a:cxn ang="T113">
                        <a:pos x="T62" y="T63"/>
                      </a:cxn>
                      <a:cxn ang="T114">
                        <a:pos x="T64" y="T65"/>
                      </a:cxn>
                      <a:cxn ang="T115">
                        <a:pos x="T66" y="T67"/>
                      </a:cxn>
                      <a:cxn ang="T116">
                        <a:pos x="T68" y="T69"/>
                      </a:cxn>
                      <a:cxn ang="T117">
                        <a:pos x="T70" y="T71"/>
                      </a:cxn>
                      <a:cxn ang="T118">
                        <a:pos x="T72" y="T73"/>
                      </a:cxn>
                      <a:cxn ang="T119">
                        <a:pos x="T74" y="T75"/>
                      </a:cxn>
                      <a:cxn ang="T120">
                        <a:pos x="T76" y="T77"/>
                      </a:cxn>
                      <a:cxn ang="T121">
                        <a:pos x="T78" y="T79"/>
                      </a:cxn>
                      <a:cxn ang="T122">
                        <a:pos x="T80" y="T81"/>
                      </a:cxn>
                    </a:cxnLst>
                    <a:rect l="T123" t="T124" r="T125" b="T126"/>
                    <a:pathLst>
                      <a:path w="717" h="756">
                        <a:moveTo>
                          <a:pt x="0" y="756"/>
                        </a:moveTo>
                        <a:lnTo>
                          <a:pt x="52" y="167"/>
                        </a:lnTo>
                        <a:lnTo>
                          <a:pt x="64" y="384"/>
                        </a:lnTo>
                        <a:lnTo>
                          <a:pt x="90" y="103"/>
                        </a:lnTo>
                        <a:lnTo>
                          <a:pt x="116" y="519"/>
                        </a:lnTo>
                        <a:lnTo>
                          <a:pt x="135" y="487"/>
                        </a:lnTo>
                        <a:lnTo>
                          <a:pt x="135" y="359"/>
                        </a:lnTo>
                        <a:lnTo>
                          <a:pt x="167" y="71"/>
                        </a:lnTo>
                        <a:lnTo>
                          <a:pt x="192" y="244"/>
                        </a:lnTo>
                        <a:lnTo>
                          <a:pt x="205" y="96"/>
                        </a:lnTo>
                        <a:lnTo>
                          <a:pt x="218" y="615"/>
                        </a:lnTo>
                        <a:lnTo>
                          <a:pt x="244" y="397"/>
                        </a:lnTo>
                        <a:lnTo>
                          <a:pt x="282" y="519"/>
                        </a:lnTo>
                        <a:lnTo>
                          <a:pt x="308" y="308"/>
                        </a:lnTo>
                        <a:lnTo>
                          <a:pt x="333" y="442"/>
                        </a:lnTo>
                        <a:lnTo>
                          <a:pt x="346" y="352"/>
                        </a:lnTo>
                        <a:lnTo>
                          <a:pt x="365" y="384"/>
                        </a:lnTo>
                        <a:lnTo>
                          <a:pt x="378" y="135"/>
                        </a:lnTo>
                        <a:lnTo>
                          <a:pt x="391" y="301"/>
                        </a:lnTo>
                        <a:lnTo>
                          <a:pt x="384" y="519"/>
                        </a:lnTo>
                        <a:lnTo>
                          <a:pt x="404" y="679"/>
                        </a:lnTo>
                        <a:lnTo>
                          <a:pt x="429" y="628"/>
                        </a:lnTo>
                        <a:lnTo>
                          <a:pt x="442" y="480"/>
                        </a:lnTo>
                        <a:lnTo>
                          <a:pt x="455" y="391"/>
                        </a:lnTo>
                        <a:lnTo>
                          <a:pt x="436" y="506"/>
                        </a:lnTo>
                        <a:lnTo>
                          <a:pt x="461" y="352"/>
                        </a:lnTo>
                        <a:lnTo>
                          <a:pt x="474" y="455"/>
                        </a:lnTo>
                        <a:lnTo>
                          <a:pt x="493" y="519"/>
                        </a:lnTo>
                        <a:lnTo>
                          <a:pt x="512" y="410"/>
                        </a:lnTo>
                        <a:lnTo>
                          <a:pt x="532" y="186"/>
                        </a:lnTo>
                        <a:lnTo>
                          <a:pt x="544" y="231"/>
                        </a:lnTo>
                        <a:lnTo>
                          <a:pt x="570" y="148"/>
                        </a:lnTo>
                        <a:lnTo>
                          <a:pt x="576" y="301"/>
                        </a:lnTo>
                        <a:lnTo>
                          <a:pt x="576" y="730"/>
                        </a:lnTo>
                        <a:lnTo>
                          <a:pt x="647" y="0"/>
                        </a:lnTo>
                        <a:lnTo>
                          <a:pt x="647" y="250"/>
                        </a:lnTo>
                        <a:lnTo>
                          <a:pt x="660" y="333"/>
                        </a:lnTo>
                        <a:lnTo>
                          <a:pt x="685" y="192"/>
                        </a:lnTo>
                        <a:lnTo>
                          <a:pt x="711" y="340"/>
                        </a:lnTo>
                        <a:lnTo>
                          <a:pt x="698" y="429"/>
                        </a:lnTo>
                        <a:lnTo>
                          <a:pt x="717" y="461"/>
                        </a:lnTo>
                      </a:path>
                    </a:pathLst>
                  </a:custGeom>
                  <a:noFill/>
                  <a:ln w="9525">
                    <a:solidFill>
                      <a:srgbClr val="FF0000"/>
                    </a:solidFill>
                    <a:round/>
                    <a:headEnd/>
                    <a:tailEnd/>
                  </a:ln>
                </p:spPr>
                <p:txBody>
                  <a:bodyPr/>
                  <a:lstStyle/>
                  <a:p>
                    <a:endParaRPr lang="en-GB" sz="1600"/>
                  </a:p>
                </p:txBody>
              </p:sp>
            </p:grpSp>
            <p:grpSp>
              <p:nvGrpSpPr>
                <p:cNvPr id="27" name="Group 136"/>
                <p:cNvGrpSpPr>
                  <a:grpSpLocks/>
                </p:cNvGrpSpPr>
                <p:nvPr/>
              </p:nvGrpSpPr>
              <p:grpSpPr bwMode="auto">
                <a:xfrm flipH="1">
                  <a:off x="4569" y="1098"/>
                  <a:ext cx="590" cy="801"/>
                  <a:chOff x="3462" y="1100"/>
                  <a:chExt cx="1549" cy="801"/>
                </a:xfrm>
              </p:grpSpPr>
              <p:sp>
                <p:nvSpPr>
                  <p:cNvPr id="14632" name="Freeform 137"/>
                  <p:cNvSpPr>
                    <a:spLocks/>
                  </p:cNvSpPr>
                  <p:nvPr/>
                </p:nvSpPr>
                <p:spPr bwMode="auto">
                  <a:xfrm>
                    <a:off x="3462" y="1126"/>
                    <a:ext cx="313" cy="756"/>
                  </a:xfrm>
                  <a:custGeom>
                    <a:avLst/>
                    <a:gdLst>
                      <a:gd name="T0" fmla="*/ 0 w 717"/>
                      <a:gd name="T1" fmla="*/ 756 h 756"/>
                      <a:gd name="T2" fmla="*/ 4 w 717"/>
                      <a:gd name="T3" fmla="*/ 167 h 756"/>
                      <a:gd name="T4" fmla="*/ 5 w 717"/>
                      <a:gd name="T5" fmla="*/ 384 h 756"/>
                      <a:gd name="T6" fmla="*/ 7 w 717"/>
                      <a:gd name="T7" fmla="*/ 103 h 756"/>
                      <a:gd name="T8" fmla="*/ 10 w 717"/>
                      <a:gd name="T9" fmla="*/ 519 h 756"/>
                      <a:gd name="T10" fmla="*/ 11 w 717"/>
                      <a:gd name="T11" fmla="*/ 487 h 756"/>
                      <a:gd name="T12" fmla="*/ 11 w 717"/>
                      <a:gd name="T13" fmla="*/ 359 h 756"/>
                      <a:gd name="T14" fmla="*/ 14 w 717"/>
                      <a:gd name="T15" fmla="*/ 71 h 756"/>
                      <a:gd name="T16" fmla="*/ 16 w 717"/>
                      <a:gd name="T17" fmla="*/ 244 h 756"/>
                      <a:gd name="T18" fmla="*/ 17 w 717"/>
                      <a:gd name="T19" fmla="*/ 96 h 756"/>
                      <a:gd name="T20" fmla="*/ 18 w 717"/>
                      <a:gd name="T21" fmla="*/ 615 h 756"/>
                      <a:gd name="T22" fmla="*/ 21 w 717"/>
                      <a:gd name="T23" fmla="*/ 397 h 756"/>
                      <a:gd name="T24" fmla="*/ 24 w 717"/>
                      <a:gd name="T25" fmla="*/ 519 h 756"/>
                      <a:gd name="T26" fmla="*/ 25 w 717"/>
                      <a:gd name="T27" fmla="*/ 308 h 756"/>
                      <a:gd name="T28" fmla="*/ 28 w 717"/>
                      <a:gd name="T29" fmla="*/ 442 h 756"/>
                      <a:gd name="T30" fmla="*/ 29 w 717"/>
                      <a:gd name="T31" fmla="*/ 352 h 756"/>
                      <a:gd name="T32" fmla="*/ 30 w 717"/>
                      <a:gd name="T33" fmla="*/ 384 h 756"/>
                      <a:gd name="T34" fmla="*/ 31 w 717"/>
                      <a:gd name="T35" fmla="*/ 135 h 756"/>
                      <a:gd name="T36" fmla="*/ 33 w 717"/>
                      <a:gd name="T37" fmla="*/ 301 h 756"/>
                      <a:gd name="T38" fmla="*/ 32 w 717"/>
                      <a:gd name="T39" fmla="*/ 519 h 756"/>
                      <a:gd name="T40" fmla="*/ 34 w 717"/>
                      <a:gd name="T41" fmla="*/ 679 h 756"/>
                      <a:gd name="T42" fmla="*/ 36 w 717"/>
                      <a:gd name="T43" fmla="*/ 628 h 756"/>
                      <a:gd name="T44" fmla="*/ 37 w 717"/>
                      <a:gd name="T45" fmla="*/ 480 h 756"/>
                      <a:gd name="T46" fmla="*/ 38 w 717"/>
                      <a:gd name="T47" fmla="*/ 391 h 756"/>
                      <a:gd name="T48" fmla="*/ 36 w 717"/>
                      <a:gd name="T49" fmla="*/ 506 h 756"/>
                      <a:gd name="T50" fmla="*/ 38 w 717"/>
                      <a:gd name="T51" fmla="*/ 352 h 756"/>
                      <a:gd name="T52" fmla="*/ 39 w 717"/>
                      <a:gd name="T53" fmla="*/ 455 h 756"/>
                      <a:gd name="T54" fmla="*/ 41 w 717"/>
                      <a:gd name="T55" fmla="*/ 519 h 756"/>
                      <a:gd name="T56" fmla="*/ 43 w 717"/>
                      <a:gd name="T57" fmla="*/ 410 h 756"/>
                      <a:gd name="T58" fmla="*/ 44 w 717"/>
                      <a:gd name="T59" fmla="*/ 186 h 756"/>
                      <a:gd name="T60" fmla="*/ 45 w 717"/>
                      <a:gd name="T61" fmla="*/ 231 h 756"/>
                      <a:gd name="T62" fmla="*/ 48 w 717"/>
                      <a:gd name="T63" fmla="*/ 148 h 756"/>
                      <a:gd name="T64" fmla="*/ 48 w 717"/>
                      <a:gd name="T65" fmla="*/ 301 h 756"/>
                      <a:gd name="T66" fmla="*/ 48 w 717"/>
                      <a:gd name="T67" fmla="*/ 730 h 756"/>
                      <a:gd name="T68" fmla="*/ 54 w 717"/>
                      <a:gd name="T69" fmla="*/ 0 h 756"/>
                      <a:gd name="T70" fmla="*/ 54 w 717"/>
                      <a:gd name="T71" fmla="*/ 250 h 756"/>
                      <a:gd name="T72" fmla="*/ 55 w 717"/>
                      <a:gd name="T73" fmla="*/ 333 h 756"/>
                      <a:gd name="T74" fmla="*/ 57 w 717"/>
                      <a:gd name="T75" fmla="*/ 192 h 756"/>
                      <a:gd name="T76" fmla="*/ 59 w 717"/>
                      <a:gd name="T77" fmla="*/ 340 h 756"/>
                      <a:gd name="T78" fmla="*/ 58 w 717"/>
                      <a:gd name="T79" fmla="*/ 429 h 756"/>
                      <a:gd name="T80" fmla="*/ 60 w 717"/>
                      <a:gd name="T81" fmla="*/ 461 h 756"/>
                      <a:gd name="T82" fmla="*/ 0 60000 65536"/>
                      <a:gd name="T83" fmla="*/ 0 60000 65536"/>
                      <a:gd name="T84" fmla="*/ 0 60000 65536"/>
                      <a:gd name="T85" fmla="*/ 0 60000 65536"/>
                      <a:gd name="T86" fmla="*/ 0 60000 65536"/>
                      <a:gd name="T87" fmla="*/ 0 60000 65536"/>
                      <a:gd name="T88" fmla="*/ 0 60000 65536"/>
                      <a:gd name="T89" fmla="*/ 0 60000 65536"/>
                      <a:gd name="T90" fmla="*/ 0 60000 65536"/>
                      <a:gd name="T91" fmla="*/ 0 60000 65536"/>
                      <a:gd name="T92" fmla="*/ 0 60000 65536"/>
                      <a:gd name="T93" fmla="*/ 0 60000 65536"/>
                      <a:gd name="T94" fmla="*/ 0 60000 65536"/>
                      <a:gd name="T95" fmla="*/ 0 60000 65536"/>
                      <a:gd name="T96" fmla="*/ 0 60000 65536"/>
                      <a:gd name="T97" fmla="*/ 0 60000 65536"/>
                      <a:gd name="T98" fmla="*/ 0 60000 65536"/>
                      <a:gd name="T99" fmla="*/ 0 60000 65536"/>
                      <a:gd name="T100" fmla="*/ 0 60000 65536"/>
                      <a:gd name="T101" fmla="*/ 0 60000 65536"/>
                      <a:gd name="T102" fmla="*/ 0 60000 65536"/>
                      <a:gd name="T103" fmla="*/ 0 60000 65536"/>
                      <a:gd name="T104" fmla="*/ 0 60000 65536"/>
                      <a:gd name="T105" fmla="*/ 0 60000 65536"/>
                      <a:gd name="T106" fmla="*/ 0 60000 65536"/>
                      <a:gd name="T107" fmla="*/ 0 60000 65536"/>
                      <a:gd name="T108" fmla="*/ 0 60000 65536"/>
                      <a:gd name="T109" fmla="*/ 0 60000 65536"/>
                      <a:gd name="T110" fmla="*/ 0 60000 65536"/>
                      <a:gd name="T111" fmla="*/ 0 60000 65536"/>
                      <a:gd name="T112" fmla="*/ 0 60000 65536"/>
                      <a:gd name="T113" fmla="*/ 0 60000 65536"/>
                      <a:gd name="T114" fmla="*/ 0 60000 65536"/>
                      <a:gd name="T115" fmla="*/ 0 60000 65536"/>
                      <a:gd name="T116" fmla="*/ 0 60000 65536"/>
                      <a:gd name="T117" fmla="*/ 0 60000 65536"/>
                      <a:gd name="T118" fmla="*/ 0 60000 65536"/>
                      <a:gd name="T119" fmla="*/ 0 60000 65536"/>
                      <a:gd name="T120" fmla="*/ 0 60000 65536"/>
                      <a:gd name="T121" fmla="*/ 0 60000 65536"/>
                      <a:gd name="T122" fmla="*/ 0 60000 65536"/>
                      <a:gd name="T123" fmla="*/ 0 w 717"/>
                      <a:gd name="T124" fmla="*/ 0 h 756"/>
                      <a:gd name="T125" fmla="*/ 717 w 717"/>
                      <a:gd name="T126" fmla="*/ 756 h 756"/>
                    </a:gdLst>
                    <a:ahLst/>
                    <a:cxnLst>
                      <a:cxn ang="T82">
                        <a:pos x="T0" y="T1"/>
                      </a:cxn>
                      <a:cxn ang="T83">
                        <a:pos x="T2" y="T3"/>
                      </a:cxn>
                      <a:cxn ang="T84">
                        <a:pos x="T4" y="T5"/>
                      </a:cxn>
                      <a:cxn ang="T85">
                        <a:pos x="T6" y="T7"/>
                      </a:cxn>
                      <a:cxn ang="T86">
                        <a:pos x="T8" y="T9"/>
                      </a:cxn>
                      <a:cxn ang="T87">
                        <a:pos x="T10" y="T11"/>
                      </a:cxn>
                      <a:cxn ang="T88">
                        <a:pos x="T12" y="T13"/>
                      </a:cxn>
                      <a:cxn ang="T89">
                        <a:pos x="T14" y="T15"/>
                      </a:cxn>
                      <a:cxn ang="T90">
                        <a:pos x="T16" y="T17"/>
                      </a:cxn>
                      <a:cxn ang="T91">
                        <a:pos x="T18" y="T19"/>
                      </a:cxn>
                      <a:cxn ang="T92">
                        <a:pos x="T20" y="T21"/>
                      </a:cxn>
                      <a:cxn ang="T93">
                        <a:pos x="T22" y="T23"/>
                      </a:cxn>
                      <a:cxn ang="T94">
                        <a:pos x="T24" y="T25"/>
                      </a:cxn>
                      <a:cxn ang="T95">
                        <a:pos x="T26" y="T27"/>
                      </a:cxn>
                      <a:cxn ang="T96">
                        <a:pos x="T28" y="T29"/>
                      </a:cxn>
                      <a:cxn ang="T97">
                        <a:pos x="T30" y="T31"/>
                      </a:cxn>
                      <a:cxn ang="T98">
                        <a:pos x="T32" y="T33"/>
                      </a:cxn>
                      <a:cxn ang="T99">
                        <a:pos x="T34" y="T35"/>
                      </a:cxn>
                      <a:cxn ang="T100">
                        <a:pos x="T36" y="T37"/>
                      </a:cxn>
                      <a:cxn ang="T101">
                        <a:pos x="T38" y="T39"/>
                      </a:cxn>
                      <a:cxn ang="T102">
                        <a:pos x="T40" y="T41"/>
                      </a:cxn>
                      <a:cxn ang="T103">
                        <a:pos x="T42" y="T43"/>
                      </a:cxn>
                      <a:cxn ang="T104">
                        <a:pos x="T44" y="T45"/>
                      </a:cxn>
                      <a:cxn ang="T105">
                        <a:pos x="T46" y="T47"/>
                      </a:cxn>
                      <a:cxn ang="T106">
                        <a:pos x="T48" y="T49"/>
                      </a:cxn>
                      <a:cxn ang="T107">
                        <a:pos x="T50" y="T51"/>
                      </a:cxn>
                      <a:cxn ang="T108">
                        <a:pos x="T52" y="T53"/>
                      </a:cxn>
                      <a:cxn ang="T109">
                        <a:pos x="T54" y="T55"/>
                      </a:cxn>
                      <a:cxn ang="T110">
                        <a:pos x="T56" y="T57"/>
                      </a:cxn>
                      <a:cxn ang="T111">
                        <a:pos x="T58" y="T59"/>
                      </a:cxn>
                      <a:cxn ang="T112">
                        <a:pos x="T60" y="T61"/>
                      </a:cxn>
                      <a:cxn ang="T113">
                        <a:pos x="T62" y="T63"/>
                      </a:cxn>
                      <a:cxn ang="T114">
                        <a:pos x="T64" y="T65"/>
                      </a:cxn>
                      <a:cxn ang="T115">
                        <a:pos x="T66" y="T67"/>
                      </a:cxn>
                      <a:cxn ang="T116">
                        <a:pos x="T68" y="T69"/>
                      </a:cxn>
                      <a:cxn ang="T117">
                        <a:pos x="T70" y="T71"/>
                      </a:cxn>
                      <a:cxn ang="T118">
                        <a:pos x="T72" y="T73"/>
                      </a:cxn>
                      <a:cxn ang="T119">
                        <a:pos x="T74" y="T75"/>
                      </a:cxn>
                      <a:cxn ang="T120">
                        <a:pos x="T76" y="T77"/>
                      </a:cxn>
                      <a:cxn ang="T121">
                        <a:pos x="T78" y="T79"/>
                      </a:cxn>
                      <a:cxn ang="T122">
                        <a:pos x="T80" y="T81"/>
                      </a:cxn>
                    </a:cxnLst>
                    <a:rect l="T123" t="T124" r="T125" b="T126"/>
                    <a:pathLst>
                      <a:path w="717" h="756">
                        <a:moveTo>
                          <a:pt x="0" y="756"/>
                        </a:moveTo>
                        <a:lnTo>
                          <a:pt x="52" y="167"/>
                        </a:lnTo>
                        <a:lnTo>
                          <a:pt x="64" y="384"/>
                        </a:lnTo>
                        <a:lnTo>
                          <a:pt x="90" y="103"/>
                        </a:lnTo>
                        <a:lnTo>
                          <a:pt x="116" y="519"/>
                        </a:lnTo>
                        <a:lnTo>
                          <a:pt x="135" y="487"/>
                        </a:lnTo>
                        <a:lnTo>
                          <a:pt x="135" y="359"/>
                        </a:lnTo>
                        <a:lnTo>
                          <a:pt x="167" y="71"/>
                        </a:lnTo>
                        <a:lnTo>
                          <a:pt x="192" y="244"/>
                        </a:lnTo>
                        <a:lnTo>
                          <a:pt x="205" y="96"/>
                        </a:lnTo>
                        <a:lnTo>
                          <a:pt x="218" y="615"/>
                        </a:lnTo>
                        <a:lnTo>
                          <a:pt x="244" y="397"/>
                        </a:lnTo>
                        <a:lnTo>
                          <a:pt x="282" y="519"/>
                        </a:lnTo>
                        <a:lnTo>
                          <a:pt x="308" y="308"/>
                        </a:lnTo>
                        <a:lnTo>
                          <a:pt x="333" y="442"/>
                        </a:lnTo>
                        <a:lnTo>
                          <a:pt x="346" y="352"/>
                        </a:lnTo>
                        <a:lnTo>
                          <a:pt x="365" y="384"/>
                        </a:lnTo>
                        <a:lnTo>
                          <a:pt x="378" y="135"/>
                        </a:lnTo>
                        <a:lnTo>
                          <a:pt x="391" y="301"/>
                        </a:lnTo>
                        <a:lnTo>
                          <a:pt x="384" y="519"/>
                        </a:lnTo>
                        <a:lnTo>
                          <a:pt x="404" y="679"/>
                        </a:lnTo>
                        <a:lnTo>
                          <a:pt x="429" y="628"/>
                        </a:lnTo>
                        <a:lnTo>
                          <a:pt x="442" y="480"/>
                        </a:lnTo>
                        <a:lnTo>
                          <a:pt x="455" y="391"/>
                        </a:lnTo>
                        <a:lnTo>
                          <a:pt x="436" y="506"/>
                        </a:lnTo>
                        <a:lnTo>
                          <a:pt x="461" y="352"/>
                        </a:lnTo>
                        <a:lnTo>
                          <a:pt x="474" y="455"/>
                        </a:lnTo>
                        <a:lnTo>
                          <a:pt x="493" y="519"/>
                        </a:lnTo>
                        <a:lnTo>
                          <a:pt x="512" y="410"/>
                        </a:lnTo>
                        <a:lnTo>
                          <a:pt x="532" y="186"/>
                        </a:lnTo>
                        <a:lnTo>
                          <a:pt x="544" y="231"/>
                        </a:lnTo>
                        <a:lnTo>
                          <a:pt x="570" y="148"/>
                        </a:lnTo>
                        <a:lnTo>
                          <a:pt x="576" y="301"/>
                        </a:lnTo>
                        <a:lnTo>
                          <a:pt x="576" y="730"/>
                        </a:lnTo>
                        <a:lnTo>
                          <a:pt x="647" y="0"/>
                        </a:lnTo>
                        <a:lnTo>
                          <a:pt x="647" y="250"/>
                        </a:lnTo>
                        <a:lnTo>
                          <a:pt x="660" y="333"/>
                        </a:lnTo>
                        <a:lnTo>
                          <a:pt x="685" y="192"/>
                        </a:lnTo>
                        <a:lnTo>
                          <a:pt x="711" y="340"/>
                        </a:lnTo>
                        <a:lnTo>
                          <a:pt x="698" y="429"/>
                        </a:lnTo>
                        <a:lnTo>
                          <a:pt x="717" y="461"/>
                        </a:lnTo>
                      </a:path>
                    </a:pathLst>
                  </a:custGeom>
                  <a:noFill/>
                  <a:ln w="9525">
                    <a:solidFill>
                      <a:srgbClr val="FF0000"/>
                    </a:solidFill>
                    <a:round/>
                    <a:headEnd/>
                    <a:tailEnd/>
                  </a:ln>
                </p:spPr>
                <p:txBody>
                  <a:bodyPr/>
                  <a:lstStyle/>
                  <a:p>
                    <a:endParaRPr lang="en-GB" sz="1600"/>
                  </a:p>
                </p:txBody>
              </p:sp>
              <p:sp>
                <p:nvSpPr>
                  <p:cNvPr id="14633" name="Freeform 138"/>
                  <p:cNvSpPr>
                    <a:spLocks/>
                  </p:cNvSpPr>
                  <p:nvPr/>
                </p:nvSpPr>
                <p:spPr bwMode="auto">
                  <a:xfrm flipH="1" flipV="1">
                    <a:off x="3770" y="1145"/>
                    <a:ext cx="313" cy="756"/>
                  </a:xfrm>
                  <a:custGeom>
                    <a:avLst/>
                    <a:gdLst>
                      <a:gd name="T0" fmla="*/ 0 w 717"/>
                      <a:gd name="T1" fmla="*/ 756 h 756"/>
                      <a:gd name="T2" fmla="*/ 4 w 717"/>
                      <a:gd name="T3" fmla="*/ 167 h 756"/>
                      <a:gd name="T4" fmla="*/ 5 w 717"/>
                      <a:gd name="T5" fmla="*/ 384 h 756"/>
                      <a:gd name="T6" fmla="*/ 7 w 717"/>
                      <a:gd name="T7" fmla="*/ 103 h 756"/>
                      <a:gd name="T8" fmla="*/ 10 w 717"/>
                      <a:gd name="T9" fmla="*/ 519 h 756"/>
                      <a:gd name="T10" fmla="*/ 11 w 717"/>
                      <a:gd name="T11" fmla="*/ 487 h 756"/>
                      <a:gd name="T12" fmla="*/ 11 w 717"/>
                      <a:gd name="T13" fmla="*/ 359 h 756"/>
                      <a:gd name="T14" fmla="*/ 14 w 717"/>
                      <a:gd name="T15" fmla="*/ 71 h 756"/>
                      <a:gd name="T16" fmla="*/ 16 w 717"/>
                      <a:gd name="T17" fmla="*/ 244 h 756"/>
                      <a:gd name="T18" fmla="*/ 17 w 717"/>
                      <a:gd name="T19" fmla="*/ 96 h 756"/>
                      <a:gd name="T20" fmla="*/ 18 w 717"/>
                      <a:gd name="T21" fmla="*/ 615 h 756"/>
                      <a:gd name="T22" fmla="*/ 21 w 717"/>
                      <a:gd name="T23" fmla="*/ 397 h 756"/>
                      <a:gd name="T24" fmla="*/ 24 w 717"/>
                      <a:gd name="T25" fmla="*/ 519 h 756"/>
                      <a:gd name="T26" fmla="*/ 25 w 717"/>
                      <a:gd name="T27" fmla="*/ 308 h 756"/>
                      <a:gd name="T28" fmla="*/ 28 w 717"/>
                      <a:gd name="T29" fmla="*/ 442 h 756"/>
                      <a:gd name="T30" fmla="*/ 29 w 717"/>
                      <a:gd name="T31" fmla="*/ 352 h 756"/>
                      <a:gd name="T32" fmla="*/ 30 w 717"/>
                      <a:gd name="T33" fmla="*/ 384 h 756"/>
                      <a:gd name="T34" fmla="*/ 31 w 717"/>
                      <a:gd name="T35" fmla="*/ 135 h 756"/>
                      <a:gd name="T36" fmla="*/ 33 w 717"/>
                      <a:gd name="T37" fmla="*/ 301 h 756"/>
                      <a:gd name="T38" fmla="*/ 32 w 717"/>
                      <a:gd name="T39" fmla="*/ 519 h 756"/>
                      <a:gd name="T40" fmla="*/ 34 w 717"/>
                      <a:gd name="T41" fmla="*/ 679 h 756"/>
                      <a:gd name="T42" fmla="*/ 36 w 717"/>
                      <a:gd name="T43" fmla="*/ 628 h 756"/>
                      <a:gd name="T44" fmla="*/ 37 w 717"/>
                      <a:gd name="T45" fmla="*/ 480 h 756"/>
                      <a:gd name="T46" fmla="*/ 38 w 717"/>
                      <a:gd name="T47" fmla="*/ 391 h 756"/>
                      <a:gd name="T48" fmla="*/ 36 w 717"/>
                      <a:gd name="T49" fmla="*/ 506 h 756"/>
                      <a:gd name="T50" fmla="*/ 38 w 717"/>
                      <a:gd name="T51" fmla="*/ 352 h 756"/>
                      <a:gd name="T52" fmla="*/ 39 w 717"/>
                      <a:gd name="T53" fmla="*/ 455 h 756"/>
                      <a:gd name="T54" fmla="*/ 41 w 717"/>
                      <a:gd name="T55" fmla="*/ 519 h 756"/>
                      <a:gd name="T56" fmla="*/ 43 w 717"/>
                      <a:gd name="T57" fmla="*/ 410 h 756"/>
                      <a:gd name="T58" fmla="*/ 44 w 717"/>
                      <a:gd name="T59" fmla="*/ 186 h 756"/>
                      <a:gd name="T60" fmla="*/ 45 w 717"/>
                      <a:gd name="T61" fmla="*/ 231 h 756"/>
                      <a:gd name="T62" fmla="*/ 48 w 717"/>
                      <a:gd name="T63" fmla="*/ 148 h 756"/>
                      <a:gd name="T64" fmla="*/ 48 w 717"/>
                      <a:gd name="T65" fmla="*/ 301 h 756"/>
                      <a:gd name="T66" fmla="*/ 48 w 717"/>
                      <a:gd name="T67" fmla="*/ 730 h 756"/>
                      <a:gd name="T68" fmla="*/ 54 w 717"/>
                      <a:gd name="T69" fmla="*/ 0 h 756"/>
                      <a:gd name="T70" fmla="*/ 54 w 717"/>
                      <a:gd name="T71" fmla="*/ 250 h 756"/>
                      <a:gd name="T72" fmla="*/ 55 w 717"/>
                      <a:gd name="T73" fmla="*/ 333 h 756"/>
                      <a:gd name="T74" fmla="*/ 57 w 717"/>
                      <a:gd name="T75" fmla="*/ 192 h 756"/>
                      <a:gd name="T76" fmla="*/ 59 w 717"/>
                      <a:gd name="T77" fmla="*/ 340 h 756"/>
                      <a:gd name="T78" fmla="*/ 58 w 717"/>
                      <a:gd name="T79" fmla="*/ 429 h 756"/>
                      <a:gd name="T80" fmla="*/ 60 w 717"/>
                      <a:gd name="T81" fmla="*/ 461 h 756"/>
                      <a:gd name="T82" fmla="*/ 0 60000 65536"/>
                      <a:gd name="T83" fmla="*/ 0 60000 65536"/>
                      <a:gd name="T84" fmla="*/ 0 60000 65536"/>
                      <a:gd name="T85" fmla="*/ 0 60000 65536"/>
                      <a:gd name="T86" fmla="*/ 0 60000 65536"/>
                      <a:gd name="T87" fmla="*/ 0 60000 65536"/>
                      <a:gd name="T88" fmla="*/ 0 60000 65536"/>
                      <a:gd name="T89" fmla="*/ 0 60000 65536"/>
                      <a:gd name="T90" fmla="*/ 0 60000 65536"/>
                      <a:gd name="T91" fmla="*/ 0 60000 65536"/>
                      <a:gd name="T92" fmla="*/ 0 60000 65536"/>
                      <a:gd name="T93" fmla="*/ 0 60000 65536"/>
                      <a:gd name="T94" fmla="*/ 0 60000 65536"/>
                      <a:gd name="T95" fmla="*/ 0 60000 65536"/>
                      <a:gd name="T96" fmla="*/ 0 60000 65536"/>
                      <a:gd name="T97" fmla="*/ 0 60000 65536"/>
                      <a:gd name="T98" fmla="*/ 0 60000 65536"/>
                      <a:gd name="T99" fmla="*/ 0 60000 65536"/>
                      <a:gd name="T100" fmla="*/ 0 60000 65536"/>
                      <a:gd name="T101" fmla="*/ 0 60000 65536"/>
                      <a:gd name="T102" fmla="*/ 0 60000 65536"/>
                      <a:gd name="T103" fmla="*/ 0 60000 65536"/>
                      <a:gd name="T104" fmla="*/ 0 60000 65536"/>
                      <a:gd name="T105" fmla="*/ 0 60000 65536"/>
                      <a:gd name="T106" fmla="*/ 0 60000 65536"/>
                      <a:gd name="T107" fmla="*/ 0 60000 65536"/>
                      <a:gd name="T108" fmla="*/ 0 60000 65536"/>
                      <a:gd name="T109" fmla="*/ 0 60000 65536"/>
                      <a:gd name="T110" fmla="*/ 0 60000 65536"/>
                      <a:gd name="T111" fmla="*/ 0 60000 65536"/>
                      <a:gd name="T112" fmla="*/ 0 60000 65536"/>
                      <a:gd name="T113" fmla="*/ 0 60000 65536"/>
                      <a:gd name="T114" fmla="*/ 0 60000 65536"/>
                      <a:gd name="T115" fmla="*/ 0 60000 65536"/>
                      <a:gd name="T116" fmla="*/ 0 60000 65536"/>
                      <a:gd name="T117" fmla="*/ 0 60000 65536"/>
                      <a:gd name="T118" fmla="*/ 0 60000 65536"/>
                      <a:gd name="T119" fmla="*/ 0 60000 65536"/>
                      <a:gd name="T120" fmla="*/ 0 60000 65536"/>
                      <a:gd name="T121" fmla="*/ 0 60000 65536"/>
                      <a:gd name="T122" fmla="*/ 0 60000 65536"/>
                      <a:gd name="T123" fmla="*/ 0 w 717"/>
                      <a:gd name="T124" fmla="*/ 0 h 756"/>
                      <a:gd name="T125" fmla="*/ 717 w 717"/>
                      <a:gd name="T126" fmla="*/ 756 h 756"/>
                    </a:gdLst>
                    <a:ahLst/>
                    <a:cxnLst>
                      <a:cxn ang="T82">
                        <a:pos x="T0" y="T1"/>
                      </a:cxn>
                      <a:cxn ang="T83">
                        <a:pos x="T2" y="T3"/>
                      </a:cxn>
                      <a:cxn ang="T84">
                        <a:pos x="T4" y="T5"/>
                      </a:cxn>
                      <a:cxn ang="T85">
                        <a:pos x="T6" y="T7"/>
                      </a:cxn>
                      <a:cxn ang="T86">
                        <a:pos x="T8" y="T9"/>
                      </a:cxn>
                      <a:cxn ang="T87">
                        <a:pos x="T10" y="T11"/>
                      </a:cxn>
                      <a:cxn ang="T88">
                        <a:pos x="T12" y="T13"/>
                      </a:cxn>
                      <a:cxn ang="T89">
                        <a:pos x="T14" y="T15"/>
                      </a:cxn>
                      <a:cxn ang="T90">
                        <a:pos x="T16" y="T17"/>
                      </a:cxn>
                      <a:cxn ang="T91">
                        <a:pos x="T18" y="T19"/>
                      </a:cxn>
                      <a:cxn ang="T92">
                        <a:pos x="T20" y="T21"/>
                      </a:cxn>
                      <a:cxn ang="T93">
                        <a:pos x="T22" y="T23"/>
                      </a:cxn>
                      <a:cxn ang="T94">
                        <a:pos x="T24" y="T25"/>
                      </a:cxn>
                      <a:cxn ang="T95">
                        <a:pos x="T26" y="T27"/>
                      </a:cxn>
                      <a:cxn ang="T96">
                        <a:pos x="T28" y="T29"/>
                      </a:cxn>
                      <a:cxn ang="T97">
                        <a:pos x="T30" y="T31"/>
                      </a:cxn>
                      <a:cxn ang="T98">
                        <a:pos x="T32" y="T33"/>
                      </a:cxn>
                      <a:cxn ang="T99">
                        <a:pos x="T34" y="T35"/>
                      </a:cxn>
                      <a:cxn ang="T100">
                        <a:pos x="T36" y="T37"/>
                      </a:cxn>
                      <a:cxn ang="T101">
                        <a:pos x="T38" y="T39"/>
                      </a:cxn>
                      <a:cxn ang="T102">
                        <a:pos x="T40" y="T41"/>
                      </a:cxn>
                      <a:cxn ang="T103">
                        <a:pos x="T42" y="T43"/>
                      </a:cxn>
                      <a:cxn ang="T104">
                        <a:pos x="T44" y="T45"/>
                      </a:cxn>
                      <a:cxn ang="T105">
                        <a:pos x="T46" y="T47"/>
                      </a:cxn>
                      <a:cxn ang="T106">
                        <a:pos x="T48" y="T49"/>
                      </a:cxn>
                      <a:cxn ang="T107">
                        <a:pos x="T50" y="T51"/>
                      </a:cxn>
                      <a:cxn ang="T108">
                        <a:pos x="T52" y="T53"/>
                      </a:cxn>
                      <a:cxn ang="T109">
                        <a:pos x="T54" y="T55"/>
                      </a:cxn>
                      <a:cxn ang="T110">
                        <a:pos x="T56" y="T57"/>
                      </a:cxn>
                      <a:cxn ang="T111">
                        <a:pos x="T58" y="T59"/>
                      </a:cxn>
                      <a:cxn ang="T112">
                        <a:pos x="T60" y="T61"/>
                      </a:cxn>
                      <a:cxn ang="T113">
                        <a:pos x="T62" y="T63"/>
                      </a:cxn>
                      <a:cxn ang="T114">
                        <a:pos x="T64" y="T65"/>
                      </a:cxn>
                      <a:cxn ang="T115">
                        <a:pos x="T66" y="T67"/>
                      </a:cxn>
                      <a:cxn ang="T116">
                        <a:pos x="T68" y="T69"/>
                      </a:cxn>
                      <a:cxn ang="T117">
                        <a:pos x="T70" y="T71"/>
                      </a:cxn>
                      <a:cxn ang="T118">
                        <a:pos x="T72" y="T73"/>
                      </a:cxn>
                      <a:cxn ang="T119">
                        <a:pos x="T74" y="T75"/>
                      </a:cxn>
                      <a:cxn ang="T120">
                        <a:pos x="T76" y="T77"/>
                      </a:cxn>
                      <a:cxn ang="T121">
                        <a:pos x="T78" y="T79"/>
                      </a:cxn>
                      <a:cxn ang="T122">
                        <a:pos x="T80" y="T81"/>
                      </a:cxn>
                    </a:cxnLst>
                    <a:rect l="T123" t="T124" r="T125" b="T126"/>
                    <a:pathLst>
                      <a:path w="717" h="756">
                        <a:moveTo>
                          <a:pt x="0" y="756"/>
                        </a:moveTo>
                        <a:lnTo>
                          <a:pt x="52" y="167"/>
                        </a:lnTo>
                        <a:lnTo>
                          <a:pt x="64" y="384"/>
                        </a:lnTo>
                        <a:lnTo>
                          <a:pt x="90" y="103"/>
                        </a:lnTo>
                        <a:lnTo>
                          <a:pt x="116" y="519"/>
                        </a:lnTo>
                        <a:lnTo>
                          <a:pt x="135" y="487"/>
                        </a:lnTo>
                        <a:lnTo>
                          <a:pt x="135" y="359"/>
                        </a:lnTo>
                        <a:lnTo>
                          <a:pt x="167" y="71"/>
                        </a:lnTo>
                        <a:lnTo>
                          <a:pt x="192" y="244"/>
                        </a:lnTo>
                        <a:lnTo>
                          <a:pt x="205" y="96"/>
                        </a:lnTo>
                        <a:lnTo>
                          <a:pt x="218" y="615"/>
                        </a:lnTo>
                        <a:lnTo>
                          <a:pt x="244" y="397"/>
                        </a:lnTo>
                        <a:lnTo>
                          <a:pt x="282" y="519"/>
                        </a:lnTo>
                        <a:lnTo>
                          <a:pt x="308" y="308"/>
                        </a:lnTo>
                        <a:lnTo>
                          <a:pt x="333" y="442"/>
                        </a:lnTo>
                        <a:lnTo>
                          <a:pt x="346" y="352"/>
                        </a:lnTo>
                        <a:lnTo>
                          <a:pt x="365" y="384"/>
                        </a:lnTo>
                        <a:lnTo>
                          <a:pt x="378" y="135"/>
                        </a:lnTo>
                        <a:lnTo>
                          <a:pt x="391" y="301"/>
                        </a:lnTo>
                        <a:lnTo>
                          <a:pt x="384" y="519"/>
                        </a:lnTo>
                        <a:lnTo>
                          <a:pt x="404" y="679"/>
                        </a:lnTo>
                        <a:lnTo>
                          <a:pt x="429" y="628"/>
                        </a:lnTo>
                        <a:lnTo>
                          <a:pt x="442" y="480"/>
                        </a:lnTo>
                        <a:lnTo>
                          <a:pt x="455" y="391"/>
                        </a:lnTo>
                        <a:lnTo>
                          <a:pt x="436" y="506"/>
                        </a:lnTo>
                        <a:lnTo>
                          <a:pt x="461" y="352"/>
                        </a:lnTo>
                        <a:lnTo>
                          <a:pt x="474" y="455"/>
                        </a:lnTo>
                        <a:lnTo>
                          <a:pt x="493" y="519"/>
                        </a:lnTo>
                        <a:lnTo>
                          <a:pt x="512" y="410"/>
                        </a:lnTo>
                        <a:lnTo>
                          <a:pt x="532" y="186"/>
                        </a:lnTo>
                        <a:lnTo>
                          <a:pt x="544" y="231"/>
                        </a:lnTo>
                        <a:lnTo>
                          <a:pt x="570" y="148"/>
                        </a:lnTo>
                        <a:lnTo>
                          <a:pt x="576" y="301"/>
                        </a:lnTo>
                        <a:lnTo>
                          <a:pt x="576" y="730"/>
                        </a:lnTo>
                        <a:lnTo>
                          <a:pt x="647" y="0"/>
                        </a:lnTo>
                        <a:lnTo>
                          <a:pt x="647" y="250"/>
                        </a:lnTo>
                        <a:lnTo>
                          <a:pt x="660" y="333"/>
                        </a:lnTo>
                        <a:lnTo>
                          <a:pt x="685" y="192"/>
                        </a:lnTo>
                        <a:lnTo>
                          <a:pt x="711" y="340"/>
                        </a:lnTo>
                        <a:lnTo>
                          <a:pt x="698" y="429"/>
                        </a:lnTo>
                        <a:lnTo>
                          <a:pt x="717" y="461"/>
                        </a:lnTo>
                      </a:path>
                    </a:pathLst>
                  </a:custGeom>
                  <a:noFill/>
                  <a:ln w="9525">
                    <a:solidFill>
                      <a:srgbClr val="FF0000"/>
                    </a:solidFill>
                    <a:round/>
                    <a:headEnd/>
                    <a:tailEnd/>
                  </a:ln>
                </p:spPr>
                <p:txBody>
                  <a:bodyPr/>
                  <a:lstStyle/>
                  <a:p>
                    <a:endParaRPr lang="en-GB" sz="1600"/>
                  </a:p>
                </p:txBody>
              </p:sp>
              <p:sp>
                <p:nvSpPr>
                  <p:cNvPr id="14634" name="Freeform 139"/>
                  <p:cNvSpPr>
                    <a:spLocks/>
                  </p:cNvSpPr>
                  <p:nvPr/>
                </p:nvSpPr>
                <p:spPr bwMode="auto">
                  <a:xfrm flipH="1">
                    <a:off x="4077" y="1119"/>
                    <a:ext cx="313" cy="756"/>
                  </a:xfrm>
                  <a:custGeom>
                    <a:avLst/>
                    <a:gdLst>
                      <a:gd name="T0" fmla="*/ 0 w 717"/>
                      <a:gd name="T1" fmla="*/ 756 h 756"/>
                      <a:gd name="T2" fmla="*/ 4 w 717"/>
                      <a:gd name="T3" fmla="*/ 167 h 756"/>
                      <a:gd name="T4" fmla="*/ 5 w 717"/>
                      <a:gd name="T5" fmla="*/ 384 h 756"/>
                      <a:gd name="T6" fmla="*/ 7 w 717"/>
                      <a:gd name="T7" fmla="*/ 103 h 756"/>
                      <a:gd name="T8" fmla="*/ 10 w 717"/>
                      <a:gd name="T9" fmla="*/ 519 h 756"/>
                      <a:gd name="T10" fmla="*/ 11 w 717"/>
                      <a:gd name="T11" fmla="*/ 487 h 756"/>
                      <a:gd name="T12" fmla="*/ 11 w 717"/>
                      <a:gd name="T13" fmla="*/ 359 h 756"/>
                      <a:gd name="T14" fmla="*/ 14 w 717"/>
                      <a:gd name="T15" fmla="*/ 71 h 756"/>
                      <a:gd name="T16" fmla="*/ 16 w 717"/>
                      <a:gd name="T17" fmla="*/ 244 h 756"/>
                      <a:gd name="T18" fmla="*/ 17 w 717"/>
                      <a:gd name="T19" fmla="*/ 96 h 756"/>
                      <a:gd name="T20" fmla="*/ 18 w 717"/>
                      <a:gd name="T21" fmla="*/ 615 h 756"/>
                      <a:gd name="T22" fmla="*/ 21 w 717"/>
                      <a:gd name="T23" fmla="*/ 397 h 756"/>
                      <a:gd name="T24" fmla="*/ 24 w 717"/>
                      <a:gd name="T25" fmla="*/ 519 h 756"/>
                      <a:gd name="T26" fmla="*/ 25 w 717"/>
                      <a:gd name="T27" fmla="*/ 308 h 756"/>
                      <a:gd name="T28" fmla="*/ 28 w 717"/>
                      <a:gd name="T29" fmla="*/ 442 h 756"/>
                      <a:gd name="T30" fmla="*/ 29 w 717"/>
                      <a:gd name="T31" fmla="*/ 352 h 756"/>
                      <a:gd name="T32" fmla="*/ 30 w 717"/>
                      <a:gd name="T33" fmla="*/ 384 h 756"/>
                      <a:gd name="T34" fmla="*/ 31 w 717"/>
                      <a:gd name="T35" fmla="*/ 135 h 756"/>
                      <a:gd name="T36" fmla="*/ 33 w 717"/>
                      <a:gd name="T37" fmla="*/ 301 h 756"/>
                      <a:gd name="T38" fmla="*/ 32 w 717"/>
                      <a:gd name="T39" fmla="*/ 519 h 756"/>
                      <a:gd name="T40" fmla="*/ 34 w 717"/>
                      <a:gd name="T41" fmla="*/ 679 h 756"/>
                      <a:gd name="T42" fmla="*/ 36 w 717"/>
                      <a:gd name="T43" fmla="*/ 628 h 756"/>
                      <a:gd name="T44" fmla="*/ 37 w 717"/>
                      <a:gd name="T45" fmla="*/ 480 h 756"/>
                      <a:gd name="T46" fmla="*/ 38 w 717"/>
                      <a:gd name="T47" fmla="*/ 391 h 756"/>
                      <a:gd name="T48" fmla="*/ 36 w 717"/>
                      <a:gd name="T49" fmla="*/ 506 h 756"/>
                      <a:gd name="T50" fmla="*/ 38 w 717"/>
                      <a:gd name="T51" fmla="*/ 352 h 756"/>
                      <a:gd name="T52" fmla="*/ 39 w 717"/>
                      <a:gd name="T53" fmla="*/ 455 h 756"/>
                      <a:gd name="T54" fmla="*/ 41 w 717"/>
                      <a:gd name="T55" fmla="*/ 519 h 756"/>
                      <a:gd name="T56" fmla="*/ 43 w 717"/>
                      <a:gd name="T57" fmla="*/ 410 h 756"/>
                      <a:gd name="T58" fmla="*/ 44 w 717"/>
                      <a:gd name="T59" fmla="*/ 186 h 756"/>
                      <a:gd name="T60" fmla="*/ 45 w 717"/>
                      <a:gd name="T61" fmla="*/ 231 h 756"/>
                      <a:gd name="T62" fmla="*/ 48 w 717"/>
                      <a:gd name="T63" fmla="*/ 148 h 756"/>
                      <a:gd name="T64" fmla="*/ 48 w 717"/>
                      <a:gd name="T65" fmla="*/ 301 h 756"/>
                      <a:gd name="T66" fmla="*/ 48 w 717"/>
                      <a:gd name="T67" fmla="*/ 730 h 756"/>
                      <a:gd name="T68" fmla="*/ 54 w 717"/>
                      <a:gd name="T69" fmla="*/ 0 h 756"/>
                      <a:gd name="T70" fmla="*/ 54 w 717"/>
                      <a:gd name="T71" fmla="*/ 250 h 756"/>
                      <a:gd name="T72" fmla="*/ 55 w 717"/>
                      <a:gd name="T73" fmla="*/ 333 h 756"/>
                      <a:gd name="T74" fmla="*/ 57 w 717"/>
                      <a:gd name="T75" fmla="*/ 192 h 756"/>
                      <a:gd name="T76" fmla="*/ 59 w 717"/>
                      <a:gd name="T77" fmla="*/ 340 h 756"/>
                      <a:gd name="T78" fmla="*/ 58 w 717"/>
                      <a:gd name="T79" fmla="*/ 429 h 756"/>
                      <a:gd name="T80" fmla="*/ 60 w 717"/>
                      <a:gd name="T81" fmla="*/ 461 h 756"/>
                      <a:gd name="T82" fmla="*/ 0 60000 65536"/>
                      <a:gd name="T83" fmla="*/ 0 60000 65536"/>
                      <a:gd name="T84" fmla="*/ 0 60000 65536"/>
                      <a:gd name="T85" fmla="*/ 0 60000 65536"/>
                      <a:gd name="T86" fmla="*/ 0 60000 65536"/>
                      <a:gd name="T87" fmla="*/ 0 60000 65536"/>
                      <a:gd name="T88" fmla="*/ 0 60000 65536"/>
                      <a:gd name="T89" fmla="*/ 0 60000 65536"/>
                      <a:gd name="T90" fmla="*/ 0 60000 65536"/>
                      <a:gd name="T91" fmla="*/ 0 60000 65536"/>
                      <a:gd name="T92" fmla="*/ 0 60000 65536"/>
                      <a:gd name="T93" fmla="*/ 0 60000 65536"/>
                      <a:gd name="T94" fmla="*/ 0 60000 65536"/>
                      <a:gd name="T95" fmla="*/ 0 60000 65536"/>
                      <a:gd name="T96" fmla="*/ 0 60000 65536"/>
                      <a:gd name="T97" fmla="*/ 0 60000 65536"/>
                      <a:gd name="T98" fmla="*/ 0 60000 65536"/>
                      <a:gd name="T99" fmla="*/ 0 60000 65536"/>
                      <a:gd name="T100" fmla="*/ 0 60000 65536"/>
                      <a:gd name="T101" fmla="*/ 0 60000 65536"/>
                      <a:gd name="T102" fmla="*/ 0 60000 65536"/>
                      <a:gd name="T103" fmla="*/ 0 60000 65536"/>
                      <a:gd name="T104" fmla="*/ 0 60000 65536"/>
                      <a:gd name="T105" fmla="*/ 0 60000 65536"/>
                      <a:gd name="T106" fmla="*/ 0 60000 65536"/>
                      <a:gd name="T107" fmla="*/ 0 60000 65536"/>
                      <a:gd name="T108" fmla="*/ 0 60000 65536"/>
                      <a:gd name="T109" fmla="*/ 0 60000 65536"/>
                      <a:gd name="T110" fmla="*/ 0 60000 65536"/>
                      <a:gd name="T111" fmla="*/ 0 60000 65536"/>
                      <a:gd name="T112" fmla="*/ 0 60000 65536"/>
                      <a:gd name="T113" fmla="*/ 0 60000 65536"/>
                      <a:gd name="T114" fmla="*/ 0 60000 65536"/>
                      <a:gd name="T115" fmla="*/ 0 60000 65536"/>
                      <a:gd name="T116" fmla="*/ 0 60000 65536"/>
                      <a:gd name="T117" fmla="*/ 0 60000 65536"/>
                      <a:gd name="T118" fmla="*/ 0 60000 65536"/>
                      <a:gd name="T119" fmla="*/ 0 60000 65536"/>
                      <a:gd name="T120" fmla="*/ 0 60000 65536"/>
                      <a:gd name="T121" fmla="*/ 0 60000 65536"/>
                      <a:gd name="T122" fmla="*/ 0 60000 65536"/>
                      <a:gd name="T123" fmla="*/ 0 w 717"/>
                      <a:gd name="T124" fmla="*/ 0 h 756"/>
                      <a:gd name="T125" fmla="*/ 717 w 717"/>
                      <a:gd name="T126" fmla="*/ 756 h 756"/>
                    </a:gdLst>
                    <a:ahLst/>
                    <a:cxnLst>
                      <a:cxn ang="T82">
                        <a:pos x="T0" y="T1"/>
                      </a:cxn>
                      <a:cxn ang="T83">
                        <a:pos x="T2" y="T3"/>
                      </a:cxn>
                      <a:cxn ang="T84">
                        <a:pos x="T4" y="T5"/>
                      </a:cxn>
                      <a:cxn ang="T85">
                        <a:pos x="T6" y="T7"/>
                      </a:cxn>
                      <a:cxn ang="T86">
                        <a:pos x="T8" y="T9"/>
                      </a:cxn>
                      <a:cxn ang="T87">
                        <a:pos x="T10" y="T11"/>
                      </a:cxn>
                      <a:cxn ang="T88">
                        <a:pos x="T12" y="T13"/>
                      </a:cxn>
                      <a:cxn ang="T89">
                        <a:pos x="T14" y="T15"/>
                      </a:cxn>
                      <a:cxn ang="T90">
                        <a:pos x="T16" y="T17"/>
                      </a:cxn>
                      <a:cxn ang="T91">
                        <a:pos x="T18" y="T19"/>
                      </a:cxn>
                      <a:cxn ang="T92">
                        <a:pos x="T20" y="T21"/>
                      </a:cxn>
                      <a:cxn ang="T93">
                        <a:pos x="T22" y="T23"/>
                      </a:cxn>
                      <a:cxn ang="T94">
                        <a:pos x="T24" y="T25"/>
                      </a:cxn>
                      <a:cxn ang="T95">
                        <a:pos x="T26" y="T27"/>
                      </a:cxn>
                      <a:cxn ang="T96">
                        <a:pos x="T28" y="T29"/>
                      </a:cxn>
                      <a:cxn ang="T97">
                        <a:pos x="T30" y="T31"/>
                      </a:cxn>
                      <a:cxn ang="T98">
                        <a:pos x="T32" y="T33"/>
                      </a:cxn>
                      <a:cxn ang="T99">
                        <a:pos x="T34" y="T35"/>
                      </a:cxn>
                      <a:cxn ang="T100">
                        <a:pos x="T36" y="T37"/>
                      </a:cxn>
                      <a:cxn ang="T101">
                        <a:pos x="T38" y="T39"/>
                      </a:cxn>
                      <a:cxn ang="T102">
                        <a:pos x="T40" y="T41"/>
                      </a:cxn>
                      <a:cxn ang="T103">
                        <a:pos x="T42" y="T43"/>
                      </a:cxn>
                      <a:cxn ang="T104">
                        <a:pos x="T44" y="T45"/>
                      </a:cxn>
                      <a:cxn ang="T105">
                        <a:pos x="T46" y="T47"/>
                      </a:cxn>
                      <a:cxn ang="T106">
                        <a:pos x="T48" y="T49"/>
                      </a:cxn>
                      <a:cxn ang="T107">
                        <a:pos x="T50" y="T51"/>
                      </a:cxn>
                      <a:cxn ang="T108">
                        <a:pos x="T52" y="T53"/>
                      </a:cxn>
                      <a:cxn ang="T109">
                        <a:pos x="T54" y="T55"/>
                      </a:cxn>
                      <a:cxn ang="T110">
                        <a:pos x="T56" y="T57"/>
                      </a:cxn>
                      <a:cxn ang="T111">
                        <a:pos x="T58" y="T59"/>
                      </a:cxn>
                      <a:cxn ang="T112">
                        <a:pos x="T60" y="T61"/>
                      </a:cxn>
                      <a:cxn ang="T113">
                        <a:pos x="T62" y="T63"/>
                      </a:cxn>
                      <a:cxn ang="T114">
                        <a:pos x="T64" y="T65"/>
                      </a:cxn>
                      <a:cxn ang="T115">
                        <a:pos x="T66" y="T67"/>
                      </a:cxn>
                      <a:cxn ang="T116">
                        <a:pos x="T68" y="T69"/>
                      </a:cxn>
                      <a:cxn ang="T117">
                        <a:pos x="T70" y="T71"/>
                      </a:cxn>
                      <a:cxn ang="T118">
                        <a:pos x="T72" y="T73"/>
                      </a:cxn>
                      <a:cxn ang="T119">
                        <a:pos x="T74" y="T75"/>
                      </a:cxn>
                      <a:cxn ang="T120">
                        <a:pos x="T76" y="T77"/>
                      </a:cxn>
                      <a:cxn ang="T121">
                        <a:pos x="T78" y="T79"/>
                      </a:cxn>
                      <a:cxn ang="T122">
                        <a:pos x="T80" y="T81"/>
                      </a:cxn>
                    </a:cxnLst>
                    <a:rect l="T123" t="T124" r="T125" b="T126"/>
                    <a:pathLst>
                      <a:path w="717" h="756">
                        <a:moveTo>
                          <a:pt x="0" y="756"/>
                        </a:moveTo>
                        <a:lnTo>
                          <a:pt x="52" y="167"/>
                        </a:lnTo>
                        <a:lnTo>
                          <a:pt x="64" y="384"/>
                        </a:lnTo>
                        <a:lnTo>
                          <a:pt x="90" y="103"/>
                        </a:lnTo>
                        <a:lnTo>
                          <a:pt x="116" y="519"/>
                        </a:lnTo>
                        <a:lnTo>
                          <a:pt x="135" y="487"/>
                        </a:lnTo>
                        <a:lnTo>
                          <a:pt x="135" y="359"/>
                        </a:lnTo>
                        <a:lnTo>
                          <a:pt x="167" y="71"/>
                        </a:lnTo>
                        <a:lnTo>
                          <a:pt x="192" y="244"/>
                        </a:lnTo>
                        <a:lnTo>
                          <a:pt x="205" y="96"/>
                        </a:lnTo>
                        <a:lnTo>
                          <a:pt x="218" y="615"/>
                        </a:lnTo>
                        <a:lnTo>
                          <a:pt x="244" y="397"/>
                        </a:lnTo>
                        <a:lnTo>
                          <a:pt x="282" y="519"/>
                        </a:lnTo>
                        <a:lnTo>
                          <a:pt x="308" y="308"/>
                        </a:lnTo>
                        <a:lnTo>
                          <a:pt x="333" y="442"/>
                        </a:lnTo>
                        <a:lnTo>
                          <a:pt x="346" y="352"/>
                        </a:lnTo>
                        <a:lnTo>
                          <a:pt x="365" y="384"/>
                        </a:lnTo>
                        <a:lnTo>
                          <a:pt x="378" y="135"/>
                        </a:lnTo>
                        <a:lnTo>
                          <a:pt x="391" y="301"/>
                        </a:lnTo>
                        <a:lnTo>
                          <a:pt x="384" y="519"/>
                        </a:lnTo>
                        <a:lnTo>
                          <a:pt x="404" y="679"/>
                        </a:lnTo>
                        <a:lnTo>
                          <a:pt x="429" y="628"/>
                        </a:lnTo>
                        <a:lnTo>
                          <a:pt x="442" y="480"/>
                        </a:lnTo>
                        <a:lnTo>
                          <a:pt x="455" y="391"/>
                        </a:lnTo>
                        <a:lnTo>
                          <a:pt x="436" y="506"/>
                        </a:lnTo>
                        <a:lnTo>
                          <a:pt x="461" y="352"/>
                        </a:lnTo>
                        <a:lnTo>
                          <a:pt x="474" y="455"/>
                        </a:lnTo>
                        <a:lnTo>
                          <a:pt x="493" y="519"/>
                        </a:lnTo>
                        <a:lnTo>
                          <a:pt x="512" y="410"/>
                        </a:lnTo>
                        <a:lnTo>
                          <a:pt x="532" y="186"/>
                        </a:lnTo>
                        <a:lnTo>
                          <a:pt x="544" y="231"/>
                        </a:lnTo>
                        <a:lnTo>
                          <a:pt x="570" y="148"/>
                        </a:lnTo>
                        <a:lnTo>
                          <a:pt x="576" y="301"/>
                        </a:lnTo>
                        <a:lnTo>
                          <a:pt x="576" y="730"/>
                        </a:lnTo>
                        <a:lnTo>
                          <a:pt x="647" y="0"/>
                        </a:lnTo>
                        <a:lnTo>
                          <a:pt x="647" y="250"/>
                        </a:lnTo>
                        <a:lnTo>
                          <a:pt x="660" y="333"/>
                        </a:lnTo>
                        <a:lnTo>
                          <a:pt x="685" y="192"/>
                        </a:lnTo>
                        <a:lnTo>
                          <a:pt x="711" y="340"/>
                        </a:lnTo>
                        <a:lnTo>
                          <a:pt x="698" y="429"/>
                        </a:lnTo>
                        <a:lnTo>
                          <a:pt x="717" y="461"/>
                        </a:lnTo>
                      </a:path>
                    </a:pathLst>
                  </a:custGeom>
                  <a:noFill/>
                  <a:ln w="9525">
                    <a:solidFill>
                      <a:srgbClr val="FF0000"/>
                    </a:solidFill>
                    <a:round/>
                    <a:headEnd/>
                    <a:tailEnd/>
                  </a:ln>
                </p:spPr>
                <p:txBody>
                  <a:bodyPr/>
                  <a:lstStyle/>
                  <a:p>
                    <a:endParaRPr lang="en-GB" sz="1600"/>
                  </a:p>
                </p:txBody>
              </p:sp>
              <p:sp>
                <p:nvSpPr>
                  <p:cNvPr id="14635" name="Freeform 140"/>
                  <p:cNvSpPr>
                    <a:spLocks/>
                  </p:cNvSpPr>
                  <p:nvPr/>
                </p:nvSpPr>
                <p:spPr bwMode="auto">
                  <a:xfrm flipV="1">
                    <a:off x="4385" y="1138"/>
                    <a:ext cx="313" cy="756"/>
                  </a:xfrm>
                  <a:custGeom>
                    <a:avLst/>
                    <a:gdLst>
                      <a:gd name="T0" fmla="*/ 0 w 717"/>
                      <a:gd name="T1" fmla="*/ 756 h 756"/>
                      <a:gd name="T2" fmla="*/ 4 w 717"/>
                      <a:gd name="T3" fmla="*/ 167 h 756"/>
                      <a:gd name="T4" fmla="*/ 5 w 717"/>
                      <a:gd name="T5" fmla="*/ 384 h 756"/>
                      <a:gd name="T6" fmla="*/ 7 w 717"/>
                      <a:gd name="T7" fmla="*/ 103 h 756"/>
                      <a:gd name="T8" fmla="*/ 10 w 717"/>
                      <a:gd name="T9" fmla="*/ 519 h 756"/>
                      <a:gd name="T10" fmla="*/ 11 w 717"/>
                      <a:gd name="T11" fmla="*/ 487 h 756"/>
                      <a:gd name="T12" fmla="*/ 11 w 717"/>
                      <a:gd name="T13" fmla="*/ 359 h 756"/>
                      <a:gd name="T14" fmla="*/ 14 w 717"/>
                      <a:gd name="T15" fmla="*/ 71 h 756"/>
                      <a:gd name="T16" fmla="*/ 16 w 717"/>
                      <a:gd name="T17" fmla="*/ 244 h 756"/>
                      <a:gd name="T18" fmla="*/ 17 w 717"/>
                      <a:gd name="T19" fmla="*/ 96 h 756"/>
                      <a:gd name="T20" fmla="*/ 18 w 717"/>
                      <a:gd name="T21" fmla="*/ 615 h 756"/>
                      <a:gd name="T22" fmla="*/ 21 w 717"/>
                      <a:gd name="T23" fmla="*/ 397 h 756"/>
                      <a:gd name="T24" fmla="*/ 24 w 717"/>
                      <a:gd name="T25" fmla="*/ 519 h 756"/>
                      <a:gd name="T26" fmla="*/ 25 w 717"/>
                      <a:gd name="T27" fmla="*/ 308 h 756"/>
                      <a:gd name="T28" fmla="*/ 28 w 717"/>
                      <a:gd name="T29" fmla="*/ 442 h 756"/>
                      <a:gd name="T30" fmla="*/ 29 w 717"/>
                      <a:gd name="T31" fmla="*/ 352 h 756"/>
                      <a:gd name="T32" fmla="*/ 30 w 717"/>
                      <a:gd name="T33" fmla="*/ 384 h 756"/>
                      <a:gd name="T34" fmla="*/ 31 w 717"/>
                      <a:gd name="T35" fmla="*/ 135 h 756"/>
                      <a:gd name="T36" fmla="*/ 33 w 717"/>
                      <a:gd name="T37" fmla="*/ 301 h 756"/>
                      <a:gd name="T38" fmla="*/ 32 w 717"/>
                      <a:gd name="T39" fmla="*/ 519 h 756"/>
                      <a:gd name="T40" fmla="*/ 34 w 717"/>
                      <a:gd name="T41" fmla="*/ 679 h 756"/>
                      <a:gd name="T42" fmla="*/ 36 w 717"/>
                      <a:gd name="T43" fmla="*/ 628 h 756"/>
                      <a:gd name="T44" fmla="*/ 37 w 717"/>
                      <a:gd name="T45" fmla="*/ 480 h 756"/>
                      <a:gd name="T46" fmla="*/ 38 w 717"/>
                      <a:gd name="T47" fmla="*/ 391 h 756"/>
                      <a:gd name="T48" fmla="*/ 36 w 717"/>
                      <a:gd name="T49" fmla="*/ 506 h 756"/>
                      <a:gd name="T50" fmla="*/ 38 w 717"/>
                      <a:gd name="T51" fmla="*/ 352 h 756"/>
                      <a:gd name="T52" fmla="*/ 39 w 717"/>
                      <a:gd name="T53" fmla="*/ 455 h 756"/>
                      <a:gd name="T54" fmla="*/ 41 w 717"/>
                      <a:gd name="T55" fmla="*/ 519 h 756"/>
                      <a:gd name="T56" fmla="*/ 43 w 717"/>
                      <a:gd name="T57" fmla="*/ 410 h 756"/>
                      <a:gd name="T58" fmla="*/ 44 w 717"/>
                      <a:gd name="T59" fmla="*/ 186 h 756"/>
                      <a:gd name="T60" fmla="*/ 45 w 717"/>
                      <a:gd name="T61" fmla="*/ 231 h 756"/>
                      <a:gd name="T62" fmla="*/ 48 w 717"/>
                      <a:gd name="T63" fmla="*/ 148 h 756"/>
                      <a:gd name="T64" fmla="*/ 48 w 717"/>
                      <a:gd name="T65" fmla="*/ 301 h 756"/>
                      <a:gd name="T66" fmla="*/ 48 w 717"/>
                      <a:gd name="T67" fmla="*/ 730 h 756"/>
                      <a:gd name="T68" fmla="*/ 54 w 717"/>
                      <a:gd name="T69" fmla="*/ 0 h 756"/>
                      <a:gd name="T70" fmla="*/ 54 w 717"/>
                      <a:gd name="T71" fmla="*/ 250 h 756"/>
                      <a:gd name="T72" fmla="*/ 55 w 717"/>
                      <a:gd name="T73" fmla="*/ 333 h 756"/>
                      <a:gd name="T74" fmla="*/ 57 w 717"/>
                      <a:gd name="T75" fmla="*/ 192 h 756"/>
                      <a:gd name="T76" fmla="*/ 59 w 717"/>
                      <a:gd name="T77" fmla="*/ 340 h 756"/>
                      <a:gd name="T78" fmla="*/ 58 w 717"/>
                      <a:gd name="T79" fmla="*/ 429 h 756"/>
                      <a:gd name="T80" fmla="*/ 60 w 717"/>
                      <a:gd name="T81" fmla="*/ 461 h 756"/>
                      <a:gd name="T82" fmla="*/ 0 60000 65536"/>
                      <a:gd name="T83" fmla="*/ 0 60000 65536"/>
                      <a:gd name="T84" fmla="*/ 0 60000 65536"/>
                      <a:gd name="T85" fmla="*/ 0 60000 65536"/>
                      <a:gd name="T86" fmla="*/ 0 60000 65536"/>
                      <a:gd name="T87" fmla="*/ 0 60000 65536"/>
                      <a:gd name="T88" fmla="*/ 0 60000 65536"/>
                      <a:gd name="T89" fmla="*/ 0 60000 65536"/>
                      <a:gd name="T90" fmla="*/ 0 60000 65536"/>
                      <a:gd name="T91" fmla="*/ 0 60000 65536"/>
                      <a:gd name="T92" fmla="*/ 0 60000 65536"/>
                      <a:gd name="T93" fmla="*/ 0 60000 65536"/>
                      <a:gd name="T94" fmla="*/ 0 60000 65536"/>
                      <a:gd name="T95" fmla="*/ 0 60000 65536"/>
                      <a:gd name="T96" fmla="*/ 0 60000 65536"/>
                      <a:gd name="T97" fmla="*/ 0 60000 65536"/>
                      <a:gd name="T98" fmla="*/ 0 60000 65536"/>
                      <a:gd name="T99" fmla="*/ 0 60000 65536"/>
                      <a:gd name="T100" fmla="*/ 0 60000 65536"/>
                      <a:gd name="T101" fmla="*/ 0 60000 65536"/>
                      <a:gd name="T102" fmla="*/ 0 60000 65536"/>
                      <a:gd name="T103" fmla="*/ 0 60000 65536"/>
                      <a:gd name="T104" fmla="*/ 0 60000 65536"/>
                      <a:gd name="T105" fmla="*/ 0 60000 65536"/>
                      <a:gd name="T106" fmla="*/ 0 60000 65536"/>
                      <a:gd name="T107" fmla="*/ 0 60000 65536"/>
                      <a:gd name="T108" fmla="*/ 0 60000 65536"/>
                      <a:gd name="T109" fmla="*/ 0 60000 65536"/>
                      <a:gd name="T110" fmla="*/ 0 60000 65536"/>
                      <a:gd name="T111" fmla="*/ 0 60000 65536"/>
                      <a:gd name="T112" fmla="*/ 0 60000 65536"/>
                      <a:gd name="T113" fmla="*/ 0 60000 65536"/>
                      <a:gd name="T114" fmla="*/ 0 60000 65536"/>
                      <a:gd name="T115" fmla="*/ 0 60000 65536"/>
                      <a:gd name="T116" fmla="*/ 0 60000 65536"/>
                      <a:gd name="T117" fmla="*/ 0 60000 65536"/>
                      <a:gd name="T118" fmla="*/ 0 60000 65536"/>
                      <a:gd name="T119" fmla="*/ 0 60000 65536"/>
                      <a:gd name="T120" fmla="*/ 0 60000 65536"/>
                      <a:gd name="T121" fmla="*/ 0 60000 65536"/>
                      <a:gd name="T122" fmla="*/ 0 60000 65536"/>
                      <a:gd name="T123" fmla="*/ 0 w 717"/>
                      <a:gd name="T124" fmla="*/ 0 h 756"/>
                      <a:gd name="T125" fmla="*/ 717 w 717"/>
                      <a:gd name="T126" fmla="*/ 756 h 756"/>
                    </a:gdLst>
                    <a:ahLst/>
                    <a:cxnLst>
                      <a:cxn ang="T82">
                        <a:pos x="T0" y="T1"/>
                      </a:cxn>
                      <a:cxn ang="T83">
                        <a:pos x="T2" y="T3"/>
                      </a:cxn>
                      <a:cxn ang="T84">
                        <a:pos x="T4" y="T5"/>
                      </a:cxn>
                      <a:cxn ang="T85">
                        <a:pos x="T6" y="T7"/>
                      </a:cxn>
                      <a:cxn ang="T86">
                        <a:pos x="T8" y="T9"/>
                      </a:cxn>
                      <a:cxn ang="T87">
                        <a:pos x="T10" y="T11"/>
                      </a:cxn>
                      <a:cxn ang="T88">
                        <a:pos x="T12" y="T13"/>
                      </a:cxn>
                      <a:cxn ang="T89">
                        <a:pos x="T14" y="T15"/>
                      </a:cxn>
                      <a:cxn ang="T90">
                        <a:pos x="T16" y="T17"/>
                      </a:cxn>
                      <a:cxn ang="T91">
                        <a:pos x="T18" y="T19"/>
                      </a:cxn>
                      <a:cxn ang="T92">
                        <a:pos x="T20" y="T21"/>
                      </a:cxn>
                      <a:cxn ang="T93">
                        <a:pos x="T22" y="T23"/>
                      </a:cxn>
                      <a:cxn ang="T94">
                        <a:pos x="T24" y="T25"/>
                      </a:cxn>
                      <a:cxn ang="T95">
                        <a:pos x="T26" y="T27"/>
                      </a:cxn>
                      <a:cxn ang="T96">
                        <a:pos x="T28" y="T29"/>
                      </a:cxn>
                      <a:cxn ang="T97">
                        <a:pos x="T30" y="T31"/>
                      </a:cxn>
                      <a:cxn ang="T98">
                        <a:pos x="T32" y="T33"/>
                      </a:cxn>
                      <a:cxn ang="T99">
                        <a:pos x="T34" y="T35"/>
                      </a:cxn>
                      <a:cxn ang="T100">
                        <a:pos x="T36" y="T37"/>
                      </a:cxn>
                      <a:cxn ang="T101">
                        <a:pos x="T38" y="T39"/>
                      </a:cxn>
                      <a:cxn ang="T102">
                        <a:pos x="T40" y="T41"/>
                      </a:cxn>
                      <a:cxn ang="T103">
                        <a:pos x="T42" y="T43"/>
                      </a:cxn>
                      <a:cxn ang="T104">
                        <a:pos x="T44" y="T45"/>
                      </a:cxn>
                      <a:cxn ang="T105">
                        <a:pos x="T46" y="T47"/>
                      </a:cxn>
                      <a:cxn ang="T106">
                        <a:pos x="T48" y="T49"/>
                      </a:cxn>
                      <a:cxn ang="T107">
                        <a:pos x="T50" y="T51"/>
                      </a:cxn>
                      <a:cxn ang="T108">
                        <a:pos x="T52" y="T53"/>
                      </a:cxn>
                      <a:cxn ang="T109">
                        <a:pos x="T54" y="T55"/>
                      </a:cxn>
                      <a:cxn ang="T110">
                        <a:pos x="T56" y="T57"/>
                      </a:cxn>
                      <a:cxn ang="T111">
                        <a:pos x="T58" y="T59"/>
                      </a:cxn>
                      <a:cxn ang="T112">
                        <a:pos x="T60" y="T61"/>
                      </a:cxn>
                      <a:cxn ang="T113">
                        <a:pos x="T62" y="T63"/>
                      </a:cxn>
                      <a:cxn ang="T114">
                        <a:pos x="T64" y="T65"/>
                      </a:cxn>
                      <a:cxn ang="T115">
                        <a:pos x="T66" y="T67"/>
                      </a:cxn>
                      <a:cxn ang="T116">
                        <a:pos x="T68" y="T69"/>
                      </a:cxn>
                      <a:cxn ang="T117">
                        <a:pos x="T70" y="T71"/>
                      </a:cxn>
                      <a:cxn ang="T118">
                        <a:pos x="T72" y="T73"/>
                      </a:cxn>
                      <a:cxn ang="T119">
                        <a:pos x="T74" y="T75"/>
                      </a:cxn>
                      <a:cxn ang="T120">
                        <a:pos x="T76" y="T77"/>
                      </a:cxn>
                      <a:cxn ang="T121">
                        <a:pos x="T78" y="T79"/>
                      </a:cxn>
                      <a:cxn ang="T122">
                        <a:pos x="T80" y="T81"/>
                      </a:cxn>
                    </a:cxnLst>
                    <a:rect l="T123" t="T124" r="T125" b="T126"/>
                    <a:pathLst>
                      <a:path w="717" h="756">
                        <a:moveTo>
                          <a:pt x="0" y="756"/>
                        </a:moveTo>
                        <a:lnTo>
                          <a:pt x="52" y="167"/>
                        </a:lnTo>
                        <a:lnTo>
                          <a:pt x="64" y="384"/>
                        </a:lnTo>
                        <a:lnTo>
                          <a:pt x="90" y="103"/>
                        </a:lnTo>
                        <a:lnTo>
                          <a:pt x="116" y="519"/>
                        </a:lnTo>
                        <a:lnTo>
                          <a:pt x="135" y="487"/>
                        </a:lnTo>
                        <a:lnTo>
                          <a:pt x="135" y="359"/>
                        </a:lnTo>
                        <a:lnTo>
                          <a:pt x="167" y="71"/>
                        </a:lnTo>
                        <a:lnTo>
                          <a:pt x="192" y="244"/>
                        </a:lnTo>
                        <a:lnTo>
                          <a:pt x="205" y="96"/>
                        </a:lnTo>
                        <a:lnTo>
                          <a:pt x="218" y="615"/>
                        </a:lnTo>
                        <a:lnTo>
                          <a:pt x="244" y="397"/>
                        </a:lnTo>
                        <a:lnTo>
                          <a:pt x="282" y="519"/>
                        </a:lnTo>
                        <a:lnTo>
                          <a:pt x="308" y="308"/>
                        </a:lnTo>
                        <a:lnTo>
                          <a:pt x="333" y="442"/>
                        </a:lnTo>
                        <a:lnTo>
                          <a:pt x="346" y="352"/>
                        </a:lnTo>
                        <a:lnTo>
                          <a:pt x="365" y="384"/>
                        </a:lnTo>
                        <a:lnTo>
                          <a:pt x="378" y="135"/>
                        </a:lnTo>
                        <a:lnTo>
                          <a:pt x="391" y="301"/>
                        </a:lnTo>
                        <a:lnTo>
                          <a:pt x="384" y="519"/>
                        </a:lnTo>
                        <a:lnTo>
                          <a:pt x="404" y="679"/>
                        </a:lnTo>
                        <a:lnTo>
                          <a:pt x="429" y="628"/>
                        </a:lnTo>
                        <a:lnTo>
                          <a:pt x="442" y="480"/>
                        </a:lnTo>
                        <a:lnTo>
                          <a:pt x="455" y="391"/>
                        </a:lnTo>
                        <a:lnTo>
                          <a:pt x="436" y="506"/>
                        </a:lnTo>
                        <a:lnTo>
                          <a:pt x="461" y="352"/>
                        </a:lnTo>
                        <a:lnTo>
                          <a:pt x="474" y="455"/>
                        </a:lnTo>
                        <a:lnTo>
                          <a:pt x="493" y="519"/>
                        </a:lnTo>
                        <a:lnTo>
                          <a:pt x="512" y="410"/>
                        </a:lnTo>
                        <a:lnTo>
                          <a:pt x="532" y="186"/>
                        </a:lnTo>
                        <a:lnTo>
                          <a:pt x="544" y="231"/>
                        </a:lnTo>
                        <a:lnTo>
                          <a:pt x="570" y="148"/>
                        </a:lnTo>
                        <a:lnTo>
                          <a:pt x="576" y="301"/>
                        </a:lnTo>
                        <a:lnTo>
                          <a:pt x="576" y="730"/>
                        </a:lnTo>
                        <a:lnTo>
                          <a:pt x="647" y="0"/>
                        </a:lnTo>
                        <a:lnTo>
                          <a:pt x="647" y="250"/>
                        </a:lnTo>
                        <a:lnTo>
                          <a:pt x="660" y="333"/>
                        </a:lnTo>
                        <a:lnTo>
                          <a:pt x="685" y="192"/>
                        </a:lnTo>
                        <a:lnTo>
                          <a:pt x="711" y="340"/>
                        </a:lnTo>
                        <a:lnTo>
                          <a:pt x="698" y="429"/>
                        </a:lnTo>
                        <a:lnTo>
                          <a:pt x="717" y="461"/>
                        </a:lnTo>
                      </a:path>
                    </a:pathLst>
                  </a:custGeom>
                  <a:noFill/>
                  <a:ln w="9525">
                    <a:solidFill>
                      <a:srgbClr val="FF0000"/>
                    </a:solidFill>
                    <a:round/>
                    <a:headEnd/>
                    <a:tailEnd/>
                  </a:ln>
                </p:spPr>
                <p:txBody>
                  <a:bodyPr/>
                  <a:lstStyle/>
                  <a:p>
                    <a:endParaRPr lang="en-GB" sz="1600"/>
                  </a:p>
                </p:txBody>
              </p:sp>
              <p:sp>
                <p:nvSpPr>
                  <p:cNvPr id="14636" name="Freeform 141"/>
                  <p:cNvSpPr>
                    <a:spLocks/>
                  </p:cNvSpPr>
                  <p:nvPr/>
                </p:nvSpPr>
                <p:spPr bwMode="auto">
                  <a:xfrm flipH="1">
                    <a:off x="4698" y="1100"/>
                    <a:ext cx="313" cy="756"/>
                  </a:xfrm>
                  <a:custGeom>
                    <a:avLst/>
                    <a:gdLst>
                      <a:gd name="T0" fmla="*/ 0 w 717"/>
                      <a:gd name="T1" fmla="*/ 756 h 756"/>
                      <a:gd name="T2" fmla="*/ 4 w 717"/>
                      <a:gd name="T3" fmla="*/ 167 h 756"/>
                      <a:gd name="T4" fmla="*/ 5 w 717"/>
                      <a:gd name="T5" fmla="*/ 384 h 756"/>
                      <a:gd name="T6" fmla="*/ 7 w 717"/>
                      <a:gd name="T7" fmla="*/ 103 h 756"/>
                      <a:gd name="T8" fmla="*/ 10 w 717"/>
                      <a:gd name="T9" fmla="*/ 519 h 756"/>
                      <a:gd name="T10" fmla="*/ 11 w 717"/>
                      <a:gd name="T11" fmla="*/ 487 h 756"/>
                      <a:gd name="T12" fmla="*/ 11 w 717"/>
                      <a:gd name="T13" fmla="*/ 359 h 756"/>
                      <a:gd name="T14" fmla="*/ 14 w 717"/>
                      <a:gd name="T15" fmla="*/ 71 h 756"/>
                      <a:gd name="T16" fmla="*/ 16 w 717"/>
                      <a:gd name="T17" fmla="*/ 244 h 756"/>
                      <a:gd name="T18" fmla="*/ 17 w 717"/>
                      <a:gd name="T19" fmla="*/ 96 h 756"/>
                      <a:gd name="T20" fmla="*/ 18 w 717"/>
                      <a:gd name="T21" fmla="*/ 615 h 756"/>
                      <a:gd name="T22" fmla="*/ 21 w 717"/>
                      <a:gd name="T23" fmla="*/ 397 h 756"/>
                      <a:gd name="T24" fmla="*/ 24 w 717"/>
                      <a:gd name="T25" fmla="*/ 519 h 756"/>
                      <a:gd name="T26" fmla="*/ 25 w 717"/>
                      <a:gd name="T27" fmla="*/ 308 h 756"/>
                      <a:gd name="T28" fmla="*/ 28 w 717"/>
                      <a:gd name="T29" fmla="*/ 442 h 756"/>
                      <a:gd name="T30" fmla="*/ 29 w 717"/>
                      <a:gd name="T31" fmla="*/ 352 h 756"/>
                      <a:gd name="T32" fmla="*/ 30 w 717"/>
                      <a:gd name="T33" fmla="*/ 384 h 756"/>
                      <a:gd name="T34" fmla="*/ 31 w 717"/>
                      <a:gd name="T35" fmla="*/ 135 h 756"/>
                      <a:gd name="T36" fmla="*/ 33 w 717"/>
                      <a:gd name="T37" fmla="*/ 301 h 756"/>
                      <a:gd name="T38" fmla="*/ 32 w 717"/>
                      <a:gd name="T39" fmla="*/ 519 h 756"/>
                      <a:gd name="T40" fmla="*/ 34 w 717"/>
                      <a:gd name="T41" fmla="*/ 679 h 756"/>
                      <a:gd name="T42" fmla="*/ 36 w 717"/>
                      <a:gd name="T43" fmla="*/ 628 h 756"/>
                      <a:gd name="T44" fmla="*/ 37 w 717"/>
                      <a:gd name="T45" fmla="*/ 480 h 756"/>
                      <a:gd name="T46" fmla="*/ 38 w 717"/>
                      <a:gd name="T47" fmla="*/ 391 h 756"/>
                      <a:gd name="T48" fmla="*/ 36 w 717"/>
                      <a:gd name="T49" fmla="*/ 506 h 756"/>
                      <a:gd name="T50" fmla="*/ 38 w 717"/>
                      <a:gd name="T51" fmla="*/ 352 h 756"/>
                      <a:gd name="T52" fmla="*/ 39 w 717"/>
                      <a:gd name="T53" fmla="*/ 455 h 756"/>
                      <a:gd name="T54" fmla="*/ 41 w 717"/>
                      <a:gd name="T55" fmla="*/ 519 h 756"/>
                      <a:gd name="T56" fmla="*/ 43 w 717"/>
                      <a:gd name="T57" fmla="*/ 410 h 756"/>
                      <a:gd name="T58" fmla="*/ 44 w 717"/>
                      <a:gd name="T59" fmla="*/ 186 h 756"/>
                      <a:gd name="T60" fmla="*/ 45 w 717"/>
                      <a:gd name="T61" fmla="*/ 231 h 756"/>
                      <a:gd name="T62" fmla="*/ 48 w 717"/>
                      <a:gd name="T63" fmla="*/ 148 h 756"/>
                      <a:gd name="T64" fmla="*/ 48 w 717"/>
                      <a:gd name="T65" fmla="*/ 301 h 756"/>
                      <a:gd name="T66" fmla="*/ 48 w 717"/>
                      <a:gd name="T67" fmla="*/ 730 h 756"/>
                      <a:gd name="T68" fmla="*/ 54 w 717"/>
                      <a:gd name="T69" fmla="*/ 0 h 756"/>
                      <a:gd name="T70" fmla="*/ 54 w 717"/>
                      <a:gd name="T71" fmla="*/ 250 h 756"/>
                      <a:gd name="T72" fmla="*/ 55 w 717"/>
                      <a:gd name="T73" fmla="*/ 333 h 756"/>
                      <a:gd name="T74" fmla="*/ 57 w 717"/>
                      <a:gd name="T75" fmla="*/ 192 h 756"/>
                      <a:gd name="T76" fmla="*/ 59 w 717"/>
                      <a:gd name="T77" fmla="*/ 340 h 756"/>
                      <a:gd name="T78" fmla="*/ 58 w 717"/>
                      <a:gd name="T79" fmla="*/ 429 h 756"/>
                      <a:gd name="T80" fmla="*/ 60 w 717"/>
                      <a:gd name="T81" fmla="*/ 461 h 756"/>
                      <a:gd name="T82" fmla="*/ 0 60000 65536"/>
                      <a:gd name="T83" fmla="*/ 0 60000 65536"/>
                      <a:gd name="T84" fmla="*/ 0 60000 65536"/>
                      <a:gd name="T85" fmla="*/ 0 60000 65536"/>
                      <a:gd name="T86" fmla="*/ 0 60000 65536"/>
                      <a:gd name="T87" fmla="*/ 0 60000 65536"/>
                      <a:gd name="T88" fmla="*/ 0 60000 65536"/>
                      <a:gd name="T89" fmla="*/ 0 60000 65536"/>
                      <a:gd name="T90" fmla="*/ 0 60000 65536"/>
                      <a:gd name="T91" fmla="*/ 0 60000 65536"/>
                      <a:gd name="T92" fmla="*/ 0 60000 65536"/>
                      <a:gd name="T93" fmla="*/ 0 60000 65536"/>
                      <a:gd name="T94" fmla="*/ 0 60000 65536"/>
                      <a:gd name="T95" fmla="*/ 0 60000 65536"/>
                      <a:gd name="T96" fmla="*/ 0 60000 65536"/>
                      <a:gd name="T97" fmla="*/ 0 60000 65536"/>
                      <a:gd name="T98" fmla="*/ 0 60000 65536"/>
                      <a:gd name="T99" fmla="*/ 0 60000 65536"/>
                      <a:gd name="T100" fmla="*/ 0 60000 65536"/>
                      <a:gd name="T101" fmla="*/ 0 60000 65536"/>
                      <a:gd name="T102" fmla="*/ 0 60000 65536"/>
                      <a:gd name="T103" fmla="*/ 0 60000 65536"/>
                      <a:gd name="T104" fmla="*/ 0 60000 65536"/>
                      <a:gd name="T105" fmla="*/ 0 60000 65536"/>
                      <a:gd name="T106" fmla="*/ 0 60000 65536"/>
                      <a:gd name="T107" fmla="*/ 0 60000 65536"/>
                      <a:gd name="T108" fmla="*/ 0 60000 65536"/>
                      <a:gd name="T109" fmla="*/ 0 60000 65536"/>
                      <a:gd name="T110" fmla="*/ 0 60000 65536"/>
                      <a:gd name="T111" fmla="*/ 0 60000 65536"/>
                      <a:gd name="T112" fmla="*/ 0 60000 65536"/>
                      <a:gd name="T113" fmla="*/ 0 60000 65536"/>
                      <a:gd name="T114" fmla="*/ 0 60000 65536"/>
                      <a:gd name="T115" fmla="*/ 0 60000 65536"/>
                      <a:gd name="T116" fmla="*/ 0 60000 65536"/>
                      <a:gd name="T117" fmla="*/ 0 60000 65536"/>
                      <a:gd name="T118" fmla="*/ 0 60000 65536"/>
                      <a:gd name="T119" fmla="*/ 0 60000 65536"/>
                      <a:gd name="T120" fmla="*/ 0 60000 65536"/>
                      <a:gd name="T121" fmla="*/ 0 60000 65536"/>
                      <a:gd name="T122" fmla="*/ 0 60000 65536"/>
                      <a:gd name="T123" fmla="*/ 0 w 717"/>
                      <a:gd name="T124" fmla="*/ 0 h 756"/>
                      <a:gd name="T125" fmla="*/ 717 w 717"/>
                      <a:gd name="T126" fmla="*/ 756 h 756"/>
                    </a:gdLst>
                    <a:ahLst/>
                    <a:cxnLst>
                      <a:cxn ang="T82">
                        <a:pos x="T0" y="T1"/>
                      </a:cxn>
                      <a:cxn ang="T83">
                        <a:pos x="T2" y="T3"/>
                      </a:cxn>
                      <a:cxn ang="T84">
                        <a:pos x="T4" y="T5"/>
                      </a:cxn>
                      <a:cxn ang="T85">
                        <a:pos x="T6" y="T7"/>
                      </a:cxn>
                      <a:cxn ang="T86">
                        <a:pos x="T8" y="T9"/>
                      </a:cxn>
                      <a:cxn ang="T87">
                        <a:pos x="T10" y="T11"/>
                      </a:cxn>
                      <a:cxn ang="T88">
                        <a:pos x="T12" y="T13"/>
                      </a:cxn>
                      <a:cxn ang="T89">
                        <a:pos x="T14" y="T15"/>
                      </a:cxn>
                      <a:cxn ang="T90">
                        <a:pos x="T16" y="T17"/>
                      </a:cxn>
                      <a:cxn ang="T91">
                        <a:pos x="T18" y="T19"/>
                      </a:cxn>
                      <a:cxn ang="T92">
                        <a:pos x="T20" y="T21"/>
                      </a:cxn>
                      <a:cxn ang="T93">
                        <a:pos x="T22" y="T23"/>
                      </a:cxn>
                      <a:cxn ang="T94">
                        <a:pos x="T24" y="T25"/>
                      </a:cxn>
                      <a:cxn ang="T95">
                        <a:pos x="T26" y="T27"/>
                      </a:cxn>
                      <a:cxn ang="T96">
                        <a:pos x="T28" y="T29"/>
                      </a:cxn>
                      <a:cxn ang="T97">
                        <a:pos x="T30" y="T31"/>
                      </a:cxn>
                      <a:cxn ang="T98">
                        <a:pos x="T32" y="T33"/>
                      </a:cxn>
                      <a:cxn ang="T99">
                        <a:pos x="T34" y="T35"/>
                      </a:cxn>
                      <a:cxn ang="T100">
                        <a:pos x="T36" y="T37"/>
                      </a:cxn>
                      <a:cxn ang="T101">
                        <a:pos x="T38" y="T39"/>
                      </a:cxn>
                      <a:cxn ang="T102">
                        <a:pos x="T40" y="T41"/>
                      </a:cxn>
                      <a:cxn ang="T103">
                        <a:pos x="T42" y="T43"/>
                      </a:cxn>
                      <a:cxn ang="T104">
                        <a:pos x="T44" y="T45"/>
                      </a:cxn>
                      <a:cxn ang="T105">
                        <a:pos x="T46" y="T47"/>
                      </a:cxn>
                      <a:cxn ang="T106">
                        <a:pos x="T48" y="T49"/>
                      </a:cxn>
                      <a:cxn ang="T107">
                        <a:pos x="T50" y="T51"/>
                      </a:cxn>
                      <a:cxn ang="T108">
                        <a:pos x="T52" y="T53"/>
                      </a:cxn>
                      <a:cxn ang="T109">
                        <a:pos x="T54" y="T55"/>
                      </a:cxn>
                      <a:cxn ang="T110">
                        <a:pos x="T56" y="T57"/>
                      </a:cxn>
                      <a:cxn ang="T111">
                        <a:pos x="T58" y="T59"/>
                      </a:cxn>
                      <a:cxn ang="T112">
                        <a:pos x="T60" y="T61"/>
                      </a:cxn>
                      <a:cxn ang="T113">
                        <a:pos x="T62" y="T63"/>
                      </a:cxn>
                      <a:cxn ang="T114">
                        <a:pos x="T64" y="T65"/>
                      </a:cxn>
                      <a:cxn ang="T115">
                        <a:pos x="T66" y="T67"/>
                      </a:cxn>
                      <a:cxn ang="T116">
                        <a:pos x="T68" y="T69"/>
                      </a:cxn>
                      <a:cxn ang="T117">
                        <a:pos x="T70" y="T71"/>
                      </a:cxn>
                      <a:cxn ang="T118">
                        <a:pos x="T72" y="T73"/>
                      </a:cxn>
                      <a:cxn ang="T119">
                        <a:pos x="T74" y="T75"/>
                      </a:cxn>
                      <a:cxn ang="T120">
                        <a:pos x="T76" y="T77"/>
                      </a:cxn>
                      <a:cxn ang="T121">
                        <a:pos x="T78" y="T79"/>
                      </a:cxn>
                      <a:cxn ang="T122">
                        <a:pos x="T80" y="T81"/>
                      </a:cxn>
                    </a:cxnLst>
                    <a:rect l="T123" t="T124" r="T125" b="T126"/>
                    <a:pathLst>
                      <a:path w="717" h="756">
                        <a:moveTo>
                          <a:pt x="0" y="756"/>
                        </a:moveTo>
                        <a:lnTo>
                          <a:pt x="52" y="167"/>
                        </a:lnTo>
                        <a:lnTo>
                          <a:pt x="64" y="384"/>
                        </a:lnTo>
                        <a:lnTo>
                          <a:pt x="90" y="103"/>
                        </a:lnTo>
                        <a:lnTo>
                          <a:pt x="116" y="519"/>
                        </a:lnTo>
                        <a:lnTo>
                          <a:pt x="135" y="487"/>
                        </a:lnTo>
                        <a:lnTo>
                          <a:pt x="135" y="359"/>
                        </a:lnTo>
                        <a:lnTo>
                          <a:pt x="167" y="71"/>
                        </a:lnTo>
                        <a:lnTo>
                          <a:pt x="192" y="244"/>
                        </a:lnTo>
                        <a:lnTo>
                          <a:pt x="205" y="96"/>
                        </a:lnTo>
                        <a:lnTo>
                          <a:pt x="218" y="615"/>
                        </a:lnTo>
                        <a:lnTo>
                          <a:pt x="244" y="397"/>
                        </a:lnTo>
                        <a:lnTo>
                          <a:pt x="282" y="519"/>
                        </a:lnTo>
                        <a:lnTo>
                          <a:pt x="308" y="308"/>
                        </a:lnTo>
                        <a:lnTo>
                          <a:pt x="333" y="442"/>
                        </a:lnTo>
                        <a:lnTo>
                          <a:pt x="346" y="352"/>
                        </a:lnTo>
                        <a:lnTo>
                          <a:pt x="365" y="384"/>
                        </a:lnTo>
                        <a:lnTo>
                          <a:pt x="378" y="135"/>
                        </a:lnTo>
                        <a:lnTo>
                          <a:pt x="391" y="301"/>
                        </a:lnTo>
                        <a:lnTo>
                          <a:pt x="384" y="519"/>
                        </a:lnTo>
                        <a:lnTo>
                          <a:pt x="404" y="679"/>
                        </a:lnTo>
                        <a:lnTo>
                          <a:pt x="429" y="628"/>
                        </a:lnTo>
                        <a:lnTo>
                          <a:pt x="442" y="480"/>
                        </a:lnTo>
                        <a:lnTo>
                          <a:pt x="455" y="391"/>
                        </a:lnTo>
                        <a:lnTo>
                          <a:pt x="436" y="506"/>
                        </a:lnTo>
                        <a:lnTo>
                          <a:pt x="461" y="352"/>
                        </a:lnTo>
                        <a:lnTo>
                          <a:pt x="474" y="455"/>
                        </a:lnTo>
                        <a:lnTo>
                          <a:pt x="493" y="519"/>
                        </a:lnTo>
                        <a:lnTo>
                          <a:pt x="512" y="410"/>
                        </a:lnTo>
                        <a:lnTo>
                          <a:pt x="532" y="186"/>
                        </a:lnTo>
                        <a:lnTo>
                          <a:pt x="544" y="231"/>
                        </a:lnTo>
                        <a:lnTo>
                          <a:pt x="570" y="148"/>
                        </a:lnTo>
                        <a:lnTo>
                          <a:pt x="576" y="301"/>
                        </a:lnTo>
                        <a:lnTo>
                          <a:pt x="576" y="730"/>
                        </a:lnTo>
                        <a:lnTo>
                          <a:pt x="647" y="0"/>
                        </a:lnTo>
                        <a:lnTo>
                          <a:pt x="647" y="250"/>
                        </a:lnTo>
                        <a:lnTo>
                          <a:pt x="660" y="333"/>
                        </a:lnTo>
                        <a:lnTo>
                          <a:pt x="685" y="192"/>
                        </a:lnTo>
                        <a:lnTo>
                          <a:pt x="711" y="340"/>
                        </a:lnTo>
                        <a:lnTo>
                          <a:pt x="698" y="429"/>
                        </a:lnTo>
                        <a:lnTo>
                          <a:pt x="717" y="461"/>
                        </a:lnTo>
                      </a:path>
                    </a:pathLst>
                  </a:custGeom>
                  <a:noFill/>
                  <a:ln w="9525">
                    <a:solidFill>
                      <a:srgbClr val="FF0000"/>
                    </a:solidFill>
                    <a:round/>
                    <a:headEnd/>
                    <a:tailEnd/>
                  </a:ln>
                </p:spPr>
                <p:txBody>
                  <a:bodyPr/>
                  <a:lstStyle/>
                  <a:p>
                    <a:endParaRPr lang="en-GB" sz="1600"/>
                  </a:p>
                </p:txBody>
              </p:sp>
            </p:grpSp>
          </p:grpSp>
          <p:grpSp>
            <p:nvGrpSpPr>
              <p:cNvPr id="28" name="Group 142"/>
              <p:cNvGrpSpPr>
                <a:grpSpLocks/>
              </p:cNvGrpSpPr>
              <p:nvPr/>
            </p:nvGrpSpPr>
            <p:grpSpPr bwMode="auto">
              <a:xfrm>
                <a:off x="3467" y="1842"/>
                <a:ext cx="525" cy="173"/>
                <a:chOff x="3404" y="1080"/>
                <a:chExt cx="1755" cy="819"/>
              </a:xfrm>
            </p:grpSpPr>
            <p:grpSp>
              <p:nvGrpSpPr>
                <p:cNvPr id="29" name="Group 143"/>
                <p:cNvGrpSpPr>
                  <a:grpSpLocks/>
                </p:cNvGrpSpPr>
                <p:nvPr/>
              </p:nvGrpSpPr>
              <p:grpSpPr bwMode="auto">
                <a:xfrm>
                  <a:off x="3404" y="1080"/>
                  <a:ext cx="590" cy="801"/>
                  <a:chOff x="3462" y="1100"/>
                  <a:chExt cx="1549" cy="801"/>
                </a:xfrm>
              </p:grpSpPr>
              <p:sp>
                <p:nvSpPr>
                  <p:cNvPr id="14624" name="Freeform 144"/>
                  <p:cNvSpPr>
                    <a:spLocks/>
                  </p:cNvSpPr>
                  <p:nvPr/>
                </p:nvSpPr>
                <p:spPr bwMode="auto">
                  <a:xfrm>
                    <a:off x="3462" y="1126"/>
                    <a:ext cx="313" cy="756"/>
                  </a:xfrm>
                  <a:custGeom>
                    <a:avLst/>
                    <a:gdLst>
                      <a:gd name="T0" fmla="*/ 0 w 717"/>
                      <a:gd name="T1" fmla="*/ 756 h 756"/>
                      <a:gd name="T2" fmla="*/ 4 w 717"/>
                      <a:gd name="T3" fmla="*/ 167 h 756"/>
                      <a:gd name="T4" fmla="*/ 5 w 717"/>
                      <a:gd name="T5" fmla="*/ 384 h 756"/>
                      <a:gd name="T6" fmla="*/ 7 w 717"/>
                      <a:gd name="T7" fmla="*/ 103 h 756"/>
                      <a:gd name="T8" fmla="*/ 10 w 717"/>
                      <a:gd name="T9" fmla="*/ 519 h 756"/>
                      <a:gd name="T10" fmla="*/ 11 w 717"/>
                      <a:gd name="T11" fmla="*/ 487 h 756"/>
                      <a:gd name="T12" fmla="*/ 11 w 717"/>
                      <a:gd name="T13" fmla="*/ 359 h 756"/>
                      <a:gd name="T14" fmla="*/ 14 w 717"/>
                      <a:gd name="T15" fmla="*/ 71 h 756"/>
                      <a:gd name="T16" fmla="*/ 16 w 717"/>
                      <a:gd name="T17" fmla="*/ 244 h 756"/>
                      <a:gd name="T18" fmla="*/ 17 w 717"/>
                      <a:gd name="T19" fmla="*/ 96 h 756"/>
                      <a:gd name="T20" fmla="*/ 18 w 717"/>
                      <a:gd name="T21" fmla="*/ 615 h 756"/>
                      <a:gd name="T22" fmla="*/ 21 w 717"/>
                      <a:gd name="T23" fmla="*/ 397 h 756"/>
                      <a:gd name="T24" fmla="*/ 24 w 717"/>
                      <a:gd name="T25" fmla="*/ 519 h 756"/>
                      <a:gd name="T26" fmla="*/ 25 w 717"/>
                      <a:gd name="T27" fmla="*/ 308 h 756"/>
                      <a:gd name="T28" fmla="*/ 28 w 717"/>
                      <a:gd name="T29" fmla="*/ 442 h 756"/>
                      <a:gd name="T30" fmla="*/ 29 w 717"/>
                      <a:gd name="T31" fmla="*/ 352 h 756"/>
                      <a:gd name="T32" fmla="*/ 30 w 717"/>
                      <a:gd name="T33" fmla="*/ 384 h 756"/>
                      <a:gd name="T34" fmla="*/ 31 w 717"/>
                      <a:gd name="T35" fmla="*/ 135 h 756"/>
                      <a:gd name="T36" fmla="*/ 33 w 717"/>
                      <a:gd name="T37" fmla="*/ 301 h 756"/>
                      <a:gd name="T38" fmla="*/ 32 w 717"/>
                      <a:gd name="T39" fmla="*/ 519 h 756"/>
                      <a:gd name="T40" fmla="*/ 34 w 717"/>
                      <a:gd name="T41" fmla="*/ 679 h 756"/>
                      <a:gd name="T42" fmla="*/ 36 w 717"/>
                      <a:gd name="T43" fmla="*/ 628 h 756"/>
                      <a:gd name="T44" fmla="*/ 37 w 717"/>
                      <a:gd name="T45" fmla="*/ 480 h 756"/>
                      <a:gd name="T46" fmla="*/ 38 w 717"/>
                      <a:gd name="T47" fmla="*/ 391 h 756"/>
                      <a:gd name="T48" fmla="*/ 36 w 717"/>
                      <a:gd name="T49" fmla="*/ 506 h 756"/>
                      <a:gd name="T50" fmla="*/ 38 w 717"/>
                      <a:gd name="T51" fmla="*/ 352 h 756"/>
                      <a:gd name="T52" fmla="*/ 39 w 717"/>
                      <a:gd name="T53" fmla="*/ 455 h 756"/>
                      <a:gd name="T54" fmla="*/ 41 w 717"/>
                      <a:gd name="T55" fmla="*/ 519 h 756"/>
                      <a:gd name="T56" fmla="*/ 43 w 717"/>
                      <a:gd name="T57" fmla="*/ 410 h 756"/>
                      <a:gd name="T58" fmla="*/ 44 w 717"/>
                      <a:gd name="T59" fmla="*/ 186 h 756"/>
                      <a:gd name="T60" fmla="*/ 45 w 717"/>
                      <a:gd name="T61" fmla="*/ 231 h 756"/>
                      <a:gd name="T62" fmla="*/ 48 w 717"/>
                      <a:gd name="T63" fmla="*/ 148 h 756"/>
                      <a:gd name="T64" fmla="*/ 48 w 717"/>
                      <a:gd name="T65" fmla="*/ 301 h 756"/>
                      <a:gd name="T66" fmla="*/ 48 w 717"/>
                      <a:gd name="T67" fmla="*/ 730 h 756"/>
                      <a:gd name="T68" fmla="*/ 54 w 717"/>
                      <a:gd name="T69" fmla="*/ 0 h 756"/>
                      <a:gd name="T70" fmla="*/ 54 w 717"/>
                      <a:gd name="T71" fmla="*/ 250 h 756"/>
                      <a:gd name="T72" fmla="*/ 55 w 717"/>
                      <a:gd name="T73" fmla="*/ 333 h 756"/>
                      <a:gd name="T74" fmla="*/ 57 w 717"/>
                      <a:gd name="T75" fmla="*/ 192 h 756"/>
                      <a:gd name="T76" fmla="*/ 59 w 717"/>
                      <a:gd name="T77" fmla="*/ 340 h 756"/>
                      <a:gd name="T78" fmla="*/ 58 w 717"/>
                      <a:gd name="T79" fmla="*/ 429 h 756"/>
                      <a:gd name="T80" fmla="*/ 60 w 717"/>
                      <a:gd name="T81" fmla="*/ 461 h 756"/>
                      <a:gd name="T82" fmla="*/ 0 60000 65536"/>
                      <a:gd name="T83" fmla="*/ 0 60000 65536"/>
                      <a:gd name="T84" fmla="*/ 0 60000 65536"/>
                      <a:gd name="T85" fmla="*/ 0 60000 65536"/>
                      <a:gd name="T86" fmla="*/ 0 60000 65536"/>
                      <a:gd name="T87" fmla="*/ 0 60000 65536"/>
                      <a:gd name="T88" fmla="*/ 0 60000 65536"/>
                      <a:gd name="T89" fmla="*/ 0 60000 65536"/>
                      <a:gd name="T90" fmla="*/ 0 60000 65536"/>
                      <a:gd name="T91" fmla="*/ 0 60000 65536"/>
                      <a:gd name="T92" fmla="*/ 0 60000 65536"/>
                      <a:gd name="T93" fmla="*/ 0 60000 65536"/>
                      <a:gd name="T94" fmla="*/ 0 60000 65536"/>
                      <a:gd name="T95" fmla="*/ 0 60000 65536"/>
                      <a:gd name="T96" fmla="*/ 0 60000 65536"/>
                      <a:gd name="T97" fmla="*/ 0 60000 65536"/>
                      <a:gd name="T98" fmla="*/ 0 60000 65536"/>
                      <a:gd name="T99" fmla="*/ 0 60000 65536"/>
                      <a:gd name="T100" fmla="*/ 0 60000 65536"/>
                      <a:gd name="T101" fmla="*/ 0 60000 65536"/>
                      <a:gd name="T102" fmla="*/ 0 60000 65536"/>
                      <a:gd name="T103" fmla="*/ 0 60000 65536"/>
                      <a:gd name="T104" fmla="*/ 0 60000 65536"/>
                      <a:gd name="T105" fmla="*/ 0 60000 65536"/>
                      <a:gd name="T106" fmla="*/ 0 60000 65536"/>
                      <a:gd name="T107" fmla="*/ 0 60000 65536"/>
                      <a:gd name="T108" fmla="*/ 0 60000 65536"/>
                      <a:gd name="T109" fmla="*/ 0 60000 65536"/>
                      <a:gd name="T110" fmla="*/ 0 60000 65536"/>
                      <a:gd name="T111" fmla="*/ 0 60000 65536"/>
                      <a:gd name="T112" fmla="*/ 0 60000 65536"/>
                      <a:gd name="T113" fmla="*/ 0 60000 65536"/>
                      <a:gd name="T114" fmla="*/ 0 60000 65536"/>
                      <a:gd name="T115" fmla="*/ 0 60000 65536"/>
                      <a:gd name="T116" fmla="*/ 0 60000 65536"/>
                      <a:gd name="T117" fmla="*/ 0 60000 65536"/>
                      <a:gd name="T118" fmla="*/ 0 60000 65536"/>
                      <a:gd name="T119" fmla="*/ 0 60000 65536"/>
                      <a:gd name="T120" fmla="*/ 0 60000 65536"/>
                      <a:gd name="T121" fmla="*/ 0 60000 65536"/>
                      <a:gd name="T122" fmla="*/ 0 60000 65536"/>
                      <a:gd name="T123" fmla="*/ 0 w 717"/>
                      <a:gd name="T124" fmla="*/ 0 h 756"/>
                      <a:gd name="T125" fmla="*/ 717 w 717"/>
                      <a:gd name="T126" fmla="*/ 756 h 756"/>
                    </a:gdLst>
                    <a:ahLst/>
                    <a:cxnLst>
                      <a:cxn ang="T82">
                        <a:pos x="T0" y="T1"/>
                      </a:cxn>
                      <a:cxn ang="T83">
                        <a:pos x="T2" y="T3"/>
                      </a:cxn>
                      <a:cxn ang="T84">
                        <a:pos x="T4" y="T5"/>
                      </a:cxn>
                      <a:cxn ang="T85">
                        <a:pos x="T6" y="T7"/>
                      </a:cxn>
                      <a:cxn ang="T86">
                        <a:pos x="T8" y="T9"/>
                      </a:cxn>
                      <a:cxn ang="T87">
                        <a:pos x="T10" y="T11"/>
                      </a:cxn>
                      <a:cxn ang="T88">
                        <a:pos x="T12" y="T13"/>
                      </a:cxn>
                      <a:cxn ang="T89">
                        <a:pos x="T14" y="T15"/>
                      </a:cxn>
                      <a:cxn ang="T90">
                        <a:pos x="T16" y="T17"/>
                      </a:cxn>
                      <a:cxn ang="T91">
                        <a:pos x="T18" y="T19"/>
                      </a:cxn>
                      <a:cxn ang="T92">
                        <a:pos x="T20" y="T21"/>
                      </a:cxn>
                      <a:cxn ang="T93">
                        <a:pos x="T22" y="T23"/>
                      </a:cxn>
                      <a:cxn ang="T94">
                        <a:pos x="T24" y="T25"/>
                      </a:cxn>
                      <a:cxn ang="T95">
                        <a:pos x="T26" y="T27"/>
                      </a:cxn>
                      <a:cxn ang="T96">
                        <a:pos x="T28" y="T29"/>
                      </a:cxn>
                      <a:cxn ang="T97">
                        <a:pos x="T30" y="T31"/>
                      </a:cxn>
                      <a:cxn ang="T98">
                        <a:pos x="T32" y="T33"/>
                      </a:cxn>
                      <a:cxn ang="T99">
                        <a:pos x="T34" y="T35"/>
                      </a:cxn>
                      <a:cxn ang="T100">
                        <a:pos x="T36" y="T37"/>
                      </a:cxn>
                      <a:cxn ang="T101">
                        <a:pos x="T38" y="T39"/>
                      </a:cxn>
                      <a:cxn ang="T102">
                        <a:pos x="T40" y="T41"/>
                      </a:cxn>
                      <a:cxn ang="T103">
                        <a:pos x="T42" y="T43"/>
                      </a:cxn>
                      <a:cxn ang="T104">
                        <a:pos x="T44" y="T45"/>
                      </a:cxn>
                      <a:cxn ang="T105">
                        <a:pos x="T46" y="T47"/>
                      </a:cxn>
                      <a:cxn ang="T106">
                        <a:pos x="T48" y="T49"/>
                      </a:cxn>
                      <a:cxn ang="T107">
                        <a:pos x="T50" y="T51"/>
                      </a:cxn>
                      <a:cxn ang="T108">
                        <a:pos x="T52" y="T53"/>
                      </a:cxn>
                      <a:cxn ang="T109">
                        <a:pos x="T54" y="T55"/>
                      </a:cxn>
                      <a:cxn ang="T110">
                        <a:pos x="T56" y="T57"/>
                      </a:cxn>
                      <a:cxn ang="T111">
                        <a:pos x="T58" y="T59"/>
                      </a:cxn>
                      <a:cxn ang="T112">
                        <a:pos x="T60" y="T61"/>
                      </a:cxn>
                      <a:cxn ang="T113">
                        <a:pos x="T62" y="T63"/>
                      </a:cxn>
                      <a:cxn ang="T114">
                        <a:pos x="T64" y="T65"/>
                      </a:cxn>
                      <a:cxn ang="T115">
                        <a:pos x="T66" y="T67"/>
                      </a:cxn>
                      <a:cxn ang="T116">
                        <a:pos x="T68" y="T69"/>
                      </a:cxn>
                      <a:cxn ang="T117">
                        <a:pos x="T70" y="T71"/>
                      </a:cxn>
                      <a:cxn ang="T118">
                        <a:pos x="T72" y="T73"/>
                      </a:cxn>
                      <a:cxn ang="T119">
                        <a:pos x="T74" y="T75"/>
                      </a:cxn>
                      <a:cxn ang="T120">
                        <a:pos x="T76" y="T77"/>
                      </a:cxn>
                      <a:cxn ang="T121">
                        <a:pos x="T78" y="T79"/>
                      </a:cxn>
                      <a:cxn ang="T122">
                        <a:pos x="T80" y="T81"/>
                      </a:cxn>
                    </a:cxnLst>
                    <a:rect l="T123" t="T124" r="T125" b="T126"/>
                    <a:pathLst>
                      <a:path w="717" h="756">
                        <a:moveTo>
                          <a:pt x="0" y="756"/>
                        </a:moveTo>
                        <a:lnTo>
                          <a:pt x="52" y="167"/>
                        </a:lnTo>
                        <a:lnTo>
                          <a:pt x="64" y="384"/>
                        </a:lnTo>
                        <a:lnTo>
                          <a:pt x="90" y="103"/>
                        </a:lnTo>
                        <a:lnTo>
                          <a:pt x="116" y="519"/>
                        </a:lnTo>
                        <a:lnTo>
                          <a:pt x="135" y="487"/>
                        </a:lnTo>
                        <a:lnTo>
                          <a:pt x="135" y="359"/>
                        </a:lnTo>
                        <a:lnTo>
                          <a:pt x="167" y="71"/>
                        </a:lnTo>
                        <a:lnTo>
                          <a:pt x="192" y="244"/>
                        </a:lnTo>
                        <a:lnTo>
                          <a:pt x="205" y="96"/>
                        </a:lnTo>
                        <a:lnTo>
                          <a:pt x="218" y="615"/>
                        </a:lnTo>
                        <a:lnTo>
                          <a:pt x="244" y="397"/>
                        </a:lnTo>
                        <a:lnTo>
                          <a:pt x="282" y="519"/>
                        </a:lnTo>
                        <a:lnTo>
                          <a:pt x="308" y="308"/>
                        </a:lnTo>
                        <a:lnTo>
                          <a:pt x="333" y="442"/>
                        </a:lnTo>
                        <a:lnTo>
                          <a:pt x="346" y="352"/>
                        </a:lnTo>
                        <a:lnTo>
                          <a:pt x="365" y="384"/>
                        </a:lnTo>
                        <a:lnTo>
                          <a:pt x="378" y="135"/>
                        </a:lnTo>
                        <a:lnTo>
                          <a:pt x="391" y="301"/>
                        </a:lnTo>
                        <a:lnTo>
                          <a:pt x="384" y="519"/>
                        </a:lnTo>
                        <a:lnTo>
                          <a:pt x="404" y="679"/>
                        </a:lnTo>
                        <a:lnTo>
                          <a:pt x="429" y="628"/>
                        </a:lnTo>
                        <a:lnTo>
                          <a:pt x="442" y="480"/>
                        </a:lnTo>
                        <a:lnTo>
                          <a:pt x="455" y="391"/>
                        </a:lnTo>
                        <a:lnTo>
                          <a:pt x="436" y="506"/>
                        </a:lnTo>
                        <a:lnTo>
                          <a:pt x="461" y="352"/>
                        </a:lnTo>
                        <a:lnTo>
                          <a:pt x="474" y="455"/>
                        </a:lnTo>
                        <a:lnTo>
                          <a:pt x="493" y="519"/>
                        </a:lnTo>
                        <a:lnTo>
                          <a:pt x="512" y="410"/>
                        </a:lnTo>
                        <a:lnTo>
                          <a:pt x="532" y="186"/>
                        </a:lnTo>
                        <a:lnTo>
                          <a:pt x="544" y="231"/>
                        </a:lnTo>
                        <a:lnTo>
                          <a:pt x="570" y="148"/>
                        </a:lnTo>
                        <a:lnTo>
                          <a:pt x="576" y="301"/>
                        </a:lnTo>
                        <a:lnTo>
                          <a:pt x="576" y="730"/>
                        </a:lnTo>
                        <a:lnTo>
                          <a:pt x="647" y="0"/>
                        </a:lnTo>
                        <a:lnTo>
                          <a:pt x="647" y="250"/>
                        </a:lnTo>
                        <a:lnTo>
                          <a:pt x="660" y="333"/>
                        </a:lnTo>
                        <a:lnTo>
                          <a:pt x="685" y="192"/>
                        </a:lnTo>
                        <a:lnTo>
                          <a:pt x="711" y="340"/>
                        </a:lnTo>
                        <a:lnTo>
                          <a:pt x="698" y="429"/>
                        </a:lnTo>
                        <a:lnTo>
                          <a:pt x="717" y="461"/>
                        </a:lnTo>
                      </a:path>
                    </a:pathLst>
                  </a:custGeom>
                  <a:noFill/>
                  <a:ln w="9525">
                    <a:solidFill>
                      <a:srgbClr val="FF0000"/>
                    </a:solidFill>
                    <a:round/>
                    <a:headEnd/>
                    <a:tailEnd/>
                  </a:ln>
                </p:spPr>
                <p:txBody>
                  <a:bodyPr/>
                  <a:lstStyle/>
                  <a:p>
                    <a:endParaRPr lang="en-GB" sz="1600"/>
                  </a:p>
                </p:txBody>
              </p:sp>
              <p:sp>
                <p:nvSpPr>
                  <p:cNvPr id="14625" name="Freeform 145"/>
                  <p:cNvSpPr>
                    <a:spLocks/>
                  </p:cNvSpPr>
                  <p:nvPr/>
                </p:nvSpPr>
                <p:spPr bwMode="auto">
                  <a:xfrm flipH="1" flipV="1">
                    <a:off x="3770" y="1145"/>
                    <a:ext cx="313" cy="756"/>
                  </a:xfrm>
                  <a:custGeom>
                    <a:avLst/>
                    <a:gdLst>
                      <a:gd name="T0" fmla="*/ 0 w 717"/>
                      <a:gd name="T1" fmla="*/ 756 h 756"/>
                      <a:gd name="T2" fmla="*/ 4 w 717"/>
                      <a:gd name="T3" fmla="*/ 167 h 756"/>
                      <a:gd name="T4" fmla="*/ 5 w 717"/>
                      <a:gd name="T5" fmla="*/ 384 h 756"/>
                      <a:gd name="T6" fmla="*/ 7 w 717"/>
                      <a:gd name="T7" fmla="*/ 103 h 756"/>
                      <a:gd name="T8" fmla="*/ 10 w 717"/>
                      <a:gd name="T9" fmla="*/ 519 h 756"/>
                      <a:gd name="T10" fmla="*/ 11 w 717"/>
                      <a:gd name="T11" fmla="*/ 487 h 756"/>
                      <a:gd name="T12" fmla="*/ 11 w 717"/>
                      <a:gd name="T13" fmla="*/ 359 h 756"/>
                      <a:gd name="T14" fmla="*/ 14 w 717"/>
                      <a:gd name="T15" fmla="*/ 71 h 756"/>
                      <a:gd name="T16" fmla="*/ 16 w 717"/>
                      <a:gd name="T17" fmla="*/ 244 h 756"/>
                      <a:gd name="T18" fmla="*/ 17 w 717"/>
                      <a:gd name="T19" fmla="*/ 96 h 756"/>
                      <a:gd name="T20" fmla="*/ 18 w 717"/>
                      <a:gd name="T21" fmla="*/ 615 h 756"/>
                      <a:gd name="T22" fmla="*/ 21 w 717"/>
                      <a:gd name="T23" fmla="*/ 397 h 756"/>
                      <a:gd name="T24" fmla="*/ 24 w 717"/>
                      <a:gd name="T25" fmla="*/ 519 h 756"/>
                      <a:gd name="T26" fmla="*/ 25 w 717"/>
                      <a:gd name="T27" fmla="*/ 308 h 756"/>
                      <a:gd name="T28" fmla="*/ 28 w 717"/>
                      <a:gd name="T29" fmla="*/ 442 h 756"/>
                      <a:gd name="T30" fmla="*/ 29 w 717"/>
                      <a:gd name="T31" fmla="*/ 352 h 756"/>
                      <a:gd name="T32" fmla="*/ 30 w 717"/>
                      <a:gd name="T33" fmla="*/ 384 h 756"/>
                      <a:gd name="T34" fmla="*/ 31 w 717"/>
                      <a:gd name="T35" fmla="*/ 135 h 756"/>
                      <a:gd name="T36" fmla="*/ 33 w 717"/>
                      <a:gd name="T37" fmla="*/ 301 h 756"/>
                      <a:gd name="T38" fmla="*/ 32 w 717"/>
                      <a:gd name="T39" fmla="*/ 519 h 756"/>
                      <a:gd name="T40" fmla="*/ 34 w 717"/>
                      <a:gd name="T41" fmla="*/ 679 h 756"/>
                      <a:gd name="T42" fmla="*/ 36 w 717"/>
                      <a:gd name="T43" fmla="*/ 628 h 756"/>
                      <a:gd name="T44" fmla="*/ 37 w 717"/>
                      <a:gd name="T45" fmla="*/ 480 h 756"/>
                      <a:gd name="T46" fmla="*/ 38 w 717"/>
                      <a:gd name="T47" fmla="*/ 391 h 756"/>
                      <a:gd name="T48" fmla="*/ 36 w 717"/>
                      <a:gd name="T49" fmla="*/ 506 h 756"/>
                      <a:gd name="T50" fmla="*/ 38 w 717"/>
                      <a:gd name="T51" fmla="*/ 352 h 756"/>
                      <a:gd name="T52" fmla="*/ 39 w 717"/>
                      <a:gd name="T53" fmla="*/ 455 h 756"/>
                      <a:gd name="T54" fmla="*/ 41 w 717"/>
                      <a:gd name="T55" fmla="*/ 519 h 756"/>
                      <a:gd name="T56" fmla="*/ 43 w 717"/>
                      <a:gd name="T57" fmla="*/ 410 h 756"/>
                      <a:gd name="T58" fmla="*/ 44 w 717"/>
                      <a:gd name="T59" fmla="*/ 186 h 756"/>
                      <a:gd name="T60" fmla="*/ 45 w 717"/>
                      <a:gd name="T61" fmla="*/ 231 h 756"/>
                      <a:gd name="T62" fmla="*/ 48 w 717"/>
                      <a:gd name="T63" fmla="*/ 148 h 756"/>
                      <a:gd name="T64" fmla="*/ 48 w 717"/>
                      <a:gd name="T65" fmla="*/ 301 h 756"/>
                      <a:gd name="T66" fmla="*/ 48 w 717"/>
                      <a:gd name="T67" fmla="*/ 730 h 756"/>
                      <a:gd name="T68" fmla="*/ 54 w 717"/>
                      <a:gd name="T69" fmla="*/ 0 h 756"/>
                      <a:gd name="T70" fmla="*/ 54 w 717"/>
                      <a:gd name="T71" fmla="*/ 250 h 756"/>
                      <a:gd name="T72" fmla="*/ 55 w 717"/>
                      <a:gd name="T73" fmla="*/ 333 h 756"/>
                      <a:gd name="T74" fmla="*/ 57 w 717"/>
                      <a:gd name="T75" fmla="*/ 192 h 756"/>
                      <a:gd name="T76" fmla="*/ 59 w 717"/>
                      <a:gd name="T77" fmla="*/ 340 h 756"/>
                      <a:gd name="T78" fmla="*/ 58 w 717"/>
                      <a:gd name="T79" fmla="*/ 429 h 756"/>
                      <a:gd name="T80" fmla="*/ 60 w 717"/>
                      <a:gd name="T81" fmla="*/ 461 h 756"/>
                      <a:gd name="T82" fmla="*/ 0 60000 65536"/>
                      <a:gd name="T83" fmla="*/ 0 60000 65536"/>
                      <a:gd name="T84" fmla="*/ 0 60000 65536"/>
                      <a:gd name="T85" fmla="*/ 0 60000 65536"/>
                      <a:gd name="T86" fmla="*/ 0 60000 65536"/>
                      <a:gd name="T87" fmla="*/ 0 60000 65536"/>
                      <a:gd name="T88" fmla="*/ 0 60000 65536"/>
                      <a:gd name="T89" fmla="*/ 0 60000 65536"/>
                      <a:gd name="T90" fmla="*/ 0 60000 65536"/>
                      <a:gd name="T91" fmla="*/ 0 60000 65536"/>
                      <a:gd name="T92" fmla="*/ 0 60000 65536"/>
                      <a:gd name="T93" fmla="*/ 0 60000 65536"/>
                      <a:gd name="T94" fmla="*/ 0 60000 65536"/>
                      <a:gd name="T95" fmla="*/ 0 60000 65536"/>
                      <a:gd name="T96" fmla="*/ 0 60000 65536"/>
                      <a:gd name="T97" fmla="*/ 0 60000 65536"/>
                      <a:gd name="T98" fmla="*/ 0 60000 65536"/>
                      <a:gd name="T99" fmla="*/ 0 60000 65536"/>
                      <a:gd name="T100" fmla="*/ 0 60000 65536"/>
                      <a:gd name="T101" fmla="*/ 0 60000 65536"/>
                      <a:gd name="T102" fmla="*/ 0 60000 65536"/>
                      <a:gd name="T103" fmla="*/ 0 60000 65536"/>
                      <a:gd name="T104" fmla="*/ 0 60000 65536"/>
                      <a:gd name="T105" fmla="*/ 0 60000 65536"/>
                      <a:gd name="T106" fmla="*/ 0 60000 65536"/>
                      <a:gd name="T107" fmla="*/ 0 60000 65536"/>
                      <a:gd name="T108" fmla="*/ 0 60000 65536"/>
                      <a:gd name="T109" fmla="*/ 0 60000 65536"/>
                      <a:gd name="T110" fmla="*/ 0 60000 65536"/>
                      <a:gd name="T111" fmla="*/ 0 60000 65536"/>
                      <a:gd name="T112" fmla="*/ 0 60000 65536"/>
                      <a:gd name="T113" fmla="*/ 0 60000 65536"/>
                      <a:gd name="T114" fmla="*/ 0 60000 65536"/>
                      <a:gd name="T115" fmla="*/ 0 60000 65536"/>
                      <a:gd name="T116" fmla="*/ 0 60000 65536"/>
                      <a:gd name="T117" fmla="*/ 0 60000 65536"/>
                      <a:gd name="T118" fmla="*/ 0 60000 65536"/>
                      <a:gd name="T119" fmla="*/ 0 60000 65536"/>
                      <a:gd name="T120" fmla="*/ 0 60000 65536"/>
                      <a:gd name="T121" fmla="*/ 0 60000 65536"/>
                      <a:gd name="T122" fmla="*/ 0 60000 65536"/>
                      <a:gd name="T123" fmla="*/ 0 w 717"/>
                      <a:gd name="T124" fmla="*/ 0 h 756"/>
                      <a:gd name="T125" fmla="*/ 717 w 717"/>
                      <a:gd name="T126" fmla="*/ 756 h 756"/>
                    </a:gdLst>
                    <a:ahLst/>
                    <a:cxnLst>
                      <a:cxn ang="T82">
                        <a:pos x="T0" y="T1"/>
                      </a:cxn>
                      <a:cxn ang="T83">
                        <a:pos x="T2" y="T3"/>
                      </a:cxn>
                      <a:cxn ang="T84">
                        <a:pos x="T4" y="T5"/>
                      </a:cxn>
                      <a:cxn ang="T85">
                        <a:pos x="T6" y="T7"/>
                      </a:cxn>
                      <a:cxn ang="T86">
                        <a:pos x="T8" y="T9"/>
                      </a:cxn>
                      <a:cxn ang="T87">
                        <a:pos x="T10" y="T11"/>
                      </a:cxn>
                      <a:cxn ang="T88">
                        <a:pos x="T12" y="T13"/>
                      </a:cxn>
                      <a:cxn ang="T89">
                        <a:pos x="T14" y="T15"/>
                      </a:cxn>
                      <a:cxn ang="T90">
                        <a:pos x="T16" y="T17"/>
                      </a:cxn>
                      <a:cxn ang="T91">
                        <a:pos x="T18" y="T19"/>
                      </a:cxn>
                      <a:cxn ang="T92">
                        <a:pos x="T20" y="T21"/>
                      </a:cxn>
                      <a:cxn ang="T93">
                        <a:pos x="T22" y="T23"/>
                      </a:cxn>
                      <a:cxn ang="T94">
                        <a:pos x="T24" y="T25"/>
                      </a:cxn>
                      <a:cxn ang="T95">
                        <a:pos x="T26" y="T27"/>
                      </a:cxn>
                      <a:cxn ang="T96">
                        <a:pos x="T28" y="T29"/>
                      </a:cxn>
                      <a:cxn ang="T97">
                        <a:pos x="T30" y="T31"/>
                      </a:cxn>
                      <a:cxn ang="T98">
                        <a:pos x="T32" y="T33"/>
                      </a:cxn>
                      <a:cxn ang="T99">
                        <a:pos x="T34" y="T35"/>
                      </a:cxn>
                      <a:cxn ang="T100">
                        <a:pos x="T36" y="T37"/>
                      </a:cxn>
                      <a:cxn ang="T101">
                        <a:pos x="T38" y="T39"/>
                      </a:cxn>
                      <a:cxn ang="T102">
                        <a:pos x="T40" y="T41"/>
                      </a:cxn>
                      <a:cxn ang="T103">
                        <a:pos x="T42" y="T43"/>
                      </a:cxn>
                      <a:cxn ang="T104">
                        <a:pos x="T44" y="T45"/>
                      </a:cxn>
                      <a:cxn ang="T105">
                        <a:pos x="T46" y="T47"/>
                      </a:cxn>
                      <a:cxn ang="T106">
                        <a:pos x="T48" y="T49"/>
                      </a:cxn>
                      <a:cxn ang="T107">
                        <a:pos x="T50" y="T51"/>
                      </a:cxn>
                      <a:cxn ang="T108">
                        <a:pos x="T52" y="T53"/>
                      </a:cxn>
                      <a:cxn ang="T109">
                        <a:pos x="T54" y="T55"/>
                      </a:cxn>
                      <a:cxn ang="T110">
                        <a:pos x="T56" y="T57"/>
                      </a:cxn>
                      <a:cxn ang="T111">
                        <a:pos x="T58" y="T59"/>
                      </a:cxn>
                      <a:cxn ang="T112">
                        <a:pos x="T60" y="T61"/>
                      </a:cxn>
                      <a:cxn ang="T113">
                        <a:pos x="T62" y="T63"/>
                      </a:cxn>
                      <a:cxn ang="T114">
                        <a:pos x="T64" y="T65"/>
                      </a:cxn>
                      <a:cxn ang="T115">
                        <a:pos x="T66" y="T67"/>
                      </a:cxn>
                      <a:cxn ang="T116">
                        <a:pos x="T68" y="T69"/>
                      </a:cxn>
                      <a:cxn ang="T117">
                        <a:pos x="T70" y="T71"/>
                      </a:cxn>
                      <a:cxn ang="T118">
                        <a:pos x="T72" y="T73"/>
                      </a:cxn>
                      <a:cxn ang="T119">
                        <a:pos x="T74" y="T75"/>
                      </a:cxn>
                      <a:cxn ang="T120">
                        <a:pos x="T76" y="T77"/>
                      </a:cxn>
                      <a:cxn ang="T121">
                        <a:pos x="T78" y="T79"/>
                      </a:cxn>
                      <a:cxn ang="T122">
                        <a:pos x="T80" y="T81"/>
                      </a:cxn>
                    </a:cxnLst>
                    <a:rect l="T123" t="T124" r="T125" b="T126"/>
                    <a:pathLst>
                      <a:path w="717" h="756">
                        <a:moveTo>
                          <a:pt x="0" y="756"/>
                        </a:moveTo>
                        <a:lnTo>
                          <a:pt x="52" y="167"/>
                        </a:lnTo>
                        <a:lnTo>
                          <a:pt x="64" y="384"/>
                        </a:lnTo>
                        <a:lnTo>
                          <a:pt x="90" y="103"/>
                        </a:lnTo>
                        <a:lnTo>
                          <a:pt x="116" y="519"/>
                        </a:lnTo>
                        <a:lnTo>
                          <a:pt x="135" y="487"/>
                        </a:lnTo>
                        <a:lnTo>
                          <a:pt x="135" y="359"/>
                        </a:lnTo>
                        <a:lnTo>
                          <a:pt x="167" y="71"/>
                        </a:lnTo>
                        <a:lnTo>
                          <a:pt x="192" y="244"/>
                        </a:lnTo>
                        <a:lnTo>
                          <a:pt x="205" y="96"/>
                        </a:lnTo>
                        <a:lnTo>
                          <a:pt x="218" y="615"/>
                        </a:lnTo>
                        <a:lnTo>
                          <a:pt x="244" y="397"/>
                        </a:lnTo>
                        <a:lnTo>
                          <a:pt x="282" y="519"/>
                        </a:lnTo>
                        <a:lnTo>
                          <a:pt x="308" y="308"/>
                        </a:lnTo>
                        <a:lnTo>
                          <a:pt x="333" y="442"/>
                        </a:lnTo>
                        <a:lnTo>
                          <a:pt x="346" y="352"/>
                        </a:lnTo>
                        <a:lnTo>
                          <a:pt x="365" y="384"/>
                        </a:lnTo>
                        <a:lnTo>
                          <a:pt x="378" y="135"/>
                        </a:lnTo>
                        <a:lnTo>
                          <a:pt x="391" y="301"/>
                        </a:lnTo>
                        <a:lnTo>
                          <a:pt x="384" y="519"/>
                        </a:lnTo>
                        <a:lnTo>
                          <a:pt x="404" y="679"/>
                        </a:lnTo>
                        <a:lnTo>
                          <a:pt x="429" y="628"/>
                        </a:lnTo>
                        <a:lnTo>
                          <a:pt x="442" y="480"/>
                        </a:lnTo>
                        <a:lnTo>
                          <a:pt x="455" y="391"/>
                        </a:lnTo>
                        <a:lnTo>
                          <a:pt x="436" y="506"/>
                        </a:lnTo>
                        <a:lnTo>
                          <a:pt x="461" y="352"/>
                        </a:lnTo>
                        <a:lnTo>
                          <a:pt x="474" y="455"/>
                        </a:lnTo>
                        <a:lnTo>
                          <a:pt x="493" y="519"/>
                        </a:lnTo>
                        <a:lnTo>
                          <a:pt x="512" y="410"/>
                        </a:lnTo>
                        <a:lnTo>
                          <a:pt x="532" y="186"/>
                        </a:lnTo>
                        <a:lnTo>
                          <a:pt x="544" y="231"/>
                        </a:lnTo>
                        <a:lnTo>
                          <a:pt x="570" y="148"/>
                        </a:lnTo>
                        <a:lnTo>
                          <a:pt x="576" y="301"/>
                        </a:lnTo>
                        <a:lnTo>
                          <a:pt x="576" y="730"/>
                        </a:lnTo>
                        <a:lnTo>
                          <a:pt x="647" y="0"/>
                        </a:lnTo>
                        <a:lnTo>
                          <a:pt x="647" y="250"/>
                        </a:lnTo>
                        <a:lnTo>
                          <a:pt x="660" y="333"/>
                        </a:lnTo>
                        <a:lnTo>
                          <a:pt x="685" y="192"/>
                        </a:lnTo>
                        <a:lnTo>
                          <a:pt x="711" y="340"/>
                        </a:lnTo>
                        <a:lnTo>
                          <a:pt x="698" y="429"/>
                        </a:lnTo>
                        <a:lnTo>
                          <a:pt x="717" y="461"/>
                        </a:lnTo>
                      </a:path>
                    </a:pathLst>
                  </a:custGeom>
                  <a:noFill/>
                  <a:ln w="9525">
                    <a:solidFill>
                      <a:srgbClr val="FF0000"/>
                    </a:solidFill>
                    <a:round/>
                    <a:headEnd/>
                    <a:tailEnd/>
                  </a:ln>
                </p:spPr>
                <p:txBody>
                  <a:bodyPr/>
                  <a:lstStyle/>
                  <a:p>
                    <a:endParaRPr lang="en-GB" sz="1600"/>
                  </a:p>
                </p:txBody>
              </p:sp>
              <p:sp>
                <p:nvSpPr>
                  <p:cNvPr id="14626" name="Freeform 146"/>
                  <p:cNvSpPr>
                    <a:spLocks/>
                  </p:cNvSpPr>
                  <p:nvPr/>
                </p:nvSpPr>
                <p:spPr bwMode="auto">
                  <a:xfrm flipH="1">
                    <a:off x="4077" y="1119"/>
                    <a:ext cx="313" cy="756"/>
                  </a:xfrm>
                  <a:custGeom>
                    <a:avLst/>
                    <a:gdLst>
                      <a:gd name="T0" fmla="*/ 0 w 717"/>
                      <a:gd name="T1" fmla="*/ 756 h 756"/>
                      <a:gd name="T2" fmla="*/ 4 w 717"/>
                      <a:gd name="T3" fmla="*/ 167 h 756"/>
                      <a:gd name="T4" fmla="*/ 5 w 717"/>
                      <a:gd name="T5" fmla="*/ 384 h 756"/>
                      <a:gd name="T6" fmla="*/ 7 w 717"/>
                      <a:gd name="T7" fmla="*/ 103 h 756"/>
                      <a:gd name="T8" fmla="*/ 10 w 717"/>
                      <a:gd name="T9" fmla="*/ 519 h 756"/>
                      <a:gd name="T10" fmla="*/ 11 w 717"/>
                      <a:gd name="T11" fmla="*/ 487 h 756"/>
                      <a:gd name="T12" fmla="*/ 11 w 717"/>
                      <a:gd name="T13" fmla="*/ 359 h 756"/>
                      <a:gd name="T14" fmla="*/ 14 w 717"/>
                      <a:gd name="T15" fmla="*/ 71 h 756"/>
                      <a:gd name="T16" fmla="*/ 16 w 717"/>
                      <a:gd name="T17" fmla="*/ 244 h 756"/>
                      <a:gd name="T18" fmla="*/ 17 w 717"/>
                      <a:gd name="T19" fmla="*/ 96 h 756"/>
                      <a:gd name="T20" fmla="*/ 18 w 717"/>
                      <a:gd name="T21" fmla="*/ 615 h 756"/>
                      <a:gd name="T22" fmla="*/ 21 w 717"/>
                      <a:gd name="T23" fmla="*/ 397 h 756"/>
                      <a:gd name="T24" fmla="*/ 24 w 717"/>
                      <a:gd name="T25" fmla="*/ 519 h 756"/>
                      <a:gd name="T26" fmla="*/ 25 w 717"/>
                      <a:gd name="T27" fmla="*/ 308 h 756"/>
                      <a:gd name="T28" fmla="*/ 28 w 717"/>
                      <a:gd name="T29" fmla="*/ 442 h 756"/>
                      <a:gd name="T30" fmla="*/ 29 w 717"/>
                      <a:gd name="T31" fmla="*/ 352 h 756"/>
                      <a:gd name="T32" fmla="*/ 30 w 717"/>
                      <a:gd name="T33" fmla="*/ 384 h 756"/>
                      <a:gd name="T34" fmla="*/ 31 w 717"/>
                      <a:gd name="T35" fmla="*/ 135 h 756"/>
                      <a:gd name="T36" fmla="*/ 33 w 717"/>
                      <a:gd name="T37" fmla="*/ 301 h 756"/>
                      <a:gd name="T38" fmla="*/ 32 w 717"/>
                      <a:gd name="T39" fmla="*/ 519 h 756"/>
                      <a:gd name="T40" fmla="*/ 34 w 717"/>
                      <a:gd name="T41" fmla="*/ 679 h 756"/>
                      <a:gd name="T42" fmla="*/ 36 w 717"/>
                      <a:gd name="T43" fmla="*/ 628 h 756"/>
                      <a:gd name="T44" fmla="*/ 37 w 717"/>
                      <a:gd name="T45" fmla="*/ 480 h 756"/>
                      <a:gd name="T46" fmla="*/ 38 w 717"/>
                      <a:gd name="T47" fmla="*/ 391 h 756"/>
                      <a:gd name="T48" fmla="*/ 36 w 717"/>
                      <a:gd name="T49" fmla="*/ 506 h 756"/>
                      <a:gd name="T50" fmla="*/ 38 w 717"/>
                      <a:gd name="T51" fmla="*/ 352 h 756"/>
                      <a:gd name="T52" fmla="*/ 39 w 717"/>
                      <a:gd name="T53" fmla="*/ 455 h 756"/>
                      <a:gd name="T54" fmla="*/ 41 w 717"/>
                      <a:gd name="T55" fmla="*/ 519 h 756"/>
                      <a:gd name="T56" fmla="*/ 43 w 717"/>
                      <a:gd name="T57" fmla="*/ 410 h 756"/>
                      <a:gd name="T58" fmla="*/ 44 w 717"/>
                      <a:gd name="T59" fmla="*/ 186 h 756"/>
                      <a:gd name="T60" fmla="*/ 45 w 717"/>
                      <a:gd name="T61" fmla="*/ 231 h 756"/>
                      <a:gd name="T62" fmla="*/ 48 w 717"/>
                      <a:gd name="T63" fmla="*/ 148 h 756"/>
                      <a:gd name="T64" fmla="*/ 48 w 717"/>
                      <a:gd name="T65" fmla="*/ 301 h 756"/>
                      <a:gd name="T66" fmla="*/ 48 w 717"/>
                      <a:gd name="T67" fmla="*/ 730 h 756"/>
                      <a:gd name="T68" fmla="*/ 54 w 717"/>
                      <a:gd name="T69" fmla="*/ 0 h 756"/>
                      <a:gd name="T70" fmla="*/ 54 w 717"/>
                      <a:gd name="T71" fmla="*/ 250 h 756"/>
                      <a:gd name="T72" fmla="*/ 55 w 717"/>
                      <a:gd name="T73" fmla="*/ 333 h 756"/>
                      <a:gd name="T74" fmla="*/ 57 w 717"/>
                      <a:gd name="T75" fmla="*/ 192 h 756"/>
                      <a:gd name="T76" fmla="*/ 59 w 717"/>
                      <a:gd name="T77" fmla="*/ 340 h 756"/>
                      <a:gd name="T78" fmla="*/ 58 w 717"/>
                      <a:gd name="T79" fmla="*/ 429 h 756"/>
                      <a:gd name="T80" fmla="*/ 60 w 717"/>
                      <a:gd name="T81" fmla="*/ 461 h 756"/>
                      <a:gd name="T82" fmla="*/ 0 60000 65536"/>
                      <a:gd name="T83" fmla="*/ 0 60000 65536"/>
                      <a:gd name="T84" fmla="*/ 0 60000 65536"/>
                      <a:gd name="T85" fmla="*/ 0 60000 65536"/>
                      <a:gd name="T86" fmla="*/ 0 60000 65536"/>
                      <a:gd name="T87" fmla="*/ 0 60000 65536"/>
                      <a:gd name="T88" fmla="*/ 0 60000 65536"/>
                      <a:gd name="T89" fmla="*/ 0 60000 65536"/>
                      <a:gd name="T90" fmla="*/ 0 60000 65536"/>
                      <a:gd name="T91" fmla="*/ 0 60000 65536"/>
                      <a:gd name="T92" fmla="*/ 0 60000 65536"/>
                      <a:gd name="T93" fmla="*/ 0 60000 65536"/>
                      <a:gd name="T94" fmla="*/ 0 60000 65536"/>
                      <a:gd name="T95" fmla="*/ 0 60000 65536"/>
                      <a:gd name="T96" fmla="*/ 0 60000 65536"/>
                      <a:gd name="T97" fmla="*/ 0 60000 65536"/>
                      <a:gd name="T98" fmla="*/ 0 60000 65536"/>
                      <a:gd name="T99" fmla="*/ 0 60000 65536"/>
                      <a:gd name="T100" fmla="*/ 0 60000 65536"/>
                      <a:gd name="T101" fmla="*/ 0 60000 65536"/>
                      <a:gd name="T102" fmla="*/ 0 60000 65536"/>
                      <a:gd name="T103" fmla="*/ 0 60000 65536"/>
                      <a:gd name="T104" fmla="*/ 0 60000 65536"/>
                      <a:gd name="T105" fmla="*/ 0 60000 65536"/>
                      <a:gd name="T106" fmla="*/ 0 60000 65536"/>
                      <a:gd name="T107" fmla="*/ 0 60000 65536"/>
                      <a:gd name="T108" fmla="*/ 0 60000 65536"/>
                      <a:gd name="T109" fmla="*/ 0 60000 65536"/>
                      <a:gd name="T110" fmla="*/ 0 60000 65536"/>
                      <a:gd name="T111" fmla="*/ 0 60000 65536"/>
                      <a:gd name="T112" fmla="*/ 0 60000 65536"/>
                      <a:gd name="T113" fmla="*/ 0 60000 65536"/>
                      <a:gd name="T114" fmla="*/ 0 60000 65536"/>
                      <a:gd name="T115" fmla="*/ 0 60000 65536"/>
                      <a:gd name="T116" fmla="*/ 0 60000 65536"/>
                      <a:gd name="T117" fmla="*/ 0 60000 65536"/>
                      <a:gd name="T118" fmla="*/ 0 60000 65536"/>
                      <a:gd name="T119" fmla="*/ 0 60000 65536"/>
                      <a:gd name="T120" fmla="*/ 0 60000 65536"/>
                      <a:gd name="T121" fmla="*/ 0 60000 65536"/>
                      <a:gd name="T122" fmla="*/ 0 60000 65536"/>
                      <a:gd name="T123" fmla="*/ 0 w 717"/>
                      <a:gd name="T124" fmla="*/ 0 h 756"/>
                      <a:gd name="T125" fmla="*/ 717 w 717"/>
                      <a:gd name="T126" fmla="*/ 756 h 756"/>
                    </a:gdLst>
                    <a:ahLst/>
                    <a:cxnLst>
                      <a:cxn ang="T82">
                        <a:pos x="T0" y="T1"/>
                      </a:cxn>
                      <a:cxn ang="T83">
                        <a:pos x="T2" y="T3"/>
                      </a:cxn>
                      <a:cxn ang="T84">
                        <a:pos x="T4" y="T5"/>
                      </a:cxn>
                      <a:cxn ang="T85">
                        <a:pos x="T6" y="T7"/>
                      </a:cxn>
                      <a:cxn ang="T86">
                        <a:pos x="T8" y="T9"/>
                      </a:cxn>
                      <a:cxn ang="T87">
                        <a:pos x="T10" y="T11"/>
                      </a:cxn>
                      <a:cxn ang="T88">
                        <a:pos x="T12" y="T13"/>
                      </a:cxn>
                      <a:cxn ang="T89">
                        <a:pos x="T14" y="T15"/>
                      </a:cxn>
                      <a:cxn ang="T90">
                        <a:pos x="T16" y="T17"/>
                      </a:cxn>
                      <a:cxn ang="T91">
                        <a:pos x="T18" y="T19"/>
                      </a:cxn>
                      <a:cxn ang="T92">
                        <a:pos x="T20" y="T21"/>
                      </a:cxn>
                      <a:cxn ang="T93">
                        <a:pos x="T22" y="T23"/>
                      </a:cxn>
                      <a:cxn ang="T94">
                        <a:pos x="T24" y="T25"/>
                      </a:cxn>
                      <a:cxn ang="T95">
                        <a:pos x="T26" y="T27"/>
                      </a:cxn>
                      <a:cxn ang="T96">
                        <a:pos x="T28" y="T29"/>
                      </a:cxn>
                      <a:cxn ang="T97">
                        <a:pos x="T30" y="T31"/>
                      </a:cxn>
                      <a:cxn ang="T98">
                        <a:pos x="T32" y="T33"/>
                      </a:cxn>
                      <a:cxn ang="T99">
                        <a:pos x="T34" y="T35"/>
                      </a:cxn>
                      <a:cxn ang="T100">
                        <a:pos x="T36" y="T37"/>
                      </a:cxn>
                      <a:cxn ang="T101">
                        <a:pos x="T38" y="T39"/>
                      </a:cxn>
                      <a:cxn ang="T102">
                        <a:pos x="T40" y="T41"/>
                      </a:cxn>
                      <a:cxn ang="T103">
                        <a:pos x="T42" y="T43"/>
                      </a:cxn>
                      <a:cxn ang="T104">
                        <a:pos x="T44" y="T45"/>
                      </a:cxn>
                      <a:cxn ang="T105">
                        <a:pos x="T46" y="T47"/>
                      </a:cxn>
                      <a:cxn ang="T106">
                        <a:pos x="T48" y="T49"/>
                      </a:cxn>
                      <a:cxn ang="T107">
                        <a:pos x="T50" y="T51"/>
                      </a:cxn>
                      <a:cxn ang="T108">
                        <a:pos x="T52" y="T53"/>
                      </a:cxn>
                      <a:cxn ang="T109">
                        <a:pos x="T54" y="T55"/>
                      </a:cxn>
                      <a:cxn ang="T110">
                        <a:pos x="T56" y="T57"/>
                      </a:cxn>
                      <a:cxn ang="T111">
                        <a:pos x="T58" y="T59"/>
                      </a:cxn>
                      <a:cxn ang="T112">
                        <a:pos x="T60" y="T61"/>
                      </a:cxn>
                      <a:cxn ang="T113">
                        <a:pos x="T62" y="T63"/>
                      </a:cxn>
                      <a:cxn ang="T114">
                        <a:pos x="T64" y="T65"/>
                      </a:cxn>
                      <a:cxn ang="T115">
                        <a:pos x="T66" y="T67"/>
                      </a:cxn>
                      <a:cxn ang="T116">
                        <a:pos x="T68" y="T69"/>
                      </a:cxn>
                      <a:cxn ang="T117">
                        <a:pos x="T70" y="T71"/>
                      </a:cxn>
                      <a:cxn ang="T118">
                        <a:pos x="T72" y="T73"/>
                      </a:cxn>
                      <a:cxn ang="T119">
                        <a:pos x="T74" y="T75"/>
                      </a:cxn>
                      <a:cxn ang="T120">
                        <a:pos x="T76" y="T77"/>
                      </a:cxn>
                      <a:cxn ang="T121">
                        <a:pos x="T78" y="T79"/>
                      </a:cxn>
                      <a:cxn ang="T122">
                        <a:pos x="T80" y="T81"/>
                      </a:cxn>
                    </a:cxnLst>
                    <a:rect l="T123" t="T124" r="T125" b="T126"/>
                    <a:pathLst>
                      <a:path w="717" h="756">
                        <a:moveTo>
                          <a:pt x="0" y="756"/>
                        </a:moveTo>
                        <a:lnTo>
                          <a:pt x="52" y="167"/>
                        </a:lnTo>
                        <a:lnTo>
                          <a:pt x="64" y="384"/>
                        </a:lnTo>
                        <a:lnTo>
                          <a:pt x="90" y="103"/>
                        </a:lnTo>
                        <a:lnTo>
                          <a:pt x="116" y="519"/>
                        </a:lnTo>
                        <a:lnTo>
                          <a:pt x="135" y="487"/>
                        </a:lnTo>
                        <a:lnTo>
                          <a:pt x="135" y="359"/>
                        </a:lnTo>
                        <a:lnTo>
                          <a:pt x="167" y="71"/>
                        </a:lnTo>
                        <a:lnTo>
                          <a:pt x="192" y="244"/>
                        </a:lnTo>
                        <a:lnTo>
                          <a:pt x="205" y="96"/>
                        </a:lnTo>
                        <a:lnTo>
                          <a:pt x="218" y="615"/>
                        </a:lnTo>
                        <a:lnTo>
                          <a:pt x="244" y="397"/>
                        </a:lnTo>
                        <a:lnTo>
                          <a:pt x="282" y="519"/>
                        </a:lnTo>
                        <a:lnTo>
                          <a:pt x="308" y="308"/>
                        </a:lnTo>
                        <a:lnTo>
                          <a:pt x="333" y="442"/>
                        </a:lnTo>
                        <a:lnTo>
                          <a:pt x="346" y="352"/>
                        </a:lnTo>
                        <a:lnTo>
                          <a:pt x="365" y="384"/>
                        </a:lnTo>
                        <a:lnTo>
                          <a:pt x="378" y="135"/>
                        </a:lnTo>
                        <a:lnTo>
                          <a:pt x="391" y="301"/>
                        </a:lnTo>
                        <a:lnTo>
                          <a:pt x="384" y="519"/>
                        </a:lnTo>
                        <a:lnTo>
                          <a:pt x="404" y="679"/>
                        </a:lnTo>
                        <a:lnTo>
                          <a:pt x="429" y="628"/>
                        </a:lnTo>
                        <a:lnTo>
                          <a:pt x="442" y="480"/>
                        </a:lnTo>
                        <a:lnTo>
                          <a:pt x="455" y="391"/>
                        </a:lnTo>
                        <a:lnTo>
                          <a:pt x="436" y="506"/>
                        </a:lnTo>
                        <a:lnTo>
                          <a:pt x="461" y="352"/>
                        </a:lnTo>
                        <a:lnTo>
                          <a:pt x="474" y="455"/>
                        </a:lnTo>
                        <a:lnTo>
                          <a:pt x="493" y="519"/>
                        </a:lnTo>
                        <a:lnTo>
                          <a:pt x="512" y="410"/>
                        </a:lnTo>
                        <a:lnTo>
                          <a:pt x="532" y="186"/>
                        </a:lnTo>
                        <a:lnTo>
                          <a:pt x="544" y="231"/>
                        </a:lnTo>
                        <a:lnTo>
                          <a:pt x="570" y="148"/>
                        </a:lnTo>
                        <a:lnTo>
                          <a:pt x="576" y="301"/>
                        </a:lnTo>
                        <a:lnTo>
                          <a:pt x="576" y="730"/>
                        </a:lnTo>
                        <a:lnTo>
                          <a:pt x="647" y="0"/>
                        </a:lnTo>
                        <a:lnTo>
                          <a:pt x="647" y="250"/>
                        </a:lnTo>
                        <a:lnTo>
                          <a:pt x="660" y="333"/>
                        </a:lnTo>
                        <a:lnTo>
                          <a:pt x="685" y="192"/>
                        </a:lnTo>
                        <a:lnTo>
                          <a:pt x="711" y="340"/>
                        </a:lnTo>
                        <a:lnTo>
                          <a:pt x="698" y="429"/>
                        </a:lnTo>
                        <a:lnTo>
                          <a:pt x="717" y="461"/>
                        </a:lnTo>
                      </a:path>
                    </a:pathLst>
                  </a:custGeom>
                  <a:noFill/>
                  <a:ln w="9525">
                    <a:solidFill>
                      <a:srgbClr val="FF0000"/>
                    </a:solidFill>
                    <a:round/>
                    <a:headEnd/>
                    <a:tailEnd/>
                  </a:ln>
                </p:spPr>
                <p:txBody>
                  <a:bodyPr/>
                  <a:lstStyle/>
                  <a:p>
                    <a:endParaRPr lang="en-GB" sz="1600"/>
                  </a:p>
                </p:txBody>
              </p:sp>
              <p:sp>
                <p:nvSpPr>
                  <p:cNvPr id="14627" name="Freeform 147"/>
                  <p:cNvSpPr>
                    <a:spLocks/>
                  </p:cNvSpPr>
                  <p:nvPr/>
                </p:nvSpPr>
                <p:spPr bwMode="auto">
                  <a:xfrm flipV="1">
                    <a:off x="4385" y="1138"/>
                    <a:ext cx="313" cy="756"/>
                  </a:xfrm>
                  <a:custGeom>
                    <a:avLst/>
                    <a:gdLst>
                      <a:gd name="T0" fmla="*/ 0 w 717"/>
                      <a:gd name="T1" fmla="*/ 756 h 756"/>
                      <a:gd name="T2" fmla="*/ 4 w 717"/>
                      <a:gd name="T3" fmla="*/ 167 h 756"/>
                      <a:gd name="T4" fmla="*/ 5 w 717"/>
                      <a:gd name="T5" fmla="*/ 384 h 756"/>
                      <a:gd name="T6" fmla="*/ 7 w 717"/>
                      <a:gd name="T7" fmla="*/ 103 h 756"/>
                      <a:gd name="T8" fmla="*/ 10 w 717"/>
                      <a:gd name="T9" fmla="*/ 519 h 756"/>
                      <a:gd name="T10" fmla="*/ 11 w 717"/>
                      <a:gd name="T11" fmla="*/ 487 h 756"/>
                      <a:gd name="T12" fmla="*/ 11 w 717"/>
                      <a:gd name="T13" fmla="*/ 359 h 756"/>
                      <a:gd name="T14" fmla="*/ 14 w 717"/>
                      <a:gd name="T15" fmla="*/ 71 h 756"/>
                      <a:gd name="T16" fmla="*/ 16 w 717"/>
                      <a:gd name="T17" fmla="*/ 244 h 756"/>
                      <a:gd name="T18" fmla="*/ 17 w 717"/>
                      <a:gd name="T19" fmla="*/ 96 h 756"/>
                      <a:gd name="T20" fmla="*/ 18 w 717"/>
                      <a:gd name="T21" fmla="*/ 615 h 756"/>
                      <a:gd name="T22" fmla="*/ 21 w 717"/>
                      <a:gd name="T23" fmla="*/ 397 h 756"/>
                      <a:gd name="T24" fmla="*/ 24 w 717"/>
                      <a:gd name="T25" fmla="*/ 519 h 756"/>
                      <a:gd name="T26" fmla="*/ 25 w 717"/>
                      <a:gd name="T27" fmla="*/ 308 h 756"/>
                      <a:gd name="T28" fmla="*/ 28 w 717"/>
                      <a:gd name="T29" fmla="*/ 442 h 756"/>
                      <a:gd name="T30" fmla="*/ 29 w 717"/>
                      <a:gd name="T31" fmla="*/ 352 h 756"/>
                      <a:gd name="T32" fmla="*/ 30 w 717"/>
                      <a:gd name="T33" fmla="*/ 384 h 756"/>
                      <a:gd name="T34" fmla="*/ 31 w 717"/>
                      <a:gd name="T35" fmla="*/ 135 h 756"/>
                      <a:gd name="T36" fmla="*/ 33 w 717"/>
                      <a:gd name="T37" fmla="*/ 301 h 756"/>
                      <a:gd name="T38" fmla="*/ 32 w 717"/>
                      <a:gd name="T39" fmla="*/ 519 h 756"/>
                      <a:gd name="T40" fmla="*/ 34 w 717"/>
                      <a:gd name="T41" fmla="*/ 679 h 756"/>
                      <a:gd name="T42" fmla="*/ 36 w 717"/>
                      <a:gd name="T43" fmla="*/ 628 h 756"/>
                      <a:gd name="T44" fmla="*/ 37 w 717"/>
                      <a:gd name="T45" fmla="*/ 480 h 756"/>
                      <a:gd name="T46" fmla="*/ 38 w 717"/>
                      <a:gd name="T47" fmla="*/ 391 h 756"/>
                      <a:gd name="T48" fmla="*/ 36 w 717"/>
                      <a:gd name="T49" fmla="*/ 506 h 756"/>
                      <a:gd name="T50" fmla="*/ 38 w 717"/>
                      <a:gd name="T51" fmla="*/ 352 h 756"/>
                      <a:gd name="T52" fmla="*/ 39 w 717"/>
                      <a:gd name="T53" fmla="*/ 455 h 756"/>
                      <a:gd name="T54" fmla="*/ 41 w 717"/>
                      <a:gd name="T55" fmla="*/ 519 h 756"/>
                      <a:gd name="T56" fmla="*/ 43 w 717"/>
                      <a:gd name="T57" fmla="*/ 410 h 756"/>
                      <a:gd name="T58" fmla="*/ 44 w 717"/>
                      <a:gd name="T59" fmla="*/ 186 h 756"/>
                      <a:gd name="T60" fmla="*/ 45 w 717"/>
                      <a:gd name="T61" fmla="*/ 231 h 756"/>
                      <a:gd name="T62" fmla="*/ 48 w 717"/>
                      <a:gd name="T63" fmla="*/ 148 h 756"/>
                      <a:gd name="T64" fmla="*/ 48 w 717"/>
                      <a:gd name="T65" fmla="*/ 301 h 756"/>
                      <a:gd name="T66" fmla="*/ 48 w 717"/>
                      <a:gd name="T67" fmla="*/ 730 h 756"/>
                      <a:gd name="T68" fmla="*/ 54 w 717"/>
                      <a:gd name="T69" fmla="*/ 0 h 756"/>
                      <a:gd name="T70" fmla="*/ 54 w 717"/>
                      <a:gd name="T71" fmla="*/ 250 h 756"/>
                      <a:gd name="T72" fmla="*/ 55 w 717"/>
                      <a:gd name="T73" fmla="*/ 333 h 756"/>
                      <a:gd name="T74" fmla="*/ 57 w 717"/>
                      <a:gd name="T75" fmla="*/ 192 h 756"/>
                      <a:gd name="T76" fmla="*/ 59 w 717"/>
                      <a:gd name="T77" fmla="*/ 340 h 756"/>
                      <a:gd name="T78" fmla="*/ 58 w 717"/>
                      <a:gd name="T79" fmla="*/ 429 h 756"/>
                      <a:gd name="T80" fmla="*/ 60 w 717"/>
                      <a:gd name="T81" fmla="*/ 461 h 756"/>
                      <a:gd name="T82" fmla="*/ 0 60000 65536"/>
                      <a:gd name="T83" fmla="*/ 0 60000 65536"/>
                      <a:gd name="T84" fmla="*/ 0 60000 65536"/>
                      <a:gd name="T85" fmla="*/ 0 60000 65536"/>
                      <a:gd name="T86" fmla="*/ 0 60000 65536"/>
                      <a:gd name="T87" fmla="*/ 0 60000 65536"/>
                      <a:gd name="T88" fmla="*/ 0 60000 65536"/>
                      <a:gd name="T89" fmla="*/ 0 60000 65536"/>
                      <a:gd name="T90" fmla="*/ 0 60000 65536"/>
                      <a:gd name="T91" fmla="*/ 0 60000 65536"/>
                      <a:gd name="T92" fmla="*/ 0 60000 65536"/>
                      <a:gd name="T93" fmla="*/ 0 60000 65536"/>
                      <a:gd name="T94" fmla="*/ 0 60000 65536"/>
                      <a:gd name="T95" fmla="*/ 0 60000 65536"/>
                      <a:gd name="T96" fmla="*/ 0 60000 65536"/>
                      <a:gd name="T97" fmla="*/ 0 60000 65536"/>
                      <a:gd name="T98" fmla="*/ 0 60000 65536"/>
                      <a:gd name="T99" fmla="*/ 0 60000 65536"/>
                      <a:gd name="T100" fmla="*/ 0 60000 65536"/>
                      <a:gd name="T101" fmla="*/ 0 60000 65536"/>
                      <a:gd name="T102" fmla="*/ 0 60000 65536"/>
                      <a:gd name="T103" fmla="*/ 0 60000 65536"/>
                      <a:gd name="T104" fmla="*/ 0 60000 65536"/>
                      <a:gd name="T105" fmla="*/ 0 60000 65536"/>
                      <a:gd name="T106" fmla="*/ 0 60000 65536"/>
                      <a:gd name="T107" fmla="*/ 0 60000 65536"/>
                      <a:gd name="T108" fmla="*/ 0 60000 65536"/>
                      <a:gd name="T109" fmla="*/ 0 60000 65536"/>
                      <a:gd name="T110" fmla="*/ 0 60000 65536"/>
                      <a:gd name="T111" fmla="*/ 0 60000 65536"/>
                      <a:gd name="T112" fmla="*/ 0 60000 65536"/>
                      <a:gd name="T113" fmla="*/ 0 60000 65536"/>
                      <a:gd name="T114" fmla="*/ 0 60000 65536"/>
                      <a:gd name="T115" fmla="*/ 0 60000 65536"/>
                      <a:gd name="T116" fmla="*/ 0 60000 65536"/>
                      <a:gd name="T117" fmla="*/ 0 60000 65536"/>
                      <a:gd name="T118" fmla="*/ 0 60000 65536"/>
                      <a:gd name="T119" fmla="*/ 0 60000 65536"/>
                      <a:gd name="T120" fmla="*/ 0 60000 65536"/>
                      <a:gd name="T121" fmla="*/ 0 60000 65536"/>
                      <a:gd name="T122" fmla="*/ 0 60000 65536"/>
                      <a:gd name="T123" fmla="*/ 0 w 717"/>
                      <a:gd name="T124" fmla="*/ 0 h 756"/>
                      <a:gd name="T125" fmla="*/ 717 w 717"/>
                      <a:gd name="T126" fmla="*/ 756 h 756"/>
                    </a:gdLst>
                    <a:ahLst/>
                    <a:cxnLst>
                      <a:cxn ang="T82">
                        <a:pos x="T0" y="T1"/>
                      </a:cxn>
                      <a:cxn ang="T83">
                        <a:pos x="T2" y="T3"/>
                      </a:cxn>
                      <a:cxn ang="T84">
                        <a:pos x="T4" y="T5"/>
                      </a:cxn>
                      <a:cxn ang="T85">
                        <a:pos x="T6" y="T7"/>
                      </a:cxn>
                      <a:cxn ang="T86">
                        <a:pos x="T8" y="T9"/>
                      </a:cxn>
                      <a:cxn ang="T87">
                        <a:pos x="T10" y="T11"/>
                      </a:cxn>
                      <a:cxn ang="T88">
                        <a:pos x="T12" y="T13"/>
                      </a:cxn>
                      <a:cxn ang="T89">
                        <a:pos x="T14" y="T15"/>
                      </a:cxn>
                      <a:cxn ang="T90">
                        <a:pos x="T16" y="T17"/>
                      </a:cxn>
                      <a:cxn ang="T91">
                        <a:pos x="T18" y="T19"/>
                      </a:cxn>
                      <a:cxn ang="T92">
                        <a:pos x="T20" y="T21"/>
                      </a:cxn>
                      <a:cxn ang="T93">
                        <a:pos x="T22" y="T23"/>
                      </a:cxn>
                      <a:cxn ang="T94">
                        <a:pos x="T24" y="T25"/>
                      </a:cxn>
                      <a:cxn ang="T95">
                        <a:pos x="T26" y="T27"/>
                      </a:cxn>
                      <a:cxn ang="T96">
                        <a:pos x="T28" y="T29"/>
                      </a:cxn>
                      <a:cxn ang="T97">
                        <a:pos x="T30" y="T31"/>
                      </a:cxn>
                      <a:cxn ang="T98">
                        <a:pos x="T32" y="T33"/>
                      </a:cxn>
                      <a:cxn ang="T99">
                        <a:pos x="T34" y="T35"/>
                      </a:cxn>
                      <a:cxn ang="T100">
                        <a:pos x="T36" y="T37"/>
                      </a:cxn>
                      <a:cxn ang="T101">
                        <a:pos x="T38" y="T39"/>
                      </a:cxn>
                      <a:cxn ang="T102">
                        <a:pos x="T40" y="T41"/>
                      </a:cxn>
                      <a:cxn ang="T103">
                        <a:pos x="T42" y="T43"/>
                      </a:cxn>
                      <a:cxn ang="T104">
                        <a:pos x="T44" y="T45"/>
                      </a:cxn>
                      <a:cxn ang="T105">
                        <a:pos x="T46" y="T47"/>
                      </a:cxn>
                      <a:cxn ang="T106">
                        <a:pos x="T48" y="T49"/>
                      </a:cxn>
                      <a:cxn ang="T107">
                        <a:pos x="T50" y="T51"/>
                      </a:cxn>
                      <a:cxn ang="T108">
                        <a:pos x="T52" y="T53"/>
                      </a:cxn>
                      <a:cxn ang="T109">
                        <a:pos x="T54" y="T55"/>
                      </a:cxn>
                      <a:cxn ang="T110">
                        <a:pos x="T56" y="T57"/>
                      </a:cxn>
                      <a:cxn ang="T111">
                        <a:pos x="T58" y="T59"/>
                      </a:cxn>
                      <a:cxn ang="T112">
                        <a:pos x="T60" y="T61"/>
                      </a:cxn>
                      <a:cxn ang="T113">
                        <a:pos x="T62" y="T63"/>
                      </a:cxn>
                      <a:cxn ang="T114">
                        <a:pos x="T64" y="T65"/>
                      </a:cxn>
                      <a:cxn ang="T115">
                        <a:pos x="T66" y="T67"/>
                      </a:cxn>
                      <a:cxn ang="T116">
                        <a:pos x="T68" y="T69"/>
                      </a:cxn>
                      <a:cxn ang="T117">
                        <a:pos x="T70" y="T71"/>
                      </a:cxn>
                      <a:cxn ang="T118">
                        <a:pos x="T72" y="T73"/>
                      </a:cxn>
                      <a:cxn ang="T119">
                        <a:pos x="T74" y="T75"/>
                      </a:cxn>
                      <a:cxn ang="T120">
                        <a:pos x="T76" y="T77"/>
                      </a:cxn>
                      <a:cxn ang="T121">
                        <a:pos x="T78" y="T79"/>
                      </a:cxn>
                      <a:cxn ang="T122">
                        <a:pos x="T80" y="T81"/>
                      </a:cxn>
                    </a:cxnLst>
                    <a:rect l="T123" t="T124" r="T125" b="T126"/>
                    <a:pathLst>
                      <a:path w="717" h="756">
                        <a:moveTo>
                          <a:pt x="0" y="756"/>
                        </a:moveTo>
                        <a:lnTo>
                          <a:pt x="52" y="167"/>
                        </a:lnTo>
                        <a:lnTo>
                          <a:pt x="64" y="384"/>
                        </a:lnTo>
                        <a:lnTo>
                          <a:pt x="90" y="103"/>
                        </a:lnTo>
                        <a:lnTo>
                          <a:pt x="116" y="519"/>
                        </a:lnTo>
                        <a:lnTo>
                          <a:pt x="135" y="487"/>
                        </a:lnTo>
                        <a:lnTo>
                          <a:pt x="135" y="359"/>
                        </a:lnTo>
                        <a:lnTo>
                          <a:pt x="167" y="71"/>
                        </a:lnTo>
                        <a:lnTo>
                          <a:pt x="192" y="244"/>
                        </a:lnTo>
                        <a:lnTo>
                          <a:pt x="205" y="96"/>
                        </a:lnTo>
                        <a:lnTo>
                          <a:pt x="218" y="615"/>
                        </a:lnTo>
                        <a:lnTo>
                          <a:pt x="244" y="397"/>
                        </a:lnTo>
                        <a:lnTo>
                          <a:pt x="282" y="519"/>
                        </a:lnTo>
                        <a:lnTo>
                          <a:pt x="308" y="308"/>
                        </a:lnTo>
                        <a:lnTo>
                          <a:pt x="333" y="442"/>
                        </a:lnTo>
                        <a:lnTo>
                          <a:pt x="346" y="352"/>
                        </a:lnTo>
                        <a:lnTo>
                          <a:pt x="365" y="384"/>
                        </a:lnTo>
                        <a:lnTo>
                          <a:pt x="378" y="135"/>
                        </a:lnTo>
                        <a:lnTo>
                          <a:pt x="391" y="301"/>
                        </a:lnTo>
                        <a:lnTo>
                          <a:pt x="384" y="519"/>
                        </a:lnTo>
                        <a:lnTo>
                          <a:pt x="404" y="679"/>
                        </a:lnTo>
                        <a:lnTo>
                          <a:pt x="429" y="628"/>
                        </a:lnTo>
                        <a:lnTo>
                          <a:pt x="442" y="480"/>
                        </a:lnTo>
                        <a:lnTo>
                          <a:pt x="455" y="391"/>
                        </a:lnTo>
                        <a:lnTo>
                          <a:pt x="436" y="506"/>
                        </a:lnTo>
                        <a:lnTo>
                          <a:pt x="461" y="352"/>
                        </a:lnTo>
                        <a:lnTo>
                          <a:pt x="474" y="455"/>
                        </a:lnTo>
                        <a:lnTo>
                          <a:pt x="493" y="519"/>
                        </a:lnTo>
                        <a:lnTo>
                          <a:pt x="512" y="410"/>
                        </a:lnTo>
                        <a:lnTo>
                          <a:pt x="532" y="186"/>
                        </a:lnTo>
                        <a:lnTo>
                          <a:pt x="544" y="231"/>
                        </a:lnTo>
                        <a:lnTo>
                          <a:pt x="570" y="148"/>
                        </a:lnTo>
                        <a:lnTo>
                          <a:pt x="576" y="301"/>
                        </a:lnTo>
                        <a:lnTo>
                          <a:pt x="576" y="730"/>
                        </a:lnTo>
                        <a:lnTo>
                          <a:pt x="647" y="0"/>
                        </a:lnTo>
                        <a:lnTo>
                          <a:pt x="647" y="250"/>
                        </a:lnTo>
                        <a:lnTo>
                          <a:pt x="660" y="333"/>
                        </a:lnTo>
                        <a:lnTo>
                          <a:pt x="685" y="192"/>
                        </a:lnTo>
                        <a:lnTo>
                          <a:pt x="711" y="340"/>
                        </a:lnTo>
                        <a:lnTo>
                          <a:pt x="698" y="429"/>
                        </a:lnTo>
                        <a:lnTo>
                          <a:pt x="717" y="461"/>
                        </a:lnTo>
                      </a:path>
                    </a:pathLst>
                  </a:custGeom>
                  <a:noFill/>
                  <a:ln w="9525">
                    <a:solidFill>
                      <a:srgbClr val="FF0000"/>
                    </a:solidFill>
                    <a:round/>
                    <a:headEnd/>
                    <a:tailEnd/>
                  </a:ln>
                </p:spPr>
                <p:txBody>
                  <a:bodyPr/>
                  <a:lstStyle/>
                  <a:p>
                    <a:endParaRPr lang="en-GB" sz="1600"/>
                  </a:p>
                </p:txBody>
              </p:sp>
              <p:sp>
                <p:nvSpPr>
                  <p:cNvPr id="14628" name="Freeform 148"/>
                  <p:cNvSpPr>
                    <a:spLocks/>
                  </p:cNvSpPr>
                  <p:nvPr/>
                </p:nvSpPr>
                <p:spPr bwMode="auto">
                  <a:xfrm flipH="1">
                    <a:off x="4698" y="1100"/>
                    <a:ext cx="313" cy="756"/>
                  </a:xfrm>
                  <a:custGeom>
                    <a:avLst/>
                    <a:gdLst>
                      <a:gd name="T0" fmla="*/ 0 w 717"/>
                      <a:gd name="T1" fmla="*/ 756 h 756"/>
                      <a:gd name="T2" fmla="*/ 4 w 717"/>
                      <a:gd name="T3" fmla="*/ 167 h 756"/>
                      <a:gd name="T4" fmla="*/ 5 w 717"/>
                      <a:gd name="T5" fmla="*/ 384 h 756"/>
                      <a:gd name="T6" fmla="*/ 7 w 717"/>
                      <a:gd name="T7" fmla="*/ 103 h 756"/>
                      <a:gd name="T8" fmla="*/ 10 w 717"/>
                      <a:gd name="T9" fmla="*/ 519 h 756"/>
                      <a:gd name="T10" fmla="*/ 11 w 717"/>
                      <a:gd name="T11" fmla="*/ 487 h 756"/>
                      <a:gd name="T12" fmla="*/ 11 w 717"/>
                      <a:gd name="T13" fmla="*/ 359 h 756"/>
                      <a:gd name="T14" fmla="*/ 14 w 717"/>
                      <a:gd name="T15" fmla="*/ 71 h 756"/>
                      <a:gd name="T16" fmla="*/ 16 w 717"/>
                      <a:gd name="T17" fmla="*/ 244 h 756"/>
                      <a:gd name="T18" fmla="*/ 17 w 717"/>
                      <a:gd name="T19" fmla="*/ 96 h 756"/>
                      <a:gd name="T20" fmla="*/ 18 w 717"/>
                      <a:gd name="T21" fmla="*/ 615 h 756"/>
                      <a:gd name="T22" fmla="*/ 21 w 717"/>
                      <a:gd name="T23" fmla="*/ 397 h 756"/>
                      <a:gd name="T24" fmla="*/ 24 w 717"/>
                      <a:gd name="T25" fmla="*/ 519 h 756"/>
                      <a:gd name="T26" fmla="*/ 25 w 717"/>
                      <a:gd name="T27" fmla="*/ 308 h 756"/>
                      <a:gd name="T28" fmla="*/ 28 w 717"/>
                      <a:gd name="T29" fmla="*/ 442 h 756"/>
                      <a:gd name="T30" fmla="*/ 29 w 717"/>
                      <a:gd name="T31" fmla="*/ 352 h 756"/>
                      <a:gd name="T32" fmla="*/ 30 w 717"/>
                      <a:gd name="T33" fmla="*/ 384 h 756"/>
                      <a:gd name="T34" fmla="*/ 31 w 717"/>
                      <a:gd name="T35" fmla="*/ 135 h 756"/>
                      <a:gd name="T36" fmla="*/ 33 w 717"/>
                      <a:gd name="T37" fmla="*/ 301 h 756"/>
                      <a:gd name="T38" fmla="*/ 32 w 717"/>
                      <a:gd name="T39" fmla="*/ 519 h 756"/>
                      <a:gd name="T40" fmla="*/ 34 w 717"/>
                      <a:gd name="T41" fmla="*/ 679 h 756"/>
                      <a:gd name="T42" fmla="*/ 36 w 717"/>
                      <a:gd name="T43" fmla="*/ 628 h 756"/>
                      <a:gd name="T44" fmla="*/ 37 w 717"/>
                      <a:gd name="T45" fmla="*/ 480 h 756"/>
                      <a:gd name="T46" fmla="*/ 38 w 717"/>
                      <a:gd name="T47" fmla="*/ 391 h 756"/>
                      <a:gd name="T48" fmla="*/ 36 w 717"/>
                      <a:gd name="T49" fmla="*/ 506 h 756"/>
                      <a:gd name="T50" fmla="*/ 38 w 717"/>
                      <a:gd name="T51" fmla="*/ 352 h 756"/>
                      <a:gd name="T52" fmla="*/ 39 w 717"/>
                      <a:gd name="T53" fmla="*/ 455 h 756"/>
                      <a:gd name="T54" fmla="*/ 41 w 717"/>
                      <a:gd name="T55" fmla="*/ 519 h 756"/>
                      <a:gd name="T56" fmla="*/ 43 w 717"/>
                      <a:gd name="T57" fmla="*/ 410 h 756"/>
                      <a:gd name="T58" fmla="*/ 44 w 717"/>
                      <a:gd name="T59" fmla="*/ 186 h 756"/>
                      <a:gd name="T60" fmla="*/ 45 w 717"/>
                      <a:gd name="T61" fmla="*/ 231 h 756"/>
                      <a:gd name="T62" fmla="*/ 48 w 717"/>
                      <a:gd name="T63" fmla="*/ 148 h 756"/>
                      <a:gd name="T64" fmla="*/ 48 w 717"/>
                      <a:gd name="T65" fmla="*/ 301 h 756"/>
                      <a:gd name="T66" fmla="*/ 48 w 717"/>
                      <a:gd name="T67" fmla="*/ 730 h 756"/>
                      <a:gd name="T68" fmla="*/ 54 w 717"/>
                      <a:gd name="T69" fmla="*/ 0 h 756"/>
                      <a:gd name="T70" fmla="*/ 54 w 717"/>
                      <a:gd name="T71" fmla="*/ 250 h 756"/>
                      <a:gd name="T72" fmla="*/ 55 w 717"/>
                      <a:gd name="T73" fmla="*/ 333 h 756"/>
                      <a:gd name="T74" fmla="*/ 57 w 717"/>
                      <a:gd name="T75" fmla="*/ 192 h 756"/>
                      <a:gd name="T76" fmla="*/ 59 w 717"/>
                      <a:gd name="T77" fmla="*/ 340 h 756"/>
                      <a:gd name="T78" fmla="*/ 58 w 717"/>
                      <a:gd name="T79" fmla="*/ 429 h 756"/>
                      <a:gd name="T80" fmla="*/ 60 w 717"/>
                      <a:gd name="T81" fmla="*/ 461 h 756"/>
                      <a:gd name="T82" fmla="*/ 0 60000 65536"/>
                      <a:gd name="T83" fmla="*/ 0 60000 65536"/>
                      <a:gd name="T84" fmla="*/ 0 60000 65536"/>
                      <a:gd name="T85" fmla="*/ 0 60000 65536"/>
                      <a:gd name="T86" fmla="*/ 0 60000 65536"/>
                      <a:gd name="T87" fmla="*/ 0 60000 65536"/>
                      <a:gd name="T88" fmla="*/ 0 60000 65536"/>
                      <a:gd name="T89" fmla="*/ 0 60000 65536"/>
                      <a:gd name="T90" fmla="*/ 0 60000 65536"/>
                      <a:gd name="T91" fmla="*/ 0 60000 65536"/>
                      <a:gd name="T92" fmla="*/ 0 60000 65536"/>
                      <a:gd name="T93" fmla="*/ 0 60000 65536"/>
                      <a:gd name="T94" fmla="*/ 0 60000 65536"/>
                      <a:gd name="T95" fmla="*/ 0 60000 65536"/>
                      <a:gd name="T96" fmla="*/ 0 60000 65536"/>
                      <a:gd name="T97" fmla="*/ 0 60000 65536"/>
                      <a:gd name="T98" fmla="*/ 0 60000 65536"/>
                      <a:gd name="T99" fmla="*/ 0 60000 65536"/>
                      <a:gd name="T100" fmla="*/ 0 60000 65536"/>
                      <a:gd name="T101" fmla="*/ 0 60000 65536"/>
                      <a:gd name="T102" fmla="*/ 0 60000 65536"/>
                      <a:gd name="T103" fmla="*/ 0 60000 65536"/>
                      <a:gd name="T104" fmla="*/ 0 60000 65536"/>
                      <a:gd name="T105" fmla="*/ 0 60000 65536"/>
                      <a:gd name="T106" fmla="*/ 0 60000 65536"/>
                      <a:gd name="T107" fmla="*/ 0 60000 65536"/>
                      <a:gd name="T108" fmla="*/ 0 60000 65536"/>
                      <a:gd name="T109" fmla="*/ 0 60000 65536"/>
                      <a:gd name="T110" fmla="*/ 0 60000 65536"/>
                      <a:gd name="T111" fmla="*/ 0 60000 65536"/>
                      <a:gd name="T112" fmla="*/ 0 60000 65536"/>
                      <a:gd name="T113" fmla="*/ 0 60000 65536"/>
                      <a:gd name="T114" fmla="*/ 0 60000 65536"/>
                      <a:gd name="T115" fmla="*/ 0 60000 65536"/>
                      <a:gd name="T116" fmla="*/ 0 60000 65536"/>
                      <a:gd name="T117" fmla="*/ 0 60000 65536"/>
                      <a:gd name="T118" fmla="*/ 0 60000 65536"/>
                      <a:gd name="T119" fmla="*/ 0 60000 65536"/>
                      <a:gd name="T120" fmla="*/ 0 60000 65536"/>
                      <a:gd name="T121" fmla="*/ 0 60000 65536"/>
                      <a:gd name="T122" fmla="*/ 0 60000 65536"/>
                      <a:gd name="T123" fmla="*/ 0 w 717"/>
                      <a:gd name="T124" fmla="*/ 0 h 756"/>
                      <a:gd name="T125" fmla="*/ 717 w 717"/>
                      <a:gd name="T126" fmla="*/ 756 h 756"/>
                    </a:gdLst>
                    <a:ahLst/>
                    <a:cxnLst>
                      <a:cxn ang="T82">
                        <a:pos x="T0" y="T1"/>
                      </a:cxn>
                      <a:cxn ang="T83">
                        <a:pos x="T2" y="T3"/>
                      </a:cxn>
                      <a:cxn ang="T84">
                        <a:pos x="T4" y="T5"/>
                      </a:cxn>
                      <a:cxn ang="T85">
                        <a:pos x="T6" y="T7"/>
                      </a:cxn>
                      <a:cxn ang="T86">
                        <a:pos x="T8" y="T9"/>
                      </a:cxn>
                      <a:cxn ang="T87">
                        <a:pos x="T10" y="T11"/>
                      </a:cxn>
                      <a:cxn ang="T88">
                        <a:pos x="T12" y="T13"/>
                      </a:cxn>
                      <a:cxn ang="T89">
                        <a:pos x="T14" y="T15"/>
                      </a:cxn>
                      <a:cxn ang="T90">
                        <a:pos x="T16" y="T17"/>
                      </a:cxn>
                      <a:cxn ang="T91">
                        <a:pos x="T18" y="T19"/>
                      </a:cxn>
                      <a:cxn ang="T92">
                        <a:pos x="T20" y="T21"/>
                      </a:cxn>
                      <a:cxn ang="T93">
                        <a:pos x="T22" y="T23"/>
                      </a:cxn>
                      <a:cxn ang="T94">
                        <a:pos x="T24" y="T25"/>
                      </a:cxn>
                      <a:cxn ang="T95">
                        <a:pos x="T26" y="T27"/>
                      </a:cxn>
                      <a:cxn ang="T96">
                        <a:pos x="T28" y="T29"/>
                      </a:cxn>
                      <a:cxn ang="T97">
                        <a:pos x="T30" y="T31"/>
                      </a:cxn>
                      <a:cxn ang="T98">
                        <a:pos x="T32" y="T33"/>
                      </a:cxn>
                      <a:cxn ang="T99">
                        <a:pos x="T34" y="T35"/>
                      </a:cxn>
                      <a:cxn ang="T100">
                        <a:pos x="T36" y="T37"/>
                      </a:cxn>
                      <a:cxn ang="T101">
                        <a:pos x="T38" y="T39"/>
                      </a:cxn>
                      <a:cxn ang="T102">
                        <a:pos x="T40" y="T41"/>
                      </a:cxn>
                      <a:cxn ang="T103">
                        <a:pos x="T42" y="T43"/>
                      </a:cxn>
                      <a:cxn ang="T104">
                        <a:pos x="T44" y="T45"/>
                      </a:cxn>
                      <a:cxn ang="T105">
                        <a:pos x="T46" y="T47"/>
                      </a:cxn>
                      <a:cxn ang="T106">
                        <a:pos x="T48" y="T49"/>
                      </a:cxn>
                      <a:cxn ang="T107">
                        <a:pos x="T50" y="T51"/>
                      </a:cxn>
                      <a:cxn ang="T108">
                        <a:pos x="T52" y="T53"/>
                      </a:cxn>
                      <a:cxn ang="T109">
                        <a:pos x="T54" y="T55"/>
                      </a:cxn>
                      <a:cxn ang="T110">
                        <a:pos x="T56" y="T57"/>
                      </a:cxn>
                      <a:cxn ang="T111">
                        <a:pos x="T58" y="T59"/>
                      </a:cxn>
                      <a:cxn ang="T112">
                        <a:pos x="T60" y="T61"/>
                      </a:cxn>
                      <a:cxn ang="T113">
                        <a:pos x="T62" y="T63"/>
                      </a:cxn>
                      <a:cxn ang="T114">
                        <a:pos x="T64" y="T65"/>
                      </a:cxn>
                      <a:cxn ang="T115">
                        <a:pos x="T66" y="T67"/>
                      </a:cxn>
                      <a:cxn ang="T116">
                        <a:pos x="T68" y="T69"/>
                      </a:cxn>
                      <a:cxn ang="T117">
                        <a:pos x="T70" y="T71"/>
                      </a:cxn>
                      <a:cxn ang="T118">
                        <a:pos x="T72" y="T73"/>
                      </a:cxn>
                      <a:cxn ang="T119">
                        <a:pos x="T74" y="T75"/>
                      </a:cxn>
                      <a:cxn ang="T120">
                        <a:pos x="T76" y="T77"/>
                      </a:cxn>
                      <a:cxn ang="T121">
                        <a:pos x="T78" y="T79"/>
                      </a:cxn>
                      <a:cxn ang="T122">
                        <a:pos x="T80" y="T81"/>
                      </a:cxn>
                    </a:cxnLst>
                    <a:rect l="T123" t="T124" r="T125" b="T126"/>
                    <a:pathLst>
                      <a:path w="717" h="756">
                        <a:moveTo>
                          <a:pt x="0" y="756"/>
                        </a:moveTo>
                        <a:lnTo>
                          <a:pt x="52" y="167"/>
                        </a:lnTo>
                        <a:lnTo>
                          <a:pt x="64" y="384"/>
                        </a:lnTo>
                        <a:lnTo>
                          <a:pt x="90" y="103"/>
                        </a:lnTo>
                        <a:lnTo>
                          <a:pt x="116" y="519"/>
                        </a:lnTo>
                        <a:lnTo>
                          <a:pt x="135" y="487"/>
                        </a:lnTo>
                        <a:lnTo>
                          <a:pt x="135" y="359"/>
                        </a:lnTo>
                        <a:lnTo>
                          <a:pt x="167" y="71"/>
                        </a:lnTo>
                        <a:lnTo>
                          <a:pt x="192" y="244"/>
                        </a:lnTo>
                        <a:lnTo>
                          <a:pt x="205" y="96"/>
                        </a:lnTo>
                        <a:lnTo>
                          <a:pt x="218" y="615"/>
                        </a:lnTo>
                        <a:lnTo>
                          <a:pt x="244" y="397"/>
                        </a:lnTo>
                        <a:lnTo>
                          <a:pt x="282" y="519"/>
                        </a:lnTo>
                        <a:lnTo>
                          <a:pt x="308" y="308"/>
                        </a:lnTo>
                        <a:lnTo>
                          <a:pt x="333" y="442"/>
                        </a:lnTo>
                        <a:lnTo>
                          <a:pt x="346" y="352"/>
                        </a:lnTo>
                        <a:lnTo>
                          <a:pt x="365" y="384"/>
                        </a:lnTo>
                        <a:lnTo>
                          <a:pt x="378" y="135"/>
                        </a:lnTo>
                        <a:lnTo>
                          <a:pt x="391" y="301"/>
                        </a:lnTo>
                        <a:lnTo>
                          <a:pt x="384" y="519"/>
                        </a:lnTo>
                        <a:lnTo>
                          <a:pt x="404" y="679"/>
                        </a:lnTo>
                        <a:lnTo>
                          <a:pt x="429" y="628"/>
                        </a:lnTo>
                        <a:lnTo>
                          <a:pt x="442" y="480"/>
                        </a:lnTo>
                        <a:lnTo>
                          <a:pt x="455" y="391"/>
                        </a:lnTo>
                        <a:lnTo>
                          <a:pt x="436" y="506"/>
                        </a:lnTo>
                        <a:lnTo>
                          <a:pt x="461" y="352"/>
                        </a:lnTo>
                        <a:lnTo>
                          <a:pt x="474" y="455"/>
                        </a:lnTo>
                        <a:lnTo>
                          <a:pt x="493" y="519"/>
                        </a:lnTo>
                        <a:lnTo>
                          <a:pt x="512" y="410"/>
                        </a:lnTo>
                        <a:lnTo>
                          <a:pt x="532" y="186"/>
                        </a:lnTo>
                        <a:lnTo>
                          <a:pt x="544" y="231"/>
                        </a:lnTo>
                        <a:lnTo>
                          <a:pt x="570" y="148"/>
                        </a:lnTo>
                        <a:lnTo>
                          <a:pt x="576" y="301"/>
                        </a:lnTo>
                        <a:lnTo>
                          <a:pt x="576" y="730"/>
                        </a:lnTo>
                        <a:lnTo>
                          <a:pt x="647" y="0"/>
                        </a:lnTo>
                        <a:lnTo>
                          <a:pt x="647" y="250"/>
                        </a:lnTo>
                        <a:lnTo>
                          <a:pt x="660" y="333"/>
                        </a:lnTo>
                        <a:lnTo>
                          <a:pt x="685" y="192"/>
                        </a:lnTo>
                        <a:lnTo>
                          <a:pt x="711" y="340"/>
                        </a:lnTo>
                        <a:lnTo>
                          <a:pt x="698" y="429"/>
                        </a:lnTo>
                        <a:lnTo>
                          <a:pt x="717" y="461"/>
                        </a:lnTo>
                      </a:path>
                    </a:pathLst>
                  </a:custGeom>
                  <a:noFill/>
                  <a:ln w="9525">
                    <a:solidFill>
                      <a:srgbClr val="FF0000"/>
                    </a:solidFill>
                    <a:round/>
                    <a:headEnd/>
                    <a:tailEnd/>
                  </a:ln>
                </p:spPr>
                <p:txBody>
                  <a:bodyPr/>
                  <a:lstStyle/>
                  <a:p>
                    <a:endParaRPr lang="en-GB" sz="1600"/>
                  </a:p>
                </p:txBody>
              </p:sp>
            </p:grpSp>
            <p:grpSp>
              <p:nvGrpSpPr>
                <p:cNvPr id="30" name="Group 149"/>
                <p:cNvGrpSpPr>
                  <a:grpSpLocks/>
                </p:cNvGrpSpPr>
                <p:nvPr/>
              </p:nvGrpSpPr>
              <p:grpSpPr bwMode="auto">
                <a:xfrm flipH="1">
                  <a:off x="3986" y="1092"/>
                  <a:ext cx="590" cy="801"/>
                  <a:chOff x="3462" y="1100"/>
                  <a:chExt cx="1549" cy="801"/>
                </a:xfrm>
              </p:grpSpPr>
              <p:sp>
                <p:nvSpPr>
                  <p:cNvPr id="14619" name="Freeform 150"/>
                  <p:cNvSpPr>
                    <a:spLocks/>
                  </p:cNvSpPr>
                  <p:nvPr/>
                </p:nvSpPr>
                <p:spPr bwMode="auto">
                  <a:xfrm>
                    <a:off x="3462" y="1126"/>
                    <a:ext cx="313" cy="756"/>
                  </a:xfrm>
                  <a:custGeom>
                    <a:avLst/>
                    <a:gdLst>
                      <a:gd name="T0" fmla="*/ 0 w 717"/>
                      <a:gd name="T1" fmla="*/ 756 h 756"/>
                      <a:gd name="T2" fmla="*/ 4 w 717"/>
                      <a:gd name="T3" fmla="*/ 167 h 756"/>
                      <a:gd name="T4" fmla="*/ 5 w 717"/>
                      <a:gd name="T5" fmla="*/ 384 h 756"/>
                      <a:gd name="T6" fmla="*/ 7 w 717"/>
                      <a:gd name="T7" fmla="*/ 103 h 756"/>
                      <a:gd name="T8" fmla="*/ 10 w 717"/>
                      <a:gd name="T9" fmla="*/ 519 h 756"/>
                      <a:gd name="T10" fmla="*/ 11 w 717"/>
                      <a:gd name="T11" fmla="*/ 487 h 756"/>
                      <a:gd name="T12" fmla="*/ 11 w 717"/>
                      <a:gd name="T13" fmla="*/ 359 h 756"/>
                      <a:gd name="T14" fmla="*/ 14 w 717"/>
                      <a:gd name="T15" fmla="*/ 71 h 756"/>
                      <a:gd name="T16" fmla="*/ 16 w 717"/>
                      <a:gd name="T17" fmla="*/ 244 h 756"/>
                      <a:gd name="T18" fmla="*/ 17 w 717"/>
                      <a:gd name="T19" fmla="*/ 96 h 756"/>
                      <a:gd name="T20" fmla="*/ 18 w 717"/>
                      <a:gd name="T21" fmla="*/ 615 h 756"/>
                      <a:gd name="T22" fmla="*/ 21 w 717"/>
                      <a:gd name="T23" fmla="*/ 397 h 756"/>
                      <a:gd name="T24" fmla="*/ 24 w 717"/>
                      <a:gd name="T25" fmla="*/ 519 h 756"/>
                      <a:gd name="T26" fmla="*/ 25 w 717"/>
                      <a:gd name="T27" fmla="*/ 308 h 756"/>
                      <a:gd name="T28" fmla="*/ 28 w 717"/>
                      <a:gd name="T29" fmla="*/ 442 h 756"/>
                      <a:gd name="T30" fmla="*/ 29 w 717"/>
                      <a:gd name="T31" fmla="*/ 352 h 756"/>
                      <a:gd name="T32" fmla="*/ 30 w 717"/>
                      <a:gd name="T33" fmla="*/ 384 h 756"/>
                      <a:gd name="T34" fmla="*/ 31 w 717"/>
                      <a:gd name="T35" fmla="*/ 135 h 756"/>
                      <a:gd name="T36" fmla="*/ 33 w 717"/>
                      <a:gd name="T37" fmla="*/ 301 h 756"/>
                      <a:gd name="T38" fmla="*/ 32 w 717"/>
                      <a:gd name="T39" fmla="*/ 519 h 756"/>
                      <a:gd name="T40" fmla="*/ 34 w 717"/>
                      <a:gd name="T41" fmla="*/ 679 h 756"/>
                      <a:gd name="T42" fmla="*/ 36 w 717"/>
                      <a:gd name="T43" fmla="*/ 628 h 756"/>
                      <a:gd name="T44" fmla="*/ 37 w 717"/>
                      <a:gd name="T45" fmla="*/ 480 h 756"/>
                      <a:gd name="T46" fmla="*/ 38 w 717"/>
                      <a:gd name="T47" fmla="*/ 391 h 756"/>
                      <a:gd name="T48" fmla="*/ 36 w 717"/>
                      <a:gd name="T49" fmla="*/ 506 h 756"/>
                      <a:gd name="T50" fmla="*/ 38 w 717"/>
                      <a:gd name="T51" fmla="*/ 352 h 756"/>
                      <a:gd name="T52" fmla="*/ 39 w 717"/>
                      <a:gd name="T53" fmla="*/ 455 h 756"/>
                      <a:gd name="T54" fmla="*/ 41 w 717"/>
                      <a:gd name="T55" fmla="*/ 519 h 756"/>
                      <a:gd name="T56" fmla="*/ 43 w 717"/>
                      <a:gd name="T57" fmla="*/ 410 h 756"/>
                      <a:gd name="T58" fmla="*/ 44 w 717"/>
                      <a:gd name="T59" fmla="*/ 186 h 756"/>
                      <a:gd name="T60" fmla="*/ 45 w 717"/>
                      <a:gd name="T61" fmla="*/ 231 h 756"/>
                      <a:gd name="T62" fmla="*/ 48 w 717"/>
                      <a:gd name="T63" fmla="*/ 148 h 756"/>
                      <a:gd name="T64" fmla="*/ 48 w 717"/>
                      <a:gd name="T65" fmla="*/ 301 h 756"/>
                      <a:gd name="T66" fmla="*/ 48 w 717"/>
                      <a:gd name="T67" fmla="*/ 730 h 756"/>
                      <a:gd name="T68" fmla="*/ 54 w 717"/>
                      <a:gd name="T69" fmla="*/ 0 h 756"/>
                      <a:gd name="T70" fmla="*/ 54 w 717"/>
                      <a:gd name="T71" fmla="*/ 250 h 756"/>
                      <a:gd name="T72" fmla="*/ 55 w 717"/>
                      <a:gd name="T73" fmla="*/ 333 h 756"/>
                      <a:gd name="T74" fmla="*/ 57 w 717"/>
                      <a:gd name="T75" fmla="*/ 192 h 756"/>
                      <a:gd name="T76" fmla="*/ 59 w 717"/>
                      <a:gd name="T77" fmla="*/ 340 h 756"/>
                      <a:gd name="T78" fmla="*/ 58 w 717"/>
                      <a:gd name="T79" fmla="*/ 429 h 756"/>
                      <a:gd name="T80" fmla="*/ 60 w 717"/>
                      <a:gd name="T81" fmla="*/ 461 h 756"/>
                      <a:gd name="T82" fmla="*/ 0 60000 65536"/>
                      <a:gd name="T83" fmla="*/ 0 60000 65536"/>
                      <a:gd name="T84" fmla="*/ 0 60000 65536"/>
                      <a:gd name="T85" fmla="*/ 0 60000 65536"/>
                      <a:gd name="T86" fmla="*/ 0 60000 65536"/>
                      <a:gd name="T87" fmla="*/ 0 60000 65536"/>
                      <a:gd name="T88" fmla="*/ 0 60000 65536"/>
                      <a:gd name="T89" fmla="*/ 0 60000 65536"/>
                      <a:gd name="T90" fmla="*/ 0 60000 65536"/>
                      <a:gd name="T91" fmla="*/ 0 60000 65536"/>
                      <a:gd name="T92" fmla="*/ 0 60000 65536"/>
                      <a:gd name="T93" fmla="*/ 0 60000 65536"/>
                      <a:gd name="T94" fmla="*/ 0 60000 65536"/>
                      <a:gd name="T95" fmla="*/ 0 60000 65536"/>
                      <a:gd name="T96" fmla="*/ 0 60000 65536"/>
                      <a:gd name="T97" fmla="*/ 0 60000 65536"/>
                      <a:gd name="T98" fmla="*/ 0 60000 65536"/>
                      <a:gd name="T99" fmla="*/ 0 60000 65536"/>
                      <a:gd name="T100" fmla="*/ 0 60000 65536"/>
                      <a:gd name="T101" fmla="*/ 0 60000 65536"/>
                      <a:gd name="T102" fmla="*/ 0 60000 65536"/>
                      <a:gd name="T103" fmla="*/ 0 60000 65536"/>
                      <a:gd name="T104" fmla="*/ 0 60000 65536"/>
                      <a:gd name="T105" fmla="*/ 0 60000 65536"/>
                      <a:gd name="T106" fmla="*/ 0 60000 65536"/>
                      <a:gd name="T107" fmla="*/ 0 60000 65536"/>
                      <a:gd name="T108" fmla="*/ 0 60000 65536"/>
                      <a:gd name="T109" fmla="*/ 0 60000 65536"/>
                      <a:gd name="T110" fmla="*/ 0 60000 65536"/>
                      <a:gd name="T111" fmla="*/ 0 60000 65536"/>
                      <a:gd name="T112" fmla="*/ 0 60000 65536"/>
                      <a:gd name="T113" fmla="*/ 0 60000 65536"/>
                      <a:gd name="T114" fmla="*/ 0 60000 65536"/>
                      <a:gd name="T115" fmla="*/ 0 60000 65536"/>
                      <a:gd name="T116" fmla="*/ 0 60000 65536"/>
                      <a:gd name="T117" fmla="*/ 0 60000 65536"/>
                      <a:gd name="T118" fmla="*/ 0 60000 65536"/>
                      <a:gd name="T119" fmla="*/ 0 60000 65536"/>
                      <a:gd name="T120" fmla="*/ 0 60000 65536"/>
                      <a:gd name="T121" fmla="*/ 0 60000 65536"/>
                      <a:gd name="T122" fmla="*/ 0 60000 65536"/>
                      <a:gd name="T123" fmla="*/ 0 w 717"/>
                      <a:gd name="T124" fmla="*/ 0 h 756"/>
                      <a:gd name="T125" fmla="*/ 717 w 717"/>
                      <a:gd name="T126" fmla="*/ 756 h 756"/>
                    </a:gdLst>
                    <a:ahLst/>
                    <a:cxnLst>
                      <a:cxn ang="T82">
                        <a:pos x="T0" y="T1"/>
                      </a:cxn>
                      <a:cxn ang="T83">
                        <a:pos x="T2" y="T3"/>
                      </a:cxn>
                      <a:cxn ang="T84">
                        <a:pos x="T4" y="T5"/>
                      </a:cxn>
                      <a:cxn ang="T85">
                        <a:pos x="T6" y="T7"/>
                      </a:cxn>
                      <a:cxn ang="T86">
                        <a:pos x="T8" y="T9"/>
                      </a:cxn>
                      <a:cxn ang="T87">
                        <a:pos x="T10" y="T11"/>
                      </a:cxn>
                      <a:cxn ang="T88">
                        <a:pos x="T12" y="T13"/>
                      </a:cxn>
                      <a:cxn ang="T89">
                        <a:pos x="T14" y="T15"/>
                      </a:cxn>
                      <a:cxn ang="T90">
                        <a:pos x="T16" y="T17"/>
                      </a:cxn>
                      <a:cxn ang="T91">
                        <a:pos x="T18" y="T19"/>
                      </a:cxn>
                      <a:cxn ang="T92">
                        <a:pos x="T20" y="T21"/>
                      </a:cxn>
                      <a:cxn ang="T93">
                        <a:pos x="T22" y="T23"/>
                      </a:cxn>
                      <a:cxn ang="T94">
                        <a:pos x="T24" y="T25"/>
                      </a:cxn>
                      <a:cxn ang="T95">
                        <a:pos x="T26" y="T27"/>
                      </a:cxn>
                      <a:cxn ang="T96">
                        <a:pos x="T28" y="T29"/>
                      </a:cxn>
                      <a:cxn ang="T97">
                        <a:pos x="T30" y="T31"/>
                      </a:cxn>
                      <a:cxn ang="T98">
                        <a:pos x="T32" y="T33"/>
                      </a:cxn>
                      <a:cxn ang="T99">
                        <a:pos x="T34" y="T35"/>
                      </a:cxn>
                      <a:cxn ang="T100">
                        <a:pos x="T36" y="T37"/>
                      </a:cxn>
                      <a:cxn ang="T101">
                        <a:pos x="T38" y="T39"/>
                      </a:cxn>
                      <a:cxn ang="T102">
                        <a:pos x="T40" y="T41"/>
                      </a:cxn>
                      <a:cxn ang="T103">
                        <a:pos x="T42" y="T43"/>
                      </a:cxn>
                      <a:cxn ang="T104">
                        <a:pos x="T44" y="T45"/>
                      </a:cxn>
                      <a:cxn ang="T105">
                        <a:pos x="T46" y="T47"/>
                      </a:cxn>
                      <a:cxn ang="T106">
                        <a:pos x="T48" y="T49"/>
                      </a:cxn>
                      <a:cxn ang="T107">
                        <a:pos x="T50" y="T51"/>
                      </a:cxn>
                      <a:cxn ang="T108">
                        <a:pos x="T52" y="T53"/>
                      </a:cxn>
                      <a:cxn ang="T109">
                        <a:pos x="T54" y="T55"/>
                      </a:cxn>
                      <a:cxn ang="T110">
                        <a:pos x="T56" y="T57"/>
                      </a:cxn>
                      <a:cxn ang="T111">
                        <a:pos x="T58" y="T59"/>
                      </a:cxn>
                      <a:cxn ang="T112">
                        <a:pos x="T60" y="T61"/>
                      </a:cxn>
                      <a:cxn ang="T113">
                        <a:pos x="T62" y="T63"/>
                      </a:cxn>
                      <a:cxn ang="T114">
                        <a:pos x="T64" y="T65"/>
                      </a:cxn>
                      <a:cxn ang="T115">
                        <a:pos x="T66" y="T67"/>
                      </a:cxn>
                      <a:cxn ang="T116">
                        <a:pos x="T68" y="T69"/>
                      </a:cxn>
                      <a:cxn ang="T117">
                        <a:pos x="T70" y="T71"/>
                      </a:cxn>
                      <a:cxn ang="T118">
                        <a:pos x="T72" y="T73"/>
                      </a:cxn>
                      <a:cxn ang="T119">
                        <a:pos x="T74" y="T75"/>
                      </a:cxn>
                      <a:cxn ang="T120">
                        <a:pos x="T76" y="T77"/>
                      </a:cxn>
                      <a:cxn ang="T121">
                        <a:pos x="T78" y="T79"/>
                      </a:cxn>
                      <a:cxn ang="T122">
                        <a:pos x="T80" y="T81"/>
                      </a:cxn>
                    </a:cxnLst>
                    <a:rect l="T123" t="T124" r="T125" b="T126"/>
                    <a:pathLst>
                      <a:path w="717" h="756">
                        <a:moveTo>
                          <a:pt x="0" y="756"/>
                        </a:moveTo>
                        <a:lnTo>
                          <a:pt x="52" y="167"/>
                        </a:lnTo>
                        <a:lnTo>
                          <a:pt x="64" y="384"/>
                        </a:lnTo>
                        <a:lnTo>
                          <a:pt x="90" y="103"/>
                        </a:lnTo>
                        <a:lnTo>
                          <a:pt x="116" y="519"/>
                        </a:lnTo>
                        <a:lnTo>
                          <a:pt x="135" y="487"/>
                        </a:lnTo>
                        <a:lnTo>
                          <a:pt x="135" y="359"/>
                        </a:lnTo>
                        <a:lnTo>
                          <a:pt x="167" y="71"/>
                        </a:lnTo>
                        <a:lnTo>
                          <a:pt x="192" y="244"/>
                        </a:lnTo>
                        <a:lnTo>
                          <a:pt x="205" y="96"/>
                        </a:lnTo>
                        <a:lnTo>
                          <a:pt x="218" y="615"/>
                        </a:lnTo>
                        <a:lnTo>
                          <a:pt x="244" y="397"/>
                        </a:lnTo>
                        <a:lnTo>
                          <a:pt x="282" y="519"/>
                        </a:lnTo>
                        <a:lnTo>
                          <a:pt x="308" y="308"/>
                        </a:lnTo>
                        <a:lnTo>
                          <a:pt x="333" y="442"/>
                        </a:lnTo>
                        <a:lnTo>
                          <a:pt x="346" y="352"/>
                        </a:lnTo>
                        <a:lnTo>
                          <a:pt x="365" y="384"/>
                        </a:lnTo>
                        <a:lnTo>
                          <a:pt x="378" y="135"/>
                        </a:lnTo>
                        <a:lnTo>
                          <a:pt x="391" y="301"/>
                        </a:lnTo>
                        <a:lnTo>
                          <a:pt x="384" y="519"/>
                        </a:lnTo>
                        <a:lnTo>
                          <a:pt x="404" y="679"/>
                        </a:lnTo>
                        <a:lnTo>
                          <a:pt x="429" y="628"/>
                        </a:lnTo>
                        <a:lnTo>
                          <a:pt x="442" y="480"/>
                        </a:lnTo>
                        <a:lnTo>
                          <a:pt x="455" y="391"/>
                        </a:lnTo>
                        <a:lnTo>
                          <a:pt x="436" y="506"/>
                        </a:lnTo>
                        <a:lnTo>
                          <a:pt x="461" y="352"/>
                        </a:lnTo>
                        <a:lnTo>
                          <a:pt x="474" y="455"/>
                        </a:lnTo>
                        <a:lnTo>
                          <a:pt x="493" y="519"/>
                        </a:lnTo>
                        <a:lnTo>
                          <a:pt x="512" y="410"/>
                        </a:lnTo>
                        <a:lnTo>
                          <a:pt x="532" y="186"/>
                        </a:lnTo>
                        <a:lnTo>
                          <a:pt x="544" y="231"/>
                        </a:lnTo>
                        <a:lnTo>
                          <a:pt x="570" y="148"/>
                        </a:lnTo>
                        <a:lnTo>
                          <a:pt x="576" y="301"/>
                        </a:lnTo>
                        <a:lnTo>
                          <a:pt x="576" y="730"/>
                        </a:lnTo>
                        <a:lnTo>
                          <a:pt x="647" y="0"/>
                        </a:lnTo>
                        <a:lnTo>
                          <a:pt x="647" y="250"/>
                        </a:lnTo>
                        <a:lnTo>
                          <a:pt x="660" y="333"/>
                        </a:lnTo>
                        <a:lnTo>
                          <a:pt x="685" y="192"/>
                        </a:lnTo>
                        <a:lnTo>
                          <a:pt x="711" y="340"/>
                        </a:lnTo>
                        <a:lnTo>
                          <a:pt x="698" y="429"/>
                        </a:lnTo>
                        <a:lnTo>
                          <a:pt x="717" y="461"/>
                        </a:lnTo>
                      </a:path>
                    </a:pathLst>
                  </a:custGeom>
                  <a:noFill/>
                  <a:ln w="9525">
                    <a:solidFill>
                      <a:srgbClr val="FF0000"/>
                    </a:solidFill>
                    <a:round/>
                    <a:headEnd/>
                    <a:tailEnd/>
                  </a:ln>
                </p:spPr>
                <p:txBody>
                  <a:bodyPr/>
                  <a:lstStyle/>
                  <a:p>
                    <a:endParaRPr lang="en-GB" sz="1600"/>
                  </a:p>
                </p:txBody>
              </p:sp>
              <p:sp>
                <p:nvSpPr>
                  <p:cNvPr id="14620" name="Freeform 151"/>
                  <p:cNvSpPr>
                    <a:spLocks/>
                  </p:cNvSpPr>
                  <p:nvPr/>
                </p:nvSpPr>
                <p:spPr bwMode="auto">
                  <a:xfrm flipH="1" flipV="1">
                    <a:off x="3770" y="1145"/>
                    <a:ext cx="313" cy="756"/>
                  </a:xfrm>
                  <a:custGeom>
                    <a:avLst/>
                    <a:gdLst>
                      <a:gd name="T0" fmla="*/ 0 w 717"/>
                      <a:gd name="T1" fmla="*/ 756 h 756"/>
                      <a:gd name="T2" fmla="*/ 4 w 717"/>
                      <a:gd name="T3" fmla="*/ 167 h 756"/>
                      <a:gd name="T4" fmla="*/ 5 w 717"/>
                      <a:gd name="T5" fmla="*/ 384 h 756"/>
                      <a:gd name="T6" fmla="*/ 7 w 717"/>
                      <a:gd name="T7" fmla="*/ 103 h 756"/>
                      <a:gd name="T8" fmla="*/ 10 w 717"/>
                      <a:gd name="T9" fmla="*/ 519 h 756"/>
                      <a:gd name="T10" fmla="*/ 11 w 717"/>
                      <a:gd name="T11" fmla="*/ 487 h 756"/>
                      <a:gd name="T12" fmla="*/ 11 w 717"/>
                      <a:gd name="T13" fmla="*/ 359 h 756"/>
                      <a:gd name="T14" fmla="*/ 14 w 717"/>
                      <a:gd name="T15" fmla="*/ 71 h 756"/>
                      <a:gd name="T16" fmla="*/ 16 w 717"/>
                      <a:gd name="T17" fmla="*/ 244 h 756"/>
                      <a:gd name="T18" fmla="*/ 17 w 717"/>
                      <a:gd name="T19" fmla="*/ 96 h 756"/>
                      <a:gd name="T20" fmla="*/ 18 w 717"/>
                      <a:gd name="T21" fmla="*/ 615 h 756"/>
                      <a:gd name="T22" fmla="*/ 21 w 717"/>
                      <a:gd name="T23" fmla="*/ 397 h 756"/>
                      <a:gd name="T24" fmla="*/ 24 w 717"/>
                      <a:gd name="T25" fmla="*/ 519 h 756"/>
                      <a:gd name="T26" fmla="*/ 25 w 717"/>
                      <a:gd name="T27" fmla="*/ 308 h 756"/>
                      <a:gd name="T28" fmla="*/ 28 w 717"/>
                      <a:gd name="T29" fmla="*/ 442 h 756"/>
                      <a:gd name="T30" fmla="*/ 29 w 717"/>
                      <a:gd name="T31" fmla="*/ 352 h 756"/>
                      <a:gd name="T32" fmla="*/ 30 w 717"/>
                      <a:gd name="T33" fmla="*/ 384 h 756"/>
                      <a:gd name="T34" fmla="*/ 31 w 717"/>
                      <a:gd name="T35" fmla="*/ 135 h 756"/>
                      <a:gd name="T36" fmla="*/ 33 w 717"/>
                      <a:gd name="T37" fmla="*/ 301 h 756"/>
                      <a:gd name="T38" fmla="*/ 32 w 717"/>
                      <a:gd name="T39" fmla="*/ 519 h 756"/>
                      <a:gd name="T40" fmla="*/ 34 w 717"/>
                      <a:gd name="T41" fmla="*/ 679 h 756"/>
                      <a:gd name="T42" fmla="*/ 36 w 717"/>
                      <a:gd name="T43" fmla="*/ 628 h 756"/>
                      <a:gd name="T44" fmla="*/ 37 w 717"/>
                      <a:gd name="T45" fmla="*/ 480 h 756"/>
                      <a:gd name="T46" fmla="*/ 38 w 717"/>
                      <a:gd name="T47" fmla="*/ 391 h 756"/>
                      <a:gd name="T48" fmla="*/ 36 w 717"/>
                      <a:gd name="T49" fmla="*/ 506 h 756"/>
                      <a:gd name="T50" fmla="*/ 38 w 717"/>
                      <a:gd name="T51" fmla="*/ 352 h 756"/>
                      <a:gd name="T52" fmla="*/ 39 w 717"/>
                      <a:gd name="T53" fmla="*/ 455 h 756"/>
                      <a:gd name="T54" fmla="*/ 41 w 717"/>
                      <a:gd name="T55" fmla="*/ 519 h 756"/>
                      <a:gd name="T56" fmla="*/ 43 w 717"/>
                      <a:gd name="T57" fmla="*/ 410 h 756"/>
                      <a:gd name="T58" fmla="*/ 44 w 717"/>
                      <a:gd name="T59" fmla="*/ 186 h 756"/>
                      <a:gd name="T60" fmla="*/ 45 w 717"/>
                      <a:gd name="T61" fmla="*/ 231 h 756"/>
                      <a:gd name="T62" fmla="*/ 48 w 717"/>
                      <a:gd name="T63" fmla="*/ 148 h 756"/>
                      <a:gd name="T64" fmla="*/ 48 w 717"/>
                      <a:gd name="T65" fmla="*/ 301 h 756"/>
                      <a:gd name="T66" fmla="*/ 48 w 717"/>
                      <a:gd name="T67" fmla="*/ 730 h 756"/>
                      <a:gd name="T68" fmla="*/ 54 w 717"/>
                      <a:gd name="T69" fmla="*/ 0 h 756"/>
                      <a:gd name="T70" fmla="*/ 54 w 717"/>
                      <a:gd name="T71" fmla="*/ 250 h 756"/>
                      <a:gd name="T72" fmla="*/ 55 w 717"/>
                      <a:gd name="T73" fmla="*/ 333 h 756"/>
                      <a:gd name="T74" fmla="*/ 57 w 717"/>
                      <a:gd name="T75" fmla="*/ 192 h 756"/>
                      <a:gd name="T76" fmla="*/ 59 w 717"/>
                      <a:gd name="T77" fmla="*/ 340 h 756"/>
                      <a:gd name="T78" fmla="*/ 58 w 717"/>
                      <a:gd name="T79" fmla="*/ 429 h 756"/>
                      <a:gd name="T80" fmla="*/ 60 w 717"/>
                      <a:gd name="T81" fmla="*/ 461 h 756"/>
                      <a:gd name="T82" fmla="*/ 0 60000 65536"/>
                      <a:gd name="T83" fmla="*/ 0 60000 65536"/>
                      <a:gd name="T84" fmla="*/ 0 60000 65536"/>
                      <a:gd name="T85" fmla="*/ 0 60000 65536"/>
                      <a:gd name="T86" fmla="*/ 0 60000 65536"/>
                      <a:gd name="T87" fmla="*/ 0 60000 65536"/>
                      <a:gd name="T88" fmla="*/ 0 60000 65536"/>
                      <a:gd name="T89" fmla="*/ 0 60000 65536"/>
                      <a:gd name="T90" fmla="*/ 0 60000 65536"/>
                      <a:gd name="T91" fmla="*/ 0 60000 65536"/>
                      <a:gd name="T92" fmla="*/ 0 60000 65536"/>
                      <a:gd name="T93" fmla="*/ 0 60000 65536"/>
                      <a:gd name="T94" fmla="*/ 0 60000 65536"/>
                      <a:gd name="T95" fmla="*/ 0 60000 65536"/>
                      <a:gd name="T96" fmla="*/ 0 60000 65536"/>
                      <a:gd name="T97" fmla="*/ 0 60000 65536"/>
                      <a:gd name="T98" fmla="*/ 0 60000 65536"/>
                      <a:gd name="T99" fmla="*/ 0 60000 65536"/>
                      <a:gd name="T100" fmla="*/ 0 60000 65536"/>
                      <a:gd name="T101" fmla="*/ 0 60000 65536"/>
                      <a:gd name="T102" fmla="*/ 0 60000 65536"/>
                      <a:gd name="T103" fmla="*/ 0 60000 65536"/>
                      <a:gd name="T104" fmla="*/ 0 60000 65536"/>
                      <a:gd name="T105" fmla="*/ 0 60000 65536"/>
                      <a:gd name="T106" fmla="*/ 0 60000 65536"/>
                      <a:gd name="T107" fmla="*/ 0 60000 65536"/>
                      <a:gd name="T108" fmla="*/ 0 60000 65536"/>
                      <a:gd name="T109" fmla="*/ 0 60000 65536"/>
                      <a:gd name="T110" fmla="*/ 0 60000 65536"/>
                      <a:gd name="T111" fmla="*/ 0 60000 65536"/>
                      <a:gd name="T112" fmla="*/ 0 60000 65536"/>
                      <a:gd name="T113" fmla="*/ 0 60000 65536"/>
                      <a:gd name="T114" fmla="*/ 0 60000 65536"/>
                      <a:gd name="T115" fmla="*/ 0 60000 65536"/>
                      <a:gd name="T116" fmla="*/ 0 60000 65536"/>
                      <a:gd name="T117" fmla="*/ 0 60000 65536"/>
                      <a:gd name="T118" fmla="*/ 0 60000 65536"/>
                      <a:gd name="T119" fmla="*/ 0 60000 65536"/>
                      <a:gd name="T120" fmla="*/ 0 60000 65536"/>
                      <a:gd name="T121" fmla="*/ 0 60000 65536"/>
                      <a:gd name="T122" fmla="*/ 0 60000 65536"/>
                      <a:gd name="T123" fmla="*/ 0 w 717"/>
                      <a:gd name="T124" fmla="*/ 0 h 756"/>
                      <a:gd name="T125" fmla="*/ 717 w 717"/>
                      <a:gd name="T126" fmla="*/ 756 h 756"/>
                    </a:gdLst>
                    <a:ahLst/>
                    <a:cxnLst>
                      <a:cxn ang="T82">
                        <a:pos x="T0" y="T1"/>
                      </a:cxn>
                      <a:cxn ang="T83">
                        <a:pos x="T2" y="T3"/>
                      </a:cxn>
                      <a:cxn ang="T84">
                        <a:pos x="T4" y="T5"/>
                      </a:cxn>
                      <a:cxn ang="T85">
                        <a:pos x="T6" y="T7"/>
                      </a:cxn>
                      <a:cxn ang="T86">
                        <a:pos x="T8" y="T9"/>
                      </a:cxn>
                      <a:cxn ang="T87">
                        <a:pos x="T10" y="T11"/>
                      </a:cxn>
                      <a:cxn ang="T88">
                        <a:pos x="T12" y="T13"/>
                      </a:cxn>
                      <a:cxn ang="T89">
                        <a:pos x="T14" y="T15"/>
                      </a:cxn>
                      <a:cxn ang="T90">
                        <a:pos x="T16" y="T17"/>
                      </a:cxn>
                      <a:cxn ang="T91">
                        <a:pos x="T18" y="T19"/>
                      </a:cxn>
                      <a:cxn ang="T92">
                        <a:pos x="T20" y="T21"/>
                      </a:cxn>
                      <a:cxn ang="T93">
                        <a:pos x="T22" y="T23"/>
                      </a:cxn>
                      <a:cxn ang="T94">
                        <a:pos x="T24" y="T25"/>
                      </a:cxn>
                      <a:cxn ang="T95">
                        <a:pos x="T26" y="T27"/>
                      </a:cxn>
                      <a:cxn ang="T96">
                        <a:pos x="T28" y="T29"/>
                      </a:cxn>
                      <a:cxn ang="T97">
                        <a:pos x="T30" y="T31"/>
                      </a:cxn>
                      <a:cxn ang="T98">
                        <a:pos x="T32" y="T33"/>
                      </a:cxn>
                      <a:cxn ang="T99">
                        <a:pos x="T34" y="T35"/>
                      </a:cxn>
                      <a:cxn ang="T100">
                        <a:pos x="T36" y="T37"/>
                      </a:cxn>
                      <a:cxn ang="T101">
                        <a:pos x="T38" y="T39"/>
                      </a:cxn>
                      <a:cxn ang="T102">
                        <a:pos x="T40" y="T41"/>
                      </a:cxn>
                      <a:cxn ang="T103">
                        <a:pos x="T42" y="T43"/>
                      </a:cxn>
                      <a:cxn ang="T104">
                        <a:pos x="T44" y="T45"/>
                      </a:cxn>
                      <a:cxn ang="T105">
                        <a:pos x="T46" y="T47"/>
                      </a:cxn>
                      <a:cxn ang="T106">
                        <a:pos x="T48" y="T49"/>
                      </a:cxn>
                      <a:cxn ang="T107">
                        <a:pos x="T50" y="T51"/>
                      </a:cxn>
                      <a:cxn ang="T108">
                        <a:pos x="T52" y="T53"/>
                      </a:cxn>
                      <a:cxn ang="T109">
                        <a:pos x="T54" y="T55"/>
                      </a:cxn>
                      <a:cxn ang="T110">
                        <a:pos x="T56" y="T57"/>
                      </a:cxn>
                      <a:cxn ang="T111">
                        <a:pos x="T58" y="T59"/>
                      </a:cxn>
                      <a:cxn ang="T112">
                        <a:pos x="T60" y="T61"/>
                      </a:cxn>
                      <a:cxn ang="T113">
                        <a:pos x="T62" y="T63"/>
                      </a:cxn>
                      <a:cxn ang="T114">
                        <a:pos x="T64" y="T65"/>
                      </a:cxn>
                      <a:cxn ang="T115">
                        <a:pos x="T66" y="T67"/>
                      </a:cxn>
                      <a:cxn ang="T116">
                        <a:pos x="T68" y="T69"/>
                      </a:cxn>
                      <a:cxn ang="T117">
                        <a:pos x="T70" y="T71"/>
                      </a:cxn>
                      <a:cxn ang="T118">
                        <a:pos x="T72" y="T73"/>
                      </a:cxn>
                      <a:cxn ang="T119">
                        <a:pos x="T74" y="T75"/>
                      </a:cxn>
                      <a:cxn ang="T120">
                        <a:pos x="T76" y="T77"/>
                      </a:cxn>
                      <a:cxn ang="T121">
                        <a:pos x="T78" y="T79"/>
                      </a:cxn>
                      <a:cxn ang="T122">
                        <a:pos x="T80" y="T81"/>
                      </a:cxn>
                    </a:cxnLst>
                    <a:rect l="T123" t="T124" r="T125" b="T126"/>
                    <a:pathLst>
                      <a:path w="717" h="756">
                        <a:moveTo>
                          <a:pt x="0" y="756"/>
                        </a:moveTo>
                        <a:lnTo>
                          <a:pt x="52" y="167"/>
                        </a:lnTo>
                        <a:lnTo>
                          <a:pt x="64" y="384"/>
                        </a:lnTo>
                        <a:lnTo>
                          <a:pt x="90" y="103"/>
                        </a:lnTo>
                        <a:lnTo>
                          <a:pt x="116" y="519"/>
                        </a:lnTo>
                        <a:lnTo>
                          <a:pt x="135" y="487"/>
                        </a:lnTo>
                        <a:lnTo>
                          <a:pt x="135" y="359"/>
                        </a:lnTo>
                        <a:lnTo>
                          <a:pt x="167" y="71"/>
                        </a:lnTo>
                        <a:lnTo>
                          <a:pt x="192" y="244"/>
                        </a:lnTo>
                        <a:lnTo>
                          <a:pt x="205" y="96"/>
                        </a:lnTo>
                        <a:lnTo>
                          <a:pt x="218" y="615"/>
                        </a:lnTo>
                        <a:lnTo>
                          <a:pt x="244" y="397"/>
                        </a:lnTo>
                        <a:lnTo>
                          <a:pt x="282" y="519"/>
                        </a:lnTo>
                        <a:lnTo>
                          <a:pt x="308" y="308"/>
                        </a:lnTo>
                        <a:lnTo>
                          <a:pt x="333" y="442"/>
                        </a:lnTo>
                        <a:lnTo>
                          <a:pt x="346" y="352"/>
                        </a:lnTo>
                        <a:lnTo>
                          <a:pt x="365" y="384"/>
                        </a:lnTo>
                        <a:lnTo>
                          <a:pt x="378" y="135"/>
                        </a:lnTo>
                        <a:lnTo>
                          <a:pt x="391" y="301"/>
                        </a:lnTo>
                        <a:lnTo>
                          <a:pt x="384" y="519"/>
                        </a:lnTo>
                        <a:lnTo>
                          <a:pt x="404" y="679"/>
                        </a:lnTo>
                        <a:lnTo>
                          <a:pt x="429" y="628"/>
                        </a:lnTo>
                        <a:lnTo>
                          <a:pt x="442" y="480"/>
                        </a:lnTo>
                        <a:lnTo>
                          <a:pt x="455" y="391"/>
                        </a:lnTo>
                        <a:lnTo>
                          <a:pt x="436" y="506"/>
                        </a:lnTo>
                        <a:lnTo>
                          <a:pt x="461" y="352"/>
                        </a:lnTo>
                        <a:lnTo>
                          <a:pt x="474" y="455"/>
                        </a:lnTo>
                        <a:lnTo>
                          <a:pt x="493" y="519"/>
                        </a:lnTo>
                        <a:lnTo>
                          <a:pt x="512" y="410"/>
                        </a:lnTo>
                        <a:lnTo>
                          <a:pt x="532" y="186"/>
                        </a:lnTo>
                        <a:lnTo>
                          <a:pt x="544" y="231"/>
                        </a:lnTo>
                        <a:lnTo>
                          <a:pt x="570" y="148"/>
                        </a:lnTo>
                        <a:lnTo>
                          <a:pt x="576" y="301"/>
                        </a:lnTo>
                        <a:lnTo>
                          <a:pt x="576" y="730"/>
                        </a:lnTo>
                        <a:lnTo>
                          <a:pt x="647" y="0"/>
                        </a:lnTo>
                        <a:lnTo>
                          <a:pt x="647" y="250"/>
                        </a:lnTo>
                        <a:lnTo>
                          <a:pt x="660" y="333"/>
                        </a:lnTo>
                        <a:lnTo>
                          <a:pt x="685" y="192"/>
                        </a:lnTo>
                        <a:lnTo>
                          <a:pt x="711" y="340"/>
                        </a:lnTo>
                        <a:lnTo>
                          <a:pt x="698" y="429"/>
                        </a:lnTo>
                        <a:lnTo>
                          <a:pt x="717" y="461"/>
                        </a:lnTo>
                      </a:path>
                    </a:pathLst>
                  </a:custGeom>
                  <a:noFill/>
                  <a:ln w="9525">
                    <a:solidFill>
                      <a:srgbClr val="FF0000"/>
                    </a:solidFill>
                    <a:round/>
                    <a:headEnd/>
                    <a:tailEnd/>
                  </a:ln>
                </p:spPr>
                <p:txBody>
                  <a:bodyPr/>
                  <a:lstStyle/>
                  <a:p>
                    <a:endParaRPr lang="en-GB" sz="1600"/>
                  </a:p>
                </p:txBody>
              </p:sp>
              <p:sp>
                <p:nvSpPr>
                  <p:cNvPr id="14621" name="Freeform 152"/>
                  <p:cNvSpPr>
                    <a:spLocks/>
                  </p:cNvSpPr>
                  <p:nvPr/>
                </p:nvSpPr>
                <p:spPr bwMode="auto">
                  <a:xfrm flipH="1">
                    <a:off x="4077" y="1119"/>
                    <a:ext cx="313" cy="756"/>
                  </a:xfrm>
                  <a:custGeom>
                    <a:avLst/>
                    <a:gdLst>
                      <a:gd name="T0" fmla="*/ 0 w 717"/>
                      <a:gd name="T1" fmla="*/ 756 h 756"/>
                      <a:gd name="T2" fmla="*/ 4 w 717"/>
                      <a:gd name="T3" fmla="*/ 167 h 756"/>
                      <a:gd name="T4" fmla="*/ 5 w 717"/>
                      <a:gd name="T5" fmla="*/ 384 h 756"/>
                      <a:gd name="T6" fmla="*/ 7 w 717"/>
                      <a:gd name="T7" fmla="*/ 103 h 756"/>
                      <a:gd name="T8" fmla="*/ 10 w 717"/>
                      <a:gd name="T9" fmla="*/ 519 h 756"/>
                      <a:gd name="T10" fmla="*/ 11 w 717"/>
                      <a:gd name="T11" fmla="*/ 487 h 756"/>
                      <a:gd name="T12" fmla="*/ 11 w 717"/>
                      <a:gd name="T13" fmla="*/ 359 h 756"/>
                      <a:gd name="T14" fmla="*/ 14 w 717"/>
                      <a:gd name="T15" fmla="*/ 71 h 756"/>
                      <a:gd name="T16" fmla="*/ 16 w 717"/>
                      <a:gd name="T17" fmla="*/ 244 h 756"/>
                      <a:gd name="T18" fmla="*/ 17 w 717"/>
                      <a:gd name="T19" fmla="*/ 96 h 756"/>
                      <a:gd name="T20" fmla="*/ 18 w 717"/>
                      <a:gd name="T21" fmla="*/ 615 h 756"/>
                      <a:gd name="T22" fmla="*/ 21 w 717"/>
                      <a:gd name="T23" fmla="*/ 397 h 756"/>
                      <a:gd name="T24" fmla="*/ 24 w 717"/>
                      <a:gd name="T25" fmla="*/ 519 h 756"/>
                      <a:gd name="T26" fmla="*/ 25 w 717"/>
                      <a:gd name="T27" fmla="*/ 308 h 756"/>
                      <a:gd name="T28" fmla="*/ 28 w 717"/>
                      <a:gd name="T29" fmla="*/ 442 h 756"/>
                      <a:gd name="T30" fmla="*/ 29 w 717"/>
                      <a:gd name="T31" fmla="*/ 352 h 756"/>
                      <a:gd name="T32" fmla="*/ 30 w 717"/>
                      <a:gd name="T33" fmla="*/ 384 h 756"/>
                      <a:gd name="T34" fmla="*/ 31 w 717"/>
                      <a:gd name="T35" fmla="*/ 135 h 756"/>
                      <a:gd name="T36" fmla="*/ 33 w 717"/>
                      <a:gd name="T37" fmla="*/ 301 h 756"/>
                      <a:gd name="T38" fmla="*/ 32 w 717"/>
                      <a:gd name="T39" fmla="*/ 519 h 756"/>
                      <a:gd name="T40" fmla="*/ 34 w 717"/>
                      <a:gd name="T41" fmla="*/ 679 h 756"/>
                      <a:gd name="T42" fmla="*/ 36 w 717"/>
                      <a:gd name="T43" fmla="*/ 628 h 756"/>
                      <a:gd name="T44" fmla="*/ 37 w 717"/>
                      <a:gd name="T45" fmla="*/ 480 h 756"/>
                      <a:gd name="T46" fmla="*/ 38 w 717"/>
                      <a:gd name="T47" fmla="*/ 391 h 756"/>
                      <a:gd name="T48" fmla="*/ 36 w 717"/>
                      <a:gd name="T49" fmla="*/ 506 h 756"/>
                      <a:gd name="T50" fmla="*/ 38 w 717"/>
                      <a:gd name="T51" fmla="*/ 352 h 756"/>
                      <a:gd name="T52" fmla="*/ 39 w 717"/>
                      <a:gd name="T53" fmla="*/ 455 h 756"/>
                      <a:gd name="T54" fmla="*/ 41 w 717"/>
                      <a:gd name="T55" fmla="*/ 519 h 756"/>
                      <a:gd name="T56" fmla="*/ 43 w 717"/>
                      <a:gd name="T57" fmla="*/ 410 h 756"/>
                      <a:gd name="T58" fmla="*/ 44 w 717"/>
                      <a:gd name="T59" fmla="*/ 186 h 756"/>
                      <a:gd name="T60" fmla="*/ 45 w 717"/>
                      <a:gd name="T61" fmla="*/ 231 h 756"/>
                      <a:gd name="T62" fmla="*/ 48 w 717"/>
                      <a:gd name="T63" fmla="*/ 148 h 756"/>
                      <a:gd name="T64" fmla="*/ 48 w 717"/>
                      <a:gd name="T65" fmla="*/ 301 h 756"/>
                      <a:gd name="T66" fmla="*/ 48 w 717"/>
                      <a:gd name="T67" fmla="*/ 730 h 756"/>
                      <a:gd name="T68" fmla="*/ 54 w 717"/>
                      <a:gd name="T69" fmla="*/ 0 h 756"/>
                      <a:gd name="T70" fmla="*/ 54 w 717"/>
                      <a:gd name="T71" fmla="*/ 250 h 756"/>
                      <a:gd name="T72" fmla="*/ 55 w 717"/>
                      <a:gd name="T73" fmla="*/ 333 h 756"/>
                      <a:gd name="T74" fmla="*/ 57 w 717"/>
                      <a:gd name="T75" fmla="*/ 192 h 756"/>
                      <a:gd name="T76" fmla="*/ 59 w 717"/>
                      <a:gd name="T77" fmla="*/ 340 h 756"/>
                      <a:gd name="T78" fmla="*/ 58 w 717"/>
                      <a:gd name="T79" fmla="*/ 429 h 756"/>
                      <a:gd name="T80" fmla="*/ 60 w 717"/>
                      <a:gd name="T81" fmla="*/ 461 h 756"/>
                      <a:gd name="T82" fmla="*/ 0 60000 65536"/>
                      <a:gd name="T83" fmla="*/ 0 60000 65536"/>
                      <a:gd name="T84" fmla="*/ 0 60000 65536"/>
                      <a:gd name="T85" fmla="*/ 0 60000 65536"/>
                      <a:gd name="T86" fmla="*/ 0 60000 65536"/>
                      <a:gd name="T87" fmla="*/ 0 60000 65536"/>
                      <a:gd name="T88" fmla="*/ 0 60000 65536"/>
                      <a:gd name="T89" fmla="*/ 0 60000 65536"/>
                      <a:gd name="T90" fmla="*/ 0 60000 65536"/>
                      <a:gd name="T91" fmla="*/ 0 60000 65536"/>
                      <a:gd name="T92" fmla="*/ 0 60000 65536"/>
                      <a:gd name="T93" fmla="*/ 0 60000 65536"/>
                      <a:gd name="T94" fmla="*/ 0 60000 65536"/>
                      <a:gd name="T95" fmla="*/ 0 60000 65536"/>
                      <a:gd name="T96" fmla="*/ 0 60000 65536"/>
                      <a:gd name="T97" fmla="*/ 0 60000 65536"/>
                      <a:gd name="T98" fmla="*/ 0 60000 65536"/>
                      <a:gd name="T99" fmla="*/ 0 60000 65536"/>
                      <a:gd name="T100" fmla="*/ 0 60000 65536"/>
                      <a:gd name="T101" fmla="*/ 0 60000 65536"/>
                      <a:gd name="T102" fmla="*/ 0 60000 65536"/>
                      <a:gd name="T103" fmla="*/ 0 60000 65536"/>
                      <a:gd name="T104" fmla="*/ 0 60000 65536"/>
                      <a:gd name="T105" fmla="*/ 0 60000 65536"/>
                      <a:gd name="T106" fmla="*/ 0 60000 65536"/>
                      <a:gd name="T107" fmla="*/ 0 60000 65536"/>
                      <a:gd name="T108" fmla="*/ 0 60000 65536"/>
                      <a:gd name="T109" fmla="*/ 0 60000 65536"/>
                      <a:gd name="T110" fmla="*/ 0 60000 65536"/>
                      <a:gd name="T111" fmla="*/ 0 60000 65536"/>
                      <a:gd name="T112" fmla="*/ 0 60000 65536"/>
                      <a:gd name="T113" fmla="*/ 0 60000 65536"/>
                      <a:gd name="T114" fmla="*/ 0 60000 65536"/>
                      <a:gd name="T115" fmla="*/ 0 60000 65536"/>
                      <a:gd name="T116" fmla="*/ 0 60000 65536"/>
                      <a:gd name="T117" fmla="*/ 0 60000 65536"/>
                      <a:gd name="T118" fmla="*/ 0 60000 65536"/>
                      <a:gd name="T119" fmla="*/ 0 60000 65536"/>
                      <a:gd name="T120" fmla="*/ 0 60000 65536"/>
                      <a:gd name="T121" fmla="*/ 0 60000 65536"/>
                      <a:gd name="T122" fmla="*/ 0 60000 65536"/>
                      <a:gd name="T123" fmla="*/ 0 w 717"/>
                      <a:gd name="T124" fmla="*/ 0 h 756"/>
                      <a:gd name="T125" fmla="*/ 717 w 717"/>
                      <a:gd name="T126" fmla="*/ 756 h 756"/>
                    </a:gdLst>
                    <a:ahLst/>
                    <a:cxnLst>
                      <a:cxn ang="T82">
                        <a:pos x="T0" y="T1"/>
                      </a:cxn>
                      <a:cxn ang="T83">
                        <a:pos x="T2" y="T3"/>
                      </a:cxn>
                      <a:cxn ang="T84">
                        <a:pos x="T4" y="T5"/>
                      </a:cxn>
                      <a:cxn ang="T85">
                        <a:pos x="T6" y="T7"/>
                      </a:cxn>
                      <a:cxn ang="T86">
                        <a:pos x="T8" y="T9"/>
                      </a:cxn>
                      <a:cxn ang="T87">
                        <a:pos x="T10" y="T11"/>
                      </a:cxn>
                      <a:cxn ang="T88">
                        <a:pos x="T12" y="T13"/>
                      </a:cxn>
                      <a:cxn ang="T89">
                        <a:pos x="T14" y="T15"/>
                      </a:cxn>
                      <a:cxn ang="T90">
                        <a:pos x="T16" y="T17"/>
                      </a:cxn>
                      <a:cxn ang="T91">
                        <a:pos x="T18" y="T19"/>
                      </a:cxn>
                      <a:cxn ang="T92">
                        <a:pos x="T20" y="T21"/>
                      </a:cxn>
                      <a:cxn ang="T93">
                        <a:pos x="T22" y="T23"/>
                      </a:cxn>
                      <a:cxn ang="T94">
                        <a:pos x="T24" y="T25"/>
                      </a:cxn>
                      <a:cxn ang="T95">
                        <a:pos x="T26" y="T27"/>
                      </a:cxn>
                      <a:cxn ang="T96">
                        <a:pos x="T28" y="T29"/>
                      </a:cxn>
                      <a:cxn ang="T97">
                        <a:pos x="T30" y="T31"/>
                      </a:cxn>
                      <a:cxn ang="T98">
                        <a:pos x="T32" y="T33"/>
                      </a:cxn>
                      <a:cxn ang="T99">
                        <a:pos x="T34" y="T35"/>
                      </a:cxn>
                      <a:cxn ang="T100">
                        <a:pos x="T36" y="T37"/>
                      </a:cxn>
                      <a:cxn ang="T101">
                        <a:pos x="T38" y="T39"/>
                      </a:cxn>
                      <a:cxn ang="T102">
                        <a:pos x="T40" y="T41"/>
                      </a:cxn>
                      <a:cxn ang="T103">
                        <a:pos x="T42" y="T43"/>
                      </a:cxn>
                      <a:cxn ang="T104">
                        <a:pos x="T44" y="T45"/>
                      </a:cxn>
                      <a:cxn ang="T105">
                        <a:pos x="T46" y="T47"/>
                      </a:cxn>
                      <a:cxn ang="T106">
                        <a:pos x="T48" y="T49"/>
                      </a:cxn>
                      <a:cxn ang="T107">
                        <a:pos x="T50" y="T51"/>
                      </a:cxn>
                      <a:cxn ang="T108">
                        <a:pos x="T52" y="T53"/>
                      </a:cxn>
                      <a:cxn ang="T109">
                        <a:pos x="T54" y="T55"/>
                      </a:cxn>
                      <a:cxn ang="T110">
                        <a:pos x="T56" y="T57"/>
                      </a:cxn>
                      <a:cxn ang="T111">
                        <a:pos x="T58" y="T59"/>
                      </a:cxn>
                      <a:cxn ang="T112">
                        <a:pos x="T60" y="T61"/>
                      </a:cxn>
                      <a:cxn ang="T113">
                        <a:pos x="T62" y="T63"/>
                      </a:cxn>
                      <a:cxn ang="T114">
                        <a:pos x="T64" y="T65"/>
                      </a:cxn>
                      <a:cxn ang="T115">
                        <a:pos x="T66" y="T67"/>
                      </a:cxn>
                      <a:cxn ang="T116">
                        <a:pos x="T68" y="T69"/>
                      </a:cxn>
                      <a:cxn ang="T117">
                        <a:pos x="T70" y="T71"/>
                      </a:cxn>
                      <a:cxn ang="T118">
                        <a:pos x="T72" y="T73"/>
                      </a:cxn>
                      <a:cxn ang="T119">
                        <a:pos x="T74" y="T75"/>
                      </a:cxn>
                      <a:cxn ang="T120">
                        <a:pos x="T76" y="T77"/>
                      </a:cxn>
                      <a:cxn ang="T121">
                        <a:pos x="T78" y="T79"/>
                      </a:cxn>
                      <a:cxn ang="T122">
                        <a:pos x="T80" y="T81"/>
                      </a:cxn>
                    </a:cxnLst>
                    <a:rect l="T123" t="T124" r="T125" b="T126"/>
                    <a:pathLst>
                      <a:path w="717" h="756">
                        <a:moveTo>
                          <a:pt x="0" y="756"/>
                        </a:moveTo>
                        <a:lnTo>
                          <a:pt x="52" y="167"/>
                        </a:lnTo>
                        <a:lnTo>
                          <a:pt x="64" y="384"/>
                        </a:lnTo>
                        <a:lnTo>
                          <a:pt x="90" y="103"/>
                        </a:lnTo>
                        <a:lnTo>
                          <a:pt x="116" y="519"/>
                        </a:lnTo>
                        <a:lnTo>
                          <a:pt x="135" y="487"/>
                        </a:lnTo>
                        <a:lnTo>
                          <a:pt x="135" y="359"/>
                        </a:lnTo>
                        <a:lnTo>
                          <a:pt x="167" y="71"/>
                        </a:lnTo>
                        <a:lnTo>
                          <a:pt x="192" y="244"/>
                        </a:lnTo>
                        <a:lnTo>
                          <a:pt x="205" y="96"/>
                        </a:lnTo>
                        <a:lnTo>
                          <a:pt x="218" y="615"/>
                        </a:lnTo>
                        <a:lnTo>
                          <a:pt x="244" y="397"/>
                        </a:lnTo>
                        <a:lnTo>
                          <a:pt x="282" y="519"/>
                        </a:lnTo>
                        <a:lnTo>
                          <a:pt x="308" y="308"/>
                        </a:lnTo>
                        <a:lnTo>
                          <a:pt x="333" y="442"/>
                        </a:lnTo>
                        <a:lnTo>
                          <a:pt x="346" y="352"/>
                        </a:lnTo>
                        <a:lnTo>
                          <a:pt x="365" y="384"/>
                        </a:lnTo>
                        <a:lnTo>
                          <a:pt x="378" y="135"/>
                        </a:lnTo>
                        <a:lnTo>
                          <a:pt x="391" y="301"/>
                        </a:lnTo>
                        <a:lnTo>
                          <a:pt x="384" y="519"/>
                        </a:lnTo>
                        <a:lnTo>
                          <a:pt x="404" y="679"/>
                        </a:lnTo>
                        <a:lnTo>
                          <a:pt x="429" y="628"/>
                        </a:lnTo>
                        <a:lnTo>
                          <a:pt x="442" y="480"/>
                        </a:lnTo>
                        <a:lnTo>
                          <a:pt x="455" y="391"/>
                        </a:lnTo>
                        <a:lnTo>
                          <a:pt x="436" y="506"/>
                        </a:lnTo>
                        <a:lnTo>
                          <a:pt x="461" y="352"/>
                        </a:lnTo>
                        <a:lnTo>
                          <a:pt x="474" y="455"/>
                        </a:lnTo>
                        <a:lnTo>
                          <a:pt x="493" y="519"/>
                        </a:lnTo>
                        <a:lnTo>
                          <a:pt x="512" y="410"/>
                        </a:lnTo>
                        <a:lnTo>
                          <a:pt x="532" y="186"/>
                        </a:lnTo>
                        <a:lnTo>
                          <a:pt x="544" y="231"/>
                        </a:lnTo>
                        <a:lnTo>
                          <a:pt x="570" y="148"/>
                        </a:lnTo>
                        <a:lnTo>
                          <a:pt x="576" y="301"/>
                        </a:lnTo>
                        <a:lnTo>
                          <a:pt x="576" y="730"/>
                        </a:lnTo>
                        <a:lnTo>
                          <a:pt x="647" y="0"/>
                        </a:lnTo>
                        <a:lnTo>
                          <a:pt x="647" y="250"/>
                        </a:lnTo>
                        <a:lnTo>
                          <a:pt x="660" y="333"/>
                        </a:lnTo>
                        <a:lnTo>
                          <a:pt x="685" y="192"/>
                        </a:lnTo>
                        <a:lnTo>
                          <a:pt x="711" y="340"/>
                        </a:lnTo>
                        <a:lnTo>
                          <a:pt x="698" y="429"/>
                        </a:lnTo>
                        <a:lnTo>
                          <a:pt x="717" y="461"/>
                        </a:lnTo>
                      </a:path>
                    </a:pathLst>
                  </a:custGeom>
                  <a:noFill/>
                  <a:ln w="9525">
                    <a:solidFill>
                      <a:srgbClr val="FF0000"/>
                    </a:solidFill>
                    <a:round/>
                    <a:headEnd/>
                    <a:tailEnd/>
                  </a:ln>
                </p:spPr>
                <p:txBody>
                  <a:bodyPr/>
                  <a:lstStyle/>
                  <a:p>
                    <a:endParaRPr lang="en-GB" sz="1600"/>
                  </a:p>
                </p:txBody>
              </p:sp>
              <p:sp>
                <p:nvSpPr>
                  <p:cNvPr id="14622" name="Freeform 153"/>
                  <p:cNvSpPr>
                    <a:spLocks/>
                  </p:cNvSpPr>
                  <p:nvPr/>
                </p:nvSpPr>
                <p:spPr bwMode="auto">
                  <a:xfrm flipV="1">
                    <a:off x="4385" y="1138"/>
                    <a:ext cx="313" cy="756"/>
                  </a:xfrm>
                  <a:custGeom>
                    <a:avLst/>
                    <a:gdLst>
                      <a:gd name="T0" fmla="*/ 0 w 717"/>
                      <a:gd name="T1" fmla="*/ 756 h 756"/>
                      <a:gd name="T2" fmla="*/ 4 w 717"/>
                      <a:gd name="T3" fmla="*/ 167 h 756"/>
                      <a:gd name="T4" fmla="*/ 5 w 717"/>
                      <a:gd name="T5" fmla="*/ 384 h 756"/>
                      <a:gd name="T6" fmla="*/ 7 w 717"/>
                      <a:gd name="T7" fmla="*/ 103 h 756"/>
                      <a:gd name="T8" fmla="*/ 10 w 717"/>
                      <a:gd name="T9" fmla="*/ 519 h 756"/>
                      <a:gd name="T10" fmla="*/ 11 w 717"/>
                      <a:gd name="T11" fmla="*/ 487 h 756"/>
                      <a:gd name="T12" fmla="*/ 11 w 717"/>
                      <a:gd name="T13" fmla="*/ 359 h 756"/>
                      <a:gd name="T14" fmla="*/ 14 w 717"/>
                      <a:gd name="T15" fmla="*/ 71 h 756"/>
                      <a:gd name="T16" fmla="*/ 16 w 717"/>
                      <a:gd name="T17" fmla="*/ 244 h 756"/>
                      <a:gd name="T18" fmla="*/ 17 w 717"/>
                      <a:gd name="T19" fmla="*/ 96 h 756"/>
                      <a:gd name="T20" fmla="*/ 18 w 717"/>
                      <a:gd name="T21" fmla="*/ 615 h 756"/>
                      <a:gd name="T22" fmla="*/ 21 w 717"/>
                      <a:gd name="T23" fmla="*/ 397 h 756"/>
                      <a:gd name="T24" fmla="*/ 24 w 717"/>
                      <a:gd name="T25" fmla="*/ 519 h 756"/>
                      <a:gd name="T26" fmla="*/ 25 w 717"/>
                      <a:gd name="T27" fmla="*/ 308 h 756"/>
                      <a:gd name="T28" fmla="*/ 28 w 717"/>
                      <a:gd name="T29" fmla="*/ 442 h 756"/>
                      <a:gd name="T30" fmla="*/ 29 w 717"/>
                      <a:gd name="T31" fmla="*/ 352 h 756"/>
                      <a:gd name="T32" fmla="*/ 30 w 717"/>
                      <a:gd name="T33" fmla="*/ 384 h 756"/>
                      <a:gd name="T34" fmla="*/ 31 w 717"/>
                      <a:gd name="T35" fmla="*/ 135 h 756"/>
                      <a:gd name="T36" fmla="*/ 33 w 717"/>
                      <a:gd name="T37" fmla="*/ 301 h 756"/>
                      <a:gd name="T38" fmla="*/ 32 w 717"/>
                      <a:gd name="T39" fmla="*/ 519 h 756"/>
                      <a:gd name="T40" fmla="*/ 34 w 717"/>
                      <a:gd name="T41" fmla="*/ 679 h 756"/>
                      <a:gd name="T42" fmla="*/ 36 w 717"/>
                      <a:gd name="T43" fmla="*/ 628 h 756"/>
                      <a:gd name="T44" fmla="*/ 37 w 717"/>
                      <a:gd name="T45" fmla="*/ 480 h 756"/>
                      <a:gd name="T46" fmla="*/ 38 w 717"/>
                      <a:gd name="T47" fmla="*/ 391 h 756"/>
                      <a:gd name="T48" fmla="*/ 36 w 717"/>
                      <a:gd name="T49" fmla="*/ 506 h 756"/>
                      <a:gd name="T50" fmla="*/ 38 w 717"/>
                      <a:gd name="T51" fmla="*/ 352 h 756"/>
                      <a:gd name="T52" fmla="*/ 39 w 717"/>
                      <a:gd name="T53" fmla="*/ 455 h 756"/>
                      <a:gd name="T54" fmla="*/ 41 w 717"/>
                      <a:gd name="T55" fmla="*/ 519 h 756"/>
                      <a:gd name="T56" fmla="*/ 43 w 717"/>
                      <a:gd name="T57" fmla="*/ 410 h 756"/>
                      <a:gd name="T58" fmla="*/ 44 w 717"/>
                      <a:gd name="T59" fmla="*/ 186 h 756"/>
                      <a:gd name="T60" fmla="*/ 45 w 717"/>
                      <a:gd name="T61" fmla="*/ 231 h 756"/>
                      <a:gd name="T62" fmla="*/ 48 w 717"/>
                      <a:gd name="T63" fmla="*/ 148 h 756"/>
                      <a:gd name="T64" fmla="*/ 48 w 717"/>
                      <a:gd name="T65" fmla="*/ 301 h 756"/>
                      <a:gd name="T66" fmla="*/ 48 w 717"/>
                      <a:gd name="T67" fmla="*/ 730 h 756"/>
                      <a:gd name="T68" fmla="*/ 54 w 717"/>
                      <a:gd name="T69" fmla="*/ 0 h 756"/>
                      <a:gd name="T70" fmla="*/ 54 w 717"/>
                      <a:gd name="T71" fmla="*/ 250 h 756"/>
                      <a:gd name="T72" fmla="*/ 55 w 717"/>
                      <a:gd name="T73" fmla="*/ 333 h 756"/>
                      <a:gd name="T74" fmla="*/ 57 w 717"/>
                      <a:gd name="T75" fmla="*/ 192 h 756"/>
                      <a:gd name="T76" fmla="*/ 59 w 717"/>
                      <a:gd name="T77" fmla="*/ 340 h 756"/>
                      <a:gd name="T78" fmla="*/ 58 w 717"/>
                      <a:gd name="T79" fmla="*/ 429 h 756"/>
                      <a:gd name="T80" fmla="*/ 60 w 717"/>
                      <a:gd name="T81" fmla="*/ 461 h 756"/>
                      <a:gd name="T82" fmla="*/ 0 60000 65536"/>
                      <a:gd name="T83" fmla="*/ 0 60000 65536"/>
                      <a:gd name="T84" fmla="*/ 0 60000 65536"/>
                      <a:gd name="T85" fmla="*/ 0 60000 65536"/>
                      <a:gd name="T86" fmla="*/ 0 60000 65536"/>
                      <a:gd name="T87" fmla="*/ 0 60000 65536"/>
                      <a:gd name="T88" fmla="*/ 0 60000 65536"/>
                      <a:gd name="T89" fmla="*/ 0 60000 65536"/>
                      <a:gd name="T90" fmla="*/ 0 60000 65536"/>
                      <a:gd name="T91" fmla="*/ 0 60000 65536"/>
                      <a:gd name="T92" fmla="*/ 0 60000 65536"/>
                      <a:gd name="T93" fmla="*/ 0 60000 65536"/>
                      <a:gd name="T94" fmla="*/ 0 60000 65536"/>
                      <a:gd name="T95" fmla="*/ 0 60000 65536"/>
                      <a:gd name="T96" fmla="*/ 0 60000 65536"/>
                      <a:gd name="T97" fmla="*/ 0 60000 65536"/>
                      <a:gd name="T98" fmla="*/ 0 60000 65536"/>
                      <a:gd name="T99" fmla="*/ 0 60000 65536"/>
                      <a:gd name="T100" fmla="*/ 0 60000 65536"/>
                      <a:gd name="T101" fmla="*/ 0 60000 65536"/>
                      <a:gd name="T102" fmla="*/ 0 60000 65536"/>
                      <a:gd name="T103" fmla="*/ 0 60000 65536"/>
                      <a:gd name="T104" fmla="*/ 0 60000 65536"/>
                      <a:gd name="T105" fmla="*/ 0 60000 65536"/>
                      <a:gd name="T106" fmla="*/ 0 60000 65536"/>
                      <a:gd name="T107" fmla="*/ 0 60000 65536"/>
                      <a:gd name="T108" fmla="*/ 0 60000 65536"/>
                      <a:gd name="T109" fmla="*/ 0 60000 65536"/>
                      <a:gd name="T110" fmla="*/ 0 60000 65536"/>
                      <a:gd name="T111" fmla="*/ 0 60000 65536"/>
                      <a:gd name="T112" fmla="*/ 0 60000 65536"/>
                      <a:gd name="T113" fmla="*/ 0 60000 65536"/>
                      <a:gd name="T114" fmla="*/ 0 60000 65536"/>
                      <a:gd name="T115" fmla="*/ 0 60000 65536"/>
                      <a:gd name="T116" fmla="*/ 0 60000 65536"/>
                      <a:gd name="T117" fmla="*/ 0 60000 65536"/>
                      <a:gd name="T118" fmla="*/ 0 60000 65536"/>
                      <a:gd name="T119" fmla="*/ 0 60000 65536"/>
                      <a:gd name="T120" fmla="*/ 0 60000 65536"/>
                      <a:gd name="T121" fmla="*/ 0 60000 65536"/>
                      <a:gd name="T122" fmla="*/ 0 60000 65536"/>
                      <a:gd name="T123" fmla="*/ 0 w 717"/>
                      <a:gd name="T124" fmla="*/ 0 h 756"/>
                      <a:gd name="T125" fmla="*/ 717 w 717"/>
                      <a:gd name="T126" fmla="*/ 756 h 756"/>
                    </a:gdLst>
                    <a:ahLst/>
                    <a:cxnLst>
                      <a:cxn ang="T82">
                        <a:pos x="T0" y="T1"/>
                      </a:cxn>
                      <a:cxn ang="T83">
                        <a:pos x="T2" y="T3"/>
                      </a:cxn>
                      <a:cxn ang="T84">
                        <a:pos x="T4" y="T5"/>
                      </a:cxn>
                      <a:cxn ang="T85">
                        <a:pos x="T6" y="T7"/>
                      </a:cxn>
                      <a:cxn ang="T86">
                        <a:pos x="T8" y="T9"/>
                      </a:cxn>
                      <a:cxn ang="T87">
                        <a:pos x="T10" y="T11"/>
                      </a:cxn>
                      <a:cxn ang="T88">
                        <a:pos x="T12" y="T13"/>
                      </a:cxn>
                      <a:cxn ang="T89">
                        <a:pos x="T14" y="T15"/>
                      </a:cxn>
                      <a:cxn ang="T90">
                        <a:pos x="T16" y="T17"/>
                      </a:cxn>
                      <a:cxn ang="T91">
                        <a:pos x="T18" y="T19"/>
                      </a:cxn>
                      <a:cxn ang="T92">
                        <a:pos x="T20" y="T21"/>
                      </a:cxn>
                      <a:cxn ang="T93">
                        <a:pos x="T22" y="T23"/>
                      </a:cxn>
                      <a:cxn ang="T94">
                        <a:pos x="T24" y="T25"/>
                      </a:cxn>
                      <a:cxn ang="T95">
                        <a:pos x="T26" y="T27"/>
                      </a:cxn>
                      <a:cxn ang="T96">
                        <a:pos x="T28" y="T29"/>
                      </a:cxn>
                      <a:cxn ang="T97">
                        <a:pos x="T30" y="T31"/>
                      </a:cxn>
                      <a:cxn ang="T98">
                        <a:pos x="T32" y="T33"/>
                      </a:cxn>
                      <a:cxn ang="T99">
                        <a:pos x="T34" y="T35"/>
                      </a:cxn>
                      <a:cxn ang="T100">
                        <a:pos x="T36" y="T37"/>
                      </a:cxn>
                      <a:cxn ang="T101">
                        <a:pos x="T38" y="T39"/>
                      </a:cxn>
                      <a:cxn ang="T102">
                        <a:pos x="T40" y="T41"/>
                      </a:cxn>
                      <a:cxn ang="T103">
                        <a:pos x="T42" y="T43"/>
                      </a:cxn>
                      <a:cxn ang="T104">
                        <a:pos x="T44" y="T45"/>
                      </a:cxn>
                      <a:cxn ang="T105">
                        <a:pos x="T46" y="T47"/>
                      </a:cxn>
                      <a:cxn ang="T106">
                        <a:pos x="T48" y="T49"/>
                      </a:cxn>
                      <a:cxn ang="T107">
                        <a:pos x="T50" y="T51"/>
                      </a:cxn>
                      <a:cxn ang="T108">
                        <a:pos x="T52" y="T53"/>
                      </a:cxn>
                      <a:cxn ang="T109">
                        <a:pos x="T54" y="T55"/>
                      </a:cxn>
                      <a:cxn ang="T110">
                        <a:pos x="T56" y="T57"/>
                      </a:cxn>
                      <a:cxn ang="T111">
                        <a:pos x="T58" y="T59"/>
                      </a:cxn>
                      <a:cxn ang="T112">
                        <a:pos x="T60" y="T61"/>
                      </a:cxn>
                      <a:cxn ang="T113">
                        <a:pos x="T62" y="T63"/>
                      </a:cxn>
                      <a:cxn ang="T114">
                        <a:pos x="T64" y="T65"/>
                      </a:cxn>
                      <a:cxn ang="T115">
                        <a:pos x="T66" y="T67"/>
                      </a:cxn>
                      <a:cxn ang="T116">
                        <a:pos x="T68" y="T69"/>
                      </a:cxn>
                      <a:cxn ang="T117">
                        <a:pos x="T70" y="T71"/>
                      </a:cxn>
                      <a:cxn ang="T118">
                        <a:pos x="T72" y="T73"/>
                      </a:cxn>
                      <a:cxn ang="T119">
                        <a:pos x="T74" y="T75"/>
                      </a:cxn>
                      <a:cxn ang="T120">
                        <a:pos x="T76" y="T77"/>
                      </a:cxn>
                      <a:cxn ang="T121">
                        <a:pos x="T78" y="T79"/>
                      </a:cxn>
                      <a:cxn ang="T122">
                        <a:pos x="T80" y="T81"/>
                      </a:cxn>
                    </a:cxnLst>
                    <a:rect l="T123" t="T124" r="T125" b="T126"/>
                    <a:pathLst>
                      <a:path w="717" h="756">
                        <a:moveTo>
                          <a:pt x="0" y="756"/>
                        </a:moveTo>
                        <a:lnTo>
                          <a:pt x="52" y="167"/>
                        </a:lnTo>
                        <a:lnTo>
                          <a:pt x="64" y="384"/>
                        </a:lnTo>
                        <a:lnTo>
                          <a:pt x="90" y="103"/>
                        </a:lnTo>
                        <a:lnTo>
                          <a:pt x="116" y="519"/>
                        </a:lnTo>
                        <a:lnTo>
                          <a:pt x="135" y="487"/>
                        </a:lnTo>
                        <a:lnTo>
                          <a:pt x="135" y="359"/>
                        </a:lnTo>
                        <a:lnTo>
                          <a:pt x="167" y="71"/>
                        </a:lnTo>
                        <a:lnTo>
                          <a:pt x="192" y="244"/>
                        </a:lnTo>
                        <a:lnTo>
                          <a:pt x="205" y="96"/>
                        </a:lnTo>
                        <a:lnTo>
                          <a:pt x="218" y="615"/>
                        </a:lnTo>
                        <a:lnTo>
                          <a:pt x="244" y="397"/>
                        </a:lnTo>
                        <a:lnTo>
                          <a:pt x="282" y="519"/>
                        </a:lnTo>
                        <a:lnTo>
                          <a:pt x="308" y="308"/>
                        </a:lnTo>
                        <a:lnTo>
                          <a:pt x="333" y="442"/>
                        </a:lnTo>
                        <a:lnTo>
                          <a:pt x="346" y="352"/>
                        </a:lnTo>
                        <a:lnTo>
                          <a:pt x="365" y="384"/>
                        </a:lnTo>
                        <a:lnTo>
                          <a:pt x="378" y="135"/>
                        </a:lnTo>
                        <a:lnTo>
                          <a:pt x="391" y="301"/>
                        </a:lnTo>
                        <a:lnTo>
                          <a:pt x="384" y="519"/>
                        </a:lnTo>
                        <a:lnTo>
                          <a:pt x="404" y="679"/>
                        </a:lnTo>
                        <a:lnTo>
                          <a:pt x="429" y="628"/>
                        </a:lnTo>
                        <a:lnTo>
                          <a:pt x="442" y="480"/>
                        </a:lnTo>
                        <a:lnTo>
                          <a:pt x="455" y="391"/>
                        </a:lnTo>
                        <a:lnTo>
                          <a:pt x="436" y="506"/>
                        </a:lnTo>
                        <a:lnTo>
                          <a:pt x="461" y="352"/>
                        </a:lnTo>
                        <a:lnTo>
                          <a:pt x="474" y="455"/>
                        </a:lnTo>
                        <a:lnTo>
                          <a:pt x="493" y="519"/>
                        </a:lnTo>
                        <a:lnTo>
                          <a:pt x="512" y="410"/>
                        </a:lnTo>
                        <a:lnTo>
                          <a:pt x="532" y="186"/>
                        </a:lnTo>
                        <a:lnTo>
                          <a:pt x="544" y="231"/>
                        </a:lnTo>
                        <a:lnTo>
                          <a:pt x="570" y="148"/>
                        </a:lnTo>
                        <a:lnTo>
                          <a:pt x="576" y="301"/>
                        </a:lnTo>
                        <a:lnTo>
                          <a:pt x="576" y="730"/>
                        </a:lnTo>
                        <a:lnTo>
                          <a:pt x="647" y="0"/>
                        </a:lnTo>
                        <a:lnTo>
                          <a:pt x="647" y="250"/>
                        </a:lnTo>
                        <a:lnTo>
                          <a:pt x="660" y="333"/>
                        </a:lnTo>
                        <a:lnTo>
                          <a:pt x="685" y="192"/>
                        </a:lnTo>
                        <a:lnTo>
                          <a:pt x="711" y="340"/>
                        </a:lnTo>
                        <a:lnTo>
                          <a:pt x="698" y="429"/>
                        </a:lnTo>
                        <a:lnTo>
                          <a:pt x="717" y="461"/>
                        </a:lnTo>
                      </a:path>
                    </a:pathLst>
                  </a:custGeom>
                  <a:noFill/>
                  <a:ln w="9525">
                    <a:solidFill>
                      <a:srgbClr val="FF0000"/>
                    </a:solidFill>
                    <a:round/>
                    <a:headEnd/>
                    <a:tailEnd/>
                  </a:ln>
                </p:spPr>
                <p:txBody>
                  <a:bodyPr/>
                  <a:lstStyle/>
                  <a:p>
                    <a:endParaRPr lang="en-GB" sz="1600"/>
                  </a:p>
                </p:txBody>
              </p:sp>
              <p:sp>
                <p:nvSpPr>
                  <p:cNvPr id="14623" name="Freeform 154"/>
                  <p:cNvSpPr>
                    <a:spLocks/>
                  </p:cNvSpPr>
                  <p:nvPr/>
                </p:nvSpPr>
                <p:spPr bwMode="auto">
                  <a:xfrm flipH="1">
                    <a:off x="4698" y="1100"/>
                    <a:ext cx="313" cy="756"/>
                  </a:xfrm>
                  <a:custGeom>
                    <a:avLst/>
                    <a:gdLst>
                      <a:gd name="T0" fmla="*/ 0 w 717"/>
                      <a:gd name="T1" fmla="*/ 756 h 756"/>
                      <a:gd name="T2" fmla="*/ 4 w 717"/>
                      <a:gd name="T3" fmla="*/ 167 h 756"/>
                      <a:gd name="T4" fmla="*/ 5 w 717"/>
                      <a:gd name="T5" fmla="*/ 384 h 756"/>
                      <a:gd name="T6" fmla="*/ 7 w 717"/>
                      <a:gd name="T7" fmla="*/ 103 h 756"/>
                      <a:gd name="T8" fmla="*/ 10 w 717"/>
                      <a:gd name="T9" fmla="*/ 519 h 756"/>
                      <a:gd name="T10" fmla="*/ 11 w 717"/>
                      <a:gd name="T11" fmla="*/ 487 h 756"/>
                      <a:gd name="T12" fmla="*/ 11 w 717"/>
                      <a:gd name="T13" fmla="*/ 359 h 756"/>
                      <a:gd name="T14" fmla="*/ 14 w 717"/>
                      <a:gd name="T15" fmla="*/ 71 h 756"/>
                      <a:gd name="T16" fmla="*/ 16 w 717"/>
                      <a:gd name="T17" fmla="*/ 244 h 756"/>
                      <a:gd name="T18" fmla="*/ 17 w 717"/>
                      <a:gd name="T19" fmla="*/ 96 h 756"/>
                      <a:gd name="T20" fmla="*/ 18 w 717"/>
                      <a:gd name="T21" fmla="*/ 615 h 756"/>
                      <a:gd name="T22" fmla="*/ 21 w 717"/>
                      <a:gd name="T23" fmla="*/ 397 h 756"/>
                      <a:gd name="T24" fmla="*/ 24 w 717"/>
                      <a:gd name="T25" fmla="*/ 519 h 756"/>
                      <a:gd name="T26" fmla="*/ 25 w 717"/>
                      <a:gd name="T27" fmla="*/ 308 h 756"/>
                      <a:gd name="T28" fmla="*/ 28 w 717"/>
                      <a:gd name="T29" fmla="*/ 442 h 756"/>
                      <a:gd name="T30" fmla="*/ 29 w 717"/>
                      <a:gd name="T31" fmla="*/ 352 h 756"/>
                      <a:gd name="T32" fmla="*/ 30 w 717"/>
                      <a:gd name="T33" fmla="*/ 384 h 756"/>
                      <a:gd name="T34" fmla="*/ 31 w 717"/>
                      <a:gd name="T35" fmla="*/ 135 h 756"/>
                      <a:gd name="T36" fmla="*/ 33 w 717"/>
                      <a:gd name="T37" fmla="*/ 301 h 756"/>
                      <a:gd name="T38" fmla="*/ 32 w 717"/>
                      <a:gd name="T39" fmla="*/ 519 h 756"/>
                      <a:gd name="T40" fmla="*/ 34 w 717"/>
                      <a:gd name="T41" fmla="*/ 679 h 756"/>
                      <a:gd name="T42" fmla="*/ 36 w 717"/>
                      <a:gd name="T43" fmla="*/ 628 h 756"/>
                      <a:gd name="T44" fmla="*/ 37 w 717"/>
                      <a:gd name="T45" fmla="*/ 480 h 756"/>
                      <a:gd name="T46" fmla="*/ 38 w 717"/>
                      <a:gd name="T47" fmla="*/ 391 h 756"/>
                      <a:gd name="T48" fmla="*/ 36 w 717"/>
                      <a:gd name="T49" fmla="*/ 506 h 756"/>
                      <a:gd name="T50" fmla="*/ 38 w 717"/>
                      <a:gd name="T51" fmla="*/ 352 h 756"/>
                      <a:gd name="T52" fmla="*/ 39 w 717"/>
                      <a:gd name="T53" fmla="*/ 455 h 756"/>
                      <a:gd name="T54" fmla="*/ 41 w 717"/>
                      <a:gd name="T55" fmla="*/ 519 h 756"/>
                      <a:gd name="T56" fmla="*/ 43 w 717"/>
                      <a:gd name="T57" fmla="*/ 410 h 756"/>
                      <a:gd name="T58" fmla="*/ 44 w 717"/>
                      <a:gd name="T59" fmla="*/ 186 h 756"/>
                      <a:gd name="T60" fmla="*/ 45 w 717"/>
                      <a:gd name="T61" fmla="*/ 231 h 756"/>
                      <a:gd name="T62" fmla="*/ 48 w 717"/>
                      <a:gd name="T63" fmla="*/ 148 h 756"/>
                      <a:gd name="T64" fmla="*/ 48 w 717"/>
                      <a:gd name="T65" fmla="*/ 301 h 756"/>
                      <a:gd name="T66" fmla="*/ 48 w 717"/>
                      <a:gd name="T67" fmla="*/ 730 h 756"/>
                      <a:gd name="T68" fmla="*/ 54 w 717"/>
                      <a:gd name="T69" fmla="*/ 0 h 756"/>
                      <a:gd name="T70" fmla="*/ 54 w 717"/>
                      <a:gd name="T71" fmla="*/ 250 h 756"/>
                      <a:gd name="T72" fmla="*/ 55 w 717"/>
                      <a:gd name="T73" fmla="*/ 333 h 756"/>
                      <a:gd name="T74" fmla="*/ 57 w 717"/>
                      <a:gd name="T75" fmla="*/ 192 h 756"/>
                      <a:gd name="T76" fmla="*/ 59 w 717"/>
                      <a:gd name="T77" fmla="*/ 340 h 756"/>
                      <a:gd name="T78" fmla="*/ 58 w 717"/>
                      <a:gd name="T79" fmla="*/ 429 h 756"/>
                      <a:gd name="T80" fmla="*/ 60 w 717"/>
                      <a:gd name="T81" fmla="*/ 461 h 756"/>
                      <a:gd name="T82" fmla="*/ 0 60000 65536"/>
                      <a:gd name="T83" fmla="*/ 0 60000 65536"/>
                      <a:gd name="T84" fmla="*/ 0 60000 65536"/>
                      <a:gd name="T85" fmla="*/ 0 60000 65536"/>
                      <a:gd name="T86" fmla="*/ 0 60000 65536"/>
                      <a:gd name="T87" fmla="*/ 0 60000 65536"/>
                      <a:gd name="T88" fmla="*/ 0 60000 65536"/>
                      <a:gd name="T89" fmla="*/ 0 60000 65536"/>
                      <a:gd name="T90" fmla="*/ 0 60000 65536"/>
                      <a:gd name="T91" fmla="*/ 0 60000 65536"/>
                      <a:gd name="T92" fmla="*/ 0 60000 65536"/>
                      <a:gd name="T93" fmla="*/ 0 60000 65536"/>
                      <a:gd name="T94" fmla="*/ 0 60000 65536"/>
                      <a:gd name="T95" fmla="*/ 0 60000 65536"/>
                      <a:gd name="T96" fmla="*/ 0 60000 65536"/>
                      <a:gd name="T97" fmla="*/ 0 60000 65536"/>
                      <a:gd name="T98" fmla="*/ 0 60000 65536"/>
                      <a:gd name="T99" fmla="*/ 0 60000 65536"/>
                      <a:gd name="T100" fmla="*/ 0 60000 65536"/>
                      <a:gd name="T101" fmla="*/ 0 60000 65536"/>
                      <a:gd name="T102" fmla="*/ 0 60000 65536"/>
                      <a:gd name="T103" fmla="*/ 0 60000 65536"/>
                      <a:gd name="T104" fmla="*/ 0 60000 65536"/>
                      <a:gd name="T105" fmla="*/ 0 60000 65536"/>
                      <a:gd name="T106" fmla="*/ 0 60000 65536"/>
                      <a:gd name="T107" fmla="*/ 0 60000 65536"/>
                      <a:gd name="T108" fmla="*/ 0 60000 65536"/>
                      <a:gd name="T109" fmla="*/ 0 60000 65536"/>
                      <a:gd name="T110" fmla="*/ 0 60000 65536"/>
                      <a:gd name="T111" fmla="*/ 0 60000 65536"/>
                      <a:gd name="T112" fmla="*/ 0 60000 65536"/>
                      <a:gd name="T113" fmla="*/ 0 60000 65536"/>
                      <a:gd name="T114" fmla="*/ 0 60000 65536"/>
                      <a:gd name="T115" fmla="*/ 0 60000 65536"/>
                      <a:gd name="T116" fmla="*/ 0 60000 65536"/>
                      <a:gd name="T117" fmla="*/ 0 60000 65536"/>
                      <a:gd name="T118" fmla="*/ 0 60000 65536"/>
                      <a:gd name="T119" fmla="*/ 0 60000 65536"/>
                      <a:gd name="T120" fmla="*/ 0 60000 65536"/>
                      <a:gd name="T121" fmla="*/ 0 60000 65536"/>
                      <a:gd name="T122" fmla="*/ 0 60000 65536"/>
                      <a:gd name="T123" fmla="*/ 0 w 717"/>
                      <a:gd name="T124" fmla="*/ 0 h 756"/>
                      <a:gd name="T125" fmla="*/ 717 w 717"/>
                      <a:gd name="T126" fmla="*/ 756 h 756"/>
                    </a:gdLst>
                    <a:ahLst/>
                    <a:cxnLst>
                      <a:cxn ang="T82">
                        <a:pos x="T0" y="T1"/>
                      </a:cxn>
                      <a:cxn ang="T83">
                        <a:pos x="T2" y="T3"/>
                      </a:cxn>
                      <a:cxn ang="T84">
                        <a:pos x="T4" y="T5"/>
                      </a:cxn>
                      <a:cxn ang="T85">
                        <a:pos x="T6" y="T7"/>
                      </a:cxn>
                      <a:cxn ang="T86">
                        <a:pos x="T8" y="T9"/>
                      </a:cxn>
                      <a:cxn ang="T87">
                        <a:pos x="T10" y="T11"/>
                      </a:cxn>
                      <a:cxn ang="T88">
                        <a:pos x="T12" y="T13"/>
                      </a:cxn>
                      <a:cxn ang="T89">
                        <a:pos x="T14" y="T15"/>
                      </a:cxn>
                      <a:cxn ang="T90">
                        <a:pos x="T16" y="T17"/>
                      </a:cxn>
                      <a:cxn ang="T91">
                        <a:pos x="T18" y="T19"/>
                      </a:cxn>
                      <a:cxn ang="T92">
                        <a:pos x="T20" y="T21"/>
                      </a:cxn>
                      <a:cxn ang="T93">
                        <a:pos x="T22" y="T23"/>
                      </a:cxn>
                      <a:cxn ang="T94">
                        <a:pos x="T24" y="T25"/>
                      </a:cxn>
                      <a:cxn ang="T95">
                        <a:pos x="T26" y="T27"/>
                      </a:cxn>
                      <a:cxn ang="T96">
                        <a:pos x="T28" y="T29"/>
                      </a:cxn>
                      <a:cxn ang="T97">
                        <a:pos x="T30" y="T31"/>
                      </a:cxn>
                      <a:cxn ang="T98">
                        <a:pos x="T32" y="T33"/>
                      </a:cxn>
                      <a:cxn ang="T99">
                        <a:pos x="T34" y="T35"/>
                      </a:cxn>
                      <a:cxn ang="T100">
                        <a:pos x="T36" y="T37"/>
                      </a:cxn>
                      <a:cxn ang="T101">
                        <a:pos x="T38" y="T39"/>
                      </a:cxn>
                      <a:cxn ang="T102">
                        <a:pos x="T40" y="T41"/>
                      </a:cxn>
                      <a:cxn ang="T103">
                        <a:pos x="T42" y="T43"/>
                      </a:cxn>
                      <a:cxn ang="T104">
                        <a:pos x="T44" y="T45"/>
                      </a:cxn>
                      <a:cxn ang="T105">
                        <a:pos x="T46" y="T47"/>
                      </a:cxn>
                      <a:cxn ang="T106">
                        <a:pos x="T48" y="T49"/>
                      </a:cxn>
                      <a:cxn ang="T107">
                        <a:pos x="T50" y="T51"/>
                      </a:cxn>
                      <a:cxn ang="T108">
                        <a:pos x="T52" y="T53"/>
                      </a:cxn>
                      <a:cxn ang="T109">
                        <a:pos x="T54" y="T55"/>
                      </a:cxn>
                      <a:cxn ang="T110">
                        <a:pos x="T56" y="T57"/>
                      </a:cxn>
                      <a:cxn ang="T111">
                        <a:pos x="T58" y="T59"/>
                      </a:cxn>
                      <a:cxn ang="T112">
                        <a:pos x="T60" y="T61"/>
                      </a:cxn>
                      <a:cxn ang="T113">
                        <a:pos x="T62" y="T63"/>
                      </a:cxn>
                      <a:cxn ang="T114">
                        <a:pos x="T64" y="T65"/>
                      </a:cxn>
                      <a:cxn ang="T115">
                        <a:pos x="T66" y="T67"/>
                      </a:cxn>
                      <a:cxn ang="T116">
                        <a:pos x="T68" y="T69"/>
                      </a:cxn>
                      <a:cxn ang="T117">
                        <a:pos x="T70" y="T71"/>
                      </a:cxn>
                      <a:cxn ang="T118">
                        <a:pos x="T72" y="T73"/>
                      </a:cxn>
                      <a:cxn ang="T119">
                        <a:pos x="T74" y="T75"/>
                      </a:cxn>
                      <a:cxn ang="T120">
                        <a:pos x="T76" y="T77"/>
                      </a:cxn>
                      <a:cxn ang="T121">
                        <a:pos x="T78" y="T79"/>
                      </a:cxn>
                      <a:cxn ang="T122">
                        <a:pos x="T80" y="T81"/>
                      </a:cxn>
                    </a:cxnLst>
                    <a:rect l="T123" t="T124" r="T125" b="T126"/>
                    <a:pathLst>
                      <a:path w="717" h="756">
                        <a:moveTo>
                          <a:pt x="0" y="756"/>
                        </a:moveTo>
                        <a:lnTo>
                          <a:pt x="52" y="167"/>
                        </a:lnTo>
                        <a:lnTo>
                          <a:pt x="64" y="384"/>
                        </a:lnTo>
                        <a:lnTo>
                          <a:pt x="90" y="103"/>
                        </a:lnTo>
                        <a:lnTo>
                          <a:pt x="116" y="519"/>
                        </a:lnTo>
                        <a:lnTo>
                          <a:pt x="135" y="487"/>
                        </a:lnTo>
                        <a:lnTo>
                          <a:pt x="135" y="359"/>
                        </a:lnTo>
                        <a:lnTo>
                          <a:pt x="167" y="71"/>
                        </a:lnTo>
                        <a:lnTo>
                          <a:pt x="192" y="244"/>
                        </a:lnTo>
                        <a:lnTo>
                          <a:pt x="205" y="96"/>
                        </a:lnTo>
                        <a:lnTo>
                          <a:pt x="218" y="615"/>
                        </a:lnTo>
                        <a:lnTo>
                          <a:pt x="244" y="397"/>
                        </a:lnTo>
                        <a:lnTo>
                          <a:pt x="282" y="519"/>
                        </a:lnTo>
                        <a:lnTo>
                          <a:pt x="308" y="308"/>
                        </a:lnTo>
                        <a:lnTo>
                          <a:pt x="333" y="442"/>
                        </a:lnTo>
                        <a:lnTo>
                          <a:pt x="346" y="352"/>
                        </a:lnTo>
                        <a:lnTo>
                          <a:pt x="365" y="384"/>
                        </a:lnTo>
                        <a:lnTo>
                          <a:pt x="378" y="135"/>
                        </a:lnTo>
                        <a:lnTo>
                          <a:pt x="391" y="301"/>
                        </a:lnTo>
                        <a:lnTo>
                          <a:pt x="384" y="519"/>
                        </a:lnTo>
                        <a:lnTo>
                          <a:pt x="404" y="679"/>
                        </a:lnTo>
                        <a:lnTo>
                          <a:pt x="429" y="628"/>
                        </a:lnTo>
                        <a:lnTo>
                          <a:pt x="442" y="480"/>
                        </a:lnTo>
                        <a:lnTo>
                          <a:pt x="455" y="391"/>
                        </a:lnTo>
                        <a:lnTo>
                          <a:pt x="436" y="506"/>
                        </a:lnTo>
                        <a:lnTo>
                          <a:pt x="461" y="352"/>
                        </a:lnTo>
                        <a:lnTo>
                          <a:pt x="474" y="455"/>
                        </a:lnTo>
                        <a:lnTo>
                          <a:pt x="493" y="519"/>
                        </a:lnTo>
                        <a:lnTo>
                          <a:pt x="512" y="410"/>
                        </a:lnTo>
                        <a:lnTo>
                          <a:pt x="532" y="186"/>
                        </a:lnTo>
                        <a:lnTo>
                          <a:pt x="544" y="231"/>
                        </a:lnTo>
                        <a:lnTo>
                          <a:pt x="570" y="148"/>
                        </a:lnTo>
                        <a:lnTo>
                          <a:pt x="576" y="301"/>
                        </a:lnTo>
                        <a:lnTo>
                          <a:pt x="576" y="730"/>
                        </a:lnTo>
                        <a:lnTo>
                          <a:pt x="647" y="0"/>
                        </a:lnTo>
                        <a:lnTo>
                          <a:pt x="647" y="250"/>
                        </a:lnTo>
                        <a:lnTo>
                          <a:pt x="660" y="333"/>
                        </a:lnTo>
                        <a:lnTo>
                          <a:pt x="685" y="192"/>
                        </a:lnTo>
                        <a:lnTo>
                          <a:pt x="711" y="340"/>
                        </a:lnTo>
                        <a:lnTo>
                          <a:pt x="698" y="429"/>
                        </a:lnTo>
                        <a:lnTo>
                          <a:pt x="717" y="461"/>
                        </a:lnTo>
                      </a:path>
                    </a:pathLst>
                  </a:custGeom>
                  <a:noFill/>
                  <a:ln w="9525">
                    <a:solidFill>
                      <a:srgbClr val="FF0000"/>
                    </a:solidFill>
                    <a:round/>
                    <a:headEnd/>
                    <a:tailEnd/>
                  </a:ln>
                </p:spPr>
                <p:txBody>
                  <a:bodyPr/>
                  <a:lstStyle/>
                  <a:p>
                    <a:endParaRPr lang="en-GB" sz="1600"/>
                  </a:p>
                </p:txBody>
              </p:sp>
            </p:grpSp>
            <p:grpSp>
              <p:nvGrpSpPr>
                <p:cNvPr id="31" name="Group 155"/>
                <p:cNvGrpSpPr>
                  <a:grpSpLocks/>
                </p:cNvGrpSpPr>
                <p:nvPr/>
              </p:nvGrpSpPr>
              <p:grpSpPr bwMode="auto">
                <a:xfrm flipH="1">
                  <a:off x="4569" y="1098"/>
                  <a:ext cx="590" cy="801"/>
                  <a:chOff x="3462" y="1100"/>
                  <a:chExt cx="1549" cy="801"/>
                </a:xfrm>
              </p:grpSpPr>
              <p:sp>
                <p:nvSpPr>
                  <p:cNvPr id="14614" name="Freeform 156"/>
                  <p:cNvSpPr>
                    <a:spLocks/>
                  </p:cNvSpPr>
                  <p:nvPr/>
                </p:nvSpPr>
                <p:spPr bwMode="auto">
                  <a:xfrm>
                    <a:off x="3462" y="1126"/>
                    <a:ext cx="313" cy="756"/>
                  </a:xfrm>
                  <a:custGeom>
                    <a:avLst/>
                    <a:gdLst>
                      <a:gd name="T0" fmla="*/ 0 w 717"/>
                      <a:gd name="T1" fmla="*/ 756 h 756"/>
                      <a:gd name="T2" fmla="*/ 4 w 717"/>
                      <a:gd name="T3" fmla="*/ 167 h 756"/>
                      <a:gd name="T4" fmla="*/ 5 w 717"/>
                      <a:gd name="T5" fmla="*/ 384 h 756"/>
                      <a:gd name="T6" fmla="*/ 7 w 717"/>
                      <a:gd name="T7" fmla="*/ 103 h 756"/>
                      <a:gd name="T8" fmla="*/ 10 w 717"/>
                      <a:gd name="T9" fmla="*/ 519 h 756"/>
                      <a:gd name="T10" fmla="*/ 11 w 717"/>
                      <a:gd name="T11" fmla="*/ 487 h 756"/>
                      <a:gd name="T12" fmla="*/ 11 w 717"/>
                      <a:gd name="T13" fmla="*/ 359 h 756"/>
                      <a:gd name="T14" fmla="*/ 14 w 717"/>
                      <a:gd name="T15" fmla="*/ 71 h 756"/>
                      <a:gd name="T16" fmla="*/ 16 w 717"/>
                      <a:gd name="T17" fmla="*/ 244 h 756"/>
                      <a:gd name="T18" fmla="*/ 17 w 717"/>
                      <a:gd name="T19" fmla="*/ 96 h 756"/>
                      <a:gd name="T20" fmla="*/ 18 w 717"/>
                      <a:gd name="T21" fmla="*/ 615 h 756"/>
                      <a:gd name="T22" fmla="*/ 21 w 717"/>
                      <a:gd name="T23" fmla="*/ 397 h 756"/>
                      <a:gd name="T24" fmla="*/ 24 w 717"/>
                      <a:gd name="T25" fmla="*/ 519 h 756"/>
                      <a:gd name="T26" fmla="*/ 25 w 717"/>
                      <a:gd name="T27" fmla="*/ 308 h 756"/>
                      <a:gd name="T28" fmla="*/ 28 w 717"/>
                      <a:gd name="T29" fmla="*/ 442 h 756"/>
                      <a:gd name="T30" fmla="*/ 29 w 717"/>
                      <a:gd name="T31" fmla="*/ 352 h 756"/>
                      <a:gd name="T32" fmla="*/ 30 w 717"/>
                      <a:gd name="T33" fmla="*/ 384 h 756"/>
                      <a:gd name="T34" fmla="*/ 31 w 717"/>
                      <a:gd name="T35" fmla="*/ 135 h 756"/>
                      <a:gd name="T36" fmla="*/ 33 w 717"/>
                      <a:gd name="T37" fmla="*/ 301 h 756"/>
                      <a:gd name="T38" fmla="*/ 32 w 717"/>
                      <a:gd name="T39" fmla="*/ 519 h 756"/>
                      <a:gd name="T40" fmla="*/ 34 w 717"/>
                      <a:gd name="T41" fmla="*/ 679 h 756"/>
                      <a:gd name="T42" fmla="*/ 36 w 717"/>
                      <a:gd name="T43" fmla="*/ 628 h 756"/>
                      <a:gd name="T44" fmla="*/ 37 w 717"/>
                      <a:gd name="T45" fmla="*/ 480 h 756"/>
                      <a:gd name="T46" fmla="*/ 38 w 717"/>
                      <a:gd name="T47" fmla="*/ 391 h 756"/>
                      <a:gd name="T48" fmla="*/ 36 w 717"/>
                      <a:gd name="T49" fmla="*/ 506 h 756"/>
                      <a:gd name="T50" fmla="*/ 38 w 717"/>
                      <a:gd name="T51" fmla="*/ 352 h 756"/>
                      <a:gd name="T52" fmla="*/ 39 w 717"/>
                      <a:gd name="T53" fmla="*/ 455 h 756"/>
                      <a:gd name="T54" fmla="*/ 41 w 717"/>
                      <a:gd name="T55" fmla="*/ 519 h 756"/>
                      <a:gd name="T56" fmla="*/ 43 w 717"/>
                      <a:gd name="T57" fmla="*/ 410 h 756"/>
                      <a:gd name="T58" fmla="*/ 44 w 717"/>
                      <a:gd name="T59" fmla="*/ 186 h 756"/>
                      <a:gd name="T60" fmla="*/ 45 w 717"/>
                      <a:gd name="T61" fmla="*/ 231 h 756"/>
                      <a:gd name="T62" fmla="*/ 48 w 717"/>
                      <a:gd name="T63" fmla="*/ 148 h 756"/>
                      <a:gd name="T64" fmla="*/ 48 w 717"/>
                      <a:gd name="T65" fmla="*/ 301 h 756"/>
                      <a:gd name="T66" fmla="*/ 48 w 717"/>
                      <a:gd name="T67" fmla="*/ 730 h 756"/>
                      <a:gd name="T68" fmla="*/ 54 w 717"/>
                      <a:gd name="T69" fmla="*/ 0 h 756"/>
                      <a:gd name="T70" fmla="*/ 54 w 717"/>
                      <a:gd name="T71" fmla="*/ 250 h 756"/>
                      <a:gd name="T72" fmla="*/ 55 w 717"/>
                      <a:gd name="T73" fmla="*/ 333 h 756"/>
                      <a:gd name="T74" fmla="*/ 57 w 717"/>
                      <a:gd name="T75" fmla="*/ 192 h 756"/>
                      <a:gd name="T76" fmla="*/ 59 w 717"/>
                      <a:gd name="T77" fmla="*/ 340 h 756"/>
                      <a:gd name="T78" fmla="*/ 58 w 717"/>
                      <a:gd name="T79" fmla="*/ 429 h 756"/>
                      <a:gd name="T80" fmla="*/ 60 w 717"/>
                      <a:gd name="T81" fmla="*/ 461 h 756"/>
                      <a:gd name="T82" fmla="*/ 0 60000 65536"/>
                      <a:gd name="T83" fmla="*/ 0 60000 65536"/>
                      <a:gd name="T84" fmla="*/ 0 60000 65536"/>
                      <a:gd name="T85" fmla="*/ 0 60000 65536"/>
                      <a:gd name="T86" fmla="*/ 0 60000 65536"/>
                      <a:gd name="T87" fmla="*/ 0 60000 65536"/>
                      <a:gd name="T88" fmla="*/ 0 60000 65536"/>
                      <a:gd name="T89" fmla="*/ 0 60000 65536"/>
                      <a:gd name="T90" fmla="*/ 0 60000 65536"/>
                      <a:gd name="T91" fmla="*/ 0 60000 65536"/>
                      <a:gd name="T92" fmla="*/ 0 60000 65536"/>
                      <a:gd name="T93" fmla="*/ 0 60000 65536"/>
                      <a:gd name="T94" fmla="*/ 0 60000 65536"/>
                      <a:gd name="T95" fmla="*/ 0 60000 65536"/>
                      <a:gd name="T96" fmla="*/ 0 60000 65536"/>
                      <a:gd name="T97" fmla="*/ 0 60000 65536"/>
                      <a:gd name="T98" fmla="*/ 0 60000 65536"/>
                      <a:gd name="T99" fmla="*/ 0 60000 65536"/>
                      <a:gd name="T100" fmla="*/ 0 60000 65536"/>
                      <a:gd name="T101" fmla="*/ 0 60000 65536"/>
                      <a:gd name="T102" fmla="*/ 0 60000 65536"/>
                      <a:gd name="T103" fmla="*/ 0 60000 65536"/>
                      <a:gd name="T104" fmla="*/ 0 60000 65536"/>
                      <a:gd name="T105" fmla="*/ 0 60000 65536"/>
                      <a:gd name="T106" fmla="*/ 0 60000 65536"/>
                      <a:gd name="T107" fmla="*/ 0 60000 65536"/>
                      <a:gd name="T108" fmla="*/ 0 60000 65536"/>
                      <a:gd name="T109" fmla="*/ 0 60000 65536"/>
                      <a:gd name="T110" fmla="*/ 0 60000 65536"/>
                      <a:gd name="T111" fmla="*/ 0 60000 65536"/>
                      <a:gd name="T112" fmla="*/ 0 60000 65536"/>
                      <a:gd name="T113" fmla="*/ 0 60000 65536"/>
                      <a:gd name="T114" fmla="*/ 0 60000 65536"/>
                      <a:gd name="T115" fmla="*/ 0 60000 65536"/>
                      <a:gd name="T116" fmla="*/ 0 60000 65536"/>
                      <a:gd name="T117" fmla="*/ 0 60000 65536"/>
                      <a:gd name="T118" fmla="*/ 0 60000 65536"/>
                      <a:gd name="T119" fmla="*/ 0 60000 65536"/>
                      <a:gd name="T120" fmla="*/ 0 60000 65536"/>
                      <a:gd name="T121" fmla="*/ 0 60000 65536"/>
                      <a:gd name="T122" fmla="*/ 0 60000 65536"/>
                      <a:gd name="T123" fmla="*/ 0 w 717"/>
                      <a:gd name="T124" fmla="*/ 0 h 756"/>
                      <a:gd name="T125" fmla="*/ 717 w 717"/>
                      <a:gd name="T126" fmla="*/ 756 h 756"/>
                    </a:gdLst>
                    <a:ahLst/>
                    <a:cxnLst>
                      <a:cxn ang="T82">
                        <a:pos x="T0" y="T1"/>
                      </a:cxn>
                      <a:cxn ang="T83">
                        <a:pos x="T2" y="T3"/>
                      </a:cxn>
                      <a:cxn ang="T84">
                        <a:pos x="T4" y="T5"/>
                      </a:cxn>
                      <a:cxn ang="T85">
                        <a:pos x="T6" y="T7"/>
                      </a:cxn>
                      <a:cxn ang="T86">
                        <a:pos x="T8" y="T9"/>
                      </a:cxn>
                      <a:cxn ang="T87">
                        <a:pos x="T10" y="T11"/>
                      </a:cxn>
                      <a:cxn ang="T88">
                        <a:pos x="T12" y="T13"/>
                      </a:cxn>
                      <a:cxn ang="T89">
                        <a:pos x="T14" y="T15"/>
                      </a:cxn>
                      <a:cxn ang="T90">
                        <a:pos x="T16" y="T17"/>
                      </a:cxn>
                      <a:cxn ang="T91">
                        <a:pos x="T18" y="T19"/>
                      </a:cxn>
                      <a:cxn ang="T92">
                        <a:pos x="T20" y="T21"/>
                      </a:cxn>
                      <a:cxn ang="T93">
                        <a:pos x="T22" y="T23"/>
                      </a:cxn>
                      <a:cxn ang="T94">
                        <a:pos x="T24" y="T25"/>
                      </a:cxn>
                      <a:cxn ang="T95">
                        <a:pos x="T26" y="T27"/>
                      </a:cxn>
                      <a:cxn ang="T96">
                        <a:pos x="T28" y="T29"/>
                      </a:cxn>
                      <a:cxn ang="T97">
                        <a:pos x="T30" y="T31"/>
                      </a:cxn>
                      <a:cxn ang="T98">
                        <a:pos x="T32" y="T33"/>
                      </a:cxn>
                      <a:cxn ang="T99">
                        <a:pos x="T34" y="T35"/>
                      </a:cxn>
                      <a:cxn ang="T100">
                        <a:pos x="T36" y="T37"/>
                      </a:cxn>
                      <a:cxn ang="T101">
                        <a:pos x="T38" y="T39"/>
                      </a:cxn>
                      <a:cxn ang="T102">
                        <a:pos x="T40" y="T41"/>
                      </a:cxn>
                      <a:cxn ang="T103">
                        <a:pos x="T42" y="T43"/>
                      </a:cxn>
                      <a:cxn ang="T104">
                        <a:pos x="T44" y="T45"/>
                      </a:cxn>
                      <a:cxn ang="T105">
                        <a:pos x="T46" y="T47"/>
                      </a:cxn>
                      <a:cxn ang="T106">
                        <a:pos x="T48" y="T49"/>
                      </a:cxn>
                      <a:cxn ang="T107">
                        <a:pos x="T50" y="T51"/>
                      </a:cxn>
                      <a:cxn ang="T108">
                        <a:pos x="T52" y="T53"/>
                      </a:cxn>
                      <a:cxn ang="T109">
                        <a:pos x="T54" y="T55"/>
                      </a:cxn>
                      <a:cxn ang="T110">
                        <a:pos x="T56" y="T57"/>
                      </a:cxn>
                      <a:cxn ang="T111">
                        <a:pos x="T58" y="T59"/>
                      </a:cxn>
                      <a:cxn ang="T112">
                        <a:pos x="T60" y="T61"/>
                      </a:cxn>
                      <a:cxn ang="T113">
                        <a:pos x="T62" y="T63"/>
                      </a:cxn>
                      <a:cxn ang="T114">
                        <a:pos x="T64" y="T65"/>
                      </a:cxn>
                      <a:cxn ang="T115">
                        <a:pos x="T66" y="T67"/>
                      </a:cxn>
                      <a:cxn ang="T116">
                        <a:pos x="T68" y="T69"/>
                      </a:cxn>
                      <a:cxn ang="T117">
                        <a:pos x="T70" y="T71"/>
                      </a:cxn>
                      <a:cxn ang="T118">
                        <a:pos x="T72" y="T73"/>
                      </a:cxn>
                      <a:cxn ang="T119">
                        <a:pos x="T74" y="T75"/>
                      </a:cxn>
                      <a:cxn ang="T120">
                        <a:pos x="T76" y="T77"/>
                      </a:cxn>
                      <a:cxn ang="T121">
                        <a:pos x="T78" y="T79"/>
                      </a:cxn>
                      <a:cxn ang="T122">
                        <a:pos x="T80" y="T81"/>
                      </a:cxn>
                    </a:cxnLst>
                    <a:rect l="T123" t="T124" r="T125" b="T126"/>
                    <a:pathLst>
                      <a:path w="717" h="756">
                        <a:moveTo>
                          <a:pt x="0" y="756"/>
                        </a:moveTo>
                        <a:lnTo>
                          <a:pt x="52" y="167"/>
                        </a:lnTo>
                        <a:lnTo>
                          <a:pt x="64" y="384"/>
                        </a:lnTo>
                        <a:lnTo>
                          <a:pt x="90" y="103"/>
                        </a:lnTo>
                        <a:lnTo>
                          <a:pt x="116" y="519"/>
                        </a:lnTo>
                        <a:lnTo>
                          <a:pt x="135" y="487"/>
                        </a:lnTo>
                        <a:lnTo>
                          <a:pt x="135" y="359"/>
                        </a:lnTo>
                        <a:lnTo>
                          <a:pt x="167" y="71"/>
                        </a:lnTo>
                        <a:lnTo>
                          <a:pt x="192" y="244"/>
                        </a:lnTo>
                        <a:lnTo>
                          <a:pt x="205" y="96"/>
                        </a:lnTo>
                        <a:lnTo>
                          <a:pt x="218" y="615"/>
                        </a:lnTo>
                        <a:lnTo>
                          <a:pt x="244" y="397"/>
                        </a:lnTo>
                        <a:lnTo>
                          <a:pt x="282" y="519"/>
                        </a:lnTo>
                        <a:lnTo>
                          <a:pt x="308" y="308"/>
                        </a:lnTo>
                        <a:lnTo>
                          <a:pt x="333" y="442"/>
                        </a:lnTo>
                        <a:lnTo>
                          <a:pt x="346" y="352"/>
                        </a:lnTo>
                        <a:lnTo>
                          <a:pt x="365" y="384"/>
                        </a:lnTo>
                        <a:lnTo>
                          <a:pt x="378" y="135"/>
                        </a:lnTo>
                        <a:lnTo>
                          <a:pt x="391" y="301"/>
                        </a:lnTo>
                        <a:lnTo>
                          <a:pt x="384" y="519"/>
                        </a:lnTo>
                        <a:lnTo>
                          <a:pt x="404" y="679"/>
                        </a:lnTo>
                        <a:lnTo>
                          <a:pt x="429" y="628"/>
                        </a:lnTo>
                        <a:lnTo>
                          <a:pt x="442" y="480"/>
                        </a:lnTo>
                        <a:lnTo>
                          <a:pt x="455" y="391"/>
                        </a:lnTo>
                        <a:lnTo>
                          <a:pt x="436" y="506"/>
                        </a:lnTo>
                        <a:lnTo>
                          <a:pt x="461" y="352"/>
                        </a:lnTo>
                        <a:lnTo>
                          <a:pt x="474" y="455"/>
                        </a:lnTo>
                        <a:lnTo>
                          <a:pt x="493" y="519"/>
                        </a:lnTo>
                        <a:lnTo>
                          <a:pt x="512" y="410"/>
                        </a:lnTo>
                        <a:lnTo>
                          <a:pt x="532" y="186"/>
                        </a:lnTo>
                        <a:lnTo>
                          <a:pt x="544" y="231"/>
                        </a:lnTo>
                        <a:lnTo>
                          <a:pt x="570" y="148"/>
                        </a:lnTo>
                        <a:lnTo>
                          <a:pt x="576" y="301"/>
                        </a:lnTo>
                        <a:lnTo>
                          <a:pt x="576" y="730"/>
                        </a:lnTo>
                        <a:lnTo>
                          <a:pt x="647" y="0"/>
                        </a:lnTo>
                        <a:lnTo>
                          <a:pt x="647" y="250"/>
                        </a:lnTo>
                        <a:lnTo>
                          <a:pt x="660" y="333"/>
                        </a:lnTo>
                        <a:lnTo>
                          <a:pt x="685" y="192"/>
                        </a:lnTo>
                        <a:lnTo>
                          <a:pt x="711" y="340"/>
                        </a:lnTo>
                        <a:lnTo>
                          <a:pt x="698" y="429"/>
                        </a:lnTo>
                        <a:lnTo>
                          <a:pt x="717" y="461"/>
                        </a:lnTo>
                      </a:path>
                    </a:pathLst>
                  </a:custGeom>
                  <a:noFill/>
                  <a:ln w="9525">
                    <a:solidFill>
                      <a:srgbClr val="FF0000"/>
                    </a:solidFill>
                    <a:round/>
                    <a:headEnd/>
                    <a:tailEnd/>
                  </a:ln>
                </p:spPr>
                <p:txBody>
                  <a:bodyPr/>
                  <a:lstStyle/>
                  <a:p>
                    <a:endParaRPr lang="en-GB" sz="1600"/>
                  </a:p>
                </p:txBody>
              </p:sp>
              <p:sp>
                <p:nvSpPr>
                  <p:cNvPr id="14615" name="Freeform 157"/>
                  <p:cNvSpPr>
                    <a:spLocks/>
                  </p:cNvSpPr>
                  <p:nvPr/>
                </p:nvSpPr>
                <p:spPr bwMode="auto">
                  <a:xfrm flipH="1" flipV="1">
                    <a:off x="3770" y="1145"/>
                    <a:ext cx="313" cy="756"/>
                  </a:xfrm>
                  <a:custGeom>
                    <a:avLst/>
                    <a:gdLst>
                      <a:gd name="T0" fmla="*/ 0 w 717"/>
                      <a:gd name="T1" fmla="*/ 756 h 756"/>
                      <a:gd name="T2" fmla="*/ 4 w 717"/>
                      <a:gd name="T3" fmla="*/ 167 h 756"/>
                      <a:gd name="T4" fmla="*/ 5 w 717"/>
                      <a:gd name="T5" fmla="*/ 384 h 756"/>
                      <a:gd name="T6" fmla="*/ 7 w 717"/>
                      <a:gd name="T7" fmla="*/ 103 h 756"/>
                      <a:gd name="T8" fmla="*/ 10 w 717"/>
                      <a:gd name="T9" fmla="*/ 519 h 756"/>
                      <a:gd name="T10" fmla="*/ 11 w 717"/>
                      <a:gd name="T11" fmla="*/ 487 h 756"/>
                      <a:gd name="T12" fmla="*/ 11 w 717"/>
                      <a:gd name="T13" fmla="*/ 359 h 756"/>
                      <a:gd name="T14" fmla="*/ 14 w 717"/>
                      <a:gd name="T15" fmla="*/ 71 h 756"/>
                      <a:gd name="T16" fmla="*/ 16 w 717"/>
                      <a:gd name="T17" fmla="*/ 244 h 756"/>
                      <a:gd name="T18" fmla="*/ 17 w 717"/>
                      <a:gd name="T19" fmla="*/ 96 h 756"/>
                      <a:gd name="T20" fmla="*/ 18 w 717"/>
                      <a:gd name="T21" fmla="*/ 615 h 756"/>
                      <a:gd name="T22" fmla="*/ 21 w 717"/>
                      <a:gd name="T23" fmla="*/ 397 h 756"/>
                      <a:gd name="T24" fmla="*/ 24 w 717"/>
                      <a:gd name="T25" fmla="*/ 519 h 756"/>
                      <a:gd name="T26" fmla="*/ 25 w 717"/>
                      <a:gd name="T27" fmla="*/ 308 h 756"/>
                      <a:gd name="T28" fmla="*/ 28 w 717"/>
                      <a:gd name="T29" fmla="*/ 442 h 756"/>
                      <a:gd name="T30" fmla="*/ 29 w 717"/>
                      <a:gd name="T31" fmla="*/ 352 h 756"/>
                      <a:gd name="T32" fmla="*/ 30 w 717"/>
                      <a:gd name="T33" fmla="*/ 384 h 756"/>
                      <a:gd name="T34" fmla="*/ 31 w 717"/>
                      <a:gd name="T35" fmla="*/ 135 h 756"/>
                      <a:gd name="T36" fmla="*/ 33 w 717"/>
                      <a:gd name="T37" fmla="*/ 301 h 756"/>
                      <a:gd name="T38" fmla="*/ 32 w 717"/>
                      <a:gd name="T39" fmla="*/ 519 h 756"/>
                      <a:gd name="T40" fmla="*/ 34 w 717"/>
                      <a:gd name="T41" fmla="*/ 679 h 756"/>
                      <a:gd name="T42" fmla="*/ 36 w 717"/>
                      <a:gd name="T43" fmla="*/ 628 h 756"/>
                      <a:gd name="T44" fmla="*/ 37 w 717"/>
                      <a:gd name="T45" fmla="*/ 480 h 756"/>
                      <a:gd name="T46" fmla="*/ 38 w 717"/>
                      <a:gd name="T47" fmla="*/ 391 h 756"/>
                      <a:gd name="T48" fmla="*/ 36 w 717"/>
                      <a:gd name="T49" fmla="*/ 506 h 756"/>
                      <a:gd name="T50" fmla="*/ 38 w 717"/>
                      <a:gd name="T51" fmla="*/ 352 h 756"/>
                      <a:gd name="T52" fmla="*/ 39 w 717"/>
                      <a:gd name="T53" fmla="*/ 455 h 756"/>
                      <a:gd name="T54" fmla="*/ 41 w 717"/>
                      <a:gd name="T55" fmla="*/ 519 h 756"/>
                      <a:gd name="T56" fmla="*/ 43 w 717"/>
                      <a:gd name="T57" fmla="*/ 410 h 756"/>
                      <a:gd name="T58" fmla="*/ 44 w 717"/>
                      <a:gd name="T59" fmla="*/ 186 h 756"/>
                      <a:gd name="T60" fmla="*/ 45 w 717"/>
                      <a:gd name="T61" fmla="*/ 231 h 756"/>
                      <a:gd name="T62" fmla="*/ 48 w 717"/>
                      <a:gd name="T63" fmla="*/ 148 h 756"/>
                      <a:gd name="T64" fmla="*/ 48 w 717"/>
                      <a:gd name="T65" fmla="*/ 301 h 756"/>
                      <a:gd name="T66" fmla="*/ 48 w 717"/>
                      <a:gd name="T67" fmla="*/ 730 h 756"/>
                      <a:gd name="T68" fmla="*/ 54 w 717"/>
                      <a:gd name="T69" fmla="*/ 0 h 756"/>
                      <a:gd name="T70" fmla="*/ 54 w 717"/>
                      <a:gd name="T71" fmla="*/ 250 h 756"/>
                      <a:gd name="T72" fmla="*/ 55 w 717"/>
                      <a:gd name="T73" fmla="*/ 333 h 756"/>
                      <a:gd name="T74" fmla="*/ 57 w 717"/>
                      <a:gd name="T75" fmla="*/ 192 h 756"/>
                      <a:gd name="T76" fmla="*/ 59 w 717"/>
                      <a:gd name="T77" fmla="*/ 340 h 756"/>
                      <a:gd name="T78" fmla="*/ 58 w 717"/>
                      <a:gd name="T79" fmla="*/ 429 h 756"/>
                      <a:gd name="T80" fmla="*/ 60 w 717"/>
                      <a:gd name="T81" fmla="*/ 461 h 756"/>
                      <a:gd name="T82" fmla="*/ 0 60000 65536"/>
                      <a:gd name="T83" fmla="*/ 0 60000 65536"/>
                      <a:gd name="T84" fmla="*/ 0 60000 65536"/>
                      <a:gd name="T85" fmla="*/ 0 60000 65536"/>
                      <a:gd name="T86" fmla="*/ 0 60000 65536"/>
                      <a:gd name="T87" fmla="*/ 0 60000 65536"/>
                      <a:gd name="T88" fmla="*/ 0 60000 65536"/>
                      <a:gd name="T89" fmla="*/ 0 60000 65536"/>
                      <a:gd name="T90" fmla="*/ 0 60000 65536"/>
                      <a:gd name="T91" fmla="*/ 0 60000 65536"/>
                      <a:gd name="T92" fmla="*/ 0 60000 65536"/>
                      <a:gd name="T93" fmla="*/ 0 60000 65536"/>
                      <a:gd name="T94" fmla="*/ 0 60000 65536"/>
                      <a:gd name="T95" fmla="*/ 0 60000 65536"/>
                      <a:gd name="T96" fmla="*/ 0 60000 65536"/>
                      <a:gd name="T97" fmla="*/ 0 60000 65536"/>
                      <a:gd name="T98" fmla="*/ 0 60000 65536"/>
                      <a:gd name="T99" fmla="*/ 0 60000 65536"/>
                      <a:gd name="T100" fmla="*/ 0 60000 65536"/>
                      <a:gd name="T101" fmla="*/ 0 60000 65536"/>
                      <a:gd name="T102" fmla="*/ 0 60000 65536"/>
                      <a:gd name="T103" fmla="*/ 0 60000 65536"/>
                      <a:gd name="T104" fmla="*/ 0 60000 65536"/>
                      <a:gd name="T105" fmla="*/ 0 60000 65536"/>
                      <a:gd name="T106" fmla="*/ 0 60000 65536"/>
                      <a:gd name="T107" fmla="*/ 0 60000 65536"/>
                      <a:gd name="T108" fmla="*/ 0 60000 65536"/>
                      <a:gd name="T109" fmla="*/ 0 60000 65536"/>
                      <a:gd name="T110" fmla="*/ 0 60000 65536"/>
                      <a:gd name="T111" fmla="*/ 0 60000 65536"/>
                      <a:gd name="T112" fmla="*/ 0 60000 65536"/>
                      <a:gd name="T113" fmla="*/ 0 60000 65536"/>
                      <a:gd name="T114" fmla="*/ 0 60000 65536"/>
                      <a:gd name="T115" fmla="*/ 0 60000 65536"/>
                      <a:gd name="T116" fmla="*/ 0 60000 65536"/>
                      <a:gd name="T117" fmla="*/ 0 60000 65536"/>
                      <a:gd name="T118" fmla="*/ 0 60000 65536"/>
                      <a:gd name="T119" fmla="*/ 0 60000 65536"/>
                      <a:gd name="T120" fmla="*/ 0 60000 65536"/>
                      <a:gd name="T121" fmla="*/ 0 60000 65536"/>
                      <a:gd name="T122" fmla="*/ 0 60000 65536"/>
                      <a:gd name="T123" fmla="*/ 0 w 717"/>
                      <a:gd name="T124" fmla="*/ 0 h 756"/>
                      <a:gd name="T125" fmla="*/ 717 w 717"/>
                      <a:gd name="T126" fmla="*/ 756 h 756"/>
                    </a:gdLst>
                    <a:ahLst/>
                    <a:cxnLst>
                      <a:cxn ang="T82">
                        <a:pos x="T0" y="T1"/>
                      </a:cxn>
                      <a:cxn ang="T83">
                        <a:pos x="T2" y="T3"/>
                      </a:cxn>
                      <a:cxn ang="T84">
                        <a:pos x="T4" y="T5"/>
                      </a:cxn>
                      <a:cxn ang="T85">
                        <a:pos x="T6" y="T7"/>
                      </a:cxn>
                      <a:cxn ang="T86">
                        <a:pos x="T8" y="T9"/>
                      </a:cxn>
                      <a:cxn ang="T87">
                        <a:pos x="T10" y="T11"/>
                      </a:cxn>
                      <a:cxn ang="T88">
                        <a:pos x="T12" y="T13"/>
                      </a:cxn>
                      <a:cxn ang="T89">
                        <a:pos x="T14" y="T15"/>
                      </a:cxn>
                      <a:cxn ang="T90">
                        <a:pos x="T16" y="T17"/>
                      </a:cxn>
                      <a:cxn ang="T91">
                        <a:pos x="T18" y="T19"/>
                      </a:cxn>
                      <a:cxn ang="T92">
                        <a:pos x="T20" y="T21"/>
                      </a:cxn>
                      <a:cxn ang="T93">
                        <a:pos x="T22" y="T23"/>
                      </a:cxn>
                      <a:cxn ang="T94">
                        <a:pos x="T24" y="T25"/>
                      </a:cxn>
                      <a:cxn ang="T95">
                        <a:pos x="T26" y="T27"/>
                      </a:cxn>
                      <a:cxn ang="T96">
                        <a:pos x="T28" y="T29"/>
                      </a:cxn>
                      <a:cxn ang="T97">
                        <a:pos x="T30" y="T31"/>
                      </a:cxn>
                      <a:cxn ang="T98">
                        <a:pos x="T32" y="T33"/>
                      </a:cxn>
                      <a:cxn ang="T99">
                        <a:pos x="T34" y="T35"/>
                      </a:cxn>
                      <a:cxn ang="T100">
                        <a:pos x="T36" y="T37"/>
                      </a:cxn>
                      <a:cxn ang="T101">
                        <a:pos x="T38" y="T39"/>
                      </a:cxn>
                      <a:cxn ang="T102">
                        <a:pos x="T40" y="T41"/>
                      </a:cxn>
                      <a:cxn ang="T103">
                        <a:pos x="T42" y="T43"/>
                      </a:cxn>
                      <a:cxn ang="T104">
                        <a:pos x="T44" y="T45"/>
                      </a:cxn>
                      <a:cxn ang="T105">
                        <a:pos x="T46" y="T47"/>
                      </a:cxn>
                      <a:cxn ang="T106">
                        <a:pos x="T48" y="T49"/>
                      </a:cxn>
                      <a:cxn ang="T107">
                        <a:pos x="T50" y="T51"/>
                      </a:cxn>
                      <a:cxn ang="T108">
                        <a:pos x="T52" y="T53"/>
                      </a:cxn>
                      <a:cxn ang="T109">
                        <a:pos x="T54" y="T55"/>
                      </a:cxn>
                      <a:cxn ang="T110">
                        <a:pos x="T56" y="T57"/>
                      </a:cxn>
                      <a:cxn ang="T111">
                        <a:pos x="T58" y="T59"/>
                      </a:cxn>
                      <a:cxn ang="T112">
                        <a:pos x="T60" y="T61"/>
                      </a:cxn>
                      <a:cxn ang="T113">
                        <a:pos x="T62" y="T63"/>
                      </a:cxn>
                      <a:cxn ang="T114">
                        <a:pos x="T64" y="T65"/>
                      </a:cxn>
                      <a:cxn ang="T115">
                        <a:pos x="T66" y="T67"/>
                      </a:cxn>
                      <a:cxn ang="T116">
                        <a:pos x="T68" y="T69"/>
                      </a:cxn>
                      <a:cxn ang="T117">
                        <a:pos x="T70" y="T71"/>
                      </a:cxn>
                      <a:cxn ang="T118">
                        <a:pos x="T72" y="T73"/>
                      </a:cxn>
                      <a:cxn ang="T119">
                        <a:pos x="T74" y="T75"/>
                      </a:cxn>
                      <a:cxn ang="T120">
                        <a:pos x="T76" y="T77"/>
                      </a:cxn>
                      <a:cxn ang="T121">
                        <a:pos x="T78" y="T79"/>
                      </a:cxn>
                      <a:cxn ang="T122">
                        <a:pos x="T80" y="T81"/>
                      </a:cxn>
                    </a:cxnLst>
                    <a:rect l="T123" t="T124" r="T125" b="T126"/>
                    <a:pathLst>
                      <a:path w="717" h="756">
                        <a:moveTo>
                          <a:pt x="0" y="756"/>
                        </a:moveTo>
                        <a:lnTo>
                          <a:pt x="52" y="167"/>
                        </a:lnTo>
                        <a:lnTo>
                          <a:pt x="64" y="384"/>
                        </a:lnTo>
                        <a:lnTo>
                          <a:pt x="90" y="103"/>
                        </a:lnTo>
                        <a:lnTo>
                          <a:pt x="116" y="519"/>
                        </a:lnTo>
                        <a:lnTo>
                          <a:pt x="135" y="487"/>
                        </a:lnTo>
                        <a:lnTo>
                          <a:pt x="135" y="359"/>
                        </a:lnTo>
                        <a:lnTo>
                          <a:pt x="167" y="71"/>
                        </a:lnTo>
                        <a:lnTo>
                          <a:pt x="192" y="244"/>
                        </a:lnTo>
                        <a:lnTo>
                          <a:pt x="205" y="96"/>
                        </a:lnTo>
                        <a:lnTo>
                          <a:pt x="218" y="615"/>
                        </a:lnTo>
                        <a:lnTo>
                          <a:pt x="244" y="397"/>
                        </a:lnTo>
                        <a:lnTo>
                          <a:pt x="282" y="519"/>
                        </a:lnTo>
                        <a:lnTo>
                          <a:pt x="308" y="308"/>
                        </a:lnTo>
                        <a:lnTo>
                          <a:pt x="333" y="442"/>
                        </a:lnTo>
                        <a:lnTo>
                          <a:pt x="346" y="352"/>
                        </a:lnTo>
                        <a:lnTo>
                          <a:pt x="365" y="384"/>
                        </a:lnTo>
                        <a:lnTo>
                          <a:pt x="378" y="135"/>
                        </a:lnTo>
                        <a:lnTo>
                          <a:pt x="391" y="301"/>
                        </a:lnTo>
                        <a:lnTo>
                          <a:pt x="384" y="519"/>
                        </a:lnTo>
                        <a:lnTo>
                          <a:pt x="404" y="679"/>
                        </a:lnTo>
                        <a:lnTo>
                          <a:pt x="429" y="628"/>
                        </a:lnTo>
                        <a:lnTo>
                          <a:pt x="442" y="480"/>
                        </a:lnTo>
                        <a:lnTo>
                          <a:pt x="455" y="391"/>
                        </a:lnTo>
                        <a:lnTo>
                          <a:pt x="436" y="506"/>
                        </a:lnTo>
                        <a:lnTo>
                          <a:pt x="461" y="352"/>
                        </a:lnTo>
                        <a:lnTo>
                          <a:pt x="474" y="455"/>
                        </a:lnTo>
                        <a:lnTo>
                          <a:pt x="493" y="519"/>
                        </a:lnTo>
                        <a:lnTo>
                          <a:pt x="512" y="410"/>
                        </a:lnTo>
                        <a:lnTo>
                          <a:pt x="532" y="186"/>
                        </a:lnTo>
                        <a:lnTo>
                          <a:pt x="544" y="231"/>
                        </a:lnTo>
                        <a:lnTo>
                          <a:pt x="570" y="148"/>
                        </a:lnTo>
                        <a:lnTo>
                          <a:pt x="576" y="301"/>
                        </a:lnTo>
                        <a:lnTo>
                          <a:pt x="576" y="730"/>
                        </a:lnTo>
                        <a:lnTo>
                          <a:pt x="647" y="0"/>
                        </a:lnTo>
                        <a:lnTo>
                          <a:pt x="647" y="250"/>
                        </a:lnTo>
                        <a:lnTo>
                          <a:pt x="660" y="333"/>
                        </a:lnTo>
                        <a:lnTo>
                          <a:pt x="685" y="192"/>
                        </a:lnTo>
                        <a:lnTo>
                          <a:pt x="711" y="340"/>
                        </a:lnTo>
                        <a:lnTo>
                          <a:pt x="698" y="429"/>
                        </a:lnTo>
                        <a:lnTo>
                          <a:pt x="717" y="461"/>
                        </a:lnTo>
                      </a:path>
                    </a:pathLst>
                  </a:custGeom>
                  <a:noFill/>
                  <a:ln w="9525">
                    <a:solidFill>
                      <a:srgbClr val="FF0000"/>
                    </a:solidFill>
                    <a:round/>
                    <a:headEnd/>
                    <a:tailEnd/>
                  </a:ln>
                </p:spPr>
                <p:txBody>
                  <a:bodyPr/>
                  <a:lstStyle/>
                  <a:p>
                    <a:endParaRPr lang="en-GB" sz="1600"/>
                  </a:p>
                </p:txBody>
              </p:sp>
              <p:sp>
                <p:nvSpPr>
                  <p:cNvPr id="14616" name="Freeform 158"/>
                  <p:cNvSpPr>
                    <a:spLocks/>
                  </p:cNvSpPr>
                  <p:nvPr/>
                </p:nvSpPr>
                <p:spPr bwMode="auto">
                  <a:xfrm flipH="1">
                    <a:off x="4077" y="1119"/>
                    <a:ext cx="313" cy="756"/>
                  </a:xfrm>
                  <a:custGeom>
                    <a:avLst/>
                    <a:gdLst>
                      <a:gd name="T0" fmla="*/ 0 w 717"/>
                      <a:gd name="T1" fmla="*/ 756 h 756"/>
                      <a:gd name="T2" fmla="*/ 4 w 717"/>
                      <a:gd name="T3" fmla="*/ 167 h 756"/>
                      <a:gd name="T4" fmla="*/ 5 w 717"/>
                      <a:gd name="T5" fmla="*/ 384 h 756"/>
                      <a:gd name="T6" fmla="*/ 7 w 717"/>
                      <a:gd name="T7" fmla="*/ 103 h 756"/>
                      <a:gd name="T8" fmla="*/ 10 w 717"/>
                      <a:gd name="T9" fmla="*/ 519 h 756"/>
                      <a:gd name="T10" fmla="*/ 11 w 717"/>
                      <a:gd name="T11" fmla="*/ 487 h 756"/>
                      <a:gd name="T12" fmla="*/ 11 w 717"/>
                      <a:gd name="T13" fmla="*/ 359 h 756"/>
                      <a:gd name="T14" fmla="*/ 14 w 717"/>
                      <a:gd name="T15" fmla="*/ 71 h 756"/>
                      <a:gd name="T16" fmla="*/ 16 w 717"/>
                      <a:gd name="T17" fmla="*/ 244 h 756"/>
                      <a:gd name="T18" fmla="*/ 17 w 717"/>
                      <a:gd name="T19" fmla="*/ 96 h 756"/>
                      <a:gd name="T20" fmla="*/ 18 w 717"/>
                      <a:gd name="T21" fmla="*/ 615 h 756"/>
                      <a:gd name="T22" fmla="*/ 21 w 717"/>
                      <a:gd name="T23" fmla="*/ 397 h 756"/>
                      <a:gd name="T24" fmla="*/ 24 w 717"/>
                      <a:gd name="T25" fmla="*/ 519 h 756"/>
                      <a:gd name="T26" fmla="*/ 25 w 717"/>
                      <a:gd name="T27" fmla="*/ 308 h 756"/>
                      <a:gd name="T28" fmla="*/ 28 w 717"/>
                      <a:gd name="T29" fmla="*/ 442 h 756"/>
                      <a:gd name="T30" fmla="*/ 29 w 717"/>
                      <a:gd name="T31" fmla="*/ 352 h 756"/>
                      <a:gd name="T32" fmla="*/ 30 w 717"/>
                      <a:gd name="T33" fmla="*/ 384 h 756"/>
                      <a:gd name="T34" fmla="*/ 31 w 717"/>
                      <a:gd name="T35" fmla="*/ 135 h 756"/>
                      <a:gd name="T36" fmla="*/ 33 w 717"/>
                      <a:gd name="T37" fmla="*/ 301 h 756"/>
                      <a:gd name="T38" fmla="*/ 32 w 717"/>
                      <a:gd name="T39" fmla="*/ 519 h 756"/>
                      <a:gd name="T40" fmla="*/ 34 w 717"/>
                      <a:gd name="T41" fmla="*/ 679 h 756"/>
                      <a:gd name="T42" fmla="*/ 36 w 717"/>
                      <a:gd name="T43" fmla="*/ 628 h 756"/>
                      <a:gd name="T44" fmla="*/ 37 w 717"/>
                      <a:gd name="T45" fmla="*/ 480 h 756"/>
                      <a:gd name="T46" fmla="*/ 38 w 717"/>
                      <a:gd name="T47" fmla="*/ 391 h 756"/>
                      <a:gd name="T48" fmla="*/ 36 w 717"/>
                      <a:gd name="T49" fmla="*/ 506 h 756"/>
                      <a:gd name="T50" fmla="*/ 38 w 717"/>
                      <a:gd name="T51" fmla="*/ 352 h 756"/>
                      <a:gd name="T52" fmla="*/ 39 w 717"/>
                      <a:gd name="T53" fmla="*/ 455 h 756"/>
                      <a:gd name="T54" fmla="*/ 41 w 717"/>
                      <a:gd name="T55" fmla="*/ 519 h 756"/>
                      <a:gd name="T56" fmla="*/ 43 w 717"/>
                      <a:gd name="T57" fmla="*/ 410 h 756"/>
                      <a:gd name="T58" fmla="*/ 44 w 717"/>
                      <a:gd name="T59" fmla="*/ 186 h 756"/>
                      <a:gd name="T60" fmla="*/ 45 w 717"/>
                      <a:gd name="T61" fmla="*/ 231 h 756"/>
                      <a:gd name="T62" fmla="*/ 48 w 717"/>
                      <a:gd name="T63" fmla="*/ 148 h 756"/>
                      <a:gd name="T64" fmla="*/ 48 w 717"/>
                      <a:gd name="T65" fmla="*/ 301 h 756"/>
                      <a:gd name="T66" fmla="*/ 48 w 717"/>
                      <a:gd name="T67" fmla="*/ 730 h 756"/>
                      <a:gd name="T68" fmla="*/ 54 w 717"/>
                      <a:gd name="T69" fmla="*/ 0 h 756"/>
                      <a:gd name="T70" fmla="*/ 54 w 717"/>
                      <a:gd name="T71" fmla="*/ 250 h 756"/>
                      <a:gd name="T72" fmla="*/ 55 w 717"/>
                      <a:gd name="T73" fmla="*/ 333 h 756"/>
                      <a:gd name="T74" fmla="*/ 57 w 717"/>
                      <a:gd name="T75" fmla="*/ 192 h 756"/>
                      <a:gd name="T76" fmla="*/ 59 w 717"/>
                      <a:gd name="T77" fmla="*/ 340 h 756"/>
                      <a:gd name="T78" fmla="*/ 58 w 717"/>
                      <a:gd name="T79" fmla="*/ 429 h 756"/>
                      <a:gd name="T80" fmla="*/ 60 w 717"/>
                      <a:gd name="T81" fmla="*/ 461 h 756"/>
                      <a:gd name="T82" fmla="*/ 0 60000 65536"/>
                      <a:gd name="T83" fmla="*/ 0 60000 65536"/>
                      <a:gd name="T84" fmla="*/ 0 60000 65536"/>
                      <a:gd name="T85" fmla="*/ 0 60000 65536"/>
                      <a:gd name="T86" fmla="*/ 0 60000 65536"/>
                      <a:gd name="T87" fmla="*/ 0 60000 65536"/>
                      <a:gd name="T88" fmla="*/ 0 60000 65536"/>
                      <a:gd name="T89" fmla="*/ 0 60000 65536"/>
                      <a:gd name="T90" fmla="*/ 0 60000 65536"/>
                      <a:gd name="T91" fmla="*/ 0 60000 65536"/>
                      <a:gd name="T92" fmla="*/ 0 60000 65536"/>
                      <a:gd name="T93" fmla="*/ 0 60000 65536"/>
                      <a:gd name="T94" fmla="*/ 0 60000 65536"/>
                      <a:gd name="T95" fmla="*/ 0 60000 65536"/>
                      <a:gd name="T96" fmla="*/ 0 60000 65536"/>
                      <a:gd name="T97" fmla="*/ 0 60000 65536"/>
                      <a:gd name="T98" fmla="*/ 0 60000 65536"/>
                      <a:gd name="T99" fmla="*/ 0 60000 65536"/>
                      <a:gd name="T100" fmla="*/ 0 60000 65536"/>
                      <a:gd name="T101" fmla="*/ 0 60000 65536"/>
                      <a:gd name="T102" fmla="*/ 0 60000 65536"/>
                      <a:gd name="T103" fmla="*/ 0 60000 65536"/>
                      <a:gd name="T104" fmla="*/ 0 60000 65536"/>
                      <a:gd name="T105" fmla="*/ 0 60000 65536"/>
                      <a:gd name="T106" fmla="*/ 0 60000 65536"/>
                      <a:gd name="T107" fmla="*/ 0 60000 65536"/>
                      <a:gd name="T108" fmla="*/ 0 60000 65536"/>
                      <a:gd name="T109" fmla="*/ 0 60000 65536"/>
                      <a:gd name="T110" fmla="*/ 0 60000 65536"/>
                      <a:gd name="T111" fmla="*/ 0 60000 65536"/>
                      <a:gd name="T112" fmla="*/ 0 60000 65536"/>
                      <a:gd name="T113" fmla="*/ 0 60000 65536"/>
                      <a:gd name="T114" fmla="*/ 0 60000 65536"/>
                      <a:gd name="T115" fmla="*/ 0 60000 65536"/>
                      <a:gd name="T116" fmla="*/ 0 60000 65536"/>
                      <a:gd name="T117" fmla="*/ 0 60000 65536"/>
                      <a:gd name="T118" fmla="*/ 0 60000 65536"/>
                      <a:gd name="T119" fmla="*/ 0 60000 65536"/>
                      <a:gd name="T120" fmla="*/ 0 60000 65536"/>
                      <a:gd name="T121" fmla="*/ 0 60000 65536"/>
                      <a:gd name="T122" fmla="*/ 0 60000 65536"/>
                      <a:gd name="T123" fmla="*/ 0 w 717"/>
                      <a:gd name="T124" fmla="*/ 0 h 756"/>
                      <a:gd name="T125" fmla="*/ 717 w 717"/>
                      <a:gd name="T126" fmla="*/ 756 h 756"/>
                    </a:gdLst>
                    <a:ahLst/>
                    <a:cxnLst>
                      <a:cxn ang="T82">
                        <a:pos x="T0" y="T1"/>
                      </a:cxn>
                      <a:cxn ang="T83">
                        <a:pos x="T2" y="T3"/>
                      </a:cxn>
                      <a:cxn ang="T84">
                        <a:pos x="T4" y="T5"/>
                      </a:cxn>
                      <a:cxn ang="T85">
                        <a:pos x="T6" y="T7"/>
                      </a:cxn>
                      <a:cxn ang="T86">
                        <a:pos x="T8" y="T9"/>
                      </a:cxn>
                      <a:cxn ang="T87">
                        <a:pos x="T10" y="T11"/>
                      </a:cxn>
                      <a:cxn ang="T88">
                        <a:pos x="T12" y="T13"/>
                      </a:cxn>
                      <a:cxn ang="T89">
                        <a:pos x="T14" y="T15"/>
                      </a:cxn>
                      <a:cxn ang="T90">
                        <a:pos x="T16" y="T17"/>
                      </a:cxn>
                      <a:cxn ang="T91">
                        <a:pos x="T18" y="T19"/>
                      </a:cxn>
                      <a:cxn ang="T92">
                        <a:pos x="T20" y="T21"/>
                      </a:cxn>
                      <a:cxn ang="T93">
                        <a:pos x="T22" y="T23"/>
                      </a:cxn>
                      <a:cxn ang="T94">
                        <a:pos x="T24" y="T25"/>
                      </a:cxn>
                      <a:cxn ang="T95">
                        <a:pos x="T26" y="T27"/>
                      </a:cxn>
                      <a:cxn ang="T96">
                        <a:pos x="T28" y="T29"/>
                      </a:cxn>
                      <a:cxn ang="T97">
                        <a:pos x="T30" y="T31"/>
                      </a:cxn>
                      <a:cxn ang="T98">
                        <a:pos x="T32" y="T33"/>
                      </a:cxn>
                      <a:cxn ang="T99">
                        <a:pos x="T34" y="T35"/>
                      </a:cxn>
                      <a:cxn ang="T100">
                        <a:pos x="T36" y="T37"/>
                      </a:cxn>
                      <a:cxn ang="T101">
                        <a:pos x="T38" y="T39"/>
                      </a:cxn>
                      <a:cxn ang="T102">
                        <a:pos x="T40" y="T41"/>
                      </a:cxn>
                      <a:cxn ang="T103">
                        <a:pos x="T42" y="T43"/>
                      </a:cxn>
                      <a:cxn ang="T104">
                        <a:pos x="T44" y="T45"/>
                      </a:cxn>
                      <a:cxn ang="T105">
                        <a:pos x="T46" y="T47"/>
                      </a:cxn>
                      <a:cxn ang="T106">
                        <a:pos x="T48" y="T49"/>
                      </a:cxn>
                      <a:cxn ang="T107">
                        <a:pos x="T50" y="T51"/>
                      </a:cxn>
                      <a:cxn ang="T108">
                        <a:pos x="T52" y="T53"/>
                      </a:cxn>
                      <a:cxn ang="T109">
                        <a:pos x="T54" y="T55"/>
                      </a:cxn>
                      <a:cxn ang="T110">
                        <a:pos x="T56" y="T57"/>
                      </a:cxn>
                      <a:cxn ang="T111">
                        <a:pos x="T58" y="T59"/>
                      </a:cxn>
                      <a:cxn ang="T112">
                        <a:pos x="T60" y="T61"/>
                      </a:cxn>
                      <a:cxn ang="T113">
                        <a:pos x="T62" y="T63"/>
                      </a:cxn>
                      <a:cxn ang="T114">
                        <a:pos x="T64" y="T65"/>
                      </a:cxn>
                      <a:cxn ang="T115">
                        <a:pos x="T66" y="T67"/>
                      </a:cxn>
                      <a:cxn ang="T116">
                        <a:pos x="T68" y="T69"/>
                      </a:cxn>
                      <a:cxn ang="T117">
                        <a:pos x="T70" y="T71"/>
                      </a:cxn>
                      <a:cxn ang="T118">
                        <a:pos x="T72" y="T73"/>
                      </a:cxn>
                      <a:cxn ang="T119">
                        <a:pos x="T74" y="T75"/>
                      </a:cxn>
                      <a:cxn ang="T120">
                        <a:pos x="T76" y="T77"/>
                      </a:cxn>
                      <a:cxn ang="T121">
                        <a:pos x="T78" y="T79"/>
                      </a:cxn>
                      <a:cxn ang="T122">
                        <a:pos x="T80" y="T81"/>
                      </a:cxn>
                    </a:cxnLst>
                    <a:rect l="T123" t="T124" r="T125" b="T126"/>
                    <a:pathLst>
                      <a:path w="717" h="756">
                        <a:moveTo>
                          <a:pt x="0" y="756"/>
                        </a:moveTo>
                        <a:lnTo>
                          <a:pt x="52" y="167"/>
                        </a:lnTo>
                        <a:lnTo>
                          <a:pt x="64" y="384"/>
                        </a:lnTo>
                        <a:lnTo>
                          <a:pt x="90" y="103"/>
                        </a:lnTo>
                        <a:lnTo>
                          <a:pt x="116" y="519"/>
                        </a:lnTo>
                        <a:lnTo>
                          <a:pt x="135" y="487"/>
                        </a:lnTo>
                        <a:lnTo>
                          <a:pt x="135" y="359"/>
                        </a:lnTo>
                        <a:lnTo>
                          <a:pt x="167" y="71"/>
                        </a:lnTo>
                        <a:lnTo>
                          <a:pt x="192" y="244"/>
                        </a:lnTo>
                        <a:lnTo>
                          <a:pt x="205" y="96"/>
                        </a:lnTo>
                        <a:lnTo>
                          <a:pt x="218" y="615"/>
                        </a:lnTo>
                        <a:lnTo>
                          <a:pt x="244" y="397"/>
                        </a:lnTo>
                        <a:lnTo>
                          <a:pt x="282" y="519"/>
                        </a:lnTo>
                        <a:lnTo>
                          <a:pt x="308" y="308"/>
                        </a:lnTo>
                        <a:lnTo>
                          <a:pt x="333" y="442"/>
                        </a:lnTo>
                        <a:lnTo>
                          <a:pt x="346" y="352"/>
                        </a:lnTo>
                        <a:lnTo>
                          <a:pt x="365" y="384"/>
                        </a:lnTo>
                        <a:lnTo>
                          <a:pt x="378" y="135"/>
                        </a:lnTo>
                        <a:lnTo>
                          <a:pt x="391" y="301"/>
                        </a:lnTo>
                        <a:lnTo>
                          <a:pt x="384" y="519"/>
                        </a:lnTo>
                        <a:lnTo>
                          <a:pt x="404" y="679"/>
                        </a:lnTo>
                        <a:lnTo>
                          <a:pt x="429" y="628"/>
                        </a:lnTo>
                        <a:lnTo>
                          <a:pt x="442" y="480"/>
                        </a:lnTo>
                        <a:lnTo>
                          <a:pt x="455" y="391"/>
                        </a:lnTo>
                        <a:lnTo>
                          <a:pt x="436" y="506"/>
                        </a:lnTo>
                        <a:lnTo>
                          <a:pt x="461" y="352"/>
                        </a:lnTo>
                        <a:lnTo>
                          <a:pt x="474" y="455"/>
                        </a:lnTo>
                        <a:lnTo>
                          <a:pt x="493" y="519"/>
                        </a:lnTo>
                        <a:lnTo>
                          <a:pt x="512" y="410"/>
                        </a:lnTo>
                        <a:lnTo>
                          <a:pt x="532" y="186"/>
                        </a:lnTo>
                        <a:lnTo>
                          <a:pt x="544" y="231"/>
                        </a:lnTo>
                        <a:lnTo>
                          <a:pt x="570" y="148"/>
                        </a:lnTo>
                        <a:lnTo>
                          <a:pt x="576" y="301"/>
                        </a:lnTo>
                        <a:lnTo>
                          <a:pt x="576" y="730"/>
                        </a:lnTo>
                        <a:lnTo>
                          <a:pt x="647" y="0"/>
                        </a:lnTo>
                        <a:lnTo>
                          <a:pt x="647" y="250"/>
                        </a:lnTo>
                        <a:lnTo>
                          <a:pt x="660" y="333"/>
                        </a:lnTo>
                        <a:lnTo>
                          <a:pt x="685" y="192"/>
                        </a:lnTo>
                        <a:lnTo>
                          <a:pt x="711" y="340"/>
                        </a:lnTo>
                        <a:lnTo>
                          <a:pt x="698" y="429"/>
                        </a:lnTo>
                        <a:lnTo>
                          <a:pt x="717" y="461"/>
                        </a:lnTo>
                      </a:path>
                    </a:pathLst>
                  </a:custGeom>
                  <a:noFill/>
                  <a:ln w="9525">
                    <a:solidFill>
                      <a:srgbClr val="FF0000"/>
                    </a:solidFill>
                    <a:round/>
                    <a:headEnd/>
                    <a:tailEnd/>
                  </a:ln>
                </p:spPr>
                <p:txBody>
                  <a:bodyPr/>
                  <a:lstStyle/>
                  <a:p>
                    <a:endParaRPr lang="en-GB" sz="1600"/>
                  </a:p>
                </p:txBody>
              </p:sp>
              <p:sp>
                <p:nvSpPr>
                  <p:cNvPr id="14617" name="Freeform 159"/>
                  <p:cNvSpPr>
                    <a:spLocks/>
                  </p:cNvSpPr>
                  <p:nvPr/>
                </p:nvSpPr>
                <p:spPr bwMode="auto">
                  <a:xfrm flipV="1">
                    <a:off x="4385" y="1138"/>
                    <a:ext cx="313" cy="756"/>
                  </a:xfrm>
                  <a:custGeom>
                    <a:avLst/>
                    <a:gdLst>
                      <a:gd name="T0" fmla="*/ 0 w 717"/>
                      <a:gd name="T1" fmla="*/ 756 h 756"/>
                      <a:gd name="T2" fmla="*/ 4 w 717"/>
                      <a:gd name="T3" fmla="*/ 167 h 756"/>
                      <a:gd name="T4" fmla="*/ 5 w 717"/>
                      <a:gd name="T5" fmla="*/ 384 h 756"/>
                      <a:gd name="T6" fmla="*/ 7 w 717"/>
                      <a:gd name="T7" fmla="*/ 103 h 756"/>
                      <a:gd name="T8" fmla="*/ 10 w 717"/>
                      <a:gd name="T9" fmla="*/ 519 h 756"/>
                      <a:gd name="T10" fmla="*/ 11 w 717"/>
                      <a:gd name="T11" fmla="*/ 487 h 756"/>
                      <a:gd name="T12" fmla="*/ 11 w 717"/>
                      <a:gd name="T13" fmla="*/ 359 h 756"/>
                      <a:gd name="T14" fmla="*/ 14 w 717"/>
                      <a:gd name="T15" fmla="*/ 71 h 756"/>
                      <a:gd name="T16" fmla="*/ 16 w 717"/>
                      <a:gd name="T17" fmla="*/ 244 h 756"/>
                      <a:gd name="T18" fmla="*/ 17 w 717"/>
                      <a:gd name="T19" fmla="*/ 96 h 756"/>
                      <a:gd name="T20" fmla="*/ 18 w 717"/>
                      <a:gd name="T21" fmla="*/ 615 h 756"/>
                      <a:gd name="T22" fmla="*/ 21 w 717"/>
                      <a:gd name="T23" fmla="*/ 397 h 756"/>
                      <a:gd name="T24" fmla="*/ 24 w 717"/>
                      <a:gd name="T25" fmla="*/ 519 h 756"/>
                      <a:gd name="T26" fmla="*/ 25 w 717"/>
                      <a:gd name="T27" fmla="*/ 308 h 756"/>
                      <a:gd name="T28" fmla="*/ 28 w 717"/>
                      <a:gd name="T29" fmla="*/ 442 h 756"/>
                      <a:gd name="T30" fmla="*/ 29 w 717"/>
                      <a:gd name="T31" fmla="*/ 352 h 756"/>
                      <a:gd name="T32" fmla="*/ 30 w 717"/>
                      <a:gd name="T33" fmla="*/ 384 h 756"/>
                      <a:gd name="T34" fmla="*/ 31 w 717"/>
                      <a:gd name="T35" fmla="*/ 135 h 756"/>
                      <a:gd name="T36" fmla="*/ 33 w 717"/>
                      <a:gd name="T37" fmla="*/ 301 h 756"/>
                      <a:gd name="T38" fmla="*/ 32 w 717"/>
                      <a:gd name="T39" fmla="*/ 519 h 756"/>
                      <a:gd name="T40" fmla="*/ 34 w 717"/>
                      <a:gd name="T41" fmla="*/ 679 h 756"/>
                      <a:gd name="T42" fmla="*/ 36 w 717"/>
                      <a:gd name="T43" fmla="*/ 628 h 756"/>
                      <a:gd name="T44" fmla="*/ 37 w 717"/>
                      <a:gd name="T45" fmla="*/ 480 h 756"/>
                      <a:gd name="T46" fmla="*/ 38 w 717"/>
                      <a:gd name="T47" fmla="*/ 391 h 756"/>
                      <a:gd name="T48" fmla="*/ 36 w 717"/>
                      <a:gd name="T49" fmla="*/ 506 h 756"/>
                      <a:gd name="T50" fmla="*/ 38 w 717"/>
                      <a:gd name="T51" fmla="*/ 352 h 756"/>
                      <a:gd name="T52" fmla="*/ 39 w 717"/>
                      <a:gd name="T53" fmla="*/ 455 h 756"/>
                      <a:gd name="T54" fmla="*/ 41 w 717"/>
                      <a:gd name="T55" fmla="*/ 519 h 756"/>
                      <a:gd name="T56" fmla="*/ 43 w 717"/>
                      <a:gd name="T57" fmla="*/ 410 h 756"/>
                      <a:gd name="T58" fmla="*/ 44 w 717"/>
                      <a:gd name="T59" fmla="*/ 186 h 756"/>
                      <a:gd name="T60" fmla="*/ 45 w 717"/>
                      <a:gd name="T61" fmla="*/ 231 h 756"/>
                      <a:gd name="T62" fmla="*/ 48 w 717"/>
                      <a:gd name="T63" fmla="*/ 148 h 756"/>
                      <a:gd name="T64" fmla="*/ 48 w 717"/>
                      <a:gd name="T65" fmla="*/ 301 h 756"/>
                      <a:gd name="T66" fmla="*/ 48 w 717"/>
                      <a:gd name="T67" fmla="*/ 730 h 756"/>
                      <a:gd name="T68" fmla="*/ 54 w 717"/>
                      <a:gd name="T69" fmla="*/ 0 h 756"/>
                      <a:gd name="T70" fmla="*/ 54 w 717"/>
                      <a:gd name="T71" fmla="*/ 250 h 756"/>
                      <a:gd name="T72" fmla="*/ 55 w 717"/>
                      <a:gd name="T73" fmla="*/ 333 h 756"/>
                      <a:gd name="T74" fmla="*/ 57 w 717"/>
                      <a:gd name="T75" fmla="*/ 192 h 756"/>
                      <a:gd name="T76" fmla="*/ 59 w 717"/>
                      <a:gd name="T77" fmla="*/ 340 h 756"/>
                      <a:gd name="T78" fmla="*/ 58 w 717"/>
                      <a:gd name="T79" fmla="*/ 429 h 756"/>
                      <a:gd name="T80" fmla="*/ 60 w 717"/>
                      <a:gd name="T81" fmla="*/ 461 h 756"/>
                      <a:gd name="T82" fmla="*/ 0 60000 65536"/>
                      <a:gd name="T83" fmla="*/ 0 60000 65536"/>
                      <a:gd name="T84" fmla="*/ 0 60000 65536"/>
                      <a:gd name="T85" fmla="*/ 0 60000 65536"/>
                      <a:gd name="T86" fmla="*/ 0 60000 65536"/>
                      <a:gd name="T87" fmla="*/ 0 60000 65536"/>
                      <a:gd name="T88" fmla="*/ 0 60000 65536"/>
                      <a:gd name="T89" fmla="*/ 0 60000 65536"/>
                      <a:gd name="T90" fmla="*/ 0 60000 65536"/>
                      <a:gd name="T91" fmla="*/ 0 60000 65536"/>
                      <a:gd name="T92" fmla="*/ 0 60000 65536"/>
                      <a:gd name="T93" fmla="*/ 0 60000 65536"/>
                      <a:gd name="T94" fmla="*/ 0 60000 65536"/>
                      <a:gd name="T95" fmla="*/ 0 60000 65536"/>
                      <a:gd name="T96" fmla="*/ 0 60000 65536"/>
                      <a:gd name="T97" fmla="*/ 0 60000 65536"/>
                      <a:gd name="T98" fmla="*/ 0 60000 65536"/>
                      <a:gd name="T99" fmla="*/ 0 60000 65536"/>
                      <a:gd name="T100" fmla="*/ 0 60000 65536"/>
                      <a:gd name="T101" fmla="*/ 0 60000 65536"/>
                      <a:gd name="T102" fmla="*/ 0 60000 65536"/>
                      <a:gd name="T103" fmla="*/ 0 60000 65536"/>
                      <a:gd name="T104" fmla="*/ 0 60000 65536"/>
                      <a:gd name="T105" fmla="*/ 0 60000 65536"/>
                      <a:gd name="T106" fmla="*/ 0 60000 65536"/>
                      <a:gd name="T107" fmla="*/ 0 60000 65536"/>
                      <a:gd name="T108" fmla="*/ 0 60000 65536"/>
                      <a:gd name="T109" fmla="*/ 0 60000 65536"/>
                      <a:gd name="T110" fmla="*/ 0 60000 65536"/>
                      <a:gd name="T111" fmla="*/ 0 60000 65536"/>
                      <a:gd name="T112" fmla="*/ 0 60000 65536"/>
                      <a:gd name="T113" fmla="*/ 0 60000 65536"/>
                      <a:gd name="T114" fmla="*/ 0 60000 65536"/>
                      <a:gd name="T115" fmla="*/ 0 60000 65536"/>
                      <a:gd name="T116" fmla="*/ 0 60000 65536"/>
                      <a:gd name="T117" fmla="*/ 0 60000 65536"/>
                      <a:gd name="T118" fmla="*/ 0 60000 65536"/>
                      <a:gd name="T119" fmla="*/ 0 60000 65536"/>
                      <a:gd name="T120" fmla="*/ 0 60000 65536"/>
                      <a:gd name="T121" fmla="*/ 0 60000 65536"/>
                      <a:gd name="T122" fmla="*/ 0 60000 65536"/>
                      <a:gd name="T123" fmla="*/ 0 w 717"/>
                      <a:gd name="T124" fmla="*/ 0 h 756"/>
                      <a:gd name="T125" fmla="*/ 717 w 717"/>
                      <a:gd name="T126" fmla="*/ 756 h 756"/>
                    </a:gdLst>
                    <a:ahLst/>
                    <a:cxnLst>
                      <a:cxn ang="T82">
                        <a:pos x="T0" y="T1"/>
                      </a:cxn>
                      <a:cxn ang="T83">
                        <a:pos x="T2" y="T3"/>
                      </a:cxn>
                      <a:cxn ang="T84">
                        <a:pos x="T4" y="T5"/>
                      </a:cxn>
                      <a:cxn ang="T85">
                        <a:pos x="T6" y="T7"/>
                      </a:cxn>
                      <a:cxn ang="T86">
                        <a:pos x="T8" y="T9"/>
                      </a:cxn>
                      <a:cxn ang="T87">
                        <a:pos x="T10" y="T11"/>
                      </a:cxn>
                      <a:cxn ang="T88">
                        <a:pos x="T12" y="T13"/>
                      </a:cxn>
                      <a:cxn ang="T89">
                        <a:pos x="T14" y="T15"/>
                      </a:cxn>
                      <a:cxn ang="T90">
                        <a:pos x="T16" y="T17"/>
                      </a:cxn>
                      <a:cxn ang="T91">
                        <a:pos x="T18" y="T19"/>
                      </a:cxn>
                      <a:cxn ang="T92">
                        <a:pos x="T20" y="T21"/>
                      </a:cxn>
                      <a:cxn ang="T93">
                        <a:pos x="T22" y="T23"/>
                      </a:cxn>
                      <a:cxn ang="T94">
                        <a:pos x="T24" y="T25"/>
                      </a:cxn>
                      <a:cxn ang="T95">
                        <a:pos x="T26" y="T27"/>
                      </a:cxn>
                      <a:cxn ang="T96">
                        <a:pos x="T28" y="T29"/>
                      </a:cxn>
                      <a:cxn ang="T97">
                        <a:pos x="T30" y="T31"/>
                      </a:cxn>
                      <a:cxn ang="T98">
                        <a:pos x="T32" y="T33"/>
                      </a:cxn>
                      <a:cxn ang="T99">
                        <a:pos x="T34" y="T35"/>
                      </a:cxn>
                      <a:cxn ang="T100">
                        <a:pos x="T36" y="T37"/>
                      </a:cxn>
                      <a:cxn ang="T101">
                        <a:pos x="T38" y="T39"/>
                      </a:cxn>
                      <a:cxn ang="T102">
                        <a:pos x="T40" y="T41"/>
                      </a:cxn>
                      <a:cxn ang="T103">
                        <a:pos x="T42" y="T43"/>
                      </a:cxn>
                      <a:cxn ang="T104">
                        <a:pos x="T44" y="T45"/>
                      </a:cxn>
                      <a:cxn ang="T105">
                        <a:pos x="T46" y="T47"/>
                      </a:cxn>
                      <a:cxn ang="T106">
                        <a:pos x="T48" y="T49"/>
                      </a:cxn>
                      <a:cxn ang="T107">
                        <a:pos x="T50" y="T51"/>
                      </a:cxn>
                      <a:cxn ang="T108">
                        <a:pos x="T52" y="T53"/>
                      </a:cxn>
                      <a:cxn ang="T109">
                        <a:pos x="T54" y="T55"/>
                      </a:cxn>
                      <a:cxn ang="T110">
                        <a:pos x="T56" y="T57"/>
                      </a:cxn>
                      <a:cxn ang="T111">
                        <a:pos x="T58" y="T59"/>
                      </a:cxn>
                      <a:cxn ang="T112">
                        <a:pos x="T60" y="T61"/>
                      </a:cxn>
                      <a:cxn ang="T113">
                        <a:pos x="T62" y="T63"/>
                      </a:cxn>
                      <a:cxn ang="T114">
                        <a:pos x="T64" y="T65"/>
                      </a:cxn>
                      <a:cxn ang="T115">
                        <a:pos x="T66" y="T67"/>
                      </a:cxn>
                      <a:cxn ang="T116">
                        <a:pos x="T68" y="T69"/>
                      </a:cxn>
                      <a:cxn ang="T117">
                        <a:pos x="T70" y="T71"/>
                      </a:cxn>
                      <a:cxn ang="T118">
                        <a:pos x="T72" y="T73"/>
                      </a:cxn>
                      <a:cxn ang="T119">
                        <a:pos x="T74" y="T75"/>
                      </a:cxn>
                      <a:cxn ang="T120">
                        <a:pos x="T76" y="T77"/>
                      </a:cxn>
                      <a:cxn ang="T121">
                        <a:pos x="T78" y="T79"/>
                      </a:cxn>
                      <a:cxn ang="T122">
                        <a:pos x="T80" y="T81"/>
                      </a:cxn>
                    </a:cxnLst>
                    <a:rect l="T123" t="T124" r="T125" b="T126"/>
                    <a:pathLst>
                      <a:path w="717" h="756">
                        <a:moveTo>
                          <a:pt x="0" y="756"/>
                        </a:moveTo>
                        <a:lnTo>
                          <a:pt x="52" y="167"/>
                        </a:lnTo>
                        <a:lnTo>
                          <a:pt x="64" y="384"/>
                        </a:lnTo>
                        <a:lnTo>
                          <a:pt x="90" y="103"/>
                        </a:lnTo>
                        <a:lnTo>
                          <a:pt x="116" y="519"/>
                        </a:lnTo>
                        <a:lnTo>
                          <a:pt x="135" y="487"/>
                        </a:lnTo>
                        <a:lnTo>
                          <a:pt x="135" y="359"/>
                        </a:lnTo>
                        <a:lnTo>
                          <a:pt x="167" y="71"/>
                        </a:lnTo>
                        <a:lnTo>
                          <a:pt x="192" y="244"/>
                        </a:lnTo>
                        <a:lnTo>
                          <a:pt x="205" y="96"/>
                        </a:lnTo>
                        <a:lnTo>
                          <a:pt x="218" y="615"/>
                        </a:lnTo>
                        <a:lnTo>
                          <a:pt x="244" y="397"/>
                        </a:lnTo>
                        <a:lnTo>
                          <a:pt x="282" y="519"/>
                        </a:lnTo>
                        <a:lnTo>
                          <a:pt x="308" y="308"/>
                        </a:lnTo>
                        <a:lnTo>
                          <a:pt x="333" y="442"/>
                        </a:lnTo>
                        <a:lnTo>
                          <a:pt x="346" y="352"/>
                        </a:lnTo>
                        <a:lnTo>
                          <a:pt x="365" y="384"/>
                        </a:lnTo>
                        <a:lnTo>
                          <a:pt x="378" y="135"/>
                        </a:lnTo>
                        <a:lnTo>
                          <a:pt x="391" y="301"/>
                        </a:lnTo>
                        <a:lnTo>
                          <a:pt x="384" y="519"/>
                        </a:lnTo>
                        <a:lnTo>
                          <a:pt x="404" y="679"/>
                        </a:lnTo>
                        <a:lnTo>
                          <a:pt x="429" y="628"/>
                        </a:lnTo>
                        <a:lnTo>
                          <a:pt x="442" y="480"/>
                        </a:lnTo>
                        <a:lnTo>
                          <a:pt x="455" y="391"/>
                        </a:lnTo>
                        <a:lnTo>
                          <a:pt x="436" y="506"/>
                        </a:lnTo>
                        <a:lnTo>
                          <a:pt x="461" y="352"/>
                        </a:lnTo>
                        <a:lnTo>
                          <a:pt x="474" y="455"/>
                        </a:lnTo>
                        <a:lnTo>
                          <a:pt x="493" y="519"/>
                        </a:lnTo>
                        <a:lnTo>
                          <a:pt x="512" y="410"/>
                        </a:lnTo>
                        <a:lnTo>
                          <a:pt x="532" y="186"/>
                        </a:lnTo>
                        <a:lnTo>
                          <a:pt x="544" y="231"/>
                        </a:lnTo>
                        <a:lnTo>
                          <a:pt x="570" y="148"/>
                        </a:lnTo>
                        <a:lnTo>
                          <a:pt x="576" y="301"/>
                        </a:lnTo>
                        <a:lnTo>
                          <a:pt x="576" y="730"/>
                        </a:lnTo>
                        <a:lnTo>
                          <a:pt x="647" y="0"/>
                        </a:lnTo>
                        <a:lnTo>
                          <a:pt x="647" y="250"/>
                        </a:lnTo>
                        <a:lnTo>
                          <a:pt x="660" y="333"/>
                        </a:lnTo>
                        <a:lnTo>
                          <a:pt x="685" y="192"/>
                        </a:lnTo>
                        <a:lnTo>
                          <a:pt x="711" y="340"/>
                        </a:lnTo>
                        <a:lnTo>
                          <a:pt x="698" y="429"/>
                        </a:lnTo>
                        <a:lnTo>
                          <a:pt x="717" y="461"/>
                        </a:lnTo>
                      </a:path>
                    </a:pathLst>
                  </a:custGeom>
                  <a:noFill/>
                  <a:ln w="9525">
                    <a:solidFill>
                      <a:srgbClr val="FF0000"/>
                    </a:solidFill>
                    <a:round/>
                    <a:headEnd/>
                    <a:tailEnd/>
                  </a:ln>
                </p:spPr>
                <p:txBody>
                  <a:bodyPr/>
                  <a:lstStyle/>
                  <a:p>
                    <a:endParaRPr lang="en-GB" sz="1600"/>
                  </a:p>
                </p:txBody>
              </p:sp>
              <p:sp>
                <p:nvSpPr>
                  <p:cNvPr id="14618" name="Freeform 160"/>
                  <p:cNvSpPr>
                    <a:spLocks/>
                  </p:cNvSpPr>
                  <p:nvPr/>
                </p:nvSpPr>
                <p:spPr bwMode="auto">
                  <a:xfrm flipH="1">
                    <a:off x="4698" y="1100"/>
                    <a:ext cx="313" cy="756"/>
                  </a:xfrm>
                  <a:custGeom>
                    <a:avLst/>
                    <a:gdLst>
                      <a:gd name="T0" fmla="*/ 0 w 717"/>
                      <a:gd name="T1" fmla="*/ 756 h 756"/>
                      <a:gd name="T2" fmla="*/ 4 w 717"/>
                      <a:gd name="T3" fmla="*/ 167 h 756"/>
                      <a:gd name="T4" fmla="*/ 5 w 717"/>
                      <a:gd name="T5" fmla="*/ 384 h 756"/>
                      <a:gd name="T6" fmla="*/ 7 w 717"/>
                      <a:gd name="T7" fmla="*/ 103 h 756"/>
                      <a:gd name="T8" fmla="*/ 10 w 717"/>
                      <a:gd name="T9" fmla="*/ 519 h 756"/>
                      <a:gd name="T10" fmla="*/ 11 w 717"/>
                      <a:gd name="T11" fmla="*/ 487 h 756"/>
                      <a:gd name="T12" fmla="*/ 11 w 717"/>
                      <a:gd name="T13" fmla="*/ 359 h 756"/>
                      <a:gd name="T14" fmla="*/ 14 w 717"/>
                      <a:gd name="T15" fmla="*/ 71 h 756"/>
                      <a:gd name="T16" fmla="*/ 16 w 717"/>
                      <a:gd name="T17" fmla="*/ 244 h 756"/>
                      <a:gd name="T18" fmla="*/ 17 w 717"/>
                      <a:gd name="T19" fmla="*/ 96 h 756"/>
                      <a:gd name="T20" fmla="*/ 18 w 717"/>
                      <a:gd name="T21" fmla="*/ 615 h 756"/>
                      <a:gd name="T22" fmla="*/ 21 w 717"/>
                      <a:gd name="T23" fmla="*/ 397 h 756"/>
                      <a:gd name="T24" fmla="*/ 24 w 717"/>
                      <a:gd name="T25" fmla="*/ 519 h 756"/>
                      <a:gd name="T26" fmla="*/ 25 w 717"/>
                      <a:gd name="T27" fmla="*/ 308 h 756"/>
                      <a:gd name="T28" fmla="*/ 28 w 717"/>
                      <a:gd name="T29" fmla="*/ 442 h 756"/>
                      <a:gd name="T30" fmla="*/ 29 w 717"/>
                      <a:gd name="T31" fmla="*/ 352 h 756"/>
                      <a:gd name="T32" fmla="*/ 30 w 717"/>
                      <a:gd name="T33" fmla="*/ 384 h 756"/>
                      <a:gd name="T34" fmla="*/ 31 w 717"/>
                      <a:gd name="T35" fmla="*/ 135 h 756"/>
                      <a:gd name="T36" fmla="*/ 33 w 717"/>
                      <a:gd name="T37" fmla="*/ 301 h 756"/>
                      <a:gd name="T38" fmla="*/ 32 w 717"/>
                      <a:gd name="T39" fmla="*/ 519 h 756"/>
                      <a:gd name="T40" fmla="*/ 34 w 717"/>
                      <a:gd name="T41" fmla="*/ 679 h 756"/>
                      <a:gd name="T42" fmla="*/ 36 w 717"/>
                      <a:gd name="T43" fmla="*/ 628 h 756"/>
                      <a:gd name="T44" fmla="*/ 37 w 717"/>
                      <a:gd name="T45" fmla="*/ 480 h 756"/>
                      <a:gd name="T46" fmla="*/ 38 w 717"/>
                      <a:gd name="T47" fmla="*/ 391 h 756"/>
                      <a:gd name="T48" fmla="*/ 36 w 717"/>
                      <a:gd name="T49" fmla="*/ 506 h 756"/>
                      <a:gd name="T50" fmla="*/ 38 w 717"/>
                      <a:gd name="T51" fmla="*/ 352 h 756"/>
                      <a:gd name="T52" fmla="*/ 39 w 717"/>
                      <a:gd name="T53" fmla="*/ 455 h 756"/>
                      <a:gd name="T54" fmla="*/ 41 w 717"/>
                      <a:gd name="T55" fmla="*/ 519 h 756"/>
                      <a:gd name="T56" fmla="*/ 43 w 717"/>
                      <a:gd name="T57" fmla="*/ 410 h 756"/>
                      <a:gd name="T58" fmla="*/ 44 w 717"/>
                      <a:gd name="T59" fmla="*/ 186 h 756"/>
                      <a:gd name="T60" fmla="*/ 45 w 717"/>
                      <a:gd name="T61" fmla="*/ 231 h 756"/>
                      <a:gd name="T62" fmla="*/ 48 w 717"/>
                      <a:gd name="T63" fmla="*/ 148 h 756"/>
                      <a:gd name="T64" fmla="*/ 48 w 717"/>
                      <a:gd name="T65" fmla="*/ 301 h 756"/>
                      <a:gd name="T66" fmla="*/ 48 w 717"/>
                      <a:gd name="T67" fmla="*/ 730 h 756"/>
                      <a:gd name="T68" fmla="*/ 54 w 717"/>
                      <a:gd name="T69" fmla="*/ 0 h 756"/>
                      <a:gd name="T70" fmla="*/ 54 w 717"/>
                      <a:gd name="T71" fmla="*/ 250 h 756"/>
                      <a:gd name="T72" fmla="*/ 55 w 717"/>
                      <a:gd name="T73" fmla="*/ 333 h 756"/>
                      <a:gd name="T74" fmla="*/ 57 w 717"/>
                      <a:gd name="T75" fmla="*/ 192 h 756"/>
                      <a:gd name="T76" fmla="*/ 59 w 717"/>
                      <a:gd name="T77" fmla="*/ 340 h 756"/>
                      <a:gd name="T78" fmla="*/ 58 w 717"/>
                      <a:gd name="T79" fmla="*/ 429 h 756"/>
                      <a:gd name="T80" fmla="*/ 60 w 717"/>
                      <a:gd name="T81" fmla="*/ 461 h 756"/>
                      <a:gd name="T82" fmla="*/ 0 60000 65536"/>
                      <a:gd name="T83" fmla="*/ 0 60000 65536"/>
                      <a:gd name="T84" fmla="*/ 0 60000 65536"/>
                      <a:gd name="T85" fmla="*/ 0 60000 65536"/>
                      <a:gd name="T86" fmla="*/ 0 60000 65536"/>
                      <a:gd name="T87" fmla="*/ 0 60000 65536"/>
                      <a:gd name="T88" fmla="*/ 0 60000 65536"/>
                      <a:gd name="T89" fmla="*/ 0 60000 65536"/>
                      <a:gd name="T90" fmla="*/ 0 60000 65536"/>
                      <a:gd name="T91" fmla="*/ 0 60000 65536"/>
                      <a:gd name="T92" fmla="*/ 0 60000 65536"/>
                      <a:gd name="T93" fmla="*/ 0 60000 65536"/>
                      <a:gd name="T94" fmla="*/ 0 60000 65536"/>
                      <a:gd name="T95" fmla="*/ 0 60000 65536"/>
                      <a:gd name="T96" fmla="*/ 0 60000 65536"/>
                      <a:gd name="T97" fmla="*/ 0 60000 65536"/>
                      <a:gd name="T98" fmla="*/ 0 60000 65536"/>
                      <a:gd name="T99" fmla="*/ 0 60000 65536"/>
                      <a:gd name="T100" fmla="*/ 0 60000 65536"/>
                      <a:gd name="T101" fmla="*/ 0 60000 65536"/>
                      <a:gd name="T102" fmla="*/ 0 60000 65536"/>
                      <a:gd name="T103" fmla="*/ 0 60000 65536"/>
                      <a:gd name="T104" fmla="*/ 0 60000 65536"/>
                      <a:gd name="T105" fmla="*/ 0 60000 65536"/>
                      <a:gd name="T106" fmla="*/ 0 60000 65536"/>
                      <a:gd name="T107" fmla="*/ 0 60000 65536"/>
                      <a:gd name="T108" fmla="*/ 0 60000 65536"/>
                      <a:gd name="T109" fmla="*/ 0 60000 65536"/>
                      <a:gd name="T110" fmla="*/ 0 60000 65536"/>
                      <a:gd name="T111" fmla="*/ 0 60000 65536"/>
                      <a:gd name="T112" fmla="*/ 0 60000 65536"/>
                      <a:gd name="T113" fmla="*/ 0 60000 65536"/>
                      <a:gd name="T114" fmla="*/ 0 60000 65536"/>
                      <a:gd name="T115" fmla="*/ 0 60000 65536"/>
                      <a:gd name="T116" fmla="*/ 0 60000 65536"/>
                      <a:gd name="T117" fmla="*/ 0 60000 65536"/>
                      <a:gd name="T118" fmla="*/ 0 60000 65536"/>
                      <a:gd name="T119" fmla="*/ 0 60000 65536"/>
                      <a:gd name="T120" fmla="*/ 0 60000 65536"/>
                      <a:gd name="T121" fmla="*/ 0 60000 65536"/>
                      <a:gd name="T122" fmla="*/ 0 60000 65536"/>
                      <a:gd name="T123" fmla="*/ 0 w 717"/>
                      <a:gd name="T124" fmla="*/ 0 h 756"/>
                      <a:gd name="T125" fmla="*/ 717 w 717"/>
                      <a:gd name="T126" fmla="*/ 756 h 756"/>
                    </a:gdLst>
                    <a:ahLst/>
                    <a:cxnLst>
                      <a:cxn ang="T82">
                        <a:pos x="T0" y="T1"/>
                      </a:cxn>
                      <a:cxn ang="T83">
                        <a:pos x="T2" y="T3"/>
                      </a:cxn>
                      <a:cxn ang="T84">
                        <a:pos x="T4" y="T5"/>
                      </a:cxn>
                      <a:cxn ang="T85">
                        <a:pos x="T6" y="T7"/>
                      </a:cxn>
                      <a:cxn ang="T86">
                        <a:pos x="T8" y="T9"/>
                      </a:cxn>
                      <a:cxn ang="T87">
                        <a:pos x="T10" y="T11"/>
                      </a:cxn>
                      <a:cxn ang="T88">
                        <a:pos x="T12" y="T13"/>
                      </a:cxn>
                      <a:cxn ang="T89">
                        <a:pos x="T14" y="T15"/>
                      </a:cxn>
                      <a:cxn ang="T90">
                        <a:pos x="T16" y="T17"/>
                      </a:cxn>
                      <a:cxn ang="T91">
                        <a:pos x="T18" y="T19"/>
                      </a:cxn>
                      <a:cxn ang="T92">
                        <a:pos x="T20" y="T21"/>
                      </a:cxn>
                      <a:cxn ang="T93">
                        <a:pos x="T22" y="T23"/>
                      </a:cxn>
                      <a:cxn ang="T94">
                        <a:pos x="T24" y="T25"/>
                      </a:cxn>
                      <a:cxn ang="T95">
                        <a:pos x="T26" y="T27"/>
                      </a:cxn>
                      <a:cxn ang="T96">
                        <a:pos x="T28" y="T29"/>
                      </a:cxn>
                      <a:cxn ang="T97">
                        <a:pos x="T30" y="T31"/>
                      </a:cxn>
                      <a:cxn ang="T98">
                        <a:pos x="T32" y="T33"/>
                      </a:cxn>
                      <a:cxn ang="T99">
                        <a:pos x="T34" y="T35"/>
                      </a:cxn>
                      <a:cxn ang="T100">
                        <a:pos x="T36" y="T37"/>
                      </a:cxn>
                      <a:cxn ang="T101">
                        <a:pos x="T38" y="T39"/>
                      </a:cxn>
                      <a:cxn ang="T102">
                        <a:pos x="T40" y="T41"/>
                      </a:cxn>
                      <a:cxn ang="T103">
                        <a:pos x="T42" y="T43"/>
                      </a:cxn>
                      <a:cxn ang="T104">
                        <a:pos x="T44" y="T45"/>
                      </a:cxn>
                      <a:cxn ang="T105">
                        <a:pos x="T46" y="T47"/>
                      </a:cxn>
                      <a:cxn ang="T106">
                        <a:pos x="T48" y="T49"/>
                      </a:cxn>
                      <a:cxn ang="T107">
                        <a:pos x="T50" y="T51"/>
                      </a:cxn>
                      <a:cxn ang="T108">
                        <a:pos x="T52" y="T53"/>
                      </a:cxn>
                      <a:cxn ang="T109">
                        <a:pos x="T54" y="T55"/>
                      </a:cxn>
                      <a:cxn ang="T110">
                        <a:pos x="T56" y="T57"/>
                      </a:cxn>
                      <a:cxn ang="T111">
                        <a:pos x="T58" y="T59"/>
                      </a:cxn>
                      <a:cxn ang="T112">
                        <a:pos x="T60" y="T61"/>
                      </a:cxn>
                      <a:cxn ang="T113">
                        <a:pos x="T62" y="T63"/>
                      </a:cxn>
                      <a:cxn ang="T114">
                        <a:pos x="T64" y="T65"/>
                      </a:cxn>
                      <a:cxn ang="T115">
                        <a:pos x="T66" y="T67"/>
                      </a:cxn>
                      <a:cxn ang="T116">
                        <a:pos x="T68" y="T69"/>
                      </a:cxn>
                      <a:cxn ang="T117">
                        <a:pos x="T70" y="T71"/>
                      </a:cxn>
                      <a:cxn ang="T118">
                        <a:pos x="T72" y="T73"/>
                      </a:cxn>
                      <a:cxn ang="T119">
                        <a:pos x="T74" y="T75"/>
                      </a:cxn>
                      <a:cxn ang="T120">
                        <a:pos x="T76" y="T77"/>
                      </a:cxn>
                      <a:cxn ang="T121">
                        <a:pos x="T78" y="T79"/>
                      </a:cxn>
                      <a:cxn ang="T122">
                        <a:pos x="T80" y="T81"/>
                      </a:cxn>
                    </a:cxnLst>
                    <a:rect l="T123" t="T124" r="T125" b="T126"/>
                    <a:pathLst>
                      <a:path w="717" h="756">
                        <a:moveTo>
                          <a:pt x="0" y="756"/>
                        </a:moveTo>
                        <a:lnTo>
                          <a:pt x="52" y="167"/>
                        </a:lnTo>
                        <a:lnTo>
                          <a:pt x="64" y="384"/>
                        </a:lnTo>
                        <a:lnTo>
                          <a:pt x="90" y="103"/>
                        </a:lnTo>
                        <a:lnTo>
                          <a:pt x="116" y="519"/>
                        </a:lnTo>
                        <a:lnTo>
                          <a:pt x="135" y="487"/>
                        </a:lnTo>
                        <a:lnTo>
                          <a:pt x="135" y="359"/>
                        </a:lnTo>
                        <a:lnTo>
                          <a:pt x="167" y="71"/>
                        </a:lnTo>
                        <a:lnTo>
                          <a:pt x="192" y="244"/>
                        </a:lnTo>
                        <a:lnTo>
                          <a:pt x="205" y="96"/>
                        </a:lnTo>
                        <a:lnTo>
                          <a:pt x="218" y="615"/>
                        </a:lnTo>
                        <a:lnTo>
                          <a:pt x="244" y="397"/>
                        </a:lnTo>
                        <a:lnTo>
                          <a:pt x="282" y="519"/>
                        </a:lnTo>
                        <a:lnTo>
                          <a:pt x="308" y="308"/>
                        </a:lnTo>
                        <a:lnTo>
                          <a:pt x="333" y="442"/>
                        </a:lnTo>
                        <a:lnTo>
                          <a:pt x="346" y="352"/>
                        </a:lnTo>
                        <a:lnTo>
                          <a:pt x="365" y="384"/>
                        </a:lnTo>
                        <a:lnTo>
                          <a:pt x="378" y="135"/>
                        </a:lnTo>
                        <a:lnTo>
                          <a:pt x="391" y="301"/>
                        </a:lnTo>
                        <a:lnTo>
                          <a:pt x="384" y="519"/>
                        </a:lnTo>
                        <a:lnTo>
                          <a:pt x="404" y="679"/>
                        </a:lnTo>
                        <a:lnTo>
                          <a:pt x="429" y="628"/>
                        </a:lnTo>
                        <a:lnTo>
                          <a:pt x="442" y="480"/>
                        </a:lnTo>
                        <a:lnTo>
                          <a:pt x="455" y="391"/>
                        </a:lnTo>
                        <a:lnTo>
                          <a:pt x="436" y="506"/>
                        </a:lnTo>
                        <a:lnTo>
                          <a:pt x="461" y="352"/>
                        </a:lnTo>
                        <a:lnTo>
                          <a:pt x="474" y="455"/>
                        </a:lnTo>
                        <a:lnTo>
                          <a:pt x="493" y="519"/>
                        </a:lnTo>
                        <a:lnTo>
                          <a:pt x="512" y="410"/>
                        </a:lnTo>
                        <a:lnTo>
                          <a:pt x="532" y="186"/>
                        </a:lnTo>
                        <a:lnTo>
                          <a:pt x="544" y="231"/>
                        </a:lnTo>
                        <a:lnTo>
                          <a:pt x="570" y="148"/>
                        </a:lnTo>
                        <a:lnTo>
                          <a:pt x="576" y="301"/>
                        </a:lnTo>
                        <a:lnTo>
                          <a:pt x="576" y="730"/>
                        </a:lnTo>
                        <a:lnTo>
                          <a:pt x="647" y="0"/>
                        </a:lnTo>
                        <a:lnTo>
                          <a:pt x="647" y="250"/>
                        </a:lnTo>
                        <a:lnTo>
                          <a:pt x="660" y="333"/>
                        </a:lnTo>
                        <a:lnTo>
                          <a:pt x="685" y="192"/>
                        </a:lnTo>
                        <a:lnTo>
                          <a:pt x="711" y="340"/>
                        </a:lnTo>
                        <a:lnTo>
                          <a:pt x="698" y="429"/>
                        </a:lnTo>
                        <a:lnTo>
                          <a:pt x="717" y="461"/>
                        </a:lnTo>
                      </a:path>
                    </a:pathLst>
                  </a:custGeom>
                  <a:noFill/>
                  <a:ln w="9525">
                    <a:solidFill>
                      <a:srgbClr val="FF0000"/>
                    </a:solidFill>
                    <a:round/>
                    <a:headEnd/>
                    <a:tailEnd/>
                  </a:ln>
                </p:spPr>
                <p:txBody>
                  <a:bodyPr/>
                  <a:lstStyle/>
                  <a:p>
                    <a:endParaRPr lang="en-GB" sz="1600"/>
                  </a:p>
                </p:txBody>
              </p:sp>
            </p:grpSp>
          </p:grpSp>
          <p:grpSp>
            <p:nvGrpSpPr>
              <p:cNvPr id="14720" name="Group 161"/>
              <p:cNvGrpSpPr>
                <a:grpSpLocks/>
              </p:cNvGrpSpPr>
              <p:nvPr/>
            </p:nvGrpSpPr>
            <p:grpSpPr bwMode="auto">
              <a:xfrm>
                <a:off x="3958" y="1842"/>
                <a:ext cx="525" cy="173"/>
                <a:chOff x="3404" y="1080"/>
                <a:chExt cx="1755" cy="819"/>
              </a:xfrm>
            </p:grpSpPr>
            <p:grpSp>
              <p:nvGrpSpPr>
                <p:cNvPr id="14721" name="Group 162"/>
                <p:cNvGrpSpPr>
                  <a:grpSpLocks/>
                </p:cNvGrpSpPr>
                <p:nvPr/>
              </p:nvGrpSpPr>
              <p:grpSpPr bwMode="auto">
                <a:xfrm>
                  <a:off x="3404" y="1080"/>
                  <a:ext cx="590" cy="801"/>
                  <a:chOff x="3462" y="1100"/>
                  <a:chExt cx="1549" cy="801"/>
                </a:xfrm>
              </p:grpSpPr>
              <p:sp>
                <p:nvSpPr>
                  <p:cNvPr id="14606" name="Freeform 163"/>
                  <p:cNvSpPr>
                    <a:spLocks/>
                  </p:cNvSpPr>
                  <p:nvPr/>
                </p:nvSpPr>
                <p:spPr bwMode="auto">
                  <a:xfrm>
                    <a:off x="3462" y="1126"/>
                    <a:ext cx="313" cy="756"/>
                  </a:xfrm>
                  <a:custGeom>
                    <a:avLst/>
                    <a:gdLst>
                      <a:gd name="T0" fmla="*/ 0 w 717"/>
                      <a:gd name="T1" fmla="*/ 756 h 756"/>
                      <a:gd name="T2" fmla="*/ 4 w 717"/>
                      <a:gd name="T3" fmla="*/ 167 h 756"/>
                      <a:gd name="T4" fmla="*/ 5 w 717"/>
                      <a:gd name="T5" fmla="*/ 384 h 756"/>
                      <a:gd name="T6" fmla="*/ 7 w 717"/>
                      <a:gd name="T7" fmla="*/ 103 h 756"/>
                      <a:gd name="T8" fmla="*/ 10 w 717"/>
                      <a:gd name="T9" fmla="*/ 519 h 756"/>
                      <a:gd name="T10" fmla="*/ 11 w 717"/>
                      <a:gd name="T11" fmla="*/ 487 h 756"/>
                      <a:gd name="T12" fmla="*/ 11 w 717"/>
                      <a:gd name="T13" fmla="*/ 359 h 756"/>
                      <a:gd name="T14" fmla="*/ 14 w 717"/>
                      <a:gd name="T15" fmla="*/ 71 h 756"/>
                      <a:gd name="T16" fmla="*/ 16 w 717"/>
                      <a:gd name="T17" fmla="*/ 244 h 756"/>
                      <a:gd name="T18" fmla="*/ 17 w 717"/>
                      <a:gd name="T19" fmla="*/ 96 h 756"/>
                      <a:gd name="T20" fmla="*/ 18 w 717"/>
                      <a:gd name="T21" fmla="*/ 615 h 756"/>
                      <a:gd name="T22" fmla="*/ 21 w 717"/>
                      <a:gd name="T23" fmla="*/ 397 h 756"/>
                      <a:gd name="T24" fmla="*/ 24 w 717"/>
                      <a:gd name="T25" fmla="*/ 519 h 756"/>
                      <a:gd name="T26" fmla="*/ 25 w 717"/>
                      <a:gd name="T27" fmla="*/ 308 h 756"/>
                      <a:gd name="T28" fmla="*/ 28 w 717"/>
                      <a:gd name="T29" fmla="*/ 442 h 756"/>
                      <a:gd name="T30" fmla="*/ 29 w 717"/>
                      <a:gd name="T31" fmla="*/ 352 h 756"/>
                      <a:gd name="T32" fmla="*/ 30 w 717"/>
                      <a:gd name="T33" fmla="*/ 384 h 756"/>
                      <a:gd name="T34" fmla="*/ 31 w 717"/>
                      <a:gd name="T35" fmla="*/ 135 h 756"/>
                      <a:gd name="T36" fmla="*/ 33 w 717"/>
                      <a:gd name="T37" fmla="*/ 301 h 756"/>
                      <a:gd name="T38" fmla="*/ 32 w 717"/>
                      <a:gd name="T39" fmla="*/ 519 h 756"/>
                      <a:gd name="T40" fmla="*/ 34 w 717"/>
                      <a:gd name="T41" fmla="*/ 679 h 756"/>
                      <a:gd name="T42" fmla="*/ 36 w 717"/>
                      <a:gd name="T43" fmla="*/ 628 h 756"/>
                      <a:gd name="T44" fmla="*/ 37 w 717"/>
                      <a:gd name="T45" fmla="*/ 480 h 756"/>
                      <a:gd name="T46" fmla="*/ 38 w 717"/>
                      <a:gd name="T47" fmla="*/ 391 h 756"/>
                      <a:gd name="T48" fmla="*/ 36 w 717"/>
                      <a:gd name="T49" fmla="*/ 506 h 756"/>
                      <a:gd name="T50" fmla="*/ 38 w 717"/>
                      <a:gd name="T51" fmla="*/ 352 h 756"/>
                      <a:gd name="T52" fmla="*/ 39 w 717"/>
                      <a:gd name="T53" fmla="*/ 455 h 756"/>
                      <a:gd name="T54" fmla="*/ 41 w 717"/>
                      <a:gd name="T55" fmla="*/ 519 h 756"/>
                      <a:gd name="T56" fmla="*/ 43 w 717"/>
                      <a:gd name="T57" fmla="*/ 410 h 756"/>
                      <a:gd name="T58" fmla="*/ 44 w 717"/>
                      <a:gd name="T59" fmla="*/ 186 h 756"/>
                      <a:gd name="T60" fmla="*/ 45 w 717"/>
                      <a:gd name="T61" fmla="*/ 231 h 756"/>
                      <a:gd name="T62" fmla="*/ 48 w 717"/>
                      <a:gd name="T63" fmla="*/ 148 h 756"/>
                      <a:gd name="T64" fmla="*/ 48 w 717"/>
                      <a:gd name="T65" fmla="*/ 301 h 756"/>
                      <a:gd name="T66" fmla="*/ 48 w 717"/>
                      <a:gd name="T67" fmla="*/ 730 h 756"/>
                      <a:gd name="T68" fmla="*/ 54 w 717"/>
                      <a:gd name="T69" fmla="*/ 0 h 756"/>
                      <a:gd name="T70" fmla="*/ 54 w 717"/>
                      <a:gd name="T71" fmla="*/ 250 h 756"/>
                      <a:gd name="T72" fmla="*/ 55 w 717"/>
                      <a:gd name="T73" fmla="*/ 333 h 756"/>
                      <a:gd name="T74" fmla="*/ 57 w 717"/>
                      <a:gd name="T75" fmla="*/ 192 h 756"/>
                      <a:gd name="T76" fmla="*/ 59 w 717"/>
                      <a:gd name="T77" fmla="*/ 340 h 756"/>
                      <a:gd name="T78" fmla="*/ 58 w 717"/>
                      <a:gd name="T79" fmla="*/ 429 h 756"/>
                      <a:gd name="T80" fmla="*/ 60 w 717"/>
                      <a:gd name="T81" fmla="*/ 461 h 756"/>
                      <a:gd name="T82" fmla="*/ 0 60000 65536"/>
                      <a:gd name="T83" fmla="*/ 0 60000 65536"/>
                      <a:gd name="T84" fmla="*/ 0 60000 65536"/>
                      <a:gd name="T85" fmla="*/ 0 60000 65536"/>
                      <a:gd name="T86" fmla="*/ 0 60000 65536"/>
                      <a:gd name="T87" fmla="*/ 0 60000 65536"/>
                      <a:gd name="T88" fmla="*/ 0 60000 65536"/>
                      <a:gd name="T89" fmla="*/ 0 60000 65536"/>
                      <a:gd name="T90" fmla="*/ 0 60000 65536"/>
                      <a:gd name="T91" fmla="*/ 0 60000 65536"/>
                      <a:gd name="T92" fmla="*/ 0 60000 65536"/>
                      <a:gd name="T93" fmla="*/ 0 60000 65536"/>
                      <a:gd name="T94" fmla="*/ 0 60000 65536"/>
                      <a:gd name="T95" fmla="*/ 0 60000 65536"/>
                      <a:gd name="T96" fmla="*/ 0 60000 65536"/>
                      <a:gd name="T97" fmla="*/ 0 60000 65536"/>
                      <a:gd name="T98" fmla="*/ 0 60000 65536"/>
                      <a:gd name="T99" fmla="*/ 0 60000 65536"/>
                      <a:gd name="T100" fmla="*/ 0 60000 65536"/>
                      <a:gd name="T101" fmla="*/ 0 60000 65536"/>
                      <a:gd name="T102" fmla="*/ 0 60000 65536"/>
                      <a:gd name="T103" fmla="*/ 0 60000 65536"/>
                      <a:gd name="T104" fmla="*/ 0 60000 65536"/>
                      <a:gd name="T105" fmla="*/ 0 60000 65536"/>
                      <a:gd name="T106" fmla="*/ 0 60000 65536"/>
                      <a:gd name="T107" fmla="*/ 0 60000 65536"/>
                      <a:gd name="T108" fmla="*/ 0 60000 65536"/>
                      <a:gd name="T109" fmla="*/ 0 60000 65536"/>
                      <a:gd name="T110" fmla="*/ 0 60000 65536"/>
                      <a:gd name="T111" fmla="*/ 0 60000 65536"/>
                      <a:gd name="T112" fmla="*/ 0 60000 65536"/>
                      <a:gd name="T113" fmla="*/ 0 60000 65536"/>
                      <a:gd name="T114" fmla="*/ 0 60000 65536"/>
                      <a:gd name="T115" fmla="*/ 0 60000 65536"/>
                      <a:gd name="T116" fmla="*/ 0 60000 65536"/>
                      <a:gd name="T117" fmla="*/ 0 60000 65536"/>
                      <a:gd name="T118" fmla="*/ 0 60000 65536"/>
                      <a:gd name="T119" fmla="*/ 0 60000 65536"/>
                      <a:gd name="T120" fmla="*/ 0 60000 65536"/>
                      <a:gd name="T121" fmla="*/ 0 60000 65536"/>
                      <a:gd name="T122" fmla="*/ 0 60000 65536"/>
                      <a:gd name="T123" fmla="*/ 0 w 717"/>
                      <a:gd name="T124" fmla="*/ 0 h 756"/>
                      <a:gd name="T125" fmla="*/ 717 w 717"/>
                      <a:gd name="T126" fmla="*/ 756 h 756"/>
                    </a:gdLst>
                    <a:ahLst/>
                    <a:cxnLst>
                      <a:cxn ang="T82">
                        <a:pos x="T0" y="T1"/>
                      </a:cxn>
                      <a:cxn ang="T83">
                        <a:pos x="T2" y="T3"/>
                      </a:cxn>
                      <a:cxn ang="T84">
                        <a:pos x="T4" y="T5"/>
                      </a:cxn>
                      <a:cxn ang="T85">
                        <a:pos x="T6" y="T7"/>
                      </a:cxn>
                      <a:cxn ang="T86">
                        <a:pos x="T8" y="T9"/>
                      </a:cxn>
                      <a:cxn ang="T87">
                        <a:pos x="T10" y="T11"/>
                      </a:cxn>
                      <a:cxn ang="T88">
                        <a:pos x="T12" y="T13"/>
                      </a:cxn>
                      <a:cxn ang="T89">
                        <a:pos x="T14" y="T15"/>
                      </a:cxn>
                      <a:cxn ang="T90">
                        <a:pos x="T16" y="T17"/>
                      </a:cxn>
                      <a:cxn ang="T91">
                        <a:pos x="T18" y="T19"/>
                      </a:cxn>
                      <a:cxn ang="T92">
                        <a:pos x="T20" y="T21"/>
                      </a:cxn>
                      <a:cxn ang="T93">
                        <a:pos x="T22" y="T23"/>
                      </a:cxn>
                      <a:cxn ang="T94">
                        <a:pos x="T24" y="T25"/>
                      </a:cxn>
                      <a:cxn ang="T95">
                        <a:pos x="T26" y="T27"/>
                      </a:cxn>
                      <a:cxn ang="T96">
                        <a:pos x="T28" y="T29"/>
                      </a:cxn>
                      <a:cxn ang="T97">
                        <a:pos x="T30" y="T31"/>
                      </a:cxn>
                      <a:cxn ang="T98">
                        <a:pos x="T32" y="T33"/>
                      </a:cxn>
                      <a:cxn ang="T99">
                        <a:pos x="T34" y="T35"/>
                      </a:cxn>
                      <a:cxn ang="T100">
                        <a:pos x="T36" y="T37"/>
                      </a:cxn>
                      <a:cxn ang="T101">
                        <a:pos x="T38" y="T39"/>
                      </a:cxn>
                      <a:cxn ang="T102">
                        <a:pos x="T40" y="T41"/>
                      </a:cxn>
                      <a:cxn ang="T103">
                        <a:pos x="T42" y="T43"/>
                      </a:cxn>
                      <a:cxn ang="T104">
                        <a:pos x="T44" y="T45"/>
                      </a:cxn>
                      <a:cxn ang="T105">
                        <a:pos x="T46" y="T47"/>
                      </a:cxn>
                      <a:cxn ang="T106">
                        <a:pos x="T48" y="T49"/>
                      </a:cxn>
                      <a:cxn ang="T107">
                        <a:pos x="T50" y="T51"/>
                      </a:cxn>
                      <a:cxn ang="T108">
                        <a:pos x="T52" y="T53"/>
                      </a:cxn>
                      <a:cxn ang="T109">
                        <a:pos x="T54" y="T55"/>
                      </a:cxn>
                      <a:cxn ang="T110">
                        <a:pos x="T56" y="T57"/>
                      </a:cxn>
                      <a:cxn ang="T111">
                        <a:pos x="T58" y="T59"/>
                      </a:cxn>
                      <a:cxn ang="T112">
                        <a:pos x="T60" y="T61"/>
                      </a:cxn>
                      <a:cxn ang="T113">
                        <a:pos x="T62" y="T63"/>
                      </a:cxn>
                      <a:cxn ang="T114">
                        <a:pos x="T64" y="T65"/>
                      </a:cxn>
                      <a:cxn ang="T115">
                        <a:pos x="T66" y="T67"/>
                      </a:cxn>
                      <a:cxn ang="T116">
                        <a:pos x="T68" y="T69"/>
                      </a:cxn>
                      <a:cxn ang="T117">
                        <a:pos x="T70" y="T71"/>
                      </a:cxn>
                      <a:cxn ang="T118">
                        <a:pos x="T72" y="T73"/>
                      </a:cxn>
                      <a:cxn ang="T119">
                        <a:pos x="T74" y="T75"/>
                      </a:cxn>
                      <a:cxn ang="T120">
                        <a:pos x="T76" y="T77"/>
                      </a:cxn>
                      <a:cxn ang="T121">
                        <a:pos x="T78" y="T79"/>
                      </a:cxn>
                      <a:cxn ang="T122">
                        <a:pos x="T80" y="T81"/>
                      </a:cxn>
                    </a:cxnLst>
                    <a:rect l="T123" t="T124" r="T125" b="T126"/>
                    <a:pathLst>
                      <a:path w="717" h="756">
                        <a:moveTo>
                          <a:pt x="0" y="756"/>
                        </a:moveTo>
                        <a:lnTo>
                          <a:pt x="52" y="167"/>
                        </a:lnTo>
                        <a:lnTo>
                          <a:pt x="64" y="384"/>
                        </a:lnTo>
                        <a:lnTo>
                          <a:pt x="90" y="103"/>
                        </a:lnTo>
                        <a:lnTo>
                          <a:pt x="116" y="519"/>
                        </a:lnTo>
                        <a:lnTo>
                          <a:pt x="135" y="487"/>
                        </a:lnTo>
                        <a:lnTo>
                          <a:pt x="135" y="359"/>
                        </a:lnTo>
                        <a:lnTo>
                          <a:pt x="167" y="71"/>
                        </a:lnTo>
                        <a:lnTo>
                          <a:pt x="192" y="244"/>
                        </a:lnTo>
                        <a:lnTo>
                          <a:pt x="205" y="96"/>
                        </a:lnTo>
                        <a:lnTo>
                          <a:pt x="218" y="615"/>
                        </a:lnTo>
                        <a:lnTo>
                          <a:pt x="244" y="397"/>
                        </a:lnTo>
                        <a:lnTo>
                          <a:pt x="282" y="519"/>
                        </a:lnTo>
                        <a:lnTo>
                          <a:pt x="308" y="308"/>
                        </a:lnTo>
                        <a:lnTo>
                          <a:pt x="333" y="442"/>
                        </a:lnTo>
                        <a:lnTo>
                          <a:pt x="346" y="352"/>
                        </a:lnTo>
                        <a:lnTo>
                          <a:pt x="365" y="384"/>
                        </a:lnTo>
                        <a:lnTo>
                          <a:pt x="378" y="135"/>
                        </a:lnTo>
                        <a:lnTo>
                          <a:pt x="391" y="301"/>
                        </a:lnTo>
                        <a:lnTo>
                          <a:pt x="384" y="519"/>
                        </a:lnTo>
                        <a:lnTo>
                          <a:pt x="404" y="679"/>
                        </a:lnTo>
                        <a:lnTo>
                          <a:pt x="429" y="628"/>
                        </a:lnTo>
                        <a:lnTo>
                          <a:pt x="442" y="480"/>
                        </a:lnTo>
                        <a:lnTo>
                          <a:pt x="455" y="391"/>
                        </a:lnTo>
                        <a:lnTo>
                          <a:pt x="436" y="506"/>
                        </a:lnTo>
                        <a:lnTo>
                          <a:pt x="461" y="352"/>
                        </a:lnTo>
                        <a:lnTo>
                          <a:pt x="474" y="455"/>
                        </a:lnTo>
                        <a:lnTo>
                          <a:pt x="493" y="519"/>
                        </a:lnTo>
                        <a:lnTo>
                          <a:pt x="512" y="410"/>
                        </a:lnTo>
                        <a:lnTo>
                          <a:pt x="532" y="186"/>
                        </a:lnTo>
                        <a:lnTo>
                          <a:pt x="544" y="231"/>
                        </a:lnTo>
                        <a:lnTo>
                          <a:pt x="570" y="148"/>
                        </a:lnTo>
                        <a:lnTo>
                          <a:pt x="576" y="301"/>
                        </a:lnTo>
                        <a:lnTo>
                          <a:pt x="576" y="730"/>
                        </a:lnTo>
                        <a:lnTo>
                          <a:pt x="647" y="0"/>
                        </a:lnTo>
                        <a:lnTo>
                          <a:pt x="647" y="250"/>
                        </a:lnTo>
                        <a:lnTo>
                          <a:pt x="660" y="333"/>
                        </a:lnTo>
                        <a:lnTo>
                          <a:pt x="685" y="192"/>
                        </a:lnTo>
                        <a:lnTo>
                          <a:pt x="711" y="340"/>
                        </a:lnTo>
                        <a:lnTo>
                          <a:pt x="698" y="429"/>
                        </a:lnTo>
                        <a:lnTo>
                          <a:pt x="717" y="461"/>
                        </a:lnTo>
                      </a:path>
                    </a:pathLst>
                  </a:custGeom>
                  <a:noFill/>
                  <a:ln w="9525">
                    <a:solidFill>
                      <a:srgbClr val="FF0000"/>
                    </a:solidFill>
                    <a:round/>
                    <a:headEnd/>
                    <a:tailEnd/>
                  </a:ln>
                </p:spPr>
                <p:txBody>
                  <a:bodyPr/>
                  <a:lstStyle/>
                  <a:p>
                    <a:endParaRPr lang="en-GB" sz="1600"/>
                  </a:p>
                </p:txBody>
              </p:sp>
              <p:sp>
                <p:nvSpPr>
                  <p:cNvPr id="14607" name="Freeform 164"/>
                  <p:cNvSpPr>
                    <a:spLocks/>
                  </p:cNvSpPr>
                  <p:nvPr/>
                </p:nvSpPr>
                <p:spPr bwMode="auto">
                  <a:xfrm flipH="1" flipV="1">
                    <a:off x="3770" y="1145"/>
                    <a:ext cx="313" cy="756"/>
                  </a:xfrm>
                  <a:custGeom>
                    <a:avLst/>
                    <a:gdLst>
                      <a:gd name="T0" fmla="*/ 0 w 717"/>
                      <a:gd name="T1" fmla="*/ 756 h 756"/>
                      <a:gd name="T2" fmla="*/ 4 w 717"/>
                      <a:gd name="T3" fmla="*/ 167 h 756"/>
                      <a:gd name="T4" fmla="*/ 5 w 717"/>
                      <a:gd name="T5" fmla="*/ 384 h 756"/>
                      <a:gd name="T6" fmla="*/ 7 w 717"/>
                      <a:gd name="T7" fmla="*/ 103 h 756"/>
                      <a:gd name="T8" fmla="*/ 10 w 717"/>
                      <a:gd name="T9" fmla="*/ 519 h 756"/>
                      <a:gd name="T10" fmla="*/ 11 w 717"/>
                      <a:gd name="T11" fmla="*/ 487 h 756"/>
                      <a:gd name="T12" fmla="*/ 11 w 717"/>
                      <a:gd name="T13" fmla="*/ 359 h 756"/>
                      <a:gd name="T14" fmla="*/ 14 w 717"/>
                      <a:gd name="T15" fmla="*/ 71 h 756"/>
                      <a:gd name="T16" fmla="*/ 16 w 717"/>
                      <a:gd name="T17" fmla="*/ 244 h 756"/>
                      <a:gd name="T18" fmla="*/ 17 w 717"/>
                      <a:gd name="T19" fmla="*/ 96 h 756"/>
                      <a:gd name="T20" fmla="*/ 18 w 717"/>
                      <a:gd name="T21" fmla="*/ 615 h 756"/>
                      <a:gd name="T22" fmla="*/ 21 w 717"/>
                      <a:gd name="T23" fmla="*/ 397 h 756"/>
                      <a:gd name="T24" fmla="*/ 24 w 717"/>
                      <a:gd name="T25" fmla="*/ 519 h 756"/>
                      <a:gd name="T26" fmla="*/ 25 w 717"/>
                      <a:gd name="T27" fmla="*/ 308 h 756"/>
                      <a:gd name="T28" fmla="*/ 28 w 717"/>
                      <a:gd name="T29" fmla="*/ 442 h 756"/>
                      <a:gd name="T30" fmla="*/ 29 w 717"/>
                      <a:gd name="T31" fmla="*/ 352 h 756"/>
                      <a:gd name="T32" fmla="*/ 30 w 717"/>
                      <a:gd name="T33" fmla="*/ 384 h 756"/>
                      <a:gd name="T34" fmla="*/ 31 w 717"/>
                      <a:gd name="T35" fmla="*/ 135 h 756"/>
                      <a:gd name="T36" fmla="*/ 33 w 717"/>
                      <a:gd name="T37" fmla="*/ 301 h 756"/>
                      <a:gd name="T38" fmla="*/ 32 w 717"/>
                      <a:gd name="T39" fmla="*/ 519 h 756"/>
                      <a:gd name="T40" fmla="*/ 34 w 717"/>
                      <a:gd name="T41" fmla="*/ 679 h 756"/>
                      <a:gd name="T42" fmla="*/ 36 w 717"/>
                      <a:gd name="T43" fmla="*/ 628 h 756"/>
                      <a:gd name="T44" fmla="*/ 37 w 717"/>
                      <a:gd name="T45" fmla="*/ 480 h 756"/>
                      <a:gd name="T46" fmla="*/ 38 w 717"/>
                      <a:gd name="T47" fmla="*/ 391 h 756"/>
                      <a:gd name="T48" fmla="*/ 36 w 717"/>
                      <a:gd name="T49" fmla="*/ 506 h 756"/>
                      <a:gd name="T50" fmla="*/ 38 w 717"/>
                      <a:gd name="T51" fmla="*/ 352 h 756"/>
                      <a:gd name="T52" fmla="*/ 39 w 717"/>
                      <a:gd name="T53" fmla="*/ 455 h 756"/>
                      <a:gd name="T54" fmla="*/ 41 w 717"/>
                      <a:gd name="T55" fmla="*/ 519 h 756"/>
                      <a:gd name="T56" fmla="*/ 43 w 717"/>
                      <a:gd name="T57" fmla="*/ 410 h 756"/>
                      <a:gd name="T58" fmla="*/ 44 w 717"/>
                      <a:gd name="T59" fmla="*/ 186 h 756"/>
                      <a:gd name="T60" fmla="*/ 45 w 717"/>
                      <a:gd name="T61" fmla="*/ 231 h 756"/>
                      <a:gd name="T62" fmla="*/ 48 w 717"/>
                      <a:gd name="T63" fmla="*/ 148 h 756"/>
                      <a:gd name="T64" fmla="*/ 48 w 717"/>
                      <a:gd name="T65" fmla="*/ 301 h 756"/>
                      <a:gd name="T66" fmla="*/ 48 w 717"/>
                      <a:gd name="T67" fmla="*/ 730 h 756"/>
                      <a:gd name="T68" fmla="*/ 54 w 717"/>
                      <a:gd name="T69" fmla="*/ 0 h 756"/>
                      <a:gd name="T70" fmla="*/ 54 w 717"/>
                      <a:gd name="T71" fmla="*/ 250 h 756"/>
                      <a:gd name="T72" fmla="*/ 55 w 717"/>
                      <a:gd name="T73" fmla="*/ 333 h 756"/>
                      <a:gd name="T74" fmla="*/ 57 w 717"/>
                      <a:gd name="T75" fmla="*/ 192 h 756"/>
                      <a:gd name="T76" fmla="*/ 59 w 717"/>
                      <a:gd name="T77" fmla="*/ 340 h 756"/>
                      <a:gd name="T78" fmla="*/ 58 w 717"/>
                      <a:gd name="T79" fmla="*/ 429 h 756"/>
                      <a:gd name="T80" fmla="*/ 60 w 717"/>
                      <a:gd name="T81" fmla="*/ 461 h 756"/>
                      <a:gd name="T82" fmla="*/ 0 60000 65536"/>
                      <a:gd name="T83" fmla="*/ 0 60000 65536"/>
                      <a:gd name="T84" fmla="*/ 0 60000 65536"/>
                      <a:gd name="T85" fmla="*/ 0 60000 65536"/>
                      <a:gd name="T86" fmla="*/ 0 60000 65536"/>
                      <a:gd name="T87" fmla="*/ 0 60000 65536"/>
                      <a:gd name="T88" fmla="*/ 0 60000 65536"/>
                      <a:gd name="T89" fmla="*/ 0 60000 65536"/>
                      <a:gd name="T90" fmla="*/ 0 60000 65536"/>
                      <a:gd name="T91" fmla="*/ 0 60000 65536"/>
                      <a:gd name="T92" fmla="*/ 0 60000 65536"/>
                      <a:gd name="T93" fmla="*/ 0 60000 65536"/>
                      <a:gd name="T94" fmla="*/ 0 60000 65536"/>
                      <a:gd name="T95" fmla="*/ 0 60000 65536"/>
                      <a:gd name="T96" fmla="*/ 0 60000 65536"/>
                      <a:gd name="T97" fmla="*/ 0 60000 65536"/>
                      <a:gd name="T98" fmla="*/ 0 60000 65536"/>
                      <a:gd name="T99" fmla="*/ 0 60000 65536"/>
                      <a:gd name="T100" fmla="*/ 0 60000 65536"/>
                      <a:gd name="T101" fmla="*/ 0 60000 65536"/>
                      <a:gd name="T102" fmla="*/ 0 60000 65536"/>
                      <a:gd name="T103" fmla="*/ 0 60000 65536"/>
                      <a:gd name="T104" fmla="*/ 0 60000 65536"/>
                      <a:gd name="T105" fmla="*/ 0 60000 65536"/>
                      <a:gd name="T106" fmla="*/ 0 60000 65536"/>
                      <a:gd name="T107" fmla="*/ 0 60000 65536"/>
                      <a:gd name="T108" fmla="*/ 0 60000 65536"/>
                      <a:gd name="T109" fmla="*/ 0 60000 65536"/>
                      <a:gd name="T110" fmla="*/ 0 60000 65536"/>
                      <a:gd name="T111" fmla="*/ 0 60000 65536"/>
                      <a:gd name="T112" fmla="*/ 0 60000 65536"/>
                      <a:gd name="T113" fmla="*/ 0 60000 65536"/>
                      <a:gd name="T114" fmla="*/ 0 60000 65536"/>
                      <a:gd name="T115" fmla="*/ 0 60000 65536"/>
                      <a:gd name="T116" fmla="*/ 0 60000 65536"/>
                      <a:gd name="T117" fmla="*/ 0 60000 65536"/>
                      <a:gd name="T118" fmla="*/ 0 60000 65536"/>
                      <a:gd name="T119" fmla="*/ 0 60000 65536"/>
                      <a:gd name="T120" fmla="*/ 0 60000 65536"/>
                      <a:gd name="T121" fmla="*/ 0 60000 65536"/>
                      <a:gd name="T122" fmla="*/ 0 60000 65536"/>
                      <a:gd name="T123" fmla="*/ 0 w 717"/>
                      <a:gd name="T124" fmla="*/ 0 h 756"/>
                      <a:gd name="T125" fmla="*/ 717 w 717"/>
                      <a:gd name="T126" fmla="*/ 756 h 756"/>
                    </a:gdLst>
                    <a:ahLst/>
                    <a:cxnLst>
                      <a:cxn ang="T82">
                        <a:pos x="T0" y="T1"/>
                      </a:cxn>
                      <a:cxn ang="T83">
                        <a:pos x="T2" y="T3"/>
                      </a:cxn>
                      <a:cxn ang="T84">
                        <a:pos x="T4" y="T5"/>
                      </a:cxn>
                      <a:cxn ang="T85">
                        <a:pos x="T6" y="T7"/>
                      </a:cxn>
                      <a:cxn ang="T86">
                        <a:pos x="T8" y="T9"/>
                      </a:cxn>
                      <a:cxn ang="T87">
                        <a:pos x="T10" y="T11"/>
                      </a:cxn>
                      <a:cxn ang="T88">
                        <a:pos x="T12" y="T13"/>
                      </a:cxn>
                      <a:cxn ang="T89">
                        <a:pos x="T14" y="T15"/>
                      </a:cxn>
                      <a:cxn ang="T90">
                        <a:pos x="T16" y="T17"/>
                      </a:cxn>
                      <a:cxn ang="T91">
                        <a:pos x="T18" y="T19"/>
                      </a:cxn>
                      <a:cxn ang="T92">
                        <a:pos x="T20" y="T21"/>
                      </a:cxn>
                      <a:cxn ang="T93">
                        <a:pos x="T22" y="T23"/>
                      </a:cxn>
                      <a:cxn ang="T94">
                        <a:pos x="T24" y="T25"/>
                      </a:cxn>
                      <a:cxn ang="T95">
                        <a:pos x="T26" y="T27"/>
                      </a:cxn>
                      <a:cxn ang="T96">
                        <a:pos x="T28" y="T29"/>
                      </a:cxn>
                      <a:cxn ang="T97">
                        <a:pos x="T30" y="T31"/>
                      </a:cxn>
                      <a:cxn ang="T98">
                        <a:pos x="T32" y="T33"/>
                      </a:cxn>
                      <a:cxn ang="T99">
                        <a:pos x="T34" y="T35"/>
                      </a:cxn>
                      <a:cxn ang="T100">
                        <a:pos x="T36" y="T37"/>
                      </a:cxn>
                      <a:cxn ang="T101">
                        <a:pos x="T38" y="T39"/>
                      </a:cxn>
                      <a:cxn ang="T102">
                        <a:pos x="T40" y="T41"/>
                      </a:cxn>
                      <a:cxn ang="T103">
                        <a:pos x="T42" y="T43"/>
                      </a:cxn>
                      <a:cxn ang="T104">
                        <a:pos x="T44" y="T45"/>
                      </a:cxn>
                      <a:cxn ang="T105">
                        <a:pos x="T46" y="T47"/>
                      </a:cxn>
                      <a:cxn ang="T106">
                        <a:pos x="T48" y="T49"/>
                      </a:cxn>
                      <a:cxn ang="T107">
                        <a:pos x="T50" y="T51"/>
                      </a:cxn>
                      <a:cxn ang="T108">
                        <a:pos x="T52" y="T53"/>
                      </a:cxn>
                      <a:cxn ang="T109">
                        <a:pos x="T54" y="T55"/>
                      </a:cxn>
                      <a:cxn ang="T110">
                        <a:pos x="T56" y="T57"/>
                      </a:cxn>
                      <a:cxn ang="T111">
                        <a:pos x="T58" y="T59"/>
                      </a:cxn>
                      <a:cxn ang="T112">
                        <a:pos x="T60" y="T61"/>
                      </a:cxn>
                      <a:cxn ang="T113">
                        <a:pos x="T62" y="T63"/>
                      </a:cxn>
                      <a:cxn ang="T114">
                        <a:pos x="T64" y="T65"/>
                      </a:cxn>
                      <a:cxn ang="T115">
                        <a:pos x="T66" y="T67"/>
                      </a:cxn>
                      <a:cxn ang="T116">
                        <a:pos x="T68" y="T69"/>
                      </a:cxn>
                      <a:cxn ang="T117">
                        <a:pos x="T70" y="T71"/>
                      </a:cxn>
                      <a:cxn ang="T118">
                        <a:pos x="T72" y="T73"/>
                      </a:cxn>
                      <a:cxn ang="T119">
                        <a:pos x="T74" y="T75"/>
                      </a:cxn>
                      <a:cxn ang="T120">
                        <a:pos x="T76" y="T77"/>
                      </a:cxn>
                      <a:cxn ang="T121">
                        <a:pos x="T78" y="T79"/>
                      </a:cxn>
                      <a:cxn ang="T122">
                        <a:pos x="T80" y="T81"/>
                      </a:cxn>
                    </a:cxnLst>
                    <a:rect l="T123" t="T124" r="T125" b="T126"/>
                    <a:pathLst>
                      <a:path w="717" h="756">
                        <a:moveTo>
                          <a:pt x="0" y="756"/>
                        </a:moveTo>
                        <a:lnTo>
                          <a:pt x="52" y="167"/>
                        </a:lnTo>
                        <a:lnTo>
                          <a:pt x="64" y="384"/>
                        </a:lnTo>
                        <a:lnTo>
                          <a:pt x="90" y="103"/>
                        </a:lnTo>
                        <a:lnTo>
                          <a:pt x="116" y="519"/>
                        </a:lnTo>
                        <a:lnTo>
                          <a:pt x="135" y="487"/>
                        </a:lnTo>
                        <a:lnTo>
                          <a:pt x="135" y="359"/>
                        </a:lnTo>
                        <a:lnTo>
                          <a:pt x="167" y="71"/>
                        </a:lnTo>
                        <a:lnTo>
                          <a:pt x="192" y="244"/>
                        </a:lnTo>
                        <a:lnTo>
                          <a:pt x="205" y="96"/>
                        </a:lnTo>
                        <a:lnTo>
                          <a:pt x="218" y="615"/>
                        </a:lnTo>
                        <a:lnTo>
                          <a:pt x="244" y="397"/>
                        </a:lnTo>
                        <a:lnTo>
                          <a:pt x="282" y="519"/>
                        </a:lnTo>
                        <a:lnTo>
                          <a:pt x="308" y="308"/>
                        </a:lnTo>
                        <a:lnTo>
                          <a:pt x="333" y="442"/>
                        </a:lnTo>
                        <a:lnTo>
                          <a:pt x="346" y="352"/>
                        </a:lnTo>
                        <a:lnTo>
                          <a:pt x="365" y="384"/>
                        </a:lnTo>
                        <a:lnTo>
                          <a:pt x="378" y="135"/>
                        </a:lnTo>
                        <a:lnTo>
                          <a:pt x="391" y="301"/>
                        </a:lnTo>
                        <a:lnTo>
                          <a:pt x="384" y="519"/>
                        </a:lnTo>
                        <a:lnTo>
                          <a:pt x="404" y="679"/>
                        </a:lnTo>
                        <a:lnTo>
                          <a:pt x="429" y="628"/>
                        </a:lnTo>
                        <a:lnTo>
                          <a:pt x="442" y="480"/>
                        </a:lnTo>
                        <a:lnTo>
                          <a:pt x="455" y="391"/>
                        </a:lnTo>
                        <a:lnTo>
                          <a:pt x="436" y="506"/>
                        </a:lnTo>
                        <a:lnTo>
                          <a:pt x="461" y="352"/>
                        </a:lnTo>
                        <a:lnTo>
                          <a:pt x="474" y="455"/>
                        </a:lnTo>
                        <a:lnTo>
                          <a:pt x="493" y="519"/>
                        </a:lnTo>
                        <a:lnTo>
                          <a:pt x="512" y="410"/>
                        </a:lnTo>
                        <a:lnTo>
                          <a:pt x="532" y="186"/>
                        </a:lnTo>
                        <a:lnTo>
                          <a:pt x="544" y="231"/>
                        </a:lnTo>
                        <a:lnTo>
                          <a:pt x="570" y="148"/>
                        </a:lnTo>
                        <a:lnTo>
                          <a:pt x="576" y="301"/>
                        </a:lnTo>
                        <a:lnTo>
                          <a:pt x="576" y="730"/>
                        </a:lnTo>
                        <a:lnTo>
                          <a:pt x="647" y="0"/>
                        </a:lnTo>
                        <a:lnTo>
                          <a:pt x="647" y="250"/>
                        </a:lnTo>
                        <a:lnTo>
                          <a:pt x="660" y="333"/>
                        </a:lnTo>
                        <a:lnTo>
                          <a:pt x="685" y="192"/>
                        </a:lnTo>
                        <a:lnTo>
                          <a:pt x="711" y="340"/>
                        </a:lnTo>
                        <a:lnTo>
                          <a:pt x="698" y="429"/>
                        </a:lnTo>
                        <a:lnTo>
                          <a:pt x="717" y="461"/>
                        </a:lnTo>
                      </a:path>
                    </a:pathLst>
                  </a:custGeom>
                  <a:noFill/>
                  <a:ln w="9525">
                    <a:solidFill>
                      <a:srgbClr val="FF0000"/>
                    </a:solidFill>
                    <a:round/>
                    <a:headEnd/>
                    <a:tailEnd/>
                  </a:ln>
                </p:spPr>
                <p:txBody>
                  <a:bodyPr/>
                  <a:lstStyle/>
                  <a:p>
                    <a:endParaRPr lang="en-GB" sz="1600"/>
                  </a:p>
                </p:txBody>
              </p:sp>
              <p:sp>
                <p:nvSpPr>
                  <p:cNvPr id="14608" name="Freeform 165"/>
                  <p:cNvSpPr>
                    <a:spLocks/>
                  </p:cNvSpPr>
                  <p:nvPr/>
                </p:nvSpPr>
                <p:spPr bwMode="auto">
                  <a:xfrm flipH="1">
                    <a:off x="4077" y="1119"/>
                    <a:ext cx="313" cy="756"/>
                  </a:xfrm>
                  <a:custGeom>
                    <a:avLst/>
                    <a:gdLst>
                      <a:gd name="T0" fmla="*/ 0 w 717"/>
                      <a:gd name="T1" fmla="*/ 756 h 756"/>
                      <a:gd name="T2" fmla="*/ 4 w 717"/>
                      <a:gd name="T3" fmla="*/ 167 h 756"/>
                      <a:gd name="T4" fmla="*/ 5 w 717"/>
                      <a:gd name="T5" fmla="*/ 384 h 756"/>
                      <a:gd name="T6" fmla="*/ 7 w 717"/>
                      <a:gd name="T7" fmla="*/ 103 h 756"/>
                      <a:gd name="T8" fmla="*/ 10 w 717"/>
                      <a:gd name="T9" fmla="*/ 519 h 756"/>
                      <a:gd name="T10" fmla="*/ 11 w 717"/>
                      <a:gd name="T11" fmla="*/ 487 h 756"/>
                      <a:gd name="T12" fmla="*/ 11 w 717"/>
                      <a:gd name="T13" fmla="*/ 359 h 756"/>
                      <a:gd name="T14" fmla="*/ 14 w 717"/>
                      <a:gd name="T15" fmla="*/ 71 h 756"/>
                      <a:gd name="T16" fmla="*/ 16 w 717"/>
                      <a:gd name="T17" fmla="*/ 244 h 756"/>
                      <a:gd name="T18" fmla="*/ 17 w 717"/>
                      <a:gd name="T19" fmla="*/ 96 h 756"/>
                      <a:gd name="T20" fmla="*/ 18 w 717"/>
                      <a:gd name="T21" fmla="*/ 615 h 756"/>
                      <a:gd name="T22" fmla="*/ 21 w 717"/>
                      <a:gd name="T23" fmla="*/ 397 h 756"/>
                      <a:gd name="T24" fmla="*/ 24 w 717"/>
                      <a:gd name="T25" fmla="*/ 519 h 756"/>
                      <a:gd name="T26" fmla="*/ 25 w 717"/>
                      <a:gd name="T27" fmla="*/ 308 h 756"/>
                      <a:gd name="T28" fmla="*/ 28 w 717"/>
                      <a:gd name="T29" fmla="*/ 442 h 756"/>
                      <a:gd name="T30" fmla="*/ 29 w 717"/>
                      <a:gd name="T31" fmla="*/ 352 h 756"/>
                      <a:gd name="T32" fmla="*/ 30 w 717"/>
                      <a:gd name="T33" fmla="*/ 384 h 756"/>
                      <a:gd name="T34" fmla="*/ 31 w 717"/>
                      <a:gd name="T35" fmla="*/ 135 h 756"/>
                      <a:gd name="T36" fmla="*/ 33 w 717"/>
                      <a:gd name="T37" fmla="*/ 301 h 756"/>
                      <a:gd name="T38" fmla="*/ 32 w 717"/>
                      <a:gd name="T39" fmla="*/ 519 h 756"/>
                      <a:gd name="T40" fmla="*/ 34 w 717"/>
                      <a:gd name="T41" fmla="*/ 679 h 756"/>
                      <a:gd name="T42" fmla="*/ 36 w 717"/>
                      <a:gd name="T43" fmla="*/ 628 h 756"/>
                      <a:gd name="T44" fmla="*/ 37 w 717"/>
                      <a:gd name="T45" fmla="*/ 480 h 756"/>
                      <a:gd name="T46" fmla="*/ 38 w 717"/>
                      <a:gd name="T47" fmla="*/ 391 h 756"/>
                      <a:gd name="T48" fmla="*/ 36 w 717"/>
                      <a:gd name="T49" fmla="*/ 506 h 756"/>
                      <a:gd name="T50" fmla="*/ 38 w 717"/>
                      <a:gd name="T51" fmla="*/ 352 h 756"/>
                      <a:gd name="T52" fmla="*/ 39 w 717"/>
                      <a:gd name="T53" fmla="*/ 455 h 756"/>
                      <a:gd name="T54" fmla="*/ 41 w 717"/>
                      <a:gd name="T55" fmla="*/ 519 h 756"/>
                      <a:gd name="T56" fmla="*/ 43 w 717"/>
                      <a:gd name="T57" fmla="*/ 410 h 756"/>
                      <a:gd name="T58" fmla="*/ 44 w 717"/>
                      <a:gd name="T59" fmla="*/ 186 h 756"/>
                      <a:gd name="T60" fmla="*/ 45 w 717"/>
                      <a:gd name="T61" fmla="*/ 231 h 756"/>
                      <a:gd name="T62" fmla="*/ 48 w 717"/>
                      <a:gd name="T63" fmla="*/ 148 h 756"/>
                      <a:gd name="T64" fmla="*/ 48 w 717"/>
                      <a:gd name="T65" fmla="*/ 301 h 756"/>
                      <a:gd name="T66" fmla="*/ 48 w 717"/>
                      <a:gd name="T67" fmla="*/ 730 h 756"/>
                      <a:gd name="T68" fmla="*/ 54 w 717"/>
                      <a:gd name="T69" fmla="*/ 0 h 756"/>
                      <a:gd name="T70" fmla="*/ 54 w 717"/>
                      <a:gd name="T71" fmla="*/ 250 h 756"/>
                      <a:gd name="T72" fmla="*/ 55 w 717"/>
                      <a:gd name="T73" fmla="*/ 333 h 756"/>
                      <a:gd name="T74" fmla="*/ 57 w 717"/>
                      <a:gd name="T75" fmla="*/ 192 h 756"/>
                      <a:gd name="T76" fmla="*/ 59 w 717"/>
                      <a:gd name="T77" fmla="*/ 340 h 756"/>
                      <a:gd name="T78" fmla="*/ 58 w 717"/>
                      <a:gd name="T79" fmla="*/ 429 h 756"/>
                      <a:gd name="T80" fmla="*/ 60 w 717"/>
                      <a:gd name="T81" fmla="*/ 461 h 756"/>
                      <a:gd name="T82" fmla="*/ 0 60000 65536"/>
                      <a:gd name="T83" fmla="*/ 0 60000 65536"/>
                      <a:gd name="T84" fmla="*/ 0 60000 65536"/>
                      <a:gd name="T85" fmla="*/ 0 60000 65536"/>
                      <a:gd name="T86" fmla="*/ 0 60000 65536"/>
                      <a:gd name="T87" fmla="*/ 0 60000 65536"/>
                      <a:gd name="T88" fmla="*/ 0 60000 65536"/>
                      <a:gd name="T89" fmla="*/ 0 60000 65536"/>
                      <a:gd name="T90" fmla="*/ 0 60000 65536"/>
                      <a:gd name="T91" fmla="*/ 0 60000 65536"/>
                      <a:gd name="T92" fmla="*/ 0 60000 65536"/>
                      <a:gd name="T93" fmla="*/ 0 60000 65536"/>
                      <a:gd name="T94" fmla="*/ 0 60000 65536"/>
                      <a:gd name="T95" fmla="*/ 0 60000 65536"/>
                      <a:gd name="T96" fmla="*/ 0 60000 65536"/>
                      <a:gd name="T97" fmla="*/ 0 60000 65536"/>
                      <a:gd name="T98" fmla="*/ 0 60000 65536"/>
                      <a:gd name="T99" fmla="*/ 0 60000 65536"/>
                      <a:gd name="T100" fmla="*/ 0 60000 65536"/>
                      <a:gd name="T101" fmla="*/ 0 60000 65536"/>
                      <a:gd name="T102" fmla="*/ 0 60000 65536"/>
                      <a:gd name="T103" fmla="*/ 0 60000 65536"/>
                      <a:gd name="T104" fmla="*/ 0 60000 65536"/>
                      <a:gd name="T105" fmla="*/ 0 60000 65536"/>
                      <a:gd name="T106" fmla="*/ 0 60000 65536"/>
                      <a:gd name="T107" fmla="*/ 0 60000 65536"/>
                      <a:gd name="T108" fmla="*/ 0 60000 65536"/>
                      <a:gd name="T109" fmla="*/ 0 60000 65536"/>
                      <a:gd name="T110" fmla="*/ 0 60000 65536"/>
                      <a:gd name="T111" fmla="*/ 0 60000 65536"/>
                      <a:gd name="T112" fmla="*/ 0 60000 65536"/>
                      <a:gd name="T113" fmla="*/ 0 60000 65536"/>
                      <a:gd name="T114" fmla="*/ 0 60000 65536"/>
                      <a:gd name="T115" fmla="*/ 0 60000 65536"/>
                      <a:gd name="T116" fmla="*/ 0 60000 65536"/>
                      <a:gd name="T117" fmla="*/ 0 60000 65536"/>
                      <a:gd name="T118" fmla="*/ 0 60000 65536"/>
                      <a:gd name="T119" fmla="*/ 0 60000 65536"/>
                      <a:gd name="T120" fmla="*/ 0 60000 65536"/>
                      <a:gd name="T121" fmla="*/ 0 60000 65536"/>
                      <a:gd name="T122" fmla="*/ 0 60000 65536"/>
                      <a:gd name="T123" fmla="*/ 0 w 717"/>
                      <a:gd name="T124" fmla="*/ 0 h 756"/>
                      <a:gd name="T125" fmla="*/ 717 w 717"/>
                      <a:gd name="T126" fmla="*/ 756 h 756"/>
                    </a:gdLst>
                    <a:ahLst/>
                    <a:cxnLst>
                      <a:cxn ang="T82">
                        <a:pos x="T0" y="T1"/>
                      </a:cxn>
                      <a:cxn ang="T83">
                        <a:pos x="T2" y="T3"/>
                      </a:cxn>
                      <a:cxn ang="T84">
                        <a:pos x="T4" y="T5"/>
                      </a:cxn>
                      <a:cxn ang="T85">
                        <a:pos x="T6" y="T7"/>
                      </a:cxn>
                      <a:cxn ang="T86">
                        <a:pos x="T8" y="T9"/>
                      </a:cxn>
                      <a:cxn ang="T87">
                        <a:pos x="T10" y="T11"/>
                      </a:cxn>
                      <a:cxn ang="T88">
                        <a:pos x="T12" y="T13"/>
                      </a:cxn>
                      <a:cxn ang="T89">
                        <a:pos x="T14" y="T15"/>
                      </a:cxn>
                      <a:cxn ang="T90">
                        <a:pos x="T16" y="T17"/>
                      </a:cxn>
                      <a:cxn ang="T91">
                        <a:pos x="T18" y="T19"/>
                      </a:cxn>
                      <a:cxn ang="T92">
                        <a:pos x="T20" y="T21"/>
                      </a:cxn>
                      <a:cxn ang="T93">
                        <a:pos x="T22" y="T23"/>
                      </a:cxn>
                      <a:cxn ang="T94">
                        <a:pos x="T24" y="T25"/>
                      </a:cxn>
                      <a:cxn ang="T95">
                        <a:pos x="T26" y="T27"/>
                      </a:cxn>
                      <a:cxn ang="T96">
                        <a:pos x="T28" y="T29"/>
                      </a:cxn>
                      <a:cxn ang="T97">
                        <a:pos x="T30" y="T31"/>
                      </a:cxn>
                      <a:cxn ang="T98">
                        <a:pos x="T32" y="T33"/>
                      </a:cxn>
                      <a:cxn ang="T99">
                        <a:pos x="T34" y="T35"/>
                      </a:cxn>
                      <a:cxn ang="T100">
                        <a:pos x="T36" y="T37"/>
                      </a:cxn>
                      <a:cxn ang="T101">
                        <a:pos x="T38" y="T39"/>
                      </a:cxn>
                      <a:cxn ang="T102">
                        <a:pos x="T40" y="T41"/>
                      </a:cxn>
                      <a:cxn ang="T103">
                        <a:pos x="T42" y="T43"/>
                      </a:cxn>
                      <a:cxn ang="T104">
                        <a:pos x="T44" y="T45"/>
                      </a:cxn>
                      <a:cxn ang="T105">
                        <a:pos x="T46" y="T47"/>
                      </a:cxn>
                      <a:cxn ang="T106">
                        <a:pos x="T48" y="T49"/>
                      </a:cxn>
                      <a:cxn ang="T107">
                        <a:pos x="T50" y="T51"/>
                      </a:cxn>
                      <a:cxn ang="T108">
                        <a:pos x="T52" y="T53"/>
                      </a:cxn>
                      <a:cxn ang="T109">
                        <a:pos x="T54" y="T55"/>
                      </a:cxn>
                      <a:cxn ang="T110">
                        <a:pos x="T56" y="T57"/>
                      </a:cxn>
                      <a:cxn ang="T111">
                        <a:pos x="T58" y="T59"/>
                      </a:cxn>
                      <a:cxn ang="T112">
                        <a:pos x="T60" y="T61"/>
                      </a:cxn>
                      <a:cxn ang="T113">
                        <a:pos x="T62" y="T63"/>
                      </a:cxn>
                      <a:cxn ang="T114">
                        <a:pos x="T64" y="T65"/>
                      </a:cxn>
                      <a:cxn ang="T115">
                        <a:pos x="T66" y="T67"/>
                      </a:cxn>
                      <a:cxn ang="T116">
                        <a:pos x="T68" y="T69"/>
                      </a:cxn>
                      <a:cxn ang="T117">
                        <a:pos x="T70" y="T71"/>
                      </a:cxn>
                      <a:cxn ang="T118">
                        <a:pos x="T72" y="T73"/>
                      </a:cxn>
                      <a:cxn ang="T119">
                        <a:pos x="T74" y="T75"/>
                      </a:cxn>
                      <a:cxn ang="T120">
                        <a:pos x="T76" y="T77"/>
                      </a:cxn>
                      <a:cxn ang="T121">
                        <a:pos x="T78" y="T79"/>
                      </a:cxn>
                      <a:cxn ang="T122">
                        <a:pos x="T80" y="T81"/>
                      </a:cxn>
                    </a:cxnLst>
                    <a:rect l="T123" t="T124" r="T125" b="T126"/>
                    <a:pathLst>
                      <a:path w="717" h="756">
                        <a:moveTo>
                          <a:pt x="0" y="756"/>
                        </a:moveTo>
                        <a:lnTo>
                          <a:pt x="52" y="167"/>
                        </a:lnTo>
                        <a:lnTo>
                          <a:pt x="64" y="384"/>
                        </a:lnTo>
                        <a:lnTo>
                          <a:pt x="90" y="103"/>
                        </a:lnTo>
                        <a:lnTo>
                          <a:pt x="116" y="519"/>
                        </a:lnTo>
                        <a:lnTo>
                          <a:pt x="135" y="487"/>
                        </a:lnTo>
                        <a:lnTo>
                          <a:pt x="135" y="359"/>
                        </a:lnTo>
                        <a:lnTo>
                          <a:pt x="167" y="71"/>
                        </a:lnTo>
                        <a:lnTo>
                          <a:pt x="192" y="244"/>
                        </a:lnTo>
                        <a:lnTo>
                          <a:pt x="205" y="96"/>
                        </a:lnTo>
                        <a:lnTo>
                          <a:pt x="218" y="615"/>
                        </a:lnTo>
                        <a:lnTo>
                          <a:pt x="244" y="397"/>
                        </a:lnTo>
                        <a:lnTo>
                          <a:pt x="282" y="519"/>
                        </a:lnTo>
                        <a:lnTo>
                          <a:pt x="308" y="308"/>
                        </a:lnTo>
                        <a:lnTo>
                          <a:pt x="333" y="442"/>
                        </a:lnTo>
                        <a:lnTo>
                          <a:pt x="346" y="352"/>
                        </a:lnTo>
                        <a:lnTo>
                          <a:pt x="365" y="384"/>
                        </a:lnTo>
                        <a:lnTo>
                          <a:pt x="378" y="135"/>
                        </a:lnTo>
                        <a:lnTo>
                          <a:pt x="391" y="301"/>
                        </a:lnTo>
                        <a:lnTo>
                          <a:pt x="384" y="519"/>
                        </a:lnTo>
                        <a:lnTo>
                          <a:pt x="404" y="679"/>
                        </a:lnTo>
                        <a:lnTo>
                          <a:pt x="429" y="628"/>
                        </a:lnTo>
                        <a:lnTo>
                          <a:pt x="442" y="480"/>
                        </a:lnTo>
                        <a:lnTo>
                          <a:pt x="455" y="391"/>
                        </a:lnTo>
                        <a:lnTo>
                          <a:pt x="436" y="506"/>
                        </a:lnTo>
                        <a:lnTo>
                          <a:pt x="461" y="352"/>
                        </a:lnTo>
                        <a:lnTo>
                          <a:pt x="474" y="455"/>
                        </a:lnTo>
                        <a:lnTo>
                          <a:pt x="493" y="519"/>
                        </a:lnTo>
                        <a:lnTo>
                          <a:pt x="512" y="410"/>
                        </a:lnTo>
                        <a:lnTo>
                          <a:pt x="532" y="186"/>
                        </a:lnTo>
                        <a:lnTo>
                          <a:pt x="544" y="231"/>
                        </a:lnTo>
                        <a:lnTo>
                          <a:pt x="570" y="148"/>
                        </a:lnTo>
                        <a:lnTo>
                          <a:pt x="576" y="301"/>
                        </a:lnTo>
                        <a:lnTo>
                          <a:pt x="576" y="730"/>
                        </a:lnTo>
                        <a:lnTo>
                          <a:pt x="647" y="0"/>
                        </a:lnTo>
                        <a:lnTo>
                          <a:pt x="647" y="250"/>
                        </a:lnTo>
                        <a:lnTo>
                          <a:pt x="660" y="333"/>
                        </a:lnTo>
                        <a:lnTo>
                          <a:pt x="685" y="192"/>
                        </a:lnTo>
                        <a:lnTo>
                          <a:pt x="711" y="340"/>
                        </a:lnTo>
                        <a:lnTo>
                          <a:pt x="698" y="429"/>
                        </a:lnTo>
                        <a:lnTo>
                          <a:pt x="717" y="461"/>
                        </a:lnTo>
                      </a:path>
                    </a:pathLst>
                  </a:custGeom>
                  <a:noFill/>
                  <a:ln w="9525">
                    <a:solidFill>
                      <a:srgbClr val="FF0000"/>
                    </a:solidFill>
                    <a:round/>
                    <a:headEnd/>
                    <a:tailEnd/>
                  </a:ln>
                </p:spPr>
                <p:txBody>
                  <a:bodyPr/>
                  <a:lstStyle/>
                  <a:p>
                    <a:endParaRPr lang="en-GB" sz="1600"/>
                  </a:p>
                </p:txBody>
              </p:sp>
              <p:sp>
                <p:nvSpPr>
                  <p:cNvPr id="14609" name="Freeform 166"/>
                  <p:cNvSpPr>
                    <a:spLocks/>
                  </p:cNvSpPr>
                  <p:nvPr/>
                </p:nvSpPr>
                <p:spPr bwMode="auto">
                  <a:xfrm flipV="1">
                    <a:off x="4385" y="1138"/>
                    <a:ext cx="313" cy="756"/>
                  </a:xfrm>
                  <a:custGeom>
                    <a:avLst/>
                    <a:gdLst>
                      <a:gd name="T0" fmla="*/ 0 w 717"/>
                      <a:gd name="T1" fmla="*/ 756 h 756"/>
                      <a:gd name="T2" fmla="*/ 4 w 717"/>
                      <a:gd name="T3" fmla="*/ 167 h 756"/>
                      <a:gd name="T4" fmla="*/ 5 w 717"/>
                      <a:gd name="T5" fmla="*/ 384 h 756"/>
                      <a:gd name="T6" fmla="*/ 7 w 717"/>
                      <a:gd name="T7" fmla="*/ 103 h 756"/>
                      <a:gd name="T8" fmla="*/ 10 w 717"/>
                      <a:gd name="T9" fmla="*/ 519 h 756"/>
                      <a:gd name="T10" fmla="*/ 11 w 717"/>
                      <a:gd name="T11" fmla="*/ 487 h 756"/>
                      <a:gd name="T12" fmla="*/ 11 w 717"/>
                      <a:gd name="T13" fmla="*/ 359 h 756"/>
                      <a:gd name="T14" fmla="*/ 14 w 717"/>
                      <a:gd name="T15" fmla="*/ 71 h 756"/>
                      <a:gd name="T16" fmla="*/ 16 w 717"/>
                      <a:gd name="T17" fmla="*/ 244 h 756"/>
                      <a:gd name="T18" fmla="*/ 17 w 717"/>
                      <a:gd name="T19" fmla="*/ 96 h 756"/>
                      <a:gd name="T20" fmla="*/ 18 w 717"/>
                      <a:gd name="T21" fmla="*/ 615 h 756"/>
                      <a:gd name="T22" fmla="*/ 21 w 717"/>
                      <a:gd name="T23" fmla="*/ 397 h 756"/>
                      <a:gd name="T24" fmla="*/ 24 w 717"/>
                      <a:gd name="T25" fmla="*/ 519 h 756"/>
                      <a:gd name="T26" fmla="*/ 25 w 717"/>
                      <a:gd name="T27" fmla="*/ 308 h 756"/>
                      <a:gd name="T28" fmla="*/ 28 w 717"/>
                      <a:gd name="T29" fmla="*/ 442 h 756"/>
                      <a:gd name="T30" fmla="*/ 29 w 717"/>
                      <a:gd name="T31" fmla="*/ 352 h 756"/>
                      <a:gd name="T32" fmla="*/ 30 w 717"/>
                      <a:gd name="T33" fmla="*/ 384 h 756"/>
                      <a:gd name="T34" fmla="*/ 31 w 717"/>
                      <a:gd name="T35" fmla="*/ 135 h 756"/>
                      <a:gd name="T36" fmla="*/ 33 w 717"/>
                      <a:gd name="T37" fmla="*/ 301 h 756"/>
                      <a:gd name="T38" fmla="*/ 32 w 717"/>
                      <a:gd name="T39" fmla="*/ 519 h 756"/>
                      <a:gd name="T40" fmla="*/ 34 w 717"/>
                      <a:gd name="T41" fmla="*/ 679 h 756"/>
                      <a:gd name="T42" fmla="*/ 36 w 717"/>
                      <a:gd name="T43" fmla="*/ 628 h 756"/>
                      <a:gd name="T44" fmla="*/ 37 w 717"/>
                      <a:gd name="T45" fmla="*/ 480 h 756"/>
                      <a:gd name="T46" fmla="*/ 38 w 717"/>
                      <a:gd name="T47" fmla="*/ 391 h 756"/>
                      <a:gd name="T48" fmla="*/ 36 w 717"/>
                      <a:gd name="T49" fmla="*/ 506 h 756"/>
                      <a:gd name="T50" fmla="*/ 38 w 717"/>
                      <a:gd name="T51" fmla="*/ 352 h 756"/>
                      <a:gd name="T52" fmla="*/ 39 w 717"/>
                      <a:gd name="T53" fmla="*/ 455 h 756"/>
                      <a:gd name="T54" fmla="*/ 41 w 717"/>
                      <a:gd name="T55" fmla="*/ 519 h 756"/>
                      <a:gd name="T56" fmla="*/ 43 w 717"/>
                      <a:gd name="T57" fmla="*/ 410 h 756"/>
                      <a:gd name="T58" fmla="*/ 44 w 717"/>
                      <a:gd name="T59" fmla="*/ 186 h 756"/>
                      <a:gd name="T60" fmla="*/ 45 w 717"/>
                      <a:gd name="T61" fmla="*/ 231 h 756"/>
                      <a:gd name="T62" fmla="*/ 48 w 717"/>
                      <a:gd name="T63" fmla="*/ 148 h 756"/>
                      <a:gd name="T64" fmla="*/ 48 w 717"/>
                      <a:gd name="T65" fmla="*/ 301 h 756"/>
                      <a:gd name="T66" fmla="*/ 48 w 717"/>
                      <a:gd name="T67" fmla="*/ 730 h 756"/>
                      <a:gd name="T68" fmla="*/ 54 w 717"/>
                      <a:gd name="T69" fmla="*/ 0 h 756"/>
                      <a:gd name="T70" fmla="*/ 54 w 717"/>
                      <a:gd name="T71" fmla="*/ 250 h 756"/>
                      <a:gd name="T72" fmla="*/ 55 w 717"/>
                      <a:gd name="T73" fmla="*/ 333 h 756"/>
                      <a:gd name="T74" fmla="*/ 57 w 717"/>
                      <a:gd name="T75" fmla="*/ 192 h 756"/>
                      <a:gd name="T76" fmla="*/ 59 w 717"/>
                      <a:gd name="T77" fmla="*/ 340 h 756"/>
                      <a:gd name="T78" fmla="*/ 58 w 717"/>
                      <a:gd name="T79" fmla="*/ 429 h 756"/>
                      <a:gd name="T80" fmla="*/ 60 w 717"/>
                      <a:gd name="T81" fmla="*/ 461 h 756"/>
                      <a:gd name="T82" fmla="*/ 0 60000 65536"/>
                      <a:gd name="T83" fmla="*/ 0 60000 65536"/>
                      <a:gd name="T84" fmla="*/ 0 60000 65536"/>
                      <a:gd name="T85" fmla="*/ 0 60000 65536"/>
                      <a:gd name="T86" fmla="*/ 0 60000 65536"/>
                      <a:gd name="T87" fmla="*/ 0 60000 65536"/>
                      <a:gd name="T88" fmla="*/ 0 60000 65536"/>
                      <a:gd name="T89" fmla="*/ 0 60000 65536"/>
                      <a:gd name="T90" fmla="*/ 0 60000 65536"/>
                      <a:gd name="T91" fmla="*/ 0 60000 65536"/>
                      <a:gd name="T92" fmla="*/ 0 60000 65536"/>
                      <a:gd name="T93" fmla="*/ 0 60000 65536"/>
                      <a:gd name="T94" fmla="*/ 0 60000 65536"/>
                      <a:gd name="T95" fmla="*/ 0 60000 65536"/>
                      <a:gd name="T96" fmla="*/ 0 60000 65536"/>
                      <a:gd name="T97" fmla="*/ 0 60000 65536"/>
                      <a:gd name="T98" fmla="*/ 0 60000 65536"/>
                      <a:gd name="T99" fmla="*/ 0 60000 65536"/>
                      <a:gd name="T100" fmla="*/ 0 60000 65536"/>
                      <a:gd name="T101" fmla="*/ 0 60000 65536"/>
                      <a:gd name="T102" fmla="*/ 0 60000 65536"/>
                      <a:gd name="T103" fmla="*/ 0 60000 65536"/>
                      <a:gd name="T104" fmla="*/ 0 60000 65536"/>
                      <a:gd name="T105" fmla="*/ 0 60000 65536"/>
                      <a:gd name="T106" fmla="*/ 0 60000 65536"/>
                      <a:gd name="T107" fmla="*/ 0 60000 65536"/>
                      <a:gd name="T108" fmla="*/ 0 60000 65536"/>
                      <a:gd name="T109" fmla="*/ 0 60000 65536"/>
                      <a:gd name="T110" fmla="*/ 0 60000 65536"/>
                      <a:gd name="T111" fmla="*/ 0 60000 65536"/>
                      <a:gd name="T112" fmla="*/ 0 60000 65536"/>
                      <a:gd name="T113" fmla="*/ 0 60000 65536"/>
                      <a:gd name="T114" fmla="*/ 0 60000 65536"/>
                      <a:gd name="T115" fmla="*/ 0 60000 65536"/>
                      <a:gd name="T116" fmla="*/ 0 60000 65536"/>
                      <a:gd name="T117" fmla="*/ 0 60000 65536"/>
                      <a:gd name="T118" fmla="*/ 0 60000 65536"/>
                      <a:gd name="T119" fmla="*/ 0 60000 65536"/>
                      <a:gd name="T120" fmla="*/ 0 60000 65536"/>
                      <a:gd name="T121" fmla="*/ 0 60000 65536"/>
                      <a:gd name="T122" fmla="*/ 0 60000 65536"/>
                      <a:gd name="T123" fmla="*/ 0 w 717"/>
                      <a:gd name="T124" fmla="*/ 0 h 756"/>
                      <a:gd name="T125" fmla="*/ 717 w 717"/>
                      <a:gd name="T126" fmla="*/ 756 h 756"/>
                    </a:gdLst>
                    <a:ahLst/>
                    <a:cxnLst>
                      <a:cxn ang="T82">
                        <a:pos x="T0" y="T1"/>
                      </a:cxn>
                      <a:cxn ang="T83">
                        <a:pos x="T2" y="T3"/>
                      </a:cxn>
                      <a:cxn ang="T84">
                        <a:pos x="T4" y="T5"/>
                      </a:cxn>
                      <a:cxn ang="T85">
                        <a:pos x="T6" y="T7"/>
                      </a:cxn>
                      <a:cxn ang="T86">
                        <a:pos x="T8" y="T9"/>
                      </a:cxn>
                      <a:cxn ang="T87">
                        <a:pos x="T10" y="T11"/>
                      </a:cxn>
                      <a:cxn ang="T88">
                        <a:pos x="T12" y="T13"/>
                      </a:cxn>
                      <a:cxn ang="T89">
                        <a:pos x="T14" y="T15"/>
                      </a:cxn>
                      <a:cxn ang="T90">
                        <a:pos x="T16" y="T17"/>
                      </a:cxn>
                      <a:cxn ang="T91">
                        <a:pos x="T18" y="T19"/>
                      </a:cxn>
                      <a:cxn ang="T92">
                        <a:pos x="T20" y="T21"/>
                      </a:cxn>
                      <a:cxn ang="T93">
                        <a:pos x="T22" y="T23"/>
                      </a:cxn>
                      <a:cxn ang="T94">
                        <a:pos x="T24" y="T25"/>
                      </a:cxn>
                      <a:cxn ang="T95">
                        <a:pos x="T26" y="T27"/>
                      </a:cxn>
                      <a:cxn ang="T96">
                        <a:pos x="T28" y="T29"/>
                      </a:cxn>
                      <a:cxn ang="T97">
                        <a:pos x="T30" y="T31"/>
                      </a:cxn>
                      <a:cxn ang="T98">
                        <a:pos x="T32" y="T33"/>
                      </a:cxn>
                      <a:cxn ang="T99">
                        <a:pos x="T34" y="T35"/>
                      </a:cxn>
                      <a:cxn ang="T100">
                        <a:pos x="T36" y="T37"/>
                      </a:cxn>
                      <a:cxn ang="T101">
                        <a:pos x="T38" y="T39"/>
                      </a:cxn>
                      <a:cxn ang="T102">
                        <a:pos x="T40" y="T41"/>
                      </a:cxn>
                      <a:cxn ang="T103">
                        <a:pos x="T42" y="T43"/>
                      </a:cxn>
                      <a:cxn ang="T104">
                        <a:pos x="T44" y="T45"/>
                      </a:cxn>
                      <a:cxn ang="T105">
                        <a:pos x="T46" y="T47"/>
                      </a:cxn>
                      <a:cxn ang="T106">
                        <a:pos x="T48" y="T49"/>
                      </a:cxn>
                      <a:cxn ang="T107">
                        <a:pos x="T50" y="T51"/>
                      </a:cxn>
                      <a:cxn ang="T108">
                        <a:pos x="T52" y="T53"/>
                      </a:cxn>
                      <a:cxn ang="T109">
                        <a:pos x="T54" y="T55"/>
                      </a:cxn>
                      <a:cxn ang="T110">
                        <a:pos x="T56" y="T57"/>
                      </a:cxn>
                      <a:cxn ang="T111">
                        <a:pos x="T58" y="T59"/>
                      </a:cxn>
                      <a:cxn ang="T112">
                        <a:pos x="T60" y="T61"/>
                      </a:cxn>
                      <a:cxn ang="T113">
                        <a:pos x="T62" y="T63"/>
                      </a:cxn>
                      <a:cxn ang="T114">
                        <a:pos x="T64" y="T65"/>
                      </a:cxn>
                      <a:cxn ang="T115">
                        <a:pos x="T66" y="T67"/>
                      </a:cxn>
                      <a:cxn ang="T116">
                        <a:pos x="T68" y="T69"/>
                      </a:cxn>
                      <a:cxn ang="T117">
                        <a:pos x="T70" y="T71"/>
                      </a:cxn>
                      <a:cxn ang="T118">
                        <a:pos x="T72" y="T73"/>
                      </a:cxn>
                      <a:cxn ang="T119">
                        <a:pos x="T74" y="T75"/>
                      </a:cxn>
                      <a:cxn ang="T120">
                        <a:pos x="T76" y="T77"/>
                      </a:cxn>
                      <a:cxn ang="T121">
                        <a:pos x="T78" y="T79"/>
                      </a:cxn>
                      <a:cxn ang="T122">
                        <a:pos x="T80" y="T81"/>
                      </a:cxn>
                    </a:cxnLst>
                    <a:rect l="T123" t="T124" r="T125" b="T126"/>
                    <a:pathLst>
                      <a:path w="717" h="756">
                        <a:moveTo>
                          <a:pt x="0" y="756"/>
                        </a:moveTo>
                        <a:lnTo>
                          <a:pt x="52" y="167"/>
                        </a:lnTo>
                        <a:lnTo>
                          <a:pt x="64" y="384"/>
                        </a:lnTo>
                        <a:lnTo>
                          <a:pt x="90" y="103"/>
                        </a:lnTo>
                        <a:lnTo>
                          <a:pt x="116" y="519"/>
                        </a:lnTo>
                        <a:lnTo>
                          <a:pt x="135" y="487"/>
                        </a:lnTo>
                        <a:lnTo>
                          <a:pt x="135" y="359"/>
                        </a:lnTo>
                        <a:lnTo>
                          <a:pt x="167" y="71"/>
                        </a:lnTo>
                        <a:lnTo>
                          <a:pt x="192" y="244"/>
                        </a:lnTo>
                        <a:lnTo>
                          <a:pt x="205" y="96"/>
                        </a:lnTo>
                        <a:lnTo>
                          <a:pt x="218" y="615"/>
                        </a:lnTo>
                        <a:lnTo>
                          <a:pt x="244" y="397"/>
                        </a:lnTo>
                        <a:lnTo>
                          <a:pt x="282" y="519"/>
                        </a:lnTo>
                        <a:lnTo>
                          <a:pt x="308" y="308"/>
                        </a:lnTo>
                        <a:lnTo>
                          <a:pt x="333" y="442"/>
                        </a:lnTo>
                        <a:lnTo>
                          <a:pt x="346" y="352"/>
                        </a:lnTo>
                        <a:lnTo>
                          <a:pt x="365" y="384"/>
                        </a:lnTo>
                        <a:lnTo>
                          <a:pt x="378" y="135"/>
                        </a:lnTo>
                        <a:lnTo>
                          <a:pt x="391" y="301"/>
                        </a:lnTo>
                        <a:lnTo>
                          <a:pt x="384" y="519"/>
                        </a:lnTo>
                        <a:lnTo>
                          <a:pt x="404" y="679"/>
                        </a:lnTo>
                        <a:lnTo>
                          <a:pt x="429" y="628"/>
                        </a:lnTo>
                        <a:lnTo>
                          <a:pt x="442" y="480"/>
                        </a:lnTo>
                        <a:lnTo>
                          <a:pt x="455" y="391"/>
                        </a:lnTo>
                        <a:lnTo>
                          <a:pt x="436" y="506"/>
                        </a:lnTo>
                        <a:lnTo>
                          <a:pt x="461" y="352"/>
                        </a:lnTo>
                        <a:lnTo>
                          <a:pt x="474" y="455"/>
                        </a:lnTo>
                        <a:lnTo>
                          <a:pt x="493" y="519"/>
                        </a:lnTo>
                        <a:lnTo>
                          <a:pt x="512" y="410"/>
                        </a:lnTo>
                        <a:lnTo>
                          <a:pt x="532" y="186"/>
                        </a:lnTo>
                        <a:lnTo>
                          <a:pt x="544" y="231"/>
                        </a:lnTo>
                        <a:lnTo>
                          <a:pt x="570" y="148"/>
                        </a:lnTo>
                        <a:lnTo>
                          <a:pt x="576" y="301"/>
                        </a:lnTo>
                        <a:lnTo>
                          <a:pt x="576" y="730"/>
                        </a:lnTo>
                        <a:lnTo>
                          <a:pt x="647" y="0"/>
                        </a:lnTo>
                        <a:lnTo>
                          <a:pt x="647" y="250"/>
                        </a:lnTo>
                        <a:lnTo>
                          <a:pt x="660" y="333"/>
                        </a:lnTo>
                        <a:lnTo>
                          <a:pt x="685" y="192"/>
                        </a:lnTo>
                        <a:lnTo>
                          <a:pt x="711" y="340"/>
                        </a:lnTo>
                        <a:lnTo>
                          <a:pt x="698" y="429"/>
                        </a:lnTo>
                        <a:lnTo>
                          <a:pt x="717" y="461"/>
                        </a:lnTo>
                      </a:path>
                    </a:pathLst>
                  </a:custGeom>
                  <a:noFill/>
                  <a:ln w="9525">
                    <a:solidFill>
                      <a:srgbClr val="FF0000"/>
                    </a:solidFill>
                    <a:round/>
                    <a:headEnd/>
                    <a:tailEnd/>
                  </a:ln>
                </p:spPr>
                <p:txBody>
                  <a:bodyPr/>
                  <a:lstStyle/>
                  <a:p>
                    <a:endParaRPr lang="en-GB" sz="1600"/>
                  </a:p>
                </p:txBody>
              </p:sp>
              <p:sp>
                <p:nvSpPr>
                  <p:cNvPr id="14610" name="Freeform 167"/>
                  <p:cNvSpPr>
                    <a:spLocks/>
                  </p:cNvSpPr>
                  <p:nvPr/>
                </p:nvSpPr>
                <p:spPr bwMode="auto">
                  <a:xfrm flipH="1">
                    <a:off x="4698" y="1100"/>
                    <a:ext cx="313" cy="756"/>
                  </a:xfrm>
                  <a:custGeom>
                    <a:avLst/>
                    <a:gdLst>
                      <a:gd name="T0" fmla="*/ 0 w 717"/>
                      <a:gd name="T1" fmla="*/ 756 h 756"/>
                      <a:gd name="T2" fmla="*/ 4 w 717"/>
                      <a:gd name="T3" fmla="*/ 167 h 756"/>
                      <a:gd name="T4" fmla="*/ 5 w 717"/>
                      <a:gd name="T5" fmla="*/ 384 h 756"/>
                      <a:gd name="T6" fmla="*/ 7 w 717"/>
                      <a:gd name="T7" fmla="*/ 103 h 756"/>
                      <a:gd name="T8" fmla="*/ 10 w 717"/>
                      <a:gd name="T9" fmla="*/ 519 h 756"/>
                      <a:gd name="T10" fmla="*/ 11 w 717"/>
                      <a:gd name="T11" fmla="*/ 487 h 756"/>
                      <a:gd name="T12" fmla="*/ 11 w 717"/>
                      <a:gd name="T13" fmla="*/ 359 h 756"/>
                      <a:gd name="T14" fmla="*/ 14 w 717"/>
                      <a:gd name="T15" fmla="*/ 71 h 756"/>
                      <a:gd name="T16" fmla="*/ 16 w 717"/>
                      <a:gd name="T17" fmla="*/ 244 h 756"/>
                      <a:gd name="T18" fmla="*/ 17 w 717"/>
                      <a:gd name="T19" fmla="*/ 96 h 756"/>
                      <a:gd name="T20" fmla="*/ 18 w 717"/>
                      <a:gd name="T21" fmla="*/ 615 h 756"/>
                      <a:gd name="T22" fmla="*/ 21 w 717"/>
                      <a:gd name="T23" fmla="*/ 397 h 756"/>
                      <a:gd name="T24" fmla="*/ 24 w 717"/>
                      <a:gd name="T25" fmla="*/ 519 h 756"/>
                      <a:gd name="T26" fmla="*/ 25 w 717"/>
                      <a:gd name="T27" fmla="*/ 308 h 756"/>
                      <a:gd name="T28" fmla="*/ 28 w 717"/>
                      <a:gd name="T29" fmla="*/ 442 h 756"/>
                      <a:gd name="T30" fmla="*/ 29 w 717"/>
                      <a:gd name="T31" fmla="*/ 352 h 756"/>
                      <a:gd name="T32" fmla="*/ 30 w 717"/>
                      <a:gd name="T33" fmla="*/ 384 h 756"/>
                      <a:gd name="T34" fmla="*/ 31 w 717"/>
                      <a:gd name="T35" fmla="*/ 135 h 756"/>
                      <a:gd name="T36" fmla="*/ 33 w 717"/>
                      <a:gd name="T37" fmla="*/ 301 h 756"/>
                      <a:gd name="T38" fmla="*/ 32 w 717"/>
                      <a:gd name="T39" fmla="*/ 519 h 756"/>
                      <a:gd name="T40" fmla="*/ 34 w 717"/>
                      <a:gd name="T41" fmla="*/ 679 h 756"/>
                      <a:gd name="T42" fmla="*/ 36 w 717"/>
                      <a:gd name="T43" fmla="*/ 628 h 756"/>
                      <a:gd name="T44" fmla="*/ 37 w 717"/>
                      <a:gd name="T45" fmla="*/ 480 h 756"/>
                      <a:gd name="T46" fmla="*/ 38 w 717"/>
                      <a:gd name="T47" fmla="*/ 391 h 756"/>
                      <a:gd name="T48" fmla="*/ 36 w 717"/>
                      <a:gd name="T49" fmla="*/ 506 h 756"/>
                      <a:gd name="T50" fmla="*/ 38 w 717"/>
                      <a:gd name="T51" fmla="*/ 352 h 756"/>
                      <a:gd name="T52" fmla="*/ 39 w 717"/>
                      <a:gd name="T53" fmla="*/ 455 h 756"/>
                      <a:gd name="T54" fmla="*/ 41 w 717"/>
                      <a:gd name="T55" fmla="*/ 519 h 756"/>
                      <a:gd name="T56" fmla="*/ 43 w 717"/>
                      <a:gd name="T57" fmla="*/ 410 h 756"/>
                      <a:gd name="T58" fmla="*/ 44 w 717"/>
                      <a:gd name="T59" fmla="*/ 186 h 756"/>
                      <a:gd name="T60" fmla="*/ 45 w 717"/>
                      <a:gd name="T61" fmla="*/ 231 h 756"/>
                      <a:gd name="T62" fmla="*/ 48 w 717"/>
                      <a:gd name="T63" fmla="*/ 148 h 756"/>
                      <a:gd name="T64" fmla="*/ 48 w 717"/>
                      <a:gd name="T65" fmla="*/ 301 h 756"/>
                      <a:gd name="T66" fmla="*/ 48 w 717"/>
                      <a:gd name="T67" fmla="*/ 730 h 756"/>
                      <a:gd name="T68" fmla="*/ 54 w 717"/>
                      <a:gd name="T69" fmla="*/ 0 h 756"/>
                      <a:gd name="T70" fmla="*/ 54 w 717"/>
                      <a:gd name="T71" fmla="*/ 250 h 756"/>
                      <a:gd name="T72" fmla="*/ 55 w 717"/>
                      <a:gd name="T73" fmla="*/ 333 h 756"/>
                      <a:gd name="T74" fmla="*/ 57 w 717"/>
                      <a:gd name="T75" fmla="*/ 192 h 756"/>
                      <a:gd name="T76" fmla="*/ 59 w 717"/>
                      <a:gd name="T77" fmla="*/ 340 h 756"/>
                      <a:gd name="T78" fmla="*/ 58 w 717"/>
                      <a:gd name="T79" fmla="*/ 429 h 756"/>
                      <a:gd name="T80" fmla="*/ 60 w 717"/>
                      <a:gd name="T81" fmla="*/ 461 h 756"/>
                      <a:gd name="T82" fmla="*/ 0 60000 65536"/>
                      <a:gd name="T83" fmla="*/ 0 60000 65536"/>
                      <a:gd name="T84" fmla="*/ 0 60000 65536"/>
                      <a:gd name="T85" fmla="*/ 0 60000 65536"/>
                      <a:gd name="T86" fmla="*/ 0 60000 65536"/>
                      <a:gd name="T87" fmla="*/ 0 60000 65536"/>
                      <a:gd name="T88" fmla="*/ 0 60000 65536"/>
                      <a:gd name="T89" fmla="*/ 0 60000 65536"/>
                      <a:gd name="T90" fmla="*/ 0 60000 65536"/>
                      <a:gd name="T91" fmla="*/ 0 60000 65536"/>
                      <a:gd name="T92" fmla="*/ 0 60000 65536"/>
                      <a:gd name="T93" fmla="*/ 0 60000 65536"/>
                      <a:gd name="T94" fmla="*/ 0 60000 65536"/>
                      <a:gd name="T95" fmla="*/ 0 60000 65536"/>
                      <a:gd name="T96" fmla="*/ 0 60000 65536"/>
                      <a:gd name="T97" fmla="*/ 0 60000 65536"/>
                      <a:gd name="T98" fmla="*/ 0 60000 65536"/>
                      <a:gd name="T99" fmla="*/ 0 60000 65536"/>
                      <a:gd name="T100" fmla="*/ 0 60000 65536"/>
                      <a:gd name="T101" fmla="*/ 0 60000 65536"/>
                      <a:gd name="T102" fmla="*/ 0 60000 65536"/>
                      <a:gd name="T103" fmla="*/ 0 60000 65536"/>
                      <a:gd name="T104" fmla="*/ 0 60000 65536"/>
                      <a:gd name="T105" fmla="*/ 0 60000 65536"/>
                      <a:gd name="T106" fmla="*/ 0 60000 65536"/>
                      <a:gd name="T107" fmla="*/ 0 60000 65536"/>
                      <a:gd name="T108" fmla="*/ 0 60000 65536"/>
                      <a:gd name="T109" fmla="*/ 0 60000 65536"/>
                      <a:gd name="T110" fmla="*/ 0 60000 65536"/>
                      <a:gd name="T111" fmla="*/ 0 60000 65536"/>
                      <a:gd name="T112" fmla="*/ 0 60000 65536"/>
                      <a:gd name="T113" fmla="*/ 0 60000 65536"/>
                      <a:gd name="T114" fmla="*/ 0 60000 65536"/>
                      <a:gd name="T115" fmla="*/ 0 60000 65536"/>
                      <a:gd name="T116" fmla="*/ 0 60000 65536"/>
                      <a:gd name="T117" fmla="*/ 0 60000 65536"/>
                      <a:gd name="T118" fmla="*/ 0 60000 65536"/>
                      <a:gd name="T119" fmla="*/ 0 60000 65536"/>
                      <a:gd name="T120" fmla="*/ 0 60000 65536"/>
                      <a:gd name="T121" fmla="*/ 0 60000 65536"/>
                      <a:gd name="T122" fmla="*/ 0 60000 65536"/>
                      <a:gd name="T123" fmla="*/ 0 w 717"/>
                      <a:gd name="T124" fmla="*/ 0 h 756"/>
                      <a:gd name="T125" fmla="*/ 717 w 717"/>
                      <a:gd name="T126" fmla="*/ 756 h 756"/>
                    </a:gdLst>
                    <a:ahLst/>
                    <a:cxnLst>
                      <a:cxn ang="T82">
                        <a:pos x="T0" y="T1"/>
                      </a:cxn>
                      <a:cxn ang="T83">
                        <a:pos x="T2" y="T3"/>
                      </a:cxn>
                      <a:cxn ang="T84">
                        <a:pos x="T4" y="T5"/>
                      </a:cxn>
                      <a:cxn ang="T85">
                        <a:pos x="T6" y="T7"/>
                      </a:cxn>
                      <a:cxn ang="T86">
                        <a:pos x="T8" y="T9"/>
                      </a:cxn>
                      <a:cxn ang="T87">
                        <a:pos x="T10" y="T11"/>
                      </a:cxn>
                      <a:cxn ang="T88">
                        <a:pos x="T12" y="T13"/>
                      </a:cxn>
                      <a:cxn ang="T89">
                        <a:pos x="T14" y="T15"/>
                      </a:cxn>
                      <a:cxn ang="T90">
                        <a:pos x="T16" y="T17"/>
                      </a:cxn>
                      <a:cxn ang="T91">
                        <a:pos x="T18" y="T19"/>
                      </a:cxn>
                      <a:cxn ang="T92">
                        <a:pos x="T20" y="T21"/>
                      </a:cxn>
                      <a:cxn ang="T93">
                        <a:pos x="T22" y="T23"/>
                      </a:cxn>
                      <a:cxn ang="T94">
                        <a:pos x="T24" y="T25"/>
                      </a:cxn>
                      <a:cxn ang="T95">
                        <a:pos x="T26" y="T27"/>
                      </a:cxn>
                      <a:cxn ang="T96">
                        <a:pos x="T28" y="T29"/>
                      </a:cxn>
                      <a:cxn ang="T97">
                        <a:pos x="T30" y="T31"/>
                      </a:cxn>
                      <a:cxn ang="T98">
                        <a:pos x="T32" y="T33"/>
                      </a:cxn>
                      <a:cxn ang="T99">
                        <a:pos x="T34" y="T35"/>
                      </a:cxn>
                      <a:cxn ang="T100">
                        <a:pos x="T36" y="T37"/>
                      </a:cxn>
                      <a:cxn ang="T101">
                        <a:pos x="T38" y="T39"/>
                      </a:cxn>
                      <a:cxn ang="T102">
                        <a:pos x="T40" y="T41"/>
                      </a:cxn>
                      <a:cxn ang="T103">
                        <a:pos x="T42" y="T43"/>
                      </a:cxn>
                      <a:cxn ang="T104">
                        <a:pos x="T44" y="T45"/>
                      </a:cxn>
                      <a:cxn ang="T105">
                        <a:pos x="T46" y="T47"/>
                      </a:cxn>
                      <a:cxn ang="T106">
                        <a:pos x="T48" y="T49"/>
                      </a:cxn>
                      <a:cxn ang="T107">
                        <a:pos x="T50" y="T51"/>
                      </a:cxn>
                      <a:cxn ang="T108">
                        <a:pos x="T52" y="T53"/>
                      </a:cxn>
                      <a:cxn ang="T109">
                        <a:pos x="T54" y="T55"/>
                      </a:cxn>
                      <a:cxn ang="T110">
                        <a:pos x="T56" y="T57"/>
                      </a:cxn>
                      <a:cxn ang="T111">
                        <a:pos x="T58" y="T59"/>
                      </a:cxn>
                      <a:cxn ang="T112">
                        <a:pos x="T60" y="T61"/>
                      </a:cxn>
                      <a:cxn ang="T113">
                        <a:pos x="T62" y="T63"/>
                      </a:cxn>
                      <a:cxn ang="T114">
                        <a:pos x="T64" y="T65"/>
                      </a:cxn>
                      <a:cxn ang="T115">
                        <a:pos x="T66" y="T67"/>
                      </a:cxn>
                      <a:cxn ang="T116">
                        <a:pos x="T68" y="T69"/>
                      </a:cxn>
                      <a:cxn ang="T117">
                        <a:pos x="T70" y="T71"/>
                      </a:cxn>
                      <a:cxn ang="T118">
                        <a:pos x="T72" y="T73"/>
                      </a:cxn>
                      <a:cxn ang="T119">
                        <a:pos x="T74" y="T75"/>
                      </a:cxn>
                      <a:cxn ang="T120">
                        <a:pos x="T76" y="T77"/>
                      </a:cxn>
                      <a:cxn ang="T121">
                        <a:pos x="T78" y="T79"/>
                      </a:cxn>
                      <a:cxn ang="T122">
                        <a:pos x="T80" y="T81"/>
                      </a:cxn>
                    </a:cxnLst>
                    <a:rect l="T123" t="T124" r="T125" b="T126"/>
                    <a:pathLst>
                      <a:path w="717" h="756">
                        <a:moveTo>
                          <a:pt x="0" y="756"/>
                        </a:moveTo>
                        <a:lnTo>
                          <a:pt x="52" y="167"/>
                        </a:lnTo>
                        <a:lnTo>
                          <a:pt x="64" y="384"/>
                        </a:lnTo>
                        <a:lnTo>
                          <a:pt x="90" y="103"/>
                        </a:lnTo>
                        <a:lnTo>
                          <a:pt x="116" y="519"/>
                        </a:lnTo>
                        <a:lnTo>
                          <a:pt x="135" y="487"/>
                        </a:lnTo>
                        <a:lnTo>
                          <a:pt x="135" y="359"/>
                        </a:lnTo>
                        <a:lnTo>
                          <a:pt x="167" y="71"/>
                        </a:lnTo>
                        <a:lnTo>
                          <a:pt x="192" y="244"/>
                        </a:lnTo>
                        <a:lnTo>
                          <a:pt x="205" y="96"/>
                        </a:lnTo>
                        <a:lnTo>
                          <a:pt x="218" y="615"/>
                        </a:lnTo>
                        <a:lnTo>
                          <a:pt x="244" y="397"/>
                        </a:lnTo>
                        <a:lnTo>
                          <a:pt x="282" y="519"/>
                        </a:lnTo>
                        <a:lnTo>
                          <a:pt x="308" y="308"/>
                        </a:lnTo>
                        <a:lnTo>
                          <a:pt x="333" y="442"/>
                        </a:lnTo>
                        <a:lnTo>
                          <a:pt x="346" y="352"/>
                        </a:lnTo>
                        <a:lnTo>
                          <a:pt x="365" y="384"/>
                        </a:lnTo>
                        <a:lnTo>
                          <a:pt x="378" y="135"/>
                        </a:lnTo>
                        <a:lnTo>
                          <a:pt x="391" y="301"/>
                        </a:lnTo>
                        <a:lnTo>
                          <a:pt x="384" y="519"/>
                        </a:lnTo>
                        <a:lnTo>
                          <a:pt x="404" y="679"/>
                        </a:lnTo>
                        <a:lnTo>
                          <a:pt x="429" y="628"/>
                        </a:lnTo>
                        <a:lnTo>
                          <a:pt x="442" y="480"/>
                        </a:lnTo>
                        <a:lnTo>
                          <a:pt x="455" y="391"/>
                        </a:lnTo>
                        <a:lnTo>
                          <a:pt x="436" y="506"/>
                        </a:lnTo>
                        <a:lnTo>
                          <a:pt x="461" y="352"/>
                        </a:lnTo>
                        <a:lnTo>
                          <a:pt x="474" y="455"/>
                        </a:lnTo>
                        <a:lnTo>
                          <a:pt x="493" y="519"/>
                        </a:lnTo>
                        <a:lnTo>
                          <a:pt x="512" y="410"/>
                        </a:lnTo>
                        <a:lnTo>
                          <a:pt x="532" y="186"/>
                        </a:lnTo>
                        <a:lnTo>
                          <a:pt x="544" y="231"/>
                        </a:lnTo>
                        <a:lnTo>
                          <a:pt x="570" y="148"/>
                        </a:lnTo>
                        <a:lnTo>
                          <a:pt x="576" y="301"/>
                        </a:lnTo>
                        <a:lnTo>
                          <a:pt x="576" y="730"/>
                        </a:lnTo>
                        <a:lnTo>
                          <a:pt x="647" y="0"/>
                        </a:lnTo>
                        <a:lnTo>
                          <a:pt x="647" y="250"/>
                        </a:lnTo>
                        <a:lnTo>
                          <a:pt x="660" y="333"/>
                        </a:lnTo>
                        <a:lnTo>
                          <a:pt x="685" y="192"/>
                        </a:lnTo>
                        <a:lnTo>
                          <a:pt x="711" y="340"/>
                        </a:lnTo>
                        <a:lnTo>
                          <a:pt x="698" y="429"/>
                        </a:lnTo>
                        <a:lnTo>
                          <a:pt x="717" y="461"/>
                        </a:lnTo>
                      </a:path>
                    </a:pathLst>
                  </a:custGeom>
                  <a:noFill/>
                  <a:ln w="9525">
                    <a:solidFill>
                      <a:srgbClr val="FF0000"/>
                    </a:solidFill>
                    <a:round/>
                    <a:headEnd/>
                    <a:tailEnd/>
                  </a:ln>
                </p:spPr>
                <p:txBody>
                  <a:bodyPr/>
                  <a:lstStyle/>
                  <a:p>
                    <a:endParaRPr lang="en-GB" sz="1600"/>
                  </a:p>
                </p:txBody>
              </p:sp>
            </p:grpSp>
            <p:grpSp>
              <p:nvGrpSpPr>
                <p:cNvPr id="14737" name="Group 168"/>
                <p:cNvGrpSpPr>
                  <a:grpSpLocks/>
                </p:cNvGrpSpPr>
                <p:nvPr/>
              </p:nvGrpSpPr>
              <p:grpSpPr bwMode="auto">
                <a:xfrm flipH="1">
                  <a:off x="3986" y="1092"/>
                  <a:ext cx="590" cy="801"/>
                  <a:chOff x="3462" y="1100"/>
                  <a:chExt cx="1549" cy="801"/>
                </a:xfrm>
              </p:grpSpPr>
              <p:sp>
                <p:nvSpPr>
                  <p:cNvPr id="14601" name="Freeform 169"/>
                  <p:cNvSpPr>
                    <a:spLocks/>
                  </p:cNvSpPr>
                  <p:nvPr/>
                </p:nvSpPr>
                <p:spPr bwMode="auto">
                  <a:xfrm>
                    <a:off x="3462" y="1126"/>
                    <a:ext cx="313" cy="756"/>
                  </a:xfrm>
                  <a:custGeom>
                    <a:avLst/>
                    <a:gdLst>
                      <a:gd name="T0" fmla="*/ 0 w 717"/>
                      <a:gd name="T1" fmla="*/ 756 h 756"/>
                      <a:gd name="T2" fmla="*/ 4 w 717"/>
                      <a:gd name="T3" fmla="*/ 167 h 756"/>
                      <a:gd name="T4" fmla="*/ 5 w 717"/>
                      <a:gd name="T5" fmla="*/ 384 h 756"/>
                      <a:gd name="T6" fmla="*/ 7 w 717"/>
                      <a:gd name="T7" fmla="*/ 103 h 756"/>
                      <a:gd name="T8" fmla="*/ 10 w 717"/>
                      <a:gd name="T9" fmla="*/ 519 h 756"/>
                      <a:gd name="T10" fmla="*/ 11 w 717"/>
                      <a:gd name="T11" fmla="*/ 487 h 756"/>
                      <a:gd name="T12" fmla="*/ 11 w 717"/>
                      <a:gd name="T13" fmla="*/ 359 h 756"/>
                      <a:gd name="T14" fmla="*/ 14 w 717"/>
                      <a:gd name="T15" fmla="*/ 71 h 756"/>
                      <a:gd name="T16" fmla="*/ 16 w 717"/>
                      <a:gd name="T17" fmla="*/ 244 h 756"/>
                      <a:gd name="T18" fmla="*/ 17 w 717"/>
                      <a:gd name="T19" fmla="*/ 96 h 756"/>
                      <a:gd name="T20" fmla="*/ 18 w 717"/>
                      <a:gd name="T21" fmla="*/ 615 h 756"/>
                      <a:gd name="T22" fmla="*/ 21 w 717"/>
                      <a:gd name="T23" fmla="*/ 397 h 756"/>
                      <a:gd name="T24" fmla="*/ 24 w 717"/>
                      <a:gd name="T25" fmla="*/ 519 h 756"/>
                      <a:gd name="T26" fmla="*/ 25 w 717"/>
                      <a:gd name="T27" fmla="*/ 308 h 756"/>
                      <a:gd name="T28" fmla="*/ 28 w 717"/>
                      <a:gd name="T29" fmla="*/ 442 h 756"/>
                      <a:gd name="T30" fmla="*/ 29 w 717"/>
                      <a:gd name="T31" fmla="*/ 352 h 756"/>
                      <a:gd name="T32" fmla="*/ 30 w 717"/>
                      <a:gd name="T33" fmla="*/ 384 h 756"/>
                      <a:gd name="T34" fmla="*/ 31 w 717"/>
                      <a:gd name="T35" fmla="*/ 135 h 756"/>
                      <a:gd name="T36" fmla="*/ 33 w 717"/>
                      <a:gd name="T37" fmla="*/ 301 h 756"/>
                      <a:gd name="T38" fmla="*/ 32 w 717"/>
                      <a:gd name="T39" fmla="*/ 519 h 756"/>
                      <a:gd name="T40" fmla="*/ 34 w 717"/>
                      <a:gd name="T41" fmla="*/ 679 h 756"/>
                      <a:gd name="T42" fmla="*/ 36 w 717"/>
                      <a:gd name="T43" fmla="*/ 628 h 756"/>
                      <a:gd name="T44" fmla="*/ 37 w 717"/>
                      <a:gd name="T45" fmla="*/ 480 h 756"/>
                      <a:gd name="T46" fmla="*/ 38 w 717"/>
                      <a:gd name="T47" fmla="*/ 391 h 756"/>
                      <a:gd name="T48" fmla="*/ 36 w 717"/>
                      <a:gd name="T49" fmla="*/ 506 h 756"/>
                      <a:gd name="T50" fmla="*/ 38 w 717"/>
                      <a:gd name="T51" fmla="*/ 352 h 756"/>
                      <a:gd name="T52" fmla="*/ 39 w 717"/>
                      <a:gd name="T53" fmla="*/ 455 h 756"/>
                      <a:gd name="T54" fmla="*/ 41 w 717"/>
                      <a:gd name="T55" fmla="*/ 519 h 756"/>
                      <a:gd name="T56" fmla="*/ 43 w 717"/>
                      <a:gd name="T57" fmla="*/ 410 h 756"/>
                      <a:gd name="T58" fmla="*/ 44 w 717"/>
                      <a:gd name="T59" fmla="*/ 186 h 756"/>
                      <a:gd name="T60" fmla="*/ 45 w 717"/>
                      <a:gd name="T61" fmla="*/ 231 h 756"/>
                      <a:gd name="T62" fmla="*/ 48 w 717"/>
                      <a:gd name="T63" fmla="*/ 148 h 756"/>
                      <a:gd name="T64" fmla="*/ 48 w 717"/>
                      <a:gd name="T65" fmla="*/ 301 h 756"/>
                      <a:gd name="T66" fmla="*/ 48 w 717"/>
                      <a:gd name="T67" fmla="*/ 730 h 756"/>
                      <a:gd name="T68" fmla="*/ 54 w 717"/>
                      <a:gd name="T69" fmla="*/ 0 h 756"/>
                      <a:gd name="T70" fmla="*/ 54 w 717"/>
                      <a:gd name="T71" fmla="*/ 250 h 756"/>
                      <a:gd name="T72" fmla="*/ 55 w 717"/>
                      <a:gd name="T73" fmla="*/ 333 h 756"/>
                      <a:gd name="T74" fmla="*/ 57 w 717"/>
                      <a:gd name="T75" fmla="*/ 192 h 756"/>
                      <a:gd name="T76" fmla="*/ 59 w 717"/>
                      <a:gd name="T77" fmla="*/ 340 h 756"/>
                      <a:gd name="T78" fmla="*/ 58 w 717"/>
                      <a:gd name="T79" fmla="*/ 429 h 756"/>
                      <a:gd name="T80" fmla="*/ 60 w 717"/>
                      <a:gd name="T81" fmla="*/ 461 h 756"/>
                      <a:gd name="T82" fmla="*/ 0 60000 65536"/>
                      <a:gd name="T83" fmla="*/ 0 60000 65536"/>
                      <a:gd name="T84" fmla="*/ 0 60000 65536"/>
                      <a:gd name="T85" fmla="*/ 0 60000 65536"/>
                      <a:gd name="T86" fmla="*/ 0 60000 65536"/>
                      <a:gd name="T87" fmla="*/ 0 60000 65536"/>
                      <a:gd name="T88" fmla="*/ 0 60000 65536"/>
                      <a:gd name="T89" fmla="*/ 0 60000 65536"/>
                      <a:gd name="T90" fmla="*/ 0 60000 65536"/>
                      <a:gd name="T91" fmla="*/ 0 60000 65536"/>
                      <a:gd name="T92" fmla="*/ 0 60000 65536"/>
                      <a:gd name="T93" fmla="*/ 0 60000 65536"/>
                      <a:gd name="T94" fmla="*/ 0 60000 65536"/>
                      <a:gd name="T95" fmla="*/ 0 60000 65536"/>
                      <a:gd name="T96" fmla="*/ 0 60000 65536"/>
                      <a:gd name="T97" fmla="*/ 0 60000 65536"/>
                      <a:gd name="T98" fmla="*/ 0 60000 65536"/>
                      <a:gd name="T99" fmla="*/ 0 60000 65536"/>
                      <a:gd name="T100" fmla="*/ 0 60000 65536"/>
                      <a:gd name="T101" fmla="*/ 0 60000 65536"/>
                      <a:gd name="T102" fmla="*/ 0 60000 65536"/>
                      <a:gd name="T103" fmla="*/ 0 60000 65536"/>
                      <a:gd name="T104" fmla="*/ 0 60000 65536"/>
                      <a:gd name="T105" fmla="*/ 0 60000 65536"/>
                      <a:gd name="T106" fmla="*/ 0 60000 65536"/>
                      <a:gd name="T107" fmla="*/ 0 60000 65536"/>
                      <a:gd name="T108" fmla="*/ 0 60000 65536"/>
                      <a:gd name="T109" fmla="*/ 0 60000 65536"/>
                      <a:gd name="T110" fmla="*/ 0 60000 65536"/>
                      <a:gd name="T111" fmla="*/ 0 60000 65536"/>
                      <a:gd name="T112" fmla="*/ 0 60000 65536"/>
                      <a:gd name="T113" fmla="*/ 0 60000 65536"/>
                      <a:gd name="T114" fmla="*/ 0 60000 65536"/>
                      <a:gd name="T115" fmla="*/ 0 60000 65536"/>
                      <a:gd name="T116" fmla="*/ 0 60000 65536"/>
                      <a:gd name="T117" fmla="*/ 0 60000 65536"/>
                      <a:gd name="T118" fmla="*/ 0 60000 65536"/>
                      <a:gd name="T119" fmla="*/ 0 60000 65536"/>
                      <a:gd name="T120" fmla="*/ 0 60000 65536"/>
                      <a:gd name="T121" fmla="*/ 0 60000 65536"/>
                      <a:gd name="T122" fmla="*/ 0 60000 65536"/>
                      <a:gd name="T123" fmla="*/ 0 w 717"/>
                      <a:gd name="T124" fmla="*/ 0 h 756"/>
                      <a:gd name="T125" fmla="*/ 717 w 717"/>
                      <a:gd name="T126" fmla="*/ 756 h 756"/>
                    </a:gdLst>
                    <a:ahLst/>
                    <a:cxnLst>
                      <a:cxn ang="T82">
                        <a:pos x="T0" y="T1"/>
                      </a:cxn>
                      <a:cxn ang="T83">
                        <a:pos x="T2" y="T3"/>
                      </a:cxn>
                      <a:cxn ang="T84">
                        <a:pos x="T4" y="T5"/>
                      </a:cxn>
                      <a:cxn ang="T85">
                        <a:pos x="T6" y="T7"/>
                      </a:cxn>
                      <a:cxn ang="T86">
                        <a:pos x="T8" y="T9"/>
                      </a:cxn>
                      <a:cxn ang="T87">
                        <a:pos x="T10" y="T11"/>
                      </a:cxn>
                      <a:cxn ang="T88">
                        <a:pos x="T12" y="T13"/>
                      </a:cxn>
                      <a:cxn ang="T89">
                        <a:pos x="T14" y="T15"/>
                      </a:cxn>
                      <a:cxn ang="T90">
                        <a:pos x="T16" y="T17"/>
                      </a:cxn>
                      <a:cxn ang="T91">
                        <a:pos x="T18" y="T19"/>
                      </a:cxn>
                      <a:cxn ang="T92">
                        <a:pos x="T20" y="T21"/>
                      </a:cxn>
                      <a:cxn ang="T93">
                        <a:pos x="T22" y="T23"/>
                      </a:cxn>
                      <a:cxn ang="T94">
                        <a:pos x="T24" y="T25"/>
                      </a:cxn>
                      <a:cxn ang="T95">
                        <a:pos x="T26" y="T27"/>
                      </a:cxn>
                      <a:cxn ang="T96">
                        <a:pos x="T28" y="T29"/>
                      </a:cxn>
                      <a:cxn ang="T97">
                        <a:pos x="T30" y="T31"/>
                      </a:cxn>
                      <a:cxn ang="T98">
                        <a:pos x="T32" y="T33"/>
                      </a:cxn>
                      <a:cxn ang="T99">
                        <a:pos x="T34" y="T35"/>
                      </a:cxn>
                      <a:cxn ang="T100">
                        <a:pos x="T36" y="T37"/>
                      </a:cxn>
                      <a:cxn ang="T101">
                        <a:pos x="T38" y="T39"/>
                      </a:cxn>
                      <a:cxn ang="T102">
                        <a:pos x="T40" y="T41"/>
                      </a:cxn>
                      <a:cxn ang="T103">
                        <a:pos x="T42" y="T43"/>
                      </a:cxn>
                      <a:cxn ang="T104">
                        <a:pos x="T44" y="T45"/>
                      </a:cxn>
                      <a:cxn ang="T105">
                        <a:pos x="T46" y="T47"/>
                      </a:cxn>
                      <a:cxn ang="T106">
                        <a:pos x="T48" y="T49"/>
                      </a:cxn>
                      <a:cxn ang="T107">
                        <a:pos x="T50" y="T51"/>
                      </a:cxn>
                      <a:cxn ang="T108">
                        <a:pos x="T52" y="T53"/>
                      </a:cxn>
                      <a:cxn ang="T109">
                        <a:pos x="T54" y="T55"/>
                      </a:cxn>
                      <a:cxn ang="T110">
                        <a:pos x="T56" y="T57"/>
                      </a:cxn>
                      <a:cxn ang="T111">
                        <a:pos x="T58" y="T59"/>
                      </a:cxn>
                      <a:cxn ang="T112">
                        <a:pos x="T60" y="T61"/>
                      </a:cxn>
                      <a:cxn ang="T113">
                        <a:pos x="T62" y="T63"/>
                      </a:cxn>
                      <a:cxn ang="T114">
                        <a:pos x="T64" y="T65"/>
                      </a:cxn>
                      <a:cxn ang="T115">
                        <a:pos x="T66" y="T67"/>
                      </a:cxn>
                      <a:cxn ang="T116">
                        <a:pos x="T68" y="T69"/>
                      </a:cxn>
                      <a:cxn ang="T117">
                        <a:pos x="T70" y="T71"/>
                      </a:cxn>
                      <a:cxn ang="T118">
                        <a:pos x="T72" y="T73"/>
                      </a:cxn>
                      <a:cxn ang="T119">
                        <a:pos x="T74" y="T75"/>
                      </a:cxn>
                      <a:cxn ang="T120">
                        <a:pos x="T76" y="T77"/>
                      </a:cxn>
                      <a:cxn ang="T121">
                        <a:pos x="T78" y="T79"/>
                      </a:cxn>
                      <a:cxn ang="T122">
                        <a:pos x="T80" y="T81"/>
                      </a:cxn>
                    </a:cxnLst>
                    <a:rect l="T123" t="T124" r="T125" b="T126"/>
                    <a:pathLst>
                      <a:path w="717" h="756">
                        <a:moveTo>
                          <a:pt x="0" y="756"/>
                        </a:moveTo>
                        <a:lnTo>
                          <a:pt x="52" y="167"/>
                        </a:lnTo>
                        <a:lnTo>
                          <a:pt x="64" y="384"/>
                        </a:lnTo>
                        <a:lnTo>
                          <a:pt x="90" y="103"/>
                        </a:lnTo>
                        <a:lnTo>
                          <a:pt x="116" y="519"/>
                        </a:lnTo>
                        <a:lnTo>
                          <a:pt x="135" y="487"/>
                        </a:lnTo>
                        <a:lnTo>
                          <a:pt x="135" y="359"/>
                        </a:lnTo>
                        <a:lnTo>
                          <a:pt x="167" y="71"/>
                        </a:lnTo>
                        <a:lnTo>
                          <a:pt x="192" y="244"/>
                        </a:lnTo>
                        <a:lnTo>
                          <a:pt x="205" y="96"/>
                        </a:lnTo>
                        <a:lnTo>
                          <a:pt x="218" y="615"/>
                        </a:lnTo>
                        <a:lnTo>
                          <a:pt x="244" y="397"/>
                        </a:lnTo>
                        <a:lnTo>
                          <a:pt x="282" y="519"/>
                        </a:lnTo>
                        <a:lnTo>
                          <a:pt x="308" y="308"/>
                        </a:lnTo>
                        <a:lnTo>
                          <a:pt x="333" y="442"/>
                        </a:lnTo>
                        <a:lnTo>
                          <a:pt x="346" y="352"/>
                        </a:lnTo>
                        <a:lnTo>
                          <a:pt x="365" y="384"/>
                        </a:lnTo>
                        <a:lnTo>
                          <a:pt x="378" y="135"/>
                        </a:lnTo>
                        <a:lnTo>
                          <a:pt x="391" y="301"/>
                        </a:lnTo>
                        <a:lnTo>
                          <a:pt x="384" y="519"/>
                        </a:lnTo>
                        <a:lnTo>
                          <a:pt x="404" y="679"/>
                        </a:lnTo>
                        <a:lnTo>
                          <a:pt x="429" y="628"/>
                        </a:lnTo>
                        <a:lnTo>
                          <a:pt x="442" y="480"/>
                        </a:lnTo>
                        <a:lnTo>
                          <a:pt x="455" y="391"/>
                        </a:lnTo>
                        <a:lnTo>
                          <a:pt x="436" y="506"/>
                        </a:lnTo>
                        <a:lnTo>
                          <a:pt x="461" y="352"/>
                        </a:lnTo>
                        <a:lnTo>
                          <a:pt x="474" y="455"/>
                        </a:lnTo>
                        <a:lnTo>
                          <a:pt x="493" y="519"/>
                        </a:lnTo>
                        <a:lnTo>
                          <a:pt x="512" y="410"/>
                        </a:lnTo>
                        <a:lnTo>
                          <a:pt x="532" y="186"/>
                        </a:lnTo>
                        <a:lnTo>
                          <a:pt x="544" y="231"/>
                        </a:lnTo>
                        <a:lnTo>
                          <a:pt x="570" y="148"/>
                        </a:lnTo>
                        <a:lnTo>
                          <a:pt x="576" y="301"/>
                        </a:lnTo>
                        <a:lnTo>
                          <a:pt x="576" y="730"/>
                        </a:lnTo>
                        <a:lnTo>
                          <a:pt x="647" y="0"/>
                        </a:lnTo>
                        <a:lnTo>
                          <a:pt x="647" y="250"/>
                        </a:lnTo>
                        <a:lnTo>
                          <a:pt x="660" y="333"/>
                        </a:lnTo>
                        <a:lnTo>
                          <a:pt x="685" y="192"/>
                        </a:lnTo>
                        <a:lnTo>
                          <a:pt x="711" y="340"/>
                        </a:lnTo>
                        <a:lnTo>
                          <a:pt x="698" y="429"/>
                        </a:lnTo>
                        <a:lnTo>
                          <a:pt x="717" y="461"/>
                        </a:lnTo>
                      </a:path>
                    </a:pathLst>
                  </a:custGeom>
                  <a:noFill/>
                  <a:ln w="9525">
                    <a:solidFill>
                      <a:srgbClr val="FF0000"/>
                    </a:solidFill>
                    <a:round/>
                    <a:headEnd/>
                    <a:tailEnd/>
                  </a:ln>
                </p:spPr>
                <p:txBody>
                  <a:bodyPr/>
                  <a:lstStyle/>
                  <a:p>
                    <a:endParaRPr lang="en-GB" sz="1600"/>
                  </a:p>
                </p:txBody>
              </p:sp>
              <p:sp>
                <p:nvSpPr>
                  <p:cNvPr id="14602" name="Freeform 170"/>
                  <p:cNvSpPr>
                    <a:spLocks/>
                  </p:cNvSpPr>
                  <p:nvPr/>
                </p:nvSpPr>
                <p:spPr bwMode="auto">
                  <a:xfrm flipH="1" flipV="1">
                    <a:off x="3770" y="1145"/>
                    <a:ext cx="313" cy="756"/>
                  </a:xfrm>
                  <a:custGeom>
                    <a:avLst/>
                    <a:gdLst>
                      <a:gd name="T0" fmla="*/ 0 w 717"/>
                      <a:gd name="T1" fmla="*/ 756 h 756"/>
                      <a:gd name="T2" fmla="*/ 4 w 717"/>
                      <a:gd name="T3" fmla="*/ 167 h 756"/>
                      <a:gd name="T4" fmla="*/ 5 w 717"/>
                      <a:gd name="T5" fmla="*/ 384 h 756"/>
                      <a:gd name="T6" fmla="*/ 7 w 717"/>
                      <a:gd name="T7" fmla="*/ 103 h 756"/>
                      <a:gd name="T8" fmla="*/ 10 w 717"/>
                      <a:gd name="T9" fmla="*/ 519 h 756"/>
                      <a:gd name="T10" fmla="*/ 11 w 717"/>
                      <a:gd name="T11" fmla="*/ 487 h 756"/>
                      <a:gd name="T12" fmla="*/ 11 w 717"/>
                      <a:gd name="T13" fmla="*/ 359 h 756"/>
                      <a:gd name="T14" fmla="*/ 14 w 717"/>
                      <a:gd name="T15" fmla="*/ 71 h 756"/>
                      <a:gd name="T16" fmla="*/ 16 w 717"/>
                      <a:gd name="T17" fmla="*/ 244 h 756"/>
                      <a:gd name="T18" fmla="*/ 17 w 717"/>
                      <a:gd name="T19" fmla="*/ 96 h 756"/>
                      <a:gd name="T20" fmla="*/ 18 w 717"/>
                      <a:gd name="T21" fmla="*/ 615 h 756"/>
                      <a:gd name="T22" fmla="*/ 21 w 717"/>
                      <a:gd name="T23" fmla="*/ 397 h 756"/>
                      <a:gd name="T24" fmla="*/ 24 w 717"/>
                      <a:gd name="T25" fmla="*/ 519 h 756"/>
                      <a:gd name="T26" fmla="*/ 25 w 717"/>
                      <a:gd name="T27" fmla="*/ 308 h 756"/>
                      <a:gd name="T28" fmla="*/ 28 w 717"/>
                      <a:gd name="T29" fmla="*/ 442 h 756"/>
                      <a:gd name="T30" fmla="*/ 29 w 717"/>
                      <a:gd name="T31" fmla="*/ 352 h 756"/>
                      <a:gd name="T32" fmla="*/ 30 w 717"/>
                      <a:gd name="T33" fmla="*/ 384 h 756"/>
                      <a:gd name="T34" fmla="*/ 31 w 717"/>
                      <a:gd name="T35" fmla="*/ 135 h 756"/>
                      <a:gd name="T36" fmla="*/ 33 w 717"/>
                      <a:gd name="T37" fmla="*/ 301 h 756"/>
                      <a:gd name="T38" fmla="*/ 32 w 717"/>
                      <a:gd name="T39" fmla="*/ 519 h 756"/>
                      <a:gd name="T40" fmla="*/ 34 w 717"/>
                      <a:gd name="T41" fmla="*/ 679 h 756"/>
                      <a:gd name="T42" fmla="*/ 36 w 717"/>
                      <a:gd name="T43" fmla="*/ 628 h 756"/>
                      <a:gd name="T44" fmla="*/ 37 w 717"/>
                      <a:gd name="T45" fmla="*/ 480 h 756"/>
                      <a:gd name="T46" fmla="*/ 38 w 717"/>
                      <a:gd name="T47" fmla="*/ 391 h 756"/>
                      <a:gd name="T48" fmla="*/ 36 w 717"/>
                      <a:gd name="T49" fmla="*/ 506 h 756"/>
                      <a:gd name="T50" fmla="*/ 38 w 717"/>
                      <a:gd name="T51" fmla="*/ 352 h 756"/>
                      <a:gd name="T52" fmla="*/ 39 w 717"/>
                      <a:gd name="T53" fmla="*/ 455 h 756"/>
                      <a:gd name="T54" fmla="*/ 41 w 717"/>
                      <a:gd name="T55" fmla="*/ 519 h 756"/>
                      <a:gd name="T56" fmla="*/ 43 w 717"/>
                      <a:gd name="T57" fmla="*/ 410 h 756"/>
                      <a:gd name="T58" fmla="*/ 44 w 717"/>
                      <a:gd name="T59" fmla="*/ 186 h 756"/>
                      <a:gd name="T60" fmla="*/ 45 w 717"/>
                      <a:gd name="T61" fmla="*/ 231 h 756"/>
                      <a:gd name="T62" fmla="*/ 48 w 717"/>
                      <a:gd name="T63" fmla="*/ 148 h 756"/>
                      <a:gd name="T64" fmla="*/ 48 w 717"/>
                      <a:gd name="T65" fmla="*/ 301 h 756"/>
                      <a:gd name="T66" fmla="*/ 48 w 717"/>
                      <a:gd name="T67" fmla="*/ 730 h 756"/>
                      <a:gd name="T68" fmla="*/ 54 w 717"/>
                      <a:gd name="T69" fmla="*/ 0 h 756"/>
                      <a:gd name="T70" fmla="*/ 54 w 717"/>
                      <a:gd name="T71" fmla="*/ 250 h 756"/>
                      <a:gd name="T72" fmla="*/ 55 w 717"/>
                      <a:gd name="T73" fmla="*/ 333 h 756"/>
                      <a:gd name="T74" fmla="*/ 57 w 717"/>
                      <a:gd name="T75" fmla="*/ 192 h 756"/>
                      <a:gd name="T76" fmla="*/ 59 w 717"/>
                      <a:gd name="T77" fmla="*/ 340 h 756"/>
                      <a:gd name="T78" fmla="*/ 58 w 717"/>
                      <a:gd name="T79" fmla="*/ 429 h 756"/>
                      <a:gd name="T80" fmla="*/ 60 w 717"/>
                      <a:gd name="T81" fmla="*/ 461 h 756"/>
                      <a:gd name="T82" fmla="*/ 0 60000 65536"/>
                      <a:gd name="T83" fmla="*/ 0 60000 65536"/>
                      <a:gd name="T84" fmla="*/ 0 60000 65536"/>
                      <a:gd name="T85" fmla="*/ 0 60000 65536"/>
                      <a:gd name="T86" fmla="*/ 0 60000 65536"/>
                      <a:gd name="T87" fmla="*/ 0 60000 65536"/>
                      <a:gd name="T88" fmla="*/ 0 60000 65536"/>
                      <a:gd name="T89" fmla="*/ 0 60000 65536"/>
                      <a:gd name="T90" fmla="*/ 0 60000 65536"/>
                      <a:gd name="T91" fmla="*/ 0 60000 65536"/>
                      <a:gd name="T92" fmla="*/ 0 60000 65536"/>
                      <a:gd name="T93" fmla="*/ 0 60000 65536"/>
                      <a:gd name="T94" fmla="*/ 0 60000 65536"/>
                      <a:gd name="T95" fmla="*/ 0 60000 65536"/>
                      <a:gd name="T96" fmla="*/ 0 60000 65536"/>
                      <a:gd name="T97" fmla="*/ 0 60000 65536"/>
                      <a:gd name="T98" fmla="*/ 0 60000 65536"/>
                      <a:gd name="T99" fmla="*/ 0 60000 65536"/>
                      <a:gd name="T100" fmla="*/ 0 60000 65536"/>
                      <a:gd name="T101" fmla="*/ 0 60000 65536"/>
                      <a:gd name="T102" fmla="*/ 0 60000 65536"/>
                      <a:gd name="T103" fmla="*/ 0 60000 65536"/>
                      <a:gd name="T104" fmla="*/ 0 60000 65536"/>
                      <a:gd name="T105" fmla="*/ 0 60000 65536"/>
                      <a:gd name="T106" fmla="*/ 0 60000 65536"/>
                      <a:gd name="T107" fmla="*/ 0 60000 65536"/>
                      <a:gd name="T108" fmla="*/ 0 60000 65536"/>
                      <a:gd name="T109" fmla="*/ 0 60000 65536"/>
                      <a:gd name="T110" fmla="*/ 0 60000 65536"/>
                      <a:gd name="T111" fmla="*/ 0 60000 65536"/>
                      <a:gd name="T112" fmla="*/ 0 60000 65536"/>
                      <a:gd name="T113" fmla="*/ 0 60000 65536"/>
                      <a:gd name="T114" fmla="*/ 0 60000 65536"/>
                      <a:gd name="T115" fmla="*/ 0 60000 65536"/>
                      <a:gd name="T116" fmla="*/ 0 60000 65536"/>
                      <a:gd name="T117" fmla="*/ 0 60000 65536"/>
                      <a:gd name="T118" fmla="*/ 0 60000 65536"/>
                      <a:gd name="T119" fmla="*/ 0 60000 65536"/>
                      <a:gd name="T120" fmla="*/ 0 60000 65536"/>
                      <a:gd name="T121" fmla="*/ 0 60000 65536"/>
                      <a:gd name="T122" fmla="*/ 0 60000 65536"/>
                      <a:gd name="T123" fmla="*/ 0 w 717"/>
                      <a:gd name="T124" fmla="*/ 0 h 756"/>
                      <a:gd name="T125" fmla="*/ 717 w 717"/>
                      <a:gd name="T126" fmla="*/ 756 h 756"/>
                    </a:gdLst>
                    <a:ahLst/>
                    <a:cxnLst>
                      <a:cxn ang="T82">
                        <a:pos x="T0" y="T1"/>
                      </a:cxn>
                      <a:cxn ang="T83">
                        <a:pos x="T2" y="T3"/>
                      </a:cxn>
                      <a:cxn ang="T84">
                        <a:pos x="T4" y="T5"/>
                      </a:cxn>
                      <a:cxn ang="T85">
                        <a:pos x="T6" y="T7"/>
                      </a:cxn>
                      <a:cxn ang="T86">
                        <a:pos x="T8" y="T9"/>
                      </a:cxn>
                      <a:cxn ang="T87">
                        <a:pos x="T10" y="T11"/>
                      </a:cxn>
                      <a:cxn ang="T88">
                        <a:pos x="T12" y="T13"/>
                      </a:cxn>
                      <a:cxn ang="T89">
                        <a:pos x="T14" y="T15"/>
                      </a:cxn>
                      <a:cxn ang="T90">
                        <a:pos x="T16" y="T17"/>
                      </a:cxn>
                      <a:cxn ang="T91">
                        <a:pos x="T18" y="T19"/>
                      </a:cxn>
                      <a:cxn ang="T92">
                        <a:pos x="T20" y="T21"/>
                      </a:cxn>
                      <a:cxn ang="T93">
                        <a:pos x="T22" y="T23"/>
                      </a:cxn>
                      <a:cxn ang="T94">
                        <a:pos x="T24" y="T25"/>
                      </a:cxn>
                      <a:cxn ang="T95">
                        <a:pos x="T26" y="T27"/>
                      </a:cxn>
                      <a:cxn ang="T96">
                        <a:pos x="T28" y="T29"/>
                      </a:cxn>
                      <a:cxn ang="T97">
                        <a:pos x="T30" y="T31"/>
                      </a:cxn>
                      <a:cxn ang="T98">
                        <a:pos x="T32" y="T33"/>
                      </a:cxn>
                      <a:cxn ang="T99">
                        <a:pos x="T34" y="T35"/>
                      </a:cxn>
                      <a:cxn ang="T100">
                        <a:pos x="T36" y="T37"/>
                      </a:cxn>
                      <a:cxn ang="T101">
                        <a:pos x="T38" y="T39"/>
                      </a:cxn>
                      <a:cxn ang="T102">
                        <a:pos x="T40" y="T41"/>
                      </a:cxn>
                      <a:cxn ang="T103">
                        <a:pos x="T42" y="T43"/>
                      </a:cxn>
                      <a:cxn ang="T104">
                        <a:pos x="T44" y="T45"/>
                      </a:cxn>
                      <a:cxn ang="T105">
                        <a:pos x="T46" y="T47"/>
                      </a:cxn>
                      <a:cxn ang="T106">
                        <a:pos x="T48" y="T49"/>
                      </a:cxn>
                      <a:cxn ang="T107">
                        <a:pos x="T50" y="T51"/>
                      </a:cxn>
                      <a:cxn ang="T108">
                        <a:pos x="T52" y="T53"/>
                      </a:cxn>
                      <a:cxn ang="T109">
                        <a:pos x="T54" y="T55"/>
                      </a:cxn>
                      <a:cxn ang="T110">
                        <a:pos x="T56" y="T57"/>
                      </a:cxn>
                      <a:cxn ang="T111">
                        <a:pos x="T58" y="T59"/>
                      </a:cxn>
                      <a:cxn ang="T112">
                        <a:pos x="T60" y="T61"/>
                      </a:cxn>
                      <a:cxn ang="T113">
                        <a:pos x="T62" y="T63"/>
                      </a:cxn>
                      <a:cxn ang="T114">
                        <a:pos x="T64" y="T65"/>
                      </a:cxn>
                      <a:cxn ang="T115">
                        <a:pos x="T66" y="T67"/>
                      </a:cxn>
                      <a:cxn ang="T116">
                        <a:pos x="T68" y="T69"/>
                      </a:cxn>
                      <a:cxn ang="T117">
                        <a:pos x="T70" y="T71"/>
                      </a:cxn>
                      <a:cxn ang="T118">
                        <a:pos x="T72" y="T73"/>
                      </a:cxn>
                      <a:cxn ang="T119">
                        <a:pos x="T74" y="T75"/>
                      </a:cxn>
                      <a:cxn ang="T120">
                        <a:pos x="T76" y="T77"/>
                      </a:cxn>
                      <a:cxn ang="T121">
                        <a:pos x="T78" y="T79"/>
                      </a:cxn>
                      <a:cxn ang="T122">
                        <a:pos x="T80" y="T81"/>
                      </a:cxn>
                    </a:cxnLst>
                    <a:rect l="T123" t="T124" r="T125" b="T126"/>
                    <a:pathLst>
                      <a:path w="717" h="756">
                        <a:moveTo>
                          <a:pt x="0" y="756"/>
                        </a:moveTo>
                        <a:lnTo>
                          <a:pt x="52" y="167"/>
                        </a:lnTo>
                        <a:lnTo>
                          <a:pt x="64" y="384"/>
                        </a:lnTo>
                        <a:lnTo>
                          <a:pt x="90" y="103"/>
                        </a:lnTo>
                        <a:lnTo>
                          <a:pt x="116" y="519"/>
                        </a:lnTo>
                        <a:lnTo>
                          <a:pt x="135" y="487"/>
                        </a:lnTo>
                        <a:lnTo>
                          <a:pt x="135" y="359"/>
                        </a:lnTo>
                        <a:lnTo>
                          <a:pt x="167" y="71"/>
                        </a:lnTo>
                        <a:lnTo>
                          <a:pt x="192" y="244"/>
                        </a:lnTo>
                        <a:lnTo>
                          <a:pt x="205" y="96"/>
                        </a:lnTo>
                        <a:lnTo>
                          <a:pt x="218" y="615"/>
                        </a:lnTo>
                        <a:lnTo>
                          <a:pt x="244" y="397"/>
                        </a:lnTo>
                        <a:lnTo>
                          <a:pt x="282" y="519"/>
                        </a:lnTo>
                        <a:lnTo>
                          <a:pt x="308" y="308"/>
                        </a:lnTo>
                        <a:lnTo>
                          <a:pt x="333" y="442"/>
                        </a:lnTo>
                        <a:lnTo>
                          <a:pt x="346" y="352"/>
                        </a:lnTo>
                        <a:lnTo>
                          <a:pt x="365" y="384"/>
                        </a:lnTo>
                        <a:lnTo>
                          <a:pt x="378" y="135"/>
                        </a:lnTo>
                        <a:lnTo>
                          <a:pt x="391" y="301"/>
                        </a:lnTo>
                        <a:lnTo>
                          <a:pt x="384" y="519"/>
                        </a:lnTo>
                        <a:lnTo>
                          <a:pt x="404" y="679"/>
                        </a:lnTo>
                        <a:lnTo>
                          <a:pt x="429" y="628"/>
                        </a:lnTo>
                        <a:lnTo>
                          <a:pt x="442" y="480"/>
                        </a:lnTo>
                        <a:lnTo>
                          <a:pt x="455" y="391"/>
                        </a:lnTo>
                        <a:lnTo>
                          <a:pt x="436" y="506"/>
                        </a:lnTo>
                        <a:lnTo>
                          <a:pt x="461" y="352"/>
                        </a:lnTo>
                        <a:lnTo>
                          <a:pt x="474" y="455"/>
                        </a:lnTo>
                        <a:lnTo>
                          <a:pt x="493" y="519"/>
                        </a:lnTo>
                        <a:lnTo>
                          <a:pt x="512" y="410"/>
                        </a:lnTo>
                        <a:lnTo>
                          <a:pt x="532" y="186"/>
                        </a:lnTo>
                        <a:lnTo>
                          <a:pt x="544" y="231"/>
                        </a:lnTo>
                        <a:lnTo>
                          <a:pt x="570" y="148"/>
                        </a:lnTo>
                        <a:lnTo>
                          <a:pt x="576" y="301"/>
                        </a:lnTo>
                        <a:lnTo>
                          <a:pt x="576" y="730"/>
                        </a:lnTo>
                        <a:lnTo>
                          <a:pt x="647" y="0"/>
                        </a:lnTo>
                        <a:lnTo>
                          <a:pt x="647" y="250"/>
                        </a:lnTo>
                        <a:lnTo>
                          <a:pt x="660" y="333"/>
                        </a:lnTo>
                        <a:lnTo>
                          <a:pt x="685" y="192"/>
                        </a:lnTo>
                        <a:lnTo>
                          <a:pt x="711" y="340"/>
                        </a:lnTo>
                        <a:lnTo>
                          <a:pt x="698" y="429"/>
                        </a:lnTo>
                        <a:lnTo>
                          <a:pt x="717" y="461"/>
                        </a:lnTo>
                      </a:path>
                    </a:pathLst>
                  </a:custGeom>
                  <a:noFill/>
                  <a:ln w="9525">
                    <a:solidFill>
                      <a:srgbClr val="FF0000"/>
                    </a:solidFill>
                    <a:round/>
                    <a:headEnd/>
                    <a:tailEnd/>
                  </a:ln>
                </p:spPr>
                <p:txBody>
                  <a:bodyPr/>
                  <a:lstStyle/>
                  <a:p>
                    <a:endParaRPr lang="en-GB" sz="1600"/>
                  </a:p>
                </p:txBody>
              </p:sp>
              <p:sp>
                <p:nvSpPr>
                  <p:cNvPr id="14603" name="Freeform 171"/>
                  <p:cNvSpPr>
                    <a:spLocks/>
                  </p:cNvSpPr>
                  <p:nvPr/>
                </p:nvSpPr>
                <p:spPr bwMode="auto">
                  <a:xfrm flipH="1">
                    <a:off x="4077" y="1119"/>
                    <a:ext cx="313" cy="756"/>
                  </a:xfrm>
                  <a:custGeom>
                    <a:avLst/>
                    <a:gdLst>
                      <a:gd name="T0" fmla="*/ 0 w 717"/>
                      <a:gd name="T1" fmla="*/ 756 h 756"/>
                      <a:gd name="T2" fmla="*/ 4 w 717"/>
                      <a:gd name="T3" fmla="*/ 167 h 756"/>
                      <a:gd name="T4" fmla="*/ 5 w 717"/>
                      <a:gd name="T5" fmla="*/ 384 h 756"/>
                      <a:gd name="T6" fmla="*/ 7 w 717"/>
                      <a:gd name="T7" fmla="*/ 103 h 756"/>
                      <a:gd name="T8" fmla="*/ 10 w 717"/>
                      <a:gd name="T9" fmla="*/ 519 h 756"/>
                      <a:gd name="T10" fmla="*/ 11 w 717"/>
                      <a:gd name="T11" fmla="*/ 487 h 756"/>
                      <a:gd name="T12" fmla="*/ 11 w 717"/>
                      <a:gd name="T13" fmla="*/ 359 h 756"/>
                      <a:gd name="T14" fmla="*/ 14 w 717"/>
                      <a:gd name="T15" fmla="*/ 71 h 756"/>
                      <a:gd name="T16" fmla="*/ 16 w 717"/>
                      <a:gd name="T17" fmla="*/ 244 h 756"/>
                      <a:gd name="T18" fmla="*/ 17 w 717"/>
                      <a:gd name="T19" fmla="*/ 96 h 756"/>
                      <a:gd name="T20" fmla="*/ 18 w 717"/>
                      <a:gd name="T21" fmla="*/ 615 h 756"/>
                      <a:gd name="T22" fmla="*/ 21 w 717"/>
                      <a:gd name="T23" fmla="*/ 397 h 756"/>
                      <a:gd name="T24" fmla="*/ 24 w 717"/>
                      <a:gd name="T25" fmla="*/ 519 h 756"/>
                      <a:gd name="T26" fmla="*/ 25 w 717"/>
                      <a:gd name="T27" fmla="*/ 308 h 756"/>
                      <a:gd name="T28" fmla="*/ 28 w 717"/>
                      <a:gd name="T29" fmla="*/ 442 h 756"/>
                      <a:gd name="T30" fmla="*/ 29 w 717"/>
                      <a:gd name="T31" fmla="*/ 352 h 756"/>
                      <a:gd name="T32" fmla="*/ 30 w 717"/>
                      <a:gd name="T33" fmla="*/ 384 h 756"/>
                      <a:gd name="T34" fmla="*/ 31 w 717"/>
                      <a:gd name="T35" fmla="*/ 135 h 756"/>
                      <a:gd name="T36" fmla="*/ 33 w 717"/>
                      <a:gd name="T37" fmla="*/ 301 h 756"/>
                      <a:gd name="T38" fmla="*/ 32 w 717"/>
                      <a:gd name="T39" fmla="*/ 519 h 756"/>
                      <a:gd name="T40" fmla="*/ 34 w 717"/>
                      <a:gd name="T41" fmla="*/ 679 h 756"/>
                      <a:gd name="T42" fmla="*/ 36 w 717"/>
                      <a:gd name="T43" fmla="*/ 628 h 756"/>
                      <a:gd name="T44" fmla="*/ 37 w 717"/>
                      <a:gd name="T45" fmla="*/ 480 h 756"/>
                      <a:gd name="T46" fmla="*/ 38 w 717"/>
                      <a:gd name="T47" fmla="*/ 391 h 756"/>
                      <a:gd name="T48" fmla="*/ 36 w 717"/>
                      <a:gd name="T49" fmla="*/ 506 h 756"/>
                      <a:gd name="T50" fmla="*/ 38 w 717"/>
                      <a:gd name="T51" fmla="*/ 352 h 756"/>
                      <a:gd name="T52" fmla="*/ 39 w 717"/>
                      <a:gd name="T53" fmla="*/ 455 h 756"/>
                      <a:gd name="T54" fmla="*/ 41 w 717"/>
                      <a:gd name="T55" fmla="*/ 519 h 756"/>
                      <a:gd name="T56" fmla="*/ 43 w 717"/>
                      <a:gd name="T57" fmla="*/ 410 h 756"/>
                      <a:gd name="T58" fmla="*/ 44 w 717"/>
                      <a:gd name="T59" fmla="*/ 186 h 756"/>
                      <a:gd name="T60" fmla="*/ 45 w 717"/>
                      <a:gd name="T61" fmla="*/ 231 h 756"/>
                      <a:gd name="T62" fmla="*/ 48 w 717"/>
                      <a:gd name="T63" fmla="*/ 148 h 756"/>
                      <a:gd name="T64" fmla="*/ 48 w 717"/>
                      <a:gd name="T65" fmla="*/ 301 h 756"/>
                      <a:gd name="T66" fmla="*/ 48 w 717"/>
                      <a:gd name="T67" fmla="*/ 730 h 756"/>
                      <a:gd name="T68" fmla="*/ 54 w 717"/>
                      <a:gd name="T69" fmla="*/ 0 h 756"/>
                      <a:gd name="T70" fmla="*/ 54 w 717"/>
                      <a:gd name="T71" fmla="*/ 250 h 756"/>
                      <a:gd name="T72" fmla="*/ 55 w 717"/>
                      <a:gd name="T73" fmla="*/ 333 h 756"/>
                      <a:gd name="T74" fmla="*/ 57 w 717"/>
                      <a:gd name="T75" fmla="*/ 192 h 756"/>
                      <a:gd name="T76" fmla="*/ 59 w 717"/>
                      <a:gd name="T77" fmla="*/ 340 h 756"/>
                      <a:gd name="T78" fmla="*/ 58 w 717"/>
                      <a:gd name="T79" fmla="*/ 429 h 756"/>
                      <a:gd name="T80" fmla="*/ 60 w 717"/>
                      <a:gd name="T81" fmla="*/ 461 h 756"/>
                      <a:gd name="T82" fmla="*/ 0 60000 65536"/>
                      <a:gd name="T83" fmla="*/ 0 60000 65536"/>
                      <a:gd name="T84" fmla="*/ 0 60000 65536"/>
                      <a:gd name="T85" fmla="*/ 0 60000 65536"/>
                      <a:gd name="T86" fmla="*/ 0 60000 65536"/>
                      <a:gd name="T87" fmla="*/ 0 60000 65536"/>
                      <a:gd name="T88" fmla="*/ 0 60000 65536"/>
                      <a:gd name="T89" fmla="*/ 0 60000 65536"/>
                      <a:gd name="T90" fmla="*/ 0 60000 65536"/>
                      <a:gd name="T91" fmla="*/ 0 60000 65536"/>
                      <a:gd name="T92" fmla="*/ 0 60000 65536"/>
                      <a:gd name="T93" fmla="*/ 0 60000 65536"/>
                      <a:gd name="T94" fmla="*/ 0 60000 65536"/>
                      <a:gd name="T95" fmla="*/ 0 60000 65536"/>
                      <a:gd name="T96" fmla="*/ 0 60000 65536"/>
                      <a:gd name="T97" fmla="*/ 0 60000 65536"/>
                      <a:gd name="T98" fmla="*/ 0 60000 65536"/>
                      <a:gd name="T99" fmla="*/ 0 60000 65536"/>
                      <a:gd name="T100" fmla="*/ 0 60000 65536"/>
                      <a:gd name="T101" fmla="*/ 0 60000 65536"/>
                      <a:gd name="T102" fmla="*/ 0 60000 65536"/>
                      <a:gd name="T103" fmla="*/ 0 60000 65536"/>
                      <a:gd name="T104" fmla="*/ 0 60000 65536"/>
                      <a:gd name="T105" fmla="*/ 0 60000 65536"/>
                      <a:gd name="T106" fmla="*/ 0 60000 65536"/>
                      <a:gd name="T107" fmla="*/ 0 60000 65536"/>
                      <a:gd name="T108" fmla="*/ 0 60000 65536"/>
                      <a:gd name="T109" fmla="*/ 0 60000 65536"/>
                      <a:gd name="T110" fmla="*/ 0 60000 65536"/>
                      <a:gd name="T111" fmla="*/ 0 60000 65536"/>
                      <a:gd name="T112" fmla="*/ 0 60000 65536"/>
                      <a:gd name="T113" fmla="*/ 0 60000 65536"/>
                      <a:gd name="T114" fmla="*/ 0 60000 65536"/>
                      <a:gd name="T115" fmla="*/ 0 60000 65536"/>
                      <a:gd name="T116" fmla="*/ 0 60000 65536"/>
                      <a:gd name="T117" fmla="*/ 0 60000 65536"/>
                      <a:gd name="T118" fmla="*/ 0 60000 65536"/>
                      <a:gd name="T119" fmla="*/ 0 60000 65536"/>
                      <a:gd name="T120" fmla="*/ 0 60000 65536"/>
                      <a:gd name="T121" fmla="*/ 0 60000 65536"/>
                      <a:gd name="T122" fmla="*/ 0 60000 65536"/>
                      <a:gd name="T123" fmla="*/ 0 w 717"/>
                      <a:gd name="T124" fmla="*/ 0 h 756"/>
                      <a:gd name="T125" fmla="*/ 717 w 717"/>
                      <a:gd name="T126" fmla="*/ 756 h 756"/>
                    </a:gdLst>
                    <a:ahLst/>
                    <a:cxnLst>
                      <a:cxn ang="T82">
                        <a:pos x="T0" y="T1"/>
                      </a:cxn>
                      <a:cxn ang="T83">
                        <a:pos x="T2" y="T3"/>
                      </a:cxn>
                      <a:cxn ang="T84">
                        <a:pos x="T4" y="T5"/>
                      </a:cxn>
                      <a:cxn ang="T85">
                        <a:pos x="T6" y="T7"/>
                      </a:cxn>
                      <a:cxn ang="T86">
                        <a:pos x="T8" y="T9"/>
                      </a:cxn>
                      <a:cxn ang="T87">
                        <a:pos x="T10" y="T11"/>
                      </a:cxn>
                      <a:cxn ang="T88">
                        <a:pos x="T12" y="T13"/>
                      </a:cxn>
                      <a:cxn ang="T89">
                        <a:pos x="T14" y="T15"/>
                      </a:cxn>
                      <a:cxn ang="T90">
                        <a:pos x="T16" y="T17"/>
                      </a:cxn>
                      <a:cxn ang="T91">
                        <a:pos x="T18" y="T19"/>
                      </a:cxn>
                      <a:cxn ang="T92">
                        <a:pos x="T20" y="T21"/>
                      </a:cxn>
                      <a:cxn ang="T93">
                        <a:pos x="T22" y="T23"/>
                      </a:cxn>
                      <a:cxn ang="T94">
                        <a:pos x="T24" y="T25"/>
                      </a:cxn>
                      <a:cxn ang="T95">
                        <a:pos x="T26" y="T27"/>
                      </a:cxn>
                      <a:cxn ang="T96">
                        <a:pos x="T28" y="T29"/>
                      </a:cxn>
                      <a:cxn ang="T97">
                        <a:pos x="T30" y="T31"/>
                      </a:cxn>
                      <a:cxn ang="T98">
                        <a:pos x="T32" y="T33"/>
                      </a:cxn>
                      <a:cxn ang="T99">
                        <a:pos x="T34" y="T35"/>
                      </a:cxn>
                      <a:cxn ang="T100">
                        <a:pos x="T36" y="T37"/>
                      </a:cxn>
                      <a:cxn ang="T101">
                        <a:pos x="T38" y="T39"/>
                      </a:cxn>
                      <a:cxn ang="T102">
                        <a:pos x="T40" y="T41"/>
                      </a:cxn>
                      <a:cxn ang="T103">
                        <a:pos x="T42" y="T43"/>
                      </a:cxn>
                      <a:cxn ang="T104">
                        <a:pos x="T44" y="T45"/>
                      </a:cxn>
                      <a:cxn ang="T105">
                        <a:pos x="T46" y="T47"/>
                      </a:cxn>
                      <a:cxn ang="T106">
                        <a:pos x="T48" y="T49"/>
                      </a:cxn>
                      <a:cxn ang="T107">
                        <a:pos x="T50" y="T51"/>
                      </a:cxn>
                      <a:cxn ang="T108">
                        <a:pos x="T52" y="T53"/>
                      </a:cxn>
                      <a:cxn ang="T109">
                        <a:pos x="T54" y="T55"/>
                      </a:cxn>
                      <a:cxn ang="T110">
                        <a:pos x="T56" y="T57"/>
                      </a:cxn>
                      <a:cxn ang="T111">
                        <a:pos x="T58" y="T59"/>
                      </a:cxn>
                      <a:cxn ang="T112">
                        <a:pos x="T60" y="T61"/>
                      </a:cxn>
                      <a:cxn ang="T113">
                        <a:pos x="T62" y="T63"/>
                      </a:cxn>
                      <a:cxn ang="T114">
                        <a:pos x="T64" y="T65"/>
                      </a:cxn>
                      <a:cxn ang="T115">
                        <a:pos x="T66" y="T67"/>
                      </a:cxn>
                      <a:cxn ang="T116">
                        <a:pos x="T68" y="T69"/>
                      </a:cxn>
                      <a:cxn ang="T117">
                        <a:pos x="T70" y="T71"/>
                      </a:cxn>
                      <a:cxn ang="T118">
                        <a:pos x="T72" y="T73"/>
                      </a:cxn>
                      <a:cxn ang="T119">
                        <a:pos x="T74" y="T75"/>
                      </a:cxn>
                      <a:cxn ang="T120">
                        <a:pos x="T76" y="T77"/>
                      </a:cxn>
                      <a:cxn ang="T121">
                        <a:pos x="T78" y="T79"/>
                      </a:cxn>
                      <a:cxn ang="T122">
                        <a:pos x="T80" y="T81"/>
                      </a:cxn>
                    </a:cxnLst>
                    <a:rect l="T123" t="T124" r="T125" b="T126"/>
                    <a:pathLst>
                      <a:path w="717" h="756">
                        <a:moveTo>
                          <a:pt x="0" y="756"/>
                        </a:moveTo>
                        <a:lnTo>
                          <a:pt x="52" y="167"/>
                        </a:lnTo>
                        <a:lnTo>
                          <a:pt x="64" y="384"/>
                        </a:lnTo>
                        <a:lnTo>
                          <a:pt x="90" y="103"/>
                        </a:lnTo>
                        <a:lnTo>
                          <a:pt x="116" y="519"/>
                        </a:lnTo>
                        <a:lnTo>
                          <a:pt x="135" y="487"/>
                        </a:lnTo>
                        <a:lnTo>
                          <a:pt x="135" y="359"/>
                        </a:lnTo>
                        <a:lnTo>
                          <a:pt x="167" y="71"/>
                        </a:lnTo>
                        <a:lnTo>
                          <a:pt x="192" y="244"/>
                        </a:lnTo>
                        <a:lnTo>
                          <a:pt x="205" y="96"/>
                        </a:lnTo>
                        <a:lnTo>
                          <a:pt x="218" y="615"/>
                        </a:lnTo>
                        <a:lnTo>
                          <a:pt x="244" y="397"/>
                        </a:lnTo>
                        <a:lnTo>
                          <a:pt x="282" y="519"/>
                        </a:lnTo>
                        <a:lnTo>
                          <a:pt x="308" y="308"/>
                        </a:lnTo>
                        <a:lnTo>
                          <a:pt x="333" y="442"/>
                        </a:lnTo>
                        <a:lnTo>
                          <a:pt x="346" y="352"/>
                        </a:lnTo>
                        <a:lnTo>
                          <a:pt x="365" y="384"/>
                        </a:lnTo>
                        <a:lnTo>
                          <a:pt x="378" y="135"/>
                        </a:lnTo>
                        <a:lnTo>
                          <a:pt x="391" y="301"/>
                        </a:lnTo>
                        <a:lnTo>
                          <a:pt x="384" y="519"/>
                        </a:lnTo>
                        <a:lnTo>
                          <a:pt x="404" y="679"/>
                        </a:lnTo>
                        <a:lnTo>
                          <a:pt x="429" y="628"/>
                        </a:lnTo>
                        <a:lnTo>
                          <a:pt x="442" y="480"/>
                        </a:lnTo>
                        <a:lnTo>
                          <a:pt x="455" y="391"/>
                        </a:lnTo>
                        <a:lnTo>
                          <a:pt x="436" y="506"/>
                        </a:lnTo>
                        <a:lnTo>
                          <a:pt x="461" y="352"/>
                        </a:lnTo>
                        <a:lnTo>
                          <a:pt x="474" y="455"/>
                        </a:lnTo>
                        <a:lnTo>
                          <a:pt x="493" y="519"/>
                        </a:lnTo>
                        <a:lnTo>
                          <a:pt x="512" y="410"/>
                        </a:lnTo>
                        <a:lnTo>
                          <a:pt x="532" y="186"/>
                        </a:lnTo>
                        <a:lnTo>
                          <a:pt x="544" y="231"/>
                        </a:lnTo>
                        <a:lnTo>
                          <a:pt x="570" y="148"/>
                        </a:lnTo>
                        <a:lnTo>
                          <a:pt x="576" y="301"/>
                        </a:lnTo>
                        <a:lnTo>
                          <a:pt x="576" y="730"/>
                        </a:lnTo>
                        <a:lnTo>
                          <a:pt x="647" y="0"/>
                        </a:lnTo>
                        <a:lnTo>
                          <a:pt x="647" y="250"/>
                        </a:lnTo>
                        <a:lnTo>
                          <a:pt x="660" y="333"/>
                        </a:lnTo>
                        <a:lnTo>
                          <a:pt x="685" y="192"/>
                        </a:lnTo>
                        <a:lnTo>
                          <a:pt x="711" y="340"/>
                        </a:lnTo>
                        <a:lnTo>
                          <a:pt x="698" y="429"/>
                        </a:lnTo>
                        <a:lnTo>
                          <a:pt x="717" y="461"/>
                        </a:lnTo>
                      </a:path>
                    </a:pathLst>
                  </a:custGeom>
                  <a:noFill/>
                  <a:ln w="9525">
                    <a:solidFill>
                      <a:srgbClr val="FF0000"/>
                    </a:solidFill>
                    <a:round/>
                    <a:headEnd/>
                    <a:tailEnd/>
                  </a:ln>
                </p:spPr>
                <p:txBody>
                  <a:bodyPr/>
                  <a:lstStyle/>
                  <a:p>
                    <a:endParaRPr lang="en-GB" sz="1600"/>
                  </a:p>
                </p:txBody>
              </p:sp>
              <p:sp>
                <p:nvSpPr>
                  <p:cNvPr id="14604" name="Freeform 172"/>
                  <p:cNvSpPr>
                    <a:spLocks/>
                  </p:cNvSpPr>
                  <p:nvPr/>
                </p:nvSpPr>
                <p:spPr bwMode="auto">
                  <a:xfrm flipV="1">
                    <a:off x="4385" y="1138"/>
                    <a:ext cx="313" cy="756"/>
                  </a:xfrm>
                  <a:custGeom>
                    <a:avLst/>
                    <a:gdLst>
                      <a:gd name="T0" fmla="*/ 0 w 717"/>
                      <a:gd name="T1" fmla="*/ 756 h 756"/>
                      <a:gd name="T2" fmla="*/ 4 w 717"/>
                      <a:gd name="T3" fmla="*/ 167 h 756"/>
                      <a:gd name="T4" fmla="*/ 5 w 717"/>
                      <a:gd name="T5" fmla="*/ 384 h 756"/>
                      <a:gd name="T6" fmla="*/ 7 w 717"/>
                      <a:gd name="T7" fmla="*/ 103 h 756"/>
                      <a:gd name="T8" fmla="*/ 10 w 717"/>
                      <a:gd name="T9" fmla="*/ 519 h 756"/>
                      <a:gd name="T10" fmla="*/ 11 w 717"/>
                      <a:gd name="T11" fmla="*/ 487 h 756"/>
                      <a:gd name="T12" fmla="*/ 11 w 717"/>
                      <a:gd name="T13" fmla="*/ 359 h 756"/>
                      <a:gd name="T14" fmla="*/ 14 w 717"/>
                      <a:gd name="T15" fmla="*/ 71 h 756"/>
                      <a:gd name="T16" fmla="*/ 16 w 717"/>
                      <a:gd name="T17" fmla="*/ 244 h 756"/>
                      <a:gd name="T18" fmla="*/ 17 w 717"/>
                      <a:gd name="T19" fmla="*/ 96 h 756"/>
                      <a:gd name="T20" fmla="*/ 18 w 717"/>
                      <a:gd name="T21" fmla="*/ 615 h 756"/>
                      <a:gd name="T22" fmla="*/ 21 w 717"/>
                      <a:gd name="T23" fmla="*/ 397 h 756"/>
                      <a:gd name="T24" fmla="*/ 24 w 717"/>
                      <a:gd name="T25" fmla="*/ 519 h 756"/>
                      <a:gd name="T26" fmla="*/ 25 w 717"/>
                      <a:gd name="T27" fmla="*/ 308 h 756"/>
                      <a:gd name="T28" fmla="*/ 28 w 717"/>
                      <a:gd name="T29" fmla="*/ 442 h 756"/>
                      <a:gd name="T30" fmla="*/ 29 w 717"/>
                      <a:gd name="T31" fmla="*/ 352 h 756"/>
                      <a:gd name="T32" fmla="*/ 30 w 717"/>
                      <a:gd name="T33" fmla="*/ 384 h 756"/>
                      <a:gd name="T34" fmla="*/ 31 w 717"/>
                      <a:gd name="T35" fmla="*/ 135 h 756"/>
                      <a:gd name="T36" fmla="*/ 33 w 717"/>
                      <a:gd name="T37" fmla="*/ 301 h 756"/>
                      <a:gd name="T38" fmla="*/ 32 w 717"/>
                      <a:gd name="T39" fmla="*/ 519 h 756"/>
                      <a:gd name="T40" fmla="*/ 34 w 717"/>
                      <a:gd name="T41" fmla="*/ 679 h 756"/>
                      <a:gd name="T42" fmla="*/ 36 w 717"/>
                      <a:gd name="T43" fmla="*/ 628 h 756"/>
                      <a:gd name="T44" fmla="*/ 37 w 717"/>
                      <a:gd name="T45" fmla="*/ 480 h 756"/>
                      <a:gd name="T46" fmla="*/ 38 w 717"/>
                      <a:gd name="T47" fmla="*/ 391 h 756"/>
                      <a:gd name="T48" fmla="*/ 36 w 717"/>
                      <a:gd name="T49" fmla="*/ 506 h 756"/>
                      <a:gd name="T50" fmla="*/ 38 w 717"/>
                      <a:gd name="T51" fmla="*/ 352 h 756"/>
                      <a:gd name="T52" fmla="*/ 39 w 717"/>
                      <a:gd name="T53" fmla="*/ 455 h 756"/>
                      <a:gd name="T54" fmla="*/ 41 w 717"/>
                      <a:gd name="T55" fmla="*/ 519 h 756"/>
                      <a:gd name="T56" fmla="*/ 43 w 717"/>
                      <a:gd name="T57" fmla="*/ 410 h 756"/>
                      <a:gd name="T58" fmla="*/ 44 w 717"/>
                      <a:gd name="T59" fmla="*/ 186 h 756"/>
                      <a:gd name="T60" fmla="*/ 45 w 717"/>
                      <a:gd name="T61" fmla="*/ 231 h 756"/>
                      <a:gd name="T62" fmla="*/ 48 w 717"/>
                      <a:gd name="T63" fmla="*/ 148 h 756"/>
                      <a:gd name="T64" fmla="*/ 48 w 717"/>
                      <a:gd name="T65" fmla="*/ 301 h 756"/>
                      <a:gd name="T66" fmla="*/ 48 w 717"/>
                      <a:gd name="T67" fmla="*/ 730 h 756"/>
                      <a:gd name="T68" fmla="*/ 54 w 717"/>
                      <a:gd name="T69" fmla="*/ 0 h 756"/>
                      <a:gd name="T70" fmla="*/ 54 w 717"/>
                      <a:gd name="T71" fmla="*/ 250 h 756"/>
                      <a:gd name="T72" fmla="*/ 55 w 717"/>
                      <a:gd name="T73" fmla="*/ 333 h 756"/>
                      <a:gd name="T74" fmla="*/ 57 w 717"/>
                      <a:gd name="T75" fmla="*/ 192 h 756"/>
                      <a:gd name="T76" fmla="*/ 59 w 717"/>
                      <a:gd name="T77" fmla="*/ 340 h 756"/>
                      <a:gd name="T78" fmla="*/ 58 w 717"/>
                      <a:gd name="T79" fmla="*/ 429 h 756"/>
                      <a:gd name="T80" fmla="*/ 60 w 717"/>
                      <a:gd name="T81" fmla="*/ 461 h 756"/>
                      <a:gd name="T82" fmla="*/ 0 60000 65536"/>
                      <a:gd name="T83" fmla="*/ 0 60000 65536"/>
                      <a:gd name="T84" fmla="*/ 0 60000 65536"/>
                      <a:gd name="T85" fmla="*/ 0 60000 65536"/>
                      <a:gd name="T86" fmla="*/ 0 60000 65536"/>
                      <a:gd name="T87" fmla="*/ 0 60000 65536"/>
                      <a:gd name="T88" fmla="*/ 0 60000 65536"/>
                      <a:gd name="T89" fmla="*/ 0 60000 65536"/>
                      <a:gd name="T90" fmla="*/ 0 60000 65536"/>
                      <a:gd name="T91" fmla="*/ 0 60000 65536"/>
                      <a:gd name="T92" fmla="*/ 0 60000 65536"/>
                      <a:gd name="T93" fmla="*/ 0 60000 65536"/>
                      <a:gd name="T94" fmla="*/ 0 60000 65536"/>
                      <a:gd name="T95" fmla="*/ 0 60000 65536"/>
                      <a:gd name="T96" fmla="*/ 0 60000 65536"/>
                      <a:gd name="T97" fmla="*/ 0 60000 65536"/>
                      <a:gd name="T98" fmla="*/ 0 60000 65536"/>
                      <a:gd name="T99" fmla="*/ 0 60000 65536"/>
                      <a:gd name="T100" fmla="*/ 0 60000 65536"/>
                      <a:gd name="T101" fmla="*/ 0 60000 65536"/>
                      <a:gd name="T102" fmla="*/ 0 60000 65536"/>
                      <a:gd name="T103" fmla="*/ 0 60000 65536"/>
                      <a:gd name="T104" fmla="*/ 0 60000 65536"/>
                      <a:gd name="T105" fmla="*/ 0 60000 65536"/>
                      <a:gd name="T106" fmla="*/ 0 60000 65536"/>
                      <a:gd name="T107" fmla="*/ 0 60000 65536"/>
                      <a:gd name="T108" fmla="*/ 0 60000 65536"/>
                      <a:gd name="T109" fmla="*/ 0 60000 65536"/>
                      <a:gd name="T110" fmla="*/ 0 60000 65536"/>
                      <a:gd name="T111" fmla="*/ 0 60000 65536"/>
                      <a:gd name="T112" fmla="*/ 0 60000 65536"/>
                      <a:gd name="T113" fmla="*/ 0 60000 65536"/>
                      <a:gd name="T114" fmla="*/ 0 60000 65536"/>
                      <a:gd name="T115" fmla="*/ 0 60000 65536"/>
                      <a:gd name="T116" fmla="*/ 0 60000 65536"/>
                      <a:gd name="T117" fmla="*/ 0 60000 65536"/>
                      <a:gd name="T118" fmla="*/ 0 60000 65536"/>
                      <a:gd name="T119" fmla="*/ 0 60000 65536"/>
                      <a:gd name="T120" fmla="*/ 0 60000 65536"/>
                      <a:gd name="T121" fmla="*/ 0 60000 65536"/>
                      <a:gd name="T122" fmla="*/ 0 60000 65536"/>
                      <a:gd name="T123" fmla="*/ 0 w 717"/>
                      <a:gd name="T124" fmla="*/ 0 h 756"/>
                      <a:gd name="T125" fmla="*/ 717 w 717"/>
                      <a:gd name="T126" fmla="*/ 756 h 756"/>
                    </a:gdLst>
                    <a:ahLst/>
                    <a:cxnLst>
                      <a:cxn ang="T82">
                        <a:pos x="T0" y="T1"/>
                      </a:cxn>
                      <a:cxn ang="T83">
                        <a:pos x="T2" y="T3"/>
                      </a:cxn>
                      <a:cxn ang="T84">
                        <a:pos x="T4" y="T5"/>
                      </a:cxn>
                      <a:cxn ang="T85">
                        <a:pos x="T6" y="T7"/>
                      </a:cxn>
                      <a:cxn ang="T86">
                        <a:pos x="T8" y="T9"/>
                      </a:cxn>
                      <a:cxn ang="T87">
                        <a:pos x="T10" y="T11"/>
                      </a:cxn>
                      <a:cxn ang="T88">
                        <a:pos x="T12" y="T13"/>
                      </a:cxn>
                      <a:cxn ang="T89">
                        <a:pos x="T14" y="T15"/>
                      </a:cxn>
                      <a:cxn ang="T90">
                        <a:pos x="T16" y="T17"/>
                      </a:cxn>
                      <a:cxn ang="T91">
                        <a:pos x="T18" y="T19"/>
                      </a:cxn>
                      <a:cxn ang="T92">
                        <a:pos x="T20" y="T21"/>
                      </a:cxn>
                      <a:cxn ang="T93">
                        <a:pos x="T22" y="T23"/>
                      </a:cxn>
                      <a:cxn ang="T94">
                        <a:pos x="T24" y="T25"/>
                      </a:cxn>
                      <a:cxn ang="T95">
                        <a:pos x="T26" y="T27"/>
                      </a:cxn>
                      <a:cxn ang="T96">
                        <a:pos x="T28" y="T29"/>
                      </a:cxn>
                      <a:cxn ang="T97">
                        <a:pos x="T30" y="T31"/>
                      </a:cxn>
                      <a:cxn ang="T98">
                        <a:pos x="T32" y="T33"/>
                      </a:cxn>
                      <a:cxn ang="T99">
                        <a:pos x="T34" y="T35"/>
                      </a:cxn>
                      <a:cxn ang="T100">
                        <a:pos x="T36" y="T37"/>
                      </a:cxn>
                      <a:cxn ang="T101">
                        <a:pos x="T38" y="T39"/>
                      </a:cxn>
                      <a:cxn ang="T102">
                        <a:pos x="T40" y="T41"/>
                      </a:cxn>
                      <a:cxn ang="T103">
                        <a:pos x="T42" y="T43"/>
                      </a:cxn>
                      <a:cxn ang="T104">
                        <a:pos x="T44" y="T45"/>
                      </a:cxn>
                      <a:cxn ang="T105">
                        <a:pos x="T46" y="T47"/>
                      </a:cxn>
                      <a:cxn ang="T106">
                        <a:pos x="T48" y="T49"/>
                      </a:cxn>
                      <a:cxn ang="T107">
                        <a:pos x="T50" y="T51"/>
                      </a:cxn>
                      <a:cxn ang="T108">
                        <a:pos x="T52" y="T53"/>
                      </a:cxn>
                      <a:cxn ang="T109">
                        <a:pos x="T54" y="T55"/>
                      </a:cxn>
                      <a:cxn ang="T110">
                        <a:pos x="T56" y="T57"/>
                      </a:cxn>
                      <a:cxn ang="T111">
                        <a:pos x="T58" y="T59"/>
                      </a:cxn>
                      <a:cxn ang="T112">
                        <a:pos x="T60" y="T61"/>
                      </a:cxn>
                      <a:cxn ang="T113">
                        <a:pos x="T62" y="T63"/>
                      </a:cxn>
                      <a:cxn ang="T114">
                        <a:pos x="T64" y="T65"/>
                      </a:cxn>
                      <a:cxn ang="T115">
                        <a:pos x="T66" y="T67"/>
                      </a:cxn>
                      <a:cxn ang="T116">
                        <a:pos x="T68" y="T69"/>
                      </a:cxn>
                      <a:cxn ang="T117">
                        <a:pos x="T70" y="T71"/>
                      </a:cxn>
                      <a:cxn ang="T118">
                        <a:pos x="T72" y="T73"/>
                      </a:cxn>
                      <a:cxn ang="T119">
                        <a:pos x="T74" y="T75"/>
                      </a:cxn>
                      <a:cxn ang="T120">
                        <a:pos x="T76" y="T77"/>
                      </a:cxn>
                      <a:cxn ang="T121">
                        <a:pos x="T78" y="T79"/>
                      </a:cxn>
                      <a:cxn ang="T122">
                        <a:pos x="T80" y="T81"/>
                      </a:cxn>
                    </a:cxnLst>
                    <a:rect l="T123" t="T124" r="T125" b="T126"/>
                    <a:pathLst>
                      <a:path w="717" h="756">
                        <a:moveTo>
                          <a:pt x="0" y="756"/>
                        </a:moveTo>
                        <a:lnTo>
                          <a:pt x="52" y="167"/>
                        </a:lnTo>
                        <a:lnTo>
                          <a:pt x="64" y="384"/>
                        </a:lnTo>
                        <a:lnTo>
                          <a:pt x="90" y="103"/>
                        </a:lnTo>
                        <a:lnTo>
                          <a:pt x="116" y="519"/>
                        </a:lnTo>
                        <a:lnTo>
                          <a:pt x="135" y="487"/>
                        </a:lnTo>
                        <a:lnTo>
                          <a:pt x="135" y="359"/>
                        </a:lnTo>
                        <a:lnTo>
                          <a:pt x="167" y="71"/>
                        </a:lnTo>
                        <a:lnTo>
                          <a:pt x="192" y="244"/>
                        </a:lnTo>
                        <a:lnTo>
                          <a:pt x="205" y="96"/>
                        </a:lnTo>
                        <a:lnTo>
                          <a:pt x="218" y="615"/>
                        </a:lnTo>
                        <a:lnTo>
                          <a:pt x="244" y="397"/>
                        </a:lnTo>
                        <a:lnTo>
                          <a:pt x="282" y="519"/>
                        </a:lnTo>
                        <a:lnTo>
                          <a:pt x="308" y="308"/>
                        </a:lnTo>
                        <a:lnTo>
                          <a:pt x="333" y="442"/>
                        </a:lnTo>
                        <a:lnTo>
                          <a:pt x="346" y="352"/>
                        </a:lnTo>
                        <a:lnTo>
                          <a:pt x="365" y="384"/>
                        </a:lnTo>
                        <a:lnTo>
                          <a:pt x="378" y="135"/>
                        </a:lnTo>
                        <a:lnTo>
                          <a:pt x="391" y="301"/>
                        </a:lnTo>
                        <a:lnTo>
                          <a:pt x="384" y="519"/>
                        </a:lnTo>
                        <a:lnTo>
                          <a:pt x="404" y="679"/>
                        </a:lnTo>
                        <a:lnTo>
                          <a:pt x="429" y="628"/>
                        </a:lnTo>
                        <a:lnTo>
                          <a:pt x="442" y="480"/>
                        </a:lnTo>
                        <a:lnTo>
                          <a:pt x="455" y="391"/>
                        </a:lnTo>
                        <a:lnTo>
                          <a:pt x="436" y="506"/>
                        </a:lnTo>
                        <a:lnTo>
                          <a:pt x="461" y="352"/>
                        </a:lnTo>
                        <a:lnTo>
                          <a:pt x="474" y="455"/>
                        </a:lnTo>
                        <a:lnTo>
                          <a:pt x="493" y="519"/>
                        </a:lnTo>
                        <a:lnTo>
                          <a:pt x="512" y="410"/>
                        </a:lnTo>
                        <a:lnTo>
                          <a:pt x="532" y="186"/>
                        </a:lnTo>
                        <a:lnTo>
                          <a:pt x="544" y="231"/>
                        </a:lnTo>
                        <a:lnTo>
                          <a:pt x="570" y="148"/>
                        </a:lnTo>
                        <a:lnTo>
                          <a:pt x="576" y="301"/>
                        </a:lnTo>
                        <a:lnTo>
                          <a:pt x="576" y="730"/>
                        </a:lnTo>
                        <a:lnTo>
                          <a:pt x="647" y="0"/>
                        </a:lnTo>
                        <a:lnTo>
                          <a:pt x="647" y="250"/>
                        </a:lnTo>
                        <a:lnTo>
                          <a:pt x="660" y="333"/>
                        </a:lnTo>
                        <a:lnTo>
                          <a:pt x="685" y="192"/>
                        </a:lnTo>
                        <a:lnTo>
                          <a:pt x="711" y="340"/>
                        </a:lnTo>
                        <a:lnTo>
                          <a:pt x="698" y="429"/>
                        </a:lnTo>
                        <a:lnTo>
                          <a:pt x="717" y="461"/>
                        </a:lnTo>
                      </a:path>
                    </a:pathLst>
                  </a:custGeom>
                  <a:noFill/>
                  <a:ln w="9525">
                    <a:solidFill>
                      <a:srgbClr val="FF0000"/>
                    </a:solidFill>
                    <a:round/>
                    <a:headEnd/>
                    <a:tailEnd/>
                  </a:ln>
                </p:spPr>
                <p:txBody>
                  <a:bodyPr/>
                  <a:lstStyle/>
                  <a:p>
                    <a:endParaRPr lang="en-GB" sz="1600"/>
                  </a:p>
                </p:txBody>
              </p:sp>
              <p:sp>
                <p:nvSpPr>
                  <p:cNvPr id="14605" name="Freeform 173"/>
                  <p:cNvSpPr>
                    <a:spLocks/>
                  </p:cNvSpPr>
                  <p:nvPr/>
                </p:nvSpPr>
                <p:spPr bwMode="auto">
                  <a:xfrm flipH="1">
                    <a:off x="4698" y="1100"/>
                    <a:ext cx="313" cy="756"/>
                  </a:xfrm>
                  <a:custGeom>
                    <a:avLst/>
                    <a:gdLst>
                      <a:gd name="T0" fmla="*/ 0 w 717"/>
                      <a:gd name="T1" fmla="*/ 756 h 756"/>
                      <a:gd name="T2" fmla="*/ 4 w 717"/>
                      <a:gd name="T3" fmla="*/ 167 h 756"/>
                      <a:gd name="T4" fmla="*/ 5 w 717"/>
                      <a:gd name="T5" fmla="*/ 384 h 756"/>
                      <a:gd name="T6" fmla="*/ 7 w 717"/>
                      <a:gd name="T7" fmla="*/ 103 h 756"/>
                      <a:gd name="T8" fmla="*/ 10 w 717"/>
                      <a:gd name="T9" fmla="*/ 519 h 756"/>
                      <a:gd name="T10" fmla="*/ 11 w 717"/>
                      <a:gd name="T11" fmla="*/ 487 h 756"/>
                      <a:gd name="T12" fmla="*/ 11 w 717"/>
                      <a:gd name="T13" fmla="*/ 359 h 756"/>
                      <a:gd name="T14" fmla="*/ 14 w 717"/>
                      <a:gd name="T15" fmla="*/ 71 h 756"/>
                      <a:gd name="T16" fmla="*/ 16 w 717"/>
                      <a:gd name="T17" fmla="*/ 244 h 756"/>
                      <a:gd name="T18" fmla="*/ 17 w 717"/>
                      <a:gd name="T19" fmla="*/ 96 h 756"/>
                      <a:gd name="T20" fmla="*/ 18 w 717"/>
                      <a:gd name="T21" fmla="*/ 615 h 756"/>
                      <a:gd name="T22" fmla="*/ 21 w 717"/>
                      <a:gd name="T23" fmla="*/ 397 h 756"/>
                      <a:gd name="T24" fmla="*/ 24 w 717"/>
                      <a:gd name="T25" fmla="*/ 519 h 756"/>
                      <a:gd name="T26" fmla="*/ 25 w 717"/>
                      <a:gd name="T27" fmla="*/ 308 h 756"/>
                      <a:gd name="T28" fmla="*/ 28 w 717"/>
                      <a:gd name="T29" fmla="*/ 442 h 756"/>
                      <a:gd name="T30" fmla="*/ 29 w 717"/>
                      <a:gd name="T31" fmla="*/ 352 h 756"/>
                      <a:gd name="T32" fmla="*/ 30 w 717"/>
                      <a:gd name="T33" fmla="*/ 384 h 756"/>
                      <a:gd name="T34" fmla="*/ 31 w 717"/>
                      <a:gd name="T35" fmla="*/ 135 h 756"/>
                      <a:gd name="T36" fmla="*/ 33 w 717"/>
                      <a:gd name="T37" fmla="*/ 301 h 756"/>
                      <a:gd name="T38" fmla="*/ 32 w 717"/>
                      <a:gd name="T39" fmla="*/ 519 h 756"/>
                      <a:gd name="T40" fmla="*/ 34 w 717"/>
                      <a:gd name="T41" fmla="*/ 679 h 756"/>
                      <a:gd name="T42" fmla="*/ 36 w 717"/>
                      <a:gd name="T43" fmla="*/ 628 h 756"/>
                      <a:gd name="T44" fmla="*/ 37 w 717"/>
                      <a:gd name="T45" fmla="*/ 480 h 756"/>
                      <a:gd name="T46" fmla="*/ 38 w 717"/>
                      <a:gd name="T47" fmla="*/ 391 h 756"/>
                      <a:gd name="T48" fmla="*/ 36 w 717"/>
                      <a:gd name="T49" fmla="*/ 506 h 756"/>
                      <a:gd name="T50" fmla="*/ 38 w 717"/>
                      <a:gd name="T51" fmla="*/ 352 h 756"/>
                      <a:gd name="T52" fmla="*/ 39 w 717"/>
                      <a:gd name="T53" fmla="*/ 455 h 756"/>
                      <a:gd name="T54" fmla="*/ 41 w 717"/>
                      <a:gd name="T55" fmla="*/ 519 h 756"/>
                      <a:gd name="T56" fmla="*/ 43 w 717"/>
                      <a:gd name="T57" fmla="*/ 410 h 756"/>
                      <a:gd name="T58" fmla="*/ 44 w 717"/>
                      <a:gd name="T59" fmla="*/ 186 h 756"/>
                      <a:gd name="T60" fmla="*/ 45 w 717"/>
                      <a:gd name="T61" fmla="*/ 231 h 756"/>
                      <a:gd name="T62" fmla="*/ 48 w 717"/>
                      <a:gd name="T63" fmla="*/ 148 h 756"/>
                      <a:gd name="T64" fmla="*/ 48 w 717"/>
                      <a:gd name="T65" fmla="*/ 301 h 756"/>
                      <a:gd name="T66" fmla="*/ 48 w 717"/>
                      <a:gd name="T67" fmla="*/ 730 h 756"/>
                      <a:gd name="T68" fmla="*/ 54 w 717"/>
                      <a:gd name="T69" fmla="*/ 0 h 756"/>
                      <a:gd name="T70" fmla="*/ 54 w 717"/>
                      <a:gd name="T71" fmla="*/ 250 h 756"/>
                      <a:gd name="T72" fmla="*/ 55 w 717"/>
                      <a:gd name="T73" fmla="*/ 333 h 756"/>
                      <a:gd name="T74" fmla="*/ 57 w 717"/>
                      <a:gd name="T75" fmla="*/ 192 h 756"/>
                      <a:gd name="T76" fmla="*/ 59 w 717"/>
                      <a:gd name="T77" fmla="*/ 340 h 756"/>
                      <a:gd name="T78" fmla="*/ 58 w 717"/>
                      <a:gd name="T79" fmla="*/ 429 h 756"/>
                      <a:gd name="T80" fmla="*/ 60 w 717"/>
                      <a:gd name="T81" fmla="*/ 461 h 756"/>
                      <a:gd name="T82" fmla="*/ 0 60000 65536"/>
                      <a:gd name="T83" fmla="*/ 0 60000 65536"/>
                      <a:gd name="T84" fmla="*/ 0 60000 65536"/>
                      <a:gd name="T85" fmla="*/ 0 60000 65536"/>
                      <a:gd name="T86" fmla="*/ 0 60000 65536"/>
                      <a:gd name="T87" fmla="*/ 0 60000 65536"/>
                      <a:gd name="T88" fmla="*/ 0 60000 65536"/>
                      <a:gd name="T89" fmla="*/ 0 60000 65536"/>
                      <a:gd name="T90" fmla="*/ 0 60000 65536"/>
                      <a:gd name="T91" fmla="*/ 0 60000 65536"/>
                      <a:gd name="T92" fmla="*/ 0 60000 65536"/>
                      <a:gd name="T93" fmla="*/ 0 60000 65536"/>
                      <a:gd name="T94" fmla="*/ 0 60000 65536"/>
                      <a:gd name="T95" fmla="*/ 0 60000 65536"/>
                      <a:gd name="T96" fmla="*/ 0 60000 65536"/>
                      <a:gd name="T97" fmla="*/ 0 60000 65536"/>
                      <a:gd name="T98" fmla="*/ 0 60000 65536"/>
                      <a:gd name="T99" fmla="*/ 0 60000 65536"/>
                      <a:gd name="T100" fmla="*/ 0 60000 65536"/>
                      <a:gd name="T101" fmla="*/ 0 60000 65536"/>
                      <a:gd name="T102" fmla="*/ 0 60000 65536"/>
                      <a:gd name="T103" fmla="*/ 0 60000 65536"/>
                      <a:gd name="T104" fmla="*/ 0 60000 65536"/>
                      <a:gd name="T105" fmla="*/ 0 60000 65536"/>
                      <a:gd name="T106" fmla="*/ 0 60000 65536"/>
                      <a:gd name="T107" fmla="*/ 0 60000 65536"/>
                      <a:gd name="T108" fmla="*/ 0 60000 65536"/>
                      <a:gd name="T109" fmla="*/ 0 60000 65536"/>
                      <a:gd name="T110" fmla="*/ 0 60000 65536"/>
                      <a:gd name="T111" fmla="*/ 0 60000 65536"/>
                      <a:gd name="T112" fmla="*/ 0 60000 65536"/>
                      <a:gd name="T113" fmla="*/ 0 60000 65536"/>
                      <a:gd name="T114" fmla="*/ 0 60000 65536"/>
                      <a:gd name="T115" fmla="*/ 0 60000 65536"/>
                      <a:gd name="T116" fmla="*/ 0 60000 65536"/>
                      <a:gd name="T117" fmla="*/ 0 60000 65536"/>
                      <a:gd name="T118" fmla="*/ 0 60000 65536"/>
                      <a:gd name="T119" fmla="*/ 0 60000 65536"/>
                      <a:gd name="T120" fmla="*/ 0 60000 65536"/>
                      <a:gd name="T121" fmla="*/ 0 60000 65536"/>
                      <a:gd name="T122" fmla="*/ 0 60000 65536"/>
                      <a:gd name="T123" fmla="*/ 0 w 717"/>
                      <a:gd name="T124" fmla="*/ 0 h 756"/>
                      <a:gd name="T125" fmla="*/ 717 w 717"/>
                      <a:gd name="T126" fmla="*/ 756 h 756"/>
                    </a:gdLst>
                    <a:ahLst/>
                    <a:cxnLst>
                      <a:cxn ang="T82">
                        <a:pos x="T0" y="T1"/>
                      </a:cxn>
                      <a:cxn ang="T83">
                        <a:pos x="T2" y="T3"/>
                      </a:cxn>
                      <a:cxn ang="T84">
                        <a:pos x="T4" y="T5"/>
                      </a:cxn>
                      <a:cxn ang="T85">
                        <a:pos x="T6" y="T7"/>
                      </a:cxn>
                      <a:cxn ang="T86">
                        <a:pos x="T8" y="T9"/>
                      </a:cxn>
                      <a:cxn ang="T87">
                        <a:pos x="T10" y="T11"/>
                      </a:cxn>
                      <a:cxn ang="T88">
                        <a:pos x="T12" y="T13"/>
                      </a:cxn>
                      <a:cxn ang="T89">
                        <a:pos x="T14" y="T15"/>
                      </a:cxn>
                      <a:cxn ang="T90">
                        <a:pos x="T16" y="T17"/>
                      </a:cxn>
                      <a:cxn ang="T91">
                        <a:pos x="T18" y="T19"/>
                      </a:cxn>
                      <a:cxn ang="T92">
                        <a:pos x="T20" y="T21"/>
                      </a:cxn>
                      <a:cxn ang="T93">
                        <a:pos x="T22" y="T23"/>
                      </a:cxn>
                      <a:cxn ang="T94">
                        <a:pos x="T24" y="T25"/>
                      </a:cxn>
                      <a:cxn ang="T95">
                        <a:pos x="T26" y="T27"/>
                      </a:cxn>
                      <a:cxn ang="T96">
                        <a:pos x="T28" y="T29"/>
                      </a:cxn>
                      <a:cxn ang="T97">
                        <a:pos x="T30" y="T31"/>
                      </a:cxn>
                      <a:cxn ang="T98">
                        <a:pos x="T32" y="T33"/>
                      </a:cxn>
                      <a:cxn ang="T99">
                        <a:pos x="T34" y="T35"/>
                      </a:cxn>
                      <a:cxn ang="T100">
                        <a:pos x="T36" y="T37"/>
                      </a:cxn>
                      <a:cxn ang="T101">
                        <a:pos x="T38" y="T39"/>
                      </a:cxn>
                      <a:cxn ang="T102">
                        <a:pos x="T40" y="T41"/>
                      </a:cxn>
                      <a:cxn ang="T103">
                        <a:pos x="T42" y="T43"/>
                      </a:cxn>
                      <a:cxn ang="T104">
                        <a:pos x="T44" y="T45"/>
                      </a:cxn>
                      <a:cxn ang="T105">
                        <a:pos x="T46" y="T47"/>
                      </a:cxn>
                      <a:cxn ang="T106">
                        <a:pos x="T48" y="T49"/>
                      </a:cxn>
                      <a:cxn ang="T107">
                        <a:pos x="T50" y="T51"/>
                      </a:cxn>
                      <a:cxn ang="T108">
                        <a:pos x="T52" y="T53"/>
                      </a:cxn>
                      <a:cxn ang="T109">
                        <a:pos x="T54" y="T55"/>
                      </a:cxn>
                      <a:cxn ang="T110">
                        <a:pos x="T56" y="T57"/>
                      </a:cxn>
                      <a:cxn ang="T111">
                        <a:pos x="T58" y="T59"/>
                      </a:cxn>
                      <a:cxn ang="T112">
                        <a:pos x="T60" y="T61"/>
                      </a:cxn>
                      <a:cxn ang="T113">
                        <a:pos x="T62" y="T63"/>
                      </a:cxn>
                      <a:cxn ang="T114">
                        <a:pos x="T64" y="T65"/>
                      </a:cxn>
                      <a:cxn ang="T115">
                        <a:pos x="T66" y="T67"/>
                      </a:cxn>
                      <a:cxn ang="T116">
                        <a:pos x="T68" y="T69"/>
                      </a:cxn>
                      <a:cxn ang="T117">
                        <a:pos x="T70" y="T71"/>
                      </a:cxn>
                      <a:cxn ang="T118">
                        <a:pos x="T72" y="T73"/>
                      </a:cxn>
                      <a:cxn ang="T119">
                        <a:pos x="T74" y="T75"/>
                      </a:cxn>
                      <a:cxn ang="T120">
                        <a:pos x="T76" y="T77"/>
                      </a:cxn>
                      <a:cxn ang="T121">
                        <a:pos x="T78" y="T79"/>
                      </a:cxn>
                      <a:cxn ang="T122">
                        <a:pos x="T80" y="T81"/>
                      </a:cxn>
                    </a:cxnLst>
                    <a:rect l="T123" t="T124" r="T125" b="T126"/>
                    <a:pathLst>
                      <a:path w="717" h="756">
                        <a:moveTo>
                          <a:pt x="0" y="756"/>
                        </a:moveTo>
                        <a:lnTo>
                          <a:pt x="52" y="167"/>
                        </a:lnTo>
                        <a:lnTo>
                          <a:pt x="64" y="384"/>
                        </a:lnTo>
                        <a:lnTo>
                          <a:pt x="90" y="103"/>
                        </a:lnTo>
                        <a:lnTo>
                          <a:pt x="116" y="519"/>
                        </a:lnTo>
                        <a:lnTo>
                          <a:pt x="135" y="487"/>
                        </a:lnTo>
                        <a:lnTo>
                          <a:pt x="135" y="359"/>
                        </a:lnTo>
                        <a:lnTo>
                          <a:pt x="167" y="71"/>
                        </a:lnTo>
                        <a:lnTo>
                          <a:pt x="192" y="244"/>
                        </a:lnTo>
                        <a:lnTo>
                          <a:pt x="205" y="96"/>
                        </a:lnTo>
                        <a:lnTo>
                          <a:pt x="218" y="615"/>
                        </a:lnTo>
                        <a:lnTo>
                          <a:pt x="244" y="397"/>
                        </a:lnTo>
                        <a:lnTo>
                          <a:pt x="282" y="519"/>
                        </a:lnTo>
                        <a:lnTo>
                          <a:pt x="308" y="308"/>
                        </a:lnTo>
                        <a:lnTo>
                          <a:pt x="333" y="442"/>
                        </a:lnTo>
                        <a:lnTo>
                          <a:pt x="346" y="352"/>
                        </a:lnTo>
                        <a:lnTo>
                          <a:pt x="365" y="384"/>
                        </a:lnTo>
                        <a:lnTo>
                          <a:pt x="378" y="135"/>
                        </a:lnTo>
                        <a:lnTo>
                          <a:pt x="391" y="301"/>
                        </a:lnTo>
                        <a:lnTo>
                          <a:pt x="384" y="519"/>
                        </a:lnTo>
                        <a:lnTo>
                          <a:pt x="404" y="679"/>
                        </a:lnTo>
                        <a:lnTo>
                          <a:pt x="429" y="628"/>
                        </a:lnTo>
                        <a:lnTo>
                          <a:pt x="442" y="480"/>
                        </a:lnTo>
                        <a:lnTo>
                          <a:pt x="455" y="391"/>
                        </a:lnTo>
                        <a:lnTo>
                          <a:pt x="436" y="506"/>
                        </a:lnTo>
                        <a:lnTo>
                          <a:pt x="461" y="352"/>
                        </a:lnTo>
                        <a:lnTo>
                          <a:pt x="474" y="455"/>
                        </a:lnTo>
                        <a:lnTo>
                          <a:pt x="493" y="519"/>
                        </a:lnTo>
                        <a:lnTo>
                          <a:pt x="512" y="410"/>
                        </a:lnTo>
                        <a:lnTo>
                          <a:pt x="532" y="186"/>
                        </a:lnTo>
                        <a:lnTo>
                          <a:pt x="544" y="231"/>
                        </a:lnTo>
                        <a:lnTo>
                          <a:pt x="570" y="148"/>
                        </a:lnTo>
                        <a:lnTo>
                          <a:pt x="576" y="301"/>
                        </a:lnTo>
                        <a:lnTo>
                          <a:pt x="576" y="730"/>
                        </a:lnTo>
                        <a:lnTo>
                          <a:pt x="647" y="0"/>
                        </a:lnTo>
                        <a:lnTo>
                          <a:pt x="647" y="250"/>
                        </a:lnTo>
                        <a:lnTo>
                          <a:pt x="660" y="333"/>
                        </a:lnTo>
                        <a:lnTo>
                          <a:pt x="685" y="192"/>
                        </a:lnTo>
                        <a:lnTo>
                          <a:pt x="711" y="340"/>
                        </a:lnTo>
                        <a:lnTo>
                          <a:pt x="698" y="429"/>
                        </a:lnTo>
                        <a:lnTo>
                          <a:pt x="717" y="461"/>
                        </a:lnTo>
                      </a:path>
                    </a:pathLst>
                  </a:custGeom>
                  <a:noFill/>
                  <a:ln w="9525">
                    <a:solidFill>
                      <a:srgbClr val="FF0000"/>
                    </a:solidFill>
                    <a:round/>
                    <a:headEnd/>
                    <a:tailEnd/>
                  </a:ln>
                </p:spPr>
                <p:txBody>
                  <a:bodyPr/>
                  <a:lstStyle/>
                  <a:p>
                    <a:endParaRPr lang="en-GB" sz="1600"/>
                  </a:p>
                </p:txBody>
              </p:sp>
            </p:grpSp>
            <p:grpSp>
              <p:nvGrpSpPr>
                <p:cNvPr id="14738" name="Group 174"/>
                <p:cNvGrpSpPr>
                  <a:grpSpLocks/>
                </p:cNvGrpSpPr>
                <p:nvPr/>
              </p:nvGrpSpPr>
              <p:grpSpPr bwMode="auto">
                <a:xfrm flipH="1">
                  <a:off x="4569" y="1098"/>
                  <a:ext cx="590" cy="801"/>
                  <a:chOff x="3462" y="1100"/>
                  <a:chExt cx="1549" cy="801"/>
                </a:xfrm>
              </p:grpSpPr>
              <p:sp>
                <p:nvSpPr>
                  <p:cNvPr id="14596" name="Freeform 175"/>
                  <p:cNvSpPr>
                    <a:spLocks/>
                  </p:cNvSpPr>
                  <p:nvPr/>
                </p:nvSpPr>
                <p:spPr bwMode="auto">
                  <a:xfrm>
                    <a:off x="3462" y="1126"/>
                    <a:ext cx="313" cy="756"/>
                  </a:xfrm>
                  <a:custGeom>
                    <a:avLst/>
                    <a:gdLst>
                      <a:gd name="T0" fmla="*/ 0 w 717"/>
                      <a:gd name="T1" fmla="*/ 756 h 756"/>
                      <a:gd name="T2" fmla="*/ 4 w 717"/>
                      <a:gd name="T3" fmla="*/ 167 h 756"/>
                      <a:gd name="T4" fmla="*/ 5 w 717"/>
                      <a:gd name="T5" fmla="*/ 384 h 756"/>
                      <a:gd name="T6" fmla="*/ 7 w 717"/>
                      <a:gd name="T7" fmla="*/ 103 h 756"/>
                      <a:gd name="T8" fmla="*/ 10 w 717"/>
                      <a:gd name="T9" fmla="*/ 519 h 756"/>
                      <a:gd name="T10" fmla="*/ 11 w 717"/>
                      <a:gd name="T11" fmla="*/ 487 h 756"/>
                      <a:gd name="T12" fmla="*/ 11 w 717"/>
                      <a:gd name="T13" fmla="*/ 359 h 756"/>
                      <a:gd name="T14" fmla="*/ 14 w 717"/>
                      <a:gd name="T15" fmla="*/ 71 h 756"/>
                      <a:gd name="T16" fmla="*/ 16 w 717"/>
                      <a:gd name="T17" fmla="*/ 244 h 756"/>
                      <a:gd name="T18" fmla="*/ 17 w 717"/>
                      <a:gd name="T19" fmla="*/ 96 h 756"/>
                      <a:gd name="T20" fmla="*/ 18 w 717"/>
                      <a:gd name="T21" fmla="*/ 615 h 756"/>
                      <a:gd name="T22" fmla="*/ 21 w 717"/>
                      <a:gd name="T23" fmla="*/ 397 h 756"/>
                      <a:gd name="T24" fmla="*/ 24 w 717"/>
                      <a:gd name="T25" fmla="*/ 519 h 756"/>
                      <a:gd name="T26" fmla="*/ 25 w 717"/>
                      <a:gd name="T27" fmla="*/ 308 h 756"/>
                      <a:gd name="T28" fmla="*/ 28 w 717"/>
                      <a:gd name="T29" fmla="*/ 442 h 756"/>
                      <a:gd name="T30" fmla="*/ 29 w 717"/>
                      <a:gd name="T31" fmla="*/ 352 h 756"/>
                      <a:gd name="T32" fmla="*/ 30 w 717"/>
                      <a:gd name="T33" fmla="*/ 384 h 756"/>
                      <a:gd name="T34" fmla="*/ 31 w 717"/>
                      <a:gd name="T35" fmla="*/ 135 h 756"/>
                      <a:gd name="T36" fmla="*/ 33 w 717"/>
                      <a:gd name="T37" fmla="*/ 301 h 756"/>
                      <a:gd name="T38" fmla="*/ 32 w 717"/>
                      <a:gd name="T39" fmla="*/ 519 h 756"/>
                      <a:gd name="T40" fmla="*/ 34 w 717"/>
                      <a:gd name="T41" fmla="*/ 679 h 756"/>
                      <a:gd name="T42" fmla="*/ 36 w 717"/>
                      <a:gd name="T43" fmla="*/ 628 h 756"/>
                      <a:gd name="T44" fmla="*/ 37 w 717"/>
                      <a:gd name="T45" fmla="*/ 480 h 756"/>
                      <a:gd name="T46" fmla="*/ 38 w 717"/>
                      <a:gd name="T47" fmla="*/ 391 h 756"/>
                      <a:gd name="T48" fmla="*/ 36 w 717"/>
                      <a:gd name="T49" fmla="*/ 506 h 756"/>
                      <a:gd name="T50" fmla="*/ 38 w 717"/>
                      <a:gd name="T51" fmla="*/ 352 h 756"/>
                      <a:gd name="T52" fmla="*/ 39 w 717"/>
                      <a:gd name="T53" fmla="*/ 455 h 756"/>
                      <a:gd name="T54" fmla="*/ 41 w 717"/>
                      <a:gd name="T55" fmla="*/ 519 h 756"/>
                      <a:gd name="T56" fmla="*/ 43 w 717"/>
                      <a:gd name="T57" fmla="*/ 410 h 756"/>
                      <a:gd name="T58" fmla="*/ 44 w 717"/>
                      <a:gd name="T59" fmla="*/ 186 h 756"/>
                      <a:gd name="T60" fmla="*/ 45 w 717"/>
                      <a:gd name="T61" fmla="*/ 231 h 756"/>
                      <a:gd name="T62" fmla="*/ 48 w 717"/>
                      <a:gd name="T63" fmla="*/ 148 h 756"/>
                      <a:gd name="T64" fmla="*/ 48 w 717"/>
                      <a:gd name="T65" fmla="*/ 301 h 756"/>
                      <a:gd name="T66" fmla="*/ 48 w 717"/>
                      <a:gd name="T67" fmla="*/ 730 h 756"/>
                      <a:gd name="T68" fmla="*/ 54 w 717"/>
                      <a:gd name="T69" fmla="*/ 0 h 756"/>
                      <a:gd name="T70" fmla="*/ 54 w 717"/>
                      <a:gd name="T71" fmla="*/ 250 h 756"/>
                      <a:gd name="T72" fmla="*/ 55 w 717"/>
                      <a:gd name="T73" fmla="*/ 333 h 756"/>
                      <a:gd name="T74" fmla="*/ 57 w 717"/>
                      <a:gd name="T75" fmla="*/ 192 h 756"/>
                      <a:gd name="T76" fmla="*/ 59 w 717"/>
                      <a:gd name="T77" fmla="*/ 340 h 756"/>
                      <a:gd name="T78" fmla="*/ 58 w 717"/>
                      <a:gd name="T79" fmla="*/ 429 h 756"/>
                      <a:gd name="T80" fmla="*/ 60 w 717"/>
                      <a:gd name="T81" fmla="*/ 461 h 756"/>
                      <a:gd name="T82" fmla="*/ 0 60000 65536"/>
                      <a:gd name="T83" fmla="*/ 0 60000 65536"/>
                      <a:gd name="T84" fmla="*/ 0 60000 65536"/>
                      <a:gd name="T85" fmla="*/ 0 60000 65536"/>
                      <a:gd name="T86" fmla="*/ 0 60000 65536"/>
                      <a:gd name="T87" fmla="*/ 0 60000 65536"/>
                      <a:gd name="T88" fmla="*/ 0 60000 65536"/>
                      <a:gd name="T89" fmla="*/ 0 60000 65536"/>
                      <a:gd name="T90" fmla="*/ 0 60000 65536"/>
                      <a:gd name="T91" fmla="*/ 0 60000 65536"/>
                      <a:gd name="T92" fmla="*/ 0 60000 65536"/>
                      <a:gd name="T93" fmla="*/ 0 60000 65536"/>
                      <a:gd name="T94" fmla="*/ 0 60000 65536"/>
                      <a:gd name="T95" fmla="*/ 0 60000 65536"/>
                      <a:gd name="T96" fmla="*/ 0 60000 65536"/>
                      <a:gd name="T97" fmla="*/ 0 60000 65536"/>
                      <a:gd name="T98" fmla="*/ 0 60000 65536"/>
                      <a:gd name="T99" fmla="*/ 0 60000 65536"/>
                      <a:gd name="T100" fmla="*/ 0 60000 65536"/>
                      <a:gd name="T101" fmla="*/ 0 60000 65536"/>
                      <a:gd name="T102" fmla="*/ 0 60000 65536"/>
                      <a:gd name="T103" fmla="*/ 0 60000 65536"/>
                      <a:gd name="T104" fmla="*/ 0 60000 65536"/>
                      <a:gd name="T105" fmla="*/ 0 60000 65536"/>
                      <a:gd name="T106" fmla="*/ 0 60000 65536"/>
                      <a:gd name="T107" fmla="*/ 0 60000 65536"/>
                      <a:gd name="T108" fmla="*/ 0 60000 65536"/>
                      <a:gd name="T109" fmla="*/ 0 60000 65536"/>
                      <a:gd name="T110" fmla="*/ 0 60000 65536"/>
                      <a:gd name="T111" fmla="*/ 0 60000 65536"/>
                      <a:gd name="T112" fmla="*/ 0 60000 65536"/>
                      <a:gd name="T113" fmla="*/ 0 60000 65536"/>
                      <a:gd name="T114" fmla="*/ 0 60000 65536"/>
                      <a:gd name="T115" fmla="*/ 0 60000 65536"/>
                      <a:gd name="T116" fmla="*/ 0 60000 65536"/>
                      <a:gd name="T117" fmla="*/ 0 60000 65536"/>
                      <a:gd name="T118" fmla="*/ 0 60000 65536"/>
                      <a:gd name="T119" fmla="*/ 0 60000 65536"/>
                      <a:gd name="T120" fmla="*/ 0 60000 65536"/>
                      <a:gd name="T121" fmla="*/ 0 60000 65536"/>
                      <a:gd name="T122" fmla="*/ 0 60000 65536"/>
                      <a:gd name="T123" fmla="*/ 0 w 717"/>
                      <a:gd name="T124" fmla="*/ 0 h 756"/>
                      <a:gd name="T125" fmla="*/ 717 w 717"/>
                      <a:gd name="T126" fmla="*/ 756 h 756"/>
                    </a:gdLst>
                    <a:ahLst/>
                    <a:cxnLst>
                      <a:cxn ang="T82">
                        <a:pos x="T0" y="T1"/>
                      </a:cxn>
                      <a:cxn ang="T83">
                        <a:pos x="T2" y="T3"/>
                      </a:cxn>
                      <a:cxn ang="T84">
                        <a:pos x="T4" y="T5"/>
                      </a:cxn>
                      <a:cxn ang="T85">
                        <a:pos x="T6" y="T7"/>
                      </a:cxn>
                      <a:cxn ang="T86">
                        <a:pos x="T8" y="T9"/>
                      </a:cxn>
                      <a:cxn ang="T87">
                        <a:pos x="T10" y="T11"/>
                      </a:cxn>
                      <a:cxn ang="T88">
                        <a:pos x="T12" y="T13"/>
                      </a:cxn>
                      <a:cxn ang="T89">
                        <a:pos x="T14" y="T15"/>
                      </a:cxn>
                      <a:cxn ang="T90">
                        <a:pos x="T16" y="T17"/>
                      </a:cxn>
                      <a:cxn ang="T91">
                        <a:pos x="T18" y="T19"/>
                      </a:cxn>
                      <a:cxn ang="T92">
                        <a:pos x="T20" y="T21"/>
                      </a:cxn>
                      <a:cxn ang="T93">
                        <a:pos x="T22" y="T23"/>
                      </a:cxn>
                      <a:cxn ang="T94">
                        <a:pos x="T24" y="T25"/>
                      </a:cxn>
                      <a:cxn ang="T95">
                        <a:pos x="T26" y="T27"/>
                      </a:cxn>
                      <a:cxn ang="T96">
                        <a:pos x="T28" y="T29"/>
                      </a:cxn>
                      <a:cxn ang="T97">
                        <a:pos x="T30" y="T31"/>
                      </a:cxn>
                      <a:cxn ang="T98">
                        <a:pos x="T32" y="T33"/>
                      </a:cxn>
                      <a:cxn ang="T99">
                        <a:pos x="T34" y="T35"/>
                      </a:cxn>
                      <a:cxn ang="T100">
                        <a:pos x="T36" y="T37"/>
                      </a:cxn>
                      <a:cxn ang="T101">
                        <a:pos x="T38" y="T39"/>
                      </a:cxn>
                      <a:cxn ang="T102">
                        <a:pos x="T40" y="T41"/>
                      </a:cxn>
                      <a:cxn ang="T103">
                        <a:pos x="T42" y="T43"/>
                      </a:cxn>
                      <a:cxn ang="T104">
                        <a:pos x="T44" y="T45"/>
                      </a:cxn>
                      <a:cxn ang="T105">
                        <a:pos x="T46" y="T47"/>
                      </a:cxn>
                      <a:cxn ang="T106">
                        <a:pos x="T48" y="T49"/>
                      </a:cxn>
                      <a:cxn ang="T107">
                        <a:pos x="T50" y="T51"/>
                      </a:cxn>
                      <a:cxn ang="T108">
                        <a:pos x="T52" y="T53"/>
                      </a:cxn>
                      <a:cxn ang="T109">
                        <a:pos x="T54" y="T55"/>
                      </a:cxn>
                      <a:cxn ang="T110">
                        <a:pos x="T56" y="T57"/>
                      </a:cxn>
                      <a:cxn ang="T111">
                        <a:pos x="T58" y="T59"/>
                      </a:cxn>
                      <a:cxn ang="T112">
                        <a:pos x="T60" y="T61"/>
                      </a:cxn>
                      <a:cxn ang="T113">
                        <a:pos x="T62" y="T63"/>
                      </a:cxn>
                      <a:cxn ang="T114">
                        <a:pos x="T64" y="T65"/>
                      </a:cxn>
                      <a:cxn ang="T115">
                        <a:pos x="T66" y="T67"/>
                      </a:cxn>
                      <a:cxn ang="T116">
                        <a:pos x="T68" y="T69"/>
                      </a:cxn>
                      <a:cxn ang="T117">
                        <a:pos x="T70" y="T71"/>
                      </a:cxn>
                      <a:cxn ang="T118">
                        <a:pos x="T72" y="T73"/>
                      </a:cxn>
                      <a:cxn ang="T119">
                        <a:pos x="T74" y="T75"/>
                      </a:cxn>
                      <a:cxn ang="T120">
                        <a:pos x="T76" y="T77"/>
                      </a:cxn>
                      <a:cxn ang="T121">
                        <a:pos x="T78" y="T79"/>
                      </a:cxn>
                      <a:cxn ang="T122">
                        <a:pos x="T80" y="T81"/>
                      </a:cxn>
                    </a:cxnLst>
                    <a:rect l="T123" t="T124" r="T125" b="T126"/>
                    <a:pathLst>
                      <a:path w="717" h="756">
                        <a:moveTo>
                          <a:pt x="0" y="756"/>
                        </a:moveTo>
                        <a:lnTo>
                          <a:pt x="52" y="167"/>
                        </a:lnTo>
                        <a:lnTo>
                          <a:pt x="64" y="384"/>
                        </a:lnTo>
                        <a:lnTo>
                          <a:pt x="90" y="103"/>
                        </a:lnTo>
                        <a:lnTo>
                          <a:pt x="116" y="519"/>
                        </a:lnTo>
                        <a:lnTo>
                          <a:pt x="135" y="487"/>
                        </a:lnTo>
                        <a:lnTo>
                          <a:pt x="135" y="359"/>
                        </a:lnTo>
                        <a:lnTo>
                          <a:pt x="167" y="71"/>
                        </a:lnTo>
                        <a:lnTo>
                          <a:pt x="192" y="244"/>
                        </a:lnTo>
                        <a:lnTo>
                          <a:pt x="205" y="96"/>
                        </a:lnTo>
                        <a:lnTo>
                          <a:pt x="218" y="615"/>
                        </a:lnTo>
                        <a:lnTo>
                          <a:pt x="244" y="397"/>
                        </a:lnTo>
                        <a:lnTo>
                          <a:pt x="282" y="519"/>
                        </a:lnTo>
                        <a:lnTo>
                          <a:pt x="308" y="308"/>
                        </a:lnTo>
                        <a:lnTo>
                          <a:pt x="333" y="442"/>
                        </a:lnTo>
                        <a:lnTo>
                          <a:pt x="346" y="352"/>
                        </a:lnTo>
                        <a:lnTo>
                          <a:pt x="365" y="384"/>
                        </a:lnTo>
                        <a:lnTo>
                          <a:pt x="378" y="135"/>
                        </a:lnTo>
                        <a:lnTo>
                          <a:pt x="391" y="301"/>
                        </a:lnTo>
                        <a:lnTo>
                          <a:pt x="384" y="519"/>
                        </a:lnTo>
                        <a:lnTo>
                          <a:pt x="404" y="679"/>
                        </a:lnTo>
                        <a:lnTo>
                          <a:pt x="429" y="628"/>
                        </a:lnTo>
                        <a:lnTo>
                          <a:pt x="442" y="480"/>
                        </a:lnTo>
                        <a:lnTo>
                          <a:pt x="455" y="391"/>
                        </a:lnTo>
                        <a:lnTo>
                          <a:pt x="436" y="506"/>
                        </a:lnTo>
                        <a:lnTo>
                          <a:pt x="461" y="352"/>
                        </a:lnTo>
                        <a:lnTo>
                          <a:pt x="474" y="455"/>
                        </a:lnTo>
                        <a:lnTo>
                          <a:pt x="493" y="519"/>
                        </a:lnTo>
                        <a:lnTo>
                          <a:pt x="512" y="410"/>
                        </a:lnTo>
                        <a:lnTo>
                          <a:pt x="532" y="186"/>
                        </a:lnTo>
                        <a:lnTo>
                          <a:pt x="544" y="231"/>
                        </a:lnTo>
                        <a:lnTo>
                          <a:pt x="570" y="148"/>
                        </a:lnTo>
                        <a:lnTo>
                          <a:pt x="576" y="301"/>
                        </a:lnTo>
                        <a:lnTo>
                          <a:pt x="576" y="730"/>
                        </a:lnTo>
                        <a:lnTo>
                          <a:pt x="647" y="0"/>
                        </a:lnTo>
                        <a:lnTo>
                          <a:pt x="647" y="250"/>
                        </a:lnTo>
                        <a:lnTo>
                          <a:pt x="660" y="333"/>
                        </a:lnTo>
                        <a:lnTo>
                          <a:pt x="685" y="192"/>
                        </a:lnTo>
                        <a:lnTo>
                          <a:pt x="711" y="340"/>
                        </a:lnTo>
                        <a:lnTo>
                          <a:pt x="698" y="429"/>
                        </a:lnTo>
                        <a:lnTo>
                          <a:pt x="717" y="461"/>
                        </a:lnTo>
                      </a:path>
                    </a:pathLst>
                  </a:custGeom>
                  <a:noFill/>
                  <a:ln w="9525">
                    <a:solidFill>
                      <a:srgbClr val="FF0000"/>
                    </a:solidFill>
                    <a:round/>
                    <a:headEnd/>
                    <a:tailEnd/>
                  </a:ln>
                </p:spPr>
                <p:txBody>
                  <a:bodyPr/>
                  <a:lstStyle/>
                  <a:p>
                    <a:endParaRPr lang="en-GB" sz="1600"/>
                  </a:p>
                </p:txBody>
              </p:sp>
              <p:sp>
                <p:nvSpPr>
                  <p:cNvPr id="14597" name="Freeform 176"/>
                  <p:cNvSpPr>
                    <a:spLocks/>
                  </p:cNvSpPr>
                  <p:nvPr/>
                </p:nvSpPr>
                <p:spPr bwMode="auto">
                  <a:xfrm flipH="1" flipV="1">
                    <a:off x="3770" y="1145"/>
                    <a:ext cx="313" cy="756"/>
                  </a:xfrm>
                  <a:custGeom>
                    <a:avLst/>
                    <a:gdLst>
                      <a:gd name="T0" fmla="*/ 0 w 717"/>
                      <a:gd name="T1" fmla="*/ 756 h 756"/>
                      <a:gd name="T2" fmla="*/ 4 w 717"/>
                      <a:gd name="T3" fmla="*/ 167 h 756"/>
                      <a:gd name="T4" fmla="*/ 5 w 717"/>
                      <a:gd name="T5" fmla="*/ 384 h 756"/>
                      <a:gd name="T6" fmla="*/ 7 w 717"/>
                      <a:gd name="T7" fmla="*/ 103 h 756"/>
                      <a:gd name="T8" fmla="*/ 10 w 717"/>
                      <a:gd name="T9" fmla="*/ 519 h 756"/>
                      <a:gd name="T10" fmla="*/ 11 w 717"/>
                      <a:gd name="T11" fmla="*/ 487 h 756"/>
                      <a:gd name="T12" fmla="*/ 11 w 717"/>
                      <a:gd name="T13" fmla="*/ 359 h 756"/>
                      <a:gd name="T14" fmla="*/ 14 w 717"/>
                      <a:gd name="T15" fmla="*/ 71 h 756"/>
                      <a:gd name="T16" fmla="*/ 16 w 717"/>
                      <a:gd name="T17" fmla="*/ 244 h 756"/>
                      <a:gd name="T18" fmla="*/ 17 w 717"/>
                      <a:gd name="T19" fmla="*/ 96 h 756"/>
                      <a:gd name="T20" fmla="*/ 18 w 717"/>
                      <a:gd name="T21" fmla="*/ 615 h 756"/>
                      <a:gd name="T22" fmla="*/ 21 w 717"/>
                      <a:gd name="T23" fmla="*/ 397 h 756"/>
                      <a:gd name="T24" fmla="*/ 24 w 717"/>
                      <a:gd name="T25" fmla="*/ 519 h 756"/>
                      <a:gd name="T26" fmla="*/ 25 w 717"/>
                      <a:gd name="T27" fmla="*/ 308 h 756"/>
                      <a:gd name="T28" fmla="*/ 28 w 717"/>
                      <a:gd name="T29" fmla="*/ 442 h 756"/>
                      <a:gd name="T30" fmla="*/ 29 w 717"/>
                      <a:gd name="T31" fmla="*/ 352 h 756"/>
                      <a:gd name="T32" fmla="*/ 30 w 717"/>
                      <a:gd name="T33" fmla="*/ 384 h 756"/>
                      <a:gd name="T34" fmla="*/ 31 w 717"/>
                      <a:gd name="T35" fmla="*/ 135 h 756"/>
                      <a:gd name="T36" fmla="*/ 33 w 717"/>
                      <a:gd name="T37" fmla="*/ 301 h 756"/>
                      <a:gd name="T38" fmla="*/ 32 w 717"/>
                      <a:gd name="T39" fmla="*/ 519 h 756"/>
                      <a:gd name="T40" fmla="*/ 34 w 717"/>
                      <a:gd name="T41" fmla="*/ 679 h 756"/>
                      <a:gd name="T42" fmla="*/ 36 w 717"/>
                      <a:gd name="T43" fmla="*/ 628 h 756"/>
                      <a:gd name="T44" fmla="*/ 37 w 717"/>
                      <a:gd name="T45" fmla="*/ 480 h 756"/>
                      <a:gd name="T46" fmla="*/ 38 w 717"/>
                      <a:gd name="T47" fmla="*/ 391 h 756"/>
                      <a:gd name="T48" fmla="*/ 36 w 717"/>
                      <a:gd name="T49" fmla="*/ 506 h 756"/>
                      <a:gd name="T50" fmla="*/ 38 w 717"/>
                      <a:gd name="T51" fmla="*/ 352 h 756"/>
                      <a:gd name="T52" fmla="*/ 39 w 717"/>
                      <a:gd name="T53" fmla="*/ 455 h 756"/>
                      <a:gd name="T54" fmla="*/ 41 w 717"/>
                      <a:gd name="T55" fmla="*/ 519 h 756"/>
                      <a:gd name="T56" fmla="*/ 43 w 717"/>
                      <a:gd name="T57" fmla="*/ 410 h 756"/>
                      <a:gd name="T58" fmla="*/ 44 w 717"/>
                      <a:gd name="T59" fmla="*/ 186 h 756"/>
                      <a:gd name="T60" fmla="*/ 45 w 717"/>
                      <a:gd name="T61" fmla="*/ 231 h 756"/>
                      <a:gd name="T62" fmla="*/ 48 w 717"/>
                      <a:gd name="T63" fmla="*/ 148 h 756"/>
                      <a:gd name="T64" fmla="*/ 48 w 717"/>
                      <a:gd name="T65" fmla="*/ 301 h 756"/>
                      <a:gd name="T66" fmla="*/ 48 w 717"/>
                      <a:gd name="T67" fmla="*/ 730 h 756"/>
                      <a:gd name="T68" fmla="*/ 54 w 717"/>
                      <a:gd name="T69" fmla="*/ 0 h 756"/>
                      <a:gd name="T70" fmla="*/ 54 w 717"/>
                      <a:gd name="T71" fmla="*/ 250 h 756"/>
                      <a:gd name="T72" fmla="*/ 55 w 717"/>
                      <a:gd name="T73" fmla="*/ 333 h 756"/>
                      <a:gd name="T74" fmla="*/ 57 w 717"/>
                      <a:gd name="T75" fmla="*/ 192 h 756"/>
                      <a:gd name="T76" fmla="*/ 59 w 717"/>
                      <a:gd name="T77" fmla="*/ 340 h 756"/>
                      <a:gd name="T78" fmla="*/ 58 w 717"/>
                      <a:gd name="T79" fmla="*/ 429 h 756"/>
                      <a:gd name="T80" fmla="*/ 60 w 717"/>
                      <a:gd name="T81" fmla="*/ 461 h 756"/>
                      <a:gd name="T82" fmla="*/ 0 60000 65536"/>
                      <a:gd name="T83" fmla="*/ 0 60000 65536"/>
                      <a:gd name="T84" fmla="*/ 0 60000 65536"/>
                      <a:gd name="T85" fmla="*/ 0 60000 65536"/>
                      <a:gd name="T86" fmla="*/ 0 60000 65536"/>
                      <a:gd name="T87" fmla="*/ 0 60000 65536"/>
                      <a:gd name="T88" fmla="*/ 0 60000 65536"/>
                      <a:gd name="T89" fmla="*/ 0 60000 65536"/>
                      <a:gd name="T90" fmla="*/ 0 60000 65536"/>
                      <a:gd name="T91" fmla="*/ 0 60000 65536"/>
                      <a:gd name="T92" fmla="*/ 0 60000 65536"/>
                      <a:gd name="T93" fmla="*/ 0 60000 65536"/>
                      <a:gd name="T94" fmla="*/ 0 60000 65536"/>
                      <a:gd name="T95" fmla="*/ 0 60000 65536"/>
                      <a:gd name="T96" fmla="*/ 0 60000 65536"/>
                      <a:gd name="T97" fmla="*/ 0 60000 65536"/>
                      <a:gd name="T98" fmla="*/ 0 60000 65536"/>
                      <a:gd name="T99" fmla="*/ 0 60000 65536"/>
                      <a:gd name="T100" fmla="*/ 0 60000 65536"/>
                      <a:gd name="T101" fmla="*/ 0 60000 65536"/>
                      <a:gd name="T102" fmla="*/ 0 60000 65536"/>
                      <a:gd name="T103" fmla="*/ 0 60000 65536"/>
                      <a:gd name="T104" fmla="*/ 0 60000 65536"/>
                      <a:gd name="T105" fmla="*/ 0 60000 65536"/>
                      <a:gd name="T106" fmla="*/ 0 60000 65536"/>
                      <a:gd name="T107" fmla="*/ 0 60000 65536"/>
                      <a:gd name="T108" fmla="*/ 0 60000 65536"/>
                      <a:gd name="T109" fmla="*/ 0 60000 65536"/>
                      <a:gd name="T110" fmla="*/ 0 60000 65536"/>
                      <a:gd name="T111" fmla="*/ 0 60000 65536"/>
                      <a:gd name="T112" fmla="*/ 0 60000 65536"/>
                      <a:gd name="T113" fmla="*/ 0 60000 65536"/>
                      <a:gd name="T114" fmla="*/ 0 60000 65536"/>
                      <a:gd name="T115" fmla="*/ 0 60000 65536"/>
                      <a:gd name="T116" fmla="*/ 0 60000 65536"/>
                      <a:gd name="T117" fmla="*/ 0 60000 65536"/>
                      <a:gd name="T118" fmla="*/ 0 60000 65536"/>
                      <a:gd name="T119" fmla="*/ 0 60000 65536"/>
                      <a:gd name="T120" fmla="*/ 0 60000 65536"/>
                      <a:gd name="T121" fmla="*/ 0 60000 65536"/>
                      <a:gd name="T122" fmla="*/ 0 60000 65536"/>
                      <a:gd name="T123" fmla="*/ 0 w 717"/>
                      <a:gd name="T124" fmla="*/ 0 h 756"/>
                      <a:gd name="T125" fmla="*/ 717 w 717"/>
                      <a:gd name="T126" fmla="*/ 756 h 756"/>
                    </a:gdLst>
                    <a:ahLst/>
                    <a:cxnLst>
                      <a:cxn ang="T82">
                        <a:pos x="T0" y="T1"/>
                      </a:cxn>
                      <a:cxn ang="T83">
                        <a:pos x="T2" y="T3"/>
                      </a:cxn>
                      <a:cxn ang="T84">
                        <a:pos x="T4" y="T5"/>
                      </a:cxn>
                      <a:cxn ang="T85">
                        <a:pos x="T6" y="T7"/>
                      </a:cxn>
                      <a:cxn ang="T86">
                        <a:pos x="T8" y="T9"/>
                      </a:cxn>
                      <a:cxn ang="T87">
                        <a:pos x="T10" y="T11"/>
                      </a:cxn>
                      <a:cxn ang="T88">
                        <a:pos x="T12" y="T13"/>
                      </a:cxn>
                      <a:cxn ang="T89">
                        <a:pos x="T14" y="T15"/>
                      </a:cxn>
                      <a:cxn ang="T90">
                        <a:pos x="T16" y="T17"/>
                      </a:cxn>
                      <a:cxn ang="T91">
                        <a:pos x="T18" y="T19"/>
                      </a:cxn>
                      <a:cxn ang="T92">
                        <a:pos x="T20" y="T21"/>
                      </a:cxn>
                      <a:cxn ang="T93">
                        <a:pos x="T22" y="T23"/>
                      </a:cxn>
                      <a:cxn ang="T94">
                        <a:pos x="T24" y="T25"/>
                      </a:cxn>
                      <a:cxn ang="T95">
                        <a:pos x="T26" y="T27"/>
                      </a:cxn>
                      <a:cxn ang="T96">
                        <a:pos x="T28" y="T29"/>
                      </a:cxn>
                      <a:cxn ang="T97">
                        <a:pos x="T30" y="T31"/>
                      </a:cxn>
                      <a:cxn ang="T98">
                        <a:pos x="T32" y="T33"/>
                      </a:cxn>
                      <a:cxn ang="T99">
                        <a:pos x="T34" y="T35"/>
                      </a:cxn>
                      <a:cxn ang="T100">
                        <a:pos x="T36" y="T37"/>
                      </a:cxn>
                      <a:cxn ang="T101">
                        <a:pos x="T38" y="T39"/>
                      </a:cxn>
                      <a:cxn ang="T102">
                        <a:pos x="T40" y="T41"/>
                      </a:cxn>
                      <a:cxn ang="T103">
                        <a:pos x="T42" y="T43"/>
                      </a:cxn>
                      <a:cxn ang="T104">
                        <a:pos x="T44" y="T45"/>
                      </a:cxn>
                      <a:cxn ang="T105">
                        <a:pos x="T46" y="T47"/>
                      </a:cxn>
                      <a:cxn ang="T106">
                        <a:pos x="T48" y="T49"/>
                      </a:cxn>
                      <a:cxn ang="T107">
                        <a:pos x="T50" y="T51"/>
                      </a:cxn>
                      <a:cxn ang="T108">
                        <a:pos x="T52" y="T53"/>
                      </a:cxn>
                      <a:cxn ang="T109">
                        <a:pos x="T54" y="T55"/>
                      </a:cxn>
                      <a:cxn ang="T110">
                        <a:pos x="T56" y="T57"/>
                      </a:cxn>
                      <a:cxn ang="T111">
                        <a:pos x="T58" y="T59"/>
                      </a:cxn>
                      <a:cxn ang="T112">
                        <a:pos x="T60" y="T61"/>
                      </a:cxn>
                      <a:cxn ang="T113">
                        <a:pos x="T62" y="T63"/>
                      </a:cxn>
                      <a:cxn ang="T114">
                        <a:pos x="T64" y="T65"/>
                      </a:cxn>
                      <a:cxn ang="T115">
                        <a:pos x="T66" y="T67"/>
                      </a:cxn>
                      <a:cxn ang="T116">
                        <a:pos x="T68" y="T69"/>
                      </a:cxn>
                      <a:cxn ang="T117">
                        <a:pos x="T70" y="T71"/>
                      </a:cxn>
                      <a:cxn ang="T118">
                        <a:pos x="T72" y="T73"/>
                      </a:cxn>
                      <a:cxn ang="T119">
                        <a:pos x="T74" y="T75"/>
                      </a:cxn>
                      <a:cxn ang="T120">
                        <a:pos x="T76" y="T77"/>
                      </a:cxn>
                      <a:cxn ang="T121">
                        <a:pos x="T78" y="T79"/>
                      </a:cxn>
                      <a:cxn ang="T122">
                        <a:pos x="T80" y="T81"/>
                      </a:cxn>
                    </a:cxnLst>
                    <a:rect l="T123" t="T124" r="T125" b="T126"/>
                    <a:pathLst>
                      <a:path w="717" h="756">
                        <a:moveTo>
                          <a:pt x="0" y="756"/>
                        </a:moveTo>
                        <a:lnTo>
                          <a:pt x="52" y="167"/>
                        </a:lnTo>
                        <a:lnTo>
                          <a:pt x="64" y="384"/>
                        </a:lnTo>
                        <a:lnTo>
                          <a:pt x="90" y="103"/>
                        </a:lnTo>
                        <a:lnTo>
                          <a:pt x="116" y="519"/>
                        </a:lnTo>
                        <a:lnTo>
                          <a:pt x="135" y="487"/>
                        </a:lnTo>
                        <a:lnTo>
                          <a:pt x="135" y="359"/>
                        </a:lnTo>
                        <a:lnTo>
                          <a:pt x="167" y="71"/>
                        </a:lnTo>
                        <a:lnTo>
                          <a:pt x="192" y="244"/>
                        </a:lnTo>
                        <a:lnTo>
                          <a:pt x="205" y="96"/>
                        </a:lnTo>
                        <a:lnTo>
                          <a:pt x="218" y="615"/>
                        </a:lnTo>
                        <a:lnTo>
                          <a:pt x="244" y="397"/>
                        </a:lnTo>
                        <a:lnTo>
                          <a:pt x="282" y="519"/>
                        </a:lnTo>
                        <a:lnTo>
                          <a:pt x="308" y="308"/>
                        </a:lnTo>
                        <a:lnTo>
                          <a:pt x="333" y="442"/>
                        </a:lnTo>
                        <a:lnTo>
                          <a:pt x="346" y="352"/>
                        </a:lnTo>
                        <a:lnTo>
                          <a:pt x="365" y="384"/>
                        </a:lnTo>
                        <a:lnTo>
                          <a:pt x="378" y="135"/>
                        </a:lnTo>
                        <a:lnTo>
                          <a:pt x="391" y="301"/>
                        </a:lnTo>
                        <a:lnTo>
                          <a:pt x="384" y="519"/>
                        </a:lnTo>
                        <a:lnTo>
                          <a:pt x="404" y="679"/>
                        </a:lnTo>
                        <a:lnTo>
                          <a:pt x="429" y="628"/>
                        </a:lnTo>
                        <a:lnTo>
                          <a:pt x="442" y="480"/>
                        </a:lnTo>
                        <a:lnTo>
                          <a:pt x="455" y="391"/>
                        </a:lnTo>
                        <a:lnTo>
                          <a:pt x="436" y="506"/>
                        </a:lnTo>
                        <a:lnTo>
                          <a:pt x="461" y="352"/>
                        </a:lnTo>
                        <a:lnTo>
                          <a:pt x="474" y="455"/>
                        </a:lnTo>
                        <a:lnTo>
                          <a:pt x="493" y="519"/>
                        </a:lnTo>
                        <a:lnTo>
                          <a:pt x="512" y="410"/>
                        </a:lnTo>
                        <a:lnTo>
                          <a:pt x="532" y="186"/>
                        </a:lnTo>
                        <a:lnTo>
                          <a:pt x="544" y="231"/>
                        </a:lnTo>
                        <a:lnTo>
                          <a:pt x="570" y="148"/>
                        </a:lnTo>
                        <a:lnTo>
                          <a:pt x="576" y="301"/>
                        </a:lnTo>
                        <a:lnTo>
                          <a:pt x="576" y="730"/>
                        </a:lnTo>
                        <a:lnTo>
                          <a:pt x="647" y="0"/>
                        </a:lnTo>
                        <a:lnTo>
                          <a:pt x="647" y="250"/>
                        </a:lnTo>
                        <a:lnTo>
                          <a:pt x="660" y="333"/>
                        </a:lnTo>
                        <a:lnTo>
                          <a:pt x="685" y="192"/>
                        </a:lnTo>
                        <a:lnTo>
                          <a:pt x="711" y="340"/>
                        </a:lnTo>
                        <a:lnTo>
                          <a:pt x="698" y="429"/>
                        </a:lnTo>
                        <a:lnTo>
                          <a:pt x="717" y="461"/>
                        </a:lnTo>
                      </a:path>
                    </a:pathLst>
                  </a:custGeom>
                  <a:noFill/>
                  <a:ln w="9525">
                    <a:solidFill>
                      <a:srgbClr val="FF0000"/>
                    </a:solidFill>
                    <a:round/>
                    <a:headEnd/>
                    <a:tailEnd/>
                  </a:ln>
                </p:spPr>
                <p:txBody>
                  <a:bodyPr/>
                  <a:lstStyle/>
                  <a:p>
                    <a:endParaRPr lang="en-GB" sz="1600"/>
                  </a:p>
                </p:txBody>
              </p:sp>
              <p:sp>
                <p:nvSpPr>
                  <p:cNvPr id="14598" name="Freeform 177"/>
                  <p:cNvSpPr>
                    <a:spLocks/>
                  </p:cNvSpPr>
                  <p:nvPr/>
                </p:nvSpPr>
                <p:spPr bwMode="auto">
                  <a:xfrm flipH="1">
                    <a:off x="4077" y="1119"/>
                    <a:ext cx="313" cy="756"/>
                  </a:xfrm>
                  <a:custGeom>
                    <a:avLst/>
                    <a:gdLst>
                      <a:gd name="T0" fmla="*/ 0 w 717"/>
                      <a:gd name="T1" fmla="*/ 756 h 756"/>
                      <a:gd name="T2" fmla="*/ 4 w 717"/>
                      <a:gd name="T3" fmla="*/ 167 h 756"/>
                      <a:gd name="T4" fmla="*/ 5 w 717"/>
                      <a:gd name="T5" fmla="*/ 384 h 756"/>
                      <a:gd name="T6" fmla="*/ 7 w 717"/>
                      <a:gd name="T7" fmla="*/ 103 h 756"/>
                      <a:gd name="T8" fmla="*/ 10 w 717"/>
                      <a:gd name="T9" fmla="*/ 519 h 756"/>
                      <a:gd name="T10" fmla="*/ 11 w 717"/>
                      <a:gd name="T11" fmla="*/ 487 h 756"/>
                      <a:gd name="T12" fmla="*/ 11 w 717"/>
                      <a:gd name="T13" fmla="*/ 359 h 756"/>
                      <a:gd name="T14" fmla="*/ 14 w 717"/>
                      <a:gd name="T15" fmla="*/ 71 h 756"/>
                      <a:gd name="T16" fmla="*/ 16 w 717"/>
                      <a:gd name="T17" fmla="*/ 244 h 756"/>
                      <a:gd name="T18" fmla="*/ 17 w 717"/>
                      <a:gd name="T19" fmla="*/ 96 h 756"/>
                      <a:gd name="T20" fmla="*/ 18 w 717"/>
                      <a:gd name="T21" fmla="*/ 615 h 756"/>
                      <a:gd name="T22" fmla="*/ 21 w 717"/>
                      <a:gd name="T23" fmla="*/ 397 h 756"/>
                      <a:gd name="T24" fmla="*/ 24 w 717"/>
                      <a:gd name="T25" fmla="*/ 519 h 756"/>
                      <a:gd name="T26" fmla="*/ 25 w 717"/>
                      <a:gd name="T27" fmla="*/ 308 h 756"/>
                      <a:gd name="T28" fmla="*/ 28 w 717"/>
                      <a:gd name="T29" fmla="*/ 442 h 756"/>
                      <a:gd name="T30" fmla="*/ 29 w 717"/>
                      <a:gd name="T31" fmla="*/ 352 h 756"/>
                      <a:gd name="T32" fmla="*/ 30 w 717"/>
                      <a:gd name="T33" fmla="*/ 384 h 756"/>
                      <a:gd name="T34" fmla="*/ 31 w 717"/>
                      <a:gd name="T35" fmla="*/ 135 h 756"/>
                      <a:gd name="T36" fmla="*/ 33 w 717"/>
                      <a:gd name="T37" fmla="*/ 301 h 756"/>
                      <a:gd name="T38" fmla="*/ 32 w 717"/>
                      <a:gd name="T39" fmla="*/ 519 h 756"/>
                      <a:gd name="T40" fmla="*/ 34 w 717"/>
                      <a:gd name="T41" fmla="*/ 679 h 756"/>
                      <a:gd name="T42" fmla="*/ 36 w 717"/>
                      <a:gd name="T43" fmla="*/ 628 h 756"/>
                      <a:gd name="T44" fmla="*/ 37 w 717"/>
                      <a:gd name="T45" fmla="*/ 480 h 756"/>
                      <a:gd name="T46" fmla="*/ 38 w 717"/>
                      <a:gd name="T47" fmla="*/ 391 h 756"/>
                      <a:gd name="T48" fmla="*/ 36 w 717"/>
                      <a:gd name="T49" fmla="*/ 506 h 756"/>
                      <a:gd name="T50" fmla="*/ 38 w 717"/>
                      <a:gd name="T51" fmla="*/ 352 h 756"/>
                      <a:gd name="T52" fmla="*/ 39 w 717"/>
                      <a:gd name="T53" fmla="*/ 455 h 756"/>
                      <a:gd name="T54" fmla="*/ 41 w 717"/>
                      <a:gd name="T55" fmla="*/ 519 h 756"/>
                      <a:gd name="T56" fmla="*/ 43 w 717"/>
                      <a:gd name="T57" fmla="*/ 410 h 756"/>
                      <a:gd name="T58" fmla="*/ 44 w 717"/>
                      <a:gd name="T59" fmla="*/ 186 h 756"/>
                      <a:gd name="T60" fmla="*/ 45 w 717"/>
                      <a:gd name="T61" fmla="*/ 231 h 756"/>
                      <a:gd name="T62" fmla="*/ 48 w 717"/>
                      <a:gd name="T63" fmla="*/ 148 h 756"/>
                      <a:gd name="T64" fmla="*/ 48 w 717"/>
                      <a:gd name="T65" fmla="*/ 301 h 756"/>
                      <a:gd name="T66" fmla="*/ 48 w 717"/>
                      <a:gd name="T67" fmla="*/ 730 h 756"/>
                      <a:gd name="T68" fmla="*/ 54 w 717"/>
                      <a:gd name="T69" fmla="*/ 0 h 756"/>
                      <a:gd name="T70" fmla="*/ 54 w 717"/>
                      <a:gd name="T71" fmla="*/ 250 h 756"/>
                      <a:gd name="T72" fmla="*/ 55 w 717"/>
                      <a:gd name="T73" fmla="*/ 333 h 756"/>
                      <a:gd name="T74" fmla="*/ 57 w 717"/>
                      <a:gd name="T75" fmla="*/ 192 h 756"/>
                      <a:gd name="T76" fmla="*/ 59 w 717"/>
                      <a:gd name="T77" fmla="*/ 340 h 756"/>
                      <a:gd name="T78" fmla="*/ 58 w 717"/>
                      <a:gd name="T79" fmla="*/ 429 h 756"/>
                      <a:gd name="T80" fmla="*/ 60 w 717"/>
                      <a:gd name="T81" fmla="*/ 461 h 756"/>
                      <a:gd name="T82" fmla="*/ 0 60000 65536"/>
                      <a:gd name="T83" fmla="*/ 0 60000 65536"/>
                      <a:gd name="T84" fmla="*/ 0 60000 65536"/>
                      <a:gd name="T85" fmla="*/ 0 60000 65536"/>
                      <a:gd name="T86" fmla="*/ 0 60000 65536"/>
                      <a:gd name="T87" fmla="*/ 0 60000 65536"/>
                      <a:gd name="T88" fmla="*/ 0 60000 65536"/>
                      <a:gd name="T89" fmla="*/ 0 60000 65536"/>
                      <a:gd name="T90" fmla="*/ 0 60000 65536"/>
                      <a:gd name="T91" fmla="*/ 0 60000 65536"/>
                      <a:gd name="T92" fmla="*/ 0 60000 65536"/>
                      <a:gd name="T93" fmla="*/ 0 60000 65536"/>
                      <a:gd name="T94" fmla="*/ 0 60000 65536"/>
                      <a:gd name="T95" fmla="*/ 0 60000 65536"/>
                      <a:gd name="T96" fmla="*/ 0 60000 65536"/>
                      <a:gd name="T97" fmla="*/ 0 60000 65536"/>
                      <a:gd name="T98" fmla="*/ 0 60000 65536"/>
                      <a:gd name="T99" fmla="*/ 0 60000 65536"/>
                      <a:gd name="T100" fmla="*/ 0 60000 65536"/>
                      <a:gd name="T101" fmla="*/ 0 60000 65536"/>
                      <a:gd name="T102" fmla="*/ 0 60000 65536"/>
                      <a:gd name="T103" fmla="*/ 0 60000 65536"/>
                      <a:gd name="T104" fmla="*/ 0 60000 65536"/>
                      <a:gd name="T105" fmla="*/ 0 60000 65536"/>
                      <a:gd name="T106" fmla="*/ 0 60000 65536"/>
                      <a:gd name="T107" fmla="*/ 0 60000 65536"/>
                      <a:gd name="T108" fmla="*/ 0 60000 65536"/>
                      <a:gd name="T109" fmla="*/ 0 60000 65536"/>
                      <a:gd name="T110" fmla="*/ 0 60000 65536"/>
                      <a:gd name="T111" fmla="*/ 0 60000 65536"/>
                      <a:gd name="T112" fmla="*/ 0 60000 65536"/>
                      <a:gd name="T113" fmla="*/ 0 60000 65536"/>
                      <a:gd name="T114" fmla="*/ 0 60000 65536"/>
                      <a:gd name="T115" fmla="*/ 0 60000 65536"/>
                      <a:gd name="T116" fmla="*/ 0 60000 65536"/>
                      <a:gd name="T117" fmla="*/ 0 60000 65536"/>
                      <a:gd name="T118" fmla="*/ 0 60000 65536"/>
                      <a:gd name="T119" fmla="*/ 0 60000 65536"/>
                      <a:gd name="T120" fmla="*/ 0 60000 65536"/>
                      <a:gd name="T121" fmla="*/ 0 60000 65536"/>
                      <a:gd name="T122" fmla="*/ 0 60000 65536"/>
                      <a:gd name="T123" fmla="*/ 0 w 717"/>
                      <a:gd name="T124" fmla="*/ 0 h 756"/>
                      <a:gd name="T125" fmla="*/ 717 w 717"/>
                      <a:gd name="T126" fmla="*/ 756 h 756"/>
                    </a:gdLst>
                    <a:ahLst/>
                    <a:cxnLst>
                      <a:cxn ang="T82">
                        <a:pos x="T0" y="T1"/>
                      </a:cxn>
                      <a:cxn ang="T83">
                        <a:pos x="T2" y="T3"/>
                      </a:cxn>
                      <a:cxn ang="T84">
                        <a:pos x="T4" y="T5"/>
                      </a:cxn>
                      <a:cxn ang="T85">
                        <a:pos x="T6" y="T7"/>
                      </a:cxn>
                      <a:cxn ang="T86">
                        <a:pos x="T8" y="T9"/>
                      </a:cxn>
                      <a:cxn ang="T87">
                        <a:pos x="T10" y="T11"/>
                      </a:cxn>
                      <a:cxn ang="T88">
                        <a:pos x="T12" y="T13"/>
                      </a:cxn>
                      <a:cxn ang="T89">
                        <a:pos x="T14" y="T15"/>
                      </a:cxn>
                      <a:cxn ang="T90">
                        <a:pos x="T16" y="T17"/>
                      </a:cxn>
                      <a:cxn ang="T91">
                        <a:pos x="T18" y="T19"/>
                      </a:cxn>
                      <a:cxn ang="T92">
                        <a:pos x="T20" y="T21"/>
                      </a:cxn>
                      <a:cxn ang="T93">
                        <a:pos x="T22" y="T23"/>
                      </a:cxn>
                      <a:cxn ang="T94">
                        <a:pos x="T24" y="T25"/>
                      </a:cxn>
                      <a:cxn ang="T95">
                        <a:pos x="T26" y="T27"/>
                      </a:cxn>
                      <a:cxn ang="T96">
                        <a:pos x="T28" y="T29"/>
                      </a:cxn>
                      <a:cxn ang="T97">
                        <a:pos x="T30" y="T31"/>
                      </a:cxn>
                      <a:cxn ang="T98">
                        <a:pos x="T32" y="T33"/>
                      </a:cxn>
                      <a:cxn ang="T99">
                        <a:pos x="T34" y="T35"/>
                      </a:cxn>
                      <a:cxn ang="T100">
                        <a:pos x="T36" y="T37"/>
                      </a:cxn>
                      <a:cxn ang="T101">
                        <a:pos x="T38" y="T39"/>
                      </a:cxn>
                      <a:cxn ang="T102">
                        <a:pos x="T40" y="T41"/>
                      </a:cxn>
                      <a:cxn ang="T103">
                        <a:pos x="T42" y="T43"/>
                      </a:cxn>
                      <a:cxn ang="T104">
                        <a:pos x="T44" y="T45"/>
                      </a:cxn>
                      <a:cxn ang="T105">
                        <a:pos x="T46" y="T47"/>
                      </a:cxn>
                      <a:cxn ang="T106">
                        <a:pos x="T48" y="T49"/>
                      </a:cxn>
                      <a:cxn ang="T107">
                        <a:pos x="T50" y="T51"/>
                      </a:cxn>
                      <a:cxn ang="T108">
                        <a:pos x="T52" y="T53"/>
                      </a:cxn>
                      <a:cxn ang="T109">
                        <a:pos x="T54" y="T55"/>
                      </a:cxn>
                      <a:cxn ang="T110">
                        <a:pos x="T56" y="T57"/>
                      </a:cxn>
                      <a:cxn ang="T111">
                        <a:pos x="T58" y="T59"/>
                      </a:cxn>
                      <a:cxn ang="T112">
                        <a:pos x="T60" y="T61"/>
                      </a:cxn>
                      <a:cxn ang="T113">
                        <a:pos x="T62" y="T63"/>
                      </a:cxn>
                      <a:cxn ang="T114">
                        <a:pos x="T64" y="T65"/>
                      </a:cxn>
                      <a:cxn ang="T115">
                        <a:pos x="T66" y="T67"/>
                      </a:cxn>
                      <a:cxn ang="T116">
                        <a:pos x="T68" y="T69"/>
                      </a:cxn>
                      <a:cxn ang="T117">
                        <a:pos x="T70" y="T71"/>
                      </a:cxn>
                      <a:cxn ang="T118">
                        <a:pos x="T72" y="T73"/>
                      </a:cxn>
                      <a:cxn ang="T119">
                        <a:pos x="T74" y="T75"/>
                      </a:cxn>
                      <a:cxn ang="T120">
                        <a:pos x="T76" y="T77"/>
                      </a:cxn>
                      <a:cxn ang="T121">
                        <a:pos x="T78" y="T79"/>
                      </a:cxn>
                      <a:cxn ang="T122">
                        <a:pos x="T80" y="T81"/>
                      </a:cxn>
                    </a:cxnLst>
                    <a:rect l="T123" t="T124" r="T125" b="T126"/>
                    <a:pathLst>
                      <a:path w="717" h="756">
                        <a:moveTo>
                          <a:pt x="0" y="756"/>
                        </a:moveTo>
                        <a:lnTo>
                          <a:pt x="52" y="167"/>
                        </a:lnTo>
                        <a:lnTo>
                          <a:pt x="64" y="384"/>
                        </a:lnTo>
                        <a:lnTo>
                          <a:pt x="90" y="103"/>
                        </a:lnTo>
                        <a:lnTo>
                          <a:pt x="116" y="519"/>
                        </a:lnTo>
                        <a:lnTo>
                          <a:pt x="135" y="487"/>
                        </a:lnTo>
                        <a:lnTo>
                          <a:pt x="135" y="359"/>
                        </a:lnTo>
                        <a:lnTo>
                          <a:pt x="167" y="71"/>
                        </a:lnTo>
                        <a:lnTo>
                          <a:pt x="192" y="244"/>
                        </a:lnTo>
                        <a:lnTo>
                          <a:pt x="205" y="96"/>
                        </a:lnTo>
                        <a:lnTo>
                          <a:pt x="218" y="615"/>
                        </a:lnTo>
                        <a:lnTo>
                          <a:pt x="244" y="397"/>
                        </a:lnTo>
                        <a:lnTo>
                          <a:pt x="282" y="519"/>
                        </a:lnTo>
                        <a:lnTo>
                          <a:pt x="308" y="308"/>
                        </a:lnTo>
                        <a:lnTo>
                          <a:pt x="333" y="442"/>
                        </a:lnTo>
                        <a:lnTo>
                          <a:pt x="346" y="352"/>
                        </a:lnTo>
                        <a:lnTo>
                          <a:pt x="365" y="384"/>
                        </a:lnTo>
                        <a:lnTo>
                          <a:pt x="378" y="135"/>
                        </a:lnTo>
                        <a:lnTo>
                          <a:pt x="391" y="301"/>
                        </a:lnTo>
                        <a:lnTo>
                          <a:pt x="384" y="519"/>
                        </a:lnTo>
                        <a:lnTo>
                          <a:pt x="404" y="679"/>
                        </a:lnTo>
                        <a:lnTo>
                          <a:pt x="429" y="628"/>
                        </a:lnTo>
                        <a:lnTo>
                          <a:pt x="442" y="480"/>
                        </a:lnTo>
                        <a:lnTo>
                          <a:pt x="455" y="391"/>
                        </a:lnTo>
                        <a:lnTo>
                          <a:pt x="436" y="506"/>
                        </a:lnTo>
                        <a:lnTo>
                          <a:pt x="461" y="352"/>
                        </a:lnTo>
                        <a:lnTo>
                          <a:pt x="474" y="455"/>
                        </a:lnTo>
                        <a:lnTo>
                          <a:pt x="493" y="519"/>
                        </a:lnTo>
                        <a:lnTo>
                          <a:pt x="512" y="410"/>
                        </a:lnTo>
                        <a:lnTo>
                          <a:pt x="532" y="186"/>
                        </a:lnTo>
                        <a:lnTo>
                          <a:pt x="544" y="231"/>
                        </a:lnTo>
                        <a:lnTo>
                          <a:pt x="570" y="148"/>
                        </a:lnTo>
                        <a:lnTo>
                          <a:pt x="576" y="301"/>
                        </a:lnTo>
                        <a:lnTo>
                          <a:pt x="576" y="730"/>
                        </a:lnTo>
                        <a:lnTo>
                          <a:pt x="647" y="0"/>
                        </a:lnTo>
                        <a:lnTo>
                          <a:pt x="647" y="250"/>
                        </a:lnTo>
                        <a:lnTo>
                          <a:pt x="660" y="333"/>
                        </a:lnTo>
                        <a:lnTo>
                          <a:pt x="685" y="192"/>
                        </a:lnTo>
                        <a:lnTo>
                          <a:pt x="711" y="340"/>
                        </a:lnTo>
                        <a:lnTo>
                          <a:pt x="698" y="429"/>
                        </a:lnTo>
                        <a:lnTo>
                          <a:pt x="717" y="461"/>
                        </a:lnTo>
                      </a:path>
                    </a:pathLst>
                  </a:custGeom>
                  <a:noFill/>
                  <a:ln w="9525">
                    <a:solidFill>
                      <a:srgbClr val="FF0000"/>
                    </a:solidFill>
                    <a:round/>
                    <a:headEnd/>
                    <a:tailEnd/>
                  </a:ln>
                </p:spPr>
                <p:txBody>
                  <a:bodyPr/>
                  <a:lstStyle/>
                  <a:p>
                    <a:endParaRPr lang="en-GB" sz="1600"/>
                  </a:p>
                </p:txBody>
              </p:sp>
              <p:sp>
                <p:nvSpPr>
                  <p:cNvPr id="14599" name="Freeform 178"/>
                  <p:cNvSpPr>
                    <a:spLocks/>
                  </p:cNvSpPr>
                  <p:nvPr/>
                </p:nvSpPr>
                <p:spPr bwMode="auto">
                  <a:xfrm flipV="1">
                    <a:off x="4385" y="1138"/>
                    <a:ext cx="313" cy="756"/>
                  </a:xfrm>
                  <a:custGeom>
                    <a:avLst/>
                    <a:gdLst>
                      <a:gd name="T0" fmla="*/ 0 w 717"/>
                      <a:gd name="T1" fmla="*/ 756 h 756"/>
                      <a:gd name="T2" fmla="*/ 4 w 717"/>
                      <a:gd name="T3" fmla="*/ 167 h 756"/>
                      <a:gd name="T4" fmla="*/ 5 w 717"/>
                      <a:gd name="T5" fmla="*/ 384 h 756"/>
                      <a:gd name="T6" fmla="*/ 7 w 717"/>
                      <a:gd name="T7" fmla="*/ 103 h 756"/>
                      <a:gd name="T8" fmla="*/ 10 w 717"/>
                      <a:gd name="T9" fmla="*/ 519 h 756"/>
                      <a:gd name="T10" fmla="*/ 11 w 717"/>
                      <a:gd name="T11" fmla="*/ 487 h 756"/>
                      <a:gd name="T12" fmla="*/ 11 w 717"/>
                      <a:gd name="T13" fmla="*/ 359 h 756"/>
                      <a:gd name="T14" fmla="*/ 14 w 717"/>
                      <a:gd name="T15" fmla="*/ 71 h 756"/>
                      <a:gd name="T16" fmla="*/ 16 w 717"/>
                      <a:gd name="T17" fmla="*/ 244 h 756"/>
                      <a:gd name="T18" fmla="*/ 17 w 717"/>
                      <a:gd name="T19" fmla="*/ 96 h 756"/>
                      <a:gd name="T20" fmla="*/ 18 w 717"/>
                      <a:gd name="T21" fmla="*/ 615 h 756"/>
                      <a:gd name="T22" fmla="*/ 21 w 717"/>
                      <a:gd name="T23" fmla="*/ 397 h 756"/>
                      <a:gd name="T24" fmla="*/ 24 w 717"/>
                      <a:gd name="T25" fmla="*/ 519 h 756"/>
                      <a:gd name="T26" fmla="*/ 25 w 717"/>
                      <a:gd name="T27" fmla="*/ 308 h 756"/>
                      <a:gd name="T28" fmla="*/ 28 w 717"/>
                      <a:gd name="T29" fmla="*/ 442 h 756"/>
                      <a:gd name="T30" fmla="*/ 29 w 717"/>
                      <a:gd name="T31" fmla="*/ 352 h 756"/>
                      <a:gd name="T32" fmla="*/ 30 w 717"/>
                      <a:gd name="T33" fmla="*/ 384 h 756"/>
                      <a:gd name="T34" fmla="*/ 31 w 717"/>
                      <a:gd name="T35" fmla="*/ 135 h 756"/>
                      <a:gd name="T36" fmla="*/ 33 w 717"/>
                      <a:gd name="T37" fmla="*/ 301 h 756"/>
                      <a:gd name="T38" fmla="*/ 32 w 717"/>
                      <a:gd name="T39" fmla="*/ 519 h 756"/>
                      <a:gd name="T40" fmla="*/ 34 w 717"/>
                      <a:gd name="T41" fmla="*/ 679 h 756"/>
                      <a:gd name="T42" fmla="*/ 36 w 717"/>
                      <a:gd name="T43" fmla="*/ 628 h 756"/>
                      <a:gd name="T44" fmla="*/ 37 w 717"/>
                      <a:gd name="T45" fmla="*/ 480 h 756"/>
                      <a:gd name="T46" fmla="*/ 38 w 717"/>
                      <a:gd name="T47" fmla="*/ 391 h 756"/>
                      <a:gd name="T48" fmla="*/ 36 w 717"/>
                      <a:gd name="T49" fmla="*/ 506 h 756"/>
                      <a:gd name="T50" fmla="*/ 38 w 717"/>
                      <a:gd name="T51" fmla="*/ 352 h 756"/>
                      <a:gd name="T52" fmla="*/ 39 w 717"/>
                      <a:gd name="T53" fmla="*/ 455 h 756"/>
                      <a:gd name="T54" fmla="*/ 41 w 717"/>
                      <a:gd name="T55" fmla="*/ 519 h 756"/>
                      <a:gd name="T56" fmla="*/ 43 w 717"/>
                      <a:gd name="T57" fmla="*/ 410 h 756"/>
                      <a:gd name="T58" fmla="*/ 44 w 717"/>
                      <a:gd name="T59" fmla="*/ 186 h 756"/>
                      <a:gd name="T60" fmla="*/ 45 w 717"/>
                      <a:gd name="T61" fmla="*/ 231 h 756"/>
                      <a:gd name="T62" fmla="*/ 48 w 717"/>
                      <a:gd name="T63" fmla="*/ 148 h 756"/>
                      <a:gd name="T64" fmla="*/ 48 w 717"/>
                      <a:gd name="T65" fmla="*/ 301 h 756"/>
                      <a:gd name="T66" fmla="*/ 48 w 717"/>
                      <a:gd name="T67" fmla="*/ 730 h 756"/>
                      <a:gd name="T68" fmla="*/ 54 w 717"/>
                      <a:gd name="T69" fmla="*/ 0 h 756"/>
                      <a:gd name="T70" fmla="*/ 54 w 717"/>
                      <a:gd name="T71" fmla="*/ 250 h 756"/>
                      <a:gd name="T72" fmla="*/ 55 w 717"/>
                      <a:gd name="T73" fmla="*/ 333 h 756"/>
                      <a:gd name="T74" fmla="*/ 57 w 717"/>
                      <a:gd name="T75" fmla="*/ 192 h 756"/>
                      <a:gd name="T76" fmla="*/ 59 w 717"/>
                      <a:gd name="T77" fmla="*/ 340 h 756"/>
                      <a:gd name="T78" fmla="*/ 58 w 717"/>
                      <a:gd name="T79" fmla="*/ 429 h 756"/>
                      <a:gd name="T80" fmla="*/ 60 w 717"/>
                      <a:gd name="T81" fmla="*/ 461 h 756"/>
                      <a:gd name="T82" fmla="*/ 0 60000 65536"/>
                      <a:gd name="T83" fmla="*/ 0 60000 65536"/>
                      <a:gd name="T84" fmla="*/ 0 60000 65536"/>
                      <a:gd name="T85" fmla="*/ 0 60000 65536"/>
                      <a:gd name="T86" fmla="*/ 0 60000 65536"/>
                      <a:gd name="T87" fmla="*/ 0 60000 65536"/>
                      <a:gd name="T88" fmla="*/ 0 60000 65536"/>
                      <a:gd name="T89" fmla="*/ 0 60000 65536"/>
                      <a:gd name="T90" fmla="*/ 0 60000 65536"/>
                      <a:gd name="T91" fmla="*/ 0 60000 65536"/>
                      <a:gd name="T92" fmla="*/ 0 60000 65536"/>
                      <a:gd name="T93" fmla="*/ 0 60000 65536"/>
                      <a:gd name="T94" fmla="*/ 0 60000 65536"/>
                      <a:gd name="T95" fmla="*/ 0 60000 65536"/>
                      <a:gd name="T96" fmla="*/ 0 60000 65536"/>
                      <a:gd name="T97" fmla="*/ 0 60000 65536"/>
                      <a:gd name="T98" fmla="*/ 0 60000 65536"/>
                      <a:gd name="T99" fmla="*/ 0 60000 65536"/>
                      <a:gd name="T100" fmla="*/ 0 60000 65536"/>
                      <a:gd name="T101" fmla="*/ 0 60000 65536"/>
                      <a:gd name="T102" fmla="*/ 0 60000 65536"/>
                      <a:gd name="T103" fmla="*/ 0 60000 65536"/>
                      <a:gd name="T104" fmla="*/ 0 60000 65536"/>
                      <a:gd name="T105" fmla="*/ 0 60000 65536"/>
                      <a:gd name="T106" fmla="*/ 0 60000 65536"/>
                      <a:gd name="T107" fmla="*/ 0 60000 65536"/>
                      <a:gd name="T108" fmla="*/ 0 60000 65536"/>
                      <a:gd name="T109" fmla="*/ 0 60000 65536"/>
                      <a:gd name="T110" fmla="*/ 0 60000 65536"/>
                      <a:gd name="T111" fmla="*/ 0 60000 65536"/>
                      <a:gd name="T112" fmla="*/ 0 60000 65536"/>
                      <a:gd name="T113" fmla="*/ 0 60000 65536"/>
                      <a:gd name="T114" fmla="*/ 0 60000 65536"/>
                      <a:gd name="T115" fmla="*/ 0 60000 65536"/>
                      <a:gd name="T116" fmla="*/ 0 60000 65536"/>
                      <a:gd name="T117" fmla="*/ 0 60000 65536"/>
                      <a:gd name="T118" fmla="*/ 0 60000 65536"/>
                      <a:gd name="T119" fmla="*/ 0 60000 65536"/>
                      <a:gd name="T120" fmla="*/ 0 60000 65536"/>
                      <a:gd name="T121" fmla="*/ 0 60000 65536"/>
                      <a:gd name="T122" fmla="*/ 0 60000 65536"/>
                      <a:gd name="T123" fmla="*/ 0 w 717"/>
                      <a:gd name="T124" fmla="*/ 0 h 756"/>
                      <a:gd name="T125" fmla="*/ 717 w 717"/>
                      <a:gd name="T126" fmla="*/ 756 h 756"/>
                    </a:gdLst>
                    <a:ahLst/>
                    <a:cxnLst>
                      <a:cxn ang="T82">
                        <a:pos x="T0" y="T1"/>
                      </a:cxn>
                      <a:cxn ang="T83">
                        <a:pos x="T2" y="T3"/>
                      </a:cxn>
                      <a:cxn ang="T84">
                        <a:pos x="T4" y="T5"/>
                      </a:cxn>
                      <a:cxn ang="T85">
                        <a:pos x="T6" y="T7"/>
                      </a:cxn>
                      <a:cxn ang="T86">
                        <a:pos x="T8" y="T9"/>
                      </a:cxn>
                      <a:cxn ang="T87">
                        <a:pos x="T10" y="T11"/>
                      </a:cxn>
                      <a:cxn ang="T88">
                        <a:pos x="T12" y="T13"/>
                      </a:cxn>
                      <a:cxn ang="T89">
                        <a:pos x="T14" y="T15"/>
                      </a:cxn>
                      <a:cxn ang="T90">
                        <a:pos x="T16" y="T17"/>
                      </a:cxn>
                      <a:cxn ang="T91">
                        <a:pos x="T18" y="T19"/>
                      </a:cxn>
                      <a:cxn ang="T92">
                        <a:pos x="T20" y="T21"/>
                      </a:cxn>
                      <a:cxn ang="T93">
                        <a:pos x="T22" y="T23"/>
                      </a:cxn>
                      <a:cxn ang="T94">
                        <a:pos x="T24" y="T25"/>
                      </a:cxn>
                      <a:cxn ang="T95">
                        <a:pos x="T26" y="T27"/>
                      </a:cxn>
                      <a:cxn ang="T96">
                        <a:pos x="T28" y="T29"/>
                      </a:cxn>
                      <a:cxn ang="T97">
                        <a:pos x="T30" y="T31"/>
                      </a:cxn>
                      <a:cxn ang="T98">
                        <a:pos x="T32" y="T33"/>
                      </a:cxn>
                      <a:cxn ang="T99">
                        <a:pos x="T34" y="T35"/>
                      </a:cxn>
                      <a:cxn ang="T100">
                        <a:pos x="T36" y="T37"/>
                      </a:cxn>
                      <a:cxn ang="T101">
                        <a:pos x="T38" y="T39"/>
                      </a:cxn>
                      <a:cxn ang="T102">
                        <a:pos x="T40" y="T41"/>
                      </a:cxn>
                      <a:cxn ang="T103">
                        <a:pos x="T42" y="T43"/>
                      </a:cxn>
                      <a:cxn ang="T104">
                        <a:pos x="T44" y="T45"/>
                      </a:cxn>
                      <a:cxn ang="T105">
                        <a:pos x="T46" y="T47"/>
                      </a:cxn>
                      <a:cxn ang="T106">
                        <a:pos x="T48" y="T49"/>
                      </a:cxn>
                      <a:cxn ang="T107">
                        <a:pos x="T50" y="T51"/>
                      </a:cxn>
                      <a:cxn ang="T108">
                        <a:pos x="T52" y="T53"/>
                      </a:cxn>
                      <a:cxn ang="T109">
                        <a:pos x="T54" y="T55"/>
                      </a:cxn>
                      <a:cxn ang="T110">
                        <a:pos x="T56" y="T57"/>
                      </a:cxn>
                      <a:cxn ang="T111">
                        <a:pos x="T58" y="T59"/>
                      </a:cxn>
                      <a:cxn ang="T112">
                        <a:pos x="T60" y="T61"/>
                      </a:cxn>
                      <a:cxn ang="T113">
                        <a:pos x="T62" y="T63"/>
                      </a:cxn>
                      <a:cxn ang="T114">
                        <a:pos x="T64" y="T65"/>
                      </a:cxn>
                      <a:cxn ang="T115">
                        <a:pos x="T66" y="T67"/>
                      </a:cxn>
                      <a:cxn ang="T116">
                        <a:pos x="T68" y="T69"/>
                      </a:cxn>
                      <a:cxn ang="T117">
                        <a:pos x="T70" y="T71"/>
                      </a:cxn>
                      <a:cxn ang="T118">
                        <a:pos x="T72" y="T73"/>
                      </a:cxn>
                      <a:cxn ang="T119">
                        <a:pos x="T74" y="T75"/>
                      </a:cxn>
                      <a:cxn ang="T120">
                        <a:pos x="T76" y="T77"/>
                      </a:cxn>
                      <a:cxn ang="T121">
                        <a:pos x="T78" y="T79"/>
                      </a:cxn>
                      <a:cxn ang="T122">
                        <a:pos x="T80" y="T81"/>
                      </a:cxn>
                    </a:cxnLst>
                    <a:rect l="T123" t="T124" r="T125" b="T126"/>
                    <a:pathLst>
                      <a:path w="717" h="756">
                        <a:moveTo>
                          <a:pt x="0" y="756"/>
                        </a:moveTo>
                        <a:lnTo>
                          <a:pt x="52" y="167"/>
                        </a:lnTo>
                        <a:lnTo>
                          <a:pt x="64" y="384"/>
                        </a:lnTo>
                        <a:lnTo>
                          <a:pt x="90" y="103"/>
                        </a:lnTo>
                        <a:lnTo>
                          <a:pt x="116" y="519"/>
                        </a:lnTo>
                        <a:lnTo>
                          <a:pt x="135" y="487"/>
                        </a:lnTo>
                        <a:lnTo>
                          <a:pt x="135" y="359"/>
                        </a:lnTo>
                        <a:lnTo>
                          <a:pt x="167" y="71"/>
                        </a:lnTo>
                        <a:lnTo>
                          <a:pt x="192" y="244"/>
                        </a:lnTo>
                        <a:lnTo>
                          <a:pt x="205" y="96"/>
                        </a:lnTo>
                        <a:lnTo>
                          <a:pt x="218" y="615"/>
                        </a:lnTo>
                        <a:lnTo>
                          <a:pt x="244" y="397"/>
                        </a:lnTo>
                        <a:lnTo>
                          <a:pt x="282" y="519"/>
                        </a:lnTo>
                        <a:lnTo>
                          <a:pt x="308" y="308"/>
                        </a:lnTo>
                        <a:lnTo>
                          <a:pt x="333" y="442"/>
                        </a:lnTo>
                        <a:lnTo>
                          <a:pt x="346" y="352"/>
                        </a:lnTo>
                        <a:lnTo>
                          <a:pt x="365" y="384"/>
                        </a:lnTo>
                        <a:lnTo>
                          <a:pt x="378" y="135"/>
                        </a:lnTo>
                        <a:lnTo>
                          <a:pt x="391" y="301"/>
                        </a:lnTo>
                        <a:lnTo>
                          <a:pt x="384" y="519"/>
                        </a:lnTo>
                        <a:lnTo>
                          <a:pt x="404" y="679"/>
                        </a:lnTo>
                        <a:lnTo>
                          <a:pt x="429" y="628"/>
                        </a:lnTo>
                        <a:lnTo>
                          <a:pt x="442" y="480"/>
                        </a:lnTo>
                        <a:lnTo>
                          <a:pt x="455" y="391"/>
                        </a:lnTo>
                        <a:lnTo>
                          <a:pt x="436" y="506"/>
                        </a:lnTo>
                        <a:lnTo>
                          <a:pt x="461" y="352"/>
                        </a:lnTo>
                        <a:lnTo>
                          <a:pt x="474" y="455"/>
                        </a:lnTo>
                        <a:lnTo>
                          <a:pt x="493" y="519"/>
                        </a:lnTo>
                        <a:lnTo>
                          <a:pt x="512" y="410"/>
                        </a:lnTo>
                        <a:lnTo>
                          <a:pt x="532" y="186"/>
                        </a:lnTo>
                        <a:lnTo>
                          <a:pt x="544" y="231"/>
                        </a:lnTo>
                        <a:lnTo>
                          <a:pt x="570" y="148"/>
                        </a:lnTo>
                        <a:lnTo>
                          <a:pt x="576" y="301"/>
                        </a:lnTo>
                        <a:lnTo>
                          <a:pt x="576" y="730"/>
                        </a:lnTo>
                        <a:lnTo>
                          <a:pt x="647" y="0"/>
                        </a:lnTo>
                        <a:lnTo>
                          <a:pt x="647" y="250"/>
                        </a:lnTo>
                        <a:lnTo>
                          <a:pt x="660" y="333"/>
                        </a:lnTo>
                        <a:lnTo>
                          <a:pt x="685" y="192"/>
                        </a:lnTo>
                        <a:lnTo>
                          <a:pt x="711" y="340"/>
                        </a:lnTo>
                        <a:lnTo>
                          <a:pt x="698" y="429"/>
                        </a:lnTo>
                        <a:lnTo>
                          <a:pt x="717" y="461"/>
                        </a:lnTo>
                      </a:path>
                    </a:pathLst>
                  </a:custGeom>
                  <a:noFill/>
                  <a:ln w="9525">
                    <a:solidFill>
                      <a:srgbClr val="FF0000"/>
                    </a:solidFill>
                    <a:round/>
                    <a:headEnd/>
                    <a:tailEnd/>
                  </a:ln>
                </p:spPr>
                <p:txBody>
                  <a:bodyPr/>
                  <a:lstStyle/>
                  <a:p>
                    <a:endParaRPr lang="en-GB" sz="1600"/>
                  </a:p>
                </p:txBody>
              </p:sp>
              <p:sp>
                <p:nvSpPr>
                  <p:cNvPr id="14600" name="Freeform 179"/>
                  <p:cNvSpPr>
                    <a:spLocks/>
                  </p:cNvSpPr>
                  <p:nvPr/>
                </p:nvSpPr>
                <p:spPr bwMode="auto">
                  <a:xfrm flipH="1">
                    <a:off x="4698" y="1100"/>
                    <a:ext cx="313" cy="756"/>
                  </a:xfrm>
                  <a:custGeom>
                    <a:avLst/>
                    <a:gdLst>
                      <a:gd name="T0" fmla="*/ 0 w 717"/>
                      <a:gd name="T1" fmla="*/ 756 h 756"/>
                      <a:gd name="T2" fmla="*/ 4 w 717"/>
                      <a:gd name="T3" fmla="*/ 167 h 756"/>
                      <a:gd name="T4" fmla="*/ 5 w 717"/>
                      <a:gd name="T5" fmla="*/ 384 h 756"/>
                      <a:gd name="T6" fmla="*/ 7 w 717"/>
                      <a:gd name="T7" fmla="*/ 103 h 756"/>
                      <a:gd name="T8" fmla="*/ 10 w 717"/>
                      <a:gd name="T9" fmla="*/ 519 h 756"/>
                      <a:gd name="T10" fmla="*/ 11 w 717"/>
                      <a:gd name="T11" fmla="*/ 487 h 756"/>
                      <a:gd name="T12" fmla="*/ 11 w 717"/>
                      <a:gd name="T13" fmla="*/ 359 h 756"/>
                      <a:gd name="T14" fmla="*/ 14 w 717"/>
                      <a:gd name="T15" fmla="*/ 71 h 756"/>
                      <a:gd name="T16" fmla="*/ 16 w 717"/>
                      <a:gd name="T17" fmla="*/ 244 h 756"/>
                      <a:gd name="T18" fmla="*/ 17 w 717"/>
                      <a:gd name="T19" fmla="*/ 96 h 756"/>
                      <a:gd name="T20" fmla="*/ 18 w 717"/>
                      <a:gd name="T21" fmla="*/ 615 h 756"/>
                      <a:gd name="T22" fmla="*/ 21 w 717"/>
                      <a:gd name="T23" fmla="*/ 397 h 756"/>
                      <a:gd name="T24" fmla="*/ 24 w 717"/>
                      <a:gd name="T25" fmla="*/ 519 h 756"/>
                      <a:gd name="T26" fmla="*/ 25 w 717"/>
                      <a:gd name="T27" fmla="*/ 308 h 756"/>
                      <a:gd name="T28" fmla="*/ 28 w 717"/>
                      <a:gd name="T29" fmla="*/ 442 h 756"/>
                      <a:gd name="T30" fmla="*/ 29 w 717"/>
                      <a:gd name="T31" fmla="*/ 352 h 756"/>
                      <a:gd name="T32" fmla="*/ 30 w 717"/>
                      <a:gd name="T33" fmla="*/ 384 h 756"/>
                      <a:gd name="T34" fmla="*/ 31 w 717"/>
                      <a:gd name="T35" fmla="*/ 135 h 756"/>
                      <a:gd name="T36" fmla="*/ 33 w 717"/>
                      <a:gd name="T37" fmla="*/ 301 h 756"/>
                      <a:gd name="T38" fmla="*/ 32 w 717"/>
                      <a:gd name="T39" fmla="*/ 519 h 756"/>
                      <a:gd name="T40" fmla="*/ 34 w 717"/>
                      <a:gd name="T41" fmla="*/ 679 h 756"/>
                      <a:gd name="T42" fmla="*/ 36 w 717"/>
                      <a:gd name="T43" fmla="*/ 628 h 756"/>
                      <a:gd name="T44" fmla="*/ 37 w 717"/>
                      <a:gd name="T45" fmla="*/ 480 h 756"/>
                      <a:gd name="T46" fmla="*/ 38 w 717"/>
                      <a:gd name="T47" fmla="*/ 391 h 756"/>
                      <a:gd name="T48" fmla="*/ 36 w 717"/>
                      <a:gd name="T49" fmla="*/ 506 h 756"/>
                      <a:gd name="T50" fmla="*/ 38 w 717"/>
                      <a:gd name="T51" fmla="*/ 352 h 756"/>
                      <a:gd name="T52" fmla="*/ 39 w 717"/>
                      <a:gd name="T53" fmla="*/ 455 h 756"/>
                      <a:gd name="T54" fmla="*/ 41 w 717"/>
                      <a:gd name="T55" fmla="*/ 519 h 756"/>
                      <a:gd name="T56" fmla="*/ 43 w 717"/>
                      <a:gd name="T57" fmla="*/ 410 h 756"/>
                      <a:gd name="T58" fmla="*/ 44 w 717"/>
                      <a:gd name="T59" fmla="*/ 186 h 756"/>
                      <a:gd name="T60" fmla="*/ 45 w 717"/>
                      <a:gd name="T61" fmla="*/ 231 h 756"/>
                      <a:gd name="T62" fmla="*/ 48 w 717"/>
                      <a:gd name="T63" fmla="*/ 148 h 756"/>
                      <a:gd name="T64" fmla="*/ 48 w 717"/>
                      <a:gd name="T65" fmla="*/ 301 h 756"/>
                      <a:gd name="T66" fmla="*/ 48 w 717"/>
                      <a:gd name="T67" fmla="*/ 730 h 756"/>
                      <a:gd name="T68" fmla="*/ 54 w 717"/>
                      <a:gd name="T69" fmla="*/ 0 h 756"/>
                      <a:gd name="T70" fmla="*/ 54 w 717"/>
                      <a:gd name="T71" fmla="*/ 250 h 756"/>
                      <a:gd name="T72" fmla="*/ 55 w 717"/>
                      <a:gd name="T73" fmla="*/ 333 h 756"/>
                      <a:gd name="T74" fmla="*/ 57 w 717"/>
                      <a:gd name="T75" fmla="*/ 192 h 756"/>
                      <a:gd name="T76" fmla="*/ 59 w 717"/>
                      <a:gd name="T77" fmla="*/ 340 h 756"/>
                      <a:gd name="T78" fmla="*/ 58 w 717"/>
                      <a:gd name="T79" fmla="*/ 429 h 756"/>
                      <a:gd name="T80" fmla="*/ 60 w 717"/>
                      <a:gd name="T81" fmla="*/ 461 h 756"/>
                      <a:gd name="T82" fmla="*/ 0 60000 65536"/>
                      <a:gd name="T83" fmla="*/ 0 60000 65536"/>
                      <a:gd name="T84" fmla="*/ 0 60000 65536"/>
                      <a:gd name="T85" fmla="*/ 0 60000 65536"/>
                      <a:gd name="T86" fmla="*/ 0 60000 65536"/>
                      <a:gd name="T87" fmla="*/ 0 60000 65536"/>
                      <a:gd name="T88" fmla="*/ 0 60000 65536"/>
                      <a:gd name="T89" fmla="*/ 0 60000 65536"/>
                      <a:gd name="T90" fmla="*/ 0 60000 65536"/>
                      <a:gd name="T91" fmla="*/ 0 60000 65536"/>
                      <a:gd name="T92" fmla="*/ 0 60000 65536"/>
                      <a:gd name="T93" fmla="*/ 0 60000 65536"/>
                      <a:gd name="T94" fmla="*/ 0 60000 65536"/>
                      <a:gd name="T95" fmla="*/ 0 60000 65536"/>
                      <a:gd name="T96" fmla="*/ 0 60000 65536"/>
                      <a:gd name="T97" fmla="*/ 0 60000 65536"/>
                      <a:gd name="T98" fmla="*/ 0 60000 65536"/>
                      <a:gd name="T99" fmla="*/ 0 60000 65536"/>
                      <a:gd name="T100" fmla="*/ 0 60000 65536"/>
                      <a:gd name="T101" fmla="*/ 0 60000 65536"/>
                      <a:gd name="T102" fmla="*/ 0 60000 65536"/>
                      <a:gd name="T103" fmla="*/ 0 60000 65536"/>
                      <a:gd name="T104" fmla="*/ 0 60000 65536"/>
                      <a:gd name="T105" fmla="*/ 0 60000 65536"/>
                      <a:gd name="T106" fmla="*/ 0 60000 65536"/>
                      <a:gd name="T107" fmla="*/ 0 60000 65536"/>
                      <a:gd name="T108" fmla="*/ 0 60000 65536"/>
                      <a:gd name="T109" fmla="*/ 0 60000 65536"/>
                      <a:gd name="T110" fmla="*/ 0 60000 65536"/>
                      <a:gd name="T111" fmla="*/ 0 60000 65536"/>
                      <a:gd name="T112" fmla="*/ 0 60000 65536"/>
                      <a:gd name="T113" fmla="*/ 0 60000 65536"/>
                      <a:gd name="T114" fmla="*/ 0 60000 65536"/>
                      <a:gd name="T115" fmla="*/ 0 60000 65536"/>
                      <a:gd name="T116" fmla="*/ 0 60000 65536"/>
                      <a:gd name="T117" fmla="*/ 0 60000 65536"/>
                      <a:gd name="T118" fmla="*/ 0 60000 65536"/>
                      <a:gd name="T119" fmla="*/ 0 60000 65536"/>
                      <a:gd name="T120" fmla="*/ 0 60000 65536"/>
                      <a:gd name="T121" fmla="*/ 0 60000 65536"/>
                      <a:gd name="T122" fmla="*/ 0 60000 65536"/>
                      <a:gd name="T123" fmla="*/ 0 w 717"/>
                      <a:gd name="T124" fmla="*/ 0 h 756"/>
                      <a:gd name="T125" fmla="*/ 717 w 717"/>
                      <a:gd name="T126" fmla="*/ 756 h 756"/>
                    </a:gdLst>
                    <a:ahLst/>
                    <a:cxnLst>
                      <a:cxn ang="T82">
                        <a:pos x="T0" y="T1"/>
                      </a:cxn>
                      <a:cxn ang="T83">
                        <a:pos x="T2" y="T3"/>
                      </a:cxn>
                      <a:cxn ang="T84">
                        <a:pos x="T4" y="T5"/>
                      </a:cxn>
                      <a:cxn ang="T85">
                        <a:pos x="T6" y="T7"/>
                      </a:cxn>
                      <a:cxn ang="T86">
                        <a:pos x="T8" y="T9"/>
                      </a:cxn>
                      <a:cxn ang="T87">
                        <a:pos x="T10" y="T11"/>
                      </a:cxn>
                      <a:cxn ang="T88">
                        <a:pos x="T12" y="T13"/>
                      </a:cxn>
                      <a:cxn ang="T89">
                        <a:pos x="T14" y="T15"/>
                      </a:cxn>
                      <a:cxn ang="T90">
                        <a:pos x="T16" y="T17"/>
                      </a:cxn>
                      <a:cxn ang="T91">
                        <a:pos x="T18" y="T19"/>
                      </a:cxn>
                      <a:cxn ang="T92">
                        <a:pos x="T20" y="T21"/>
                      </a:cxn>
                      <a:cxn ang="T93">
                        <a:pos x="T22" y="T23"/>
                      </a:cxn>
                      <a:cxn ang="T94">
                        <a:pos x="T24" y="T25"/>
                      </a:cxn>
                      <a:cxn ang="T95">
                        <a:pos x="T26" y="T27"/>
                      </a:cxn>
                      <a:cxn ang="T96">
                        <a:pos x="T28" y="T29"/>
                      </a:cxn>
                      <a:cxn ang="T97">
                        <a:pos x="T30" y="T31"/>
                      </a:cxn>
                      <a:cxn ang="T98">
                        <a:pos x="T32" y="T33"/>
                      </a:cxn>
                      <a:cxn ang="T99">
                        <a:pos x="T34" y="T35"/>
                      </a:cxn>
                      <a:cxn ang="T100">
                        <a:pos x="T36" y="T37"/>
                      </a:cxn>
                      <a:cxn ang="T101">
                        <a:pos x="T38" y="T39"/>
                      </a:cxn>
                      <a:cxn ang="T102">
                        <a:pos x="T40" y="T41"/>
                      </a:cxn>
                      <a:cxn ang="T103">
                        <a:pos x="T42" y="T43"/>
                      </a:cxn>
                      <a:cxn ang="T104">
                        <a:pos x="T44" y="T45"/>
                      </a:cxn>
                      <a:cxn ang="T105">
                        <a:pos x="T46" y="T47"/>
                      </a:cxn>
                      <a:cxn ang="T106">
                        <a:pos x="T48" y="T49"/>
                      </a:cxn>
                      <a:cxn ang="T107">
                        <a:pos x="T50" y="T51"/>
                      </a:cxn>
                      <a:cxn ang="T108">
                        <a:pos x="T52" y="T53"/>
                      </a:cxn>
                      <a:cxn ang="T109">
                        <a:pos x="T54" y="T55"/>
                      </a:cxn>
                      <a:cxn ang="T110">
                        <a:pos x="T56" y="T57"/>
                      </a:cxn>
                      <a:cxn ang="T111">
                        <a:pos x="T58" y="T59"/>
                      </a:cxn>
                      <a:cxn ang="T112">
                        <a:pos x="T60" y="T61"/>
                      </a:cxn>
                      <a:cxn ang="T113">
                        <a:pos x="T62" y="T63"/>
                      </a:cxn>
                      <a:cxn ang="T114">
                        <a:pos x="T64" y="T65"/>
                      </a:cxn>
                      <a:cxn ang="T115">
                        <a:pos x="T66" y="T67"/>
                      </a:cxn>
                      <a:cxn ang="T116">
                        <a:pos x="T68" y="T69"/>
                      </a:cxn>
                      <a:cxn ang="T117">
                        <a:pos x="T70" y="T71"/>
                      </a:cxn>
                      <a:cxn ang="T118">
                        <a:pos x="T72" y="T73"/>
                      </a:cxn>
                      <a:cxn ang="T119">
                        <a:pos x="T74" y="T75"/>
                      </a:cxn>
                      <a:cxn ang="T120">
                        <a:pos x="T76" y="T77"/>
                      </a:cxn>
                      <a:cxn ang="T121">
                        <a:pos x="T78" y="T79"/>
                      </a:cxn>
                      <a:cxn ang="T122">
                        <a:pos x="T80" y="T81"/>
                      </a:cxn>
                    </a:cxnLst>
                    <a:rect l="T123" t="T124" r="T125" b="T126"/>
                    <a:pathLst>
                      <a:path w="717" h="756">
                        <a:moveTo>
                          <a:pt x="0" y="756"/>
                        </a:moveTo>
                        <a:lnTo>
                          <a:pt x="52" y="167"/>
                        </a:lnTo>
                        <a:lnTo>
                          <a:pt x="64" y="384"/>
                        </a:lnTo>
                        <a:lnTo>
                          <a:pt x="90" y="103"/>
                        </a:lnTo>
                        <a:lnTo>
                          <a:pt x="116" y="519"/>
                        </a:lnTo>
                        <a:lnTo>
                          <a:pt x="135" y="487"/>
                        </a:lnTo>
                        <a:lnTo>
                          <a:pt x="135" y="359"/>
                        </a:lnTo>
                        <a:lnTo>
                          <a:pt x="167" y="71"/>
                        </a:lnTo>
                        <a:lnTo>
                          <a:pt x="192" y="244"/>
                        </a:lnTo>
                        <a:lnTo>
                          <a:pt x="205" y="96"/>
                        </a:lnTo>
                        <a:lnTo>
                          <a:pt x="218" y="615"/>
                        </a:lnTo>
                        <a:lnTo>
                          <a:pt x="244" y="397"/>
                        </a:lnTo>
                        <a:lnTo>
                          <a:pt x="282" y="519"/>
                        </a:lnTo>
                        <a:lnTo>
                          <a:pt x="308" y="308"/>
                        </a:lnTo>
                        <a:lnTo>
                          <a:pt x="333" y="442"/>
                        </a:lnTo>
                        <a:lnTo>
                          <a:pt x="346" y="352"/>
                        </a:lnTo>
                        <a:lnTo>
                          <a:pt x="365" y="384"/>
                        </a:lnTo>
                        <a:lnTo>
                          <a:pt x="378" y="135"/>
                        </a:lnTo>
                        <a:lnTo>
                          <a:pt x="391" y="301"/>
                        </a:lnTo>
                        <a:lnTo>
                          <a:pt x="384" y="519"/>
                        </a:lnTo>
                        <a:lnTo>
                          <a:pt x="404" y="679"/>
                        </a:lnTo>
                        <a:lnTo>
                          <a:pt x="429" y="628"/>
                        </a:lnTo>
                        <a:lnTo>
                          <a:pt x="442" y="480"/>
                        </a:lnTo>
                        <a:lnTo>
                          <a:pt x="455" y="391"/>
                        </a:lnTo>
                        <a:lnTo>
                          <a:pt x="436" y="506"/>
                        </a:lnTo>
                        <a:lnTo>
                          <a:pt x="461" y="352"/>
                        </a:lnTo>
                        <a:lnTo>
                          <a:pt x="474" y="455"/>
                        </a:lnTo>
                        <a:lnTo>
                          <a:pt x="493" y="519"/>
                        </a:lnTo>
                        <a:lnTo>
                          <a:pt x="512" y="410"/>
                        </a:lnTo>
                        <a:lnTo>
                          <a:pt x="532" y="186"/>
                        </a:lnTo>
                        <a:lnTo>
                          <a:pt x="544" y="231"/>
                        </a:lnTo>
                        <a:lnTo>
                          <a:pt x="570" y="148"/>
                        </a:lnTo>
                        <a:lnTo>
                          <a:pt x="576" y="301"/>
                        </a:lnTo>
                        <a:lnTo>
                          <a:pt x="576" y="730"/>
                        </a:lnTo>
                        <a:lnTo>
                          <a:pt x="647" y="0"/>
                        </a:lnTo>
                        <a:lnTo>
                          <a:pt x="647" y="250"/>
                        </a:lnTo>
                        <a:lnTo>
                          <a:pt x="660" y="333"/>
                        </a:lnTo>
                        <a:lnTo>
                          <a:pt x="685" y="192"/>
                        </a:lnTo>
                        <a:lnTo>
                          <a:pt x="711" y="340"/>
                        </a:lnTo>
                        <a:lnTo>
                          <a:pt x="698" y="429"/>
                        </a:lnTo>
                        <a:lnTo>
                          <a:pt x="717" y="461"/>
                        </a:lnTo>
                      </a:path>
                    </a:pathLst>
                  </a:custGeom>
                  <a:noFill/>
                  <a:ln w="9525">
                    <a:solidFill>
                      <a:srgbClr val="FF0000"/>
                    </a:solidFill>
                    <a:round/>
                    <a:headEnd/>
                    <a:tailEnd/>
                  </a:ln>
                </p:spPr>
                <p:txBody>
                  <a:bodyPr/>
                  <a:lstStyle/>
                  <a:p>
                    <a:endParaRPr lang="en-GB" sz="1600"/>
                  </a:p>
                </p:txBody>
              </p:sp>
            </p:grpSp>
          </p:grpSp>
          <p:grpSp>
            <p:nvGrpSpPr>
              <p:cNvPr id="14739" name="Group 180"/>
              <p:cNvGrpSpPr>
                <a:grpSpLocks/>
              </p:cNvGrpSpPr>
              <p:nvPr/>
            </p:nvGrpSpPr>
            <p:grpSpPr bwMode="auto">
              <a:xfrm>
                <a:off x="4449" y="1842"/>
                <a:ext cx="525" cy="173"/>
                <a:chOff x="3404" y="1080"/>
                <a:chExt cx="1755" cy="819"/>
              </a:xfrm>
            </p:grpSpPr>
            <p:grpSp>
              <p:nvGrpSpPr>
                <p:cNvPr id="14740" name="Group 181"/>
                <p:cNvGrpSpPr>
                  <a:grpSpLocks/>
                </p:cNvGrpSpPr>
                <p:nvPr/>
              </p:nvGrpSpPr>
              <p:grpSpPr bwMode="auto">
                <a:xfrm>
                  <a:off x="3404" y="1080"/>
                  <a:ext cx="590" cy="801"/>
                  <a:chOff x="3462" y="1100"/>
                  <a:chExt cx="1549" cy="801"/>
                </a:xfrm>
              </p:grpSpPr>
              <p:sp>
                <p:nvSpPr>
                  <p:cNvPr id="14588" name="Freeform 182"/>
                  <p:cNvSpPr>
                    <a:spLocks/>
                  </p:cNvSpPr>
                  <p:nvPr/>
                </p:nvSpPr>
                <p:spPr bwMode="auto">
                  <a:xfrm>
                    <a:off x="3462" y="1126"/>
                    <a:ext cx="313" cy="756"/>
                  </a:xfrm>
                  <a:custGeom>
                    <a:avLst/>
                    <a:gdLst>
                      <a:gd name="T0" fmla="*/ 0 w 717"/>
                      <a:gd name="T1" fmla="*/ 756 h 756"/>
                      <a:gd name="T2" fmla="*/ 4 w 717"/>
                      <a:gd name="T3" fmla="*/ 167 h 756"/>
                      <a:gd name="T4" fmla="*/ 5 w 717"/>
                      <a:gd name="T5" fmla="*/ 384 h 756"/>
                      <a:gd name="T6" fmla="*/ 7 w 717"/>
                      <a:gd name="T7" fmla="*/ 103 h 756"/>
                      <a:gd name="T8" fmla="*/ 10 w 717"/>
                      <a:gd name="T9" fmla="*/ 519 h 756"/>
                      <a:gd name="T10" fmla="*/ 11 w 717"/>
                      <a:gd name="T11" fmla="*/ 487 h 756"/>
                      <a:gd name="T12" fmla="*/ 11 w 717"/>
                      <a:gd name="T13" fmla="*/ 359 h 756"/>
                      <a:gd name="T14" fmla="*/ 14 w 717"/>
                      <a:gd name="T15" fmla="*/ 71 h 756"/>
                      <a:gd name="T16" fmla="*/ 16 w 717"/>
                      <a:gd name="T17" fmla="*/ 244 h 756"/>
                      <a:gd name="T18" fmla="*/ 17 w 717"/>
                      <a:gd name="T19" fmla="*/ 96 h 756"/>
                      <a:gd name="T20" fmla="*/ 18 w 717"/>
                      <a:gd name="T21" fmla="*/ 615 h 756"/>
                      <a:gd name="T22" fmla="*/ 21 w 717"/>
                      <a:gd name="T23" fmla="*/ 397 h 756"/>
                      <a:gd name="T24" fmla="*/ 24 w 717"/>
                      <a:gd name="T25" fmla="*/ 519 h 756"/>
                      <a:gd name="T26" fmla="*/ 25 w 717"/>
                      <a:gd name="T27" fmla="*/ 308 h 756"/>
                      <a:gd name="T28" fmla="*/ 28 w 717"/>
                      <a:gd name="T29" fmla="*/ 442 h 756"/>
                      <a:gd name="T30" fmla="*/ 29 w 717"/>
                      <a:gd name="T31" fmla="*/ 352 h 756"/>
                      <a:gd name="T32" fmla="*/ 30 w 717"/>
                      <a:gd name="T33" fmla="*/ 384 h 756"/>
                      <a:gd name="T34" fmla="*/ 31 w 717"/>
                      <a:gd name="T35" fmla="*/ 135 h 756"/>
                      <a:gd name="T36" fmla="*/ 33 w 717"/>
                      <a:gd name="T37" fmla="*/ 301 h 756"/>
                      <a:gd name="T38" fmla="*/ 32 w 717"/>
                      <a:gd name="T39" fmla="*/ 519 h 756"/>
                      <a:gd name="T40" fmla="*/ 34 w 717"/>
                      <a:gd name="T41" fmla="*/ 679 h 756"/>
                      <a:gd name="T42" fmla="*/ 36 w 717"/>
                      <a:gd name="T43" fmla="*/ 628 h 756"/>
                      <a:gd name="T44" fmla="*/ 37 w 717"/>
                      <a:gd name="T45" fmla="*/ 480 h 756"/>
                      <a:gd name="T46" fmla="*/ 38 w 717"/>
                      <a:gd name="T47" fmla="*/ 391 h 756"/>
                      <a:gd name="T48" fmla="*/ 36 w 717"/>
                      <a:gd name="T49" fmla="*/ 506 h 756"/>
                      <a:gd name="T50" fmla="*/ 38 w 717"/>
                      <a:gd name="T51" fmla="*/ 352 h 756"/>
                      <a:gd name="T52" fmla="*/ 39 w 717"/>
                      <a:gd name="T53" fmla="*/ 455 h 756"/>
                      <a:gd name="T54" fmla="*/ 41 w 717"/>
                      <a:gd name="T55" fmla="*/ 519 h 756"/>
                      <a:gd name="T56" fmla="*/ 43 w 717"/>
                      <a:gd name="T57" fmla="*/ 410 h 756"/>
                      <a:gd name="T58" fmla="*/ 44 w 717"/>
                      <a:gd name="T59" fmla="*/ 186 h 756"/>
                      <a:gd name="T60" fmla="*/ 45 w 717"/>
                      <a:gd name="T61" fmla="*/ 231 h 756"/>
                      <a:gd name="T62" fmla="*/ 48 w 717"/>
                      <a:gd name="T63" fmla="*/ 148 h 756"/>
                      <a:gd name="T64" fmla="*/ 48 w 717"/>
                      <a:gd name="T65" fmla="*/ 301 h 756"/>
                      <a:gd name="T66" fmla="*/ 48 w 717"/>
                      <a:gd name="T67" fmla="*/ 730 h 756"/>
                      <a:gd name="T68" fmla="*/ 54 w 717"/>
                      <a:gd name="T69" fmla="*/ 0 h 756"/>
                      <a:gd name="T70" fmla="*/ 54 w 717"/>
                      <a:gd name="T71" fmla="*/ 250 h 756"/>
                      <a:gd name="T72" fmla="*/ 55 w 717"/>
                      <a:gd name="T73" fmla="*/ 333 h 756"/>
                      <a:gd name="T74" fmla="*/ 57 w 717"/>
                      <a:gd name="T75" fmla="*/ 192 h 756"/>
                      <a:gd name="T76" fmla="*/ 59 w 717"/>
                      <a:gd name="T77" fmla="*/ 340 h 756"/>
                      <a:gd name="T78" fmla="*/ 58 w 717"/>
                      <a:gd name="T79" fmla="*/ 429 h 756"/>
                      <a:gd name="T80" fmla="*/ 60 w 717"/>
                      <a:gd name="T81" fmla="*/ 461 h 756"/>
                      <a:gd name="T82" fmla="*/ 0 60000 65536"/>
                      <a:gd name="T83" fmla="*/ 0 60000 65536"/>
                      <a:gd name="T84" fmla="*/ 0 60000 65536"/>
                      <a:gd name="T85" fmla="*/ 0 60000 65536"/>
                      <a:gd name="T86" fmla="*/ 0 60000 65536"/>
                      <a:gd name="T87" fmla="*/ 0 60000 65536"/>
                      <a:gd name="T88" fmla="*/ 0 60000 65536"/>
                      <a:gd name="T89" fmla="*/ 0 60000 65536"/>
                      <a:gd name="T90" fmla="*/ 0 60000 65536"/>
                      <a:gd name="T91" fmla="*/ 0 60000 65536"/>
                      <a:gd name="T92" fmla="*/ 0 60000 65536"/>
                      <a:gd name="T93" fmla="*/ 0 60000 65536"/>
                      <a:gd name="T94" fmla="*/ 0 60000 65536"/>
                      <a:gd name="T95" fmla="*/ 0 60000 65536"/>
                      <a:gd name="T96" fmla="*/ 0 60000 65536"/>
                      <a:gd name="T97" fmla="*/ 0 60000 65536"/>
                      <a:gd name="T98" fmla="*/ 0 60000 65536"/>
                      <a:gd name="T99" fmla="*/ 0 60000 65536"/>
                      <a:gd name="T100" fmla="*/ 0 60000 65536"/>
                      <a:gd name="T101" fmla="*/ 0 60000 65536"/>
                      <a:gd name="T102" fmla="*/ 0 60000 65536"/>
                      <a:gd name="T103" fmla="*/ 0 60000 65536"/>
                      <a:gd name="T104" fmla="*/ 0 60000 65536"/>
                      <a:gd name="T105" fmla="*/ 0 60000 65536"/>
                      <a:gd name="T106" fmla="*/ 0 60000 65536"/>
                      <a:gd name="T107" fmla="*/ 0 60000 65536"/>
                      <a:gd name="T108" fmla="*/ 0 60000 65536"/>
                      <a:gd name="T109" fmla="*/ 0 60000 65536"/>
                      <a:gd name="T110" fmla="*/ 0 60000 65536"/>
                      <a:gd name="T111" fmla="*/ 0 60000 65536"/>
                      <a:gd name="T112" fmla="*/ 0 60000 65536"/>
                      <a:gd name="T113" fmla="*/ 0 60000 65536"/>
                      <a:gd name="T114" fmla="*/ 0 60000 65536"/>
                      <a:gd name="T115" fmla="*/ 0 60000 65536"/>
                      <a:gd name="T116" fmla="*/ 0 60000 65536"/>
                      <a:gd name="T117" fmla="*/ 0 60000 65536"/>
                      <a:gd name="T118" fmla="*/ 0 60000 65536"/>
                      <a:gd name="T119" fmla="*/ 0 60000 65536"/>
                      <a:gd name="T120" fmla="*/ 0 60000 65536"/>
                      <a:gd name="T121" fmla="*/ 0 60000 65536"/>
                      <a:gd name="T122" fmla="*/ 0 60000 65536"/>
                      <a:gd name="T123" fmla="*/ 0 w 717"/>
                      <a:gd name="T124" fmla="*/ 0 h 756"/>
                      <a:gd name="T125" fmla="*/ 717 w 717"/>
                      <a:gd name="T126" fmla="*/ 756 h 756"/>
                    </a:gdLst>
                    <a:ahLst/>
                    <a:cxnLst>
                      <a:cxn ang="T82">
                        <a:pos x="T0" y="T1"/>
                      </a:cxn>
                      <a:cxn ang="T83">
                        <a:pos x="T2" y="T3"/>
                      </a:cxn>
                      <a:cxn ang="T84">
                        <a:pos x="T4" y="T5"/>
                      </a:cxn>
                      <a:cxn ang="T85">
                        <a:pos x="T6" y="T7"/>
                      </a:cxn>
                      <a:cxn ang="T86">
                        <a:pos x="T8" y="T9"/>
                      </a:cxn>
                      <a:cxn ang="T87">
                        <a:pos x="T10" y="T11"/>
                      </a:cxn>
                      <a:cxn ang="T88">
                        <a:pos x="T12" y="T13"/>
                      </a:cxn>
                      <a:cxn ang="T89">
                        <a:pos x="T14" y="T15"/>
                      </a:cxn>
                      <a:cxn ang="T90">
                        <a:pos x="T16" y="T17"/>
                      </a:cxn>
                      <a:cxn ang="T91">
                        <a:pos x="T18" y="T19"/>
                      </a:cxn>
                      <a:cxn ang="T92">
                        <a:pos x="T20" y="T21"/>
                      </a:cxn>
                      <a:cxn ang="T93">
                        <a:pos x="T22" y="T23"/>
                      </a:cxn>
                      <a:cxn ang="T94">
                        <a:pos x="T24" y="T25"/>
                      </a:cxn>
                      <a:cxn ang="T95">
                        <a:pos x="T26" y="T27"/>
                      </a:cxn>
                      <a:cxn ang="T96">
                        <a:pos x="T28" y="T29"/>
                      </a:cxn>
                      <a:cxn ang="T97">
                        <a:pos x="T30" y="T31"/>
                      </a:cxn>
                      <a:cxn ang="T98">
                        <a:pos x="T32" y="T33"/>
                      </a:cxn>
                      <a:cxn ang="T99">
                        <a:pos x="T34" y="T35"/>
                      </a:cxn>
                      <a:cxn ang="T100">
                        <a:pos x="T36" y="T37"/>
                      </a:cxn>
                      <a:cxn ang="T101">
                        <a:pos x="T38" y="T39"/>
                      </a:cxn>
                      <a:cxn ang="T102">
                        <a:pos x="T40" y="T41"/>
                      </a:cxn>
                      <a:cxn ang="T103">
                        <a:pos x="T42" y="T43"/>
                      </a:cxn>
                      <a:cxn ang="T104">
                        <a:pos x="T44" y="T45"/>
                      </a:cxn>
                      <a:cxn ang="T105">
                        <a:pos x="T46" y="T47"/>
                      </a:cxn>
                      <a:cxn ang="T106">
                        <a:pos x="T48" y="T49"/>
                      </a:cxn>
                      <a:cxn ang="T107">
                        <a:pos x="T50" y="T51"/>
                      </a:cxn>
                      <a:cxn ang="T108">
                        <a:pos x="T52" y="T53"/>
                      </a:cxn>
                      <a:cxn ang="T109">
                        <a:pos x="T54" y="T55"/>
                      </a:cxn>
                      <a:cxn ang="T110">
                        <a:pos x="T56" y="T57"/>
                      </a:cxn>
                      <a:cxn ang="T111">
                        <a:pos x="T58" y="T59"/>
                      </a:cxn>
                      <a:cxn ang="T112">
                        <a:pos x="T60" y="T61"/>
                      </a:cxn>
                      <a:cxn ang="T113">
                        <a:pos x="T62" y="T63"/>
                      </a:cxn>
                      <a:cxn ang="T114">
                        <a:pos x="T64" y="T65"/>
                      </a:cxn>
                      <a:cxn ang="T115">
                        <a:pos x="T66" y="T67"/>
                      </a:cxn>
                      <a:cxn ang="T116">
                        <a:pos x="T68" y="T69"/>
                      </a:cxn>
                      <a:cxn ang="T117">
                        <a:pos x="T70" y="T71"/>
                      </a:cxn>
                      <a:cxn ang="T118">
                        <a:pos x="T72" y="T73"/>
                      </a:cxn>
                      <a:cxn ang="T119">
                        <a:pos x="T74" y="T75"/>
                      </a:cxn>
                      <a:cxn ang="T120">
                        <a:pos x="T76" y="T77"/>
                      </a:cxn>
                      <a:cxn ang="T121">
                        <a:pos x="T78" y="T79"/>
                      </a:cxn>
                      <a:cxn ang="T122">
                        <a:pos x="T80" y="T81"/>
                      </a:cxn>
                    </a:cxnLst>
                    <a:rect l="T123" t="T124" r="T125" b="T126"/>
                    <a:pathLst>
                      <a:path w="717" h="756">
                        <a:moveTo>
                          <a:pt x="0" y="756"/>
                        </a:moveTo>
                        <a:lnTo>
                          <a:pt x="52" y="167"/>
                        </a:lnTo>
                        <a:lnTo>
                          <a:pt x="64" y="384"/>
                        </a:lnTo>
                        <a:lnTo>
                          <a:pt x="90" y="103"/>
                        </a:lnTo>
                        <a:lnTo>
                          <a:pt x="116" y="519"/>
                        </a:lnTo>
                        <a:lnTo>
                          <a:pt x="135" y="487"/>
                        </a:lnTo>
                        <a:lnTo>
                          <a:pt x="135" y="359"/>
                        </a:lnTo>
                        <a:lnTo>
                          <a:pt x="167" y="71"/>
                        </a:lnTo>
                        <a:lnTo>
                          <a:pt x="192" y="244"/>
                        </a:lnTo>
                        <a:lnTo>
                          <a:pt x="205" y="96"/>
                        </a:lnTo>
                        <a:lnTo>
                          <a:pt x="218" y="615"/>
                        </a:lnTo>
                        <a:lnTo>
                          <a:pt x="244" y="397"/>
                        </a:lnTo>
                        <a:lnTo>
                          <a:pt x="282" y="519"/>
                        </a:lnTo>
                        <a:lnTo>
                          <a:pt x="308" y="308"/>
                        </a:lnTo>
                        <a:lnTo>
                          <a:pt x="333" y="442"/>
                        </a:lnTo>
                        <a:lnTo>
                          <a:pt x="346" y="352"/>
                        </a:lnTo>
                        <a:lnTo>
                          <a:pt x="365" y="384"/>
                        </a:lnTo>
                        <a:lnTo>
                          <a:pt x="378" y="135"/>
                        </a:lnTo>
                        <a:lnTo>
                          <a:pt x="391" y="301"/>
                        </a:lnTo>
                        <a:lnTo>
                          <a:pt x="384" y="519"/>
                        </a:lnTo>
                        <a:lnTo>
                          <a:pt x="404" y="679"/>
                        </a:lnTo>
                        <a:lnTo>
                          <a:pt x="429" y="628"/>
                        </a:lnTo>
                        <a:lnTo>
                          <a:pt x="442" y="480"/>
                        </a:lnTo>
                        <a:lnTo>
                          <a:pt x="455" y="391"/>
                        </a:lnTo>
                        <a:lnTo>
                          <a:pt x="436" y="506"/>
                        </a:lnTo>
                        <a:lnTo>
                          <a:pt x="461" y="352"/>
                        </a:lnTo>
                        <a:lnTo>
                          <a:pt x="474" y="455"/>
                        </a:lnTo>
                        <a:lnTo>
                          <a:pt x="493" y="519"/>
                        </a:lnTo>
                        <a:lnTo>
                          <a:pt x="512" y="410"/>
                        </a:lnTo>
                        <a:lnTo>
                          <a:pt x="532" y="186"/>
                        </a:lnTo>
                        <a:lnTo>
                          <a:pt x="544" y="231"/>
                        </a:lnTo>
                        <a:lnTo>
                          <a:pt x="570" y="148"/>
                        </a:lnTo>
                        <a:lnTo>
                          <a:pt x="576" y="301"/>
                        </a:lnTo>
                        <a:lnTo>
                          <a:pt x="576" y="730"/>
                        </a:lnTo>
                        <a:lnTo>
                          <a:pt x="647" y="0"/>
                        </a:lnTo>
                        <a:lnTo>
                          <a:pt x="647" y="250"/>
                        </a:lnTo>
                        <a:lnTo>
                          <a:pt x="660" y="333"/>
                        </a:lnTo>
                        <a:lnTo>
                          <a:pt x="685" y="192"/>
                        </a:lnTo>
                        <a:lnTo>
                          <a:pt x="711" y="340"/>
                        </a:lnTo>
                        <a:lnTo>
                          <a:pt x="698" y="429"/>
                        </a:lnTo>
                        <a:lnTo>
                          <a:pt x="717" y="461"/>
                        </a:lnTo>
                      </a:path>
                    </a:pathLst>
                  </a:custGeom>
                  <a:noFill/>
                  <a:ln w="9525">
                    <a:solidFill>
                      <a:srgbClr val="FF0000"/>
                    </a:solidFill>
                    <a:round/>
                    <a:headEnd/>
                    <a:tailEnd/>
                  </a:ln>
                </p:spPr>
                <p:txBody>
                  <a:bodyPr/>
                  <a:lstStyle/>
                  <a:p>
                    <a:endParaRPr lang="en-GB" sz="1600"/>
                  </a:p>
                </p:txBody>
              </p:sp>
              <p:sp>
                <p:nvSpPr>
                  <p:cNvPr id="14589" name="Freeform 183"/>
                  <p:cNvSpPr>
                    <a:spLocks/>
                  </p:cNvSpPr>
                  <p:nvPr/>
                </p:nvSpPr>
                <p:spPr bwMode="auto">
                  <a:xfrm flipH="1" flipV="1">
                    <a:off x="3770" y="1145"/>
                    <a:ext cx="313" cy="756"/>
                  </a:xfrm>
                  <a:custGeom>
                    <a:avLst/>
                    <a:gdLst>
                      <a:gd name="T0" fmla="*/ 0 w 717"/>
                      <a:gd name="T1" fmla="*/ 756 h 756"/>
                      <a:gd name="T2" fmla="*/ 4 w 717"/>
                      <a:gd name="T3" fmla="*/ 167 h 756"/>
                      <a:gd name="T4" fmla="*/ 5 w 717"/>
                      <a:gd name="T5" fmla="*/ 384 h 756"/>
                      <a:gd name="T6" fmla="*/ 7 w 717"/>
                      <a:gd name="T7" fmla="*/ 103 h 756"/>
                      <a:gd name="T8" fmla="*/ 10 w 717"/>
                      <a:gd name="T9" fmla="*/ 519 h 756"/>
                      <a:gd name="T10" fmla="*/ 11 w 717"/>
                      <a:gd name="T11" fmla="*/ 487 h 756"/>
                      <a:gd name="T12" fmla="*/ 11 w 717"/>
                      <a:gd name="T13" fmla="*/ 359 h 756"/>
                      <a:gd name="T14" fmla="*/ 14 w 717"/>
                      <a:gd name="T15" fmla="*/ 71 h 756"/>
                      <a:gd name="T16" fmla="*/ 16 w 717"/>
                      <a:gd name="T17" fmla="*/ 244 h 756"/>
                      <a:gd name="T18" fmla="*/ 17 w 717"/>
                      <a:gd name="T19" fmla="*/ 96 h 756"/>
                      <a:gd name="T20" fmla="*/ 18 w 717"/>
                      <a:gd name="T21" fmla="*/ 615 h 756"/>
                      <a:gd name="T22" fmla="*/ 21 w 717"/>
                      <a:gd name="T23" fmla="*/ 397 h 756"/>
                      <a:gd name="T24" fmla="*/ 24 w 717"/>
                      <a:gd name="T25" fmla="*/ 519 h 756"/>
                      <a:gd name="T26" fmla="*/ 25 w 717"/>
                      <a:gd name="T27" fmla="*/ 308 h 756"/>
                      <a:gd name="T28" fmla="*/ 28 w 717"/>
                      <a:gd name="T29" fmla="*/ 442 h 756"/>
                      <a:gd name="T30" fmla="*/ 29 w 717"/>
                      <a:gd name="T31" fmla="*/ 352 h 756"/>
                      <a:gd name="T32" fmla="*/ 30 w 717"/>
                      <a:gd name="T33" fmla="*/ 384 h 756"/>
                      <a:gd name="T34" fmla="*/ 31 w 717"/>
                      <a:gd name="T35" fmla="*/ 135 h 756"/>
                      <a:gd name="T36" fmla="*/ 33 w 717"/>
                      <a:gd name="T37" fmla="*/ 301 h 756"/>
                      <a:gd name="T38" fmla="*/ 32 w 717"/>
                      <a:gd name="T39" fmla="*/ 519 h 756"/>
                      <a:gd name="T40" fmla="*/ 34 w 717"/>
                      <a:gd name="T41" fmla="*/ 679 h 756"/>
                      <a:gd name="T42" fmla="*/ 36 w 717"/>
                      <a:gd name="T43" fmla="*/ 628 h 756"/>
                      <a:gd name="T44" fmla="*/ 37 w 717"/>
                      <a:gd name="T45" fmla="*/ 480 h 756"/>
                      <a:gd name="T46" fmla="*/ 38 w 717"/>
                      <a:gd name="T47" fmla="*/ 391 h 756"/>
                      <a:gd name="T48" fmla="*/ 36 w 717"/>
                      <a:gd name="T49" fmla="*/ 506 h 756"/>
                      <a:gd name="T50" fmla="*/ 38 w 717"/>
                      <a:gd name="T51" fmla="*/ 352 h 756"/>
                      <a:gd name="T52" fmla="*/ 39 w 717"/>
                      <a:gd name="T53" fmla="*/ 455 h 756"/>
                      <a:gd name="T54" fmla="*/ 41 w 717"/>
                      <a:gd name="T55" fmla="*/ 519 h 756"/>
                      <a:gd name="T56" fmla="*/ 43 w 717"/>
                      <a:gd name="T57" fmla="*/ 410 h 756"/>
                      <a:gd name="T58" fmla="*/ 44 w 717"/>
                      <a:gd name="T59" fmla="*/ 186 h 756"/>
                      <a:gd name="T60" fmla="*/ 45 w 717"/>
                      <a:gd name="T61" fmla="*/ 231 h 756"/>
                      <a:gd name="T62" fmla="*/ 48 w 717"/>
                      <a:gd name="T63" fmla="*/ 148 h 756"/>
                      <a:gd name="T64" fmla="*/ 48 w 717"/>
                      <a:gd name="T65" fmla="*/ 301 h 756"/>
                      <a:gd name="T66" fmla="*/ 48 w 717"/>
                      <a:gd name="T67" fmla="*/ 730 h 756"/>
                      <a:gd name="T68" fmla="*/ 54 w 717"/>
                      <a:gd name="T69" fmla="*/ 0 h 756"/>
                      <a:gd name="T70" fmla="*/ 54 w 717"/>
                      <a:gd name="T71" fmla="*/ 250 h 756"/>
                      <a:gd name="T72" fmla="*/ 55 w 717"/>
                      <a:gd name="T73" fmla="*/ 333 h 756"/>
                      <a:gd name="T74" fmla="*/ 57 w 717"/>
                      <a:gd name="T75" fmla="*/ 192 h 756"/>
                      <a:gd name="T76" fmla="*/ 59 w 717"/>
                      <a:gd name="T77" fmla="*/ 340 h 756"/>
                      <a:gd name="T78" fmla="*/ 58 w 717"/>
                      <a:gd name="T79" fmla="*/ 429 h 756"/>
                      <a:gd name="T80" fmla="*/ 60 w 717"/>
                      <a:gd name="T81" fmla="*/ 461 h 756"/>
                      <a:gd name="T82" fmla="*/ 0 60000 65536"/>
                      <a:gd name="T83" fmla="*/ 0 60000 65536"/>
                      <a:gd name="T84" fmla="*/ 0 60000 65536"/>
                      <a:gd name="T85" fmla="*/ 0 60000 65536"/>
                      <a:gd name="T86" fmla="*/ 0 60000 65536"/>
                      <a:gd name="T87" fmla="*/ 0 60000 65536"/>
                      <a:gd name="T88" fmla="*/ 0 60000 65536"/>
                      <a:gd name="T89" fmla="*/ 0 60000 65536"/>
                      <a:gd name="T90" fmla="*/ 0 60000 65536"/>
                      <a:gd name="T91" fmla="*/ 0 60000 65536"/>
                      <a:gd name="T92" fmla="*/ 0 60000 65536"/>
                      <a:gd name="T93" fmla="*/ 0 60000 65536"/>
                      <a:gd name="T94" fmla="*/ 0 60000 65536"/>
                      <a:gd name="T95" fmla="*/ 0 60000 65536"/>
                      <a:gd name="T96" fmla="*/ 0 60000 65536"/>
                      <a:gd name="T97" fmla="*/ 0 60000 65536"/>
                      <a:gd name="T98" fmla="*/ 0 60000 65536"/>
                      <a:gd name="T99" fmla="*/ 0 60000 65536"/>
                      <a:gd name="T100" fmla="*/ 0 60000 65536"/>
                      <a:gd name="T101" fmla="*/ 0 60000 65536"/>
                      <a:gd name="T102" fmla="*/ 0 60000 65536"/>
                      <a:gd name="T103" fmla="*/ 0 60000 65536"/>
                      <a:gd name="T104" fmla="*/ 0 60000 65536"/>
                      <a:gd name="T105" fmla="*/ 0 60000 65536"/>
                      <a:gd name="T106" fmla="*/ 0 60000 65536"/>
                      <a:gd name="T107" fmla="*/ 0 60000 65536"/>
                      <a:gd name="T108" fmla="*/ 0 60000 65536"/>
                      <a:gd name="T109" fmla="*/ 0 60000 65536"/>
                      <a:gd name="T110" fmla="*/ 0 60000 65536"/>
                      <a:gd name="T111" fmla="*/ 0 60000 65536"/>
                      <a:gd name="T112" fmla="*/ 0 60000 65536"/>
                      <a:gd name="T113" fmla="*/ 0 60000 65536"/>
                      <a:gd name="T114" fmla="*/ 0 60000 65536"/>
                      <a:gd name="T115" fmla="*/ 0 60000 65536"/>
                      <a:gd name="T116" fmla="*/ 0 60000 65536"/>
                      <a:gd name="T117" fmla="*/ 0 60000 65536"/>
                      <a:gd name="T118" fmla="*/ 0 60000 65536"/>
                      <a:gd name="T119" fmla="*/ 0 60000 65536"/>
                      <a:gd name="T120" fmla="*/ 0 60000 65536"/>
                      <a:gd name="T121" fmla="*/ 0 60000 65536"/>
                      <a:gd name="T122" fmla="*/ 0 60000 65536"/>
                      <a:gd name="T123" fmla="*/ 0 w 717"/>
                      <a:gd name="T124" fmla="*/ 0 h 756"/>
                      <a:gd name="T125" fmla="*/ 717 w 717"/>
                      <a:gd name="T126" fmla="*/ 756 h 756"/>
                    </a:gdLst>
                    <a:ahLst/>
                    <a:cxnLst>
                      <a:cxn ang="T82">
                        <a:pos x="T0" y="T1"/>
                      </a:cxn>
                      <a:cxn ang="T83">
                        <a:pos x="T2" y="T3"/>
                      </a:cxn>
                      <a:cxn ang="T84">
                        <a:pos x="T4" y="T5"/>
                      </a:cxn>
                      <a:cxn ang="T85">
                        <a:pos x="T6" y="T7"/>
                      </a:cxn>
                      <a:cxn ang="T86">
                        <a:pos x="T8" y="T9"/>
                      </a:cxn>
                      <a:cxn ang="T87">
                        <a:pos x="T10" y="T11"/>
                      </a:cxn>
                      <a:cxn ang="T88">
                        <a:pos x="T12" y="T13"/>
                      </a:cxn>
                      <a:cxn ang="T89">
                        <a:pos x="T14" y="T15"/>
                      </a:cxn>
                      <a:cxn ang="T90">
                        <a:pos x="T16" y="T17"/>
                      </a:cxn>
                      <a:cxn ang="T91">
                        <a:pos x="T18" y="T19"/>
                      </a:cxn>
                      <a:cxn ang="T92">
                        <a:pos x="T20" y="T21"/>
                      </a:cxn>
                      <a:cxn ang="T93">
                        <a:pos x="T22" y="T23"/>
                      </a:cxn>
                      <a:cxn ang="T94">
                        <a:pos x="T24" y="T25"/>
                      </a:cxn>
                      <a:cxn ang="T95">
                        <a:pos x="T26" y="T27"/>
                      </a:cxn>
                      <a:cxn ang="T96">
                        <a:pos x="T28" y="T29"/>
                      </a:cxn>
                      <a:cxn ang="T97">
                        <a:pos x="T30" y="T31"/>
                      </a:cxn>
                      <a:cxn ang="T98">
                        <a:pos x="T32" y="T33"/>
                      </a:cxn>
                      <a:cxn ang="T99">
                        <a:pos x="T34" y="T35"/>
                      </a:cxn>
                      <a:cxn ang="T100">
                        <a:pos x="T36" y="T37"/>
                      </a:cxn>
                      <a:cxn ang="T101">
                        <a:pos x="T38" y="T39"/>
                      </a:cxn>
                      <a:cxn ang="T102">
                        <a:pos x="T40" y="T41"/>
                      </a:cxn>
                      <a:cxn ang="T103">
                        <a:pos x="T42" y="T43"/>
                      </a:cxn>
                      <a:cxn ang="T104">
                        <a:pos x="T44" y="T45"/>
                      </a:cxn>
                      <a:cxn ang="T105">
                        <a:pos x="T46" y="T47"/>
                      </a:cxn>
                      <a:cxn ang="T106">
                        <a:pos x="T48" y="T49"/>
                      </a:cxn>
                      <a:cxn ang="T107">
                        <a:pos x="T50" y="T51"/>
                      </a:cxn>
                      <a:cxn ang="T108">
                        <a:pos x="T52" y="T53"/>
                      </a:cxn>
                      <a:cxn ang="T109">
                        <a:pos x="T54" y="T55"/>
                      </a:cxn>
                      <a:cxn ang="T110">
                        <a:pos x="T56" y="T57"/>
                      </a:cxn>
                      <a:cxn ang="T111">
                        <a:pos x="T58" y="T59"/>
                      </a:cxn>
                      <a:cxn ang="T112">
                        <a:pos x="T60" y="T61"/>
                      </a:cxn>
                      <a:cxn ang="T113">
                        <a:pos x="T62" y="T63"/>
                      </a:cxn>
                      <a:cxn ang="T114">
                        <a:pos x="T64" y="T65"/>
                      </a:cxn>
                      <a:cxn ang="T115">
                        <a:pos x="T66" y="T67"/>
                      </a:cxn>
                      <a:cxn ang="T116">
                        <a:pos x="T68" y="T69"/>
                      </a:cxn>
                      <a:cxn ang="T117">
                        <a:pos x="T70" y="T71"/>
                      </a:cxn>
                      <a:cxn ang="T118">
                        <a:pos x="T72" y="T73"/>
                      </a:cxn>
                      <a:cxn ang="T119">
                        <a:pos x="T74" y="T75"/>
                      </a:cxn>
                      <a:cxn ang="T120">
                        <a:pos x="T76" y="T77"/>
                      </a:cxn>
                      <a:cxn ang="T121">
                        <a:pos x="T78" y="T79"/>
                      </a:cxn>
                      <a:cxn ang="T122">
                        <a:pos x="T80" y="T81"/>
                      </a:cxn>
                    </a:cxnLst>
                    <a:rect l="T123" t="T124" r="T125" b="T126"/>
                    <a:pathLst>
                      <a:path w="717" h="756">
                        <a:moveTo>
                          <a:pt x="0" y="756"/>
                        </a:moveTo>
                        <a:lnTo>
                          <a:pt x="52" y="167"/>
                        </a:lnTo>
                        <a:lnTo>
                          <a:pt x="64" y="384"/>
                        </a:lnTo>
                        <a:lnTo>
                          <a:pt x="90" y="103"/>
                        </a:lnTo>
                        <a:lnTo>
                          <a:pt x="116" y="519"/>
                        </a:lnTo>
                        <a:lnTo>
                          <a:pt x="135" y="487"/>
                        </a:lnTo>
                        <a:lnTo>
                          <a:pt x="135" y="359"/>
                        </a:lnTo>
                        <a:lnTo>
                          <a:pt x="167" y="71"/>
                        </a:lnTo>
                        <a:lnTo>
                          <a:pt x="192" y="244"/>
                        </a:lnTo>
                        <a:lnTo>
                          <a:pt x="205" y="96"/>
                        </a:lnTo>
                        <a:lnTo>
                          <a:pt x="218" y="615"/>
                        </a:lnTo>
                        <a:lnTo>
                          <a:pt x="244" y="397"/>
                        </a:lnTo>
                        <a:lnTo>
                          <a:pt x="282" y="519"/>
                        </a:lnTo>
                        <a:lnTo>
                          <a:pt x="308" y="308"/>
                        </a:lnTo>
                        <a:lnTo>
                          <a:pt x="333" y="442"/>
                        </a:lnTo>
                        <a:lnTo>
                          <a:pt x="346" y="352"/>
                        </a:lnTo>
                        <a:lnTo>
                          <a:pt x="365" y="384"/>
                        </a:lnTo>
                        <a:lnTo>
                          <a:pt x="378" y="135"/>
                        </a:lnTo>
                        <a:lnTo>
                          <a:pt x="391" y="301"/>
                        </a:lnTo>
                        <a:lnTo>
                          <a:pt x="384" y="519"/>
                        </a:lnTo>
                        <a:lnTo>
                          <a:pt x="404" y="679"/>
                        </a:lnTo>
                        <a:lnTo>
                          <a:pt x="429" y="628"/>
                        </a:lnTo>
                        <a:lnTo>
                          <a:pt x="442" y="480"/>
                        </a:lnTo>
                        <a:lnTo>
                          <a:pt x="455" y="391"/>
                        </a:lnTo>
                        <a:lnTo>
                          <a:pt x="436" y="506"/>
                        </a:lnTo>
                        <a:lnTo>
                          <a:pt x="461" y="352"/>
                        </a:lnTo>
                        <a:lnTo>
                          <a:pt x="474" y="455"/>
                        </a:lnTo>
                        <a:lnTo>
                          <a:pt x="493" y="519"/>
                        </a:lnTo>
                        <a:lnTo>
                          <a:pt x="512" y="410"/>
                        </a:lnTo>
                        <a:lnTo>
                          <a:pt x="532" y="186"/>
                        </a:lnTo>
                        <a:lnTo>
                          <a:pt x="544" y="231"/>
                        </a:lnTo>
                        <a:lnTo>
                          <a:pt x="570" y="148"/>
                        </a:lnTo>
                        <a:lnTo>
                          <a:pt x="576" y="301"/>
                        </a:lnTo>
                        <a:lnTo>
                          <a:pt x="576" y="730"/>
                        </a:lnTo>
                        <a:lnTo>
                          <a:pt x="647" y="0"/>
                        </a:lnTo>
                        <a:lnTo>
                          <a:pt x="647" y="250"/>
                        </a:lnTo>
                        <a:lnTo>
                          <a:pt x="660" y="333"/>
                        </a:lnTo>
                        <a:lnTo>
                          <a:pt x="685" y="192"/>
                        </a:lnTo>
                        <a:lnTo>
                          <a:pt x="711" y="340"/>
                        </a:lnTo>
                        <a:lnTo>
                          <a:pt x="698" y="429"/>
                        </a:lnTo>
                        <a:lnTo>
                          <a:pt x="717" y="461"/>
                        </a:lnTo>
                      </a:path>
                    </a:pathLst>
                  </a:custGeom>
                  <a:noFill/>
                  <a:ln w="9525">
                    <a:solidFill>
                      <a:srgbClr val="FF0000"/>
                    </a:solidFill>
                    <a:round/>
                    <a:headEnd/>
                    <a:tailEnd/>
                  </a:ln>
                </p:spPr>
                <p:txBody>
                  <a:bodyPr/>
                  <a:lstStyle/>
                  <a:p>
                    <a:endParaRPr lang="en-GB" sz="1600"/>
                  </a:p>
                </p:txBody>
              </p:sp>
              <p:sp>
                <p:nvSpPr>
                  <p:cNvPr id="14590" name="Freeform 184"/>
                  <p:cNvSpPr>
                    <a:spLocks/>
                  </p:cNvSpPr>
                  <p:nvPr/>
                </p:nvSpPr>
                <p:spPr bwMode="auto">
                  <a:xfrm flipH="1">
                    <a:off x="4077" y="1119"/>
                    <a:ext cx="313" cy="756"/>
                  </a:xfrm>
                  <a:custGeom>
                    <a:avLst/>
                    <a:gdLst>
                      <a:gd name="T0" fmla="*/ 0 w 717"/>
                      <a:gd name="T1" fmla="*/ 756 h 756"/>
                      <a:gd name="T2" fmla="*/ 4 w 717"/>
                      <a:gd name="T3" fmla="*/ 167 h 756"/>
                      <a:gd name="T4" fmla="*/ 5 w 717"/>
                      <a:gd name="T5" fmla="*/ 384 h 756"/>
                      <a:gd name="T6" fmla="*/ 7 w 717"/>
                      <a:gd name="T7" fmla="*/ 103 h 756"/>
                      <a:gd name="T8" fmla="*/ 10 w 717"/>
                      <a:gd name="T9" fmla="*/ 519 h 756"/>
                      <a:gd name="T10" fmla="*/ 11 w 717"/>
                      <a:gd name="T11" fmla="*/ 487 h 756"/>
                      <a:gd name="T12" fmla="*/ 11 w 717"/>
                      <a:gd name="T13" fmla="*/ 359 h 756"/>
                      <a:gd name="T14" fmla="*/ 14 w 717"/>
                      <a:gd name="T15" fmla="*/ 71 h 756"/>
                      <a:gd name="T16" fmla="*/ 16 w 717"/>
                      <a:gd name="T17" fmla="*/ 244 h 756"/>
                      <a:gd name="T18" fmla="*/ 17 w 717"/>
                      <a:gd name="T19" fmla="*/ 96 h 756"/>
                      <a:gd name="T20" fmla="*/ 18 w 717"/>
                      <a:gd name="T21" fmla="*/ 615 h 756"/>
                      <a:gd name="T22" fmla="*/ 21 w 717"/>
                      <a:gd name="T23" fmla="*/ 397 h 756"/>
                      <a:gd name="T24" fmla="*/ 24 w 717"/>
                      <a:gd name="T25" fmla="*/ 519 h 756"/>
                      <a:gd name="T26" fmla="*/ 25 w 717"/>
                      <a:gd name="T27" fmla="*/ 308 h 756"/>
                      <a:gd name="T28" fmla="*/ 28 w 717"/>
                      <a:gd name="T29" fmla="*/ 442 h 756"/>
                      <a:gd name="T30" fmla="*/ 29 w 717"/>
                      <a:gd name="T31" fmla="*/ 352 h 756"/>
                      <a:gd name="T32" fmla="*/ 30 w 717"/>
                      <a:gd name="T33" fmla="*/ 384 h 756"/>
                      <a:gd name="T34" fmla="*/ 31 w 717"/>
                      <a:gd name="T35" fmla="*/ 135 h 756"/>
                      <a:gd name="T36" fmla="*/ 33 w 717"/>
                      <a:gd name="T37" fmla="*/ 301 h 756"/>
                      <a:gd name="T38" fmla="*/ 32 w 717"/>
                      <a:gd name="T39" fmla="*/ 519 h 756"/>
                      <a:gd name="T40" fmla="*/ 34 w 717"/>
                      <a:gd name="T41" fmla="*/ 679 h 756"/>
                      <a:gd name="T42" fmla="*/ 36 w 717"/>
                      <a:gd name="T43" fmla="*/ 628 h 756"/>
                      <a:gd name="T44" fmla="*/ 37 w 717"/>
                      <a:gd name="T45" fmla="*/ 480 h 756"/>
                      <a:gd name="T46" fmla="*/ 38 w 717"/>
                      <a:gd name="T47" fmla="*/ 391 h 756"/>
                      <a:gd name="T48" fmla="*/ 36 w 717"/>
                      <a:gd name="T49" fmla="*/ 506 h 756"/>
                      <a:gd name="T50" fmla="*/ 38 w 717"/>
                      <a:gd name="T51" fmla="*/ 352 h 756"/>
                      <a:gd name="T52" fmla="*/ 39 w 717"/>
                      <a:gd name="T53" fmla="*/ 455 h 756"/>
                      <a:gd name="T54" fmla="*/ 41 w 717"/>
                      <a:gd name="T55" fmla="*/ 519 h 756"/>
                      <a:gd name="T56" fmla="*/ 43 w 717"/>
                      <a:gd name="T57" fmla="*/ 410 h 756"/>
                      <a:gd name="T58" fmla="*/ 44 w 717"/>
                      <a:gd name="T59" fmla="*/ 186 h 756"/>
                      <a:gd name="T60" fmla="*/ 45 w 717"/>
                      <a:gd name="T61" fmla="*/ 231 h 756"/>
                      <a:gd name="T62" fmla="*/ 48 w 717"/>
                      <a:gd name="T63" fmla="*/ 148 h 756"/>
                      <a:gd name="T64" fmla="*/ 48 w 717"/>
                      <a:gd name="T65" fmla="*/ 301 h 756"/>
                      <a:gd name="T66" fmla="*/ 48 w 717"/>
                      <a:gd name="T67" fmla="*/ 730 h 756"/>
                      <a:gd name="T68" fmla="*/ 54 w 717"/>
                      <a:gd name="T69" fmla="*/ 0 h 756"/>
                      <a:gd name="T70" fmla="*/ 54 w 717"/>
                      <a:gd name="T71" fmla="*/ 250 h 756"/>
                      <a:gd name="T72" fmla="*/ 55 w 717"/>
                      <a:gd name="T73" fmla="*/ 333 h 756"/>
                      <a:gd name="T74" fmla="*/ 57 w 717"/>
                      <a:gd name="T75" fmla="*/ 192 h 756"/>
                      <a:gd name="T76" fmla="*/ 59 w 717"/>
                      <a:gd name="T77" fmla="*/ 340 h 756"/>
                      <a:gd name="T78" fmla="*/ 58 w 717"/>
                      <a:gd name="T79" fmla="*/ 429 h 756"/>
                      <a:gd name="T80" fmla="*/ 60 w 717"/>
                      <a:gd name="T81" fmla="*/ 461 h 756"/>
                      <a:gd name="T82" fmla="*/ 0 60000 65536"/>
                      <a:gd name="T83" fmla="*/ 0 60000 65536"/>
                      <a:gd name="T84" fmla="*/ 0 60000 65536"/>
                      <a:gd name="T85" fmla="*/ 0 60000 65536"/>
                      <a:gd name="T86" fmla="*/ 0 60000 65536"/>
                      <a:gd name="T87" fmla="*/ 0 60000 65536"/>
                      <a:gd name="T88" fmla="*/ 0 60000 65536"/>
                      <a:gd name="T89" fmla="*/ 0 60000 65536"/>
                      <a:gd name="T90" fmla="*/ 0 60000 65536"/>
                      <a:gd name="T91" fmla="*/ 0 60000 65536"/>
                      <a:gd name="T92" fmla="*/ 0 60000 65536"/>
                      <a:gd name="T93" fmla="*/ 0 60000 65536"/>
                      <a:gd name="T94" fmla="*/ 0 60000 65536"/>
                      <a:gd name="T95" fmla="*/ 0 60000 65536"/>
                      <a:gd name="T96" fmla="*/ 0 60000 65536"/>
                      <a:gd name="T97" fmla="*/ 0 60000 65536"/>
                      <a:gd name="T98" fmla="*/ 0 60000 65536"/>
                      <a:gd name="T99" fmla="*/ 0 60000 65536"/>
                      <a:gd name="T100" fmla="*/ 0 60000 65536"/>
                      <a:gd name="T101" fmla="*/ 0 60000 65536"/>
                      <a:gd name="T102" fmla="*/ 0 60000 65536"/>
                      <a:gd name="T103" fmla="*/ 0 60000 65536"/>
                      <a:gd name="T104" fmla="*/ 0 60000 65536"/>
                      <a:gd name="T105" fmla="*/ 0 60000 65536"/>
                      <a:gd name="T106" fmla="*/ 0 60000 65536"/>
                      <a:gd name="T107" fmla="*/ 0 60000 65536"/>
                      <a:gd name="T108" fmla="*/ 0 60000 65536"/>
                      <a:gd name="T109" fmla="*/ 0 60000 65536"/>
                      <a:gd name="T110" fmla="*/ 0 60000 65536"/>
                      <a:gd name="T111" fmla="*/ 0 60000 65536"/>
                      <a:gd name="T112" fmla="*/ 0 60000 65536"/>
                      <a:gd name="T113" fmla="*/ 0 60000 65536"/>
                      <a:gd name="T114" fmla="*/ 0 60000 65536"/>
                      <a:gd name="T115" fmla="*/ 0 60000 65536"/>
                      <a:gd name="T116" fmla="*/ 0 60000 65536"/>
                      <a:gd name="T117" fmla="*/ 0 60000 65536"/>
                      <a:gd name="T118" fmla="*/ 0 60000 65536"/>
                      <a:gd name="T119" fmla="*/ 0 60000 65536"/>
                      <a:gd name="T120" fmla="*/ 0 60000 65536"/>
                      <a:gd name="T121" fmla="*/ 0 60000 65536"/>
                      <a:gd name="T122" fmla="*/ 0 60000 65536"/>
                      <a:gd name="T123" fmla="*/ 0 w 717"/>
                      <a:gd name="T124" fmla="*/ 0 h 756"/>
                      <a:gd name="T125" fmla="*/ 717 w 717"/>
                      <a:gd name="T126" fmla="*/ 756 h 756"/>
                    </a:gdLst>
                    <a:ahLst/>
                    <a:cxnLst>
                      <a:cxn ang="T82">
                        <a:pos x="T0" y="T1"/>
                      </a:cxn>
                      <a:cxn ang="T83">
                        <a:pos x="T2" y="T3"/>
                      </a:cxn>
                      <a:cxn ang="T84">
                        <a:pos x="T4" y="T5"/>
                      </a:cxn>
                      <a:cxn ang="T85">
                        <a:pos x="T6" y="T7"/>
                      </a:cxn>
                      <a:cxn ang="T86">
                        <a:pos x="T8" y="T9"/>
                      </a:cxn>
                      <a:cxn ang="T87">
                        <a:pos x="T10" y="T11"/>
                      </a:cxn>
                      <a:cxn ang="T88">
                        <a:pos x="T12" y="T13"/>
                      </a:cxn>
                      <a:cxn ang="T89">
                        <a:pos x="T14" y="T15"/>
                      </a:cxn>
                      <a:cxn ang="T90">
                        <a:pos x="T16" y="T17"/>
                      </a:cxn>
                      <a:cxn ang="T91">
                        <a:pos x="T18" y="T19"/>
                      </a:cxn>
                      <a:cxn ang="T92">
                        <a:pos x="T20" y="T21"/>
                      </a:cxn>
                      <a:cxn ang="T93">
                        <a:pos x="T22" y="T23"/>
                      </a:cxn>
                      <a:cxn ang="T94">
                        <a:pos x="T24" y="T25"/>
                      </a:cxn>
                      <a:cxn ang="T95">
                        <a:pos x="T26" y="T27"/>
                      </a:cxn>
                      <a:cxn ang="T96">
                        <a:pos x="T28" y="T29"/>
                      </a:cxn>
                      <a:cxn ang="T97">
                        <a:pos x="T30" y="T31"/>
                      </a:cxn>
                      <a:cxn ang="T98">
                        <a:pos x="T32" y="T33"/>
                      </a:cxn>
                      <a:cxn ang="T99">
                        <a:pos x="T34" y="T35"/>
                      </a:cxn>
                      <a:cxn ang="T100">
                        <a:pos x="T36" y="T37"/>
                      </a:cxn>
                      <a:cxn ang="T101">
                        <a:pos x="T38" y="T39"/>
                      </a:cxn>
                      <a:cxn ang="T102">
                        <a:pos x="T40" y="T41"/>
                      </a:cxn>
                      <a:cxn ang="T103">
                        <a:pos x="T42" y="T43"/>
                      </a:cxn>
                      <a:cxn ang="T104">
                        <a:pos x="T44" y="T45"/>
                      </a:cxn>
                      <a:cxn ang="T105">
                        <a:pos x="T46" y="T47"/>
                      </a:cxn>
                      <a:cxn ang="T106">
                        <a:pos x="T48" y="T49"/>
                      </a:cxn>
                      <a:cxn ang="T107">
                        <a:pos x="T50" y="T51"/>
                      </a:cxn>
                      <a:cxn ang="T108">
                        <a:pos x="T52" y="T53"/>
                      </a:cxn>
                      <a:cxn ang="T109">
                        <a:pos x="T54" y="T55"/>
                      </a:cxn>
                      <a:cxn ang="T110">
                        <a:pos x="T56" y="T57"/>
                      </a:cxn>
                      <a:cxn ang="T111">
                        <a:pos x="T58" y="T59"/>
                      </a:cxn>
                      <a:cxn ang="T112">
                        <a:pos x="T60" y="T61"/>
                      </a:cxn>
                      <a:cxn ang="T113">
                        <a:pos x="T62" y="T63"/>
                      </a:cxn>
                      <a:cxn ang="T114">
                        <a:pos x="T64" y="T65"/>
                      </a:cxn>
                      <a:cxn ang="T115">
                        <a:pos x="T66" y="T67"/>
                      </a:cxn>
                      <a:cxn ang="T116">
                        <a:pos x="T68" y="T69"/>
                      </a:cxn>
                      <a:cxn ang="T117">
                        <a:pos x="T70" y="T71"/>
                      </a:cxn>
                      <a:cxn ang="T118">
                        <a:pos x="T72" y="T73"/>
                      </a:cxn>
                      <a:cxn ang="T119">
                        <a:pos x="T74" y="T75"/>
                      </a:cxn>
                      <a:cxn ang="T120">
                        <a:pos x="T76" y="T77"/>
                      </a:cxn>
                      <a:cxn ang="T121">
                        <a:pos x="T78" y="T79"/>
                      </a:cxn>
                      <a:cxn ang="T122">
                        <a:pos x="T80" y="T81"/>
                      </a:cxn>
                    </a:cxnLst>
                    <a:rect l="T123" t="T124" r="T125" b="T126"/>
                    <a:pathLst>
                      <a:path w="717" h="756">
                        <a:moveTo>
                          <a:pt x="0" y="756"/>
                        </a:moveTo>
                        <a:lnTo>
                          <a:pt x="52" y="167"/>
                        </a:lnTo>
                        <a:lnTo>
                          <a:pt x="64" y="384"/>
                        </a:lnTo>
                        <a:lnTo>
                          <a:pt x="90" y="103"/>
                        </a:lnTo>
                        <a:lnTo>
                          <a:pt x="116" y="519"/>
                        </a:lnTo>
                        <a:lnTo>
                          <a:pt x="135" y="487"/>
                        </a:lnTo>
                        <a:lnTo>
                          <a:pt x="135" y="359"/>
                        </a:lnTo>
                        <a:lnTo>
                          <a:pt x="167" y="71"/>
                        </a:lnTo>
                        <a:lnTo>
                          <a:pt x="192" y="244"/>
                        </a:lnTo>
                        <a:lnTo>
                          <a:pt x="205" y="96"/>
                        </a:lnTo>
                        <a:lnTo>
                          <a:pt x="218" y="615"/>
                        </a:lnTo>
                        <a:lnTo>
                          <a:pt x="244" y="397"/>
                        </a:lnTo>
                        <a:lnTo>
                          <a:pt x="282" y="519"/>
                        </a:lnTo>
                        <a:lnTo>
                          <a:pt x="308" y="308"/>
                        </a:lnTo>
                        <a:lnTo>
                          <a:pt x="333" y="442"/>
                        </a:lnTo>
                        <a:lnTo>
                          <a:pt x="346" y="352"/>
                        </a:lnTo>
                        <a:lnTo>
                          <a:pt x="365" y="384"/>
                        </a:lnTo>
                        <a:lnTo>
                          <a:pt x="378" y="135"/>
                        </a:lnTo>
                        <a:lnTo>
                          <a:pt x="391" y="301"/>
                        </a:lnTo>
                        <a:lnTo>
                          <a:pt x="384" y="519"/>
                        </a:lnTo>
                        <a:lnTo>
                          <a:pt x="404" y="679"/>
                        </a:lnTo>
                        <a:lnTo>
                          <a:pt x="429" y="628"/>
                        </a:lnTo>
                        <a:lnTo>
                          <a:pt x="442" y="480"/>
                        </a:lnTo>
                        <a:lnTo>
                          <a:pt x="455" y="391"/>
                        </a:lnTo>
                        <a:lnTo>
                          <a:pt x="436" y="506"/>
                        </a:lnTo>
                        <a:lnTo>
                          <a:pt x="461" y="352"/>
                        </a:lnTo>
                        <a:lnTo>
                          <a:pt x="474" y="455"/>
                        </a:lnTo>
                        <a:lnTo>
                          <a:pt x="493" y="519"/>
                        </a:lnTo>
                        <a:lnTo>
                          <a:pt x="512" y="410"/>
                        </a:lnTo>
                        <a:lnTo>
                          <a:pt x="532" y="186"/>
                        </a:lnTo>
                        <a:lnTo>
                          <a:pt x="544" y="231"/>
                        </a:lnTo>
                        <a:lnTo>
                          <a:pt x="570" y="148"/>
                        </a:lnTo>
                        <a:lnTo>
                          <a:pt x="576" y="301"/>
                        </a:lnTo>
                        <a:lnTo>
                          <a:pt x="576" y="730"/>
                        </a:lnTo>
                        <a:lnTo>
                          <a:pt x="647" y="0"/>
                        </a:lnTo>
                        <a:lnTo>
                          <a:pt x="647" y="250"/>
                        </a:lnTo>
                        <a:lnTo>
                          <a:pt x="660" y="333"/>
                        </a:lnTo>
                        <a:lnTo>
                          <a:pt x="685" y="192"/>
                        </a:lnTo>
                        <a:lnTo>
                          <a:pt x="711" y="340"/>
                        </a:lnTo>
                        <a:lnTo>
                          <a:pt x="698" y="429"/>
                        </a:lnTo>
                        <a:lnTo>
                          <a:pt x="717" y="461"/>
                        </a:lnTo>
                      </a:path>
                    </a:pathLst>
                  </a:custGeom>
                  <a:noFill/>
                  <a:ln w="9525">
                    <a:solidFill>
                      <a:srgbClr val="FF0000"/>
                    </a:solidFill>
                    <a:round/>
                    <a:headEnd/>
                    <a:tailEnd/>
                  </a:ln>
                </p:spPr>
                <p:txBody>
                  <a:bodyPr/>
                  <a:lstStyle/>
                  <a:p>
                    <a:endParaRPr lang="en-GB" sz="1600"/>
                  </a:p>
                </p:txBody>
              </p:sp>
              <p:sp>
                <p:nvSpPr>
                  <p:cNvPr id="14591" name="Freeform 185"/>
                  <p:cNvSpPr>
                    <a:spLocks/>
                  </p:cNvSpPr>
                  <p:nvPr/>
                </p:nvSpPr>
                <p:spPr bwMode="auto">
                  <a:xfrm flipV="1">
                    <a:off x="4385" y="1138"/>
                    <a:ext cx="313" cy="756"/>
                  </a:xfrm>
                  <a:custGeom>
                    <a:avLst/>
                    <a:gdLst>
                      <a:gd name="T0" fmla="*/ 0 w 717"/>
                      <a:gd name="T1" fmla="*/ 756 h 756"/>
                      <a:gd name="T2" fmla="*/ 4 w 717"/>
                      <a:gd name="T3" fmla="*/ 167 h 756"/>
                      <a:gd name="T4" fmla="*/ 5 w 717"/>
                      <a:gd name="T5" fmla="*/ 384 h 756"/>
                      <a:gd name="T6" fmla="*/ 7 w 717"/>
                      <a:gd name="T7" fmla="*/ 103 h 756"/>
                      <a:gd name="T8" fmla="*/ 10 w 717"/>
                      <a:gd name="T9" fmla="*/ 519 h 756"/>
                      <a:gd name="T10" fmla="*/ 11 w 717"/>
                      <a:gd name="T11" fmla="*/ 487 h 756"/>
                      <a:gd name="T12" fmla="*/ 11 w 717"/>
                      <a:gd name="T13" fmla="*/ 359 h 756"/>
                      <a:gd name="T14" fmla="*/ 14 w 717"/>
                      <a:gd name="T15" fmla="*/ 71 h 756"/>
                      <a:gd name="T16" fmla="*/ 16 w 717"/>
                      <a:gd name="T17" fmla="*/ 244 h 756"/>
                      <a:gd name="T18" fmla="*/ 17 w 717"/>
                      <a:gd name="T19" fmla="*/ 96 h 756"/>
                      <a:gd name="T20" fmla="*/ 18 w 717"/>
                      <a:gd name="T21" fmla="*/ 615 h 756"/>
                      <a:gd name="T22" fmla="*/ 21 w 717"/>
                      <a:gd name="T23" fmla="*/ 397 h 756"/>
                      <a:gd name="T24" fmla="*/ 24 w 717"/>
                      <a:gd name="T25" fmla="*/ 519 h 756"/>
                      <a:gd name="T26" fmla="*/ 25 w 717"/>
                      <a:gd name="T27" fmla="*/ 308 h 756"/>
                      <a:gd name="T28" fmla="*/ 28 w 717"/>
                      <a:gd name="T29" fmla="*/ 442 h 756"/>
                      <a:gd name="T30" fmla="*/ 29 w 717"/>
                      <a:gd name="T31" fmla="*/ 352 h 756"/>
                      <a:gd name="T32" fmla="*/ 30 w 717"/>
                      <a:gd name="T33" fmla="*/ 384 h 756"/>
                      <a:gd name="T34" fmla="*/ 31 w 717"/>
                      <a:gd name="T35" fmla="*/ 135 h 756"/>
                      <a:gd name="T36" fmla="*/ 33 w 717"/>
                      <a:gd name="T37" fmla="*/ 301 h 756"/>
                      <a:gd name="T38" fmla="*/ 32 w 717"/>
                      <a:gd name="T39" fmla="*/ 519 h 756"/>
                      <a:gd name="T40" fmla="*/ 34 w 717"/>
                      <a:gd name="T41" fmla="*/ 679 h 756"/>
                      <a:gd name="T42" fmla="*/ 36 w 717"/>
                      <a:gd name="T43" fmla="*/ 628 h 756"/>
                      <a:gd name="T44" fmla="*/ 37 w 717"/>
                      <a:gd name="T45" fmla="*/ 480 h 756"/>
                      <a:gd name="T46" fmla="*/ 38 w 717"/>
                      <a:gd name="T47" fmla="*/ 391 h 756"/>
                      <a:gd name="T48" fmla="*/ 36 w 717"/>
                      <a:gd name="T49" fmla="*/ 506 h 756"/>
                      <a:gd name="T50" fmla="*/ 38 w 717"/>
                      <a:gd name="T51" fmla="*/ 352 h 756"/>
                      <a:gd name="T52" fmla="*/ 39 w 717"/>
                      <a:gd name="T53" fmla="*/ 455 h 756"/>
                      <a:gd name="T54" fmla="*/ 41 w 717"/>
                      <a:gd name="T55" fmla="*/ 519 h 756"/>
                      <a:gd name="T56" fmla="*/ 43 w 717"/>
                      <a:gd name="T57" fmla="*/ 410 h 756"/>
                      <a:gd name="T58" fmla="*/ 44 w 717"/>
                      <a:gd name="T59" fmla="*/ 186 h 756"/>
                      <a:gd name="T60" fmla="*/ 45 w 717"/>
                      <a:gd name="T61" fmla="*/ 231 h 756"/>
                      <a:gd name="T62" fmla="*/ 48 w 717"/>
                      <a:gd name="T63" fmla="*/ 148 h 756"/>
                      <a:gd name="T64" fmla="*/ 48 w 717"/>
                      <a:gd name="T65" fmla="*/ 301 h 756"/>
                      <a:gd name="T66" fmla="*/ 48 w 717"/>
                      <a:gd name="T67" fmla="*/ 730 h 756"/>
                      <a:gd name="T68" fmla="*/ 54 w 717"/>
                      <a:gd name="T69" fmla="*/ 0 h 756"/>
                      <a:gd name="T70" fmla="*/ 54 w 717"/>
                      <a:gd name="T71" fmla="*/ 250 h 756"/>
                      <a:gd name="T72" fmla="*/ 55 w 717"/>
                      <a:gd name="T73" fmla="*/ 333 h 756"/>
                      <a:gd name="T74" fmla="*/ 57 w 717"/>
                      <a:gd name="T75" fmla="*/ 192 h 756"/>
                      <a:gd name="T76" fmla="*/ 59 w 717"/>
                      <a:gd name="T77" fmla="*/ 340 h 756"/>
                      <a:gd name="T78" fmla="*/ 58 w 717"/>
                      <a:gd name="T79" fmla="*/ 429 h 756"/>
                      <a:gd name="T80" fmla="*/ 60 w 717"/>
                      <a:gd name="T81" fmla="*/ 461 h 756"/>
                      <a:gd name="T82" fmla="*/ 0 60000 65536"/>
                      <a:gd name="T83" fmla="*/ 0 60000 65536"/>
                      <a:gd name="T84" fmla="*/ 0 60000 65536"/>
                      <a:gd name="T85" fmla="*/ 0 60000 65536"/>
                      <a:gd name="T86" fmla="*/ 0 60000 65536"/>
                      <a:gd name="T87" fmla="*/ 0 60000 65536"/>
                      <a:gd name="T88" fmla="*/ 0 60000 65536"/>
                      <a:gd name="T89" fmla="*/ 0 60000 65536"/>
                      <a:gd name="T90" fmla="*/ 0 60000 65536"/>
                      <a:gd name="T91" fmla="*/ 0 60000 65536"/>
                      <a:gd name="T92" fmla="*/ 0 60000 65536"/>
                      <a:gd name="T93" fmla="*/ 0 60000 65536"/>
                      <a:gd name="T94" fmla="*/ 0 60000 65536"/>
                      <a:gd name="T95" fmla="*/ 0 60000 65536"/>
                      <a:gd name="T96" fmla="*/ 0 60000 65536"/>
                      <a:gd name="T97" fmla="*/ 0 60000 65536"/>
                      <a:gd name="T98" fmla="*/ 0 60000 65536"/>
                      <a:gd name="T99" fmla="*/ 0 60000 65536"/>
                      <a:gd name="T100" fmla="*/ 0 60000 65536"/>
                      <a:gd name="T101" fmla="*/ 0 60000 65536"/>
                      <a:gd name="T102" fmla="*/ 0 60000 65536"/>
                      <a:gd name="T103" fmla="*/ 0 60000 65536"/>
                      <a:gd name="T104" fmla="*/ 0 60000 65536"/>
                      <a:gd name="T105" fmla="*/ 0 60000 65536"/>
                      <a:gd name="T106" fmla="*/ 0 60000 65536"/>
                      <a:gd name="T107" fmla="*/ 0 60000 65536"/>
                      <a:gd name="T108" fmla="*/ 0 60000 65536"/>
                      <a:gd name="T109" fmla="*/ 0 60000 65536"/>
                      <a:gd name="T110" fmla="*/ 0 60000 65536"/>
                      <a:gd name="T111" fmla="*/ 0 60000 65536"/>
                      <a:gd name="T112" fmla="*/ 0 60000 65536"/>
                      <a:gd name="T113" fmla="*/ 0 60000 65536"/>
                      <a:gd name="T114" fmla="*/ 0 60000 65536"/>
                      <a:gd name="T115" fmla="*/ 0 60000 65536"/>
                      <a:gd name="T116" fmla="*/ 0 60000 65536"/>
                      <a:gd name="T117" fmla="*/ 0 60000 65536"/>
                      <a:gd name="T118" fmla="*/ 0 60000 65536"/>
                      <a:gd name="T119" fmla="*/ 0 60000 65536"/>
                      <a:gd name="T120" fmla="*/ 0 60000 65536"/>
                      <a:gd name="T121" fmla="*/ 0 60000 65536"/>
                      <a:gd name="T122" fmla="*/ 0 60000 65536"/>
                      <a:gd name="T123" fmla="*/ 0 w 717"/>
                      <a:gd name="T124" fmla="*/ 0 h 756"/>
                      <a:gd name="T125" fmla="*/ 717 w 717"/>
                      <a:gd name="T126" fmla="*/ 756 h 756"/>
                    </a:gdLst>
                    <a:ahLst/>
                    <a:cxnLst>
                      <a:cxn ang="T82">
                        <a:pos x="T0" y="T1"/>
                      </a:cxn>
                      <a:cxn ang="T83">
                        <a:pos x="T2" y="T3"/>
                      </a:cxn>
                      <a:cxn ang="T84">
                        <a:pos x="T4" y="T5"/>
                      </a:cxn>
                      <a:cxn ang="T85">
                        <a:pos x="T6" y="T7"/>
                      </a:cxn>
                      <a:cxn ang="T86">
                        <a:pos x="T8" y="T9"/>
                      </a:cxn>
                      <a:cxn ang="T87">
                        <a:pos x="T10" y="T11"/>
                      </a:cxn>
                      <a:cxn ang="T88">
                        <a:pos x="T12" y="T13"/>
                      </a:cxn>
                      <a:cxn ang="T89">
                        <a:pos x="T14" y="T15"/>
                      </a:cxn>
                      <a:cxn ang="T90">
                        <a:pos x="T16" y="T17"/>
                      </a:cxn>
                      <a:cxn ang="T91">
                        <a:pos x="T18" y="T19"/>
                      </a:cxn>
                      <a:cxn ang="T92">
                        <a:pos x="T20" y="T21"/>
                      </a:cxn>
                      <a:cxn ang="T93">
                        <a:pos x="T22" y="T23"/>
                      </a:cxn>
                      <a:cxn ang="T94">
                        <a:pos x="T24" y="T25"/>
                      </a:cxn>
                      <a:cxn ang="T95">
                        <a:pos x="T26" y="T27"/>
                      </a:cxn>
                      <a:cxn ang="T96">
                        <a:pos x="T28" y="T29"/>
                      </a:cxn>
                      <a:cxn ang="T97">
                        <a:pos x="T30" y="T31"/>
                      </a:cxn>
                      <a:cxn ang="T98">
                        <a:pos x="T32" y="T33"/>
                      </a:cxn>
                      <a:cxn ang="T99">
                        <a:pos x="T34" y="T35"/>
                      </a:cxn>
                      <a:cxn ang="T100">
                        <a:pos x="T36" y="T37"/>
                      </a:cxn>
                      <a:cxn ang="T101">
                        <a:pos x="T38" y="T39"/>
                      </a:cxn>
                      <a:cxn ang="T102">
                        <a:pos x="T40" y="T41"/>
                      </a:cxn>
                      <a:cxn ang="T103">
                        <a:pos x="T42" y="T43"/>
                      </a:cxn>
                      <a:cxn ang="T104">
                        <a:pos x="T44" y="T45"/>
                      </a:cxn>
                      <a:cxn ang="T105">
                        <a:pos x="T46" y="T47"/>
                      </a:cxn>
                      <a:cxn ang="T106">
                        <a:pos x="T48" y="T49"/>
                      </a:cxn>
                      <a:cxn ang="T107">
                        <a:pos x="T50" y="T51"/>
                      </a:cxn>
                      <a:cxn ang="T108">
                        <a:pos x="T52" y="T53"/>
                      </a:cxn>
                      <a:cxn ang="T109">
                        <a:pos x="T54" y="T55"/>
                      </a:cxn>
                      <a:cxn ang="T110">
                        <a:pos x="T56" y="T57"/>
                      </a:cxn>
                      <a:cxn ang="T111">
                        <a:pos x="T58" y="T59"/>
                      </a:cxn>
                      <a:cxn ang="T112">
                        <a:pos x="T60" y="T61"/>
                      </a:cxn>
                      <a:cxn ang="T113">
                        <a:pos x="T62" y="T63"/>
                      </a:cxn>
                      <a:cxn ang="T114">
                        <a:pos x="T64" y="T65"/>
                      </a:cxn>
                      <a:cxn ang="T115">
                        <a:pos x="T66" y="T67"/>
                      </a:cxn>
                      <a:cxn ang="T116">
                        <a:pos x="T68" y="T69"/>
                      </a:cxn>
                      <a:cxn ang="T117">
                        <a:pos x="T70" y="T71"/>
                      </a:cxn>
                      <a:cxn ang="T118">
                        <a:pos x="T72" y="T73"/>
                      </a:cxn>
                      <a:cxn ang="T119">
                        <a:pos x="T74" y="T75"/>
                      </a:cxn>
                      <a:cxn ang="T120">
                        <a:pos x="T76" y="T77"/>
                      </a:cxn>
                      <a:cxn ang="T121">
                        <a:pos x="T78" y="T79"/>
                      </a:cxn>
                      <a:cxn ang="T122">
                        <a:pos x="T80" y="T81"/>
                      </a:cxn>
                    </a:cxnLst>
                    <a:rect l="T123" t="T124" r="T125" b="T126"/>
                    <a:pathLst>
                      <a:path w="717" h="756">
                        <a:moveTo>
                          <a:pt x="0" y="756"/>
                        </a:moveTo>
                        <a:lnTo>
                          <a:pt x="52" y="167"/>
                        </a:lnTo>
                        <a:lnTo>
                          <a:pt x="64" y="384"/>
                        </a:lnTo>
                        <a:lnTo>
                          <a:pt x="90" y="103"/>
                        </a:lnTo>
                        <a:lnTo>
                          <a:pt x="116" y="519"/>
                        </a:lnTo>
                        <a:lnTo>
                          <a:pt x="135" y="487"/>
                        </a:lnTo>
                        <a:lnTo>
                          <a:pt x="135" y="359"/>
                        </a:lnTo>
                        <a:lnTo>
                          <a:pt x="167" y="71"/>
                        </a:lnTo>
                        <a:lnTo>
                          <a:pt x="192" y="244"/>
                        </a:lnTo>
                        <a:lnTo>
                          <a:pt x="205" y="96"/>
                        </a:lnTo>
                        <a:lnTo>
                          <a:pt x="218" y="615"/>
                        </a:lnTo>
                        <a:lnTo>
                          <a:pt x="244" y="397"/>
                        </a:lnTo>
                        <a:lnTo>
                          <a:pt x="282" y="519"/>
                        </a:lnTo>
                        <a:lnTo>
                          <a:pt x="308" y="308"/>
                        </a:lnTo>
                        <a:lnTo>
                          <a:pt x="333" y="442"/>
                        </a:lnTo>
                        <a:lnTo>
                          <a:pt x="346" y="352"/>
                        </a:lnTo>
                        <a:lnTo>
                          <a:pt x="365" y="384"/>
                        </a:lnTo>
                        <a:lnTo>
                          <a:pt x="378" y="135"/>
                        </a:lnTo>
                        <a:lnTo>
                          <a:pt x="391" y="301"/>
                        </a:lnTo>
                        <a:lnTo>
                          <a:pt x="384" y="519"/>
                        </a:lnTo>
                        <a:lnTo>
                          <a:pt x="404" y="679"/>
                        </a:lnTo>
                        <a:lnTo>
                          <a:pt x="429" y="628"/>
                        </a:lnTo>
                        <a:lnTo>
                          <a:pt x="442" y="480"/>
                        </a:lnTo>
                        <a:lnTo>
                          <a:pt x="455" y="391"/>
                        </a:lnTo>
                        <a:lnTo>
                          <a:pt x="436" y="506"/>
                        </a:lnTo>
                        <a:lnTo>
                          <a:pt x="461" y="352"/>
                        </a:lnTo>
                        <a:lnTo>
                          <a:pt x="474" y="455"/>
                        </a:lnTo>
                        <a:lnTo>
                          <a:pt x="493" y="519"/>
                        </a:lnTo>
                        <a:lnTo>
                          <a:pt x="512" y="410"/>
                        </a:lnTo>
                        <a:lnTo>
                          <a:pt x="532" y="186"/>
                        </a:lnTo>
                        <a:lnTo>
                          <a:pt x="544" y="231"/>
                        </a:lnTo>
                        <a:lnTo>
                          <a:pt x="570" y="148"/>
                        </a:lnTo>
                        <a:lnTo>
                          <a:pt x="576" y="301"/>
                        </a:lnTo>
                        <a:lnTo>
                          <a:pt x="576" y="730"/>
                        </a:lnTo>
                        <a:lnTo>
                          <a:pt x="647" y="0"/>
                        </a:lnTo>
                        <a:lnTo>
                          <a:pt x="647" y="250"/>
                        </a:lnTo>
                        <a:lnTo>
                          <a:pt x="660" y="333"/>
                        </a:lnTo>
                        <a:lnTo>
                          <a:pt x="685" y="192"/>
                        </a:lnTo>
                        <a:lnTo>
                          <a:pt x="711" y="340"/>
                        </a:lnTo>
                        <a:lnTo>
                          <a:pt x="698" y="429"/>
                        </a:lnTo>
                        <a:lnTo>
                          <a:pt x="717" y="461"/>
                        </a:lnTo>
                      </a:path>
                    </a:pathLst>
                  </a:custGeom>
                  <a:noFill/>
                  <a:ln w="9525">
                    <a:solidFill>
                      <a:srgbClr val="FF0000"/>
                    </a:solidFill>
                    <a:round/>
                    <a:headEnd/>
                    <a:tailEnd/>
                  </a:ln>
                </p:spPr>
                <p:txBody>
                  <a:bodyPr/>
                  <a:lstStyle/>
                  <a:p>
                    <a:endParaRPr lang="en-GB" sz="1600"/>
                  </a:p>
                </p:txBody>
              </p:sp>
              <p:sp>
                <p:nvSpPr>
                  <p:cNvPr id="14592" name="Freeform 186"/>
                  <p:cNvSpPr>
                    <a:spLocks/>
                  </p:cNvSpPr>
                  <p:nvPr/>
                </p:nvSpPr>
                <p:spPr bwMode="auto">
                  <a:xfrm flipH="1">
                    <a:off x="4698" y="1100"/>
                    <a:ext cx="313" cy="756"/>
                  </a:xfrm>
                  <a:custGeom>
                    <a:avLst/>
                    <a:gdLst>
                      <a:gd name="T0" fmla="*/ 0 w 717"/>
                      <a:gd name="T1" fmla="*/ 756 h 756"/>
                      <a:gd name="T2" fmla="*/ 4 w 717"/>
                      <a:gd name="T3" fmla="*/ 167 h 756"/>
                      <a:gd name="T4" fmla="*/ 5 w 717"/>
                      <a:gd name="T5" fmla="*/ 384 h 756"/>
                      <a:gd name="T6" fmla="*/ 7 w 717"/>
                      <a:gd name="T7" fmla="*/ 103 h 756"/>
                      <a:gd name="T8" fmla="*/ 10 w 717"/>
                      <a:gd name="T9" fmla="*/ 519 h 756"/>
                      <a:gd name="T10" fmla="*/ 11 w 717"/>
                      <a:gd name="T11" fmla="*/ 487 h 756"/>
                      <a:gd name="T12" fmla="*/ 11 w 717"/>
                      <a:gd name="T13" fmla="*/ 359 h 756"/>
                      <a:gd name="T14" fmla="*/ 14 w 717"/>
                      <a:gd name="T15" fmla="*/ 71 h 756"/>
                      <a:gd name="T16" fmla="*/ 16 w 717"/>
                      <a:gd name="T17" fmla="*/ 244 h 756"/>
                      <a:gd name="T18" fmla="*/ 17 w 717"/>
                      <a:gd name="T19" fmla="*/ 96 h 756"/>
                      <a:gd name="T20" fmla="*/ 18 w 717"/>
                      <a:gd name="T21" fmla="*/ 615 h 756"/>
                      <a:gd name="T22" fmla="*/ 21 w 717"/>
                      <a:gd name="T23" fmla="*/ 397 h 756"/>
                      <a:gd name="T24" fmla="*/ 24 w 717"/>
                      <a:gd name="T25" fmla="*/ 519 h 756"/>
                      <a:gd name="T26" fmla="*/ 25 w 717"/>
                      <a:gd name="T27" fmla="*/ 308 h 756"/>
                      <a:gd name="T28" fmla="*/ 28 w 717"/>
                      <a:gd name="T29" fmla="*/ 442 h 756"/>
                      <a:gd name="T30" fmla="*/ 29 w 717"/>
                      <a:gd name="T31" fmla="*/ 352 h 756"/>
                      <a:gd name="T32" fmla="*/ 30 w 717"/>
                      <a:gd name="T33" fmla="*/ 384 h 756"/>
                      <a:gd name="T34" fmla="*/ 31 w 717"/>
                      <a:gd name="T35" fmla="*/ 135 h 756"/>
                      <a:gd name="T36" fmla="*/ 33 w 717"/>
                      <a:gd name="T37" fmla="*/ 301 h 756"/>
                      <a:gd name="T38" fmla="*/ 32 w 717"/>
                      <a:gd name="T39" fmla="*/ 519 h 756"/>
                      <a:gd name="T40" fmla="*/ 34 w 717"/>
                      <a:gd name="T41" fmla="*/ 679 h 756"/>
                      <a:gd name="T42" fmla="*/ 36 w 717"/>
                      <a:gd name="T43" fmla="*/ 628 h 756"/>
                      <a:gd name="T44" fmla="*/ 37 w 717"/>
                      <a:gd name="T45" fmla="*/ 480 h 756"/>
                      <a:gd name="T46" fmla="*/ 38 w 717"/>
                      <a:gd name="T47" fmla="*/ 391 h 756"/>
                      <a:gd name="T48" fmla="*/ 36 w 717"/>
                      <a:gd name="T49" fmla="*/ 506 h 756"/>
                      <a:gd name="T50" fmla="*/ 38 w 717"/>
                      <a:gd name="T51" fmla="*/ 352 h 756"/>
                      <a:gd name="T52" fmla="*/ 39 w 717"/>
                      <a:gd name="T53" fmla="*/ 455 h 756"/>
                      <a:gd name="T54" fmla="*/ 41 w 717"/>
                      <a:gd name="T55" fmla="*/ 519 h 756"/>
                      <a:gd name="T56" fmla="*/ 43 w 717"/>
                      <a:gd name="T57" fmla="*/ 410 h 756"/>
                      <a:gd name="T58" fmla="*/ 44 w 717"/>
                      <a:gd name="T59" fmla="*/ 186 h 756"/>
                      <a:gd name="T60" fmla="*/ 45 w 717"/>
                      <a:gd name="T61" fmla="*/ 231 h 756"/>
                      <a:gd name="T62" fmla="*/ 48 w 717"/>
                      <a:gd name="T63" fmla="*/ 148 h 756"/>
                      <a:gd name="T64" fmla="*/ 48 w 717"/>
                      <a:gd name="T65" fmla="*/ 301 h 756"/>
                      <a:gd name="T66" fmla="*/ 48 w 717"/>
                      <a:gd name="T67" fmla="*/ 730 h 756"/>
                      <a:gd name="T68" fmla="*/ 54 w 717"/>
                      <a:gd name="T69" fmla="*/ 0 h 756"/>
                      <a:gd name="T70" fmla="*/ 54 w 717"/>
                      <a:gd name="T71" fmla="*/ 250 h 756"/>
                      <a:gd name="T72" fmla="*/ 55 w 717"/>
                      <a:gd name="T73" fmla="*/ 333 h 756"/>
                      <a:gd name="T74" fmla="*/ 57 w 717"/>
                      <a:gd name="T75" fmla="*/ 192 h 756"/>
                      <a:gd name="T76" fmla="*/ 59 w 717"/>
                      <a:gd name="T77" fmla="*/ 340 h 756"/>
                      <a:gd name="T78" fmla="*/ 58 w 717"/>
                      <a:gd name="T79" fmla="*/ 429 h 756"/>
                      <a:gd name="T80" fmla="*/ 60 w 717"/>
                      <a:gd name="T81" fmla="*/ 461 h 756"/>
                      <a:gd name="T82" fmla="*/ 0 60000 65536"/>
                      <a:gd name="T83" fmla="*/ 0 60000 65536"/>
                      <a:gd name="T84" fmla="*/ 0 60000 65536"/>
                      <a:gd name="T85" fmla="*/ 0 60000 65536"/>
                      <a:gd name="T86" fmla="*/ 0 60000 65536"/>
                      <a:gd name="T87" fmla="*/ 0 60000 65536"/>
                      <a:gd name="T88" fmla="*/ 0 60000 65536"/>
                      <a:gd name="T89" fmla="*/ 0 60000 65536"/>
                      <a:gd name="T90" fmla="*/ 0 60000 65536"/>
                      <a:gd name="T91" fmla="*/ 0 60000 65536"/>
                      <a:gd name="T92" fmla="*/ 0 60000 65536"/>
                      <a:gd name="T93" fmla="*/ 0 60000 65536"/>
                      <a:gd name="T94" fmla="*/ 0 60000 65536"/>
                      <a:gd name="T95" fmla="*/ 0 60000 65536"/>
                      <a:gd name="T96" fmla="*/ 0 60000 65536"/>
                      <a:gd name="T97" fmla="*/ 0 60000 65536"/>
                      <a:gd name="T98" fmla="*/ 0 60000 65536"/>
                      <a:gd name="T99" fmla="*/ 0 60000 65536"/>
                      <a:gd name="T100" fmla="*/ 0 60000 65536"/>
                      <a:gd name="T101" fmla="*/ 0 60000 65536"/>
                      <a:gd name="T102" fmla="*/ 0 60000 65536"/>
                      <a:gd name="T103" fmla="*/ 0 60000 65536"/>
                      <a:gd name="T104" fmla="*/ 0 60000 65536"/>
                      <a:gd name="T105" fmla="*/ 0 60000 65536"/>
                      <a:gd name="T106" fmla="*/ 0 60000 65536"/>
                      <a:gd name="T107" fmla="*/ 0 60000 65536"/>
                      <a:gd name="T108" fmla="*/ 0 60000 65536"/>
                      <a:gd name="T109" fmla="*/ 0 60000 65536"/>
                      <a:gd name="T110" fmla="*/ 0 60000 65536"/>
                      <a:gd name="T111" fmla="*/ 0 60000 65536"/>
                      <a:gd name="T112" fmla="*/ 0 60000 65536"/>
                      <a:gd name="T113" fmla="*/ 0 60000 65536"/>
                      <a:gd name="T114" fmla="*/ 0 60000 65536"/>
                      <a:gd name="T115" fmla="*/ 0 60000 65536"/>
                      <a:gd name="T116" fmla="*/ 0 60000 65536"/>
                      <a:gd name="T117" fmla="*/ 0 60000 65536"/>
                      <a:gd name="T118" fmla="*/ 0 60000 65536"/>
                      <a:gd name="T119" fmla="*/ 0 60000 65536"/>
                      <a:gd name="T120" fmla="*/ 0 60000 65536"/>
                      <a:gd name="T121" fmla="*/ 0 60000 65536"/>
                      <a:gd name="T122" fmla="*/ 0 60000 65536"/>
                      <a:gd name="T123" fmla="*/ 0 w 717"/>
                      <a:gd name="T124" fmla="*/ 0 h 756"/>
                      <a:gd name="T125" fmla="*/ 717 w 717"/>
                      <a:gd name="T126" fmla="*/ 756 h 756"/>
                    </a:gdLst>
                    <a:ahLst/>
                    <a:cxnLst>
                      <a:cxn ang="T82">
                        <a:pos x="T0" y="T1"/>
                      </a:cxn>
                      <a:cxn ang="T83">
                        <a:pos x="T2" y="T3"/>
                      </a:cxn>
                      <a:cxn ang="T84">
                        <a:pos x="T4" y="T5"/>
                      </a:cxn>
                      <a:cxn ang="T85">
                        <a:pos x="T6" y="T7"/>
                      </a:cxn>
                      <a:cxn ang="T86">
                        <a:pos x="T8" y="T9"/>
                      </a:cxn>
                      <a:cxn ang="T87">
                        <a:pos x="T10" y="T11"/>
                      </a:cxn>
                      <a:cxn ang="T88">
                        <a:pos x="T12" y="T13"/>
                      </a:cxn>
                      <a:cxn ang="T89">
                        <a:pos x="T14" y="T15"/>
                      </a:cxn>
                      <a:cxn ang="T90">
                        <a:pos x="T16" y="T17"/>
                      </a:cxn>
                      <a:cxn ang="T91">
                        <a:pos x="T18" y="T19"/>
                      </a:cxn>
                      <a:cxn ang="T92">
                        <a:pos x="T20" y="T21"/>
                      </a:cxn>
                      <a:cxn ang="T93">
                        <a:pos x="T22" y="T23"/>
                      </a:cxn>
                      <a:cxn ang="T94">
                        <a:pos x="T24" y="T25"/>
                      </a:cxn>
                      <a:cxn ang="T95">
                        <a:pos x="T26" y="T27"/>
                      </a:cxn>
                      <a:cxn ang="T96">
                        <a:pos x="T28" y="T29"/>
                      </a:cxn>
                      <a:cxn ang="T97">
                        <a:pos x="T30" y="T31"/>
                      </a:cxn>
                      <a:cxn ang="T98">
                        <a:pos x="T32" y="T33"/>
                      </a:cxn>
                      <a:cxn ang="T99">
                        <a:pos x="T34" y="T35"/>
                      </a:cxn>
                      <a:cxn ang="T100">
                        <a:pos x="T36" y="T37"/>
                      </a:cxn>
                      <a:cxn ang="T101">
                        <a:pos x="T38" y="T39"/>
                      </a:cxn>
                      <a:cxn ang="T102">
                        <a:pos x="T40" y="T41"/>
                      </a:cxn>
                      <a:cxn ang="T103">
                        <a:pos x="T42" y="T43"/>
                      </a:cxn>
                      <a:cxn ang="T104">
                        <a:pos x="T44" y="T45"/>
                      </a:cxn>
                      <a:cxn ang="T105">
                        <a:pos x="T46" y="T47"/>
                      </a:cxn>
                      <a:cxn ang="T106">
                        <a:pos x="T48" y="T49"/>
                      </a:cxn>
                      <a:cxn ang="T107">
                        <a:pos x="T50" y="T51"/>
                      </a:cxn>
                      <a:cxn ang="T108">
                        <a:pos x="T52" y="T53"/>
                      </a:cxn>
                      <a:cxn ang="T109">
                        <a:pos x="T54" y="T55"/>
                      </a:cxn>
                      <a:cxn ang="T110">
                        <a:pos x="T56" y="T57"/>
                      </a:cxn>
                      <a:cxn ang="T111">
                        <a:pos x="T58" y="T59"/>
                      </a:cxn>
                      <a:cxn ang="T112">
                        <a:pos x="T60" y="T61"/>
                      </a:cxn>
                      <a:cxn ang="T113">
                        <a:pos x="T62" y="T63"/>
                      </a:cxn>
                      <a:cxn ang="T114">
                        <a:pos x="T64" y="T65"/>
                      </a:cxn>
                      <a:cxn ang="T115">
                        <a:pos x="T66" y="T67"/>
                      </a:cxn>
                      <a:cxn ang="T116">
                        <a:pos x="T68" y="T69"/>
                      </a:cxn>
                      <a:cxn ang="T117">
                        <a:pos x="T70" y="T71"/>
                      </a:cxn>
                      <a:cxn ang="T118">
                        <a:pos x="T72" y="T73"/>
                      </a:cxn>
                      <a:cxn ang="T119">
                        <a:pos x="T74" y="T75"/>
                      </a:cxn>
                      <a:cxn ang="T120">
                        <a:pos x="T76" y="T77"/>
                      </a:cxn>
                      <a:cxn ang="T121">
                        <a:pos x="T78" y="T79"/>
                      </a:cxn>
                      <a:cxn ang="T122">
                        <a:pos x="T80" y="T81"/>
                      </a:cxn>
                    </a:cxnLst>
                    <a:rect l="T123" t="T124" r="T125" b="T126"/>
                    <a:pathLst>
                      <a:path w="717" h="756">
                        <a:moveTo>
                          <a:pt x="0" y="756"/>
                        </a:moveTo>
                        <a:lnTo>
                          <a:pt x="52" y="167"/>
                        </a:lnTo>
                        <a:lnTo>
                          <a:pt x="64" y="384"/>
                        </a:lnTo>
                        <a:lnTo>
                          <a:pt x="90" y="103"/>
                        </a:lnTo>
                        <a:lnTo>
                          <a:pt x="116" y="519"/>
                        </a:lnTo>
                        <a:lnTo>
                          <a:pt x="135" y="487"/>
                        </a:lnTo>
                        <a:lnTo>
                          <a:pt x="135" y="359"/>
                        </a:lnTo>
                        <a:lnTo>
                          <a:pt x="167" y="71"/>
                        </a:lnTo>
                        <a:lnTo>
                          <a:pt x="192" y="244"/>
                        </a:lnTo>
                        <a:lnTo>
                          <a:pt x="205" y="96"/>
                        </a:lnTo>
                        <a:lnTo>
                          <a:pt x="218" y="615"/>
                        </a:lnTo>
                        <a:lnTo>
                          <a:pt x="244" y="397"/>
                        </a:lnTo>
                        <a:lnTo>
                          <a:pt x="282" y="519"/>
                        </a:lnTo>
                        <a:lnTo>
                          <a:pt x="308" y="308"/>
                        </a:lnTo>
                        <a:lnTo>
                          <a:pt x="333" y="442"/>
                        </a:lnTo>
                        <a:lnTo>
                          <a:pt x="346" y="352"/>
                        </a:lnTo>
                        <a:lnTo>
                          <a:pt x="365" y="384"/>
                        </a:lnTo>
                        <a:lnTo>
                          <a:pt x="378" y="135"/>
                        </a:lnTo>
                        <a:lnTo>
                          <a:pt x="391" y="301"/>
                        </a:lnTo>
                        <a:lnTo>
                          <a:pt x="384" y="519"/>
                        </a:lnTo>
                        <a:lnTo>
                          <a:pt x="404" y="679"/>
                        </a:lnTo>
                        <a:lnTo>
                          <a:pt x="429" y="628"/>
                        </a:lnTo>
                        <a:lnTo>
                          <a:pt x="442" y="480"/>
                        </a:lnTo>
                        <a:lnTo>
                          <a:pt x="455" y="391"/>
                        </a:lnTo>
                        <a:lnTo>
                          <a:pt x="436" y="506"/>
                        </a:lnTo>
                        <a:lnTo>
                          <a:pt x="461" y="352"/>
                        </a:lnTo>
                        <a:lnTo>
                          <a:pt x="474" y="455"/>
                        </a:lnTo>
                        <a:lnTo>
                          <a:pt x="493" y="519"/>
                        </a:lnTo>
                        <a:lnTo>
                          <a:pt x="512" y="410"/>
                        </a:lnTo>
                        <a:lnTo>
                          <a:pt x="532" y="186"/>
                        </a:lnTo>
                        <a:lnTo>
                          <a:pt x="544" y="231"/>
                        </a:lnTo>
                        <a:lnTo>
                          <a:pt x="570" y="148"/>
                        </a:lnTo>
                        <a:lnTo>
                          <a:pt x="576" y="301"/>
                        </a:lnTo>
                        <a:lnTo>
                          <a:pt x="576" y="730"/>
                        </a:lnTo>
                        <a:lnTo>
                          <a:pt x="647" y="0"/>
                        </a:lnTo>
                        <a:lnTo>
                          <a:pt x="647" y="250"/>
                        </a:lnTo>
                        <a:lnTo>
                          <a:pt x="660" y="333"/>
                        </a:lnTo>
                        <a:lnTo>
                          <a:pt x="685" y="192"/>
                        </a:lnTo>
                        <a:lnTo>
                          <a:pt x="711" y="340"/>
                        </a:lnTo>
                        <a:lnTo>
                          <a:pt x="698" y="429"/>
                        </a:lnTo>
                        <a:lnTo>
                          <a:pt x="717" y="461"/>
                        </a:lnTo>
                      </a:path>
                    </a:pathLst>
                  </a:custGeom>
                  <a:noFill/>
                  <a:ln w="9525">
                    <a:solidFill>
                      <a:srgbClr val="FF0000"/>
                    </a:solidFill>
                    <a:round/>
                    <a:headEnd/>
                    <a:tailEnd/>
                  </a:ln>
                </p:spPr>
                <p:txBody>
                  <a:bodyPr/>
                  <a:lstStyle/>
                  <a:p>
                    <a:endParaRPr lang="en-GB" sz="1600"/>
                  </a:p>
                </p:txBody>
              </p:sp>
            </p:grpSp>
            <p:grpSp>
              <p:nvGrpSpPr>
                <p:cNvPr id="14741" name="Group 187"/>
                <p:cNvGrpSpPr>
                  <a:grpSpLocks/>
                </p:cNvGrpSpPr>
                <p:nvPr/>
              </p:nvGrpSpPr>
              <p:grpSpPr bwMode="auto">
                <a:xfrm flipH="1">
                  <a:off x="3986" y="1092"/>
                  <a:ext cx="590" cy="801"/>
                  <a:chOff x="3462" y="1100"/>
                  <a:chExt cx="1549" cy="801"/>
                </a:xfrm>
              </p:grpSpPr>
              <p:sp>
                <p:nvSpPr>
                  <p:cNvPr id="14583" name="Freeform 188"/>
                  <p:cNvSpPr>
                    <a:spLocks/>
                  </p:cNvSpPr>
                  <p:nvPr/>
                </p:nvSpPr>
                <p:spPr bwMode="auto">
                  <a:xfrm>
                    <a:off x="3462" y="1126"/>
                    <a:ext cx="313" cy="756"/>
                  </a:xfrm>
                  <a:custGeom>
                    <a:avLst/>
                    <a:gdLst>
                      <a:gd name="T0" fmla="*/ 0 w 717"/>
                      <a:gd name="T1" fmla="*/ 756 h 756"/>
                      <a:gd name="T2" fmla="*/ 4 w 717"/>
                      <a:gd name="T3" fmla="*/ 167 h 756"/>
                      <a:gd name="T4" fmla="*/ 5 w 717"/>
                      <a:gd name="T5" fmla="*/ 384 h 756"/>
                      <a:gd name="T6" fmla="*/ 7 w 717"/>
                      <a:gd name="T7" fmla="*/ 103 h 756"/>
                      <a:gd name="T8" fmla="*/ 10 w 717"/>
                      <a:gd name="T9" fmla="*/ 519 h 756"/>
                      <a:gd name="T10" fmla="*/ 11 w 717"/>
                      <a:gd name="T11" fmla="*/ 487 h 756"/>
                      <a:gd name="T12" fmla="*/ 11 w 717"/>
                      <a:gd name="T13" fmla="*/ 359 h 756"/>
                      <a:gd name="T14" fmla="*/ 14 w 717"/>
                      <a:gd name="T15" fmla="*/ 71 h 756"/>
                      <a:gd name="T16" fmla="*/ 16 w 717"/>
                      <a:gd name="T17" fmla="*/ 244 h 756"/>
                      <a:gd name="T18" fmla="*/ 17 w 717"/>
                      <a:gd name="T19" fmla="*/ 96 h 756"/>
                      <a:gd name="T20" fmla="*/ 18 w 717"/>
                      <a:gd name="T21" fmla="*/ 615 h 756"/>
                      <a:gd name="T22" fmla="*/ 21 w 717"/>
                      <a:gd name="T23" fmla="*/ 397 h 756"/>
                      <a:gd name="T24" fmla="*/ 24 w 717"/>
                      <a:gd name="T25" fmla="*/ 519 h 756"/>
                      <a:gd name="T26" fmla="*/ 25 w 717"/>
                      <a:gd name="T27" fmla="*/ 308 h 756"/>
                      <a:gd name="T28" fmla="*/ 28 w 717"/>
                      <a:gd name="T29" fmla="*/ 442 h 756"/>
                      <a:gd name="T30" fmla="*/ 29 w 717"/>
                      <a:gd name="T31" fmla="*/ 352 h 756"/>
                      <a:gd name="T32" fmla="*/ 30 w 717"/>
                      <a:gd name="T33" fmla="*/ 384 h 756"/>
                      <a:gd name="T34" fmla="*/ 31 w 717"/>
                      <a:gd name="T35" fmla="*/ 135 h 756"/>
                      <a:gd name="T36" fmla="*/ 33 w 717"/>
                      <a:gd name="T37" fmla="*/ 301 h 756"/>
                      <a:gd name="T38" fmla="*/ 32 w 717"/>
                      <a:gd name="T39" fmla="*/ 519 h 756"/>
                      <a:gd name="T40" fmla="*/ 34 w 717"/>
                      <a:gd name="T41" fmla="*/ 679 h 756"/>
                      <a:gd name="T42" fmla="*/ 36 w 717"/>
                      <a:gd name="T43" fmla="*/ 628 h 756"/>
                      <a:gd name="T44" fmla="*/ 37 w 717"/>
                      <a:gd name="T45" fmla="*/ 480 h 756"/>
                      <a:gd name="T46" fmla="*/ 38 w 717"/>
                      <a:gd name="T47" fmla="*/ 391 h 756"/>
                      <a:gd name="T48" fmla="*/ 36 w 717"/>
                      <a:gd name="T49" fmla="*/ 506 h 756"/>
                      <a:gd name="T50" fmla="*/ 38 w 717"/>
                      <a:gd name="T51" fmla="*/ 352 h 756"/>
                      <a:gd name="T52" fmla="*/ 39 w 717"/>
                      <a:gd name="T53" fmla="*/ 455 h 756"/>
                      <a:gd name="T54" fmla="*/ 41 w 717"/>
                      <a:gd name="T55" fmla="*/ 519 h 756"/>
                      <a:gd name="T56" fmla="*/ 43 w 717"/>
                      <a:gd name="T57" fmla="*/ 410 h 756"/>
                      <a:gd name="T58" fmla="*/ 44 w 717"/>
                      <a:gd name="T59" fmla="*/ 186 h 756"/>
                      <a:gd name="T60" fmla="*/ 45 w 717"/>
                      <a:gd name="T61" fmla="*/ 231 h 756"/>
                      <a:gd name="T62" fmla="*/ 48 w 717"/>
                      <a:gd name="T63" fmla="*/ 148 h 756"/>
                      <a:gd name="T64" fmla="*/ 48 w 717"/>
                      <a:gd name="T65" fmla="*/ 301 h 756"/>
                      <a:gd name="T66" fmla="*/ 48 w 717"/>
                      <a:gd name="T67" fmla="*/ 730 h 756"/>
                      <a:gd name="T68" fmla="*/ 54 w 717"/>
                      <a:gd name="T69" fmla="*/ 0 h 756"/>
                      <a:gd name="T70" fmla="*/ 54 w 717"/>
                      <a:gd name="T71" fmla="*/ 250 h 756"/>
                      <a:gd name="T72" fmla="*/ 55 w 717"/>
                      <a:gd name="T73" fmla="*/ 333 h 756"/>
                      <a:gd name="T74" fmla="*/ 57 w 717"/>
                      <a:gd name="T75" fmla="*/ 192 h 756"/>
                      <a:gd name="T76" fmla="*/ 59 w 717"/>
                      <a:gd name="T77" fmla="*/ 340 h 756"/>
                      <a:gd name="T78" fmla="*/ 58 w 717"/>
                      <a:gd name="T79" fmla="*/ 429 h 756"/>
                      <a:gd name="T80" fmla="*/ 60 w 717"/>
                      <a:gd name="T81" fmla="*/ 461 h 756"/>
                      <a:gd name="T82" fmla="*/ 0 60000 65536"/>
                      <a:gd name="T83" fmla="*/ 0 60000 65536"/>
                      <a:gd name="T84" fmla="*/ 0 60000 65536"/>
                      <a:gd name="T85" fmla="*/ 0 60000 65536"/>
                      <a:gd name="T86" fmla="*/ 0 60000 65536"/>
                      <a:gd name="T87" fmla="*/ 0 60000 65536"/>
                      <a:gd name="T88" fmla="*/ 0 60000 65536"/>
                      <a:gd name="T89" fmla="*/ 0 60000 65536"/>
                      <a:gd name="T90" fmla="*/ 0 60000 65536"/>
                      <a:gd name="T91" fmla="*/ 0 60000 65536"/>
                      <a:gd name="T92" fmla="*/ 0 60000 65536"/>
                      <a:gd name="T93" fmla="*/ 0 60000 65536"/>
                      <a:gd name="T94" fmla="*/ 0 60000 65536"/>
                      <a:gd name="T95" fmla="*/ 0 60000 65536"/>
                      <a:gd name="T96" fmla="*/ 0 60000 65536"/>
                      <a:gd name="T97" fmla="*/ 0 60000 65536"/>
                      <a:gd name="T98" fmla="*/ 0 60000 65536"/>
                      <a:gd name="T99" fmla="*/ 0 60000 65536"/>
                      <a:gd name="T100" fmla="*/ 0 60000 65536"/>
                      <a:gd name="T101" fmla="*/ 0 60000 65536"/>
                      <a:gd name="T102" fmla="*/ 0 60000 65536"/>
                      <a:gd name="T103" fmla="*/ 0 60000 65536"/>
                      <a:gd name="T104" fmla="*/ 0 60000 65536"/>
                      <a:gd name="T105" fmla="*/ 0 60000 65536"/>
                      <a:gd name="T106" fmla="*/ 0 60000 65536"/>
                      <a:gd name="T107" fmla="*/ 0 60000 65536"/>
                      <a:gd name="T108" fmla="*/ 0 60000 65536"/>
                      <a:gd name="T109" fmla="*/ 0 60000 65536"/>
                      <a:gd name="T110" fmla="*/ 0 60000 65536"/>
                      <a:gd name="T111" fmla="*/ 0 60000 65536"/>
                      <a:gd name="T112" fmla="*/ 0 60000 65536"/>
                      <a:gd name="T113" fmla="*/ 0 60000 65536"/>
                      <a:gd name="T114" fmla="*/ 0 60000 65536"/>
                      <a:gd name="T115" fmla="*/ 0 60000 65536"/>
                      <a:gd name="T116" fmla="*/ 0 60000 65536"/>
                      <a:gd name="T117" fmla="*/ 0 60000 65536"/>
                      <a:gd name="T118" fmla="*/ 0 60000 65536"/>
                      <a:gd name="T119" fmla="*/ 0 60000 65536"/>
                      <a:gd name="T120" fmla="*/ 0 60000 65536"/>
                      <a:gd name="T121" fmla="*/ 0 60000 65536"/>
                      <a:gd name="T122" fmla="*/ 0 60000 65536"/>
                      <a:gd name="T123" fmla="*/ 0 w 717"/>
                      <a:gd name="T124" fmla="*/ 0 h 756"/>
                      <a:gd name="T125" fmla="*/ 717 w 717"/>
                      <a:gd name="T126" fmla="*/ 756 h 756"/>
                    </a:gdLst>
                    <a:ahLst/>
                    <a:cxnLst>
                      <a:cxn ang="T82">
                        <a:pos x="T0" y="T1"/>
                      </a:cxn>
                      <a:cxn ang="T83">
                        <a:pos x="T2" y="T3"/>
                      </a:cxn>
                      <a:cxn ang="T84">
                        <a:pos x="T4" y="T5"/>
                      </a:cxn>
                      <a:cxn ang="T85">
                        <a:pos x="T6" y="T7"/>
                      </a:cxn>
                      <a:cxn ang="T86">
                        <a:pos x="T8" y="T9"/>
                      </a:cxn>
                      <a:cxn ang="T87">
                        <a:pos x="T10" y="T11"/>
                      </a:cxn>
                      <a:cxn ang="T88">
                        <a:pos x="T12" y="T13"/>
                      </a:cxn>
                      <a:cxn ang="T89">
                        <a:pos x="T14" y="T15"/>
                      </a:cxn>
                      <a:cxn ang="T90">
                        <a:pos x="T16" y="T17"/>
                      </a:cxn>
                      <a:cxn ang="T91">
                        <a:pos x="T18" y="T19"/>
                      </a:cxn>
                      <a:cxn ang="T92">
                        <a:pos x="T20" y="T21"/>
                      </a:cxn>
                      <a:cxn ang="T93">
                        <a:pos x="T22" y="T23"/>
                      </a:cxn>
                      <a:cxn ang="T94">
                        <a:pos x="T24" y="T25"/>
                      </a:cxn>
                      <a:cxn ang="T95">
                        <a:pos x="T26" y="T27"/>
                      </a:cxn>
                      <a:cxn ang="T96">
                        <a:pos x="T28" y="T29"/>
                      </a:cxn>
                      <a:cxn ang="T97">
                        <a:pos x="T30" y="T31"/>
                      </a:cxn>
                      <a:cxn ang="T98">
                        <a:pos x="T32" y="T33"/>
                      </a:cxn>
                      <a:cxn ang="T99">
                        <a:pos x="T34" y="T35"/>
                      </a:cxn>
                      <a:cxn ang="T100">
                        <a:pos x="T36" y="T37"/>
                      </a:cxn>
                      <a:cxn ang="T101">
                        <a:pos x="T38" y="T39"/>
                      </a:cxn>
                      <a:cxn ang="T102">
                        <a:pos x="T40" y="T41"/>
                      </a:cxn>
                      <a:cxn ang="T103">
                        <a:pos x="T42" y="T43"/>
                      </a:cxn>
                      <a:cxn ang="T104">
                        <a:pos x="T44" y="T45"/>
                      </a:cxn>
                      <a:cxn ang="T105">
                        <a:pos x="T46" y="T47"/>
                      </a:cxn>
                      <a:cxn ang="T106">
                        <a:pos x="T48" y="T49"/>
                      </a:cxn>
                      <a:cxn ang="T107">
                        <a:pos x="T50" y="T51"/>
                      </a:cxn>
                      <a:cxn ang="T108">
                        <a:pos x="T52" y="T53"/>
                      </a:cxn>
                      <a:cxn ang="T109">
                        <a:pos x="T54" y="T55"/>
                      </a:cxn>
                      <a:cxn ang="T110">
                        <a:pos x="T56" y="T57"/>
                      </a:cxn>
                      <a:cxn ang="T111">
                        <a:pos x="T58" y="T59"/>
                      </a:cxn>
                      <a:cxn ang="T112">
                        <a:pos x="T60" y="T61"/>
                      </a:cxn>
                      <a:cxn ang="T113">
                        <a:pos x="T62" y="T63"/>
                      </a:cxn>
                      <a:cxn ang="T114">
                        <a:pos x="T64" y="T65"/>
                      </a:cxn>
                      <a:cxn ang="T115">
                        <a:pos x="T66" y="T67"/>
                      </a:cxn>
                      <a:cxn ang="T116">
                        <a:pos x="T68" y="T69"/>
                      </a:cxn>
                      <a:cxn ang="T117">
                        <a:pos x="T70" y="T71"/>
                      </a:cxn>
                      <a:cxn ang="T118">
                        <a:pos x="T72" y="T73"/>
                      </a:cxn>
                      <a:cxn ang="T119">
                        <a:pos x="T74" y="T75"/>
                      </a:cxn>
                      <a:cxn ang="T120">
                        <a:pos x="T76" y="T77"/>
                      </a:cxn>
                      <a:cxn ang="T121">
                        <a:pos x="T78" y="T79"/>
                      </a:cxn>
                      <a:cxn ang="T122">
                        <a:pos x="T80" y="T81"/>
                      </a:cxn>
                    </a:cxnLst>
                    <a:rect l="T123" t="T124" r="T125" b="T126"/>
                    <a:pathLst>
                      <a:path w="717" h="756">
                        <a:moveTo>
                          <a:pt x="0" y="756"/>
                        </a:moveTo>
                        <a:lnTo>
                          <a:pt x="52" y="167"/>
                        </a:lnTo>
                        <a:lnTo>
                          <a:pt x="64" y="384"/>
                        </a:lnTo>
                        <a:lnTo>
                          <a:pt x="90" y="103"/>
                        </a:lnTo>
                        <a:lnTo>
                          <a:pt x="116" y="519"/>
                        </a:lnTo>
                        <a:lnTo>
                          <a:pt x="135" y="487"/>
                        </a:lnTo>
                        <a:lnTo>
                          <a:pt x="135" y="359"/>
                        </a:lnTo>
                        <a:lnTo>
                          <a:pt x="167" y="71"/>
                        </a:lnTo>
                        <a:lnTo>
                          <a:pt x="192" y="244"/>
                        </a:lnTo>
                        <a:lnTo>
                          <a:pt x="205" y="96"/>
                        </a:lnTo>
                        <a:lnTo>
                          <a:pt x="218" y="615"/>
                        </a:lnTo>
                        <a:lnTo>
                          <a:pt x="244" y="397"/>
                        </a:lnTo>
                        <a:lnTo>
                          <a:pt x="282" y="519"/>
                        </a:lnTo>
                        <a:lnTo>
                          <a:pt x="308" y="308"/>
                        </a:lnTo>
                        <a:lnTo>
                          <a:pt x="333" y="442"/>
                        </a:lnTo>
                        <a:lnTo>
                          <a:pt x="346" y="352"/>
                        </a:lnTo>
                        <a:lnTo>
                          <a:pt x="365" y="384"/>
                        </a:lnTo>
                        <a:lnTo>
                          <a:pt x="378" y="135"/>
                        </a:lnTo>
                        <a:lnTo>
                          <a:pt x="391" y="301"/>
                        </a:lnTo>
                        <a:lnTo>
                          <a:pt x="384" y="519"/>
                        </a:lnTo>
                        <a:lnTo>
                          <a:pt x="404" y="679"/>
                        </a:lnTo>
                        <a:lnTo>
                          <a:pt x="429" y="628"/>
                        </a:lnTo>
                        <a:lnTo>
                          <a:pt x="442" y="480"/>
                        </a:lnTo>
                        <a:lnTo>
                          <a:pt x="455" y="391"/>
                        </a:lnTo>
                        <a:lnTo>
                          <a:pt x="436" y="506"/>
                        </a:lnTo>
                        <a:lnTo>
                          <a:pt x="461" y="352"/>
                        </a:lnTo>
                        <a:lnTo>
                          <a:pt x="474" y="455"/>
                        </a:lnTo>
                        <a:lnTo>
                          <a:pt x="493" y="519"/>
                        </a:lnTo>
                        <a:lnTo>
                          <a:pt x="512" y="410"/>
                        </a:lnTo>
                        <a:lnTo>
                          <a:pt x="532" y="186"/>
                        </a:lnTo>
                        <a:lnTo>
                          <a:pt x="544" y="231"/>
                        </a:lnTo>
                        <a:lnTo>
                          <a:pt x="570" y="148"/>
                        </a:lnTo>
                        <a:lnTo>
                          <a:pt x="576" y="301"/>
                        </a:lnTo>
                        <a:lnTo>
                          <a:pt x="576" y="730"/>
                        </a:lnTo>
                        <a:lnTo>
                          <a:pt x="647" y="0"/>
                        </a:lnTo>
                        <a:lnTo>
                          <a:pt x="647" y="250"/>
                        </a:lnTo>
                        <a:lnTo>
                          <a:pt x="660" y="333"/>
                        </a:lnTo>
                        <a:lnTo>
                          <a:pt x="685" y="192"/>
                        </a:lnTo>
                        <a:lnTo>
                          <a:pt x="711" y="340"/>
                        </a:lnTo>
                        <a:lnTo>
                          <a:pt x="698" y="429"/>
                        </a:lnTo>
                        <a:lnTo>
                          <a:pt x="717" y="461"/>
                        </a:lnTo>
                      </a:path>
                    </a:pathLst>
                  </a:custGeom>
                  <a:noFill/>
                  <a:ln w="9525">
                    <a:solidFill>
                      <a:srgbClr val="FF0000"/>
                    </a:solidFill>
                    <a:round/>
                    <a:headEnd/>
                    <a:tailEnd/>
                  </a:ln>
                </p:spPr>
                <p:txBody>
                  <a:bodyPr/>
                  <a:lstStyle/>
                  <a:p>
                    <a:endParaRPr lang="en-GB" sz="1600"/>
                  </a:p>
                </p:txBody>
              </p:sp>
              <p:sp>
                <p:nvSpPr>
                  <p:cNvPr id="14584" name="Freeform 189"/>
                  <p:cNvSpPr>
                    <a:spLocks/>
                  </p:cNvSpPr>
                  <p:nvPr/>
                </p:nvSpPr>
                <p:spPr bwMode="auto">
                  <a:xfrm flipH="1" flipV="1">
                    <a:off x="3770" y="1145"/>
                    <a:ext cx="313" cy="756"/>
                  </a:xfrm>
                  <a:custGeom>
                    <a:avLst/>
                    <a:gdLst>
                      <a:gd name="T0" fmla="*/ 0 w 717"/>
                      <a:gd name="T1" fmla="*/ 756 h 756"/>
                      <a:gd name="T2" fmla="*/ 4 w 717"/>
                      <a:gd name="T3" fmla="*/ 167 h 756"/>
                      <a:gd name="T4" fmla="*/ 5 w 717"/>
                      <a:gd name="T5" fmla="*/ 384 h 756"/>
                      <a:gd name="T6" fmla="*/ 7 w 717"/>
                      <a:gd name="T7" fmla="*/ 103 h 756"/>
                      <a:gd name="T8" fmla="*/ 10 w 717"/>
                      <a:gd name="T9" fmla="*/ 519 h 756"/>
                      <a:gd name="T10" fmla="*/ 11 w 717"/>
                      <a:gd name="T11" fmla="*/ 487 h 756"/>
                      <a:gd name="T12" fmla="*/ 11 w 717"/>
                      <a:gd name="T13" fmla="*/ 359 h 756"/>
                      <a:gd name="T14" fmla="*/ 14 w 717"/>
                      <a:gd name="T15" fmla="*/ 71 h 756"/>
                      <a:gd name="T16" fmla="*/ 16 w 717"/>
                      <a:gd name="T17" fmla="*/ 244 h 756"/>
                      <a:gd name="T18" fmla="*/ 17 w 717"/>
                      <a:gd name="T19" fmla="*/ 96 h 756"/>
                      <a:gd name="T20" fmla="*/ 18 w 717"/>
                      <a:gd name="T21" fmla="*/ 615 h 756"/>
                      <a:gd name="T22" fmla="*/ 21 w 717"/>
                      <a:gd name="T23" fmla="*/ 397 h 756"/>
                      <a:gd name="T24" fmla="*/ 24 w 717"/>
                      <a:gd name="T25" fmla="*/ 519 h 756"/>
                      <a:gd name="T26" fmla="*/ 25 w 717"/>
                      <a:gd name="T27" fmla="*/ 308 h 756"/>
                      <a:gd name="T28" fmla="*/ 28 w 717"/>
                      <a:gd name="T29" fmla="*/ 442 h 756"/>
                      <a:gd name="T30" fmla="*/ 29 w 717"/>
                      <a:gd name="T31" fmla="*/ 352 h 756"/>
                      <a:gd name="T32" fmla="*/ 30 w 717"/>
                      <a:gd name="T33" fmla="*/ 384 h 756"/>
                      <a:gd name="T34" fmla="*/ 31 w 717"/>
                      <a:gd name="T35" fmla="*/ 135 h 756"/>
                      <a:gd name="T36" fmla="*/ 33 w 717"/>
                      <a:gd name="T37" fmla="*/ 301 h 756"/>
                      <a:gd name="T38" fmla="*/ 32 w 717"/>
                      <a:gd name="T39" fmla="*/ 519 h 756"/>
                      <a:gd name="T40" fmla="*/ 34 w 717"/>
                      <a:gd name="T41" fmla="*/ 679 h 756"/>
                      <a:gd name="T42" fmla="*/ 36 w 717"/>
                      <a:gd name="T43" fmla="*/ 628 h 756"/>
                      <a:gd name="T44" fmla="*/ 37 w 717"/>
                      <a:gd name="T45" fmla="*/ 480 h 756"/>
                      <a:gd name="T46" fmla="*/ 38 w 717"/>
                      <a:gd name="T47" fmla="*/ 391 h 756"/>
                      <a:gd name="T48" fmla="*/ 36 w 717"/>
                      <a:gd name="T49" fmla="*/ 506 h 756"/>
                      <a:gd name="T50" fmla="*/ 38 w 717"/>
                      <a:gd name="T51" fmla="*/ 352 h 756"/>
                      <a:gd name="T52" fmla="*/ 39 w 717"/>
                      <a:gd name="T53" fmla="*/ 455 h 756"/>
                      <a:gd name="T54" fmla="*/ 41 w 717"/>
                      <a:gd name="T55" fmla="*/ 519 h 756"/>
                      <a:gd name="T56" fmla="*/ 43 w 717"/>
                      <a:gd name="T57" fmla="*/ 410 h 756"/>
                      <a:gd name="T58" fmla="*/ 44 w 717"/>
                      <a:gd name="T59" fmla="*/ 186 h 756"/>
                      <a:gd name="T60" fmla="*/ 45 w 717"/>
                      <a:gd name="T61" fmla="*/ 231 h 756"/>
                      <a:gd name="T62" fmla="*/ 48 w 717"/>
                      <a:gd name="T63" fmla="*/ 148 h 756"/>
                      <a:gd name="T64" fmla="*/ 48 w 717"/>
                      <a:gd name="T65" fmla="*/ 301 h 756"/>
                      <a:gd name="T66" fmla="*/ 48 w 717"/>
                      <a:gd name="T67" fmla="*/ 730 h 756"/>
                      <a:gd name="T68" fmla="*/ 54 w 717"/>
                      <a:gd name="T69" fmla="*/ 0 h 756"/>
                      <a:gd name="T70" fmla="*/ 54 w 717"/>
                      <a:gd name="T71" fmla="*/ 250 h 756"/>
                      <a:gd name="T72" fmla="*/ 55 w 717"/>
                      <a:gd name="T73" fmla="*/ 333 h 756"/>
                      <a:gd name="T74" fmla="*/ 57 w 717"/>
                      <a:gd name="T75" fmla="*/ 192 h 756"/>
                      <a:gd name="T76" fmla="*/ 59 w 717"/>
                      <a:gd name="T77" fmla="*/ 340 h 756"/>
                      <a:gd name="T78" fmla="*/ 58 w 717"/>
                      <a:gd name="T79" fmla="*/ 429 h 756"/>
                      <a:gd name="T80" fmla="*/ 60 w 717"/>
                      <a:gd name="T81" fmla="*/ 461 h 756"/>
                      <a:gd name="T82" fmla="*/ 0 60000 65536"/>
                      <a:gd name="T83" fmla="*/ 0 60000 65536"/>
                      <a:gd name="T84" fmla="*/ 0 60000 65536"/>
                      <a:gd name="T85" fmla="*/ 0 60000 65536"/>
                      <a:gd name="T86" fmla="*/ 0 60000 65536"/>
                      <a:gd name="T87" fmla="*/ 0 60000 65536"/>
                      <a:gd name="T88" fmla="*/ 0 60000 65536"/>
                      <a:gd name="T89" fmla="*/ 0 60000 65536"/>
                      <a:gd name="T90" fmla="*/ 0 60000 65536"/>
                      <a:gd name="T91" fmla="*/ 0 60000 65536"/>
                      <a:gd name="T92" fmla="*/ 0 60000 65536"/>
                      <a:gd name="T93" fmla="*/ 0 60000 65536"/>
                      <a:gd name="T94" fmla="*/ 0 60000 65536"/>
                      <a:gd name="T95" fmla="*/ 0 60000 65536"/>
                      <a:gd name="T96" fmla="*/ 0 60000 65536"/>
                      <a:gd name="T97" fmla="*/ 0 60000 65536"/>
                      <a:gd name="T98" fmla="*/ 0 60000 65536"/>
                      <a:gd name="T99" fmla="*/ 0 60000 65536"/>
                      <a:gd name="T100" fmla="*/ 0 60000 65536"/>
                      <a:gd name="T101" fmla="*/ 0 60000 65536"/>
                      <a:gd name="T102" fmla="*/ 0 60000 65536"/>
                      <a:gd name="T103" fmla="*/ 0 60000 65536"/>
                      <a:gd name="T104" fmla="*/ 0 60000 65536"/>
                      <a:gd name="T105" fmla="*/ 0 60000 65536"/>
                      <a:gd name="T106" fmla="*/ 0 60000 65536"/>
                      <a:gd name="T107" fmla="*/ 0 60000 65536"/>
                      <a:gd name="T108" fmla="*/ 0 60000 65536"/>
                      <a:gd name="T109" fmla="*/ 0 60000 65536"/>
                      <a:gd name="T110" fmla="*/ 0 60000 65536"/>
                      <a:gd name="T111" fmla="*/ 0 60000 65536"/>
                      <a:gd name="T112" fmla="*/ 0 60000 65536"/>
                      <a:gd name="T113" fmla="*/ 0 60000 65536"/>
                      <a:gd name="T114" fmla="*/ 0 60000 65536"/>
                      <a:gd name="T115" fmla="*/ 0 60000 65536"/>
                      <a:gd name="T116" fmla="*/ 0 60000 65536"/>
                      <a:gd name="T117" fmla="*/ 0 60000 65536"/>
                      <a:gd name="T118" fmla="*/ 0 60000 65536"/>
                      <a:gd name="T119" fmla="*/ 0 60000 65536"/>
                      <a:gd name="T120" fmla="*/ 0 60000 65536"/>
                      <a:gd name="T121" fmla="*/ 0 60000 65536"/>
                      <a:gd name="T122" fmla="*/ 0 60000 65536"/>
                      <a:gd name="T123" fmla="*/ 0 w 717"/>
                      <a:gd name="T124" fmla="*/ 0 h 756"/>
                      <a:gd name="T125" fmla="*/ 717 w 717"/>
                      <a:gd name="T126" fmla="*/ 756 h 756"/>
                    </a:gdLst>
                    <a:ahLst/>
                    <a:cxnLst>
                      <a:cxn ang="T82">
                        <a:pos x="T0" y="T1"/>
                      </a:cxn>
                      <a:cxn ang="T83">
                        <a:pos x="T2" y="T3"/>
                      </a:cxn>
                      <a:cxn ang="T84">
                        <a:pos x="T4" y="T5"/>
                      </a:cxn>
                      <a:cxn ang="T85">
                        <a:pos x="T6" y="T7"/>
                      </a:cxn>
                      <a:cxn ang="T86">
                        <a:pos x="T8" y="T9"/>
                      </a:cxn>
                      <a:cxn ang="T87">
                        <a:pos x="T10" y="T11"/>
                      </a:cxn>
                      <a:cxn ang="T88">
                        <a:pos x="T12" y="T13"/>
                      </a:cxn>
                      <a:cxn ang="T89">
                        <a:pos x="T14" y="T15"/>
                      </a:cxn>
                      <a:cxn ang="T90">
                        <a:pos x="T16" y="T17"/>
                      </a:cxn>
                      <a:cxn ang="T91">
                        <a:pos x="T18" y="T19"/>
                      </a:cxn>
                      <a:cxn ang="T92">
                        <a:pos x="T20" y="T21"/>
                      </a:cxn>
                      <a:cxn ang="T93">
                        <a:pos x="T22" y="T23"/>
                      </a:cxn>
                      <a:cxn ang="T94">
                        <a:pos x="T24" y="T25"/>
                      </a:cxn>
                      <a:cxn ang="T95">
                        <a:pos x="T26" y="T27"/>
                      </a:cxn>
                      <a:cxn ang="T96">
                        <a:pos x="T28" y="T29"/>
                      </a:cxn>
                      <a:cxn ang="T97">
                        <a:pos x="T30" y="T31"/>
                      </a:cxn>
                      <a:cxn ang="T98">
                        <a:pos x="T32" y="T33"/>
                      </a:cxn>
                      <a:cxn ang="T99">
                        <a:pos x="T34" y="T35"/>
                      </a:cxn>
                      <a:cxn ang="T100">
                        <a:pos x="T36" y="T37"/>
                      </a:cxn>
                      <a:cxn ang="T101">
                        <a:pos x="T38" y="T39"/>
                      </a:cxn>
                      <a:cxn ang="T102">
                        <a:pos x="T40" y="T41"/>
                      </a:cxn>
                      <a:cxn ang="T103">
                        <a:pos x="T42" y="T43"/>
                      </a:cxn>
                      <a:cxn ang="T104">
                        <a:pos x="T44" y="T45"/>
                      </a:cxn>
                      <a:cxn ang="T105">
                        <a:pos x="T46" y="T47"/>
                      </a:cxn>
                      <a:cxn ang="T106">
                        <a:pos x="T48" y="T49"/>
                      </a:cxn>
                      <a:cxn ang="T107">
                        <a:pos x="T50" y="T51"/>
                      </a:cxn>
                      <a:cxn ang="T108">
                        <a:pos x="T52" y="T53"/>
                      </a:cxn>
                      <a:cxn ang="T109">
                        <a:pos x="T54" y="T55"/>
                      </a:cxn>
                      <a:cxn ang="T110">
                        <a:pos x="T56" y="T57"/>
                      </a:cxn>
                      <a:cxn ang="T111">
                        <a:pos x="T58" y="T59"/>
                      </a:cxn>
                      <a:cxn ang="T112">
                        <a:pos x="T60" y="T61"/>
                      </a:cxn>
                      <a:cxn ang="T113">
                        <a:pos x="T62" y="T63"/>
                      </a:cxn>
                      <a:cxn ang="T114">
                        <a:pos x="T64" y="T65"/>
                      </a:cxn>
                      <a:cxn ang="T115">
                        <a:pos x="T66" y="T67"/>
                      </a:cxn>
                      <a:cxn ang="T116">
                        <a:pos x="T68" y="T69"/>
                      </a:cxn>
                      <a:cxn ang="T117">
                        <a:pos x="T70" y="T71"/>
                      </a:cxn>
                      <a:cxn ang="T118">
                        <a:pos x="T72" y="T73"/>
                      </a:cxn>
                      <a:cxn ang="T119">
                        <a:pos x="T74" y="T75"/>
                      </a:cxn>
                      <a:cxn ang="T120">
                        <a:pos x="T76" y="T77"/>
                      </a:cxn>
                      <a:cxn ang="T121">
                        <a:pos x="T78" y="T79"/>
                      </a:cxn>
                      <a:cxn ang="T122">
                        <a:pos x="T80" y="T81"/>
                      </a:cxn>
                    </a:cxnLst>
                    <a:rect l="T123" t="T124" r="T125" b="T126"/>
                    <a:pathLst>
                      <a:path w="717" h="756">
                        <a:moveTo>
                          <a:pt x="0" y="756"/>
                        </a:moveTo>
                        <a:lnTo>
                          <a:pt x="52" y="167"/>
                        </a:lnTo>
                        <a:lnTo>
                          <a:pt x="64" y="384"/>
                        </a:lnTo>
                        <a:lnTo>
                          <a:pt x="90" y="103"/>
                        </a:lnTo>
                        <a:lnTo>
                          <a:pt x="116" y="519"/>
                        </a:lnTo>
                        <a:lnTo>
                          <a:pt x="135" y="487"/>
                        </a:lnTo>
                        <a:lnTo>
                          <a:pt x="135" y="359"/>
                        </a:lnTo>
                        <a:lnTo>
                          <a:pt x="167" y="71"/>
                        </a:lnTo>
                        <a:lnTo>
                          <a:pt x="192" y="244"/>
                        </a:lnTo>
                        <a:lnTo>
                          <a:pt x="205" y="96"/>
                        </a:lnTo>
                        <a:lnTo>
                          <a:pt x="218" y="615"/>
                        </a:lnTo>
                        <a:lnTo>
                          <a:pt x="244" y="397"/>
                        </a:lnTo>
                        <a:lnTo>
                          <a:pt x="282" y="519"/>
                        </a:lnTo>
                        <a:lnTo>
                          <a:pt x="308" y="308"/>
                        </a:lnTo>
                        <a:lnTo>
                          <a:pt x="333" y="442"/>
                        </a:lnTo>
                        <a:lnTo>
                          <a:pt x="346" y="352"/>
                        </a:lnTo>
                        <a:lnTo>
                          <a:pt x="365" y="384"/>
                        </a:lnTo>
                        <a:lnTo>
                          <a:pt x="378" y="135"/>
                        </a:lnTo>
                        <a:lnTo>
                          <a:pt x="391" y="301"/>
                        </a:lnTo>
                        <a:lnTo>
                          <a:pt x="384" y="519"/>
                        </a:lnTo>
                        <a:lnTo>
                          <a:pt x="404" y="679"/>
                        </a:lnTo>
                        <a:lnTo>
                          <a:pt x="429" y="628"/>
                        </a:lnTo>
                        <a:lnTo>
                          <a:pt x="442" y="480"/>
                        </a:lnTo>
                        <a:lnTo>
                          <a:pt x="455" y="391"/>
                        </a:lnTo>
                        <a:lnTo>
                          <a:pt x="436" y="506"/>
                        </a:lnTo>
                        <a:lnTo>
                          <a:pt x="461" y="352"/>
                        </a:lnTo>
                        <a:lnTo>
                          <a:pt x="474" y="455"/>
                        </a:lnTo>
                        <a:lnTo>
                          <a:pt x="493" y="519"/>
                        </a:lnTo>
                        <a:lnTo>
                          <a:pt x="512" y="410"/>
                        </a:lnTo>
                        <a:lnTo>
                          <a:pt x="532" y="186"/>
                        </a:lnTo>
                        <a:lnTo>
                          <a:pt x="544" y="231"/>
                        </a:lnTo>
                        <a:lnTo>
                          <a:pt x="570" y="148"/>
                        </a:lnTo>
                        <a:lnTo>
                          <a:pt x="576" y="301"/>
                        </a:lnTo>
                        <a:lnTo>
                          <a:pt x="576" y="730"/>
                        </a:lnTo>
                        <a:lnTo>
                          <a:pt x="647" y="0"/>
                        </a:lnTo>
                        <a:lnTo>
                          <a:pt x="647" y="250"/>
                        </a:lnTo>
                        <a:lnTo>
                          <a:pt x="660" y="333"/>
                        </a:lnTo>
                        <a:lnTo>
                          <a:pt x="685" y="192"/>
                        </a:lnTo>
                        <a:lnTo>
                          <a:pt x="711" y="340"/>
                        </a:lnTo>
                        <a:lnTo>
                          <a:pt x="698" y="429"/>
                        </a:lnTo>
                        <a:lnTo>
                          <a:pt x="717" y="461"/>
                        </a:lnTo>
                      </a:path>
                    </a:pathLst>
                  </a:custGeom>
                  <a:noFill/>
                  <a:ln w="9525">
                    <a:solidFill>
                      <a:srgbClr val="FF0000"/>
                    </a:solidFill>
                    <a:round/>
                    <a:headEnd/>
                    <a:tailEnd/>
                  </a:ln>
                </p:spPr>
                <p:txBody>
                  <a:bodyPr/>
                  <a:lstStyle/>
                  <a:p>
                    <a:endParaRPr lang="en-GB" sz="1600"/>
                  </a:p>
                </p:txBody>
              </p:sp>
              <p:sp>
                <p:nvSpPr>
                  <p:cNvPr id="14585" name="Freeform 190"/>
                  <p:cNvSpPr>
                    <a:spLocks/>
                  </p:cNvSpPr>
                  <p:nvPr/>
                </p:nvSpPr>
                <p:spPr bwMode="auto">
                  <a:xfrm flipH="1">
                    <a:off x="4077" y="1119"/>
                    <a:ext cx="313" cy="756"/>
                  </a:xfrm>
                  <a:custGeom>
                    <a:avLst/>
                    <a:gdLst>
                      <a:gd name="T0" fmla="*/ 0 w 717"/>
                      <a:gd name="T1" fmla="*/ 756 h 756"/>
                      <a:gd name="T2" fmla="*/ 4 w 717"/>
                      <a:gd name="T3" fmla="*/ 167 h 756"/>
                      <a:gd name="T4" fmla="*/ 5 w 717"/>
                      <a:gd name="T5" fmla="*/ 384 h 756"/>
                      <a:gd name="T6" fmla="*/ 7 w 717"/>
                      <a:gd name="T7" fmla="*/ 103 h 756"/>
                      <a:gd name="T8" fmla="*/ 10 w 717"/>
                      <a:gd name="T9" fmla="*/ 519 h 756"/>
                      <a:gd name="T10" fmla="*/ 11 w 717"/>
                      <a:gd name="T11" fmla="*/ 487 h 756"/>
                      <a:gd name="T12" fmla="*/ 11 w 717"/>
                      <a:gd name="T13" fmla="*/ 359 h 756"/>
                      <a:gd name="T14" fmla="*/ 14 w 717"/>
                      <a:gd name="T15" fmla="*/ 71 h 756"/>
                      <a:gd name="T16" fmla="*/ 16 w 717"/>
                      <a:gd name="T17" fmla="*/ 244 h 756"/>
                      <a:gd name="T18" fmla="*/ 17 w 717"/>
                      <a:gd name="T19" fmla="*/ 96 h 756"/>
                      <a:gd name="T20" fmla="*/ 18 w 717"/>
                      <a:gd name="T21" fmla="*/ 615 h 756"/>
                      <a:gd name="T22" fmla="*/ 21 w 717"/>
                      <a:gd name="T23" fmla="*/ 397 h 756"/>
                      <a:gd name="T24" fmla="*/ 24 w 717"/>
                      <a:gd name="T25" fmla="*/ 519 h 756"/>
                      <a:gd name="T26" fmla="*/ 25 w 717"/>
                      <a:gd name="T27" fmla="*/ 308 h 756"/>
                      <a:gd name="T28" fmla="*/ 28 w 717"/>
                      <a:gd name="T29" fmla="*/ 442 h 756"/>
                      <a:gd name="T30" fmla="*/ 29 w 717"/>
                      <a:gd name="T31" fmla="*/ 352 h 756"/>
                      <a:gd name="T32" fmla="*/ 30 w 717"/>
                      <a:gd name="T33" fmla="*/ 384 h 756"/>
                      <a:gd name="T34" fmla="*/ 31 w 717"/>
                      <a:gd name="T35" fmla="*/ 135 h 756"/>
                      <a:gd name="T36" fmla="*/ 33 w 717"/>
                      <a:gd name="T37" fmla="*/ 301 h 756"/>
                      <a:gd name="T38" fmla="*/ 32 w 717"/>
                      <a:gd name="T39" fmla="*/ 519 h 756"/>
                      <a:gd name="T40" fmla="*/ 34 w 717"/>
                      <a:gd name="T41" fmla="*/ 679 h 756"/>
                      <a:gd name="T42" fmla="*/ 36 w 717"/>
                      <a:gd name="T43" fmla="*/ 628 h 756"/>
                      <a:gd name="T44" fmla="*/ 37 w 717"/>
                      <a:gd name="T45" fmla="*/ 480 h 756"/>
                      <a:gd name="T46" fmla="*/ 38 w 717"/>
                      <a:gd name="T47" fmla="*/ 391 h 756"/>
                      <a:gd name="T48" fmla="*/ 36 w 717"/>
                      <a:gd name="T49" fmla="*/ 506 h 756"/>
                      <a:gd name="T50" fmla="*/ 38 w 717"/>
                      <a:gd name="T51" fmla="*/ 352 h 756"/>
                      <a:gd name="T52" fmla="*/ 39 w 717"/>
                      <a:gd name="T53" fmla="*/ 455 h 756"/>
                      <a:gd name="T54" fmla="*/ 41 w 717"/>
                      <a:gd name="T55" fmla="*/ 519 h 756"/>
                      <a:gd name="T56" fmla="*/ 43 w 717"/>
                      <a:gd name="T57" fmla="*/ 410 h 756"/>
                      <a:gd name="T58" fmla="*/ 44 w 717"/>
                      <a:gd name="T59" fmla="*/ 186 h 756"/>
                      <a:gd name="T60" fmla="*/ 45 w 717"/>
                      <a:gd name="T61" fmla="*/ 231 h 756"/>
                      <a:gd name="T62" fmla="*/ 48 w 717"/>
                      <a:gd name="T63" fmla="*/ 148 h 756"/>
                      <a:gd name="T64" fmla="*/ 48 w 717"/>
                      <a:gd name="T65" fmla="*/ 301 h 756"/>
                      <a:gd name="T66" fmla="*/ 48 w 717"/>
                      <a:gd name="T67" fmla="*/ 730 h 756"/>
                      <a:gd name="T68" fmla="*/ 54 w 717"/>
                      <a:gd name="T69" fmla="*/ 0 h 756"/>
                      <a:gd name="T70" fmla="*/ 54 w 717"/>
                      <a:gd name="T71" fmla="*/ 250 h 756"/>
                      <a:gd name="T72" fmla="*/ 55 w 717"/>
                      <a:gd name="T73" fmla="*/ 333 h 756"/>
                      <a:gd name="T74" fmla="*/ 57 w 717"/>
                      <a:gd name="T75" fmla="*/ 192 h 756"/>
                      <a:gd name="T76" fmla="*/ 59 w 717"/>
                      <a:gd name="T77" fmla="*/ 340 h 756"/>
                      <a:gd name="T78" fmla="*/ 58 w 717"/>
                      <a:gd name="T79" fmla="*/ 429 h 756"/>
                      <a:gd name="T80" fmla="*/ 60 w 717"/>
                      <a:gd name="T81" fmla="*/ 461 h 756"/>
                      <a:gd name="T82" fmla="*/ 0 60000 65536"/>
                      <a:gd name="T83" fmla="*/ 0 60000 65536"/>
                      <a:gd name="T84" fmla="*/ 0 60000 65536"/>
                      <a:gd name="T85" fmla="*/ 0 60000 65536"/>
                      <a:gd name="T86" fmla="*/ 0 60000 65536"/>
                      <a:gd name="T87" fmla="*/ 0 60000 65536"/>
                      <a:gd name="T88" fmla="*/ 0 60000 65536"/>
                      <a:gd name="T89" fmla="*/ 0 60000 65536"/>
                      <a:gd name="T90" fmla="*/ 0 60000 65536"/>
                      <a:gd name="T91" fmla="*/ 0 60000 65536"/>
                      <a:gd name="T92" fmla="*/ 0 60000 65536"/>
                      <a:gd name="T93" fmla="*/ 0 60000 65536"/>
                      <a:gd name="T94" fmla="*/ 0 60000 65536"/>
                      <a:gd name="T95" fmla="*/ 0 60000 65536"/>
                      <a:gd name="T96" fmla="*/ 0 60000 65536"/>
                      <a:gd name="T97" fmla="*/ 0 60000 65536"/>
                      <a:gd name="T98" fmla="*/ 0 60000 65536"/>
                      <a:gd name="T99" fmla="*/ 0 60000 65536"/>
                      <a:gd name="T100" fmla="*/ 0 60000 65536"/>
                      <a:gd name="T101" fmla="*/ 0 60000 65536"/>
                      <a:gd name="T102" fmla="*/ 0 60000 65536"/>
                      <a:gd name="T103" fmla="*/ 0 60000 65536"/>
                      <a:gd name="T104" fmla="*/ 0 60000 65536"/>
                      <a:gd name="T105" fmla="*/ 0 60000 65536"/>
                      <a:gd name="T106" fmla="*/ 0 60000 65536"/>
                      <a:gd name="T107" fmla="*/ 0 60000 65536"/>
                      <a:gd name="T108" fmla="*/ 0 60000 65536"/>
                      <a:gd name="T109" fmla="*/ 0 60000 65536"/>
                      <a:gd name="T110" fmla="*/ 0 60000 65536"/>
                      <a:gd name="T111" fmla="*/ 0 60000 65536"/>
                      <a:gd name="T112" fmla="*/ 0 60000 65536"/>
                      <a:gd name="T113" fmla="*/ 0 60000 65536"/>
                      <a:gd name="T114" fmla="*/ 0 60000 65536"/>
                      <a:gd name="T115" fmla="*/ 0 60000 65536"/>
                      <a:gd name="T116" fmla="*/ 0 60000 65536"/>
                      <a:gd name="T117" fmla="*/ 0 60000 65536"/>
                      <a:gd name="T118" fmla="*/ 0 60000 65536"/>
                      <a:gd name="T119" fmla="*/ 0 60000 65536"/>
                      <a:gd name="T120" fmla="*/ 0 60000 65536"/>
                      <a:gd name="T121" fmla="*/ 0 60000 65536"/>
                      <a:gd name="T122" fmla="*/ 0 60000 65536"/>
                      <a:gd name="T123" fmla="*/ 0 w 717"/>
                      <a:gd name="T124" fmla="*/ 0 h 756"/>
                      <a:gd name="T125" fmla="*/ 717 w 717"/>
                      <a:gd name="T126" fmla="*/ 756 h 756"/>
                    </a:gdLst>
                    <a:ahLst/>
                    <a:cxnLst>
                      <a:cxn ang="T82">
                        <a:pos x="T0" y="T1"/>
                      </a:cxn>
                      <a:cxn ang="T83">
                        <a:pos x="T2" y="T3"/>
                      </a:cxn>
                      <a:cxn ang="T84">
                        <a:pos x="T4" y="T5"/>
                      </a:cxn>
                      <a:cxn ang="T85">
                        <a:pos x="T6" y="T7"/>
                      </a:cxn>
                      <a:cxn ang="T86">
                        <a:pos x="T8" y="T9"/>
                      </a:cxn>
                      <a:cxn ang="T87">
                        <a:pos x="T10" y="T11"/>
                      </a:cxn>
                      <a:cxn ang="T88">
                        <a:pos x="T12" y="T13"/>
                      </a:cxn>
                      <a:cxn ang="T89">
                        <a:pos x="T14" y="T15"/>
                      </a:cxn>
                      <a:cxn ang="T90">
                        <a:pos x="T16" y="T17"/>
                      </a:cxn>
                      <a:cxn ang="T91">
                        <a:pos x="T18" y="T19"/>
                      </a:cxn>
                      <a:cxn ang="T92">
                        <a:pos x="T20" y="T21"/>
                      </a:cxn>
                      <a:cxn ang="T93">
                        <a:pos x="T22" y="T23"/>
                      </a:cxn>
                      <a:cxn ang="T94">
                        <a:pos x="T24" y="T25"/>
                      </a:cxn>
                      <a:cxn ang="T95">
                        <a:pos x="T26" y="T27"/>
                      </a:cxn>
                      <a:cxn ang="T96">
                        <a:pos x="T28" y="T29"/>
                      </a:cxn>
                      <a:cxn ang="T97">
                        <a:pos x="T30" y="T31"/>
                      </a:cxn>
                      <a:cxn ang="T98">
                        <a:pos x="T32" y="T33"/>
                      </a:cxn>
                      <a:cxn ang="T99">
                        <a:pos x="T34" y="T35"/>
                      </a:cxn>
                      <a:cxn ang="T100">
                        <a:pos x="T36" y="T37"/>
                      </a:cxn>
                      <a:cxn ang="T101">
                        <a:pos x="T38" y="T39"/>
                      </a:cxn>
                      <a:cxn ang="T102">
                        <a:pos x="T40" y="T41"/>
                      </a:cxn>
                      <a:cxn ang="T103">
                        <a:pos x="T42" y="T43"/>
                      </a:cxn>
                      <a:cxn ang="T104">
                        <a:pos x="T44" y="T45"/>
                      </a:cxn>
                      <a:cxn ang="T105">
                        <a:pos x="T46" y="T47"/>
                      </a:cxn>
                      <a:cxn ang="T106">
                        <a:pos x="T48" y="T49"/>
                      </a:cxn>
                      <a:cxn ang="T107">
                        <a:pos x="T50" y="T51"/>
                      </a:cxn>
                      <a:cxn ang="T108">
                        <a:pos x="T52" y="T53"/>
                      </a:cxn>
                      <a:cxn ang="T109">
                        <a:pos x="T54" y="T55"/>
                      </a:cxn>
                      <a:cxn ang="T110">
                        <a:pos x="T56" y="T57"/>
                      </a:cxn>
                      <a:cxn ang="T111">
                        <a:pos x="T58" y="T59"/>
                      </a:cxn>
                      <a:cxn ang="T112">
                        <a:pos x="T60" y="T61"/>
                      </a:cxn>
                      <a:cxn ang="T113">
                        <a:pos x="T62" y="T63"/>
                      </a:cxn>
                      <a:cxn ang="T114">
                        <a:pos x="T64" y="T65"/>
                      </a:cxn>
                      <a:cxn ang="T115">
                        <a:pos x="T66" y="T67"/>
                      </a:cxn>
                      <a:cxn ang="T116">
                        <a:pos x="T68" y="T69"/>
                      </a:cxn>
                      <a:cxn ang="T117">
                        <a:pos x="T70" y="T71"/>
                      </a:cxn>
                      <a:cxn ang="T118">
                        <a:pos x="T72" y="T73"/>
                      </a:cxn>
                      <a:cxn ang="T119">
                        <a:pos x="T74" y="T75"/>
                      </a:cxn>
                      <a:cxn ang="T120">
                        <a:pos x="T76" y="T77"/>
                      </a:cxn>
                      <a:cxn ang="T121">
                        <a:pos x="T78" y="T79"/>
                      </a:cxn>
                      <a:cxn ang="T122">
                        <a:pos x="T80" y="T81"/>
                      </a:cxn>
                    </a:cxnLst>
                    <a:rect l="T123" t="T124" r="T125" b="T126"/>
                    <a:pathLst>
                      <a:path w="717" h="756">
                        <a:moveTo>
                          <a:pt x="0" y="756"/>
                        </a:moveTo>
                        <a:lnTo>
                          <a:pt x="52" y="167"/>
                        </a:lnTo>
                        <a:lnTo>
                          <a:pt x="64" y="384"/>
                        </a:lnTo>
                        <a:lnTo>
                          <a:pt x="90" y="103"/>
                        </a:lnTo>
                        <a:lnTo>
                          <a:pt x="116" y="519"/>
                        </a:lnTo>
                        <a:lnTo>
                          <a:pt x="135" y="487"/>
                        </a:lnTo>
                        <a:lnTo>
                          <a:pt x="135" y="359"/>
                        </a:lnTo>
                        <a:lnTo>
                          <a:pt x="167" y="71"/>
                        </a:lnTo>
                        <a:lnTo>
                          <a:pt x="192" y="244"/>
                        </a:lnTo>
                        <a:lnTo>
                          <a:pt x="205" y="96"/>
                        </a:lnTo>
                        <a:lnTo>
                          <a:pt x="218" y="615"/>
                        </a:lnTo>
                        <a:lnTo>
                          <a:pt x="244" y="397"/>
                        </a:lnTo>
                        <a:lnTo>
                          <a:pt x="282" y="519"/>
                        </a:lnTo>
                        <a:lnTo>
                          <a:pt x="308" y="308"/>
                        </a:lnTo>
                        <a:lnTo>
                          <a:pt x="333" y="442"/>
                        </a:lnTo>
                        <a:lnTo>
                          <a:pt x="346" y="352"/>
                        </a:lnTo>
                        <a:lnTo>
                          <a:pt x="365" y="384"/>
                        </a:lnTo>
                        <a:lnTo>
                          <a:pt x="378" y="135"/>
                        </a:lnTo>
                        <a:lnTo>
                          <a:pt x="391" y="301"/>
                        </a:lnTo>
                        <a:lnTo>
                          <a:pt x="384" y="519"/>
                        </a:lnTo>
                        <a:lnTo>
                          <a:pt x="404" y="679"/>
                        </a:lnTo>
                        <a:lnTo>
                          <a:pt x="429" y="628"/>
                        </a:lnTo>
                        <a:lnTo>
                          <a:pt x="442" y="480"/>
                        </a:lnTo>
                        <a:lnTo>
                          <a:pt x="455" y="391"/>
                        </a:lnTo>
                        <a:lnTo>
                          <a:pt x="436" y="506"/>
                        </a:lnTo>
                        <a:lnTo>
                          <a:pt x="461" y="352"/>
                        </a:lnTo>
                        <a:lnTo>
                          <a:pt x="474" y="455"/>
                        </a:lnTo>
                        <a:lnTo>
                          <a:pt x="493" y="519"/>
                        </a:lnTo>
                        <a:lnTo>
                          <a:pt x="512" y="410"/>
                        </a:lnTo>
                        <a:lnTo>
                          <a:pt x="532" y="186"/>
                        </a:lnTo>
                        <a:lnTo>
                          <a:pt x="544" y="231"/>
                        </a:lnTo>
                        <a:lnTo>
                          <a:pt x="570" y="148"/>
                        </a:lnTo>
                        <a:lnTo>
                          <a:pt x="576" y="301"/>
                        </a:lnTo>
                        <a:lnTo>
                          <a:pt x="576" y="730"/>
                        </a:lnTo>
                        <a:lnTo>
                          <a:pt x="647" y="0"/>
                        </a:lnTo>
                        <a:lnTo>
                          <a:pt x="647" y="250"/>
                        </a:lnTo>
                        <a:lnTo>
                          <a:pt x="660" y="333"/>
                        </a:lnTo>
                        <a:lnTo>
                          <a:pt x="685" y="192"/>
                        </a:lnTo>
                        <a:lnTo>
                          <a:pt x="711" y="340"/>
                        </a:lnTo>
                        <a:lnTo>
                          <a:pt x="698" y="429"/>
                        </a:lnTo>
                        <a:lnTo>
                          <a:pt x="717" y="461"/>
                        </a:lnTo>
                      </a:path>
                    </a:pathLst>
                  </a:custGeom>
                  <a:noFill/>
                  <a:ln w="9525">
                    <a:solidFill>
                      <a:srgbClr val="FF0000"/>
                    </a:solidFill>
                    <a:round/>
                    <a:headEnd/>
                    <a:tailEnd/>
                  </a:ln>
                </p:spPr>
                <p:txBody>
                  <a:bodyPr/>
                  <a:lstStyle/>
                  <a:p>
                    <a:endParaRPr lang="en-GB" sz="1600"/>
                  </a:p>
                </p:txBody>
              </p:sp>
              <p:sp>
                <p:nvSpPr>
                  <p:cNvPr id="14586" name="Freeform 191"/>
                  <p:cNvSpPr>
                    <a:spLocks/>
                  </p:cNvSpPr>
                  <p:nvPr/>
                </p:nvSpPr>
                <p:spPr bwMode="auto">
                  <a:xfrm flipV="1">
                    <a:off x="4385" y="1138"/>
                    <a:ext cx="313" cy="756"/>
                  </a:xfrm>
                  <a:custGeom>
                    <a:avLst/>
                    <a:gdLst>
                      <a:gd name="T0" fmla="*/ 0 w 717"/>
                      <a:gd name="T1" fmla="*/ 756 h 756"/>
                      <a:gd name="T2" fmla="*/ 4 w 717"/>
                      <a:gd name="T3" fmla="*/ 167 h 756"/>
                      <a:gd name="T4" fmla="*/ 5 w 717"/>
                      <a:gd name="T5" fmla="*/ 384 h 756"/>
                      <a:gd name="T6" fmla="*/ 7 w 717"/>
                      <a:gd name="T7" fmla="*/ 103 h 756"/>
                      <a:gd name="T8" fmla="*/ 10 w 717"/>
                      <a:gd name="T9" fmla="*/ 519 h 756"/>
                      <a:gd name="T10" fmla="*/ 11 w 717"/>
                      <a:gd name="T11" fmla="*/ 487 h 756"/>
                      <a:gd name="T12" fmla="*/ 11 w 717"/>
                      <a:gd name="T13" fmla="*/ 359 h 756"/>
                      <a:gd name="T14" fmla="*/ 14 w 717"/>
                      <a:gd name="T15" fmla="*/ 71 h 756"/>
                      <a:gd name="T16" fmla="*/ 16 w 717"/>
                      <a:gd name="T17" fmla="*/ 244 h 756"/>
                      <a:gd name="T18" fmla="*/ 17 w 717"/>
                      <a:gd name="T19" fmla="*/ 96 h 756"/>
                      <a:gd name="T20" fmla="*/ 18 w 717"/>
                      <a:gd name="T21" fmla="*/ 615 h 756"/>
                      <a:gd name="T22" fmla="*/ 21 w 717"/>
                      <a:gd name="T23" fmla="*/ 397 h 756"/>
                      <a:gd name="T24" fmla="*/ 24 w 717"/>
                      <a:gd name="T25" fmla="*/ 519 h 756"/>
                      <a:gd name="T26" fmla="*/ 25 w 717"/>
                      <a:gd name="T27" fmla="*/ 308 h 756"/>
                      <a:gd name="T28" fmla="*/ 28 w 717"/>
                      <a:gd name="T29" fmla="*/ 442 h 756"/>
                      <a:gd name="T30" fmla="*/ 29 w 717"/>
                      <a:gd name="T31" fmla="*/ 352 h 756"/>
                      <a:gd name="T32" fmla="*/ 30 w 717"/>
                      <a:gd name="T33" fmla="*/ 384 h 756"/>
                      <a:gd name="T34" fmla="*/ 31 w 717"/>
                      <a:gd name="T35" fmla="*/ 135 h 756"/>
                      <a:gd name="T36" fmla="*/ 33 w 717"/>
                      <a:gd name="T37" fmla="*/ 301 h 756"/>
                      <a:gd name="T38" fmla="*/ 32 w 717"/>
                      <a:gd name="T39" fmla="*/ 519 h 756"/>
                      <a:gd name="T40" fmla="*/ 34 w 717"/>
                      <a:gd name="T41" fmla="*/ 679 h 756"/>
                      <a:gd name="T42" fmla="*/ 36 w 717"/>
                      <a:gd name="T43" fmla="*/ 628 h 756"/>
                      <a:gd name="T44" fmla="*/ 37 w 717"/>
                      <a:gd name="T45" fmla="*/ 480 h 756"/>
                      <a:gd name="T46" fmla="*/ 38 w 717"/>
                      <a:gd name="T47" fmla="*/ 391 h 756"/>
                      <a:gd name="T48" fmla="*/ 36 w 717"/>
                      <a:gd name="T49" fmla="*/ 506 h 756"/>
                      <a:gd name="T50" fmla="*/ 38 w 717"/>
                      <a:gd name="T51" fmla="*/ 352 h 756"/>
                      <a:gd name="T52" fmla="*/ 39 w 717"/>
                      <a:gd name="T53" fmla="*/ 455 h 756"/>
                      <a:gd name="T54" fmla="*/ 41 w 717"/>
                      <a:gd name="T55" fmla="*/ 519 h 756"/>
                      <a:gd name="T56" fmla="*/ 43 w 717"/>
                      <a:gd name="T57" fmla="*/ 410 h 756"/>
                      <a:gd name="T58" fmla="*/ 44 w 717"/>
                      <a:gd name="T59" fmla="*/ 186 h 756"/>
                      <a:gd name="T60" fmla="*/ 45 w 717"/>
                      <a:gd name="T61" fmla="*/ 231 h 756"/>
                      <a:gd name="T62" fmla="*/ 48 w 717"/>
                      <a:gd name="T63" fmla="*/ 148 h 756"/>
                      <a:gd name="T64" fmla="*/ 48 w 717"/>
                      <a:gd name="T65" fmla="*/ 301 h 756"/>
                      <a:gd name="T66" fmla="*/ 48 w 717"/>
                      <a:gd name="T67" fmla="*/ 730 h 756"/>
                      <a:gd name="T68" fmla="*/ 54 w 717"/>
                      <a:gd name="T69" fmla="*/ 0 h 756"/>
                      <a:gd name="T70" fmla="*/ 54 w 717"/>
                      <a:gd name="T71" fmla="*/ 250 h 756"/>
                      <a:gd name="T72" fmla="*/ 55 w 717"/>
                      <a:gd name="T73" fmla="*/ 333 h 756"/>
                      <a:gd name="T74" fmla="*/ 57 w 717"/>
                      <a:gd name="T75" fmla="*/ 192 h 756"/>
                      <a:gd name="T76" fmla="*/ 59 w 717"/>
                      <a:gd name="T77" fmla="*/ 340 h 756"/>
                      <a:gd name="T78" fmla="*/ 58 w 717"/>
                      <a:gd name="T79" fmla="*/ 429 h 756"/>
                      <a:gd name="T80" fmla="*/ 60 w 717"/>
                      <a:gd name="T81" fmla="*/ 461 h 756"/>
                      <a:gd name="T82" fmla="*/ 0 60000 65536"/>
                      <a:gd name="T83" fmla="*/ 0 60000 65536"/>
                      <a:gd name="T84" fmla="*/ 0 60000 65536"/>
                      <a:gd name="T85" fmla="*/ 0 60000 65536"/>
                      <a:gd name="T86" fmla="*/ 0 60000 65536"/>
                      <a:gd name="T87" fmla="*/ 0 60000 65536"/>
                      <a:gd name="T88" fmla="*/ 0 60000 65536"/>
                      <a:gd name="T89" fmla="*/ 0 60000 65536"/>
                      <a:gd name="T90" fmla="*/ 0 60000 65536"/>
                      <a:gd name="T91" fmla="*/ 0 60000 65536"/>
                      <a:gd name="T92" fmla="*/ 0 60000 65536"/>
                      <a:gd name="T93" fmla="*/ 0 60000 65536"/>
                      <a:gd name="T94" fmla="*/ 0 60000 65536"/>
                      <a:gd name="T95" fmla="*/ 0 60000 65536"/>
                      <a:gd name="T96" fmla="*/ 0 60000 65536"/>
                      <a:gd name="T97" fmla="*/ 0 60000 65536"/>
                      <a:gd name="T98" fmla="*/ 0 60000 65536"/>
                      <a:gd name="T99" fmla="*/ 0 60000 65536"/>
                      <a:gd name="T100" fmla="*/ 0 60000 65536"/>
                      <a:gd name="T101" fmla="*/ 0 60000 65536"/>
                      <a:gd name="T102" fmla="*/ 0 60000 65536"/>
                      <a:gd name="T103" fmla="*/ 0 60000 65536"/>
                      <a:gd name="T104" fmla="*/ 0 60000 65536"/>
                      <a:gd name="T105" fmla="*/ 0 60000 65536"/>
                      <a:gd name="T106" fmla="*/ 0 60000 65536"/>
                      <a:gd name="T107" fmla="*/ 0 60000 65536"/>
                      <a:gd name="T108" fmla="*/ 0 60000 65536"/>
                      <a:gd name="T109" fmla="*/ 0 60000 65536"/>
                      <a:gd name="T110" fmla="*/ 0 60000 65536"/>
                      <a:gd name="T111" fmla="*/ 0 60000 65536"/>
                      <a:gd name="T112" fmla="*/ 0 60000 65536"/>
                      <a:gd name="T113" fmla="*/ 0 60000 65536"/>
                      <a:gd name="T114" fmla="*/ 0 60000 65536"/>
                      <a:gd name="T115" fmla="*/ 0 60000 65536"/>
                      <a:gd name="T116" fmla="*/ 0 60000 65536"/>
                      <a:gd name="T117" fmla="*/ 0 60000 65536"/>
                      <a:gd name="T118" fmla="*/ 0 60000 65536"/>
                      <a:gd name="T119" fmla="*/ 0 60000 65536"/>
                      <a:gd name="T120" fmla="*/ 0 60000 65536"/>
                      <a:gd name="T121" fmla="*/ 0 60000 65536"/>
                      <a:gd name="T122" fmla="*/ 0 60000 65536"/>
                      <a:gd name="T123" fmla="*/ 0 w 717"/>
                      <a:gd name="T124" fmla="*/ 0 h 756"/>
                      <a:gd name="T125" fmla="*/ 717 w 717"/>
                      <a:gd name="T126" fmla="*/ 756 h 756"/>
                    </a:gdLst>
                    <a:ahLst/>
                    <a:cxnLst>
                      <a:cxn ang="T82">
                        <a:pos x="T0" y="T1"/>
                      </a:cxn>
                      <a:cxn ang="T83">
                        <a:pos x="T2" y="T3"/>
                      </a:cxn>
                      <a:cxn ang="T84">
                        <a:pos x="T4" y="T5"/>
                      </a:cxn>
                      <a:cxn ang="T85">
                        <a:pos x="T6" y="T7"/>
                      </a:cxn>
                      <a:cxn ang="T86">
                        <a:pos x="T8" y="T9"/>
                      </a:cxn>
                      <a:cxn ang="T87">
                        <a:pos x="T10" y="T11"/>
                      </a:cxn>
                      <a:cxn ang="T88">
                        <a:pos x="T12" y="T13"/>
                      </a:cxn>
                      <a:cxn ang="T89">
                        <a:pos x="T14" y="T15"/>
                      </a:cxn>
                      <a:cxn ang="T90">
                        <a:pos x="T16" y="T17"/>
                      </a:cxn>
                      <a:cxn ang="T91">
                        <a:pos x="T18" y="T19"/>
                      </a:cxn>
                      <a:cxn ang="T92">
                        <a:pos x="T20" y="T21"/>
                      </a:cxn>
                      <a:cxn ang="T93">
                        <a:pos x="T22" y="T23"/>
                      </a:cxn>
                      <a:cxn ang="T94">
                        <a:pos x="T24" y="T25"/>
                      </a:cxn>
                      <a:cxn ang="T95">
                        <a:pos x="T26" y="T27"/>
                      </a:cxn>
                      <a:cxn ang="T96">
                        <a:pos x="T28" y="T29"/>
                      </a:cxn>
                      <a:cxn ang="T97">
                        <a:pos x="T30" y="T31"/>
                      </a:cxn>
                      <a:cxn ang="T98">
                        <a:pos x="T32" y="T33"/>
                      </a:cxn>
                      <a:cxn ang="T99">
                        <a:pos x="T34" y="T35"/>
                      </a:cxn>
                      <a:cxn ang="T100">
                        <a:pos x="T36" y="T37"/>
                      </a:cxn>
                      <a:cxn ang="T101">
                        <a:pos x="T38" y="T39"/>
                      </a:cxn>
                      <a:cxn ang="T102">
                        <a:pos x="T40" y="T41"/>
                      </a:cxn>
                      <a:cxn ang="T103">
                        <a:pos x="T42" y="T43"/>
                      </a:cxn>
                      <a:cxn ang="T104">
                        <a:pos x="T44" y="T45"/>
                      </a:cxn>
                      <a:cxn ang="T105">
                        <a:pos x="T46" y="T47"/>
                      </a:cxn>
                      <a:cxn ang="T106">
                        <a:pos x="T48" y="T49"/>
                      </a:cxn>
                      <a:cxn ang="T107">
                        <a:pos x="T50" y="T51"/>
                      </a:cxn>
                      <a:cxn ang="T108">
                        <a:pos x="T52" y="T53"/>
                      </a:cxn>
                      <a:cxn ang="T109">
                        <a:pos x="T54" y="T55"/>
                      </a:cxn>
                      <a:cxn ang="T110">
                        <a:pos x="T56" y="T57"/>
                      </a:cxn>
                      <a:cxn ang="T111">
                        <a:pos x="T58" y="T59"/>
                      </a:cxn>
                      <a:cxn ang="T112">
                        <a:pos x="T60" y="T61"/>
                      </a:cxn>
                      <a:cxn ang="T113">
                        <a:pos x="T62" y="T63"/>
                      </a:cxn>
                      <a:cxn ang="T114">
                        <a:pos x="T64" y="T65"/>
                      </a:cxn>
                      <a:cxn ang="T115">
                        <a:pos x="T66" y="T67"/>
                      </a:cxn>
                      <a:cxn ang="T116">
                        <a:pos x="T68" y="T69"/>
                      </a:cxn>
                      <a:cxn ang="T117">
                        <a:pos x="T70" y="T71"/>
                      </a:cxn>
                      <a:cxn ang="T118">
                        <a:pos x="T72" y="T73"/>
                      </a:cxn>
                      <a:cxn ang="T119">
                        <a:pos x="T74" y="T75"/>
                      </a:cxn>
                      <a:cxn ang="T120">
                        <a:pos x="T76" y="T77"/>
                      </a:cxn>
                      <a:cxn ang="T121">
                        <a:pos x="T78" y="T79"/>
                      </a:cxn>
                      <a:cxn ang="T122">
                        <a:pos x="T80" y="T81"/>
                      </a:cxn>
                    </a:cxnLst>
                    <a:rect l="T123" t="T124" r="T125" b="T126"/>
                    <a:pathLst>
                      <a:path w="717" h="756">
                        <a:moveTo>
                          <a:pt x="0" y="756"/>
                        </a:moveTo>
                        <a:lnTo>
                          <a:pt x="52" y="167"/>
                        </a:lnTo>
                        <a:lnTo>
                          <a:pt x="64" y="384"/>
                        </a:lnTo>
                        <a:lnTo>
                          <a:pt x="90" y="103"/>
                        </a:lnTo>
                        <a:lnTo>
                          <a:pt x="116" y="519"/>
                        </a:lnTo>
                        <a:lnTo>
                          <a:pt x="135" y="487"/>
                        </a:lnTo>
                        <a:lnTo>
                          <a:pt x="135" y="359"/>
                        </a:lnTo>
                        <a:lnTo>
                          <a:pt x="167" y="71"/>
                        </a:lnTo>
                        <a:lnTo>
                          <a:pt x="192" y="244"/>
                        </a:lnTo>
                        <a:lnTo>
                          <a:pt x="205" y="96"/>
                        </a:lnTo>
                        <a:lnTo>
                          <a:pt x="218" y="615"/>
                        </a:lnTo>
                        <a:lnTo>
                          <a:pt x="244" y="397"/>
                        </a:lnTo>
                        <a:lnTo>
                          <a:pt x="282" y="519"/>
                        </a:lnTo>
                        <a:lnTo>
                          <a:pt x="308" y="308"/>
                        </a:lnTo>
                        <a:lnTo>
                          <a:pt x="333" y="442"/>
                        </a:lnTo>
                        <a:lnTo>
                          <a:pt x="346" y="352"/>
                        </a:lnTo>
                        <a:lnTo>
                          <a:pt x="365" y="384"/>
                        </a:lnTo>
                        <a:lnTo>
                          <a:pt x="378" y="135"/>
                        </a:lnTo>
                        <a:lnTo>
                          <a:pt x="391" y="301"/>
                        </a:lnTo>
                        <a:lnTo>
                          <a:pt x="384" y="519"/>
                        </a:lnTo>
                        <a:lnTo>
                          <a:pt x="404" y="679"/>
                        </a:lnTo>
                        <a:lnTo>
                          <a:pt x="429" y="628"/>
                        </a:lnTo>
                        <a:lnTo>
                          <a:pt x="442" y="480"/>
                        </a:lnTo>
                        <a:lnTo>
                          <a:pt x="455" y="391"/>
                        </a:lnTo>
                        <a:lnTo>
                          <a:pt x="436" y="506"/>
                        </a:lnTo>
                        <a:lnTo>
                          <a:pt x="461" y="352"/>
                        </a:lnTo>
                        <a:lnTo>
                          <a:pt x="474" y="455"/>
                        </a:lnTo>
                        <a:lnTo>
                          <a:pt x="493" y="519"/>
                        </a:lnTo>
                        <a:lnTo>
                          <a:pt x="512" y="410"/>
                        </a:lnTo>
                        <a:lnTo>
                          <a:pt x="532" y="186"/>
                        </a:lnTo>
                        <a:lnTo>
                          <a:pt x="544" y="231"/>
                        </a:lnTo>
                        <a:lnTo>
                          <a:pt x="570" y="148"/>
                        </a:lnTo>
                        <a:lnTo>
                          <a:pt x="576" y="301"/>
                        </a:lnTo>
                        <a:lnTo>
                          <a:pt x="576" y="730"/>
                        </a:lnTo>
                        <a:lnTo>
                          <a:pt x="647" y="0"/>
                        </a:lnTo>
                        <a:lnTo>
                          <a:pt x="647" y="250"/>
                        </a:lnTo>
                        <a:lnTo>
                          <a:pt x="660" y="333"/>
                        </a:lnTo>
                        <a:lnTo>
                          <a:pt x="685" y="192"/>
                        </a:lnTo>
                        <a:lnTo>
                          <a:pt x="711" y="340"/>
                        </a:lnTo>
                        <a:lnTo>
                          <a:pt x="698" y="429"/>
                        </a:lnTo>
                        <a:lnTo>
                          <a:pt x="717" y="461"/>
                        </a:lnTo>
                      </a:path>
                    </a:pathLst>
                  </a:custGeom>
                  <a:noFill/>
                  <a:ln w="9525">
                    <a:solidFill>
                      <a:srgbClr val="FF0000"/>
                    </a:solidFill>
                    <a:round/>
                    <a:headEnd/>
                    <a:tailEnd/>
                  </a:ln>
                </p:spPr>
                <p:txBody>
                  <a:bodyPr/>
                  <a:lstStyle/>
                  <a:p>
                    <a:endParaRPr lang="en-GB" sz="1600"/>
                  </a:p>
                </p:txBody>
              </p:sp>
              <p:sp>
                <p:nvSpPr>
                  <p:cNvPr id="14587" name="Freeform 192"/>
                  <p:cNvSpPr>
                    <a:spLocks/>
                  </p:cNvSpPr>
                  <p:nvPr/>
                </p:nvSpPr>
                <p:spPr bwMode="auto">
                  <a:xfrm flipH="1">
                    <a:off x="4698" y="1100"/>
                    <a:ext cx="313" cy="756"/>
                  </a:xfrm>
                  <a:custGeom>
                    <a:avLst/>
                    <a:gdLst>
                      <a:gd name="T0" fmla="*/ 0 w 717"/>
                      <a:gd name="T1" fmla="*/ 756 h 756"/>
                      <a:gd name="T2" fmla="*/ 4 w 717"/>
                      <a:gd name="T3" fmla="*/ 167 h 756"/>
                      <a:gd name="T4" fmla="*/ 5 w 717"/>
                      <a:gd name="T5" fmla="*/ 384 h 756"/>
                      <a:gd name="T6" fmla="*/ 7 w 717"/>
                      <a:gd name="T7" fmla="*/ 103 h 756"/>
                      <a:gd name="T8" fmla="*/ 10 w 717"/>
                      <a:gd name="T9" fmla="*/ 519 h 756"/>
                      <a:gd name="T10" fmla="*/ 11 w 717"/>
                      <a:gd name="T11" fmla="*/ 487 h 756"/>
                      <a:gd name="T12" fmla="*/ 11 w 717"/>
                      <a:gd name="T13" fmla="*/ 359 h 756"/>
                      <a:gd name="T14" fmla="*/ 14 w 717"/>
                      <a:gd name="T15" fmla="*/ 71 h 756"/>
                      <a:gd name="T16" fmla="*/ 16 w 717"/>
                      <a:gd name="T17" fmla="*/ 244 h 756"/>
                      <a:gd name="T18" fmla="*/ 17 w 717"/>
                      <a:gd name="T19" fmla="*/ 96 h 756"/>
                      <a:gd name="T20" fmla="*/ 18 w 717"/>
                      <a:gd name="T21" fmla="*/ 615 h 756"/>
                      <a:gd name="T22" fmla="*/ 21 w 717"/>
                      <a:gd name="T23" fmla="*/ 397 h 756"/>
                      <a:gd name="T24" fmla="*/ 24 w 717"/>
                      <a:gd name="T25" fmla="*/ 519 h 756"/>
                      <a:gd name="T26" fmla="*/ 25 w 717"/>
                      <a:gd name="T27" fmla="*/ 308 h 756"/>
                      <a:gd name="T28" fmla="*/ 28 w 717"/>
                      <a:gd name="T29" fmla="*/ 442 h 756"/>
                      <a:gd name="T30" fmla="*/ 29 w 717"/>
                      <a:gd name="T31" fmla="*/ 352 h 756"/>
                      <a:gd name="T32" fmla="*/ 30 w 717"/>
                      <a:gd name="T33" fmla="*/ 384 h 756"/>
                      <a:gd name="T34" fmla="*/ 31 w 717"/>
                      <a:gd name="T35" fmla="*/ 135 h 756"/>
                      <a:gd name="T36" fmla="*/ 33 w 717"/>
                      <a:gd name="T37" fmla="*/ 301 h 756"/>
                      <a:gd name="T38" fmla="*/ 32 w 717"/>
                      <a:gd name="T39" fmla="*/ 519 h 756"/>
                      <a:gd name="T40" fmla="*/ 34 w 717"/>
                      <a:gd name="T41" fmla="*/ 679 h 756"/>
                      <a:gd name="T42" fmla="*/ 36 w 717"/>
                      <a:gd name="T43" fmla="*/ 628 h 756"/>
                      <a:gd name="T44" fmla="*/ 37 w 717"/>
                      <a:gd name="T45" fmla="*/ 480 h 756"/>
                      <a:gd name="T46" fmla="*/ 38 w 717"/>
                      <a:gd name="T47" fmla="*/ 391 h 756"/>
                      <a:gd name="T48" fmla="*/ 36 w 717"/>
                      <a:gd name="T49" fmla="*/ 506 h 756"/>
                      <a:gd name="T50" fmla="*/ 38 w 717"/>
                      <a:gd name="T51" fmla="*/ 352 h 756"/>
                      <a:gd name="T52" fmla="*/ 39 w 717"/>
                      <a:gd name="T53" fmla="*/ 455 h 756"/>
                      <a:gd name="T54" fmla="*/ 41 w 717"/>
                      <a:gd name="T55" fmla="*/ 519 h 756"/>
                      <a:gd name="T56" fmla="*/ 43 w 717"/>
                      <a:gd name="T57" fmla="*/ 410 h 756"/>
                      <a:gd name="T58" fmla="*/ 44 w 717"/>
                      <a:gd name="T59" fmla="*/ 186 h 756"/>
                      <a:gd name="T60" fmla="*/ 45 w 717"/>
                      <a:gd name="T61" fmla="*/ 231 h 756"/>
                      <a:gd name="T62" fmla="*/ 48 w 717"/>
                      <a:gd name="T63" fmla="*/ 148 h 756"/>
                      <a:gd name="T64" fmla="*/ 48 w 717"/>
                      <a:gd name="T65" fmla="*/ 301 h 756"/>
                      <a:gd name="T66" fmla="*/ 48 w 717"/>
                      <a:gd name="T67" fmla="*/ 730 h 756"/>
                      <a:gd name="T68" fmla="*/ 54 w 717"/>
                      <a:gd name="T69" fmla="*/ 0 h 756"/>
                      <a:gd name="T70" fmla="*/ 54 w 717"/>
                      <a:gd name="T71" fmla="*/ 250 h 756"/>
                      <a:gd name="T72" fmla="*/ 55 w 717"/>
                      <a:gd name="T73" fmla="*/ 333 h 756"/>
                      <a:gd name="T74" fmla="*/ 57 w 717"/>
                      <a:gd name="T75" fmla="*/ 192 h 756"/>
                      <a:gd name="T76" fmla="*/ 59 w 717"/>
                      <a:gd name="T77" fmla="*/ 340 h 756"/>
                      <a:gd name="T78" fmla="*/ 58 w 717"/>
                      <a:gd name="T79" fmla="*/ 429 h 756"/>
                      <a:gd name="T80" fmla="*/ 60 w 717"/>
                      <a:gd name="T81" fmla="*/ 461 h 756"/>
                      <a:gd name="T82" fmla="*/ 0 60000 65536"/>
                      <a:gd name="T83" fmla="*/ 0 60000 65536"/>
                      <a:gd name="T84" fmla="*/ 0 60000 65536"/>
                      <a:gd name="T85" fmla="*/ 0 60000 65536"/>
                      <a:gd name="T86" fmla="*/ 0 60000 65536"/>
                      <a:gd name="T87" fmla="*/ 0 60000 65536"/>
                      <a:gd name="T88" fmla="*/ 0 60000 65536"/>
                      <a:gd name="T89" fmla="*/ 0 60000 65536"/>
                      <a:gd name="T90" fmla="*/ 0 60000 65536"/>
                      <a:gd name="T91" fmla="*/ 0 60000 65536"/>
                      <a:gd name="T92" fmla="*/ 0 60000 65536"/>
                      <a:gd name="T93" fmla="*/ 0 60000 65536"/>
                      <a:gd name="T94" fmla="*/ 0 60000 65536"/>
                      <a:gd name="T95" fmla="*/ 0 60000 65536"/>
                      <a:gd name="T96" fmla="*/ 0 60000 65536"/>
                      <a:gd name="T97" fmla="*/ 0 60000 65536"/>
                      <a:gd name="T98" fmla="*/ 0 60000 65536"/>
                      <a:gd name="T99" fmla="*/ 0 60000 65536"/>
                      <a:gd name="T100" fmla="*/ 0 60000 65536"/>
                      <a:gd name="T101" fmla="*/ 0 60000 65536"/>
                      <a:gd name="T102" fmla="*/ 0 60000 65536"/>
                      <a:gd name="T103" fmla="*/ 0 60000 65536"/>
                      <a:gd name="T104" fmla="*/ 0 60000 65536"/>
                      <a:gd name="T105" fmla="*/ 0 60000 65536"/>
                      <a:gd name="T106" fmla="*/ 0 60000 65536"/>
                      <a:gd name="T107" fmla="*/ 0 60000 65536"/>
                      <a:gd name="T108" fmla="*/ 0 60000 65536"/>
                      <a:gd name="T109" fmla="*/ 0 60000 65536"/>
                      <a:gd name="T110" fmla="*/ 0 60000 65536"/>
                      <a:gd name="T111" fmla="*/ 0 60000 65536"/>
                      <a:gd name="T112" fmla="*/ 0 60000 65536"/>
                      <a:gd name="T113" fmla="*/ 0 60000 65536"/>
                      <a:gd name="T114" fmla="*/ 0 60000 65536"/>
                      <a:gd name="T115" fmla="*/ 0 60000 65536"/>
                      <a:gd name="T116" fmla="*/ 0 60000 65536"/>
                      <a:gd name="T117" fmla="*/ 0 60000 65536"/>
                      <a:gd name="T118" fmla="*/ 0 60000 65536"/>
                      <a:gd name="T119" fmla="*/ 0 60000 65536"/>
                      <a:gd name="T120" fmla="*/ 0 60000 65536"/>
                      <a:gd name="T121" fmla="*/ 0 60000 65536"/>
                      <a:gd name="T122" fmla="*/ 0 60000 65536"/>
                      <a:gd name="T123" fmla="*/ 0 w 717"/>
                      <a:gd name="T124" fmla="*/ 0 h 756"/>
                      <a:gd name="T125" fmla="*/ 717 w 717"/>
                      <a:gd name="T126" fmla="*/ 756 h 756"/>
                    </a:gdLst>
                    <a:ahLst/>
                    <a:cxnLst>
                      <a:cxn ang="T82">
                        <a:pos x="T0" y="T1"/>
                      </a:cxn>
                      <a:cxn ang="T83">
                        <a:pos x="T2" y="T3"/>
                      </a:cxn>
                      <a:cxn ang="T84">
                        <a:pos x="T4" y="T5"/>
                      </a:cxn>
                      <a:cxn ang="T85">
                        <a:pos x="T6" y="T7"/>
                      </a:cxn>
                      <a:cxn ang="T86">
                        <a:pos x="T8" y="T9"/>
                      </a:cxn>
                      <a:cxn ang="T87">
                        <a:pos x="T10" y="T11"/>
                      </a:cxn>
                      <a:cxn ang="T88">
                        <a:pos x="T12" y="T13"/>
                      </a:cxn>
                      <a:cxn ang="T89">
                        <a:pos x="T14" y="T15"/>
                      </a:cxn>
                      <a:cxn ang="T90">
                        <a:pos x="T16" y="T17"/>
                      </a:cxn>
                      <a:cxn ang="T91">
                        <a:pos x="T18" y="T19"/>
                      </a:cxn>
                      <a:cxn ang="T92">
                        <a:pos x="T20" y="T21"/>
                      </a:cxn>
                      <a:cxn ang="T93">
                        <a:pos x="T22" y="T23"/>
                      </a:cxn>
                      <a:cxn ang="T94">
                        <a:pos x="T24" y="T25"/>
                      </a:cxn>
                      <a:cxn ang="T95">
                        <a:pos x="T26" y="T27"/>
                      </a:cxn>
                      <a:cxn ang="T96">
                        <a:pos x="T28" y="T29"/>
                      </a:cxn>
                      <a:cxn ang="T97">
                        <a:pos x="T30" y="T31"/>
                      </a:cxn>
                      <a:cxn ang="T98">
                        <a:pos x="T32" y="T33"/>
                      </a:cxn>
                      <a:cxn ang="T99">
                        <a:pos x="T34" y="T35"/>
                      </a:cxn>
                      <a:cxn ang="T100">
                        <a:pos x="T36" y="T37"/>
                      </a:cxn>
                      <a:cxn ang="T101">
                        <a:pos x="T38" y="T39"/>
                      </a:cxn>
                      <a:cxn ang="T102">
                        <a:pos x="T40" y="T41"/>
                      </a:cxn>
                      <a:cxn ang="T103">
                        <a:pos x="T42" y="T43"/>
                      </a:cxn>
                      <a:cxn ang="T104">
                        <a:pos x="T44" y="T45"/>
                      </a:cxn>
                      <a:cxn ang="T105">
                        <a:pos x="T46" y="T47"/>
                      </a:cxn>
                      <a:cxn ang="T106">
                        <a:pos x="T48" y="T49"/>
                      </a:cxn>
                      <a:cxn ang="T107">
                        <a:pos x="T50" y="T51"/>
                      </a:cxn>
                      <a:cxn ang="T108">
                        <a:pos x="T52" y="T53"/>
                      </a:cxn>
                      <a:cxn ang="T109">
                        <a:pos x="T54" y="T55"/>
                      </a:cxn>
                      <a:cxn ang="T110">
                        <a:pos x="T56" y="T57"/>
                      </a:cxn>
                      <a:cxn ang="T111">
                        <a:pos x="T58" y="T59"/>
                      </a:cxn>
                      <a:cxn ang="T112">
                        <a:pos x="T60" y="T61"/>
                      </a:cxn>
                      <a:cxn ang="T113">
                        <a:pos x="T62" y="T63"/>
                      </a:cxn>
                      <a:cxn ang="T114">
                        <a:pos x="T64" y="T65"/>
                      </a:cxn>
                      <a:cxn ang="T115">
                        <a:pos x="T66" y="T67"/>
                      </a:cxn>
                      <a:cxn ang="T116">
                        <a:pos x="T68" y="T69"/>
                      </a:cxn>
                      <a:cxn ang="T117">
                        <a:pos x="T70" y="T71"/>
                      </a:cxn>
                      <a:cxn ang="T118">
                        <a:pos x="T72" y="T73"/>
                      </a:cxn>
                      <a:cxn ang="T119">
                        <a:pos x="T74" y="T75"/>
                      </a:cxn>
                      <a:cxn ang="T120">
                        <a:pos x="T76" y="T77"/>
                      </a:cxn>
                      <a:cxn ang="T121">
                        <a:pos x="T78" y="T79"/>
                      </a:cxn>
                      <a:cxn ang="T122">
                        <a:pos x="T80" y="T81"/>
                      </a:cxn>
                    </a:cxnLst>
                    <a:rect l="T123" t="T124" r="T125" b="T126"/>
                    <a:pathLst>
                      <a:path w="717" h="756">
                        <a:moveTo>
                          <a:pt x="0" y="756"/>
                        </a:moveTo>
                        <a:lnTo>
                          <a:pt x="52" y="167"/>
                        </a:lnTo>
                        <a:lnTo>
                          <a:pt x="64" y="384"/>
                        </a:lnTo>
                        <a:lnTo>
                          <a:pt x="90" y="103"/>
                        </a:lnTo>
                        <a:lnTo>
                          <a:pt x="116" y="519"/>
                        </a:lnTo>
                        <a:lnTo>
                          <a:pt x="135" y="487"/>
                        </a:lnTo>
                        <a:lnTo>
                          <a:pt x="135" y="359"/>
                        </a:lnTo>
                        <a:lnTo>
                          <a:pt x="167" y="71"/>
                        </a:lnTo>
                        <a:lnTo>
                          <a:pt x="192" y="244"/>
                        </a:lnTo>
                        <a:lnTo>
                          <a:pt x="205" y="96"/>
                        </a:lnTo>
                        <a:lnTo>
                          <a:pt x="218" y="615"/>
                        </a:lnTo>
                        <a:lnTo>
                          <a:pt x="244" y="397"/>
                        </a:lnTo>
                        <a:lnTo>
                          <a:pt x="282" y="519"/>
                        </a:lnTo>
                        <a:lnTo>
                          <a:pt x="308" y="308"/>
                        </a:lnTo>
                        <a:lnTo>
                          <a:pt x="333" y="442"/>
                        </a:lnTo>
                        <a:lnTo>
                          <a:pt x="346" y="352"/>
                        </a:lnTo>
                        <a:lnTo>
                          <a:pt x="365" y="384"/>
                        </a:lnTo>
                        <a:lnTo>
                          <a:pt x="378" y="135"/>
                        </a:lnTo>
                        <a:lnTo>
                          <a:pt x="391" y="301"/>
                        </a:lnTo>
                        <a:lnTo>
                          <a:pt x="384" y="519"/>
                        </a:lnTo>
                        <a:lnTo>
                          <a:pt x="404" y="679"/>
                        </a:lnTo>
                        <a:lnTo>
                          <a:pt x="429" y="628"/>
                        </a:lnTo>
                        <a:lnTo>
                          <a:pt x="442" y="480"/>
                        </a:lnTo>
                        <a:lnTo>
                          <a:pt x="455" y="391"/>
                        </a:lnTo>
                        <a:lnTo>
                          <a:pt x="436" y="506"/>
                        </a:lnTo>
                        <a:lnTo>
                          <a:pt x="461" y="352"/>
                        </a:lnTo>
                        <a:lnTo>
                          <a:pt x="474" y="455"/>
                        </a:lnTo>
                        <a:lnTo>
                          <a:pt x="493" y="519"/>
                        </a:lnTo>
                        <a:lnTo>
                          <a:pt x="512" y="410"/>
                        </a:lnTo>
                        <a:lnTo>
                          <a:pt x="532" y="186"/>
                        </a:lnTo>
                        <a:lnTo>
                          <a:pt x="544" y="231"/>
                        </a:lnTo>
                        <a:lnTo>
                          <a:pt x="570" y="148"/>
                        </a:lnTo>
                        <a:lnTo>
                          <a:pt x="576" y="301"/>
                        </a:lnTo>
                        <a:lnTo>
                          <a:pt x="576" y="730"/>
                        </a:lnTo>
                        <a:lnTo>
                          <a:pt x="647" y="0"/>
                        </a:lnTo>
                        <a:lnTo>
                          <a:pt x="647" y="250"/>
                        </a:lnTo>
                        <a:lnTo>
                          <a:pt x="660" y="333"/>
                        </a:lnTo>
                        <a:lnTo>
                          <a:pt x="685" y="192"/>
                        </a:lnTo>
                        <a:lnTo>
                          <a:pt x="711" y="340"/>
                        </a:lnTo>
                        <a:lnTo>
                          <a:pt x="698" y="429"/>
                        </a:lnTo>
                        <a:lnTo>
                          <a:pt x="717" y="461"/>
                        </a:lnTo>
                      </a:path>
                    </a:pathLst>
                  </a:custGeom>
                  <a:noFill/>
                  <a:ln w="9525">
                    <a:solidFill>
                      <a:srgbClr val="FF0000"/>
                    </a:solidFill>
                    <a:round/>
                    <a:headEnd/>
                    <a:tailEnd/>
                  </a:ln>
                </p:spPr>
                <p:txBody>
                  <a:bodyPr/>
                  <a:lstStyle/>
                  <a:p>
                    <a:endParaRPr lang="en-GB" sz="1600"/>
                  </a:p>
                </p:txBody>
              </p:sp>
            </p:grpSp>
            <p:grpSp>
              <p:nvGrpSpPr>
                <p:cNvPr id="14742" name="Group 193"/>
                <p:cNvGrpSpPr>
                  <a:grpSpLocks/>
                </p:cNvGrpSpPr>
                <p:nvPr/>
              </p:nvGrpSpPr>
              <p:grpSpPr bwMode="auto">
                <a:xfrm flipH="1">
                  <a:off x="4569" y="1098"/>
                  <a:ext cx="590" cy="801"/>
                  <a:chOff x="3462" y="1100"/>
                  <a:chExt cx="1549" cy="801"/>
                </a:xfrm>
              </p:grpSpPr>
              <p:sp>
                <p:nvSpPr>
                  <p:cNvPr id="14578" name="Freeform 194"/>
                  <p:cNvSpPr>
                    <a:spLocks/>
                  </p:cNvSpPr>
                  <p:nvPr/>
                </p:nvSpPr>
                <p:spPr bwMode="auto">
                  <a:xfrm>
                    <a:off x="3462" y="1126"/>
                    <a:ext cx="313" cy="756"/>
                  </a:xfrm>
                  <a:custGeom>
                    <a:avLst/>
                    <a:gdLst>
                      <a:gd name="T0" fmla="*/ 0 w 717"/>
                      <a:gd name="T1" fmla="*/ 756 h 756"/>
                      <a:gd name="T2" fmla="*/ 4 w 717"/>
                      <a:gd name="T3" fmla="*/ 167 h 756"/>
                      <a:gd name="T4" fmla="*/ 5 w 717"/>
                      <a:gd name="T5" fmla="*/ 384 h 756"/>
                      <a:gd name="T6" fmla="*/ 7 w 717"/>
                      <a:gd name="T7" fmla="*/ 103 h 756"/>
                      <a:gd name="T8" fmla="*/ 10 w 717"/>
                      <a:gd name="T9" fmla="*/ 519 h 756"/>
                      <a:gd name="T10" fmla="*/ 11 w 717"/>
                      <a:gd name="T11" fmla="*/ 487 h 756"/>
                      <a:gd name="T12" fmla="*/ 11 w 717"/>
                      <a:gd name="T13" fmla="*/ 359 h 756"/>
                      <a:gd name="T14" fmla="*/ 14 w 717"/>
                      <a:gd name="T15" fmla="*/ 71 h 756"/>
                      <a:gd name="T16" fmla="*/ 16 w 717"/>
                      <a:gd name="T17" fmla="*/ 244 h 756"/>
                      <a:gd name="T18" fmla="*/ 17 w 717"/>
                      <a:gd name="T19" fmla="*/ 96 h 756"/>
                      <a:gd name="T20" fmla="*/ 18 w 717"/>
                      <a:gd name="T21" fmla="*/ 615 h 756"/>
                      <a:gd name="T22" fmla="*/ 21 w 717"/>
                      <a:gd name="T23" fmla="*/ 397 h 756"/>
                      <a:gd name="T24" fmla="*/ 24 w 717"/>
                      <a:gd name="T25" fmla="*/ 519 h 756"/>
                      <a:gd name="T26" fmla="*/ 25 w 717"/>
                      <a:gd name="T27" fmla="*/ 308 h 756"/>
                      <a:gd name="T28" fmla="*/ 28 w 717"/>
                      <a:gd name="T29" fmla="*/ 442 h 756"/>
                      <a:gd name="T30" fmla="*/ 29 w 717"/>
                      <a:gd name="T31" fmla="*/ 352 h 756"/>
                      <a:gd name="T32" fmla="*/ 30 w 717"/>
                      <a:gd name="T33" fmla="*/ 384 h 756"/>
                      <a:gd name="T34" fmla="*/ 31 w 717"/>
                      <a:gd name="T35" fmla="*/ 135 h 756"/>
                      <a:gd name="T36" fmla="*/ 33 w 717"/>
                      <a:gd name="T37" fmla="*/ 301 h 756"/>
                      <a:gd name="T38" fmla="*/ 32 w 717"/>
                      <a:gd name="T39" fmla="*/ 519 h 756"/>
                      <a:gd name="T40" fmla="*/ 34 w 717"/>
                      <a:gd name="T41" fmla="*/ 679 h 756"/>
                      <a:gd name="T42" fmla="*/ 36 w 717"/>
                      <a:gd name="T43" fmla="*/ 628 h 756"/>
                      <a:gd name="T44" fmla="*/ 37 w 717"/>
                      <a:gd name="T45" fmla="*/ 480 h 756"/>
                      <a:gd name="T46" fmla="*/ 38 w 717"/>
                      <a:gd name="T47" fmla="*/ 391 h 756"/>
                      <a:gd name="T48" fmla="*/ 36 w 717"/>
                      <a:gd name="T49" fmla="*/ 506 h 756"/>
                      <a:gd name="T50" fmla="*/ 38 w 717"/>
                      <a:gd name="T51" fmla="*/ 352 h 756"/>
                      <a:gd name="T52" fmla="*/ 39 w 717"/>
                      <a:gd name="T53" fmla="*/ 455 h 756"/>
                      <a:gd name="T54" fmla="*/ 41 w 717"/>
                      <a:gd name="T55" fmla="*/ 519 h 756"/>
                      <a:gd name="T56" fmla="*/ 43 w 717"/>
                      <a:gd name="T57" fmla="*/ 410 h 756"/>
                      <a:gd name="T58" fmla="*/ 44 w 717"/>
                      <a:gd name="T59" fmla="*/ 186 h 756"/>
                      <a:gd name="T60" fmla="*/ 45 w 717"/>
                      <a:gd name="T61" fmla="*/ 231 h 756"/>
                      <a:gd name="T62" fmla="*/ 48 w 717"/>
                      <a:gd name="T63" fmla="*/ 148 h 756"/>
                      <a:gd name="T64" fmla="*/ 48 w 717"/>
                      <a:gd name="T65" fmla="*/ 301 h 756"/>
                      <a:gd name="T66" fmla="*/ 48 w 717"/>
                      <a:gd name="T67" fmla="*/ 730 h 756"/>
                      <a:gd name="T68" fmla="*/ 54 w 717"/>
                      <a:gd name="T69" fmla="*/ 0 h 756"/>
                      <a:gd name="T70" fmla="*/ 54 w 717"/>
                      <a:gd name="T71" fmla="*/ 250 h 756"/>
                      <a:gd name="T72" fmla="*/ 55 w 717"/>
                      <a:gd name="T73" fmla="*/ 333 h 756"/>
                      <a:gd name="T74" fmla="*/ 57 w 717"/>
                      <a:gd name="T75" fmla="*/ 192 h 756"/>
                      <a:gd name="T76" fmla="*/ 59 w 717"/>
                      <a:gd name="T77" fmla="*/ 340 h 756"/>
                      <a:gd name="T78" fmla="*/ 58 w 717"/>
                      <a:gd name="T79" fmla="*/ 429 h 756"/>
                      <a:gd name="T80" fmla="*/ 60 w 717"/>
                      <a:gd name="T81" fmla="*/ 461 h 756"/>
                      <a:gd name="T82" fmla="*/ 0 60000 65536"/>
                      <a:gd name="T83" fmla="*/ 0 60000 65536"/>
                      <a:gd name="T84" fmla="*/ 0 60000 65536"/>
                      <a:gd name="T85" fmla="*/ 0 60000 65536"/>
                      <a:gd name="T86" fmla="*/ 0 60000 65536"/>
                      <a:gd name="T87" fmla="*/ 0 60000 65536"/>
                      <a:gd name="T88" fmla="*/ 0 60000 65536"/>
                      <a:gd name="T89" fmla="*/ 0 60000 65536"/>
                      <a:gd name="T90" fmla="*/ 0 60000 65536"/>
                      <a:gd name="T91" fmla="*/ 0 60000 65536"/>
                      <a:gd name="T92" fmla="*/ 0 60000 65536"/>
                      <a:gd name="T93" fmla="*/ 0 60000 65536"/>
                      <a:gd name="T94" fmla="*/ 0 60000 65536"/>
                      <a:gd name="T95" fmla="*/ 0 60000 65536"/>
                      <a:gd name="T96" fmla="*/ 0 60000 65536"/>
                      <a:gd name="T97" fmla="*/ 0 60000 65536"/>
                      <a:gd name="T98" fmla="*/ 0 60000 65536"/>
                      <a:gd name="T99" fmla="*/ 0 60000 65536"/>
                      <a:gd name="T100" fmla="*/ 0 60000 65536"/>
                      <a:gd name="T101" fmla="*/ 0 60000 65536"/>
                      <a:gd name="T102" fmla="*/ 0 60000 65536"/>
                      <a:gd name="T103" fmla="*/ 0 60000 65536"/>
                      <a:gd name="T104" fmla="*/ 0 60000 65536"/>
                      <a:gd name="T105" fmla="*/ 0 60000 65536"/>
                      <a:gd name="T106" fmla="*/ 0 60000 65536"/>
                      <a:gd name="T107" fmla="*/ 0 60000 65536"/>
                      <a:gd name="T108" fmla="*/ 0 60000 65536"/>
                      <a:gd name="T109" fmla="*/ 0 60000 65536"/>
                      <a:gd name="T110" fmla="*/ 0 60000 65536"/>
                      <a:gd name="T111" fmla="*/ 0 60000 65536"/>
                      <a:gd name="T112" fmla="*/ 0 60000 65536"/>
                      <a:gd name="T113" fmla="*/ 0 60000 65536"/>
                      <a:gd name="T114" fmla="*/ 0 60000 65536"/>
                      <a:gd name="T115" fmla="*/ 0 60000 65536"/>
                      <a:gd name="T116" fmla="*/ 0 60000 65536"/>
                      <a:gd name="T117" fmla="*/ 0 60000 65536"/>
                      <a:gd name="T118" fmla="*/ 0 60000 65536"/>
                      <a:gd name="T119" fmla="*/ 0 60000 65536"/>
                      <a:gd name="T120" fmla="*/ 0 60000 65536"/>
                      <a:gd name="T121" fmla="*/ 0 60000 65536"/>
                      <a:gd name="T122" fmla="*/ 0 60000 65536"/>
                      <a:gd name="T123" fmla="*/ 0 w 717"/>
                      <a:gd name="T124" fmla="*/ 0 h 756"/>
                      <a:gd name="T125" fmla="*/ 717 w 717"/>
                      <a:gd name="T126" fmla="*/ 756 h 756"/>
                    </a:gdLst>
                    <a:ahLst/>
                    <a:cxnLst>
                      <a:cxn ang="T82">
                        <a:pos x="T0" y="T1"/>
                      </a:cxn>
                      <a:cxn ang="T83">
                        <a:pos x="T2" y="T3"/>
                      </a:cxn>
                      <a:cxn ang="T84">
                        <a:pos x="T4" y="T5"/>
                      </a:cxn>
                      <a:cxn ang="T85">
                        <a:pos x="T6" y="T7"/>
                      </a:cxn>
                      <a:cxn ang="T86">
                        <a:pos x="T8" y="T9"/>
                      </a:cxn>
                      <a:cxn ang="T87">
                        <a:pos x="T10" y="T11"/>
                      </a:cxn>
                      <a:cxn ang="T88">
                        <a:pos x="T12" y="T13"/>
                      </a:cxn>
                      <a:cxn ang="T89">
                        <a:pos x="T14" y="T15"/>
                      </a:cxn>
                      <a:cxn ang="T90">
                        <a:pos x="T16" y="T17"/>
                      </a:cxn>
                      <a:cxn ang="T91">
                        <a:pos x="T18" y="T19"/>
                      </a:cxn>
                      <a:cxn ang="T92">
                        <a:pos x="T20" y="T21"/>
                      </a:cxn>
                      <a:cxn ang="T93">
                        <a:pos x="T22" y="T23"/>
                      </a:cxn>
                      <a:cxn ang="T94">
                        <a:pos x="T24" y="T25"/>
                      </a:cxn>
                      <a:cxn ang="T95">
                        <a:pos x="T26" y="T27"/>
                      </a:cxn>
                      <a:cxn ang="T96">
                        <a:pos x="T28" y="T29"/>
                      </a:cxn>
                      <a:cxn ang="T97">
                        <a:pos x="T30" y="T31"/>
                      </a:cxn>
                      <a:cxn ang="T98">
                        <a:pos x="T32" y="T33"/>
                      </a:cxn>
                      <a:cxn ang="T99">
                        <a:pos x="T34" y="T35"/>
                      </a:cxn>
                      <a:cxn ang="T100">
                        <a:pos x="T36" y="T37"/>
                      </a:cxn>
                      <a:cxn ang="T101">
                        <a:pos x="T38" y="T39"/>
                      </a:cxn>
                      <a:cxn ang="T102">
                        <a:pos x="T40" y="T41"/>
                      </a:cxn>
                      <a:cxn ang="T103">
                        <a:pos x="T42" y="T43"/>
                      </a:cxn>
                      <a:cxn ang="T104">
                        <a:pos x="T44" y="T45"/>
                      </a:cxn>
                      <a:cxn ang="T105">
                        <a:pos x="T46" y="T47"/>
                      </a:cxn>
                      <a:cxn ang="T106">
                        <a:pos x="T48" y="T49"/>
                      </a:cxn>
                      <a:cxn ang="T107">
                        <a:pos x="T50" y="T51"/>
                      </a:cxn>
                      <a:cxn ang="T108">
                        <a:pos x="T52" y="T53"/>
                      </a:cxn>
                      <a:cxn ang="T109">
                        <a:pos x="T54" y="T55"/>
                      </a:cxn>
                      <a:cxn ang="T110">
                        <a:pos x="T56" y="T57"/>
                      </a:cxn>
                      <a:cxn ang="T111">
                        <a:pos x="T58" y="T59"/>
                      </a:cxn>
                      <a:cxn ang="T112">
                        <a:pos x="T60" y="T61"/>
                      </a:cxn>
                      <a:cxn ang="T113">
                        <a:pos x="T62" y="T63"/>
                      </a:cxn>
                      <a:cxn ang="T114">
                        <a:pos x="T64" y="T65"/>
                      </a:cxn>
                      <a:cxn ang="T115">
                        <a:pos x="T66" y="T67"/>
                      </a:cxn>
                      <a:cxn ang="T116">
                        <a:pos x="T68" y="T69"/>
                      </a:cxn>
                      <a:cxn ang="T117">
                        <a:pos x="T70" y="T71"/>
                      </a:cxn>
                      <a:cxn ang="T118">
                        <a:pos x="T72" y="T73"/>
                      </a:cxn>
                      <a:cxn ang="T119">
                        <a:pos x="T74" y="T75"/>
                      </a:cxn>
                      <a:cxn ang="T120">
                        <a:pos x="T76" y="T77"/>
                      </a:cxn>
                      <a:cxn ang="T121">
                        <a:pos x="T78" y="T79"/>
                      </a:cxn>
                      <a:cxn ang="T122">
                        <a:pos x="T80" y="T81"/>
                      </a:cxn>
                    </a:cxnLst>
                    <a:rect l="T123" t="T124" r="T125" b="T126"/>
                    <a:pathLst>
                      <a:path w="717" h="756">
                        <a:moveTo>
                          <a:pt x="0" y="756"/>
                        </a:moveTo>
                        <a:lnTo>
                          <a:pt x="52" y="167"/>
                        </a:lnTo>
                        <a:lnTo>
                          <a:pt x="64" y="384"/>
                        </a:lnTo>
                        <a:lnTo>
                          <a:pt x="90" y="103"/>
                        </a:lnTo>
                        <a:lnTo>
                          <a:pt x="116" y="519"/>
                        </a:lnTo>
                        <a:lnTo>
                          <a:pt x="135" y="487"/>
                        </a:lnTo>
                        <a:lnTo>
                          <a:pt x="135" y="359"/>
                        </a:lnTo>
                        <a:lnTo>
                          <a:pt x="167" y="71"/>
                        </a:lnTo>
                        <a:lnTo>
                          <a:pt x="192" y="244"/>
                        </a:lnTo>
                        <a:lnTo>
                          <a:pt x="205" y="96"/>
                        </a:lnTo>
                        <a:lnTo>
                          <a:pt x="218" y="615"/>
                        </a:lnTo>
                        <a:lnTo>
                          <a:pt x="244" y="397"/>
                        </a:lnTo>
                        <a:lnTo>
                          <a:pt x="282" y="519"/>
                        </a:lnTo>
                        <a:lnTo>
                          <a:pt x="308" y="308"/>
                        </a:lnTo>
                        <a:lnTo>
                          <a:pt x="333" y="442"/>
                        </a:lnTo>
                        <a:lnTo>
                          <a:pt x="346" y="352"/>
                        </a:lnTo>
                        <a:lnTo>
                          <a:pt x="365" y="384"/>
                        </a:lnTo>
                        <a:lnTo>
                          <a:pt x="378" y="135"/>
                        </a:lnTo>
                        <a:lnTo>
                          <a:pt x="391" y="301"/>
                        </a:lnTo>
                        <a:lnTo>
                          <a:pt x="384" y="519"/>
                        </a:lnTo>
                        <a:lnTo>
                          <a:pt x="404" y="679"/>
                        </a:lnTo>
                        <a:lnTo>
                          <a:pt x="429" y="628"/>
                        </a:lnTo>
                        <a:lnTo>
                          <a:pt x="442" y="480"/>
                        </a:lnTo>
                        <a:lnTo>
                          <a:pt x="455" y="391"/>
                        </a:lnTo>
                        <a:lnTo>
                          <a:pt x="436" y="506"/>
                        </a:lnTo>
                        <a:lnTo>
                          <a:pt x="461" y="352"/>
                        </a:lnTo>
                        <a:lnTo>
                          <a:pt x="474" y="455"/>
                        </a:lnTo>
                        <a:lnTo>
                          <a:pt x="493" y="519"/>
                        </a:lnTo>
                        <a:lnTo>
                          <a:pt x="512" y="410"/>
                        </a:lnTo>
                        <a:lnTo>
                          <a:pt x="532" y="186"/>
                        </a:lnTo>
                        <a:lnTo>
                          <a:pt x="544" y="231"/>
                        </a:lnTo>
                        <a:lnTo>
                          <a:pt x="570" y="148"/>
                        </a:lnTo>
                        <a:lnTo>
                          <a:pt x="576" y="301"/>
                        </a:lnTo>
                        <a:lnTo>
                          <a:pt x="576" y="730"/>
                        </a:lnTo>
                        <a:lnTo>
                          <a:pt x="647" y="0"/>
                        </a:lnTo>
                        <a:lnTo>
                          <a:pt x="647" y="250"/>
                        </a:lnTo>
                        <a:lnTo>
                          <a:pt x="660" y="333"/>
                        </a:lnTo>
                        <a:lnTo>
                          <a:pt x="685" y="192"/>
                        </a:lnTo>
                        <a:lnTo>
                          <a:pt x="711" y="340"/>
                        </a:lnTo>
                        <a:lnTo>
                          <a:pt x="698" y="429"/>
                        </a:lnTo>
                        <a:lnTo>
                          <a:pt x="717" y="461"/>
                        </a:lnTo>
                      </a:path>
                    </a:pathLst>
                  </a:custGeom>
                  <a:noFill/>
                  <a:ln w="9525">
                    <a:solidFill>
                      <a:srgbClr val="FF0000"/>
                    </a:solidFill>
                    <a:round/>
                    <a:headEnd/>
                    <a:tailEnd/>
                  </a:ln>
                </p:spPr>
                <p:txBody>
                  <a:bodyPr/>
                  <a:lstStyle/>
                  <a:p>
                    <a:endParaRPr lang="en-GB" sz="1600"/>
                  </a:p>
                </p:txBody>
              </p:sp>
              <p:sp>
                <p:nvSpPr>
                  <p:cNvPr id="14579" name="Freeform 195"/>
                  <p:cNvSpPr>
                    <a:spLocks/>
                  </p:cNvSpPr>
                  <p:nvPr/>
                </p:nvSpPr>
                <p:spPr bwMode="auto">
                  <a:xfrm flipH="1" flipV="1">
                    <a:off x="3770" y="1145"/>
                    <a:ext cx="313" cy="756"/>
                  </a:xfrm>
                  <a:custGeom>
                    <a:avLst/>
                    <a:gdLst>
                      <a:gd name="T0" fmla="*/ 0 w 717"/>
                      <a:gd name="T1" fmla="*/ 756 h 756"/>
                      <a:gd name="T2" fmla="*/ 4 w 717"/>
                      <a:gd name="T3" fmla="*/ 167 h 756"/>
                      <a:gd name="T4" fmla="*/ 5 w 717"/>
                      <a:gd name="T5" fmla="*/ 384 h 756"/>
                      <a:gd name="T6" fmla="*/ 7 w 717"/>
                      <a:gd name="T7" fmla="*/ 103 h 756"/>
                      <a:gd name="T8" fmla="*/ 10 w 717"/>
                      <a:gd name="T9" fmla="*/ 519 h 756"/>
                      <a:gd name="T10" fmla="*/ 11 w 717"/>
                      <a:gd name="T11" fmla="*/ 487 h 756"/>
                      <a:gd name="T12" fmla="*/ 11 w 717"/>
                      <a:gd name="T13" fmla="*/ 359 h 756"/>
                      <a:gd name="T14" fmla="*/ 14 w 717"/>
                      <a:gd name="T15" fmla="*/ 71 h 756"/>
                      <a:gd name="T16" fmla="*/ 16 w 717"/>
                      <a:gd name="T17" fmla="*/ 244 h 756"/>
                      <a:gd name="T18" fmla="*/ 17 w 717"/>
                      <a:gd name="T19" fmla="*/ 96 h 756"/>
                      <a:gd name="T20" fmla="*/ 18 w 717"/>
                      <a:gd name="T21" fmla="*/ 615 h 756"/>
                      <a:gd name="T22" fmla="*/ 21 w 717"/>
                      <a:gd name="T23" fmla="*/ 397 h 756"/>
                      <a:gd name="T24" fmla="*/ 24 w 717"/>
                      <a:gd name="T25" fmla="*/ 519 h 756"/>
                      <a:gd name="T26" fmla="*/ 25 w 717"/>
                      <a:gd name="T27" fmla="*/ 308 h 756"/>
                      <a:gd name="T28" fmla="*/ 28 w 717"/>
                      <a:gd name="T29" fmla="*/ 442 h 756"/>
                      <a:gd name="T30" fmla="*/ 29 w 717"/>
                      <a:gd name="T31" fmla="*/ 352 h 756"/>
                      <a:gd name="T32" fmla="*/ 30 w 717"/>
                      <a:gd name="T33" fmla="*/ 384 h 756"/>
                      <a:gd name="T34" fmla="*/ 31 w 717"/>
                      <a:gd name="T35" fmla="*/ 135 h 756"/>
                      <a:gd name="T36" fmla="*/ 33 w 717"/>
                      <a:gd name="T37" fmla="*/ 301 h 756"/>
                      <a:gd name="T38" fmla="*/ 32 w 717"/>
                      <a:gd name="T39" fmla="*/ 519 h 756"/>
                      <a:gd name="T40" fmla="*/ 34 w 717"/>
                      <a:gd name="T41" fmla="*/ 679 h 756"/>
                      <a:gd name="T42" fmla="*/ 36 w 717"/>
                      <a:gd name="T43" fmla="*/ 628 h 756"/>
                      <a:gd name="T44" fmla="*/ 37 w 717"/>
                      <a:gd name="T45" fmla="*/ 480 h 756"/>
                      <a:gd name="T46" fmla="*/ 38 w 717"/>
                      <a:gd name="T47" fmla="*/ 391 h 756"/>
                      <a:gd name="T48" fmla="*/ 36 w 717"/>
                      <a:gd name="T49" fmla="*/ 506 h 756"/>
                      <a:gd name="T50" fmla="*/ 38 w 717"/>
                      <a:gd name="T51" fmla="*/ 352 h 756"/>
                      <a:gd name="T52" fmla="*/ 39 w 717"/>
                      <a:gd name="T53" fmla="*/ 455 h 756"/>
                      <a:gd name="T54" fmla="*/ 41 w 717"/>
                      <a:gd name="T55" fmla="*/ 519 h 756"/>
                      <a:gd name="T56" fmla="*/ 43 w 717"/>
                      <a:gd name="T57" fmla="*/ 410 h 756"/>
                      <a:gd name="T58" fmla="*/ 44 w 717"/>
                      <a:gd name="T59" fmla="*/ 186 h 756"/>
                      <a:gd name="T60" fmla="*/ 45 w 717"/>
                      <a:gd name="T61" fmla="*/ 231 h 756"/>
                      <a:gd name="T62" fmla="*/ 48 w 717"/>
                      <a:gd name="T63" fmla="*/ 148 h 756"/>
                      <a:gd name="T64" fmla="*/ 48 w 717"/>
                      <a:gd name="T65" fmla="*/ 301 h 756"/>
                      <a:gd name="T66" fmla="*/ 48 w 717"/>
                      <a:gd name="T67" fmla="*/ 730 h 756"/>
                      <a:gd name="T68" fmla="*/ 54 w 717"/>
                      <a:gd name="T69" fmla="*/ 0 h 756"/>
                      <a:gd name="T70" fmla="*/ 54 w 717"/>
                      <a:gd name="T71" fmla="*/ 250 h 756"/>
                      <a:gd name="T72" fmla="*/ 55 w 717"/>
                      <a:gd name="T73" fmla="*/ 333 h 756"/>
                      <a:gd name="T74" fmla="*/ 57 w 717"/>
                      <a:gd name="T75" fmla="*/ 192 h 756"/>
                      <a:gd name="T76" fmla="*/ 59 w 717"/>
                      <a:gd name="T77" fmla="*/ 340 h 756"/>
                      <a:gd name="T78" fmla="*/ 58 w 717"/>
                      <a:gd name="T79" fmla="*/ 429 h 756"/>
                      <a:gd name="T80" fmla="*/ 60 w 717"/>
                      <a:gd name="T81" fmla="*/ 461 h 756"/>
                      <a:gd name="T82" fmla="*/ 0 60000 65536"/>
                      <a:gd name="T83" fmla="*/ 0 60000 65536"/>
                      <a:gd name="T84" fmla="*/ 0 60000 65536"/>
                      <a:gd name="T85" fmla="*/ 0 60000 65536"/>
                      <a:gd name="T86" fmla="*/ 0 60000 65536"/>
                      <a:gd name="T87" fmla="*/ 0 60000 65536"/>
                      <a:gd name="T88" fmla="*/ 0 60000 65536"/>
                      <a:gd name="T89" fmla="*/ 0 60000 65536"/>
                      <a:gd name="T90" fmla="*/ 0 60000 65536"/>
                      <a:gd name="T91" fmla="*/ 0 60000 65536"/>
                      <a:gd name="T92" fmla="*/ 0 60000 65536"/>
                      <a:gd name="T93" fmla="*/ 0 60000 65536"/>
                      <a:gd name="T94" fmla="*/ 0 60000 65536"/>
                      <a:gd name="T95" fmla="*/ 0 60000 65536"/>
                      <a:gd name="T96" fmla="*/ 0 60000 65536"/>
                      <a:gd name="T97" fmla="*/ 0 60000 65536"/>
                      <a:gd name="T98" fmla="*/ 0 60000 65536"/>
                      <a:gd name="T99" fmla="*/ 0 60000 65536"/>
                      <a:gd name="T100" fmla="*/ 0 60000 65536"/>
                      <a:gd name="T101" fmla="*/ 0 60000 65536"/>
                      <a:gd name="T102" fmla="*/ 0 60000 65536"/>
                      <a:gd name="T103" fmla="*/ 0 60000 65536"/>
                      <a:gd name="T104" fmla="*/ 0 60000 65536"/>
                      <a:gd name="T105" fmla="*/ 0 60000 65536"/>
                      <a:gd name="T106" fmla="*/ 0 60000 65536"/>
                      <a:gd name="T107" fmla="*/ 0 60000 65536"/>
                      <a:gd name="T108" fmla="*/ 0 60000 65536"/>
                      <a:gd name="T109" fmla="*/ 0 60000 65536"/>
                      <a:gd name="T110" fmla="*/ 0 60000 65536"/>
                      <a:gd name="T111" fmla="*/ 0 60000 65536"/>
                      <a:gd name="T112" fmla="*/ 0 60000 65536"/>
                      <a:gd name="T113" fmla="*/ 0 60000 65536"/>
                      <a:gd name="T114" fmla="*/ 0 60000 65536"/>
                      <a:gd name="T115" fmla="*/ 0 60000 65536"/>
                      <a:gd name="T116" fmla="*/ 0 60000 65536"/>
                      <a:gd name="T117" fmla="*/ 0 60000 65536"/>
                      <a:gd name="T118" fmla="*/ 0 60000 65536"/>
                      <a:gd name="T119" fmla="*/ 0 60000 65536"/>
                      <a:gd name="T120" fmla="*/ 0 60000 65536"/>
                      <a:gd name="T121" fmla="*/ 0 60000 65536"/>
                      <a:gd name="T122" fmla="*/ 0 60000 65536"/>
                      <a:gd name="T123" fmla="*/ 0 w 717"/>
                      <a:gd name="T124" fmla="*/ 0 h 756"/>
                      <a:gd name="T125" fmla="*/ 717 w 717"/>
                      <a:gd name="T126" fmla="*/ 756 h 756"/>
                    </a:gdLst>
                    <a:ahLst/>
                    <a:cxnLst>
                      <a:cxn ang="T82">
                        <a:pos x="T0" y="T1"/>
                      </a:cxn>
                      <a:cxn ang="T83">
                        <a:pos x="T2" y="T3"/>
                      </a:cxn>
                      <a:cxn ang="T84">
                        <a:pos x="T4" y="T5"/>
                      </a:cxn>
                      <a:cxn ang="T85">
                        <a:pos x="T6" y="T7"/>
                      </a:cxn>
                      <a:cxn ang="T86">
                        <a:pos x="T8" y="T9"/>
                      </a:cxn>
                      <a:cxn ang="T87">
                        <a:pos x="T10" y="T11"/>
                      </a:cxn>
                      <a:cxn ang="T88">
                        <a:pos x="T12" y="T13"/>
                      </a:cxn>
                      <a:cxn ang="T89">
                        <a:pos x="T14" y="T15"/>
                      </a:cxn>
                      <a:cxn ang="T90">
                        <a:pos x="T16" y="T17"/>
                      </a:cxn>
                      <a:cxn ang="T91">
                        <a:pos x="T18" y="T19"/>
                      </a:cxn>
                      <a:cxn ang="T92">
                        <a:pos x="T20" y="T21"/>
                      </a:cxn>
                      <a:cxn ang="T93">
                        <a:pos x="T22" y="T23"/>
                      </a:cxn>
                      <a:cxn ang="T94">
                        <a:pos x="T24" y="T25"/>
                      </a:cxn>
                      <a:cxn ang="T95">
                        <a:pos x="T26" y="T27"/>
                      </a:cxn>
                      <a:cxn ang="T96">
                        <a:pos x="T28" y="T29"/>
                      </a:cxn>
                      <a:cxn ang="T97">
                        <a:pos x="T30" y="T31"/>
                      </a:cxn>
                      <a:cxn ang="T98">
                        <a:pos x="T32" y="T33"/>
                      </a:cxn>
                      <a:cxn ang="T99">
                        <a:pos x="T34" y="T35"/>
                      </a:cxn>
                      <a:cxn ang="T100">
                        <a:pos x="T36" y="T37"/>
                      </a:cxn>
                      <a:cxn ang="T101">
                        <a:pos x="T38" y="T39"/>
                      </a:cxn>
                      <a:cxn ang="T102">
                        <a:pos x="T40" y="T41"/>
                      </a:cxn>
                      <a:cxn ang="T103">
                        <a:pos x="T42" y="T43"/>
                      </a:cxn>
                      <a:cxn ang="T104">
                        <a:pos x="T44" y="T45"/>
                      </a:cxn>
                      <a:cxn ang="T105">
                        <a:pos x="T46" y="T47"/>
                      </a:cxn>
                      <a:cxn ang="T106">
                        <a:pos x="T48" y="T49"/>
                      </a:cxn>
                      <a:cxn ang="T107">
                        <a:pos x="T50" y="T51"/>
                      </a:cxn>
                      <a:cxn ang="T108">
                        <a:pos x="T52" y="T53"/>
                      </a:cxn>
                      <a:cxn ang="T109">
                        <a:pos x="T54" y="T55"/>
                      </a:cxn>
                      <a:cxn ang="T110">
                        <a:pos x="T56" y="T57"/>
                      </a:cxn>
                      <a:cxn ang="T111">
                        <a:pos x="T58" y="T59"/>
                      </a:cxn>
                      <a:cxn ang="T112">
                        <a:pos x="T60" y="T61"/>
                      </a:cxn>
                      <a:cxn ang="T113">
                        <a:pos x="T62" y="T63"/>
                      </a:cxn>
                      <a:cxn ang="T114">
                        <a:pos x="T64" y="T65"/>
                      </a:cxn>
                      <a:cxn ang="T115">
                        <a:pos x="T66" y="T67"/>
                      </a:cxn>
                      <a:cxn ang="T116">
                        <a:pos x="T68" y="T69"/>
                      </a:cxn>
                      <a:cxn ang="T117">
                        <a:pos x="T70" y="T71"/>
                      </a:cxn>
                      <a:cxn ang="T118">
                        <a:pos x="T72" y="T73"/>
                      </a:cxn>
                      <a:cxn ang="T119">
                        <a:pos x="T74" y="T75"/>
                      </a:cxn>
                      <a:cxn ang="T120">
                        <a:pos x="T76" y="T77"/>
                      </a:cxn>
                      <a:cxn ang="T121">
                        <a:pos x="T78" y="T79"/>
                      </a:cxn>
                      <a:cxn ang="T122">
                        <a:pos x="T80" y="T81"/>
                      </a:cxn>
                    </a:cxnLst>
                    <a:rect l="T123" t="T124" r="T125" b="T126"/>
                    <a:pathLst>
                      <a:path w="717" h="756">
                        <a:moveTo>
                          <a:pt x="0" y="756"/>
                        </a:moveTo>
                        <a:lnTo>
                          <a:pt x="52" y="167"/>
                        </a:lnTo>
                        <a:lnTo>
                          <a:pt x="64" y="384"/>
                        </a:lnTo>
                        <a:lnTo>
                          <a:pt x="90" y="103"/>
                        </a:lnTo>
                        <a:lnTo>
                          <a:pt x="116" y="519"/>
                        </a:lnTo>
                        <a:lnTo>
                          <a:pt x="135" y="487"/>
                        </a:lnTo>
                        <a:lnTo>
                          <a:pt x="135" y="359"/>
                        </a:lnTo>
                        <a:lnTo>
                          <a:pt x="167" y="71"/>
                        </a:lnTo>
                        <a:lnTo>
                          <a:pt x="192" y="244"/>
                        </a:lnTo>
                        <a:lnTo>
                          <a:pt x="205" y="96"/>
                        </a:lnTo>
                        <a:lnTo>
                          <a:pt x="218" y="615"/>
                        </a:lnTo>
                        <a:lnTo>
                          <a:pt x="244" y="397"/>
                        </a:lnTo>
                        <a:lnTo>
                          <a:pt x="282" y="519"/>
                        </a:lnTo>
                        <a:lnTo>
                          <a:pt x="308" y="308"/>
                        </a:lnTo>
                        <a:lnTo>
                          <a:pt x="333" y="442"/>
                        </a:lnTo>
                        <a:lnTo>
                          <a:pt x="346" y="352"/>
                        </a:lnTo>
                        <a:lnTo>
                          <a:pt x="365" y="384"/>
                        </a:lnTo>
                        <a:lnTo>
                          <a:pt x="378" y="135"/>
                        </a:lnTo>
                        <a:lnTo>
                          <a:pt x="391" y="301"/>
                        </a:lnTo>
                        <a:lnTo>
                          <a:pt x="384" y="519"/>
                        </a:lnTo>
                        <a:lnTo>
                          <a:pt x="404" y="679"/>
                        </a:lnTo>
                        <a:lnTo>
                          <a:pt x="429" y="628"/>
                        </a:lnTo>
                        <a:lnTo>
                          <a:pt x="442" y="480"/>
                        </a:lnTo>
                        <a:lnTo>
                          <a:pt x="455" y="391"/>
                        </a:lnTo>
                        <a:lnTo>
                          <a:pt x="436" y="506"/>
                        </a:lnTo>
                        <a:lnTo>
                          <a:pt x="461" y="352"/>
                        </a:lnTo>
                        <a:lnTo>
                          <a:pt x="474" y="455"/>
                        </a:lnTo>
                        <a:lnTo>
                          <a:pt x="493" y="519"/>
                        </a:lnTo>
                        <a:lnTo>
                          <a:pt x="512" y="410"/>
                        </a:lnTo>
                        <a:lnTo>
                          <a:pt x="532" y="186"/>
                        </a:lnTo>
                        <a:lnTo>
                          <a:pt x="544" y="231"/>
                        </a:lnTo>
                        <a:lnTo>
                          <a:pt x="570" y="148"/>
                        </a:lnTo>
                        <a:lnTo>
                          <a:pt x="576" y="301"/>
                        </a:lnTo>
                        <a:lnTo>
                          <a:pt x="576" y="730"/>
                        </a:lnTo>
                        <a:lnTo>
                          <a:pt x="647" y="0"/>
                        </a:lnTo>
                        <a:lnTo>
                          <a:pt x="647" y="250"/>
                        </a:lnTo>
                        <a:lnTo>
                          <a:pt x="660" y="333"/>
                        </a:lnTo>
                        <a:lnTo>
                          <a:pt x="685" y="192"/>
                        </a:lnTo>
                        <a:lnTo>
                          <a:pt x="711" y="340"/>
                        </a:lnTo>
                        <a:lnTo>
                          <a:pt x="698" y="429"/>
                        </a:lnTo>
                        <a:lnTo>
                          <a:pt x="717" y="461"/>
                        </a:lnTo>
                      </a:path>
                    </a:pathLst>
                  </a:custGeom>
                  <a:noFill/>
                  <a:ln w="9525">
                    <a:solidFill>
                      <a:srgbClr val="FF0000"/>
                    </a:solidFill>
                    <a:round/>
                    <a:headEnd/>
                    <a:tailEnd/>
                  </a:ln>
                </p:spPr>
                <p:txBody>
                  <a:bodyPr/>
                  <a:lstStyle/>
                  <a:p>
                    <a:endParaRPr lang="en-GB" sz="1600"/>
                  </a:p>
                </p:txBody>
              </p:sp>
              <p:sp>
                <p:nvSpPr>
                  <p:cNvPr id="14580" name="Freeform 196"/>
                  <p:cNvSpPr>
                    <a:spLocks/>
                  </p:cNvSpPr>
                  <p:nvPr/>
                </p:nvSpPr>
                <p:spPr bwMode="auto">
                  <a:xfrm flipH="1">
                    <a:off x="4077" y="1119"/>
                    <a:ext cx="313" cy="756"/>
                  </a:xfrm>
                  <a:custGeom>
                    <a:avLst/>
                    <a:gdLst>
                      <a:gd name="T0" fmla="*/ 0 w 717"/>
                      <a:gd name="T1" fmla="*/ 756 h 756"/>
                      <a:gd name="T2" fmla="*/ 4 w 717"/>
                      <a:gd name="T3" fmla="*/ 167 h 756"/>
                      <a:gd name="T4" fmla="*/ 5 w 717"/>
                      <a:gd name="T5" fmla="*/ 384 h 756"/>
                      <a:gd name="T6" fmla="*/ 7 w 717"/>
                      <a:gd name="T7" fmla="*/ 103 h 756"/>
                      <a:gd name="T8" fmla="*/ 10 w 717"/>
                      <a:gd name="T9" fmla="*/ 519 h 756"/>
                      <a:gd name="T10" fmla="*/ 11 w 717"/>
                      <a:gd name="T11" fmla="*/ 487 h 756"/>
                      <a:gd name="T12" fmla="*/ 11 w 717"/>
                      <a:gd name="T13" fmla="*/ 359 h 756"/>
                      <a:gd name="T14" fmla="*/ 14 w 717"/>
                      <a:gd name="T15" fmla="*/ 71 h 756"/>
                      <a:gd name="T16" fmla="*/ 16 w 717"/>
                      <a:gd name="T17" fmla="*/ 244 h 756"/>
                      <a:gd name="T18" fmla="*/ 17 w 717"/>
                      <a:gd name="T19" fmla="*/ 96 h 756"/>
                      <a:gd name="T20" fmla="*/ 18 w 717"/>
                      <a:gd name="T21" fmla="*/ 615 h 756"/>
                      <a:gd name="T22" fmla="*/ 21 w 717"/>
                      <a:gd name="T23" fmla="*/ 397 h 756"/>
                      <a:gd name="T24" fmla="*/ 24 w 717"/>
                      <a:gd name="T25" fmla="*/ 519 h 756"/>
                      <a:gd name="T26" fmla="*/ 25 w 717"/>
                      <a:gd name="T27" fmla="*/ 308 h 756"/>
                      <a:gd name="T28" fmla="*/ 28 w 717"/>
                      <a:gd name="T29" fmla="*/ 442 h 756"/>
                      <a:gd name="T30" fmla="*/ 29 w 717"/>
                      <a:gd name="T31" fmla="*/ 352 h 756"/>
                      <a:gd name="T32" fmla="*/ 30 w 717"/>
                      <a:gd name="T33" fmla="*/ 384 h 756"/>
                      <a:gd name="T34" fmla="*/ 31 w 717"/>
                      <a:gd name="T35" fmla="*/ 135 h 756"/>
                      <a:gd name="T36" fmla="*/ 33 w 717"/>
                      <a:gd name="T37" fmla="*/ 301 h 756"/>
                      <a:gd name="T38" fmla="*/ 32 w 717"/>
                      <a:gd name="T39" fmla="*/ 519 h 756"/>
                      <a:gd name="T40" fmla="*/ 34 w 717"/>
                      <a:gd name="T41" fmla="*/ 679 h 756"/>
                      <a:gd name="T42" fmla="*/ 36 w 717"/>
                      <a:gd name="T43" fmla="*/ 628 h 756"/>
                      <a:gd name="T44" fmla="*/ 37 w 717"/>
                      <a:gd name="T45" fmla="*/ 480 h 756"/>
                      <a:gd name="T46" fmla="*/ 38 w 717"/>
                      <a:gd name="T47" fmla="*/ 391 h 756"/>
                      <a:gd name="T48" fmla="*/ 36 w 717"/>
                      <a:gd name="T49" fmla="*/ 506 h 756"/>
                      <a:gd name="T50" fmla="*/ 38 w 717"/>
                      <a:gd name="T51" fmla="*/ 352 h 756"/>
                      <a:gd name="T52" fmla="*/ 39 w 717"/>
                      <a:gd name="T53" fmla="*/ 455 h 756"/>
                      <a:gd name="T54" fmla="*/ 41 w 717"/>
                      <a:gd name="T55" fmla="*/ 519 h 756"/>
                      <a:gd name="T56" fmla="*/ 43 w 717"/>
                      <a:gd name="T57" fmla="*/ 410 h 756"/>
                      <a:gd name="T58" fmla="*/ 44 w 717"/>
                      <a:gd name="T59" fmla="*/ 186 h 756"/>
                      <a:gd name="T60" fmla="*/ 45 w 717"/>
                      <a:gd name="T61" fmla="*/ 231 h 756"/>
                      <a:gd name="T62" fmla="*/ 48 w 717"/>
                      <a:gd name="T63" fmla="*/ 148 h 756"/>
                      <a:gd name="T64" fmla="*/ 48 w 717"/>
                      <a:gd name="T65" fmla="*/ 301 h 756"/>
                      <a:gd name="T66" fmla="*/ 48 w 717"/>
                      <a:gd name="T67" fmla="*/ 730 h 756"/>
                      <a:gd name="T68" fmla="*/ 54 w 717"/>
                      <a:gd name="T69" fmla="*/ 0 h 756"/>
                      <a:gd name="T70" fmla="*/ 54 w 717"/>
                      <a:gd name="T71" fmla="*/ 250 h 756"/>
                      <a:gd name="T72" fmla="*/ 55 w 717"/>
                      <a:gd name="T73" fmla="*/ 333 h 756"/>
                      <a:gd name="T74" fmla="*/ 57 w 717"/>
                      <a:gd name="T75" fmla="*/ 192 h 756"/>
                      <a:gd name="T76" fmla="*/ 59 w 717"/>
                      <a:gd name="T77" fmla="*/ 340 h 756"/>
                      <a:gd name="T78" fmla="*/ 58 w 717"/>
                      <a:gd name="T79" fmla="*/ 429 h 756"/>
                      <a:gd name="T80" fmla="*/ 60 w 717"/>
                      <a:gd name="T81" fmla="*/ 461 h 756"/>
                      <a:gd name="T82" fmla="*/ 0 60000 65536"/>
                      <a:gd name="T83" fmla="*/ 0 60000 65536"/>
                      <a:gd name="T84" fmla="*/ 0 60000 65536"/>
                      <a:gd name="T85" fmla="*/ 0 60000 65536"/>
                      <a:gd name="T86" fmla="*/ 0 60000 65536"/>
                      <a:gd name="T87" fmla="*/ 0 60000 65536"/>
                      <a:gd name="T88" fmla="*/ 0 60000 65536"/>
                      <a:gd name="T89" fmla="*/ 0 60000 65536"/>
                      <a:gd name="T90" fmla="*/ 0 60000 65536"/>
                      <a:gd name="T91" fmla="*/ 0 60000 65536"/>
                      <a:gd name="T92" fmla="*/ 0 60000 65536"/>
                      <a:gd name="T93" fmla="*/ 0 60000 65536"/>
                      <a:gd name="T94" fmla="*/ 0 60000 65536"/>
                      <a:gd name="T95" fmla="*/ 0 60000 65536"/>
                      <a:gd name="T96" fmla="*/ 0 60000 65536"/>
                      <a:gd name="T97" fmla="*/ 0 60000 65536"/>
                      <a:gd name="T98" fmla="*/ 0 60000 65536"/>
                      <a:gd name="T99" fmla="*/ 0 60000 65536"/>
                      <a:gd name="T100" fmla="*/ 0 60000 65536"/>
                      <a:gd name="T101" fmla="*/ 0 60000 65536"/>
                      <a:gd name="T102" fmla="*/ 0 60000 65536"/>
                      <a:gd name="T103" fmla="*/ 0 60000 65536"/>
                      <a:gd name="T104" fmla="*/ 0 60000 65536"/>
                      <a:gd name="T105" fmla="*/ 0 60000 65536"/>
                      <a:gd name="T106" fmla="*/ 0 60000 65536"/>
                      <a:gd name="T107" fmla="*/ 0 60000 65536"/>
                      <a:gd name="T108" fmla="*/ 0 60000 65536"/>
                      <a:gd name="T109" fmla="*/ 0 60000 65536"/>
                      <a:gd name="T110" fmla="*/ 0 60000 65536"/>
                      <a:gd name="T111" fmla="*/ 0 60000 65536"/>
                      <a:gd name="T112" fmla="*/ 0 60000 65536"/>
                      <a:gd name="T113" fmla="*/ 0 60000 65536"/>
                      <a:gd name="T114" fmla="*/ 0 60000 65536"/>
                      <a:gd name="T115" fmla="*/ 0 60000 65536"/>
                      <a:gd name="T116" fmla="*/ 0 60000 65536"/>
                      <a:gd name="T117" fmla="*/ 0 60000 65536"/>
                      <a:gd name="T118" fmla="*/ 0 60000 65536"/>
                      <a:gd name="T119" fmla="*/ 0 60000 65536"/>
                      <a:gd name="T120" fmla="*/ 0 60000 65536"/>
                      <a:gd name="T121" fmla="*/ 0 60000 65536"/>
                      <a:gd name="T122" fmla="*/ 0 60000 65536"/>
                      <a:gd name="T123" fmla="*/ 0 w 717"/>
                      <a:gd name="T124" fmla="*/ 0 h 756"/>
                      <a:gd name="T125" fmla="*/ 717 w 717"/>
                      <a:gd name="T126" fmla="*/ 756 h 756"/>
                    </a:gdLst>
                    <a:ahLst/>
                    <a:cxnLst>
                      <a:cxn ang="T82">
                        <a:pos x="T0" y="T1"/>
                      </a:cxn>
                      <a:cxn ang="T83">
                        <a:pos x="T2" y="T3"/>
                      </a:cxn>
                      <a:cxn ang="T84">
                        <a:pos x="T4" y="T5"/>
                      </a:cxn>
                      <a:cxn ang="T85">
                        <a:pos x="T6" y="T7"/>
                      </a:cxn>
                      <a:cxn ang="T86">
                        <a:pos x="T8" y="T9"/>
                      </a:cxn>
                      <a:cxn ang="T87">
                        <a:pos x="T10" y="T11"/>
                      </a:cxn>
                      <a:cxn ang="T88">
                        <a:pos x="T12" y="T13"/>
                      </a:cxn>
                      <a:cxn ang="T89">
                        <a:pos x="T14" y="T15"/>
                      </a:cxn>
                      <a:cxn ang="T90">
                        <a:pos x="T16" y="T17"/>
                      </a:cxn>
                      <a:cxn ang="T91">
                        <a:pos x="T18" y="T19"/>
                      </a:cxn>
                      <a:cxn ang="T92">
                        <a:pos x="T20" y="T21"/>
                      </a:cxn>
                      <a:cxn ang="T93">
                        <a:pos x="T22" y="T23"/>
                      </a:cxn>
                      <a:cxn ang="T94">
                        <a:pos x="T24" y="T25"/>
                      </a:cxn>
                      <a:cxn ang="T95">
                        <a:pos x="T26" y="T27"/>
                      </a:cxn>
                      <a:cxn ang="T96">
                        <a:pos x="T28" y="T29"/>
                      </a:cxn>
                      <a:cxn ang="T97">
                        <a:pos x="T30" y="T31"/>
                      </a:cxn>
                      <a:cxn ang="T98">
                        <a:pos x="T32" y="T33"/>
                      </a:cxn>
                      <a:cxn ang="T99">
                        <a:pos x="T34" y="T35"/>
                      </a:cxn>
                      <a:cxn ang="T100">
                        <a:pos x="T36" y="T37"/>
                      </a:cxn>
                      <a:cxn ang="T101">
                        <a:pos x="T38" y="T39"/>
                      </a:cxn>
                      <a:cxn ang="T102">
                        <a:pos x="T40" y="T41"/>
                      </a:cxn>
                      <a:cxn ang="T103">
                        <a:pos x="T42" y="T43"/>
                      </a:cxn>
                      <a:cxn ang="T104">
                        <a:pos x="T44" y="T45"/>
                      </a:cxn>
                      <a:cxn ang="T105">
                        <a:pos x="T46" y="T47"/>
                      </a:cxn>
                      <a:cxn ang="T106">
                        <a:pos x="T48" y="T49"/>
                      </a:cxn>
                      <a:cxn ang="T107">
                        <a:pos x="T50" y="T51"/>
                      </a:cxn>
                      <a:cxn ang="T108">
                        <a:pos x="T52" y="T53"/>
                      </a:cxn>
                      <a:cxn ang="T109">
                        <a:pos x="T54" y="T55"/>
                      </a:cxn>
                      <a:cxn ang="T110">
                        <a:pos x="T56" y="T57"/>
                      </a:cxn>
                      <a:cxn ang="T111">
                        <a:pos x="T58" y="T59"/>
                      </a:cxn>
                      <a:cxn ang="T112">
                        <a:pos x="T60" y="T61"/>
                      </a:cxn>
                      <a:cxn ang="T113">
                        <a:pos x="T62" y="T63"/>
                      </a:cxn>
                      <a:cxn ang="T114">
                        <a:pos x="T64" y="T65"/>
                      </a:cxn>
                      <a:cxn ang="T115">
                        <a:pos x="T66" y="T67"/>
                      </a:cxn>
                      <a:cxn ang="T116">
                        <a:pos x="T68" y="T69"/>
                      </a:cxn>
                      <a:cxn ang="T117">
                        <a:pos x="T70" y="T71"/>
                      </a:cxn>
                      <a:cxn ang="T118">
                        <a:pos x="T72" y="T73"/>
                      </a:cxn>
                      <a:cxn ang="T119">
                        <a:pos x="T74" y="T75"/>
                      </a:cxn>
                      <a:cxn ang="T120">
                        <a:pos x="T76" y="T77"/>
                      </a:cxn>
                      <a:cxn ang="T121">
                        <a:pos x="T78" y="T79"/>
                      </a:cxn>
                      <a:cxn ang="T122">
                        <a:pos x="T80" y="T81"/>
                      </a:cxn>
                    </a:cxnLst>
                    <a:rect l="T123" t="T124" r="T125" b="T126"/>
                    <a:pathLst>
                      <a:path w="717" h="756">
                        <a:moveTo>
                          <a:pt x="0" y="756"/>
                        </a:moveTo>
                        <a:lnTo>
                          <a:pt x="52" y="167"/>
                        </a:lnTo>
                        <a:lnTo>
                          <a:pt x="64" y="384"/>
                        </a:lnTo>
                        <a:lnTo>
                          <a:pt x="90" y="103"/>
                        </a:lnTo>
                        <a:lnTo>
                          <a:pt x="116" y="519"/>
                        </a:lnTo>
                        <a:lnTo>
                          <a:pt x="135" y="487"/>
                        </a:lnTo>
                        <a:lnTo>
                          <a:pt x="135" y="359"/>
                        </a:lnTo>
                        <a:lnTo>
                          <a:pt x="167" y="71"/>
                        </a:lnTo>
                        <a:lnTo>
                          <a:pt x="192" y="244"/>
                        </a:lnTo>
                        <a:lnTo>
                          <a:pt x="205" y="96"/>
                        </a:lnTo>
                        <a:lnTo>
                          <a:pt x="218" y="615"/>
                        </a:lnTo>
                        <a:lnTo>
                          <a:pt x="244" y="397"/>
                        </a:lnTo>
                        <a:lnTo>
                          <a:pt x="282" y="519"/>
                        </a:lnTo>
                        <a:lnTo>
                          <a:pt x="308" y="308"/>
                        </a:lnTo>
                        <a:lnTo>
                          <a:pt x="333" y="442"/>
                        </a:lnTo>
                        <a:lnTo>
                          <a:pt x="346" y="352"/>
                        </a:lnTo>
                        <a:lnTo>
                          <a:pt x="365" y="384"/>
                        </a:lnTo>
                        <a:lnTo>
                          <a:pt x="378" y="135"/>
                        </a:lnTo>
                        <a:lnTo>
                          <a:pt x="391" y="301"/>
                        </a:lnTo>
                        <a:lnTo>
                          <a:pt x="384" y="519"/>
                        </a:lnTo>
                        <a:lnTo>
                          <a:pt x="404" y="679"/>
                        </a:lnTo>
                        <a:lnTo>
                          <a:pt x="429" y="628"/>
                        </a:lnTo>
                        <a:lnTo>
                          <a:pt x="442" y="480"/>
                        </a:lnTo>
                        <a:lnTo>
                          <a:pt x="455" y="391"/>
                        </a:lnTo>
                        <a:lnTo>
                          <a:pt x="436" y="506"/>
                        </a:lnTo>
                        <a:lnTo>
                          <a:pt x="461" y="352"/>
                        </a:lnTo>
                        <a:lnTo>
                          <a:pt x="474" y="455"/>
                        </a:lnTo>
                        <a:lnTo>
                          <a:pt x="493" y="519"/>
                        </a:lnTo>
                        <a:lnTo>
                          <a:pt x="512" y="410"/>
                        </a:lnTo>
                        <a:lnTo>
                          <a:pt x="532" y="186"/>
                        </a:lnTo>
                        <a:lnTo>
                          <a:pt x="544" y="231"/>
                        </a:lnTo>
                        <a:lnTo>
                          <a:pt x="570" y="148"/>
                        </a:lnTo>
                        <a:lnTo>
                          <a:pt x="576" y="301"/>
                        </a:lnTo>
                        <a:lnTo>
                          <a:pt x="576" y="730"/>
                        </a:lnTo>
                        <a:lnTo>
                          <a:pt x="647" y="0"/>
                        </a:lnTo>
                        <a:lnTo>
                          <a:pt x="647" y="250"/>
                        </a:lnTo>
                        <a:lnTo>
                          <a:pt x="660" y="333"/>
                        </a:lnTo>
                        <a:lnTo>
                          <a:pt x="685" y="192"/>
                        </a:lnTo>
                        <a:lnTo>
                          <a:pt x="711" y="340"/>
                        </a:lnTo>
                        <a:lnTo>
                          <a:pt x="698" y="429"/>
                        </a:lnTo>
                        <a:lnTo>
                          <a:pt x="717" y="461"/>
                        </a:lnTo>
                      </a:path>
                    </a:pathLst>
                  </a:custGeom>
                  <a:noFill/>
                  <a:ln w="9525">
                    <a:solidFill>
                      <a:srgbClr val="FF0000"/>
                    </a:solidFill>
                    <a:round/>
                    <a:headEnd/>
                    <a:tailEnd/>
                  </a:ln>
                </p:spPr>
                <p:txBody>
                  <a:bodyPr/>
                  <a:lstStyle/>
                  <a:p>
                    <a:endParaRPr lang="en-GB" sz="1600"/>
                  </a:p>
                </p:txBody>
              </p:sp>
              <p:sp>
                <p:nvSpPr>
                  <p:cNvPr id="14581" name="Freeform 197"/>
                  <p:cNvSpPr>
                    <a:spLocks/>
                  </p:cNvSpPr>
                  <p:nvPr/>
                </p:nvSpPr>
                <p:spPr bwMode="auto">
                  <a:xfrm flipV="1">
                    <a:off x="4385" y="1138"/>
                    <a:ext cx="313" cy="756"/>
                  </a:xfrm>
                  <a:custGeom>
                    <a:avLst/>
                    <a:gdLst>
                      <a:gd name="T0" fmla="*/ 0 w 717"/>
                      <a:gd name="T1" fmla="*/ 756 h 756"/>
                      <a:gd name="T2" fmla="*/ 4 w 717"/>
                      <a:gd name="T3" fmla="*/ 167 h 756"/>
                      <a:gd name="T4" fmla="*/ 5 w 717"/>
                      <a:gd name="T5" fmla="*/ 384 h 756"/>
                      <a:gd name="T6" fmla="*/ 7 w 717"/>
                      <a:gd name="T7" fmla="*/ 103 h 756"/>
                      <a:gd name="T8" fmla="*/ 10 w 717"/>
                      <a:gd name="T9" fmla="*/ 519 h 756"/>
                      <a:gd name="T10" fmla="*/ 11 w 717"/>
                      <a:gd name="T11" fmla="*/ 487 h 756"/>
                      <a:gd name="T12" fmla="*/ 11 w 717"/>
                      <a:gd name="T13" fmla="*/ 359 h 756"/>
                      <a:gd name="T14" fmla="*/ 14 w 717"/>
                      <a:gd name="T15" fmla="*/ 71 h 756"/>
                      <a:gd name="T16" fmla="*/ 16 w 717"/>
                      <a:gd name="T17" fmla="*/ 244 h 756"/>
                      <a:gd name="T18" fmla="*/ 17 w 717"/>
                      <a:gd name="T19" fmla="*/ 96 h 756"/>
                      <a:gd name="T20" fmla="*/ 18 w 717"/>
                      <a:gd name="T21" fmla="*/ 615 h 756"/>
                      <a:gd name="T22" fmla="*/ 21 w 717"/>
                      <a:gd name="T23" fmla="*/ 397 h 756"/>
                      <a:gd name="T24" fmla="*/ 24 w 717"/>
                      <a:gd name="T25" fmla="*/ 519 h 756"/>
                      <a:gd name="T26" fmla="*/ 25 w 717"/>
                      <a:gd name="T27" fmla="*/ 308 h 756"/>
                      <a:gd name="T28" fmla="*/ 28 w 717"/>
                      <a:gd name="T29" fmla="*/ 442 h 756"/>
                      <a:gd name="T30" fmla="*/ 29 w 717"/>
                      <a:gd name="T31" fmla="*/ 352 h 756"/>
                      <a:gd name="T32" fmla="*/ 30 w 717"/>
                      <a:gd name="T33" fmla="*/ 384 h 756"/>
                      <a:gd name="T34" fmla="*/ 31 w 717"/>
                      <a:gd name="T35" fmla="*/ 135 h 756"/>
                      <a:gd name="T36" fmla="*/ 33 w 717"/>
                      <a:gd name="T37" fmla="*/ 301 h 756"/>
                      <a:gd name="T38" fmla="*/ 32 w 717"/>
                      <a:gd name="T39" fmla="*/ 519 h 756"/>
                      <a:gd name="T40" fmla="*/ 34 w 717"/>
                      <a:gd name="T41" fmla="*/ 679 h 756"/>
                      <a:gd name="T42" fmla="*/ 36 w 717"/>
                      <a:gd name="T43" fmla="*/ 628 h 756"/>
                      <a:gd name="T44" fmla="*/ 37 w 717"/>
                      <a:gd name="T45" fmla="*/ 480 h 756"/>
                      <a:gd name="T46" fmla="*/ 38 w 717"/>
                      <a:gd name="T47" fmla="*/ 391 h 756"/>
                      <a:gd name="T48" fmla="*/ 36 w 717"/>
                      <a:gd name="T49" fmla="*/ 506 h 756"/>
                      <a:gd name="T50" fmla="*/ 38 w 717"/>
                      <a:gd name="T51" fmla="*/ 352 h 756"/>
                      <a:gd name="T52" fmla="*/ 39 w 717"/>
                      <a:gd name="T53" fmla="*/ 455 h 756"/>
                      <a:gd name="T54" fmla="*/ 41 w 717"/>
                      <a:gd name="T55" fmla="*/ 519 h 756"/>
                      <a:gd name="T56" fmla="*/ 43 w 717"/>
                      <a:gd name="T57" fmla="*/ 410 h 756"/>
                      <a:gd name="T58" fmla="*/ 44 w 717"/>
                      <a:gd name="T59" fmla="*/ 186 h 756"/>
                      <a:gd name="T60" fmla="*/ 45 w 717"/>
                      <a:gd name="T61" fmla="*/ 231 h 756"/>
                      <a:gd name="T62" fmla="*/ 48 w 717"/>
                      <a:gd name="T63" fmla="*/ 148 h 756"/>
                      <a:gd name="T64" fmla="*/ 48 w 717"/>
                      <a:gd name="T65" fmla="*/ 301 h 756"/>
                      <a:gd name="T66" fmla="*/ 48 w 717"/>
                      <a:gd name="T67" fmla="*/ 730 h 756"/>
                      <a:gd name="T68" fmla="*/ 54 w 717"/>
                      <a:gd name="T69" fmla="*/ 0 h 756"/>
                      <a:gd name="T70" fmla="*/ 54 w 717"/>
                      <a:gd name="T71" fmla="*/ 250 h 756"/>
                      <a:gd name="T72" fmla="*/ 55 w 717"/>
                      <a:gd name="T73" fmla="*/ 333 h 756"/>
                      <a:gd name="T74" fmla="*/ 57 w 717"/>
                      <a:gd name="T75" fmla="*/ 192 h 756"/>
                      <a:gd name="T76" fmla="*/ 59 w 717"/>
                      <a:gd name="T77" fmla="*/ 340 h 756"/>
                      <a:gd name="T78" fmla="*/ 58 w 717"/>
                      <a:gd name="T79" fmla="*/ 429 h 756"/>
                      <a:gd name="T80" fmla="*/ 60 w 717"/>
                      <a:gd name="T81" fmla="*/ 461 h 756"/>
                      <a:gd name="T82" fmla="*/ 0 60000 65536"/>
                      <a:gd name="T83" fmla="*/ 0 60000 65536"/>
                      <a:gd name="T84" fmla="*/ 0 60000 65536"/>
                      <a:gd name="T85" fmla="*/ 0 60000 65536"/>
                      <a:gd name="T86" fmla="*/ 0 60000 65536"/>
                      <a:gd name="T87" fmla="*/ 0 60000 65536"/>
                      <a:gd name="T88" fmla="*/ 0 60000 65536"/>
                      <a:gd name="T89" fmla="*/ 0 60000 65536"/>
                      <a:gd name="T90" fmla="*/ 0 60000 65536"/>
                      <a:gd name="T91" fmla="*/ 0 60000 65536"/>
                      <a:gd name="T92" fmla="*/ 0 60000 65536"/>
                      <a:gd name="T93" fmla="*/ 0 60000 65536"/>
                      <a:gd name="T94" fmla="*/ 0 60000 65536"/>
                      <a:gd name="T95" fmla="*/ 0 60000 65536"/>
                      <a:gd name="T96" fmla="*/ 0 60000 65536"/>
                      <a:gd name="T97" fmla="*/ 0 60000 65536"/>
                      <a:gd name="T98" fmla="*/ 0 60000 65536"/>
                      <a:gd name="T99" fmla="*/ 0 60000 65536"/>
                      <a:gd name="T100" fmla="*/ 0 60000 65536"/>
                      <a:gd name="T101" fmla="*/ 0 60000 65536"/>
                      <a:gd name="T102" fmla="*/ 0 60000 65536"/>
                      <a:gd name="T103" fmla="*/ 0 60000 65536"/>
                      <a:gd name="T104" fmla="*/ 0 60000 65536"/>
                      <a:gd name="T105" fmla="*/ 0 60000 65536"/>
                      <a:gd name="T106" fmla="*/ 0 60000 65536"/>
                      <a:gd name="T107" fmla="*/ 0 60000 65536"/>
                      <a:gd name="T108" fmla="*/ 0 60000 65536"/>
                      <a:gd name="T109" fmla="*/ 0 60000 65536"/>
                      <a:gd name="T110" fmla="*/ 0 60000 65536"/>
                      <a:gd name="T111" fmla="*/ 0 60000 65536"/>
                      <a:gd name="T112" fmla="*/ 0 60000 65536"/>
                      <a:gd name="T113" fmla="*/ 0 60000 65536"/>
                      <a:gd name="T114" fmla="*/ 0 60000 65536"/>
                      <a:gd name="T115" fmla="*/ 0 60000 65536"/>
                      <a:gd name="T116" fmla="*/ 0 60000 65536"/>
                      <a:gd name="T117" fmla="*/ 0 60000 65536"/>
                      <a:gd name="T118" fmla="*/ 0 60000 65536"/>
                      <a:gd name="T119" fmla="*/ 0 60000 65536"/>
                      <a:gd name="T120" fmla="*/ 0 60000 65536"/>
                      <a:gd name="T121" fmla="*/ 0 60000 65536"/>
                      <a:gd name="T122" fmla="*/ 0 60000 65536"/>
                      <a:gd name="T123" fmla="*/ 0 w 717"/>
                      <a:gd name="T124" fmla="*/ 0 h 756"/>
                      <a:gd name="T125" fmla="*/ 717 w 717"/>
                      <a:gd name="T126" fmla="*/ 756 h 756"/>
                    </a:gdLst>
                    <a:ahLst/>
                    <a:cxnLst>
                      <a:cxn ang="T82">
                        <a:pos x="T0" y="T1"/>
                      </a:cxn>
                      <a:cxn ang="T83">
                        <a:pos x="T2" y="T3"/>
                      </a:cxn>
                      <a:cxn ang="T84">
                        <a:pos x="T4" y="T5"/>
                      </a:cxn>
                      <a:cxn ang="T85">
                        <a:pos x="T6" y="T7"/>
                      </a:cxn>
                      <a:cxn ang="T86">
                        <a:pos x="T8" y="T9"/>
                      </a:cxn>
                      <a:cxn ang="T87">
                        <a:pos x="T10" y="T11"/>
                      </a:cxn>
                      <a:cxn ang="T88">
                        <a:pos x="T12" y="T13"/>
                      </a:cxn>
                      <a:cxn ang="T89">
                        <a:pos x="T14" y="T15"/>
                      </a:cxn>
                      <a:cxn ang="T90">
                        <a:pos x="T16" y="T17"/>
                      </a:cxn>
                      <a:cxn ang="T91">
                        <a:pos x="T18" y="T19"/>
                      </a:cxn>
                      <a:cxn ang="T92">
                        <a:pos x="T20" y="T21"/>
                      </a:cxn>
                      <a:cxn ang="T93">
                        <a:pos x="T22" y="T23"/>
                      </a:cxn>
                      <a:cxn ang="T94">
                        <a:pos x="T24" y="T25"/>
                      </a:cxn>
                      <a:cxn ang="T95">
                        <a:pos x="T26" y="T27"/>
                      </a:cxn>
                      <a:cxn ang="T96">
                        <a:pos x="T28" y="T29"/>
                      </a:cxn>
                      <a:cxn ang="T97">
                        <a:pos x="T30" y="T31"/>
                      </a:cxn>
                      <a:cxn ang="T98">
                        <a:pos x="T32" y="T33"/>
                      </a:cxn>
                      <a:cxn ang="T99">
                        <a:pos x="T34" y="T35"/>
                      </a:cxn>
                      <a:cxn ang="T100">
                        <a:pos x="T36" y="T37"/>
                      </a:cxn>
                      <a:cxn ang="T101">
                        <a:pos x="T38" y="T39"/>
                      </a:cxn>
                      <a:cxn ang="T102">
                        <a:pos x="T40" y="T41"/>
                      </a:cxn>
                      <a:cxn ang="T103">
                        <a:pos x="T42" y="T43"/>
                      </a:cxn>
                      <a:cxn ang="T104">
                        <a:pos x="T44" y="T45"/>
                      </a:cxn>
                      <a:cxn ang="T105">
                        <a:pos x="T46" y="T47"/>
                      </a:cxn>
                      <a:cxn ang="T106">
                        <a:pos x="T48" y="T49"/>
                      </a:cxn>
                      <a:cxn ang="T107">
                        <a:pos x="T50" y="T51"/>
                      </a:cxn>
                      <a:cxn ang="T108">
                        <a:pos x="T52" y="T53"/>
                      </a:cxn>
                      <a:cxn ang="T109">
                        <a:pos x="T54" y="T55"/>
                      </a:cxn>
                      <a:cxn ang="T110">
                        <a:pos x="T56" y="T57"/>
                      </a:cxn>
                      <a:cxn ang="T111">
                        <a:pos x="T58" y="T59"/>
                      </a:cxn>
                      <a:cxn ang="T112">
                        <a:pos x="T60" y="T61"/>
                      </a:cxn>
                      <a:cxn ang="T113">
                        <a:pos x="T62" y="T63"/>
                      </a:cxn>
                      <a:cxn ang="T114">
                        <a:pos x="T64" y="T65"/>
                      </a:cxn>
                      <a:cxn ang="T115">
                        <a:pos x="T66" y="T67"/>
                      </a:cxn>
                      <a:cxn ang="T116">
                        <a:pos x="T68" y="T69"/>
                      </a:cxn>
                      <a:cxn ang="T117">
                        <a:pos x="T70" y="T71"/>
                      </a:cxn>
                      <a:cxn ang="T118">
                        <a:pos x="T72" y="T73"/>
                      </a:cxn>
                      <a:cxn ang="T119">
                        <a:pos x="T74" y="T75"/>
                      </a:cxn>
                      <a:cxn ang="T120">
                        <a:pos x="T76" y="T77"/>
                      </a:cxn>
                      <a:cxn ang="T121">
                        <a:pos x="T78" y="T79"/>
                      </a:cxn>
                      <a:cxn ang="T122">
                        <a:pos x="T80" y="T81"/>
                      </a:cxn>
                    </a:cxnLst>
                    <a:rect l="T123" t="T124" r="T125" b="T126"/>
                    <a:pathLst>
                      <a:path w="717" h="756">
                        <a:moveTo>
                          <a:pt x="0" y="756"/>
                        </a:moveTo>
                        <a:lnTo>
                          <a:pt x="52" y="167"/>
                        </a:lnTo>
                        <a:lnTo>
                          <a:pt x="64" y="384"/>
                        </a:lnTo>
                        <a:lnTo>
                          <a:pt x="90" y="103"/>
                        </a:lnTo>
                        <a:lnTo>
                          <a:pt x="116" y="519"/>
                        </a:lnTo>
                        <a:lnTo>
                          <a:pt x="135" y="487"/>
                        </a:lnTo>
                        <a:lnTo>
                          <a:pt x="135" y="359"/>
                        </a:lnTo>
                        <a:lnTo>
                          <a:pt x="167" y="71"/>
                        </a:lnTo>
                        <a:lnTo>
                          <a:pt x="192" y="244"/>
                        </a:lnTo>
                        <a:lnTo>
                          <a:pt x="205" y="96"/>
                        </a:lnTo>
                        <a:lnTo>
                          <a:pt x="218" y="615"/>
                        </a:lnTo>
                        <a:lnTo>
                          <a:pt x="244" y="397"/>
                        </a:lnTo>
                        <a:lnTo>
                          <a:pt x="282" y="519"/>
                        </a:lnTo>
                        <a:lnTo>
                          <a:pt x="308" y="308"/>
                        </a:lnTo>
                        <a:lnTo>
                          <a:pt x="333" y="442"/>
                        </a:lnTo>
                        <a:lnTo>
                          <a:pt x="346" y="352"/>
                        </a:lnTo>
                        <a:lnTo>
                          <a:pt x="365" y="384"/>
                        </a:lnTo>
                        <a:lnTo>
                          <a:pt x="378" y="135"/>
                        </a:lnTo>
                        <a:lnTo>
                          <a:pt x="391" y="301"/>
                        </a:lnTo>
                        <a:lnTo>
                          <a:pt x="384" y="519"/>
                        </a:lnTo>
                        <a:lnTo>
                          <a:pt x="404" y="679"/>
                        </a:lnTo>
                        <a:lnTo>
                          <a:pt x="429" y="628"/>
                        </a:lnTo>
                        <a:lnTo>
                          <a:pt x="442" y="480"/>
                        </a:lnTo>
                        <a:lnTo>
                          <a:pt x="455" y="391"/>
                        </a:lnTo>
                        <a:lnTo>
                          <a:pt x="436" y="506"/>
                        </a:lnTo>
                        <a:lnTo>
                          <a:pt x="461" y="352"/>
                        </a:lnTo>
                        <a:lnTo>
                          <a:pt x="474" y="455"/>
                        </a:lnTo>
                        <a:lnTo>
                          <a:pt x="493" y="519"/>
                        </a:lnTo>
                        <a:lnTo>
                          <a:pt x="512" y="410"/>
                        </a:lnTo>
                        <a:lnTo>
                          <a:pt x="532" y="186"/>
                        </a:lnTo>
                        <a:lnTo>
                          <a:pt x="544" y="231"/>
                        </a:lnTo>
                        <a:lnTo>
                          <a:pt x="570" y="148"/>
                        </a:lnTo>
                        <a:lnTo>
                          <a:pt x="576" y="301"/>
                        </a:lnTo>
                        <a:lnTo>
                          <a:pt x="576" y="730"/>
                        </a:lnTo>
                        <a:lnTo>
                          <a:pt x="647" y="0"/>
                        </a:lnTo>
                        <a:lnTo>
                          <a:pt x="647" y="250"/>
                        </a:lnTo>
                        <a:lnTo>
                          <a:pt x="660" y="333"/>
                        </a:lnTo>
                        <a:lnTo>
                          <a:pt x="685" y="192"/>
                        </a:lnTo>
                        <a:lnTo>
                          <a:pt x="711" y="340"/>
                        </a:lnTo>
                        <a:lnTo>
                          <a:pt x="698" y="429"/>
                        </a:lnTo>
                        <a:lnTo>
                          <a:pt x="717" y="461"/>
                        </a:lnTo>
                      </a:path>
                    </a:pathLst>
                  </a:custGeom>
                  <a:noFill/>
                  <a:ln w="9525">
                    <a:solidFill>
                      <a:srgbClr val="FF0000"/>
                    </a:solidFill>
                    <a:round/>
                    <a:headEnd/>
                    <a:tailEnd/>
                  </a:ln>
                </p:spPr>
                <p:txBody>
                  <a:bodyPr/>
                  <a:lstStyle/>
                  <a:p>
                    <a:endParaRPr lang="en-GB" sz="1600"/>
                  </a:p>
                </p:txBody>
              </p:sp>
              <p:sp>
                <p:nvSpPr>
                  <p:cNvPr id="14582" name="Freeform 198"/>
                  <p:cNvSpPr>
                    <a:spLocks/>
                  </p:cNvSpPr>
                  <p:nvPr/>
                </p:nvSpPr>
                <p:spPr bwMode="auto">
                  <a:xfrm flipH="1">
                    <a:off x="4698" y="1100"/>
                    <a:ext cx="313" cy="756"/>
                  </a:xfrm>
                  <a:custGeom>
                    <a:avLst/>
                    <a:gdLst>
                      <a:gd name="T0" fmla="*/ 0 w 717"/>
                      <a:gd name="T1" fmla="*/ 756 h 756"/>
                      <a:gd name="T2" fmla="*/ 4 w 717"/>
                      <a:gd name="T3" fmla="*/ 167 h 756"/>
                      <a:gd name="T4" fmla="*/ 5 w 717"/>
                      <a:gd name="T5" fmla="*/ 384 h 756"/>
                      <a:gd name="T6" fmla="*/ 7 w 717"/>
                      <a:gd name="T7" fmla="*/ 103 h 756"/>
                      <a:gd name="T8" fmla="*/ 10 w 717"/>
                      <a:gd name="T9" fmla="*/ 519 h 756"/>
                      <a:gd name="T10" fmla="*/ 11 w 717"/>
                      <a:gd name="T11" fmla="*/ 487 h 756"/>
                      <a:gd name="T12" fmla="*/ 11 w 717"/>
                      <a:gd name="T13" fmla="*/ 359 h 756"/>
                      <a:gd name="T14" fmla="*/ 14 w 717"/>
                      <a:gd name="T15" fmla="*/ 71 h 756"/>
                      <a:gd name="T16" fmla="*/ 16 w 717"/>
                      <a:gd name="T17" fmla="*/ 244 h 756"/>
                      <a:gd name="T18" fmla="*/ 17 w 717"/>
                      <a:gd name="T19" fmla="*/ 96 h 756"/>
                      <a:gd name="T20" fmla="*/ 18 w 717"/>
                      <a:gd name="T21" fmla="*/ 615 h 756"/>
                      <a:gd name="T22" fmla="*/ 21 w 717"/>
                      <a:gd name="T23" fmla="*/ 397 h 756"/>
                      <a:gd name="T24" fmla="*/ 24 w 717"/>
                      <a:gd name="T25" fmla="*/ 519 h 756"/>
                      <a:gd name="T26" fmla="*/ 25 w 717"/>
                      <a:gd name="T27" fmla="*/ 308 h 756"/>
                      <a:gd name="T28" fmla="*/ 28 w 717"/>
                      <a:gd name="T29" fmla="*/ 442 h 756"/>
                      <a:gd name="T30" fmla="*/ 29 w 717"/>
                      <a:gd name="T31" fmla="*/ 352 h 756"/>
                      <a:gd name="T32" fmla="*/ 30 w 717"/>
                      <a:gd name="T33" fmla="*/ 384 h 756"/>
                      <a:gd name="T34" fmla="*/ 31 w 717"/>
                      <a:gd name="T35" fmla="*/ 135 h 756"/>
                      <a:gd name="T36" fmla="*/ 33 w 717"/>
                      <a:gd name="T37" fmla="*/ 301 h 756"/>
                      <a:gd name="T38" fmla="*/ 32 w 717"/>
                      <a:gd name="T39" fmla="*/ 519 h 756"/>
                      <a:gd name="T40" fmla="*/ 34 w 717"/>
                      <a:gd name="T41" fmla="*/ 679 h 756"/>
                      <a:gd name="T42" fmla="*/ 36 w 717"/>
                      <a:gd name="T43" fmla="*/ 628 h 756"/>
                      <a:gd name="T44" fmla="*/ 37 w 717"/>
                      <a:gd name="T45" fmla="*/ 480 h 756"/>
                      <a:gd name="T46" fmla="*/ 38 w 717"/>
                      <a:gd name="T47" fmla="*/ 391 h 756"/>
                      <a:gd name="T48" fmla="*/ 36 w 717"/>
                      <a:gd name="T49" fmla="*/ 506 h 756"/>
                      <a:gd name="T50" fmla="*/ 38 w 717"/>
                      <a:gd name="T51" fmla="*/ 352 h 756"/>
                      <a:gd name="T52" fmla="*/ 39 w 717"/>
                      <a:gd name="T53" fmla="*/ 455 h 756"/>
                      <a:gd name="T54" fmla="*/ 41 w 717"/>
                      <a:gd name="T55" fmla="*/ 519 h 756"/>
                      <a:gd name="T56" fmla="*/ 43 w 717"/>
                      <a:gd name="T57" fmla="*/ 410 h 756"/>
                      <a:gd name="T58" fmla="*/ 44 w 717"/>
                      <a:gd name="T59" fmla="*/ 186 h 756"/>
                      <a:gd name="T60" fmla="*/ 45 w 717"/>
                      <a:gd name="T61" fmla="*/ 231 h 756"/>
                      <a:gd name="T62" fmla="*/ 48 w 717"/>
                      <a:gd name="T63" fmla="*/ 148 h 756"/>
                      <a:gd name="T64" fmla="*/ 48 w 717"/>
                      <a:gd name="T65" fmla="*/ 301 h 756"/>
                      <a:gd name="T66" fmla="*/ 48 w 717"/>
                      <a:gd name="T67" fmla="*/ 730 h 756"/>
                      <a:gd name="T68" fmla="*/ 54 w 717"/>
                      <a:gd name="T69" fmla="*/ 0 h 756"/>
                      <a:gd name="T70" fmla="*/ 54 w 717"/>
                      <a:gd name="T71" fmla="*/ 250 h 756"/>
                      <a:gd name="T72" fmla="*/ 55 w 717"/>
                      <a:gd name="T73" fmla="*/ 333 h 756"/>
                      <a:gd name="T74" fmla="*/ 57 w 717"/>
                      <a:gd name="T75" fmla="*/ 192 h 756"/>
                      <a:gd name="T76" fmla="*/ 59 w 717"/>
                      <a:gd name="T77" fmla="*/ 340 h 756"/>
                      <a:gd name="T78" fmla="*/ 58 w 717"/>
                      <a:gd name="T79" fmla="*/ 429 h 756"/>
                      <a:gd name="T80" fmla="*/ 60 w 717"/>
                      <a:gd name="T81" fmla="*/ 461 h 756"/>
                      <a:gd name="T82" fmla="*/ 0 60000 65536"/>
                      <a:gd name="T83" fmla="*/ 0 60000 65536"/>
                      <a:gd name="T84" fmla="*/ 0 60000 65536"/>
                      <a:gd name="T85" fmla="*/ 0 60000 65536"/>
                      <a:gd name="T86" fmla="*/ 0 60000 65536"/>
                      <a:gd name="T87" fmla="*/ 0 60000 65536"/>
                      <a:gd name="T88" fmla="*/ 0 60000 65536"/>
                      <a:gd name="T89" fmla="*/ 0 60000 65536"/>
                      <a:gd name="T90" fmla="*/ 0 60000 65536"/>
                      <a:gd name="T91" fmla="*/ 0 60000 65536"/>
                      <a:gd name="T92" fmla="*/ 0 60000 65536"/>
                      <a:gd name="T93" fmla="*/ 0 60000 65536"/>
                      <a:gd name="T94" fmla="*/ 0 60000 65536"/>
                      <a:gd name="T95" fmla="*/ 0 60000 65536"/>
                      <a:gd name="T96" fmla="*/ 0 60000 65536"/>
                      <a:gd name="T97" fmla="*/ 0 60000 65536"/>
                      <a:gd name="T98" fmla="*/ 0 60000 65536"/>
                      <a:gd name="T99" fmla="*/ 0 60000 65536"/>
                      <a:gd name="T100" fmla="*/ 0 60000 65536"/>
                      <a:gd name="T101" fmla="*/ 0 60000 65536"/>
                      <a:gd name="T102" fmla="*/ 0 60000 65536"/>
                      <a:gd name="T103" fmla="*/ 0 60000 65536"/>
                      <a:gd name="T104" fmla="*/ 0 60000 65536"/>
                      <a:gd name="T105" fmla="*/ 0 60000 65536"/>
                      <a:gd name="T106" fmla="*/ 0 60000 65536"/>
                      <a:gd name="T107" fmla="*/ 0 60000 65536"/>
                      <a:gd name="T108" fmla="*/ 0 60000 65536"/>
                      <a:gd name="T109" fmla="*/ 0 60000 65536"/>
                      <a:gd name="T110" fmla="*/ 0 60000 65536"/>
                      <a:gd name="T111" fmla="*/ 0 60000 65536"/>
                      <a:gd name="T112" fmla="*/ 0 60000 65536"/>
                      <a:gd name="T113" fmla="*/ 0 60000 65536"/>
                      <a:gd name="T114" fmla="*/ 0 60000 65536"/>
                      <a:gd name="T115" fmla="*/ 0 60000 65536"/>
                      <a:gd name="T116" fmla="*/ 0 60000 65536"/>
                      <a:gd name="T117" fmla="*/ 0 60000 65536"/>
                      <a:gd name="T118" fmla="*/ 0 60000 65536"/>
                      <a:gd name="T119" fmla="*/ 0 60000 65536"/>
                      <a:gd name="T120" fmla="*/ 0 60000 65536"/>
                      <a:gd name="T121" fmla="*/ 0 60000 65536"/>
                      <a:gd name="T122" fmla="*/ 0 60000 65536"/>
                      <a:gd name="T123" fmla="*/ 0 w 717"/>
                      <a:gd name="T124" fmla="*/ 0 h 756"/>
                      <a:gd name="T125" fmla="*/ 717 w 717"/>
                      <a:gd name="T126" fmla="*/ 756 h 756"/>
                    </a:gdLst>
                    <a:ahLst/>
                    <a:cxnLst>
                      <a:cxn ang="T82">
                        <a:pos x="T0" y="T1"/>
                      </a:cxn>
                      <a:cxn ang="T83">
                        <a:pos x="T2" y="T3"/>
                      </a:cxn>
                      <a:cxn ang="T84">
                        <a:pos x="T4" y="T5"/>
                      </a:cxn>
                      <a:cxn ang="T85">
                        <a:pos x="T6" y="T7"/>
                      </a:cxn>
                      <a:cxn ang="T86">
                        <a:pos x="T8" y="T9"/>
                      </a:cxn>
                      <a:cxn ang="T87">
                        <a:pos x="T10" y="T11"/>
                      </a:cxn>
                      <a:cxn ang="T88">
                        <a:pos x="T12" y="T13"/>
                      </a:cxn>
                      <a:cxn ang="T89">
                        <a:pos x="T14" y="T15"/>
                      </a:cxn>
                      <a:cxn ang="T90">
                        <a:pos x="T16" y="T17"/>
                      </a:cxn>
                      <a:cxn ang="T91">
                        <a:pos x="T18" y="T19"/>
                      </a:cxn>
                      <a:cxn ang="T92">
                        <a:pos x="T20" y="T21"/>
                      </a:cxn>
                      <a:cxn ang="T93">
                        <a:pos x="T22" y="T23"/>
                      </a:cxn>
                      <a:cxn ang="T94">
                        <a:pos x="T24" y="T25"/>
                      </a:cxn>
                      <a:cxn ang="T95">
                        <a:pos x="T26" y="T27"/>
                      </a:cxn>
                      <a:cxn ang="T96">
                        <a:pos x="T28" y="T29"/>
                      </a:cxn>
                      <a:cxn ang="T97">
                        <a:pos x="T30" y="T31"/>
                      </a:cxn>
                      <a:cxn ang="T98">
                        <a:pos x="T32" y="T33"/>
                      </a:cxn>
                      <a:cxn ang="T99">
                        <a:pos x="T34" y="T35"/>
                      </a:cxn>
                      <a:cxn ang="T100">
                        <a:pos x="T36" y="T37"/>
                      </a:cxn>
                      <a:cxn ang="T101">
                        <a:pos x="T38" y="T39"/>
                      </a:cxn>
                      <a:cxn ang="T102">
                        <a:pos x="T40" y="T41"/>
                      </a:cxn>
                      <a:cxn ang="T103">
                        <a:pos x="T42" y="T43"/>
                      </a:cxn>
                      <a:cxn ang="T104">
                        <a:pos x="T44" y="T45"/>
                      </a:cxn>
                      <a:cxn ang="T105">
                        <a:pos x="T46" y="T47"/>
                      </a:cxn>
                      <a:cxn ang="T106">
                        <a:pos x="T48" y="T49"/>
                      </a:cxn>
                      <a:cxn ang="T107">
                        <a:pos x="T50" y="T51"/>
                      </a:cxn>
                      <a:cxn ang="T108">
                        <a:pos x="T52" y="T53"/>
                      </a:cxn>
                      <a:cxn ang="T109">
                        <a:pos x="T54" y="T55"/>
                      </a:cxn>
                      <a:cxn ang="T110">
                        <a:pos x="T56" y="T57"/>
                      </a:cxn>
                      <a:cxn ang="T111">
                        <a:pos x="T58" y="T59"/>
                      </a:cxn>
                      <a:cxn ang="T112">
                        <a:pos x="T60" y="T61"/>
                      </a:cxn>
                      <a:cxn ang="T113">
                        <a:pos x="T62" y="T63"/>
                      </a:cxn>
                      <a:cxn ang="T114">
                        <a:pos x="T64" y="T65"/>
                      </a:cxn>
                      <a:cxn ang="T115">
                        <a:pos x="T66" y="T67"/>
                      </a:cxn>
                      <a:cxn ang="T116">
                        <a:pos x="T68" y="T69"/>
                      </a:cxn>
                      <a:cxn ang="T117">
                        <a:pos x="T70" y="T71"/>
                      </a:cxn>
                      <a:cxn ang="T118">
                        <a:pos x="T72" y="T73"/>
                      </a:cxn>
                      <a:cxn ang="T119">
                        <a:pos x="T74" y="T75"/>
                      </a:cxn>
                      <a:cxn ang="T120">
                        <a:pos x="T76" y="T77"/>
                      </a:cxn>
                      <a:cxn ang="T121">
                        <a:pos x="T78" y="T79"/>
                      </a:cxn>
                      <a:cxn ang="T122">
                        <a:pos x="T80" y="T81"/>
                      </a:cxn>
                    </a:cxnLst>
                    <a:rect l="T123" t="T124" r="T125" b="T126"/>
                    <a:pathLst>
                      <a:path w="717" h="756">
                        <a:moveTo>
                          <a:pt x="0" y="756"/>
                        </a:moveTo>
                        <a:lnTo>
                          <a:pt x="52" y="167"/>
                        </a:lnTo>
                        <a:lnTo>
                          <a:pt x="64" y="384"/>
                        </a:lnTo>
                        <a:lnTo>
                          <a:pt x="90" y="103"/>
                        </a:lnTo>
                        <a:lnTo>
                          <a:pt x="116" y="519"/>
                        </a:lnTo>
                        <a:lnTo>
                          <a:pt x="135" y="487"/>
                        </a:lnTo>
                        <a:lnTo>
                          <a:pt x="135" y="359"/>
                        </a:lnTo>
                        <a:lnTo>
                          <a:pt x="167" y="71"/>
                        </a:lnTo>
                        <a:lnTo>
                          <a:pt x="192" y="244"/>
                        </a:lnTo>
                        <a:lnTo>
                          <a:pt x="205" y="96"/>
                        </a:lnTo>
                        <a:lnTo>
                          <a:pt x="218" y="615"/>
                        </a:lnTo>
                        <a:lnTo>
                          <a:pt x="244" y="397"/>
                        </a:lnTo>
                        <a:lnTo>
                          <a:pt x="282" y="519"/>
                        </a:lnTo>
                        <a:lnTo>
                          <a:pt x="308" y="308"/>
                        </a:lnTo>
                        <a:lnTo>
                          <a:pt x="333" y="442"/>
                        </a:lnTo>
                        <a:lnTo>
                          <a:pt x="346" y="352"/>
                        </a:lnTo>
                        <a:lnTo>
                          <a:pt x="365" y="384"/>
                        </a:lnTo>
                        <a:lnTo>
                          <a:pt x="378" y="135"/>
                        </a:lnTo>
                        <a:lnTo>
                          <a:pt x="391" y="301"/>
                        </a:lnTo>
                        <a:lnTo>
                          <a:pt x="384" y="519"/>
                        </a:lnTo>
                        <a:lnTo>
                          <a:pt x="404" y="679"/>
                        </a:lnTo>
                        <a:lnTo>
                          <a:pt x="429" y="628"/>
                        </a:lnTo>
                        <a:lnTo>
                          <a:pt x="442" y="480"/>
                        </a:lnTo>
                        <a:lnTo>
                          <a:pt x="455" y="391"/>
                        </a:lnTo>
                        <a:lnTo>
                          <a:pt x="436" y="506"/>
                        </a:lnTo>
                        <a:lnTo>
                          <a:pt x="461" y="352"/>
                        </a:lnTo>
                        <a:lnTo>
                          <a:pt x="474" y="455"/>
                        </a:lnTo>
                        <a:lnTo>
                          <a:pt x="493" y="519"/>
                        </a:lnTo>
                        <a:lnTo>
                          <a:pt x="512" y="410"/>
                        </a:lnTo>
                        <a:lnTo>
                          <a:pt x="532" y="186"/>
                        </a:lnTo>
                        <a:lnTo>
                          <a:pt x="544" y="231"/>
                        </a:lnTo>
                        <a:lnTo>
                          <a:pt x="570" y="148"/>
                        </a:lnTo>
                        <a:lnTo>
                          <a:pt x="576" y="301"/>
                        </a:lnTo>
                        <a:lnTo>
                          <a:pt x="576" y="730"/>
                        </a:lnTo>
                        <a:lnTo>
                          <a:pt x="647" y="0"/>
                        </a:lnTo>
                        <a:lnTo>
                          <a:pt x="647" y="250"/>
                        </a:lnTo>
                        <a:lnTo>
                          <a:pt x="660" y="333"/>
                        </a:lnTo>
                        <a:lnTo>
                          <a:pt x="685" y="192"/>
                        </a:lnTo>
                        <a:lnTo>
                          <a:pt x="711" y="340"/>
                        </a:lnTo>
                        <a:lnTo>
                          <a:pt x="698" y="429"/>
                        </a:lnTo>
                        <a:lnTo>
                          <a:pt x="717" y="461"/>
                        </a:lnTo>
                      </a:path>
                    </a:pathLst>
                  </a:custGeom>
                  <a:noFill/>
                  <a:ln w="9525">
                    <a:solidFill>
                      <a:srgbClr val="FF0000"/>
                    </a:solidFill>
                    <a:round/>
                    <a:headEnd/>
                    <a:tailEnd/>
                  </a:ln>
                </p:spPr>
                <p:txBody>
                  <a:bodyPr/>
                  <a:lstStyle/>
                  <a:p>
                    <a:endParaRPr lang="en-GB" sz="1600"/>
                  </a:p>
                </p:txBody>
              </p:sp>
            </p:grpSp>
          </p:grpSp>
          <p:grpSp>
            <p:nvGrpSpPr>
              <p:cNvPr id="14743" name="Group 199"/>
              <p:cNvGrpSpPr>
                <a:grpSpLocks/>
              </p:cNvGrpSpPr>
              <p:nvPr/>
            </p:nvGrpSpPr>
            <p:grpSpPr bwMode="auto">
              <a:xfrm>
                <a:off x="4940" y="1842"/>
                <a:ext cx="525" cy="173"/>
                <a:chOff x="3404" y="1080"/>
                <a:chExt cx="1755" cy="819"/>
              </a:xfrm>
            </p:grpSpPr>
            <p:grpSp>
              <p:nvGrpSpPr>
                <p:cNvPr id="14744" name="Group 200"/>
                <p:cNvGrpSpPr>
                  <a:grpSpLocks/>
                </p:cNvGrpSpPr>
                <p:nvPr/>
              </p:nvGrpSpPr>
              <p:grpSpPr bwMode="auto">
                <a:xfrm>
                  <a:off x="3404" y="1080"/>
                  <a:ext cx="590" cy="801"/>
                  <a:chOff x="3462" y="1100"/>
                  <a:chExt cx="1549" cy="801"/>
                </a:xfrm>
              </p:grpSpPr>
              <p:sp>
                <p:nvSpPr>
                  <p:cNvPr id="14570" name="Freeform 201"/>
                  <p:cNvSpPr>
                    <a:spLocks/>
                  </p:cNvSpPr>
                  <p:nvPr/>
                </p:nvSpPr>
                <p:spPr bwMode="auto">
                  <a:xfrm>
                    <a:off x="3462" y="1126"/>
                    <a:ext cx="313" cy="756"/>
                  </a:xfrm>
                  <a:custGeom>
                    <a:avLst/>
                    <a:gdLst>
                      <a:gd name="T0" fmla="*/ 0 w 717"/>
                      <a:gd name="T1" fmla="*/ 756 h 756"/>
                      <a:gd name="T2" fmla="*/ 4 w 717"/>
                      <a:gd name="T3" fmla="*/ 167 h 756"/>
                      <a:gd name="T4" fmla="*/ 5 w 717"/>
                      <a:gd name="T5" fmla="*/ 384 h 756"/>
                      <a:gd name="T6" fmla="*/ 7 w 717"/>
                      <a:gd name="T7" fmla="*/ 103 h 756"/>
                      <a:gd name="T8" fmla="*/ 10 w 717"/>
                      <a:gd name="T9" fmla="*/ 519 h 756"/>
                      <a:gd name="T10" fmla="*/ 11 w 717"/>
                      <a:gd name="T11" fmla="*/ 487 h 756"/>
                      <a:gd name="T12" fmla="*/ 11 w 717"/>
                      <a:gd name="T13" fmla="*/ 359 h 756"/>
                      <a:gd name="T14" fmla="*/ 14 w 717"/>
                      <a:gd name="T15" fmla="*/ 71 h 756"/>
                      <a:gd name="T16" fmla="*/ 16 w 717"/>
                      <a:gd name="T17" fmla="*/ 244 h 756"/>
                      <a:gd name="T18" fmla="*/ 17 w 717"/>
                      <a:gd name="T19" fmla="*/ 96 h 756"/>
                      <a:gd name="T20" fmla="*/ 18 w 717"/>
                      <a:gd name="T21" fmla="*/ 615 h 756"/>
                      <a:gd name="T22" fmla="*/ 21 w 717"/>
                      <a:gd name="T23" fmla="*/ 397 h 756"/>
                      <a:gd name="T24" fmla="*/ 24 w 717"/>
                      <a:gd name="T25" fmla="*/ 519 h 756"/>
                      <a:gd name="T26" fmla="*/ 25 w 717"/>
                      <a:gd name="T27" fmla="*/ 308 h 756"/>
                      <a:gd name="T28" fmla="*/ 28 w 717"/>
                      <a:gd name="T29" fmla="*/ 442 h 756"/>
                      <a:gd name="T30" fmla="*/ 29 w 717"/>
                      <a:gd name="T31" fmla="*/ 352 h 756"/>
                      <a:gd name="T32" fmla="*/ 30 w 717"/>
                      <a:gd name="T33" fmla="*/ 384 h 756"/>
                      <a:gd name="T34" fmla="*/ 31 w 717"/>
                      <a:gd name="T35" fmla="*/ 135 h 756"/>
                      <a:gd name="T36" fmla="*/ 33 w 717"/>
                      <a:gd name="T37" fmla="*/ 301 h 756"/>
                      <a:gd name="T38" fmla="*/ 32 w 717"/>
                      <a:gd name="T39" fmla="*/ 519 h 756"/>
                      <a:gd name="T40" fmla="*/ 34 w 717"/>
                      <a:gd name="T41" fmla="*/ 679 h 756"/>
                      <a:gd name="T42" fmla="*/ 36 w 717"/>
                      <a:gd name="T43" fmla="*/ 628 h 756"/>
                      <a:gd name="T44" fmla="*/ 37 w 717"/>
                      <a:gd name="T45" fmla="*/ 480 h 756"/>
                      <a:gd name="T46" fmla="*/ 38 w 717"/>
                      <a:gd name="T47" fmla="*/ 391 h 756"/>
                      <a:gd name="T48" fmla="*/ 36 w 717"/>
                      <a:gd name="T49" fmla="*/ 506 h 756"/>
                      <a:gd name="T50" fmla="*/ 38 w 717"/>
                      <a:gd name="T51" fmla="*/ 352 h 756"/>
                      <a:gd name="T52" fmla="*/ 39 w 717"/>
                      <a:gd name="T53" fmla="*/ 455 h 756"/>
                      <a:gd name="T54" fmla="*/ 41 w 717"/>
                      <a:gd name="T55" fmla="*/ 519 h 756"/>
                      <a:gd name="T56" fmla="*/ 43 w 717"/>
                      <a:gd name="T57" fmla="*/ 410 h 756"/>
                      <a:gd name="T58" fmla="*/ 44 w 717"/>
                      <a:gd name="T59" fmla="*/ 186 h 756"/>
                      <a:gd name="T60" fmla="*/ 45 w 717"/>
                      <a:gd name="T61" fmla="*/ 231 h 756"/>
                      <a:gd name="T62" fmla="*/ 48 w 717"/>
                      <a:gd name="T63" fmla="*/ 148 h 756"/>
                      <a:gd name="T64" fmla="*/ 48 w 717"/>
                      <a:gd name="T65" fmla="*/ 301 h 756"/>
                      <a:gd name="T66" fmla="*/ 48 w 717"/>
                      <a:gd name="T67" fmla="*/ 730 h 756"/>
                      <a:gd name="T68" fmla="*/ 54 w 717"/>
                      <a:gd name="T69" fmla="*/ 0 h 756"/>
                      <a:gd name="T70" fmla="*/ 54 w 717"/>
                      <a:gd name="T71" fmla="*/ 250 h 756"/>
                      <a:gd name="T72" fmla="*/ 55 w 717"/>
                      <a:gd name="T73" fmla="*/ 333 h 756"/>
                      <a:gd name="T74" fmla="*/ 57 w 717"/>
                      <a:gd name="T75" fmla="*/ 192 h 756"/>
                      <a:gd name="T76" fmla="*/ 59 w 717"/>
                      <a:gd name="T77" fmla="*/ 340 h 756"/>
                      <a:gd name="T78" fmla="*/ 58 w 717"/>
                      <a:gd name="T79" fmla="*/ 429 h 756"/>
                      <a:gd name="T80" fmla="*/ 60 w 717"/>
                      <a:gd name="T81" fmla="*/ 461 h 756"/>
                      <a:gd name="T82" fmla="*/ 0 60000 65536"/>
                      <a:gd name="T83" fmla="*/ 0 60000 65536"/>
                      <a:gd name="T84" fmla="*/ 0 60000 65536"/>
                      <a:gd name="T85" fmla="*/ 0 60000 65536"/>
                      <a:gd name="T86" fmla="*/ 0 60000 65536"/>
                      <a:gd name="T87" fmla="*/ 0 60000 65536"/>
                      <a:gd name="T88" fmla="*/ 0 60000 65536"/>
                      <a:gd name="T89" fmla="*/ 0 60000 65536"/>
                      <a:gd name="T90" fmla="*/ 0 60000 65536"/>
                      <a:gd name="T91" fmla="*/ 0 60000 65536"/>
                      <a:gd name="T92" fmla="*/ 0 60000 65536"/>
                      <a:gd name="T93" fmla="*/ 0 60000 65536"/>
                      <a:gd name="T94" fmla="*/ 0 60000 65536"/>
                      <a:gd name="T95" fmla="*/ 0 60000 65536"/>
                      <a:gd name="T96" fmla="*/ 0 60000 65536"/>
                      <a:gd name="T97" fmla="*/ 0 60000 65536"/>
                      <a:gd name="T98" fmla="*/ 0 60000 65536"/>
                      <a:gd name="T99" fmla="*/ 0 60000 65536"/>
                      <a:gd name="T100" fmla="*/ 0 60000 65536"/>
                      <a:gd name="T101" fmla="*/ 0 60000 65536"/>
                      <a:gd name="T102" fmla="*/ 0 60000 65536"/>
                      <a:gd name="T103" fmla="*/ 0 60000 65536"/>
                      <a:gd name="T104" fmla="*/ 0 60000 65536"/>
                      <a:gd name="T105" fmla="*/ 0 60000 65536"/>
                      <a:gd name="T106" fmla="*/ 0 60000 65536"/>
                      <a:gd name="T107" fmla="*/ 0 60000 65536"/>
                      <a:gd name="T108" fmla="*/ 0 60000 65536"/>
                      <a:gd name="T109" fmla="*/ 0 60000 65536"/>
                      <a:gd name="T110" fmla="*/ 0 60000 65536"/>
                      <a:gd name="T111" fmla="*/ 0 60000 65536"/>
                      <a:gd name="T112" fmla="*/ 0 60000 65536"/>
                      <a:gd name="T113" fmla="*/ 0 60000 65536"/>
                      <a:gd name="T114" fmla="*/ 0 60000 65536"/>
                      <a:gd name="T115" fmla="*/ 0 60000 65536"/>
                      <a:gd name="T116" fmla="*/ 0 60000 65536"/>
                      <a:gd name="T117" fmla="*/ 0 60000 65536"/>
                      <a:gd name="T118" fmla="*/ 0 60000 65536"/>
                      <a:gd name="T119" fmla="*/ 0 60000 65536"/>
                      <a:gd name="T120" fmla="*/ 0 60000 65536"/>
                      <a:gd name="T121" fmla="*/ 0 60000 65536"/>
                      <a:gd name="T122" fmla="*/ 0 60000 65536"/>
                      <a:gd name="T123" fmla="*/ 0 w 717"/>
                      <a:gd name="T124" fmla="*/ 0 h 756"/>
                      <a:gd name="T125" fmla="*/ 717 w 717"/>
                      <a:gd name="T126" fmla="*/ 756 h 756"/>
                    </a:gdLst>
                    <a:ahLst/>
                    <a:cxnLst>
                      <a:cxn ang="T82">
                        <a:pos x="T0" y="T1"/>
                      </a:cxn>
                      <a:cxn ang="T83">
                        <a:pos x="T2" y="T3"/>
                      </a:cxn>
                      <a:cxn ang="T84">
                        <a:pos x="T4" y="T5"/>
                      </a:cxn>
                      <a:cxn ang="T85">
                        <a:pos x="T6" y="T7"/>
                      </a:cxn>
                      <a:cxn ang="T86">
                        <a:pos x="T8" y="T9"/>
                      </a:cxn>
                      <a:cxn ang="T87">
                        <a:pos x="T10" y="T11"/>
                      </a:cxn>
                      <a:cxn ang="T88">
                        <a:pos x="T12" y="T13"/>
                      </a:cxn>
                      <a:cxn ang="T89">
                        <a:pos x="T14" y="T15"/>
                      </a:cxn>
                      <a:cxn ang="T90">
                        <a:pos x="T16" y="T17"/>
                      </a:cxn>
                      <a:cxn ang="T91">
                        <a:pos x="T18" y="T19"/>
                      </a:cxn>
                      <a:cxn ang="T92">
                        <a:pos x="T20" y="T21"/>
                      </a:cxn>
                      <a:cxn ang="T93">
                        <a:pos x="T22" y="T23"/>
                      </a:cxn>
                      <a:cxn ang="T94">
                        <a:pos x="T24" y="T25"/>
                      </a:cxn>
                      <a:cxn ang="T95">
                        <a:pos x="T26" y="T27"/>
                      </a:cxn>
                      <a:cxn ang="T96">
                        <a:pos x="T28" y="T29"/>
                      </a:cxn>
                      <a:cxn ang="T97">
                        <a:pos x="T30" y="T31"/>
                      </a:cxn>
                      <a:cxn ang="T98">
                        <a:pos x="T32" y="T33"/>
                      </a:cxn>
                      <a:cxn ang="T99">
                        <a:pos x="T34" y="T35"/>
                      </a:cxn>
                      <a:cxn ang="T100">
                        <a:pos x="T36" y="T37"/>
                      </a:cxn>
                      <a:cxn ang="T101">
                        <a:pos x="T38" y="T39"/>
                      </a:cxn>
                      <a:cxn ang="T102">
                        <a:pos x="T40" y="T41"/>
                      </a:cxn>
                      <a:cxn ang="T103">
                        <a:pos x="T42" y="T43"/>
                      </a:cxn>
                      <a:cxn ang="T104">
                        <a:pos x="T44" y="T45"/>
                      </a:cxn>
                      <a:cxn ang="T105">
                        <a:pos x="T46" y="T47"/>
                      </a:cxn>
                      <a:cxn ang="T106">
                        <a:pos x="T48" y="T49"/>
                      </a:cxn>
                      <a:cxn ang="T107">
                        <a:pos x="T50" y="T51"/>
                      </a:cxn>
                      <a:cxn ang="T108">
                        <a:pos x="T52" y="T53"/>
                      </a:cxn>
                      <a:cxn ang="T109">
                        <a:pos x="T54" y="T55"/>
                      </a:cxn>
                      <a:cxn ang="T110">
                        <a:pos x="T56" y="T57"/>
                      </a:cxn>
                      <a:cxn ang="T111">
                        <a:pos x="T58" y="T59"/>
                      </a:cxn>
                      <a:cxn ang="T112">
                        <a:pos x="T60" y="T61"/>
                      </a:cxn>
                      <a:cxn ang="T113">
                        <a:pos x="T62" y="T63"/>
                      </a:cxn>
                      <a:cxn ang="T114">
                        <a:pos x="T64" y="T65"/>
                      </a:cxn>
                      <a:cxn ang="T115">
                        <a:pos x="T66" y="T67"/>
                      </a:cxn>
                      <a:cxn ang="T116">
                        <a:pos x="T68" y="T69"/>
                      </a:cxn>
                      <a:cxn ang="T117">
                        <a:pos x="T70" y="T71"/>
                      </a:cxn>
                      <a:cxn ang="T118">
                        <a:pos x="T72" y="T73"/>
                      </a:cxn>
                      <a:cxn ang="T119">
                        <a:pos x="T74" y="T75"/>
                      </a:cxn>
                      <a:cxn ang="T120">
                        <a:pos x="T76" y="T77"/>
                      </a:cxn>
                      <a:cxn ang="T121">
                        <a:pos x="T78" y="T79"/>
                      </a:cxn>
                      <a:cxn ang="T122">
                        <a:pos x="T80" y="T81"/>
                      </a:cxn>
                    </a:cxnLst>
                    <a:rect l="T123" t="T124" r="T125" b="T126"/>
                    <a:pathLst>
                      <a:path w="717" h="756">
                        <a:moveTo>
                          <a:pt x="0" y="756"/>
                        </a:moveTo>
                        <a:lnTo>
                          <a:pt x="52" y="167"/>
                        </a:lnTo>
                        <a:lnTo>
                          <a:pt x="64" y="384"/>
                        </a:lnTo>
                        <a:lnTo>
                          <a:pt x="90" y="103"/>
                        </a:lnTo>
                        <a:lnTo>
                          <a:pt x="116" y="519"/>
                        </a:lnTo>
                        <a:lnTo>
                          <a:pt x="135" y="487"/>
                        </a:lnTo>
                        <a:lnTo>
                          <a:pt x="135" y="359"/>
                        </a:lnTo>
                        <a:lnTo>
                          <a:pt x="167" y="71"/>
                        </a:lnTo>
                        <a:lnTo>
                          <a:pt x="192" y="244"/>
                        </a:lnTo>
                        <a:lnTo>
                          <a:pt x="205" y="96"/>
                        </a:lnTo>
                        <a:lnTo>
                          <a:pt x="218" y="615"/>
                        </a:lnTo>
                        <a:lnTo>
                          <a:pt x="244" y="397"/>
                        </a:lnTo>
                        <a:lnTo>
                          <a:pt x="282" y="519"/>
                        </a:lnTo>
                        <a:lnTo>
                          <a:pt x="308" y="308"/>
                        </a:lnTo>
                        <a:lnTo>
                          <a:pt x="333" y="442"/>
                        </a:lnTo>
                        <a:lnTo>
                          <a:pt x="346" y="352"/>
                        </a:lnTo>
                        <a:lnTo>
                          <a:pt x="365" y="384"/>
                        </a:lnTo>
                        <a:lnTo>
                          <a:pt x="378" y="135"/>
                        </a:lnTo>
                        <a:lnTo>
                          <a:pt x="391" y="301"/>
                        </a:lnTo>
                        <a:lnTo>
                          <a:pt x="384" y="519"/>
                        </a:lnTo>
                        <a:lnTo>
                          <a:pt x="404" y="679"/>
                        </a:lnTo>
                        <a:lnTo>
                          <a:pt x="429" y="628"/>
                        </a:lnTo>
                        <a:lnTo>
                          <a:pt x="442" y="480"/>
                        </a:lnTo>
                        <a:lnTo>
                          <a:pt x="455" y="391"/>
                        </a:lnTo>
                        <a:lnTo>
                          <a:pt x="436" y="506"/>
                        </a:lnTo>
                        <a:lnTo>
                          <a:pt x="461" y="352"/>
                        </a:lnTo>
                        <a:lnTo>
                          <a:pt x="474" y="455"/>
                        </a:lnTo>
                        <a:lnTo>
                          <a:pt x="493" y="519"/>
                        </a:lnTo>
                        <a:lnTo>
                          <a:pt x="512" y="410"/>
                        </a:lnTo>
                        <a:lnTo>
                          <a:pt x="532" y="186"/>
                        </a:lnTo>
                        <a:lnTo>
                          <a:pt x="544" y="231"/>
                        </a:lnTo>
                        <a:lnTo>
                          <a:pt x="570" y="148"/>
                        </a:lnTo>
                        <a:lnTo>
                          <a:pt x="576" y="301"/>
                        </a:lnTo>
                        <a:lnTo>
                          <a:pt x="576" y="730"/>
                        </a:lnTo>
                        <a:lnTo>
                          <a:pt x="647" y="0"/>
                        </a:lnTo>
                        <a:lnTo>
                          <a:pt x="647" y="250"/>
                        </a:lnTo>
                        <a:lnTo>
                          <a:pt x="660" y="333"/>
                        </a:lnTo>
                        <a:lnTo>
                          <a:pt x="685" y="192"/>
                        </a:lnTo>
                        <a:lnTo>
                          <a:pt x="711" y="340"/>
                        </a:lnTo>
                        <a:lnTo>
                          <a:pt x="698" y="429"/>
                        </a:lnTo>
                        <a:lnTo>
                          <a:pt x="717" y="461"/>
                        </a:lnTo>
                      </a:path>
                    </a:pathLst>
                  </a:custGeom>
                  <a:noFill/>
                  <a:ln w="9525">
                    <a:solidFill>
                      <a:srgbClr val="FF0000"/>
                    </a:solidFill>
                    <a:round/>
                    <a:headEnd/>
                    <a:tailEnd/>
                  </a:ln>
                </p:spPr>
                <p:txBody>
                  <a:bodyPr/>
                  <a:lstStyle/>
                  <a:p>
                    <a:endParaRPr lang="en-GB" sz="1600"/>
                  </a:p>
                </p:txBody>
              </p:sp>
              <p:sp>
                <p:nvSpPr>
                  <p:cNvPr id="14571" name="Freeform 202"/>
                  <p:cNvSpPr>
                    <a:spLocks/>
                  </p:cNvSpPr>
                  <p:nvPr/>
                </p:nvSpPr>
                <p:spPr bwMode="auto">
                  <a:xfrm flipH="1" flipV="1">
                    <a:off x="3770" y="1145"/>
                    <a:ext cx="313" cy="756"/>
                  </a:xfrm>
                  <a:custGeom>
                    <a:avLst/>
                    <a:gdLst>
                      <a:gd name="T0" fmla="*/ 0 w 717"/>
                      <a:gd name="T1" fmla="*/ 756 h 756"/>
                      <a:gd name="T2" fmla="*/ 4 w 717"/>
                      <a:gd name="T3" fmla="*/ 167 h 756"/>
                      <a:gd name="T4" fmla="*/ 5 w 717"/>
                      <a:gd name="T5" fmla="*/ 384 h 756"/>
                      <a:gd name="T6" fmla="*/ 7 w 717"/>
                      <a:gd name="T7" fmla="*/ 103 h 756"/>
                      <a:gd name="T8" fmla="*/ 10 w 717"/>
                      <a:gd name="T9" fmla="*/ 519 h 756"/>
                      <a:gd name="T10" fmla="*/ 11 w 717"/>
                      <a:gd name="T11" fmla="*/ 487 h 756"/>
                      <a:gd name="T12" fmla="*/ 11 w 717"/>
                      <a:gd name="T13" fmla="*/ 359 h 756"/>
                      <a:gd name="T14" fmla="*/ 14 w 717"/>
                      <a:gd name="T15" fmla="*/ 71 h 756"/>
                      <a:gd name="T16" fmla="*/ 16 w 717"/>
                      <a:gd name="T17" fmla="*/ 244 h 756"/>
                      <a:gd name="T18" fmla="*/ 17 w 717"/>
                      <a:gd name="T19" fmla="*/ 96 h 756"/>
                      <a:gd name="T20" fmla="*/ 18 w 717"/>
                      <a:gd name="T21" fmla="*/ 615 h 756"/>
                      <a:gd name="T22" fmla="*/ 21 w 717"/>
                      <a:gd name="T23" fmla="*/ 397 h 756"/>
                      <a:gd name="T24" fmla="*/ 24 w 717"/>
                      <a:gd name="T25" fmla="*/ 519 h 756"/>
                      <a:gd name="T26" fmla="*/ 25 w 717"/>
                      <a:gd name="T27" fmla="*/ 308 h 756"/>
                      <a:gd name="T28" fmla="*/ 28 w 717"/>
                      <a:gd name="T29" fmla="*/ 442 h 756"/>
                      <a:gd name="T30" fmla="*/ 29 w 717"/>
                      <a:gd name="T31" fmla="*/ 352 h 756"/>
                      <a:gd name="T32" fmla="*/ 30 w 717"/>
                      <a:gd name="T33" fmla="*/ 384 h 756"/>
                      <a:gd name="T34" fmla="*/ 31 w 717"/>
                      <a:gd name="T35" fmla="*/ 135 h 756"/>
                      <a:gd name="T36" fmla="*/ 33 w 717"/>
                      <a:gd name="T37" fmla="*/ 301 h 756"/>
                      <a:gd name="T38" fmla="*/ 32 w 717"/>
                      <a:gd name="T39" fmla="*/ 519 h 756"/>
                      <a:gd name="T40" fmla="*/ 34 w 717"/>
                      <a:gd name="T41" fmla="*/ 679 h 756"/>
                      <a:gd name="T42" fmla="*/ 36 w 717"/>
                      <a:gd name="T43" fmla="*/ 628 h 756"/>
                      <a:gd name="T44" fmla="*/ 37 w 717"/>
                      <a:gd name="T45" fmla="*/ 480 h 756"/>
                      <a:gd name="T46" fmla="*/ 38 w 717"/>
                      <a:gd name="T47" fmla="*/ 391 h 756"/>
                      <a:gd name="T48" fmla="*/ 36 w 717"/>
                      <a:gd name="T49" fmla="*/ 506 h 756"/>
                      <a:gd name="T50" fmla="*/ 38 w 717"/>
                      <a:gd name="T51" fmla="*/ 352 h 756"/>
                      <a:gd name="T52" fmla="*/ 39 w 717"/>
                      <a:gd name="T53" fmla="*/ 455 h 756"/>
                      <a:gd name="T54" fmla="*/ 41 w 717"/>
                      <a:gd name="T55" fmla="*/ 519 h 756"/>
                      <a:gd name="T56" fmla="*/ 43 w 717"/>
                      <a:gd name="T57" fmla="*/ 410 h 756"/>
                      <a:gd name="T58" fmla="*/ 44 w 717"/>
                      <a:gd name="T59" fmla="*/ 186 h 756"/>
                      <a:gd name="T60" fmla="*/ 45 w 717"/>
                      <a:gd name="T61" fmla="*/ 231 h 756"/>
                      <a:gd name="T62" fmla="*/ 48 w 717"/>
                      <a:gd name="T63" fmla="*/ 148 h 756"/>
                      <a:gd name="T64" fmla="*/ 48 w 717"/>
                      <a:gd name="T65" fmla="*/ 301 h 756"/>
                      <a:gd name="T66" fmla="*/ 48 w 717"/>
                      <a:gd name="T67" fmla="*/ 730 h 756"/>
                      <a:gd name="T68" fmla="*/ 54 w 717"/>
                      <a:gd name="T69" fmla="*/ 0 h 756"/>
                      <a:gd name="T70" fmla="*/ 54 w 717"/>
                      <a:gd name="T71" fmla="*/ 250 h 756"/>
                      <a:gd name="T72" fmla="*/ 55 w 717"/>
                      <a:gd name="T73" fmla="*/ 333 h 756"/>
                      <a:gd name="T74" fmla="*/ 57 w 717"/>
                      <a:gd name="T75" fmla="*/ 192 h 756"/>
                      <a:gd name="T76" fmla="*/ 59 w 717"/>
                      <a:gd name="T77" fmla="*/ 340 h 756"/>
                      <a:gd name="T78" fmla="*/ 58 w 717"/>
                      <a:gd name="T79" fmla="*/ 429 h 756"/>
                      <a:gd name="T80" fmla="*/ 60 w 717"/>
                      <a:gd name="T81" fmla="*/ 461 h 756"/>
                      <a:gd name="T82" fmla="*/ 0 60000 65536"/>
                      <a:gd name="T83" fmla="*/ 0 60000 65536"/>
                      <a:gd name="T84" fmla="*/ 0 60000 65536"/>
                      <a:gd name="T85" fmla="*/ 0 60000 65536"/>
                      <a:gd name="T86" fmla="*/ 0 60000 65536"/>
                      <a:gd name="T87" fmla="*/ 0 60000 65536"/>
                      <a:gd name="T88" fmla="*/ 0 60000 65536"/>
                      <a:gd name="T89" fmla="*/ 0 60000 65536"/>
                      <a:gd name="T90" fmla="*/ 0 60000 65536"/>
                      <a:gd name="T91" fmla="*/ 0 60000 65536"/>
                      <a:gd name="T92" fmla="*/ 0 60000 65536"/>
                      <a:gd name="T93" fmla="*/ 0 60000 65536"/>
                      <a:gd name="T94" fmla="*/ 0 60000 65536"/>
                      <a:gd name="T95" fmla="*/ 0 60000 65536"/>
                      <a:gd name="T96" fmla="*/ 0 60000 65536"/>
                      <a:gd name="T97" fmla="*/ 0 60000 65536"/>
                      <a:gd name="T98" fmla="*/ 0 60000 65536"/>
                      <a:gd name="T99" fmla="*/ 0 60000 65536"/>
                      <a:gd name="T100" fmla="*/ 0 60000 65536"/>
                      <a:gd name="T101" fmla="*/ 0 60000 65536"/>
                      <a:gd name="T102" fmla="*/ 0 60000 65536"/>
                      <a:gd name="T103" fmla="*/ 0 60000 65536"/>
                      <a:gd name="T104" fmla="*/ 0 60000 65536"/>
                      <a:gd name="T105" fmla="*/ 0 60000 65536"/>
                      <a:gd name="T106" fmla="*/ 0 60000 65536"/>
                      <a:gd name="T107" fmla="*/ 0 60000 65536"/>
                      <a:gd name="T108" fmla="*/ 0 60000 65536"/>
                      <a:gd name="T109" fmla="*/ 0 60000 65536"/>
                      <a:gd name="T110" fmla="*/ 0 60000 65536"/>
                      <a:gd name="T111" fmla="*/ 0 60000 65536"/>
                      <a:gd name="T112" fmla="*/ 0 60000 65536"/>
                      <a:gd name="T113" fmla="*/ 0 60000 65536"/>
                      <a:gd name="T114" fmla="*/ 0 60000 65536"/>
                      <a:gd name="T115" fmla="*/ 0 60000 65536"/>
                      <a:gd name="T116" fmla="*/ 0 60000 65536"/>
                      <a:gd name="T117" fmla="*/ 0 60000 65536"/>
                      <a:gd name="T118" fmla="*/ 0 60000 65536"/>
                      <a:gd name="T119" fmla="*/ 0 60000 65536"/>
                      <a:gd name="T120" fmla="*/ 0 60000 65536"/>
                      <a:gd name="T121" fmla="*/ 0 60000 65536"/>
                      <a:gd name="T122" fmla="*/ 0 60000 65536"/>
                      <a:gd name="T123" fmla="*/ 0 w 717"/>
                      <a:gd name="T124" fmla="*/ 0 h 756"/>
                      <a:gd name="T125" fmla="*/ 717 w 717"/>
                      <a:gd name="T126" fmla="*/ 756 h 756"/>
                    </a:gdLst>
                    <a:ahLst/>
                    <a:cxnLst>
                      <a:cxn ang="T82">
                        <a:pos x="T0" y="T1"/>
                      </a:cxn>
                      <a:cxn ang="T83">
                        <a:pos x="T2" y="T3"/>
                      </a:cxn>
                      <a:cxn ang="T84">
                        <a:pos x="T4" y="T5"/>
                      </a:cxn>
                      <a:cxn ang="T85">
                        <a:pos x="T6" y="T7"/>
                      </a:cxn>
                      <a:cxn ang="T86">
                        <a:pos x="T8" y="T9"/>
                      </a:cxn>
                      <a:cxn ang="T87">
                        <a:pos x="T10" y="T11"/>
                      </a:cxn>
                      <a:cxn ang="T88">
                        <a:pos x="T12" y="T13"/>
                      </a:cxn>
                      <a:cxn ang="T89">
                        <a:pos x="T14" y="T15"/>
                      </a:cxn>
                      <a:cxn ang="T90">
                        <a:pos x="T16" y="T17"/>
                      </a:cxn>
                      <a:cxn ang="T91">
                        <a:pos x="T18" y="T19"/>
                      </a:cxn>
                      <a:cxn ang="T92">
                        <a:pos x="T20" y="T21"/>
                      </a:cxn>
                      <a:cxn ang="T93">
                        <a:pos x="T22" y="T23"/>
                      </a:cxn>
                      <a:cxn ang="T94">
                        <a:pos x="T24" y="T25"/>
                      </a:cxn>
                      <a:cxn ang="T95">
                        <a:pos x="T26" y="T27"/>
                      </a:cxn>
                      <a:cxn ang="T96">
                        <a:pos x="T28" y="T29"/>
                      </a:cxn>
                      <a:cxn ang="T97">
                        <a:pos x="T30" y="T31"/>
                      </a:cxn>
                      <a:cxn ang="T98">
                        <a:pos x="T32" y="T33"/>
                      </a:cxn>
                      <a:cxn ang="T99">
                        <a:pos x="T34" y="T35"/>
                      </a:cxn>
                      <a:cxn ang="T100">
                        <a:pos x="T36" y="T37"/>
                      </a:cxn>
                      <a:cxn ang="T101">
                        <a:pos x="T38" y="T39"/>
                      </a:cxn>
                      <a:cxn ang="T102">
                        <a:pos x="T40" y="T41"/>
                      </a:cxn>
                      <a:cxn ang="T103">
                        <a:pos x="T42" y="T43"/>
                      </a:cxn>
                      <a:cxn ang="T104">
                        <a:pos x="T44" y="T45"/>
                      </a:cxn>
                      <a:cxn ang="T105">
                        <a:pos x="T46" y="T47"/>
                      </a:cxn>
                      <a:cxn ang="T106">
                        <a:pos x="T48" y="T49"/>
                      </a:cxn>
                      <a:cxn ang="T107">
                        <a:pos x="T50" y="T51"/>
                      </a:cxn>
                      <a:cxn ang="T108">
                        <a:pos x="T52" y="T53"/>
                      </a:cxn>
                      <a:cxn ang="T109">
                        <a:pos x="T54" y="T55"/>
                      </a:cxn>
                      <a:cxn ang="T110">
                        <a:pos x="T56" y="T57"/>
                      </a:cxn>
                      <a:cxn ang="T111">
                        <a:pos x="T58" y="T59"/>
                      </a:cxn>
                      <a:cxn ang="T112">
                        <a:pos x="T60" y="T61"/>
                      </a:cxn>
                      <a:cxn ang="T113">
                        <a:pos x="T62" y="T63"/>
                      </a:cxn>
                      <a:cxn ang="T114">
                        <a:pos x="T64" y="T65"/>
                      </a:cxn>
                      <a:cxn ang="T115">
                        <a:pos x="T66" y="T67"/>
                      </a:cxn>
                      <a:cxn ang="T116">
                        <a:pos x="T68" y="T69"/>
                      </a:cxn>
                      <a:cxn ang="T117">
                        <a:pos x="T70" y="T71"/>
                      </a:cxn>
                      <a:cxn ang="T118">
                        <a:pos x="T72" y="T73"/>
                      </a:cxn>
                      <a:cxn ang="T119">
                        <a:pos x="T74" y="T75"/>
                      </a:cxn>
                      <a:cxn ang="T120">
                        <a:pos x="T76" y="T77"/>
                      </a:cxn>
                      <a:cxn ang="T121">
                        <a:pos x="T78" y="T79"/>
                      </a:cxn>
                      <a:cxn ang="T122">
                        <a:pos x="T80" y="T81"/>
                      </a:cxn>
                    </a:cxnLst>
                    <a:rect l="T123" t="T124" r="T125" b="T126"/>
                    <a:pathLst>
                      <a:path w="717" h="756">
                        <a:moveTo>
                          <a:pt x="0" y="756"/>
                        </a:moveTo>
                        <a:lnTo>
                          <a:pt x="52" y="167"/>
                        </a:lnTo>
                        <a:lnTo>
                          <a:pt x="64" y="384"/>
                        </a:lnTo>
                        <a:lnTo>
                          <a:pt x="90" y="103"/>
                        </a:lnTo>
                        <a:lnTo>
                          <a:pt x="116" y="519"/>
                        </a:lnTo>
                        <a:lnTo>
                          <a:pt x="135" y="487"/>
                        </a:lnTo>
                        <a:lnTo>
                          <a:pt x="135" y="359"/>
                        </a:lnTo>
                        <a:lnTo>
                          <a:pt x="167" y="71"/>
                        </a:lnTo>
                        <a:lnTo>
                          <a:pt x="192" y="244"/>
                        </a:lnTo>
                        <a:lnTo>
                          <a:pt x="205" y="96"/>
                        </a:lnTo>
                        <a:lnTo>
                          <a:pt x="218" y="615"/>
                        </a:lnTo>
                        <a:lnTo>
                          <a:pt x="244" y="397"/>
                        </a:lnTo>
                        <a:lnTo>
                          <a:pt x="282" y="519"/>
                        </a:lnTo>
                        <a:lnTo>
                          <a:pt x="308" y="308"/>
                        </a:lnTo>
                        <a:lnTo>
                          <a:pt x="333" y="442"/>
                        </a:lnTo>
                        <a:lnTo>
                          <a:pt x="346" y="352"/>
                        </a:lnTo>
                        <a:lnTo>
                          <a:pt x="365" y="384"/>
                        </a:lnTo>
                        <a:lnTo>
                          <a:pt x="378" y="135"/>
                        </a:lnTo>
                        <a:lnTo>
                          <a:pt x="391" y="301"/>
                        </a:lnTo>
                        <a:lnTo>
                          <a:pt x="384" y="519"/>
                        </a:lnTo>
                        <a:lnTo>
                          <a:pt x="404" y="679"/>
                        </a:lnTo>
                        <a:lnTo>
                          <a:pt x="429" y="628"/>
                        </a:lnTo>
                        <a:lnTo>
                          <a:pt x="442" y="480"/>
                        </a:lnTo>
                        <a:lnTo>
                          <a:pt x="455" y="391"/>
                        </a:lnTo>
                        <a:lnTo>
                          <a:pt x="436" y="506"/>
                        </a:lnTo>
                        <a:lnTo>
                          <a:pt x="461" y="352"/>
                        </a:lnTo>
                        <a:lnTo>
                          <a:pt x="474" y="455"/>
                        </a:lnTo>
                        <a:lnTo>
                          <a:pt x="493" y="519"/>
                        </a:lnTo>
                        <a:lnTo>
                          <a:pt x="512" y="410"/>
                        </a:lnTo>
                        <a:lnTo>
                          <a:pt x="532" y="186"/>
                        </a:lnTo>
                        <a:lnTo>
                          <a:pt x="544" y="231"/>
                        </a:lnTo>
                        <a:lnTo>
                          <a:pt x="570" y="148"/>
                        </a:lnTo>
                        <a:lnTo>
                          <a:pt x="576" y="301"/>
                        </a:lnTo>
                        <a:lnTo>
                          <a:pt x="576" y="730"/>
                        </a:lnTo>
                        <a:lnTo>
                          <a:pt x="647" y="0"/>
                        </a:lnTo>
                        <a:lnTo>
                          <a:pt x="647" y="250"/>
                        </a:lnTo>
                        <a:lnTo>
                          <a:pt x="660" y="333"/>
                        </a:lnTo>
                        <a:lnTo>
                          <a:pt x="685" y="192"/>
                        </a:lnTo>
                        <a:lnTo>
                          <a:pt x="711" y="340"/>
                        </a:lnTo>
                        <a:lnTo>
                          <a:pt x="698" y="429"/>
                        </a:lnTo>
                        <a:lnTo>
                          <a:pt x="717" y="461"/>
                        </a:lnTo>
                      </a:path>
                    </a:pathLst>
                  </a:custGeom>
                  <a:noFill/>
                  <a:ln w="9525">
                    <a:solidFill>
                      <a:srgbClr val="FF0000"/>
                    </a:solidFill>
                    <a:round/>
                    <a:headEnd/>
                    <a:tailEnd/>
                  </a:ln>
                </p:spPr>
                <p:txBody>
                  <a:bodyPr/>
                  <a:lstStyle/>
                  <a:p>
                    <a:endParaRPr lang="en-GB" sz="1600"/>
                  </a:p>
                </p:txBody>
              </p:sp>
              <p:sp>
                <p:nvSpPr>
                  <p:cNvPr id="14572" name="Freeform 203"/>
                  <p:cNvSpPr>
                    <a:spLocks/>
                  </p:cNvSpPr>
                  <p:nvPr/>
                </p:nvSpPr>
                <p:spPr bwMode="auto">
                  <a:xfrm flipH="1">
                    <a:off x="4077" y="1119"/>
                    <a:ext cx="313" cy="756"/>
                  </a:xfrm>
                  <a:custGeom>
                    <a:avLst/>
                    <a:gdLst>
                      <a:gd name="T0" fmla="*/ 0 w 717"/>
                      <a:gd name="T1" fmla="*/ 756 h 756"/>
                      <a:gd name="T2" fmla="*/ 4 w 717"/>
                      <a:gd name="T3" fmla="*/ 167 h 756"/>
                      <a:gd name="T4" fmla="*/ 5 w 717"/>
                      <a:gd name="T5" fmla="*/ 384 h 756"/>
                      <a:gd name="T6" fmla="*/ 7 w 717"/>
                      <a:gd name="T7" fmla="*/ 103 h 756"/>
                      <a:gd name="T8" fmla="*/ 10 w 717"/>
                      <a:gd name="T9" fmla="*/ 519 h 756"/>
                      <a:gd name="T10" fmla="*/ 11 w 717"/>
                      <a:gd name="T11" fmla="*/ 487 h 756"/>
                      <a:gd name="T12" fmla="*/ 11 w 717"/>
                      <a:gd name="T13" fmla="*/ 359 h 756"/>
                      <a:gd name="T14" fmla="*/ 14 w 717"/>
                      <a:gd name="T15" fmla="*/ 71 h 756"/>
                      <a:gd name="T16" fmla="*/ 16 w 717"/>
                      <a:gd name="T17" fmla="*/ 244 h 756"/>
                      <a:gd name="T18" fmla="*/ 17 w 717"/>
                      <a:gd name="T19" fmla="*/ 96 h 756"/>
                      <a:gd name="T20" fmla="*/ 18 w 717"/>
                      <a:gd name="T21" fmla="*/ 615 h 756"/>
                      <a:gd name="T22" fmla="*/ 21 w 717"/>
                      <a:gd name="T23" fmla="*/ 397 h 756"/>
                      <a:gd name="T24" fmla="*/ 24 w 717"/>
                      <a:gd name="T25" fmla="*/ 519 h 756"/>
                      <a:gd name="T26" fmla="*/ 25 w 717"/>
                      <a:gd name="T27" fmla="*/ 308 h 756"/>
                      <a:gd name="T28" fmla="*/ 28 w 717"/>
                      <a:gd name="T29" fmla="*/ 442 h 756"/>
                      <a:gd name="T30" fmla="*/ 29 w 717"/>
                      <a:gd name="T31" fmla="*/ 352 h 756"/>
                      <a:gd name="T32" fmla="*/ 30 w 717"/>
                      <a:gd name="T33" fmla="*/ 384 h 756"/>
                      <a:gd name="T34" fmla="*/ 31 w 717"/>
                      <a:gd name="T35" fmla="*/ 135 h 756"/>
                      <a:gd name="T36" fmla="*/ 33 w 717"/>
                      <a:gd name="T37" fmla="*/ 301 h 756"/>
                      <a:gd name="T38" fmla="*/ 32 w 717"/>
                      <a:gd name="T39" fmla="*/ 519 h 756"/>
                      <a:gd name="T40" fmla="*/ 34 w 717"/>
                      <a:gd name="T41" fmla="*/ 679 h 756"/>
                      <a:gd name="T42" fmla="*/ 36 w 717"/>
                      <a:gd name="T43" fmla="*/ 628 h 756"/>
                      <a:gd name="T44" fmla="*/ 37 w 717"/>
                      <a:gd name="T45" fmla="*/ 480 h 756"/>
                      <a:gd name="T46" fmla="*/ 38 w 717"/>
                      <a:gd name="T47" fmla="*/ 391 h 756"/>
                      <a:gd name="T48" fmla="*/ 36 w 717"/>
                      <a:gd name="T49" fmla="*/ 506 h 756"/>
                      <a:gd name="T50" fmla="*/ 38 w 717"/>
                      <a:gd name="T51" fmla="*/ 352 h 756"/>
                      <a:gd name="T52" fmla="*/ 39 w 717"/>
                      <a:gd name="T53" fmla="*/ 455 h 756"/>
                      <a:gd name="T54" fmla="*/ 41 w 717"/>
                      <a:gd name="T55" fmla="*/ 519 h 756"/>
                      <a:gd name="T56" fmla="*/ 43 w 717"/>
                      <a:gd name="T57" fmla="*/ 410 h 756"/>
                      <a:gd name="T58" fmla="*/ 44 w 717"/>
                      <a:gd name="T59" fmla="*/ 186 h 756"/>
                      <a:gd name="T60" fmla="*/ 45 w 717"/>
                      <a:gd name="T61" fmla="*/ 231 h 756"/>
                      <a:gd name="T62" fmla="*/ 48 w 717"/>
                      <a:gd name="T63" fmla="*/ 148 h 756"/>
                      <a:gd name="T64" fmla="*/ 48 w 717"/>
                      <a:gd name="T65" fmla="*/ 301 h 756"/>
                      <a:gd name="T66" fmla="*/ 48 w 717"/>
                      <a:gd name="T67" fmla="*/ 730 h 756"/>
                      <a:gd name="T68" fmla="*/ 54 w 717"/>
                      <a:gd name="T69" fmla="*/ 0 h 756"/>
                      <a:gd name="T70" fmla="*/ 54 w 717"/>
                      <a:gd name="T71" fmla="*/ 250 h 756"/>
                      <a:gd name="T72" fmla="*/ 55 w 717"/>
                      <a:gd name="T73" fmla="*/ 333 h 756"/>
                      <a:gd name="T74" fmla="*/ 57 w 717"/>
                      <a:gd name="T75" fmla="*/ 192 h 756"/>
                      <a:gd name="T76" fmla="*/ 59 w 717"/>
                      <a:gd name="T77" fmla="*/ 340 h 756"/>
                      <a:gd name="T78" fmla="*/ 58 w 717"/>
                      <a:gd name="T79" fmla="*/ 429 h 756"/>
                      <a:gd name="T80" fmla="*/ 60 w 717"/>
                      <a:gd name="T81" fmla="*/ 461 h 756"/>
                      <a:gd name="T82" fmla="*/ 0 60000 65536"/>
                      <a:gd name="T83" fmla="*/ 0 60000 65536"/>
                      <a:gd name="T84" fmla="*/ 0 60000 65536"/>
                      <a:gd name="T85" fmla="*/ 0 60000 65536"/>
                      <a:gd name="T86" fmla="*/ 0 60000 65536"/>
                      <a:gd name="T87" fmla="*/ 0 60000 65536"/>
                      <a:gd name="T88" fmla="*/ 0 60000 65536"/>
                      <a:gd name="T89" fmla="*/ 0 60000 65536"/>
                      <a:gd name="T90" fmla="*/ 0 60000 65536"/>
                      <a:gd name="T91" fmla="*/ 0 60000 65536"/>
                      <a:gd name="T92" fmla="*/ 0 60000 65536"/>
                      <a:gd name="T93" fmla="*/ 0 60000 65536"/>
                      <a:gd name="T94" fmla="*/ 0 60000 65536"/>
                      <a:gd name="T95" fmla="*/ 0 60000 65536"/>
                      <a:gd name="T96" fmla="*/ 0 60000 65536"/>
                      <a:gd name="T97" fmla="*/ 0 60000 65536"/>
                      <a:gd name="T98" fmla="*/ 0 60000 65536"/>
                      <a:gd name="T99" fmla="*/ 0 60000 65536"/>
                      <a:gd name="T100" fmla="*/ 0 60000 65536"/>
                      <a:gd name="T101" fmla="*/ 0 60000 65536"/>
                      <a:gd name="T102" fmla="*/ 0 60000 65536"/>
                      <a:gd name="T103" fmla="*/ 0 60000 65536"/>
                      <a:gd name="T104" fmla="*/ 0 60000 65536"/>
                      <a:gd name="T105" fmla="*/ 0 60000 65536"/>
                      <a:gd name="T106" fmla="*/ 0 60000 65536"/>
                      <a:gd name="T107" fmla="*/ 0 60000 65536"/>
                      <a:gd name="T108" fmla="*/ 0 60000 65536"/>
                      <a:gd name="T109" fmla="*/ 0 60000 65536"/>
                      <a:gd name="T110" fmla="*/ 0 60000 65536"/>
                      <a:gd name="T111" fmla="*/ 0 60000 65536"/>
                      <a:gd name="T112" fmla="*/ 0 60000 65536"/>
                      <a:gd name="T113" fmla="*/ 0 60000 65536"/>
                      <a:gd name="T114" fmla="*/ 0 60000 65536"/>
                      <a:gd name="T115" fmla="*/ 0 60000 65536"/>
                      <a:gd name="T116" fmla="*/ 0 60000 65536"/>
                      <a:gd name="T117" fmla="*/ 0 60000 65536"/>
                      <a:gd name="T118" fmla="*/ 0 60000 65536"/>
                      <a:gd name="T119" fmla="*/ 0 60000 65536"/>
                      <a:gd name="T120" fmla="*/ 0 60000 65536"/>
                      <a:gd name="T121" fmla="*/ 0 60000 65536"/>
                      <a:gd name="T122" fmla="*/ 0 60000 65536"/>
                      <a:gd name="T123" fmla="*/ 0 w 717"/>
                      <a:gd name="T124" fmla="*/ 0 h 756"/>
                      <a:gd name="T125" fmla="*/ 717 w 717"/>
                      <a:gd name="T126" fmla="*/ 756 h 756"/>
                    </a:gdLst>
                    <a:ahLst/>
                    <a:cxnLst>
                      <a:cxn ang="T82">
                        <a:pos x="T0" y="T1"/>
                      </a:cxn>
                      <a:cxn ang="T83">
                        <a:pos x="T2" y="T3"/>
                      </a:cxn>
                      <a:cxn ang="T84">
                        <a:pos x="T4" y="T5"/>
                      </a:cxn>
                      <a:cxn ang="T85">
                        <a:pos x="T6" y="T7"/>
                      </a:cxn>
                      <a:cxn ang="T86">
                        <a:pos x="T8" y="T9"/>
                      </a:cxn>
                      <a:cxn ang="T87">
                        <a:pos x="T10" y="T11"/>
                      </a:cxn>
                      <a:cxn ang="T88">
                        <a:pos x="T12" y="T13"/>
                      </a:cxn>
                      <a:cxn ang="T89">
                        <a:pos x="T14" y="T15"/>
                      </a:cxn>
                      <a:cxn ang="T90">
                        <a:pos x="T16" y="T17"/>
                      </a:cxn>
                      <a:cxn ang="T91">
                        <a:pos x="T18" y="T19"/>
                      </a:cxn>
                      <a:cxn ang="T92">
                        <a:pos x="T20" y="T21"/>
                      </a:cxn>
                      <a:cxn ang="T93">
                        <a:pos x="T22" y="T23"/>
                      </a:cxn>
                      <a:cxn ang="T94">
                        <a:pos x="T24" y="T25"/>
                      </a:cxn>
                      <a:cxn ang="T95">
                        <a:pos x="T26" y="T27"/>
                      </a:cxn>
                      <a:cxn ang="T96">
                        <a:pos x="T28" y="T29"/>
                      </a:cxn>
                      <a:cxn ang="T97">
                        <a:pos x="T30" y="T31"/>
                      </a:cxn>
                      <a:cxn ang="T98">
                        <a:pos x="T32" y="T33"/>
                      </a:cxn>
                      <a:cxn ang="T99">
                        <a:pos x="T34" y="T35"/>
                      </a:cxn>
                      <a:cxn ang="T100">
                        <a:pos x="T36" y="T37"/>
                      </a:cxn>
                      <a:cxn ang="T101">
                        <a:pos x="T38" y="T39"/>
                      </a:cxn>
                      <a:cxn ang="T102">
                        <a:pos x="T40" y="T41"/>
                      </a:cxn>
                      <a:cxn ang="T103">
                        <a:pos x="T42" y="T43"/>
                      </a:cxn>
                      <a:cxn ang="T104">
                        <a:pos x="T44" y="T45"/>
                      </a:cxn>
                      <a:cxn ang="T105">
                        <a:pos x="T46" y="T47"/>
                      </a:cxn>
                      <a:cxn ang="T106">
                        <a:pos x="T48" y="T49"/>
                      </a:cxn>
                      <a:cxn ang="T107">
                        <a:pos x="T50" y="T51"/>
                      </a:cxn>
                      <a:cxn ang="T108">
                        <a:pos x="T52" y="T53"/>
                      </a:cxn>
                      <a:cxn ang="T109">
                        <a:pos x="T54" y="T55"/>
                      </a:cxn>
                      <a:cxn ang="T110">
                        <a:pos x="T56" y="T57"/>
                      </a:cxn>
                      <a:cxn ang="T111">
                        <a:pos x="T58" y="T59"/>
                      </a:cxn>
                      <a:cxn ang="T112">
                        <a:pos x="T60" y="T61"/>
                      </a:cxn>
                      <a:cxn ang="T113">
                        <a:pos x="T62" y="T63"/>
                      </a:cxn>
                      <a:cxn ang="T114">
                        <a:pos x="T64" y="T65"/>
                      </a:cxn>
                      <a:cxn ang="T115">
                        <a:pos x="T66" y="T67"/>
                      </a:cxn>
                      <a:cxn ang="T116">
                        <a:pos x="T68" y="T69"/>
                      </a:cxn>
                      <a:cxn ang="T117">
                        <a:pos x="T70" y="T71"/>
                      </a:cxn>
                      <a:cxn ang="T118">
                        <a:pos x="T72" y="T73"/>
                      </a:cxn>
                      <a:cxn ang="T119">
                        <a:pos x="T74" y="T75"/>
                      </a:cxn>
                      <a:cxn ang="T120">
                        <a:pos x="T76" y="T77"/>
                      </a:cxn>
                      <a:cxn ang="T121">
                        <a:pos x="T78" y="T79"/>
                      </a:cxn>
                      <a:cxn ang="T122">
                        <a:pos x="T80" y="T81"/>
                      </a:cxn>
                    </a:cxnLst>
                    <a:rect l="T123" t="T124" r="T125" b="T126"/>
                    <a:pathLst>
                      <a:path w="717" h="756">
                        <a:moveTo>
                          <a:pt x="0" y="756"/>
                        </a:moveTo>
                        <a:lnTo>
                          <a:pt x="52" y="167"/>
                        </a:lnTo>
                        <a:lnTo>
                          <a:pt x="64" y="384"/>
                        </a:lnTo>
                        <a:lnTo>
                          <a:pt x="90" y="103"/>
                        </a:lnTo>
                        <a:lnTo>
                          <a:pt x="116" y="519"/>
                        </a:lnTo>
                        <a:lnTo>
                          <a:pt x="135" y="487"/>
                        </a:lnTo>
                        <a:lnTo>
                          <a:pt x="135" y="359"/>
                        </a:lnTo>
                        <a:lnTo>
                          <a:pt x="167" y="71"/>
                        </a:lnTo>
                        <a:lnTo>
                          <a:pt x="192" y="244"/>
                        </a:lnTo>
                        <a:lnTo>
                          <a:pt x="205" y="96"/>
                        </a:lnTo>
                        <a:lnTo>
                          <a:pt x="218" y="615"/>
                        </a:lnTo>
                        <a:lnTo>
                          <a:pt x="244" y="397"/>
                        </a:lnTo>
                        <a:lnTo>
                          <a:pt x="282" y="519"/>
                        </a:lnTo>
                        <a:lnTo>
                          <a:pt x="308" y="308"/>
                        </a:lnTo>
                        <a:lnTo>
                          <a:pt x="333" y="442"/>
                        </a:lnTo>
                        <a:lnTo>
                          <a:pt x="346" y="352"/>
                        </a:lnTo>
                        <a:lnTo>
                          <a:pt x="365" y="384"/>
                        </a:lnTo>
                        <a:lnTo>
                          <a:pt x="378" y="135"/>
                        </a:lnTo>
                        <a:lnTo>
                          <a:pt x="391" y="301"/>
                        </a:lnTo>
                        <a:lnTo>
                          <a:pt x="384" y="519"/>
                        </a:lnTo>
                        <a:lnTo>
                          <a:pt x="404" y="679"/>
                        </a:lnTo>
                        <a:lnTo>
                          <a:pt x="429" y="628"/>
                        </a:lnTo>
                        <a:lnTo>
                          <a:pt x="442" y="480"/>
                        </a:lnTo>
                        <a:lnTo>
                          <a:pt x="455" y="391"/>
                        </a:lnTo>
                        <a:lnTo>
                          <a:pt x="436" y="506"/>
                        </a:lnTo>
                        <a:lnTo>
                          <a:pt x="461" y="352"/>
                        </a:lnTo>
                        <a:lnTo>
                          <a:pt x="474" y="455"/>
                        </a:lnTo>
                        <a:lnTo>
                          <a:pt x="493" y="519"/>
                        </a:lnTo>
                        <a:lnTo>
                          <a:pt x="512" y="410"/>
                        </a:lnTo>
                        <a:lnTo>
                          <a:pt x="532" y="186"/>
                        </a:lnTo>
                        <a:lnTo>
                          <a:pt x="544" y="231"/>
                        </a:lnTo>
                        <a:lnTo>
                          <a:pt x="570" y="148"/>
                        </a:lnTo>
                        <a:lnTo>
                          <a:pt x="576" y="301"/>
                        </a:lnTo>
                        <a:lnTo>
                          <a:pt x="576" y="730"/>
                        </a:lnTo>
                        <a:lnTo>
                          <a:pt x="647" y="0"/>
                        </a:lnTo>
                        <a:lnTo>
                          <a:pt x="647" y="250"/>
                        </a:lnTo>
                        <a:lnTo>
                          <a:pt x="660" y="333"/>
                        </a:lnTo>
                        <a:lnTo>
                          <a:pt x="685" y="192"/>
                        </a:lnTo>
                        <a:lnTo>
                          <a:pt x="711" y="340"/>
                        </a:lnTo>
                        <a:lnTo>
                          <a:pt x="698" y="429"/>
                        </a:lnTo>
                        <a:lnTo>
                          <a:pt x="717" y="461"/>
                        </a:lnTo>
                      </a:path>
                    </a:pathLst>
                  </a:custGeom>
                  <a:noFill/>
                  <a:ln w="9525">
                    <a:solidFill>
                      <a:srgbClr val="FF0000"/>
                    </a:solidFill>
                    <a:round/>
                    <a:headEnd/>
                    <a:tailEnd/>
                  </a:ln>
                </p:spPr>
                <p:txBody>
                  <a:bodyPr/>
                  <a:lstStyle/>
                  <a:p>
                    <a:endParaRPr lang="en-GB" sz="1600"/>
                  </a:p>
                </p:txBody>
              </p:sp>
              <p:sp>
                <p:nvSpPr>
                  <p:cNvPr id="14573" name="Freeform 204"/>
                  <p:cNvSpPr>
                    <a:spLocks/>
                  </p:cNvSpPr>
                  <p:nvPr/>
                </p:nvSpPr>
                <p:spPr bwMode="auto">
                  <a:xfrm flipV="1">
                    <a:off x="4385" y="1138"/>
                    <a:ext cx="313" cy="756"/>
                  </a:xfrm>
                  <a:custGeom>
                    <a:avLst/>
                    <a:gdLst>
                      <a:gd name="T0" fmla="*/ 0 w 717"/>
                      <a:gd name="T1" fmla="*/ 756 h 756"/>
                      <a:gd name="T2" fmla="*/ 4 w 717"/>
                      <a:gd name="T3" fmla="*/ 167 h 756"/>
                      <a:gd name="T4" fmla="*/ 5 w 717"/>
                      <a:gd name="T5" fmla="*/ 384 h 756"/>
                      <a:gd name="T6" fmla="*/ 7 w 717"/>
                      <a:gd name="T7" fmla="*/ 103 h 756"/>
                      <a:gd name="T8" fmla="*/ 10 w 717"/>
                      <a:gd name="T9" fmla="*/ 519 h 756"/>
                      <a:gd name="T10" fmla="*/ 11 w 717"/>
                      <a:gd name="T11" fmla="*/ 487 h 756"/>
                      <a:gd name="T12" fmla="*/ 11 w 717"/>
                      <a:gd name="T13" fmla="*/ 359 h 756"/>
                      <a:gd name="T14" fmla="*/ 14 w 717"/>
                      <a:gd name="T15" fmla="*/ 71 h 756"/>
                      <a:gd name="T16" fmla="*/ 16 w 717"/>
                      <a:gd name="T17" fmla="*/ 244 h 756"/>
                      <a:gd name="T18" fmla="*/ 17 w 717"/>
                      <a:gd name="T19" fmla="*/ 96 h 756"/>
                      <a:gd name="T20" fmla="*/ 18 w 717"/>
                      <a:gd name="T21" fmla="*/ 615 h 756"/>
                      <a:gd name="T22" fmla="*/ 21 w 717"/>
                      <a:gd name="T23" fmla="*/ 397 h 756"/>
                      <a:gd name="T24" fmla="*/ 24 w 717"/>
                      <a:gd name="T25" fmla="*/ 519 h 756"/>
                      <a:gd name="T26" fmla="*/ 25 w 717"/>
                      <a:gd name="T27" fmla="*/ 308 h 756"/>
                      <a:gd name="T28" fmla="*/ 28 w 717"/>
                      <a:gd name="T29" fmla="*/ 442 h 756"/>
                      <a:gd name="T30" fmla="*/ 29 w 717"/>
                      <a:gd name="T31" fmla="*/ 352 h 756"/>
                      <a:gd name="T32" fmla="*/ 30 w 717"/>
                      <a:gd name="T33" fmla="*/ 384 h 756"/>
                      <a:gd name="T34" fmla="*/ 31 w 717"/>
                      <a:gd name="T35" fmla="*/ 135 h 756"/>
                      <a:gd name="T36" fmla="*/ 33 w 717"/>
                      <a:gd name="T37" fmla="*/ 301 h 756"/>
                      <a:gd name="T38" fmla="*/ 32 w 717"/>
                      <a:gd name="T39" fmla="*/ 519 h 756"/>
                      <a:gd name="T40" fmla="*/ 34 w 717"/>
                      <a:gd name="T41" fmla="*/ 679 h 756"/>
                      <a:gd name="T42" fmla="*/ 36 w 717"/>
                      <a:gd name="T43" fmla="*/ 628 h 756"/>
                      <a:gd name="T44" fmla="*/ 37 w 717"/>
                      <a:gd name="T45" fmla="*/ 480 h 756"/>
                      <a:gd name="T46" fmla="*/ 38 w 717"/>
                      <a:gd name="T47" fmla="*/ 391 h 756"/>
                      <a:gd name="T48" fmla="*/ 36 w 717"/>
                      <a:gd name="T49" fmla="*/ 506 h 756"/>
                      <a:gd name="T50" fmla="*/ 38 w 717"/>
                      <a:gd name="T51" fmla="*/ 352 h 756"/>
                      <a:gd name="T52" fmla="*/ 39 w 717"/>
                      <a:gd name="T53" fmla="*/ 455 h 756"/>
                      <a:gd name="T54" fmla="*/ 41 w 717"/>
                      <a:gd name="T55" fmla="*/ 519 h 756"/>
                      <a:gd name="T56" fmla="*/ 43 w 717"/>
                      <a:gd name="T57" fmla="*/ 410 h 756"/>
                      <a:gd name="T58" fmla="*/ 44 w 717"/>
                      <a:gd name="T59" fmla="*/ 186 h 756"/>
                      <a:gd name="T60" fmla="*/ 45 w 717"/>
                      <a:gd name="T61" fmla="*/ 231 h 756"/>
                      <a:gd name="T62" fmla="*/ 48 w 717"/>
                      <a:gd name="T63" fmla="*/ 148 h 756"/>
                      <a:gd name="T64" fmla="*/ 48 w 717"/>
                      <a:gd name="T65" fmla="*/ 301 h 756"/>
                      <a:gd name="T66" fmla="*/ 48 w 717"/>
                      <a:gd name="T67" fmla="*/ 730 h 756"/>
                      <a:gd name="T68" fmla="*/ 54 w 717"/>
                      <a:gd name="T69" fmla="*/ 0 h 756"/>
                      <a:gd name="T70" fmla="*/ 54 w 717"/>
                      <a:gd name="T71" fmla="*/ 250 h 756"/>
                      <a:gd name="T72" fmla="*/ 55 w 717"/>
                      <a:gd name="T73" fmla="*/ 333 h 756"/>
                      <a:gd name="T74" fmla="*/ 57 w 717"/>
                      <a:gd name="T75" fmla="*/ 192 h 756"/>
                      <a:gd name="T76" fmla="*/ 59 w 717"/>
                      <a:gd name="T77" fmla="*/ 340 h 756"/>
                      <a:gd name="T78" fmla="*/ 58 w 717"/>
                      <a:gd name="T79" fmla="*/ 429 h 756"/>
                      <a:gd name="T80" fmla="*/ 60 w 717"/>
                      <a:gd name="T81" fmla="*/ 461 h 756"/>
                      <a:gd name="T82" fmla="*/ 0 60000 65536"/>
                      <a:gd name="T83" fmla="*/ 0 60000 65536"/>
                      <a:gd name="T84" fmla="*/ 0 60000 65536"/>
                      <a:gd name="T85" fmla="*/ 0 60000 65536"/>
                      <a:gd name="T86" fmla="*/ 0 60000 65536"/>
                      <a:gd name="T87" fmla="*/ 0 60000 65536"/>
                      <a:gd name="T88" fmla="*/ 0 60000 65536"/>
                      <a:gd name="T89" fmla="*/ 0 60000 65536"/>
                      <a:gd name="T90" fmla="*/ 0 60000 65536"/>
                      <a:gd name="T91" fmla="*/ 0 60000 65536"/>
                      <a:gd name="T92" fmla="*/ 0 60000 65536"/>
                      <a:gd name="T93" fmla="*/ 0 60000 65536"/>
                      <a:gd name="T94" fmla="*/ 0 60000 65536"/>
                      <a:gd name="T95" fmla="*/ 0 60000 65536"/>
                      <a:gd name="T96" fmla="*/ 0 60000 65536"/>
                      <a:gd name="T97" fmla="*/ 0 60000 65536"/>
                      <a:gd name="T98" fmla="*/ 0 60000 65536"/>
                      <a:gd name="T99" fmla="*/ 0 60000 65536"/>
                      <a:gd name="T100" fmla="*/ 0 60000 65536"/>
                      <a:gd name="T101" fmla="*/ 0 60000 65536"/>
                      <a:gd name="T102" fmla="*/ 0 60000 65536"/>
                      <a:gd name="T103" fmla="*/ 0 60000 65536"/>
                      <a:gd name="T104" fmla="*/ 0 60000 65536"/>
                      <a:gd name="T105" fmla="*/ 0 60000 65536"/>
                      <a:gd name="T106" fmla="*/ 0 60000 65536"/>
                      <a:gd name="T107" fmla="*/ 0 60000 65536"/>
                      <a:gd name="T108" fmla="*/ 0 60000 65536"/>
                      <a:gd name="T109" fmla="*/ 0 60000 65536"/>
                      <a:gd name="T110" fmla="*/ 0 60000 65536"/>
                      <a:gd name="T111" fmla="*/ 0 60000 65536"/>
                      <a:gd name="T112" fmla="*/ 0 60000 65536"/>
                      <a:gd name="T113" fmla="*/ 0 60000 65536"/>
                      <a:gd name="T114" fmla="*/ 0 60000 65536"/>
                      <a:gd name="T115" fmla="*/ 0 60000 65536"/>
                      <a:gd name="T116" fmla="*/ 0 60000 65536"/>
                      <a:gd name="T117" fmla="*/ 0 60000 65536"/>
                      <a:gd name="T118" fmla="*/ 0 60000 65536"/>
                      <a:gd name="T119" fmla="*/ 0 60000 65536"/>
                      <a:gd name="T120" fmla="*/ 0 60000 65536"/>
                      <a:gd name="T121" fmla="*/ 0 60000 65536"/>
                      <a:gd name="T122" fmla="*/ 0 60000 65536"/>
                      <a:gd name="T123" fmla="*/ 0 w 717"/>
                      <a:gd name="T124" fmla="*/ 0 h 756"/>
                      <a:gd name="T125" fmla="*/ 717 w 717"/>
                      <a:gd name="T126" fmla="*/ 756 h 756"/>
                    </a:gdLst>
                    <a:ahLst/>
                    <a:cxnLst>
                      <a:cxn ang="T82">
                        <a:pos x="T0" y="T1"/>
                      </a:cxn>
                      <a:cxn ang="T83">
                        <a:pos x="T2" y="T3"/>
                      </a:cxn>
                      <a:cxn ang="T84">
                        <a:pos x="T4" y="T5"/>
                      </a:cxn>
                      <a:cxn ang="T85">
                        <a:pos x="T6" y="T7"/>
                      </a:cxn>
                      <a:cxn ang="T86">
                        <a:pos x="T8" y="T9"/>
                      </a:cxn>
                      <a:cxn ang="T87">
                        <a:pos x="T10" y="T11"/>
                      </a:cxn>
                      <a:cxn ang="T88">
                        <a:pos x="T12" y="T13"/>
                      </a:cxn>
                      <a:cxn ang="T89">
                        <a:pos x="T14" y="T15"/>
                      </a:cxn>
                      <a:cxn ang="T90">
                        <a:pos x="T16" y="T17"/>
                      </a:cxn>
                      <a:cxn ang="T91">
                        <a:pos x="T18" y="T19"/>
                      </a:cxn>
                      <a:cxn ang="T92">
                        <a:pos x="T20" y="T21"/>
                      </a:cxn>
                      <a:cxn ang="T93">
                        <a:pos x="T22" y="T23"/>
                      </a:cxn>
                      <a:cxn ang="T94">
                        <a:pos x="T24" y="T25"/>
                      </a:cxn>
                      <a:cxn ang="T95">
                        <a:pos x="T26" y="T27"/>
                      </a:cxn>
                      <a:cxn ang="T96">
                        <a:pos x="T28" y="T29"/>
                      </a:cxn>
                      <a:cxn ang="T97">
                        <a:pos x="T30" y="T31"/>
                      </a:cxn>
                      <a:cxn ang="T98">
                        <a:pos x="T32" y="T33"/>
                      </a:cxn>
                      <a:cxn ang="T99">
                        <a:pos x="T34" y="T35"/>
                      </a:cxn>
                      <a:cxn ang="T100">
                        <a:pos x="T36" y="T37"/>
                      </a:cxn>
                      <a:cxn ang="T101">
                        <a:pos x="T38" y="T39"/>
                      </a:cxn>
                      <a:cxn ang="T102">
                        <a:pos x="T40" y="T41"/>
                      </a:cxn>
                      <a:cxn ang="T103">
                        <a:pos x="T42" y="T43"/>
                      </a:cxn>
                      <a:cxn ang="T104">
                        <a:pos x="T44" y="T45"/>
                      </a:cxn>
                      <a:cxn ang="T105">
                        <a:pos x="T46" y="T47"/>
                      </a:cxn>
                      <a:cxn ang="T106">
                        <a:pos x="T48" y="T49"/>
                      </a:cxn>
                      <a:cxn ang="T107">
                        <a:pos x="T50" y="T51"/>
                      </a:cxn>
                      <a:cxn ang="T108">
                        <a:pos x="T52" y="T53"/>
                      </a:cxn>
                      <a:cxn ang="T109">
                        <a:pos x="T54" y="T55"/>
                      </a:cxn>
                      <a:cxn ang="T110">
                        <a:pos x="T56" y="T57"/>
                      </a:cxn>
                      <a:cxn ang="T111">
                        <a:pos x="T58" y="T59"/>
                      </a:cxn>
                      <a:cxn ang="T112">
                        <a:pos x="T60" y="T61"/>
                      </a:cxn>
                      <a:cxn ang="T113">
                        <a:pos x="T62" y="T63"/>
                      </a:cxn>
                      <a:cxn ang="T114">
                        <a:pos x="T64" y="T65"/>
                      </a:cxn>
                      <a:cxn ang="T115">
                        <a:pos x="T66" y="T67"/>
                      </a:cxn>
                      <a:cxn ang="T116">
                        <a:pos x="T68" y="T69"/>
                      </a:cxn>
                      <a:cxn ang="T117">
                        <a:pos x="T70" y="T71"/>
                      </a:cxn>
                      <a:cxn ang="T118">
                        <a:pos x="T72" y="T73"/>
                      </a:cxn>
                      <a:cxn ang="T119">
                        <a:pos x="T74" y="T75"/>
                      </a:cxn>
                      <a:cxn ang="T120">
                        <a:pos x="T76" y="T77"/>
                      </a:cxn>
                      <a:cxn ang="T121">
                        <a:pos x="T78" y="T79"/>
                      </a:cxn>
                      <a:cxn ang="T122">
                        <a:pos x="T80" y="T81"/>
                      </a:cxn>
                    </a:cxnLst>
                    <a:rect l="T123" t="T124" r="T125" b="T126"/>
                    <a:pathLst>
                      <a:path w="717" h="756">
                        <a:moveTo>
                          <a:pt x="0" y="756"/>
                        </a:moveTo>
                        <a:lnTo>
                          <a:pt x="52" y="167"/>
                        </a:lnTo>
                        <a:lnTo>
                          <a:pt x="64" y="384"/>
                        </a:lnTo>
                        <a:lnTo>
                          <a:pt x="90" y="103"/>
                        </a:lnTo>
                        <a:lnTo>
                          <a:pt x="116" y="519"/>
                        </a:lnTo>
                        <a:lnTo>
                          <a:pt x="135" y="487"/>
                        </a:lnTo>
                        <a:lnTo>
                          <a:pt x="135" y="359"/>
                        </a:lnTo>
                        <a:lnTo>
                          <a:pt x="167" y="71"/>
                        </a:lnTo>
                        <a:lnTo>
                          <a:pt x="192" y="244"/>
                        </a:lnTo>
                        <a:lnTo>
                          <a:pt x="205" y="96"/>
                        </a:lnTo>
                        <a:lnTo>
                          <a:pt x="218" y="615"/>
                        </a:lnTo>
                        <a:lnTo>
                          <a:pt x="244" y="397"/>
                        </a:lnTo>
                        <a:lnTo>
                          <a:pt x="282" y="519"/>
                        </a:lnTo>
                        <a:lnTo>
                          <a:pt x="308" y="308"/>
                        </a:lnTo>
                        <a:lnTo>
                          <a:pt x="333" y="442"/>
                        </a:lnTo>
                        <a:lnTo>
                          <a:pt x="346" y="352"/>
                        </a:lnTo>
                        <a:lnTo>
                          <a:pt x="365" y="384"/>
                        </a:lnTo>
                        <a:lnTo>
                          <a:pt x="378" y="135"/>
                        </a:lnTo>
                        <a:lnTo>
                          <a:pt x="391" y="301"/>
                        </a:lnTo>
                        <a:lnTo>
                          <a:pt x="384" y="519"/>
                        </a:lnTo>
                        <a:lnTo>
                          <a:pt x="404" y="679"/>
                        </a:lnTo>
                        <a:lnTo>
                          <a:pt x="429" y="628"/>
                        </a:lnTo>
                        <a:lnTo>
                          <a:pt x="442" y="480"/>
                        </a:lnTo>
                        <a:lnTo>
                          <a:pt x="455" y="391"/>
                        </a:lnTo>
                        <a:lnTo>
                          <a:pt x="436" y="506"/>
                        </a:lnTo>
                        <a:lnTo>
                          <a:pt x="461" y="352"/>
                        </a:lnTo>
                        <a:lnTo>
                          <a:pt x="474" y="455"/>
                        </a:lnTo>
                        <a:lnTo>
                          <a:pt x="493" y="519"/>
                        </a:lnTo>
                        <a:lnTo>
                          <a:pt x="512" y="410"/>
                        </a:lnTo>
                        <a:lnTo>
                          <a:pt x="532" y="186"/>
                        </a:lnTo>
                        <a:lnTo>
                          <a:pt x="544" y="231"/>
                        </a:lnTo>
                        <a:lnTo>
                          <a:pt x="570" y="148"/>
                        </a:lnTo>
                        <a:lnTo>
                          <a:pt x="576" y="301"/>
                        </a:lnTo>
                        <a:lnTo>
                          <a:pt x="576" y="730"/>
                        </a:lnTo>
                        <a:lnTo>
                          <a:pt x="647" y="0"/>
                        </a:lnTo>
                        <a:lnTo>
                          <a:pt x="647" y="250"/>
                        </a:lnTo>
                        <a:lnTo>
                          <a:pt x="660" y="333"/>
                        </a:lnTo>
                        <a:lnTo>
                          <a:pt x="685" y="192"/>
                        </a:lnTo>
                        <a:lnTo>
                          <a:pt x="711" y="340"/>
                        </a:lnTo>
                        <a:lnTo>
                          <a:pt x="698" y="429"/>
                        </a:lnTo>
                        <a:lnTo>
                          <a:pt x="717" y="461"/>
                        </a:lnTo>
                      </a:path>
                    </a:pathLst>
                  </a:custGeom>
                  <a:noFill/>
                  <a:ln w="9525">
                    <a:solidFill>
                      <a:srgbClr val="FF0000"/>
                    </a:solidFill>
                    <a:round/>
                    <a:headEnd/>
                    <a:tailEnd/>
                  </a:ln>
                </p:spPr>
                <p:txBody>
                  <a:bodyPr/>
                  <a:lstStyle/>
                  <a:p>
                    <a:endParaRPr lang="en-GB" sz="1600"/>
                  </a:p>
                </p:txBody>
              </p:sp>
              <p:sp>
                <p:nvSpPr>
                  <p:cNvPr id="14574" name="Freeform 205"/>
                  <p:cNvSpPr>
                    <a:spLocks/>
                  </p:cNvSpPr>
                  <p:nvPr/>
                </p:nvSpPr>
                <p:spPr bwMode="auto">
                  <a:xfrm flipH="1">
                    <a:off x="4698" y="1100"/>
                    <a:ext cx="313" cy="756"/>
                  </a:xfrm>
                  <a:custGeom>
                    <a:avLst/>
                    <a:gdLst>
                      <a:gd name="T0" fmla="*/ 0 w 717"/>
                      <a:gd name="T1" fmla="*/ 756 h 756"/>
                      <a:gd name="T2" fmla="*/ 4 w 717"/>
                      <a:gd name="T3" fmla="*/ 167 h 756"/>
                      <a:gd name="T4" fmla="*/ 5 w 717"/>
                      <a:gd name="T5" fmla="*/ 384 h 756"/>
                      <a:gd name="T6" fmla="*/ 7 w 717"/>
                      <a:gd name="T7" fmla="*/ 103 h 756"/>
                      <a:gd name="T8" fmla="*/ 10 w 717"/>
                      <a:gd name="T9" fmla="*/ 519 h 756"/>
                      <a:gd name="T10" fmla="*/ 11 w 717"/>
                      <a:gd name="T11" fmla="*/ 487 h 756"/>
                      <a:gd name="T12" fmla="*/ 11 w 717"/>
                      <a:gd name="T13" fmla="*/ 359 h 756"/>
                      <a:gd name="T14" fmla="*/ 14 w 717"/>
                      <a:gd name="T15" fmla="*/ 71 h 756"/>
                      <a:gd name="T16" fmla="*/ 16 w 717"/>
                      <a:gd name="T17" fmla="*/ 244 h 756"/>
                      <a:gd name="T18" fmla="*/ 17 w 717"/>
                      <a:gd name="T19" fmla="*/ 96 h 756"/>
                      <a:gd name="T20" fmla="*/ 18 w 717"/>
                      <a:gd name="T21" fmla="*/ 615 h 756"/>
                      <a:gd name="T22" fmla="*/ 21 w 717"/>
                      <a:gd name="T23" fmla="*/ 397 h 756"/>
                      <a:gd name="T24" fmla="*/ 24 w 717"/>
                      <a:gd name="T25" fmla="*/ 519 h 756"/>
                      <a:gd name="T26" fmla="*/ 25 w 717"/>
                      <a:gd name="T27" fmla="*/ 308 h 756"/>
                      <a:gd name="T28" fmla="*/ 28 w 717"/>
                      <a:gd name="T29" fmla="*/ 442 h 756"/>
                      <a:gd name="T30" fmla="*/ 29 w 717"/>
                      <a:gd name="T31" fmla="*/ 352 h 756"/>
                      <a:gd name="T32" fmla="*/ 30 w 717"/>
                      <a:gd name="T33" fmla="*/ 384 h 756"/>
                      <a:gd name="T34" fmla="*/ 31 w 717"/>
                      <a:gd name="T35" fmla="*/ 135 h 756"/>
                      <a:gd name="T36" fmla="*/ 33 w 717"/>
                      <a:gd name="T37" fmla="*/ 301 h 756"/>
                      <a:gd name="T38" fmla="*/ 32 w 717"/>
                      <a:gd name="T39" fmla="*/ 519 h 756"/>
                      <a:gd name="T40" fmla="*/ 34 w 717"/>
                      <a:gd name="T41" fmla="*/ 679 h 756"/>
                      <a:gd name="T42" fmla="*/ 36 w 717"/>
                      <a:gd name="T43" fmla="*/ 628 h 756"/>
                      <a:gd name="T44" fmla="*/ 37 w 717"/>
                      <a:gd name="T45" fmla="*/ 480 h 756"/>
                      <a:gd name="T46" fmla="*/ 38 w 717"/>
                      <a:gd name="T47" fmla="*/ 391 h 756"/>
                      <a:gd name="T48" fmla="*/ 36 w 717"/>
                      <a:gd name="T49" fmla="*/ 506 h 756"/>
                      <a:gd name="T50" fmla="*/ 38 w 717"/>
                      <a:gd name="T51" fmla="*/ 352 h 756"/>
                      <a:gd name="T52" fmla="*/ 39 w 717"/>
                      <a:gd name="T53" fmla="*/ 455 h 756"/>
                      <a:gd name="T54" fmla="*/ 41 w 717"/>
                      <a:gd name="T55" fmla="*/ 519 h 756"/>
                      <a:gd name="T56" fmla="*/ 43 w 717"/>
                      <a:gd name="T57" fmla="*/ 410 h 756"/>
                      <a:gd name="T58" fmla="*/ 44 w 717"/>
                      <a:gd name="T59" fmla="*/ 186 h 756"/>
                      <a:gd name="T60" fmla="*/ 45 w 717"/>
                      <a:gd name="T61" fmla="*/ 231 h 756"/>
                      <a:gd name="T62" fmla="*/ 48 w 717"/>
                      <a:gd name="T63" fmla="*/ 148 h 756"/>
                      <a:gd name="T64" fmla="*/ 48 w 717"/>
                      <a:gd name="T65" fmla="*/ 301 h 756"/>
                      <a:gd name="T66" fmla="*/ 48 w 717"/>
                      <a:gd name="T67" fmla="*/ 730 h 756"/>
                      <a:gd name="T68" fmla="*/ 54 w 717"/>
                      <a:gd name="T69" fmla="*/ 0 h 756"/>
                      <a:gd name="T70" fmla="*/ 54 w 717"/>
                      <a:gd name="T71" fmla="*/ 250 h 756"/>
                      <a:gd name="T72" fmla="*/ 55 w 717"/>
                      <a:gd name="T73" fmla="*/ 333 h 756"/>
                      <a:gd name="T74" fmla="*/ 57 w 717"/>
                      <a:gd name="T75" fmla="*/ 192 h 756"/>
                      <a:gd name="T76" fmla="*/ 59 w 717"/>
                      <a:gd name="T77" fmla="*/ 340 h 756"/>
                      <a:gd name="T78" fmla="*/ 58 w 717"/>
                      <a:gd name="T79" fmla="*/ 429 h 756"/>
                      <a:gd name="T80" fmla="*/ 60 w 717"/>
                      <a:gd name="T81" fmla="*/ 461 h 756"/>
                      <a:gd name="T82" fmla="*/ 0 60000 65536"/>
                      <a:gd name="T83" fmla="*/ 0 60000 65536"/>
                      <a:gd name="T84" fmla="*/ 0 60000 65536"/>
                      <a:gd name="T85" fmla="*/ 0 60000 65536"/>
                      <a:gd name="T86" fmla="*/ 0 60000 65536"/>
                      <a:gd name="T87" fmla="*/ 0 60000 65536"/>
                      <a:gd name="T88" fmla="*/ 0 60000 65536"/>
                      <a:gd name="T89" fmla="*/ 0 60000 65536"/>
                      <a:gd name="T90" fmla="*/ 0 60000 65536"/>
                      <a:gd name="T91" fmla="*/ 0 60000 65536"/>
                      <a:gd name="T92" fmla="*/ 0 60000 65536"/>
                      <a:gd name="T93" fmla="*/ 0 60000 65536"/>
                      <a:gd name="T94" fmla="*/ 0 60000 65536"/>
                      <a:gd name="T95" fmla="*/ 0 60000 65536"/>
                      <a:gd name="T96" fmla="*/ 0 60000 65536"/>
                      <a:gd name="T97" fmla="*/ 0 60000 65536"/>
                      <a:gd name="T98" fmla="*/ 0 60000 65536"/>
                      <a:gd name="T99" fmla="*/ 0 60000 65536"/>
                      <a:gd name="T100" fmla="*/ 0 60000 65536"/>
                      <a:gd name="T101" fmla="*/ 0 60000 65536"/>
                      <a:gd name="T102" fmla="*/ 0 60000 65536"/>
                      <a:gd name="T103" fmla="*/ 0 60000 65536"/>
                      <a:gd name="T104" fmla="*/ 0 60000 65536"/>
                      <a:gd name="T105" fmla="*/ 0 60000 65536"/>
                      <a:gd name="T106" fmla="*/ 0 60000 65536"/>
                      <a:gd name="T107" fmla="*/ 0 60000 65536"/>
                      <a:gd name="T108" fmla="*/ 0 60000 65536"/>
                      <a:gd name="T109" fmla="*/ 0 60000 65536"/>
                      <a:gd name="T110" fmla="*/ 0 60000 65536"/>
                      <a:gd name="T111" fmla="*/ 0 60000 65536"/>
                      <a:gd name="T112" fmla="*/ 0 60000 65536"/>
                      <a:gd name="T113" fmla="*/ 0 60000 65536"/>
                      <a:gd name="T114" fmla="*/ 0 60000 65536"/>
                      <a:gd name="T115" fmla="*/ 0 60000 65536"/>
                      <a:gd name="T116" fmla="*/ 0 60000 65536"/>
                      <a:gd name="T117" fmla="*/ 0 60000 65536"/>
                      <a:gd name="T118" fmla="*/ 0 60000 65536"/>
                      <a:gd name="T119" fmla="*/ 0 60000 65536"/>
                      <a:gd name="T120" fmla="*/ 0 60000 65536"/>
                      <a:gd name="T121" fmla="*/ 0 60000 65536"/>
                      <a:gd name="T122" fmla="*/ 0 60000 65536"/>
                      <a:gd name="T123" fmla="*/ 0 w 717"/>
                      <a:gd name="T124" fmla="*/ 0 h 756"/>
                      <a:gd name="T125" fmla="*/ 717 w 717"/>
                      <a:gd name="T126" fmla="*/ 756 h 756"/>
                    </a:gdLst>
                    <a:ahLst/>
                    <a:cxnLst>
                      <a:cxn ang="T82">
                        <a:pos x="T0" y="T1"/>
                      </a:cxn>
                      <a:cxn ang="T83">
                        <a:pos x="T2" y="T3"/>
                      </a:cxn>
                      <a:cxn ang="T84">
                        <a:pos x="T4" y="T5"/>
                      </a:cxn>
                      <a:cxn ang="T85">
                        <a:pos x="T6" y="T7"/>
                      </a:cxn>
                      <a:cxn ang="T86">
                        <a:pos x="T8" y="T9"/>
                      </a:cxn>
                      <a:cxn ang="T87">
                        <a:pos x="T10" y="T11"/>
                      </a:cxn>
                      <a:cxn ang="T88">
                        <a:pos x="T12" y="T13"/>
                      </a:cxn>
                      <a:cxn ang="T89">
                        <a:pos x="T14" y="T15"/>
                      </a:cxn>
                      <a:cxn ang="T90">
                        <a:pos x="T16" y="T17"/>
                      </a:cxn>
                      <a:cxn ang="T91">
                        <a:pos x="T18" y="T19"/>
                      </a:cxn>
                      <a:cxn ang="T92">
                        <a:pos x="T20" y="T21"/>
                      </a:cxn>
                      <a:cxn ang="T93">
                        <a:pos x="T22" y="T23"/>
                      </a:cxn>
                      <a:cxn ang="T94">
                        <a:pos x="T24" y="T25"/>
                      </a:cxn>
                      <a:cxn ang="T95">
                        <a:pos x="T26" y="T27"/>
                      </a:cxn>
                      <a:cxn ang="T96">
                        <a:pos x="T28" y="T29"/>
                      </a:cxn>
                      <a:cxn ang="T97">
                        <a:pos x="T30" y="T31"/>
                      </a:cxn>
                      <a:cxn ang="T98">
                        <a:pos x="T32" y="T33"/>
                      </a:cxn>
                      <a:cxn ang="T99">
                        <a:pos x="T34" y="T35"/>
                      </a:cxn>
                      <a:cxn ang="T100">
                        <a:pos x="T36" y="T37"/>
                      </a:cxn>
                      <a:cxn ang="T101">
                        <a:pos x="T38" y="T39"/>
                      </a:cxn>
                      <a:cxn ang="T102">
                        <a:pos x="T40" y="T41"/>
                      </a:cxn>
                      <a:cxn ang="T103">
                        <a:pos x="T42" y="T43"/>
                      </a:cxn>
                      <a:cxn ang="T104">
                        <a:pos x="T44" y="T45"/>
                      </a:cxn>
                      <a:cxn ang="T105">
                        <a:pos x="T46" y="T47"/>
                      </a:cxn>
                      <a:cxn ang="T106">
                        <a:pos x="T48" y="T49"/>
                      </a:cxn>
                      <a:cxn ang="T107">
                        <a:pos x="T50" y="T51"/>
                      </a:cxn>
                      <a:cxn ang="T108">
                        <a:pos x="T52" y="T53"/>
                      </a:cxn>
                      <a:cxn ang="T109">
                        <a:pos x="T54" y="T55"/>
                      </a:cxn>
                      <a:cxn ang="T110">
                        <a:pos x="T56" y="T57"/>
                      </a:cxn>
                      <a:cxn ang="T111">
                        <a:pos x="T58" y="T59"/>
                      </a:cxn>
                      <a:cxn ang="T112">
                        <a:pos x="T60" y="T61"/>
                      </a:cxn>
                      <a:cxn ang="T113">
                        <a:pos x="T62" y="T63"/>
                      </a:cxn>
                      <a:cxn ang="T114">
                        <a:pos x="T64" y="T65"/>
                      </a:cxn>
                      <a:cxn ang="T115">
                        <a:pos x="T66" y="T67"/>
                      </a:cxn>
                      <a:cxn ang="T116">
                        <a:pos x="T68" y="T69"/>
                      </a:cxn>
                      <a:cxn ang="T117">
                        <a:pos x="T70" y="T71"/>
                      </a:cxn>
                      <a:cxn ang="T118">
                        <a:pos x="T72" y="T73"/>
                      </a:cxn>
                      <a:cxn ang="T119">
                        <a:pos x="T74" y="T75"/>
                      </a:cxn>
                      <a:cxn ang="T120">
                        <a:pos x="T76" y="T77"/>
                      </a:cxn>
                      <a:cxn ang="T121">
                        <a:pos x="T78" y="T79"/>
                      </a:cxn>
                      <a:cxn ang="T122">
                        <a:pos x="T80" y="T81"/>
                      </a:cxn>
                    </a:cxnLst>
                    <a:rect l="T123" t="T124" r="T125" b="T126"/>
                    <a:pathLst>
                      <a:path w="717" h="756">
                        <a:moveTo>
                          <a:pt x="0" y="756"/>
                        </a:moveTo>
                        <a:lnTo>
                          <a:pt x="52" y="167"/>
                        </a:lnTo>
                        <a:lnTo>
                          <a:pt x="64" y="384"/>
                        </a:lnTo>
                        <a:lnTo>
                          <a:pt x="90" y="103"/>
                        </a:lnTo>
                        <a:lnTo>
                          <a:pt x="116" y="519"/>
                        </a:lnTo>
                        <a:lnTo>
                          <a:pt x="135" y="487"/>
                        </a:lnTo>
                        <a:lnTo>
                          <a:pt x="135" y="359"/>
                        </a:lnTo>
                        <a:lnTo>
                          <a:pt x="167" y="71"/>
                        </a:lnTo>
                        <a:lnTo>
                          <a:pt x="192" y="244"/>
                        </a:lnTo>
                        <a:lnTo>
                          <a:pt x="205" y="96"/>
                        </a:lnTo>
                        <a:lnTo>
                          <a:pt x="218" y="615"/>
                        </a:lnTo>
                        <a:lnTo>
                          <a:pt x="244" y="397"/>
                        </a:lnTo>
                        <a:lnTo>
                          <a:pt x="282" y="519"/>
                        </a:lnTo>
                        <a:lnTo>
                          <a:pt x="308" y="308"/>
                        </a:lnTo>
                        <a:lnTo>
                          <a:pt x="333" y="442"/>
                        </a:lnTo>
                        <a:lnTo>
                          <a:pt x="346" y="352"/>
                        </a:lnTo>
                        <a:lnTo>
                          <a:pt x="365" y="384"/>
                        </a:lnTo>
                        <a:lnTo>
                          <a:pt x="378" y="135"/>
                        </a:lnTo>
                        <a:lnTo>
                          <a:pt x="391" y="301"/>
                        </a:lnTo>
                        <a:lnTo>
                          <a:pt x="384" y="519"/>
                        </a:lnTo>
                        <a:lnTo>
                          <a:pt x="404" y="679"/>
                        </a:lnTo>
                        <a:lnTo>
                          <a:pt x="429" y="628"/>
                        </a:lnTo>
                        <a:lnTo>
                          <a:pt x="442" y="480"/>
                        </a:lnTo>
                        <a:lnTo>
                          <a:pt x="455" y="391"/>
                        </a:lnTo>
                        <a:lnTo>
                          <a:pt x="436" y="506"/>
                        </a:lnTo>
                        <a:lnTo>
                          <a:pt x="461" y="352"/>
                        </a:lnTo>
                        <a:lnTo>
                          <a:pt x="474" y="455"/>
                        </a:lnTo>
                        <a:lnTo>
                          <a:pt x="493" y="519"/>
                        </a:lnTo>
                        <a:lnTo>
                          <a:pt x="512" y="410"/>
                        </a:lnTo>
                        <a:lnTo>
                          <a:pt x="532" y="186"/>
                        </a:lnTo>
                        <a:lnTo>
                          <a:pt x="544" y="231"/>
                        </a:lnTo>
                        <a:lnTo>
                          <a:pt x="570" y="148"/>
                        </a:lnTo>
                        <a:lnTo>
                          <a:pt x="576" y="301"/>
                        </a:lnTo>
                        <a:lnTo>
                          <a:pt x="576" y="730"/>
                        </a:lnTo>
                        <a:lnTo>
                          <a:pt x="647" y="0"/>
                        </a:lnTo>
                        <a:lnTo>
                          <a:pt x="647" y="250"/>
                        </a:lnTo>
                        <a:lnTo>
                          <a:pt x="660" y="333"/>
                        </a:lnTo>
                        <a:lnTo>
                          <a:pt x="685" y="192"/>
                        </a:lnTo>
                        <a:lnTo>
                          <a:pt x="711" y="340"/>
                        </a:lnTo>
                        <a:lnTo>
                          <a:pt x="698" y="429"/>
                        </a:lnTo>
                        <a:lnTo>
                          <a:pt x="717" y="461"/>
                        </a:lnTo>
                      </a:path>
                    </a:pathLst>
                  </a:custGeom>
                  <a:noFill/>
                  <a:ln w="9525">
                    <a:solidFill>
                      <a:srgbClr val="FF0000"/>
                    </a:solidFill>
                    <a:round/>
                    <a:headEnd/>
                    <a:tailEnd/>
                  </a:ln>
                </p:spPr>
                <p:txBody>
                  <a:bodyPr/>
                  <a:lstStyle/>
                  <a:p>
                    <a:endParaRPr lang="en-GB" sz="1600"/>
                  </a:p>
                </p:txBody>
              </p:sp>
            </p:grpSp>
            <p:grpSp>
              <p:nvGrpSpPr>
                <p:cNvPr id="14745" name="Group 206"/>
                <p:cNvGrpSpPr>
                  <a:grpSpLocks/>
                </p:cNvGrpSpPr>
                <p:nvPr/>
              </p:nvGrpSpPr>
              <p:grpSpPr bwMode="auto">
                <a:xfrm flipH="1">
                  <a:off x="3986" y="1092"/>
                  <a:ext cx="590" cy="801"/>
                  <a:chOff x="3462" y="1100"/>
                  <a:chExt cx="1549" cy="801"/>
                </a:xfrm>
              </p:grpSpPr>
              <p:sp>
                <p:nvSpPr>
                  <p:cNvPr id="14565" name="Freeform 207"/>
                  <p:cNvSpPr>
                    <a:spLocks/>
                  </p:cNvSpPr>
                  <p:nvPr/>
                </p:nvSpPr>
                <p:spPr bwMode="auto">
                  <a:xfrm>
                    <a:off x="3462" y="1126"/>
                    <a:ext cx="313" cy="756"/>
                  </a:xfrm>
                  <a:custGeom>
                    <a:avLst/>
                    <a:gdLst>
                      <a:gd name="T0" fmla="*/ 0 w 717"/>
                      <a:gd name="T1" fmla="*/ 756 h 756"/>
                      <a:gd name="T2" fmla="*/ 4 w 717"/>
                      <a:gd name="T3" fmla="*/ 167 h 756"/>
                      <a:gd name="T4" fmla="*/ 5 w 717"/>
                      <a:gd name="T5" fmla="*/ 384 h 756"/>
                      <a:gd name="T6" fmla="*/ 7 w 717"/>
                      <a:gd name="T7" fmla="*/ 103 h 756"/>
                      <a:gd name="T8" fmla="*/ 10 w 717"/>
                      <a:gd name="T9" fmla="*/ 519 h 756"/>
                      <a:gd name="T10" fmla="*/ 11 w 717"/>
                      <a:gd name="T11" fmla="*/ 487 h 756"/>
                      <a:gd name="T12" fmla="*/ 11 w 717"/>
                      <a:gd name="T13" fmla="*/ 359 h 756"/>
                      <a:gd name="T14" fmla="*/ 14 w 717"/>
                      <a:gd name="T15" fmla="*/ 71 h 756"/>
                      <a:gd name="T16" fmla="*/ 16 w 717"/>
                      <a:gd name="T17" fmla="*/ 244 h 756"/>
                      <a:gd name="T18" fmla="*/ 17 w 717"/>
                      <a:gd name="T19" fmla="*/ 96 h 756"/>
                      <a:gd name="T20" fmla="*/ 18 w 717"/>
                      <a:gd name="T21" fmla="*/ 615 h 756"/>
                      <a:gd name="T22" fmla="*/ 21 w 717"/>
                      <a:gd name="T23" fmla="*/ 397 h 756"/>
                      <a:gd name="T24" fmla="*/ 24 w 717"/>
                      <a:gd name="T25" fmla="*/ 519 h 756"/>
                      <a:gd name="T26" fmla="*/ 25 w 717"/>
                      <a:gd name="T27" fmla="*/ 308 h 756"/>
                      <a:gd name="T28" fmla="*/ 28 w 717"/>
                      <a:gd name="T29" fmla="*/ 442 h 756"/>
                      <a:gd name="T30" fmla="*/ 29 w 717"/>
                      <a:gd name="T31" fmla="*/ 352 h 756"/>
                      <a:gd name="T32" fmla="*/ 30 w 717"/>
                      <a:gd name="T33" fmla="*/ 384 h 756"/>
                      <a:gd name="T34" fmla="*/ 31 w 717"/>
                      <a:gd name="T35" fmla="*/ 135 h 756"/>
                      <a:gd name="T36" fmla="*/ 33 w 717"/>
                      <a:gd name="T37" fmla="*/ 301 h 756"/>
                      <a:gd name="T38" fmla="*/ 32 w 717"/>
                      <a:gd name="T39" fmla="*/ 519 h 756"/>
                      <a:gd name="T40" fmla="*/ 34 w 717"/>
                      <a:gd name="T41" fmla="*/ 679 h 756"/>
                      <a:gd name="T42" fmla="*/ 36 w 717"/>
                      <a:gd name="T43" fmla="*/ 628 h 756"/>
                      <a:gd name="T44" fmla="*/ 37 w 717"/>
                      <a:gd name="T45" fmla="*/ 480 h 756"/>
                      <a:gd name="T46" fmla="*/ 38 w 717"/>
                      <a:gd name="T47" fmla="*/ 391 h 756"/>
                      <a:gd name="T48" fmla="*/ 36 w 717"/>
                      <a:gd name="T49" fmla="*/ 506 h 756"/>
                      <a:gd name="T50" fmla="*/ 38 w 717"/>
                      <a:gd name="T51" fmla="*/ 352 h 756"/>
                      <a:gd name="T52" fmla="*/ 39 w 717"/>
                      <a:gd name="T53" fmla="*/ 455 h 756"/>
                      <a:gd name="T54" fmla="*/ 41 w 717"/>
                      <a:gd name="T55" fmla="*/ 519 h 756"/>
                      <a:gd name="T56" fmla="*/ 43 w 717"/>
                      <a:gd name="T57" fmla="*/ 410 h 756"/>
                      <a:gd name="T58" fmla="*/ 44 w 717"/>
                      <a:gd name="T59" fmla="*/ 186 h 756"/>
                      <a:gd name="T60" fmla="*/ 45 w 717"/>
                      <a:gd name="T61" fmla="*/ 231 h 756"/>
                      <a:gd name="T62" fmla="*/ 48 w 717"/>
                      <a:gd name="T63" fmla="*/ 148 h 756"/>
                      <a:gd name="T64" fmla="*/ 48 w 717"/>
                      <a:gd name="T65" fmla="*/ 301 h 756"/>
                      <a:gd name="T66" fmla="*/ 48 w 717"/>
                      <a:gd name="T67" fmla="*/ 730 h 756"/>
                      <a:gd name="T68" fmla="*/ 54 w 717"/>
                      <a:gd name="T69" fmla="*/ 0 h 756"/>
                      <a:gd name="T70" fmla="*/ 54 w 717"/>
                      <a:gd name="T71" fmla="*/ 250 h 756"/>
                      <a:gd name="T72" fmla="*/ 55 w 717"/>
                      <a:gd name="T73" fmla="*/ 333 h 756"/>
                      <a:gd name="T74" fmla="*/ 57 w 717"/>
                      <a:gd name="T75" fmla="*/ 192 h 756"/>
                      <a:gd name="T76" fmla="*/ 59 w 717"/>
                      <a:gd name="T77" fmla="*/ 340 h 756"/>
                      <a:gd name="T78" fmla="*/ 58 w 717"/>
                      <a:gd name="T79" fmla="*/ 429 h 756"/>
                      <a:gd name="T80" fmla="*/ 60 w 717"/>
                      <a:gd name="T81" fmla="*/ 461 h 756"/>
                      <a:gd name="T82" fmla="*/ 0 60000 65536"/>
                      <a:gd name="T83" fmla="*/ 0 60000 65536"/>
                      <a:gd name="T84" fmla="*/ 0 60000 65536"/>
                      <a:gd name="T85" fmla="*/ 0 60000 65536"/>
                      <a:gd name="T86" fmla="*/ 0 60000 65536"/>
                      <a:gd name="T87" fmla="*/ 0 60000 65536"/>
                      <a:gd name="T88" fmla="*/ 0 60000 65536"/>
                      <a:gd name="T89" fmla="*/ 0 60000 65536"/>
                      <a:gd name="T90" fmla="*/ 0 60000 65536"/>
                      <a:gd name="T91" fmla="*/ 0 60000 65536"/>
                      <a:gd name="T92" fmla="*/ 0 60000 65536"/>
                      <a:gd name="T93" fmla="*/ 0 60000 65536"/>
                      <a:gd name="T94" fmla="*/ 0 60000 65536"/>
                      <a:gd name="T95" fmla="*/ 0 60000 65536"/>
                      <a:gd name="T96" fmla="*/ 0 60000 65536"/>
                      <a:gd name="T97" fmla="*/ 0 60000 65536"/>
                      <a:gd name="T98" fmla="*/ 0 60000 65536"/>
                      <a:gd name="T99" fmla="*/ 0 60000 65536"/>
                      <a:gd name="T100" fmla="*/ 0 60000 65536"/>
                      <a:gd name="T101" fmla="*/ 0 60000 65536"/>
                      <a:gd name="T102" fmla="*/ 0 60000 65536"/>
                      <a:gd name="T103" fmla="*/ 0 60000 65536"/>
                      <a:gd name="T104" fmla="*/ 0 60000 65536"/>
                      <a:gd name="T105" fmla="*/ 0 60000 65536"/>
                      <a:gd name="T106" fmla="*/ 0 60000 65536"/>
                      <a:gd name="T107" fmla="*/ 0 60000 65536"/>
                      <a:gd name="T108" fmla="*/ 0 60000 65536"/>
                      <a:gd name="T109" fmla="*/ 0 60000 65536"/>
                      <a:gd name="T110" fmla="*/ 0 60000 65536"/>
                      <a:gd name="T111" fmla="*/ 0 60000 65536"/>
                      <a:gd name="T112" fmla="*/ 0 60000 65536"/>
                      <a:gd name="T113" fmla="*/ 0 60000 65536"/>
                      <a:gd name="T114" fmla="*/ 0 60000 65536"/>
                      <a:gd name="T115" fmla="*/ 0 60000 65536"/>
                      <a:gd name="T116" fmla="*/ 0 60000 65536"/>
                      <a:gd name="T117" fmla="*/ 0 60000 65536"/>
                      <a:gd name="T118" fmla="*/ 0 60000 65536"/>
                      <a:gd name="T119" fmla="*/ 0 60000 65536"/>
                      <a:gd name="T120" fmla="*/ 0 60000 65536"/>
                      <a:gd name="T121" fmla="*/ 0 60000 65536"/>
                      <a:gd name="T122" fmla="*/ 0 60000 65536"/>
                      <a:gd name="T123" fmla="*/ 0 w 717"/>
                      <a:gd name="T124" fmla="*/ 0 h 756"/>
                      <a:gd name="T125" fmla="*/ 717 w 717"/>
                      <a:gd name="T126" fmla="*/ 756 h 756"/>
                    </a:gdLst>
                    <a:ahLst/>
                    <a:cxnLst>
                      <a:cxn ang="T82">
                        <a:pos x="T0" y="T1"/>
                      </a:cxn>
                      <a:cxn ang="T83">
                        <a:pos x="T2" y="T3"/>
                      </a:cxn>
                      <a:cxn ang="T84">
                        <a:pos x="T4" y="T5"/>
                      </a:cxn>
                      <a:cxn ang="T85">
                        <a:pos x="T6" y="T7"/>
                      </a:cxn>
                      <a:cxn ang="T86">
                        <a:pos x="T8" y="T9"/>
                      </a:cxn>
                      <a:cxn ang="T87">
                        <a:pos x="T10" y="T11"/>
                      </a:cxn>
                      <a:cxn ang="T88">
                        <a:pos x="T12" y="T13"/>
                      </a:cxn>
                      <a:cxn ang="T89">
                        <a:pos x="T14" y="T15"/>
                      </a:cxn>
                      <a:cxn ang="T90">
                        <a:pos x="T16" y="T17"/>
                      </a:cxn>
                      <a:cxn ang="T91">
                        <a:pos x="T18" y="T19"/>
                      </a:cxn>
                      <a:cxn ang="T92">
                        <a:pos x="T20" y="T21"/>
                      </a:cxn>
                      <a:cxn ang="T93">
                        <a:pos x="T22" y="T23"/>
                      </a:cxn>
                      <a:cxn ang="T94">
                        <a:pos x="T24" y="T25"/>
                      </a:cxn>
                      <a:cxn ang="T95">
                        <a:pos x="T26" y="T27"/>
                      </a:cxn>
                      <a:cxn ang="T96">
                        <a:pos x="T28" y="T29"/>
                      </a:cxn>
                      <a:cxn ang="T97">
                        <a:pos x="T30" y="T31"/>
                      </a:cxn>
                      <a:cxn ang="T98">
                        <a:pos x="T32" y="T33"/>
                      </a:cxn>
                      <a:cxn ang="T99">
                        <a:pos x="T34" y="T35"/>
                      </a:cxn>
                      <a:cxn ang="T100">
                        <a:pos x="T36" y="T37"/>
                      </a:cxn>
                      <a:cxn ang="T101">
                        <a:pos x="T38" y="T39"/>
                      </a:cxn>
                      <a:cxn ang="T102">
                        <a:pos x="T40" y="T41"/>
                      </a:cxn>
                      <a:cxn ang="T103">
                        <a:pos x="T42" y="T43"/>
                      </a:cxn>
                      <a:cxn ang="T104">
                        <a:pos x="T44" y="T45"/>
                      </a:cxn>
                      <a:cxn ang="T105">
                        <a:pos x="T46" y="T47"/>
                      </a:cxn>
                      <a:cxn ang="T106">
                        <a:pos x="T48" y="T49"/>
                      </a:cxn>
                      <a:cxn ang="T107">
                        <a:pos x="T50" y="T51"/>
                      </a:cxn>
                      <a:cxn ang="T108">
                        <a:pos x="T52" y="T53"/>
                      </a:cxn>
                      <a:cxn ang="T109">
                        <a:pos x="T54" y="T55"/>
                      </a:cxn>
                      <a:cxn ang="T110">
                        <a:pos x="T56" y="T57"/>
                      </a:cxn>
                      <a:cxn ang="T111">
                        <a:pos x="T58" y="T59"/>
                      </a:cxn>
                      <a:cxn ang="T112">
                        <a:pos x="T60" y="T61"/>
                      </a:cxn>
                      <a:cxn ang="T113">
                        <a:pos x="T62" y="T63"/>
                      </a:cxn>
                      <a:cxn ang="T114">
                        <a:pos x="T64" y="T65"/>
                      </a:cxn>
                      <a:cxn ang="T115">
                        <a:pos x="T66" y="T67"/>
                      </a:cxn>
                      <a:cxn ang="T116">
                        <a:pos x="T68" y="T69"/>
                      </a:cxn>
                      <a:cxn ang="T117">
                        <a:pos x="T70" y="T71"/>
                      </a:cxn>
                      <a:cxn ang="T118">
                        <a:pos x="T72" y="T73"/>
                      </a:cxn>
                      <a:cxn ang="T119">
                        <a:pos x="T74" y="T75"/>
                      </a:cxn>
                      <a:cxn ang="T120">
                        <a:pos x="T76" y="T77"/>
                      </a:cxn>
                      <a:cxn ang="T121">
                        <a:pos x="T78" y="T79"/>
                      </a:cxn>
                      <a:cxn ang="T122">
                        <a:pos x="T80" y="T81"/>
                      </a:cxn>
                    </a:cxnLst>
                    <a:rect l="T123" t="T124" r="T125" b="T126"/>
                    <a:pathLst>
                      <a:path w="717" h="756">
                        <a:moveTo>
                          <a:pt x="0" y="756"/>
                        </a:moveTo>
                        <a:lnTo>
                          <a:pt x="52" y="167"/>
                        </a:lnTo>
                        <a:lnTo>
                          <a:pt x="64" y="384"/>
                        </a:lnTo>
                        <a:lnTo>
                          <a:pt x="90" y="103"/>
                        </a:lnTo>
                        <a:lnTo>
                          <a:pt x="116" y="519"/>
                        </a:lnTo>
                        <a:lnTo>
                          <a:pt x="135" y="487"/>
                        </a:lnTo>
                        <a:lnTo>
                          <a:pt x="135" y="359"/>
                        </a:lnTo>
                        <a:lnTo>
                          <a:pt x="167" y="71"/>
                        </a:lnTo>
                        <a:lnTo>
                          <a:pt x="192" y="244"/>
                        </a:lnTo>
                        <a:lnTo>
                          <a:pt x="205" y="96"/>
                        </a:lnTo>
                        <a:lnTo>
                          <a:pt x="218" y="615"/>
                        </a:lnTo>
                        <a:lnTo>
                          <a:pt x="244" y="397"/>
                        </a:lnTo>
                        <a:lnTo>
                          <a:pt x="282" y="519"/>
                        </a:lnTo>
                        <a:lnTo>
                          <a:pt x="308" y="308"/>
                        </a:lnTo>
                        <a:lnTo>
                          <a:pt x="333" y="442"/>
                        </a:lnTo>
                        <a:lnTo>
                          <a:pt x="346" y="352"/>
                        </a:lnTo>
                        <a:lnTo>
                          <a:pt x="365" y="384"/>
                        </a:lnTo>
                        <a:lnTo>
                          <a:pt x="378" y="135"/>
                        </a:lnTo>
                        <a:lnTo>
                          <a:pt x="391" y="301"/>
                        </a:lnTo>
                        <a:lnTo>
                          <a:pt x="384" y="519"/>
                        </a:lnTo>
                        <a:lnTo>
                          <a:pt x="404" y="679"/>
                        </a:lnTo>
                        <a:lnTo>
                          <a:pt x="429" y="628"/>
                        </a:lnTo>
                        <a:lnTo>
                          <a:pt x="442" y="480"/>
                        </a:lnTo>
                        <a:lnTo>
                          <a:pt x="455" y="391"/>
                        </a:lnTo>
                        <a:lnTo>
                          <a:pt x="436" y="506"/>
                        </a:lnTo>
                        <a:lnTo>
                          <a:pt x="461" y="352"/>
                        </a:lnTo>
                        <a:lnTo>
                          <a:pt x="474" y="455"/>
                        </a:lnTo>
                        <a:lnTo>
                          <a:pt x="493" y="519"/>
                        </a:lnTo>
                        <a:lnTo>
                          <a:pt x="512" y="410"/>
                        </a:lnTo>
                        <a:lnTo>
                          <a:pt x="532" y="186"/>
                        </a:lnTo>
                        <a:lnTo>
                          <a:pt x="544" y="231"/>
                        </a:lnTo>
                        <a:lnTo>
                          <a:pt x="570" y="148"/>
                        </a:lnTo>
                        <a:lnTo>
                          <a:pt x="576" y="301"/>
                        </a:lnTo>
                        <a:lnTo>
                          <a:pt x="576" y="730"/>
                        </a:lnTo>
                        <a:lnTo>
                          <a:pt x="647" y="0"/>
                        </a:lnTo>
                        <a:lnTo>
                          <a:pt x="647" y="250"/>
                        </a:lnTo>
                        <a:lnTo>
                          <a:pt x="660" y="333"/>
                        </a:lnTo>
                        <a:lnTo>
                          <a:pt x="685" y="192"/>
                        </a:lnTo>
                        <a:lnTo>
                          <a:pt x="711" y="340"/>
                        </a:lnTo>
                        <a:lnTo>
                          <a:pt x="698" y="429"/>
                        </a:lnTo>
                        <a:lnTo>
                          <a:pt x="717" y="461"/>
                        </a:lnTo>
                      </a:path>
                    </a:pathLst>
                  </a:custGeom>
                  <a:noFill/>
                  <a:ln w="9525">
                    <a:solidFill>
                      <a:srgbClr val="FF0000"/>
                    </a:solidFill>
                    <a:round/>
                    <a:headEnd/>
                    <a:tailEnd/>
                  </a:ln>
                </p:spPr>
                <p:txBody>
                  <a:bodyPr/>
                  <a:lstStyle/>
                  <a:p>
                    <a:endParaRPr lang="en-GB" sz="1600"/>
                  </a:p>
                </p:txBody>
              </p:sp>
              <p:sp>
                <p:nvSpPr>
                  <p:cNvPr id="14566" name="Freeform 208"/>
                  <p:cNvSpPr>
                    <a:spLocks/>
                  </p:cNvSpPr>
                  <p:nvPr/>
                </p:nvSpPr>
                <p:spPr bwMode="auto">
                  <a:xfrm flipH="1" flipV="1">
                    <a:off x="3770" y="1145"/>
                    <a:ext cx="313" cy="756"/>
                  </a:xfrm>
                  <a:custGeom>
                    <a:avLst/>
                    <a:gdLst>
                      <a:gd name="T0" fmla="*/ 0 w 717"/>
                      <a:gd name="T1" fmla="*/ 756 h 756"/>
                      <a:gd name="T2" fmla="*/ 4 w 717"/>
                      <a:gd name="T3" fmla="*/ 167 h 756"/>
                      <a:gd name="T4" fmla="*/ 5 w 717"/>
                      <a:gd name="T5" fmla="*/ 384 h 756"/>
                      <a:gd name="T6" fmla="*/ 7 w 717"/>
                      <a:gd name="T7" fmla="*/ 103 h 756"/>
                      <a:gd name="T8" fmla="*/ 10 w 717"/>
                      <a:gd name="T9" fmla="*/ 519 h 756"/>
                      <a:gd name="T10" fmla="*/ 11 w 717"/>
                      <a:gd name="T11" fmla="*/ 487 h 756"/>
                      <a:gd name="T12" fmla="*/ 11 w 717"/>
                      <a:gd name="T13" fmla="*/ 359 h 756"/>
                      <a:gd name="T14" fmla="*/ 14 w 717"/>
                      <a:gd name="T15" fmla="*/ 71 h 756"/>
                      <a:gd name="T16" fmla="*/ 16 w 717"/>
                      <a:gd name="T17" fmla="*/ 244 h 756"/>
                      <a:gd name="T18" fmla="*/ 17 w 717"/>
                      <a:gd name="T19" fmla="*/ 96 h 756"/>
                      <a:gd name="T20" fmla="*/ 18 w 717"/>
                      <a:gd name="T21" fmla="*/ 615 h 756"/>
                      <a:gd name="T22" fmla="*/ 21 w 717"/>
                      <a:gd name="T23" fmla="*/ 397 h 756"/>
                      <a:gd name="T24" fmla="*/ 24 w 717"/>
                      <a:gd name="T25" fmla="*/ 519 h 756"/>
                      <a:gd name="T26" fmla="*/ 25 w 717"/>
                      <a:gd name="T27" fmla="*/ 308 h 756"/>
                      <a:gd name="T28" fmla="*/ 28 w 717"/>
                      <a:gd name="T29" fmla="*/ 442 h 756"/>
                      <a:gd name="T30" fmla="*/ 29 w 717"/>
                      <a:gd name="T31" fmla="*/ 352 h 756"/>
                      <a:gd name="T32" fmla="*/ 30 w 717"/>
                      <a:gd name="T33" fmla="*/ 384 h 756"/>
                      <a:gd name="T34" fmla="*/ 31 w 717"/>
                      <a:gd name="T35" fmla="*/ 135 h 756"/>
                      <a:gd name="T36" fmla="*/ 33 w 717"/>
                      <a:gd name="T37" fmla="*/ 301 h 756"/>
                      <a:gd name="T38" fmla="*/ 32 w 717"/>
                      <a:gd name="T39" fmla="*/ 519 h 756"/>
                      <a:gd name="T40" fmla="*/ 34 w 717"/>
                      <a:gd name="T41" fmla="*/ 679 h 756"/>
                      <a:gd name="T42" fmla="*/ 36 w 717"/>
                      <a:gd name="T43" fmla="*/ 628 h 756"/>
                      <a:gd name="T44" fmla="*/ 37 w 717"/>
                      <a:gd name="T45" fmla="*/ 480 h 756"/>
                      <a:gd name="T46" fmla="*/ 38 w 717"/>
                      <a:gd name="T47" fmla="*/ 391 h 756"/>
                      <a:gd name="T48" fmla="*/ 36 w 717"/>
                      <a:gd name="T49" fmla="*/ 506 h 756"/>
                      <a:gd name="T50" fmla="*/ 38 w 717"/>
                      <a:gd name="T51" fmla="*/ 352 h 756"/>
                      <a:gd name="T52" fmla="*/ 39 w 717"/>
                      <a:gd name="T53" fmla="*/ 455 h 756"/>
                      <a:gd name="T54" fmla="*/ 41 w 717"/>
                      <a:gd name="T55" fmla="*/ 519 h 756"/>
                      <a:gd name="T56" fmla="*/ 43 w 717"/>
                      <a:gd name="T57" fmla="*/ 410 h 756"/>
                      <a:gd name="T58" fmla="*/ 44 w 717"/>
                      <a:gd name="T59" fmla="*/ 186 h 756"/>
                      <a:gd name="T60" fmla="*/ 45 w 717"/>
                      <a:gd name="T61" fmla="*/ 231 h 756"/>
                      <a:gd name="T62" fmla="*/ 48 w 717"/>
                      <a:gd name="T63" fmla="*/ 148 h 756"/>
                      <a:gd name="T64" fmla="*/ 48 w 717"/>
                      <a:gd name="T65" fmla="*/ 301 h 756"/>
                      <a:gd name="T66" fmla="*/ 48 w 717"/>
                      <a:gd name="T67" fmla="*/ 730 h 756"/>
                      <a:gd name="T68" fmla="*/ 54 w 717"/>
                      <a:gd name="T69" fmla="*/ 0 h 756"/>
                      <a:gd name="T70" fmla="*/ 54 w 717"/>
                      <a:gd name="T71" fmla="*/ 250 h 756"/>
                      <a:gd name="T72" fmla="*/ 55 w 717"/>
                      <a:gd name="T73" fmla="*/ 333 h 756"/>
                      <a:gd name="T74" fmla="*/ 57 w 717"/>
                      <a:gd name="T75" fmla="*/ 192 h 756"/>
                      <a:gd name="T76" fmla="*/ 59 w 717"/>
                      <a:gd name="T77" fmla="*/ 340 h 756"/>
                      <a:gd name="T78" fmla="*/ 58 w 717"/>
                      <a:gd name="T79" fmla="*/ 429 h 756"/>
                      <a:gd name="T80" fmla="*/ 60 w 717"/>
                      <a:gd name="T81" fmla="*/ 461 h 756"/>
                      <a:gd name="T82" fmla="*/ 0 60000 65536"/>
                      <a:gd name="T83" fmla="*/ 0 60000 65536"/>
                      <a:gd name="T84" fmla="*/ 0 60000 65536"/>
                      <a:gd name="T85" fmla="*/ 0 60000 65536"/>
                      <a:gd name="T86" fmla="*/ 0 60000 65536"/>
                      <a:gd name="T87" fmla="*/ 0 60000 65536"/>
                      <a:gd name="T88" fmla="*/ 0 60000 65536"/>
                      <a:gd name="T89" fmla="*/ 0 60000 65536"/>
                      <a:gd name="T90" fmla="*/ 0 60000 65536"/>
                      <a:gd name="T91" fmla="*/ 0 60000 65536"/>
                      <a:gd name="T92" fmla="*/ 0 60000 65536"/>
                      <a:gd name="T93" fmla="*/ 0 60000 65536"/>
                      <a:gd name="T94" fmla="*/ 0 60000 65536"/>
                      <a:gd name="T95" fmla="*/ 0 60000 65536"/>
                      <a:gd name="T96" fmla="*/ 0 60000 65536"/>
                      <a:gd name="T97" fmla="*/ 0 60000 65536"/>
                      <a:gd name="T98" fmla="*/ 0 60000 65536"/>
                      <a:gd name="T99" fmla="*/ 0 60000 65536"/>
                      <a:gd name="T100" fmla="*/ 0 60000 65536"/>
                      <a:gd name="T101" fmla="*/ 0 60000 65536"/>
                      <a:gd name="T102" fmla="*/ 0 60000 65536"/>
                      <a:gd name="T103" fmla="*/ 0 60000 65536"/>
                      <a:gd name="T104" fmla="*/ 0 60000 65536"/>
                      <a:gd name="T105" fmla="*/ 0 60000 65536"/>
                      <a:gd name="T106" fmla="*/ 0 60000 65536"/>
                      <a:gd name="T107" fmla="*/ 0 60000 65536"/>
                      <a:gd name="T108" fmla="*/ 0 60000 65536"/>
                      <a:gd name="T109" fmla="*/ 0 60000 65536"/>
                      <a:gd name="T110" fmla="*/ 0 60000 65536"/>
                      <a:gd name="T111" fmla="*/ 0 60000 65536"/>
                      <a:gd name="T112" fmla="*/ 0 60000 65536"/>
                      <a:gd name="T113" fmla="*/ 0 60000 65536"/>
                      <a:gd name="T114" fmla="*/ 0 60000 65536"/>
                      <a:gd name="T115" fmla="*/ 0 60000 65536"/>
                      <a:gd name="T116" fmla="*/ 0 60000 65536"/>
                      <a:gd name="T117" fmla="*/ 0 60000 65536"/>
                      <a:gd name="T118" fmla="*/ 0 60000 65536"/>
                      <a:gd name="T119" fmla="*/ 0 60000 65536"/>
                      <a:gd name="T120" fmla="*/ 0 60000 65536"/>
                      <a:gd name="T121" fmla="*/ 0 60000 65536"/>
                      <a:gd name="T122" fmla="*/ 0 60000 65536"/>
                      <a:gd name="T123" fmla="*/ 0 w 717"/>
                      <a:gd name="T124" fmla="*/ 0 h 756"/>
                      <a:gd name="T125" fmla="*/ 717 w 717"/>
                      <a:gd name="T126" fmla="*/ 756 h 756"/>
                    </a:gdLst>
                    <a:ahLst/>
                    <a:cxnLst>
                      <a:cxn ang="T82">
                        <a:pos x="T0" y="T1"/>
                      </a:cxn>
                      <a:cxn ang="T83">
                        <a:pos x="T2" y="T3"/>
                      </a:cxn>
                      <a:cxn ang="T84">
                        <a:pos x="T4" y="T5"/>
                      </a:cxn>
                      <a:cxn ang="T85">
                        <a:pos x="T6" y="T7"/>
                      </a:cxn>
                      <a:cxn ang="T86">
                        <a:pos x="T8" y="T9"/>
                      </a:cxn>
                      <a:cxn ang="T87">
                        <a:pos x="T10" y="T11"/>
                      </a:cxn>
                      <a:cxn ang="T88">
                        <a:pos x="T12" y="T13"/>
                      </a:cxn>
                      <a:cxn ang="T89">
                        <a:pos x="T14" y="T15"/>
                      </a:cxn>
                      <a:cxn ang="T90">
                        <a:pos x="T16" y="T17"/>
                      </a:cxn>
                      <a:cxn ang="T91">
                        <a:pos x="T18" y="T19"/>
                      </a:cxn>
                      <a:cxn ang="T92">
                        <a:pos x="T20" y="T21"/>
                      </a:cxn>
                      <a:cxn ang="T93">
                        <a:pos x="T22" y="T23"/>
                      </a:cxn>
                      <a:cxn ang="T94">
                        <a:pos x="T24" y="T25"/>
                      </a:cxn>
                      <a:cxn ang="T95">
                        <a:pos x="T26" y="T27"/>
                      </a:cxn>
                      <a:cxn ang="T96">
                        <a:pos x="T28" y="T29"/>
                      </a:cxn>
                      <a:cxn ang="T97">
                        <a:pos x="T30" y="T31"/>
                      </a:cxn>
                      <a:cxn ang="T98">
                        <a:pos x="T32" y="T33"/>
                      </a:cxn>
                      <a:cxn ang="T99">
                        <a:pos x="T34" y="T35"/>
                      </a:cxn>
                      <a:cxn ang="T100">
                        <a:pos x="T36" y="T37"/>
                      </a:cxn>
                      <a:cxn ang="T101">
                        <a:pos x="T38" y="T39"/>
                      </a:cxn>
                      <a:cxn ang="T102">
                        <a:pos x="T40" y="T41"/>
                      </a:cxn>
                      <a:cxn ang="T103">
                        <a:pos x="T42" y="T43"/>
                      </a:cxn>
                      <a:cxn ang="T104">
                        <a:pos x="T44" y="T45"/>
                      </a:cxn>
                      <a:cxn ang="T105">
                        <a:pos x="T46" y="T47"/>
                      </a:cxn>
                      <a:cxn ang="T106">
                        <a:pos x="T48" y="T49"/>
                      </a:cxn>
                      <a:cxn ang="T107">
                        <a:pos x="T50" y="T51"/>
                      </a:cxn>
                      <a:cxn ang="T108">
                        <a:pos x="T52" y="T53"/>
                      </a:cxn>
                      <a:cxn ang="T109">
                        <a:pos x="T54" y="T55"/>
                      </a:cxn>
                      <a:cxn ang="T110">
                        <a:pos x="T56" y="T57"/>
                      </a:cxn>
                      <a:cxn ang="T111">
                        <a:pos x="T58" y="T59"/>
                      </a:cxn>
                      <a:cxn ang="T112">
                        <a:pos x="T60" y="T61"/>
                      </a:cxn>
                      <a:cxn ang="T113">
                        <a:pos x="T62" y="T63"/>
                      </a:cxn>
                      <a:cxn ang="T114">
                        <a:pos x="T64" y="T65"/>
                      </a:cxn>
                      <a:cxn ang="T115">
                        <a:pos x="T66" y="T67"/>
                      </a:cxn>
                      <a:cxn ang="T116">
                        <a:pos x="T68" y="T69"/>
                      </a:cxn>
                      <a:cxn ang="T117">
                        <a:pos x="T70" y="T71"/>
                      </a:cxn>
                      <a:cxn ang="T118">
                        <a:pos x="T72" y="T73"/>
                      </a:cxn>
                      <a:cxn ang="T119">
                        <a:pos x="T74" y="T75"/>
                      </a:cxn>
                      <a:cxn ang="T120">
                        <a:pos x="T76" y="T77"/>
                      </a:cxn>
                      <a:cxn ang="T121">
                        <a:pos x="T78" y="T79"/>
                      </a:cxn>
                      <a:cxn ang="T122">
                        <a:pos x="T80" y="T81"/>
                      </a:cxn>
                    </a:cxnLst>
                    <a:rect l="T123" t="T124" r="T125" b="T126"/>
                    <a:pathLst>
                      <a:path w="717" h="756">
                        <a:moveTo>
                          <a:pt x="0" y="756"/>
                        </a:moveTo>
                        <a:lnTo>
                          <a:pt x="52" y="167"/>
                        </a:lnTo>
                        <a:lnTo>
                          <a:pt x="64" y="384"/>
                        </a:lnTo>
                        <a:lnTo>
                          <a:pt x="90" y="103"/>
                        </a:lnTo>
                        <a:lnTo>
                          <a:pt x="116" y="519"/>
                        </a:lnTo>
                        <a:lnTo>
                          <a:pt x="135" y="487"/>
                        </a:lnTo>
                        <a:lnTo>
                          <a:pt x="135" y="359"/>
                        </a:lnTo>
                        <a:lnTo>
                          <a:pt x="167" y="71"/>
                        </a:lnTo>
                        <a:lnTo>
                          <a:pt x="192" y="244"/>
                        </a:lnTo>
                        <a:lnTo>
                          <a:pt x="205" y="96"/>
                        </a:lnTo>
                        <a:lnTo>
                          <a:pt x="218" y="615"/>
                        </a:lnTo>
                        <a:lnTo>
                          <a:pt x="244" y="397"/>
                        </a:lnTo>
                        <a:lnTo>
                          <a:pt x="282" y="519"/>
                        </a:lnTo>
                        <a:lnTo>
                          <a:pt x="308" y="308"/>
                        </a:lnTo>
                        <a:lnTo>
                          <a:pt x="333" y="442"/>
                        </a:lnTo>
                        <a:lnTo>
                          <a:pt x="346" y="352"/>
                        </a:lnTo>
                        <a:lnTo>
                          <a:pt x="365" y="384"/>
                        </a:lnTo>
                        <a:lnTo>
                          <a:pt x="378" y="135"/>
                        </a:lnTo>
                        <a:lnTo>
                          <a:pt x="391" y="301"/>
                        </a:lnTo>
                        <a:lnTo>
                          <a:pt x="384" y="519"/>
                        </a:lnTo>
                        <a:lnTo>
                          <a:pt x="404" y="679"/>
                        </a:lnTo>
                        <a:lnTo>
                          <a:pt x="429" y="628"/>
                        </a:lnTo>
                        <a:lnTo>
                          <a:pt x="442" y="480"/>
                        </a:lnTo>
                        <a:lnTo>
                          <a:pt x="455" y="391"/>
                        </a:lnTo>
                        <a:lnTo>
                          <a:pt x="436" y="506"/>
                        </a:lnTo>
                        <a:lnTo>
                          <a:pt x="461" y="352"/>
                        </a:lnTo>
                        <a:lnTo>
                          <a:pt x="474" y="455"/>
                        </a:lnTo>
                        <a:lnTo>
                          <a:pt x="493" y="519"/>
                        </a:lnTo>
                        <a:lnTo>
                          <a:pt x="512" y="410"/>
                        </a:lnTo>
                        <a:lnTo>
                          <a:pt x="532" y="186"/>
                        </a:lnTo>
                        <a:lnTo>
                          <a:pt x="544" y="231"/>
                        </a:lnTo>
                        <a:lnTo>
                          <a:pt x="570" y="148"/>
                        </a:lnTo>
                        <a:lnTo>
                          <a:pt x="576" y="301"/>
                        </a:lnTo>
                        <a:lnTo>
                          <a:pt x="576" y="730"/>
                        </a:lnTo>
                        <a:lnTo>
                          <a:pt x="647" y="0"/>
                        </a:lnTo>
                        <a:lnTo>
                          <a:pt x="647" y="250"/>
                        </a:lnTo>
                        <a:lnTo>
                          <a:pt x="660" y="333"/>
                        </a:lnTo>
                        <a:lnTo>
                          <a:pt x="685" y="192"/>
                        </a:lnTo>
                        <a:lnTo>
                          <a:pt x="711" y="340"/>
                        </a:lnTo>
                        <a:lnTo>
                          <a:pt x="698" y="429"/>
                        </a:lnTo>
                        <a:lnTo>
                          <a:pt x="717" y="461"/>
                        </a:lnTo>
                      </a:path>
                    </a:pathLst>
                  </a:custGeom>
                  <a:noFill/>
                  <a:ln w="9525">
                    <a:solidFill>
                      <a:srgbClr val="FF0000"/>
                    </a:solidFill>
                    <a:round/>
                    <a:headEnd/>
                    <a:tailEnd/>
                  </a:ln>
                </p:spPr>
                <p:txBody>
                  <a:bodyPr/>
                  <a:lstStyle/>
                  <a:p>
                    <a:endParaRPr lang="en-GB" sz="1600"/>
                  </a:p>
                </p:txBody>
              </p:sp>
              <p:sp>
                <p:nvSpPr>
                  <p:cNvPr id="14567" name="Freeform 209"/>
                  <p:cNvSpPr>
                    <a:spLocks/>
                  </p:cNvSpPr>
                  <p:nvPr/>
                </p:nvSpPr>
                <p:spPr bwMode="auto">
                  <a:xfrm flipH="1">
                    <a:off x="4077" y="1119"/>
                    <a:ext cx="313" cy="756"/>
                  </a:xfrm>
                  <a:custGeom>
                    <a:avLst/>
                    <a:gdLst>
                      <a:gd name="T0" fmla="*/ 0 w 717"/>
                      <a:gd name="T1" fmla="*/ 756 h 756"/>
                      <a:gd name="T2" fmla="*/ 4 w 717"/>
                      <a:gd name="T3" fmla="*/ 167 h 756"/>
                      <a:gd name="T4" fmla="*/ 5 w 717"/>
                      <a:gd name="T5" fmla="*/ 384 h 756"/>
                      <a:gd name="T6" fmla="*/ 7 w 717"/>
                      <a:gd name="T7" fmla="*/ 103 h 756"/>
                      <a:gd name="T8" fmla="*/ 10 w 717"/>
                      <a:gd name="T9" fmla="*/ 519 h 756"/>
                      <a:gd name="T10" fmla="*/ 11 w 717"/>
                      <a:gd name="T11" fmla="*/ 487 h 756"/>
                      <a:gd name="T12" fmla="*/ 11 w 717"/>
                      <a:gd name="T13" fmla="*/ 359 h 756"/>
                      <a:gd name="T14" fmla="*/ 14 w 717"/>
                      <a:gd name="T15" fmla="*/ 71 h 756"/>
                      <a:gd name="T16" fmla="*/ 16 w 717"/>
                      <a:gd name="T17" fmla="*/ 244 h 756"/>
                      <a:gd name="T18" fmla="*/ 17 w 717"/>
                      <a:gd name="T19" fmla="*/ 96 h 756"/>
                      <a:gd name="T20" fmla="*/ 18 w 717"/>
                      <a:gd name="T21" fmla="*/ 615 h 756"/>
                      <a:gd name="T22" fmla="*/ 21 w 717"/>
                      <a:gd name="T23" fmla="*/ 397 h 756"/>
                      <a:gd name="T24" fmla="*/ 24 w 717"/>
                      <a:gd name="T25" fmla="*/ 519 h 756"/>
                      <a:gd name="T26" fmla="*/ 25 w 717"/>
                      <a:gd name="T27" fmla="*/ 308 h 756"/>
                      <a:gd name="T28" fmla="*/ 28 w 717"/>
                      <a:gd name="T29" fmla="*/ 442 h 756"/>
                      <a:gd name="T30" fmla="*/ 29 w 717"/>
                      <a:gd name="T31" fmla="*/ 352 h 756"/>
                      <a:gd name="T32" fmla="*/ 30 w 717"/>
                      <a:gd name="T33" fmla="*/ 384 h 756"/>
                      <a:gd name="T34" fmla="*/ 31 w 717"/>
                      <a:gd name="T35" fmla="*/ 135 h 756"/>
                      <a:gd name="T36" fmla="*/ 33 w 717"/>
                      <a:gd name="T37" fmla="*/ 301 h 756"/>
                      <a:gd name="T38" fmla="*/ 32 w 717"/>
                      <a:gd name="T39" fmla="*/ 519 h 756"/>
                      <a:gd name="T40" fmla="*/ 34 w 717"/>
                      <a:gd name="T41" fmla="*/ 679 h 756"/>
                      <a:gd name="T42" fmla="*/ 36 w 717"/>
                      <a:gd name="T43" fmla="*/ 628 h 756"/>
                      <a:gd name="T44" fmla="*/ 37 w 717"/>
                      <a:gd name="T45" fmla="*/ 480 h 756"/>
                      <a:gd name="T46" fmla="*/ 38 w 717"/>
                      <a:gd name="T47" fmla="*/ 391 h 756"/>
                      <a:gd name="T48" fmla="*/ 36 w 717"/>
                      <a:gd name="T49" fmla="*/ 506 h 756"/>
                      <a:gd name="T50" fmla="*/ 38 w 717"/>
                      <a:gd name="T51" fmla="*/ 352 h 756"/>
                      <a:gd name="T52" fmla="*/ 39 w 717"/>
                      <a:gd name="T53" fmla="*/ 455 h 756"/>
                      <a:gd name="T54" fmla="*/ 41 w 717"/>
                      <a:gd name="T55" fmla="*/ 519 h 756"/>
                      <a:gd name="T56" fmla="*/ 43 w 717"/>
                      <a:gd name="T57" fmla="*/ 410 h 756"/>
                      <a:gd name="T58" fmla="*/ 44 w 717"/>
                      <a:gd name="T59" fmla="*/ 186 h 756"/>
                      <a:gd name="T60" fmla="*/ 45 w 717"/>
                      <a:gd name="T61" fmla="*/ 231 h 756"/>
                      <a:gd name="T62" fmla="*/ 48 w 717"/>
                      <a:gd name="T63" fmla="*/ 148 h 756"/>
                      <a:gd name="T64" fmla="*/ 48 w 717"/>
                      <a:gd name="T65" fmla="*/ 301 h 756"/>
                      <a:gd name="T66" fmla="*/ 48 w 717"/>
                      <a:gd name="T67" fmla="*/ 730 h 756"/>
                      <a:gd name="T68" fmla="*/ 54 w 717"/>
                      <a:gd name="T69" fmla="*/ 0 h 756"/>
                      <a:gd name="T70" fmla="*/ 54 w 717"/>
                      <a:gd name="T71" fmla="*/ 250 h 756"/>
                      <a:gd name="T72" fmla="*/ 55 w 717"/>
                      <a:gd name="T73" fmla="*/ 333 h 756"/>
                      <a:gd name="T74" fmla="*/ 57 w 717"/>
                      <a:gd name="T75" fmla="*/ 192 h 756"/>
                      <a:gd name="T76" fmla="*/ 59 w 717"/>
                      <a:gd name="T77" fmla="*/ 340 h 756"/>
                      <a:gd name="T78" fmla="*/ 58 w 717"/>
                      <a:gd name="T79" fmla="*/ 429 h 756"/>
                      <a:gd name="T80" fmla="*/ 60 w 717"/>
                      <a:gd name="T81" fmla="*/ 461 h 756"/>
                      <a:gd name="T82" fmla="*/ 0 60000 65536"/>
                      <a:gd name="T83" fmla="*/ 0 60000 65536"/>
                      <a:gd name="T84" fmla="*/ 0 60000 65536"/>
                      <a:gd name="T85" fmla="*/ 0 60000 65536"/>
                      <a:gd name="T86" fmla="*/ 0 60000 65536"/>
                      <a:gd name="T87" fmla="*/ 0 60000 65536"/>
                      <a:gd name="T88" fmla="*/ 0 60000 65536"/>
                      <a:gd name="T89" fmla="*/ 0 60000 65536"/>
                      <a:gd name="T90" fmla="*/ 0 60000 65536"/>
                      <a:gd name="T91" fmla="*/ 0 60000 65536"/>
                      <a:gd name="T92" fmla="*/ 0 60000 65536"/>
                      <a:gd name="T93" fmla="*/ 0 60000 65536"/>
                      <a:gd name="T94" fmla="*/ 0 60000 65536"/>
                      <a:gd name="T95" fmla="*/ 0 60000 65536"/>
                      <a:gd name="T96" fmla="*/ 0 60000 65536"/>
                      <a:gd name="T97" fmla="*/ 0 60000 65536"/>
                      <a:gd name="T98" fmla="*/ 0 60000 65536"/>
                      <a:gd name="T99" fmla="*/ 0 60000 65536"/>
                      <a:gd name="T100" fmla="*/ 0 60000 65536"/>
                      <a:gd name="T101" fmla="*/ 0 60000 65536"/>
                      <a:gd name="T102" fmla="*/ 0 60000 65536"/>
                      <a:gd name="T103" fmla="*/ 0 60000 65536"/>
                      <a:gd name="T104" fmla="*/ 0 60000 65536"/>
                      <a:gd name="T105" fmla="*/ 0 60000 65536"/>
                      <a:gd name="T106" fmla="*/ 0 60000 65536"/>
                      <a:gd name="T107" fmla="*/ 0 60000 65536"/>
                      <a:gd name="T108" fmla="*/ 0 60000 65536"/>
                      <a:gd name="T109" fmla="*/ 0 60000 65536"/>
                      <a:gd name="T110" fmla="*/ 0 60000 65536"/>
                      <a:gd name="T111" fmla="*/ 0 60000 65536"/>
                      <a:gd name="T112" fmla="*/ 0 60000 65536"/>
                      <a:gd name="T113" fmla="*/ 0 60000 65536"/>
                      <a:gd name="T114" fmla="*/ 0 60000 65536"/>
                      <a:gd name="T115" fmla="*/ 0 60000 65536"/>
                      <a:gd name="T116" fmla="*/ 0 60000 65536"/>
                      <a:gd name="T117" fmla="*/ 0 60000 65536"/>
                      <a:gd name="T118" fmla="*/ 0 60000 65536"/>
                      <a:gd name="T119" fmla="*/ 0 60000 65536"/>
                      <a:gd name="T120" fmla="*/ 0 60000 65536"/>
                      <a:gd name="T121" fmla="*/ 0 60000 65536"/>
                      <a:gd name="T122" fmla="*/ 0 60000 65536"/>
                      <a:gd name="T123" fmla="*/ 0 w 717"/>
                      <a:gd name="T124" fmla="*/ 0 h 756"/>
                      <a:gd name="T125" fmla="*/ 717 w 717"/>
                      <a:gd name="T126" fmla="*/ 756 h 756"/>
                    </a:gdLst>
                    <a:ahLst/>
                    <a:cxnLst>
                      <a:cxn ang="T82">
                        <a:pos x="T0" y="T1"/>
                      </a:cxn>
                      <a:cxn ang="T83">
                        <a:pos x="T2" y="T3"/>
                      </a:cxn>
                      <a:cxn ang="T84">
                        <a:pos x="T4" y="T5"/>
                      </a:cxn>
                      <a:cxn ang="T85">
                        <a:pos x="T6" y="T7"/>
                      </a:cxn>
                      <a:cxn ang="T86">
                        <a:pos x="T8" y="T9"/>
                      </a:cxn>
                      <a:cxn ang="T87">
                        <a:pos x="T10" y="T11"/>
                      </a:cxn>
                      <a:cxn ang="T88">
                        <a:pos x="T12" y="T13"/>
                      </a:cxn>
                      <a:cxn ang="T89">
                        <a:pos x="T14" y="T15"/>
                      </a:cxn>
                      <a:cxn ang="T90">
                        <a:pos x="T16" y="T17"/>
                      </a:cxn>
                      <a:cxn ang="T91">
                        <a:pos x="T18" y="T19"/>
                      </a:cxn>
                      <a:cxn ang="T92">
                        <a:pos x="T20" y="T21"/>
                      </a:cxn>
                      <a:cxn ang="T93">
                        <a:pos x="T22" y="T23"/>
                      </a:cxn>
                      <a:cxn ang="T94">
                        <a:pos x="T24" y="T25"/>
                      </a:cxn>
                      <a:cxn ang="T95">
                        <a:pos x="T26" y="T27"/>
                      </a:cxn>
                      <a:cxn ang="T96">
                        <a:pos x="T28" y="T29"/>
                      </a:cxn>
                      <a:cxn ang="T97">
                        <a:pos x="T30" y="T31"/>
                      </a:cxn>
                      <a:cxn ang="T98">
                        <a:pos x="T32" y="T33"/>
                      </a:cxn>
                      <a:cxn ang="T99">
                        <a:pos x="T34" y="T35"/>
                      </a:cxn>
                      <a:cxn ang="T100">
                        <a:pos x="T36" y="T37"/>
                      </a:cxn>
                      <a:cxn ang="T101">
                        <a:pos x="T38" y="T39"/>
                      </a:cxn>
                      <a:cxn ang="T102">
                        <a:pos x="T40" y="T41"/>
                      </a:cxn>
                      <a:cxn ang="T103">
                        <a:pos x="T42" y="T43"/>
                      </a:cxn>
                      <a:cxn ang="T104">
                        <a:pos x="T44" y="T45"/>
                      </a:cxn>
                      <a:cxn ang="T105">
                        <a:pos x="T46" y="T47"/>
                      </a:cxn>
                      <a:cxn ang="T106">
                        <a:pos x="T48" y="T49"/>
                      </a:cxn>
                      <a:cxn ang="T107">
                        <a:pos x="T50" y="T51"/>
                      </a:cxn>
                      <a:cxn ang="T108">
                        <a:pos x="T52" y="T53"/>
                      </a:cxn>
                      <a:cxn ang="T109">
                        <a:pos x="T54" y="T55"/>
                      </a:cxn>
                      <a:cxn ang="T110">
                        <a:pos x="T56" y="T57"/>
                      </a:cxn>
                      <a:cxn ang="T111">
                        <a:pos x="T58" y="T59"/>
                      </a:cxn>
                      <a:cxn ang="T112">
                        <a:pos x="T60" y="T61"/>
                      </a:cxn>
                      <a:cxn ang="T113">
                        <a:pos x="T62" y="T63"/>
                      </a:cxn>
                      <a:cxn ang="T114">
                        <a:pos x="T64" y="T65"/>
                      </a:cxn>
                      <a:cxn ang="T115">
                        <a:pos x="T66" y="T67"/>
                      </a:cxn>
                      <a:cxn ang="T116">
                        <a:pos x="T68" y="T69"/>
                      </a:cxn>
                      <a:cxn ang="T117">
                        <a:pos x="T70" y="T71"/>
                      </a:cxn>
                      <a:cxn ang="T118">
                        <a:pos x="T72" y="T73"/>
                      </a:cxn>
                      <a:cxn ang="T119">
                        <a:pos x="T74" y="T75"/>
                      </a:cxn>
                      <a:cxn ang="T120">
                        <a:pos x="T76" y="T77"/>
                      </a:cxn>
                      <a:cxn ang="T121">
                        <a:pos x="T78" y="T79"/>
                      </a:cxn>
                      <a:cxn ang="T122">
                        <a:pos x="T80" y="T81"/>
                      </a:cxn>
                    </a:cxnLst>
                    <a:rect l="T123" t="T124" r="T125" b="T126"/>
                    <a:pathLst>
                      <a:path w="717" h="756">
                        <a:moveTo>
                          <a:pt x="0" y="756"/>
                        </a:moveTo>
                        <a:lnTo>
                          <a:pt x="52" y="167"/>
                        </a:lnTo>
                        <a:lnTo>
                          <a:pt x="64" y="384"/>
                        </a:lnTo>
                        <a:lnTo>
                          <a:pt x="90" y="103"/>
                        </a:lnTo>
                        <a:lnTo>
                          <a:pt x="116" y="519"/>
                        </a:lnTo>
                        <a:lnTo>
                          <a:pt x="135" y="487"/>
                        </a:lnTo>
                        <a:lnTo>
                          <a:pt x="135" y="359"/>
                        </a:lnTo>
                        <a:lnTo>
                          <a:pt x="167" y="71"/>
                        </a:lnTo>
                        <a:lnTo>
                          <a:pt x="192" y="244"/>
                        </a:lnTo>
                        <a:lnTo>
                          <a:pt x="205" y="96"/>
                        </a:lnTo>
                        <a:lnTo>
                          <a:pt x="218" y="615"/>
                        </a:lnTo>
                        <a:lnTo>
                          <a:pt x="244" y="397"/>
                        </a:lnTo>
                        <a:lnTo>
                          <a:pt x="282" y="519"/>
                        </a:lnTo>
                        <a:lnTo>
                          <a:pt x="308" y="308"/>
                        </a:lnTo>
                        <a:lnTo>
                          <a:pt x="333" y="442"/>
                        </a:lnTo>
                        <a:lnTo>
                          <a:pt x="346" y="352"/>
                        </a:lnTo>
                        <a:lnTo>
                          <a:pt x="365" y="384"/>
                        </a:lnTo>
                        <a:lnTo>
                          <a:pt x="378" y="135"/>
                        </a:lnTo>
                        <a:lnTo>
                          <a:pt x="391" y="301"/>
                        </a:lnTo>
                        <a:lnTo>
                          <a:pt x="384" y="519"/>
                        </a:lnTo>
                        <a:lnTo>
                          <a:pt x="404" y="679"/>
                        </a:lnTo>
                        <a:lnTo>
                          <a:pt x="429" y="628"/>
                        </a:lnTo>
                        <a:lnTo>
                          <a:pt x="442" y="480"/>
                        </a:lnTo>
                        <a:lnTo>
                          <a:pt x="455" y="391"/>
                        </a:lnTo>
                        <a:lnTo>
                          <a:pt x="436" y="506"/>
                        </a:lnTo>
                        <a:lnTo>
                          <a:pt x="461" y="352"/>
                        </a:lnTo>
                        <a:lnTo>
                          <a:pt x="474" y="455"/>
                        </a:lnTo>
                        <a:lnTo>
                          <a:pt x="493" y="519"/>
                        </a:lnTo>
                        <a:lnTo>
                          <a:pt x="512" y="410"/>
                        </a:lnTo>
                        <a:lnTo>
                          <a:pt x="532" y="186"/>
                        </a:lnTo>
                        <a:lnTo>
                          <a:pt x="544" y="231"/>
                        </a:lnTo>
                        <a:lnTo>
                          <a:pt x="570" y="148"/>
                        </a:lnTo>
                        <a:lnTo>
                          <a:pt x="576" y="301"/>
                        </a:lnTo>
                        <a:lnTo>
                          <a:pt x="576" y="730"/>
                        </a:lnTo>
                        <a:lnTo>
                          <a:pt x="647" y="0"/>
                        </a:lnTo>
                        <a:lnTo>
                          <a:pt x="647" y="250"/>
                        </a:lnTo>
                        <a:lnTo>
                          <a:pt x="660" y="333"/>
                        </a:lnTo>
                        <a:lnTo>
                          <a:pt x="685" y="192"/>
                        </a:lnTo>
                        <a:lnTo>
                          <a:pt x="711" y="340"/>
                        </a:lnTo>
                        <a:lnTo>
                          <a:pt x="698" y="429"/>
                        </a:lnTo>
                        <a:lnTo>
                          <a:pt x="717" y="461"/>
                        </a:lnTo>
                      </a:path>
                    </a:pathLst>
                  </a:custGeom>
                  <a:noFill/>
                  <a:ln w="9525">
                    <a:solidFill>
                      <a:srgbClr val="FF0000"/>
                    </a:solidFill>
                    <a:round/>
                    <a:headEnd/>
                    <a:tailEnd/>
                  </a:ln>
                </p:spPr>
                <p:txBody>
                  <a:bodyPr/>
                  <a:lstStyle/>
                  <a:p>
                    <a:endParaRPr lang="en-GB" sz="1600"/>
                  </a:p>
                </p:txBody>
              </p:sp>
              <p:sp>
                <p:nvSpPr>
                  <p:cNvPr id="14568" name="Freeform 210"/>
                  <p:cNvSpPr>
                    <a:spLocks/>
                  </p:cNvSpPr>
                  <p:nvPr/>
                </p:nvSpPr>
                <p:spPr bwMode="auto">
                  <a:xfrm flipV="1">
                    <a:off x="4385" y="1138"/>
                    <a:ext cx="313" cy="756"/>
                  </a:xfrm>
                  <a:custGeom>
                    <a:avLst/>
                    <a:gdLst>
                      <a:gd name="T0" fmla="*/ 0 w 717"/>
                      <a:gd name="T1" fmla="*/ 756 h 756"/>
                      <a:gd name="T2" fmla="*/ 4 w 717"/>
                      <a:gd name="T3" fmla="*/ 167 h 756"/>
                      <a:gd name="T4" fmla="*/ 5 w 717"/>
                      <a:gd name="T5" fmla="*/ 384 h 756"/>
                      <a:gd name="T6" fmla="*/ 7 w 717"/>
                      <a:gd name="T7" fmla="*/ 103 h 756"/>
                      <a:gd name="T8" fmla="*/ 10 w 717"/>
                      <a:gd name="T9" fmla="*/ 519 h 756"/>
                      <a:gd name="T10" fmla="*/ 11 w 717"/>
                      <a:gd name="T11" fmla="*/ 487 h 756"/>
                      <a:gd name="T12" fmla="*/ 11 w 717"/>
                      <a:gd name="T13" fmla="*/ 359 h 756"/>
                      <a:gd name="T14" fmla="*/ 14 w 717"/>
                      <a:gd name="T15" fmla="*/ 71 h 756"/>
                      <a:gd name="T16" fmla="*/ 16 w 717"/>
                      <a:gd name="T17" fmla="*/ 244 h 756"/>
                      <a:gd name="T18" fmla="*/ 17 w 717"/>
                      <a:gd name="T19" fmla="*/ 96 h 756"/>
                      <a:gd name="T20" fmla="*/ 18 w 717"/>
                      <a:gd name="T21" fmla="*/ 615 h 756"/>
                      <a:gd name="T22" fmla="*/ 21 w 717"/>
                      <a:gd name="T23" fmla="*/ 397 h 756"/>
                      <a:gd name="T24" fmla="*/ 24 w 717"/>
                      <a:gd name="T25" fmla="*/ 519 h 756"/>
                      <a:gd name="T26" fmla="*/ 25 w 717"/>
                      <a:gd name="T27" fmla="*/ 308 h 756"/>
                      <a:gd name="T28" fmla="*/ 28 w 717"/>
                      <a:gd name="T29" fmla="*/ 442 h 756"/>
                      <a:gd name="T30" fmla="*/ 29 w 717"/>
                      <a:gd name="T31" fmla="*/ 352 h 756"/>
                      <a:gd name="T32" fmla="*/ 30 w 717"/>
                      <a:gd name="T33" fmla="*/ 384 h 756"/>
                      <a:gd name="T34" fmla="*/ 31 w 717"/>
                      <a:gd name="T35" fmla="*/ 135 h 756"/>
                      <a:gd name="T36" fmla="*/ 33 w 717"/>
                      <a:gd name="T37" fmla="*/ 301 h 756"/>
                      <a:gd name="T38" fmla="*/ 32 w 717"/>
                      <a:gd name="T39" fmla="*/ 519 h 756"/>
                      <a:gd name="T40" fmla="*/ 34 w 717"/>
                      <a:gd name="T41" fmla="*/ 679 h 756"/>
                      <a:gd name="T42" fmla="*/ 36 w 717"/>
                      <a:gd name="T43" fmla="*/ 628 h 756"/>
                      <a:gd name="T44" fmla="*/ 37 w 717"/>
                      <a:gd name="T45" fmla="*/ 480 h 756"/>
                      <a:gd name="T46" fmla="*/ 38 w 717"/>
                      <a:gd name="T47" fmla="*/ 391 h 756"/>
                      <a:gd name="T48" fmla="*/ 36 w 717"/>
                      <a:gd name="T49" fmla="*/ 506 h 756"/>
                      <a:gd name="T50" fmla="*/ 38 w 717"/>
                      <a:gd name="T51" fmla="*/ 352 h 756"/>
                      <a:gd name="T52" fmla="*/ 39 w 717"/>
                      <a:gd name="T53" fmla="*/ 455 h 756"/>
                      <a:gd name="T54" fmla="*/ 41 w 717"/>
                      <a:gd name="T55" fmla="*/ 519 h 756"/>
                      <a:gd name="T56" fmla="*/ 43 w 717"/>
                      <a:gd name="T57" fmla="*/ 410 h 756"/>
                      <a:gd name="T58" fmla="*/ 44 w 717"/>
                      <a:gd name="T59" fmla="*/ 186 h 756"/>
                      <a:gd name="T60" fmla="*/ 45 w 717"/>
                      <a:gd name="T61" fmla="*/ 231 h 756"/>
                      <a:gd name="T62" fmla="*/ 48 w 717"/>
                      <a:gd name="T63" fmla="*/ 148 h 756"/>
                      <a:gd name="T64" fmla="*/ 48 w 717"/>
                      <a:gd name="T65" fmla="*/ 301 h 756"/>
                      <a:gd name="T66" fmla="*/ 48 w 717"/>
                      <a:gd name="T67" fmla="*/ 730 h 756"/>
                      <a:gd name="T68" fmla="*/ 54 w 717"/>
                      <a:gd name="T69" fmla="*/ 0 h 756"/>
                      <a:gd name="T70" fmla="*/ 54 w 717"/>
                      <a:gd name="T71" fmla="*/ 250 h 756"/>
                      <a:gd name="T72" fmla="*/ 55 w 717"/>
                      <a:gd name="T73" fmla="*/ 333 h 756"/>
                      <a:gd name="T74" fmla="*/ 57 w 717"/>
                      <a:gd name="T75" fmla="*/ 192 h 756"/>
                      <a:gd name="T76" fmla="*/ 59 w 717"/>
                      <a:gd name="T77" fmla="*/ 340 h 756"/>
                      <a:gd name="T78" fmla="*/ 58 w 717"/>
                      <a:gd name="T79" fmla="*/ 429 h 756"/>
                      <a:gd name="T80" fmla="*/ 60 w 717"/>
                      <a:gd name="T81" fmla="*/ 461 h 756"/>
                      <a:gd name="T82" fmla="*/ 0 60000 65536"/>
                      <a:gd name="T83" fmla="*/ 0 60000 65536"/>
                      <a:gd name="T84" fmla="*/ 0 60000 65536"/>
                      <a:gd name="T85" fmla="*/ 0 60000 65536"/>
                      <a:gd name="T86" fmla="*/ 0 60000 65536"/>
                      <a:gd name="T87" fmla="*/ 0 60000 65536"/>
                      <a:gd name="T88" fmla="*/ 0 60000 65536"/>
                      <a:gd name="T89" fmla="*/ 0 60000 65536"/>
                      <a:gd name="T90" fmla="*/ 0 60000 65536"/>
                      <a:gd name="T91" fmla="*/ 0 60000 65536"/>
                      <a:gd name="T92" fmla="*/ 0 60000 65536"/>
                      <a:gd name="T93" fmla="*/ 0 60000 65536"/>
                      <a:gd name="T94" fmla="*/ 0 60000 65536"/>
                      <a:gd name="T95" fmla="*/ 0 60000 65536"/>
                      <a:gd name="T96" fmla="*/ 0 60000 65536"/>
                      <a:gd name="T97" fmla="*/ 0 60000 65536"/>
                      <a:gd name="T98" fmla="*/ 0 60000 65536"/>
                      <a:gd name="T99" fmla="*/ 0 60000 65536"/>
                      <a:gd name="T100" fmla="*/ 0 60000 65536"/>
                      <a:gd name="T101" fmla="*/ 0 60000 65536"/>
                      <a:gd name="T102" fmla="*/ 0 60000 65536"/>
                      <a:gd name="T103" fmla="*/ 0 60000 65536"/>
                      <a:gd name="T104" fmla="*/ 0 60000 65536"/>
                      <a:gd name="T105" fmla="*/ 0 60000 65536"/>
                      <a:gd name="T106" fmla="*/ 0 60000 65536"/>
                      <a:gd name="T107" fmla="*/ 0 60000 65536"/>
                      <a:gd name="T108" fmla="*/ 0 60000 65536"/>
                      <a:gd name="T109" fmla="*/ 0 60000 65536"/>
                      <a:gd name="T110" fmla="*/ 0 60000 65536"/>
                      <a:gd name="T111" fmla="*/ 0 60000 65536"/>
                      <a:gd name="T112" fmla="*/ 0 60000 65536"/>
                      <a:gd name="T113" fmla="*/ 0 60000 65536"/>
                      <a:gd name="T114" fmla="*/ 0 60000 65536"/>
                      <a:gd name="T115" fmla="*/ 0 60000 65536"/>
                      <a:gd name="T116" fmla="*/ 0 60000 65536"/>
                      <a:gd name="T117" fmla="*/ 0 60000 65536"/>
                      <a:gd name="T118" fmla="*/ 0 60000 65536"/>
                      <a:gd name="T119" fmla="*/ 0 60000 65536"/>
                      <a:gd name="T120" fmla="*/ 0 60000 65536"/>
                      <a:gd name="T121" fmla="*/ 0 60000 65536"/>
                      <a:gd name="T122" fmla="*/ 0 60000 65536"/>
                      <a:gd name="T123" fmla="*/ 0 w 717"/>
                      <a:gd name="T124" fmla="*/ 0 h 756"/>
                      <a:gd name="T125" fmla="*/ 717 w 717"/>
                      <a:gd name="T126" fmla="*/ 756 h 756"/>
                    </a:gdLst>
                    <a:ahLst/>
                    <a:cxnLst>
                      <a:cxn ang="T82">
                        <a:pos x="T0" y="T1"/>
                      </a:cxn>
                      <a:cxn ang="T83">
                        <a:pos x="T2" y="T3"/>
                      </a:cxn>
                      <a:cxn ang="T84">
                        <a:pos x="T4" y="T5"/>
                      </a:cxn>
                      <a:cxn ang="T85">
                        <a:pos x="T6" y="T7"/>
                      </a:cxn>
                      <a:cxn ang="T86">
                        <a:pos x="T8" y="T9"/>
                      </a:cxn>
                      <a:cxn ang="T87">
                        <a:pos x="T10" y="T11"/>
                      </a:cxn>
                      <a:cxn ang="T88">
                        <a:pos x="T12" y="T13"/>
                      </a:cxn>
                      <a:cxn ang="T89">
                        <a:pos x="T14" y="T15"/>
                      </a:cxn>
                      <a:cxn ang="T90">
                        <a:pos x="T16" y="T17"/>
                      </a:cxn>
                      <a:cxn ang="T91">
                        <a:pos x="T18" y="T19"/>
                      </a:cxn>
                      <a:cxn ang="T92">
                        <a:pos x="T20" y="T21"/>
                      </a:cxn>
                      <a:cxn ang="T93">
                        <a:pos x="T22" y="T23"/>
                      </a:cxn>
                      <a:cxn ang="T94">
                        <a:pos x="T24" y="T25"/>
                      </a:cxn>
                      <a:cxn ang="T95">
                        <a:pos x="T26" y="T27"/>
                      </a:cxn>
                      <a:cxn ang="T96">
                        <a:pos x="T28" y="T29"/>
                      </a:cxn>
                      <a:cxn ang="T97">
                        <a:pos x="T30" y="T31"/>
                      </a:cxn>
                      <a:cxn ang="T98">
                        <a:pos x="T32" y="T33"/>
                      </a:cxn>
                      <a:cxn ang="T99">
                        <a:pos x="T34" y="T35"/>
                      </a:cxn>
                      <a:cxn ang="T100">
                        <a:pos x="T36" y="T37"/>
                      </a:cxn>
                      <a:cxn ang="T101">
                        <a:pos x="T38" y="T39"/>
                      </a:cxn>
                      <a:cxn ang="T102">
                        <a:pos x="T40" y="T41"/>
                      </a:cxn>
                      <a:cxn ang="T103">
                        <a:pos x="T42" y="T43"/>
                      </a:cxn>
                      <a:cxn ang="T104">
                        <a:pos x="T44" y="T45"/>
                      </a:cxn>
                      <a:cxn ang="T105">
                        <a:pos x="T46" y="T47"/>
                      </a:cxn>
                      <a:cxn ang="T106">
                        <a:pos x="T48" y="T49"/>
                      </a:cxn>
                      <a:cxn ang="T107">
                        <a:pos x="T50" y="T51"/>
                      </a:cxn>
                      <a:cxn ang="T108">
                        <a:pos x="T52" y="T53"/>
                      </a:cxn>
                      <a:cxn ang="T109">
                        <a:pos x="T54" y="T55"/>
                      </a:cxn>
                      <a:cxn ang="T110">
                        <a:pos x="T56" y="T57"/>
                      </a:cxn>
                      <a:cxn ang="T111">
                        <a:pos x="T58" y="T59"/>
                      </a:cxn>
                      <a:cxn ang="T112">
                        <a:pos x="T60" y="T61"/>
                      </a:cxn>
                      <a:cxn ang="T113">
                        <a:pos x="T62" y="T63"/>
                      </a:cxn>
                      <a:cxn ang="T114">
                        <a:pos x="T64" y="T65"/>
                      </a:cxn>
                      <a:cxn ang="T115">
                        <a:pos x="T66" y="T67"/>
                      </a:cxn>
                      <a:cxn ang="T116">
                        <a:pos x="T68" y="T69"/>
                      </a:cxn>
                      <a:cxn ang="T117">
                        <a:pos x="T70" y="T71"/>
                      </a:cxn>
                      <a:cxn ang="T118">
                        <a:pos x="T72" y="T73"/>
                      </a:cxn>
                      <a:cxn ang="T119">
                        <a:pos x="T74" y="T75"/>
                      </a:cxn>
                      <a:cxn ang="T120">
                        <a:pos x="T76" y="T77"/>
                      </a:cxn>
                      <a:cxn ang="T121">
                        <a:pos x="T78" y="T79"/>
                      </a:cxn>
                      <a:cxn ang="T122">
                        <a:pos x="T80" y="T81"/>
                      </a:cxn>
                    </a:cxnLst>
                    <a:rect l="T123" t="T124" r="T125" b="T126"/>
                    <a:pathLst>
                      <a:path w="717" h="756">
                        <a:moveTo>
                          <a:pt x="0" y="756"/>
                        </a:moveTo>
                        <a:lnTo>
                          <a:pt x="52" y="167"/>
                        </a:lnTo>
                        <a:lnTo>
                          <a:pt x="64" y="384"/>
                        </a:lnTo>
                        <a:lnTo>
                          <a:pt x="90" y="103"/>
                        </a:lnTo>
                        <a:lnTo>
                          <a:pt x="116" y="519"/>
                        </a:lnTo>
                        <a:lnTo>
                          <a:pt x="135" y="487"/>
                        </a:lnTo>
                        <a:lnTo>
                          <a:pt x="135" y="359"/>
                        </a:lnTo>
                        <a:lnTo>
                          <a:pt x="167" y="71"/>
                        </a:lnTo>
                        <a:lnTo>
                          <a:pt x="192" y="244"/>
                        </a:lnTo>
                        <a:lnTo>
                          <a:pt x="205" y="96"/>
                        </a:lnTo>
                        <a:lnTo>
                          <a:pt x="218" y="615"/>
                        </a:lnTo>
                        <a:lnTo>
                          <a:pt x="244" y="397"/>
                        </a:lnTo>
                        <a:lnTo>
                          <a:pt x="282" y="519"/>
                        </a:lnTo>
                        <a:lnTo>
                          <a:pt x="308" y="308"/>
                        </a:lnTo>
                        <a:lnTo>
                          <a:pt x="333" y="442"/>
                        </a:lnTo>
                        <a:lnTo>
                          <a:pt x="346" y="352"/>
                        </a:lnTo>
                        <a:lnTo>
                          <a:pt x="365" y="384"/>
                        </a:lnTo>
                        <a:lnTo>
                          <a:pt x="378" y="135"/>
                        </a:lnTo>
                        <a:lnTo>
                          <a:pt x="391" y="301"/>
                        </a:lnTo>
                        <a:lnTo>
                          <a:pt x="384" y="519"/>
                        </a:lnTo>
                        <a:lnTo>
                          <a:pt x="404" y="679"/>
                        </a:lnTo>
                        <a:lnTo>
                          <a:pt x="429" y="628"/>
                        </a:lnTo>
                        <a:lnTo>
                          <a:pt x="442" y="480"/>
                        </a:lnTo>
                        <a:lnTo>
                          <a:pt x="455" y="391"/>
                        </a:lnTo>
                        <a:lnTo>
                          <a:pt x="436" y="506"/>
                        </a:lnTo>
                        <a:lnTo>
                          <a:pt x="461" y="352"/>
                        </a:lnTo>
                        <a:lnTo>
                          <a:pt x="474" y="455"/>
                        </a:lnTo>
                        <a:lnTo>
                          <a:pt x="493" y="519"/>
                        </a:lnTo>
                        <a:lnTo>
                          <a:pt x="512" y="410"/>
                        </a:lnTo>
                        <a:lnTo>
                          <a:pt x="532" y="186"/>
                        </a:lnTo>
                        <a:lnTo>
                          <a:pt x="544" y="231"/>
                        </a:lnTo>
                        <a:lnTo>
                          <a:pt x="570" y="148"/>
                        </a:lnTo>
                        <a:lnTo>
                          <a:pt x="576" y="301"/>
                        </a:lnTo>
                        <a:lnTo>
                          <a:pt x="576" y="730"/>
                        </a:lnTo>
                        <a:lnTo>
                          <a:pt x="647" y="0"/>
                        </a:lnTo>
                        <a:lnTo>
                          <a:pt x="647" y="250"/>
                        </a:lnTo>
                        <a:lnTo>
                          <a:pt x="660" y="333"/>
                        </a:lnTo>
                        <a:lnTo>
                          <a:pt x="685" y="192"/>
                        </a:lnTo>
                        <a:lnTo>
                          <a:pt x="711" y="340"/>
                        </a:lnTo>
                        <a:lnTo>
                          <a:pt x="698" y="429"/>
                        </a:lnTo>
                        <a:lnTo>
                          <a:pt x="717" y="461"/>
                        </a:lnTo>
                      </a:path>
                    </a:pathLst>
                  </a:custGeom>
                  <a:noFill/>
                  <a:ln w="9525">
                    <a:solidFill>
                      <a:srgbClr val="FF0000"/>
                    </a:solidFill>
                    <a:round/>
                    <a:headEnd/>
                    <a:tailEnd/>
                  </a:ln>
                </p:spPr>
                <p:txBody>
                  <a:bodyPr/>
                  <a:lstStyle/>
                  <a:p>
                    <a:endParaRPr lang="en-GB" sz="1600"/>
                  </a:p>
                </p:txBody>
              </p:sp>
              <p:sp>
                <p:nvSpPr>
                  <p:cNvPr id="14569" name="Freeform 211"/>
                  <p:cNvSpPr>
                    <a:spLocks/>
                  </p:cNvSpPr>
                  <p:nvPr/>
                </p:nvSpPr>
                <p:spPr bwMode="auto">
                  <a:xfrm flipH="1">
                    <a:off x="4698" y="1100"/>
                    <a:ext cx="313" cy="756"/>
                  </a:xfrm>
                  <a:custGeom>
                    <a:avLst/>
                    <a:gdLst>
                      <a:gd name="T0" fmla="*/ 0 w 717"/>
                      <a:gd name="T1" fmla="*/ 756 h 756"/>
                      <a:gd name="T2" fmla="*/ 4 w 717"/>
                      <a:gd name="T3" fmla="*/ 167 h 756"/>
                      <a:gd name="T4" fmla="*/ 5 w 717"/>
                      <a:gd name="T5" fmla="*/ 384 h 756"/>
                      <a:gd name="T6" fmla="*/ 7 w 717"/>
                      <a:gd name="T7" fmla="*/ 103 h 756"/>
                      <a:gd name="T8" fmla="*/ 10 w 717"/>
                      <a:gd name="T9" fmla="*/ 519 h 756"/>
                      <a:gd name="T10" fmla="*/ 11 w 717"/>
                      <a:gd name="T11" fmla="*/ 487 h 756"/>
                      <a:gd name="T12" fmla="*/ 11 w 717"/>
                      <a:gd name="T13" fmla="*/ 359 h 756"/>
                      <a:gd name="T14" fmla="*/ 14 w 717"/>
                      <a:gd name="T15" fmla="*/ 71 h 756"/>
                      <a:gd name="T16" fmla="*/ 16 w 717"/>
                      <a:gd name="T17" fmla="*/ 244 h 756"/>
                      <a:gd name="T18" fmla="*/ 17 w 717"/>
                      <a:gd name="T19" fmla="*/ 96 h 756"/>
                      <a:gd name="T20" fmla="*/ 18 w 717"/>
                      <a:gd name="T21" fmla="*/ 615 h 756"/>
                      <a:gd name="T22" fmla="*/ 21 w 717"/>
                      <a:gd name="T23" fmla="*/ 397 h 756"/>
                      <a:gd name="T24" fmla="*/ 24 w 717"/>
                      <a:gd name="T25" fmla="*/ 519 h 756"/>
                      <a:gd name="T26" fmla="*/ 25 w 717"/>
                      <a:gd name="T27" fmla="*/ 308 h 756"/>
                      <a:gd name="T28" fmla="*/ 28 w 717"/>
                      <a:gd name="T29" fmla="*/ 442 h 756"/>
                      <a:gd name="T30" fmla="*/ 29 w 717"/>
                      <a:gd name="T31" fmla="*/ 352 h 756"/>
                      <a:gd name="T32" fmla="*/ 30 w 717"/>
                      <a:gd name="T33" fmla="*/ 384 h 756"/>
                      <a:gd name="T34" fmla="*/ 31 w 717"/>
                      <a:gd name="T35" fmla="*/ 135 h 756"/>
                      <a:gd name="T36" fmla="*/ 33 w 717"/>
                      <a:gd name="T37" fmla="*/ 301 h 756"/>
                      <a:gd name="T38" fmla="*/ 32 w 717"/>
                      <a:gd name="T39" fmla="*/ 519 h 756"/>
                      <a:gd name="T40" fmla="*/ 34 w 717"/>
                      <a:gd name="T41" fmla="*/ 679 h 756"/>
                      <a:gd name="T42" fmla="*/ 36 w 717"/>
                      <a:gd name="T43" fmla="*/ 628 h 756"/>
                      <a:gd name="T44" fmla="*/ 37 w 717"/>
                      <a:gd name="T45" fmla="*/ 480 h 756"/>
                      <a:gd name="T46" fmla="*/ 38 w 717"/>
                      <a:gd name="T47" fmla="*/ 391 h 756"/>
                      <a:gd name="T48" fmla="*/ 36 w 717"/>
                      <a:gd name="T49" fmla="*/ 506 h 756"/>
                      <a:gd name="T50" fmla="*/ 38 w 717"/>
                      <a:gd name="T51" fmla="*/ 352 h 756"/>
                      <a:gd name="T52" fmla="*/ 39 w 717"/>
                      <a:gd name="T53" fmla="*/ 455 h 756"/>
                      <a:gd name="T54" fmla="*/ 41 w 717"/>
                      <a:gd name="T55" fmla="*/ 519 h 756"/>
                      <a:gd name="T56" fmla="*/ 43 w 717"/>
                      <a:gd name="T57" fmla="*/ 410 h 756"/>
                      <a:gd name="T58" fmla="*/ 44 w 717"/>
                      <a:gd name="T59" fmla="*/ 186 h 756"/>
                      <a:gd name="T60" fmla="*/ 45 w 717"/>
                      <a:gd name="T61" fmla="*/ 231 h 756"/>
                      <a:gd name="T62" fmla="*/ 48 w 717"/>
                      <a:gd name="T63" fmla="*/ 148 h 756"/>
                      <a:gd name="T64" fmla="*/ 48 w 717"/>
                      <a:gd name="T65" fmla="*/ 301 h 756"/>
                      <a:gd name="T66" fmla="*/ 48 w 717"/>
                      <a:gd name="T67" fmla="*/ 730 h 756"/>
                      <a:gd name="T68" fmla="*/ 54 w 717"/>
                      <a:gd name="T69" fmla="*/ 0 h 756"/>
                      <a:gd name="T70" fmla="*/ 54 w 717"/>
                      <a:gd name="T71" fmla="*/ 250 h 756"/>
                      <a:gd name="T72" fmla="*/ 55 w 717"/>
                      <a:gd name="T73" fmla="*/ 333 h 756"/>
                      <a:gd name="T74" fmla="*/ 57 w 717"/>
                      <a:gd name="T75" fmla="*/ 192 h 756"/>
                      <a:gd name="T76" fmla="*/ 59 w 717"/>
                      <a:gd name="T77" fmla="*/ 340 h 756"/>
                      <a:gd name="T78" fmla="*/ 58 w 717"/>
                      <a:gd name="T79" fmla="*/ 429 h 756"/>
                      <a:gd name="T80" fmla="*/ 60 w 717"/>
                      <a:gd name="T81" fmla="*/ 461 h 756"/>
                      <a:gd name="T82" fmla="*/ 0 60000 65536"/>
                      <a:gd name="T83" fmla="*/ 0 60000 65536"/>
                      <a:gd name="T84" fmla="*/ 0 60000 65536"/>
                      <a:gd name="T85" fmla="*/ 0 60000 65536"/>
                      <a:gd name="T86" fmla="*/ 0 60000 65536"/>
                      <a:gd name="T87" fmla="*/ 0 60000 65536"/>
                      <a:gd name="T88" fmla="*/ 0 60000 65536"/>
                      <a:gd name="T89" fmla="*/ 0 60000 65536"/>
                      <a:gd name="T90" fmla="*/ 0 60000 65536"/>
                      <a:gd name="T91" fmla="*/ 0 60000 65536"/>
                      <a:gd name="T92" fmla="*/ 0 60000 65536"/>
                      <a:gd name="T93" fmla="*/ 0 60000 65536"/>
                      <a:gd name="T94" fmla="*/ 0 60000 65536"/>
                      <a:gd name="T95" fmla="*/ 0 60000 65536"/>
                      <a:gd name="T96" fmla="*/ 0 60000 65536"/>
                      <a:gd name="T97" fmla="*/ 0 60000 65536"/>
                      <a:gd name="T98" fmla="*/ 0 60000 65536"/>
                      <a:gd name="T99" fmla="*/ 0 60000 65536"/>
                      <a:gd name="T100" fmla="*/ 0 60000 65536"/>
                      <a:gd name="T101" fmla="*/ 0 60000 65536"/>
                      <a:gd name="T102" fmla="*/ 0 60000 65536"/>
                      <a:gd name="T103" fmla="*/ 0 60000 65536"/>
                      <a:gd name="T104" fmla="*/ 0 60000 65536"/>
                      <a:gd name="T105" fmla="*/ 0 60000 65536"/>
                      <a:gd name="T106" fmla="*/ 0 60000 65536"/>
                      <a:gd name="T107" fmla="*/ 0 60000 65536"/>
                      <a:gd name="T108" fmla="*/ 0 60000 65536"/>
                      <a:gd name="T109" fmla="*/ 0 60000 65536"/>
                      <a:gd name="T110" fmla="*/ 0 60000 65536"/>
                      <a:gd name="T111" fmla="*/ 0 60000 65536"/>
                      <a:gd name="T112" fmla="*/ 0 60000 65536"/>
                      <a:gd name="T113" fmla="*/ 0 60000 65536"/>
                      <a:gd name="T114" fmla="*/ 0 60000 65536"/>
                      <a:gd name="T115" fmla="*/ 0 60000 65536"/>
                      <a:gd name="T116" fmla="*/ 0 60000 65536"/>
                      <a:gd name="T117" fmla="*/ 0 60000 65536"/>
                      <a:gd name="T118" fmla="*/ 0 60000 65536"/>
                      <a:gd name="T119" fmla="*/ 0 60000 65536"/>
                      <a:gd name="T120" fmla="*/ 0 60000 65536"/>
                      <a:gd name="T121" fmla="*/ 0 60000 65536"/>
                      <a:gd name="T122" fmla="*/ 0 60000 65536"/>
                      <a:gd name="T123" fmla="*/ 0 w 717"/>
                      <a:gd name="T124" fmla="*/ 0 h 756"/>
                      <a:gd name="T125" fmla="*/ 717 w 717"/>
                      <a:gd name="T126" fmla="*/ 756 h 756"/>
                    </a:gdLst>
                    <a:ahLst/>
                    <a:cxnLst>
                      <a:cxn ang="T82">
                        <a:pos x="T0" y="T1"/>
                      </a:cxn>
                      <a:cxn ang="T83">
                        <a:pos x="T2" y="T3"/>
                      </a:cxn>
                      <a:cxn ang="T84">
                        <a:pos x="T4" y="T5"/>
                      </a:cxn>
                      <a:cxn ang="T85">
                        <a:pos x="T6" y="T7"/>
                      </a:cxn>
                      <a:cxn ang="T86">
                        <a:pos x="T8" y="T9"/>
                      </a:cxn>
                      <a:cxn ang="T87">
                        <a:pos x="T10" y="T11"/>
                      </a:cxn>
                      <a:cxn ang="T88">
                        <a:pos x="T12" y="T13"/>
                      </a:cxn>
                      <a:cxn ang="T89">
                        <a:pos x="T14" y="T15"/>
                      </a:cxn>
                      <a:cxn ang="T90">
                        <a:pos x="T16" y="T17"/>
                      </a:cxn>
                      <a:cxn ang="T91">
                        <a:pos x="T18" y="T19"/>
                      </a:cxn>
                      <a:cxn ang="T92">
                        <a:pos x="T20" y="T21"/>
                      </a:cxn>
                      <a:cxn ang="T93">
                        <a:pos x="T22" y="T23"/>
                      </a:cxn>
                      <a:cxn ang="T94">
                        <a:pos x="T24" y="T25"/>
                      </a:cxn>
                      <a:cxn ang="T95">
                        <a:pos x="T26" y="T27"/>
                      </a:cxn>
                      <a:cxn ang="T96">
                        <a:pos x="T28" y="T29"/>
                      </a:cxn>
                      <a:cxn ang="T97">
                        <a:pos x="T30" y="T31"/>
                      </a:cxn>
                      <a:cxn ang="T98">
                        <a:pos x="T32" y="T33"/>
                      </a:cxn>
                      <a:cxn ang="T99">
                        <a:pos x="T34" y="T35"/>
                      </a:cxn>
                      <a:cxn ang="T100">
                        <a:pos x="T36" y="T37"/>
                      </a:cxn>
                      <a:cxn ang="T101">
                        <a:pos x="T38" y="T39"/>
                      </a:cxn>
                      <a:cxn ang="T102">
                        <a:pos x="T40" y="T41"/>
                      </a:cxn>
                      <a:cxn ang="T103">
                        <a:pos x="T42" y="T43"/>
                      </a:cxn>
                      <a:cxn ang="T104">
                        <a:pos x="T44" y="T45"/>
                      </a:cxn>
                      <a:cxn ang="T105">
                        <a:pos x="T46" y="T47"/>
                      </a:cxn>
                      <a:cxn ang="T106">
                        <a:pos x="T48" y="T49"/>
                      </a:cxn>
                      <a:cxn ang="T107">
                        <a:pos x="T50" y="T51"/>
                      </a:cxn>
                      <a:cxn ang="T108">
                        <a:pos x="T52" y="T53"/>
                      </a:cxn>
                      <a:cxn ang="T109">
                        <a:pos x="T54" y="T55"/>
                      </a:cxn>
                      <a:cxn ang="T110">
                        <a:pos x="T56" y="T57"/>
                      </a:cxn>
                      <a:cxn ang="T111">
                        <a:pos x="T58" y="T59"/>
                      </a:cxn>
                      <a:cxn ang="T112">
                        <a:pos x="T60" y="T61"/>
                      </a:cxn>
                      <a:cxn ang="T113">
                        <a:pos x="T62" y="T63"/>
                      </a:cxn>
                      <a:cxn ang="T114">
                        <a:pos x="T64" y="T65"/>
                      </a:cxn>
                      <a:cxn ang="T115">
                        <a:pos x="T66" y="T67"/>
                      </a:cxn>
                      <a:cxn ang="T116">
                        <a:pos x="T68" y="T69"/>
                      </a:cxn>
                      <a:cxn ang="T117">
                        <a:pos x="T70" y="T71"/>
                      </a:cxn>
                      <a:cxn ang="T118">
                        <a:pos x="T72" y="T73"/>
                      </a:cxn>
                      <a:cxn ang="T119">
                        <a:pos x="T74" y="T75"/>
                      </a:cxn>
                      <a:cxn ang="T120">
                        <a:pos x="T76" y="T77"/>
                      </a:cxn>
                      <a:cxn ang="T121">
                        <a:pos x="T78" y="T79"/>
                      </a:cxn>
                      <a:cxn ang="T122">
                        <a:pos x="T80" y="T81"/>
                      </a:cxn>
                    </a:cxnLst>
                    <a:rect l="T123" t="T124" r="T125" b="T126"/>
                    <a:pathLst>
                      <a:path w="717" h="756">
                        <a:moveTo>
                          <a:pt x="0" y="756"/>
                        </a:moveTo>
                        <a:lnTo>
                          <a:pt x="52" y="167"/>
                        </a:lnTo>
                        <a:lnTo>
                          <a:pt x="64" y="384"/>
                        </a:lnTo>
                        <a:lnTo>
                          <a:pt x="90" y="103"/>
                        </a:lnTo>
                        <a:lnTo>
                          <a:pt x="116" y="519"/>
                        </a:lnTo>
                        <a:lnTo>
                          <a:pt x="135" y="487"/>
                        </a:lnTo>
                        <a:lnTo>
                          <a:pt x="135" y="359"/>
                        </a:lnTo>
                        <a:lnTo>
                          <a:pt x="167" y="71"/>
                        </a:lnTo>
                        <a:lnTo>
                          <a:pt x="192" y="244"/>
                        </a:lnTo>
                        <a:lnTo>
                          <a:pt x="205" y="96"/>
                        </a:lnTo>
                        <a:lnTo>
                          <a:pt x="218" y="615"/>
                        </a:lnTo>
                        <a:lnTo>
                          <a:pt x="244" y="397"/>
                        </a:lnTo>
                        <a:lnTo>
                          <a:pt x="282" y="519"/>
                        </a:lnTo>
                        <a:lnTo>
                          <a:pt x="308" y="308"/>
                        </a:lnTo>
                        <a:lnTo>
                          <a:pt x="333" y="442"/>
                        </a:lnTo>
                        <a:lnTo>
                          <a:pt x="346" y="352"/>
                        </a:lnTo>
                        <a:lnTo>
                          <a:pt x="365" y="384"/>
                        </a:lnTo>
                        <a:lnTo>
                          <a:pt x="378" y="135"/>
                        </a:lnTo>
                        <a:lnTo>
                          <a:pt x="391" y="301"/>
                        </a:lnTo>
                        <a:lnTo>
                          <a:pt x="384" y="519"/>
                        </a:lnTo>
                        <a:lnTo>
                          <a:pt x="404" y="679"/>
                        </a:lnTo>
                        <a:lnTo>
                          <a:pt x="429" y="628"/>
                        </a:lnTo>
                        <a:lnTo>
                          <a:pt x="442" y="480"/>
                        </a:lnTo>
                        <a:lnTo>
                          <a:pt x="455" y="391"/>
                        </a:lnTo>
                        <a:lnTo>
                          <a:pt x="436" y="506"/>
                        </a:lnTo>
                        <a:lnTo>
                          <a:pt x="461" y="352"/>
                        </a:lnTo>
                        <a:lnTo>
                          <a:pt x="474" y="455"/>
                        </a:lnTo>
                        <a:lnTo>
                          <a:pt x="493" y="519"/>
                        </a:lnTo>
                        <a:lnTo>
                          <a:pt x="512" y="410"/>
                        </a:lnTo>
                        <a:lnTo>
                          <a:pt x="532" y="186"/>
                        </a:lnTo>
                        <a:lnTo>
                          <a:pt x="544" y="231"/>
                        </a:lnTo>
                        <a:lnTo>
                          <a:pt x="570" y="148"/>
                        </a:lnTo>
                        <a:lnTo>
                          <a:pt x="576" y="301"/>
                        </a:lnTo>
                        <a:lnTo>
                          <a:pt x="576" y="730"/>
                        </a:lnTo>
                        <a:lnTo>
                          <a:pt x="647" y="0"/>
                        </a:lnTo>
                        <a:lnTo>
                          <a:pt x="647" y="250"/>
                        </a:lnTo>
                        <a:lnTo>
                          <a:pt x="660" y="333"/>
                        </a:lnTo>
                        <a:lnTo>
                          <a:pt x="685" y="192"/>
                        </a:lnTo>
                        <a:lnTo>
                          <a:pt x="711" y="340"/>
                        </a:lnTo>
                        <a:lnTo>
                          <a:pt x="698" y="429"/>
                        </a:lnTo>
                        <a:lnTo>
                          <a:pt x="717" y="461"/>
                        </a:lnTo>
                      </a:path>
                    </a:pathLst>
                  </a:custGeom>
                  <a:noFill/>
                  <a:ln w="9525">
                    <a:solidFill>
                      <a:srgbClr val="FF0000"/>
                    </a:solidFill>
                    <a:round/>
                    <a:headEnd/>
                    <a:tailEnd/>
                  </a:ln>
                </p:spPr>
                <p:txBody>
                  <a:bodyPr/>
                  <a:lstStyle/>
                  <a:p>
                    <a:endParaRPr lang="en-GB" sz="1600"/>
                  </a:p>
                </p:txBody>
              </p:sp>
            </p:grpSp>
            <p:grpSp>
              <p:nvGrpSpPr>
                <p:cNvPr id="14746" name="Group 212"/>
                <p:cNvGrpSpPr>
                  <a:grpSpLocks/>
                </p:cNvGrpSpPr>
                <p:nvPr/>
              </p:nvGrpSpPr>
              <p:grpSpPr bwMode="auto">
                <a:xfrm flipH="1">
                  <a:off x="4569" y="1098"/>
                  <a:ext cx="590" cy="801"/>
                  <a:chOff x="3462" y="1100"/>
                  <a:chExt cx="1549" cy="801"/>
                </a:xfrm>
              </p:grpSpPr>
              <p:sp>
                <p:nvSpPr>
                  <p:cNvPr id="14560" name="Freeform 213"/>
                  <p:cNvSpPr>
                    <a:spLocks/>
                  </p:cNvSpPr>
                  <p:nvPr/>
                </p:nvSpPr>
                <p:spPr bwMode="auto">
                  <a:xfrm>
                    <a:off x="3462" y="1126"/>
                    <a:ext cx="313" cy="756"/>
                  </a:xfrm>
                  <a:custGeom>
                    <a:avLst/>
                    <a:gdLst>
                      <a:gd name="T0" fmla="*/ 0 w 717"/>
                      <a:gd name="T1" fmla="*/ 756 h 756"/>
                      <a:gd name="T2" fmla="*/ 4 w 717"/>
                      <a:gd name="T3" fmla="*/ 167 h 756"/>
                      <a:gd name="T4" fmla="*/ 5 w 717"/>
                      <a:gd name="T5" fmla="*/ 384 h 756"/>
                      <a:gd name="T6" fmla="*/ 7 w 717"/>
                      <a:gd name="T7" fmla="*/ 103 h 756"/>
                      <a:gd name="T8" fmla="*/ 10 w 717"/>
                      <a:gd name="T9" fmla="*/ 519 h 756"/>
                      <a:gd name="T10" fmla="*/ 11 w 717"/>
                      <a:gd name="T11" fmla="*/ 487 h 756"/>
                      <a:gd name="T12" fmla="*/ 11 w 717"/>
                      <a:gd name="T13" fmla="*/ 359 h 756"/>
                      <a:gd name="T14" fmla="*/ 14 w 717"/>
                      <a:gd name="T15" fmla="*/ 71 h 756"/>
                      <a:gd name="T16" fmla="*/ 16 w 717"/>
                      <a:gd name="T17" fmla="*/ 244 h 756"/>
                      <a:gd name="T18" fmla="*/ 17 w 717"/>
                      <a:gd name="T19" fmla="*/ 96 h 756"/>
                      <a:gd name="T20" fmla="*/ 18 w 717"/>
                      <a:gd name="T21" fmla="*/ 615 h 756"/>
                      <a:gd name="T22" fmla="*/ 21 w 717"/>
                      <a:gd name="T23" fmla="*/ 397 h 756"/>
                      <a:gd name="T24" fmla="*/ 24 w 717"/>
                      <a:gd name="T25" fmla="*/ 519 h 756"/>
                      <a:gd name="T26" fmla="*/ 25 w 717"/>
                      <a:gd name="T27" fmla="*/ 308 h 756"/>
                      <a:gd name="T28" fmla="*/ 28 w 717"/>
                      <a:gd name="T29" fmla="*/ 442 h 756"/>
                      <a:gd name="T30" fmla="*/ 29 w 717"/>
                      <a:gd name="T31" fmla="*/ 352 h 756"/>
                      <a:gd name="T32" fmla="*/ 30 w 717"/>
                      <a:gd name="T33" fmla="*/ 384 h 756"/>
                      <a:gd name="T34" fmla="*/ 31 w 717"/>
                      <a:gd name="T35" fmla="*/ 135 h 756"/>
                      <a:gd name="T36" fmla="*/ 33 w 717"/>
                      <a:gd name="T37" fmla="*/ 301 h 756"/>
                      <a:gd name="T38" fmla="*/ 32 w 717"/>
                      <a:gd name="T39" fmla="*/ 519 h 756"/>
                      <a:gd name="T40" fmla="*/ 34 w 717"/>
                      <a:gd name="T41" fmla="*/ 679 h 756"/>
                      <a:gd name="T42" fmla="*/ 36 w 717"/>
                      <a:gd name="T43" fmla="*/ 628 h 756"/>
                      <a:gd name="T44" fmla="*/ 37 w 717"/>
                      <a:gd name="T45" fmla="*/ 480 h 756"/>
                      <a:gd name="T46" fmla="*/ 38 w 717"/>
                      <a:gd name="T47" fmla="*/ 391 h 756"/>
                      <a:gd name="T48" fmla="*/ 36 w 717"/>
                      <a:gd name="T49" fmla="*/ 506 h 756"/>
                      <a:gd name="T50" fmla="*/ 38 w 717"/>
                      <a:gd name="T51" fmla="*/ 352 h 756"/>
                      <a:gd name="T52" fmla="*/ 39 w 717"/>
                      <a:gd name="T53" fmla="*/ 455 h 756"/>
                      <a:gd name="T54" fmla="*/ 41 w 717"/>
                      <a:gd name="T55" fmla="*/ 519 h 756"/>
                      <a:gd name="T56" fmla="*/ 43 w 717"/>
                      <a:gd name="T57" fmla="*/ 410 h 756"/>
                      <a:gd name="T58" fmla="*/ 44 w 717"/>
                      <a:gd name="T59" fmla="*/ 186 h 756"/>
                      <a:gd name="T60" fmla="*/ 45 w 717"/>
                      <a:gd name="T61" fmla="*/ 231 h 756"/>
                      <a:gd name="T62" fmla="*/ 48 w 717"/>
                      <a:gd name="T63" fmla="*/ 148 h 756"/>
                      <a:gd name="T64" fmla="*/ 48 w 717"/>
                      <a:gd name="T65" fmla="*/ 301 h 756"/>
                      <a:gd name="T66" fmla="*/ 48 w 717"/>
                      <a:gd name="T67" fmla="*/ 730 h 756"/>
                      <a:gd name="T68" fmla="*/ 54 w 717"/>
                      <a:gd name="T69" fmla="*/ 0 h 756"/>
                      <a:gd name="T70" fmla="*/ 54 w 717"/>
                      <a:gd name="T71" fmla="*/ 250 h 756"/>
                      <a:gd name="T72" fmla="*/ 55 w 717"/>
                      <a:gd name="T73" fmla="*/ 333 h 756"/>
                      <a:gd name="T74" fmla="*/ 57 w 717"/>
                      <a:gd name="T75" fmla="*/ 192 h 756"/>
                      <a:gd name="T76" fmla="*/ 59 w 717"/>
                      <a:gd name="T77" fmla="*/ 340 h 756"/>
                      <a:gd name="T78" fmla="*/ 58 w 717"/>
                      <a:gd name="T79" fmla="*/ 429 h 756"/>
                      <a:gd name="T80" fmla="*/ 60 w 717"/>
                      <a:gd name="T81" fmla="*/ 461 h 756"/>
                      <a:gd name="T82" fmla="*/ 0 60000 65536"/>
                      <a:gd name="T83" fmla="*/ 0 60000 65536"/>
                      <a:gd name="T84" fmla="*/ 0 60000 65536"/>
                      <a:gd name="T85" fmla="*/ 0 60000 65536"/>
                      <a:gd name="T86" fmla="*/ 0 60000 65536"/>
                      <a:gd name="T87" fmla="*/ 0 60000 65536"/>
                      <a:gd name="T88" fmla="*/ 0 60000 65536"/>
                      <a:gd name="T89" fmla="*/ 0 60000 65536"/>
                      <a:gd name="T90" fmla="*/ 0 60000 65536"/>
                      <a:gd name="T91" fmla="*/ 0 60000 65536"/>
                      <a:gd name="T92" fmla="*/ 0 60000 65536"/>
                      <a:gd name="T93" fmla="*/ 0 60000 65536"/>
                      <a:gd name="T94" fmla="*/ 0 60000 65536"/>
                      <a:gd name="T95" fmla="*/ 0 60000 65536"/>
                      <a:gd name="T96" fmla="*/ 0 60000 65536"/>
                      <a:gd name="T97" fmla="*/ 0 60000 65536"/>
                      <a:gd name="T98" fmla="*/ 0 60000 65536"/>
                      <a:gd name="T99" fmla="*/ 0 60000 65536"/>
                      <a:gd name="T100" fmla="*/ 0 60000 65536"/>
                      <a:gd name="T101" fmla="*/ 0 60000 65536"/>
                      <a:gd name="T102" fmla="*/ 0 60000 65536"/>
                      <a:gd name="T103" fmla="*/ 0 60000 65536"/>
                      <a:gd name="T104" fmla="*/ 0 60000 65536"/>
                      <a:gd name="T105" fmla="*/ 0 60000 65536"/>
                      <a:gd name="T106" fmla="*/ 0 60000 65536"/>
                      <a:gd name="T107" fmla="*/ 0 60000 65536"/>
                      <a:gd name="T108" fmla="*/ 0 60000 65536"/>
                      <a:gd name="T109" fmla="*/ 0 60000 65536"/>
                      <a:gd name="T110" fmla="*/ 0 60000 65536"/>
                      <a:gd name="T111" fmla="*/ 0 60000 65536"/>
                      <a:gd name="T112" fmla="*/ 0 60000 65536"/>
                      <a:gd name="T113" fmla="*/ 0 60000 65536"/>
                      <a:gd name="T114" fmla="*/ 0 60000 65536"/>
                      <a:gd name="T115" fmla="*/ 0 60000 65536"/>
                      <a:gd name="T116" fmla="*/ 0 60000 65536"/>
                      <a:gd name="T117" fmla="*/ 0 60000 65536"/>
                      <a:gd name="T118" fmla="*/ 0 60000 65536"/>
                      <a:gd name="T119" fmla="*/ 0 60000 65536"/>
                      <a:gd name="T120" fmla="*/ 0 60000 65536"/>
                      <a:gd name="T121" fmla="*/ 0 60000 65536"/>
                      <a:gd name="T122" fmla="*/ 0 60000 65536"/>
                      <a:gd name="T123" fmla="*/ 0 w 717"/>
                      <a:gd name="T124" fmla="*/ 0 h 756"/>
                      <a:gd name="T125" fmla="*/ 717 w 717"/>
                      <a:gd name="T126" fmla="*/ 756 h 756"/>
                    </a:gdLst>
                    <a:ahLst/>
                    <a:cxnLst>
                      <a:cxn ang="T82">
                        <a:pos x="T0" y="T1"/>
                      </a:cxn>
                      <a:cxn ang="T83">
                        <a:pos x="T2" y="T3"/>
                      </a:cxn>
                      <a:cxn ang="T84">
                        <a:pos x="T4" y="T5"/>
                      </a:cxn>
                      <a:cxn ang="T85">
                        <a:pos x="T6" y="T7"/>
                      </a:cxn>
                      <a:cxn ang="T86">
                        <a:pos x="T8" y="T9"/>
                      </a:cxn>
                      <a:cxn ang="T87">
                        <a:pos x="T10" y="T11"/>
                      </a:cxn>
                      <a:cxn ang="T88">
                        <a:pos x="T12" y="T13"/>
                      </a:cxn>
                      <a:cxn ang="T89">
                        <a:pos x="T14" y="T15"/>
                      </a:cxn>
                      <a:cxn ang="T90">
                        <a:pos x="T16" y="T17"/>
                      </a:cxn>
                      <a:cxn ang="T91">
                        <a:pos x="T18" y="T19"/>
                      </a:cxn>
                      <a:cxn ang="T92">
                        <a:pos x="T20" y="T21"/>
                      </a:cxn>
                      <a:cxn ang="T93">
                        <a:pos x="T22" y="T23"/>
                      </a:cxn>
                      <a:cxn ang="T94">
                        <a:pos x="T24" y="T25"/>
                      </a:cxn>
                      <a:cxn ang="T95">
                        <a:pos x="T26" y="T27"/>
                      </a:cxn>
                      <a:cxn ang="T96">
                        <a:pos x="T28" y="T29"/>
                      </a:cxn>
                      <a:cxn ang="T97">
                        <a:pos x="T30" y="T31"/>
                      </a:cxn>
                      <a:cxn ang="T98">
                        <a:pos x="T32" y="T33"/>
                      </a:cxn>
                      <a:cxn ang="T99">
                        <a:pos x="T34" y="T35"/>
                      </a:cxn>
                      <a:cxn ang="T100">
                        <a:pos x="T36" y="T37"/>
                      </a:cxn>
                      <a:cxn ang="T101">
                        <a:pos x="T38" y="T39"/>
                      </a:cxn>
                      <a:cxn ang="T102">
                        <a:pos x="T40" y="T41"/>
                      </a:cxn>
                      <a:cxn ang="T103">
                        <a:pos x="T42" y="T43"/>
                      </a:cxn>
                      <a:cxn ang="T104">
                        <a:pos x="T44" y="T45"/>
                      </a:cxn>
                      <a:cxn ang="T105">
                        <a:pos x="T46" y="T47"/>
                      </a:cxn>
                      <a:cxn ang="T106">
                        <a:pos x="T48" y="T49"/>
                      </a:cxn>
                      <a:cxn ang="T107">
                        <a:pos x="T50" y="T51"/>
                      </a:cxn>
                      <a:cxn ang="T108">
                        <a:pos x="T52" y="T53"/>
                      </a:cxn>
                      <a:cxn ang="T109">
                        <a:pos x="T54" y="T55"/>
                      </a:cxn>
                      <a:cxn ang="T110">
                        <a:pos x="T56" y="T57"/>
                      </a:cxn>
                      <a:cxn ang="T111">
                        <a:pos x="T58" y="T59"/>
                      </a:cxn>
                      <a:cxn ang="T112">
                        <a:pos x="T60" y="T61"/>
                      </a:cxn>
                      <a:cxn ang="T113">
                        <a:pos x="T62" y="T63"/>
                      </a:cxn>
                      <a:cxn ang="T114">
                        <a:pos x="T64" y="T65"/>
                      </a:cxn>
                      <a:cxn ang="T115">
                        <a:pos x="T66" y="T67"/>
                      </a:cxn>
                      <a:cxn ang="T116">
                        <a:pos x="T68" y="T69"/>
                      </a:cxn>
                      <a:cxn ang="T117">
                        <a:pos x="T70" y="T71"/>
                      </a:cxn>
                      <a:cxn ang="T118">
                        <a:pos x="T72" y="T73"/>
                      </a:cxn>
                      <a:cxn ang="T119">
                        <a:pos x="T74" y="T75"/>
                      </a:cxn>
                      <a:cxn ang="T120">
                        <a:pos x="T76" y="T77"/>
                      </a:cxn>
                      <a:cxn ang="T121">
                        <a:pos x="T78" y="T79"/>
                      </a:cxn>
                      <a:cxn ang="T122">
                        <a:pos x="T80" y="T81"/>
                      </a:cxn>
                    </a:cxnLst>
                    <a:rect l="T123" t="T124" r="T125" b="T126"/>
                    <a:pathLst>
                      <a:path w="717" h="756">
                        <a:moveTo>
                          <a:pt x="0" y="756"/>
                        </a:moveTo>
                        <a:lnTo>
                          <a:pt x="52" y="167"/>
                        </a:lnTo>
                        <a:lnTo>
                          <a:pt x="64" y="384"/>
                        </a:lnTo>
                        <a:lnTo>
                          <a:pt x="90" y="103"/>
                        </a:lnTo>
                        <a:lnTo>
                          <a:pt x="116" y="519"/>
                        </a:lnTo>
                        <a:lnTo>
                          <a:pt x="135" y="487"/>
                        </a:lnTo>
                        <a:lnTo>
                          <a:pt x="135" y="359"/>
                        </a:lnTo>
                        <a:lnTo>
                          <a:pt x="167" y="71"/>
                        </a:lnTo>
                        <a:lnTo>
                          <a:pt x="192" y="244"/>
                        </a:lnTo>
                        <a:lnTo>
                          <a:pt x="205" y="96"/>
                        </a:lnTo>
                        <a:lnTo>
                          <a:pt x="218" y="615"/>
                        </a:lnTo>
                        <a:lnTo>
                          <a:pt x="244" y="397"/>
                        </a:lnTo>
                        <a:lnTo>
                          <a:pt x="282" y="519"/>
                        </a:lnTo>
                        <a:lnTo>
                          <a:pt x="308" y="308"/>
                        </a:lnTo>
                        <a:lnTo>
                          <a:pt x="333" y="442"/>
                        </a:lnTo>
                        <a:lnTo>
                          <a:pt x="346" y="352"/>
                        </a:lnTo>
                        <a:lnTo>
                          <a:pt x="365" y="384"/>
                        </a:lnTo>
                        <a:lnTo>
                          <a:pt x="378" y="135"/>
                        </a:lnTo>
                        <a:lnTo>
                          <a:pt x="391" y="301"/>
                        </a:lnTo>
                        <a:lnTo>
                          <a:pt x="384" y="519"/>
                        </a:lnTo>
                        <a:lnTo>
                          <a:pt x="404" y="679"/>
                        </a:lnTo>
                        <a:lnTo>
                          <a:pt x="429" y="628"/>
                        </a:lnTo>
                        <a:lnTo>
                          <a:pt x="442" y="480"/>
                        </a:lnTo>
                        <a:lnTo>
                          <a:pt x="455" y="391"/>
                        </a:lnTo>
                        <a:lnTo>
                          <a:pt x="436" y="506"/>
                        </a:lnTo>
                        <a:lnTo>
                          <a:pt x="461" y="352"/>
                        </a:lnTo>
                        <a:lnTo>
                          <a:pt x="474" y="455"/>
                        </a:lnTo>
                        <a:lnTo>
                          <a:pt x="493" y="519"/>
                        </a:lnTo>
                        <a:lnTo>
                          <a:pt x="512" y="410"/>
                        </a:lnTo>
                        <a:lnTo>
                          <a:pt x="532" y="186"/>
                        </a:lnTo>
                        <a:lnTo>
                          <a:pt x="544" y="231"/>
                        </a:lnTo>
                        <a:lnTo>
                          <a:pt x="570" y="148"/>
                        </a:lnTo>
                        <a:lnTo>
                          <a:pt x="576" y="301"/>
                        </a:lnTo>
                        <a:lnTo>
                          <a:pt x="576" y="730"/>
                        </a:lnTo>
                        <a:lnTo>
                          <a:pt x="647" y="0"/>
                        </a:lnTo>
                        <a:lnTo>
                          <a:pt x="647" y="250"/>
                        </a:lnTo>
                        <a:lnTo>
                          <a:pt x="660" y="333"/>
                        </a:lnTo>
                        <a:lnTo>
                          <a:pt x="685" y="192"/>
                        </a:lnTo>
                        <a:lnTo>
                          <a:pt x="711" y="340"/>
                        </a:lnTo>
                        <a:lnTo>
                          <a:pt x="698" y="429"/>
                        </a:lnTo>
                        <a:lnTo>
                          <a:pt x="717" y="461"/>
                        </a:lnTo>
                      </a:path>
                    </a:pathLst>
                  </a:custGeom>
                  <a:noFill/>
                  <a:ln w="9525">
                    <a:solidFill>
                      <a:srgbClr val="FF0000"/>
                    </a:solidFill>
                    <a:round/>
                    <a:headEnd/>
                    <a:tailEnd/>
                  </a:ln>
                </p:spPr>
                <p:txBody>
                  <a:bodyPr/>
                  <a:lstStyle/>
                  <a:p>
                    <a:endParaRPr lang="en-GB" sz="1600"/>
                  </a:p>
                </p:txBody>
              </p:sp>
              <p:sp>
                <p:nvSpPr>
                  <p:cNvPr id="14561" name="Freeform 214"/>
                  <p:cNvSpPr>
                    <a:spLocks/>
                  </p:cNvSpPr>
                  <p:nvPr/>
                </p:nvSpPr>
                <p:spPr bwMode="auto">
                  <a:xfrm flipH="1" flipV="1">
                    <a:off x="3770" y="1145"/>
                    <a:ext cx="313" cy="756"/>
                  </a:xfrm>
                  <a:custGeom>
                    <a:avLst/>
                    <a:gdLst>
                      <a:gd name="T0" fmla="*/ 0 w 717"/>
                      <a:gd name="T1" fmla="*/ 756 h 756"/>
                      <a:gd name="T2" fmla="*/ 4 w 717"/>
                      <a:gd name="T3" fmla="*/ 167 h 756"/>
                      <a:gd name="T4" fmla="*/ 5 w 717"/>
                      <a:gd name="T5" fmla="*/ 384 h 756"/>
                      <a:gd name="T6" fmla="*/ 7 w 717"/>
                      <a:gd name="T7" fmla="*/ 103 h 756"/>
                      <a:gd name="T8" fmla="*/ 10 w 717"/>
                      <a:gd name="T9" fmla="*/ 519 h 756"/>
                      <a:gd name="T10" fmla="*/ 11 w 717"/>
                      <a:gd name="T11" fmla="*/ 487 h 756"/>
                      <a:gd name="T12" fmla="*/ 11 w 717"/>
                      <a:gd name="T13" fmla="*/ 359 h 756"/>
                      <a:gd name="T14" fmla="*/ 14 w 717"/>
                      <a:gd name="T15" fmla="*/ 71 h 756"/>
                      <a:gd name="T16" fmla="*/ 16 w 717"/>
                      <a:gd name="T17" fmla="*/ 244 h 756"/>
                      <a:gd name="T18" fmla="*/ 17 w 717"/>
                      <a:gd name="T19" fmla="*/ 96 h 756"/>
                      <a:gd name="T20" fmla="*/ 18 w 717"/>
                      <a:gd name="T21" fmla="*/ 615 h 756"/>
                      <a:gd name="T22" fmla="*/ 21 w 717"/>
                      <a:gd name="T23" fmla="*/ 397 h 756"/>
                      <a:gd name="T24" fmla="*/ 24 w 717"/>
                      <a:gd name="T25" fmla="*/ 519 h 756"/>
                      <a:gd name="T26" fmla="*/ 25 w 717"/>
                      <a:gd name="T27" fmla="*/ 308 h 756"/>
                      <a:gd name="T28" fmla="*/ 28 w 717"/>
                      <a:gd name="T29" fmla="*/ 442 h 756"/>
                      <a:gd name="T30" fmla="*/ 29 w 717"/>
                      <a:gd name="T31" fmla="*/ 352 h 756"/>
                      <a:gd name="T32" fmla="*/ 30 w 717"/>
                      <a:gd name="T33" fmla="*/ 384 h 756"/>
                      <a:gd name="T34" fmla="*/ 31 w 717"/>
                      <a:gd name="T35" fmla="*/ 135 h 756"/>
                      <a:gd name="T36" fmla="*/ 33 w 717"/>
                      <a:gd name="T37" fmla="*/ 301 h 756"/>
                      <a:gd name="T38" fmla="*/ 32 w 717"/>
                      <a:gd name="T39" fmla="*/ 519 h 756"/>
                      <a:gd name="T40" fmla="*/ 34 w 717"/>
                      <a:gd name="T41" fmla="*/ 679 h 756"/>
                      <a:gd name="T42" fmla="*/ 36 w 717"/>
                      <a:gd name="T43" fmla="*/ 628 h 756"/>
                      <a:gd name="T44" fmla="*/ 37 w 717"/>
                      <a:gd name="T45" fmla="*/ 480 h 756"/>
                      <a:gd name="T46" fmla="*/ 38 w 717"/>
                      <a:gd name="T47" fmla="*/ 391 h 756"/>
                      <a:gd name="T48" fmla="*/ 36 w 717"/>
                      <a:gd name="T49" fmla="*/ 506 h 756"/>
                      <a:gd name="T50" fmla="*/ 38 w 717"/>
                      <a:gd name="T51" fmla="*/ 352 h 756"/>
                      <a:gd name="T52" fmla="*/ 39 w 717"/>
                      <a:gd name="T53" fmla="*/ 455 h 756"/>
                      <a:gd name="T54" fmla="*/ 41 w 717"/>
                      <a:gd name="T55" fmla="*/ 519 h 756"/>
                      <a:gd name="T56" fmla="*/ 43 w 717"/>
                      <a:gd name="T57" fmla="*/ 410 h 756"/>
                      <a:gd name="T58" fmla="*/ 44 w 717"/>
                      <a:gd name="T59" fmla="*/ 186 h 756"/>
                      <a:gd name="T60" fmla="*/ 45 w 717"/>
                      <a:gd name="T61" fmla="*/ 231 h 756"/>
                      <a:gd name="T62" fmla="*/ 48 w 717"/>
                      <a:gd name="T63" fmla="*/ 148 h 756"/>
                      <a:gd name="T64" fmla="*/ 48 w 717"/>
                      <a:gd name="T65" fmla="*/ 301 h 756"/>
                      <a:gd name="T66" fmla="*/ 48 w 717"/>
                      <a:gd name="T67" fmla="*/ 730 h 756"/>
                      <a:gd name="T68" fmla="*/ 54 w 717"/>
                      <a:gd name="T69" fmla="*/ 0 h 756"/>
                      <a:gd name="T70" fmla="*/ 54 w 717"/>
                      <a:gd name="T71" fmla="*/ 250 h 756"/>
                      <a:gd name="T72" fmla="*/ 55 w 717"/>
                      <a:gd name="T73" fmla="*/ 333 h 756"/>
                      <a:gd name="T74" fmla="*/ 57 w 717"/>
                      <a:gd name="T75" fmla="*/ 192 h 756"/>
                      <a:gd name="T76" fmla="*/ 59 w 717"/>
                      <a:gd name="T77" fmla="*/ 340 h 756"/>
                      <a:gd name="T78" fmla="*/ 58 w 717"/>
                      <a:gd name="T79" fmla="*/ 429 h 756"/>
                      <a:gd name="T80" fmla="*/ 60 w 717"/>
                      <a:gd name="T81" fmla="*/ 461 h 756"/>
                      <a:gd name="T82" fmla="*/ 0 60000 65536"/>
                      <a:gd name="T83" fmla="*/ 0 60000 65536"/>
                      <a:gd name="T84" fmla="*/ 0 60000 65536"/>
                      <a:gd name="T85" fmla="*/ 0 60000 65536"/>
                      <a:gd name="T86" fmla="*/ 0 60000 65536"/>
                      <a:gd name="T87" fmla="*/ 0 60000 65536"/>
                      <a:gd name="T88" fmla="*/ 0 60000 65536"/>
                      <a:gd name="T89" fmla="*/ 0 60000 65536"/>
                      <a:gd name="T90" fmla="*/ 0 60000 65536"/>
                      <a:gd name="T91" fmla="*/ 0 60000 65536"/>
                      <a:gd name="T92" fmla="*/ 0 60000 65536"/>
                      <a:gd name="T93" fmla="*/ 0 60000 65536"/>
                      <a:gd name="T94" fmla="*/ 0 60000 65536"/>
                      <a:gd name="T95" fmla="*/ 0 60000 65536"/>
                      <a:gd name="T96" fmla="*/ 0 60000 65536"/>
                      <a:gd name="T97" fmla="*/ 0 60000 65536"/>
                      <a:gd name="T98" fmla="*/ 0 60000 65536"/>
                      <a:gd name="T99" fmla="*/ 0 60000 65536"/>
                      <a:gd name="T100" fmla="*/ 0 60000 65536"/>
                      <a:gd name="T101" fmla="*/ 0 60000 65536"/>
                      <a:gd name="T102" fmla="*/ 0 60000 65536"/>
                      <a:gd name="T103" fmla="*/ 0 60000 65536"/>
                      <a:gd name="T104" fmla="*/ 0 60000 65536"/>
                      <a:gd name="T105" fmla="*/ 0 60000 65536"/>
                      <a:gd name="T106" fmla="*/ 0 60000 65536"/>
                      <a:gd name="T107" fmla="*/ 0 60000 65536"/>
                      <a:gd name="T108" fmla="*/ 0 60000 65536"/>
                      <a:gd name="T109" fmla="*/ 0 60000 65536"/>
                      <a:gd name="T110" fmla="*/ 0 60000 65536"/>
                      <a:gd name="T111" fmla="*/ 0 60000 65536"/>
                      <a:gd name="T112" fmla="*/ 0 60000 65536"/>
                      <a:gd name="T113" fmla="*/ 0 60000 65536"/>
                      <a:gd name="T114" fmla="*/ 0 60000 65536"/>
                      <a:gd name="T115" fmla="*/ 0 60000 65536"/>
                      <a:gd name="T116" fmla="*/ 0 60000 65536"/>
                      <a:gd name="T117" fmla="*/ 0 60000 65536"/>
                      <a:gd name="T118" fmla="*/ 0 60000 65536"/>
                      <a:gd name="T119" fmla="*/ 0 60000 65536"/>
                      <a:gd name="T120" fmla="*/ 0 60000 65536"/>
                      <a:gd name="T121" fmla="*/ 0 60000 65536"/>
                      <a:gd name="T122" fmla="*/ 0 60000 65536"/>
                      <a:gd name="T123" fmla="*/ 0 w 717"/>
                      <a:gd name="T124" fmla="*/ 0 h 756"/>
                      <a:gd name="T125" fmla="*/ 717 w 717"/>
                      <a:gd name="T126" fmla="*/ 756 h 756"/>
                    </a:gdLst>
                    <a:ahLst/>
                    <a:cxnLst>
                      <a:cxn ang="T82">
                        <a:pos x="T0" y="T1"/>
                      </a:cxn>
                      <a:cxn ang="T83">
                        <a:pos x="T2" y="T3"/>
                      </a:cxn>
                      <a:cxn ang="T84">
                        <a:pos x="T4" y="T5"/>
                      </a:cxn>
                      <a:cxn ang="T85">
                        <a:pos x="T6" y="T7"/>
                      </a:cxn>
                      <a:cxn ang="T86">
                        <a:pos x="T8" y="T9"/>
                      </a:cxn>
                      <a:cxn ang="T87">
                        <a:pos x="T10" y="T11"/>
                      </a:cxn>
                      <a:cxn ang="T88">
                        <a:pos x="T12" y="T13"/>
                      </a:cxn>
                      <a:cxn ang="T89">
                        <a:pos x="T14" y="T15"/>
                      </a:cxn>
                      <a:cxn ang="T90">
                        <a:pos x="T16" y="T17"/>
                      </a:cxn>
                      <a:cxn ang="T91">
                        <a:pos x="T18" y="T19"/>
                      </a:cxn>
                      <a:cxn ang="T92">
                        <a:pos x="T20" y="T21"/>
                      </a:cxn>
                      <a:cxn ang="T93">
                        <a:pos x="T22" y="T23"/>
                      </a:cxn>
                      <a:cxn ang="T94">
                        <a:pos x="T24" y="T25"/>
                      </a:cxn>
                      <a:cxn ang="T95">
                        <a:pos x="T26" y="T27"/>
                      </a:cxn>
                      <a:cxn ang="T96">
                        <a:pos x="T28" y="T29"/>
                      </a:cxn>
                      <a:cxn ang="T97">
                        <a:pos x="T30" y="T31"/>
                      </a:cxn>
                      <a:cxn ang="T98">
                        <a:pos x="T32" y="T33"/>
                      </a:cxn>
                      <a:cxn ang="T99">
                        <a:pos x="T34" y="T35"/>
                      </a:cxn>
                      <a:cxn ang="T100">
                        <a:pos x="T36" y="T37"/>
                      </a:cxn>
                      <a:cxn ang="T101">
                        <a:pos x="T38" y="T39"/>
                      </a:cxn>
                      <a:cxn ang="T102">
                        <a:pos x="T40" y="T41"/>
                      </a:cxn>
                      <a:cxn ang="T103">
                        <a:pos x="T42" y="T43"/>
                      </a:cxn>
                      <a:cxn ang="T104">
                        <a:pos x="T44" y="T45"/>
                      </a:cxn>
                      <a:cxn ang="T105">
                        <a:pos x="T46" y="T47"/>
                      </a:cxn>
                      <a:cxn ang="T106">
                        <a:pos x="T48" y="T49"/>
                      </a:cxn>
                      <a:cxn ang="T107">
                        <a:pos x="T50" y="T51"/>
                      </a:cxn>
                      <a:cxn ang="T108">
                        <a:pos x="T52" y="T53"/>
                      </a:cxn>
                      <a:cxn ang="T109">
                        <a:pos x="T54" y="T55"/>
                      </a:cxn>
                      <a:cxn ang="T110">
                        <a:pos x="T56" y="T57"/>
                      </a:cxn>
                      <a:cxn ang="T111">
                        <a:pos x="T58" y="T59"/>
                      </a:cxn>
                      <a:cxn ang="T112">
                        <a:pos x="T60" y="T61"/>
                      </a:cxn>
                      <a:cxn ang="T113">
                        <a:pos x="T62" y="T63"/>
                      </a:cxn>
                      <a:cxn ang="T114">
                        <a:pos x="T64" y="T65"/>
                      </a:cxn>
                      <a:cxn ang="T115">
                        <a:pos x="T66" y="T67"/>
                      </a:cxn>
                      <a:cxn ang="T116">
                        <a:pos x="T68" y="T69"/>
                      </a:cxn>
                      <a:cxn ang="T117">
                        <a:pos x="T70" y="T71"/>
                      </a:cxn>
                      <a:cxn ang="T118">
                        <a:pos x="T72" y="T73"/>
                      </a:cxn>
                      <a:cxn ang="T119">
                        <a:pos x="T74" y="T75"/>
                      </a:cxn>
                      <a:cxn ang="T120">
                        <a:pos x="T76" y="T77"/>
                      </a:cxn>
                      <a:cxn ang="T121">
                        <a:pos x="T78" y="T79"/>
                      </a:cxn>
                      <a:cxn ang="T122">
                        <a:pos x="T80" y="T81"/>
                      </a:cxn>
                    </a:cxnLst>
                    <a:rect l="T123" t="T124" r="T125" b="T126"/>
                    <a:pathLst>
                      <a:path w="717" h="756">
                        <a:moveTo>
                          <a:pt x="0" y="756"/>
                        </a:moveTo>
                        <a:lnTo>
                          <a:pt x="52" y="167"/>
                        </a:lnTo>
                        <a:lnTo>
                          <a:pt x="64" y="384"/>
                        </a:lnTo>
                        <a:lnTo>
                          <a:pt x="90" y="103"/>
                        </a:lnTo>
                        <a:lnTo>
                          <a:pt x="116" y="519"/>
                        </a:lnTo>
                        <a:lnTo>
                          <a:pt x="135" y="487"/>
                        </a:lnTo>
                        <a:lnTo>
                          <a:pt x="135" y="359"/>
                        </a:lnTo>
                        <a:lnTo>
                          <a:pt x="167" y="71"/>
                        </a:lnTo>
                        <a:lnTo>
                          <a:pt x="192" y="244"/>
                        </a:lnTo>
                        <a:lnTo>
                          <a:pt x="205" y="96"/>
                        </a:lnTo>
                        <a:lnTo>
                          <a:pt x="218" y="615"/>
                        </a:lnTo>
                        <a:lnTo>
                          <a:pt x="244" y="397"/>
                        </a:lnTo>
                        <a:lnTo>
                          <a:pt x="282" y="519"/>
                        </a:lnTo>
                        <a:lnTo>
                          <a:pt x="308" y="308"/>
                        </a:lnTo>
                        <a:lnTo>
                          <a:pt x="333" y="442"/>
                        </a:lnTo>
                        <a:lnTo>
                          <a:pt x="346" y="352"/>
                        </a:lnTo>
                        <a:lnTo>
                          <a:pt x="365" y="384"/>
                        </a:lnTo>
                        <a:lnTo>
                          <a:pt x="378" y="135"/>
                        </a:lnTo>
                        <a:lnTo>
                          <a:pt x="391" y="301"/>
                        </a:lnTo>
                        <a:lnTo>
                          <a:pt x="384" y="519"/>
                        </a:lnTo>
                        <a:lnTo>
                          <a:pt x="404" y="679"/>
                        </a:lnTo>
                        <a:lnTo>
                          <a:pt x="429" y="628"/>
                        </a:lnTo>
                        <a:lnTo>
                          <a:pt x="442" y="480"/>
                        </a:lnTo>
                        <a:lnTo>
                          <a:pt x="455" y="391"/>
                        </a:lnTo>
                        <a:lnTo>
                          <a:pt x="436" y="506"/>
                        </a:lnTo>
                        <a:lnTo>
                          <a:pt x="461" y="352"/>
                        </a:lnTo>
                        <a:lnTo>
                          <a:pt x="474" y="455"/>
                        </a:lnTo>
                        <a:lnTo>
                          <a:pt x="493" y="519"/>
                        </a:lnTo>
                        <a:lnTo>
                          <a:pt x="512" y="410"/>
                        </a:lnTo>
                        <a:lnTo>
                          <a:pt x="532" y="186"/>
                        </a:lnTo>
                        <a:lnTo>
                          <a:pt x="544" y="231"/>
                        </a:lnTo>
                        <a:lnTo>
                          <a:pt x="570" y="148"/>
                        </a:lnTo>
                        <a:lnTo>
                          <a:pt x="576" y="301"/>
                        </a:lnTo>
                        <a:lnTo>
                          <a:pt x="576" y="730"/>
                        </a:lnTo>
                        <a:lnTo>
                          <a:pt x="647" y="0"/>
                        </a:lnTo>
                        <a:lnTo>
                          <a:pt x="647" y="250"/>
                        </a:lnTo>
                        <a:lnTo>
                          <a:pt x="660" y="333"/>
                        </a:lnTo>
                        <a:lnTo>
                          <a:pt x="685" y="192"/>
                        </a:lnTo>
                        <a:lnTo>
                          <a:pt x="711" y="340"/>
                        </a:lnTo>
                        <a:lnTo>
                          <a:pt x="698" y="429"/>
                        </a:lnTo>
                        <a:lnTo>
                          <a:pt x="717" y="461"/>
                        </a:lnTo>
                      </a:path>
                    </a:pathLst>
                  </a:custGeom>
                  <a:noFill/>
                  <a:ln w="9525">
                    <a:solidFill>
                      <a:srgbClr val="FF0000"/>
                    </a:solidFill>
                    <a:round/>
                    <a:headEnd/>
                    <a:tailEnd/>
                  </a:ln>
                </p:spPr>
                <p:txBody>
                  <a:bodyPr/>
                  <a:lstStyle/>
                  <a:p>
                    <a:endParaRPr lang="en-GB" sz="1600"/>
                  </a:p>
                </p:txBody>
              </p:sp>
              <p:sp>
                <p:nvSpPr>
                  <p:cNvPr id="14562" name="Freeform 215"/>
                  <p:cNvSpPr>
                    <a:spLocks/>
                  </p:cNvSpPr>
                  <p:nvPr/>
                </p:nvSpPr>
                <p:spPr bwMode="auto">
                  <a:xfrm flipH="1">
                    <a:off x="4077" y="1119"/>
                    <a:ext cx="313" cy="756"/>
                  </a:xfrm>
                  <a:custGeom>
                    <a:avLst/>
                    <a:gdLst>
                      <a:gd name="T0" fmla="*/ 0 w 717"/>
                      <a:gd name="T1" fmla="*/ 756 h 756"/>
                      <a:gd name="T2" fmla="*/ 4 w 717"/>
                      <a:gd name="T3" fmla="*/ 167 h 756"/>
                      <a:gd name="T4" fmla="*/ 5 w 717"/>
                      <a:gd name="T5" fmla="*/ 384 h 756"/>
                      <a:gd name="T6" fmla="*/ 7 w 717"/>
                      <a:gd name="T7" fmla="*/ 103 h 756"/>
                      <a:gd name="T8" fmla="*/ 10 w 717"/>
                      <a:gd name="T9" fmla="*/ 519 h 756"/>
                      <a:gd name="T10" fmla="*/ 11 w 717"/>
                      <a:gd name="T11" fmla="*/ 487 h 756"/>
                      <a:gd name="T12" fmla="*/ 11 w 717"/>
                      <a:gd name="T13" fmla="*/ 359 h 756"/>
                      <a:gd name="T14" fmla="*/ 14 w 717"/>
                      <a:gd name="T15" fmla="*/ 71 h 756"/>
                      <a:gd name="T16" fmla="*/ 16 w 717"/>
                      <a:gd name="T17" fmla="*/ 244 h 756"/>
                      <a:gd name="T18" fmla="*/ 17 w 717"/>
                      <a:gd name="T19" fmla="*/ 96 h 756"/>
                      <a:gd name="T20" fmla="*/ 18 w 717"/>
                      <a:gd name="T21" fmla="*/ 615 h 756"/>
                      <a:gd name="T22" fmla="*/ 21 w 717"/>
                      <a:gd name="T23" fmla="*/ 397 h 756"/>
                      <a:gd name="T24" fmla="*/ 24 w 717"/>
                      <a:gd name="T25" fmla="*/ 519 h 756"/>
                      <a:gd name="T26" fmla="*/ 25 w 717"/>
                      <a:gd name="T27" fmla="*/ 308 h 756"/>
                      <a:gd name="T28" fmla="*/ 28 w 717"/>
                      <a:gd name="T29" fmla="*/ 442 h 756"/>
                      <a:gd name="T30" fmla="*/ 29 w 717"/>
                      <a:gd name="T31" fmla="*/ 352 h 756"/>
                      <a:gd name="T32" fmla="*/ 30 w 717"/>
                      <a:gd name="T33" fmla="*/ 384 h 756"/>
                      <a:gd name="T34" fmla="*/ 31 w 717"/>
                      <a:gd name="T35" fmla="*/ 135 h 756"/>
                      <a:gd name="T36" fmla="*/ 33 w 717"/>
                      <a:gd name="T37" fmla="*/ 301 h 756"/>
                      <a:gd name="T38" fmla="*/ 32 w 717"/>
                      <a:gd name="T39" fmla="*/ 519 h 756"/>
                      <a:gd name="T40" fmla="*/ 34 w 717"/>
                      <a:gd name="T41" fmla="*/ 679 h 756"/>
                      <a:gd name="T42" fmla="*/ 36 w 717"/>
                      <a:gd name="T43" fmla="*/ 628 h 756"/>
                      <a:gd name="T44" fmla="*/ 37 w 717"/>
                      <a:gd name="T45" fmla="*/ 480 h 756"/>
                      <a:gd name="T46" fmla="*/ 38 w 717"/>
                      <a:gd name="T47" fmla="*/ 391 h 756"/>
                      <a:gd name="T48" fmla="*/ 36 w 717"/>
                      <a:gd name="T49" fmla="*/ 506 h 756"/>
                      <a:gd name="T50" fmla="*/ 38 w 717"/>
                      <a:gd name="T51" fmla="*/ 352 h 756"/>
                      <a:gd name="T52" fmla="*/ 39 w 717"/>
                      <a:gd name="T53" fmla="*/ 455 h 756"/>
                      <a:gd name="T54" fmla="*/ 41 w 717"/>
                      <a:gd name="T55" fmla="*/ 519 h 756"/>
                      <a:gd name="T56" fmla="*/ 43 w 717"/>
                      <a:gd name="T57" fmla="*/ 410 h 756"/>
                      <a:gd name="T58" fmla="*/ 44 w 717"/>
                      <a:gd name="T59" fmla="*/ 186 h 756"/>
                      <a:gd name="T60" fmla="*/ 45 w 717"/>
                      <a:gd name="T61" fmla="*/ 231 h 756"/>
                      <a:gd name="T62" fmla="*/ 48 w 717"/>
                      <a:gd name="T63" fmla="*/ 148 h 756"/>
                      <a:gd name="T64" fmla="*/ 48 w 717"/>
                      <a:gd name="T65" fmla="*/ 301 h 756"/>
                      <a:gd name="T66" fmla="*/ 48 w 717"/>
                      <a:gd name="T67" fmla="*/ 730 h 756"/>
                      <a:gd name="T68" fmla="*/ 54 w 717"/>
                      <a:gd name="T69" fmla="*/ 0 h 756"/>
                      <a:gd name="T70" fmla="*/ 54 w 717"/>
                      <a:gd name="T71" fmla="*/ 250 h 756"/>
                      <a:gd name="T72" fmla="*/ 55 w 717"/>
                      <a:gd name="T73" fmla="*/ 333 h 756"/>
                      <a:gd name="T74" fmla="*/ 57 w 717"/>
                      <a:gd name="T75" fmla="*/ 192 h 756"/>
                      <a:gd name="T76" fmla="*/ 59 w 717"/>
                      <a:gd name="T77" fmla="*/ 340 h 756"/>
                      <a:gd name="T78" fmla="*/ 58 w 717"/>
                      <a:gd name="T79" fmla="*/ 429 h 756"/>
                      <a:gd name="T80" fmla="*/ 60 w 717"/>
                      <a:gd name="T81" fmla="*/ 461 h 756"/>
                      <a:gd name="T82" fmla="*/ 0 60000 65536"/>
                      <a:gd name="T83" fmla="*/ 0 60000 65536"/>
                      <a:gd name="T84" fmla="*/ 0 60000 65536"/>
                      <a:gd name="T85" fmla="*/ 0 60000 65536"/>
                      <a:gd name="T86" fmla="*/ 0 60000 65536"/>
                      <a:gd name="T87" fmla="*/ 0 60000 65536"/>
                      <a:gd name="T88" fmla="*/ 0 60000 65536"/>
                      <a:gd name="T89" fmla="*/ 0 60000 65536"/>
                      <a:gd name="T90" fmla="*/ 0 60000 65536"/>
                      <a:gd name="T91" fmla="*/ 0 60000 65536"/>
                      <a:gd name="T92" fmla="*/ 0 60000 65536"/>
                      <a:gd name="T93" fmla="*/ 0 60000 65536"/>
                      <a:gd name="T94" fmla="*/ 0 60000 65536"/>
                      <a:gd name="T95" fmla="*/ 0 60000 65536"/>
                      <a:gd name="T96" fmla="*/ 0 60000 65536"/>
                      <a:gd name="T97" fmla="*/ 0 60000 65536"/>
                      <a:gd name="T98" fmla="*/ 0 60000 65536"/>
                      <a:gd name="T99" fmla="*/ 0 60000 65536"/>
                      <a:gd name="T100" fmla="*/ 0 60000 65536"/>
                      <a:gd name="T101" fmla="*/ 0 60000 65536"/>
                      <a:gd name="T102" fmla="*/ 0 60000 65536"/>
                      <a:gd name="T103" fmla="*/ 0 60000 65536"/>
                      <a:gd name="T104" fmla="*/ 0 60000 65536"/>
                      <a:gd name="T105" fmla="*/ 0 60000 65536"/>
                      <a:gd name="T106" fmla="*/ 0 60000 65536"/>
                      <a:gd name="T107" fmla="*/ 0 60000 65536"/>
                      <a:gd name="T108" fmla="*/ 0 60000 65536"/>
                      <a:gd name="T109" fmla="*/ 0 60000 65536"/>
                      <a:gd name="T110" fmla="*/ 0 60000 65536"/>
                      <a:gd name="T111" fmla="*/ 0 60000 65536"/>
                      <a:gd name="T112" fmla="*/ 0 60000 65536"/>
                      <a:gd name="T113" fmla="*/ 0 60000 65536"/>
                      <a:gd name="T114" fmla="*/ 0 60000 65536"/>
                      <a:gd name="T115" fmla="*/ 0 60000 65536"/>
                      <a:gd name="T116" fmla="*/ 0 60000 65536"/>
                      <a:gd name="T117" fmla="*/ 0 60000 65536"/>
                      <a:gd name="T118" fmla="*/ 0 60000 65536"/>
                      <a:gd name="T119" fmla="*/ 0 60000 65536"/>
                      <a:gd name="T120" fmla="*/ 0 60000 65536"/>
                      <a:gd name="T121" fmla="*/ 0 60000 65536"/>
                      <a:gd name="T122" fmla="*/ 0 60000 65536"/>
                      <a:gd name="T123" fmla="*/ 0 w 717"/>
                      <a:gd name="T124" fmla="*/ 0 h 756"/>
                      <a:gd name="T125" fmla="*/ 717 w 717"/>
                      <a:gd name="T126" fmla="*/ 756 h 756"/>
                    </a:gdLst>
                    <a:ahLst/>
                    <a:cxnLst>
                      <a:cxn ang="T82">
                        <a:pos x="T0" y="T1"/>
                      </a:cxn>
                      <a:cxn ang="T83">
                        <a:pos x="T2" y="T3"/>
                      </a:cxn>
                      <a:cxn ang="T84">
                        <a:pos x="T4" y="T5"/>
                      </a:cxn>
                      <a:cxn ang="T85">
                        <a:pos x="T6" y="T7"/>
                      </a:cxn>
                      <a:cxn ang="T86">
                        <a:pos x="T8" y="T9"/>
                      </a:cxn>
                      <a:cxn ang="T87">
                        <a:pos x="T10" y="T11"/>
                      </a:cxn>
                      <a:cxn ang="T88">
                        <a:pos x="T12" y="T13"/>
                      </a:cxn>
                      <a:cxn ang="T89">
                        <a:pos x="T14" y="T15"/>
                      </a:cxn>
                      <a:cxn ang="T90">
                        <a:pos x="T16" y="T17"/>
                      </a:cxn>
                      <a:cxn ang="T91">
                        <a:pos x="T18" y="T19"/>
                      </a:cxn>
                      <a:cxn ang="T92">
                        <a:pos x="T20" y="T21"/>
                      </a:cxn>
                      <a:cxn ang="T93">
                        <a:pos x="T22" y="T23"/>
                      </a:cxn>
                      <a:cxn ang="T94">
                        <a:pos x="T24" y="T25"/>
                      </a:cxn>
                      <a:cxn ang="T95">
                        <a:pos x="T26" y="T27"/>
                      </a:cxn>
                      <a:cxn ang="T96">
                        <a:pos x="T28" y="T29"/>
                      </a:cxn>
                      <a:cxn ang="T97">
                        <a:pos x="T30" y="T31"/>
                      </a:cxn>
                      <a:cxn ang="T98">
                        <a:pos x="T32" y="T33"/>
                      </a:cxn>
                      <a:cxn ang="T99">
                        <a:pos x="T34" y="T35"/>
                      </a:cxn>
                      <a:cxn ang="T100">
                        <a:pos x="T36" y="T37"/>
                      </a:cxn>
                      <a:cxn ang="T101">
                        <a:pos x="T38" y="T39"/>
                      </a:cxn>
                      <a:cxn ang="T102">
                        <a:pos x="T40" y="T41"/>
                      </a:cxn>
                      <a:cxn ang="T103">
                        <a:pos x="T42" y="T43"/>
                      </a:cxn>
                      <a:cxn ang="T104">
                        <a:pos x="T44" y="T45"/>
                      </a:cxn>
                      <a:cxn ang="T105">
                        <a:pos x="T46" y="T47"/>
                      </a:cxn>
                      <a:cxn ang="T106">
                        <a:pos x="T48" y="T49"/>
                      </a:cxn>
                      <a:cxn ang="T107">
                        <a:pos x="T50" y="T51"/>
                      </a:cxn>
                      <a:cxn ang="T108">
                        <a:pos x="T52" y="T53"/>
                      </a:cxn>
                      <a:cxn ang="T109">
                        <a:pos x="T54" y="T55"/>
                      </a:cxn>
                      <a:cxn ang="T110">
                        <a:pos x="T56" y="T57"/>
                      </a:cxn>
                      <a:cxn ang="T111">
                        <a:pos x="T58" y="T59"/>
                      </a:cxn>
                      <a:cxn ang="T112">
                        <a:pos x="T60" y="T61"/>
                      </a:cxn>
                      <a:cxn ang="T113">
                        <a:pos x="T62" y="T63"/>
                      </a:cxn>
                      <a:cxn ang="T114">
                        <a:pos x="T64" y="T65"/>
                      </a:cxn>
                      <a:cxn ang="T115">
                        <a:pos x="T66" y="T67"/>
                      </a:cxn>
                      <a:cxn ang="T116">
                        <a:pos x="T68" y="T69"/>
                      </a:cxn>
                      <a:cxn ang="T117">
                        <a:pos x="T70" y="T71"/>
                      </a:cxn>
                      <a:cxn ang="T118">
                        <a:pos x="T72" y="T73"/>
                      </a:cxn>
                      <a:cxn ang="T119">
                        <a:pos x="T74" y="T75"/>
                      </a:cxn>
                      <a:cxn ang="T120">
                        <a:pos x="T76" y="T77"/>
                      </a:cxn>
                      <a:cxn ang="T121">
                        <a:pos x="T78" y="T79"/>
                      </a:cxn>
                      <a:cxn ang="T122">
                        <a:pos x="T80" y="T81"/>
                      </a:cxn>
                    </a:cxnLst>
                    <a:rect l="T123" t="T124" r="T125" b="T126"/>
                    <a:pathLst>
                      <a:path w="717" h="756">
                        <a:moveTo>
                          <a:pt x="0" y="756"/>
                        </a:moveTo>
                        <a:lnTo>
                          <a:pt x="52" y="167"/>
                        </a:lnTo>
                        <a:lnTo>
                          <a:pt x="64" y="384"/>
                        </a:lnTo>
                        <a:lnTo>
                          <a:pt x="90" y="103"/>
                        </a:lnTo>
                        <a:lnTo>
                          <a:pt x="116" y="519"/>
                        </a:lnTo>
                        <a:lnTo>
                          <a:pt x="135" y="487"/>
                        </a:lnTo>
                        <a:lnTo>
                          <a:pt x="135" y="359"/>
                        </a:lnTo>
                        <a:lnTo>
                          <a:pt x="167" y="71"/>
                        </a:lnTo>
                        <a:lnTo>
                          <a:pt x="192" y="244"/>
                        </a:lnTo>
                        <a:lnTo>
                          <a:pt x="205" y="96"/>
                        </a:lnTo>
                        <a:lnTo>
                          <a:pt x="218" y="615"/>
                        </a:lnTo>
                        <a:lnTo>
                          <a:pt x="244" y="397"/>
                        </a:lnTo>
                        <a:lnTo>
                          <a:pt x="282" y="519"/>
                        </a:lnTo>
                        <a:lnTo>
                          <a:pt x="308" y="308"/>
                        </a:lnTo>
                        <a:lnTo>
                          <a:pt x="333" y="442"/>
                        </a:lnTo>
                        <a:lnTo>
                          <a:pt x="346" y="352"/>
                        </a:lnTo>
                        <a:lnTo>
                          <a:pt x="365" y="384"/>
                        </a:lnTo>
                        <a:lnTo>
                          <a:pt x="378" y="135"/>
                        </a:lnTo>
                        <a:lnTo>
                          <a:pt x="391" y="301"/>
                        </a:lnTo>
                        <a:lnTo>
                          <a:pt x="384" y="519"/>
                        </a:lnTo>
                        <a:lnTo>
                          <a:pt x="404" y="679"/>
                        </a:lnTo>
                        <a:lnTo>
                          <a:pt x="429" y="628"/>
                        </a:lnTo>
                        <a:lnTo>
                          <a:pt x="442" y="480"/>
                        </a:lnTo>
                        <a:lnTo>
                          <a:pt x="455" y="391"/>
                        </a:lnTo>
                        <a:lnTo>
                          <a:pt x="436" y="506"/>
                        </a:lnTo>
                        <a:lnTo>
                          <a:pt x="461" y="352"/>
                        </a:lnTo>
                        <a:lnTo>
                          <a:pt x="474" y="455"/>
                        </a:lnTo>
                        <a:lnTo>
                          <a:pt x="493" y="519"/>
                        </a:lnTo>
                        <a:lnTo>
                          <a:pt x="512" y="410"/>
                        </a:lnTo>
                        <a:lnTo>
                          <a:pt x="532" y="186"/>
                        </a:lnTo>
                        <a:lnTo>
                          <a:pt x="544" y="231"/>
                        </a:lnTo>
                        <a:lnTo>
                          <a:pt x="570" y="148"/>
                        </a:lnTo>
                        <a:lnTo>
                          <a:pt x="576" y="301"/>
                        </a:lnTo>
                        <a:lnTo>
                          <a:pt x="576" y="730"/>
                        </a:lnTo>
                        <a:lnTo>
                          <a:pt x="647" y="0"/>
                        </a:lnTo>
                        <a:lnTo>
                          <a:pt x="647" y="250"/>
                        </a:lnTo>
                        <a:lnTo>
                          <a:pt x="660" y="333"/>
                        </a:lnTo>
                        <a:lnTo>
                          <a:pt x="685" y="192"/>
                        </a:lnTo>
                        <a:lnTo>
                          <a:pt x="711" y="340"/>
                        </a:lnTo>
                        <a:lnTo>
                          <a:pt x="698" y="429"/>
                        </a:lnTo>
                        <a:lnTo>
                          <a:pt x="717" y="461"/>
                        </a:lnTo>
                      </a:path>
                    </a:pathLst>
                  </a:custGeom>
                  <a:noFill/>
                  <a:ln w="9525">
                    <a:solidFill>
                      <a:srgbClr val="FF0000"/>
                    </a:solidFill>
                    <a:round/>
                    <a:headEnd/>
                    <a:tailEnd/>
                  </a:ln>
                </p:spPr>
                <p:txBody>
                  <a:bodyPr/>
                  <a:lstStyle/>
                  <a:p>
                    <a:endParaRPr lang="en-GB" sz="1600"/>
                  </a:p>
                </p:txBody>
              </p:sp>
              <p:sp>
                <p:nvSpPr>
                  <p:cNvPr id="14563" name="Freeform 216"/>
                  <p:cNvSpPr>
                    <a:spLocks/>
                  </p:cNvSpPr>
                  <p:nvPr/>
                </p:nvSpPr>
                <p:spPr bwMode="auto">
                  <a:xfrm flipV="1">
                    <a:off x="4385" y="1138"/>
                    <a:ext cx="313" cy="756"/>
                  </a:xfrm>
                  <a:custGeom>
                    <a:avLst/>
                    <a:gdLst>
                      <a:gd name="T0" fmla="*/ 0 w 717"/>
                      <a:gd name="T1" fmla="*/ 756 h 756"/>
                      <a:gd name="T2" fmla="*/ 4 w 717"/>
                      <a:gd name="T3" fmla="*/ 167 h 756"/>
                      <a:gd name="T4" fmla="*/ 5 w 717"/>
                      <a:gd name="T5" fmla="*/ 384 h 756"/>
                      <a:gd name="T6" fmla="*/ 7 w 717"/>
                      <a:gd name="T7" fmla="*/ 103 h 756"/>
                      <a:gd name="T8" fmla="*/ 10 w 717"/>
                      <a:gd name="T9" fmla="*/ 519 h 756"/>
                      <a:gd name="T10" fmla="*/ 11 w 717"/>
                      <a:gd name="T11" fmla="*/ 487 h 756"/>
                      <a:gd name="T12" fmla="*/ 11 w 717"/>
                      <a:gd name="T13" fmla="*/ 359 h 756"/>
                      <a:gd name="T14" fmla="*/ 14 w 717"/>
                      <a:gd name="T15" fmla="*/ 71 h 756"/>
                      <a:gd name="T16" fmla="*/ 16 w 717"/>
                      <a:gd name="T17" fmla="*/ 244 h 756"/>
                      <a:gd name="T18" fmla="*/ 17 w 717"/>
                      <a:gd name="T19" fmla="*/ 96 h 756"/>
                      <a:gd name="T20" fmla="*/ 18 w 717"/>
                      <a:gd name="T21" fmla="*/ 615 h 756"/>
                      <a:gd name="T22" fmla="*/ 21 w 717"/>
                      <a:gd name="T23" fmla="*/ 397 h 756"/>
                      <a:gd name="T24" fmla="*/ 24 w 717"/>
                      <a:gd name="T25" fmla="*/ 519 h 756"/>
                      <a:gd name="T26" fmla="*/ 25 w 717"/>
                      <a:gd name="T27" fmla="*/ 308 h 756"/>
                      <a:gd name="T28" fmla="*/ 28 w 717"/>
                      <a:gd name="T29" fmla="*/ 442 h 756"/>
                      <a:gd name="T30" fmla="*/ 29 w 717"/>
                      <a:gd name="T31" fmla="*/ 352 h 756"/>
                      <a:gd name="T32" fmla="*/ 30 w 717"/>
                      <a:gd name="T33" fmla="*/ 384 h 756"/>
                      <a:gd name="T34" fmla="*/ 31 w 717"/>
                      <a:gd name="T35" fmla="*/ 135 h 756"/>
                      <a:gd name="T36" fmla="*/ 33 w 717"/>
                      <a:gd name="T37" fmla="*/ 301 h 756"/>
                      <a:gd name="T38" fmla="*/ 32 w 717"/>
                      <a:gd name="T39" fmla="*/ 519 h 756"/>
                      <a:gd name="T40" fmla="*/ 34 w 717"/>
                      <a:gd name="T41" fmla="*/ 679 h 756"/>
                      <a:gd name="T42" fmla="*/ 36 w 717"/>
                      <a:gd name="T43" fmla="*/ 628 h 756"/>
                      <a:gd name="T44" fmla="*/ 37 w 717"/>
                      <a:gd name="T45" fmla="*/ 480 h 756"/>
                      <a:gd name="T46" fmla="*/ 38 w 717"/>
                      <a:gd name="T47" fmla="*/ 391 h 756"/>
                      <a:gd name="T48" fmla="*/ 36 w 717"/>
                      <a:gd name="T49" fmla="*/ 506 h 756"/>
                      <a:gd name="T50" fmla="*/ 38 w 717"/>
                      <a:gd name="T51" fmla="*/ 352 h 756"/>
                      <a:gd name="T52" fmla="*/ 39 w 717"/>
                      <a:gd name="T53" fmla="*/ 455 h 756"/>
                      <a:gd name="T54" fmla="*/ 41 w 717"/>
                      <a:gd name="T55" fmla="*/ 519 h 756"/>
                      <a:gd name="T56" fmla="*/ 43 w 717"/>
                      <a:gd name="T57" fmla="*/ 410 h 756"/>
                      <a:gd name="T58" fmla="*/ 44 w 717"/>
                      <a:gd name="T59" fmla="*/ 186 h 756"/>
                      <a:gd name="T60" fmla="*/ 45 w 717"/>
                      <a:gd name="T61" fmla="*/ 231 h 756"/>
                      <a:gd name="T62" fmla="*/ 48 w 717"/>
                      <a:gd name="T63" fmla="*/ 148 h 756"/>
                      <a:gd name="T64" fmla="*/ 48 w 717"/>
                      <a:gd name="T65" fmla="*/ 301 h 756"/>
                      <a:gd name="T66" fmla="*/ 48 w 717"/>
                      <a:gd name="T67" fmla="*/ 730 h 756"/>
                      <a:gd name="T68" fmla="*/ 54 w 717"/>
                      <a:gd name="T69" fmla="*/ 0 h 756"/>
                      <a:gd name="T70" fmla="*/ 54 w 717"/>
                      <a:gd name="T71" fmla="*/ 250 h 756"/>
                      <a:gd name="T72" fmla="*/ 55 w 717"/>
                      <a:gd name="T73" fmla="*/ 333 h 756"/>
                      <a:gd name="T74" fmla="*/ 57 w 717"/>
                      <a:gd name="T75" fmla="*/ 192 h 756"/>
                      <a:gd name="T76" fmla="*/ 59 w 717"/>
                      <a:gd name="T77" fmla="*/ 340 h 756"/>
                      <a:gd name="T78" fmla="*/ 58 w 717"/>
                      <a:gd name="T79" fmla="*/ 429 h 756"/>
                      <a:gd name="T80" fmla="*/ 60 w 717"/>
                      <a:gd name="T81" fmla="*/ 461 h 756"/>
                      <a:gd name="T82" fmla="*/ 0 60000 65536"/>
                      <a:gd name="T83" fmla="*/ 0 60000 65536"/>
                      <a:gd name="T84" fmla="*/ 0 60000 65536"/>
                      <a:gd name="T85" fmla="*/ 0 60000 65536"/>
                      <a:gd name="T86" fmla="*/ 0 60000 65536"/>
                      <a:gd name="T87" fmla="*/ 0 60000 65536"/>
                      <a:gd name="T88" fmla="*/ 0 60000 65536"/>
                      <a:gd name="T89" fmla="*/ 0 60000 65536"/>
                      <a:gd name="T90" fmla="*/ 0 60000 65536"/>
                      <a:gd name="T91" fmla="*/ 0 60000 65536"/>
                      <a:gd name="T92" fmla="*/ 0 60000 65536"/>
                      <a:gd name="T93" fmla="*/ 0 60000 65536"/>
                      <a:gd name="T94" fmla="*/ 0 60000 65536"/>
                      <a:gd name="T95" fmla="*/ 0 60000 65536"/>
                      <a:gd name="T96" fmla="*/ 0 60000 65536"/>
                      <a:gd name="T97" fmla="*/ 0 60000 65536"/>
                      <a:gd name="T98" fmla="*/ 0 60000 65536"/>
                      <a:gd name="T99" fmla="*/ 0 60000 65536"/>
                      <a:gd name="T100" fmla="*/ 0 60000 65536"/>
                      <a:gd name="T101" fmla="*/ 0 60000 65536"/>
                      <a:gd name="T102" fmla="*/ 0 60000 65536"/>
                      <a:gd name="T103" fmla="*/ 0 60000 65536"/>
                      <a:gd name="T104" fmla="*/ 0 60000 65536"/>
                      <a:gd name="T105" fmla="*/ 0 60000 65536"/>
                      <a:gd name="T106" fmla="*/ 0 60000 65536"/>
                      <a:gd name="T107" fmla="*/ 0 60000 65536"/>
                      <a:gd name="T108" fmla="*/ 0 60000 65536"/>
                      <a:gd name="T109" fmla="*/ 0 60000 65536"/>
                      <a:gd name="T110" fmla="*/ 0 60000 65536"/>
                      <a:gd name="T111" fmla="*/ 0 60000 65536"/>
                      <a:gd name="T112" fmla="*/ 0 60000 65536"/>
                      <a:gd name="T113" fmla="*/ 0 60000 65536"/>
                      <a:gd name="T114" fmla="*/ 0 60000 65536"/>
                      <a:gd name="T115" fmla="*/ 0 60000 65536"/>
                      <a:gd name="T116" fmla="*/ 0 60000 65536"/>
                      <a:gd name="T117" fmla="*/ 0 60000 65536"/>
                      <a:gd name="T118" fmla="*/ 0 60000 65536"/>
                      <a:gd name="T119" fmla="*/ 0 60000 65536"/>
                      <a:gd name="T120" fmla="*/ 0 60000 65536"/>
                      <a:gd name="T121" fmla="*/ 0 60000 65536"/>
                      <a:gd name="T122" fmla="*/ 0 60000 65536"/>
                      <a:gd name="T123" fmla="*/ 0 w 717"/>
                      <a:gd name="T124" fmla="*/ 0 h 756"/>
                      <a:gd name="T125" fmla="*/ 717 w 717"/>
                      <a:gd name="T126" fmla="*/ 756 h 756"/>
                    </a:gdLst>
                    <a:ahLst/>
                    <a:cxnLst>
                      <a:cxn ang="T82">
                        <a:pos x="T0" y="T1"/>
                      </a:cxn>
                      <a:cxn ang="T83">
                        <a:pos x="T2" y="T3"/>
                      </a:cxn>
                      <a:cxn ang="T84">
                        <a:pos x="T4" y="T5"/>
                      </a:cxn>
                      <a:cxn ang="T85">
                        <a:pos x="T6" y="T7"/>
                      </a:cxn>
                      <a:cxn ang="T86">
                        <a:pos x="T8" y="T9"/>
                      </a:cxn>
                      <a:cxn ang="T87">
                        <a:pos x="T10" y="T11"/>
                      </a:cxn>
                      <a:cxn ang="T88">
                        <a:pos x="T12" y="T13"/>
                      </a:cxn>
                      <a:cxn ang="T89">
                        <a:pos x="T14" y="T15"/>
                      </a:cxn>
                      <a:cxn ang="T90">
                        <a:pos x="T16" y="T17"/>
                      </a:cxn>
                      <a:cxn ang="T91">
                        <a:pos x="T18" y="T19"/>
                      </a:cxn>
                      <a:cxn ang="T92">
                        <a:pos x="T20" y="T21"/>
                      </a:cxn>
                      <a:cxn ang="T93">
                        <a:pos x="T22" y="T23"/>
                      </a:cxn>
                      <a:cxn ang="T94">
                        <a:pos x="T24" y="T25"/>
                      </a:cxn>
                      <a:cxn ang="T95">
                        <a:pos x="T26" y="T27"/>
                      </a:cxn>
                      <a:cxn ang="T96">
                        <a:pos x="T28" y="T29"/>
                      </a:cxn>
                      <a:cxn ang="T97">
                        <a:pos x="T30" y="T31"/>
                      </a:cxn>
                      <a:cxn ang="T98">
                        <a:pos x="T32" y="T33"/>
                      </a:cxn>
                      <a:cxn ang="T99">
                        <a:pos x="T34" y="T35"/>
                      </a:cxn>
                      <a:cxn ang="T100">
                        <a:pos x="T36" y="T37"/>
                      </a:cxn>
                      <a:cxn ang="T101">
                        <a:pos x="T38" y="T39"/>
                      </a:cxn>
                      <a:cxn ang="T102">
                        <a:pos x="T40" y="T41"/>
                      </a:cxn>
                      <a:cxn ang="T103">
                        <a:pos x="T42" y="T43"/>
                      </a:cxn>
                      <a:cxn ang="T104">
                        <a:pos x="T44" y="T45"/>
                      </a:cxn>
                      <a:cxn ang="T105">
                        <a:pos x="T46" y="T47"/>
                      </a:cxn>
                      <a:cxn ang="T106">
                        <a:pos x="T48" y="T49"/>
                      </a:cxn>
                      <a:cxn ang="T107">
                        <a:pos x="T50" y="T51"/>
                      </a:cxn>
                      <a:cxn ang="T108">
                        <a:pos x="T52" y="T53"/>
                      </a:cxn>
                      <a:cxn ang="T109">
                        <a:pos x="T54" y="T55"/>
                      </a:cxn>
                      <a:cxn ang="T110">
                        <a:pos x="T56" y="T57"/>
                      </a:cxn>
                      <a:cxn ang="T111">
                        <a:pos x="T58" y="T59"/>
                      </a:cxn>
                      <a:cxn ang="T112">
                        <a:pos x="T60" y="T61"/>
                      </a:cxn>
                      <a:cxn ang="T113">
                        <a:pos x="T62" y="T63"/>
                      </a:cxn>
                      <a:cxn ang="T114">
                        <a:pos x="T64" y="T65"/>
                      </a:cxn>
                      <a:cxn ang="T115">
                        <a:pos x="T66" y="T67"/>
                      </a:cxn>
                      <a:cxn ang="T116">
                        <a:pos x="T68" y="T69"/>
                      </a:cxn>
                      <a:cxn ang="T117">
                        <a:pos x="T70" y="T71"/>
                      </a:cxn>
                      <a:cxn ang="T118">
                        <a:pos x="T72" y="T73"/>
                      </a:cxn>
                      <a:cxn ang="T119">
                        <a:pos x="T74" y="T75"/>
                      </a:cxn>
                      <a:cxn ang="T120">
                        <a:pos x="T76" y="T77"/>
                      </a:cxn>
                      <a:cxn ang="T121">
                        <a:pos x="T78" y="T79"/>
                      </a:cxn>
                      <a:cxn ang="T122">
                        <a:pos x="T80" y="T81"/>
                      </a:cxn>
                    </a:cxnLst>
                    <a:rect l="T123" t="T124" r="T125" b="T126"/>
                    <a:pathLst>
                      <a:path w="717" h="756">
                        <a:moveTo>
                          <a:pt x="0" y="756"/>
                        </a:moveTo>
                        <a:lnTo>
                          <a:pt x="52" y="167"/>
                        </a:lnTo>
                        <a:lnTo>
                          <a:pt x="64" y="384"/>
                        </a:lnTo>
                        <a:lnTo>
                          <a:pt x="90" y="103"/>
                        </a:lnTo>
                        <a:lnTo>
                          <a:pt x="116" y="519"/>
                        </a:lnTo>
                        <a:lnTo>
                          <a:pt x="135" y="487"/>
                        </a:lnTo>
                        <a:lnTo>
                          <a:pt x="135" y="359"/>
                        </a:lnTo>
                        <a:lnTo>
                          <a:pt x="167" y="71"/>
                        </a:lnTo>
                        <a:lnTo>
                          <a:pt x="192" y="244"/>
                        </a:lnTo>
                        <a:lnTo>
                          <a:pt x="205" y="96"/>
                        </a:lnTo>
                        <a:lnTo>
                          <a:pt x="218" y="615"/>
                        </a:lnTo>
                        <a:lnTo>
                          <a:pt x="244" y="397"/>
                        </a:lnTo>
                        <a:lnTo>
                          <a:pt x="282" y="519"/>
                        </a:lnTo>
                        <a:lnTo>
                          <a:pt x="308" y="308"/>
                        </a:lnTo>
                        <a:lnTo>
                          <a:pt x="333" y="442"/>
                        </a:lnTo>
                        <a:lnTo>
                          <a:pt x="346" y="352"/>
                        </a:lnTo>
                        <a:lnTo>
                          <a:pt x="365" y="384"/>
                        </a:lnTo>
                        <a:lnTo>
                          <a:pt x="378" y="135"/>
                        </a:lnTo>
                        <a:lnTo>
                          <a:pt x="391" y="301"/>
                        </a:lnTo>
                        <a:lnTo>
                          <a:pt x="384" y="519"/>
                        </a:lnTo>
                        <a:lnTo>
                          <a:pt x="404" y="679"/>
                        </a:lnTo>
                        <a:lnTo>
                          <a:pt x="429" y="628"/>
                        </a:lnTo>
                        <a:lnTo>
                          <a:pt x="442" y="480"/>
                        </a:lnTo>
                        <a:lnTo>
                          <a:pt x="455" y="391"/>
                        </a:lnTo>
                        <a:lnTo>
                          <a:pt x="436" y="506"/>
                        </a:lnTo>
                        <a:lnTo>
                          <a:pt x="461" y="352"/>
                        </a:lnTo>
                        <a:lnTo>
                          <a:pt x="474" y="455"/>
                        </a:lnTo>
                        <a:lnTo>
                          <a:pt x="493" y="519"/>
                        </a:lnTo>
                        <a:lnTo>
                          <a:pt x="512" y="410"/>
                        </a:lnTo>
                        <a:lnTo>
                          <a:pt x="532" y="186"/>
                        </a:lnTo>
                        <a:lnTo>
                          <a:pt x="544" y="231"/>
                        </a:lnTo>
                        <a:lnTo>
                          <a:pt x="570" y="148"/>
                        </a:lnTo>
                        <a:lnTo>
                          <a:pt x="576" y="301"/>
                        </a:lnTo>
                        <a:lnTo>
                          <a:pt x="576" y="730"/>
                        </a:lnTo>
                        <a:lnTo>
                          <a:pt x="647" y="0"/>
                        </a:lnTo>
                        <a:lnTo>
                          <a:pt x="647" y="250"/>
                        </a:lnTo>
                        <a:lnTo>
                          <a:pt x="660" y="333"/>
                        </a:lnTo>
                        <a:lnTo>
                          <a:pt x="685" y="192"/>
                        </a:lnTo>
                        <a:lnTo>
                          <a:pt x="711" y="340"/>
                        </a:lnTo>
                        <a:lnTo>
                          <a:pt x="698" y="429"/>
                        </a:lnTo>
                        <a:lnTo>
                          <a:pt x="717" y="461"/>
                        </a:lnTo>
                      </a:path>
                    </a:pathLst>
                  </a:custGeom>
                  <a:noFill/>
                  <a:ln w="9525">
                    <a:solidFill>
                      <a:srgbClr val="FF0000"/>
                    </a:solidFill>
                    <a:round/>
                    <a:headEnd/>
                    <a:tailEnd/>
                  </a:ln>
                </p:spPr>
                <p:txBody>
                  <a:bodyPr/>
                  <a:lstStyle/>
                  <a:p>
                    <a:endParaRPr lang="en-GB" sz="1600"/>
                  </a:p>
                </p:txBody>
              </p:sp>
              <p:sp>
                <p:nvSpPr>
                  <p:cNvPr id="14564" name="Freeform 217"/>
                  <p:cNvSpPr>
                    <a:spLocks/>
                  </p:cNvSpPr>
                  <p:nvPr/>
                </p:nvSpPr>
                <p:spPr bwMode="auto">
                  <a:xfrm flipH="1">
                    <a:off x="4698" y="1100"/>
                    <a:ext cx="313" cy="756"/>
                  </a:xfrm>
                  <a:custGeom>
                    <a:avLst/>
                    <a:gdLst>
                      <a:gd name="T0" fmla="*/ 0 w 717"/>
                      <a:gd name="T1" fmla="*/ 756 h 756"/>
                      <a:gd name="T2" fmla="*/ 4 w 717"/>
                      <a:gd name="T3" fmla="*/ 167 h 756"/>
                      <a:gd name="T4" fmla="*/ 5 w 717"/>
                      <a:gd name="T5" fmla="*/ 384 h 756"/>
                      <a:gd name="T6" fmla="*/ 7 w 717"/>
                      <a:gd name="T7" fmla="*/ 103 h 756"/>
                      <a:gd name="T8" fmla="*/ 10 w 717"/>
                      <a:gd name="T9" fmla="*/ 519 h 756"/>
                      <a:gd name="T10" fmla="*/ 11 w 717"/>
                      <a:gd name="T11" fmla="*/ 487 h 756"/>
                      <a:gd name="T12" fmla="*/ 11 w 717"/>
                      <a:gd name="T13" fmla="*/ 359 h 756"/>
                      <a:gd name="T14" fmla="*/ 14 w 717"/>
                      <a:gd name="T15" fmla="*/ 71 h 756"/>
                      <a:gd name="T16" fmla="*/ 16 w 717"/>
                      <a:gd name="T17" fmla="*/ 244 h 756"/>
                      <a:gd name="T18" fmla="*/ 17 w 717"/>
                      <a:gd name="T19" fmla="*/ 96 h 756"/>
                      <a:gd name="T20" fmla="*/ 18 w 717"/>
                      <a:gd name="T21" fmla="*/ 615 h 756"/>
                      <a:gd name="T22" fmla="*/ 21 w 717"/>
                      <a:gd name="T23" fmla="*/ 397 h 756"/>
                      <a:gd name="T24" fmla="*/ 24 w 717"/>
                      <a:gd name="T25" fmla="*/ 519 h 756"/>
                      <a:gd name="T26" fmla="*/ 25 w 717"/>
                      <a:gd name="T27" fmla="*/ 308 h 756"/>
                      <a:gd name="T28" fmla="*/ 28 w 717"/>
                      <a:gd name="T29" fmla="*/ 442 h 756"/>
                      <a:gd name="T30" fmla="*/ 29 w 717"/>
                      <a:gd name="T31" fmla="*/ 352 h 756"/>
                      <a:gd name="T32" fmla="*/ 30 w 717"/>
                      <a:gd name="T33" fmla="*/ 384 h 756"/>
                      <a:gd name="T34" fmla="*/ 31 w 717"/>
                      <a:gd name="T35" fmla="*/ 135 h 756"/>
                      <a:gd name="T36" fmla="*/ 33 w 717"/>
                      <a:gd name="T37" fmla="*/ 301 h 756"/>
                      <a:gd name="T38" fmla="*/ 32 w 717"/>
                      <a:gd name="T39" fmla="*/ 519 h 756"/>
                      <a:gd name="T40" fmla="*/ 34 w 717"/>
                      <a:gd name="T41" fmla="*/ 679 h 756"/>
                      <a:gd name="T42" fmla="*/ 36 w 717"/>
                      <a:gd name="T43" fmla="*/ 628 h 756"/>
                      <a:gd name="T44" fmla="*/ 37 w 717"/>
                      <a:gd name="T45" fmla="*/ 480 h 756"/>
                      <a:gd name="T46" fmla="*/ 38 w 717"/>
                      <a:gd name="T47" fmla="*/ 391 h 756"/>
                      <a:gd name="T48" fmla="*/ 36 w 717"/>
                      <a:gd name="T49" fmla="*/ 506 h 756"/>
                      <a:gd name="T50" fmla="*/ 38 w 717"/>
                      <a:gd name="T51" fmla="*/ 352 h 756"/>
                      <a:gd name="T52" fmla="*/ 39 w 717"/>
                      <a:gd name="T53" fmla="*/ 455 h 756"/>
                      <a:gd name="T54" fmla="*/ 41 w 717"/>
                      <a:gd name="T55" fmla="*/ 519 h 756"/>
                      <a:gd name="T56" fmla="*/ 43 w 717"/>
                      <a:gd name="T57" fmla="*/ 410 h 756"/>
                      <a:gd name="T58" fmla="*/ 44 w 717"/>
                      <a:gd name="T59" fmla="*/ 186 h 756"/>
                      <a:gd name="T60" fmla="*/ 45 w 717"/>
                      <a:gd name="T61" fmla="*/ 231 h 756"/>
                      <a:gd name="T62" fmla="*/ 48 w 717"/>
                      <a:gd name="T63" fmla="*/ 148 h 756"/>
                      <a:gd name="T64" fmla="*/ 48 w 717"/>
                      <a:gd name="T65" fmla="*/ 301 h 756"/>
                      <a:gd name="T66" fmla="*/ 48 w 717"/>
                      <a:gd name="T67" fmla="*/ 730 h 756"/>
                      <a:gd name="T68" fmla="*/ 54 w 717"/>
                      <a:gd name="T69" fmla="*/ 0 h 756"/>
                      <a:gd name="T70" fmla="*/ 54 w 717"/>
                      <a:gd name="T71" fmla="*/ 250 h 756"/>
                      <a:gd name="T72" fmla="*/ 55 w 717"/>
                      <a:gd name="T73" fmla="*/ 333 h 756"/>
                      <a:gd name="T74" fmla="*/ 57 w 717"/>
                      <a:gd name="T75" fmla="*/ 192 h 756"/>
                      <a:gd name="T76" fmla="*/ 59 w 717"/>
                      <a:gd name="T77" fmla="*/ 340 h 756"/>
                      <a:gd name="T78" fmla="*/ 58 w 717"/>
                      <a:gd name="T79" fmla="*/ 429 h 756"/>
                      <a:gd name="T80" fmla="*/ 60 w 717"/>
                      <a:gd name="T81" fmla="*/ 461 h 756"/>
                      <a:gd name="T82" fmla="*/ 0 60000 65536"/>
                      <a:gd name="T83" fmla="*/ 0 60000 65536"/>
                      <a:gd name="T84" fmla="*/ 0 60000 65536"/>
                      <a:gd name="T85" fmla="*/ 0 60000 65536"/>
                      <a:gd name="T86" fmla="*/ 0 60000 65536"/>
                      <a:gd name="T87" fmla="*/ 0 60000 65536"/>
                      <a:gd name="T88" fmla="*/ 0 60000 65536"/>
                      <a:gd name="T89" fmla="*/ 0 60000 65536"/>
                      <a:gd name="T90" fmla="*/ 0 60000 65536"/>
                      <a:gd name="T91" fmla="*/ 0 60000 65536"/>
                      <a:gd name="T92" fmla="*/ 0 60000 65536"/>
                      <a:gd name="T93" fmla="*/ 0 60000 65536"/>
                      <a:gd name="T94" fmla="*/ 0 60000 65536"/>
                      <a:gd name="T95" fmla="*/ 0 60000 65536"/>
                      <a:gd name="T96" fmla="*/ 0 60000 65536"/>
                      <a:gd name="T97" fmla="*/ 0 60000 65536"/>
                      <a:gd name="T98" fmla="*/ 0 60000 65536"/>
                      <a:gd name="T99" fmla="*/ 0 60000 65536"/>
                      <a:gd name="T100" fmla="*/ 0 60000 65536"/>
                      <a:gd name="T101" fmla="*/ 0 60000 65536"/>
                      <a:gd name="T102" fmla="*/ 0 60000 65536"/>
                      <a:gd name="T103" fmla="*/ 0 60000 65536"/>
                      <a:gd name="T104" fmla="*/ 0 60000 65536"/>
                      <a:gd name="T105" fmla="*/ 0 60000 65536"/>
                      <a:gd name="T106" fmla="*/ 0 60000 65536"/>
                      <a:gd name="T107" fmla="*/ 0 60000 65536"/>
                      <a:gd name="T108" fmla="*/ 0 60000 65536"/>
                      <a:gd name="T109" fmla="*/ 0 60000 65536"/>
                      <a:gd name="T110" fmla="*/ 0 60000 65536"/>
                      <a:gd name="T111" fmla="*/ 0 60000 65536"/>
                      <a:gd name="T112" fmla="*/ 0 60000 65536"/>
                      <a:gd name="T113" fmla="*/ 0 60000 65536"/>
                      <a:gd name="T114" fmla="*/ 0 60000 65536"/>
                      <a:gd name="T115" fmla="*/ 0 60000 65536"/>
                      <a:gd name="T116" fmla="*/ 0 60000 65536"/>
                      <a:gd name="T117" fmla="*/ 0 60000 65536"/>
                      <a:gd name="T118" fmla="*/ 0 60000 65536"/>
                      <a:gd name="T119" fmla="*/ 0 60000 65536"/>
                      <a:gd name="T120" fmla="*/ 0 60000 65536"/>
                      <a:gd name="T121" fmla="*/ 0 60000 65536"/>
                      <a:gd name="T122" fmla="*/ 0 60000 65536"/>
                      <a:gd name="T123" fmla="*/ 0 w 717"/>
                      <a:gd name="T124" fmla="*/ 0 h 756"/>
                      <a:gd name="T125" fmla="*/ 717 w 717"/>
                      <a:gd name="T126" fmla="*/ 756 h 756"/>
                    </a:gdLst>
                    <a:ahLst/>
                    <a:cxnLst>
                      <a:cxn ang="T82">
                        <a:pos x="T0" y="T1"/>
                      </a:cxn>
                      <a:cxn ang="T83">
                        <a:pos x="T2" y="T3"/>
                      </a:cxn>
                      <a:cxn ang="T84">
                        <a:pos x="T4" y="T5"/>
                      </a:cxn>
                      <a:cxn ang="T85">
                        <a:pos x="T6" y="T7"/>
                      </a:cxn>
                      <a:cxn ang="T86">
                        <a:pos x="T8" y="T9"/>
                      </a:cxn>
                      <a:cxn ang="T87">
                        <a:pos x="T10" y="T11"/>
                      </a:cxn>
                      <a:cxn ang="T88">
                        <a:pos x="T12" y="T13"/>
                      </a:cxn>
                      <a:cxn ang="T89">
                        <a:pos x="T14" y="T15"/>
                      </a:cxn>
                      <a:cxn ang="T90">
                        <a:pos x="T16" y="T17"/>
                      </a:cxn>
                      <a:cxn ang="T91">
                        <a:pos x="T18" y="T19"/>
                      </a:cxn>
                      <a:cxn ang="T92">
                        <a:pos x="T20" y="T21"/>
                      </a:cxn>
                      <a:cxn ang="T93">
                        <a:pos x="T22" y="T23"/>
                      </a:cxn>
                      <a:cxn ang="T94">
                        <a:pos x="T24" y="T25"/>
                      </a:cxn>
                      <a:cxn ang="T95">
                        <a:pos x="T26" y="T27"/>
                      </a:cxn>
                      <a:cxn ang="T96">
                        <a:pos x="T28" y="T29"/>
                      </a:cxn>
                      <a:cxn ang="T97">
                        <a:pos x="T30" y="T31"/>
                      </a:cxn>
                      <a:cxn ang="T98">
                        <a:pos x="T32" y="T33"/>
                      </a:cxn>
                      <a:cxn ang="T99">
                        <a:pos x="T34" y="T35"/>
                      </a:cxn>
                      <a:cxn ang="T100">
                        <a:pos x="T36" y="T37"/>
                      </a:cxn>
                      <a:cxn ang="T101">
                        <a:pos x="T38" y="T39"/>
                      </a:cxn>
                      <a:cxn ang="T102">
                        <a:pos x="T40" y="T41"/>
                      </a:cxn>
                      <a:cxn ang="T103">
                        <a:pos x="T42" y="T43"/>
                      </a:cxn>
                      <a:cxn ang="T104">
                        <a:pos x="T44" y="T45"/>
                      </a:cxn>
                      <a:cxn ang="T105">
                        <a:pos x="T46" y="T47"/>
                      </a:cxn>
                      <a:cxn ang="T106">
                        <a:pos x="T48" y="T49"/>
                      </a:cxn>
                      <a:cxn ang="T107">
                        <a:pos x="T50" y="T51"/>
                      </a:cxn>
                      <a:cxn ang="T108">
                        <a:pos x="T52" y="T53"/>
                      </a:cxn>
                      <a:cxn ang="T109">
                        <a:pos x="T54" y="T55"/>
                      </a:cxn>
                      <a:cxn ang="T110">
                        <a:pos x="T56" y="T57"/>
                      </a:cxn>
                      <a:cxn ang="T111">
                        <a:pos x="T58" y="T59"/>
                      </a:cxn>
                      <a:cxn ang="T112">
                        <a:pos x="T60" y="T61"/>
                      </a:cxn>
                      <a:cxn ang="T113">
                        <a:pos x="T62" y="T63"/>
                      </a:cxn>
                      <a:cxn ang="T114">
                        <a:pos x="T64" y="T65"/>
                      </a:cxn>
                      <a:cxn ang="T115">
                        <a:pos x="T66" y="T67"/>
                      </a:cxn>
                      <a:cxn ang="T116">
                        <a:pos x="T68" y="T69"/>
                      </a:cxn>
                      <a:cxn ang="T117">
                        <a:pos x="T70" y="T71"/>
                      </a:cxn>
                      <a:cxn ang="T118">
                        <a:pos x="T72" y="T73"/>
                      </a:cxn>
                      <a:cxn ang="T119">
                        <a:pos x="T74" y="T75"/>
                      </a:cxn>
                      <a:cxn ang="T120">
                        <a:pos x="T76" y="T77"/>
                      </a:cxn>
                      <a:cxn ang="T121">
                        <a:pos x="T78" y="T79"/>
                      </a:cxn>
                      <a:cxn ang="T122">
                        <a:pos x="T80" y="T81"/>
                      </a:cxn>
                    </a:cxnLst>
                    <a:rect l="T123" t="T124" r="T125" b="T126"/>
                    <a:pathLst>
                      <a:path w="717" h="756">
                        <a:moveTo>
                          <a:pt x="0" y="756"/>
                        </a:moveTo>
                        <a:lnTo>
                          <a:pt x="52" y="167"/>
                        </a:lnTo>
                        <a:lnTo>
                          <a:pt x="64" y="384"/>
                        </a:lnTo>
                        <a:lnTo>
                          <a:pt x="90" y="103"/>
                        </a:lnTo>
                        <a:lnTo>
                          <a:pt x="116" y="519"/>
                        </a:lnTo>
                        <a:lnTo>
                          <a:pt x="135" y="487"/>
                        </a:lnTo>
                        <a:lnTo>
                          <a:pt x="135" y="359"/>
                        </a:lnTo>
                        <a:lnTo>
                          <a:pt x="167" y="71"/>
                        </a:lnTo>
                        <a:lnTo>
                          <a:pt x="192" y="244"/>
                        </a:lnTo>
                        <a:lnTo>
                          <a:pt x="205" y="96"/>
                        </a:lnTo>
                        <a:lnTo>
                          <a:pt x="218" y="615"/>
                        </a:lnTo>
                        <a:lnTo>
                          <a:pt x="244" y="397"/>
                        </a:lnTo>
                        <a:lnTo>
                          <a:pt x="282" y="519"/>
                        </a:lnTo>
                        <a:lnTo>
                          <a:pt x="308" y="308"/>
                        </a:lnTo>
                        <a:lnTo>
                          <a:pt x="333" y="442"/>
                        </a:lnTo>
                        <a:lnTo>
                          <a:pt x="346" y="352"/>
                        </a:lnTo>
                        <a:lnTo>
                          <a:pt x="365" y="384"/>
                        </a:lnTo>
                        <a:lnTo>
                          <a:pt x="378" y="135"/>
                        </a:lnTo>
                        <a:lnTo>
                          <a:pt x="391" y="301"/>
                        </a:lnTo>
                        <a:lnTo>
                          <a:pt x="384" y="519"/>
                        </a:lnTo>
                        <a:lnTo>
                          <a:pt x="404" y="679"/>
                        </a:lnTo>
                        <a:lnTo>
                          <a:pt x="429" y="628"/>
                        </a:lnTo>
                        <a:lnTo>
                          <a:pt x="442" y="480"/>
                        </a:lnTo>
                        <a:lnTo>
                          <a:pt x="455" y="391"/>
                        </a:lnTo>
                        <a:lnTo>
                          <a:pt x="436" y="506"/>
                        </a:lnTo>
                        <a:lnTo>
                          <a:pt x="461" y="352"/>
                        </a:lnTo>
                        <a:lnTo>
                          <a:pt x="474" y="455"/>
                        </a:lnTo>
                        <a:lnTo>
                          <a:pt x="493" y="519"/>
                        </a:lnTo>
                        <a:lnTo>
                          <a:pt x="512" y="410"/>
                        </a:lnTo>
                        <a:lnTo>
                          <a:pt x="532" y="186"/>
                        </a:lnTo>
                        <a:lnTo>
                          <a:pt x="544" y="231"/>
                        </a:lnTo>
                        <a:lnTo>
                          <a:pt x="570" y="148"/>
                        </a:lnTo>
                        <a:lnTo>
                          <a:pt x="576" y="301"/>
                        </a:lnTo>
                        <a:lnTo>
                          <a:pt x="576" y="730"/>
                        </a:lnTo>
                        <a:lnTo>
                          <a:pt x="647" y="0"/>
                        </a:lnTo>
                        <a:lnTo>
                          <a:pt x="647" y="250"/>
                        </a:lnTo>
                        <a:lnTo>
                          <a:pt x="660" y="333"/>
                        </a:lnTo>
                        <a:lnTo>
                          <a:pt x="685" y="192"/>
                        </a:lnTo>
                        <a:lnTo>
                          <a:pt x="711" y="340"/>
                        </a:lnTo>
                        <a:lnTo>
                          <a:pt x="698" y="429"/>
                        </a:lnTo>
                        <a:lnTo>
                          <a:pt x="717" y="461"/>
                        </a:lnTo>
                      </a:path>
                    </a:pathLst>
                  </a:custGeom>
                  <a:noFill/>
                  <a:ln w="9525">
                    <a:solidFill>
                      <a:srgbClr val="FF0000"/>
                    </a:solidFill>
                    <a:round/>
                    <a:headEnd/>
                    <a:tailEnd/>
                  </a:ln>
                </p:spPr>
                <p:txBody>
                  <a:bodyPr/>
                  <a:lstStyle/>
                  <a:p>
                    <a:endParaRPr lang="en-GB" sz="1600"/>
                  </a:p>
                </p:txBody>
              </p:sp>
            </p:grpSp>
          </p:grpSp>
        </p:grpSp>
      </p:grpSp>
      <p:sp>
        <p:nvSpPr>
          <p:cNvPr id="14341" name="AutoShape 411"/>
          <p:cNvSpPr>
            <a:spLocks noChangeArrowheads="1"/>
          </p:cNvSpPr>
          <p:nvPr/>
        </p:nvSpPr>
        <p:spPr bwMode="auto">
          <a:xfrm>
            <a:off x="468313" y="3429000"/>
            <a:ext cx="5543550" cy="2376488"/>
          </a:xfrm>
          <a:prstGeom prst="rtTriangle">
            <a:avLst/>
          </a:prstGeom>
          <a:solidFill>
            <a:srgbClr val="FF0000"/>
          </a:solidFill>
          <a:ln w="9525" algn="ctr">
            <a:solidFill>
              <a:srgbClr val="FF5050"/>
            </a:solidFill>
            <a:miter lim="800000"/>
            <a:headEnd/>
            <a:tailEnd/>
          </a:ln>
        </p:spPr>
        <p:txBody>
          <a:bodyPr wrap="none" anchor="ctr"/>
          <a:lstStyle/>
          <a:p>
            <a:endParaRPr lang="en-US" sz="1600"/>
          </a:p>
        </p:txBody>
      </p:sp>
      <p:grpSp>
        <p:nvGrpSpPr>
          <p:cNvPr id="14747" name="Group 220"/>
          <p:cNvGrpSpPr>
            <a:grpSpLocks/>
          </p:cNvGrpSpPr>
          <p:nvPr/>
        </p:nvGrpSpPr>
        <p:grpSpPr bwMode="auto">
          <a:xfrm rot="1371606">
            <a:off x="249238" y="4449763"/>
            <a:ext cx="6048375" cy="257175"/>
            <a:chOff x="521" y="1842"/>
            <a:chExt cx="4944" cy="173"/>
          </a:xfrm>
        </p:grpSpPr>
        <p:grpSp>
          <p:nvGrpSpPr>
            <p:cNvPr id="14748" name="Group 221"/>
            <p:cNvGrpSpPr>
              <a:grpSpLocks/>
            </p:cNvGrpSpPr>
            <p:nvPr/>
          </p:nvGrpSpPr>
          <p:grpSpPr bwMode="auto">
            <a:xfrm>
              <a:off x="521" y="1842"/>
              <a:ext cx="525" cy="173"/>
              <a:chOff x="3404" y="1080"/>
              <a:chExt cx="1755" cy="819"/>
            </a:xfrm>
          </p:grpSpPr>
          <p:grpSp>
            <p:nvGrpSpPr>
              <p:cNvPr id="14749" name="Group 222"/>
              <p:cNvGrpSpPr>
                <a:grpSpLocks/>
              </p:cNvGrpSpPr>
              <p:nvPr/>
            </p:nvGrpSpPr>
            <p:grpSpPr bwMode="auto">
              <a:xfrm>
                <a:off x="3404" y="1080"/>
                <a:ext cx="590" cy="801"/>
                <a:chOff x="3462" y="1100"/>
                <a:chExt cx="1549" cy="801"/>
              </a:xfrm>
            </p:grpSpPr>
            <p:sp>
              <p:nvSpPr>
                <p:cNvPr id="14540" name="Freeform 223"/>
                <p:cNvSpPr>
                  <a:spLocks/>
                </p:cNvSpPr>
                <p:nvPr/>
              </p:nvSpPr>
              <p:spPr bwMode="auto">
                <a:xfrm>
                  <a:off x="3462" y="1126"/>
                  <a:ext cx="313" cy="756"/>
                </a:xfrm>
                <a:custGeom>
                  <a:avLst/>
                  <a:gdLst>
                    <a:gd name="T0" fmla="*/ 0 w 717"/>
                    <a:gd name="T1" fmla="*/ 756 h 756"/>
                    <a:gd name="T2" fmla="*/ 4 w 717"/>
                    <a:gd name="T3" fmla="*/ 167 h 756"/>
                    <a:gd name="T4" fmla="*/ 5 w 717"/>
                    <a:gd name="T5" fmla="*/ 384 h 756"/>
                    <a:gd name="T6" fmla="*/ 7 w 717"/>
                    <a:gd name="T7" fmla="*/ 103 h 756"/>
                    <a:gd name="T8" fmla="*/ 10 w 717"/>
                    <a:gd name="T9" fmla="*/ 519 h 756"/>
                    <a:gd name="T10" fmla="*/ 11 w 717"/>
                    <a:gd name="T11" fmla="*/ 487 h 756"/>
                    <a:gd name="T12" fmla="*/ 11 w 717"/>
                    <a:gd name="T13" fmla="*/ 359 h 756"/>
                    <a:gd name="T14" fmla="*/ 14 w 717"/>
                    <a:gd name="T15" fmla="*/ 71 h 756"/>
                    <a:gd name="T16" fmla="*/ 16 w 717"/>
                    <a:gd name="T17" fmla="*/ 244 h 756"/>
                    <a:gd name="T18" fmla="*/ 17 w 717"/>
                    <a:gd name="T19" fmla="*/ 96 h 756"/>
                    <a:gd name="T20" fmla="*/ 18 w 717"/>
                    <a:gd name="T21" fmla="*/ 615 h 756"/>
                    <a:gd name="T22" fmla="*/ 21 w 717"/>
                    <a:gd name="T23" fmla="*/ 397 h 756"/>
                    <a:gd name="T24" fmla="*/ 24 w 717"/>
                    <a:gd name="T25" fmla="*/ 519 h 756"/>
                    <a:gd name="T26" fmla="*/ 25 w 717"/>
                    <a:gd name="T27" fmla="*/ 308 h 756"/>
                    <a:gd name="T28" fmla="*/ 28 w 717"/>
                    <a:gd name="T29" fmla="*/ 442 h 756"/>
                    <a:gd name="T30" fmla="*/ 29 w 717"/>
                    <a:gd name="T31" fmla="*/ 352 h 756"/>
                    <a:gd name="T32" fmla="*/ 30 w 717"/>
                    <a:gd name="T33" fmla="*/ 384 h 756"/>
                    <a:gd name="T34" fmla="*/ 31 w 717"/>
                    <a:gd name="T35" fmla="*/ 135 h 756"/>
                    <a:gd name="T36" fmla="*/ 33 w 717"/>
                    <a:gd name="T37" fmla="*/ 301 h 756"/>
                    <a:gd name="T38" fmla="*/ 32 w 717"/>
                    <a:gd name="T39" fmla="*/ 519 h 756"/>
                    <a:gd name="T40" fmla="*/ 34 w 717"/>
                    <a:gd name="T41" fmla="*/ 679 h 756"/>
                    <a:gd name="T42" fmla="*/ 36 w 717"/>
                    <a:gd name="T43" fmla="*/ 628 h 756"/>
                    <a:gd name="T44" fmla="*/ 37 w 717"/>
                    <a:gd name="T45" fmla="*/ 480 h 756"/>
                    <a:gd name="T46" fmla="*/ 38 w 717"/>
                    <a:gd name="T47" fmla="*/ 391 h 756"/>
                    <a:gd name="T48" fmla="*/ 36 w 717"/>
                    <a:gd name="T49" fmla="*/ 506 h 756"/>
                    <a:gd name="T50" fmla="*/ 38 w 717"/>
                    <a:gd name="T51" fmla="*/ 352 h 756"/>
                    <a:gd name="T52" fmla="*/ 39 w 717"/>
                    <a:gd name="T53" fmla="*/ 455 h 756"/>
                    <a:gd name="T54" fmla="*/ 41 w 717"/>
                    <a:gd name="T55" fmla="*/ 519 h 756"/>
                    <a:gd name="T56" fmla="*/ 43 w 717"/>
                    <a:gd name="T57" fmla="*/ 410 h 756"/>
                    <a:gd name="T58" fmla="*/ 44 w 717"/>
                    <a:gd name="T59" fmla="*/ 186 h 756"/>
                    <a:gd name="T60" fmla="*/ 45 w 717"/>
                    <a:gd name="T61" fmla="*/ 231 h 756"/>
                    <a:gd name="T62" fmla="*/ 48 w 717"/>
                    <a:gd name="T63" fmla="*/ 148 h 756"/>
                    <a:gd name="T64" fmla="*/ 48 w 717"/>
                    <a:gd name="T65" fmla="*/ 301 h 756"/>
                    <a:gd name="T66" fmla="*/ 48 w 717"/>
                    <a:gd name="T67" fmla="*/ 730 h 756"/>
                    <a:gd name="T68" fmla="*/ 54 w 717"/>
                    <a:gd name="T69" fmla="*/ 0 h 756"/>
                    <a:gd name="T70" fmla="*/ 54 w 717"/>
                    <a:gd name="T71" fmla="*/ 250 h 756"/>
                    <a:gd name="T72" fmla="*/ 55 w 717"/>
                    <a:gd name="T73" fmla="*/ 333 h 756"/>
                    <a:gd name="T74" fmla="*/ 57 w 717"/>
                    <a:gd name="T75" fmla="*/ 192 h 756"/>
                    <a:gd name="T76" fmla="*/ 59 w 717"/>
                    <a:gd name="T77" fmla="*/ 340 h 756"/>
                    <a:gd name="T78" fmla="*/ 58 w 717"/>
                    <a:gd name="T79" fmla="*/ 429 h 756"/>
                    <a:gd name="T80" fmla="*/ 60 w 717"/>
                    <a:gd name="T81" fmla="*/ 461 h 756"/>
                    <a:gd name="T82" fmla="*/ 0 60000 65536"/>
                    <a:gd name="T83" fmla="*/ 0 60000 65536"/>
                    <a:gd name="T84" fmla="*/ 0 60000 65536"/>
                    <a:gd name="T85" fmla="*/ 0 60000 65536"/>
                    <a:gd name="T86" fmla="*/ 0 60000 65536"/>
                    <a:gd name="T87" fmla="*/ 0 60000 65536"/>
                    <a:gd name="T88" fmla="*/ 0 60000 65536"/>
                    <a:gd name="T89" fmla="*/ 0 60000 65536"/>
                    <a:gd name="T90" fmla="*/ 0 60000 65536"/>
                    <a:gd name="T91" fmla="*/ 0 60000 65536"/>
                    <a:gd name="T92" fmla="*/ 0 60000 65536"/>
                    <a:gd name="T93" fmla="*/ 0 60000 65536"/>
                    <a:gd name="T94" fmla="*/ 0 60000 65536"/>
                    <a:gd name="T95" fmla="*/ 0 60000 65536"/>
                    <a:gd name="T96" fmla="*/ 0 60000 65536"/>
                    <a:gd name="T97" fmla="*/ 0 60000 65536"/>
                    <a:gd name="T98" fmla="*/ 0 60000 65536"/>
                    <a:gd name="T99" fmla="*/ 0 60000 65536"/>
                    <a:gd name="T100" fmla="*/ 0 60000 65536"/>
                    <a:gd name="T101" fmla="*/ 0 60000 65536"/>
                    <a:gd name="T102" fmla="*/ 0 60000 65536"/>
                    <a:gd name="T103" fmla="*/ 0 60000 65536"/>
                    <a:gd name="T104" fmla="*/ 0 60000 65536"/>
                    <a:gd name="T105" fmla="*/ 0 60000 65536"/>
                    <a:gd name="T106" fmla="*/ 0 60000 65536"/>
                    <a:gd name="T107" fmla="*/ 0 60000 65536"/>
                    <a:gd name="T108" fmla="*/ 0 60000 65536"/>
                    <a:gd name="T109" fmla="*/ 0 60000 65536"/>
                    <a:gd name="T110" fmla="*/ 0 60000 65536"/>
                    <a:gd name="T111" fmla="*/ 0 60000 65536"/>
                    <a:gd name="T112" fmla="*/ 0 60000 65536"/>
                    <a:gd name="T113" fmla="*/ 0 60000 65536"/>
                    <a:gd name="T114" fmla="*/ 0 60000 65536"/>
                    <a:gd name="T115" fmla="*/ 0 60000 65536"/>
                    <a:gd name="T116" fmla="*/ 0 60000 65536"/>
                    <a:gd name="T117" fmla="*/ 0 60000 65536"/>
                    <a:gd name="T118" fmla="*/ 0 60000 65536"/>
                    <a:gd name="T119" fmla="*/ 0 60000 65536"/>
                    <a:gd name="T120" fmla="*/ 0 60000 65536"/>
                    <a:gd name="T121" fmla="*/ 0 60000 65536"/>
                    <a:gd name="T122" fmla="*/ 0 60000 65536"/>
                    <a:gd name="T123" fmla="*/ 0 w 717"/>
                    <a:gd name="T124" fmla="*/ 0 h 756"/>
                    <a:gd name="T125" fmla="*/ 717 w 717"/>
                    <a:gd name="T126" fmla="*/ 756 h 756"/>
                  </a:gdLst>
                  <a:ahLst/>
                  <a:cxnLst>
                    <a:cxn ang="T82">
                      <a:pos x="T0" y="T1"/>
                    </a:cxn>
                    <a:cxn ang="T83">
                      <a:pos x="T2" y="T3"/>
                    </a:cxn>
                    <a:cxn ang="T84">
                      <a:pos x="T4" y="T5"/>
                    </a:cxn>
                    <a:cxn ang="T85">
                      <a:pos x="T6" y="T7"/>
                    </a:cxn>
                    <a:cxn ang="T86">
                      <a:pos x="T8" y="T9"/>
                    </a:cxn>
                    <a:cxn ang="T87">
                      <a:pos x="T10" y="T11"/>
                    </a:cxn>
                    <a:cxn ang="T88">
                      <a:pos x="T12" y="T13"/>
                    </a:cxn>
                    <a:cxn ang="T89">
                      <a:pos x="T14" y="T15"/>
                    </a:cxn>
                    <a:cxn ang="T90">
                      <a:pos x="T16" y="T17"/>
                    </a:cxn>
                    <a:cxn ang="T91">
                      <a:pos x="T18" y="T19"/>
                    </a:cxn>
                    <a:cxn ang="T92">
                      <a:pos x="T20" y="T21"/>
                    </a:cxn>
                    <a:cxn ang="T93">
                      <a:pos x="T22" y="T23"/>
                    </a:cxn>
                    <a:cxn ang="T94">
                      <a:pos x="T24" y="T25"/>
                    </a:cxn>
                    <a:cxn ang="T95">
                      <a:pos x="T26" y="T27"/>
                    </a:cxn>
                    <a:cxn ang="T96">
                      <a:pos x="T28" y="T29"/>
                    </a:cxn>
                    <a:cxn ang="T97">
                      <a:pos x="T30" y="T31"/>
                    </a:cxn>
                    <a:cxn ang="T98">
                      <a:pos x="T32" y="T33"/>
                    </a:cxn>
                    <a:cxn ang="T99">
                      <a:pos x="T34" y="T35"/>
                    </a:cxn>
                    <a:cxn ang="T100">
                      <a:pos x="T36" y="T37"/>
                    </a:cxn>
                    <a:cxn ang="T101">
                      <a:pos x="T38" y="T39"/>
                    </a:cxn>
                    <a:cxn ang="T102">
                      <a:pos x="T40" y="T41"/>
                    </a:cxn>
                    <a:cxn ang="T103">
                      <a:pos x="T42" y="T43"/>
                    </a:cxn>
                    <a:cxn ang="T104">
                      <a:pos x="T44" y="T45"/>
                    </a:cxn>
                    <a:cxn ang="T105">
                      <a:pos x="T46" y="T47"/>
                    </a:cxn>
                    <a:cxn ang="T106">
                      <a:pos x="T48" y="T49"/>
                    </a:cxn>
                    <a:cxn ang="T107">
                      <a:pos x="T50" y="T51"/>
                    </a:cxn>
                    <a:cxn ang="T108">
                      <a:pos x="T52" y="T53"/>
                    </a:cxn>
                    <a:cxn ang="T109">
                      <a:pos x="T54" y="T55"/>
                    </a:cxn>
                    <a:cxn ang="T110">
                      <a:pos x="T56" y="T57"/>
                    </a:cxn>
                    <a:cxn ang="T111">
                      <a:pos x="T58" y="T59"/>
                    </a:cxn>
                    <a:cxn ang="T112">
                      <a:pos x="T60" y="T61"/>
                    </a:cxn>
                    <a:cxn ang="T113">
                      <a:pos x="T62" y="T63"/>
                    </a:cxn>
                    <a:cxn ang="T114">
                      <a:pos x="T64" y="T65"/>
                    </a:cxn>
                    <a:cxn ang="T115">
                      <a:pos x="T66" y="T67"/>
                    </a:cxn>
                    <a:cxn ang="T116">
                      <a:pos x="T68" y="T69"/>
                    </a:cxn>
                    <a:cxn ang="T117">
                      <a:pos x="T70" y="T71"/>
                    </a:cxn>
                    <a:cxn ang="T118">
                      <a:pos x="T72" y="T73"/>
                    </a:cxn>
                    <a:cxn ang="T119">
                      <a:pos x="T74" y="T75"/>
                    </a:cxn>
                    <a:cxn ang="T120">
                      <a:pos x="T76" y="T77"/>
                    </a:cxn>
                    <a:cxn ang="T121">
                      <a:pos x="T78" y="T79"/>
                    </a:cxn>
                    <a:cxn ang="T122">
                      <a:pos x="T80" y="T81"/>
                    </a:cxn>
                  </a:cxnLst>
                  <a:rect l="T123" t="T124" r="T125" b="T126"/>
                  <a:pathLst>
                    <a:path w="717" h="756">
                      <a:moveTo>
                        <a:pt x="0" y="756"/>
                      </a:moveTo>
                      <a:lnTo>
                        <a:pt x="52" y="167"/>
                      </a:lnTo>
                      <a:lnTo>
                        <a:pt x="64" y="384"/>
                      </a:lnTo>
                      <a:lnTo>
                        <a:pt x="90" y="103"/>
                      </a:lnTo>
                      <a:lnTo>
                        <a:pt x="116" y="519"/>
                      </a:lnTo>
                      <a:lnTo>
                        <a:pt x="135" y="487"/>
                      </a:lnTo>
                      <a:lnTo>
                        <a:pt x="135" y="359"/>
                      </a:lnTo>
                      <a:lnTo>
                        <a:pt x="167" y="71"/>
                      </a:lnTo>
                      <a:lnTo>
                        <a:pt x="192" y="244"/>
                      </a:lnTo>
                      <a:lnTo>
                        <a:pt x="205" y="96"/>
                      </a:lnTo>
                      <a:lnTo>
                        <a:pt x="218" y="615"/>
                      </a:lnTo>
                      <a:lnTo>
                        <a:pt x="244" y="397"/>
                      </a:lnTo>
                      <a:lnTo>
                        <a:pt x="282" y="519"/>
                      </a:lnTo>
                      <a:lnTo>
                        <a:pt x="308" y="308"/>
                      </a:lnTo>
                      <a:lnTo>
                        <a:pt x="333" y="442"/>
                      </a:lnTo>
                      <a:lnTo>
                        <a:pt x="346" y="352"/>
                      </a:lnTo>
                      <a:lnTo>
                        <a:pt x="365" y="384"/>
                      </a:lnTo>
                      <a:lnTo>
                        <a:pt x="378" y="135"/>
                      </a:lnTo>
                      <a:lnTo>
                        <a:pt x="391" y="301"/>
                      </a:lnTo>
                      <a:lnTo>
                        <a:pt x="384" y="519"/>
                      </a:lnTo>
                      <a:lnTo>
                        <a:pt x="404" y="679"/>
                      </a:lnTo>
                      <a:lnTo>
                        <a:pt x="429" y="628"/>
                      </a:lnTo>
                      <a:lnTo>
                        <a:pt x="442" y="480"/>
                      </a:lnTo>
                      <a:lnTo>
                        <a:pt x="455" y="391"/>
                      </a:lnTo>
                      <a:lnTo>
                        <a:pt x="436" y="506"/>
                      </a:lnTo>
                      <a:lnTo>
                        <a:pt x="461" y="352"/>
                      </a:lnTo>
                      <a:lnTo>
                        <a:pt x="474" y="455"/>
                      </a:lnTo>
                      <a:lnTo>
                        <a:pt x="493" y="519"/>
                      </a:lnTo>
                      <a:lnTo>
                        <a:pt x="512" y="410"/>
                      </a:lnTo>
                      <a:lnTo>
                        <a:pt x="532" y="186"/>
                      </a:lnTo>
                      <a:lnTo>
                        <a:pt x="544" y="231"/>
                      </a:lnTo>
                      <a:lnTo>
                        <a:pt x="570" y="148"/>
                      </a:lnTo>
                      <a:lnTo>
                        <a:pt x="576" y="301"/>
                      </a:lnTo>
                      <a:lnTo>
                        <a:pt x="576" y="730"/>
                      </a:lnTo>
                      <a:lnTo>
                        <a:pt x="647" y="0"/>
                      </a:lnTo>
                      <a:lnTo>
                        <a:pt x="647" y="250"/>
                      </a:lnTo>
                      <a:lnTo>
                        <a:pt x="660" y="333"/>
                      </a:lnTo>
                      <a:lnTo>
                        <a:pt x="685" y="192"/>
                      </a:lnTo>
                      <a:lnTo>
                        <a:pt x="711" y="340"/>
                      </a:lnTo>
                      <a:lnTo>
                        <a:pt x="698" y="429"/>
                      </a:lnTo>
                      <a:lnTo>
                        <a:pt x="717" y="461"/>
                      </a:lnTo>
                    </a:path>
                  </a:pathLst>
                </a:custGeom>
                <a:noFill/>
                <a:ln w="9525">
                  <a:solidFill>
                    <a:srgbClr val="FF0000"/>
                  </a:solidFill>
                  <a:round/>
                  <a:headEnd/>
                  <a:tailEnd/>
                </a:ln>
              </p:spPr>
              <p:txBody>
                <a:bodyPr/>
                <a:lstStyle/>
                <a:p>
                  <a:endParaRPr lang="en-GB" sz="1600"/>
                </a:p>
              </p:txBody>
            </p:sp>
            <p:sp>
              <p:nvSpPr>
                <p:cNvPr id="14541" name="Freeform 224"/>
                <p:cNvSpPr>
                  <a:spLocks/>
                </p:cNvSpPr>
                <p:nvPr/>
              </p:nvSpPr>
              <p:spPr bwMode="auto">
                <a:xfrm flipH="1" flipV="1">
                  <a:off x="3770" y="1145"/>
                  <a:ext cx="313" cy="756"/>
                </a:xfrm>
                <a:custGeom>
                  <a:avLst/>
                  <a:gdLst>
                    <a:gd name="T0" fmla="*/ 0 w 717"/>
                    <a:gd name="T1" fmla="*/ 756 h 756"/>
                    <a:gd name="T2" fmla="*/ 4 w 717"/>
                    <a:gd name="T3" fmla="*/ 167 h 756"/>
                    <a:gd name="T4" fmla="*/ 5 w 717"/>
                    <a:gd name="T5" fmla="*/ 384 h 756"/>
                    <a:gd name="T6" fmla="*/ 7 w 717"/>
                    <a:gd name="T7" fmla="*/ 103 h 756"/>
                    <a:gd name="T8" fmla="*/ 10 w 717"/>
                    <a:gd name="T9" fmla="*/ 519 h 756"/>
                    <a:gd name="T10" fmla="*/ 11 w 717"/>
                    <a:gd name="T11" fmla="*/ 487 h 756"/>
                    <a:gd name="T12" fmla="*/ 11 w 717"/>
                    <a:gd name="T13" fmla="*/ 359 h 756"/>
                    <a:gd name="T14" fmla="*/ 14 w 717"/>
                    <a:gd name="T15" fmla="*/ 71 h 756"/>
                    <a:gd name="T16" fmla="*/ 16 w 717"/>
                    <a:gd name="T17" fmla="*/ 244 h 756"/>
                    <a:gd name="T18" fmla="*/ 17 w 717"/>
                    <a:gd name="T19" fmla="*/ 96 h 756"/>
                    <a:gd name="T20" fmla="*/ 18 w 717"/>
                    <a:gd name="T21" fmla="*/ 615 h 756"/>
                    <a:gd name="T22" fmla="*/ 21 w 717"/>
                    <a:gd name="T23" fmla="*/ 397 h 756"/>
                    <a:gd name="T24" fmla="*/ 24 w 717"/>
                    <a:gd name="T25" fmla="*/ 519 h 756"/>
                    <a:gd name="T26" fmla="*/ 25 w 717"/>
                    <a:gd name="T27" fmla="*/ 308 h 756"/>
                    <a:gd name="T28" fmla="*/ 28 w 717"/>
                    <a:gd name="T29" fmla="*/ 442 h 756"/>
                    <a:gd name="T30" fmla="*/ 29 w 717"/>
                    <a:gd name="T31" fmla="*/ 352 h 756"/>
                    <a:gd name="T32" fmla="*/ 30 w 717"/>
                    <a:gd name="T33" fmla="*/ 384 h 756"/>
                    <a:gd name="T34" fmla="*/ 31 w 717"/>
                    <a:gd name="T35" fmla="*/ 135 h 756"/>
                    <a:gd name="T36" fmla="*/ 33 w 717"/>
                    <a:gd name="T37" fmla="*/ 301 h 756"/>
                    <a:gd name="T38" fmla="*/ 32 w 717"/>
                    <a:gd name="T39" fmla="*/ 519 h 756"/>
                    <a:gd name="T40" fmla="*/ 34 w 717"/>
                    <a:gd name="T41" fmla="*/ 679 h 756"/>
                    <a:gd name="T42" fmla="*/ 36 w 717"/>
                    <a:gd name="T43" fmla="*/ 628 h 756"/>
                    <a:gd name="T44" fmla="*/ 37 w 717"/>
                    <a:gd name="T45" fmla="*/ 480 h 756"/>
                    <a:gd name="T46" fmla="*/ 38 w 717"/>
                    <a:gd name="T47" fmla="*/ 391 h 756"/>
                    <a:gd name="T48" fmla="*/ 36 w 717"/>
                    <a:gd name="T49" fmla="*/ 506 h 756"/>
                    <a:gd name="T50" fmla="*/ 38 w 717"/>
                    <a:gd name="T51" fmla="*/ 352 h 756"/>
                    <a:gd name="T52" fmla="*/ 39 w 717"/>
                    <a:gd name="T53" fmla="*/ 455 h 756"/>
                    <a:gd name="T54" fmla="*/ 41 w 717"/>
                    <a:gd name="T55" fmla="*/ 519 h 756"/>
                    <a:gd name="T56" fmla="*/ 43 w 717"/>
                    <a:gd name="T57" fmla="*/ 410 h 756"/>
                    <a:gd name="T58" fmla="*/ 44 w 717"/>
                    <a:gd name="T59" fmla="*/ 186 h 756"/>
                    <a:gd name="T60" fmla="*/ 45 w 717"/>
                    <a:gd name="T61" fmla="*/ 231 h 756"/>
                    <a:gd name="T62" fmla="*/ 48 w 717"/>
                    <a:gd name="T63" fmla="*/ 148 h 756"/>
                    <a:gd name="T64" fmla="*/ 48 w 717"/>
                    <a:gd name="T65" fmla="*/ 301 h 756"/>
                    <a:gd name="T66" fmla="*/ 48 w 717"/>
                    <a:gd name="T67" fmla="*/ 730 h 756"/>
                    <a:gd name="T68" fmla="*/ 54 w 717"/>
                    <a:gd name="T69" fmla="*/ 0 h 756"/>
                    <a:gd name="T70" fmla="*/ 54 w 717"/>
                    <a:gd name="T71" fmla="*/ 250 h 756"/>
                    <a:gd name="T72" fmla="*/ 55 w 717"/>
                    <a:gd name="T73" fmla="*/ 333 h 756"/>
                    <a:gd name="T74" fmla="*/ 57 w 717"/>
                    <a:gd name="T75" fmla="*/ 192 h 756"/>
                    <a:gd name="T76" fmla="*/ 59 w 717"/>
                    <a:gd name="T77" fmla="*/ 340 h 756"/>
                    <a:gd name="T78" fmla="*/ 58 w 717"/>
                    <a:gd name="T79" fmla="*/ 429 h 756"/>
                    <a:gd name="T80" fmla="*/ 60 w 717"/>
                    <a:gd name="T81" fmla="*/ 461 h 756"/>
                    <a:gd name="T82" fmla="*/ 0 60000 65536"/>
                    <a:gd name="T83" fmla="*/ 0 60000 65536"/>
                    <a:gd name="T84" fmla="*/ 0 60000 65536"/>
                    <a:gd name="T85" fmla="*/ 0 60000 65536"/>
                    <a:gd name="T86" fmla="*/ 0 60000 65536"/>
                    <a:gd name="T87" fmla="*/ 0 60000 65536"/>
                    <a:gd name="T88" fmla="*/ 0 60000 65536"/>
                    <a:gd name="T89" fmla="*/ 0 60000 65536"/>
                    <a:gd name="T90" fmla="*/ 0 60000 65536"/>
                    <a:gd name="T91" fmla="*/ 0 60000 65536"/>
                    <a:gd name="T92" fmla="*/ 0 60000 65536"/>
                    <a:gd name="T93" fmla="*/ 0 60000 65536"/>
                    <a:gd name="T94" fmla="*/ 0 60000 65536"/>
                    <a:gd name="T95" fmla="*/ 0 60000 65536"/>
                    <a:gd name="T96" fmla="*/ 0 60000 65536"/>
                    <a:gd name="T97" fmla="*/ 0 60000 65536"/>
                    <a:gd name="T98" fmla="*/ 0 60000 65536"/>
                    <a:gd name="T99" fmla="*/ 0 60000 65536"/>
                    <a:gd name="T100" fmla="*/ 0 60000 65536"/>
                    <a:gd name="T101" fmla="*/ 0 60000 65536"/>
                    <a:gd name="T102" fmla="*/ 0 60000 65536"/>
                    <a:gd name="T103" fmla="*/ 0 60000 65536"/>
                    <a:gd name="T104" fmla="*/ 0 60000 65536"/>
                    <a:gd name="T105" fmla="*/ 0 60000 65536"/>
                    <a:gd name="T106" fmla="*/ 0 60000 65536"/>
                    <a:gd name="T107" fmla="*/ 0 60000 65536"/>
                    <a:gd name="T108" fmla="*/ 0 60000 65536"/>
                    <a:gd name="T109" fmla="*/ 0 60000 65536"/>
                    <a:gd name="T110" fmla="*/ 0 60000 65536"/>
                    <a:gd name="T111" fmla="*/ 0 60000 65536"/>
                    <a:gd name="T112" fmla="*/ 0 60000 65536"/>
                    <a:gd name="T113" fmla="*/ 0 60000 65536"/>
                    <a:gd name="T114" fmla="*/ 0 60000 65536"/>
                    <a:gd name="T115" fmla="*/ 0 60000 65536"/>
                    <a:gd name="T116" fmla="*/ 0 60000 65536"/>
                    <a:gd name="T117" fmla="*/ 0 60000 65536"/>
                    <a:gd name="T118" fmla="*/ 0 60000 65536"/>
                    <a:gd name="T119" fmla="*/ 0 60000 65536"/>
                    <a:gd name="T120" fmla="*/ 0 60000 65536"/>
                    <a:gd name="T121" fmla="*/ 0 60000 65536"/>
                    <a:gd name="T122" fmla="*/ 0 60000 65536"/>
                    <a:gd name="T123" fmla="*/ 0 w 717"/>
                    <a:gd name="T124" fmla="*/ 0 h 756"/>
                    <a:gd name="T125" fmla="*/ 717 w 717"/>
                    <a:gd name="T126" fmla="*/ 756 h 756"/>
                  </a:gdLst>
                  <a:ahLst/>
                  <a:cxnLst>
                    <a:cxn ang="T82">
                      <a:pos x="T0" y="T1"/>
                    </a:cxn>
                    <a:cxn ang="T83">
                      <a:pos x="T2" y="T3"/>
                    </a:cxn>
                    <a:cxn ang="T84">
                      <a:pos x="T4" y="T5"/>
                    </a:cxn>
                    <a:cxn ang="T85">
                      <a:pos x="T6" y="T7"/>
                    </a:cxn>
                    <a:cxn ang="T86">
                      <a:pos x="T8" y="T9"/>
                    </a:cxn>
                    <a:cxn ang="T87">
                      <a:pos x="T10" y="T11"/>
                    </a:cxn>
                    <a:cxn ang="T88">
                      <a:pos x="T12" y="T13"/>
                    </a:cxn>
                    <a:cxn ang="T89">
                      <a:pos x="T14" y="T15"/>
                    </a:cxn>
                    <a:cxn ang="T90">
                      <a:pos x="T16" y="T17"/>
                    </a:cxn>
                    <a:cxn ang="T91">
                      <a:pos x="T18" y="T19"/>
                    </a:cxn>
                    <a:cxn ang="T92">
                      <a:pos x="T20" y="T21"/>
                    </a:cxn>
                    <a:cxn ang="T93">
                      <a:pos x="T22" y="T23"/>
                    </a:cxn>
                    <a:cxn ang="T94">
                      <a:pos x="T24" y="T25"/>
                    </a:cxn>
                    <a:cxn ang="T95">
                      <a:pos x="T26" y="T27"/>
                    </a:cxn>
                    <a:cxn ang="T96">
                      <a:pos x="T28" y="T29"/>
                    </a:cxn>
                    <a:cxn ang="T97">
                      <a:pos x="T30" y="T31"/>
                    </a:cxn>
                    <a:cxn ang="T98">
                      <a:pos x="T32" y="T33"/>
                    </a:cxn>
                    <a:cxn ang="T99">
                      <a:pos x="T34" y="T35"/>
                    </a:cxn>
                    <a:cxn ang="T100">
                      <a:pos x="T36" y="T37"/>
                    </a:cxn>
                    <a:cxn ang="T101">
                      <a:pos x="T38" y="T39"/>
                    </a:cxn>
                    <a:cxn ang="T102">
                      <a:pos x="T40" y="T41"/>
                    </a:cxn>
                    <a:cxn ang="T103">
                      <a:pos x="T42" y="T43"/>
                    </a:cxn>
                    <a:cxn ang="T104">
                      <a:pos x="T44" y="T45"/>
                    </a:cxn>
                    <a:cxn ang="T105">
                      <a:pos x="T46" y="T47"/>
                    </a:cxn>
                    <a:cxn ang="T106">
                      <a:pos x="T48" y="T49"/>
                    </a:cxn>
                    <a:cxn ang="T107">
                      <a:pos x="T50" y="T51"/>
                    </a:cxn>
                    <a:cxn ang="T108">
                      <a:pos x="T52" y="T53"/>
                    </a:cxn>
                    <a:cxn ang="T109">
                      <a:pos x="T54" y="T55"/>
                    </a:cxn>
                    <a:cxn ang="T110">
                      <a:pos x="T56" y="T57"/>
                    </a:cxn>
                    <a:cxn ang="T111">
                      <a:pos x="T58" y="T59"/>
                    </a:cxn>
                    <a:cxn ang="T112">
                      <a:pos x="T60" y="T61"/>
                    </a:cxn>
                    <a:cxn ang="T113">
                      <a:pos x="T62" y="T63"/>
                    </a:cxn>
                    <a:cxn ang="T114">
                      <a:pos x="T64" y="T65"/>
                    </a:cxn>
                    <a:cxn ang="T115">
                      <a:pos x="T66" y="T67"/>
                    </a:cxn>
                    <a:cxn ang="T116">
                      <a:pos x="T68" y="T69"/>
                    </a:cxn>
                    <a:cxn ang="T117">
                      <a:pos x="T70" y="T71"/>
                    </a:cxn>
                    <a:cxn ang="T118">
                      <a:pos x="T72" y="T73"/>
                    </a:cxn>
                    <a:cxn ang="T119">
                      <a:pos x="T74" y="T75"/>
                    </a:cxn>
                    <a:cxn ang="T120">
                      <a:pos x="T76" y="T77"/>
                    </a:cxn>
                    <a:cxn ang="T121">
                      <a:pos x="T78" y="T79"/>
                    </a:cxn>
                    <a:cxn ang="T122">
                      <a:pos x="T80" y="T81"/>
                    </a:cxn>
                  </a:cxnLst>
                  <a:rect l="T123" t="T124" r="T125" b="T126"/>
                  <a:pathLst>
                    <a:path w="717" h="756">
                      <a:moveTo>
                        <a:pt x="0" y="756"/>
                      </a:moveTo>
                      <a:lnTo>
                        <a:pt x="52" y="167"/>
                      </a:lnTo>
                      <a:lnTo>
                        <a:pt x="64" y="384"/>
                      </a:lnTo>
                      <a:lnTo>
                        <a:pt x="90" y="103"/>
                      </a:lnTo>
                      <a:lnTo>
                        <a:pt x="116" y="519"/>
                      </a:lnTo>
                      <a:lnTo>
                        <a:pt x="135" y="487"/>
                      </a:lnTo>
                      <a:lnTo>
                        <a:pt x="135" y="359"/>
                      </a:lnTo>
                      <a:lnTo>
                        <a:pt x="167" y="71"/>
                      </a:lnTo>
                      <a:lnTo>
                        <a:pt x="192" y="244"/>
                      </a:lnTo>
                      <a:lnTo>
                        <a:pt x="205" y="96"/>
                      </a:lnTo>
                      <a:lnTo>
                        <a:pt x="218" y="615"/>
                      </a:lnTo>
                      <a:lnTo>
                        <a:pt x="244" y="397"/>
                      </a:lnTo>
                      <a:lnTo>
                        <a:pt x="282" y="519"/>
                      </a:lnTo>
                      <a:lnTo>
                        <a:pt x="308" y="308"/>
                      </a:lnTo>
                      <a:lnTo>
                        <a:pt x="333" y="442"/>
                      </a:lnTo>
                      <a:lnTo>
                        <a:pt x="346" y="352"/>
                      </a:lnTo>
                      <a:lnTo>
                        <a:pt x="365" y="384"/>
                      </a:lnTo>
                      <a:lnTo>
                        <a:pt x="378" y="135"/>
                      </a:lnTo>
                      <a:lnTo>
                        <a:pt x="391" y="301"/>
                      </a:lnTo>
                      <a:lnTo>
                        <a:pt x="384" y="519"/>
                      </a:lnTo>
                      <a:lnTo>
                        <a:pt x="404" y="679"/>
                      </a:lnTo>
                      <a:lnTo>
                        <a:pt x="429" y="628"/>
                      </a:lnTo>
                      <a:lnTo>
                        <a:pt x="442" y="480"/>
                      </a:lnTo>
                      <a:lnTo>
                        <a:pt x="455" y="391"/>
                      </a:lnTo>
                      <a:lnTo>
                        <a:pt x="436" y="506"/>
                      </a:lnTo>
                      <a:lnTo>
                        <a:pt x="461" y="352"/>
                      </a:lnTo>
                      <a:lnTo>
                        <a:pt x="474" y="455"/>
                      </a:lnTo>
                      <a:lnTo>
                        <a:pt x="493" y="519"/>
                      </a:lnTo>
                      <a:lnTo>
                        <a:pt x="512" y="410"/>
                      </a:lnTo>
                      <a:lnTo>
                        <a:pt x="532" y="186"/>
                      </a:lnTo>
                      <a:lnTo>
                        <a:pt x="544" y="231"/>
                      </a:lnTo>
                      <a:lnTo>
                        <a:pt x="570" y="148"/>
                      </a:lnTo>
                      <a:lnTo>
                        <a:pt x="576" y="301"/>
                      </a:lnTo>
                      <a:lnTo>
                        <a:pt x="576" y="730"/>
                      </a:lnTo>
                      <a:lnTo>
                        <a:pt x="647" y="0"/>
                      </a:lnTo>
                      <a:lnTo>
                        <a:pt x="647" y="250"/>
                      </a:lnTo>
                      <a:lnTo>
                        <a:pt x="660" y="333"/>
                      </a:lnTo>
                      <a:lnTo>
                        <a:pt x="685" y="192"/>
                      </a:lnTo>
                      <a:lnTo>
                        <a:pt x="711" y="340"/>
                      </a:lnTo>
                      <a:lnTo>
                        <a:pt x="698" y="429"/>
                      </a:lnTo>
                      <a:lnTo>
                        <a:pt x="717" y="461"/>
                      </a:lnTo>
                    </a:path>
                  </a:pathLst>
                </a:custGeom>
                <a:noFill/>
                <a:ln w="9525">
                  <a:solidFill>
                    <a:srgbClr val="FF0000"/>
                  </a:solidFill>
                  <a:round/>
                  <a:headEnd/>
                  <a:tailEnd/>
                </a:ln>
              </p:spPr>
              <p:txBody>
                <a:bodyPr/>
                <a:lstStyle/>
                <a:p>
                  <a:endParaRPr lang="en-GB" sz="1600"/>
                </a:p>
              </p:txBody>
            </p:sp>
            <p:sp>
              <p:nvSpPr>
                <p:cNvPr id="14542" name="Freeform 225"/>
                <p:cNvSpPr>
                  <a:spLocks/>
                </p:cNvSpPr>
                <p:nvPr/>
              </p:nvSpPr>
              <p:spPr bwMode="auto">
                <a:xfrm flipH="1">
                  <a:off x="4077" y="1119"/>
                  <a:ext cx="313" cy="756"/>
                </a:xfrm>
                <a:custGeom>
                  <a:avLst/>
                  <a:gdLst>
                    <a:gd name="T0" fmla="*/ 0 w 717"/>
                    <a:gd name="T1" fmla="*/ 756 h 756"/>
                    <a:gd name="T2" fmla="*/ 4 w 717"/>
                    <a:gd name="T3" fmla="*/ 167 h 756"/>
                    <a:gd name="T4" fmla="*/ 5 w 717"/>
                    <a:gd name="T5" fmla="*/ 384 h 756"/>
                    <a:gd name="T6" fmla="*/ 7 w 717"/>
                    <a:gd name="T7" fmla="*/ 103 h 756"/>
                    <a:gd name="T8" fmla="*/ 10 w 717"/>
                    <a:gd name="T9" fmla="*/ 519 h 756"/>
                    <a:gd name="T10" fmla="*/ 11 w 717"/>
                    <a:gd name="T11" fmla="*/ 487 h 756"/>
                    <a:gd name="T12" fmla="*/ 11 w 717"/>
                    <a:gd name="T13" fmla="*/ 359 h 756"/>
                    <a:gd name="T14" fmla="*/ 14 w 717"/>
                    <a:gd name="T15" fmla="*/ 71 h 756"/>
                    <a:gd name="T16" fmla="*/ 16 w 717"/>
                    <a:gd name="T17" fmla="*/ 244 h 756"/>
                    <a:gd name="T18" fmla="*/ 17 w 717"/>
                    <a:gd name="T19" fmla="*/ 96 h 756"/>
                    <a:gd name="T20" fmla="*/ 18 w 717"/>
                    <a:gd name="T21" fmla="*/ 615 h 756"/>
                    <a:gd name="T22" fmla="*/ 21 w 717"/>
                    <a:gd name="T23" fmla="*/ 397 h 756"/>
                    <a:gd name="T24" fmla="*/ 24 w 717"/>
                    <a:gd name="T25" fmla="*/ 519 h 756"/>
                    <a:gd name="T26" fmla="*/ 25 w 717"/>
                    <a:gd name="T27" fmla="*/ 308 h 756"/>
                    <a:gd name="T28" fmla="*/ 28 w 717"/>
                    <a:gd name="T29" fmla="*/ 442 h 756"/>
                    <a:gd name="T30" fmla="*/ 29 w 717"/>
                    <a:gd name="T31" fmla="*/ 352 h 756"/>
                    <a:gd name="T32" fmla="*/ 30 w 717"/>
                    <a:gd name="T33" fmla="*/ 384 h 756"/>
                    <a:gd name="T34" fmla="*/ 31 w 717"/>
                    <a:gd name="T35" fmla="*/ 135 h 756"/>
                    <a:gd name="T36" fmla="*/ 33 w 717"/>
                    <a:gd name="T37" fmla="*/ 301 h 756"/>
                    <a:gd name="T38" fmla="*/ 32 w 717"/>
                    <a:gd name="T39" fmla="*/ 519 h 756"/>
                    <a:gd name="T40" fmla="*/ 34 w 717"/>
                    <a:gd name="T41" fmla="*/ 679 h 756"/>
                    <a:gd name="T42" fmla="*/ 36 w 717"/>
                    <a:gd name="T43" fmla="*/ 628 h 756"/>
                    <a:gd name="T44" fmla="*/ 37 w 717"/>
                    <a:gd name="T45" fmla="*/ 480 h 756"/>
                    <a:gd name="T46" fmla="*/ 38 w 717"/>
                    <a:gd name="T47" fmla="*/ 391 h 756"/>
                    <a:gd name="T48" fmla="*/ 36 w 717"/>
                    <a:gd name="T49" fmla="*/ 506 h 756"/>
                    <a:gd name="T50" fmla="*/ 38 w 717"/>
                    <a:gd name="T51" fmla="*/ 352 h 756"/>
                    <a:gd name="T52" fmla="*/ 39 w 717"/>
                    <a:gd name="T53" fmla="*/ 455 h 756"/>
                    <a:gd name="T54" fmla="*/ 41 w 717"/>
                    <a:gd name="T55" fmla="*/ 519 h 756"/>
                    <a:gd name="T56" fmla="*/ 43 w 717"/>
                    <a:gd name="T57" fmla="*/ 410 h 756"/>
                    <a:gd name="T58" fmla="*/ 44 w 717"/>
                    <a:gd name="T59" fmla="*/ 186 h 756"/>
                    <a:gd name="T60" fmla="*/ 45 w 717"/>
                    <a:gd name="T61" fmla="*/ 231 h 756"/>
                    <a:gd name="T62" fmla="*/ 48 w 717"/>
                    <a:gd name="T63" fmla="*/ 148 h 756"/>
                    <a:gd name="T64" fmla="*/ 48 w 717"/>
                    <a:gd name="T65" fmla="*/ 301 h 756"/>
                    <a:gd name="T66" fmla="*/ 48 w 717"/>
                    <a:gd name="T67" fmla="*/ 730 h 756"/>
                    <a:gd name="T68" fmla="*/ 54 w 717"/>
                    <a:gd name="T69" fmla="*/ 0 h 756"/>
                    <a:gd name="T70" fmla="*/ 54 w 717"/>
                    <a:gd name="T71" fmla="*/ 250 h 756"/>
                    <a:gd name="T72" fmla="*/ 55 w 717"/>
                    <a:gd name="T73" fmla="*/ 333 h 756"/>
                    <a:gd name="T74" fmla="*/ 57 w 717"/>
                    <a:gd name="T75" fmla="*/ 192 h 756"/>
                    <a:gd name="T76" fmla="*/ 59 w 717"/>
                    <a:gd name="T77" fmla="*/ 340 h 756"/>
                    <a:gd name="T78" fmla="*/ 58 w 717"/>
                    <a:gd name="T79" fmla="*/ 429 h 756"/>
                    <a:gd name="T80" fmla="*/ 60 w 717"/>
                    <a:gd name="T81" fmla="*/ 461 h 756"/>
                    <a:gd name="T82" fmla="*/ 0 60000 65536"/>
                    <a:gd name="T83" fmla="*/ 0 60000 65536"/>
                    <a:gd name="T84" fmla="*/ 0 60000 65536"/>
                    <a:gd name="T85" fmla="*/ 0 60000 65536"/>
                    <a:gd name="T86" fmla="*/ 0 60000 65536"/>
                    <a:gd name="T87" fmla="*/ 0 60000 65536"/>
                    <a:gd name="T88" fmla="*/ 0 60000 65536"/>
                    <a:gd name="T89" fmla="*/ 0 60000 65536"/>
                    <a:gd name="T90" fmla="*/ 0 60000 65536"/>
                    <a:gd name="T91" fmla="*/ 0 60000 65536"/>
                    <a:gd name="T92" fmla="*/ 0 60000 65536"/>
                    <a:gd name="T93" fmla="*/ 0 60000 65536"/>
                    <a:gd name="T94" fmla="*/ 0 60000 65536"/>
                    <a:gd name="T95" fmla="*/ 0 60000 65536"/>
                    <a:gd name="T96" fmla="*/ 0 60000 65536"/>
                    <a:gd name="T97" fmla="*/ 0 60000 65536"/>
                    <a:gd name="T98" fmla="*/ 0 60000 65536"/>
                    <a:gd name="T99" fmla="*/ 0 60000 65536"/>
                    <a:gd name="T100" fmla="*/ 0 60000 65536"/>
                    <a:gd name="T101" fmla="*/ 0 60000 65536"/>
                    <a:gd name="T102" fmla="*/ 0 60000 65536"/>
                    <a:gd name="T103" fmla="*/ 0 60000 65536"/>
                    <a:gd name="T104" fmla="*/ 0 60000 65536"/>
                    <a:gd name="T105" fmla="*/ 0 60000 65536"/>
                    <a:gd name="T106" fmla="*/ 0 60000 65536"/>
                    <a:gd name="T107" fmla="*/ 0 60000 65536"/>
                    <a:gd name="T108" fmla="*/ 0 60000 65536"/>
                    <a:gd name="T109" fmla="*/ 0 60000 65536"/>
                    <a:gd name="T110" fmla="*/ 0 60000 65536"/>
                    <a:gd name="T111" fmla="*/ 0 60000 65536"/>
                    <a:gd name="T112" fmla="*/ 0 60000 65536"/>
                    <a:gd name="T113" fmla="*/ 0 60000 65536"/>
                    <a:gd name="T114" fmla="*/ 0 60000 65536"/>
                    <a:gd name="T115" fmla="*/ 0 60000 65536"/>
                    <a:gd name="T116" fmla="*/ 0 60000 65536"/>
                    <a:gd name="T117" fmla="*/ 0 60000 65536"/>
                    <a:gd name="T118" fmla="*/ 0 60000 65536"/>
                    <a:gd name="T119" fmla="*/ 0 60000 65536"/>
                    <a:gd name="T120" fmla="*/ 0 60000 65536"/>
                    <a:gd name="T121" fmla="*/ 0 60000 65536"/>
                    <a:gd name="T122" fmla="*/ 0 60000 65536"/>
                    <a:gd name="T123" fmla="*/ 0 w 717"/>
                    <a:gd name="T124" fmla="*/ 0 h 756"/>
                    <a:gd name="T125" fmla="*/ 717 w 717"/>
                    <a:gd name="T126" fmla="*/ 756 h 756"/>
                  </a:gdLst>
                  <a:ahLst/>
                  <a:cxnLst>
                    <a:cxn ang="T82">
                      <a:pos x="T0" y="T1"/>
                    </a:cxn>
                    <a:cxn ang="T83">
                      <a:pos x="T2" y="T3"/>
                    </a:cxn>
                    <a:cxn ang="T84">
                      <a:pos x="T4" y="T5"/>
                    </a:cxn>
                    <a:cxn ang="T85">
                      <a:pos x="T6" y="T7"/>
                    </a:cxn>
                    <a:cxn ang="T86">
                      <a:pos x="T8" y="T9"/>
                    </a:cxn>
                    <a:cxn ang="T87">
                      <a:pos x="T10" y="T11"/>
                    </a:cxn>
                    <a:cxn ang="T88">
                      <a:pos x="T12" y="T13"/>
                    </a:cxn>
                    <a:cxn ang="T89">
                      <a:pos x="T14" y="T15"/>
                    </a:cxn>
                    <a:cxn ang="T90">
                      <a:pos x="T16" y="T17"/>
                    </a:cxn>
                    <a:cxn ang="T91">
                      <a:pos x="T18" y="T19"/>
                    </a:cxn>
                    <a:cxn ang="T92">
                      <a:pos x="T20" y="T21"/>
                    </a:cxn>
                    <a:cxn ang="T93">
                      <a:pos x="T22" y="T23"/>
                    </a:cxn>
                    <a:cxn ang="T94">
                      <a:pos x="T24" y="T25"/>
                    </a:cxn>
                    <a:cxn ang="T95">
                      <a:pos x="T26" y="T27"/>
                    </a:cxn>
                    <a:cxn ang="T96">
                      <a:pos x="T28" y="T29"/>
                    </a:cxn>
                    <a:cxn ang="T97">
                      <a:pos x="T30" y="T31"/>
                    </a:cxn>
                    <a:cxn ang="T98">
                      <a:pos x="T32" y="T33"/>
                    </a:cxn>
                    <a:cxn ang="T99">
                      <a:pos x="T34" y="T35"/>
                    </a:cxn>
                    <a:cxn ang="T100">
                      <a:pos x="T36" y="T37"/>
                    </a:cxn>
                    <a:cxn ang="T101">
                      <a:pos x="T38" y="T39"/>
                    </a:cxn>
                    <a:cxn ang="T102">
                      <a:pos x="T40" y="T41"/>
                    </a:cxn>
                    <a:cxn ang="T103">
                      <a:pos x="T42" y="T43"/>
                    </a:cxn>
                    <a:cxn ang="T104">
                      <a:pos x="T44" y="T45"/>
                    </a:cxn>
                    <a:cxn ang="T105">
                      <a:pos x="T46" y="T47"/>
                    </a:cxn>
                    <a:cxn ang="T106">
                      <a:pos x="T48" y="T49"/>
                    </a:cxn>
                    <a:cxn ang="T107">
                      <a:pos x="T50" y="T51"/>
                    </a:cxn>
                    <a:cxn ang="T108">
                      <a:pos x="T52" y="T53"/>
                    </a:cxn>
                    <a:cxn ang="T109">
                      <a:pos x="T54" y="T55"/>
                    </a:cxn>
                    <a:cxn ang="T110">
                      <a:pos x="T56" y="T57"/>
                    </a:cxn>
                    <a:cxn ang="T111">
                      <a:pos x="T58" y="T59"/>
                    </a:cxn>
                    <a:cxn ang="T112">
                      <a:pos x="T60" y="T61"/>
                    </a:cxn>
                    <a:cxn ang="T113">
                      <a:pos x="T62" y="T63"/>
                    </a:cxn>
                    <a:cxn ang="T114">
                      <a:pos x="T64" y="T65"/>
                    </a:cxn>
                    <a:cxn ang="T115">
                      <a:pos x="T66" y="T67"/>
                    </a:cxn>
                    <a:cxn ang="T116">
                      <a:pos x="T68" y="T69"/>
                    </a:cxn>
                    <a:cxn ang="T117">
                      <a:pos x="T70" y="T71"/>
                    </a:cxn>
                    <a:cxn ang="T118">
                      <a:pos x="T72" y="T73"/>
                    </a:cxn>
                    <a:cxn ang="T119">
                      <a:pos x="T74" y="T75"/>
                    </a:cxn>
                    <a:cxn ang="T120">
                      <a:pos x="T76" y="T77"/>
                    </a:cxn>
                    <a:cxn ang="T121">
                      <a:pos x="T78" y="T79"/>
                    </a:cxn>
                    <a:cxn ang="T122">
                      <a:pos x="T80" y="T81"/>
                    </a:cxn>
                  </a:cxnLst>
                  <a:rect l="T123" t="T124" r="T125" b="T126"/>
                  <a:pathLst>
                    <a:path w="717" h="756">
                      <a:moveTo>
                        <a:pt x="0" y="756"/>
                      </a:moveTo>
                      <a:lnTo>
                        <a:pt x="52" y="167"/>
                      </a:lnTo>
                      <a:lnTo>
                        <a:pt x="64" y="384"/>
                      </a:lnTo>
                      <a:lnTo>
                        <a:pt x="90" y="103"/>
                      </a:lnTo>
                      <a:lnTo>
                        <a:pt x="116" y="519"/>
                      </a:lnTo>
                      <a:lnTo>
                        <a:pt x="135" y="487"/>
                      </a:lnTo>
                      <a:lnTo>
                        <a:pt x="135" y="359"/>
                      </a:lnTo>
                      <a:lnTo>
                        <a:pt x="167" y="71"/>
                      </a:lnTo>
                      <a:lnTo>
                        <a:pt x="192" y="244"/>
                      </a:lnTo>
                      <a:lnTo>
                        <a:pt x="205" y="96"/>
                      </a:lnTo>
                      <a:lnTo>
                        <a:pt x="218" y="615"/>
                      </a:lnTo>
                      <a:lnTo>
                        <a:pt x="244" y="397"/>
                      </a:lnTo>
                      <a:lnTo>
                        <a:pt x="282" y="519"/>
                      </a:lnTo>
                      <a:lnTo>
                        <a:pt x="308" y="308"/>
                      </a:lnTo>
                      <a:lnTo>
                        <a:pt x="333" y="442"/>
                      </a:lnTo>
                      <a:lnTo>
                        <a:pt x="346" y="352"/>
                      </a:lnTo>
                      <a:lnTo>
                        <a:pt x="365" y="384"/>
                      </a:lnTo>
                      <a:lnTo>
                        <a:pt x="378" y="135"/>
                      </a:lnTo>
                      <a:lnTo>
                        <a:pt x="391" y="301"/>
                      </a:lnTo>
                      <a:lnTo>
                        <a:pt x="384" y="519"/>
                      </a:lnTo>
                      <a:lnTo>
                        <a:pt x="404" y="679"/>
                      </a:lnTo>
                      <a:lnTo>
                        <a:pt x="429" y="628"/>
                      </a:lnTo>
                      <a:lnTo>
                        <a:pt x="442" y="480"/>
                      </a:lnTo>
                      <a:lnTo>
                        <a:pt x="455" y="391"/>
                      </a:lnTo>
                      <a:lnTo>
                        <a:pt x="436" y="506"/>
                      </a:lnTo>
                      <a:lnTo>
                        <a:pt x="461" y="352"/>
                      </a:lnTo>
                      <a:lnTo>
                        <a:pt x="474" y="455"/>
                      </a:lnTo>
                      <a:lnTo>
                        <a:pt x="493" y="519"/>
                      </a:lnTo>
                      <a:lnTo>
                        <a:pt x="512" y="410"/>
                      </a:lnTo>
                      <a:lnTo>
                        <a:pt x="532" y="186"/>
                      </a:lnTo>
                      <a:lnTo>
                        <a:pt x="544" y="231"/>
                      </a:lnTo>
                      <a:lnTo>
                        <a:pt x="570" y="148"/>
                      </a:lnTo>
                      <a:lnTo>
                        <a:pt x="576" y="301"/>
                      </a:lnTo>
                      <a:lnTo>
                        <a:pt x="576" y="730"/>
                      </a:lnTo>
                      <a:lnTo>
                        <a:pt x="647" y="0"/>
                      </a:lnTo>
                      <a:lnTo>
                        <a:pt x="647" y="250"/>
                      </a:lnTo>
                      <a:lnTo>
                        <a:pt x="660" y="333"/>
                      </a:lnTo>
                      <a:lnTo>
                        <a:pt x="685" y="192"/>
                      </a:lnTo>
                      <a:lnTo>
                        <a:pt x="711" y="340"/>
                      </a:lnTo>
                      <a:lnTo>
                        <a:pt x="698" y="429"/>
                      </a:lnTo>
                      <a:lnTo>
                        <a:pt x="717" y="461"/>
                      </a:lnTo>
                    </a:path>
                  </a:pathLst>
                </a:custGeom>
                <a:noFill/>
                <a:ln w="9525">
                  <a:solidFill>
                    <a:srgbClr val="FF0000"/>
                  </a:solidFill>
                  <a:round/>
                  <a:headEnd/>
                  <a:tailEnd/>
                </a:ln>
              </p:spPr>
              <p:txBody>
                <a:bodyPr/>
                <a:lstStyle/>
                <a:p>
                  <a:endParaRPr lang="en-GB" sz="1600"/>
                </a:p>
              </p:txBody>
            </p:sp>
            <p:sp>
              <p:nvSpPr>
                <p:cNvPr id="14543" name="Freeform 226"/>
                <p:cNvSpPr>
                  <a:spLocks/>
                </p:cNvSpPr>
                <p:nvPr/>
              </p:nvSpPr>
              <p:spPr bwMode="auto">
                <a:xfrm flipV="1">
                  <a:off x="4385" y="1138"/>
                  <a:ext cx="313" cy="756"/>
                </a:xfrm>
                <a:custGeom>
                  <a:avLst/>
                  <a:gdLst>
                    <a:gd name="T0" fmla="*/ 0 w 717"/>
                    <a:gd name="T1" fmla="*/ 756 h 756"/>
                    <a:gd name="T2" fmla="*/ 4 w 717"/>
                    <a:gd name="T3" fmla="*/ 167 h 756"/>
                    <a:gd name="T4" fmla="*/ 5 w 717"/>
                    <a:gd name="T5" fmla="*/ 384 h 756"/>
                    <a:gd name="T6" fmla="*/ 7 w 717"/>
                    <a:gd name="T7" fmla="*/ 103 h 756"/>
                    <a:gd name="T8" fmla="*/ 10 w 717"/>
                    <a:gd name="T9" fmla="*/ 519 h 756"/>
                    <a:gd name="T10" fmla="*/ 11 w 717"/>
                    <a:gd name="T11" fmla="*/ 487 h 756"/>
                    <a:gd name="T12" fmla="*/ 11 w 717"/>
                    <a:gd name="T13" fmla="*/ 359 h 756"/>
                    <a:gd name="T14" fmla="*/ 14 w 717"/>
                    <a:gd name="T15" fmla="*/ 71 h 756"/>
                    <a:gd name="T16" fmla="*/ 16 w 717"/>
                    <a:gd name="T17" fmla="*/ 244 h 756"/>
                    <a:gd name="T18" fmla="*/ 17 w 717"/>
                    <a:gd name="T19" fmla="*/ 96 h 756"/>
                    <a:gd name="T20" fmla="*/ 18 w 717"/>
                    <a:gd name="T21" fmla="*/ 615 h 756"/>
                    <a:gd name="T22" fmla="*/ 21 w 717"/>
                    <a:gd name="T23" fmla="*/ 397 h 756"/>
                    <a:gd name="T24" fmla="*/ 24 w 717"/>
                    <a:gd name="T25" fmla="*/ 519 h 756"/>
                    <a:gd name="T26" fmla="*/ 25 w 717"/>
                    <a:gd name="T27" fmla="*/ 308 h 756"/>
                    <a:gd name="T28" fmla="*/ 28 w 717"/>
                    <a:gd name="T29" fmla="*/ 442 h 756"/>
                    <a:gd name="T30" fmla="*/ 29 w 717"/>
                    <a:gd name="T31" fmla="*/ 352 h 756"/>
                    <a:gd name="T32" fmla="*/ 30 w 717"/>
                    <a:gd name="T33" fmla="*/ 384 h 756"/>
                    <a:gd name="T34" fmla="*/ 31 w 717"/>
                    <a:gd name="T35" fmla="*/ 135 h 756"/>
                    <a:gd name="T36" fmla="*/ 33 w 717"/>
                    <a:gd name="T37" fmla="*/ 301 h 756"/>
                    <a:gd name="T38" fmla="*/ 32 w 717"/>
                    <a:gd name="T39" fmla="*/ 519 h 756"/>
                    <a:gd name="T40" fmla="*/ 34 w 717"/>
                    <a:gd name="T41" fmla="*/ 679 h 756"/>
                    <a:gd name="T42" fmla="*/ 36 w 717"/>
                    <a:gd name="T43" fmla="*/ 628 h 756"/>
                    <a:gd name="T44" fmla="*/ 37 w 717"/>
                    <a:gd name="T45" fmla="*/ 480 h 756"/>
                    <a:gd name="T46" fmla="*/ 38 w 717"/>
                    <a:gd name="T47" fmla="*/ 391 h 756"/>
                    <a:gd name="T48" fmla="*/ 36 w 717"/>
                    <a:gd name="T49" fmla="*/ 506 h 756"/>
                    <a:gd name="T50" fmla="*/ 38 w 717"/>
                    <a:gd name="T51" fmla="*/ 352 h 756"/>
                    <a:gd name="T52" fmla="*/ 39 w 717"/>
                    <a:gd name="T53" fmla="*/ 455 h 756"/>
                    <a:gd name="T54" fmla="*/ 41 w 717"/>
                    <a:gd name="T55" fmla="*/ 519 h 756"/>
                    <a:gd name="T56" fmla="*/ 43 w 717"/>
                    <a:gd name="T57" fmla="*/ 410 h 756"/>
                    <a:gd name="T58" fmla="*/ 44 w 717"/>
                    <a:gd name="T59" fmla="*/ 186 h 756"/>
                    <a:gd name="T60" fmla="*/ 45 w 717"/>
                    <a:gd name="T61" fmla="*/ 231 h 756"/>
                    <a:gd name="T62" fmla="*/ 48 w 717"/>
                    <a:gd name="T63" fmla="*/ 148 h 756"/>
                    <a:gd name="T64" fmla="*/ 48 w 717"/>
                    <a:gd name="T65" fmla="*/ 301 h 756"/>
                    <a:gd name="T66" fmla="*/ 48 w 717"/>
                    <a:gd name="T67" fmla="*/ 730 h 756"/>
                    <a:gd name="T68" fmla="*/ 54 w 717"/>
                    <a:gd name="T69" fmla="*/ 0 h 756"/>
                    <a:gd name="T70" fmla="*/ 54 w 717"/>
                    <a:gd name="T71" fmla="*/ 250 h 756"/>
                    <a:gd name="T72" fmla="*/ 55 w 717"/>
                    <a:gd name="T73" fmla="*/ 333 h 756"/>
                    <a:gd name="T74" fmla="*/ 57 w 717"/>
                    <a:gd name="T75" fmla="*/ 192 h 756"/>
                    <a:gd name="T76" fmla="*/ 59 w 717"/>
                    <a:gd name="T77" fmla="*/ 340 h 756"/>
                    <a:gd name="T78" fmla="*/ 58 w 717"/>
                    <a:gd name="T79" fmla="*/ 429 h 756"/>
                    <a:gd name="T80" fmla="*/ 60 w 717"/>
                    <a:gd name="T81" fmla="*/ 461 h 756"/>
                    <a:gd name="T82" fmla="*/ 0 60000 65536"/>
                    <a:gd name="T83" fmla="*/ 0 60000 65536"/>
                    <a:gd name="T84" fmla="*/ 0 60000 65536"/>
                    <a:gd name="T85" fmla="*/ 0 60000 65536"/>
                    <a:gd name="T86" fmla="*/ 0 60000 65536"/>
                    <a:gd name="T87" fmla="*/ 0 60000 65536"/>
                    <a:gd name="T88" fmla="*/ 0 60000 65536"/>
                    <a:gd name="T89" fmla="*/ 0 60000 65536"/>
                    <a:gd name="T90" fmla="*/ 0 60000 65536"/>
                    <a:gd name="T91" fmla="*/ 0 60000 65536"/>
                    <a:gd name="T92" fmla="*/ 0 60000 65536"/>
                    <a:gd name="T93" fmla="*/ 0 60000 65536"/>
                    <a:gd name="T94" fmla="*/ 0 60000 65536"/>
                    <a:gd name="T95" fmla="*/ 0 60000 65536"/>
                    <a:gd name="T96" fmla="*/ 0 60000 65536"/>
                    <a:gd name="T97" fmla="*/ 0 60000 65536"/>
                    <a:gd name="T98" fmla="*/ 0 60000 65536"/>
                    <a:gd name="T99" fmla="*/ 0 60000 65536"/>
                    <a:gd name="T100" fmla="*/ 0 60000 65536"/>
                    <a:gd name="T101" fmla="*/ 0 60000 65536"/>
                    <a:gd name="T102" fmla="*/ 0 60000 65536"/>
                    <a:gd name="T103" fmla="*/ 0 60000 65536"/>
                    <a:gd name="T104" fmla="*/ 0 60000 65536"/>
                    <a:gd name="T105" fmla="*/ 0 60000 65536"/>
                    <a:gd name="T106" fmla="*/ 0 60000 65536"/>
                    <a:gd name="T107" fmla="*/ 0 60000 65536"/>
                    <a:gd name="T108" fmla="*/ 0 60000 65536"/>
                    <a:gd name="T109" fmla="*/ 0 60000 65536"/>
                    <a:gd name="T110" fmla="*/ 0 60000 65536"/>
                    <a:gd name="T111" fmla="*/ 0 60000 65536"/>
                    <a:gd name="T112" fmla="*/ 0 60000 65536"/>
                    <a:gd name="T113" fmla="*/ 0 60000 65536"/>
                    <a:gd name="T114" fmla="*/ 0 60000 65536"/>
                    <a:gd name="T115" fmla="*/ 0 60000 65536"/>
                    <a:gd name="T116" fmla="*/ 0 60000 65536"/>
                    <a:gd name="T117" fmla="*/ 0 60000 65536"/>
                    <a:gd name="T118" fmla="*/ 0 60000 65536"/>
                    <a:gd name="T119" fmla="*/ 0 60000 65536"/>
                    <a:gd name="T120" fmla="*/ 0 60000 65536"/>
                    <a:gd name="T121" fmla="*/ 0 60000 65536"/>
                    <a:gd name="T122" fmla="*/ 0 60000 65536"/>
                    <a:gd name="T123" fmla="*/ 0 w 717"/>
                    <a:gd name="T124" fmla="*/ 0 h 756"/>
                    <a:gd name="T125" fmla="*/ 717 w 717"/>
                    <a:gd name="T126" fmla="*/ 756 h 756"/>
                  </a:gdLst>
                  <a:ahLst/>
                  <a:cxnLst>
                    <a:cxn ang="T82">
                      <a:pos x="T0" y="T1"/>
                    </a:cxn>
                    <a:cxn ang="T83">
                      <a:pos x="T2" y="T3"/>
                    </a:cxn>
                    <a:cxn ang="T84">
                      <a:pos x="T4" y="T5"/>
                    </a:cxn>
                    <a:cxn ang="T85">
                      <a:pos x="T6" y="T7"/>
                    </a:cxn>
                    <a:cxn ang="T86">
                      <a:pos x="T8" y="T9"/>
                    </a:cxn>
                    <a:cxn ang="T87">
                      <a:pos x="T10" y="T11"/>
                    </a:cxn>
                    <a:cxn ang="T88">
                      <a:pos x="T12" y="T13"/>
                    </a:cxn>
                    <a:cxn ang="T89">
                      <a:pos x="T14" y="T15"/>
                    </a:cxn>
                    <a:cxn ang="T90">
                      <a:pos x="T16" y="T17"/>
                    </a:cxn>
                    <a:cxn ang="T91">
                      <a:pos x="T18" y="T19"/>
                    </a:cxn>
                    <a:cxn ang="T92">
                      <a:pos x="T20" y="T21"/>
                    </a:cxn>
                    <a:cxn ang="T93">
                      <a:pos x="T22" y="T23"/>
                    </a:cxn>
                    <a:cxn ang="T94">
                      <a:pos x="T24" y="T25"/>
                    </a:cxn>
                    <a:cxn ang="T95">
                      <a:pos x="T26" y="T27"/>
                    </a:cxn>
                    <a:cxn ang="T96">
                      <a:pos x="T28" y="T29"/>
                    </a:cxn>
                    <a:cxn ang="T97">
                      <a:pos x="T30" y="T31"/>
                    </a:cxn>
                    <a:cxn ang="T98">
                      <a:pos x="T32" y="T33"/>
                    </a:cxn>
                    <a:cxn ang="T99">
                      <a:pos x="T34" y="T35"/>
                    </a:cxn>
                    <a:cxn ang="T100">
                      <a:pos x="T36" y="T37"/>
                    </a:cxn>
                    <a:cxn ang="T101">
                      <a:pos x="T38" y="T39"/>
                    </a:cxn>
                    <a:cxn ang="T102">
                      <a:pos x="T40" y="T41"/>
                    </a:cxn>
                    <a:cxn ang="T103">
                      <a:pos x="T42" y="T43"/>
                    </a:cxn>
                    <a:cxn ang="T104">
                      <a:pos x="T44" y="T45"/>
                    </a:cxn>
                    <a:cxn ang="T105">
                      <a:pos x="T46" y="T47"/>
                    </a:cxn>
                    <a:cxn ang="T106">
                      <a:pos x="T48" y="T49"/>
                    </a:cxn>
                    <a:cxn ang="T107">
                      <a:pos x="T50" y="T51"/>
                    </a:cxn>
                    <a:cxn ang="T108">
                      <a:pos x="T52" y="T53"/>
                    </a:cxn>
                    <a:cxn ang="T109">
                      <a:pos x="T54" y="T55"/>
                    </a:cxn>
                    <a:cxn ang="T110">
                      <a:pos x="T56" y="T57"/>
                    </a:cxn>
                    <a:cxn ang="T111">
                      <a:pos x="T58" y="T59"/>
                    </a:cxn>
                    <a:cxn ang="T112">
                      <a:pos x="T60" y="T61"/>
                    </a:cxn>
                    <a:cxn ang="T113">
                      <a:pos x="T62" y="T63"/>
                    </a:cxn>
                    <a:cxn ang="T114">
                      <a:pos x="T64" y="T65"/>
                    </a:cxn>
                    <a:cxn ang="T115">
                      <a:pos x="T66" y="T67"/>
                    </a:cxn>
                    <a:cxn ang="T116">
                      <a:pos x="T68" y="T69"/>
                    </a:cxn>
                    <a:cxn ang="T117">
                      <a:pos x="T70" y="T71"/>
                    </a:cxn>
                    <a:cxn ang="T118">
                      <a:pos x="T72" y="T73"/>
                    </a:cxn>
                    <a:cxn ang="T119">
                      <a:pos x="T74" y="T75"/>
                    </a:cxn>
                    <a:cxn ang="T120">
                      <a:pos x="T76" y="T77"/>
                    </a:cxn>
                    <a:cxn ang="T121">
                      <a:pos x="T78" y="T79"/>
                    </a:cxn>
                    <a:cxn ang="T122">
                      <a:pos x="T80" y="T81"/>
                    </a:cxn>
                  </a:cxnLst>
                  <a:rect l="T123" t="T124" r="T125" b="T126"/>
                  <a:pathLst>
                    <a:path w="717" h="756">
                      <a:moveTo>
                        <a:pt x="0" y="756"/>
                      </a:moveTo>
                      <a:lnTo>
                        <a:pt x="52" y="167"/>
                      </a:lnTo>
                      <a:lnTo>
                        <a:pt x="64" y="384"/>
                      </a:lnTo>
                      <a:lnTo>
                        <a:pt x="90" y="103"/>
                      </a:lnTo>
                      <a:lnTo>
                        <a:pt x="116" y="519"/>
                      </a:lnTo>
                      <a:lnTo>
                        <a:pt x="135" y="487"/>
                      </a:lnTo>
                      <a:lnTo>
                        <a:pt x="135" y="359"/>
                      </a:lnTo>
                      <a:lnTo>
                        <a:pt x="167" y="71"/>
                      </a:lnTo>
                      <a:lnTo>
                        <a:pt x="192" y="244"/>
                      </a:lnTo>
                      <a:lnTo>
                        <a:pt x="205" y="96"/>
                      </a:lnTo>
                      <a:lnTo>
                        <a:pt x="218" y="615"/>
                      </a:lnTo>
                      <a:lnTo>
                        <a:pt x="244" y="397"/>
                      </a:lnTo>
                      <a:lnTo>
                        <a:pt x="282" y="519"/>
                      </a:lnTo>
                      <a:lnTo>
                        <a:pt x="308" y="308"/>
                      </a:lnTo>
                      <a:lnTo>
                        <a:pt x="333" y="442"/>
                      </a:lnTo>
                      <a:lnTo>
                        <a:pt x="346" y="352"/>
                      </a:lnTo>
                      <a:lnTo>
                        <a:pt x="365" y="384"/>
                      </a:lnTo>
                      <a:lnTo>
                        <a:pt x="378" y="135"/>
                      </a:lnTo>
                      <a:lnTo>
                        <a:pt x="391" y="301"/>
                      </a:lnTo>
                      <a:lnTo>
                        <a:pt x="384" y="519"/>
                      </a:lnTo>
                      <a:lnTo>
                        <a:pt x="404" y="679"/>
                      </a:lnTo>
                      <a:lnTo>
                        <a:pt x="429" y="628"/>
                      </a:lnTo>
                      <a:lnTo>
                        <a:pt x="442" y="480"/>
                      </a:lnTo>
                      <a:lnTo>
                        <a:pt x="455" y="391"/>
                      </a:lnTo>
                      <a:lnTo>
                        <a:pt x="436" y="506"/>
                      </a:lnTo>
                      <a:lnTo>
                        <a:pt x="461" y="352"/>
                      </a:lnTo>
                      <a:lnTo>
                        <a:pt x="474" y="455"/>
                      </a:lnTo>
                      <a:lnTo>
                        <a:pt x="493" y="519"/>
                      </a:lnTo>
                      <a:lnTo>
                        <a:pt x="512" y="410"/>
                      </a:lnTo>
                      <a:lnTo>
                        <a:pt x="532" y="186"/>
                      </a:lnTo>
                      <a:lnTo>
                        <a:pt x="544" y="231"/>
                      </a:lnTo>
                      <a:lnTo>
                        <a:pt x="570" y="148"/>
                      </a:lnTo>
                      <a:lnTo>
                        <a:pt x="576" y="301"/>
                      </a:lnTo>
                      <a:lnTo>
                        <a:pt x="576" y="730"/>
                      </a:lnTo>
                      <a:lnTo>
                        <a:pt x="647" y="0"/>
                      </a:lnTo>
                      <a:lnTo>
                        <a:pt x="647" y="250"/>
                      </a:lnTo>
                      <a:lnTo>
                        <a:pt x="660" y="333"/>
                      </a:lnTo>
                      <a:lnTo>
                        <a:pt x="685" y="192"/>
                      </a:lnTo>
                      <a:lnTo>
                        <a:pt x="711" y="340"/>
                      </a:lnTo>
                      <a:lnTo>
                        <a:pt x="698" y="429"/>
                      </a:lnTo>
                      <a:lnTo>
                        <a:pt x="717" y="461"/>
                      </a:lnTo>
                    </a:path>
                  </a:pathLst>
                </a:custGeom>
                <a:noFill/>
                <a:ln w="9525">
                  <a:solidFill>
                    <a:srgbClr val="FF0000"/>
                  </a:solidFill>
                  <a:round/>
                  <a:headEnd/>
                  <a:tailEnd/>
                </a:ln>
              </p:spPr>
              <p:txBody>
                <a:bodyPr/>
                <a:lstStyle/>
                <a:p>
                  <a:endParaRPr lang="en-GB" sz="1600"/>
                </a:p>
              </p:txBody>
            </p:sp>
            <p:sp>
              <p:nvSpPr>
                <p:cNvPr id="14544" name="Freeform 227"/>
                <p:cNvSpPr>
                  <a:spLocks/>
                </p:cNvSpPr>
                <p:nvPr/>
              </p:nvSpPr>
              <p:spPr bwMode="auto">
                <a:xfrm flipH="1">
                  <a:off x="4698" y="1100"/>
                  <a:ext cx="313" cy="756"/>
                </a:xfrm>
                <a:custGeom>
                  <a:avLst/>
                  <a:gdLst>
                    <a:gd name="T0" fmla="*/ 0 w 717"/>
                    <a:gd name="T1" fmla="*/ 756 h 756"/>
                    <a:gd name="T2" fmla="*/ 4 w 717"/>
                    <a:gd name="T3" fmla="*/ 167 h 756"/>
                    <a:gd name="T4" fmla="*/ 5 w 717"/>
                    <a:gd name="T5" fmla="*/ 384 h 756"/>
                    <a:gd name="T6" fmla="*/ 7 w 717"/>
                    <a:gd name="T7" fmla="*/ 103 h 756"/>
                    <a:gd name="T8" fmla="*/ 10 w 717"/>
                    <a:gd name="T9" fmla="*/ 519 h 756"/>
                    <a:gd name="T10" fmla="*/ 11 w 717"/>
                    <a:gd name="T11" fmla="*/ 487 h 756"/>
                    <a:gd name="T12" fmla="*/ 11 w 717"/>
                    <a:gd name="T13" fmla="*/ 359 h 756"/>
                    <a:gd name="T14" fmla="*/ 14 w 717"/>
                    <a:gd name="T15" fmla="*/ 71 h 756"/>
                    <a:gd name="T16" fmla="*/ 16 w 717"/>
                    <a:gd name="T17" fmla="*/ 244 h 756"/>
                    <a:gd name="T18" fmla="*/ 17 w 717"/>
                    <a:gd name="T19" fmla="*/ 96 h 756"/>
                    <a:gd name="T20" fmla="*/ 18 w 717"/>
                    <a:gd name="T21" fmla="*/ 615 h 756"/>
                    <a:gd name="T22" fmla="*/ 21 w 717"/>
                    <a:gd name="T23" fmla="*/ 397 h 756"/>
                    <a:gd name="T24" fmla="*/ 24 w 717"/>
                    <a:gd name="T25" fmla="*/ 519 h 756"/>
                    <a:gd name="T26" fmla="*/ 25 w 717"/>
                    <a:gd name="T27" fmla="*/ 308 h 756"/>
                    <a:gd name="T28" fmla="*/ 28 w 717"/>
                    <a:gd name="T29" fmla="*/ 442 h 756"/>
                    <a:gd name="T30" fmla="*/ 29 w 717"/>
                    <a:gd name="T31" fmla="*/ 352 h 756"/>
                    <a:gd name="T32" fmla="*/ 30 w 717"/>
                    <a:gd name="T33" fmla="*/ 384 h 756"/>
                    <a:gd name="T34" fmla="*/ 31 w 717"/>
                    <a:gd name="T35" fmla="*/ 135 h 756"/>
                    <a:gd name="T36" fmla="*/ 33 w 717"/>
                    <a:gd name="T37" fmla="*/ 301 h 756"/>
                    <a:gd name="T38" fmla="*/ 32 w 717"/>
                    <a:gd name="T39" fmla="*/ 519 h 756"/>
                    <a:gd name="T40" fmla="*/ 34 w 717"/>
                    <a:gd name="T41" fmla="*/ 679 h 756"/>
                    <a:gd name="T42" fmla="*/ 36 w 717"/>
                    <a:gd name="T43" fmla="*/ 628 h 756"/>
                    <a:gd name="T44" fmla="*/ 37 w 717"/>
                    <a:gd name="T45" fmla="*/ 480 h 756"/>
                    <a:gd name="T46" fmla="*/ 38 w 717"/>
                    <a:gd name="T47" fmla="*/ 391 h 756"/>
                    <a:gd name="T48" fmla="*/ 36 w 717"/>
                    <a:gd name="T49" fmla="*/ 506 h 756"/>
                    <a:gd name="T50" fmla="*/ 38 w 717"/>
                    <a:gd name="T51" fmla="*/ 352 h 756"/>
                    <a:gd name="T52" fmla="*/ 39 w 717"/>
                    <a:gd name="T53" fmla="*/ 455 h 756"/>
                    <a:gd name="T54" fmla="*/ 41 w 717"/>
                    <a:gd name="T55" fmla="*/ 519 h 756"/>
                    <a:gd name="T56" fmla="*/ 43 w 717"/>
                    <a:gd name="T57" fmla="*/ 410 h 756"/>
                    <a:gd name="T58" fmla="*/ 44 w 717"/>
                    <a:gd name="T59" fmla="*/ 186 h 756"/>
                    <a:gd name="T60" fmla="*/ 45 w 717"/>
                    <a:gd name="T61" fmla="*/ 231 h 756"/>
                    <a:gd name="T62" fmla="*/ 48 w 717"/>
                    <a:gd name="T63" fmla="*/ 148 h 756"/>
                    <a:gd name="T64" fmla="*/ 48 w 717"/>
                    <a:gd name="T65" fmla="*/ 301 h 756"/>
                    <a:gd name="T66" fmla="*/ 48 w 717"/>
                    <a:gd name="T67" fmla="*/ 730 h 756"/>
                    <a:gd name="T68" fmla="*/ 54 w 717"/>
                    <a:gd name="T69" fmla="*/ 0 h 756"/>
                    <a:gd name="T70" fmla="*/ 54 w 717"/>
                    <a:gd name="T71" fmla="*/ 250 h 756"/>
                    <a:gd name="T72" fmla="*/ 55 w 717"/>
                    <a:gd name="T73" fmla="*/ 333 h 756"/>
                    <a:gd name="T74" fmla="*/ 57 w 717"/>
                    <a:gd name="T75" fmla="*/ 192 h 756"/>
                    <a:gd name="T76" fmla="*/ 59 w 717"/>
                    <a:gd name="T77" fmla="*/ 340 h 756"/>
                    <a:gd name="T78" fmla="*/ 58 w 717"/>
                    <a:gd name="T79" fmla="*/ 429 h 756"/>
                    <a:gd name="T80" fmla="*/ 60 w 717"/>
                    <a:gd name="T81" fmla="*/ 461 h 756"/>
                    <a:gd name="T82" fmla="*/ 0 60000 65536"/>
                    <a:gd name="T83" fmla="*/ 0 60000 65536"/>
                    <a:gd name="T84" fmla="*/ 0 60000 65536"/>
                    <a:gd name="T85" fmla="*/ 0 60000 65536"/>
                    <a:gd name="T86" fmla="*/ 0 60000 65536"/>
                    <a:gd name="T87" fmla="*/ 0 60000 65536"/>
                    <a:gd name="T88" fmla="*/ 0 60000 65536"/>
                    <a:gd name="T89" fmla="*/ 0 60000 65536"/>
                    <a:gd name="T90" fmla="*/ 0 60000 65536"/>
                    <a:gd name="T91" fmla="*/ 0 60000 65536"/>
                    <a:gd name="T92" fmla="*/ 0 60000 65536"/>
                    <a:gd name="T93" fmla="*/ 0 60000 65536"/>
                    <a:gd name="T94" fmla="*/ 0 60000 65536"/>
                    <a:gd name="T95" fmla="*/ 0 60000 65536"/>
                    <a:gd name="T96" fmla="*/ 0 60000 65536"/>
                    <a:gd name="T97" fmla="*/ 0 60000 65536"/>
                    <a:gd name="T98" fmla="*/ 0 60000 65536"/>
                    <a:gd name="T99" fmla="*/ 0 60000 65536"/>
                    <a:gd name="T100" fmla="*/ 0 60000 65536"/>
                    <a:gd name="T101" fmla="*/ 0 60000 65536"/>
                    <a:gd name="T102" fmla="*/ 0 60000 65536"/>
                    <a:gd name="T103" fmla="*/ 0 60000 65536"/>
                    <a:gd name="T104" fmla="*/ 0 60000 65536"/>
                    <a:gd name="T105" fmla="*/ 0 60000 65536"/>
                    <a:gd name="T106" fmla="*/ 0 60000 65536"/>
                    <a:gd name="T107" fmla="*/ 0 60000 65536"/>
                    <a:gd name="T108" fmla="*/ 0 60000 65536"/>
                    <a:gd name="T109" fmla="*/ 0 60000 65536"/>
                    <a:gd name="T110" fmla="*/ 0 60000 65536"/>
                    <a:gd name="T111" fmla="*/ 0 60000 65536"/>
                    <a:gd name="T112" fmla="*/ 0 60000 65536"/>
                    <a:gd name="T113" fmla="*/ 0 60000 65536"/>
                    <a:gd name="T114" fmla="*/ 0 60000 65536"/>
                    <a:gd name="T115" fmla="*/ 0 60000 65536"/>
                    <a:gd name="T116" fmla="*/ 0 60000 65536"/>
                    <a:gd name="T117" fmla="*/ 0 60000 65536"/>
                    <a:gd name="T118" fmla="*/ 0 60000 65536"/>
                    <a:gd name="T119" fmla="*/ 0 60000 65536"/>
                    <a:gd name="T120" fmla="*/ 0 60000 65536"/>
                    <a:gd name="T121" fmla="*/ 0 60000 65536"/>
                    <a:gd name="T122" fmla="*/ 0 60000 65536"/>
                    <a:gd name="T123" fmla="*/ 0 w 717"/>
                    <a:gd name="T124" fmla="*/ 0 h 756"/>
                    <a:gd name="T125" fmla="*/ 717 w 717"/>
                    <a:gd name="T126" fmla="*/ 756 h 756"/>
                  </a:gdLst>
                  <a:ahLst/>
                  <a:cxnLst>
                    <a:cxn ang="T82">
                      <a:pos x="T0" y="T1"/>
                    </a:cxn>
                    <a:cxn ang="T83">
                      <a:pos x="T2" y="T3"/>
                    </a:cxn>
                    <a:cxn ang="T84">
                      <a:pos x="T4" y="T5"/>
                    </a:cxn>
                    <a:cxn ang="T85">
                      <a:pos x="T6" y="T7"/>
                    </a:cxn>
                    <a:cxn ang="T86">
                      <a:pos x="T8" y="T9"/>
                    </a:cxn>
                    <a:cxn ang="T87">
                      <a:pos x="T10" y="T11"/>
                    </a:cxn>
                    <a:cxn ang="T88">
                      <a:pos x="T12" y="T13"/>
                    </a:cxn>
                    <a:cxn ang="T89">
                      <a:pos x="T14" y="T15"/>
                    </a:cxn>
                    <a:cxn ang="T90">
                      <a:pos x="T16" y="T17"/>
                    </a:cxn>
                    <a:cxn ang="T91">
                      <a:pos x="T18" y="T19"/>
                    </a:cxn>
                    <a:cxn ang="T92">
                      <a:pos x="T20" y="T21"/>
                    </a:cxn>
                    <a:cxn ang="T93">
                      <a:pos x="T22" y="T23"/>
                    </a:cxn>
                    <a:cxn ang="T94">
                      <a:pos x="T24" y="T25"/>
                    </a:cxn>
                    <a:cxn ang="T95">
                      <a:pos x="T26" y="T27"/>
                    </a:cxn>
                    <a:cxn ang="T96">
                      <a:pos x="T28" y="T29"/>
                    </a:cxn>
                    <a:cxn ang="T97">
                      <a:pos x="T30" y="T31"/>
                    </a:cxn>
                    <a:cxn ang="T98">
                      <a:pos x="T32" y="T33"/>
                    </a:cxn>
                    <a:cxn ang="T99">
                      <a:pos x="T34" y="T35"/>
                    </a:cxn>
                    <a:cxn ang="T100">
                      <a:pos x="T36" y="T37"/>
                    </a:cxn>
                    <a:cxn ang="T101">
                      <a:pos x="T38" y="T39"/>
                    </a:cxn>
                    <a:cxn ang="T102">
                      <a:pos x="T40" y="T41"/>
                    </a:cxn>
                    <a:cxn ang="T103">
                      <a:pos x="T42" y="T43"/>
                    </a:cxn>
                    <a:cxn ang="T104">
                      <a:pos x="T44" y="T45"/>
                    </a:cxn>
                    <a:cxn ang="T105">
                      <a:pos x="T46" y="T47"/>
                    </a:cxn>
                    <a:cxn ang="T106">
                      <a:pos x="T48" y="T49"/>
                    </a:cxn>
                    <a:cxn ang="T107">
                      <a:pos x="T50" y="T51"/>
                    </a:cxn>
                    <a:cxn ang="T108">
                      <a:pos x="T52" y="T53"/>
                    </a:cxn>
                    <a:cxn ang="T109">
                      <a:pos x="T54" y="T55"/>
                    </a:cxn>
                    <a:cxn ang="T110">
                      <a:pos x="T56" y="T57"/>
                    </a:cxn>
                    <a:cxn ang="T111">
                      <a:pos x="T58" y="T59"/>
                    </a:cxn>
                    <a:cxn ang="T112">
                      <a:pos x="T60" y="T61"/>
                    </a:cxn>
                    <a:cxn ang="T113">
                      <a:pos x="T62" y="T63"/>
                    </a:cxn>
                    <a:cxn ang="T114">
                      <a:pos x="T64" y="T65"/>
                    </a:cxn>
                    <a:cxn ang="T115">
                      <a:pos x="T66" y="T67"/>
                    </a:cxn>
                    <a:cxn ang="T116">
                      <a:pos x="T68" y="T69"/>
                    </a:cxn>
                    <a:cxn ang="T117">
                      <a:pos x="T70" y="T71"/>
                    </a:cxn>
                    <a:cxn ang="T118">
                      <a:pos x="T72" y="T73"/>
                    </a:cxn>
                    <a:cxn ang="T119">
                      <a:pos x="T74" y="T75"/>
                    </a:cxn>
                    <a:cxn ang="T120">
                      <a:pos x="T76" y="T77"/>
                    </a:cxn>
                    <a:cxn ang="T121">
                      <a:pos x="T78" y="T79"/>
                    </a:cxn>
                    <a:cxn ang="T122">
                      <a:pos x="T80" y="T81"/>
                    </a:cxn>
                  </a:cxnLst>
                  <a:rect l="T123" t="T124" r="T125" b="T126"/>
                  <a:pathLst>
                    <a:path w="717" h="756">
                      <a:moveTo>
                        <a:pt x="0" y="756"/>
                      </a:moveTo>
                      <a:lnTo>
                        <a:pt x="52" y="167"/>
                      </a:lnTo>
                      <a:lnTo>
                        <a:pt x="64" y="384"/>
                      </a:lnTo>
                      <a:lnTo>
                        <a:pt x="90" y="103"/>
                      </a:lnTo>
                      <a:lnTo>
                        <a:pt x="116" y="519"/>
                      </a:lnTo>
                      <a:lnTo>
                        <a:pt x="135" y="487"/>
                      </a:lnTo>
                      <a:lnTo>
                        <a:pt x="135" y="359"/>
                      </a:lnTo>
                      <a:lnTo>
                        <a:pt x="167" y="71"/>
                      </a:lnTo>
                      <a:lnTo>
                        <a:pt x="192" y="244"/>
                      </a:lnTo>
                      <a:lnTo>
                        <a:pt x="205" y="96"/>
                      </a:lnTo>
                      <a:lnTo>
                        <a:pt x="218" y="615"/>
                      </a:lnTo>
                      <a:lnTo>
                        <a:pt x="244" y="397"/>
                      </a:lnTo>
                      <a:lnTo>
                        <a:pt x="282" y="519"/>
                      </a:lnTo>
                      <a:lnTo>
                        <a:pt x="308" y="308"/>
                      </a:lnTo>
                      <a:lnTo>
                        <a:pt x="333" y="442"/>
                      </a:lnTo>
                      <a:lnTo>
                        <a:pt x="346" y="352"/>
                      </a:lnTo>
                      <a:lnTo>
                        <a:pt x="365" y="384"/>
                      </a:lnTo>
                      <a:lnTo>
                        <a:pt x="378" y="135"/>
                      </a:lnTo>
                      <a:lnTo>
                        <a:pt x="391" y="301"/>
                      </a:lnTo>
                      <a:lnTo>
                        <a:pt x="384" y="519"/>
                      </a:lnTo>
                      <a:lnTo>
                        <a:pt x="404" y="679"/>
                      </a:lnTo>
                      <a:lnTo>
                        <a:pt x="429" y="628"/>
                      </a:lnTo>
                      <a:lnTo>
                        <a:pt x="442" y="480"/>
                      </a:lnTo>
                      <a:lnTo>
                        <a:pt x="455" y="391"/>
                      </a:lnTo>
                      <a:lnTo>
                        <a:pt x="436" y="506"/>
                      </a:lnTo>
                      <a:lnTo>
                        <a:pt x="461" y="352"/>
                      </a:lnTo>
                      <a:lnTo>
                        <a:pt x="474" y="455"/>
                      </a:lnTo>
                      <a:lnTo>
                        <a:pt x="493" y="519"/>
                      </a:lnTo>
                      <a:lnTo>
                        <a:pt x="512" y="410"/>
                      </a:lnTo>
                      <a:lnTo>
                        <a:pt x="532" y="186"/>
                      </a:lnTo>
                      <a:lnTo>
                        <a:pt x="544" y="231"/>
                      </a:lnTo>
                      <a:lnTo>
                        <a:pt x="570" y="148"/>
                      </a:lnTo>
                      <a:lnTo>
                        <a:pt x="576" y="301"/>
                      </a:lnTo>
                      <a:lnTo>
                        <a:pt x="576" y="730"/>
                      </a:lnTo>
                      <a:lnTo>
                        <a:pt x="647" y="0"/>
                      </a:lnTo>
                      <a:lnTo>
                        <a:pt x="647" y="250"/>
                      </a:lnTo>
                      <a:lnTo>
                        <a:pt x="660" y="333"/>
                      </a:lnTo>
                      <a:lnTo>
                        <a:pt x="685" y="192"/>
                      </a:lnTo>
                      <a:lnTo>
                        <a:pt x="711" y="340"/>
                      </a:lnTo>
                      <a:lnTo>
                        <a:pt x="698" y="429"/>
                      </a:lnTo>
                      <a:lnTo>
                        <a:pt x="717" y="461"/>
                      </a:lnTo>
                    </a:path>
                  </a:pathLst>
                </a:custGeom>
                <a:noFill/>
                <a:ln w="9525">
                  <a:solidFill>
                    <a:srgbClr val="FF0000"/>
                  </a:solidFill>
                  <a:round/>
                  <a:headEnd/>
                  <a:tailEnd/>
                </a:ln>
              </p:spPr>
              <p:txBody>
                <a:bodyPr/>
                <a:lstStyle/>
                <a:p>
                  <a:endParaRPr lang="en-GB" sz="1600"/>
                </a:p>
              </p:txBody>
            </p:sp>
          </p:grpSp>
          <p:grpSp>
            <p:nvGrpSpPr>
              <p:cNvPr id="14750" name="Group 228"/>
              <p:cNvGrpSpPr>
                <a:grpSpLocks/>
              </p:cNvGrpSpPr>
              <p:nvPr/>
            </p:nvGrpSpPr>
            <p:grpSpPr bwMode="auto">
              <a:xfrm flipH="1">
                <a:off x="3986" y="1092"/>
                <a:ext cx="590" cy="801"/>
                <a:chOff x="3462" y="1100"/>
                <a:chExt cx="1549" cy="801"/>
              </a:xfrm>
            </p:grpSpPr>
            <p:sp>
              <p:nvSpPr>
                <p:cNvPr id="14535" name="Freeform 229"/>
                <p:cNvSpPr>
                  <a:spLocks/>
                </p:cNvSpPr>
                <p:nvPr/>
              </p:nvSpPr>
              <p:spPr bwMode="auto">
                <a:xfrm>
                  <a:off x="3462" y="1126"/>
                  <a:ext cx="313" cy="756"/>
                </a:xfrm>
                <a:custGeom>
                  <a:avLst/>
                  <a:gdLst>
                    <a:gd name="T0" fmla="*/ 0 w 717"/>
                    <a:gd name="T1" fmla="*/ 756 h 756"/>
                    <a:gd name="T2" fmla="*/ 4 w 717"/>
                    <a:gd name="T3" fmla="*/ 167 h 756"/>
                    <a:gd name="T4" fmla="*/ 5 w 717"/>
                    <a:gd name="T5" fmla="*/ 384 h 756"/>
                    <a:gd name="T6" fmla="*/ 7 w 717"/>
                    <a:gd name="T7" fmla="*/ 103 h 756"/>
                    <a:gd name="T8" fmla="*/ 10 w 717"/>
                    <a:gd name="T9" fmla="*/ 519 h 756"/>
                    <a:gd name="T10" fmla="*/ 11 w 717"/>
                    <a:gd name="T11" fmla="*/ 487 h 756"/>
                    <a:gd name="T12" fmla="*/ 11 w 717"/>
                    <a:gd name="T13" fmla="*/ 359 h 756"/>
                    <a:gd name="T14" fmla="*/ 14 w 717"/>
                    <a:gd name="T15" fmla="*/ 71 h 756"/>
                    <a:gd name="T16" fmla="*/ 16 w 717"/>
                    <a:gd name="T17" fmla="*/ 244 h 756"/>
                    <a:gd name="T18" fmla="*/ 17 w 717"/>
                    <a:gd name="T19" fmla="*/ 96 h 756"/>
                    <a:gd name="T20" fmla="*/ 18 w 717"/>
                    <a:gd name="T21" fmla="*/ 615 h 756"/>
                    <a:gd name="T22" fmla="*/ 21 w 717"/>
                    <a:gd name="T23" fmla="*/ 397 h 756"/>
                    <a:gd name="T24" fmla="*/ 24 w 717"/>
                    <a:gd name="T25" fmla="*/ 519 h 756"/>
                    <a:gd name="T26" fmla="*/ 25 w 717"/>
                    <a:gd name="T27" fmla="*/ 308 h 756"/>
                    <a:gd name="T28" fmla="*/ 28 w 717"/>
                    <a:gd name="T29" fmla="*/ 442 h 756"/>
                    <a:gd name="T30" fmla="*/ 29 w 717"/>
                    <a:gd name="T31" fmla="*/ 352 h 756"/>
                    <a:gd name="T32" fmla="*/ 30 w 717"/>
                    <a:gd name="T33" fmla="*/ 384 h 756"/>
                    <a:gd name="T34" fmla="*/ 31 w 717"/>
                    <a:gd name="T35" fmla="*/ 135 h 756"/>
                    <a:gd name="T36" fmla="*/ 33 w 717"/>
                    <a:gd name="T37" fmla="*/ 301 h 756"/>
                    <a:gd name="T38" fmla="*/ 32 w 717"/>
                    <a:gd name="T39" fmla="*/ 519 h 756"/>
                    <a:gd name="T40" fmla="*/ 34 w 717"/>
                    <a:gd name="T41" fmla="*/ 679 h 756"/>
                    <a:gd name="T42" fmla="*/ 36 w 717"/>
                    <a:gd name="T43" fmla="*/ 628 h 756"/>
                    <a:gd name="T44" fmla="*/ 37 w 717"/>
                    <a:gd name="T45" fmla="*/ 480 h 756"/>
                    <a:gd name="T46" fmla="*/ 38 w 717"/>
                    <a:gd name="T47" fmla="*/ 391 h 756"/>
                    <a:gd name="T48" fmla="*/ 36 w 717"/>
                    <a:gd name="T49" fmla="*/ 506 h 756"/>
                    <a:gd name="T50" fmla="*/ 38 w 717"/>
                    <a:gd name="T51" fmla="*/ 352 h 756"/>
                    <a:gd name="T52" fmla="*/ 39 w 717"/>
                    <a:gd name="T53" fmla="*/ 455 h 756"/>
                    <a:gd name="T54" fmla="*/ 41 w 717"/>
                    <a:gd name="T55" fmla="*/ 519 h 756"/>
                    <a:gd name="T56" fmla="*/ 43 w 717"/>
                    <a:gd name="T57" fmla="*/ 410 h 756"/>
                    <a:gd name="T58" fmla="*/ 44 w 717"/>
                    <a:gd name="T59" fmla="*/ 186 h 756"/>
                    <a:gd name="T60" fmla="*/ 45 w 717"/>
                    <a:gd name="T61" fmla="*/ 231 h 756"/>
                    <a:gd name="T62" fmla="*/ 48 w 717"/>
                    <a:gd name="T63" fmla="*/ 148 h 756"/>
                    <a:gd name="T64" fmla="*/ 48 w 717"/>
                    <a:gd name="T65" fmla="*/ 301 h 756"/>
                    <a:gd name="T66" fmla="*/ 48 w 717"/>
                    <a:gd name="T67" fmla="*/ 730 h 756"/>
                    <a:gd name="T68" fmla="*/ 54 w 717"/>
                    <a:gd name="T69" fmla="*/ 0 h 756"/>
                    <a:gd name="T70" fmla="*/ 54 w 717"/>
                    <a:gd name="T71" fmla="*/ 250 h 756"/>
                    <a:gd name="T72" fmla="*/ 55 w 717"/>
                    <a:gd name="T73" fmla="*/ 333 h 756"/>
                    <a:gd name="T74" fmla="*/ 57 w 717"/>
                    <a:gd name="T75" fmla="*/ 192 h 756"/>
                    <a:gd name="T76" fmla="*/ 59 w 717"/>
                    <a:gd name="T77" fmla="*/ 340 h 756"/>
                    <a:gd name="T78" fmla="*/ 58 w 717"/>
                    <a:gd name="T79" fmla="*/ 429 h 756"/>
                    <a:gd name="T80" fmla="*/ 60 w 717"/>
                    <a:gd name="T81" fmla="*/ 461 h 756"/>
                    <a:gd name="T82" fmla="*/ 0 60000 65536"/>
                    <a:gd name="T83" fmla="*/ 0 60000 65536"/>
                    <a:gd name="T84" fmla="*/ 0 60000 65536"/>
                    <a:gd name="T85" fmla="*/ 0 60000 65536"/>
                    <a:gd name="T86" fmla="*/ 0 60000 65536"/>
                    <a:gd name="T87" fmla="*/ 0 60000 65536"/>
                    <a:gd name="T88" fmla="*/ 0 60000 65536"/>
                    <a:gd name="T89" fmla="*/ 0 60000 65536"/>
                    <a:gd name="T90" fmla="*/ 0 60000 65536"/>
                    <a:gd name="T91" fmla="*/ 0 60000 65536"/>
                    <a:gd name="T92" fmla="*/ 0 60000 65536"/>
                    <a:gd name="T93" fmla="*/ 0 60000 65536"/>
                    <a:gd name="T94" fmla="*/ 0 60000 65536"/>
                    <a:gd name="T95" fmla="*/ 0 60000 65536"/>
                    <a:gd name="T96" fmla="*/ 0 60000 65536"/>
                    <a:gd name="T97" fmla="*/ 0 60000 65536"/>
                    <a:gd name="T98" fmla="*/ 0 60000 65536"/>
                    <a:gd name="T99" fmla="*/ 0 60000 65536"/>
                    <a:gd name="T100" fmla="*/ 0 60000 65536"/>
                    <a:gd name="T101" fmla="*/ 0 60000 65536"/>
                    <a:gd name="T102" fmla="*/ 0 60000 65536"/>
                    <a:gd name="T103" fmla="*/ 0 60000 65536"/>
                    <a:gd name="T104" fmla="*/ 0 60000 65536"/>
                    <a:gd name="T105" fmla="*/ 0 60000 65536"/>
                    <a:gd name="T106" fmla="*/ 0 60000 65536"/>
                    <a:gd name="T107" fmla="*/ 0 60000 65536"/>
                    <a:gd name="T108" fmla="*/ 0 60000 65536"/>
                    <a:gd name="T109" fmla="*/ 0 60000 65536"/>
                    <a:gd name="T110" fmla="*/ 0 60000 65536"/>
                    <a:gd name="T111" fmla="*/ 0 60000 65536"/>
                    <a:gd name="T112" fmla="*/ 0 60000 65536"/>
                    <a:gd name="T113" fmla="*/ 0 60000 65536"/>
                    <a:gd name="T114" fmla="*/ 0 60000 65536"/>
                    <a:gd name="T115" fmla="*/ 0 60000 65536"/>
                    <a:gd name="T116" fmla="*/ 0 60000 65536"/>
                    <a:gd name="T117" fmla="*/ 0 60000 65536"/>
                    <a:gd name="T118" fmla="*/ 0 60000 65536"/>
                    <a:gd name="T119" fmla="*/ 0 60000 65536"/>
                    <a:gd name="T120" fmla="*/ 0 60000 65536"/>
                    <a:gd name="T121" fmla="*/ 0 60000 65536"/>
                    <a:gd name="T122" fmla="*/ 0 60000 65536"/>
                    <a:gd name="T123" fmla="*/ 0 w 717"/>
                    <a:gd name="T124" fmla="*/ 0 h 756"/>
                    <a:gd name="T125" fmla="*/ 717 w 717"/>
                    <a:gd name="T126" fmla="*/ 756 h 756"/>
                  </a:gdLst>
                  <a:ahLst/>
                  <a:cxnLst>
                    <a:cxn ang="T82">
                      <a:pos x="T0" y="T1"/>
                    </a:cxn>
                    <a:cxn ang="T83">
                      <a:pos x="T2" y="T3"/>
                    </a:cxn>
                    <a:cxn ang="T84">
                      <a:pos x="T4" y="T5"/>
                    </a:cxn>
                    <a:cxn ang="T85">
                      <a:pos x="T6" y="T7"/>
                    </a:cxn>
                    <a:cxn ang="T86">
                      <a:pos x="T8" y="T9"/>
                    </a:cxn>
                    <a:cxn ang="T87">
                      <a:pos x="T10" y="T11"/>
                    </a:cxn>
                    <a:cxn ang="T88">
                      <a:pos x="T12" y="T13"/>
                    </a:cxn>
                    <a:cxn ang="T89">
                      <a:pos x="T14" y="T15"/>
                    </a:cxn>
                    <a:cxn ang="T90">
                      <a:pos x="T16" y="T17"/>
                    </a:cxn>
                    <a:cxn ang="T91">
                      <a:pos x="T18" y="T19"/>
                    </a:cxn>
                    <a:cxn ang="T92">
                      <a:pos x="T20" y="T21"/>
                    </a:cxn>
                    <a:cxn ang="T93">
                      <a:pos x="T22" y="T23"/>
                    </a:cxn>
                    <a:cxn ang="T94">
                      <a:pos x="T24" y="T25"/>
                    </a:cxn>
                    <a:cxn ang="T95">
                      <a:pos x="T26" y="T27"/>
                    </a:cxn>
                    <a:cxn ang="T96">
                      <a:pos x="T28" y="T29"/>
                    </a:cxn>
                    <a:cxn ang="T97">
                      <a:pos x="T30" y="T31"/>
                    </a:cxn>
                    <a:cxn ang="T98">
                      <a:pos x="T32" y="T33"/>
                    </a:cxn>
                    <a:cxn ang="T99">
                      <a:pos x="T34" y="T35"/>
                    </a:cxn>
                    <a:cxn ang="T100">
                      <a:pos x="T36" y="T37"/>
                    </a:cxn>
                    <a:cxn ang="T101">
                      <a:pos x="T38" y="T39"/>
                    </a:cxn>
                    <a:cxn ang="T102">
                      <a:pos x="T40" y="T41"/>
                    </a:cxn>
                    <a:cxn ang="T103">
                      <a:pos x="T42" y="T43"/>
                    </a:cxn>
                    <a:cxn ang="T104">
                      <a:pos x="T44" y="T45"/>
                    </a:cxn>
                    <a:cxn ang="T105">
                      <a:pos x="T46" y="T47"/>
                    </a:cxn>
                    <a:cxn ang="T106">
                      <a:pos x="T48" y="T49"/>
                    </a:cxn>
                    <a:cxn ang="T107">
                      <a:pos x="T50" y="T51"/>
                    </a:cxn>
                    <a:cxn ang="T108">
                      <a:pos x="T52" y="T53"/>
                    </a:cxn>
                    <a:cxn ang="T109">
                      <a:pos x="T54" y="T55"/>
                    </a:cxn>
                    <a:cxn ang="T110">
                      <a:pos x="T56" y="T57"/>
                    </a:cxn>
                    <a:cxn ang="T111">
                      <a:pos x="T58" y="T59"/>
                    </a:cxn>
                    <a:cxn ang="T112">
                      <a:pos x="T60" y="T61"/>
                    </a:cxn>
                    <a:cxn ang="T113">
                      <a:pos x="T62" y="T63"/>
                    </a:cxn>
                    <a:cxn ang="T114">
                      <a:pos x="T64" y="T65"/>
                    </a:cxn>
                    <a:cxn ang="T115">
                      <a:pos x="T66" y="T67"/>
                    </a:cxn>
                    <a:cxn ang="T116">
                      <a:pos x="T68" y="T69"/>
                    </a:cxn>
                    <a:cxn ang="T117">
                      <a:pos x="T70" y="T71"/>
                    </a:cxn>
                    <a:cxn ang="T118">
                      <a:pos x="T72" y="T73"/>
                    </a:cxn>
                    <a:cxn ang="T119">
                      <a:pos x="T74" y="T75"/>
                    </a:cxn>
                    <a:cxn ang="T120">
                      <a:pos x="T76" y="T77"/>
                    </a:cxn>
                    <a:cxn ang="T121">
                      <a:pos x="T78" y="T79"/>
                    </a:cxn>
                    <a:cxn ang="T122">
                      <a:pos x="T80" y="T81"/>
                    </a:cxn>
                  </a:cxnLst>
                  <a:rect l="T123" t="T124" r="T125" b="T126"/>
                  <a:pathLst>
                    <a:path w="717" h="756">
                      <a:moveTo>
                        <a:pt x="0" y="756"/>
                      </a:moveTo>
                      <a:lnTo>
                        <a:pt x="52" y="167"/>
                      </a:lnTo>
                      <a:lnTo>
                        <a:pt x="64" y="384"/>
                      </a:lnTo>
                      <a:lnTo>
                        <a:pt x="90" y="103"/>
                      </a:lnTo>
                      <a:lnTo>
                        <a:pt x="116" y="519"/>
                      </a:lnTo>
                      <a:lnTo>
                        <a:pt x="135" y="487"/>
                      </a:lnTo>
                      <a:lnTo>
                        <a:pt x="135" y="359"/>
                      </a:lnTo>
                      <a:lnTo>
                        <a:pt x="167" y="71"/>
                      </a:lnTo>
                      <a:lnTo>
                        <a:pt x="192" y="244"/>
                      </a:lnTo>
                      <a:lnTo>
                        <a:pt x="205" y="96"/>
                      </a:lnTo>
                      <a:lnTo>
                        <a:pt x="218" y="615"/>
                      </a:lnTo>
                      <a:lnTo>
                        <a:pt x="244" y="397"/>
                      </a:lnTo>
                      <a:lnTo>
                        <a:pt x="282" y="519"/>
                      </a:lnTo>
                      <a:lnTo>
                        <a:pt x="308" y="308"/>
                      </a:lnTo>
                      <a:lnTo>
                        <a:pt x="333" y="442"/>
                      </a:lnTo>
                      <a:lnTo>
                        <a:pt x="346" y="352"/>
                      </a:lnTo>
                      <a:lnTo>
                        <a:pt x="365" y="384"/>
                      </a:lnTo>
                      <a:lnTo>
                        <a:pt x="378" y="135"/>
                      </a:lnTo>
                      <a:lnTo>
                        <a:pt x="391" y="301"/>
                      </a:lnTo>
                      <a:lnTo>
                        <a:pt x="384" y="519"/>
                      </a:lnTo>
                      <a:lnTo>
                        <a:pt x="404" y="679"/>
                      </a:lnTo>
                      <a:lnTo>
                        <a:pt x="429" y="628"/>
                      </a:lnTo>
                      <a:lnTo>
                        <a:pt x="442" y="480"/>
                      </a:lnTo>
                      <a:lnTo>
                        <a:pt x="455" y="391"/>
                      </a:lnTo>
                      <a:lnTo>
                        <a:pt x="436" y="506"/>
                      </a:lnTo>
                      <a:lnTo>
                        <a:pt x="461" y="352"/>
                      </a:lnTo>
                      <a:lnTo>
                        <a:pt x="474" y="455"/>
                      </a:lnTo>
                      <a:lnTo>
                        <a:pt x="493" y="519"/>
                      </a:lnTo>
                      <a:lnTo>
                        <a:pt x="512" y="410"/>
                      </a:lnTo>
                      <a:lnTo>
                        <a:pt x="532" y="186"/>
                      </a:lnTo>
                      <a:lnTo>
                        <a:pt x="544" y="231"/>
                      </a:lnTo>
                      <a:lnTo>
                        <a:pt x="570" y="148"/>
                      </a:lnTo>
                      <a:lnTo>
                        <a:pt x="576" y="301"/>
                      </a:lnTo>
                      <a:lnTo>
                        <a:pt x="576" y="730"/>
                      </a:lnTo>
                      <a:lnTo>
                        <a:pt x="647" y="0"/>
                      </a:lnTo>
                      <a:lnTo>
                        <a:pt x="647" y="250"/>
                      </a:lnTo>
                      <a:lnTo>
                        <a:pt x="660" y="333"/>
                      </a:lnTo>
                      <a:lnTo>
                        <a:pt x="685" y="192"/>
                      </a:lnTo>
                      <a:lnTo>
                        <a:pt x="711" y="340"/>
                      </a:lnTo>
                      <a:lnTo>
                        <a:pt x="698" y="429"/>
                      </a:lnTo>
                      <a:lnTo>
                        <a:pt x="717" y="461"/>
                      </a:lnTo>
                    </a:path>
                  </a:pathLst>
                </a:custGeom>
                <a:noFill/>
                <a:ln w="9525">
                  <a:solidFill>
                    <a:srgbClr val="FF0000"/>
                  </a:solidFill>
                  <a:round/>
                  <a:headEnd/>
                  <a:tailEnd/>
                </a:ln>
              </p:spPr>
              <p:txBody>
                <a:bodyPr/>
                <a:lstStyle/>
                <a:p>
                  <a:endParaRPr lang="en-GB" sz="1600"/>
                </a:p>
              </p:txBody>
            </p:sp>
            <p:sp>
              <p:nvSpPr>
                <p:cNvPr id="14536" name="Freeform 230"/>
                <p:cNvSpPr>
                  <a:spLocks/>
                </p:cNvSpPr>
                <p:nvPr/>
              </p:nvSpPr>
              <p:spPr bwMode="auto">
                <a:xfrm flipH="1" flipV="1">
                  <a:off x="3770" y="1145"/>
                  <a:ext cx="313" cy="756"/>
                </a:xfrm>
                <a:custGeom>
                  <a:avLst/>
                  <a:gdLst>
                    <a:gd name="T0" fmla="*/ 0 w 717"/>
                    <a:gd name="T1" fmla="*/ 756 h 756"/>
                    <a:gd name="T2" fmla="*/ 4 w 717"/>
                    <a:gd name="T3" fmla="*/ 167 h 756"/>
                    <a:gd name="T4" fmla="*/ 5 w 717"/>
                    <a:gd name="T5" fmla="*/ 384 h 756"/>
                    <a:gd name="T6" fmla="*/ 7 w 717"/>
                    <a:gd name="T7" fmla="*/ 103 h 756"/>
                    <a:gd name="T8" fmla="*/ 10 w 717"/>
                    <a:gd name="T9" fmla="*/ 519 h 756"/>
                    <a:gd name="T10" fmla="*/ 11 w 717"/>
                    <a:gd name="T11" fmla="*/ 487 h 756"/>
                    <a:gd name="T12" fmla="*/ 11 w 717"/>
                    <a:gd name="T13" fmla="*/ 359 h 756"/>
                    <a:gd name="T14" fmla="*/ 14 w 717"/>
                    <a:gd name="T15" fmla="*/ 71 h 756"/>
                    <a:gd name="T16" fmla="*/ 16 w 717"/>
                    <a:gd name="T17" fmla="*/ 244 h 756"/>
                    <a:gd name="T18" fmla="*/ 17 w 717"/>
                    <a:gd name="T19" fmla="*/ 96 h 756"/>
                    <a:gd name="T20" fmla="*/ 18 w 717"/>
                    <a:gd name="T21" fmla="*/ 615 h 756"/>
                    <a:gd name="T22" fmla="*/ 21 w 717"/>
                    <a:gd name="T23" fmla="*/ 397 h 756"/>
                    <a:gd name="T24" fmla="*/ 24 w 717"/>
                    <a:gd name="T25" fmla="*/ 519 h 756"/>
                    <a:gd name="T26" fmla="*/ 25 w 717"/>
                    <a:gd name="T27" fmla="*/ 308 h 756"/>
                    <a:gd name="T28" fmla="*/ 28 w 717"/>
                    <a:gd name="T29" fmla="*/ 442 h 756"/>
                    <a:gd name="T30" fmla="*/ 29 w 717"/>
                    <a:gd name="T31" fmla="*/ 352 h 756"/>
                    <a:gd name="T32" fmla="*/ 30 w 717"/>
                    <a:gd name="T33" fmla="*/ 384 h 756"/>
                    <a:gd name="T34" fmla="*/ 31 w 717"/>
                    <a:gd name="T35" fmla="*/ 135 h 756"/>
                    <a:gd name="T36" fmla="*/ 33 w 717"/>
                    <a:gd name="T37" fmla="*/ 301 h 756"/>
                    <a:gd name="T38" fmla="*/ 32 w 717"/>
                    <a:gd name="T39" fmla="*/ 519 h 756"/>
                    <a:gd name="T40" fmla="*/ 34 w 717"/>
                    <a:gd name="T41" fmla="*/ 679 h 756"/>
                    <a:gd name="T42" fmla="*/ 36 w 717"/>
                    <a:gd name="T43" fmla="*/ 628 h 756"/>
                    <a:gd name="T44" fmla="*/ 37 w 717"/>
                    <a:gd name="T45" fmla="*/ 480 h 756"/>
                    <a:gd name="T46" fmla="*/ 38 w 717"/>
                    <a:gd name="T47" fmla="*/ 391 h 756"/>
                    <a:gd name="T48" fmla="*/ 36 w 717"/>
                    <a:gd name="T49" fmla="*/ 506 h 756"/>
                    <a:gd name="T50" fmla="*/ 38 w 717"/>
                    <a:gd name="T51" fmla="*/ 352 h 756"/>
                    <a:gd name="T52" fmla="*/ 39 w 717"/>
                    <a:gd name="T53" fmla="*/ 455 h 756"/>
                    <a:gd name="T54" fmla="*/ 41 w 717"/>
                    <a:gd name="T55" fmla="*/ 519 h 756"/>
                    <a:gd name="T56" fmla="*/ 43 w 717"/>
                    <a:gd name="T57" fmla="*/ 410 h 756"/>
                    <a:gd name="T58" fmla="*/ 44 w 717"/>
                    <a:gd name="T59" fmla="*/ 186 h 756"/>
                    <a:gd name="T60" fmla="*/ 45 w 717"/>
                    <a:gd name="T61" fmla="*/ 231 h 756"/>
                    <a:gd name="T62" fmla="*/ 48 w 717"/>
                    <a:gd name="T63" fmla="*/ 148 h 756"/>
                    <a:gd name="T64" fmla="*/ 48 w 717"/>
                    <a:gd name="T65" fmla="*/ 301 h 756"/>
                    <a:gd name="T66" fmla="*/ 48 w 717"/>
                    <a:gd name="T67" fmla="*/ 730 h 756"/>
                    <a:gd name="T68" fmla="*/ 54 w 717"/>
                    <a:gd name="T69" fmla="*/ 0 h 756"/>
                    <a:gd name="T70" fmla="*/ 54 w 717"/>
                    <a:gd name="T71" fmla="*/ 250 h 756"/>
                    <a:gd name="T72" fmla="*/ 55 w 717"/>
                    <a:gd name="T73" fmla="*/ 333 h 756"/>
                    <a:gd name="T74" fmla="*/ 57 w 717"/>
                    <a:gd name="T75" fmla="*/ 192 h 756"/>
                    <a:gd name="T76" fmla="*/ 59 w 717"/>
                    <a:gd name="T77" fmla="*/ 340 h 756"/>
                    <a:gd name="T78" fmla="*/ 58 w 717"/>
                    <a:gd name="T79" fmla="*/ 429 h 756"/>
                    <a:gd name="T80" fmla="*/ 60 w 717"/>
                    <a:gd name="T81" fmla="*/ 461 h 756"/>
                    <a:gd name="T82" fmla="*/ 0 60000 65536"/>
                    <a:gd name="T83" fmla="*/ 0 60000 65536"/>
                    <a:gd name="T84" fmla="*/ 0 60000 65536"/>
                    <a:gd name="T85" fmla="*/ 0 60000 65536"/>
                    <a:gd name="T86" fmla="*/ 0 60000 65536"/>
                    <a:gd name="T87" fmla="*/ 0 60000 65536"/>
                    <a:gd name="T88" fmla="*/ 0 60000 65536"/>
                    <a:gd name="T89" fmla="*/ 0 60000 65536"/>
                    <a:gd name="T90" fmla="*/ 0 60000 65536"/>
                    <a:gd name="T91" fmla="*/ 0 60000 65536"/>
                    <a:gd name="T92" fmla="*/ 0 60000 65536"/>
                    <a:gd name="T93" fmla="*/ 0 60000 65536"/>
                    <a:gd name="T94" fmla="*/ 0 60000 65536"/>
                    <a:gd name="T95" fmla="*/ 0 60000 65536"/>
                    <a:gd name="T96" fmla="*/ 0 60000 65536"/>
                    <a:gd name="T97" fmla="*/ 0 60000 65536"/>
                    <a:gd name="T98" fmla="*/ 0 60000 65536"/>
                    <a:gd name="T99" fmla="*/ 0 60000 65536"/>
                    <a:gd name="T100" fmla="*/ 0 60000 65536"/>
                    <a:gd name="T101" fmla="*/ 0 60000 65536"/>
                    <a:gd name="T102" fmla="*/ 0 60000 65536"/>
                    <a:gd name="T103" fmla="*/ 0 60000 65536"/>
                    <a:gd name="T104" fmla="*/ 0 60000 65536"/>
                    <a:gd name="T105" fmla="*/ 0 60000 65536"/>
                    <a:gd name="T106" fmla="*/ 0 60000 65536"/>
                    <a:gd name="T107" fmla="*/ 0 60000 65536"/>
                    <a:gd name="T108" fmla="*/ 0 60000 65536"/>
                    <a:gd name="T109" fmla="*/ 0 60000 65536"/>
                    <a:gd name="T110" fmla="*/ 0 60000 65536"/>
                    <a:gd name="T111" fmla="*/ 0 60000 65536"/>
                    <a:gd name="T112" fmla="*/ 0 60000 65536"/>
                    <a:gd name="T113" fmla="*/ 0 60000 65536"/>
                    <a:gd name="T114" fmla="*/ 0 60000 65536"/>
                    <a:gd name="T115" fmla="*/ 0 60000 65536"/>
                    <a:gd name="T116" fmla="*/ 0 60000 65536"/>
                    <a:gd name="T117" fmla="*/ 0 60000 65536"/>
                    <a:gd name="T118" fmla="*/ 0 60000 65536"/>
                    <a:gd name="T119" fmla="*/ 0 60000 65536"/>
                    <a:gd name="T120" fmla="*/ 0 60000 65536"/>
                    <a:gd name="T121" fmla="*/ 0 60000 65536"/>
                    <a:gd name="T122" fmla="*/ 0 60000 65536"/>
                    <a:gd name="T123" fmla="*/ 0 w 717"/>
                    <a:gd name="T124" fmla="*/ 0 h 756"/>
                    <a:gd name="T125" fmla="*/ 717 w 717"/>
                    <a:gd name="T126" fmla="*/ 756 h 756"/>
                  </a:gdLst>
                  <a:ahLst/>
                  <a:cxnLst>
                    <a:cxn ang="T82">
                      <a:pos x="T0" y="T1"/>
                    </a:cxn>
                    <a:cxn ang="T83">
                      <a:pos x="T2" y="T3"/>
                    </a:cxn>
                    <a:cxn ang="T84">
                      <a:pos x="T4" y="T5"/>
                    </a:cxn>
                    <a:cxn ang="T85">
                      <a:pos x="T6" y="T7"/>
                    </a:cxn>
                    <a:cxn ang="T86">
                      <a:pos x="T8" y="T9"/>
                    </a:cxn>
                    <a:cxn ang="T87">
                      <a:pos x="T10" y="T11"/>
                    </a:cxn>
                    <a:cxn ang="T88">
                      <a:pos x="T12" y="T13"/>
                    </a:cxn>
                    <a:cxn ang="T89">
                      <a:pos x="T14" y="T15"/>
                    </a:cxn>
                    <a:cxn ang="T90">
                      <a:pos x="T16" y="T17"/>
                    </a:cxn>
                    <a:cxn ang="T91">
                      <a:pos x="T18" y="T19"/>
                    </a:cxn>
                    <a:cxn ang="T92">
                      <a:pos x="T20" y="T21"/>
                    </a:cxn>
                    <a:cxn ang="T93">
                      <a:pos x="T22" y="T23"/>
                    </a:cxn>
                    <a:cxn ang="T94">
                      <a:pos x="T24" y="T25"/>
                    </a:cxn>
                    <a:cxn ang="T95">
                      <a:pos x="T26" y="T27"/>
                    </a:cxn>
                    <a:cxn ang="T96">
                      <a:pos x="T28" y="T29"/>
                    </a:cxn>
                    <a:cxn ang="T97">
                      <a:pos x="T30" y="T31"/>
                    </a:cxn>
                    <a:cxn ang="T98">
                      <a:pos x="T32" y="T33"/>
                    </a:cxn>
                    <a:cxn ang="T99">
                      <a:pos x="T34" y="T35"/>
                    </a:cxn>
                    <a:cxn ang="T100">
                      <a:pos x="T36" y="T37"/>
                    </a:cxn>
                    <a:cxn ang="T101">
                      <a:pos x="T38" y="T39"/>
                    </a:cxn>
                    <a:cxn ang="T102">
                      <a:pos x="T40" y="T41"/>
                    </a:cxn>
                    <a:cxn ang="T103">
                      <a:pos x="T42" y="T43"/>
                    </a:cxn>
                    <a:cxn ang="T104">
                      <a:pos x="T44" y="T45"/>
                    </a:cxn>
                    <a:cxn ang="T105">
                      <a:pos x="T46" y="T47"/>
                    </a:cxn>
                    <a:cxn ang="T106">
                      <a:pos x="T48" y="T49"/>
                    </a:cxn>
                    <a:cxn ang="T107">
                      <a:pos x="T50" y="T51"/>
                    </a:cxn>
                    <a:cxn ang="T108">
                      <a:pos x="T52" y="T53"/>
                    </a:cxn>
                    <a:cxn ang="T109">
                      <a:pos x="T54" y="T55"/>
                    </a:cxn>
                    <a:cxn ang="T110">
                      <a:pos x="T56" y="T57"/>
                    </a:cxn>
                    <a:cxn ang="T111">
                      <a:pos x="T58" y="T59"/>
                    </a:cxn>
                    <a:cxn ang="T112">
                      <a:pos x="T60" y="T61"/>
                    </a:cxn>
                    <a:cxn ang="T113">
                      <a:pos x="T62" y="T63"/>
                    </a:cxn>
                    <a:cxn ang="T114">
                      <a:pos x="T64" y="T65"/>
                    </a:cxn>
                    <a:cxn ang="T115">
                      <a:pos x="T66" y="T67"/>
                    </a:cxn>
                    <a:cxn ang="T116">
                      <a:pos x="T68" y="T69"/>
                    </a:cxn>
                    <a:cxn ang="T117">
                      <a:pos x="T70" y="T71"/>
                    </a:cxn>
                    <a:cxn ang="T118">
                      <a:pos x="T72" y="T73"/>
                    </a:cxn>
                    <a:cxn ang="T119">
                      <a:pos x="T74" y="T75"/>
                    </a:cxn>
                    <a:cxn ang="T120">
                      <a:pos x="T76" y="T77"/>
                    </a:cxn>
                    <a:cxn ang="T121">
                      <a:pos x="T78" y="T79"/>
                    </a:cxn>
                    <a:cxn ang="T122">
                      <a:pos x="T80" y="T81"/>
                    </a:cxn>
                  </a:cxnLst>
                  <a:rect l="T123" t="T124" r="T125" b="T126"/>
                  <a:pathLst>
                    <a:path w="717" h="756">
                      <a:moveTo>
                        <a:pt x="0" y="756"/>
                      </a:moveTo>
                      <a:lnTo>
                        <a:pt x="52" y="167"/>
                      </a:lnTo>
                      <a:lnTo>
                        <a:pt x="64" y="384"/>
                      </a:lnTo>
                      <a:lnTo>
                        <a:pt x="90" y="103"/>
                      </a:lnTo>
                      <a:lnTo>
                        <a:pt x="116" y="519"/>
                      </a:lnTo>
                      <a:lnTo>
                        <a:pt x="135" y="487"/>
                      </a:lnTo>
                      <a:lnTo>
                        <a:pt x="135" y="359"/>
                      </a:lnTo>
                      <a:lnTo>
                        <a:pt x="167" y="71"/>
                      </a:lnTo>
                      <a:lnTo>
                        <a:pt x="192" y="244"/>
                      </a:lnTo>
                      <a:lnTo>
                        <a:pt x="205" y="96"/>
                      </a:lnTo>
                      <a:lnTo>
                        <a:pt x="218" y="615"/>
                      </a:lnTo>
                      <a:lnTo>
                        <a:pt x="244" y="397"/>
                      </a:lnTo>
                      <a:lnTo>
                        <a:pt x="282" y="519"/>
                      </a:lnTo>
                      <a:lnTo>
                        <a:pt x="308" y="308"/>
                      </a:lnTo>
                      <a:lnTo>
                        <a:pt x="333" y="442"/>
                      </a:lnTo>
                      <a:lnTo>
                        <a:pt x="346" y="352"/>
                      </a:lnTo>
                      <a:lnTo>
                        <a:pt x="365" y="384"/>
                      </a:lnTo>
                      <a:lnTo>
                        <a:pt x="378" y="135"/>
                      </a:lnTo>
                      <a:lnTo>
                        <a:pt x="391" y="301"/>
                      </a:lnTo>
                      <a:lnTo>
                        <a:pt x="384" y="519"/>
                      </a:lnTo>
                      <a:lnTo>
                        <a:pt x="404" y="679"/>
                      </a:lnTo>
                      <a:lnTo>
                        <a:pt x="429" y="628"/>
                      </a:lnTo>
                      <a:lnTo>
                        <a:pt x="442" y="480"/>
                      </a:lnTo>
                      <a:lnTo>
                        <a:pt x="455" y="391"/>
                      </a:lnTo>
                      <a:lnTo>
                        <a:pt x="436" y="506"/>
                      </a:lnTo>
                      <a:lnTo>
                        <a:pt x="461" y="352"/>
                      </a:lnTo>
                      <a:lnTo>
                        <a:pt x="474" y="455"/>
                      </a:lnTo>
                      <a:lnTo>
                        <a:pt x="493" y="519"/>
                      </a:lnTo>
                      <a:lnTo>
                        <a:pt x="512" y="410"/>
                      </a:lnTo>
                      <a:lnTo>
                        <a:pt x="532" y="186"/>
                      </a:lnTo>
                      <a:lnTo>
                        <a:pt x="544" y="231"/>
                      </a:lnTo>
                      <a:lnTo>
                        <a:pt x="570" y="148"/>
                      </a:lnTo>
                      <a:lnTo>
                        <a:pt x="576" y="301"/>
                      </a:lnTo>
                      <a:lnTo>
                        <a:pt x="576" y="730"/>
                      </a:lnTo>
                      <a:lnTo>
                        <a:pt x="647" y="0"/>
                      </a:lnTo>
                      <a:lnTo>
                        <a:pt x="647" y="250"/>
                      </a:lnTo>
                      <a:lnTo>
                        <a:pt x="660" y="333"/>
                      </a:lnTo>
                      <a:lnTo>
                        <a:pt x="685" y="192"/>
                      </a:lnTo>
                      <a:lnTo>
                        <a:pt x="711" y="340"/>
                      </a:lnTo>
                      <a:lnTo>
                        <a:pt x="698" y="429"/>
                      </a:lnTo>
                      <a:lnTo>
                        <a:pt x="717" y="461"/>
                      </a:lnTo>
                    </a:path>
                  </a:pathLst>
                </a:custGeom>
                <a:noFill/>
                <a:ln w="9525">
                  <a:solidFill>
                    <a:srgbClr val="FF0000"/>
                  </a:solidFill>
                  <a:round/>
                  <a:headEnd/>
                  <a:tailEnd/>
                </a:ln>
              </p:spPr>
              <p:txBody>
                <a:bodyPr/>
                <a:lstStyle/>
                <a:p>
                  <a:endParaRPr lang="en-GB" sz="1600"/>
                </a:p>
              </p:txBody>
            </p:sp>
            <p:sp>
              <p:nvSpPr>
                <p:cNvPr id="14537" name="Freeform 231"/>
                <p:cNvSpPr>
                  <a:spLocks/>
                </p:cNvSpPr>
                <p:nvPr/>
              </p:nvSpPr>
              <p:spPr bwMode="auto">
                <a:xfrm flipH="1">
                  <a:off x="4077" y="1119"/>
                  <a:ext cx="313" cy="756"/>
                </a:xfrm>
                <a:custGeom>
                  <a:avLst/>
                  <a:gdLst>
                    <a:gd name="T0" fmla="*/ 0 w 717"/>
                    <a:gd name="T1" fmla="*/ 756 h 756"/>
                    <a:gd name="T2" fmla="*/ 4 w 717"/>
                    <a:gd name="T3" fmla="*/ 167 h 756"/>
                    <a:gd name="T4" fmla="*/ 5 w 717"/>
                    <a:gd name="T5" fmla="*/ 384 h 756"/>
                    <a:gd name="T6" fmla="*/ 7 w 717"/>
                    <a:gd name="T7" fmla="*/ 103 h 756"/>
                    <a:gd name="T8" fmla="*/ 10 w 717"/>
                    <a:gd name="T9" fmla="*/ 519 h 756"/>
                    <a:gd name="T10" fmla="*/ 11 w 717"/>
                    <a:gd name="T11" fmla="*/ 487 h 756"/>
                    <a:gd name="T12" fmla="*/ 11 w 717"/>
                    <a:gd name="T13" fmla="*/ 359 h 756"/>
                    <a:gd name="T14" fmla="*/ 14 w 717"/>
                    <a:gd name="T15" fmla="*/ 71 h 756"/>
                    <a:gd name="T16" fmla="*/ 16 w 717"/>
                    <a:gd name="T17" fmla="*/ 244 h 756"/>
                    <a:gd name="T18" fmla="*/ 17 w 717"/>
                    <a:gd name="T19" fmla="*/ 96 h 756"/>
                    <a:gd name="T20" fmla="*/ 18 w 717"/>
                    <a:gd name="T21" fmla="*/ 615 h 756"/>
                    <a:gd name="T22" fmla="*/ 21 w 717"/>
                    <a:gd name="T23" fmla="*/ 397 h 756"/>
                    <a:gd name="T24" fmla="*/ 24 w 717"/>
                    <a:gd name="T25" fmla="*/ 519 h 756"/>
                    <a:gd name="T26" fmla="*/ 25 w 717"/>
                    <a:gd name="T27" fmla="*/ 308 h 756"/>
                    <a:gd name="T28" fmla="*/ 28 w 717"/>
                    <a:gd name="T29" fmla="*/ 442 h 756"/>
                    <a:gd name="T30" fmla="*/ 29 w 717"/>
                    <a:gd name="T31" fmla="*/ 352 h 756"/>
                    <a:gd name="T32" fmla="*/ 30 w 717"/>
                    <a:gd name="T33" fmla="*/ 384 h 756"/>
                    <a:gd name="T34" fmla="*/ 31 w 717"/>
                    <a:gd name="T35" fmla="*/ 135 h 756"/>
                    <a:gd name="T36" fmla="*/ 33 w 717"/>
                    <a:gd name="T37" fmla="*/ 301 h 756"/>
                    <a:gd name="T38" fmla="*/ 32 w 717"/>
                    <a:gd name="T39" fmla="*/ 519 h 756"/>
                    <a:gd name="T40" fmla="*/ 34 w 717"/>
                    <a:gd name="T41" fmla="*/ 679 h 756"/>
                    <a:gd name="T42" fmla="*/ 36 w 717"/>
                    <a:gd name="T43" fmla="*/ 628 h 756"/>
                    <a:gd name="T44" fmla="*/ 37 w 717"/>
                    <a:gd name="T45" fmla="*/ 480 h 756"/>
                    <a:gd name="T46" fmla="*/ 38 w 717"/>
                    <a:gd name="T47" fmla="*/ 391 h 756"/>
                    <a:gd name="T48" fmla="*/ 36 w 717"/>
                    <a:gd name="T49" fmla="*/ 506 h 756"/>
                    <a:gd name="T50" fmla="*/ 38 w 717"/>
                    <a:gd name="T51" fmla="*/ 352 h 756"/>
                    <a:gd name="T52" fmla="*/ 39 w 717"/>
                    <a:gd name="T53" fmla="*/ 455 h 756"/>
                    <a:gd name="T54" fmla="*/ 41 w 717"/>
                    <a:gd name="T55" fmla="*/ 519 h 756"/>
                    <a:gd name="T56" fmla="*/ 43 w 717"/>
                    <a:gd name="T57" fmla="*/ 410 h 756"/>
                    <a:gd name="T58" fmla="*/ 44 w 717"/>
                    <a:gd name="T59" fmla="*/ 186 h 756"/>
                    <a:gd name="T60" fmla="*/ 45 w 717"/>
                    <a:gd name="T61" fmla="*/ 231 h 756"/>
                    <a:gd name="T62" fmla="*/ 48 w 717"/>
                    <a:gd name="T63" fmla="*/ 148 h 756"/>
                    <a:gd name="T64" fmla="*/ 48 w 717"/>
                    <a:gd name="T65" fmla="*/ 301 h 756"/>
                    <a:gd name="T66" fmla="*/ 48 w 717"/>
                    <a:gd name="T67" fmla="*/ 730 h 756"/>
                    <a:gd name="T68" fmla="*/ 54 w 717"/>
                    <a:gd name="T69" fmla="*/ 0 h 756"/>
                    <a:gd name="T70" fmla="*/ 54 w 717"/>
                    <a:gd name="T71" fmla="*/ 250 h 756"/>
                    <a:gd name="T72" fmla="*/ 55 w 717"/>
                    <a:gd name="T73" fmla="*/ 333 h 756"/>
                    <a:gd name="T74" fmla="*/ 57 w 717"/>
                    <a:gd name="T75" fmla="*/ 192 h 756"/>
                    <a:gd name="T76" fmla="*/ 59 w 717"/>
                    <a:gd name="T77" fmla="*/ 340 h 756"/>
                    <a:gd name="T78" fmla="*/ 58 w 717"/>
                    <a:gd name="T79" fmla="*/ 429 h 756"/>
                    <a:gd name="T80" fmla="*/ 60 w 717"/>
                    <a:gd name="T81" fmla="*/ 461 h 756"/>
                    <a:gd name="T82" fmla="*/ 0 60000 65536"/>
                    <a:gd name="T83" fmla="*/ 0 60000 65536"/>
                    <a:gd name="T84" fmla="*/ 0 60000 65536"/>
                    <a:gd name="T85" fmla="*/ 0 60000 65536"/>
                    <a:gd name="T86" fmla="*/ 0 60000 65536"/>
                    <a:gd name="T87" fmla="*/ 0 60000 65536"/>
                    <a:gd name="T88" fmla="*/ 0 60000 65536"/>
                    <a:gd name="T89" fmla="*/ 0 60000 65536"/>
                    <a:gd name="T90" fmla="*/ 0 60000 65536"/>
                    <a:gd name="T91" fmla="*/ 0 60000 65536"/>
                    <a:gd name="T92" fmla="*/ 0 60000 65536"/>
                    <a:gd name="T93" fmla="*/ 0 60000 65536"/>
                    <a:gd name="T94" fmla="*/ 0 60000 65536"/>
                    <a:gd name="T95" fmla="*/ 0 60000 65536"/>
                    <a:gd name="T96" fmla="*/ 0 60000 65536"/>
                    <a:gd name="T97" fmla="*/ 0 60000 65536"/>
                    <a:gd name="T98" fmla="*/ 0 60000 65536"/>
                    <a:gd name="T99" fmla="*/ 0 60000 65536"/>
                    <a:gd name="T100" fmla="*/ 0 60000 65536"/>
                    <a:gd name="T101" fmla="*/ 0 60000 65536"/>
                    <a:gd name="T102" fmla="*/ 0 60000 65536"/>
                    <a:gd name="T103" fmla="*/ 0 60000 65536"/>
                    <a:gd name="T104" fmla="*/ 0 60000 65536"/>
                    <a:gd name="T105" fmla="*/ 0 60000 65536"/>
                    <a:gd name="T106" fmla="*/ 0 60000 65536"/>
                    <a:gd name="T107" fmla="*/ 0 60000 65536"/>
                    <a:gd name="T108" fmla="*/ 0 60000 65536"/>
                    <a:gd name="T109" fmla="*/ 0 60000 65536"/>
                    <a:gd name="T110" fmla="*/ 0 60000 65536"/>
                    <a:gd name="T111" fmla="*/ 0 60000 65536"/>
                    <a:gd name="T112" fmla="*/ 0 60000 65536"/>
                    <a:gd name="T113" fmla="*/ 0 60000 65536"/>
                    <a:gd name="T114" fmla="*/ 0 60000 65536"/>
                    <a:gd name="T115" fmla="*/ 0 60000 65536"/>
                    <a:gd name="T116" fmla="*/ 0 60000 65536"/>
                    <a:gd name="T117" fmla="*/ 0 60000 65536"/>
                    <a:gd name="T118" fmla="*/ 0 60000 65536"/>
                    <a:gd name="T119" fmla="*/ 0 60000 65536"/>
                    <a:gd name="T120" fmla="*/ 0 60000 65536"/>
                    <a:gd name="T121" fmla="*/ 0 60000 65536"/>
                    <a:gd name="T122" fmla="*/ 0 60000 65536"/>
                    <a:gd name="T123" fmla="*/ 0 w 717"/>
                    <a:gd name="T124" fmla="*/ 0 h 756"/>
                    <a:gd name="T125" fmla="*/ 717 w 717"/>
                    <a:gd name="T126" fmla="*/ 756 h 756"/>
                  </a:gdLst>
                  <a:ahLst/>
                  <a:cxnLst>
                    <a:cxn ang="T82">
                      <a:pos x="T0" y="T1"/>
                    </a:cxn>
                    <a:cxn ang="T83">
                      <a:pos x="T2" y="T3"/>
                    </a:cxn>
                    <a:cxn ang="T84">
                      <a:pos x="T4" y="T5"/>
                    </a:cxn>
                    <a:cxn ang="T85">
                      <a:pos x="T6" y="T7"/>
                    </a:cxn>
                    <a:cxn ang="T86">
                      <a:pos x="T8" y="T9"/>
                    </a:cxn>
                    <a:cxn ang="T87">
                      <a:pos x="T10" y="T11"/>
                    </a:cxn>
                    <a:cxn ang="T88">
                      <a:pos x="T12" y="T13"/>
                    </a:cxn>
                    <a:cxn ang="T89">
                      <a:pos x="T14" y="T15"/>
                    </a:cxn>
                    <a:cxn ang="T90">
                      <a:pos x="T16" y="T17"/>
                    </a:cxn>
                    <a:cxn ang="T91">
                      <a:pos x="T18" y="T19"/>
                    </a:cxn>
                    <a:cxn ang="T92">
                      <a:pos x="T20" y="T21"/>
                    </a:cxn>
                    <a:cxn ang="T93">
                      <a:pos x="T22" y="T23"/>
                    </a:cxn>
                    <a:cxn ang="T94">
                      <a:pos x="T24" y="T25"/>
                    </a:cxn>
                    <a:cxn ang="T95">
                      <a:pos x="T26" y="T27"/>
                    </a:cxn>
                    <a:cxn ang="T96">
                      <a:pos x="T28" y="T29"/>
                    </a:cxn>
                    <a:cxn ang="T97">
                      <a:pos x="T30" y="T31"/>
                    </a:cxn>
                    <a:cxn ang="T98">
                      <a:pos x="T32" y="T33"/>
                    </a:cxn>
                    <a:cxn ang="T99">
                      <a:pos x="T34" y="T35"/>
                    </a:cxn>
                    <a:cxn ang="T100">
                      <a:pos x="T36" y="T37"/>
                    </a:cxn>
                    <a:cxn ang="T101">
                      <a:pos x="T38" y="T39"/>
                    </a:cxn>
                    <a:cxn ang="T102">
                      <a:pos x="T40" y="T41"/>
                    </a:cxn>
                    <a:cxn ang="T103">
                      <a:pos x="T42" y="T43"/>
                    </a:cxn>
                    <a:cxn ang="T104">
                      <a:pos x="T44" y="T45"/>
                    </a:cxn>
                    <a:cxn ang="T105">
                      <a:pos x="T46" y="T47"/>
                    </a:cxn>
                    <a:cxn ang="T106">
                      <a:pos x="T48" y="T49"/>
                    </a:cxn>
                    <a:cxn ang="T107">
                      <a:pos x="T50" y="T51"/>
                    </a:cxn>
                    <a:cxn ang="T108">
                      <a:pos x="T52" y="T53"/>
                    </a:cxn>
                    <a:cxn ang="T109">
                      <a:pos x="T54" y="T55"/>
                    </a:cxn>
                    <a:cxn ang="T110">
                      <a:pos x="T56" y="T57"/>
                    </a:cxn>
                    <a:cxn ang="T111">
                      <a:pos x="T58" y="T59"/>
                    </a:cxn>
                    <a:cxn ang="T112">
                      <a:pos x="T60" y="T61"/>
                    </a:cxn>
                    <a:cxn ang="T113">
                      <a:pos x="T62" y="T63"/>
                    </a:cxn>
                    <a:cxn ang="T114">
                      <a:pos x="T64" y="T65"/>
                    </a:cxn>
                    <a:cxn ang="T115">
                      <a:pos x="T66" y="T67"/>
                    </a:cxn>
                    <a:cxn ang="T116">
                      <a:pos x="T68" y="T69"/>
                    </a:cxn>
                    <a:cxn ang="T117">
                      <a:pos x="T70" y="T71"/>
                    </a:cxn>
                    <a:cxn ang="T118">
                      <a:pos x="T72" y="T73"/>
                    </a:cxn>
                    <a:cxn ang="T119">
                      <a:pos x="T74" y="T75"/>
                    </a:cxn>
                    <a:cxn ang="T120">
                      <a:pos x="T76" y="T77"/>
                    </a:cxn>
                    <a:cxn ang="T121">
                      <a:pos x="T78" y="T79"/>
                    </a:cxn>
                    <a:cxn ang="T122">
                      <a:pos x="T80" y="T81"/>
                    </a:cxn>
                  </a:cxnLst>
                  <a:rect l="T123" t="T124" r="T125" b="T126"/>
                  <a:pathLst>
                    <a:path w="717" h="756">
                      <a:moveTo>
                        <a:pt x="0" y="756"/>
                      </a:moveTo>
                      <a:lnTo>
                        <a:pt x="52" y="167"/>
                      </a:lnTo>
                      <a:lnTo>
                        <a:pt x="64" y="384"/>
                      </a:lnTo>
                      <a:lnTo>
                        <a:pt x="90" y="103"/>
                      </a:lnTo>
                      <a:lnTo>
                        <a:pt x="116" y="519"/>
                      </a:lnTo>
                      <a:lnTo>
                        <a:pt x="135" y="487"/>
                      </a:lnTo>
                      <a:lnTo>
                        <a:pt x="135" y="359"/>
                      </a:lnTo>
                      <a:lnTo>
                        <a:pt x="167" y="71"/>
                      </a:lnTo>
                      <a:lnTo>
                        <a:pt x="192" y="244"/>
                      </a:lnTo>
                      <a:lnTo>
                        <a:pt x="205" y="96"/>
                      </a:lnTo>
                      <a:lnTo>
                        <a:pt x="218" y="615"/>
                      </a:lnTo>
                      <a:lnTo>
                        <a:pt x="244" y="397"/>
                      </a:lnTo>
                      <a:lnTo>
                        <a:pt x="282" y="519"/>
                      </a:lnTo>
                      <a:lnTo>
                        <a:pt x="308" y="308"/>
                      </a:lnTo>
                      <a:lnTo>
                        <a:pt x="333" y="442"/>
                      </a:lnTo>
                      <a:lnTo>
                        <a:pt x="346" y="352"/>
                      </a:lnTo>
                      <a:lnTo>
                        <a:pt x="365" y="384"/>
                      </a:lnTo>
                      <a:lnTo>
                        <a:pt x="378" y="135"/>
                      </a:lnTo>
                      <a:lnTo>
                        <a:pt x="391" y="301"/>
                      </a:lnTo>
                      <a:lnTo>
                        <a:pt x="384" y="519"/>
                      </a:lnTo>
                      <a:lnTo>
                        <a:pt x="404" y="679"/>
                      </a:lnTo>
                      <a:lnTo>
                        <a:pt x="429" y="628"/>
                      </a:lnTo>
                      <a:lnTo>
                        <a:pt x="442" y="480"/>
                      </a:lnTo>
                      <a:lnTo>
                        <a:pt x="455" y="391"/>
                      </a:lnTo>
                      <a:lnTo>
                        <a:pt x="436" y="506"/>
                      </a:lnTo>
                      <a:lnTo>
                        <a:pt x="461" y="352"/>
                      </a:lnTo>
                      <a:lnTo>
                        <a:pt x="474" y="455"/>
                      </a:lnTo>
                      <a:lnTo>
                        <a:pt x="493" y="519"/>
                      </a:lnTo>
                      <a:lnTo>
                        <a:pt x="512" y="410"/>
                      </a:lnTo>
                      <a:lnTo>
                        <a:pt x="532" y="186"/>
                      </a:lnTo>
                      <a:lnTo>
                        <a:pt x="544" y="231"/>
                      </a:lnTo>
                      <a:lnTo>
                        <a:pt x="570" y="148"/>
                      </a:lnTo>
                      <a:lnTo>
                        <a:pt x="576" y="301"/>
                      </a:lnTo>
                      <a:lnTo>
                        <a:pt x="576" y="730"/>
                      </a:lnTo>
                      <a:lnTo>
                        <a:pt x="647" y="0"/>
                      </a:lnTo>
                      <a:lnTo>
                        <a:pt x="647" y="250"/>
                      </a:lnTo>
                      <a:lnTo>
                        <a:pt x="660" y="333"/>
                      </a:lnTo>
                      <a:lnTo>
                        <a:pt x="685" y="192"/>
                      </a:lnTo>
                      <a:lnTo>
                        <a:pt x="711" y="340"/>
                      </a:lnTo>
                      <a:lnTo>
                        <a:pt x="698" y="429"/>
                      </a:lnTo>
                      <a:lnTo>
                        <a:pt x="717" y="461"/>
                      </a:lnTo>
                    </a:path>
                  </a:pathLst>
                </a:custGeom>
                <a:noFill/>
                <a:ln w="9525">
                  <a:solidFill>
                    <a:srgbClr val="FF0000"/>
                  </a:solidFill>
                  <a:round/>
                  <a:headEnd/>
                  <a:tailEnd/>
                </a:ln>
              </p:spPr>
              <p:txBody>
                <a:bodyPr/>
                <a:lstStyle/>
                <a:p>
                  <a:endParaRPr lang="en-GB" sz="1600"/>
                </a:p>
              </p:txBody>
            </p:sp>
            <p:sp>
              <p:nvSpPr>
                <p:cNvPr id="14538" name="Freeform 232"/>
                <p:cNvSpPr>
                  <a:spLocks/>
                </p:cNvSpPr>
                <p:nvPr/>
              </p:nvSpPr>
              <p:spPr bwMode="auto">
                <a:xfrm flipV="1">
                  <a:off x="4385" y="1138"/>
                  <a:ext cx="313" cy="756"/>
                </a:xfrm>
                <a:custGeom>
                  <a:avLst/>
                  <a:gdLst>
                    <a:gd name="T0" fmla="*/ 0 w 717"/>
                    <a:gd name="T1" fmla="*/ 756 h 756"/>
                    <a:gd name="T2" fmla="*/ 4 w 717"/>
                    <a:gd name="T3" fmla="*/ 167 h 756"/>
                    <a:gd name="T4" fmla="*/ 5 w 717"/>
                    <a:gd name="T5" fmla="*/ 384 h 756"/>
                    <a:gd name="T6" fmla="*/ 7 w 717"/>
                    <a:gd name="T7" fmla="*/ 103 h 756"/>
                    <a:gd name="T8" fmla="*/ 10 w 717"/>
                    <a:gd name="T9" fmla="*/ 519 h 756"/>
                    <a:gd name="T10" fmla="*/ 11 w 717"/>
                    <a:gd name="T11" fmla="*/ 487 h 756"/>
                    <a:gd name="T12" fmla="*/ 11 w 717"/>
                    <a:gd name="T13" fmla="*/ 359 h 756"/>
                    <a:gd name="T14" fmla="*/ 14 w 717"/>
                    <a:gd name="T15" fmla="*/ 71 h 756"/>
                    <a:gd name="T16" fmla="*/ 16 w 717"/>
                    <a:gd name="T17" fmla="*/ 244 h 756"/>
                    <a:gd name="T18" fmla="*/ 17 w 717"/>
                    <a:gd name="T19" fmla="*/ 96 h 756"/>
                    <a:gd name="T20" fmla="*/ 18 w 717"/>
                    <a:gd name="T21" fmla="*/ 615 h 756"/>
                    <a:gd name="T22" fmla="*/ 21 w 717"/>
                    <a:gd name="T23" fmla="*/ 397 h 756"/>
                    <a:gd name="T24" fmla="*/ 24 w 717"/>
                    <a:gd name="T25" fmla="*/ 519 h 756"/>
                    <a:gd name="T26" fmla="*/ 25 w 717"/>
                    <a:gd name="T27" fmla="*/ 308 h 756"/>
                    <a:gd name="T28" fmla="*/ 28 w 717"/>
                    <a:gd name="T29" fmla="*/ 442 h 756"/>
                    <a:gd name="T30" fmla="*/ 29 w 717"/>
                    <a:gd name="T31" fmla="*/ 352 h 756"/>
                    <a:gd name="T32" fmla="*/ 30 w 717"/>
                    <a:gd name="T33" fmla="*/ 384 h 756"/>
                    <a:gd name="T34" fmla="*/ 31 w 717"/>
                    <a:gd name="T35" fmla="*/ 135 h 756"/>
                    <a:gd name="T36" fmla="*/ 33 w 717"/>
                    <a:gd name="T37" fmla="*/ 301 h 756"/>
                    <a:gd name="T38" fmla="*/ 32 w 717"/>
                    <a:gd name="T39" fmla="*/ 519 h 756"/>
                    <a:gd name="T40" fmla="*/ 34 w 717"/>
                    <a:gd name="T41" fmla="*/ 679 h 756"/>
                    <a:gd name="T42" fmla="*/ 36 w 717"/>
                    <a:gd name="T43" fmla="*/ 628 h 756"/>
                    <a:gd name="T44" fmla="*/ 37 w 717"/>
                    <a:gd name="T45" fmla="*/ 480 h 756"/>
                    <a:gd name="T46" fmla="*/ 38 w 717"/>
                    <a:gd name="T47" fmla="*/ 391 h 756"/>
                    <a:gd name="T48" fmla="*/ 36 w 717"/>
                    <a:gd name="T49" fmla="*/ 506 h 756"/>
                    <a:gd name="T50" fmla="*/ 38 w 717"/>
                    <a:gd name="T51" fmla="*/ 352 h 756"/>
                    <a:gd name="T52" fmla="*/ 39 w 717"/>
                    <a:gd name="T53" fmla="*/ 455 h 756"/>
                    <a:gd name="T54" fmla="*/ 41 w 717"/>
                    <a:gd name="T55" fmla="*/ 519 h 756"/>
                    <a:gd name="T56" fmla="*/ 43 w 717"/>
                    <a:gd name="T57" fmla="*/ 410 h 756"/>
                    <a:gd name="T58" fmla="*/ 44 w 717"/>
                    <a:gd name="T59" fmla="*/ 186 h 756"/>
                    <a:gd name="T60" fmla="*/ 45 w 717"/>
                    <a:gd name="T61" fmla="*/ 231 h 756"/>
                    <a:gd name="T62" fmla="*/ 48 w 717"/>
                    <a:gd name="T63" fmla="*/ 148 h 756"/>
                    <a:gd name="T64" fmla="*/ 48 w 717"/>
                    <a:gd name="T65" fmla="*/ 301 h 756"/>
                    <a:gd name="T66" fmla="*/ 48 w 717"/>
                    <a:gd name="T67" fmla="*/ 730 h 756"/>
                    <a:gd name="T68" fmla="*/ 54 w 717"/>
                    <a:gd name="T69" fmla="*/ 0 h 756"/>
                    <a:gd name="T70" fmla="*/ 54 w 717"/>
                    <a:gd name="T71" fmla="*/ 250 h 756"/>
                    <a:gd name="T72" fmla="*/ 55 w 717"/>
                    <a:gd name="T73" fmla="*/ 333 h 756"/>
                    <a:gd name="T74" fmla="*/ 57 w 717"/>
                    <a:gd name="T75" fmla="*/ 192 h 756"/>
                    <a:gd name="T76" fmla="*/ 59 w 717"/>
                    <a:gd name="T77" fmla="*/ 340 h 756"/>
                    <a:gd name="T78" fmla="*/ 58 w 717"/>
                    <a:gd name="T79" fmla="*/ 429 h 756"/>
                    <a:gd name="T80" fmla="*/ 60 w 717"/>
                    <a:gd name="T81" fmla="*/ 461 h 756"/>
                    <a:gd name="T82" fmla="*/ 0 60000 65536"/>
                    <a:gd name="T83" fmla="*/ 0 60000 65536"/>
                    <a:gd name="T84" fmla="*/ 0 60000 65536"/>
                    <a:gd name="T85" fmla="*/ 0 60000 65536"/>
                    <a:gd name="T86" fmla="*/ 0 60000 65536"/>
                    <a:gd name="T87" fmla="*/ 0 60000 65536"/>
                    <a:gd name="T88" fmla="*/ 0 60000 65536"/>
                    <a:gd name="T89" fmla="*/ 0 60000 65536"/>
                    <a:gd name="T90" fmla="*/ 0 60000 65536"/>
                    <a:gd name="T91" fmla="*/ 0 60000 65536"/>
                    <a:gd name="T92" fmla="*/ 0 60000 65536"/>
                    <a:gd name="T93" fmla="*/ 0 60000 65536"/>
                    <a:gd name="T94" fmla="*/ 0 60000 65536"/>
                    <a:gd name="T95" fmla="*/ 0 60000 65536"/>
                    <a:gd name="T96" fmla="*/ 0 60000 65536"/>
                    <a:gd name="T97" fmla="*/ 0 60000 65536"/>
                    <a:gd name="T98" fmla="*/ 0 60000 65536"/>
                    <a:gd name="T99" fmla="*/ 0 60000 65536"/>
                    <a:gd name="T100" fmla="*/ 0 60000 65536"/>
                    <a:gd name="T101" fmla="*/ 0 60000 65536"/>
                    <a:gd name="T102" fmla="*/ 0 60000 65536"/>
                    <a:gd name="T103" fmla="*/ 0 60000 65536"/>
                    <a:gd name="T104" fmla="*/ 0 60000 65536"/>
                    <a:gd name="T105" fmla="*/ 0 60000 65536"/>
                    <a:gd name="T106" fmla="*/ 0 60000 65536"/>
                    <a:gd name="T107" fmla="*/ 0 60000 65536"/>
                    <a:gd name="T108" fmla="*/ 0 60000 65536"/>
                    <a:gd name="T109" fmla="*/ 0 60000 65536"/>
                    <a:gd name="T110" fmla="*/ 0 60000 65536"/>
                    <a:gd name="T111" fmla="*/ 0 60000 65536"/>
                    <a:gd name="T112" fmla="*/ 0 60000 65536"/>
                    <a:gd name="T113" fmla="*/ 0 60000 65536"/>
                    <a:gd name="T114" fmla="*/ 0 60000 65536"/>
                    <a:gd name="T115" fmla="*/ 0 60000 65536"/>
                    <a:gd name="T116" fmla="*/ 0 60000 65536"/>
                    <a:gd name="T117" fmla="*/ 0 60000 65536"/>
                    <a:gd name="T118" fmla="*/ 0 60000 65536"/>
                    <a:gd name="T119" fmla="*/ 0 60000 65536"/>
                    <a:gd name="T120" fmla="*/ 0 60000 65536"/>
                    <a:gd name="T121" fmla="*/ 0 60000 65536"/>
                    <a:gd name="T122" fmla="*/ 0 60000 65536"/>
                    <a:gd name="T123" fmla="*/ 0 w 717"/>
                    <a:gd name="T124" fmla="*/ 0 h 756"/>
                    <a:gd name="T125" fmla="*/ 717 w 717"/>
                    <a:gd name="T126" fmla="*/ 756 h 756"/>
                  </a:gdLst>
                  <a:ahLst/>
                  <a:cxnLst>
                    <a:cxn ang="T82">
                      <a:pos x="T0" y="T1"/>
                    </a:cxn>
                    <a:cxn ang="T83">
                      <a:pos x="T2" y="T3"/>
                    </a:cxn>
                    <a:cxn ang="T84">
                      <a:pos x="T4" y="T5"/>
                    </a:cxn>
                    <a:cxn ang="T85">
                      <a:pos x="T6" y="T7"/>
                    </a:cxn>
                    <a:cxn ang="T86">
                      <a:pos x="T8" y="T9"/>
                    </a:cxn>
                    <a:cxn ang="T87">
                      <a:pos x="T10" y="T11"/>
                    </a:cxn>
                    <a:cxn ang="T88">
                      <a:pos x="T12" y="T13"/>
                    </a:cxn>
                    <a:cxn ang="T89">
                      <a:pos x="T14" y="T15"/>
                    </a:cxn>
                    <a:cxn ang="T90">
                      <a:pos x="T16" y="T17"/>
                    </a:cxn>
                    <a:cxn ang="T91">
                      <a:pos x="T18" y="T19"/>
                    </a:cxn>
                    <a:cxn ang="T92">
                      <a:pos x="T20" y="T21"/>
                    </a:cxn>
                    <a:cxn ang="T93">
                      <a:pos x="T22" y="T23"/>
                    </a:cxn>
                    <a:cxn ang="T94">
                      <a:pos x="T24" y="T25"/>
                    </a:cxn>
                    <a:cxn ang="T95">
                      <a:pos x="T26" y="T27"/>
                    </a:cxn>
                    <a:cxn ang="T96">
                      <a:pos x="T28" y="T29"/>
                    </a:cxn>
                    <a:cxn ang="T97">
                      <a:pos x="T30" y="T31"/>
                    </a:cxn>
                    <a:cxn ang="T98">
                      <a:pos x="T32" y="T33"/>
                    </a:cxn>
                    <a:cxn ang="T99">
                      <a:pos x="T34" y="T35"/>
                    </a:cxn>
                    <a:cxn ang="T100">
                      <a:pos x="T36" y="T37"/>
                    </a:cxn>
                    <a:cxn ang="T101">
                      <a:pos x="T38" y="T39"/>
                    </a:cxn>
                    <a:cxn ang="T102">
                      <a:pos x="T40" y="T41"/>
                    </a:cxn>
                    <a:cxn ang="T103">
                      <a:pos x="T42" y="T43"/>
                    </a:cxn>
                    <a:cxn ang="T104">
                      <a:pos x="T44" y="T45"/>
                    </a:cxn>
                    <a:cxn ang="T105">
                      <a:pos x="T46" y="T47"/>
                    </a:cxn>
                    <a:cxn ang="T106">
                      <a:pos x="T48" y="T49"/>
                    </a:cxn>
                    <a:cxn ang="T107">
                      <a:pos x="T50" y="T51"/>
                    </a:cxn>
                    <a:cxn ang="T108">
                      <a:pos x="T52" y="T53"/>
                    </a:cxn>
                    <a:cxn ang="T109">
                      <a:pos x="T54" y="T55"/>
                    </a:cxn>
                    <a:cxn ang="T110">
                      <a:pos x="T56" y="T57"/>
                    </a:cxn>
                    <a:cxn ang="T111">
                      <a:pos x="T58" y="T59"/>
                    </a:cxn>
                    <a:cxn ang="T112">
                      <a:pos x="T60" y="T61"/>
                    </a:cxn>
                    <a:cxn ang="T113">
                      <a:pos x="T62" y="T63"/>
                    </a:cxn>
                    <a:cxn ang="T114">
                      <a:pos x="T64" y="T65"/>
                    </a:cxn>
                    <a:cxn ang="T115">
                      <a:pos x="T66" y="T67"/>
                    </a:cxn>
                    <a:cxn ang="T116">
                      <a:pos x="T68" y="T69"/>
                    </a:cxn>
                    <a:cxn ang="T117">
                      <a:pos x="T70" y="T71"/>
                    </a:cxn>
                    <a:cxn ang="T118">
                      <a:pos x="T72" y="T73"/>
                    </a:cxn>
                    <a:cxn ang="T119">
                      <a:pos x="T74" y="T75"/>
                    </a:cxn>
                    <a:cxn ang="T120">
                      <a:pos x="T76" y="T77"/>
                    </a:cxn>
                    <a:cxn ang="T121">
                      <a:pos x="T78" y="T79"/>
                    </a:cxn>
                    <a:cxn ang="T122">
                      <a:pos x="T80" y="T81"/>
                    </a:cxn>
                  </a:cxnLst>
                  <a:rect l="T123" t="T124" r="T125" b="T126"/>
                  <a:pathLst>
                    <a:path w="717" h="756">
                      <a:moveTo>
                        <a:pt x="0" y="756"/>
                      </a:moveTo>
                      <a:lnTo>
                        <a:pt x="52" y="167"/>
                      </a:lnTo>
                      <a:lnTo>
                        <a:pt x="64" y="384"/>
                      </a:lnTo>
                      <a:lnTo>
                        <a:pt x="90" y="103"/>
                      </a:lnTo>
                      <a:lnTo>
                        <a:pt x="116" y="519"/>
                      </a:lnTo>
                      <a:lnTo>
                        <a:pt x="135" y="487"/>
                      </a:lnTo>
                      <a:lnTo>
                        <a:pt x="135" y="359"/>
                      </a:lnTo>
                      <a:lnTo>
                        <a:pt x="167" y="71"/>
                      </a:lnTo>
                      <a:lnTo>
                        <a:pt x="192" y="244"/>
                      </a:lnTo>
                      <a:lnTo>
                        <a:pt x="205" y="96"/>
                      </a:lnTo>
                      <a:lnTo>
                        <a:pt x="218" y="615"/>
                      </a:lnTo>
                      <a:lnTo>
                        <a:pt x="244" y="397"/>
                      </a:lnTo>
                      <a:lnTo>
                        <a:pt x="282" y="519"/>
                      </a:lnTo>
                      <a:lnTo>
                        <a:pt x="308" y="308"/>
                      </a:lnTo>
                      <a:lnTo>
                        <a:pt x="333" y="442"/>
                      </a:lnTo>
                      <a:lnTo>
                        <a:pt x="346" y="352"/>
                      </a:lnTo>
                      <a:lnTo>
                        <a:pt x="365" y="384"/>
                      </a:lnTo>
                      <a:lnTo>
                        <a:pt x="378" y="135"/>
                      </a:lnTo>
                      <a:lnTo>
                        <a:pt x="391" y="301"/>
                      </a:lnTo>
                      <a:lnTo>
                        <a:pt x="384" y="519"/>
                      </a:lnTo>
                      <a:lnTo>
                        <a:pt x="404" y="679"/>
                      </a:lnTo>
                      <a:lnTo>
                        <a:pt x="429" y="628"/>
                      </a:lnTo>
                      <a:lnTo>
                        <a:pt x="442" y="480"/>
                      </a:lnTo>
                      <a:lnTo>
                        <a:pt x="455" y="391"/>
                      </a:lnTo>
                      <a:lnTo>
                        <a:pt x="436" y="506"/>
                      </a:lnTo>
                      <a:lnTo>
                        <a:pt x="461" y="352"/>
                      </a:lnTo>
                      <a:lnTo>
                        <a:pt x="474" y="455"/>
                      </a:lnTo>
                      <a:lnTo>
                        <a:pt x="493" y="519"/>
                      </a:lnTo>
                      <a:lnTo>
                        <a:pt x="512" y="410"/>
                      </a:lnTo>
                      <a:lnTo>
                        <a:pt x="532" y="186"/>
                      </a:lnTo>
                      <a:lnTo>
                        <a:pt x="544" y="231"/>
                      </a:lnTo>
                      <a:lnTo>
                        <a:pt x="570" y="148"/>
                      </a:lnTo>
                      <a:lnTo>
                        <a:pt x="576" y="301"/>
                      </a:lnTo>
                      <a:lnTo>
                        <a:pt x="576" y="730"/>
                      </a:lnTo>
                      <a:lnTo>
                        <a:pt x="647" y="0"/>
                      </a:lnTo>
                      <a:lnTo>
                        <a:pt x="647" y="250"/>
                      </a:lnTo>
                      <a:lnTo>
                        <a:pt x="660" y="333"/>
                      </a:lnTo>
                      <a:lnTo>
                        <a:pt x="685" y="192"/>
                      </a:lnTo>
                      <a:lnTo>
                        <a:pt x="711" y="340"/>
                      </a:lnTo>
                      <a:lnTo>
                        <a:pt x="698" y="429"/>
                      </a:lnTo>
                      <a:lnTo>
                        <a:pt x="717" y="461"/>
                      </a:lnTo>
                    </a:path>
                  </a:pathLst>
                </a:custGeom>
                <a:noFill/>
                <a:ln w="9525">
                  <a:solidFill>
                    <a:srgbClr val="FF0000"/>
                  </a:solidFill>
                  <a:round/>
                  <a:headEnd/>
                  <a:tailEnd/>
                </a:ln>
              </p:spPr>
              <p:txBody>
                <a:bodyPr/>
                <a:lstStyle/>
                <a:p>
                  <a:endParaRPr lang="en-GB" sz="1600"/>
                </a:p>
              </p:txBody>
            </p:sp>
            <p:sp>
              <p:nvSpPr>
                <p:cNvPr id="14539" name="Freeform 233"/>
                <p:cNvSpPr>
                  <a:spLocks/>
                </p:cNvSpPr>
                <p:nvPr/>
              </p:nvSpPr>
              <p:spPr bwMode="auto">
                <a:xfrm flipH="1">
                  <a:off x="4698" y="1100"/>
                  <a:ext cx="313" cy="756"/>
                </a:xfrm>
                <a:custGeom>
                  <a:avLst/>
                  <a:gdLst>
                    <a:gd name="T0" fmla="*/ 0 w 717"/>
                    <a:gd name="T1" fmla="*/ 756 h 756"/>
                    <a:gd name="T2" fmla="*/ 4 w 717"/>
                    <a:gd name="T3" fmla="*/ 167 h 756"/>
                    <a:gd name="T4" fmla="*/ 5 w 717"/>
                    <a:gd name="T5" fmla="*/ 384 h 756"/>
                    <a:gd name="T6" fmla="*/ 7 w 717"/>
                    <a:gd name="T7" fmla="*/ 103 h 756"/>
                    <a:gd name="T8" fmla="*/ 10 w 717"/>
                    <a:gd name="T9" fmla="*/ 519 h 756"/>
                    <a:gd name="T10" fmla="*/ 11 w 717"/>
                    <a:gd name="T11" fmla="*/ 487 h 756"/>
                    <a:gd name="T12" fmla="*/ 11 w 717"/>
                    <a:gd name="T13" fmla="*/ 359 h 756"/>
                    <a:gd name="T14" fmla="*/ 14 w 717"/>
                    <a:gd name="T15" fmla="*/ 71 h 756"/>
                    <a:gd name="T16" fmla="*/ 16 w 717"/>
                    <a:gd name="T17" fmla="*/ 244 h 756"/>
                    <a:gd name="T18" fmla="*/ 17 w 717"/>
                    <a:gd name="T19" fmla="*/ 96 h 756"/>
                    <a:gd name="T20" fmla="*/ 18 w 717"/>
                    <a:gd name="T21" fmla="*/ 615 h 756"/>
                    <a:gd name="T22" fmla="*/ 21 w 717"/>
                    <a:gd name="T23" fmla="*/ 397 h 756"/>
                    <a:gd name="T24" fmla="*/ 24 w 717"/>
                    <a:gd name="T25" fmla="*/ 519 h 756"/>
                    <a:gd name="T26" fmla="*/ 25 w 717"/>
                    <a:gd name="T27" fmla="*/ 308 h 756"/>
                    <a:gd name="T28" fmla="*/ 28 w 717"/>
                    <a:gd name="T29" fmla="*/ 442 h 756"/>
                    <a:gd name="T30" fmla="*/ 29 w 717"/>
                    <a:gd name="T31" fmla="*/ 352 h 756"/>
                    <a:gd name="T32" fmla="*/ 30 w 717"/>
                    <a:gd name="T33" fmla="*/ 384 h 756"/>
                    <a:gd name="T34" fmla="*/ 31 w 717"/>
                    <a:gd name="T35" fmla="*/ 135 h 756"/>
                    <a:gd name="T36" fmla="*/ 33 w 717"/>
                    <a:gd name="T37" fmla="*/ 301 h 756"/>
                    <a:gd name="T38" fmla="*/ 32 w 717"/>
                    <a:gd name="T39" fmla="*/ 519 h 756"/>
                    <a:gd name="T40" fmla="*/ 34 w 717"/>
                    <a:gd name="T41" fmla="*/ 679 h 756"/>
                    <a:gd name="T42" fmla="*/ 36 w 717"/>
                    <a:gd name="T43" fmla="*/ 628 h 756"/>
                    <a:gd name="T44" fmla="*/ 37 w 717"/>
                    <a:gd name="T45" fmla="*/ 480 h 756"/>
                    <a:gd name="T46" fmla="*/ 38 w 717"/>
                    <a:gd name="T47" fmla="*/ 391 h 756"/>
                    <a:gd name="T48" fmla="*/ 36 w 717"/>
                    <a:gd name="T49" fmla="*/ 506 h 756"/>
                    <a:gd name="T50" fmla="*/ 38 w 717"/>
                    <a:gd name="T51" fmla="*/ 352 h 756"/>
                    <a:gd name="T52" fmla="*/ 39 w 717"/>
                    <a:gd name="T53" fmla="*/ 455 h 756"/>
                    <a:gd name="T54" fmla="*/ 41 w 717"/>
                    <a:gd name="T55" fmla="*/ 519 h 756"/>
                    <a:gd name="T56" fmla="*/ 43 w 717"/>
                    <a:gd name="T57" fmla="*/ 410 h 756"/>
                    <a:gd name="T58" fmla="*/ 44 w 717"/>
                    <a:gd name="T59" fmla="*/ 186 h 756"/>
                    <a:gd name="T60" fmla="*/ 45 w 717"/>
                    <a:gd name="T61" fmla="*/ 231 h 756"/>
                    <a:gd name="T62" fmla="*/ 48 w 717"/>
                    <a:gd name="T63" fmla="*/ 148 h 756"/>
                    <a:gd name="T64" fmla="*/ 48 w 717"/>
                    <a:gd name="T65" fmla="*/ 301 h 756"/>
                    <a:gd name="T66" fmla="*/ 48 w 717"/>
                    <a:gd name="T67" fmla="*/ 730 h 756"/>
                    <a:gd name="T68" fmla="*/ 54 w 717"/>
                    <a:gd name="T69" fmla="*/ 0 h 756"/>
                    <a:gd name="T70" fmla="*/ 54 w 717"/>
                    <a:gd name="T71" fmla="*/ 250 h 756"/>
                    <a:gd name="T72" fmla="*/ 55 w 717"/>
                    <a:gd name="T73" fmla="*/ 333 h 756"/>
                    <a:gd name="T74" fmla="*/ 57 w 717"/>
                    <a:gd name="T75" fmla="*/ 192 h 756"/>
                    <a:gd name="T76" fmla="*/ 59 w 717"/>
                    <a:gd name="T77" fmla="*/ 340 h 756"/>
                    <a:gd name="T78" fmla="*/ 58 w 717"/>
                    <a:gd name="T79" fmla="*/ 429 h 756"/>
                    <a:gd name="T80" fmla="*/ 60 w 717"/>
                    <a:gd name="T81" fmla="*/ 461 h 756"/>
                    <a:gd name="T82" fmla="*/ 0 60000 65536"/>
                    <a:gd name="T83" fmla="*/ 0 60000 65536"/>
                    <a:gd name="T84" fmla="*/ 0 60000 65536"/>
                    <a:gd name="T85" fmla="*/ 0 60000 65536"/>
                    <a:gd name="T86" fmla="*/ 0 60000 65536"/>
                    <a:gd name="T87" fmla="*/ 0 60000 65536"/>
                    <a:gd name="T88" fmla="*/ 0 60000 65536"/>
                    <a:gd name="T89" fmla="*/ 0 60000 65536"/>
                    <a:gd name="T90" fmla="*/ 0 60000 65536"/>
                    <a:gd name="T91" fmla="*/ 0 60000 65536"/>
                    <a:gd name="T92" fmla="*/ 0 60000 65536"/>
                    <a:gd name="T93" fmla="*/ 0 60000 65536"/>
                    <a:gd name="T94" fmla="*/ 0 60000 65536"/>
                    <a:gd name="T95" fmla="*/ 0 60000 65536"/>
                    <a:gd name="T96" fmla="*/ 0 60000 65536"/>
                    <a:gd name="T97" fmla="*/ 0 60000 65536"/>
                    <a:gd name="T98" fmla="*/ 0 60000 65536"/>
                    <a:gd name="T99" fmla="*/ 0 60000 65536"/>
                    <a:gd name="T100" fmla="*/ 0 60000 65536"/>
                    <a:gd name="T101" fmla="*/ 0 60000 65536"/>
                    <a:gd name="T102" fmla="*/ 0 60000 65536"/>
                    <a:gd name="T103" fmla="*/ 0 60000 65536"/>
                    <a:gd name="T104" fmla="*/ 0 60000 65536"/>
                    <a:gd name="T105" fmla="*/ 0 60000 65536"/>
                    <a:gd name="T106" fmla="*/ 0 60000 65536"/>
                    <a:gd name="T107" fmla="*/ 0 60000 65536"/>
                    <a:gd name="T108" fmla="*/ 0 60000 65536"/>
                    <a:gd name="T109" fmla="*/ 0 60000 65536"/>
                    <a:gd name="T110" fmla="*/ 0 60000 65536"/>
                    <a:gd name="T111" fmla="*/ 0 60000 65536"/>
                    <a:gd name="T112" fmla="*/ 0 60000 65536"/>
                    <a:gd name="T113" fmla="*/ 0 60000 65536"/>
                    <a:gd name="T114" fmla="*/ 0 60000 65536"/>
                    <a:gd name="T115" fmla="*/ 0 60000 65536"/>
                    <a:gd name="T116" fmla="*/ 0 60000 65536"/>
                    <a:gd name="T117" fmla="*/ 0 60000 65536"/>
                    <a:gd name="T118" fmla="*/ 0 60000 65536"/>
                    <a:gd name="T119" fmla="*/ 0 60000 65536"/>
                    <a:gd name="T120" fmla="*/ 0 60000 65536"/>
                    <a:gd name="T121" fmla="*/ 0 60000 65536"/>
                    <a:gd name="T122" fmla="*/ 0 60000 65536"/>
                    <a:gd name="T123" fmla="*/ 0 w 717"/>
                    <a:gd name="T124" fmla="*/ 0 h 756"/>
                    <a:gd name="T125" fmla="*/ 717 w 717"/>
                    <a:gd name="T126" fmla="*/ 756 h 756"/>
                  </a:gdLst>
                  <a:ahLst/>
                  <a:cxnLst>
                    <a:cxn ang="T82">
                      <a:pos x="T0" y="T1"/>
                    </a:cxn>
                    <a:cxn ang="T83">
                      <a:pos x="T2" y="T3"/>
                    </a:cxn>
                    <a:cxn ang="T84">
                      <a:pos x="T4" y="T5"/>
                    </a:cxn>
                    <a:cxn ang="T85">
                      <a:pos x="T6" y="T7"/>
                    </a:cxn>
                    <a:cxn ang="T86">
                      <a:pos x="T8" y="T9"/>
                    </a:cxn>
                    <a:cxn ang="T87">
                      <a:pos x="T10" y="T11"/>
                    </a:cxn>
                    <a:cxn ang="T88">
                      <a:pos x="T12" y="T13"/>
                    </a:cxn>
                    <a:cxn ang="T89">
                      <a:pos x="T14" y="T15"/>
                    </a:cxn>
                    <a:cxn ang="T90">
                      <a:pos x="T16" y="T17"/>
                    </a:cxn>
                    <a:cxn ang="T91">
                      <a:pos x="T18" y="T19"/>
                    </a:cxn>
                    <a:cxn ang="T92">
                      <a:pos x="T20" y="T21"/>
                    </a:cxn>
                    <a:cxn ang="T93">
                      <a:pos x="T22" y="T23"/>
                    </a:cxn>
                    <a:cxn ang="T94">
                      <a:pos x="T24" y="T25"/>
                    </a:cxn>
                    <a:cxn ang="T95">
                      <a:pos x="T26" y="T27"/>
                    </a:cxn>
                    <a:cxn ang="T96">
                      <a:pos x="T28" y="T29"/>
                    </a:cxn>
                    <a:cxn ang="T97">
                      <a:pos x="T30" y="T31"/>
                    </a:cxn>
                    <a:cxn ang="T98">
                      <a:pos x="T32" y="T33"/>
                    </a:cxn>
                    <a:cxn ang="T99">
                      <a:pos x="T34" y="T35"/>
                    </a:cxn>
                    <a:cxn ang="T100">
                      <a:pos x="T36" y="T37"/>
                    </a:cxn>
                    <a:cxn ang="T101">
                      <a:pos x="T38" y="T39"/>
                    </a:cxn>
                    <a:cxn ang="T102">
                      <a:pos x="T40" y="T41"/>
                    </a:cxn>
                    <a:cxn ang="T103">
                      <a:pos x="T42" y="T43"/>
                    </a:cxn>
                    <a:cxn ang="T104">
                      <a:pos x="T44" y="T45"/>
                    </a:cxn>
                    <a:cxn ang="T105">
                      <a:pos x="T46" y="T47"/>
                    </a:cxn>
                    <a:cxn ang="T106">
                      <a:pos x="T48" y="T49"/>
                    </a:cxn>
                    <a:cxn ang="T107">
                      <a:pos x="T50" y="T51"/>
                    </a:cxn>
                    <a:cxn ang="T108">
                      <a:pos x="T52" y="T53"/>
                    </a:cxn>
                    <a:cxn ang="T109">
                      <a:pos x="T54" y="T55"/>
                    </a:cxn>
                    <a:cxn ang="T110">
                      <a:pos x="T56" y="T57"/>
                    </a:cxn>
                    <a:cxn ang="T111">
                      <a:pos x="T58" y="T59"/>
                    </a:cxn>
                    <a:cxn ang="T112">
                      <a:pos x="T60" y="T61"/>
                    </a:cxn>
                    <a:cxn ang="T113">
                      <a:pos x="T62" y="T63"/>
                    </a:cxn>
                    <a:cxn ang="T114">
                      <a:pos x="T64" y="T65"/>
                    </a:cxn>
                    <a:cxn ang="T115">
                      <a:pos x="T66" y="T67"/>
                    </a:cxn>
                    <a:cxn ang="T116">
                      <a:pos x="T68" y="T69"/>
                    </a:cxn>
                    <a:cxn ang="T117">
                      <a:pos x="T70" y="T71"/>
                    </a:cxn>
                    <a:cxn ang="T118">
                      <a:pos x="T72" y="T73"/>
                    </a:cxn>
                    <a:cxn ang="T119">
                      <a:pos x="T74" y="T75"/>
                    </a:cxn>
                    <a:cxn ang="T120">
                      <a:pos x="T76" y="T77"/>
                    </a:cxn>
                    <a:cxn ang="T121">
                      <a:pos x="T78" y="T79"/>
                    </a:cxn>
                    <a:cxn ang="T122">
                      <a:pos x="T80" y="T81"/>
                    </a:cxn>
                  </a:cxnLst>
                  <a:rect l="T123" t="T124" r="T125" b="T126"/>
                  <a:pathLst>
                    <a:path w="717" h="756">
                      <a:moveTo>
                        <a:pt x="0" y="756"/>
                      </a:moveTo>
                      <a:lnTo>
                        <a:pt x="52" y="167"/>
                      </a:lnTo>
                      <a:lnTo>
                        <a:pt x="64" y="384"/>
                      </a:lnTo>
                      <a:lnTo>
                        <a:pt x="90" y="103"/>
                      </a:lnTo>
                      <a:lnTo>
                        <a:pt x="116" y="519"/>
                      </a:lnTo>
                      <a:lnTo>
                        <a:pt x="135" y="487"/>
                      </a:lnTo>
                      <a:lnTo>
                        <a:pt x="135" y="359"/>
                      </a:lnTo>
                      <a:lnTo>
                        <a:pt x="167" y="71"/>
                      </a:lnTo>
                      <a:lnTo>
                        <a:pt x="192" y="244"/>
                      </a:lnTo>
                      <a:lnTo>
                        <a:pt x="205" y="96"/>
                      </a:lnTo>
                      <a:lnTo>
                        <a:pt x="218" y="615"/>
                      </a:lnTo>
                      <a:lnTo>
                        <a:pt x="244" y="397"/>
                      </a:lnTo>
                      <a:lnTo>
                        <a:pt x="282" y="519"/>
                      </a:lnTo>
                      <a:lnTo>
                        <a:pt x="308" y="308"/>
                      </a:lnTo>
                      <a:lnTo>
                        <a:pt x="333" y="442"/>
                      </a:lnTo>
                      <a:lnTo>
                        <a:pt x="346" y="352"/>
                      </a:lnTo>
                      <a:lnTo>
                        <a:pt x="365" y="384"/>
                      </a:lnTo>
                      <a:lnTo>
                        <a:pt x="378" y="135"/>
                      </a:lnTo>
                      <a:lnTo>
                        <a:pt x="391" y="301"/>
                      </a:lnTo>
                      <a:lnTo>
                        <a:pt x="384" y="519"/>
                      </a:lnTo>
                      <a:lnTo>
                        <a:pt x="404" y="679"/>
                      </a:lnTo>
                      <a:lnTo>
                        <a:pt x="429" y="628"/>
                      </a:lnTo>
                      <a:lnTo>
                        <a:pt x="442" y="480"/>
                      </a:lnTo>
                      <a:lnTo>
                        <a:pt x="455" y="391"/>
                      </a:lnTo>
                      <a:lnTo>
                        <a:pt x="436" y="506"/>
                      </a:lnTo>
                      <a:lnTo>
                        <a:pt x="461" y="352"/>
                      </a:lnTo>
                      <a:lnTo>
                        <a:pt x="474" y="455"/>
                      </a:lnTo>
                      <a:lnTo>
                        <a:pt x="493" y="519"/>
                      </a:lnTo>
                      <a:lnTo>
                        <a:pt x="512" y="410"/>
                      </a:lnTo>
                      <a:lnTo>
                        <a:pt x="532" y="186"/>
                      </a:lnTo>
                      <a:lnTo>
                        <a:pt x="544" y="231"/>
                      </a:lnTo>
                      <a:lnTo>
                        <a:pt x="570" y="148"/>
                      </a:lnTo>
                      <a:lnTo>
                        <a:pt x="576" y="301"/>
                      </a:lnTo>
                      <a:lnTo>
                        <a:pt x="576" y="730"/>
                      </a:lnTo>
                      <a:lnTo>
                        <a:pt x="647" y="0"/>
                      </a:lnTo>
                      <a:lnTo>
                        <a:pt x="647" y="250"/>
                      </a:lnTo>
                      <a:lnTo>
                        <a:pt x="660" y="333"/>
                      </a:lnTo>
                      <a:lnTo>
                        <a:pt x="685" y="192"/>
                      </a:lnTo>
                      <a:lnTo>
                        <a:pt x="711" y="340"/>
                      </a:lnTo>
                      <a:lnTo>
                        <a:pt x="698" y="429"/>
                      </a:lnTo>
                      <a:lnTo>
                        <a:pt x="717" y="461"/>
                      </a:lnTo>
                    </a:path>
                  </a:pathLst>
                </a:custGeom>
                <a:noFill/>
                <a:ln w="9525">
                  <a:solidFill>
                    <a:srgbClr val="FF0000"/>
                  </a:solidFill>
                  <a:round/>
                  <a:headEnd/>
                  <a:tailEnd/>
                </a:ln>
              </p:spPr>
              <p:txBody>
                <a:bodyPr/>
                <a:lstStyle/>
                <a:p>
                  <a:endParaRPr lang="en-GB" sz="1600"/>
                </a:p>
              </p:txBody>
            </p:sp>
          </p:grpSp>
          <p:grpSp>
            <p:nvGrpSpPr>
              <p:cNvPr id="14751" name="Group 234"/>
              <p:cNvGrpSpPr>
                <a:grpSpLocks/>
              </p:cNvGrpSpPr>
              <p:nvPr/>
            </p:nvGrpSpPr>
            <p:grpSpPr bwMode="auto">
              <a:xfrm flipH="1">
                <a:off x="4569" y="1098"/>
                <a:ext cx="590" cy="801"/>
                <a:chOff x="3462" y="1100"/>
                <a:chExt cx="1549" cy="801"/>
              </a:xfrm>
            </p:grpSpPr>
            <p:sp>
              <p:nvSpPr>
                <p:cNvPr id="14530" name="Freeform 235"/>
                <p:cNvSpPr>
                  <a:spLocks/>
                </p:cNvSpPr>
                <p:nvPr/>
              </p:nvSpPr>
              <p:spPr bwMode="auto">
                <a:xfrm>
                  <a:off x="3462" y="1126"/>
                  <a:ext cx="313" cy="756"/>
                </a:xfrm>
                <a:custGeom>
                  <a:avLst/>
                  <a:gdLst>
                    <a:gd name="T0" fmla="*/ 0 w 717"/>
                    <a:gd name="T1" fmla="*/ 756 h 756"/>
                    <a:gd name="T2" fmla="*/ 4 w 717"/>
                    <a:gd name="T3" fmla="*/ 167 h 756"/>
                    <a:gd name="T4" fmla="*/ 5 w 717"/>
                    <a:gd name="T5" fmla="*/ 384 h 756"/>
                    <a:gd name="T6" fmla="*/ 7 w 717"/>
                    <a:gd name="T7" fmla="*/ 103 h 756"/>
                    <a:gd name="T8" fmla="*/ 10 w 717"/>
                    <a:gd name="T9" fmla="*/ 519 h 756"/>
                    <a:gd name="T10" fmla="*/ 11 w 717"/>
                    <a:gd name="T11" fmla="*/ 487 h 756"/>
                    <a:gd name="T12" fmla="*/ 11 w 717"/>
                    <a:gd name="T13" fmla="*/ 359 h 756"/>
                    <a:gd name="T14" fmla="*/ 14 w 717"/>
                    <a:gd name="T15" fmla="*/ 71 h 756"/>
                    <a:gd name="T16" fmla="*/ 16 w 717"/>
                    <a:gd name="T17" fmla="*/ 244 h 756"/>
                    <a:gd name="T18" fmla="*/ 17 w 717"/>
                    <a:gd name="T19" fmla="*/ 96 h 756"/>
                    <a:gd name="T20" fmla="*/ 18 w 717"/>
                    <a:gd name="T21" fmla="*/ 615 h 756"/>
                    <a:gd name="T22" fmla="*/ 21 w 717"/>
                    <a:gd name="T23" fmla="*/ 397 h 756"/>
                    <a:gd name="T24" fmla="*/ 24 w 717"/>
                    <a:gd name="T25" fmla="*/ 519 h 756"/>
                    <a:gd name="T26" fmla="*/ 25 w 717"/>
                    <a:gd name="T27" fmla="*/ 308 h 756"/>
                    <a:gd name="T28" fmla="*/ 28 w 717"/>
                    <a:gd name="T29" fmla="*/ 442 h 756"/>
                    <a:gd name="T30" fmla="*/ 29 w 717"/>
                    <a:gd name="T31" fmla="*/ 352 h 756"/>
                    <a:gd name="T32" fmla="*/ 30 w 717"/>
                    <a:gd name="T33" fmla="*/ 384 h 756"/>
                    <a:gd name="T34" fmla="*/ 31 w 717"/>
                    <a:gd name="T35" fmla="*/ 135 h 756"/>
                    <a:gd name="T36" fmla="*/ 33 w 717"/>
                    <a:gd name="T37" fmla="*/ 301 h 756"/>
                    <a:gd name="T38" fmla="*/ 32 w 717"/>
                    <a:gd name="T39" fmla="*/ 519 h 756"/>
                    <a:gd name="T40" fmla="*/ 34 w 717"/>
                    <a:gd name="T41" fmla="*/ 679 h 756"/>
                    <a:gd name="T42" fmla="*/ 36 w 717"/>
                    <a:gd name="T43" fmla="*/ 628 h 756"/>
                    <a:gd name="T44" fmla="*/ 37 w 717"/>
                    <a:gd name="T45" fmla="*/ 480 h 756"/>
                    <a:gd name="T46" fmla="*/ 38 w 717"/>
                    <a:gd name="T47" fmla="*/ 391 h 756"/>
                    <a:gd name="T48" fmla="*/ 36 w 717"/>
                    <a:gd name="T49" fmla="*/ 506 h 756"/>
                    <a:gd name="T50" fmla="*/ 38 w 717"/>
                    <a:gd name="T51" fmla="*/ 352 h 756"/>
                    <a:gd name="T52" fmla="*/ 39 w 717"/>
                    <a:gd name="T53" fmla="*/ 455 h 756"/>
                    <a:gd name="T54" fmla="*/ 41 w 717"/>
                    <a:gd name="T55" fmla="*/ 519 h 756"/>
                    <a:gd name="T56" fmla="*/ 43 w 717"/>
                    <a:gd name="T57" fmla="*/ 410 h 756"/>
                    <a:gd name="T58" fmla="*/ 44 w 717"/>
                    <a:gd name="T59" fmla="*/ 186 h 756"/>
                    <a:gd name="T60" fmla="*/ 45 w 717"/>
                    <a:gd name="T61" fmla="*/ 231 h 756"/>
                    <a:gd name="T62" fmla="*/ 48 w 717"/>
                    <a:gd name="T63" fmla="*/ 148 h 756"/>
                    <a:gd name="T64" fmla="*/ 48 w 717"/>
                    <a:gd name="T65" fmla="*/ 301 h 756"/>
                    <a:gd name="T66" fmla="*/ 48 w 717"/>
                    <a:gd name="T67" fmla="*/ 730 h 756"/>
                    <a:gd name="T68" fmla="*/ 54 w 717"/>
                    <a:gd name="T69" fmla="*/ 0 h 756"/>
                    <a:gd name="T70" fmla="*/ 54 w 717"/>
                    <a:gd name="T71" fmla="*/ 250 h 756"/>
                    <a:gd name="T72" fmla="*/ 55 w 717"/>
                    <a:gd name="T73" fmla="*/ 333 h 756"/>
                    <a:gd name="T74" fmla="*/ 57 w 717"/>
                    <a:gd name="T75" fmla="*/ 192 h 756"/>
                    <a:gd name="T76" fmla="*/ 59 w 717"/>
                    <a:gd name="T77" fmla="*/ 340 h 756"/>
                    <a:gd name="T78" fmla="*/ 58 w 717"/>
                    <a:gd name="T79" fmla="*/ 429 h 756"/>
                    <a:gd name="T80" fmla="*/ 60 w 717"/>
                    <a:gd name="T81" fmla="*/ 461 h 756"/>
                    <a:gd name="T82" fmla="*/ 0 60000 65536"/>
                    <a:gd name="T83" fmla="*/ 0 60000 65536"/>
                    <a:gd name="T84" fmla="*/ 0 60000 65536"/>
                    <a:gd name="T85" fmla="*/ 0 60000 65536"/>
                    <a:gd name="T86" fmla="*/ 0 60000 65536"/>
                    <a:gd name="T87" fmla="*/ 0 60000 65536"/>
                    <a:gd name="T88" fmla="*/ 0 60000 65536"/>
                    <a:gd name="T89" fmla="*/ 0 60000 65536"/>
                    <a:gd name="T90" fmla="*/ 0 60000 65536"/>
                    <a:gd name="T91" fmla="*/ 0 60000 65536"/>
                    <a:gd name="T92" fmla="*/ 0 60000 65536"/>
                    <a:gd name="T93" fmla="*/ 0 60000 65536"/>
                    <a:gd name="T94" fmla="*/ 0 60000 65536"/>
                    <a:gd name="T95" fmla="*/ 0 60000 65536"/>
                    <a:gd name="T96" fmla="*/ 0 60000 65536"/>
                    <a:gd name="T97" fmla="*/ 0 60000 65536"/>
                    <a:gd name="T98" fmla="*/ 0 60000 65536"/>
                    <a:gd name="T99" fmla="*/ 0 60000 65536"/>
                    <a:gd name="T100" fmla="*/ 0 60000 65536"/>
                    <a:gd name="T101" fmla="*/ 0 60000 65536"/>
                    <a:gd name="T102" fmla="*/ 0 60000 65536"/>
                    <a:gd name="T103" fmla="*/ 0 60000 65536"/>
                    <a:gd name="T104" fmla="*/ 0 60000 65536"/>
                    <a:gd name="T105" fmla="*/ 0 60000 65536"/>
                    <a:gd name="T106" fmla="*/ 0 60000 65536"/>
                    <a:gd name="T107" fmla="*/ 0 60000 65536"/>
                    <a:gd name="T108" fmla="*/ 0 60000 65536"/>
                    <a:gd name="T109" fmla="*/ 0 60000 65536"/>
                    <a:gd name="T110" fmla="*/ 0 60000 65536"/>
                    <a:gd name="T111" fmla="*/ 0 60000 65536"/>
                    <a:gd name="T112" fmla="*/ 0 60000 65536"/>
                    <a:gd name="T113" fmla="*/ 0 60000 65536"/>
                    <a:gd name="T114" fmla="*/ 0 60000 65536"/>
                    <a:gd name="T115" fmla="*/ 0 60000 65536"/>
                    <a:gd name="T116" fmla="*/ 0 60000 65536"/>
                    <a:gd name="T117" fmla="*/ 0 60000 65536"/>
                    <a:gd name="T118" fmla="*/ 0 60000 65536"/>
                    <a:gd name="T119" fmla="*/ 0 60000 65536"/>
                    <a:gd name="T120" fmla="*/ 0 60000 65536"/>
                    <a:gd name="T121" fmla="*/ 0 60000 65536"/>
                    <a:gd name="T122" fmla="*/ 0 60000 65536"/>
                    <a:gd name="T123" fmla="*/ 0 w 717"/>
                    <a:gd name="T124" fmla="*/ 0 h 756"/>
                    <a:gd name="T125" fmla="*/ 717 w 717"/>
                    <a:gd name="T126" fmla="*/ 756 h 756"/>
                  </a:gdLst>
                  <a:ahLst/>
                  <a:cxnLst>
                    <a:cxn ang="T82">
                      <a:pos x="T0" y="T1"/>
                    </a:cxn>
                    <a:cxn ang="T83">
                      <a:pos x="T2" y="T3"/>
                    </a:cxn>
                    <a:cxn ang="T84">
                      <a:pos x="T4" y="T5"/>
                    </a:cxn>
                    <a:cxn ang="T85">
                      <a:pos x="T6" y="T7"/>
                    </a:cxn>
                    <a:cxn ang="T86">
                      <a:pos x="T8" y="T9"/>
                    </a:cxn>
                    <a:cxn ang="T87">
                      <a:pos x="T10" y="T11"/>
                    </a:cxn>
                    <a:cxn ang="T88">
                      <a:pos x="T12" y="T13"/>
                    </a:cxn>
                    <a:cxn ang="T89">
                      <a:pos x="T14" y="T15"/>
                    </a:cxn>
                    <a:cxn ang="T90">
                      <a:pos x="T16" y="T17"/>
                    </a:cxn>
                    <a:cxn ang="T91">
                      <a:pos x="T18" y="T19"/>
                    </a:cxn>
                    <a:cxn ang="T92">
                      <a:pos x="T20" y="T21"/>
                    </a:cxn>
                    <a:cxn ang="T93">
                      <a:pos x="T22" y="T23"/>
                    </a:cxn>
                    <a:cxn ang="T94">
                      <a:pos x="T24" y="T25"/>
                    </a:cxn>
                    <a:cxn ang="T95">
                      <a:pos x="T26" y="T27"/>
                    </a:cxn>
                    <a:cxn ang="T96">
                      <a:pos x="T28" y="T29"/>
                    </a:cxn>
                    <a:cxn ang="T97">
                      <a:pos x="T30" y="T31"/>
                    </a:cxn>
                    <a:cxn ang="T98">
                      <a:pos x="T32" y="T33"/>
                    </a:cxn>
                    <a:cxn ang="T99">
                      <a:pos x="T34" y="T35"/>
                    </a:cxn>
                    <a:cxn ang="T100">
                      <a:pos x="T36" y="T37"/>
                    </a:cxn>
                    <a:cxn ang="T101">
                      <a:pos x="T38" y="T39"/>
                    </a:cxn>
                    <a:cxn ang="T102">
                      <a:pos x="T40" y="T41"/>
                    </a:cxn>
                    <a:cxn ang="T103">
                      <a:pos x="T42" y="T43"/>
                    </a:cxn>
                    <a:cxn ang="T104">
                      <a:pos x="T44" y="T45"/>
                    </a:cxn>
                    <a:cxn ang="T105">
                      <a:pos x="T46" y="T47"/>
                    </a:cxn>
                    <a:cxn ang="T106">
                      <a:pos x="T48" y="T49"/>
                    </a:cxn>
                    <a:cxn ang="T107">
                      <a:pos x="T50" y="T51"/>
                    </a:cxn>
                    <a:cxn ang="T108">
                      <a:pos x="T52" y="T53"/>
                    </a:cxn>
                    <a:cxn ang="T109">
                      <a:pos x="T54" y="T55"/>
                    </a:cxn>
                    <a:cxn ang="T110">
                      <a:pos x="T56" y="T57"/>
                    </a:cxn>
                    <a:cxn ang="T111">
                      <a:pos x="T58" y="T59"/>
                    </a:cxn>
                    <a:cxn ang="T112">
                      <a:pos x="T60" y="T61"/>
                    </a:cxn>
                    <a:cxn ang="T113">
                      <a:pos x="T62" y="T63"/>
                    </a:cxn>
                    <a:cxn ang="T114">
                      <a:pos x="T64" y="T65"/>
                    </a:cxn>
                    <a:cxn ang="T115">
                      <a:pos x="T66" y="T67"/>
                    </a:cxn>
                    <a:cxn ang="T116">
                      <a:pos x="T68" y="T69"/>
                    </a:cxn>
                    <a:cxn ang="T117">
                      <a:pos x="T70" y="T71"/>
                    </a:cxn>
                    <a:cxn ang="T118">
                      <a:pos x="T72" y="T73"/>
                    </a:cxn>
                    <a:cxn ang="T119">
                      <a:pos x="T74" y="T75"/>
                    </a:cxn>
                    <a:cxn ang="T120">
                      <a:pos x="T76" y="T77"/>
                    </a:cxn>
                    <a:cxn ang="T121">
                      <a:pos x="T78" y="T79"/>
                    </a:cxn>
                    <a:cxn ang="T122">
                      <a:pos x="T80" y="T81"/>
                    </a:cxn>
                  </a:cxnLst>
                  <a:rect l="T123" t="T124" r="T125" b="T126"/>
                  <a:pathLst>
                    <a:path w="717" h="756">
                      <a:moveTo>
                        <a:pt x="0" y="756"/>
                      </a:moveTo>
                      <a:lnTo>
                        <a:pt x="52" y="167"/>
                      </a:lnTo>
                      <a:lnTo>
                        <a:pt x="64" y="384"/>
                      </a:lnTo>
                      <a:lnTo>
                        <a:pt x="90" y="103"/>
                      </a:lnTo>
                      <a:lnTo>
                        <a:pt x="116" y="519"/>
                      </a:lnTo>
                      <a:lnTo>
                        <a:pt x="135" y="487"/>
                      </a:lnTo>
                      <a:lnTo>
                        <a:pt x="135" y="359"/>
                      </a:lnTo>
                      <a:lnTo>
                        <a:pt x="167" y="71"/>
                      </a:lnTo>
                      <a:lnTo>
                        <a:pt x="192" y="244"/>
                      </a:lnTo>
                      <a:lnTo>
                        <a:pt x="205" y="96"/>
                      </a:lnTo>
                      <a:lnTo>
                        <a:pt x="218" y="615"/>
                      </a:lnTo>
                      <a:lnTo>
                        <a:pt x="244" y="397"/>
                      </a:lnTo>
                      <a:lnTo>
                        <a:pt x="282" y="519"/>
                      </a:lnTo>
                      <a:lnTo>
                        <a:pt x="308" y="308"/>
                      </a:lnTo>
                      <a:lnTo>
                        <a:pt x="333" y="442"/>
                      </a:lnTo>
                      <a:lnTo>
                        <a:pt x="346" y="352"/>
                      </a:lnTo>
                      <a:lnTo>
                        <a:pt x="365" y="384"/>
                      </a:lnTo>
                      <a:lnTo>
                        <a:pt x="378" y="135"/>
                      </a:lnTo>
                      <a:lnTo>
                        <a:pt x="391" y="301"/>
                      </a:lnTo>
                      <a:lnTo>
                        <a:pt x="384" y="519"/>
                      </a:lnTo>
                      <a:lnTo>
                        <a:pt x="404" y="679"/>
                      </a:lnTo>
                      <a:lnTo>
                        <a:pt x="429" y="628"/>
                      </a:lnTo>
                      <a:lnTo>
                        <a:pt x="442" y="480"/>
                      </a:lnTo>
                      <a:lnTo>
                        <a:pt x="455" y="391"/>
                      </a:lnTo>
                      <a:lnTo>
                        <a:pt x="436" y="506"/>
                      </a:lnTo>
                      <a:lnTo>
                        <a:pt x="461" y="352"/>
                      </a:lnTo>
                      <a:lnTo>
                        <a:pt x="474" y="455"/>
                      </a:lnTo>
                      <a:lnTo>
                        <a:pt x="493" y="519"/>
                      </a:lnTo>
                      <a:lnTo>
                        <a:pt x="512" y="410"/>
                      </a:lnTo>
                      <a:lnTo>
                        <a:pt x="532" y="186"/>
                      </a:lnTo>
                      <a:lnTo>
                        <a:pt x="544" y="231"/>
                      </a:lnTo>
                      <a:lnTo>
                        <a:pt x="570" y="148"/>
                      </a:lnTo>
                      <a:lnTo>
                        <a:pt x="576" y="301"/>
                      </a:lnTo>
                      <a:lnTo>
                        <a:pt x="576" y="730"/>
                      </a:lnTo>
                      <a:lnTo>
                        <a:pt x="647" y="0"/>
                      </a:lnTo>
                      <a:lnTo>
                        <a:pt x="647" y="250"/>
                      </a:lnTo>
                      <a:lnTo>
                        <a:pt x="660" y="333"/>
                      </a:lnTo>
                      <a:lnTo>
                        <a:pt x="685" y="192"/>
                      </a:lnTo>
                      <a:lnTo>
                        <a:pt x="711" y="340"/>
                      </a:lnTo>
                      <a:lnTo>
                        <a:pt x="698" y="429"/>
                      </a:lnTo>
                      <a:lnTo>
                        <a:pt x="717" y="461"/>
                      </a:lnTo>
                    </a:path>
                  </a:pathLst>
                </a:custGeom>
                <a:noFill/>
                <a:ln w="9525">
                  <a:solidFill>
                    <a:srgbClr val="FF0000"/>
                  </a:solidFill>
                  <a:round/>
                  <a:headEnd/>
                  <a:tailEnd/>
                </a:ln>
              </p:spPr>
              <p:txBody>
                <a:bodyPr/>
                <a:lstStyle/>
                <a:p>
                  <a:endParaRPr lang="en-GB" sz="1600"/>
                </a:p>
              </p:txBody>
            </p:sp>
            <p:sp>
              <p:nvSpPr>
                <p:cNvPr id="14531" name="Freeform 236"/>
                <p:cNvSpPr>
                  <a:spLocks/>
                </p:cNvSpPr>
                <p:nvPr/>
              </p:nvSpPr>
              <p:spPr bwMode="auto">
                <a:xfrm flipH="1" flipV="1">
                  <a:off x="3770" y="1145"/>
                  <a:ext cx="313" cy="756"/>
                </a:xfrm>
                <a:custGeom>
                  <a:avLst/>
                  <a:gdLst>
                    <a:gd name="T0" fmla="*/ 0 w 717"/>
                    <a:gd name="T1" fmla="*/ 756 h 756"/>
                    <a:gd name="T2" fmla="*/ 4 w 717"/>
                    <a:gd name="T3" fmla="*/ 167 h 756"/>
                    <a:gd name="T4" fmla="*/ 5 w 717"/>
                    <a:gd name="T5" fmla="*/ 384 h 756"/>
                    <a:gd name="T6" fmla="*/ 7 w 717"/>
                    <a:gd name="T7" fmla="*/ 103 h 756"/>
                    <a:gd name="T8" fmla="*/ 10 w 717"/>
                    <a:gd name="T9" fmla="*/ 519 h 756"/>
                    <a:gd name="T10" fmla="*/ 11 w 717"/>
                    <a:gd name="T11" fmla="*/ 487 h 756"/>
                    <a:gd name="T12" fmla="*/ 11 w 717"/>
                    <a:gd name="T13" fmla="*/ 359 h 756"/>
                    <a:gd name="T14" fmla="*/ 14 w 717"/>
                    <a:gd name="T15" fmla="*/ 71 h 756"/>
                    <a:gd name="T16" fmla="*/ 16 w 717"/>
                    <a:gd name="T17" fmla="*/ 244 h 756"/>
                    <a:gd name="T18" fmla="*/ 17 w 717"/>
                    <a:gd name="T19" fmla="*/ 96 h 756"/>
                    <a:gd name="T20" fmla="*/ 18 w 717"/>
                    <a:gd name="T21" fmla="*/ 615 h 756"/>
                    <a:gd name="T22" fmla="*/ 21 w 717"/>
                    <a:gd name="T23" fmla="*/ 397 h 756"/>
                    <a:gd name="T24" fmla="*/ 24 w 717"/>
                    <a:gd name="T25" fmla="*/ 519 h 756"/>
                    <a:gd name="T26" fmla="*/ 25 w 717"/>
                    <a:gd name="T27" fmla="*/ 308 h 756"/>
                    <a:gd name="T28" fmla="*/ 28 w 717"/>
                    <a:gd name="T29" fmla="*/ 442 h 756"/>
                    <a:gd name="T30" fmla="*/ 29 w 717"/>
                    <a:gd name="T31" fmla="*/ 352 h 756"/>
                    <a:gd name="T32" fmla="*/ 30 w 717"/>
                    <a:gd name="T33" fmla="*/ 384 h 756"/>
                    <a:gd name="T34" fmla="*/ 31 w 717"/>
                    <a:gd name="T35" fmla="*/ 135 h 756"/>
                    <a:gd name="T36" fmla="*/ 33 w 717"/>
                    <a:gd name="T37" fmla="*/ 301 h 756"/>
                    <a:gd name="T38" fmla="*/ 32 w 717"/>
                    <a:gd name="T39" fmla="*/ 519 h 756"/>
                    <a:gd name="T40" fmla="*/ 34 w 717"/>
                    <a:gd name="T41" fmla="*/ 679 h 756"/>
                    <a:gd name="T42" fmla="*/ 36 w 717"/>
                    <a:gd name="T43" fmla="*/ 628 h 756"/>
                    <a:gd name="T44" fmla="*/ 37 w 717"/>
                    <a:gd name="T45" fmla="*/ 480 h 756"/>
                    <a:gd name="T46" fmla="*/ 38 w 717"/>
                    <a:gd name="T47" fmla="*/ 391 h 756"/>
                    <a:gd name="T48" fmla="*/ 36 w 717"/>
                    <a:gd name="T49" fmla="*/ 506 h 756"/>
                    <a:gd name="T50" fmla="*/ 38 w 717"/>
                    <a:gd name="T51" fmla="*/ 352 h 756"/>
                    <a:gd name="T52" fmla="*/ 39 w 717"/>
                    <a:gd name="T53" fmla="*/ 455 h 756"/>
                    <a:gd name="T54" fmla="*/ 41 w 717"/>
                    <a:gd name="T55" fmla="*/ 519 h 756"/>
                    <a:gd name="T56" fmla="*/ 43 w 717"/>
                    <a:gd name="T57" fmla="*/ 410 h 756"/>
                    <a:gd name="T58" fmla="*/ 44 w 717"/>
                    <a:gd name="T59" fmla="*/ 186 h 756"/>
                    <a:gd name="T60" fmla="*/ 45 w 717"/>
                    <a:gd name="T61" fmla="*/ 231 h 756"/>
                    <a:gd name="T62" fmla="*/ 48 w 717"/>
                    <a:gd name="T63" fmla="*/ 148 h 756"/>
                    <a:gd name="T64" fmla="*/ 48 w 717"/>
                    <a:gd name="T65" fmla="*/ 301 h 756"/>
                    <a:gd name="T66" fmla="*/ 48 w 717"/>
                    <a:gd name="T67" fmla="*/ 730 h 756"/>
                    <a:gd name="T68" fmla="*/ 54 w 717"/>
                    <a:gd name="T69" fmla="*/ 0 h 756"/>
                    <a:gd name="T70" fmla="*/ 54 w 717"/>
                    <a:gd name="T71" fmla="*/ 250 h 756"/>
                    <a:gd name="T72" fmla="*/ 55 w 717"/>
                    <a:gd name="T73" fmla="*/ 333 h 756"/>
                    <a:gd name="T74" fmla="*/ 57 w 717"/>
                    <a:gd name="T75" fmla="*/ 192 h 756"/>
                    <a:gd name="T76" fmla="*/ 59 w 717"/>
                    <a:gd name="T77" fmla="*/ 340 h 756"/>
                    <a:gd name="T78" fmla="*/ 58 w 717"/>
                    <a:gd name="T79" fmla="*/ 429 h 756"/>
                    <a:gd name="T80" fmla="*/ 60 w 717"/>
                    <a:gd name="T81" fmla="*/ 461 h 756"/>
                    <a:gd name="T82" fmla="*/ 0 60000 65536"/>
                    <a:gd name="T83" fmla="*/ 0 60000 65536"/>
                    <a:gd name="T84" fmla="*/ 0 60000 65536"/>
                    <a:gd name="T85" fmla="*/ 0 60000 65536"/>
                    <a:gd name="T86" fmla="*/ 0 60000 65536"/>
                    <a:gd name="T87" fmla="*/ 0 60000 65536"/>
                    <a:gd name="T88" fmla="*/ 0 60000 65536"/>
                    <a:gd name="T89" fmla="*/ 0 60000 65536"/>
                    <a:gd name="T90" fmla="*/ 0 60000 65536"/>
                    <a:gd name="T91" fmla="*/ 0 60000 65536"/>
                    <a:gd name="T92" fmla="*/ 0 60000 65536"/>
                    <a:gd name="T93" fmla="*/ 0 60000 65536"/>
                    <a:gd name="T94" fmla="*/ 0 60000 65536"/>
                    <a:gd name="T95" fmla="*/ 0 60000 65536"/>
                    <a:gd name="T96" fmla="*/ 0 60000 65536"/>
                    <a:gd name="T97" fmla="*/ 0 60000 65536"/>
                    <a:gd name="T98" fmla="*/ 0 60000 65536"/>
                    <a:gd name="T99" fmla="*/ 0 60000 65536"/>
                    <a:gd name="T100" fmla="*/ 0 60000 65536"/>
                    <a:gd name="T101" fmla="*/ 0 60000 65536"/>
                    <a:gd name="T102" fmla="*/ 0 60000 65536"/>
                    <a:gd name="T103" fmla="*/ 0 60000 65536"/>
                    <a:gd name="T104" fmla="*/ 0 60000 65536"/>
                    <a:gd name="T105" fmla="*/ 0 60000 65536"/>
                    <a:gd name="T106" fmla="*/ 0 60000 65536"/>
                    <a:gd name="T107" fmla="*/ 0 60000 65536"/>
                    <a:gd name="T108" fmla="*/ 0 60000 65536"/>
                    <a:gd name="T109" fmla="*/ 0 60000 65536"/>
                    <a:gd name="T110" fmla="*/ 0 60000 65536"/>
                    <a:gd name="T111" fmla="*/ 0 60000 65536"/>
                    <a:gd name="T112" fmla="*/ 0 60000 65536"/>
                    <a:gd name="T113" fmla="*/ 0 60000 65536"/>
                    <a:gd name="T114" fmla="*/ 0 60000 65536"/>
                    <a:gd name="T115" fmla="*/ 0 60000 65536"/>
                    <a:gd name="T116" fmla="*/ 0 60000 65536"/>
                    <a:gd name="T117" fmla="*/ 0 60000 65536"/>
                    <a:gd name="T118" fmla="*/ 0 60000 65536"/>
                    <a:gd name="T119" fmla="*/ 0 60000 65536"/>
                    <a:gd name="T120" fmla="*/ 0 60000 65536"/>
                    <a:gd name="T121" fmla="*/ 0 60000 65536"/>
                    <a:gd name="T122" fmla="*/ 0 60000 65536"/>
                    <a:gd name="T123" fmla="*/ 0 w 717"/>
                    <a:gd name="T124" fmla="*/ 0 h 756"/>
                    <a:gd name="T125" fmla="*/ 717 w 717"/>
                    <a:gd name="T126" fmla="*/ 756 h 756"/>
                  </a:gdLst>
                  <a:ahLst/>
                  <a:cxnLst>
                    <a:cxn ang="T82">
                      <a:pos x="T0" y="T1"/>
                    </a:cxn>
                    <a:cxn ang="T83">
                      <a:pos x="T2" y="T3"/>
                    </a:cxn>
                    <a:cxn ang="T84">
                      <a:pos x="T4" y="T5"/>
                    </a:cxn>
                    <a:cxn ang="T85">
                      <a:pos x="T6" y="T7"/>
                    </a:cxn>
                    <a:cxn ang="T86">
                      <a:pos x="T8" y="T9"/>
                    </a:cxn>
                    <a:cxn ang="T87">
                      <a:pos x="T10" y="T11"/>
                    </a:cxn>
                    <a:cxn ang="T88">
                      <a:pos x="T12" y="T13"/>
                    </a:cxn>
                    <a:cxn ang="T89">
                      <a:pos x="T14" y="T15"/>
                    </a:cxn>
                    <a:cxn ang="T90">
                      <a:pos x="T16" y="T17"/>
                    </a:cxn>
                    <a:cxn ang="T91">
                      <a:pos x="T18" y="T19"/>
                    </a:cxn>
                    <a:cxn ang="T92">
                      <a:pos x="T20" y="T21"/>
                    </a:cxn>
                    <a:cxn ang="T93">
                      <a:pos x="T22" y="T23"/>
                    </a:cxn>
                    <a:cxn ang="T94">
                      <a:pos x="T24" y="T25"/>
                    </a:cxn>
                    <a:cxn ang="T95">
                      <a:pos x="T26" y="T27"/>
                    </a:cxn>
                    <a:cxn ang="T96">
                      <a:pos x="T28" y="T29"/>
                    </a:cxn>
                    <a:cxn ang="T97">
                      <a:pos x="T30" y="T31"/>
                    </a:cxn>
                    <a:cxn ang="T98">
                      <a:pos x="T32" y="T33"/>
                    </a:cxn>
                    <a:cxn ang="T99">
                      <a:pos x="T34" y="T35"/>
                    </a:cxn>
                    <a:cxn ang="T100">
                      <a:pos x="T36" y="T37"/>
                    </a:cxn>
                    <a:cxn ang="T101">
                      <a:pos x="T38" y="T39"/>
                    </a:cxn>
                    <a:cxn ang="T102">
                      <a:pos x="T40" y="T41"/>
                    </a:cxn>
                    <a:cxn ang="T103">
                      <a:pos x="T42" y="T43"/>
                    </a:cxn>
                    <a:cxn ang="T104">
                      <a:pos x="T44" y="T45"/>
                    </a:cxn>
                    <a:cxn ang="T105">
                      <a:pos x="T46" y="T47"/>
                    </a:cxn>
                    <a:cxn ang="T106">
                      <a:pos x="T48" y="T49"/>
                    </a:cxn>
                    <a:cxn ang="T107">
                      <a:pos x="T50" y="T51"/>
                    </a:cxn>
                    <a:cxn ang="T108">
                      <a:pos x="T52" y="T53"/>
                    </a:cxn>
                    <a:cxn ang="T109">
                      <a:pos x="T54" y="T55"/>
                    </a:cxn>
                    <a:cxn ang="T110">
                      <a:pos x="T56" y="T57"/>
                    </a:cxn>
                    <a:cxn ang="T111">
                      <a:pos x="T58" y="T59"/>
                    </a:cxn>
                    <a:cxn ang="T112">
                      <a:pos x="T60" y="T61"/>
                    </a:cxn>
                    <a:cxn ang="T113">
                      <a:pos x="T62" y="T63"/>
                    </a:cxn>
                    <a:cxn ang="T114">
                      <a:pos x="T64" y="T65"/>
                    </a:cxn>
                    <a:cxn ang="T115">
                      <a:pos x="T66" y="T67"/>
                    </a:cxn>
                    <a:cxn ang="T116">
                      <a:pos x="T68" y="T69"/>
                    </a:cxn>
                    <a:cxn ang="T117">
                      <a:pos x="T70" y="T71"/>
                    </a:cxn>
                    <a:cxn ang="T118">
                      <a:pos x="T72" y="T73"/>
                    </a:cxn>
                    <a:cxn ang="T119">
                      <a:pos x="T74" y="T75"/>
                    </a:cxn>
                    <a:cxn ang="T120">
                      <a:pos x="T76" y="T77"/>
                    </a:cxn>
                    <a:cxn ang="T121">
                      <a:pos x="T78" y="T79"/>
                    </a:cxn>
                    <a:cxn ang="T122">
                      <a:pos x="T80" y="T81"/>
                    </a:cxn>
                  </a:cxnLst>
                  <a:rect l="T123" t="T124" r="T125" b="T126"/>
                  <a:pathLst>
                    <a:path w="717" h="756">
                      <a:moveTo>
                        <a:pt x="0" y="756"/>
                      </a:moveTo>
                      <a:lnTo>
                        <a:pt x="52" y="167"/>
                      </a:lnTo>
                      <a:lnTo>
                        <a:pt x="64" y="384"/>
                      </a:lnTo>
                      <a:lnTo>
                        <a:pt x="90" y="103"/>
                      </a:lnTo>
                      <a:lnTo>
                        <a:pt x="116" y="519"/>
                      </a:lnTo>
                      <a:lnTo>
                        <a:pt x="135" y="487"/>
                      </a:lnTo>
                      <a:lnTo>
                        <a:pt x="135" y="359"/>
                      </a:lnTo>
                      <a:lnTo>
                        <a:pt x="167" y="71"/>
                      </a:lnTo>
                      <a:lnTo>
                        <a:pt x="192" y="244"/>
                      </a:lnTo>
                      <a:lnTo>
                        <a:pt x="205" y="96"/>
                      </a:lnTo>
                      <a:lnTo>
                        <a:pt x="218" y="615"/>
                      </a:lnTo>
                      <a:lnTo>
                        <a:pt x="244" y="397"/>
                      </a:lnTo>
                      <a:lnTo>
                        <a:pt x="282" y="519"/>
                      </a:lnTo>
                      <a:lnTo>
                        <a:pt x="308" y="308"/>
                      </a:lnTo>
                      <a:lnTo>
                        <a:pt x="333" y="442"/>
                      </a:lnTo>
                      <a:lnTo>
                        <a:pt x="346" y="352"/>
                      </a:lnTo>
                      <a:lnTo>
                        <a:pt x="365" y="384"/>
                      </a:lnTo>
                      <a:lnTo>
                        <a:pt x="378" y="135"/>
                      </a:lnTo>
                      <a:lnTo>
                        <a:pt x="391" y="301"/>
                      </a:lnTo>
                      <a:lnTo>
                        <a:pt x="384" y="519"/>
                      </a:lnTo>
                      <a:lnTo>
                        <a:pt x="404" y="679"/>
                      </a:lnTo>
                      <a:lnTo>
                        <a:pt x="429" y="628"/>
                      </a:lnTo>
                      <a:lnTo>
                        <a:pt x="442" y="480"/>
                      </a:lnTo>
                      <a:lnTo>
                        <a:pt x="455" y="391"/>
                      </a:lnTo>
                      <a:lnTo>
                        <a:pt x="436" y="506"/>
                      </a:lnTo>
                      <a:lnTo>
                        <a:pt x="461" y="352"/>
                      </a:lnTo>
                      <a:lnTo>
                        <a:pt x="474" y="455"/>
                      </a:lnTo>
                      <a:lnTo>
                        <a:pt x="493" y="519"/>
                      </a:lnTo>
                      <a:lnTo>
                        <a:pt x="512" y="410"/>
                      </a:lnTo>
                      <a:lnTo>
                        <a:pt x="532" y="186"/>
                      </a:lnTo>
                      <a:lnTo>
                        <a:pt x="544" y="231"/>
                      </a:lnTo>
                      <a:lnTo>
                        <a:pt x="570" y="148"/>
                      </a:lnTo>
                      <a:lnTo>
                        <a:pt x="576" y="301"/>
                      </a:lnTo>
                      <a:lnTo>
                        <a:pt x="576" y="730"/>
                      </a:lnTo>
                      <a:lnTo>
                        <a:pt x="647" y="0"/>
                      </a:lnTo>
                      <a:lnTo>
                        <a:pt x="647" y="250"/>
                      </a:lnTo>
                      <a:lnTo>
                        <a:pt x="660" y="333"/>
                      </a:lnTo>
                      <a:lnTo>
                        <a:pt x="685" y="192"/>
                      </a:lnTo>
                      <a:lnTo>
                        <a:pt x="711" y="340"/>
                      </a:lnTo>
                      <a:lnTo>
                        <a:pt x="698" y="429"/>
                      </a:lnTo>
                      <a:lnTo>
                        <a:pt x="717" y="461"/>
                      </a:lnTo>
                    </a:path>
                  </a:pathLst>
                </a:custGeom>
                <a:noFill/>
                <a:ln w="9525">
                  <a:solidFill>
                    <a:srgbClr val="FF0000"/>
                  </a:solidFill>
                  <a:round/>
                  <a:headEnd/>
                  <a:tailEnd/>
                </a:ln>
              </p:spPr>
              <p:txBody>
                <a:bodyPr/>
                <a:lstStyle/>
                <a:p>
                  <a:endParaRPr lang="en-GB" sz="1600"/>
                </a:p>
              </p:txBody>
            </p:sp>
            <p:sp>
              <p:nvSpPr>
                <p:cNvPr id="14532" name="Freeform 237"/>
                <p:cNvSpPr>
                  <a:spLocks/>
                </p:cNvSpPr>
                <p:nvPr/>
              </p:nvSpPr>
              <p:spPr bwMode="auto">
                <a:xfrm flipH="1">
                  <a:off x="4077" y="1119"/>
                  <a:ext cx="313" cy="756"/>
                </a:xfrm>
                <a:custGeom>
                  <a:avLst/>
                  <a:gdLst>
                    <a:gd name="T0" fmla="*/ 0 w 717"/>
                    <a:gd name="T1" fmla="*/ 756 h 756"/>
                    <a:gd name="T2" fmla="*/ 4 w 717"/>
                    <a:gd name="T3" fmla="*/ 167 h 756"/>
                    <a:gd name="T4" fmla="*/ 5 w 717"/>
                    <a:gd name="T5" fmla="*/ 384 h 756"/>
                    <a:gd name="T6" fmla="*/ 7 w 717"/>
                    <a:gd name="T7" fmla="*/ 103 h 756"/>
                    <a:gd name="T8" fmla="*/ 10 w 717"/>
                    <a:gd name="T9" fmla="*/ 519 h 756"/>
                    <a:gd name="T10" fmla="*/ 11 w 717"/>
                    <a:gd name="T11" fmla="*/ 487 h 756"/>
                    <a:gd name="T12" fmla="*/ 11 w 717"/>
                    <a:gd name="T13" fmla="*/ 359 h 756"/>
                    <a:gd name="T14" fmla="*/ 14 w 717"/>
                    <a:gd name="T15" fmla="*/ 71 h 756"/>
                    <a:gd name="T16" fmla="*/ 16 w 717"/>
                    <a:gd name="T17" fmla="*/ 244 h 756"/>
                    <a:gd name="T18" fmla="*/ 17 w 717"/>
                    <a:gd name="T19" fmla="*/ 96 h 756"/>
                    <a:gd name="T20" fmla="*/ 18 w 717"/>
                    <a:gd name="T21" fmla="*/ 615 h 756"/>
                    <a:gd name="T22" fmla="*/ 21 w 717"/>
                    <a:gd name="T23" fmla="*/ 397 h 756"/>
                    <a:gd name="T24" fmla="*/ 24 w 717"/>
                    <a:gd name="T25" fmla="*/ 519 h 756"/>
                    <a:gd name="T26" fmla="*/ 25 w 717"/>
                    <a:gd name="T27" fmla="*/ 308 h 756"/>
                    <a:gd name="T28" fmla="*/ 28 w 717"/>
                    <a:gd name="T29" fmla="*/ 442 h 756"/>
                    <a:gd name="T30" fmla="*/ 29 w 717"/>
                    <a:gd name="T31" fmla="*/ 352 h 756"/>
                    <a:gd name="T32" fmla="*/ 30 w 717"/>
                    <a:gd name="T33" fmla="*/ 384 h 756"/>
                    <a:gd name="T34" fmla="*/ 31 w 717"/>
                    <a:gd name="T35" fmla="*/ 135 h 756"/>
                    <a:gd name="T36" fmla="*/ 33 w 717"/>
                    <a:gd name="T37" fmla="*/ 301 h 756"/>
                    <a:gd name="T38" fmla="*/ 32 w 717"/>
                    <a:gd name="T39" fmla="*/ 519 h 756"/>
                    <a:gd name="T40" fmla="*/ 34 w 717"/>
                    <a:gd name="T41" fmla="*/ 679 h 756"/>
                    <a:gd name="T42" fmla="*/ 36 w 717"/>
                    <a:gd name="T43" fmla="*/ 628 h 756"/>
                    <a:gd name="T44" fmla="*/ 37 w 717"/>
                    <a:gd name="T45" fmla="*/ 480 h 756"/>
                    <a:gd name="T46" fmla="*/ 38 w 717"/>
                    <a:gd name="T47" fmla="*/ 391 h 756"/>
                    <a:gd name="T48" fmla="*/ 36 w 717"/>
                    <a:gd name="T49" fmla="*/ 506 h 756"/>
                    <a:gd name="T50" fmla="*/ 38 w 717"/>
                    <a:gd name="T51" fmla="*/ 352 h 756"/>
                    <a:gd name="T52" fmla="*/ 39 w 717"/>
                    <a:gd name="T53" fmla="*/ 455 h 756"/>
                    <a:gd name="T54" fmla="*/ 41 w 717"/>
                    <a:gd name="T55" fmla="*/ 519 h 756"/>
                    <a:gd name="T56" fmla="*/ 43 w 717"/>
                    <a:gd name="T57" fmla="*/ 410 h 756"/>
                    <a:gd name="T58" fmla="*/ 44 w 717"/>
                    <a:gd name="T59" fmla="*/ 186 h 756"/>
                    <a:gd name="T60" fmla="*/ 45 w 717"/>
                    <a:gd name="T61" fmla="*/ 231 h 756"/>
                    <a:gd name="T62" fmla="*/ 48 w 717"/>
                    <a:gd name="T63" fmla="*/ 148 h 756"/>
                    <a:gd name="T64" fmla="*/ 48 w 717"/>
                    <a:gd name="T65" fmla="*/ 301 h 756"/>
                    <a:gd name="T66" fmla="*/ 48 w 717"/>
                    <a:gd name="T67" fmla="*/ 730 h 756"/>
                    <a:gd name="T68" fmla="*/ 54 w 717"/>
                    <a:gd name="T69" fmla="*/ 0 h 756"/>
                    <a:gd name="T70" fmla="*/ 54 w 717"/>
                    <a:gd name="T71" fmla="*/ 250 h 756"/>
                    <a:gd name="T72" fmla="*/ 55 w 717"/>
                    <a:gd name="T73" fmla="*/ 333 h 756"/>
                    <a:gd name="T74" fmla="*/ 57 w 717"/>
                    <a:gd name="T75" fmla="*/ 192 h 756"/>
                    <a:gd name="T76" fmla="*/ 59 w 717"/>
                    <a:gd name="T77" fmla="*/ 340 h 756"/>
                    <a:gd name="T78" fmla="*/ 58 w 717"/>
                    <a:gd name="T79" fmla="*/ 429 h 756"/>
                    <a:gd name="T80" fmla="*/ 60 w 717"/>
                    <a:gd name="T81" fmla="*/ 461 h 756"/>
                    <a:gd name="T82" fmla="*/ 0 60000 65536"/>
                    <a:gd name="T83" fmla="*/ 0 60000 65536"/>
                    <a:gd name="T84" fmla="*/ 0 60000 65536"/>
                    <a:gd name="T85" fmla="*/ 0 60000 65536"/>
                    <a:gd name="T86" fmla="*/ 0 60000 65536"/>
                    <a:gd name="T87" fmla="*/ 0 60000 65536"/>
                    <a:gd name="T88" fmla="*/ 0 60000 65536"/>
                    <a:gd name="T89" fmla="*/ 0 60000 65536"/>
                    <a:gd name="T90" fmla="*/ 0 60000 65536"/>
                    <a:gd name="T91" fmla="*/ 0 60000 65536"/>
                    <a:gd name="T92" fmla="*/ 0 60000 65536"/>
                    <a:gd name="T93" fmla="*/ 0 60000 65536"/>
                    <a:gd name="T94" fmla="*/ 0 60000 65536"/>
                    <a:gd name="T95" fmla="*/ 0 60000 65536"/>
                    <a:gd name="T96" fmla="*/ 0 60000 65536"/>
                    <a:gd name="T97" fmla="*/ 0 60000 65536"/>
                    <a:gd name="T98" fmla="*/ 0 60000 65536"/>
                    <a:gd name="T99" fmla="*/ 0 60000 65536"/>
                    <a:gd name="T100" fmla="*/ 0 60000 65536"/>
                    <a:gd name="T101" fmla="*/ 0 60000 65536"/>
                    <a:gd name="T102" fmla="*/ 0 60000 65536"/>
                    <a:gd name="T103" fmla="*/ 0 60000 65536"/>
                    <a:gd name="T104" fmla="*/ 0 60000 65536"/>
                    <a:gd name="T105" fmla="*/ 0 60000 65536"/>
                    <a:gd name="T106" fmla="*/ 0 60000 65536"/>
                    <a:gd name="T107" fmla="*/ 0 60000 65536"/>
                    <a:gd name="T108" fmla="*/ 0 60000 65536"/>
                    <a:gd name="T109" fmla="*/ 0 60000 65536"/>
                    <a:gd name="T110" fmla="*/ 0 60000 65536"/>
                    <a:gd name="T111" fmla="*/ 0 60000 65536"/>
                    <a:gd name="T112" fmla="*/ 0 60000 65536"/>
                    <a:gd name="T113" fmla="*/ 0 60000 65536"/>
                    <a:gd name="T114" fmla="*/ 0 60000 65536"/>
                    <a:gd name="T115" fmla="*/ 0 60000 65536"/>
                    <a:gd name="T116" fmla="*/ 0 60000 65536"/>
                    <a:gd name="T117" fmla="*/ 0 60000 65536"/>
                    <a:gd name="T118" fmla="*/ 0 60000 65536"/>
                    <a:gd name="T119" fmla="*/ 0 60000 65536"/>
                    <a:gd name="T120" fmla="*/ 0 60000 65536"/>
                    <a:gd name="T121" fmla="*/ 0 60000 65536"/>
                    <a:gd name="T122" fmla="*/ 0 60000 65536"/>
                    <a:gd name="T123" fmla="*/ 0 w 717"/>
                    <a:gd name="T124" fmla="*/ 0 h 756"/>
                    <a:gd name="T125" fmla="*/ 717 w 717"/>
                    <a:gd name="T126" fmla="*/ 756 h 756"/>
                  </a:gdLst>
                  <a:ahLst/>
                  <a:cxnLst>
                    <a:cxn ang="T82">
                      <a:pos x="T0" y="T1"/>
                    </a:cxn>
                    <a:cxn ang="T83">
                      <a:pos x="T2" y="T3"/>
                    </a:cxn>
                    <a:cxn ang="T84">
                      <a:pos x="T4" y="T5"/>
                    </a:cxn>
                    <a:cxn ang="T85">
                      <a:pos x="T6" y="T7"/>
                    </a:cxn>
                    <a:cxn ang="T86">
                      <a:pos x="T8" y="T9"/>
                    </a:cxn>
                    <a:cxn ang="T87">
                      <a:pos x="T10" y="T11"/>
                    </a:cxn>
                    <a:cxn ang="T88">
                      <a:pos x="T12" y="T13"/>
                    </a:cxn>
                    <a:cxn ang="T89">
                      <a:pos x="T14" y="T15"/>
                    </a:cxn>
                    <a:cxn ang="T90">
                      <a:pos x="T16" y="T17"/>
                    </a:cxn>
                    <a:cxn ang="T91">
                      <a:pos x="T18" y="T19"/>
                    </a:cxn>
                    <a:cxn ang="T92">
                      <a:pos x="T20" y="T21"/>
                    </a:cxn>
                    <a:cxn ang="T93">
                      <a:pos x="T22" y="T23"/>
                    </a:cxn>
                    <a:cxn ang="T94">
                      <a:pos x="T24" y="T25"/>
                    </a:cxn>
                    <a:cxn ang="T95">
                      <a:pos x="T26" y="T27"/>
                    </a:cxn>
                    <a:cxn ang="T96">
                      <a:pos x="T28" y="T29"/>
                    </a:cxn>
                    <a:cxn ang="T97">
                      <a:pos x="T30" y="T31"/>
                    </a:cxn>
                    <a:cxn ang="T98">
                      <a:pos x="T32" y="T33"/>
                    </a:cxn>
                    <a:cxn ang="T99">
                      <a:pos x="T34" y="T35"/>
                    </a:cxn>
                    <a:cxn ang="T100">
                      <a:pos x="T36" y="T37"/>
                    </a:cxn>
                    <a:cxn ang="T101">
                      <a:pos x="T38" y="T39"/>
                    </a:cxn>
                    <a:cxn ang="T102">
                      <a:pos x="T40" y="T41"/>
                    </a:cxn>
                    <a:cxn ang="T103">
                      <a:pos x="T42" y="T43"/>
                    </a:cxn>
                    <a:cxn ang="T104">
                      <a:pos x="T44" y="T45"/>
                    </a:cxn>
                    <a:cxn ang="T105">
                      <a:pos x="T46" y="T47"/>
                    </a:cxn>
                    <a:cxn ang="T106">
                      <a:pos x="T48" y="T49"/>
                    </a:cxn>
                    <a:cxn ang="T107">
                      <a:pos x="T50" y="T51"/>
                    </a:cxn>
                    <a:cxn ang="T108">
                      <a:pos x="T52" y="T53"/>
                    </a:cxn>
                    <a:cxn ang="T109">
                      <a:pos x="T54" y="T55"/>
                    </a:cxn>
                    <a:cxn ang="T110">
                      <a:pos x="T56" y="T57"/>
                    </a:cxn>
                    <a:cxn ang="T111">
                      <a:pos x="T58" y="T59"/>
                    </a:cxn>
                    <a:cxn ang="T112">
                      <a:pos x="T60" y="T61"/>
                    </a:cxn>
                    <a:cxn ang="T113">
                      <a:pos x="T62" y="T63"/>
                    </a:cxn>
                    <a:cxn ang="T114">
                      <a:pos x="T64" y="T65"/>
                    </a:cxn>
                    <a:cxn ang="T115">
                      <a:pos x="T66" y="T67"/>
                    </a:cxn>
                    <a:cxn ang="T116">
                      <a:pos x="T68" y="T69"/>
                    </a:cxn>
                    <a:cxn ang="T117">
                      <a:pos x="T70" y="T71"/>
                    </a:cxn>
                    <a:cxn ang="T118">
                      <a:pos x="T72" y="T73"/>
                    </a:cxn>
                    <a:cxn ang="T119">
                      <a:pos x="T74" y="T75"/>
                    </a:cxn>
                    <a:cxn ang="T120">
                      <a:pos x="T76" y="T77"/>
                    </a:cxn>
                    <a:cxn ang="T121">
                      <a:pos x="T78" y="T79"/>
                    </a:cxn>
                    <a:cxn ang="T122">
                      <a:pos x="T80" y="T81"/>
                    </a:cxn>
                  </a:cxnLst>
                  <a:rect l="T123" t="T124" r="T125" b="T126"/>
                  <a:pathLst>
                    <a:path w="717" h="756">
                      <a:moveTo>
                        <a:pt x="0" y="756"/>
                      </a:moveTo>
                      <a:lnTo>
                        <a:pt x="52" y="167"/>
                      </a:lnTo>
                      <a:lnTo>
                        <a:pt x="64" y="384"/>
                      </a:lnTo>
                      <a:lnTo>
                        <a:pt x="90" y="103"/>
                      </a:lnTo>
                      <a:lnTo>
                        <a:pt x="116" y="519"/>
                      </a:lnTo>
                      <a:lnTo>
                        <a:pt x="135" y="487"/>
                      </a:lnTo>
                      <a:lnTo>
                        <a:pt x="135" y="359"/>
                      </a:lnTo>
                      <a:lnTo>
                        <a:pt x="167" y="71"/>
                      </a:lnTo>
                      <a:lnTo>
                        <a:pt x="192" y="244"/>
                      </a:lnTo>
                      <a:lnTo>
                        <a:pt x="205" y="96"/>
                      </a:lnTo>
                      <a:lnTo>
                        <a:pt x="218" y="615"/>
                      </a:lnTo>
                      <a:lnTo>
                        <a:pt x="244" y="397"/>
                      </a:lnTo>
                      <a:lnTo>
                        <a:pt x="282" y="519"/>
                      </a:lnTo>
                      <a:lnTo>
                        <a:pt x="308" y="308"/>
                      </a:lnTo>
                      <a:lnTo>
                        <a:pt x="333" y="442"/>
                      </a:lnTo>
                      <a:lnTo>
                        <a:pt x="346" y="352"/>
                      </a:lnTo>
                      <a:lnTo>
                        <a:pt x="365" y="384"/>
                      </a:lnTo>
                      <a:lnTo>
                        <a:pt x="378" y="135"/>
                      </a:lnTo>
                      <a:lnTo>
                        <a:pt x="391" y="301"/>
                      </a:lnTo>
                      <a:lnTo>
                        <a:pt x="384" y="519"/>
                      </a:lnTo>
                      <a:lnTo>
                        <a:pt x="404" y="679"/>
                      </a:lnTo>
                      <a:lnTo>
                        <a:pt x="429" y="628"/>
                      </a:lnTo>
                      <a:lnTo>
                        <a:pt x="442" y="480"/>
                      </a:lnTo>
                      <a:lnTo>
                        <a:pt x="455" y="391"/>
                      </a:lnTo>
                      <a:lnTo>
                        <a:pt x="436" y="506"/>
                      </a:lnTo>
                      <a:lnTo>
                        <a:pt x="461" y="352"/>
                      </a:lnTo>
                      <a:lnTo>
                        <a:pt x="474" y="455"/>
                      </a:lnTo>
                      <a:lnTo>
                        <a:pt x="493" y="519"/>
                      </a:lnTo>
                      <a:lnTo>
                        <a:pt x="512" y="410"/>
                      </a:lnTo>
                      <a:lnTo>
                        <a:pt x="532" y="186"/>
                      </a:lnTo>
                      <a:lnTo>
                        <a:pt x="544" y="231"/>
                      </a:lnTo>
                      <a:lnTo>
                        <a:pt x="570" y="148"/>
                      </a:lnTo>
                      <a:lnTo>
                        <a:pt x="576" y="301"/>
                      </a:lnTo>
                      <a:lnTo>
                        <a:pt x="576" y="730"/>
                      </a:lnTo>
                      <a:lnTo>
                        <a:pt x="647" y="0"/>
                      </a:lnTo>
                      <a:lnTo>
                        <a:pt x="647" y="250"/>
                      </a:lnTo>
                      <a:lnTo>
                        <a:pt x="660" y="333"/>
                      </a:lnTo>
                      <a:lnTo>
                        <a:pt x="685" y="192"/>
                      </a:lnTo>
                      <a:lnTo>
                        <a:pt x="711" y="340"/>
                      </a:lnTo>
                      <a:lnTo>
                        <a:pt x="698" y="429"/>
                      </a:lnTo>
                      <a:lnTo>
                        <a:pt x="717" y="461"/>
                      </a:lnTo>
                    </a:path>
                  </a:pathLst>
                </a:custGeom>
                <a:noFill/>
                <a:ln w="9525">
                  <a:solidFill>
                    <a:srgbClr val="FF0000"/>
                  </a:solidFill>
                  <a:round/>
                  <a:headEnd/>
                  <a:tailEnd/>
                </a:ln>
              </p:spPr>
              <p:txBody>
                <a:bodyPr/>
                <a:lstStyle/>
                <a:p>
                  <a:endParaRPr lang="en-GB" sz="1600"/>
                </a:p>
              </p:txBody>
            </p:sp>
            <p:sp>
              <p:nvSpPr>
                <p:cNvPr id="14533" name="Freeform 238"/>
                <p:cNvSpPr>
                  <a:spLocks/>
                </p:cNvSpPr>
                <p:nvPr/>
              </p:nvSpPr>
              <p:spPr bwMode="auto">
                <a:xfrm flipV="1">
                  <a:off x="4385" y="1138"/>
                  <a:ext cx="313" cy="756"/>
                </a:xfrm>
                <a:custGeom>
                  <a:avLst/>
                  <a:gdLst>
                    <a:gd name="T0" fmla="*/ 0 w 717"/>
                    <a:gd name="T1" fmla="*/ 756 h 756"/>
                    <a:gd name="T2" fmla="*/ 4 w 717"/>
                    <a:gd name="T3" fmla="*/ 167 h 756"/>
                    <a:gd name="T4" fmla="*/ 5 w 717"/>
                    <a:gd name="T5" fmla="*/ 384 h 756"/>
                    <a:gd name="T6" fmla="*/ 7 w 717"/>
                    <a:gd name="T7" fmla="*/ 103 h 756"/>
                    <a:gd name="T8" fmla="*/ 10 w 717"/>
                    <a:gd name="T9" fmla="*/ 519 h 756"/>
                    <a:gd name="T10" fmla="*/ 11 w 717"/>
                    <a:gd name="T11" fmla="*/ 487 h 756"/>
                    <a:gd name="T12" fmla="*/ 11 w 717"/>
                    <a:gd name="T13" fmla="*/ 359 h 756"/>
                    <a:gd name="T14" fmla="*/ 14 w 717"/>
                    <a:gd name="T15" fmla="*/ 71 h 756"/>
                    <a:gd name="T16" fmla="*/ 16 w 717"/>
                    <a:gd name="T17" fmla="*/ 244 h 756"/>
                    <a:gd name="T18" fmla="*/ 17 w 717"/>
                    <a:gd name="T19" fmla="*/ 96 h 756"/>
                    <a:gd name="T20" fmla="*/ 18 w 717"/>
                    <a:gd name="T21" fmla="*/ 615 h 756"/>
                    <a:gd name="T22" fmla="*/ 21 w 717"/>
                    <a:gd name="T23" fmla="*/ 397 h 756"/>
                    <a:gd name="T24" fmla="*/ 24 w 717"/>
                    <a:gd name="T25" fmla="*/ 519 h 756"/>
                    <a:gd name="T26" fmla="*/ 25 w 717"/>
                    <a:gd name="T27" fmla="*/ 308 h 756"/>
                    <a:gd name="T28" fmla="*/ 28 w 717"/>
                    <a:gd name="T29" fmla="*/ 442 h 756"/>
                    <a:gd name="T30" fmla="*/ 29 w 717"/>
                    <a:gd name="T31" fmla="*/ 352 h 756"/>
                    <a:gd name="T32" fmla="*/ 30 w 717"/>
                    <a:gd name="T33" fmla="*/ 384 h 756"/>
                    <a:gd name="T34" fmla="*/ 31 w 717"/>
                    <a:gd name="T35" fmla="*/ 135 h 756"/>
                    <a:gd name="T36" fmla="*/ 33 w 717"/>
                    <a:gd name="T37" fmla="*/ 301 h 756"/>
                    <a:gd name="T38" fmla="*/ 32 w 717"/>
                    <a:gd name="T39" fmla="*/ 519 h 756"/>
                    <a:gd name="T40" fmla="*/ 34 w 717"/>
                    <a:gd name="T41" fmla="*/ 679 h 756"/>
                    <a:gd name="T42" fmla="*/ 36 w 717"/>
                    <a:gd name="T43" fmla="*/ 628 h 756"/>
                    <a:gd name="T44" fmla="*/ 37 w 717"/>
                    <a:gd name="T45" fmla="*/ 480 h 756"/>
                    <a:gd name="T46" fmla="*/ 38 w 717"/>
                    <a:gd name="T47" fmla="*/ 391 h 756"/>
                    <a:gd name="T48" fmla="*/ 36 w 717"/>
                    <a:gd name="T49" fmla="*/ 506 h 756"/>
                    <a:gd name="T50" fmla="*/ 38 w 717"/>
                    <a:gd name="T51" fmla="*/ 352 h 756"/>
                    <a:gd name="T52" fmla="*/ 39 w 717"/>
                    <a:gd name="T53" fmla="*/ 455 h 756"/>
                    <a:gd name="T54" fmla="*/ 41 w 717"/>
                    <a:gd name="T55" fmla="*/ 519 h 756"/>
                    <a:gd name="T56" fmla="*/ 43 w 717"/>
                    <a:gd name="T57" fmla="*/ 410 h 756"/>
                    <a:gd name="T58" fmla="*/ 44 w 717"/>
                    <a:gd name="T59" fmla="*/ 186 h 756"/>
                    <a:gd name="T60" fmla="*/ 45 w 717"/>
                    <a:gd name="T61" fmla="*/ 231 h 756"/>
                    <a:gd name="T62" fmla="*/ 48 w 717"/>
                    <a:gd name="T63" fmla="*/ 148 h 756"/>
                    <a:gd name="T64" fmla="*/ 48 w 717"/>
                    <a:gd name="T65" fmla="*/ 301 h 756"/>
                    <a:gd name="T66" fmla="*/ 48 w 717"/>
                    <a:gd name="T67" fmla="*/ 730 h 756"/>
                    <a:gd name="T68" fmla="*/ 54 w 717"/>
                    <a:gd name="T69" fmla="*/ 0 h 756"/>
                    <a:gd name="T70" fmla="*/ 54 w 717"/>
                    <a:gd name="T71" fmla="*/ 250 h 756"/>
                    <a:gd name="T72" fmla="*/ 55 w 717"/>
                    <a:gd name="T73" fmla="*/ 333 h 756"/>
                    <a:gd name="T74" fmla="*/ 57 w 717"/>
                    <a:gd name="T75" fmla="*/ 192 h 756"/>
                    <a:gd name="T76" fmla="*/ 59 w 717"/>
                    <a:gd name="T77" fmla="*/ 340 h 756"/>
                    <a:gd name="T78" fmla="*/ 58 w 717"/>
                    <a:gd name="T79" fmla="*/ 429 h 756"/>
                    <a:gd name="T80" fmla="*/ 60 w 717"/>
                    <a:gd name="T81" fmla="*/ 461 h 756"/>
                    <a:gd name="T82" fmla="*/ 0 60000 65536"/>
                    <a:gd name="T83" fmla="*/ 0 60000 65536"/>
                    <a:gd name="T84" fmla="*/ 0 60000 65536"/>
                    <a:gd name="T85" fmla="*/ 0 60000 65536"/>
                    <a:gd name="T86" fmla="*/ 0 60000 65536"/>
                    <a:gd name="T87" fmla="*/ 0 60000 65536"/>
                    <a:gd name="T88" fmla="*/ 0 60000 65536"/>
                    <a:gd name="T89" fmla="*/ 0 60000 65536"/>
                    <a:gd name="T90" fmla="*/ 0 60000 65536"/>
                    <a:gd name="T91" fmla="*/ 0 60000 65536"/>
                    <a:gd name="T92" fmla="*/ 0 60000 65536"/>
                    <a:gd name="T93" fmla="*/ 0 60000 65536"/>
                    <a:gd name="T94" fmla="*/ 0 60000 65536"/>
                    <a:gd name="T95" fmla="*/ 0 60000 65536"/>
                    <a:gd name="T96" fmla="*/ 0 60000 65536"/>
                    <a:gd name="T97" fmla="*/ 0 60000 65536"/>
                    <a:gd name="T98" fmla="*/ 0 60000 65536"/>
                    <a:gd name="T99" fmla="*/ 0 60000 65536"/>
                    <a:gd name="T100" fmla="*/ 0 60000 65536"/>
                    <a:gd name="T101" fmla="*/ 0 60000 65536"/>
                    <a:gd name="T102" fmla="*/ 0 60000 65536"/>
                    <a:gd name="T103" fmla="*/ 0 60000 65536"/>
                    <a:gd name="T104" fmla="*/ 0 60000 65536"/>
                    <a:gd name="T105" fmla="*/ 0 60000 65536"/>
                    <a:gd name="T106" fmla="*/ 0 60000 65536"/>
                    <a:gd name="T107" fmla="*/ 0 60000 65536"/>
                    <a:gd name="T108" fmla="*/ 0 60000 65536"/>
                    <a:gd name="T109" fmla="*/ 0 60000 65536"/>
                    <a:gd name="T110" fmla="*/ 0 60000 65536"/>
                    <a:gd name="T111" fmla="*/ 0 60000 65536"/>
                    <a:gd name="T112" fmla="*/ 0 60000 65536"/>
                    <a:gd name="T113" fmla="*/ 0 60000 65536"/>
                    <a:gd name="T114" fmla="*/ 0 60000 65536"/>
                    <a:gd name="T115" fmla="*/ 0 60000 65536"/>
                    <a:gd name="T116" fmla="*/ 0 60000 65536"/>
                    <a:gd name="T117" fmla="*/ 0 60000 65536"/>
                    <a:gd name="T118" fmla="*/ 0 60000 65536"/>
                    <a:gd name="T119" fmla="*/ 0 60000 65536"/>
                    <a:gd name="T120" fmla="*/ 0 60000 65536"/>
                    <a:gd name="T121" fmla="*/ 0 60000 65536"/>
                    <a:gd name="T122" fmla="*/ 0 60000 65536"/>
                    <a:gd name="T123" fmla="*/ 0 w 717"/>
                    <a:gd name="T124" fmla="*/ 0 h 756"/>
                    <a:gd name="T125" fmla="*/ 717 w 717"/>
                    <a:gd name="T126" fmla="*/ 756 h 756"/>
                  </a:gdLst>
                  <a:ahLst/>
                  <a:cxnLst>
                    <a:cxn ang="T82">
                      <a:pos x="T0" y="T1"/>
                    </a:cxn>
                    <a:cxn ang="T83">
                      <a:pos x="T2" y="T3"/>
                    </a:cxn>
                    <a:cxn ang="T84">
                      <a:pos x="T4" y="T5"/>
                    </a:cxn>
                    <a:cxn ang="T85">
                      <a:pos x="T6" y="T7"/>
                    </a:cxn>
                    <a:cxn ang="T86">
                      <a:pos x="T8" y="T9"/>
                    </a:cxn>
                    <a:cxn ang="T87">
                      <a:pos x="T10" y="T11"/>
                    </a:cxn>
                    <a:cxn ang="T88">
                      <a:pos x="T12" y="T13"/>
                    </a:cxn>
                    <a:cxn ang="T89">
                      <a:pos x="T14" y="T15"/>
                    </a:cxn>
                    <a:cxn ang="T90">
                      <a:pos x="T16" y="T17"/>
                    </a:cxn>
                    <a:cxn ang="T91">
                      <a:pos x="T18" y="T19"/>
                    </a:cxn>
                    <a:cxn ang="T92">
                      <a:pos x="T20" y="T21"/>
                    </a:cxn>
                    <a:cxn ang="T93">
                      <a:pos x="T22" y="T23"/>
                    </a:cxn>
                    <a:cxn ang="T94">
                      <a:pos x="T24" y="T25"/>
                    </a:cxn>
                    <a:cxn ang="T95">
                      <a:pos x="T26" y="T27"/>
                    </a:cxn>
                    <a:cxn ang="T96">
                      <a:pos x="T28" y="T29"/>
                    </a:cxn>
                    <a:cxn ang="T97">
                      <a:pos x="T30" y="T31"/>
                    </a:cxn>
                    <a:cxn ang="T98">
                      <a:pos x="T32" y="T33"/>
                    </a:cxn>
                    <a:cxn ang="T99">
                      <a:pos x="T34" y="T35"/>
                    </a:cxn>
                    <a:cxn ang="T100">
                      <a:pos x="T36" y="T37"/>
                    </a:cxn>
                    <a:cxn ang="T101">
                      <a:pos x="T38" y="T39"/>
                    </a:cxn>
                    <a:cxn ang="T102">
                      <a:pos x="T40" y="T41"/>
                    </a:cxn>
                    <a:cxn ang="T103">
                      <a:pos x="T42" y="T43"/>
                    </a:cxn>
                    <a:cxn ang="T104">
                      <a:pos x="T44" y="T45"/>
                    </a:cxn>
                    <a:cxn ang="T105">
                      <a:pos x="T46" y="T47"/>
                    </a:cxn>
                    <a:cxn ang="T106">
                      <a:pos x="T48" y="T49"/>
                    </a:cxn>
                    <a:cxn ang="T107">
                      <a:pos x="T50" y="T51"/>
                    </a:cxn>
                    <a:cxn ang="T108">
                      <a:pos x="T52" y="T53"/>
                    </a:cxn>
                    <a:cxn ang="T109">
                      <a:pos x="T54" y="T55"/>
                    </a:cxn>
                    <a:cxn ang="T110">
                      <a:pos x="T56" y="T57"/>
                    </a:cxn>
                    <a:cxn ang="T111">
                      <a:pos x="T58" y="T59"/>
                    </a:cxn>
                    <a:cxn ang="T112">
                      <a:pos x="T60" y="T61"/>
                    </a:cxn>
                    <a:cxn ang="T113">
                      <a:pos x="T62" y="T63"/>
                    </a:cxn>
                    <a:cxn ang="T114">
                      <a:pos x="T64" y="T65"/>
                    </a:cxn>
                    <a:cxn ang="T115">
                      <a:pos x="T66" y="T67"/>
                    </a:cxn>
                    <a:cxn ang="T116">
                      <a:pos x="T68" y="T69"/>
                    </a:cxn>
                    <a:cxn ang="T117">
                      <a:pos x="T70" y="T71"/>
                    </a:cxn>
                    <a:cxn ang="T118">
                      <a:pos x="T72" y="T73"/>
                    </a:cxn>
                    <a:cxn ang="T119">
                      <a:pos x="T74" y="T75"/>
                    </a:cxn>
                    <a:cxn ang="T120">
                      <a:pos x="T76" y="T77"/>
                    </a:cxn>
                    <a:cxn ang="T121">
                      <a:pos x="T78" y="T79"/>
                    </a:cxn>
                    <a:cxn ang="T122">
                      <a:pos x="T80" y="T81"/>
                    </a:cxn>
                  </a:cxnLst>
                  <a:rect l="T123" t="T124" r="T125" b="T126"/>
                  <a:pathLst>
                    <a:path w="717" h="756">
                      <a:moveTo>
                        <a:pt x="0" y="756"/>
                      </a:moveTo>
                      <a:lnTo>
                        <a:pt x="52" y="167"/>
                      </a:lnTo>
                      <a:lnTo>
                        <a:pt x="64" y="384"/>
                      </a:lnTo>
                      <a:lnTo>
                        <a:pt x="90" y="103"/>
                      </a:lnTo>
                      <a:lnTo>
                        <a:pt x="116" y="519"/>
                      </a:lnTo>
                      <a:lnTo>
                        <a:pt x="135" y="487"/>
                      </a:lnTo>
                      <a:lnTo>
                        <a:pt x="135" y="359"/>
                      </a:lnTo>
                      <a:lnTo>
                        <a:pt x="167" y="71"/>
                      </a:lnTo>
                      <a:lnTo>
                        <a:pt x="192" y="244"/>
                      </a:lnTo>
                      <a:lnTo>
                        <a:pt x="205" y="96"/>
                      </a:lnTo>
                      <a:lnTo>
                        <a:pt x="218" y="615"/>
                      </a:lnTo>
                      <a:lnTo>
                        <a:pt x="244" y="397"/>
                      </a:lnTo>
                      <a:lnTo>
                        <a:pt x="282" y="519"/>
                      </a:lnTo>
                      <a:lnTo>
                        <a:pt x="308" y="308"/>
                      </a:lnTo>
                      <a:lnTo>
                        <a:pt x="333" y="442"/>
                      </a:lnTo>
                      <a:lnTo>
                        <a:pt x="346" y="352"/>
                      </a:lnTo>
                      <a:lnTo>
                        <a:pt x="365" y="384"/>
                      </a:lnTo>
                      <a:lnTo>
                        <a:pt x="378" y="135"/>
                      </a:lnTo>
                      <a:lnTo>
                        <a:pt x="391" y="301"/>
                      </a:lnTo>
                      <a:lnTo>
                        <a:pt x="384" y="519"/>
                      </a:lnTo>
                      <a:lnTo>
                        <a:pt x="404" y="679"/>
                      </a:lnTo>
                      <a:lnTo>
                        <a:pt x="429" y="628"/>
                      </a:lnTo>
                      <a:lnTo>
                        <a:pt x="442" y="480"/>
                      </a:lnTo>
                      <a:lnTo>
                        <a:pt x="455" y="391"/>
                      </a:lnTo>
                      <a:lnTo>
                        <a:pt x="436" y="506"/>
                      </a:lnTo>
                      <a:lnTo>
                        <a:pt x="461" y="352"/>
                      </a:lnTo>
                      <a:lnTo>
                        <a:pt x="474" y="455"/>
                      </a:lnTo>
                      <a:lnTo>
                        <a:pt x="493" y="519"/>
                      </a:lnTo>
                      <a:lnTo>
                        <a:pt x="512" y="410"/>
                      </a:lnTo>
                      <a:lnTo>
                        <a:pt x="532" y="186"/>
                      </a:lnTo>
                      <a:lnTo>
                        <a:pt x="544" y="231"/>
                      </a:lnTo>
                      <a:lnTo>
                        <a:pt x="570" y="148"/>
                      </a:lnTo>
                      <a:lnTo>
                        <a:pt x="576" y="301"/>
                      </a:lnTo>
                      <a:lnTo>
                        <a:pt x="576" y="730"/>
                      </a:lnTo>
                      <a:lnTo>
                        <a:pt x="647" y="0"/>
                      </a:lnTo>
                      <a:lnTo>
                        <a:pt x="647" y="250"/>
                      </a:lnTo>
                      <a:lnTo>
                        <a:pt x="660" y="333"/>
                      </a:lnTo>
                      <a:lnTo>
                        <a:pt x="685" y="192"/>
                      </a:lnTo>
                      <a:lnTo>
                        <a:pt x="711" y="340"/>
                      </a:lnTo>
                      <a:lnTo>
                        <a:pt x="698" y="429"/>
                      </a:lnTo>
                      <a:lnTo>
                        <a:pt x="717" y="461"/>
                      </a:lnTo>
                    </a:path>
                  </a:pathLst>
                </a:custGeom>
                <a:noFill/>
                <a:ln w="9525">
                  <a:solidFill>
                    <a:srgbClr val="FF0000"/>
                  </a:solidFill>
                  <a:round/>
                  <a:headEnd/>
                  <a:tailEnd/>
                </a:ln>
              </p:spPr>
              <p:txBody>
                <a:bodyPr/>
                <a:lstStyle/>
                <a:p>
                  <a:endParaRPr lang="en-GB" sz="1600"/>
                </a:p>
              </p:txBody>
            </p:sp>
            <p:sp>
              <p:nvSpPr>
                <p:cNvPr id="14534" name="Freeform 239"/>
                <p:cNvSpPr>
                  <a:spLocks/>
                </p:cNvSpPr>
                <p:nvPr/>
              </p:nvSpPr>
              <p:spPr bwMode="auto">
                <a:xfrm flipH="1">
                  <a:off x="4698" y="1100"/>
                  <a:ext cx="313" cy="756"/>
                </a:xfrm>
                <a:custGeom>
                  <a:avLst/>
                  <a:gdLst>
                    <a:gd name="T0" fmla="*/ 0 w 717"/>
                    <a:gd name="T1" fmla="*/ 756 h 756"/>
                    <a:gd name="T2" fmla="*/ 4 w 717"/>
                    <a:gd name="T3" fmla="*/ 167 h 756"/>
                    <a:gd name="T4" fmla="*/ 5 w 717"/>
                    <a:gd name="T5" fmla="*/ 384 h 756"/>
                    <a:gd name="T6" fmla="*/ 7 w 717"/>
                    <a:gd name="T7" fmla="*/ 103 h 756"/>
                    <a:gd name="T8" fmla="*/ 10 w 717"/>
                    <a:gd name="T9" fmla="*/ 519 h 756"/>
                    <a:gd name="T10" fmla="*/ 11 w 717"/>
                    <a:gd name="T11" fmla="*/ 487 h 756"/>
                    <a:gd name="T12" fmla="*/ 11 w 717"/>
                    <a:gd name="T13" fmla="*/ 359 h 756"/>
                    <a:gd name="T14" fmla="*/ 14 w 717"/>
                    <a:gd name="T15" fmla="*/ 71 h 756"/>
                    <a:gd name="T16" fmla="*/ 16 w 717"/>
                    <a:gd name="T17" fmla="*/ 244 h 756"/>
                    <a:gd name="T18" fmla="*/ 17 w 717"/>
                    <a:gd name="T19" fmla="*/ 96 h 756"/>
                    <a:gd name="T20" fmla="*/ 18 w 717"/>
                    <a:gd name="T21" fmla="*/ 615 h 756"/>
                    <a:gd name="T22" fmla="*/ 21 w 717"/>
                    <a:gd name="T23" fmla="*/ 397 h 756"/>
                    <a:gd name="T24" fmla="*/ 24 w 717"/>
                    <a:gd name="T25" fmla="*/ 519 h 756"/>
                    <a:gd name="T26" fmla="*/ 25 w 717"/>
                    <a:gd name="T27" fmla="*/ 308 h 756"/>
                    <a:gd name="T28" fmla="*/ 28 w 717"/>
                    <a:gd name="T29" fmla="*/ 442 h 756"/>
                    <a:gd name="T30" fmla="*/ 29 w 717"/>
                    <a:gd name="T31" fmla="*/ 352 h 756"/>
                    <a:gd name="T32" fmla="*/ 30 w 717"/>
                    <a:gd name="T33" fmla="*/ 384 h 756"/>
                    <a:gd name="T34" fmla="*/ 31 w 717"/>
                    <a:gd name="T35" fmla="*/ 135 h 756"/>
                    <a:gd name="T36" fmla="*/ 33 w 717"/>
                    <a:gd name="T37" fmla="*/ 301 h 756"/>
                    <a:gd name="T38" fmla="*/ 32 w 717"/>
                    <a:gd name="T39" fmla="*/ 519 h 756"/>
                    <a:gd name="T40" fmla="*/ 34 w 717"/>
                    <a:gd name="T41" fmla="*/ 679 h 756"/>
                    <a:gd name="T42" fmla="*/ 36 w 717"/>
                    <a:gd name="T43" fmla="*/ 628 h 756"/>
                    <a:gd name="T44" fmla="*/ 37 w 717"/>
                    <a:gd name="T45" fmla="*/ 480 h 756"/>
                    <a:gd name="T46" fmla="*/ 38 w 717"/>
                    <a:gd name="T47" fmla="*/ 391 h 756"/>
                    <a:gd name="T48" fmla="*/ 36 w 717"/>
                    <a:gd name="T49" fmla="*/ 506 h 756"/>
                    <a:gd name="T50" fmla="*/ 38 w 717"/>
                    <a:gd name="T51" fmla="*/ 352 h 756"/>
                    <a:gd name="T52" fmla="*/ 39 w 717"/>
                    <a:gd name="T53" fmla="*/ 455 h 756"/>
                    <a:gd name="T54" fmla="*/ 41 w 717"/>
                    <a:gd name="T55" fmla="*/ 519 h 756"/>
                    <a:gd name="T56" fmla="*/ 43 w 717"/>
                    <a:gd name="T57" fmla="*/ 410 h 756"/>
                    <a:gd name="T58" fmla="*/ 44 w 717"/>
                    <a:gd name="T59" fmla="*/ 186 h 756"/>
                    <a:gd name="T60" fmla="*/ 45 w 717"/>
                    <a:gd name="T61" fmla="*/ 231 h 756"/>
                    <a:gd name="T62" fmla="*/ 48 w 717"/>
                    <a:gd name="T63" fmla="*/ 148 h 756"/>
                    <a:gd name="T64" fmla="*/ 48 w 717"/>
                    <a:gd name="T65" fmla="*/ 301 h 756"/>
                    <a:gd name="T66" fmla="*/ 48 w 717"/>
                    <a:gd name="T67" fmla="*/ 730 h 756"/>
                    <a:gd name="T68" fmla="*/ 54 w 717"/>
                    <a:gd name="T69" fmla="*/ 0 h 756"/>
                    <a:gd name="T70" fmla="*/ 54 w 717"/>
                    <a:gd name="T71" fmla="*/ 250 h 756"/>
                    <a:gd name="T72" fmla="*/ 55 w 717"/>
                    <a:gd name="T73" fmla="*/ 333 h 756"/>
                    <a:gd name="T74" fmla="*/ 57 w 717"/>
                    <a:gd name="T75" fmla="*/ 192 h 756"/>
                    <a:gd name="T76" fmla="*/ 59 w 717"/>
                    <a:gd name="T77" fmla="*/ 340 h 756"/>
                    <a:gd name="T78" fmla="*/ 58 w 717"/>
                    <a:gd name="T79" fmla="*/ 429 h 756"/>
                    <a:gd name="T80" fmla="*/ 60 w 717"/>
                    <a:gd name="T81" fmla="*/ 461 h 756"/>
                    <a:gd name="T82" fmla="*/ 0 60000 65536"/>
                    <a:gd name="T83" fmla="*/ 0 60000 65536"/>
                    <a:gd name="T84" fmla="*/ 0 60000 65536"/>
                    <a:gd name="T85" fmla="*/ 0 60000 65536"/>
                    <a:gd name="T86" fmla="*/ 0 60000 65536"/>
                    <a:gd name="T87" fmla="*/ 0 60000 65536"/>
                    <a:gd name="T88" fmla="*/ 0 60000 65536"/>
                    <a:gd name="T89" fmla="*/ 0 60000 65536"/>
                    <a:gd name="T90" fmla="*/ 0 60000 65536"/>
                    <a:gd name="T91" fmla="*/ 0 60000 65536"/>
                    <a:gd name="T92" fmla="*/ 0 60000 65536"/>
                    <a:gd name="T93" fmla="*/ 0 60000 65536"/>
                    <a:gd name="T94" fmla="*/ 0 60000 65536"/>
                    <a:gd name="T95" fmla="*/ 0 60000 65536"/>
                    <a:gd name="T96" fmla="*/ 0 60000 65536"/>
                    <a:gd name="T97" fmla="*/ 0 60000 65536"/>
                    <a:gd name="T98" fmla="*/ 0 60000 65536"/>
                    <a:gd name="T99" fmla="*/ 0 60000 65536"/>
                    <a:gd name="T100" fmla="*/ 0 60000 65536"/>
                    <a:gd name="T101" fmla="*/ 0 60000 65536"/>
                    <a:gd name="T102" fmla="*/ 0 60000 65536"/>
                    <a:gd name="T103" fmla="*/ 0 60000 65536"/>
                    <a:gd name="T104" fmla="*/ 0 60000 65536"/>
                    <a:gd name="T105" fmla="*/ 0 60000 65536"/>
                    <a:gd name="T106" fmla="*/ 0 60000 65536"/>
                    <a:gd name="T107" fmla="*/ 0 60000 65536"/>
                    <a:gd name="T108" fmla="*/ 0 60000 65536"/>
                    <a:gd name="T109" fmla="*/ 0 60000 65536"/>
                    <a:gd name="T110" fmla="*/ 0 60000 65536"/>
                    <a:gd name="T111" fmla="*/ 0 60000 65536"/>
                    <a:gd name="T112" fmla="*/ 0 60000 65536"/>
                    <a:gd name="T113" fmla="*/ 0 60000 65536"/>
                    <a:gd name="T114" fmla="*/ 0 60000 65536"/>
                    <a:gd name="T115" fmla="*/ 0 60000 65536"/>
                    <a:gd name="T116" fmla="*/ 0 60000 65536"/>
                    <a:gd name="T117" fmla="*/ 0 60000 65536"/>
                    <a:gd name="T118" fmla="*/ 0 60000 65536"/>
                    <a:gd name="T119" fmla="*/ 0 60000 65536"/>
                    <a:gd name="T120" fmla="*/ 0 60000 65536"/>
                    <a:gd name="T121" fmla="*/ 0 60000 65536"/>
                    <a:gd name="T122" fmla="*/ 0 60000 65536"/>
                    <a:gd name="T123" fmla="*/ 0 w 717"/>
                    <a:gd name="T124" fmla="*/ 0 h 756"/>
                    <a:gd name="T125" fmla="*/ 717 w 717"/>
                    <a:gd name="T126" fmla="*/ 756 h 756"/>
                  </a:gdLst>
                  <a:ahLst/>
                  <a:cxnLst>
                    <a:cxn ang="T82">
                      <a:pos x="T0" y="T1"/>
                    </a:cxn>
                    <a:cxn ang="T83">
                      <a:pos x="T2" y="T3"/>
                    </a:cxn>
                    <a:cxn ang="T84">
                      <a:pos x="T4" y="T5"/>
                    </a:cxn>
                    <a:cxn ang="T85">
                      <a:pos x="T6" y="T7"/>
                    </a:cxn>
                    <a:cxn ang="T86">
                      <a:pos x="T8" y="T9"/>
                    </a:cxn>
                    <a:cxn ang="T87">
                      <a:pos x="T10" y="T11"/>
                    </a:cxn>
                    <a:cxn ang="T88">
                      <a:pos x="T12" y="T13"/>
                    </a:cxn>
                    <a:cxn ang="T89">
                      <a:pos x="T14" y="T15"/>
                    </a:cxn>
                    <a:cxn ang="T90">
                      <a:pos x="T16" y="T17"/>
                    </a:cxn>
                    <a:cxn ang="T91">
                      <a:pos x="T18" y="T19"/>
                    </a:cxn>
                    <a:cxn ang="T92">
                      <a:pos x="T20" y="T21"/>
                    </a:cxn>
                    <a:cxn ang="T93">
                      <a:pos x="T22" y="T23"/>
                    </a:cxn>
                    <a:cxn ang="T94">
                      <a:pos x="T24" y="T25"/>
                    </a:cxn>
                    <a:cxn ang="T95">
                      <a:pos x="T26" y="T27"/>
                    </a:cxn>
                    <a:cxn ang="T96">
                      <a:pos x="T28" y="T29"/>
                    </a:cxn>
                    <a:cxn ang="T97">
                      <a:pos x="T30" y="T31"/>
                    </a:cxn>
                    <a:cxn ang="T98">
                      <a:pos x="T32" y="T33"/>
                    </a:cxn>
                    <a:cxn ang="T99">
                      <a:pos x="T34" y="T35"/>
                    </a:cxn>
                    <a:cxn ang="T100">
                      <a:pos x="T36" y="T37"/>
                    </a:cxn>
                    <a:cxn ang="T101">
                      <a:pos x="T38" y="T39"/>
                    </a:cxn>
                    <a:cxn ang="T102">
                      <a:pos x="T40" y="T41"/>
                    </a:cxn>
                    <a:cxn ang="T103">
                      <a:pos x="T42" y="T43"/>
                    </a:cxn>
                    <a:cxn ang="T104">
                      <a:pos x="T44" y="T45"/>
                    </a:cxn>
                    <a:cxn ang="T105">
                      <a:pos x="T46" y="T47"/>
                    </a:cxn>
                    <a:cxn ang="T106">
                      <a:pos x="T48" y="T49"/>
                    </a:cxn>
                    <a:cxn ang="T107">
                      <a:pos x="T50" y="T51"/>
                    </a:cxn>
                    <a:cxn ang="T108">
                      <a:pos x="T52" y="T53"/>
                    </a:cxn>
                    <a:cxn ang="T109">
                      <a:pos x="T54" y="T55"/>
                    </a:cxn>
                    <a:cxn ang="T110">
                      <a:pos x="T56" y="T57"/>
                    </a:cxn>
                    <a:cxn ang="T111">
                      <a:pos x="T58" y="T59"/>
                    </a:cxn>
                    <a:cxn ang="T112">
                      <a:pos x="T60" y="T61"/>
                    </a:cxn>
                    <a:cxn ang="T113">
                      <a:pos x="T62" y="T63"/>
                    </a:cxn>
                    <a:cxn ang="T114">
                      <a:pos x="T64" y="T65"/>
                    </a:cxn>
                    <a:cxn ang="T115">
                      <a:pos x="T66" y="T67"/>
                    </a:cxn>
                    <a:cxn ang="T116">
                      <a:pos x="T68" y="T69"/>
                    </a:cxn>
                    <a:cxn ang="T117">
                      <a:pos x="T70" y="T71"/>
                    </a:cxn>
                    <a:cxn ang="T118">
                      <a:pos x="T72" y="T73"/>
                    </a:cxn>
                    <a:cxn ang="T119">
                      <a:pos x="T74" y="T75"/>
                    </a:cxn>
                    <a:cxn ang="T120">
                      <a:pos x="T76" y="T77"/>
                    </a:cxn>
                    <a:cxn ang="T121">
                      <a:pos x="T78" y="T79"/>
                    </a:cxn>
                    <a:cxn ang="T122">
                      <a:pos x="T80" y="T81"/>
                    </a:cxn>
                  </a:cxnLst>
                  <a:rect l="T123" t="T124" r="T125" b="T126"/>
                  <a:pathLst>
                    <a:path w="717" h="756">
                      <a:moveTo>
                        <a:pt x="0" y="756"/>
                      </a:moveTo>
                      <a:lnTo>
                        <a:pt x="52" y="167"/>
                      </a:lnTo>
                      <a:lnTo>
                        <a:pt x="64" y="384"/>
                      </a:lnTo>
                      <a:lnTo>
                        <a:pt x="90" y="103"/>
                      </a:lnTo>
                      <a:lnTo>
                        <a:pt x="116" y="519"/>
                      </a:lnTo>
                      <a:lnTo>
                        <a:pt x="135" y="487"/>
                      </a:lnTo>
                      <a:lnTo>
                        <a:pt x="135" y="359"/>
                      </a:lnTo>
                      <a:lnTo>
                        <a:pt x="167" y="71"/>
                      </a:lnTo>
                      <a:lnTo>
                        <a:pt x="192" y="244"/>
                      </a:lnTo>
                      <a:lnTo>
                        <a:pt x="205" y="96"/>
                      </a:lnTo>
                      <a:lnTo>
                        <a:pt x="218" y="615"/>
                      </a:lnTo>
                      <a:lnTo>
                        <a:pt x="244" y="397"/>
                      </a:lnTo>
                      <a:lnTo>
                        <a:pt x="282" y="519"/>
                      </a:lnTo>
                      <a:lnTo>
                        <a:pt x="308" y="308"/>
                      </a:lnTo>
                      <a:lnTo>
                        <a:pt x="333" y="442"/>
                      </a:lnTo>
                      <a:lnTo>
                        <a:pt x="346" y="352"/>
                      </a:lnTo>
                      <a:lnTo>
                        <a:pt x="365" y="384"/>
                      </a:lnTo>
                      <a:lnTo>
                        <a:pt x="378" y="135"/>
                      </a:lnTo>
                      <a:lnTo>
                        <a:pt x="391" y="301"/>
                      </a:lnTo>
                      <a:lnTo>
                        <a:pt x="384" y="519"/>
                      </a:lnTo>
                      <a:lnTo>
                        <a:pt x="404" y="679"/>
                      </a:lnTo>
                      <a:lnTo>
                        <a:pt x="429" y="628"/>
                      </a:lnTo>
                      <a:lnTo>
                        <a:pt x="442" y="480"/>
                      </a:lnTo>
                      <a:lnTo>
                        <a:pt x="455" y="391"/>
                      </a:lnTo>
                      <a:lnTo>
                        <a:pt x="436" y="506"/>
                      </a:lnTo>
                      <a:lnTo>
                        <a:pt x="461" y="352"/>
                      </a:lnTo>
                      <a:lnTo>
                        <a:pt x="474" y="455"/>
                      </a:lnTo>
                      <a:lnTo>
                        <a:pt x="493" y="519"/>
                      </a:lnTo>
                      <a:lnTo>
                        <a:pt x="512" y="410"/>
                      </a:lnTo>
                      <a:lnTo>
                        <a:pt x="532" y="186"/>
                      </a:lnTo>
                      <a:lnTo>
                        <a:pt x="544" y="231"/>
                      </a:lnTo>
                      <a:lnTo>
                        <a:pt x="570" y="148"/>
                      </a:lnTo>
                      <a:lnTo>
                        <a:pt x="576" y="301"/>
                      </a:lnTo>
                      <a:lnTo>
                        <a:pt x="576" y="730"/>
                      </a:lnTo>
                      <a:lnTo>
                        <a:pt x="647" y="0"/>
                      </a:lnTo>
                      <a:lnTo>
                        <a:pt x="647" y="250"/>
                      </a:lnTo>
                      <a:lnTo>
                        <a:pt x="660" y="333"/>
                      </a:lnTo>
                      <a:lnTo>
                        <a:pt x="685" y="192"/>
                      </a:lnTo>
                      <a:lnTo>
                        <a:pt x="711" y="340"/>
                      </a:lnTo>
                      <a:lnTo>
                        <a:pt x="698" y="429"/>
                      </a:lnTo>
                      <a:lnTo>
                        <a:pt x="717" y="461"/>
                      </a:lnTo>
                    </a:path>
                  </a:pathLst>
                </a:custGeom>
                <a:noFill/>
                <a:ln w="9525">
                  <a:solidFill>
                    <a:srgbClr val="FF0000"/>
                  </a:solidFill>
                  <a:round/>
                  <a:headEnd/>
                  <a:tailEnd/>
                </a:ln>
              </p:spPr>
              <p:txBody>
                <a:bodyPr/>
                <a:lstStyle/>
                <a:p>
                  <a:endParaRPr lang="en-GB" sz="1600"/>
                </a:p>
              </p:txBody>
            </p:sp>
          </p:grpSp>
        </p:grpSp>
        <p:grpSp>
          <p:nvGrpSpPr>
            <p:cNvPr id="14336" name="Group 240"/>
            <p:cNvGrpSpPr>
              <a:grpSpLocks/>
            </p:cNvGrpSpPr>
            <p:nvPr/>
          </p:nvGrpSpPr>
          <p:grpSpPr bwMode="auto">
            <a:xfrm>
              <a:off x="1012" y="1842"/>
              <a:ext cx="525" cy="173"/>
              <a:chOff x="3404" y="1080"/>
              <a:chExt cx="1755" cy="819"/>
            </a:xfrm>
          </p:grpSpPr>
          <p:grpSp>
            <p:nvGrpSpPr>
              <p:cNvPr id="14337" name="Group 241"/>
              <p:cNvGrpSpPr>
                <a:grpSpLocks/>
              </p:cNvGrpSpPr>
              <p:nvPr/>
            </p:nvGrpSpPr>
            <p:grpSpPr bwMode="auto">
              <a:xfrm>
                <a:off x="3404" y="1080"/>
                <a:ext cx="590" cy="801"/>
                <a:chOff x="3462" y="1100"/>
                <a:chExt cx="1549" cy="801"/>
              </a:xfrm>
            </p:grpSpPr>
            <p:sp>
              <p:nvSpPr>
                <p:cNvPr id="14522" name="Freeform 242"/>
                <p:cNvSpPr>
                  <a:spLocks/>
                </p:cNvSpPr>
                <p:nvPr/>
              </p:nvSpPr>
              <p:spPr bwMode="auto">
                <a:xfrm>
                  <a:off x="3462" y="1126"/>
                  <a:ext cx="313" cy="756"/>
                </a:xfrm>
                <a:custGeom>
                  <a:avLst/>
                  <a:gdLst>
                    <a:gd name="T0" fmla="*/ 0 w 717"/>
                    <a:gd name="T1" fmla="*/ 756 h 756"/>
                    <a:gd name="T2" fmla="*/ 4 w 717"/>
                    <a:gd name="T3" fmla="*/ 167 h 756"/>
                    <a:gd name="T4" fmla="*/ 5 w 717"/>
                    <a:gd name="T5" fmla="*/ 384 h 756"/>
                    <a:gd name="T6" fmla="*/ 7 w 717"/>
                    <a:gd name="T7" fmla="*/ 103 h 756"/>
                    <a:gd name="T8" fmla="*/ 10 w 717"/>
                    <a:gd name="T9" fmla="*/ 519 h 756"/>
                    <a:gd name="T10" fmla="*/ 11 w 717"/>
                    <a:gd name="T11" fmla="*/ 487 h 756"/>
                    <a:gd name="T12" fmla="*/ 11 w 717"/>
                    <a:gd name="T13" fmla="*/ 359 h 756"/>
                    <a:gd name="T14" fmla="*/ 14 w 717"/>
                    <a:gd name="T15" fmla="*/ 71 h 756"/>
                    <a:gd name="T16" fmla="*/ 16 w 717"/>
                    <a:gd name="T17" fmla="*/ 244 h 756"/>
                    <a:gd name="T18" fmla="*/ 17 w 717"/>
                    <a:gd name="T19" fmla="*/ 96 h 756"/>
                    <a:gd name="T20" fmla="*/ 18 w 717"/>
                    <a:gd name="T21" fmla="*/ 615 h 756"/>
                    <a:gd name="T22" fmla="*/ 21 w 717"/>
                    <a:gd name="T23" fmla="*/ 397 h 756"/>
                    <a:gd name="T24" fmla="*/ 24 w 717"/>
                    <a:gd name="T25" fmla="*/ 519 h 756"/>
                    <a:gd name="T26" fmla="*/ 25 w 717"/>
                    <a:gd name="T27" fmla="*/ 308 h 756"/>
                    <a:gd name="T28" fmla="*/ 28 w 717"/>
                    <a:gd name="T29" fmla="*/ 442 h 756"/>
                    <a:gd name="T30" fmla="*/ 29 w 717"/>
                    <a:gd name="T31" fmla="*/ 352 h 756"/>
                    <a:gd name="T32" fmla="*/ 30 w 717"/>
                    <a:gd name="T33" fmla="*/ 384 h 756"/>
                    <a:gd name="T34" fmla="*/ 31 w 717"/>
                    <a:gd name="T35" fmla="*/ 135 h 756"/>
                    <a:gd name="T36" fmla="*/ 33 w 717"/>
                    <a:gd name="T37" fmla="*/ 301 h 756"/>
                    <a:gd name="T38" fmla="*/ 32 w 717"/>
                    <a:gd name="T39" fmla="*/ 519 h 756"/>
                    <a:gd name="T40" fmla="*/ 34 w 717"/>
                    <a:gd name="T41" fmla="*/ 679 h 756"/>
                    <a:gd name="T42" fmla="*/ 36 w 717"/>
                    <a:gd name="T43" fmla="*/ 628 h 756"/>
                    <a:gd name="T44" fmla="*/ 37 w 717"/>
                    <a:gd name="T45" fmla="*/ 480 h 756"/>
                    <a:gd name="T46" fmla="*/ 38 w 717"/>
                    <a:gd name="T47" fmla="*/ 391 h 756"/>
                    <a:gd name="T48" fmla="*/ 36 w 717"/>
                    <a:gd name="T49" fmla="*/ 506 h 756"/>
                    <a:gd name="T50" fmla="*/ 38 w 717"/>
                    <a:gd name="T51" fmla="*/ 352 h 756"/>
                    <a:gd name="T52" fmla="*/ 39 w 717"/>
                    <a:gd name="T53" fmla="*/ 455 h 756"/>
                    <a:gd name="T54" fmla="*/ 41 w 717"/>
                    <a:gd name="T55" fmla="*/ 519 h 756"/>
                    <a:gd name="T56" fmla="*/ 43 w 717"/>
                    <a:gd name="T57" fmla="*/ 410 h 756"/>
                    <a:gd name="T58" fmla="*/ 44 w 717"/>
                    <a:gd name="T59" fmla="*/ 186 h 756"/>
                    <a:gd name="T60" fmla="*/ 45 w 717"/>
                    <a:gd name="T61" fmla="*/ 231 h 756"/>
                    <a:gd name="T62" fmla="*/ 48 w 717"/>
                    <a:gd name="T63" fmla="*/ 148 h 756"/>
                    <a:gd name="T64" fmla="*/ 48 w 717"/>
                    <a:gd name="T65" fmla="*/ 301 h 756"/>
                    <a:gd name="T66" fmla="*/ 48 w 717"/>
                    <a:gd name="T67" fmla="*/ 730 h 756"/>
                    <a:gd name="T68" fmla="*/ 54 w 717"/>
                    <a:gd name="T69" fmla="*/ 0 h 756"/>
                    <a:gd name="T70" fmla="*/ 54 w 717"/>
                    <a:gd name="T71" fmla="*/ 250 h 756"/>
                    <a:gd name="T72" fmla="*/ 55 w 717"/>
                    <a:gd name="T73" fmla="*/ 333 h 756"/>
                    <a:gd name="T74" fmla="*/ 57 w 717"/>
                    <a:gd name="T75" fmla="*/ 192 h 756"/>
                    <a:gd name="T76" fmla="*/ 59 w 717"/>
                    <a:gd name="T77" fmla="*/ 340 h 756"/>
                    <a:gd name="T78" fmla="*/ 58 w 717"/>
                    <a:gd name="T79" fmla="*/ 429 h 756"/>
                    <a:gd name="T80" fmla="*/ 60 w 717"/>
                    <a:gd name="T81" fmla="*/ 461 h 756"/>
                    <a:gd name="T82" fmla="*/ 0 60000 65536"/>
                    <a:gd name="T83" fmla="*/ 0 60000 65536"/>
                    <a:gd name="T84" fmla="*/ 0 60000 65536"/>
                    <a:gd name="T85" fmla="*/ 0 60000 65536"/>
                    <a:gd name="T86" fmla="*/ 0 60000 65536"/>
                    <a:gd name="T87" fmla="*/ 0 60000 65536"/>
                    <a:gd name="T88" fmla="*/ 0 60000 65536"/>
                    <a:gd name="T89" fmla="*/ 0 60000 65536"/>
                    <a:gd name="T90" fmla="*/ 0 60000 65536"/>
                    <a:gd name="T91" fmla="*/ 0 60000 65536"/>
                    <a:gd name="T92" fmla="*/ 0 60000 65536"/>
                    <a:gd name="T93" fmla="*/ 0 60000 65536"/>
                    <a:gd name="T94" fmla="*/ 0 60000 65536"/>
                    <a:gd name="T95" fmla="*/ 0 60000 65536"/>
                    <a:gd name="T96" fmla="*/ 0 60000 65536"/>
                    <a:gd name="T97" fmla="*/ 0 60000 65536"/>
                    <a:gd name="T98" fmla="*/ 0 60000 65536"/>
                    <a:gd name="T99" fmla="*/ 0 60000 65536"/>
                    <a:gd name="T100" fmla="*/ 0 60000 65536"/>
                    <a:gd name="T101" fmla="*/ 0 60000 65536"/>
                    <a:gd name="T102" fmla="*/ 0 60000 65536"/>
                    <a:gd name="T103" fmla="*/ 0 60000 65536"/>
                    <a:gd name="T104" fmla="*/ 0 60000 65536"/>
                    <a:gd name="T105" fmla="*/ 0 60000 65536"/>
                    <a:gd name="T106" fmla="*/ 0 60000 65536"/>
                    <a:gd name="T107" fmla="*/ 0 60000 65536"/>
                    <a:gd name="T108" fmla="*/ 0 60000 65536"/>
                    <a:gd name="T109" fmla="*/ 0 60000 65536"/>
                    <a:gd name="T110" fmla="*/ 0 60000 65536"/>
                    <a:gd name="T111" fmla="*/ 0 60000 65536"/>
                    <a:gd name="T112" fmla="*/ 0 60000 65536"/>
                    <a:gd name="T113" fmla="*/ 0 60000 65536"/>
                    <a:gd name="T114" fmla="*/ 0 60000 65536"/>
                    <a:gd name="T115" fmla="*/ 0 60000 65536"/>
                    <a:gd name="T116" fmla="*/ 0 60000 65536"/>
                    <a:gd name="T117" fmla="*/ 0 60000 65536"/>
                    <a:gd name="T118" fmla="*/ 0 60000 65536"/>
                    <a:gd name="T119" fmla="*/ 0 60000 65536"/>
                    <a:gd name="T120" fmla="*/ 0 60000 65536"/>
                    <a:gd name="T121" fmla="*/ 0 60000 65536"/>
                    <a:gd name="T122" fmla="*/ 0 60000 65536"/>
                    <a:gd name="T123" fmla="*/ 0 w 717"/>
                    <a:gd name="T124" fmla="*/ 0 h 756"/>
                    <a:gd name="T125" fmla="*/ 717 w 717"/>
                    <a:gd name="T126" fmla="*/ 756 h 756"/>
                  </a:gdLst>
                  <a:ahLst/>
                  <a:cxnLst>
                    <a:cxn ang="T82">
                      <a:pos x="T0" y="T1"/>
                    </a:cxn>
                    <a:cxn ang="T83">
                      <a:pos x="T2" y="T3"/>
                    </a:cxn>
                    <a:cxn ang="T84">
                      <a:pos x="T4" y="T5"/>
                    </a:cxn>
                    <a:cxn ang="T85">
                      <a:pos x="T6" y="T7"/>
                    </a:cxn>
                    <a:cxn ang="T86">
                      <a:pos x="T8" y="T9"/>
                    </a:cxn>
                    <a:cxn ang="T87">
                      <a:pos x="T10" y="T11"/>
                    </a:cxn>
                    <a:cxn ang="T88">
                      <a:pos x="T12" y="T13"/>
                    </a:cxn>
                    <a:cxn ang="T89">
                      <a:pos x="T14" y="T15"/>
                    </a:cxn>
                    <a:cxn ang="T90">
                      <a:pos x="T16" y="T17"/>
                    </a:cxn>
                    <a:cxn ang="T91">
                      <a:pos x="T18" y="T19"/>
                    </a:cxn>
                    <a:cxn ang="T92">
                      <a:pos x="T20" y="T21"/>
                    </a:cxn>
                    <a:cxn ang="T93">
                      <a:pos x="T22" y="T23"/>
                    </a:cxn>
                    <a:cxn ang="T94">
                      <a:pos x="T24" y="T25"/>
                    </a:cxn>
                    <a:cxn ang="T95">
                      <a:pos x="T26" y="T27"/>
                    </a:cxn>
                    <a:cxn ang="T96">
                      <a:pos x="T28" y="T29"/>
                    </a:cxn>
                    <a:cxn ang="T97">
                      <a:pos x="T30" y="T31"/>
                    </a:cxn>
                    <a:cxn ang="T98">
                      <a:pos x="T32" y="T33"/>
                    </a:cxn>
                    <a:cxn ang="T99">
                      <a:pos x="T34" y="T35"/>
                    </a:cxn>
                    <a:cxn ang="T100">
                      <a:pos x="T36" y="T37"/>
                    </a:cxn>
                    <a:cxn ang="T101">
                      <a:pos x="T38" y="T39"/>
                    </a:cxn>
                    <a:cxn ang="T102">
                      <a:pos x="T40" y="T41"/>
                    </a:cxn>
                    <a:cxn ang="T103">
                      <a:pos x="T42" y="T43"/>
                    </a:cxn>
                    <a:cxn ang="T104">
                      <a:pos x="T44" y="T45"/>
                    </a:cxn>
                    <a:cxn ang="T105">
                      <a:pos x="T46" y="T47"/>
                    </a:cxn>
                    <a:cxn ang="T106">
                      <a:pos x="T48" y="T49"/>
                    </a:cxn>
                    <a:cxn ang="T107">
                      <a:pos x="T50" y="T51"/>
                    </a:cxn>
                    <a:cxn ang="T108">
                      <a:pos x="T52" y="T53"/>
                    </a:cxn>
                    <a:cxn ang="T109">
                      <a:pos x="T54" y="T55"/>
                    </a:cxn>
                    <a:cxn ang="T110">
                      <a:pos x="T56" y="T57"/>
                    </a:cxn>
                    <a:cxn ang="T111">
                      <a:pos x="T58" y="T59"/>
                    </a:cxn>
                    <a:cxn ang="T112">
                      <a:pos x="T60" y="T61"/>
                    </a:cxn>
                    <a:cxn ang="T113">
                      <a:pos x="T62" y="T63"/>
                    </a:cxn>
                    <a:cxn ang="T114">
                      <a:pos x="T64" y="T65"/>
                    </a:cxn>
                    <a:cxn ang="T115">
                      <a:pos x="T66" y="T67"/>
                    </a:cxn>
                    <a:cxn ang="T116">
                      <a:pos x="T68" y="T69"/>
                    </a:cxn>
                    <a:cxn ang="T117">
                      <a:pos x="T70" y="T71"/>
                    </a:cxn>
                    <a:cxn ang="T118">
                      <a:pos x="T72" y="T73"/>
                    </a:cxn>
                    <a:cxn ang="T119">
                      <a:pos x="T74" y="T75"/>
                    </a:cxn>
                    <a:cxn ang="T120">
                      <a:pos x="T76" y="T77"/>
                    </a:cxn>
                    <a:cxn ang="T121">
                      <a:pos x="T78" y="T79"/>
                    </a:cxn>
                    <a:cxn ang="T122">
                      <a:pos x="T80" y="T81"/>
                    </a:cxn>
                  </a:cxnLst>
                  <a:rect l="T123" t="T124" r="T125" b="T126"/>
                  <a:pathLst>
                    <a:path w="717" h="756">
                      <a:moveTo>
                        <a:pt x="0" y="756"/>
                      </a:moveTo>
                      <a:lnTo>
                        <a:pt x="52" y="167"/>
                      </a:lnTo>
                      <a:lnTo>
                        <a:pt x="64" y="384"/>
                      </a:lnTo>
                      <a:lnTo>
                        <a:pt x="90" y="103"/>
                      </a:lnTo>
                      <a:lnTo>
                        <a:pt x="116" y="519"/>
                      </a:lnTo>
                      <a:lnTo>
                        <a:pt x="135" y="487"/>
                      </a:lnTo>
                      <a:lnTo>
                        <a:pt x="135" y="359"/>
                      </a:lnTo>
                      <a:lnTo>
                        <a:pt x="167" y="71"/>
                      </a:lnTo>
                      <a:lnTo>
                        <a:pt x="192" y="244"/>
                      </a:lnTo>
                      <a:lnTo>
                        <a:pt x="205" y="96"/>
                      </a:lnTo>
                      <a:lnTo>
                        <a:pt x="218" y="615"/>
                      </a:lnTo>
                      <a:lnTo>
                        <a:pt x="244" y="397"/>
                      </a:lnTo>
                      <a:lnTo>
                        <a:pt x="282" y="519"/>
                      </a:lnTo>
                      <a:lnTo>
                        <a:pt x="308" y="308"/>
                      </a:lnTo>
                      <a:lnTo>
                        <a:pt x="333" y="442"/>
                      </a:lnTo>
                      <a:lnTo>
                        <a:pt x="346" y="352"/>
                      </a:lnTo>
                      <a:lnTo>
                        <a:pt x="365" y="384"/>
                      </a:lnTo>
                      <a:lnTo>
                        <a:pt x="378" y="135"/>
                      </a:lnTo>
                      <a:lnTo>
                        <a:pt x="391" y="301"/>
                      </a:lnTo>
                      <a:lnTo>
                        <a:pt x="384" y="519"/>
                      </a:lnTo>
                      <a:lnTo>
                        <a:pt x="404" y="679"/>
                      </a:lnTo>
                      <a:lnTo>
                        <a:pt x="429" y="628"/>
                      </a:lnTo>
                      <a:lnTo>
                        <a:pt x="442" y="480"/>
                      </a:lnTo>
                      <a:lnTo>
                        <a:pt x="455" y="391"/>
                      </a:lnTo>
                      <a:lnTo>
                        <a:pt x="436" y="506"/>
                      </a:lnTo>
                      <a:lnTo>
                        <a:pt x="461" y="352"/>
                      </a:lnTo>
                      <a:lnTo>
                        <a:pt x="474" y="455"/>
                      </a:lnTo>
                      <a:lnTo>
                        <a:pt x="493" y="519"/>
                      </a:lnTo>
                      <a:lnTo>
                        <a:pt x="512" y="410"/>
                      </a:lnTo>
                      <a:lnTo>
                        <a:pt x="532" y="186"/>
                      </a:lnTo>
                      <a:lnTo>
                        <a:pt x="544" y="231"/>
                      </a:lnTo>
                      <a:lnTo>
                        <a:pt x="570" y="148"/>
                      </a:lnTo>
                      <a:lnTo>
                        <a:pt x="576" y="301"/>
                      </a:lnTo>
                      <a:lnTo>
                        <a:pt x="576" y="730"/>
                      </a:lnTo>
                      <a:lnTo>
                        <a:pt x="647" y="0"/>
                      </a:lnTo>
                      <a:lnTo>
                        <a:pt x="647" y="250"/>
                      </a:lnTo>
                      <a:lnTo>
                        <a:pt x="660" y="333"/>
                      </a:lnTo>
                      <a:lnTo>
                        <a:pt x="685" y="192"/>
                      </a:lnTo>
                      <a:lnTo>
                        <a:pt x="711" y="340"/>
                      </a:lnTo>
                      <a:lnTo>
                        <a:pt x="698" y="429"/>
                      </a:lnTo>
                      <a:lnTo>
                        <a:pt x="717" y="461"/>
                      </a:lnTo>
                    </a:path>
                  </a:pathLst>
                </a:custGeom>
                <a:noFill/>
                <a:ln w="9525">
                  <a:solidFill>
                    <a:srgbClr val="FF0000"/>
                  </a:solidFill>
                  <a:round/>
                  <a:headEnd/>
                  <a:tailEnd/>
                </a:ln>
              </p:spPr>
              <p:txBody>
                <a:bodyPr/>
                <a:lstStyle/>
                <a:p>
                  <a:endParaRPr lang="en-GB" sz="1600"/>
                </a:p>
              </p:txBody>
            </p:sp>
            <p:sp>
              <p:nvSpPr>
                <p:cNvPr id="14523" name="Freeform 243"/>
                <p:cNvSpPr>
                  <a:spLocks/>
                </p:cNvSpPr>
                <p:nvPr/>
              </p:nvSpPr>
              <p:spPr bwMode="auto">
                <a:xfrm flipH="1" flipV="1">
                  <a:off x="3770" y="1145"/>
                  <a:ext cx="313" cy="756"/>
                </a:xfrm>
                <a:custGeom>
                  <a:avLst/>
                  <a:gdLst>
                    <a:gd name="T0" fmla="*/ 0 w 717"/>
                    <a:gd name="T1" fmla="*/ 756 h 756"/>
                    <a:gd name="T2" fmla="*/ 4 w 717"/>
                    <a:gd name="T3" fmla="*/ 167 h 756"/>
                    <a:gd name="T4" fmla="*/ 5 w 717"/>
                    <a:gd name="T5" fmla="*/ 384 h 756"/>
                    <a:gd name="T6" fmla="*/ 7 w 717"/>
                    <a:gd name="T7" fmla="*/ 103 h 756"/>
                    <a:gd name="T8" fmla="*/ 10 w 717"/>
                    <a:gd name="T9" fmla="*/ 519 h 756"/>
                    <a:gd name="T10" fmla="*/ 11 w 717"/>
                    <a:gd name="T11" fmla="*/ 487 h 756"/>
                    <a:gd name="T12" fmla="*/ 11 w 717"/>
                    <a:gd name="T13" fmla="*/ 359 h 756"/>
                    <a:gd name="T14" fmla="*/ 14 w 717"/>
                    <a:gd name="T15" fmla="*/ 71 h 756"/>
                    <a:gd name="T16" fmla="*/ 16 w 717"/>
                    <a:gd name="T17" fmla="*/ 244 h 756"/>
                    <a:gd name="T18" fmla="*/ 17 w 717"/>
                    <a:gd name="T19" fmla="*/ 96 h 756"/>
                    <a:gd name="T20" fmla="*/ 18 w 717"/>
                    <a:gd name="T21" fmla="*/ 615 h 756"/>
                    <a:gd name="T22" fmla="*/ 21 w 717"/>
                    <a:gd name="T23" fmla="*/ 397 h 756"/>
                    <a:gd name="T24" fmla="*/ 24 w 717"/>
                    <a:gd name="T25" fmla="*/ 519 h 756"/>
                    <a:gd name="T26" fmla="*/ 25 w 717"/>
                    <a:gd name="T27" fmla="*/ 308 h 756"/>
                    <a:gd name="T28" fmla="*/ 28 w 717"/>
                    <a:gd name="T29" fmla="*/ 442 h 756"/>
                    <a:gd name="T30" fmla="*/ 29 w 717"/>
                    <a:gd name="T31" fmla="*/ 352 h 756"/>
                    <a:gd name="T32" fmla="*/ 30 w 717"/>
                    <a:gd name="T33" fmla="*/ 384 h 756"/>
                    <a:gd name="T34" fmla="*/ 31 w 717"/>
                    <a:gd name="T35" fmla="*/ 135 h 756"/>
                    <a:gd name="T36" fmla="*/ 33 w 717"/>
                    <a:gd name="T37" fmla="*/ 301 h 756"/>
                    <a:gd name="T38" fmla="*/ 32 w 717"/>
                    <a:gd name="T39" fmla="*/ 519 h 756"/>
                    <a:gd name="T40" fmla="*/ 34 w 717"/>
                    <a:gd name="T41" fmla="*/ 679 h 756"/>
                    <a:gd name="T42" fmla="*/ 36 w 717"/>
                    <a:gd name="T43" fmla="*/ 628 h 756"/>
                    <a:gd name="T44" fmla="*/ 37 w 717"/>
                    <a:gd name="T45" fmla="*/ 480 h 756"/>
                    <a:gd name="T46" fmla="*/ 38 w 717"/>
                    <a:gd name="T47" fmla="*/ 391 h 756"/>
                    <a:gd name="T48" fmla="*/ 36 w 717"/>
                    <a:gd name="T49" fmla="*/ 506 h 756"/>
                    <a:gd name="T50" fmla="*/ 38 w 717"/>
                    <a:gd name="T51" fmla="*/ 352 h 756"/>
                    <a:gd name="T52" fmla="*/ 39 w 717"/>
                    <a:gd name="T53" fmla="*/ 455 h 756"/>
                    <a:gd name="T54" fmla="*/ 41 w 717"/>
                    <a:gd name="T55" fmla="*/ 519 h 756"/>
                    <a:gd name="T56" fmla="*/ 43 w 717"/>
                    <a:gd name="T57" fmla="*/ 410 h 756"/>
                    <a:gd name="T58" fmla="*/ 44 w 717"/>
                    <a:gd name="T59" fmla="*/ 186 h 756"/>
                    <a:gd name="T60" fmla="*/ 45 w 717"/>
                    <a:gd name="T61" fmla="*/ 231 h 756"/>
                    <a:gd name="T62" fmla="*/ 48 w 717"/>
                    <a:gd name="T63" fmla="*/ 148 h 756"/>
                    <a:gd name="T64" fmla="*/ 48 w 717"/>
                    <a:gd name="T65" fmla="*/ 301 h 756"/>
                    <a:gd name="T66" fmla="*/ 48 w 717"/>
                    <a:gd name="T67" fmla="*/ 730 h 756"/>
                    <a:gd name="T68" fmla="*/ 54 w 717"/>
                    <a:gd name="T69" fmla="*/ 0 h 756"/>
                    <a:gd name="T70" fmla="*/ 54 w 717"/>
                    <a:gd name="T71" fmla="*/ 250 h 756"/>
                    <a:gd name="T72" fmla="*/ 55 w 717"/>
                    <a:gd name="T73" fmla="*/ 333 h 756"/>
                    <a:gd name="T74" fmla="*/ 57 w 717"/>
                    <a:gd name="T75" fmla="*/ 192 h 756"/>
                    <a:gd name="T76" fmla="*/ 59 w 717"/>
                    <a:gd name="T77" fmla="*/ 340 h 756"/>
                    <a:gd name="T78" fmla="*/ 58 w 717"/>
                    <a:gd name="T79" fmla="*/ 429 h 756"/>
                    <a:gd name="T80" fmla="*/ 60 w 717"/>
                    <a:gd name="T81" fmla="*/ 461 h 756"/>
                    <a:gd name="T82" fmla="*/ 0 60000 65536"/>
                    <a:gd name="T83" fmla="*/ 0 60000 65536"/>
                    <a:gd name="T84" fmla="*/ 0 60000 65536"/>
                    <a:gd name="T85" fmla="*/ 0 60000 65536"/>
                    <a:gd name="T86" fmla="*/ 0 60000 65536"/>
                    <a:gd name="T87" fmla="*/ 0 60000 65536"/>
                    <a:gd name="T88" fmla="*/ 0 60000 65536"/>
                    <a:gd name="T89" fmla="*/ 0 60000 65536"/>
                    <a:gd name="T90" fmla="*/ 0 60000 65536"/>
                    <a:gd name="T91" fmla="*/ 0 60000 65536"/>
                    <a:gd name="T92" fmla="*/ 0 60000 65536"/>
                    <a:gd name="T93" fmla="*/ 0 60000 65536"/>
                    <a:gd name="T94" fmla="*/ 0 60000 65536"/>
                    <a:gd name="T95" fmla="*/ 0 60000 65536"/>
                    <a:gd name="T96" fmla="*/ 0 60000 65536"/>
                    <a:gd name="T97" fmla="*/ 0 60000 65536"/>
                    <a:gd name="T98" fmla="*/ 0 60000 65536"/>
                    <a:gd name="T99" fmla="*/ 0 60000 65536"/>
                    <a:gd name="T100" fmla="*/ 0 60000 65536"/>
                    <a:gd name="T101" fmla="*/ 0 60000 65536"/>
                    <a:gd name="T102" fmla="*/ 0 60000 65536"/>
                    <a:gd name="T103" fmla="*/ 0 60000 65536"/>
                    <a:gd name="T104" fmla="*/ 0 60000 65536"/>
                    <a:gd name="T105" fmla="*/ 0 60000 65536"/>
                    <a:gd name="T106" fmla="*/ 0 60000 65536"/>
                    <a:gd name="T107" fmla="*/ 0 60000 65536"/>
                    <a:gd name="T108" fmla="*/ 0 60000 65536"/>
                    <a:gd name="T109" fmla="*/ 0 60000 65536"/>
                    <a:gd name="T110" fmla="*/ 0 60000 65536"/>
                    <a:gd name="T111" fmla="*/ 0 60000 65536"/>
                    <a:gd name="T112" fmla="*/ 0 60000 65536"/>
                    <a:gd name="T113" fmla="*/ 0 60000 65536"/>
                    <a:gd name="T114" fmla="*/ 0 60000 65536"/>
                    <a:gd name="T115" fmla="*/ 0 60000 65536"/>
                    <a:gd name="T116" fmla="*/ 0 60000 65536"/>
                    <a:gd name="T117" fmla="*/ 0 60000 65536"/>
                    <a:gd name="T118" fmla="*/ 0 60000 65536"/>
                    <a:gd name="T119" fmla="*/ 0 60000 65536"/>
                    <a:gd name="T120" fmla="*/ 0 60000 65536"/>
                    <a:gd name="T121" fmla="*/ 0 60000 65536"/>
                    <a:gd name="T122" fmla="*/ 0 60000 65536"/>
                    <a:gd name="T123" fmla="*/ 0 w 717"/>
                    <a:gd name="T124" fmla="*/ 0 h 756"/>
                    <a:gd name="T125" fmla="*/ 717 w 717"/>
                    <a:gd name="T126" fmla="*/ 756 h 756"/>
                  </a:gdLst>
                  <a:ahLst/>
                  <a:cxnLst>
                    <a:cxn ang="T82">
                      <a:pos x="T0" y="T1"/>
                    </a:cxn>
                    <a:cxn ang="T83">
                      <a:pos x="T2" y="T3"/>
                    </a:cxn>
                    <a:cxn ang="T84">
                      <a:pos x="T4" y="T5"/>
                    </a:cxn>
                    <a:cxn ang="T85">
                      <a:pos x="T6" y="T7"/>
                    </a:cxn>
                    <a:cxn ang="T86">
                      <a:pos x="T8" y="T9"/>
                    </a:cxn>
                    <a:cxn ang="T87">
                      <a:pos x="T10" y="T11"/>
                    </a:cxn>
                    <a:cxn ang="T88">
                      <a:pos x="T12" y="T13"/>
                    </a:cxn>
                    <a:cxn ang="T89">
                      <a:pos x="T14" y="T15"/>
                    </a:cxn>
                    <a:cxn ang="T90">
                      <a:pos x="T16" y="T17"/>
                    </a:cxn>
                    <a:cxn ang="T91">
                      <a:pos x="T18" y="T19"/>
                    </a:cxn>
                    <a:cxn ang="T92">
                      <a:pos x="T20" y="T21"/>
                    </a:cxn>
                    <a:cxn ang="T93">
                      <a:pos x="T22" y="T23"/>
                    </a:cxn>
                    <a:cxn ang="T94">
                      <a:pos x="T24" y="T25"/>
                    </a:cxn>
                    <a:cxn ang="T95">
                      <a:pos x="T26" y="T27"/>
                    </a:cxn>
                    <a:cxn ang="T96">
                      <a:pos x="T28" y="T29"/>
                    </a:cxn>
                    <a:cxn ang="T97">
                      <a:pos x="T30" y="T31"/>
                    </a:cxn>
                    <a:cxn ang="T98">
                      <a:pos x="T32" y="T33"/>
                    </a:cxn>
                    <a:cxn ang="T99">
                      <a:pos x="T34" y="T35"/>
                    </a:cxn>
                    <a:cxn ang="T100">
                      <a:pos x="T36" y="T37"/>
                    </a:cxn>
                    <a:cxn ang="T101">
                      <a:pos x="T38" y="T39"/>
                    </a:cxn>
                    <a:cxn ang="T102">
                      <a:pos x="T40" y="T41"/>
                    </a:cxn>
                    <a:cxn ang="T103">
                      <a:pos x="T42" y="T43"/>
                    </a:cxn>
                    <a:cxn ang="T104">
                      <a:pos x="T44" y="T45"/>
                    </a:cxn>
                    <a:cxn ang="T105">
                      <a:pos x="T46" y="T47"/>
                    </a:cxn>
                    <a:cxn ang="T106">
                      <a:pos x="T48" y="T49"/>
                    </a:cxn>
                    <a:cxn ang="T107">
                      <a:pos x="T50" y="T51"/>
                    </a:cxn>
                    <a:cxn ang="T108">
                      <a:pos x="T52" y="T53"/>
                    </a:cxn>
                    <a:cxn ang="T109">
                      <a:pos x="T54" y="T55"/>
                    </a:cxn>
                    <a:cxn ang="T110">
                      <a:pos x="T56" y="T57"/>
                    </a:cxn>
                    <a:cxn ang="T111">
                      <a:pos x="T58" y="T59"/>
                    </a:cxn>
                    <a:cxn ang="T112">
                      <a:pos x="T60" y="T61"/>
                    </a:cxn>
                    <a:cxn ang="T113">
                      <a:pos x="T62" y="T63"/>
                    </a:cxn>
                    <a:cxn ang="T114">
                      <a:pos x="T64" y="T65"/>
                    </a:cxn>
                    <a:cxn ang="T115">
                      <a:pos x="T66" y="T67"/>
                    </a:cxn>
                    <a:cxn ang="T116">
                      <a:pos x="T68" y="T69"/>
                    </a:cxn>
                    <a:cxn ang="T117">
                      <a:pos x="T70" y="T71"/>
                    </a:cxn>
                    <a:cxn ang="T118">
                      <a:pos x="T72" y="T73"/>
                    </a:cxn>
                    <a:cxn ang="T119">
                      <a:pos x="T74" y="T75"/>
                    </a:cxn>
                    <a:cxn ang="T120">
                      <a:pos x="T76" y="T77"/>
                    </a:cxn>
                    <a:cxn ang="T121">
                      <a:pos x="T78" y="T79"/>
                    </a:cxn>
                    <a:cxn ang="T122">
                      <a:pos x="T80" y="T81"/>
                    </a:cxn>
                  </a:cxnLst>
                  <a:rect l="T123" t="T124" r="T125" b="T126"/>
                  <a:pathLst>
                    <a:path w="717" h="756">
                      <a:moveTo>
                        <a:pt x="0" y="756"/>
                      </a:moveTo>
                      <a:lnTo>
                        <a:pt x="52" y="167"/>
                      </a:lnTo>
                      <a:lnTo>
                        <a:pt x="64" y="384"/>
                      </a:lnTo>
                      <a:lnTo>
                        <a:pt x="90" y="103"/>
                      </a:lnTo>
                      <a:lnTo>
                        <a:pt x="116" y="519"/>
                      </a:lnTo>
                      <a:lnTo>
                        <a:pt x="135" y="487"/>
                      </a:lnTo>
                      <a:lnTo>
                        <a:pt x="135" y="359"/>
                      </a:lnTo>
                      <a:lnTo>
                        <a:pt x="167" y="71"/>
                      </a:lnTo>
                      <a:lnTo>
                        <a:pt x="192" y="244"/>
                      </a:lnTo>
                      <a:lnTo>
                        <a:pt x="205" y="96"/>
                      </a:lnTo>
                      <a:lnTo>
                        <a:pt x="218" y="615"/>
                      </a:lnTo>
                      <a:lnTo>
                        <a:pt x="244" y="397"/>
                      </a:lnTo>
                      <a:lnTo>
                        <a:pt x="282" y="519"/>
                      </a:lnTo>
                      <a:lnTo>
                        <a:pt x="308" y="308"/>
                      </a:lnTo>
                      <a:lnTo>
                        <a:pt x="333" y="442"/>
                      </a:lnTo>
                      <a:lnTo>
                        <a:pt x="346" y="352"/>
                      </a:lnTo>
                      <a:lnTo>
                        <a:pt x="365" y="384"/>
                      </a:lnTo>
                      <a:lnTo>
                        <a:pt x="378" y="135"/>
                      </a:lnTo>
                      <a:lnTo>
                        <a:pt x="391" y="301"/>
                      </a:lnTo>
                      <a:lnTo>
                        <a:pt x="384" y="519"/>
                      </a:lnTo>
                      <a:lnTo>
                        <a:pt x="404" y="679"/>
                      </a:lnTo>
                      <a:lnTo>
                        <a:pt x="429" y="628"/>
                      </a:lnTo>
                      <a:lnTo>
                        <a:pt x="442" y="480"/>
                      </a:lnTo>
                      <a:lnTo>
                        <a:pt x="455" y="391"/>
                      </a:lnTo>
                      <a:lnTo>
                        <a:pt x="436" y="506"/>
                      </a:lnTo>
                      <a:lnTo>
                        <a:pt x="461" y="352"/>
                      </a:lnTo>
                      <a:lnTo>
                        <a:pt x="474" y="455"/>
                      </a:lnTo>
                      <a:lnTo>
                        <a:pt x="493" y="519"/>
                      </a:lnTo>
                      <a:lnTo>
                        <a:pt x="512" y="410"/>
                      </a:lnTo>
                      <a:lnTo>
                        <a:pt x="532" y="186"/>
                      </a:lnTo>
                      <a:lnTo>
                        <a:pt x="544" y="231"/>
                      </a:lnTo>
                      <a:lnTo>
                        <a:pt x="570" y="148"/>
                      </a:lnTo>
                      <a:lnTo>
                        <a:pt x="576" y="301"/>
                      </a:lnTo>
                      <a:lnTo>
                        <a:pt x="576" y="730"/>
                      </a:lnTo>
                      <a:lnTo>
                        <a:pt x="647" y="0"/>
                      </a:lnTo>
                      <a:lnTo>
                        <a:pt x="647" y="250"/>
                      </a:lnTo>
                      <a:lnTo>
                        <a:pt x="660" y="333"/>
                      </a:lnTo>
                      <a:lnTo>
                        <a:pt x="685" y="192"/>
                      </a:lnTo>
                      <a:lnTo>
                        <a:pt x="711" y="340"/>
                      </a:lnTo>
                      <a:lnTo>
                        <a:pt x="698" y="429"/>
                      </a:lnTo>
                      <a:lnTo>
                        <a:pt x="717" y="461"/>
                      </a:lnTo>
                    </a:path>
                  </a:pathLst>
                </a:custGeom>
                <a:noFill/>
                <a:ln w="9525">
                  <a:solidFill>
                    <a:srgbClr val="FF0000"/>
                  </a:solidFill>
                  <a:round/>
                  <a:headEnd/>
                  <a:tailEnd/>
                </a:ln>
              </p:spPr>
              <p:txBody>
                <a:bodyPr/>
                <a:lstStyle/>
                <a:p>
                  <a:endParaRPr lang="en-GB" sz="1600"/>
                </a:p>
              </p:txBody>
            </p:sp>
            <p:sp>
              <p:nvSpPr>
                <p:cNvPr id="14524" name="Freeform 244"/>
                <p:cNvSpPr>
                  <a:spLocks/>
                </p:cNvSpPr>
                <p:nvPr/>
              </p:nvSpPr>
              <p:spPr bwMode="auto">
                <a:xfrm flipH="1">
                  <a:off x="4077" y="1119"/>
                  <a:ext cx="313" cy="756"/>
                </a:xfrm>
                <a:custGeom>
                  <a:avLst/>
                  <a:gdLst>
                    <a:gd name="T0" fmla="*/ 0 w 717"/>
                    <a:gd name="T1" fmla="*/ 756 h 756"/>
                    <a:gd name="T2" fmla="*/ 4 w 717"/>
                    <a:gd name="T3" fmla="*/ 167 h 756"/>
                    <a:gd name="T4" fmla="*/ 5 w 717"/>
                    <a:gd name="T5" fmla="*/ 384 h 756"/>
                    <a:gd name="T6" fmla="*/ 7 w 717"/>
                    <a:gd name="T7" fmla="*/ 103 h 756"/>
                    <a:gd name="T8" fmla="*/ 10 w 717"/>
                    <a:gd name="T9" fmla="*/ 519 h 756"/>
                    <a:gd name="T10" fmla="*/ 11 w 717"/>
                    <a:gd name="T11" fmla="*/ 487 h 756"/>
                    <a:gd name="T12" fmla="*/ 11 w 717"/>
                    <a:gd name="T13" fmla="*/ 359 h 756"/>
                    <a:gd name="T14" fmla="*/ 14 w 717"/>
                    <a:gd name="T15" fmla="*/ 71 h 756"/>
                    <a:gd name="T16" fmla="*/ 16 w 717"/>
                    <a:gd name="T17" fmla="*/ 244 h 756"/>
                    <a:gd name="T18" fmla="*/ 17 w 717"/>
                    <a:gd name="T19" fmla="*/ 96 h 756"/>
                    <a:gd name="T20" fmla="*/ 18 w 717"/>
                    <a:gd name="T21" fmla="*/ 615 h 756"/>
                    <a:gd name="T22" fmla="*/ 21 w 717"/>
                    <a:gd name="T23" fmla="*/ 397 h 756"/>
                    <a:gd name="T24" fmla="*/ 24 w 717"/>
                    <a:gd name="T25" fmla="*/ 519 h 756"/>
                    <a:gd name="T26" fmla="*/ 25 w 717"/>
                    <a:gd name="T27" fmla="*/ 308 h 756"/>
                    <a:gd name="T28" fmla="*/ 28 w 717"/>
                    <a:gd name="T29" fmla="*/ 442 h 756"/>
                    <a:gd name="T30" fmla="*/ 29 w 717"/>
                    <a:gd name="T31" fmla="*/ 352 h 756"/>
                    <a:gd name="T32" fmla="*/ 30 w 717"/>
                    <a:gd name="T33" fmla="*/ 384 h 756"/>
                    <a:gd name="T34" fmla="*/ 31 w 717"/>
                    <a:gd name="T35" fmla="*/ 135 h 756"/>
                    <a:gd name="T36" fmla="*/ 33 w 717"/>
                    <a:gd name="T37" fmla="*/ 301 h 756"/>
                    <a:gd name="T38" fmla="*/ 32 w 717"/>
                    <a:gd name="T39" fmla="*/ 519 h 756"/>
                    <a:gd name="T40" fmla="*/ 34 w 717"/>
                    <a:gd name="T41" fmla="*/ 679 h 756"/>
                    <a:gd name="T42" fmla="*/ 36 w 717"/>
                    <a:gd name="T43" fmla="*/ 628 h 756"/>
                    <a:gd name="T44" fmla="*/ 37 w 717"/>
                    <a:gd name="T45" fmla="*/ 480 h 756"/>
                    <a:gd name="T46" fmla="*/ 38 w 717"/>
                    <a:gd name="T47" fmla="*/ 391 h 756"/>
                    <a:gd name="T48" fmla="*/ 36 w 717"/>
                    <a:gd name="T49" fmla="*/ 506 h 756"/>
                    <a:gd name="T50" fmla="*/ 38 w 717"/>
                    <a:gd name="T51" fmla="*/ 352 h 756"/>
                    <a:gd name="T52" fmla="*/ 39 w 717"/>
                    <a:gd name="T53" fmla="*/ 455 h 756"/>
                    <a:gd name="T54" fmla="*/ 41 w 717"/>
                    <a:gd name="T55" fmla="*/ 519 h 756"/>
                    <a:gd name="T56" fmla="*/ 43 w 717"/>
                    <a:gd name="T57" fmla="*/ 410 h 756"/>
                    <a:gd name="T58" fmla="*/ 44 w 717"/>
                    <a:gd name="T59" fmla="*/ 186 h 756"/>
                    <a:gd name="T60" fmla="*/ 45 w 717"/>
                    <a:gd name="T61" fmla="*/ 231 h 756"/>
                    <a:gd name="T62" fmla="*/ 48 w 717"/>
                    <a:gd name="T63" fmla="*/ 148 h 756"/>
                    <a:gd name="T64" fmla="*/ 48 w 717"/>
                    <a:gd name="T65" fmla="*/ 301 h 756"/>
                    <a:gd name="T66" fmla="*/ 48 w 717"/>
                    <a:gd name="T67" fmla="*/ 730 h 756"/>
                    <a:gd name="T68" fmla="*/ 54 w 717"/>
                    <a:gd name="T69" fmla="*/ 0 h 756"/>
                    <a:gd name="T70" fmla="*/ 54 w 717"/>
                    <a:gd name="T71" fmla="*/ 250 h 756"/>
                    <a:gd name="T72" fmla="*/ 55 w 717"/>
                    <a:gd name="T73" fmla="*/ 333 h 756"/>
                    <a:gd name="T74" fmla="*/ 57 w 717"/>
                    <a:gd name="T75" fmla="*/ 192 h 756"/>
                    <a:gd name="T76" fmla="*/ 59 w 717"/>
                    <a:gd name="T77" fmla="*/ 340 h 756"/>
                    <a:gd name="T78" fmla="*/ 58 w 717"/>
                    <a:gd name="T79" fmla="*/ 429 h 756"/>
                    <a:gd name="T80" fmla="*/ 60 w 717"/>
                    <a:gd name="T81" fmla="*/ 461 h 756"/>
                    <a:gd name="T82" fmla="*/ 0 60000 65536"/>
                    <a:gd name="T83" fmla="*/ 0 60000 65536"/>
                    <a:gd name="T84" fmla="*/ 0 60000 65536"/>
                    <a:gd name="T85" fmla="*/ 0 60000 65536"/>
                    <a:gd name="T86" fmla="*/ 0 60000 65536"/>
                    <a:gd name="T87" fmla="*/ 0 60000 65536"/>
                    <a:gd name="T88" fmla="*/ 0 60000 65536"/>
                    <a:gd name="T89" fmla="*/ 0 60000 65536"/>
                    <a:gd name="T90" fmla="*/ 0 60000 65536"/>
                    <a:gd name="T91" fmla="*/ 0 60000 65536"/>
                    <a:gd name="T92" fmla="*/ 0 60000 65536"/>
                    <a:gd name="T93" fmla="*/ 0 60000 65536"/>
                    <a:gd name="T94" fmla="*/ 0 60000 65536"/>
                    <a:gd name="T95" fmla="*/ 0 60000 65536"/>
                    <a:gd name="T96" fmla="*/ 0 60000 65536"/>
                    <a:gd name="T97" fmla="*/ 0 60000 65536"/>
                    <a:gd name="T98" fmla="*/ 0 60000 65536"/>
                    <a:gd name="T99" fmla="*/ 0 60000 65536"/>
                    <a:gd name="T100" fmla="*/ 0 60000 65536"/>
                    <a:gd name="T101" fmla="*/ 0 60000 65536"/>
                    <a:gd name="T102" fmla="*/ 0 60000 65536"/>
                    <a:gd name="T103" fmla="*/ 0 60000 65536"/>
                    <a:gd name="T104" fmla="*/ 0 60000 65536"/>
                    <a:gd name="T105" fmla="*/ 0 60000 65536"/>
                    <a:gd name="T106" fmla="*/ 0 60000 65536"/>
                    <a:gd name="T107" fmla="*/ 0 60000 65536"/>
                    <a:gd name="T108" fmla="*/ 0 60000 65536"/>
                    <a:gd name="T109" fmla="*/ 0 60000 65536"/>
                    <a:gd name="T110" fmla="*/ 0 60000 65536"/>
                    <a:gd name="T111" fmla="*/ 0 60000 65536"/>
                    <a:gd name="T112" fmla="*/ 0 60000 65536"/>
                    <a:gd name="T113" fmla="*/ 0 60000 65536"/>
                    <a:gd name="T114" fmla="*/ 0 60000 65536"/>
                    <a:gd name="T115" fmla="*/ 0 60000 65536"/>
                    <a:gd name="T116" fmla="*/ 0 60000 65536"/>
                    <a:gd name="T117" fmla="*/ 0 60000 65536"/>
                    <a:gd name="T118" fmla="*/ 0 60000 65536"/>
                    <a:gd name="T119" fmla="*/ 0 60000 65536"/>
                    <a:gd name="T120" fmla="*/ 0 60000 65536"/>
                    <a:gd name="T121" fmla="*/ 0 60000 65536"/>
                    <a:gd name="T122" fmla="*/ 0 60000 65536"/>
                    <a:gd name="T123" fmla="*/ 0 w 717"/>
                    <a:gd name="T124" fmla="*/ 0 h 756"/>
                    <a:gd name="T125" fmla="*/ 717 w 717"/>
                    <a:gd name="T126" fmla="*/ 756 h 756"/>
                  </a:gdLst>
                  <a:ahLst/>
                  <a:cxnLst>
                    <a:cxn ang="T82">
                      <a:pos x="T0" y="T1"/>
                    </a:cxn>
                    <a:cxn ang="T83">
                      <a:pos x="T2" y="T3"/>
                    </a:cxn>
                    <a:cxn ang="T84">
                      <a:pos x="T4" y="T5"/>
                    </a:cxn>
                    <a:cxn ang="T85">
                      <a:pos x="T6" y="T7"/>
                    </a:cxn>
                    <a:cxn ang="T86">
                      <a:pos x="T8" y="T9"/>
                    </a:cxn>
                    <a:cxn ang="T87">
                      <a:pos x="T10" y="T11"/>
                    </a:cxn>
                    <a:cxn ang="T88">
                      <a:pos x="T12" y="T13"/>
                    </a:cxn>
                    <a:cxn ang="T89">
                      <a:pos x="T14" y="T15"/>
                    </a:cxn>
                    <a:cxn ang="T90">
                      <a:pos x="T16" y="T17"/>
                    </a:cxn>
                    <a:cxn ang="T91">
                      <a:pos x="T18" y="T19"/>
                    </a:cxn>
                    <a:cxn ang="T92">
                      <a:pos x="T20" y="T21"/>
                    </a:cxn>
                    <a:cxn ang="T93">
                      <a:pos x="T22" y="T23"/>
                    </a:cxn>
                    <a:cxn ang="T94">
                      <a:pos x="T24" y="T25"/>
                    </a:cxn>
                    <a:cxn ang="T95">
                      <a:pos x="T26" y="T27"/>
                    </a:cxn>
                    <a:cxn ang="T96">
                      <a:pos x="T28" y="T29"/>
                    </a:cxn>
                    <a:cxn ang="T97">
                      <a:pos x="T30" y="T31"/>
                    </a:cxn>
                    <a:cxn ang="T98">
                      <a:pos x="T32" y="T33"/>
                    </a:cxn>
                    <a:cxn ang="T99">
                      <a:pos x="T34" y="T35"/>
                    </a:cxn>
                    <a:cxn ang="T100">
                      <a:pos x="T36" y="T37"/>
                    </a:cxn>
                    <a:cxn ang="T101">
                      <a:pos x="T38" y="T39"/>
                    </a:cxn>
                    <a:cxn ang="T102">
                      <a:pos x="T40" y="T41"/>
                    </a:cxn>
                    <a:cxn ang="T103">
                      <a:pos x="T42" y="T43"/>
                    </a:cxn>
                    <a:cxn ang="T104">
                      <a:pos x="T44" y="T45"/>
                    </a:cxn>
                    <a:cxn ang="T105">
                      <a:pos x="T46" y="T47"/>
                    </a:cxn>
                    <a:cxn ang="T106">
                      <a:pos x="T48" y="T49"/>
                    </a:cxn>
                    <a:cxn ang="T107">
                      <a:pos x="T50" y="T51"/>
                    </a:cxn>
                    <a:cxn ang="T108">
                      <a:pos x="T52" y="T53"/>
                    </a:cxn>
                    <a:cxn ang="T109">
                      <a:pos x="T54" y="T55"/>
                    </a:cxn>
                    <a:cxn ang="T110">
                      <a:pos x="T56" y="T57"/>
                    </a:cxn>
                    <a:cxn ang="T111">
                      <a:pos x="T58" y="T59"/>
                    </a:cxn>
                    <a:cxn ang="T112">
                      <a:pos x="T60" y="T61"/>
                    </a:cxn>
                    <a:cxn ang="T113">
                      <a:pos x="T62" y="T63"/>
                    </a:cxn>
                    <a:cxn ang="T114">
                      <a:pos x="T64" y="T65"/>
                    </a:cxn>
                    <a:cxn ang="T115">
                      <a:pos x="T66" y="T67"/>
                    </a:cxn>
                    <a:cxn ang="T116">
                      <a:pos x="T68" y="T69"/>
                    </a:cxn>
                    <a:cxn ang="T117">
                      <a:pos x="T70" y="T71"/>
                    </a:cxn>
                    <a:cxn ang="T118">
                      <a:pos x="T72" y="T73"/>
                    </a:cxn>
                    <a:cxn ang="T119">
                      <a:pos x="T74" y="T75"/>
                    </a:cxn>
                    <a:cxn ang="T120">
                      <a:pos x="T76" y="T77"/>
                    </a:cxn>
                    <a:cxn ang="T121">
                      <a:pos x="T78" y="T79"/>
                    </a:cxn>
                    <a:cxn ang="T122">
                      <a:pos x="T80" y="T81"/>
                    </a:cxn>
                  </a:cxnLst>
                  <a:rect l="T123" t="T124" r="T125" b="T126"/>
                  <a:pathLst>
                    <a:path w="717" h="756">
                      <a:moveTo>
                        <a:pt x="0" y="756"/>
                      </a:moveTo>
                      <a:lnTo>
                        <a:pt x="52" y="167"/>
                      </a:lnTo>
                      <a:lnTo>
                        <a:pt x="64" y="384"/>
                      </a:lnTo>
                      <a:lnTo>
                        <a:pt x="90" y="103"/>
                      </a:lnTo>
                      <a:lnTo>
                        <a:pt x="116" y="519"/>
                      </a:lnTo>
                      <a:lnTo>
                        <a:pt x="135" y="487"/>
                      </a:lnTo>
                      <a:lnTo>
                        <a:pt x="135" y="359"/>
                      </a:lnTo>
                      <a:lnTo>
                        <a:pt x="167" y="71"/>
                      </a:lnTo>
                      <a:lnTo>
                        <a:pt x="192" y="244"/>
                      </a:lnTo>
                      <a:lnTo>
                        <a:pt x="205" y="96"/>
                      </a:lnTo>
                      <a:lnTo>
                        <a:pt x="218" y="615"/>
                      </a:lnTo>
                      <a:lnTo>
                        <a:pt x="244" y="397"/>
                      </a:lnTo>
                      <a:lnTo>
                        <a:pt x="282" y="519"/>
                      </a:lnTo>
                      <a:lnTo>
                        <a:pt x="308" y="308"/>
                      </a:lnTo>
                      <a:lnTo>
                        <a:pt x="333" y="442"/>
                      </a:lnTo>
                      <a:lnTo>
                        <a:pt x="346" y="352"/>
                      </a:lnTo>
                      <a:lnTo>
                        <a:pt x="365" y="384"/>
                      </a:lnTo>
                      <a:lnTo>
                        <a:pt x="378" y="135"/>
                      </a:lnTo>
                      <a:lnTo>
                        <a:pt x="391" y="301"/>
                      </a:lnTo>
                      <a:lnTo>
                        <a:pt x="384" y="519"/>
                      </a:lnTo>
                      <a:lnTo>
                        <a:pt x="404" y="679"/>
                      </a:lnTo>
                      <a:lnTo>
                        <a:pt x="429" y="628"/>
                      </a:lnTo>
                      <a:lnTo>
                        <a:pt x="442" y="480"/>
                      </a:lnTo>
                      <a:lnTo>
                        <a:pt x="455" y="391"/>
                      </a:lnTo>
                      <a:lnTo>
                        <a:pt x="436" y="506"/>
                      </a:lnTo>
                      <a:lnTo>
                        <a:pt x="461" y="352"/>
                      </a:lnTo>
                      <a:lnTo>
                        <a:pt x="474" y="455"/>
                      </a:lnTo>
                      <a:lnTo>
                        <a:pt x="493" y="519"/>
                      </a:lnTo>
                      <a:lnTo>
                        <a:pt x="512" y="410"/>
                      </a:lnTo>
                      <a:lnTo>
                        <a:pt x="532" y="186"/>
                      </a:lnTo>
                      <a:lnTo>
                        <a:pt x="544" y="231"/>
                      </a:lnTo>
                      <a:lnTo>
                        <a:pt x="570" y="148"/>
                      </a:lnTo>
                      <a:lnTo>
                        <a:pt x="576" y="301"/>
                      </a:lnTo>
                      <a:lnTo>
                        <a:pt x="576" y="730"/>
                      </a:lnTo>
                      <a:lnTo>
                        <a:pt x="647" y="0"/>
                      </a:lnTo>
                      <a:lnTo>
                        <a:pt x="647" y="250"/>
                      </a:lnTo>
                      <a:lnTo>
                        <a:pt x="660" y="333"/>
                      </a:lnTo>
                      <a:lnTo>
                        <a:pt x="685" y="192"/>
                      </a:lnTo>
                      <a:lnTo>
                        <a:pt x="711" y="340"/>
                      </a:lnTo>
                      <a:lnTo>
                        <a:pt x="698" y="429"/>
                      </a:lnTo>
                      <a:lnTo>
                        <a:pt x="717" y="461"/>
                      </a:lnTo>
                    </a:path>
                  </a:pathLst>
                </a:custGeom>
                <a:noFill/>
                <a:ln w="9525">
                  <a:solidFill>
                    <a:srgbClr val="FF0000"/>
                  </a:solidFill>
                  <a:round/>
                  <a:headEnd/>
                  <a:tailEnd/>
                </a:ln>
              </p:spPr>
              <p:txBody>
                <a:bodyPr/>
                <a:lstStyle/>
                <a:p>
                  <a:endParaRPr lang="en-GB" sz="1600"/>
                </a:p>
              </p:txBody>
            </p:sp>
            <p:sp>
              <p:nvSpPr>
                <p:cNvPr id="14525" name="Freeform 245"/>
                <p:cNvSpPr>
                  <a:spLocks/>
                </p:cNvSpPr>
                <p:nvPr/>
              </p:nvSpPr>
              <p:spPr bwMode="auto">
                <a:xfrm flipV="1">
                  <a:off x="4385" y="1138"/>
                  <a:ext cx="313" cy="756"/>
                </a:xfrm>
                <a:custGeom>
                  <a:avLst/>
                  <a:gdLst>
                    <a:gd name="T0" fmla="*/ 0 w 717"/>
                    <a:gd name="T1" fmla="*/ 756 h 756"/>
                    <a:gd name="T2" fmla="*/ 4 w 717"/>
                    <a:gd name="T3" fmla="*/ 167 h 756"/>
                    <a:gd name="T4" fmla="*/ 5 w 717"/>
                    <a:gd name="T5" fmla="*/ 384 h 756"/>
                    <a:gd name="T6" fmla="*/ 7 w 717"/>
                    <a:gd name="T7" fmla="*/ 103 h 756"/>
                    <a:gd name="T8" fmla="*/ 10 w 717"/>
                    <a:gd name="T9" fmla="*/ 519 h 756"/>
                    <a:gd name="T10" fmla="*/ 11 w 717"/>
                    <a:gd name="T11" fmla="*/ 487 h 756"/>
                    <a:gd name="T12" fmla="*/ 11 w 717"/>
                    <a:gd name="T13" fmla="*/ 359 h 756"/>
                    <a:gd name="T14" fmla="*/ 14 w 717"/>
                    <a:gd name="T15" fmla="*/ 71 h 756"/>
                    <a:gd name="T16" fmla="*/ 16 w 717"/>
                    <a:gd name="T17" fmla="*/ 244 h 756"/>
                    <a:gd name="T18" fmla="*/ 17 w 717"/>
                    <a:gd name="T19" fmla="*/ 96 h 756"/>
                    <a:gd name="T20" fmla="*/ 18 w 717"/>
                    <a:gd name="T21" fmla="*/ 615 h 756"/>
                    <a:gd name="T22" fmla="*/ 21 w 717"/>
                    <a:gd name="T23" fmla="*/ 397 h 756"/>
                    <a:gd name="T24" fmla="*/ 24 w 717"/>
                    <a:gd name="T25" fmla="*/ 519 h 756"/>
                    <a:gd name="T26" fmla="*/ 25 w 717"/>
                    <a:gd name="T27" fmla="*/ 308 h 756"/>
                    <a:gd name="T28" fmla="*/ 28 w 717"/>
                    <a:gd name="T29" fmla="*/ 442 h 756"/>
                    <a:gd name="T30" fmla="*/ 29 w 717"/>
                    <a:gd name="T31" fmla="*/ 352 h 756"/>
                    <a:gd name="T32" fmla="*/ 30 w 717"/>
                    <a:gd name="T33" fmla="*/ 384 h 756"/>
                    <a:gd name="T34" fmla="*/ 31 w 717"/>
                    <a:gd name="T35" fmla="*/ 135 h 756"/>
                    <a:gd name="T36" fmla="*/ 33 w 717"/>
                    <a:gd name="T37" fmla="*/ 301 h 756"/>
                    <a:gd name="T38" fmla="*/ 32 w 717"/>
                    <a:gd name="T39" fmla="*/ 519 h 756"/>
                    <a:gd name="T40" fmla="*/ 34 w 717"/>
                    <a:gd name="T41" fmla="*/ 679 h 756"/>
                    <a:gd name="T42" fmla="*/ 36 w 717"/>
                    <a:gd name="T43" fmla="*/ 628 h 756"/>
                    <a:gd name="T44" fmla="*/ 37 w 717"/>
                    <a:gd name="T45" fmla="*/ 480 h 756"/>
                    <a:gd name="T46" fmla="*/ 38 w 717"/>
                    <a:gd name="T47" fmla="*/ 391 h 756"/>
                    <a:gd name="T48" fmla="*/ 36 w 717"/>
                    <a:gd name="T49" fmla="*/ 506 h 756"/>
                    <a:gd name="T50" fmla="*/ 38 w 717"/>
                    <a:gd name="T51" fmla="*/ 352 h 756"/>
                    <a:gd name="T52" fmla="*/ 39 w 717"/>
                    <a:gd name="T53" fmla="*/ 455 h 756"/>
                    <a:gd name="T54" fmla="*/ 41 w 717"/>
                    <a:gd name="T55" fmla="*/ 519 h 756"/>
                    <a:gd name="T56" fmla="*/ 43 w 717"/>
                    <a:gd name="T57" fmla="*/ 410 h 756"/>
                    <a:gd name="T58" fmla="*/ 44 w 717"/>
                    <a:gd name="T59" fmla="*/ 186 h 756"/>
                    <a:gd name="T60" fmla="*/ 45 w 717"/>
                    <a:gd name="T61" fmla="*/ 231 h 756"/>
                    <a:gd name="T62" fmla="*/ 48 w 717"/>
                    <a:gd name="T63" fmla="*/ 148 h 756"/>
                    <a:gd name="T64" fmla="*/ 48 w 717"/>
                    <a:gd name="T65" fmla="*/ 301 h 756"/>
                    <a:gd name="T66" fmla="*/ 48 w 717"/>
                    <a:gd name="T67" fmla="*/ 730 h 756"/>
                    <a:gd name="T68" fmla="*/ 54 w 717"/>
                    <a:gd name="T69" fmla="*/ 0 h 756"/>
                    <a:gd name="T70" fmla="*/ 54 w 717"/>
                    <a:gd name="T71" fmla="*/ 250 h 756"/>
                    <a:gd name="T72" fmla="*/ 55 w 717"/>
                    <a:gd name="T73" fmla="*/ 333 h 756"/>
                    <a:gd name="T74" fmla="*/ 57 w 717"/>
                    <a:gd name="T75" fmla="*/ 192 h 756"/>
                    <a:gd name="T76" fmla="*/ 59 w 717"/>
                    <a:gd name="T77" fmla="*/ 340 h 756"/>
                    <a:gd name="T78" fmla="*/ 58 w 717"/>
                    <a:gd name="T79" fmla="*/ 429 h 756"/>
                    <a:gd name="T80" fmla="*/ 60 w 717"/>
                    <a:gd name="T81" fmla="*/ 461 h 756"/>
                    <a:gd name="T82" fmla="*/ 0 60000 65536"/>
                    <a:gd name="T83" fmla="*/ 0 60000 65536"/>
                    <a:gd name="T84" fmla="*/ 0 60000 65536"/>
                    <a:gd name="T85" fmla="*/ 0 60000 65536"/>
                    <a:gd name="T86" fmla="*/ 0 60000 65536"/>
                    <a:gd name="T87" fmla="*/ 0 60000 65536"/>
                    <a:gd name="T88" fmla="*/ 0 60000 65536"/>
                    <a:gd name="T89" fmla="*/ 0 60000 65536"/>
                    <a:gd name="T90" fmla="*/ 0 60000 65536"/>
                    <a:gd name="T91" fmla="*/ 0 60000 65536"/>
                    <a:gd name="T92" fmla="*/ 0 60000 65536"/>
                    <a:gd name="T93" fmla="*/ 0 60000 65536"/>
                    <a:gd name="T94" fmla="*/ 0 60000 65536"/>
                    <a:gd name="T95" fmla="*/ 0 60000 65536"/>
                    <a:gd name="T96" fmla="*/ 0 60000 65536"/>
                    <a:gd name="T97" fmla="*/ 0 60000 65536"/>
                    <a:gd name="T98" fmla="*/ 0 60000 65536"/>
                    <a:gd name="T99" fmla="*/ 0 60000 65536"/>
                    <a:gd name="T100" fmla="*/ 0 60000 65536"/>
                    <a:gd name="T101" fmla="*/ 0 60000 65536"/>
                    <a:gd name="T102" fmla="*/ 0 60000 65536"/>
                    <a:gd name="T103" fmla="*/ 0 60000 65536"/>
                    <a:gd name="T104" fmla="*/ 0 60000 65536"/>
                    <a:gd name="T105" fmla="*/ 0 60000 65536"/>
                    <a:gd name="T106" fmla="*/ 0 60000 65536"/>
                    <a:gd name="T107" fmla="*/ 0 60000 65536"/>
                    <a:gd name="T108" fmla="*/ 0 60000 65536"/>
                    <a:gd name="T109" fmla="*/ 0 60000 65536"/>
                    <a:gd name="T110" fmla="*/ 0 60000 65536"/>
                    <a:gd name="T111" fmla="*/ 0 60000 65536"/>
                    <a:gd name="T112" fmla="*/ 0 60000 65536"/>
                    <a:gd name="T113" fmla="*/ 0 60000 65536"/>
                    <a:gd name="T114" fmla="*/ 0 60000 65536"/>
                    <a:gd name="T115" fmla="*/ 0 60000 65536"/>
                    <a:gd name="T116" fmla="*/ 0 60000 65536"/>
                    <a:gd name="T117" fmla="*/ 0 60000 65536"/>
                    <a:gd name="T118" fmla="*/ 0 60000 65536"/>
                    <a:gd name="T119" fmla="*/ 0 60000 65536"/>
                    <a:gd name="T120" fmla="*/ 0 60000 65536"/>
                    <a:gd name="T121" fmla="*/ 0 60000 65536"/>
                    <a:gd name="T122" fmla="*/ 0 60000 65536"/>
                    <a:gd name="T123" fmla="*/ 0 w 717"/>
                    <a:gd name="T124" fmla="*/ 0 h 756"/>
                    <a:gd name="T125" fmla="*/ 717 w 717"/>
                    <a:gd name="T126" fmla="*/ 756 h 756"/>
                  </a:gdLst>
                  <a:ahLst/>
                  <a:cxnLst>
                    <a:cxn ang="T82">
                      <a:pos x="T0" y="T1"/>
                    </a:cxn>
                    <a:cxn ang="T83">
                      <a:pos x="T2" y="T3"/>
                    </a:cxn>
                    <a:cxn ang="T84">
                      <a:pos x="T4" y="T5"/>
                    </a:cxn>
                    <a:cxn ang="T85">
                      <a:pos x="T6" y="T7"/>
                    </a:cxn>
                    <a:cxn ang="T86">
                      <a:pos x="T8" y="T9"/>
                    </a:cxn>
                    <a:cxn ang="T87">
                      <a:pos x="T10" y="T11"/>
                    </a:cxn>
                    <a:cxn ang="T88">
                      <a:pos x="T12" y="T13"/>
                    </a:cxn>
                    <a:cxn ang="T89">
                      <a:pos x="T14" y="T15"/>
                    </a:cxn>
                    <a:cxn ang="T90">
                      <a:pos x="T16" y="T17"/>
                    </a:cxn>
                    <a:cxn ang="T91">
                      <a:pos x="T18" y="T19"/>
                    </a:cxn>
                    <a:cxn ang="T92">
                      <a:pos x="T20" y="T21"/>
                    </a:cxn>
                    <a:cxn ang="T93">
                      <a:pos x="T22" y="T23"/>
                    </a:cxn>
                    <a:cxn ang="T94">
                      <a:pos x="T24" y="T25"/>
                    </a:cxn>
                    <a:cxn ang="T95">
                      <a:pos x="T26" y="T27"/>
                    </a:cxn>
                    <a:cxn ang="T96">
                      <a:pos x="T28" y="T29"/>
                    </a:cxn>
                    <a:cxn ang="T97">
                      <a:pos x="T30" y="T31"/>
                    </a:cxn>
                    <a:cxn ang="T98">
                      <a:pos x="T32" y="T33"/>
                    </a:cxn>
                    <a:cxn ang="T99">
                      <a:pos x="T34" y="T35"/>
                    </a:cxn>
                    <a:cxn ang="T100">
                      <a:pos x="T36" y="T37"/>
                    </a:cxn>
                    <a:cxn ang="T101">
                      <a:pos x="T38" y="T39"/>
                    </a:cxn>
                    <a:cxn ang="T102">
                      <a:pos x="T40" y="T41"/>
                    </a:cxn>
                    <a:cxn ang="T103">
                      <a:pos x="T42" y="T43"/>
                    </a:cxn>
                    <a:cxn ang="T104">
                      <a:pos x="T44" y="T45"/>
                    </a:cxn>
                    <a:cxn ang="T105">
                      <a:pos x="T46" y="T47"/>
                    </a:cxn>
                    <a:cxn ang="T106">
                      <a:pos x="T48" y="T49"/>
                    </a:cxn>
                    <a:cxn ang="T107">
                      <a:pos x="T50" y="T51"/>
                    </a:cxn>
                    <a:cxn ang="T108">
                      <a:pos x="T52" y="T53"/>
                    </a:cxn>
                    <a:cxn ang="T109">
                      <a:pos x="T54" y="T55"/>
                    </a:cxn>
                    <a:cxn ang="T110">
                      <a:pos x="T56" y="T57"/>
                    </a:cxn>
                    <a:cxn ang="T111">
                      <a:pos x="T58" y="T59"/>
                    </a:cxn>
                    <a:cxn ang="T112">
                      <a:pos x="T60" y="T61"/>
                    </a:cxn>
                    <a:cxn ang="T113">
                      <a:pos x="T62" y="T63"/>
                    </a:cxn>
                    <a:cxn ang="T114">
                      <a:pos x="T64" y="T65"/>
                    </a:cxn>
                    <a:cxn ang="T115">
                      <a:pos x="T66" y="T67"/>
                    </a:cxn>
                    <a:cxn ang="T116">
                      <a:pos x="T68" y="T69"/>
                    </a:cxn>
                    <a:cxn ang="T117">
                      <a:pos x="T70" y="T71"/>
                    </a:cxn>
                    <a:cxn ang="T118">
                      <a:pos x="T72" y="T73"/>
                    </a:cxn>
                    <a:cxn ang="T119">
                      <a:pos x="T74" y="T75"/>
                    </a:cxn>
                    <a:cxn ang="T120">
                      <a:pos x="T76" y="T77"/>
                    </a:cxn>
                    <a:cxn ang="T121">
                      <a:pos x="T78" y="T79"/>
                    </a:cxn>
                    <a:cxn ang="T122">
                      <a:pos x="T80" y="T81"/>
                    </a:cxn>
                  </a:cxnLst>
                  <a:rect l="T123" t="T124" r="T125" b="T126"/>
                  <a:pathLst>
                    <a:path w="717" h="756">
                      <a:moveTo>
                        <a:pt x="0" y="756"/>
                      </a:moveTo>
                      <a:lnTo>
                        <a:pt x="52" y="167"/>
                      </a:lnTo>
                      <a:lnTo>
                        <a:pt x="64" y="384"/>
                      </a:lnTo>
                      <a:lnTo>
                        <a:pt x="90" y="103"/>
                      </a:lnTo>
                      <a:lnTo>
                        <a:pt x="116" y="519"/>
                      </a:lnTo>
                      <a:lnTo>
                        <a:pt x="135" y="487"/>
                      </a:lnTo>
                      <a:lnTo>
                        <a:pt x="135" y="359"/>
                      </a:lnTo>
                      <a:lnTo>
                        <a:pt x="167" y="71"/>
                      </a:lnTo>
                      <a:lnTo>
                        <a:pt x="192" y="244"/>
                      </a:lnTo>
                      <a:lnTo>
                        <a:pt x="205" y="96"/>
                      </a:lnTo>
                      <a:lnTo>
                        <a:pt x="218" y="615"/>
                      </a:lnTo>
                      <a:lnTo>
                        <a:pt x="244" y="397"/>
                      </a:lnTo>
                      <a:lnTo>
                        <a:pt x="282" y="519"/>
                      </a:lnTo>
                      <a:lnTo>
                        <a:pt x="308" y="308"/>
                      </a:lnTo>
                      <a:lnTo>
                        <a:pt x="333" y="442"/>
                      </a:lnTo>
                      <a:lnTo>
                        <a:pt x="346" y="352"/>
                      </a:lnTo>
                      <a:lnTo>
                        <a:pt x="365" y="384"/>
                      </a:lnTo>
                      <a:lnTo>
                        <a:pt x="378" y="135"/>
                      </a:lnTo>
                      <a:lnTo>
                        <a:pt x="391" y="301"/>
                      </a:lnTo>
                      <a:lnTo>
                        <a:pt x="384" y="519"/>
                      </a:lnTo>
                      <a:lnTo>
                        <a:pt x="404" y="679"/>
                      </a:lnTo>
                      <a:lnTo>
                        <a:pt x="429" y="628"/>
                      </a:lnTo>
                      <a:lnTo>
                        <a:pt x="442" y="480"/>
                      </a:lnTo>
                      <a:lnTo>
                        <a:pt x="455" y="391"/>
                      </a:lnTo>
                      <a:lnTo>
                        <a:pt x="436" y="506"/>
                      </a:lnTo>
                      <a:lnTo>
                        <a:pt x="461" y="352"/>
                      </a:lnTo>
                      <a:lnTo>
                        <a:pt x="474" y="455"/>
                      </a:lnTo>
                      <a:lnTo>
                        <a:pt x="493" y="519"/>
                      </a:lnTo>
                      <a:lnTo>
                        <a:pt x="512" y="410"/>
                      </a:lnTo>
                      <a:lnTo>
                        <a:pt x="532" y="186"/>
                      </a:lnTo>
                      <a:lnTo>
                        <a:pt x="544" y="231"/>
                      </a:lnTo>
                      <a:lnTo>
                        <a:pt x="570" y="148"/>
                      </a:lnTo>
                      <a:lnTo>
                        <a:pt x="576" y="301"/>
                      </a:lnTo>
                      <a:lnTo>
                        <a:pt x="576" y="730"/>
                      </a:lnTo>
                      <a:lnTo>
                        <a:pt x="647" y="0"/>
                      </a:lnTo>
                      <a:lnTo>
                        <a:pt x="647" y="250"/>
                      </a:lnTo>
                      <a:lnTo>
                        <a:pt x="660" y="333"/>
                      </a:lnTo>
                      <a:lnTo>
                        <a:pt x="685" y="192"/>
                      </a:lnTo>
                      <a:lnTo>
                        <a:pt x="711" y="340"/>
                      </a:lnTo>
                      <a:lnTo>
                        <a:pt x="698" y="429"/>
                      </a:lnTo>
                      <a:lnTo>
                        <a:pt x="717" y="461"/>
                      </a:lnTo>
                    </a:path>
                  </a:pathLst>
                </a:custGeom>
                <a:noFill/>
                <a:ln w="9525">
                  <a:solidFill>
                    <a:srgbClr val="FF0000"/>
                  </a:solidFill>
                  <a:round/>
                  <a:headEnd/>
                  <a:tailEnd/>
                </a:ln>
              </p:spPr>
              <p:txBody>
                <a:bodyPr/>
                <a:lstStyle/>
                <a:p>
                  <a:endParaRPr lang="en-GB" sz="1600"/>
                </a:p>
              </p:txBody>
            </p:sp>
            <p:sp>
              <p:nvSpPr>
                <p:cNvPr id="14526" name="Freeform 246"/>
                <p:cNvSpPr>
                  <a:spLocks/>
                </p:cNvSpPr>
                <p:nvPr/>
              </p:nvSpPr>
              <p:spPr bwMode="auto">
                <a:xfrm flipH="1">
                  <a:off x="4698" y="1100"/>
                  <a:ext cx="313" cy="756"/>
                </a:xfrm>
                <a:custGeom>
                  <a:avLst/>
                  <a:gdLst>
                    <a:gd name="T0" fmla="*/ 0 w 717"/>
                    <a:gd name="T1" fmla="*/ 756 h 756"/>
                    <a:gd name="T2" fmla="*/ 4 w 717"/>
                    <a:gd name="T3" fmla="*/ 167 h 756"/>
                    <a:gd name="T4" fmla="*/ 5 w 717"/>
                    <a:gd name="T5" fmla="*/ 384 h 756"/>
                    <a:gd name="T6" fmla="*/ 7 w 717"/>
                    <a:gd name="T7" fmla="*/ 103 h 756"/>
                    <a:gd name="T8" fmla="*/ 10 w 717"/>
                    <a:gd name="T9" fmla="*/ 519 h 756"/>
                    <a:gd name="T10" fmla="*/ 11 w 717"/>
                    <a:gd name="T11" fmla="*/ 487 h 756"/>
                    <a:gd name="T12" fmla="*/ 11 w 717"/>
                    <a:gd name="T13" fmla="*/ 359 h 756"/>
                    <a:gd name="T14" fmla="*/ 14 w 717"/>
                    <a:gd name="T15" fmla="*/ 71 h 756"/>
                    <a:gd name="T16" fmla="*/ 16 w 717"/>
                    <a:gd name="T17" fmla="*/ 244 h 756"/>
                    <a:gd name="T18" fmla="*/ 17 w 717"/>
                    <a:gd name="T19" fmla="*/ 96 h 756"/>
                    <a:gd name="T20" fmla="*/ 18 w 717"/>
                    <a:gd name="T21" fmla="*/ 615 h 756"/>
                    <a:gd name="T22" fmla="*/ 21 w 717"/>
                    <a:gd name="T23" fmla="*/ 397 h 756"/>
                    <a:gd name="T24" fmla="*/ 24 w 717"/>
                    <a:gd name="T25" fmla="*/ 519 h 756"/>
                    <a:gd name="T26" fmla="*/ 25 w 717"/>
                    <a:gd name="T27" fmla="*/ 308 h 756"/>
                    <a:gd name="T28" fmla="*/ 28 w 717"/>
                    <a:gd name="T29" fmla="*/ 442 h 756"/>
                    <a:gd name="T30" fmla="*/ 29 w 717"/>
                    <a:gd name="T31" fmla="*/ 352 h 756"/>
                    <a:gd name="T32" fmla="*/ 30 w 717"/>
                    <a:gd name="T33" fmla="*/ 384 h 756"/>
                    <a:gd name="T34" fmla="*/ 31 w 717"/>
                    <a:gd name="T35" fmla="*/ 135 h 756"/>
                    <a:gd name="T36" fmla="*/ 33 w 717"/>
                    <a:gd name="T37" fmla="*/ 301 h 756"/>
                    <a:gd name="T38" fmla="*/ 32 w 717"/>
                    <a:gd name="T39" fmla="*/ 519 h 756"/>
                    <a:gd name="T40" fmla="*/ 34 w 717"/>
                    <a:gd name="T41" fmla="*/ 679 h 756"/>
                    <a:gd name="T42" fmla="*/ 36 w 717"/>
                    <a:gd name="T43" fmla="*/ 628 h 756"/>
                    <a:gd name="T44" fmla="*/ 37 w 717"/>
                    <a:gd name="T45" fmla="*/ 480 h 756"/>
                    <a:gd name="T46" fmla="*/ 38 w 717"/>
                    <a:gd name="T47" fmla="*/ 391 h 756"/>
                    <a:gd name="T48" fmla="*/ 36 w 717"/>
                    <a:gd name="T49" fmla="*/ 506 h 756"/>
                    <a:gd name="T50" fmla="*/ 38 w 717"/>
                    <a:gd name="T51" fmla="*/ 352 h 756"/>
                    <a:gd name="T52" fmla="*/ 39 w 717"/>
                    <a:gd name="T53" fmla="*/ 455 h 756"/>
                    <a:gd name="T54" fmla="*/ 41 w 717"/>
                    <a:gd name="T55" fmla="*/ 519 h 756"/>
                    <a:gd name="T56" fmla="*/ 43 w 717"/>
                    <a:gd name="T57" fmla="*/ 410 h 756"/>
                    <a:gd name="T58" fmla="*/ 44 w 717"/>
                    <a:gd name="T59" fmla="*/ 186 h 756"/>
                    <a:gd name="T60" fmla="*/ 45 w 717"/>
                    <a:gd name="T61" fmla="*/ 231 h 756"/>
                    <a:gd name="T62" fmla="*/ 48 w 717"/>
                    <a:gd name="T63" fmla="*/ 148 h 756"/>
                    <a:gd name="T64" fmla="*/ 48 w 717"/>
                    <a:gd name="T65" fmla="*/ 301 h 756"/>
                    <a:gd name="T66" fmla="*/ 48 w 717"/>
                    <a:gd name="T67" fmla="*/ 730 h 756"/>
                    <a:gd name="T68" fmla="*/ 54 w 717"/>
                    <a:gd name="T69" fmla="*/ 0 h 756"/>
                    <a:gd name="T70" fmla="*/ 54 w 717"/>
                    <a:gd name="T71" fmla="*/ 250 h 756"/>
                    <a:gd name="T72" fmla="*/ 55 w 717"/>
                    <a:gd name="T73" fmla="*/ 333 h 756"/>
                    <a:gd name="T74" fmla="*/ 57 w 717"/>
                    <a:gd name="T75" fmla="*/ 192 h 756"/>
                    <a:gd name="T76" fmla="*/ 59 w 717"/>
                    <a:gd name="T77" fmla="*/ 340 h 756"/>
                    <a:gd name="T78" fmla="*/ 58 w 717"/>
                    <a:gd name="T79" fmla="*/ 429 h 756"/>
                    <a:gd name="T80" fmla="*/ 60 w 717"/>
                    <a:gd name="T81" fmla="*/ 461 h 756"/>
                    <a:gd name="T82" fmla="*/ 0 60000 65536"/>
                    <a:gd name="T83" fmla="*/ 0 60000 65536"/>
                    <a:gd name="T84" fmla="*/ 0 60000 65536"/>
                    <a:gd name="T85" fmla="*/ 0 60000 65536"/>
                    <a:gd name="T86" fmla="*/ 0 60000 65536"/>
                    <a:gd name="T87" fmla="*/ 0 60000 65536"/>
                    <a:gd name="T88" fmla="*/ 0 60000 65536"/>
                    <a:gd name="T89" fmla="*/ 0 60000 65536"/>
                    <a:gd name="T90" fmla="*/ 0 60000 65536"/>
                    <a:gd name="T91" fmla="*/ 0 60000 65536"/>
                    <a:gd name="T92" fmla="*/ 0 60000 65536"/>
                    <a:gd name="T93" fmla="*/ 0 60000 65536"/>
                    <a:gd name="T94" fmla="*/ 0 60000 65536"/>
                    <a:gd name="T95" fmla="*/ 0 60000 65536"/>
                    <a:gd name="T96" fmla="*/ 0 60000 65536"/>
                    <a:gd name="T97" fmla="*/ 0 60000 65536"/>
                    <a:gd name="T98" fmla="*/ 0 60000 65536"/>
                    <a:gd name="T99" fmla="*/ 0 60000 65536"/>
                    <a:gd name="T100" fmla="*/ 0 60000 65536"/>
                    <a:gd name="T101" fmla="*/ 0 60000 65536"/>
                    <a:gd name="T102" fmla="*/ 0 60000 65536"/>
                    <a:gd name="T103" fmla="*/ 0 60000 65536"/>
                    <a:gd name="T104" fmla="*/ 0 60000 65536"/>
                    <a:gd name="T105" fmla="*/ 0 60000 65536"/>
                    <a:gd name="T106" fmla="*/ 0 60000 65536"/>
                    <a:gd name="T107" fmla="*/ 0 60000 65536"/>
                    <a:gd name="T108" fmla="*/ 0 60000 65536"/>
                    <a:gd name="T109" fmla="*/ 0 60000 65536"/>
                    <a:gd name="T110" fmla="*/ 0 60000 65536"/>
                    <a:gd name="T111" fmla="*/ 0 60000 65536"/>
                    <a:gd name="T112" fmla="*/ 0 60000 65536"/>
                    <a:gd name="T113" fmla="*/ 0 60000 65536"/>
                    <a:gd name="T114" fmla="*/ 0 60000 65536"/>
                    <a:gd name="T115" fmla="*/ 0 60000 65536"/>
                    <a:gd name="T116" fmla="*/ 0 60000 65536"/>
                    <a:gd name="T117" fmla="*/ 0 60000 65536"/>
                    <a:gd name="T118" fmla="*/ 0 60000 65536"/>
                    <a:gd name="T119" fmla="*/ 0 60000 65536"/>
                    <a:gd name="T120" fmla="*/ 0 60000 65536"/>
                    <a:gd name="T121" fmla="*/ 0 60000 65536"/>
                    <a:gd name="T122" fmla="*/ 0 60000 65536"/>
                    <a:gd name="T123" fmla="*/ 0 w 717"/>
                    <a:gd name="T124" fmla="*/ 0 h 756"/>
                    <a:gd name="T125" fmla="*/ 717 w 717"/>
                    <a:gd name="T126" fmla="*/ 756 h 756"/>
                  </a:gdLst>
                  <a:ahLst/>
                  <a:cxnLst>
                    <a:cxn ang="T82">
                      <a:pos x="T0" y="T1"/>
                    </a:cxn>
                    <a:cxn ang="T83">
                      <a:pos x="T2" y="T3"/>
                    </a:cxn>
                    <a:cxn ang="T84">
                      <a:pos x="T4" y="T5"/>
                    </a:cxn>
                    <a:cxn ang="T85">
                      <a:pos x="T6" y="T7"/>
                    </a:cxn>
                    <a:cxn ang="T86">
                      <a:pos x="T8" y="T9"/>
                    </a:cxn>
                    <a:cxn ang="T87">
                      <a:pos x="T10" y="T11"/>
                    </a:cxn>
                    <a:cxn ang="T88">
                      <a:pos x="T12" y="T13"/>
                    </a:cxn>
                    <a:cxn ang="T89">
                      <a:pos x="T14" y="T15"/>
                    </a:cxn>
                    <a:cxn ang="T90">
                      <a:pos x="T16" y="T17"/>
                    </a:cxn>
                    <a:cxn ang="T91">
                      <a:pos x="T18" y="T19"/>
                    </a:cxn>
                    <a:cxn ang="T92">
                      <a:pos x="T20" y="T21"/>
                    </a:cxn>
                    <a:cxn ang="T93">
                      <a:pos x="T22" y="T23"/>
                    </a:cxn>
                    <a:cxn ang="T94">
                      <a:pos x="T24" y="T25"/>
                    </a:cxn>
                    <a:cxn ang="T95">
                      <a:pos x="T26" y="T27"/>
                    </a:cxn>
                    <a:cxn ang="T96">
                      <a:pos x="T28" y="T29"/>
                    </a:cxn>
                    <a:cxn ang="T97">
                      <a:pos x="T30" y="T31"/>
                    </a:cxn>
                    <a:cxn ang="T98">
                      <a:pos x="T32" y="T33"/>
                    </a:cxn>
                    <a:cxn ang="T99">
                      <a:pos x="T34" y="T35"/>
                    </a:cxn>
                    <a:cxn ang="T100">
                      <a:pos x="T36" y="T37"/>
                    </a:cxn>
                    <a:cxn ang="T101">
                      <a:pos x="T38" y="T39"/>
                    </a:cxn>
                    <a:cxn ang="T102">
                      <a:pos x="T40" y="T41"/>
                    </a:cxn>
                    <a:cxn ang="T103">
                      <a:pos x="T42" y="T43"/>
                    </a:cxn>
                    <a:cxn ang="T104">
                      <a:pos x="T44" y="T45"/>
                    </a:cxn>
                    <a:cxn ang="T105">
                      <a:pos x="T46" y="T47"/>
                    </a:cxn>
                    <a:cxn ang="T106">
                      <a:pos x="T48" y="T49"/>
                    </a:cxn>
                    <a:cxn ang="T107">
                      <a:pos x="T50" y="T51"/>
                    </a:cxn>
                    <a:cxn ang="T108">
                      <a:pos x="T52" y="T53"/>
                    </a:cxn>
                    <a:cxn ang="T109">
                      <a:pos x="T54" y="T55"/>
                    </a:cxn>
                    <a:cxn ang="T110">
                      <a:pos x="T56" y="T57"/>
                    </a:cxn>
                    <a:cxn ang="T111">
                      <a:pos x="T58" y="T59"/>
                    </a:cxn>
                    <a:cxn ang="T112">
                      <a:pos x="T60" y="T61"/>
                    </a:cxn>
                    <a:cxn ang="T113">
                      <a:pos x="T62" y="T63"/>
                    </a:cxn>
                    <a:cxn ang="T114">
                      <a:pos x="T64" y="T65"/>
                    </a:cxn>
                    <a:cxn ang="T115">
                      <a:pos x="T66" y="T67"/>
                    </a:cxn>
                    <a:cxn ang="T116">
                      <a:pos x="T68" y="T69"/>
                    </a:cxn>
                    <a:cxn ang="T117">
                      <a:pos x="T70" y="T71"/>
                    </a:cxn>
                    <a:cxn ang="T118">
                      <a:pos x="T72" y="T73"/>
                    </a:cxn>
                    <a:cxn ang="T119">
                      <a:pos x="T74" y="T75"/>
                    </a:cxn>
                    <a:cxn ang="T120">
                      <a:pos x="T76" y="T77"/>
                    </a:cxn>
                    <a:cxn ang="T121">
                      <a:pos x="T78" y="T79"/>
                    </a:cxn>
                    <a:cxn ang="T122">
                      <a:pos x="T80" y="T81"/>
                    </a:cxn>
                  </a:cxnLst>
                  <a:rect l="T123" t="T124" r="T125" b="T126"/>
                  <a:pathLst>
                    <a:path w="717" h="756">
                      <a:moveTo>
                        <a:pt x="0" y="756"/>
                      </a:moveTo>
                      <a:lnTo>
                        <a:pt x="52" y="167"/>
                      </a:lnTo>
                      <a:lnTo>
                        <a:pt x="64" y="384"/>
                      </a:lnTo>
                      <a:lnTo>
                        <a:pt x="90" y="103"/>
                      </a:lnTo>
                      <a:lnTo>
                        <a:pt x="116" y="519"/>
                      </a:lnTo>
                      <a:lnTo>
                        <a:pt x="135" y="487"/>
                      </a:lnTo>
                      <a:lnTo>
                        <a:pt x="135" y="359"/>
                      </a:lnTo>
                      <a:lnTo>
                        <a:pt x="167" y="71"/>
                      </a:lnTo>
                      <a:lnTo>
                        <a:pt x="192" y="244"/>
                      </a:lnTo>
                      <a:lnTo>
                        <a:pt x="205" y="96"/>
                      </a:lnTo>
                      <a:lnTo>
                        <a:pt x="218" y="615"/>
                      </a:lnTo>
                      <a:lnTo>
                        <a:pt x="244" y="397"/>
                      </a:lnTo>
                      <a:lnTo>
                        <a:pt x="282" y="519"/>
                      </a:lnTo>
                      <a:lnTo>
                        <a:pt x="308" y="308"/>
                      </a:lnTo>
                      <a:lnTo>
                        <a:pt x="333" y="442"/>
                      </a:lnTo>
                      <a:lnTo>
                        <a:pt x="346" y="352"/>
                      </a:lnTo>
                      <a:lnTo>
                        <a:pt x="365" y="384"/>
                      </a:lnTo>
                      <a:lnTo>
                        <a:pt x="378" y="135"/>
                      </a:lnTo>
                      <a:lnTo>
                        <a:pt x="391" y="301"/>
                      </a:lnTo>
                      <a:lnTo>
                        <a:pt x="384" y="519"/>
                      </a:lnTo>
                      <a:lnTo>
                        <a:pt x="404" y="679"/>
                      </a:lnTo>
                      <a:lnTo>
                        <a:pt x="429" y="628"/>
                      </a:lnTo>
                      <a:lnTo>
                        <a:pt x="442" y="480"/>
                      </a:lnTo>
                      <a:lnTo>
                        <a:pt x="455" y="391"/>
                      </a:lnTo>
                      <a:lnTo>
                        <a:pt x="436" y="506"/>
                      </a:lnTo>
                      <a:lnTo>
                        <a:pt x="461" y="352"/>
                      </a:lnTo>
                      <a:lnTo>
                        <a:pt x="474" y="455"/>
                      </a:lnTo>
                      <a:lnTo>
                        <a:pt x="493" y="519"/>
                      </a:lnTo>
                      <a:lnTo>
                        <a:pt x="512" y="410"/>
                      </a:lnTo>
                      <a:lnTo>
                        <a:pt x="532" y="186"/>
                      </a:lnTo>
                      <a:lnTo>
                        <a:pt x="544" y="231"/>
                      </a:lnTo>
                      <a:lnTo>
                        <a:pt x="570" y="148"/>
                      </a:lnTo>
                      <a:lnTo>
                        <a:pt x="576" y="301"/>
                      </a:lnTo>
                      <a:lnTo>
                        <a:pt x="576" y="730"/>
                      </a:lnTo>
                      <a:lnTo>
                        <a:pt x="647" y="0"/>
                      </a:lnTo>
                      <a:lnTo>
                        <a:pt x="647" y="250"/>
                      </a:lnTo>
                      <a:lnTo>
                        <a:pt x="660" y="333"/>
                      </a:lnTo>
                      <a:lnTo>
                        <a:pt x="685" y="192"/>
                      </a:lnTo>
                      <a:lnTo>
                        <a:pt x="711" y="340"/>
                      </a:lnTo>
                      <a:lnTo>
                        <a:pt x="698" y="429"/>
                      </a:lnTo>
                      <a:lnTo>
                        <a:pt x="717" y="461"/>
                      </a:lnTo>
                    </a:path>
                  </a:pathLst>
                </a:custGeom>
                <a:noFill/>
                <a:ln w="9525">
                  <a:solidFill>
                    <a:srgbClr val="FF0000"/>
                  </a:solidFill>
                  <a:round/>
                  <a:headEnd/>
                  <a:tailEnd/>
                </a:ln>
              </p:spPr>
              <p:txBody>
                <a:bodyPr/>
                <a:lstStyle/>
                <a:p>
                  <a:endParaRPr lang="en-GB" sz="1600"/>
                </a:p>
              </p:txBody>
            </p:sp>
          </p:grpSp>
          <p:grpSp>
            <p:nvGrpSpPr>
              <p:cNvPr id="14340" name="Group 247"/>
              <p:cNvGrpSpPr>
                <a:grpSpLocks/>
              </p:cNvGrpSpPr>
              <p:nvPr/>
            </p:nvGrpSpPr>
            <p:grpSpPr bwMode="auto">
              <a:xfrm flipH="1">
                <a:off x="3986" y="1092"/>
                <a:ext cx="590" cy="801"/>
                <a:chOff x="3462" y="1100"/>
                <a:chExt cx="1549" cy="801"/>
              </a:xfrm>
            </p:grpSpPr>
            <p:sp>
              <p:nvSpPr>
                <p:cNvPr id="14517" name="Freeform 248"/>
                <p:cNvSpPr>
                  <a:spLocks/>
                </p:cNvSpPr>
                <p:nvPr/>
              </p:nvSpPr>
              <p:spPr bwMode="auto">
                <a:xfrm>
                  <a:off x="3462" y="1126"/>
                  <a:ext cx="313" cy="756"/>
                </a:xfrm>
                <a:custGeom>
                  <a:avLst/>
                  <a:gdLst>
                    <a:gd name="T0" fmla="*/ 0 w 717"/>
                    <a:gd name="T1" fmla="*/ 756 h 756"/>
                    <a:gd name="T2" fmla="*/ 4 w 717"/>
                    <a:gd name="T3" fmla="*/ 167 h 756"/>
                    <a:gd name="T4" fmla="*/ 5 w 717"/>
                    <a:gd name="T5" fmla="*/ 384 h 756"/>
                    <a:gd name="T6" fmla="*/ 7 w 717"/>
                    <a:gd name="T7" fmla="*/ 103 h 756"/>
                    <a:gd name="T8" fmla="*/ 10 w 717"/>
                    <a:gd name="T9" fmla="*/ 519 h 756"/>
                    <a:gd name="T10" fmla="*/ 11 w 717"/>
                    <a:gd name="T11" fmla="*/ 487 h 756"/>
                    <a:gd name="T12" fmla="*/ 11 w 717"/>
                    <a:gd name="T13" fmla="*/ 359 h 756"/>
                    <a:gd name="T14" fmla="*/ 14 w 717"/>
                    <a:gd name="T15" fmla="*/ 71 h 756"/>
                    <a:gd name="T16" fmla="*/ 16 w 717"/>
                    <a:gd name="T17" fmla="*/ 244 h 756"/>
                    <a:gd name="T18" fmla="*/ 17 w 717"/>
                    <a:gd name="T19" fmla="*/ 96 h 756"/>
                    <a:gd name="T20" fmla="*/ 18 w 717"/>
                    <a:gd name="T21" fmla="*/ 615 h 756"/>
                    <a:gd name="T22" fmla="*/ 21 w 717"/>
                    <a:gd name="T23" fmla="*/ 397 h 756"/>
                    <a:gd name="T24" fmla="*/ 24 w 717"/>
                    <a:gd name="T25" fmla="*/ 519 h 756"/>
                    <a:gd name="T26" fmla="*/ 25 w 717"/>
                    <a:gd name="T27" fmla="*/ 308 h 756"/>
                    <a:gd name="T28" fmla="*/ 28 w 717"/>
                    <a:gd name="T29" fmla="*/ 442 h 756"/>
                    <a:gd name="T30" fmla="*/ 29 w 717"/>
                    <a:gd name="T31" fmla="*/ 352 h 756"/>
                    <a:gd name="T32" fmla="*/ 30 w 717"/>
                    <a:gd name="T33" fmla="*/ 384 h 756"/>
                    <a:gd name="T34" fmla="*/ 31 w 717"/>
                    <a:gd name="T35" fmla="*/ 135 h 756"/>
                    <a:gd name="T36" fmla="*/ 33 w 717"/>
                    <a:gd name="T37" fmla="*/ 301 h 756"/>
                    <a:gd name="T38" fmla="*/ 32 w 717"/>
                    <a:gd name="T39" fmla="*/ 519 h 756"/>
                    <a:gd name="T40" fmla="*/ 34 w 717"/>
                    <a:gd name="T41" fmla="*/ 679 h 756"/>
                    <a:gd name="T42" fmla="*/ 36 w 717"/>
                    <a:gd name="T43" fmla="*/ 628 h 756"/>
                    <a:gd name="T44" fmla="*/ 37 w 717"/>
                    <a:gd name="T45" fmla="*/ 480 h 756"/>
                    <a:gd name="T46" fmla="*/ 38 w 717"/>
                    <a:gd name="T47" fmla="*/ 391 h 756"/>
                    <a:gd name="T48" fmla="*/ 36 w 717"/>
                    <a:gd name="T49" fmla="*/ 506 h 756"/>
                    <a:gd name="T50" fmla="*/ 38 w 717"/>
                    <a:gd name="T51" fmla="*/ 352 h 756"/>
                    <a:gd name="T52" fmla="*/ 39 w 717"/>
                    <a:gd name="T53" fmla="*/ 455 h 756"/>
                    <a:gd name="T54" fmla="*/ 41 w 717"/>
                    <a:gd name="T55" fmla="*/ 519 h 756"/>
                    <a:gd name="T56" fmla="*/ 43 w 717"/>
                    <a:gd name="T57" fmla="*/ 410 h 756"/>
                    <a:gd name="T58" fmla="*/ 44 w 717"/>
                    <a:gd name="T59" fmla="*/ 186 h 756"/>
                    <a:gd name="T60" fmla="*/ 45 w 717"/>
                    <a:gd name="T61" fmla="*/ 231 h 756"/>
                    <a:gd name="T62" fmla="*/ 48 w 717"/>
                    <a:gd name="T63" fmla="*/ 148 h 756"/>
                    <a:gd name="T64" fmla="*/ 48 w 717"/>
                    <a:gd name="T65" fmla="*/ 301 h 756"/>
                    <a:gd name="T66" fmla="*/ 48 w 717"/>
                    <a:gd name="T67" fmla="*/ 730 h 756"/>
                    <a:gd name="T68" fmla="*/ 54 w 717"/>
                    <a:gd name="T69" fmla="*/ 0 h 756"/>
                    <a:gd name="T70" fmla="*/ 54 w 717"/>
                    <a:gd name="T71" fmla="*/ 250 h 756"/>
                    <a:gd name="T72" fmla="*/ 55 w 717"/>
                    <a:gd name="T73" fmla="*/ 333 h 756"/>
                    <a:gd name="T74" fmla="*/ 57 w 717"/>
                    <a:gd name="T75" fmla="*/ 192 h 756"/>
                    <a:gd name="T76" fmla="*/ 59 w 717"/>
                    <a:gd name="T77" fmla="*/ 340 h 756"/>
                    <a:gd name="T78" fmla="*/ 58 w 717"/>
                    <a:gd name="T79" fmla="*/ 429 h 756"/>
                    <a:gd name="T80" fmla="*/ 60 w 717"/>
                    <a:gd name="T81" fmla="*/ 461 h 756"/>
                    <a:gd name="T82" fmla="*/ 0 60000 65536"/>
                    <a:gd name="T83" fmla="*/ 0 60000 65536"/>
                    <a:gd name="T84" fmla="*/ 0 60000 65536"/>
                    <a:gd name="T85" fmla="*/ 0 60000 65536"/>
                    <a:gd name="T86" fmla="*/ 0 60000 65536"/>
                    <a:gd name="T87" fmla="*/ 0 60000 65536"/>
                    <a:gd name="T88" fmla="*/ 0 60000 65536"/>
                    <a:gd name="T89" fmla="*/ 0 60000 65536"/>
                    <a:gd name="T90" fmla="*/ 0 60000 65536"/>
                    <a:gd name="T91" fmla="*/ 0 60000 65536"/>
                    <a:gd name="T92" fmla="*/ 0 60000 65536"/>
                    <a:gd name="T93" fmla="*/ 0 60000 65536"/>
                    <a:gd name="T94" fmla="*/ 0 60000 65536"/>
                    <a:gd name="T95" fmla="*/ 0 60000 65536"/>
                    <a:gd name="T96" fmla="*/ 0 60000 65536"/>
                    <a:gd name="T97" fmla="*/ 0 60000 65536"/>
                    <a:gd name="T98" fmla="*/ 0 60000 65536"/>
                    <a:gd name="T99" fmla="*/ 0 60000 65536"/>
                    <a:gd name="T100" fmla="*/ 0 60000 65536"/>
                    <a:gd name="T101" fmla="*/ 0 60000 65536"/>
                    <a:gd name="T102" fmla="*/ 0 60000 65536"/>
                    <a:gd name="T103" fmla="*/ 0 60000 65536"/>
                    <a:gd name="T104" fmla="*/ 0 60000 65536"/>
                    <a:gd name="T105" fmla="*/ 0 60000 65536"/>
                    <a:gd name="T106" fmla="*/ 0 60000 65536"/>
                    <a:gd name="T107" fmla="*/ 0 60000 65536"/>
                    <a:gd name="T108" fmla="*/ 0 60000 65536"/>
                    <a:gd name="T109" fmla="*/ 0 60000 65536"/>
                    <a:gd name="T110" fmla="*/ 0 60000 65536"/>
                    <a:gd name="T111" fmla="*/ 0 60000 65536"/>
                    <a:gd name="T112" fmla="*/ 0 60000 65536"/>
                    <a:gd name="T113" fmla="*/ 0 60000 65536"/>
                    <a:gd name="T114" fmla="*/ 0 60000 65536"/>
                    <a:gd name="T115" fmla="*/ 0 60000 65536"/>
                    <a:gd name="T116" fmla="*/ 0 60000 65536"/>
                    <a:gd name="T117" fmla="*/ 0 60000 65536"/>
                    <a:gd name="T118" fmla="*/ 0 60000 65536"/>
                    <a:gd name="T119" fmla="*/ 0 60000 65536"/>
                    <a:gd name="T120" fmla="*/ 0 60000 65536"/>
                    <a:gd name="T121" fmla="*/ 0 60000 65536"/>
                    <a:gd name="T122" fmla="*/ 0 60000 65536"/>
                    <a:gd name="T123" fmla="*/ 0 w 717"/>
                    <a:gd name="T124" fmla="*/ 0 h 756"/>
                    <a:gd name="T125" fmla="*/ 717 w 717"/>
                    <a:gd name="T126" fmla="*/ 756 h 756"/>
                  </a:gdLst>
                  <a:ahLst/>
                  <a:cxnLst>
                    <a:cxn ang="T82">
                      <a:pos x="T0" y="T1"/>
                    </a:cxn>
                    <a:cxn ang="T83">
                      <a:pos x="T2" y="T3"/>
                    </a:cxn>
                    <a:cxn ang="T84">
                      <a:pos x="T4" y="T5"/>
                    </a:cxn>
                    <a:cxn ang="T85">
                      <a:pos x="T6" y="T7"/>
                    </a:cxn>
                    <a:cxn ang="T86">
                      <a:pos x="T8" y="T9"/>
                    </a:cxn>
                    <a:cxn ang="T87">
                      <a:pos x="T10" y="T11"/>
                    </a:cxn>
                    <a:cxn ang="T88">
                      <a:pos x="T12" y="T13"/>
                    </a:cxn>
                    <a:cxn ang="T89">
                      <a:pos x="T14" y="T15"/>
                    </a:cxn>
                    <a:cxn ang="T90">
                      <a:pos x="T16" y="T17"/>
                    </a:cxn>
                    <a:cxn ang="T91">
                      <a:pos x="T18" y="T19"/>
                    </a:cxn>
                    <a:cxn ang="T92">
                      <a:pos x="T20" y="T21"/>
                    </a:cxn>
                    <a:cxn ang="T93">
                      <a:pos x="T22" y="T23"/>
                    </a:cxn>
                    <a:cxn ang="T94">
                      <a:pos x="T24" y="T25"/>
                    </a:cxn>
                    <a:cxn ang="T95">
                      <a:pos x="T26" y="T27"/>
                    </a:cxn>
                    <a:cxn ang="T96">
                      <a:pos x="T28" y="T29"/>
                    </a:cxn>
                    <a:cxn ang="T97">
                      <a:pos x="T30" y="T31"/>
                    </a:cxn>
                    <a:cxn ang="T98">
                      <a:pos x="T32" y="T33"/>
                    </a:cxn>
                    <a:cxn ang="T99">
                      <a:pos x="T34" y="T35"/>
                    </a:cxn>
                    <a:cxn ang="T100">
                      <a:pos x="T36" y="T37"/>
                    </a:cxn>
                    <a:cxn ang="T101">
                      <a:pos x="T38" y="T39"/>
                    </a:cxn>
                    <a:cxn ang="T102">
                      <a:pos x="T40" y="T41"/>
                    </a:cxn>
                    <a:cxn ang="T103">
                      <a:pos x="T42" y="T43"/>
                    </a:cxn>
                    <a:cxn ang="T104">
                      <a:pos x="T44" y="T45"/>
                    </a:cxn>
                    <a:cxn ang="T105">
                      <a:pos x="T46" y="T47"/>
                    </a:cxn>
                    <a:cxn ang="T106">
                      <a:pos x="T48" y="T49"/>
                    </a:cxn>
                    <a:cxn ang="T107">
                      <a:pos x="T50" y="T51"/>
                    </a:cxn>
                    <a:cxn ang="T108">
                      <a:pos x="T52" y="T53"/>
                    </a:cxn>
                    <a:cxn ang="T109">
                      <a:pos x="T54" y="T55"/>
                    </a:cxn>
                    <a:cxn ang="T110">
                      <a:pos x="T56" y="T57"/>
                    </a:cxn>
                    <a:cxn ang="T111">
                      <a:pos x="T58" y="T59"/>
                    </a:cxn>
                    <a:cxn ang="T112">
                      <a:pos x="T60" y="T61"/>
                    </a:cxn>
                    <a:cxn ang="T113">
                      <a:pos x="T62" y="T63"/>
                    </a:cxn>
                    <a:cxn ang="T114">
                      <a:pos x="T64" y="T65"/>
                    </a:cxn>
                    <a:cxn ang="T115">
                      <a:pos x="T66" y="T67"/>
                    </a:cxn>
                    <a:cxn ang="T116">
                      <a:pos x="T68" y="T69"/>
                    </a:cxn>
                    <a:cxn ang="T117">
                      <a:pos x="T70" y="T71"/>
                    </a:cxn>
                    <a:cxn ang="T118">
                      <a:pos x="T72" y="T73"/>
                    </a:cxn>
                    <a:cxn ang="T119">
                      <a:pos x="T74" y="T75"/>
                    </a:cxn>
                    <a:cxn ang="T120">
                      <a:pos x="T76" y="T77"/>
                    </a:cxn>
                    <a:cxn ang="T121">
                      <a:pos x="T78" y="T79"/>
                    </a:cxn>
                    <a:cxn ang="T122">
                      <a:pos x="T80" y="T81"/>
                    </a:cxn>
                  </a:cxnLst>
                  <a:rect l="T123" t="T124" r="T125" b="T126"/>
                  <a:pathLst>
                    <a:path w="717" h="756">
                      <a:moveTo>
                        <a:pt x="0" y="756"/>
                      </a:moveTo>
                      <a:lnTo>
                        <a:pt x="52" y="167"/>
                      </a:lnTo>
                      <a:lnTo>
                        <a:pt x="64" y="384"/>
                      </a:lnTo>
                      <a:lnTo>
                        <a:pt x="90" y="103"/>
                      </a:lnTo>
                      <a:lnTo>
                        <a:pt x="116" y="519"/>
                      </a:lnTo>
                      <a:lnTo>
                        <a:pt x="135" y="487"/>
                      </a:lnTo>
                      <a:lnTo>
                        <a:pt x="135" y="359"/>
                      </a:lnTo>
                      <a:lnTo>
                        <a:pt x="167" y="71"/>
                      </a:lnTo>
                      <a:lnTo>
                        <a:pt x="192" y="244"/>
                      </a:lnTo>
                      <a:lnTo>
                        <a:pt x="205" y="96"/>
                      </a:lnTo>
                      <a:lnTo>
                        <a:pt x="218" y="615"/>
                      </a:lnTo>
                      <a:lnTo>
                        <a:pt x="244" y="397"/>
                      </a:lnTo>
                      <a:lnTo>
                        <a:pt x="282" y="519"/>
                      </a:lnTo>
                      <a:lnTo>
                        <a:pt x="308" y="308"/>
                      </a:lnTo>
                      <a:lnTo>
                        <a:pt x="333" y="442"/>
                      </a:lnTo>
                      <a:lnTo>
                        <a:pt x="346" y="352"/>
                      </a:lnTo>
                      <a:lnTo>
                        <a:pt x="365" y="384"/>
                      </a:lnTo>
                      <a:lnTo>
                        <a:pt x="378" y="135"/>
                      </a:lnTo>
                      <a:lnTo>
                        <a:pt x="391" y="301"/>
                      </a:lnTo>
                      <a:lnTo>
                        <a:pt x="384" y="519"/>
                      </a:lnTo>
                      <a:lnTo>
                        <a:pt x="404" y="679"/>
                      </a:lnTo>
                      <a:lnTo>
                        <a:pt x="429" y="628"/>
                      </a:lnTo>
                      <a:lnTo>
                        <a:pt x="442" y="480"/>
                      </a:lnTo>
                      <a:lnTo>
                        <a:pt x="455" y="391"/>
                      </a:lnTo>
                      <a:lnTo>
                        <a:pt x="436" y="506"/>
                      </a:lnTo>
                      <a:lnTo>
                        <a:pt x="461" y="352"/>
                      </a:lnTo>
                      <a:lnTo>
                        <a:pt x="474" y="455"/>
                      </a:lnTo>
                      <a:lnTo>
                        <a:pt x="493" y="519"/>
                      </a:lnTo>
                      <a:lnTo>
                        <a:pt x="512" y="410"/>
                      </a:lnTo>
                      <a:lnTo>
                        <a:pt x="532" y="186"/>
                      </a:lnTo>
                      <a:lnTo>
                        <a:pt x="544" y="231"/>
                      </a:lnTo>
                      <a:lnTo>
                        <a:pt x="570" y="148"/>
                      </a:lnTo>
                      <a:lnTo>
                        <a:pt x="576" y="301"/>
                      </a:lnTo>
                      <a:lnTo>
                        <a:pt x="576" y="730"/>
                      </a:lnTo>
                      <a:lnTo>
                        <a:pt x="647" y="0"/>
                      </a:lnTo>
                      <a:lnTo>
                        <a:pt x="647" y="250"/>
                      </a:lnTo>
                      <a:lnTo>
                        <a:pt x="660" y="333"/>
                      </a:lnTo>
                      <a:lnTo>
                        <a:pt x="685" y="192"/>
                      </a:lnTo>
                      <a:lnTo>
                        <a:pt x="711" y="340"/>
                      </a:lnTo>
                      <a:lnTo>
                        <a:pt x="698" y="429"/>
                      </a:lnTo>
                      <a:lnTo>
                        <a:pt x="717" y="461"/>
                      </a:lnTo>
                    </a:path>
                  </a:pathLst>
                </a:custGeom>
                <a:noFill/>
                <a:ln w="9525">
                  <a:solidFill>
                    <a:srgbClr val="FF0000"/>
                  </a:solidFill>
                  <a:round/>
                  <a:headEnd/>
                  <a:tailEnd/>
                </a:ln>
              </p:spPr>
              <p:txBody>
                <a:bodyPr/>
                <a:lstStyle/>
                <a:p>
                  <a:endParaRPr lang="en-GB" sz="1600"/>
                </a:p>
              </p:txBody>
            </p:sp>
            <p:sp>
              <p:nvSpPr>
                <p:cNvPr id="14518" name="Freeform 249"/>
                <p:cNvSpPr>
                  <a:spLocks/>
                </p:cNvSpPr>
                <p:nvPr/>
              </p:nvSpPr>
              <p:spPr bwMode="auto">
                <a:xfrm flipH="1" flipV="1">
                  <a:off x="3770" y="1145"/>
                  <a:ext cx="313" cy="756"/>
                </a:xfrm>
                <a:custGeom>
                  <a:avLst/>
                  <a:gdLst>
                    <a:gd name="T0" fmla="*/ 0 w 717"/>
                    <a:gd name="T1" fmla="*/ 756 h 756"/>
                    <a:gd name="T2" fmla="*/ 4 w 717"/>
                    <a:gd name="T3" fmla="*/ 167 h 756"/>
                    <a:gd name="T4" fmla="*/ 5 w 717"/>
                    <a:gd name="T5" fmla="*/ 384 h 756"/>
                    <a:gd name="T6" fmla="*/ 7 w 717"/>
                    <a:gd name="T7" fmla="*/ 103 h 756"/>
                    <a:gd name="T8" fmla="*/ 10 w 717"/>
                    <a:gd name="T9" fmla="*/ 519 h 756"/>
                    <a:gd name="T10" fmla="*/ 11 w 717"/>
                    <a:gd name="T11" fmla="*/ 487 h 756"/>
                    <a:gd name="T12" fmla="*/ 11 w 717"/>
                    <a:gd name="T13" fmla="*/ 359 h 756"/>
                    <a:gd name="T14" fmla="*/ 14 w 717"/>
                    <a:gd name="T15" fmla="*/ 71 h 756"/>
                    <a:gd name="T16" fmla="*/ 16 w 717"/>
                    <a:gd name="T17" fmla="*/ 244 h 756"/>
                    <a:gd name="T18" fmla="*/ 17 w 717"/>
                    <a:gd name="T19" fmla="*/ 96 h 756"/>
                    <a:gd name="T20" fmla="*/ 18 w 717"/>
                    <a:gd name="T21" fmla="*/ 615 h 756"/>
                    <a:gd name="T22" fmla="*/ 21 w 717"/>
                    <a:gd name="T23" fmla="*/ 397 h 756"/>
                    <a:gd name="T24" fmla="*/ 24 w 717"/>
                    <a:gd name="T25" fmla="*/ 519 h 756"/>
                    <a:gd name="T26" fmla="*/ 25 w 717"/>
                    <a:gd name="T27" fmla="*/ 308 h 756"/>
                    <a:gd name="T28" fmla="*/ 28 w 717"/>
                    <a:gd name="T29" fmla="*/ 442 h 756"/>
                    <a:gd name="T30" fmla="*/ 29 w 717"/>
                    <a:gd name="T31" fmla="*/ 352 h 756"/>
                    <a:gd name="T32" fmla="*/ 30 w 717"/>
                    <a:gd name="T33" fmla="*/ 384 h 756"/>
                    <a:gd name="T34" fmla="*/ 31 w 717"/>
                    <a:gd name="T35" fmla="*/ 135 h 756"/>
                    <a:gd name="T36" fmla="*/ 33 w 717"/>
                    <a:gd name="T37" fmla="*/ 301 h 756"/>
                    <a:gd name="T38" fmla="*/ 32 w 717"/>
                    <a:gd name="T39" fmla="*/ 519 h 756"/>
                    <a:gd name="T40" fmla="*/ 34 w 717"/>
                    <a:gd name="T41" fmla="*/ 679 h 756"/>
                    <a:gd name="T42" fmla="*/ 36 w 717"/>
                    <a:gd name="T43" fmla="*/ 628 h 756"/>
                    <a:gd name="T44" fmla="*/ 37 w 717"/>
                    <a:gd name="T45" fmla="*/ 480 h 756"/>
                    <a:gd name="T46" fmla="*/ 38 w 717"/>
                    <a:gd name="T47" fmla="*/ 391 h 756"/>
                    <a:gd name="T48" fmla="*/ 36 w 717"/>
                    <a:gd name="T49" fmla="*/ 506 h 756"/>
                    <a:gd name="T50" fmla="*/ 38 w 717"/>
                    <a:gd name="T51" fmla="*/ 352 h 756"/>
                    <a:gd name="T52" fmla="*/ 39 w 717"/>
                    <a:gd name="T53" fmla="*/ 455 h 756"/>
                    <a:gd name="T54" fmla="*/ 41 w 717"/>
                    <a:gd name="T55" fmla="*/ 519 h 756"/>
                    <a:gd name="T56" fmla="*/ 43 w 717"/>
                    <a:gd name="T57" fmla="*/ 410 h 756"/>
                    <a:gd name="T58" fmla="*/ 44 w 717"/>
                    <a:gd name="T59" fmla="*/ 186 h 756"/>
                    <a:gd name="T60" fmla="*/ 45 w 717"/>
                    <a:gd name="T61" fmla="*/ 231 h 756"/>
                    <a:gd name="T62" fmla="*/ 48 w 717"/>
                    <a:gd name="T63" fmla="*/ 148 h 756"/>
                    <a:gd name="T64" fmla="*/ 48 w 717"/>
                    <a:gd name="T65" fmla="*/ 301 h 756"/>
                    <a:gd name="T66" fmla="*/ 48 w 717"/>
                    <a:gd name="T67" fmla="*/ 730 h 756"/>
                    <a:gd name="T68" fmla="*/ 54 w 717"/>
                    <a:gd name="T69" fmla="*/ 0 h 756"/>
                    <a:gd name="T70" fmla="*/ 54 w 717"/>
                    <a:gd name="T71" fmla="*/ 250 h 756"/>
                    <a:gd name="T72" fmla="*/ 55 w 717"/>
                    <a:gd name="T73" fmla="*/ 333 h 756"/>
                    <a:gd name="T74" fmla="*/ 57 w 717"/>
                    <a:gd name="T75" fmla="*/ 192 h 756"/>
                    <a:gd name="T76" fmla="*/ 59 w 717"/>
                    <a:gd name="T77" fmla="*/ 340 h 756"/>
                    <a:gd name="T78" fmla="*/ 58 w 717"/>
                    <a:gd name="T79" fmla="*/ 429 h 756"/>
                    <a:gd name="T80" fmla="*/ 60 w 717"/>
                    <a:gd name="T81" fmla="*/ 461 h 756"/>
                    <a:gd name="T82" fmla="*/ 0 60000 65536"/>
                    <a:gd name="T83" fmla="*/ 0 60000 65536"/>
                    <a:gd name="T84" fmla="*/ 0 60000 65536"/>
                    <a:gd name="T85" fmla="*/ 0 60000 65536"/>
                    <a:gd name="T86" fmla="*/ 0 60000 65536"/>
                    <a:gd name="T87" fmla="*/ 0 60000 65536"/>
                    <a:gd name="T88" fmla="*/ 0 60000 65536"/>
                    <a:gd name="T89" fmla="*/ 0 60000 65536"/>
                    <a:gd name="T90" fmla="*/ 0 60000 65536"/>
                    <a:gd name="T91" fmla="*/ 0 60000 65536"/>
                    <a:gd name="T92" fmla="*/ 0 60000 65536"/>
                    <a:gd name="T93" fmla="*/ 0 60000 65536"/>
                    <a:gd name="T94" fmla="*/ 0 60000 65536"/>
                    <a:gd name="T95" fmla="*/ 0 60000 65536"/>
                    <a:gd name="T96" fmla="*/ 0 60000 65536"/>
                    <a:gd name="T97" fmla="*/ 0 60000 65536"/>
                    <a:gd name="T98" fmla="*/ 0 60000 65536"/>
                    <a:gd name="T99" fmla="*/ 0 60000 65536"/>
                    <a:gd name="T100" fmla="*/ 0 60000 65536"/>
                    <a:gd name="T101" fmla="*/ 0 60000 65536"/>
                    <a:gd name="T102" fmla="*/ 0 60000 65536"/>
                    <a:gd name="T103" fmla="*/ 0 60000 65536"/>
                    <a:gd name="T104" fmla="*/ 0 60000 65536"/>
                    <a:gd name="T105" fmla="*/ 0 60000 65536"/>
                    <a:gd name="T106" fmla="*/ 0 60000 65536"/>
                    <a:gd name="T107" fmla="*/ 0 60000 65536"/>
                    <a:gd name="T108" fmla="*/ 0 60000 65536"/>
                    <a:gd name="T109" fmla="*/ 0 60000 65536"/>
                    <a:gd name="T110" fmla="*/ 0 60000 65536"/>
                    <a:gd name="T111" fmla="*/ 0 60000 65536"/>
                    <a:gd name="T112" fmla="*/ 0 60000 65536"/>
                    <a:gd name="T113" fmla="*/ 0 60000 65536"/>
                    <a:gd name="T114" fmla="*/ 0 60000 65536"/>
                    <a:gd name="T115" fmla="*/ 0 60000 65536"/>
                    <a:gd name="T116" fmla="*/ 0 60000 65536"/>
                    <a:gd name="T117" fmla="*/ 0 60000 65536"/>
                    <a:gd name="T118" fmla="*/ 0 60000 65536"/>
                    <a:gd name="T119" fmla="*/ 0 60000 65536"/>
                    <a:gd name="T120" fmla="*/ 0 60000 65536"/>
                    <a:gd name="T121" fmla="*/ 0 60000 65536"/>
                    <a:gd name="T122" fmla="*/ 0 60000 65536"/>
                    <a:gd name="T123" fmla="*/ 0 w 717"/>
                    <a:gd name="T124" fmla="*/ 0 h 756"/>
                    <a:gd name="T125" fmla="*/ 717 w 717"/>
                    <a:gd name="T126" fmla="*/ 756 h 756"/>
                  </a:gdLst>
                  <a:ahLst/>
                  <a:cxnLst>
                    <a:cxn ang="T82">
                      <a:pos x="T0" y="T1"/>
                    </a:cxn>
                    <a:cxn ang="T83">
                      <a:pos x="T2" y="T3"/>
                    </a:cxn>
                    <a:cxn ang="T84">
                      <a:pos x="T4" y="T5"/>
                    </a:cxn>
                    <a:cxn ang="T85">
                      <a:pos x="T6" y="T7"/>
                    </a:cxn>
                    <a:cxn ang="T86">
                      <a:pos x="T8" y="T9"/>
                    </a:cxn>
                    <a:cxn ang="T87">
                      <a:pos x="T10" y="T11"/>
                    </a:cxn>
                    <a:cxn ang="T88">
                      <a:pos x="T12" y="T13"/>
                    </a:cxn>
                    <a:cxn ang="T89">
                      <a:pos x="T14" y="T15"/>
                    </a:cxn>
                    <a:cxn ang="T90">
                      <a:pos x="T16" y="T17"/>
                    </a:cxn>
                    <a:cxn ang="T91">
                      <a:pos x="T18" y="T19"/>
                    </a:cxn>
                    <a:cxn ang="T92">
                      <a:pos x="T20" y="T21"/>
                    </a:cxn>
                    <a:cxn ang="T93">
                      <a:pos x="T22" y="T23"/>
                    </a:cxn>
                    <a:cxn ang="T94">
                      <a:pos x="T24" y="T25"/>
                    </a:cxn>
                    <a:cxn ang="T95">
                      <a:pos x="T26" y="T27"/>
                    </a:cxn>
                    <a:cxn ang="T96">
                      <a:pos x="T28" y="T29"/>
                    </a:cxn>
                    <a:cxn ang="T97">
                      <a:pos x="T30" y="T31"/>
                    </a:cxn>
                    <a:cxn ang="T98">
                      <a:pos x="T32" y="T33"/>
                    </a:cxn>
                    <a:cxn ang="T99">
                      <a:pos x="T34" y="T35"/>
                    </a:cxn>
                    <a:cxn ang="T100">
                      <a:pos x="T36" y="T37"/>
                    </a:cxn>
                    <a:cxn ang="T101">
                      <a:pos x="T38" y="T39"/>
                    </a:cxn>
                    <a:cxn ang="T102">
                      <a:pos x="T40" y="T41"/>
                    </a:cxn>
                    <a:cxn ang="T103">
                      <a:pos x="T42" y="T43"/>
                    </a:cxn>
                    <a:cxn ang="T104">
                      <a:pos x="T44" y="T45"/>
                    </a:cxn>
                    <a:cxn ang="T105">
                      <a:pos x="T46" y="T47"/>
                    </a:cxn>
                    <a:cxn ang="T106">
                      <a:pos x="T48" y="T49"/>
                    </a:cxn>
                    <a:cxn ang="T107">
                      <a:pos x="T50" y="T51"/>
                    </a:cxn>
                    <a:cxn ang="T108">
                      <a:pos x="T52" y="T53"/>
                    </a:cxn>
                    <a:cxn ang="T109">
                      <a:pos x="T54" y="T55"/>
                    </a:cxn>
                    <a:cxn ang="T110">
                      <a:pos x="T56" y="T57"/>
                    </a:cxn>
                    <a:cxn ang="T111">
                      <a:pos x="T58" y="T59"/>
                    </a:cxn>
                    <a:cxn ang="T112">
                      <a:pos x="T60" y="T61"/>
                    </a:cxn>
                    <a:cxn ang="T113">
                      <a:pos x="T62" y="T63"/>
                    </a:cxn>
                    <a:cxn ang="T114">
                      <a:pos x="T64" y="T65"/>
                    </a:cxn>
                    <a:cxn ang="T115">
                      <a:pos x="T66" y="T67"/>
                    </a:cxn>
                    <a:cxn ang="T116">
                      <a:pos x="T68" y="T69"/>
                    </a:cxn>
                    <a:cxn ang="T117">
                      <a:pos x="T70" y="T71"/>
                    </a:cxn>
                    <a:cxn ang="T118">
                      <a:pos x="T72" y="T73"/>
                    </a:cxn>
                    <a:cxn ang="T119">
                      <a:pos x="T74" y="T75"/>
                    </a:cxn>
                    <a:cxn ang="T120">
                      <a:pos x="T76" y="T77"/>
                    </a:cxn>
                    <a:cxn ang="T121">
                      <a:pos x="T78" y="T79"/>
                    </a:cxn>
                    <a:cxn ang="T122">
                      <a:pos x="T80" y="T81"/>
                    </a:cxn>
                  </a:cxnLst>
                  <a:rect l="T123" t="T124" r="T125" b="T126"/>
                  <a:pathLst>
                    <a:path w="717" h="756">
                      <a:moveTo>
                        <a:pt x="0" y="756"/>
                      </a:moveTo>
                      <a:lnTo>
                        <a:pt x="52" y="167"/>
                      </a:lnTo>
                      <a:lnTo>
                        <a:pt x="64" y="384"/>
                      </a:lnTo>
                      <a:lnTo>
                        <a:pt x="90" y="103"/>
                      </a:lnTo>
                      <a:lnTo>
                        <a:pt x="116" y="519"/>
                      </a:lnTo>
                      <a:lnTo>
                        <a:pt x="135" y="487"/>
                      </a:lnTo>
                      <a:lnTo>
                        <a:pt x="135" y="359"/>
                      </a:lnTo>
                      <a:lnTo>
                        <a:pt x="167" y="71"/>
                      </a:lnTo>
                      <a:lnTo>
                        <a:pt x="192" y="244"/>
                      </a:lnTo>
                      <a:lnTo>
                        <a:pt x="205" y="96"/>
                      </a:lnTo>
                      <a:lnTo>
                        <a:pt x="218" y="615"/>
                      </a:lnTo>
                      <a:lnTo>
                        <a:pt x="244" y="397"/>
                      </a:lnTo>
                      <a:lnTo>
                        <a:pt x="282" y="519"/>
                      </a:lnTo>
                      <a:lnTo>
                        <a:pt x="308" y="308"/>
                      </a:lnTo>
                      <a:lnTo>
                        <a:pt x="333" y="442"/>
                      </a:lnTo>
                      <a:lnTo>
                        <a:pt x="346" y="352"/>
                      </a:lnTo>
                      <a:lnTo>
                        <a:pt x="365" y="384"/>
                      </a:lnTo>
                      <a:lnTo>
                        <a:pt x="378" y="135"/>
                      </a:lnTo>
                      <a:lnTo>
                        <a:pt x="391" y="301"/>
                      </a:lnTo>
                      <a:lnTo>
                        <a:pt x="384" y="519"/>
                      </a:lnTo>
                      <a:lnTo>
                        <a:pt x="404" y="679"/>
                      </a:lnTo>
                      <a:lnTo>
                        <a:pt x="429" y="628"/>
                      </a:lnTo>
                      <a:lnTo>
                        <a:pt x="442" y="480"/>
                      </a:lnTo>
                      <a:lnTo>
                        <a:pt x="455" y="391"/>
                      </a:lnTo>
                      <a:lnTo>
                        <a:pt x="436" y="506"/>
                      </a:lnTo>
                      <a:lnTo>
                        <a:pt x="461" y="352"/>
                      </a:lnTo>
                      <a:lnTo>
                        <a:pt x="474" y="455"/>
                      </a:lnTo>
                      <a:lnTo>
                        <a:pt x="493" y="519"/>
                      </a:lnTo>
                      <a:lnTo>
                        <a:pt x="512" y="410"/>
                      </a:lnTo>
                      <a:lnTo>
                        <a:pt x="532" y="186"/>
                      </a:lnTo>
                      <a:lnTo>
                        <a:pt x="544" y="231"/>
                      </a:lnTo>
                      <a:lnTo>
                        <a:pt x="570" y="148"/>
                      </a:lnTo>
                      <a:lnTo>
                        <a:pt x="576" y="301"/>
                      </a:lnTo>
                      <a:lnTo>
                        <a:pt x="576" y="730"/>
                      </a:lnTo>
                      <a:lnTo>
                        <a:pt x="647" y="0"/>
                      </a:lnTo>
                      <a:lnTo>
                        <a:pt x="647" y="250"/>
                      </a:lnTo>
                      <a:lnTo>
                        <a:pt x="660" y="333"/>
                      </a:lnTo>
                      <a:lnTo>
                        <a:pt x="685" y="192"/>
                      </a:lnTo>
                      <a:lnTo>
                        <a:pt x="711" y="340"/>
                      </a:lnTo>
                      <a:lnTo>
                        <a:pt x="698" y="429"/>
                      </a:lnTo>
                      <a:lnTo>
                        <a:pt x="717" y="461"/>
                      </a:lnTo>
                    </a:path>
                  </a:pathLst>
                </a:custGeom>
                <a:noFill/>
                <a:ln w="9525">
                  <a:solidFill>
                    <a:srgbClr val="FF0000"/>
                  </a:solidFill>
                  <a:round/>
                  <a:headEnd/>
                  <a:tailEnd/>
                </a:ln>
              </p:spPr>
              <p:txBody>
                <a:bodyPr/>
                <a:lstStyle/>
                <a:p>
                  <a:endParaRPr lang="en-GB" sz="1600"/>
                </a:p>
              </p:txBody>
            </p:sp>
            <p:sp>
              <p:nvSpPr>
                <p:cNvPr id="14519" name="Freeform 250"/>
                <p:cNvSpPr>
                  <a:spLocks/>
                </p:cNvSpPr>
                <p:nvPr/>
              </p:nvSpPr>
              <p:spPr bwMode="auto">
                <a:xfrm flipH="1">
                  <a:off x="4077" y="1119"/>
                  <a:ext cx="313" cy="756"/>
                </a:xfrm>
                <a:custGeom>
                  <a:avLst/>
                  <a:gdLst>
                    <a:gd name="T0" fmla="*/ 0 w 717"/>
                    <a:gd name="T1" fmla="*/ 756 h 756"/>
                    <a:gd name="T2" fmla="*/ 4 w 717"/>
                    <a:gd name="T3" fmla="*/ 167 h 756"/>
                    <a:gd name="T4" fmla="*/ 5 w 717"/>
                    <a:gd name="T5" fmla="*/ 384 h 756"/>
                    <a:gd name="T6" fmla="*/ 7 w 717"/>
                    <a:gd name="T7" fmla="*/ 103 h 756"/>
                    <a:gd name="T8" fmla="*/ 10 w 717"/>
                    <a:gd name="T9" fmla="*/ 519 h 756"/>
                    <a:gd name="T10" fmla="*/ 11 w 717"/>
                    <a:gd name="T11" fmla="*/ 487 h 756"/>
                    <a:gd name="T12" fmla="*/ 11 w 717"/>
                    <a:gd name="T13" fmla="*/ 359 h 756"/>
                    <a:gd name="T14" fmla="*/ 14 w 717"/>
                    <a:gd name="T15" fmla="*/ 71 h 756"/>
                    <a:gd name="T16" fmla="*/ 16 w 717"/>
                    <a:gd name="T17" fmla="*/ 244 h 756"/>
                    <a:gd name="T18" fmla="*/ 17 w 717"/>
                    <a:gd name="T19" fmla="*/ 96 h 756"/>
                    <a:gd name="T20" fmla="*/ 18 w 717"/>
                    <a:gd name="T21" fmla="*/ 615 h 756"/>
                    <a:gd name="T22" fmla="*/ 21 w 717"/>
                    <a:gd name="T23" fmla="*/ 397 h 756"/>
                    <a:gd name="T24" fmla="*/ 24 w 717"/>
                    <a:gd name="T25" fmla="*/ 519 h 756"/>
                    <a:gd name="T26" fmla="*/ 25 w 717"/>
                    <a:gd name="T27" fmla="*/ 308 h 756"/>
                    <a:gd name="T28" fmla="*/ 28 w 717"/>
                    <a:gd name="T29" fmla="*/ 442 h 756"/>
                    <a:gd name="T30" fmla="*/ 29 w 717"/>
                    <a:gd name="T31" fmla="*/ 352 h 756"/>
                    <a:gd name="T32" fmla="*/ 30 w 717"/>
                    <a:gd name="T33" fmla="*/ 384 h 756"/>
                    <a:gd name="T34" fmla="*/ 31 w 717"/>
                    <a:gd name="T35" fmla="*/ 135 h 756"/>
                    <a:gd name="T36" fmla="*/ 33 w 717"/>
                    <a:gd name="T37" fmla="*/ 301 h 756"/>
                    <a:gd name="T38" fmla="*/ 32 w 717"/>
                    <a:gd name="T39" fmla="*/ 519 h 756"/>
                    <a:gd name="T40" fmla="*/ 34 w 717"/>
                    <a:gd name="T41" fmla="*/ 679 h 756"/>
                    <a:gd name="T42" fmla="*/ 36 w 717"/>
                    <a:gd name="T43" fmla="*/ 628 h 756"/>
                    <a:gd name="T44" fmla="*/ 37 w 717"/>
                    <a:gd name="T45" fmla="*/ 480 h 756"/>
                    <a:gd name="T46" fmla="*/ 38 w 717"/>
                    <a:gd name="T47" fmla="*/ 391 h 756"/>
                    <a:gd name="T48" fmla="*/ 36 w 717"/>
                    <a:gd name="T49" fmla="*/ 506 h 756"/>
                    <a:gd name="T50" fmla="*/ 38 w 717"/>
                    <a:gd name="T51" fmla="*/ 352 h 756"/>
                    <a:gd name="T52" fmla="*/ 39 w 717"/>
                    <a:gd name="T53" fmla="*/ 455 h 756"/>
                    <a:gd name="T54" fmla="*/ 41 w 717"/>
                    <a:gd name="T55" fmla="*/ 519 h 756"/>
                    <a:gd name="T56" fmla="*/ 43 w 717"/>
                    <a:gd name="T57" fmla="*/ 410 h 756"/>
                    <a:gd name="T58" fmla="*/ 44 w 717"/>
                    <a:gd name="T59" fmla="*/ 186 h 756"/>
                    <a:gd name="T60" fmla="*/ 45 w 717"/>
                    <a:gd name="T61" fmla="*/ 231 h 756"/>
                    <a:gd name="T62" fmla="*/ 48 w 717"/>
                    <a:gd name="T63" fmla="*/ 148 h 756"/>
                    <a:gd name="T64" fmla="*/ 48 w 717"/>
                    <a:gd name="T65" fmla="*/ 301 h 756"/>
                    <a:gd name="T66" fmla="*/ 48 w 717"/>
                    <a:gd name="T67" fmla="*/ 730 h 756"/>
                    <a:gd name="T68" fmla="*/ 54 w 717"/>
                    <a:gd name="T69" fmla="*/ 0 h 756"/>
                    <a:gd name="T70" fmla="*/ 54 w 717"/>
                    <a:gd name="T71" fmla="*/ 250 h 756"/>
                    <a:gd name="T72" fmla="*/ 55 w 717"/>
                    <a:gd name="T73" fmla="*/ 333 h 756"/>
                    <a:gd name="T74" fmla="*/ 57 w 717"/>
                    <a:gd name="T75" fmla="*/ 192 h 756"/>
                    <a:gd name="T76" fmla="*/ 59 w 717"/>
                    <a:gd name="T77" fmla="*/ 340 h 756"/>
                    <a:gd name="T78" fmla="*/ 58 w 717"/>
                    <a:gd name="T79" fmla="*/ 429 h 756"/>
                    <a:gd name="T80" fmla="*/ 60 w 717"/>
                    <a:gd name="T81" fmla="*/ 461 h 756"/>
                    <a:gd name="T82" fmla="*/ 0 60000 65536"/>
                    <a:gd name="T83" fmla="*/ 0 60000 65536"/>
                    <a:gd name="T84" fmla="*/ 0 60000 65536"/>
                    <a:gd name="T85" fmla="*/ 0 60000 65536"/>
                    <a:gd name="T86" fmla="*/ 0 60000 65536"/>
                    <a:gd name="T87" fmla="*/ 0 60000 65536"/>
                    <a:gd name="T88" fmla="*/ 0 60000 65536"/>
                    <a:gd name="T89" fmla="*/ 0 60000 65536"/>
                    <a:gd name="T90" fmla="*/ 0 60000 65536"/>
                    <a:gd name="T91" fmla="*/ 0 60000 65536"/>
                    <a:gd name="T92" fmla="*/ 0 60000 65536"/>
                    <a:gd name="T93" fmla="*/ 0 60000 65536"/>
                    <a:gd name="T94" fmla="*/ 0 60000 65536"/>
                    <a:gd name="T95" fmla="*/ 0 60000 65536"/>
                    <a:gd name="T96" fmla="*/ 0 60000 65536"/>
                    <a:gd name="T97" fmla="*/ 0 60000 65536"/>
                    <a:gd name="T98" fmla="*/ 0 60000 65536"/>
                    <a:gd name="T99" fmla="*/ 0 60000 65536"/>
                    <a:gd name="T100" fmla="*/ 0 60000 65536"/>
                    <a:gd name="T101" fmla="*/ 0 60000 65536"/>
                    <a:gd name="T102" fmla="*/ 0 60000 65536"/>
                    <a:gd name="T103" fmla="*/ 0 60000 65536"/>
                    <a:gd name="T104" fmla="*/ 0 60000 65536"/>
                    <a:gd name="T105" fmla="*/ 0 60000 65536"/>
                    <a:gd name="T106" fmla="*/ 0 60000 65536"/>
                    <a:gd name="T107" fmla="*/ 0 60000 65536"/>
                    <a:gd name="T108" fmla="*/ 0 60000 65536"/>
                    <a:gd name="T109" fmla="*/ 0 60000 65536"/>
                    <a:gd name="T110" fmla="*/ 0 60000 65536"/>
                    <a:gd name="T111" fmla="*/ 0 60000 65536"/>
                    <a:gd name="T112" fmla="*/ 0 60000 65536"/>
                    <a:gd name="T113" fmla="*/ 0 60000 65536"/>
                    <a:gd name="T114" fmla="*/ 0 60000 65536"/>
                    <a:gd name="T115" fmla="*/ 0 60000 65536"/>
                    <a:gd name="T116" fmla="*/ 0 60000 65536"/>
                    <a:gd name="T117" fmla="*/ 0 60000 65536"/>
                    <a:gd name="T118" fmla="*/ 0 60000 65536"/>
                    <a:gd name="T119" fmla="*/ 0 60000 65536"/>
                    <a:gd name="T120" fmla="*/ 0 60000 65536"/>
                    <a:gd name="T121" fmla="*/ 0 60000 65536"/>
                    <a:gd name="T122" fmla="*/ 0 60000 65536"/>
                    <a:gd name="T123" fmla="*/ 0 w 717"/>
                    <a:gd name="T124" fmla="*/ 0 h 756"/>
                    <a:gd name="T125" fmla="*/ 717 w 717"/>
                    <a:gd name="T126" fmla="*/ 756 h 756"/>
                  </a:gdLst>
                  <a:ahLst/>
                  <a:cxnLst>
                    <a:cxn ang="T82">
                      <a:pos x="T0" y="T1"/>
                    </a:cxn>
                    <a:cxn ang="T83">
                      <a:pos x="T2" y="T3"/>
                    </a:cxn>
                    <a:cxn ang="T84">
                      <a:pos x="T4" y="T5"/>
                    </a:cxn>
                    <a:cxn ang="T85">
                      <a:pos x="T6" y="T7"/>
                    </a:cxn>
                    <a:cxn ang="T86">
                      <a:pos x="T8" y="T9"/>
                    </a:cxn>
                    <a:cxn ang="T87">
                      <a:pos x="T10" y="T11"/>
                    </a:cxn>
                    <a:cxn ang="T88">
                      <a:pos x="T12" y="T13"/>
                    </a:cxn>
                    <a:cxn ang="T89">
                      <a:pos x="T14" y="T15"/>
                    </a:cxn>
                    <a:cxn ang="T90">
                      <a:pos x="T16" y="T17"/>
                    </a:cxn>
                    <a:cxn ang="T91">
                      <a:pos x="T18" y="T19"/>
                    </a:cxn>
                    <a:cxn ang="T92">
                      <a:pos x="T20" y="T21"/>
                    </a:cxn>
                    <a:cxn ang="T93">
                      <a:pos x="T22" y="T23"/>
                    </a:cxn>
                    <a:cxn ang="T94">
                      <a:pos x="T24" y="T25"/>
                    </a:cxn>
                    <a:cxn ang="T95">
                      <a:pos x="T26" y="T27"/>
                    </a:cxn>
                    <a:cxn ang="T96">
                      <a:pos x="T28" y="T29"/>
                    </a:cxn>
                    <a:cxn ang="T97">
                      <a:pos x="T30" y="T31"/>
                    </a:cxn>
                    <a:cxn ang="T98">
                      <a:pos x="T32" y="T33"/>
                    </a:cxn>
                    <a:cxn ang="T99">
                      <a:pos x="T34" y="T35"/>
                    </a:cxn>
                    <a:cxn ang="T100">
                      <a:pos x="T36" y="T37"/>
                    </a:cxn>
                    <a:cxn ang="T101">
                      <a:pos x="T38" y="T39"/>
                    </a:cxn>
                    <a:cxn ang="T102">
                      <a:pos x="T40" y="T41"/>
                    </a:cxn>
                    <a:cxn ang="T103">
                      <a:pos x="T42" y="T43"/>
                    </a:cxn>
                    <a:cxn ang="T104">
                      <a:pos x="T44" y="T45"/>
                    </a:cxn>
                    <a:cxn ang="T105">
                      <a:pos x="T46" y="T47"/>
                    </a:cxn>
                    <a:cxn ang="T106">
                      <a:pos x="T48" y="T49"/>
                    </a:cxn>
                    <a:cxn ang="T107">
                      <a:pos x="T50" y="T51"/>
                    </a:cxn>
                    <a:cxn ang="T108">
                      <a:pos x="T52" y="T53"/>
                    </a:cxn>
                    <a:cxn ang="T109">
                      <a:pos x="T54" y="T55"/>
                    </a:cxn>
                    <a:cxn ang="T110">
                      <a:pos x="T56" y="T57"/>
                    </a:cxn>
                    <a:cxn ang="T111">
                      <a:pos x="T58" y="T59"/>
                    </a:cxn>
                    <a:cxn ang="T112">
                      <a:pos x="T60" y="T61"/>
                    </a:cxn>
                    <a:cxn ang="T113">
                      <a:pos x="T62" y="T63"/>
                    </a:cxn>
                    <a:cxn ang="T114">
                      <a:pos x="T64" y="T65"/>
                    </a:cxn>
                    <a:cxn ang="T115">
                      <a:pos x="T66" y="T67"/>
                    </a:cxn>
                    <a:cxn ang="T116">
                      <a:pos x="T68" y="T69"/>
                    </a:cxn>
                    <a:cxn ang="T117">
                      <a:pos x="T70" y="T71"/>
                    </a:cxn>
                    <a:cxn ang="T118">
                      <a:pos x="T72" y="T73"/>
                    </a:cxn>
                    <a:cxn ang="T119">
                      <a:pos x="T74" y="T75"/>
                    </a:cxn>
                    <a:cxn ang="T120">
                      <a:pos x="T76" y="T77"/>
                    </a:cxn>
                    <a:cxn ang="T121">
                      <a:pos x="T78" y="T79"/>
                    </a:cxn>
                    <a:cxn ang="T122">
                      <a:pos x="T80" y="T81"/>
                    </a:cxn>
                  </a:cxnLst>
                  <a:rect l="T123" t="T124" r="T125" b="T126"/>
                  <a:pathLst>
                    <a:path w="717" h="756">
                      <a:moveTo>
                        <a:pt x="0" y="756"/>
                      </a:moveTo>
                      <a:lnTo>
                        <a:pt x="52" y="167"/>
                      </a:lnTo>
                      <a:lnTo>
                        <a:pt x="64" y="384"/>
                      </a:lnTo>
                      <a:lnTo>
                        <a:pt x="90" y="103"/>
                      </a:lnTo>
                      <a:lnTo>
                        <a:pt x="116" y="519"/>
                      </a:lnTo>
                      <a:lnTo>
                        <a:pt x="135" y="487"/>
                      </a:lnTo>
                      <a:lnTo>
                        <a:pt x="135" y="359"/>
                      </a:lnTo>
                      <a:lnTo>
                        <a:pt x="167" y="71"/>
                      </a:lnTo>
                      <a:lnTo>
                        <a:pt x="192" y="244"/>
                      </a:lnTo>
                      <a:lnTo>
                        <a:pt x="205" y="96"/>
                      </a:lnTo>
                      <a:lnTo>
                        <a:pt x="218" y="615"/>
                      </a:lnTo>
                      <a:lnTo>
                        <a:pt x="244" y="397"/>
                      </a:lnTo>
                      <a:lnTo>
                        <a:pt x="282" y="519"/>
                      </a:lnTo>
                      <a:lnTo>
                        <a:pt x="308" y="308"/>
                      </a:lnTo>
                      <a:lnTo>
                        <a:pt x="333" y="442"/>
                      </a:lnTo>
                      <a:lnTo>
                        <a:pt x="346" y="352"/>
                      </a:lnTo>
                      <a:lnTo>
                        <a:pt x="365" y="384"/>
                      </a:lnTo>
                      <a:lnTo>
                        <a:pt x="378" y="135"/>
                      </a:lnTo>
                      <a:lnTo>
                        <a:pt x="391" y="301"/>
                      </a:lnTo>
                      <a:lnTo>
                        <a:pt x="384" y="519"/>
                      </a:lnTo>
                      <a:lnTo>
                        <a:pt x="404" y="679"/>
                      </a:lnTo>
                      <a:lnTo>
                        <a:pt x="429" y="628"/>
                      </a:lnTo>
                      <a:lnTo>
                        <a:pt x="442" y="480"/>
                      </a:lnTo>
                      <a:lnTo>
                        <a:pt x="455" y="391"/>
                      </a:lnTo>
                      <a:lnTo>
                        <a:pt x="436" y="506"/>
                      </a:lnTo>
                      <a:lnTo>
                        <a:pt x="461" y="352"/>
                      </a:lnTo>
                      <a:lnTo>
                        <a:pt x="474" y="455"/>
                      </a:lnTo>
                      <a:lnTo>
                        <a:pt x="493" y="519"/>
                      </a:lnTo>
                      <a:lnTo>
                        <a:pt x="512" y="410"/>
                      </a:lnTo>
                      <a:lnTo>
                        <a:pt x="532" y="186"/>
                      </a:lnTo>
                      <a:lnTo>
                        <a:pt x="544" y="231"/>
                      </a:lnTo>
                      <a:lnTo>
                        <a:pt x="570" y="148"/>
                      </a:lnTo>
                      <a:lnTo>
                        <a:pt x="576" y="301"/>
                      </a:lnTo>
                      <a:lnTo>
                        <a:pt x="576" y="730"/>
                      </a:lnTo>
                      <a:lnTo>
                        <a:pt x="647" y="0"/>
                      </a:lnTo>
                      <a:lnTo>
                        <a:pt x="647" y="250"/>
                      </a:lnTo>
                      <a:lnTo>
                        <a:pt x="660" y="333"/>
                      </a:lnTo>
                      <a:lnTo>
                        <a:pt x="685" y="192"/>
                      </a:lnTo>
                      <a:lnTo>
                        <a:pt x="711" y="340"/>
                      </a:lnTo>
                      <a:lnTo>
                        <a:pt x="698" y="429"/>
                      </a:lnTo>
                      <a:lnTo>
                        <a:pt x="717" y="461"/>
                      </a:lnTo>
                    </a:path>
                  </a:pathLst>
                </a:custGeom>
                <a:noFill/>
                <a:ln w="9525">
                  <a:solidFill>
                    <a:srgbClr val="FF0000"/>
                  </a:solidFill>
                  <a:round/>
                  <a:headEnd/>
                  <a:tailEnd/>
                </a:ln>
              </p:spPr>
              <p:txBody>
                <a:bodyPr/>
                <a:lstStyle/>
                <a:p>
                  <a:endParaRPr lang="en-GB" sz="1600"/>
                </a:p>
              </p:txBody>
            </p:sp>
            <p:sp>
              <p:nvSpPr>
                <p:cNvPr id="14520" name="Freeform 251"/>
                <p:cNvSpPr>
                  <a:spLocks/>
                </p:cNvSpPr>
                <p:nvPr/>
              </p:nvSpPr>
              <p:spPr bwMode="auto">
                <a:xfrm flipV="1">
                  <a:off x="4385" y="1138"/>
                  <a:ext cx="313" cy="756"/>
                </a:xfrm>
                <a:custGeom>
                  <a:avLst/>
                  <a:gdLst>
                    <a:gd name="T0" fmla="*/ 0 w 717"/>
                    <a:gd name="T1" fmla="*/ 756 h 756"/>
                    <a:gd name="T2" fmla="*/ 4 w 717"/>
                    <a:gd name="T3" fmla="*/ 167 h 756"/>
                    <a:gd name="T4" fmla="*/ 5 w 717"/>
                    <a:gd name="T5" fmla="*/ 384 h 756"/>
                    <a:gd name="T6" fmla="*/ 7 w 717"/>
                    <a:gd name="T7" fmla="*/ 103 h 756"/>
                    <a:gd name="T8" fmla="*/ 10 w 717"/>
                    <a:gd name="T9" fmla="*/ 519 h 756"/>
                    <a:gd name="T10" fmla="*/ 11 w 717"/>
                    <a:gd name="T11" fmla="*/ 487 h 756"/>
                    <a:gd name="T12" fmla="*/ 11 w 717"/>
                    <a:gd name="T13" fmla="*/ 359 h 756"/>
                    <a:gd name="T14" fmla="*/ 14 w 717"/>
                    <a:gd name="T15" fmla="*/ 71 h 756"/>
                    <a:gd name="T16" fmla="*/ 16 w 717"/>
                    <a:gd name="T17" fmla="*/ 244 h 756"/>
                    <a:gd name="T18" fmla="*/ 17 w 717"/>
                    <a:gd name="T19" fmla="*/ 96 h 756"/>
                    <a:gd name="T20" fmla="*/ 18 w 717"/>
                    <a:gd name="T21" fmla="*/ 615 h 756"/>
                    <a:gd name="T22" fmla="*/ 21 w 717"/>
                    <a:gd name="T23" fmla="*/ 397 h 756"/>
                    <a:gd name="T24" fmla="*/ 24 w 717"/>
                    <a:gd name="T25" fmla="*/ 519 h 756"/>
                    <a:gd name="T26" fmla="*/ 25 w 717"/>
                    <a:gd name="T27" fmla="*/ 308 h 756"/>
                    <a:gd name="T28" fmla="*/ 28 w 717"/>
                    <a:gd name="T29" fmla="*/ 442 h 756"/>
                    <a:gd name="T30" fmla="*/ 29 w 717"/>
                    <a:gd name="T31" fmla="*/ 352 h 756"/>
                    <a:gd name="T32" fmla="*/ 30 w 717"/>
                    <a:gd name="T33" fmla="*/ 384 h 756"/>
                    <a:gd name="T34" fmla="*/ 31 w 717"/>
                    <a:gd name="T35" fmla="*/ 135 h 756"/>
                    <a:gd name="T36" fmla="*/ 33 w 717"/>
                    <a:gd name="T37" fmla="*/ 301 h 756"/>
                    <a:gd name="T38" fmla="*/ 32 w 717"/>
                    <a:gd name="T39" fmla="*/ 519 h 756"/>
                    <a:gd name="T40" fmla="*/ 34 w 717"/>
                    <a:gd name="T41" fmla="*/ 679 h 756"/>
                    <a:gd name="T42" fmla="*/ 36 w 717"/>
                    <a:gd name="T43" fmla="*/ 628 h 756"/>
                    <a:gd name="T44" fmla="*/ 37 w 717"/>
                    <a:gd name="T45" fmla="*/ 480 h 756"/>
                    <a:gd name="T46" fmla="*/ 38 w 717"/>
                    <a:gd name="T47" fmla="*/ 391 h 756"/>
                    <a:gd name="T48" fmla="*/ 36 w 717"/>
                    <a:gd name="T49" fmla="*/ 506 h 756"/>
                    <a:gd name="T50" fmla="*/ 38 w 717"/>
                    <a:gd name="T51" fmla="*/ 352 h 756"/>
                    <a:gd name="T52" fmla="*/ 39 w 717"/>
                    <a:gd name="T53" fmla="*/ 455 h 756"/>
                    <a:gd name="T54" fmla="*/ 41 w 717"/>
                    <a:gd name="T55" fmla="*/ 519 h 756"/>
                    <a:gd name="T56" fmla="*/ 43 w 717"/>
                    <a:gd name="T57" fmla="*/ 410 h 756"/>
                    <a:gd name="T58" fmla="*/ 44 w 717"/>
                    <a:gd name="T59" fmla="*/ 186 h 756"/>
                    <a:gd name="T60" fmla="*/ 45 w 717"/>
                    <a:gd name="T61" fmla="*/ 231 h 756"/>
                    <a:gd name="T62" fmla="*/ 48 w 717"/>
                    <a:gd name="T63" fmla="*/ 148 h 756"/>
                    <a:gd name="T64" fmla="*/ 48 w 717"/>
                    <a:gd name="T65" fmla="*/ 301 h 756"/>
                    <a:gd name="T66" fmla="*/ 48 w 717"/>
                    <a:gd name="T67" fmla="*/ 730 h 756"/>
                    <a:gd name="T68" fmla="*/ 54 w 717"/>
                    <a:gd name="T69" fmla="*/ 0 h 756"/>
                    <a:gd name="T70" fmla="*/ 54 w 717"/>
                    <a:gd name="T71" fmla="*/ 250 h 756"/>
                    <a:gd name="T72" fmla="*/ 55 w 717"/>
                    <a:gd name="T73" fmla="*/ 333 h 756"/>
                    <a:gd name="T74" fmla="*/ 57 w 717"/>
                    <a:gd name="T75" fmla="*/ 192 h 756"/>
                    <a:gd name="T76" fmla="*/ 59 w 717"/>
                    <a:gd name="T77" fmla="*/ 340 h 756"/>
                    <a:gd name="T78" fmla="*/ 58 w 717"/>
                    <a:gd name="T79" fmla="*/ 429 h 756"/>
                    <a:gd name="T80" fmla="*/ 60 w 717"/>
                    <a:gd name="T81" fmla="*/ 461 h 756"/>
                    <a:gd name="T82" fmla="*/ 0 60000 65536"/>
                    <a:gd name="T83" fmla="*/ 0 60000 65536"/>
                    <a:gd name="T84" fmla="*/ 0 60000 65536"/>
                    <a:gd name="T85" fmla="*/ 0 60000 65536"/>
                    <a:gd name="T86" fmla="*/ 0 60000 65536"/>
                    <a:gd name="T87" fmla="*/ 0 60000 65536"/>
                    <a:gd name="T88" fmla="*/ 0 60000 65536"/>
                    <a:gd name="T89" fmla="*/ 0 60000 65536"/>
                    <a:gd name="T90" fmla="*/ 0 60000 65536"/>
                    <a:gd name="T91" fmla="*/ 0 60000 65536"/>
                    <a:gd name="T92" fmla="*/ 0 60000 65536"/>
                    <a:gd name="T93" fmla="*/ 0 60000 65536"/>
                    <a:gd name="T94" fmla="*/ 0 60000 65536"/>
                    <a:gd name="T95" fmla="*/ 0 60000 65536"/>
                    <a:gd name="T96" fmla="*/ 0 60000 65536"/>
                    <a:gd name="T97" fmla="*/ 0 60000 65536"/>
                    <a:gd name="T98" fmla="*/ 0 60000 65536"/>
                    <a:gd name="T99" fmla="*/ 0 60000 65536"/>
                    <a:gd name="T100" fmla="*/ 0 60000 65536"/>
                    <a:gd name="T101" fmla="*/ 0 60000 65536"/>
                    <a:gd name="T102" fmla="*/ 0 60000 65536"/>
                    <a:gd name="T103" fmla="*/ 0 60000 65536"/>
                    <a:gd name="T104" fmla="*/ 0 60000 65536"/>
                    <a:gd name="T105" fmla="*/ 0 60000 65536"/>
                    <a:gd name="T106" fmla="*/ 0 60000 65536"/>
                    <a:gd name="T107" fmla="*/ 0 60000 65536"/>
                    <a:gd name="T108" fmla="*/ 0 60000 65536"/>
                    <a:gd name="T109" fmla="*/ 0 60000 65536"/>
                    <a:gd name="T110" fmla="*/ 0 60000 65536"/>
                    <a:gd name="T111" fmla="*/ 0 60000 65536"/>
                    <a:gd name="T112" fmla="*/ 0 60000 65536"/>
                    <a:gd name="T113" fmla="*/ 0 60000 65536"/>
                    <a:gd name="T114" fmla="*/ 0 60000 65536"/>
                    <a:gd name="T115" fmla="*/ 0 60000 65536"/>
                    <a:gd name="T116" fmla="*/ 0 60000 65536"/>
                    <a:gd name="T117" fmla="*/ 0 60000 65536"/>
                    <a:gd name="T118" fmla="*/ 0 60000 65536"/>
                    <a:gd name="T119" fmla="*/ 0 60000 65536"/>
                    <a:gd name="T120" fmla="*/ 0 60000 65536"/>
                    <a:gd name="T121" fmla="*/ 0 60000 65536"/>
                    <a:gd name="T122" fmla="*/ 0 60000 65536"/>
                    <a:gd name="T123" fmla="*/ 0 w 717"/>
                    <a:gd name="T124" fmla="*/ 0 h 756"/>
                    <a:gd name="T125" fmla="*/ 717 w 717"/>
                    <a:gd name="T126" fmla="*/ 756 h 756"/>
                  </a:gdLst>
                  <a:ahLst/>
                  <a:cxnLst>
                    <a:cxn ang="T82">
                      <a:pos x="T0" y="T1"/>
                    </a:cxn>
                    <a:cxn ang="T83">
                      <a:pos x="T2" y="T3"/>
                    </a:cxn>
                    <a:cxn ang="T84">
                      <a:pos x="T4" y="T5"/>
                    </a:cxn>
                    <a:cxn ang="T85">
                      <a:pos x="T6" y="T7"/>
                    </a:cxn>
                    <a:cxn ang="T86">
                      <a:pos x="T8" y="T9"/>
                    </a:cxn>
                    <a:cxn ang="T87">
                      <a:pos x="T10" y="T11"/>
                    </a:cxn>
                    <a:cxn ang="T88">
                      <a:pos x="T12" y="T13"/>
                    </a:cxn>
                    <a:cxn ang="T89">
                      <a:pos x="T14" y="T15"/>
                    </a:cxn>
                    <a:cxn ang="T90">
                      <a:pos x="T16" y="T17"/>
                    </a:cxn>
                    <a:cxn ang="T91">
                      <a:pos x="T18" y="T19"/>
                    </a:cxn>
                    <a:cxn ang="T92">
                      <a:pos x="T20" y="T21"/>
                    </a:cxn>
                    <a:cxn ang="T93">
                      <a:pos x="T22" y="T23"/>
                    </a:cxn>
                    <a:cxn ang="T94">
                      <a:pos x="T24" y="T25"/>
                    </a:cxn>
                    <a:cxn ang="T95">
                      <a:pos x="T26" y="T27"/>
                    </a:cxn>
                    <a:cxn ang="T96">
                      <a:pos x="T28" y="T29"/>
                    </a:cxn>
                    <a:cxn ang="T97">
                      <a:pos x="T30" y="T31"/>
                    </a:cxn>
                    <a:cxn ang="T98">
                      <a:pos x="T32" y="T33"/>
                    </a:cxn>
                    <a:cxn ang="T99">
                      <a:pos x="T34" y="T35"/>
                    </a:cxn>
                    <a:cxn ang="T100">
                      <a:pos x="T36" y="T37"/>
                    </a:cxn>
                    <a:cxn ang="T101">
                      <a:pos x="T38" y="T39"/>
                    </a:cxn>
                    <a:cxn ang="T102">
                      <a:pos x="T40" y="T41"/>
                    </a:cxn>
                    <a:cxn ang="T103">
                      <a:pos x="T42" y="T43"/>
                    </a:cxn>
                    <a:cxn ang="T104">
                      <a:pos x="T44" y="T45"/>
                    </a:cxn>
                    <a:cxn ang="T105">
                      <a:pos x="T46" y="T47"/>
                    </a:cxn>
                    <a:cxn ang="T106">
                      <a:pos x="T48" y="T49"/>
                    </a:cxn>
                    <a:cxn ang="T107">
                      <a:pos x="T50" y="T51"/>
                    </a:cxn>
                    <a:cxn ang="T108">
                      <a:pos x="T52" y="T53"/>
                    </a:cxn>
                    <a:cxn ang="T109">
                      <a:pos x="T54" y="T55"/>
                    </a:cxn>
                    <a:cxn ang="T110">
                      <a:pos x="T56" y="T57"/>
                    </a:cxn>
                    <a:cxn ang="T111">
                      <a:pos x="T58" y="T59"/>
                    </a:cxn>
                    <a:cxn ang="T112">
                      <a:pos x="T60" y="T61"/>
                    </a:cxn>
                    <a:cxn ang="T113">
                      <a:pos x="T62" y="T63"/>
                    </a:cxn>
                    <a:cxn ang="T114">
                      <a:pos x="T64" y="T65"/>
                    </a:cxn>
                    <a:cxn ang="T115">
                      <a:pos x="T66" y="T67"/>
                    </a:cxn>
                    <a:cxn ang="T116">
                      <a:pos x="T68" y="T69"/>
                    </a:cxn>
                    <a:cxn ang="T117">
                      <a:pos x="T70" y="T71"/>
                    </a:cxn>
                    <a:cxn ang="T118">
                      <a:pos x="T72" y="T73"/>
                    </a:cxn>
                    <a:cxn ang="T119">
                      <a:pos x="T74" y="T75"/>
                    </a:cxn>
                    <a:cxn ang="T120">
                      <a:pos x="T76" y="T77"/>
                    </a:cxn>
                    <a:cxn ang="T121">
                      <a:pos x="T78" y="T79"/>
                    </a:cxn>
                    <a:cxn ang="T122">
                      <a:pos x="T80" y="T81"/>
                    </a:cxn>
                  </a:cxnLst>
                  <a:rect l="T123" t="T124" r="T125" b="T126"/>
                  <a:pathLst>
                    <a:path w="717" h="756">
                      <a:moveTo>
                        <a:pt x="0" y="756"/>
                      </a:moveTo>
                      <a:lnTo>
                        <a:pt x="52" y="167"/>
                      </a:lnTo>
                      <a:lnTo>
                        <a:pt x="64" y="384"/>
                      </a:lnTo>
                      <a:lnTo>
                        <a:pt x="90" y="103"/>
                      </a:lnTo>
                      <a:lnTo>
                        <a:pt x="116" y="519"/>
                      </a:lnTo>
                      <a:lnTo>
                        <a:pt x="135" y="487"/>
                      </a:lnTo>
                      <a:lnTo>
                        <a:pt x="135" y="359"/>
                      </a:lnTo>
                      <a:lnTo>
                        <a:pt x="167" y="71"/>
                      </a:lnTo>
                      <a:lnTo>
                        <a:pt x="192" y="244"/>
                      </a:lnTo>
                      <a:lnTo>
                        <a:pt x="205" y="96"/>
                      </a:lnTo>
                      <a:lnTo>
                        <a:pt x="218" y="615"/>
                      </a:lnTo>
                      <a:lnTo>
                        <a:pt x="244" y="397"/>
                      </a:lnTo>
                      <a:lnTo>
                        <a:pt x="282" y="519"/>
                      </a:lnTo>
                      <a:lnTo>
                        <a:pt x="308" y="308"/>
                      </a:lnTo>
                      <a:lnTo>
                        <a:pt x="333" y="442"/>
                      </a:lnTo>
                      <a:lnTo>
                        <a:pt x="346" y="352"/>
                      </a:lnTo>
                      <a:lnTo>
                        <a:pt x="365" y="384"/>
                      </a:lnTo>
                      <a:lnTo>
                        <a:pt x="378" y="135"/>
                      </a:lnTo>
                      <a:lnTo>
                        <a:pt x="391" y="301"/>
                      </a:lnTo>
                      <a:lnTo>
                        <a:pt x="384" y="519"/>
                      </a:lnTo>
                      <a:lnTo>
                        <a:pt x="404" y="679"/>
                      </a:lnTo>
                      <a:lnTo>
                        <a:pt x="429" y="628"/>
                      </a:lnTo>
                      <a:lnTo>
                        <a:pt x="442" y="480"/>
                      </a:lnTo>
                      <a:lnTo>
                        <a:pt x="455" y="391"/>
                      </a:lnTo>
                      <a:lnTo>
                        <a:pt x="436" y="506"/>
                      </a:lnTo>
                      <a:lnTo>
                        <a:pt x="461" y="352"/>
                      </a:lnTo>
                      <a:lnTo>
                        <a:pt x="474" y="455"/>
                      </a:lnTo>
                      <a:lnTo>
                        <a:pt x="493" y="519"/>
                      </a:lnTo>
                      <a:lnTo>
                        <a:pt x="512" y="410"/>
                      </a:lnTo>
                      <a:lnTo>
                        <a:pt x="532" y="186"/>
                      </a:lnTo>
                      <a:lnTo>
                        <a:pt x="544" y="231"/>
                      </a:lnTo>
                      <a:lnTo>
                        <a:pt x="570" y="148"/>
                      </a:lnTo>
                      <a:lnTo>
                        <a:pt x="576" y="301"/>
                      </a:lnTo>
                      <a:lnTo>
                        <a:pt x="576" y="730"/>
                      </a:lnTo>
                      <a:lnTo>
                        <a:pt x="647" y="0"/>
                      </a:lnTo>
                      <a:lnTo>
                        <a:pt x="647" y="250"/>
                      </a:lnTo>
                      <a:lnTo>
                        <a:pt x="660" y="333"/>
                      </a:lnTo>
                      <a:lnTo>
                        <a:pt x="685" y="192"/>
                      </a:lnTo>
                      <a:lnTo>
                        <a:pt x="711" y="340"/>
                      </a:lnTo>
                      <a:lnTo>
                        <a:pt x="698" y="429"/>
                      </a:lnTo>
                      <a:lnTo>
                        <a:pt x="717" y="461"/>
                      </a:lnTo>
                    </a:path>
                  </a:pathLst>
                </a:custGeom>
                <a:noFill/>
                <a:ln w="9525">
                  <a:solidFill>
                    <a:srgbClr val="FF0000"/>
                  </a:solidFill>
                  <a:round/>
                  <a:headEnd/>
                  <a:tailEnd/>
                </a:ln>
              </p:spPr>
              <p:txBody>
                <a:bodyPr/>
                <a:lstStyle/>
                <a:p>
                  <a:endParaRPr lang="en-GB" sz="1600"/>
                </a:p>
              </p:txBody>
            </p:sp>
            <p:sp>
              <p:nvSpPr>
                <p:cNvPr id="14521" name="Freeform 252"/>
                <p:cNvSpPr>
                  <a:spLocks/>
                </p:cNvSpPr>
                <p:nvPr/>
              </p:nvSpPr>
              <p:spPr bwMode="auto">
                <a:xfrm flipH="1">
                  <a:off x="4698" y="1100"/>
                  <a:ext cx="313" cy="756"/>
                </a:xfrm>
                <a:custGeom>
                  <a:avLst/>
                  <a:gdLst>
                    <a:gd name="T0" fmla="*/ 0 w 717"/>
                    <a:gd name="T1" fmla="*/ 756 h 756"/>
                    <a:gd name="T2" fmla="*/ 4 w 717"/>
                    <a:gd name="T3" fmla="*/ 167 h 756"/>
                    <a:gd name="T4" fmla="*/ 5 w 717"/>
                    <a:gd name="T5" fmla="*/ 384 h 756"/>
                    <a:gd name="T6" fmla="*/ 7 w 717"/>
                    <a:gd name="T7" fmla="*/ 103 h 756"/>
                    <a:gd name="T8" fmla="*/ 10 w 717"/>
                    <a:gd name="T9" fmla="*/ 519 h 756"/>
                    <a:gd name="T10" fmla="*/ 11 w 717"/>
                    <a:gd name="T11" fmla="*/ 487 h 756"/>
                    <a:gd name="T12" fmla="*/ 11 w 717"/>
                    <a:gd name="T13" fmla="*/ 359 h 756"/>
                    <a:gd name="T14" fmla="*/ 14 w 717"/>
                    <a:gd name="T15" fmla="*/ 71 h 756"/>
                    <a:gd name="T16" fmla="*/ 16 w 717"/>
                    <a:gd name="T17" fmla="*/ 244 h 756"/>
                    <a:gd name="T18" fmla="*/ 17 w 717"/>
                    <a:gd name="T19" fmla="*/ 96 h 756"/>
                    <a:gd name="T20" fmla="*/ 18 w 717"/>
                    <a:gd name="T21" fmla="*/ 615 h 756"/>
                    <a:gd name="T22" fmla="*/ 21 w 717"/>
                    <a:gd name="T23" fmla="*/ 397 h 756"/>
                    <a:gd name="T24" fmla="*/ 24 w 717"/>
                    <a:gd name="T25" fmla="*/ 519 h 756"/>
                    <a:gd name="T26" fmla="*/ 25 w 717"/>
                    <a:gd name="T27" fmla="*/ 308 h 756"/>
                    <a:gd name="T28" fmla="*/ 28 w 717"/>
                    <a:gd name="T29" fmla="*/ 442 h 756"/>
                    <a:gd name="T30" fmla="*/ 29 w 717"/>
                    <a:gd name="T31" fmla="*/ 352 h 756"/>
                    <a:gd name="T32" fmla="*/ 30 w 717"/>
                    <a:gd name="T33" fmla="*/ 384 h 756"/>
                    <a:gd name="T34" fmla="*/ 31 w 717"/>
                    <a:gd name="T35" fmla="*/ 135 h 756"/>
                    <a:gd name="T36" fmla="*/ 33 w 717"/>
                    <a:gd name="T37" fmla="*/ 301 h 756"/>
                    <a:gd name="T38" fmla="*/ 32 w 717"/>
                    <a:gd name="T39" fmla="*/ 519 h 756"/>
                    <a:gd name="T40" fmla="*/ 34 w 717"/>
                    <a:gd name="T41" fmla="*/ 679 h 756"/>
                    <a:gd name="T42" fmla="*/ 36 w 717"/>
                    <a:gd name="T43" fmla="*/ 628 h 756"/>
                    <a:gd name="T44" fmla="*/ 37 w 717"/>
                    <a:gd name="T45" fmla="*/ 480 h 756"/>
                    <a:gd name="T46" fmla="*/ 38 w 717"/>
                    <a:gd name="T47" fmla="*/ 391 h 756"/>
                    <a:gd name="T48" fmla="*/ 36 w 717"/>
                    <a:gd name="T49" fmla="*/ 506 h 756"/>
                    <a:gd name="T50" fmla="*/ 38 w 717"/>
                    <a:gd name="T51" fmla="*/ 352 h 756"/>
                    <a:gd name="T52" fmla="*/ 39 w 717"/>
                    <a:gd name="T53" fmla="*/ 455 h 756"/>
                    <a:gd name="T54" fmla="*/ 41 w 717"/>
                    <a:gd name="T55" fmla="*/ 519 h 756"/>
                    <a:gd name="T56" fmla="*/ 43 w 717"/>
                    <a:gd name="T57" fmla="*/ 410 h 756"/>
                    <a:gd name="T58" fmla="*/ 44 w 717"/>
                    <a:gd name="T59" fmla="*/ 186 h 756"/>
                    <a:gd name="T60" fmla="*/ 45 w 717"/>
                    <a:gd name="T61" fmla="*/ 231 h 756"/>
                    <a:gd name="T62" fmla="*/ 48 w 717"/>
                    <a:gd name="T63" fmla="*/ 148 h 756"/>
                    <a:gd name="T64" fmla="*/ 48 w 717"/>
                    <a:gd name="T65" fmla="*/ 301 h 756"/>
                    <a:gd name="T66" fmla="*/ 48 w 717"/>
                    <a:gd name="T67" fmla="*/ 730 h 756"/>
                    <a:gd name="T68" fmla="*/ 54 w 717"/>
                    <a:gd name="T69" fmla="*/ 0 h 756"/>
                    <a:gd name="T70" fmla="*/ 54 w 717"/>
                    <a:gd name="T71" fmla="*/ 250 h 756"/>
                    <a:gd name="T72" fmla="*/ 55 w 717"/>
                    <a:gd name="T73" fmla="*/ 333 h 756"/>
                    <a:gd name="T74" fmla="*/ 57 w 717"/>
                    <a:gd name="T75" fmla="*/ 192 h 756"/>
                    <a:gd name="T76" fmla="*/ 59 w 717"/>
                    <a:gd name="T77" fmla="*/ 340 h 756"/>
                    <a:gd name="T78" fmla="*/ 58 w 717"/>
                    <a:gd name="T79" fmla="*/ 429 h 756"/>
                    <a:gd name="T80" fmla="*/ 60 w 717"/>
                    <a:gd name="T81" fmla="*/ 461 h 756"/>
                    <a:gd name="T82" fmla="*/ 0 60000 65536"/>
                    <a:gd name="T83" fmla="*/ 0 60000 65536"/>
                    <a:gd name="T84" fmla="*/ 0 60000 65536"/>
                    <a:gd name="T85" fmla="*/ 0 60000 65536"/>
                    <a:gd name="T86" fmla="*/ 0 60000 65536"/>
                    <a:gd name="T87" fmla="*/ 0 60000 65536"/>
                    <a:gd name="T88" fmla="*/ 0 60000 65536"/>
                    <a:gd name="T89" fmla="*/ 0 60000 65536"/>
                    <a:gd name="T90" fmla="*/ 0 60000 65536"/>
                    <a:gd name="T91" fmla="*/ 0 60000 65536"/>
                    <a:gd name="T92" fmla="*/ 0 60000 65536"/>
                    <a:gd name="T93" fmla="*/ 0 60000 65536"/>
                    <a:gd name="T94" fmla="*/ 0 60000 65536"/>
                    <a:gd name="T95" fmla="*/ 0 60000 65536"/>
                    <a:gd name="T96" fmla="*/ 0 60000 65536"/>
                    <a:gd name="T97" fmla="*/ 0 60000 65536"/>
                    <a:gd name="T98" fmla="*/ 0 60000 65536"/>
                    <a:gd name="T99" fmla="*/ 0 60000 65536"/>
                    <a:gd name="T100" fmla="*/ 0 60000 65536"/>
                    <a:gd name="T101" fmla="*/ 0 60000 65536"/>
                    <a:gd name="T102" fmla="*/ 0 60000 65536"/>
                    <a:gd name="T103" fmla="*/ 0 60000 65536"/>
                    <a:gd name="T104" fmla="*/ 0 60000 65536"/>
                    <a:gd name="T105" fmla="*/ 0 60000 65536"/>
                    <a:gd name="T106" fmla="*/ 0 60000 65536"/>
                    <a:gd name="T107" fmla="*/ 0 60000 65536"/>
                    <a:gd name="T108" fmla="*/ 0 60000 65536"/>
                    <a:gd name="T109" fmla="*/ 0 60000 65536"/>
                    <a:gd name="T110" fmla="*/ 0 60000 65536"/>
                    <a:gd name="T111" fmla="*/ 0 60000 65536"/>
                    <a:gd name="T112" fmla="*/ 0 60000 65536"/>
                    <a:gd name="T113" fmla="*/ 0 60000 65536"/>
                    <a:gd name="T114" fmla="*/ 0 60000 65536"/>
                    <a:gd name="T115" fmla="*/ 0 60000 65536"/>
                    <a:gd name="T116" fmla="*/ 0 60000 65536"/>
                    <a:gd name="T117" fmla="*/ 0 60000 65536"/>
                    <a:gd name="T118" fmla="*/ 0 60000 65536"/>
                    <a:gd name="T119" fmla="*/ 0 60000 65536"/>
                    <a:gd name="T120" fmla="*/ 0 60000 65536"/>
                    <a:gd name="T121" fmla="*/ 0 60000 65536"/>
                    <a:gd name="T122" fmla="*/ 0 60000 65536"/>
                    <a:gd name="T123" fmla="*/ 0 w 717"/>
                    <a:gd name="T124" fmla="*/ 0 h 756"/>
                    <a:gd name="T125" fmla="*/ 717 w 717"/>
                    <a:gd name="T126" fmla="*/ 756 h 756"/>
                  </a:gdLst>
                  <a:ahLst/>
                  <a:cxnLst>
                    <a:cxn ang="T82">
                      <a:pos x="T0" y="T1"/>
                    </a:cxn>
                    <a:cxn ang="T83">
                      <a:pos x="T2" y="T3"/>
                    </a:cxn>
                    <a:cxn ang="T84">
                      <a:pos x="T4" y="T5"/>
                    </a:cxn>
                    <a:cxn ang="T85">
                      <a:pos x="T6" y="T7"/>
                    </a:cxn>
                    <a:cxn ang="T86">
                      <a:pos x="T8" y="T9"/>
                    </a:cxn>
                    <a:cxn ang="T87">
                      <a:pos x="T10" y="T11"/>
                    </a:cxn>
                    <a:cxn ang="T88">
                      <a:pos x="T12" y="T13"/>
                    </a:cxn>
                    <a:cxn ang="T89">
                      <a:pos x="T14" y="T15"/>
                    </a:cxn>
                    <a:cxn ang="T90">
                      <a:pos x="T16" y="T17"/>
                    </a:cxn>
                    <a:cxn ang="T91">
                      <a:pos x="T18" y="T19"/>
                    </a:cxn>
                    <a:cxn ang="T92">
                      <a:pos x="T20" y="T21"/>
                    </a:cxn>
                    <a:cxn ang="T93">
                      <a:pos x="T22" y="T23"/>
                    </a:cxn>
                    <a:cxn ang="T94">
                      <a:pos x="T24" y="T25"/>
                    </a:cxn>
                    <a:cxn ang="T95">
                      <a:pos x="T26" y="T27"/>
                    </a:cxn>
                    <a:cxn ang="T96">
                      <a:pos x="T28" y="T29"/>
                    </a:cxn>
                    <a:cxn ang="T97">
                      <a:pos x="T30" y="T31"/>
                    </a:cxn>
                    <a:cxn ang="T98">
                      <a:pos x="T32" y="T33"/>
                    </a:cxn>
                    <a:cxn ang="T99">
                      <a:pos x="T34" y="T35"/>
                    </a:cxn>
                    <a:cxn ang="T100">
                      <a:pos x="T36" y="T37"/>
                    </a:cxn>
                    <a:cxn ang="T101">
                      <a:pos x="T38" y="T39"/>
                    </a:cxn>
                    <a:cxn ang="T102">
                      <a:pos x="T40" y="T41"/>
                    </a:cxn>
                    <a:cxn ang="T103">
                      <a:pos x="T42" y="T43"/>
                    </a:cxn>
                    <a:cxn ang="T104">
                      <a:pos x="T44" y="T45"/>
                    </a:cxn>
                    <a:cxn ang="T105">
                      <a:pos x="T46" y="T47"/>
                    </a:cxn>
                    <a:cxn ang="T106">
                      <a:pos x="T48" y="T49"/>
                    </a:cxn>
                    <a:cxn ang="T107">
                      <a:pos x="T50" y="T51"/>
                    </a:cxn>
                    <a:cxn ang="T108">
                      <a:pos x="T52" y="T53"/>
                    </a:cxn>
                    <a:cxn ang="T109">
                      <a:pos x="T54" y="T55"/>
                    </a:cxn>
                    <a:cxn ang="T110">
                      <a:pos x="T56" y="T57"/>
                    </a:cxn>
                    <a:cxn ang="T111">
                      <a:pos x="T58" y="T59"/>
                    </a:cxn>
                    <a:cxn ang="T112">
                      <a:pos x="T60" y="T61"/>
                    </a:cxn>
                    <a:cxn ang="T113">
                      <a:pos x="T62" y="T63"/>
                    </a:cxn>
                    <a:cxn ang="T114">
                      <a:pos x="T64" y="T65"/>
                    </a:cxn>
                    <a:cxn ang="T115">
                      <a:pos x="T66" y="T67"/>
                    </a:cxn>
                    <a:cxn ang="T116">
                      <a:pos x="T68" y="T69"/>
                    </a:cxn>
                    <a:cxn ang="T117">
                      <a:pos x="T70" y="T71"/>
                    </a:cxn>
                    <a:cxn ang="T118">
                      <a:pos x="T72" y="T73"/>
                    </a:cxn>
                    <a:cxn ang="T119">
                      <a:pos x="T74" y="T75"/>
                    </a:cxn>
                    <a:cxn ang="T120">
                      <a:pos x="T76" y="T77"/>
                    </a:cxn>
                    <a:cxn ang="T121">
                      <a:pos x="T78" y="T79"/>
                    </a:cxn>
                    <a:cxn ang="T122">
                      <a:pos x="T80" y="T81"/>
                    </a:cxn>
                  </a:cxnLst>
                  <a:rect l="T123" t="T124" r="T125" b="T126"/>
                  <a:pathLst>
                    <a:path w="717" h="756">
                      <a:moveTo>
                        <a:pt x="0" y="756"/>
                      </a:moveTo>
                      <a:lnTo>
                        <a:pt x="52" y="167"/>
                      </a:lnTo>
                      <a:lnTo>
                        <a:pt x="64" y="384"/>
                      </a:lnTo>
                      <a:lnTo>
                        <a:pt x="90" y="103"/>
                      </a:lnTo>
                      <a:lnTo>
                        <a:pt x="116" y="519"/>
                      </a:lnTo>
                      <a:lnTo>
                        <a:pt x="135" y="487"/>
                      </a:lnTo>
                      <a:lnTo>
                        <a:pt x="135" y="359"/>
                      </a:lnTo>
                      <a:lnTo>
                        <a:pt x="167" y="71"/>
                      </a:lnTo>
                      <a:lnTo>
                        <a:pt x="192" y="244"/>
                      </a:lnTo>
                      <a:lnTo>
                        <a:pt x="205" y="96"/>
                      </a:lnTo>
                      <a:lnTo>
                        <a:pt x="218" y="615"/>
                      </a:lnTo>
                      <a:lnTo>
                        <a:pt x="244" y="397"/>
                      </a:lnTo>
                      <a:lnTo>
                        <a:pt x="282" y="519"/>
                      </a:lnTo>
                      <a:lnTo>
                        <a:pt x="308" y="308"/>
                      </a:lnTo>
                      <a:lnTo>
                        <a:pt x="333" y="442"/>
                      </a:lnTo>
                      <a:lnTo>
                        <a:pt x="346" y="352"/>
                      </a:lnTo>
                      <a:lnTo>
                        <a:pt x="365" y="384"/>
                      </a:lnTo>
                      <a:lnTo>
                        <a:pt x="378" y="135"/>
                      </a:lnTo>
                      <a:lnTo>
                        <a:pt x="391" y="301"/>
                      </a:lnTo>
                      <a:lnTo>
                        <a:pt x="384" y="519"/>
                      </a:lnTo>
                      <a:lnTo>
                        <a:pt x="404" y="679"/>
                      </a:lnTo>
                      <a:lnTo>
                        <a:pt x="429" y="628"/>
                      </a:lnTo>
                      <a:lnTo>
                        <a:pt x="442" y="480"/>
                      </a:lnTo>
                      <a:lnTo>
                        <a:pt x="455" y="391"/>
                      </a:lnTo>
                      <a:lnTo>
                        <a:pt x="436" y="506"/>
                      </a:lnTo>
                      <a:lnTo>
                        <a:pt x="461" y="352"/>
                      </a:lnTo>
                      <a:lnTo>
                        <a:pt x="474" y="455"/>
                      </a:lnTo>
                      <a:lnTo>
                        <a:pt x="493" y="519"/>
                      </a:lnTo>
                      <a:lnTo>
                        <a:pt x="512" y="410"/>
                      </a:lnTo>
                      <a:lnTo>
                        <a:pt x="532" y="186"/>
                      </a:lnTo>
                      <a:lnTo>
                        <a:pt x="544" y="231"/>
                      </a:lnTo>
                      <a:lnTo>
                        <a:pt x="570" y="148"/>
                      </a:lnTo>
                      <a:lnTo>
                        <a:pt x="576" y="301"/>
                      </a:lnTo>
                      <a:lnTo>
                        <a:pt x="576" y="730"/>
                      </a:lnTo>
                      <a:lnTo>
                        <a:pt x="647" y="0"/>
                      </a:lnTo>
                      <a:lnTo>
                        <a:pt x="647" y="250"/>
                      </a:lnTo>
                      <a:lnTo>
                        <a:pt x="660" y="333"/>
                      </a:lnTo>
                      <a:lnTo>
                        <a:pt x="685" y="192"/>
                      </a:lnTo>
                      <a:lnTo>
                        <a:pt x="711" y="340"/>
                      </a:lnTo>
                      <a:lnTo>
                        <a:pt x="698" y="429"/>
                      </a:lnTo>
                      <a:lnTo>
                        <a:pt x="717" y="461"/>
                      </a:lnTo>
                    </a:path>
                  </a:pathLst>
                </a:custGeom>
                <a:noFill/>
                <a:ln w="9525">
                  <a:solidFill>
                    <a:srgbClr val="FF0000"/>
                  </a:solidFill>
                  <a:round/>
                  <a:headEnd/>
                  <a:tailEnd/>
                </a:ln>
              </p:spPr>
              <p:txBody>
                <a:bodyPr/>
                <a:lstStyle/>
                <a:p>
                  <a:endParaRPr lang="en-GB" sz="1600"/>
                </a:p>
              </p:txBody>
            </p:sp>
          </p:grpSp>
          <p:grpSp>
            <p:nvGrpSpPr>
              <p:cNvPr id="14342" name="Group 253"/>
              <p:cNvGrpSpPr>
                <a:grpSpLocks/>
              </p:cNvGrpSpPr>
              <p:nvPr/>
            </p:nvGrpSpPr>
            <p:grpSpPr bwMode="auto">
              <a:xfrm flipH="1">
                <a:off x="4569" y="1098"/>
                <a:ext cx="590" cy="801"/>
                <a:chOff x="3462" y="1100"/>
                <a:chExt cx="1549" cy="801"/>
              </a:xfrm>
            </p:grpSpPr>
            <p:sp>
              <p:nvSpPr>
                <p:cNvPr id="14512" name="Freeform 254"/>
                <p:cNvSpPr>
                  <a:spLocks/>
                </p:cNvSpPr>
                <p:nvPr/>
              </p:nvSpPr>
              <p:spPr bwMode="auto">
                <a:xfrm>
                  <a:off x="3462" y="1126"/>
                  <a:ext cx="313" cy="756"/>
                </a:xfrm>
                <a:custGeom>
                  <a:avLst/>
                  <a:gdLst>
                    <a:gd name="T0" fmla="*/ 0 w 717"/>
                    <a:gd name="T1" fmla="*/ 756 h 756"/>
                    <a:gd name="T2" fmla="*/ 4 w 717"/>
                    <a:gd name="T3" fmla="*/ 167 h 756"/>
                    <a:gd name="T4" fmla="*/ 5 w 717"/>
                    <a:gd name="T5" fmla="*/ 384 h 756"/>
                    <a:gd name="T6" fmla="*/ 7 w 717"/>
                    <a:gd name="T7" fmla="*/ 103 h 756"/>
                    <a:gd name="T8" fmla="*/ 10 w 717"/>
                    <a:gd name="T9" fmla="*/ 519 h 756"/>
                    <a:gd name="T10" fmla="*/ 11 w 717"/>
                    <a:gd name="T11" fmla="*/ 487 h 756"/>
                    <a:gd name="T12" fmla="*/ 11 w 717"/>
                    <a:gd name="T13" fmla="*/ 359 h 756"/>
                    <a:gd name="T14" fmla="*/ 14 w 717"/>
                    <a:gd name="T15" fmla="*/ 71 h 756"/>
                    <a:gd name="T16" fmla="*/ 16 w 717"/>
                    <a:gd name="T17" fmla="*/ 244 h 756"/>
                    <a:gd name="T18" fmla="*/ 17 w 717"/>
                    <a:gd name="T19" fmla="*/ 96 h 756"/>
                    <a:gd name="T20" fmla="*/ 18 w 717"/>
                    <a:gd name="T21" fmla="*/ 615 h 756"/>
                    <a:gd name="T22" fmla="*/ 21 w 717"/>
                    <a:gd name="T23" fmla="*/ 397 h 756"/>
                    <a:gd name="T24" fmla="*/ 24 w 717"/>
                    <a:gd name="T25" fmla="*/ 519 h 756"/>
                    <a:gd name="T26" fmla="*/ 25 w 717"/>
                    <a:gd name="T27" fmla="*/ 308 h 756"/>
                    <a:gd name="T28" fmla="*/ 28 w 717"/>
                    <a:gd name="T29" fmla="*/ 442 h 756"/>
                    <a:gd name="T30" fmla="*/ 29 w 717"/>
                    <a:gd name="T31" fmla="*/ 352 h 756"/>
                    <a:gd name="T32" fmla="*/ 30 w 717"/>
                    <a:gd name="T33" fmla="*/ 384 h 756"/>
                    <a:gd name="T34" fmla="*/ 31 w 717"/>
                    <a:gd name="T35" fmla="*/ 135 h 756"/>
                    <a:gd name="T36" fmla="*/ 33 w 717"/>
                    <a:gd name="T37" fmla="*/ 301 h 756"/>
                    <a:gd name="T38" fmla="*/ 32 w 717"/>
                    <a:gd name="T39" fmla="*/ 519 h 756"/>
                    <a:gd name="T40" fmla="*/ 34 w 717"/>
                    <a:gd name="T41" fmla="*/ 679 h 756"/>
                    <a:gd name="T42" fmla="*/ 36 w 717"/>
                    <a:gd name="T43" fmla="*/ 628 h 756"/>
                    <a:gd name="T44" fmla="*/ 37 w 717"/>
                    <a:gd name="T45" fmla="*/ 480 h 756"/>
                    <a:gd name="T46" fmla="*/ 38 w 717"/>
                    <a:gd name="T47" fmla="*/ 391 h 756"/>
                    <a:gd name="T48" fmla="*/ 36 w 717"/>
                    <a:gd name="T49" fmla="*/ 506 h 756"/>
                    <a:gd name="T50" fmla="*/ 38 w 717"/>
                    <a:gd name="T51" fmla="*/ 352 h 756"/>
                    <a:gd name="T52" fmla="*/ 39 w 717"/>
                    <a:gd name="T53" fmla="*/ 455 h 756"/>
                    <a:gd name="T54" fmla="*/ 41 w 717"/>
                    <a:gd name="T55" fmla="*/ 519 h 756"/>
                    <a:gd name="T56" fmla="*/ 43 w 717"/>
                    <a:gd name="T57" fmla="*/ 410 h 756"/>
                    <a:gd name="T58" fmla="*/ 44 w 717"/>
                    <a:gd name="T59" fmla="*/ 186 h 756"/>
                    <a:gd name="T60" fmla="*/ 45 w 717"/>
                    <a:gd name="T61" fmla="*/ 231 h 756"/>
                    <a:gd name="T62" fmla="*/ 48 w 717"/>
                    <a:gd name="T63" fmla="*/ 148 h 756"/>
                    <a:gd name="T64" fmla="*/ 48 w 717"/>
                    <a:gd name="T65" fmla="*/ 301 h 756"/>
                    <a:gd name="T66" fmla="*/ 48 w 717"/>
                    <a:gd name="T67" fmla="*/ 730 h 756"/>
                    <a:gd name="T68" fmla="*/ 54 w 717"/>
                    <a:gd name="T69" fmla="*/ 0 h 756"/>
                    <a:gd name="T70" fmla="*/ 54 w 717"/>
                    <a:gd name="T71" fmla="*/ 250 h 756"/>
                    <a:gd name="T72" fmla="*/ 55 w 717"/>
                    <a:gd name="T73" fmla="*/ 333 h 756"/>
                    <a:gd name="T74" fmla="*/ 57 w 717"/>
                    <a:gd name="T75" fmla="*/ 192 h 756"/>
                    <a:gd name="T76" fmla="*/ 59 w 717"/>
                    <a:gd name="T77" fmla="*/ 340 h 756"/>
                    <a:gd name="T78" fmla="*/ 58 w 717"/>
                    <a:gd name="T79" fmla="*/ 429 h 756"/>
                    <a:gd name="T80" fmla="*/ 60 w 717"/>
                    <a:gd name="T81" fmla="*/ 461 h 756"/>
                    <a:gd name="T82" fmla="*/ 0 60000 65536"/>
                    <a:gd name="T83" fmla="*/ 0 60000 65536"/>
                    <a:gd name="T84" fmla="*/ 0 60000 65536"/>
                    <a:gd name="T85" fmla="*/ 0 60000 65536"/>
                    <a:gd name="T86" fmla="*/ 0 60000 65536"/>
                    <a:gd name="T87" fmla="*/ 0 60000 65536"/>
                    <a:gd name="T88" fmla="*/ 0 60000 65536"/>
                    <a:gd name="T89" fmla="*/ 0 60000 65536"/>
                    <a:gd name="T90" fmla="*/ 0 60000 65536"/>
                    <a:gd name="T91" fmla="*/ 0 60000 65536"/>
                    <a:gd name="T92" fmla="*/ 0 60000 65536"/>
                    <a:gd name="T93" fmla="*/ 0 60000 65536"/>
                    <a:gd name="T94" fmla="*/ 0 60000 65536"/>
                    <a:gd name="T95" fmla="*/ 0 60000 65536"/>
                    <a:gd name="T96" fmla="*/ 0 60000 65536"/>
                    <a:gd name="T97" fmla="*/ 0 60000 65536"/>
                    <a:gd name="T98" fmla="*/ 0 60000 65536"/>
                    <a:gd name="T99" fmla="*/ 0 60000 65536"/>
                    <a:gd name="T100" fmla="*/ 0 60000 65536"/>
                    <a:gd name="T101" fmla="*/ 0 60000 65536"/>
                    <a:gd name="T102" fmla="*/ 0 60000 65536"/>
                    <a:gd name="T103" fmla="*/ 0 60000 65536"/>
                    <a:gd name="T104" fmla="*/ 0 60000 65536"/>
                    <a:gd name="T105" fmla="*/ 0 60000 65536"/>
                    <a:gd name="T106" fmla="*/ 0 60000 65536"/>
                    <a:gd name="T107" fmla="*/ 0 60000 65536"/>
                    <a:gd name="T108" fmla="*/ 0 60000 65536"/>
                    <a:gd name="T109" fmla="*/ 0 60000 65536"/>
                    <a:gd name="T110" fmla="*/ 0 60000 65536"/>
                    <a:gd name="T111" fmla="*/ 0 60000 65536"/>
                    <a:gd name="T112" fmla="*/ 0 60000 65536"/>
                    <a:gd name="T113" fmla="*/ 0 60000 65536"/>
                    <a:gd name="T114" fmla="*/ 0 60000 65536"/>
                    <a:gd name="T115" fmla="*/ 0 60000 65536"/>
                    <a:gd name="T116" fmla="*/ 0 60000 65536"/>
                    <a:gd name="T117" fmla="*/ 0 60000 65536"/>
                    <a:gd name="T118" fmla="*/ 0 60000 65536"/>
                    <a:gd name="T119" fmla="*/ 0 60000 65536"/>
                    <a:gd name="T120" fmla="*/ 0 60000 65536"/>
                    <a:gd name="T121" fmla="*/ 0 60000 65536"/>
                    <a:gd name="T122" fmla="*/ 0 60000 65536"/>
                    <a:gd name="T123" fmla="*/ 0 w 717"/>
                    <a:gd name="T124" fmla="*/ 0 h 756"/>
                    <a:gd name="T125" fmla="*/ 717 w 717"/>
                    <a:gd name="T126" fmla="*/ 756 h 756"/>
                  </a:gdLst>
                  <a:ahLst/>
                  <a:cxnLst>
                    <a:cxn ang="T82">
                      <a:pos x="T0" y="T1"/>
                    </a:cxn>
                    <a:cxn ang="T83">
                      <a:pos x="T2" y="T3"/>
                    </a:cxn>
                    <a:cxn ang="T84">
                      <a:pos x="T4" y="T5"/>
                    </a:cxn>
                    <a:cxn ang="T85">
                      <a:pos x="T6" y="T7"/>
                    </a:cxn>
                    <a:cxn ang="T86">
                      <a:pos x="T8" y="T9"/>
                    </a:cxn>
                    <a:cxn ang="T87">
                      <a:pos x="T10" y="T11"/>
                    </a:cxn>
                    <a:cxn ang="T88">
                      <a:pos x="T12" y="T13"/>
                    </a:cxn>
                    <a:cxn ang="T89">
                      <a:pos x="T14" y="T15"/>
                    </a:cxn>
                    <a:cxn ang="T90">
                      <a:pos x="T16" y="T17"/>
                    </a:cxn>
                    <a:cxn ang="T91">
                      <a:pos x="T18" y="T19"/>
                    </a:cxn>
                    <a:cxn ang="T92">
                      <a:pos x="T20" y="T21"/>
                    </a:cxn>
                    <a:cxn ang="T93">
                      <a:pos x="T22" y="T23"/>
                    </a:cxn>
                    <a:cxn ang="T94">
                      <a:pos x="T24" y="T25"/>
                    </a:cxn>
                    <a:cxn ang="T95">
                      <a:pos x="T26" y="T27"/>
                    </a:cxn>
                    <a:cxn ang="T96">
                      <a:pos x="T28" y="T29"/>
                    </a:cxn>
                    <a:cxn ang="T97">
                      <a:pos x="T30" y="T31"/>
                    </a:cxn>
                    <a:cxn ang="T98">
                      <a:pos x="T32" y="T33"/>
                    </a:cxn>
                    <a:cxn ang="T99">
                      <a:pos x="T34" y="T35"/>
                    </a:cxn>
                    <a:cxn ang="T100">
                      <a:pos x="T36" y="T37"/>
                    </a:cxn>
                    <a:cxn ang="T101">
                      <a:pos x="T38" y="T39"/>
                    </a:cxn>
                    <a:cxn ang="T102">
                      <a:pos x="T40" y="T41"/>
                    </a:cxn>
                    <a:cxn ang="T103">
                      <a:pos x="T42" y="T43"/>
                    </a:cxn>
                    <a:cxn ang="T104">
                      <a:pos x="T44" y="T45"/>
                    </a:cxn>
                    <a:cxn ang="T105">
                      <a:pos x="T46" y="T47"/>
                    </a:cxn>
                    <a:cxn ang="T106">
                      <a:pos x="T48" y="T49"/>
                    </a:cxn>
                    <a:cxn ang="T107">
                      <a:pos x="T50" y="T51"/>
                    </a:cxn>
                    <a:cxn ang="T108">
                      <a:pos x="T52" y="T53"/>
                    </a:cxn>
                    <a:cxn ang="T109">
                      <a:pos x="T54" y="T55"/>
                    </a:cxn>
                    <a:cxn ang="T110">
                      <a:pos x="T56" y="T57"/>
                    </a:cxn>
                    <a:cxn ang="T111">
                      <a:pos x="T58" y="T59"/>
                    </a:cxn>
                    <a:cxn ang="T112">
                      <a:pos x="T60" y="T61"/>
                    </a:cxn>
                    <a:cxn ang="T113">
                      <a:pos x="T62" y="T63"/>
                    </a:cxn>
                    <a:cxn ang="T114">
                      <a:pos x="T64" y="T65"/>
                    </a:cxn>
                    <a:cxn ang="T115">
                      <a:pos x="T66" y="T67"/>
                    </a:cxn>
                    <a:cxn ang="T116">
                      <a:pos x="T68" y="T69"/>
                    </a:cxn>
                    <a:cxn ang="T117">
                      <a:pos x="T70" y="T71"/>
                    </a:cxn>
                    <a:cxn ang="T118">
                      <a:pos x="T72" y="T73"/>
                    </a:cxn>
                    <a:cxn ang="T119">
                      <a:pos x="T74" y="T75"/>
                    </a:cxn>
                    <a:cxn ang="T120">
                      <a:pos x="T76" y="T77"/>
                    </a:cxn>
                    <a:cxn ang="T121">
                      <a:pos x="T78" y="T79"/>
                    </a:cxn>
                    <a:cxn ang="T122">
                      <a:pos x="T80" y="T81"/>
                    </a:cxn>
                  </a:cxnLst>
                  <a:rect l="T123" t="T124" r="T125" b="T126"/>
                  <a:pathLst>
                    <a:path w="717" h="756">
                      <a:moveTo>
                        <a:pt x="0" y="756"/>
                      </a:moveTo>
                      <a:lnTo>
                        <a:pt x="52" y="167"/>
                      </a:lnTo>
                      <a:lnTo>
                        <a:pt x="64" y="384"/>
                      </a:lnTo>
                      <a:lnTo>
                        <a:pt x="90" y="103"/>
                      </a:lnTo>
                      <a:lnTo>
                        <a:pt x="116" y="519"/>
                      </a:lnTo>
                      <a:lnTo>
                        <a:pt x="135" y="487"/>
                      </a:lnTo>
                      <a:lnTo>
                        <a:pt x="135" y="359"/>
                      </a:lnTo>
                      <a:lnTo>
                        <a:pt x="167" y="71"/>
                      </a:lnTo>
                      <a:lnTo>
                        <a:pt x="192" y="244"/>
                      </a:lnTo>
                      <a:lnTo>
                        <a:pt x="205" y="96"/>
                      </a:lnTo>
                      <a:lnTo>
                        <a:pt x="218" y="615"/>
                      </a:lnTo>
                      <a:lnTo>
                        <a:pt x="244" y="397"/>
                      </a:lnTo>
                      <a:lnTo>
                        <a:pt x="282" y="519"/>
                      </a:lnTo>
                      <a:lnTo>
                        <a:pt x="308" y="308"/>
                      </a:lnTo>
                      <a:lnTo>
                        <a:pt x="333" y="442"/>
                      </a:lnTo>
                      <a:lnTo>
                        <a:pt x="346" y="352"/>
                      </a:lnTo>
                      <a:lnTo>
                        <a:pt x="365" y="384"/>
                      </a:lnTo>
                      <a:lnTo>
                        <a:pt x="378" y="135"/>
                      </a:lnTo>
                      <a:lnTo>
                        <a:pt x="391" y="301"/>
                      </a:lnTo>
                      <a:lnTo>
                        <a:pt x="384" y="519"/>
                      </a:lnTo>
                      <a:lnTo>
                        <a:pt x="404" y="679"/>
                      </a:lnTo>
                      <a:lnTo>
                        <a:pt x="429" y="628"/>
                      </a:lnTo>
                      <a:lnTo>
                        <a:pt x="442" y="480"/>
                      </a:lnTo>
                      <a:lnTo>
                        <a:pt x="455" y="391"/>
                      </a:lnTo>
                      <a:lnTo>
                        <a:pt x="436" y="506"/>
                      </a:lnTo>
                      <a:lnTo>
                        <a:pt x="461" y="352"/>
                      </a:lnTo>
                      <a:lnTo>
                        <a:pt x="474" y="455"/>
                      </a:lnTo>
                      <a:lnTo>
                        <a:pt x="493" y="519"/>
                      </a:lnTo>
                      <a:lnTo>
                        <a:pt x="512" y="410"/>
                      </a:lnTo>
                      <a:lnTo>
                        <a:pt x="532" y="186"/>
                      </a:lnTo>
                      <a:lnTo>
                        <a:pt x="544" y="231"/>
                      </a:lnTo>
                      <a:lnTo>
                        <a:pt x="570" y="148"/>
                      </a:lnTo>
                      <a:lnTo>
                        <a:pt x="576" y="301"/>
                      </a:lnTo>
                      <a:lnTo>
                        <a:pt x="576" y="730"/>
                      </a:lnTo>
                      <a:lnTo>
                        <a:pt x="647" y="0"/>
                      </a:lnTo>
                      <a:lnTo>
                        <a:pt x="647" y="250"/>
                      </a:lnTo>
                      <a:lnTo>
                        <a:pt x="660" y="333"/>
                      </a:lnTo>
                      <a:lnTo>
                        <a:pt x="685" y="192"/>
                      </a:lnTo>
                      <a:lnTo>
                        <a:pt x="711" y="340"/>
                      </a:lnTo>
                      <a:lnTo>
                        <a:pt x="698" y="429"/>
                      </a:lnTo>
                      <a:lnTo>
                        <a:pt x="717" y="461"/>
                      </a:lnTo>
                    </a:path>
                  </a:pathLst>
                </a:custGeom>
                <a:noFill/>
                <a:ln w="9525">
                  <a:solidFill>
                    <a:srgbClr val="FF0000"/>
                  </a:solidFill>
                  <a:round/>
                  <a:headEnd/>
                  <a:tailEnd/>
                </a:ln>
              </p:spPr>
              <p:txBody>
                <a:bodyPr/>
                <a:lstStyle/>
                <a:p>
                  <a:endParaRPr lang="en-GB" sz="1600"/>
                </a:p>
              </p:txBody>
            </p:sp>
            <p:sp>
              <p:nvSpPr>
                <p:cNvPr id="14513" name="Freeform 255"/>
                <p:cNvSpPr>
                  <a:spLocks/>
                </p:cNvSpPr>
                <p:nvPr/>
              </p:nvSpPr>
              <p:spPr bwMode="auto">
                <a:xfrm flipH="1" flipV="1">
                  <a:off x="3770" y="1145"/>
                  <a:ext cx="313" cy="756"/>
                </a:xfrm>
                <a:custGeom>
                  <a:avLst/>
                  <a:gdLst>
                    <a:gd name="T0" fmla="*/ 0 w 717"/>
                    <a:gd name="T1" fmla="*/ 756 h 756"/>
                    <a:gd name="T2" fmla="*/ 4 w 717"/>
                    <a:gd name="T3" fmla="*/ 167 h 756"/>
                    <a:gd name="T4" fmla="*/ 5 w 717"/>
                    <a:gd name="T5" fmla="*/ 384 h 756"/>
                    <a:gd name="T6" fmla="*/ 7 w 717"/>
                    <a:gd name="T7" fmla="*/ 103 h 756"/>
                    <a:gd name="T8" fmla="*/ 10 w 717"/>
                    <a:gd name="T9" fmla="*/ 519 h 756"/>
                    <a:gd name="T10" fmla="*/ 11 w 717"/>
                    <a:gd name="T11" fmla="*/ 487 h 756"/>
                    <a:gd name="T12" fmla="*/ 11 w 717"/>
                    <a:gd name="T13" fmla="*/ 359 h 756"/>
                    <a:gd name="T14" fmla="*/ 14 w 717"/>
                    <a:gd name="T15" fmla="*/ 71 h 756"/>
                    <a:gd name="T16" fmla="*/ 16 w 717"/>
                    <a:gd name="T17" fmla="*/ 244 h 756"/>
                    <a:gd name="T18" fmla="*/ 17 w 717"/>
                    <a:gd name="T19" fmla="*/ 96 h 756"/>
                    <a:gd name="T20" fmla="*/ 18 w 717"/>
                    <a:gd name="T21" fmla="*/ 615 h 756"/>
                    <a:gd name="T22" fmla="*/ 21 w 717"/>
                    <a:gd name="T23" fmla="*/ 397 h 756"/>
                    <a:gd name="T24" fmla="*/ 24 w 717"/>
                    <a:gd name="T25" fmla="*/ 519 h 756"/>
                    <a:gd name="T26" fmla="*/ 25 w 717"/>
                    <a:gd name="T27" fmla="*/ 308 h 756"/>
                    <a:gd name="T28" fmla="*/ 28 w 717"/>
                    <a:gd name="T29" fmla="*/ 442 h 756"/>
                    <a:gd name="T30" fmla="*/ 29 w 717"/>
                    <a:gd name="T31" fmla="*/ 352 h 756"/>
                    <a:gd name="T32" fmla="*/ 30 w 717"/>
                    <a:gd name="T33" fmla="*/ 384 h 756"/>
                    <a:gd name="T34" fmla="*/ 31 w 717"/>
                    <a:gd name="T35" fmla="*/ 135 h 756"/>
                    <a:gd name="T36" fmla="*/ 33 w 717"/>
                    <a:gd name="T37" fmla="*/ 301 h 756"/>
                    <a:gd name="T38" fmla="*/ 32 w 717"/>
                    <a:gd name="T39" fmla="*/ 519 h 756"/>
                    <a:gd name="T40" fmla="*/ 34 w 717"/>
                    <a:gd name="T41" fmla="*/ 679 h 756"/>
                    <a:gd name="T42" fmla="*/ 36 w 717"/>
                    <a:gd name="T43" fmla="*/ 628 h 756"/>
                    <a:gd name="T44" fmla="*/ 37 w 717"/>
                    <a:gd name="T45" fmla="*/ 480 h 756"/>
                    <a:gd name="T46" fmla="*/ 38 w 717"/>
                    <a:gd name="T47" fmla="*/ 391 h 756"/>
                    <a:gd name="T48" fmla="*/ 36 w 717"/>
                    <a:gd name="T49" fmla="*/ 506 h 756"/>
                    <a:gd name="T50" fmla="*/ 38 w 717"/>
                    <a:gd name="T51" fmla="*/ 352 h 756"/>
                    <a:gd name="T52" fmla="*/ 39 w 717"/>
                    <a:gd name="T53" fmla="*/ 455 h 756"/>
                    <a:gd name="T54" fmla="*/ 41 w 717"/>
                    <a:gd name="T55" fmla="*/ 519 h 756"/>
                    <a:gd name="T56" fmla="*/ 43 w 717"/>
                    <a:gd name="T57" fmla="*/ 410 h 756"/>
                    <a:gd name="T58" fmla="*/ 44 w 717"/>
                    <a:gd name="T59" fmla="*/ 186 h 756"/>
                    <a:gd name="T60" fmla="*/ 45 w 717"/>
                    <a:gd name="T61" fmla="*/ 231 h 756"/>
                    <a:gd name="T62" fmla="*/ 48 w 717"/>
                    <a:gd name="T63" fmla="*/ 148 h 756"/>
                    <a:gd name="T64" fmla="*/ 48 w 717"/>
                    <a:gd name="T65" fmla="*/ 301 h 756"/>
                    <a:gd name="T66" fmla="*/ 48 w 717"/>
                    <a:gd name="T67" fmla="*/ 730 h 756"/>
                    <a:gd name="T68" fmla="*/ 54 w 717"/>
                    <a:gd name="T69" fmla="*/ 0 h 756"/>
                    <a:gd name="T70" fmla="*/ 54 w 717"/>
                    <a:gd name="T71" fmla="*/ 250 h 756"/>
                    <a:gd name="T72" fmla="*/ 55 w 717"/>
                    <a:gd name="T73" fmla="*/ 333 h 756"/>
                    <a:gd name="T74" fmla="*/ 57 w 717"/>
                    <a:gd name="T75" fmla="*/ 192 h 756"/>
                    <a:gd name="T76" fmla="*/ 59 w 717"/>
                    <a:gd name="T77" fmla="*/ 340 h 756"/>
                    <a:gd name="T78" fmla="*/ 58 w 717"/>
                    <a:gd name="T79" fmla="*/ 429 h 756"/>
                    <a:gd name="T80" fmla="*/ 60 w 717"/>
                    <a:gd name="T81" fmla="*/ 461 h 756"/>
                    <a:gd name="T82" fmla="*/ 0 60000 65536"/>
                    <a:gd name="T83" fmla="*/ 0 60000 65536"/>
                    <a:gd name="T84" fmla="*/ 0 60000 65536"/>
                    <a:gd name="T85" fmla="*/ 0 60000 65536"/>
                    <a:gd name="T86" fmla="*/ 0 60000 65536"/>
                    <a:gd name="T87" fmla="*/ 0 60000 65536"/>
                    <a:gd name="T88" fmla="*/ 0 60000 65536"/>
                    <a:gd name="T89" fmla="*/ 0 60000 65536"/>
                    <a:gd name="T90" fmla="*/ 0 60000 65536"/>
                    <a:gd name="T91" fmla="*/ 0 60000 65536"/>
                    <a:gd name="T92" fmla="*/ 0 60000 65536"/>
                    <a:gd name="T93" fmla="*/ 0 60000 65536"/>
                    <a:gd name="T94" fmla="*/ 0 60000 65536"/>
                    <a:gd name="T95" fmla="*/ 0 60000 65536"/>
                    <a:gd name="T96" fmla="*/ 0 60000 65536"/>
                    <a:gd name="T97" fmla="*/ 0 60000 65536"/>
                    <a:gd name="T98" fmla="*/ 0 60000 65536"/>
                    <a:gd name="T99" fmla="*/ 0 60000 65536"/>
                    <a:gd name="T100" fmla="*/ 0 60000 65536"/>
                    <a:gd name="T101" fmla="*/ 0 60000 65536"/>
                    <a:gd name="T102" fmla="*/ 0 60000 65536"/>
                    <a:gd name="T103" fmla="*/ 0 60000 65536"/>
                    <a:gd name="T104" fmla="*/ 0 60000 65536"/>
                    <a:gd name="T105" fmla="*/ 0 60000 65536"/>
                    <a:gd name="T106" fmla="*/ 0 60000 65536"/>
                    <a:gd name="T107" fmla="*/ 0 60000 65536"/>
                    <a:gd name="T108" fmla="*/ 0 60000 65536"/>
                    <a:gd name="T109" fmla="*/ 0 60000 65536"/>
                    <a:gd name="T110" fmla="*/ 0 60000 65536"/>
                    <a:gd name="T111" fmla="*/ 0 60000 65536"/>
                    <a:gd name="T112" fmla="*/ 0 60000 65536"/>
                    <a:gd name="T113" fmla="*/ 0 60000 65536"/>
                    <a:gd name="T114" fmla="*/ 0 60000 65536"/>
                    <a:gd name="T115" fmla="*/ 0 60000 65536"/>
                    <a:gd name="T116" fmla="*/ 0 60000 65536"/>
                    <a:gd name="T117" fmla="*/ 0 60000 65536"/>
                    <a:gd name="T118" fmla="*/ 0 60000 65536"/>
                    <a:gd name="T119" fmla="*/ 0 60000 65536"/>
                    <a:gd name="T120" fmla="*/ 0 60000 65536"/>
                    <a:gd name="T121" fmla="*/ 0 60000 65536"/>
                    <a:gd name="T122" fmla="*/ 0 60000 65536"/>
                    <a:gd name="T123" fmla="*/ 0 w 717"/>
                    <a:gd name="T124" fmla="*/ 0 h 756"/>
                    <a:gd name="T125" fmla="*/ 717 w 717"/>
                    <a:gd name="T126" fmla="*/ 756 h 756"/>
                  </a:gdLst>
                  <a:ahLst/>
                  <a:cxnLst>
                    <a:cxn ang="T82">
                      <a:pos x="T0" y="T1"/>
                    </a:cxn>
                    <a:cxn ang="T83">
                      <a:pos x="T2" y="T3"/>
                    </a:cxn>
                    <a:cxn ang="T84">
                      <a:pos x="T4" y="T5"/>
                    </a:cxn>
                    <a:cxn ang="T85">
                      <a:pos x="T6" y="T7"/>
                    </a:cxn>
                    <a:cxn ang="T86">
                      <a:pos x="T8" y="T9"/>
                    </a:cxn>
                    <a:cxn ang="T87">
                      <a:pos x="T10" y="T11"/>
                    </a:cxn>
                    <a:cxn ang="T88">
                      <a:pos x="T12" y="T13"/>
                    </a:cxn>
                    <a:cxn ang="T89">
                      <a:pos x="T14" y="T15"/>
                    </a:cxn>
                    <a:cxn ang="T90">
                      <a:pos x="T16" y="T17"/>
                    </a:cxn>
                    <a:cxn ang="T91">
                      <a:pos x="T18" y="T19"/>
                    </a:cxn>
                    <a:cxn ang="T92">
                      <a:pos x="T20" y="T21"/>
                    </a:cxn>
                    <a:cxn ang="T93">
                      <a:pos x="T22" y="T23"/>
                    </a:cxn>
                    <a:cxn ang="T94">
                      <a:pos x="T24" y="T25"/>
                    </a:cxn>
                    <a:cxn ang="T95">
                      <a:pos x="T26" y="T27"/>
                    </a:cxn>
                    <a:cxn ang="T96">
                      <a:pos x="T28" y="T29"/>
                    </a:cxn>
                    <a:cxn ang="T97">
                      <a:pos x="T30" y="T31"/>
                    </a:cxn>
                    <a:cxn ang="T98">
                      <a:pos x="T32" y="T33"/>
                    </a:cxn>
                    <a:cxn ang="T99">
                      <a:pos x="T34" y="T35"/>
                    </a:cxn>
                    <a:cxn ang="T100">
                      <a:pos x="T36" y="T37"/>
                    </a:cxn>
                    <a:cxn ang="T101">
                      <a:pos x="T38" y="T39"/>
                    </a:cxn>
                    <a:cxn ang="T102">
                      <a:pos x="T40" y="T41"/>
                    </a:cxn>
                    <a:cxn ang="T103">
                      <a:pos x="T42" y="T43"/>
                    </a:cxn>
                    <a:cxn ang="T104">
                      <a:pos x="T44" y="T45"/>
                    </a:cxn>
                    <a:cxn ang="T105">
                      <a:pos x="T46" y="T47"/>
                    </a:cxn>
                    <a:cxn ang="T106">
                      <a:pos x="T48" y="T49"/>
                    </a:cxn>
                    <a:cxn ang="T107">
                      <a:pos x="T50" y="T51"/>
                    </a:cxn>
                    <a:cxn ang="T108">
                      <a:pos x="T52" y="T53"/>
                    </a:cxn>
                    <a:cxn ang="T109">
                      <a:pos x="T54" y="T55"/>
                    </a:cxn>
                    <a:cxn ang="T110">
                      <a:pos x="T56" y="T57"/>
                    </a:cxn>
                    <a:cxn ang="T111">
                      <a:pos x="T58" y="T59"/>
                    </a:cxn>
                    <a:cxn ang="T112">
                      <a:pos x="T60" y="T61"/>
                    </a:cxn>
                    <a:cxn ang="T113">
                      <a:pos x="T62" y="T63"/>
                    </a:cxn>
                    <a:cxn ang="T114">
                      <a:pos x="T64" y="T65"/>
                    </a:cxn>
                    <a:cxn ang="T115">
                      <a:pos x="T66" y="T67"/>
                    </a:cxn>
                    <a:cxn ang="T116">
                      <a:pos x="T68" y="T69"/>
                    </a:cxn>
                    <a:cxn ang="T117">
                      <a:pos x="T70" y="T71"/>
                    </a:cxn>
                    <a:cxn ang="T118">
                      <a:pos x="T72" y="T73"/>
                    </a:cxn>
                    <a:cxn ang="T119">
                      <a:pos x="T74" y="T75"/>
                    </a:cxn>
                    <a:cxn ang="T120">
                      <a:pos x="T76" y="T77"/>
                    </a:cxn>
                    <a:cxn ang="T121">
                      <a:pos x="T78" y="T79"/>
                    </a:cxn>
                    <a:cxn ang="T122">
                      <a:pos x="T80" y="T81"/>
                    </a:cxn>
                  </a:cxnLst>
                  <a:rect l="T123" t="T124" r="T125" b="T126"/>
                  <a:pathLst>
                    <a:path w="717" h="756">
                      <a:moveTo>
                        <a:pt x="0" y="756"/>
                      </a:moveTo>
                      <a:lnTo>
                        <a:pt x="52" y="167"/>
                      </a:lnTo>
                      <a:lnTo>
                        <a:pt x="64" y="384"/>
                      </a:lnTo>
                      <a:lnTo>
                        <a:pt x="90" y="103"/>
                      </a:lnTo>
                      <a:lnTo>
                        <a:pt x="116" y="519"/>
                      </a:lnTo>
                      <a:lnTo>
                        <a:pt x="135" y="487"/>
                      </a:lnTo>
                      <a:lnTo>
                        <a:pt x="135" y="359"/>
                      </a:lnTo>
                      <a:lnTo>
                        <a:pt x="167" y="71"/>
                      </a:lnTo>
                      <a:lnTo>
                        <a:pt x="192" y="244"/>
                      </a:lnTo>
                      <a:lnTo>
                        <a:pt x="205" y="96"/>
                      </a:lnTo>
                      <a:lnTo>
                        <a:pt x="218" y="615"/>
                      </a:lnTo>
                      <a:lnTo>
                        <a:pt x="244" y="397"/>
                      </a:lnTo>
                      <a:lnTo>
                        <a:pt x="282" y="519"/>
                      </a:lnTo>
                      <a:lnTo>
                        <a:pt x="308" y="308"/>
                      </a:lnTo>
                      <a:lnTo>
                        <a:pt x="333" y="442"/>
                      </a:lnTo>
                      <a:lnTo>
                        <a:pt x="346" y="352"/>
                      </a:lnTo>
                      <a:lnTo>
                        <a:pt x="365" y="384"/>
                      </a:lnTo>
                      <a:lnTo>
                        <a:pt x="378" y="135"/>
                      </a:lnTo>
                      <a:lnTo>
                        <a:pt x="391" y="301"/>
                      </a:lnTo>
                      <a:lnTo>
                        <a:pt x="384" y="519"/>
                      </a:lnTo>
                      <a:lnTo>
                        <a:pt x="404" y="679"/>
                      </a:lnTo>
                      <a:lnTo>
                        <a:pt x="429" y="628"/>
                      </a:lnTo>
                      <a:lnTo>
                        <a:pt x="442" y="480"/>
                      </a:lnTo>
                      <a:lnTo>
                        <a:pt x="455" y="391"/>
                      </a:lnTo>
                      <a:lnTo>
                        <a:pt x="436" y="506"/>
                      </a:lnTo>
                      <a:lnTo>
                        <a:pt x="461" y="352"/>
                      </a:lnTo>
                      <a:lnTo>
                        <a:pt x="474" y="455"/>
                      </a:lnTo>
                      <a:lnTo>
                        <a:pt x="493" y="519"/>
                      </a:lnTo>
                      <a:lnTo>
                        <a:pt x="512" y="410"/>
                      </a:lnTo>
                      <a:lnTo>
                        <a:pt x="532" y="186"/>
                      </a:lnTo>
                      <a:lnTo>
                        <a:pt x="544" y="231"/>
                      </a:lnTo>
                      <a:lnTo>
                        <a:pt x="570" y="148"/>
                      </a:lnTo>
                      <a:lnTo>
                        <a:pt x="576" y="301"/>
                      </a:lnTo>
                      <a:lnTo>
                        <a:pt x="576" y="730"/>
                      </a:lnTo>
                      <a:lnTo>
                        <a:pt x="647" y="0"/>
                      </a:lnTo>
                      <a:lnTo>
                        <a:pt x="647" y="250"/>
                      </a:lnTo>
                      <a:lnTo>
                        <a:pt x="660" y="333"/>
                      </a:lnTo>
                      <a:lnTo>
                        <a:pt x="685" y="192"/>
                      </a:lnTo>
                      <a:lnTo>
                        <a:pt x="711" y="340"/>
                      </a:lnTo>
                      <a:lnTo>
                        <a:pt x="698" y="429"/>
                      </a:lnTo>
                      <a:lnTo>
                        <a:pt x="717" y="461"/>
                      </a:lnTo>
                    </a:path>
                  </a:pathLst>
                </a:custGeom>
                <a:noFill/>
                <a:ln w="9525">
                  <a:solidFill>
                    <a:srgbClr val="FF0000"/>
                  </a:solidFill>
                  <a:round/>
                  <a:headEnd/>
                  <a:tailEnd/>
                </a:ln>
              </p:spPr>
              <p:txBody>
                <a:bodyPr/>
                <a:lstStyle/>
                <a:p>
                  <a:endParaRPr lang="en-GB" sz="1600"/>
                </a:p>
              </p:txBody>
            </p:sp>
            <p:sp>
              <p:nvSpPr>
                <p:cNvPr id="14514" name="Freeform 256"/>
                <p:cNvSpPr>
                  <a:spLocks/>
                </p:cNvSpPr>
                <p:nvPr/>
              </p:nvSpPr>
              <p:spPr bwMode="auto">
                <a:xfrm flipH="1">
                  <a:off x="4077" y="1119"/>
                  <a:ext cx="313" cy="756"/>
                </a:xfrm>
                <a:custGeom>
                  <a:avLst/>
                  <a:gdLst>
                    <a:gd name="T0" fmla="*/ 0 w 717"/>
                    <a:gd name="T1" fmla="*/ 756 h 756"/>
                    <a:gd name="T2" fmla="*/ 4 w 717"/>
                    <a:gd name="T3" fmla="*/ 167 h 756"/>
                    <a:gd name="T4" fmla="*/ 5 w 717"/>
                    <a:gd name="T5" fmla="*/ 384 h 756"/>
                    <a:gd name="T6" fmla="*/ 7 w 717"/>
                    <a:gd name="T7" fmla="*/ 103 h 756"/>
                    <a:gd name="T8" fmla="*/ 10 w 717"/>
                    <a:gd name="T9" fmla="*/ 519 h 756"/>
                    <a:gd name="T10" fmla="*/ 11 w 717"/>
                    <a:gd name="T11" fmla="*/ 487 h 756"/>
                    <a:gd name="T12" fmla="*/ 11 w 717"/>
                    <a:gd name="T13" fmla="*/ 359 h 756"/>
                    <a:gd name="T14" fmla="*/ 14 w 717"/>
                    <a:gd name="T15" fmla="*/ 71 h 756"/>
                    <a:gd name="T16" fmla="*/ 16 w 717"/>
                    <a:gd name="T17" fmla="*/ 244 h 756"/>
                    <a:gd name="T18" fmla="*/ 17 w 717"/>
                    <a:gd name="T19" fmla="*/ 96 h 756"/>
                    <a:gd name="T20" fmla="*/ 18 w 717"/>
                    <a:gd name="T21" fmla="*/ 615 h 756"/>
                    <a:gd name="T22" fmla="*/ 21 w 717"/>
                    <a:gd name="T23" fmla="*/ 397 h 756"/>
                    <a:gd name="T24" fmla="*/ 24 w 717"/>
                    <a:gd name="T25" fmla="*/ 519 h 756"/>
                    <a:gd name="T26" fmla="*/ 25 w 717"/>
                    <a:gd name="T27" fmla="*/ 308 h 756"/>
                    <a:gd name="T28" fmla="*/ 28 w 717"/>
                    <a:gd name="T29" fmla="*/ 442 h 756"/>
                    <a:gd name="T30" fmla="*/ 29 w 717"/>
                    <a:gd name="T31" fmla="*/ 352 h 756"/>
                    <a:gd name="T32" fmla="*/ 30 w 717"/>
                    <a:gd name="T33" fmla="*/ 384 h 756"/>
                    <a:gd name="T34" fmla="*/ 31 w 717"/>
                    <a:gd name="T35" fmla="*/ 135 h 756"/>
                    <a:gd name="T36" fmla="*/ 33 w 717"/>
                    <a:gd name="T37" fmla="*/ 301 h 756"/>
                    <a:gd name="T38" fmla="*/ 32 w 717"/>
                    <a:gd name="T39" fmla="*/ 519 h 756"/>
                    <a:gd name="T40" fmla="*/ 34 w 717"/>
                    <a:gd name="T41" fmla="*/ 679 h 756"/>
                    <a:gd name="T42" fmla="*/ 36 w 717"/>
                    <a:gd name="T43" fmla="*/ 628 h 756"/>
                    <a:gd name="T44" fmla="*/ 37 w 717"/>
                    <a:gd name="T45" fmla="*/ 480 h 756"/>
                    <a:gd name="T46" fmla="*/ 38 w 717"/>
                    <a:gd name="T47" fmla="*/ 391 h 756"/>
                    <a:gd name="T48" fmla="*/ 36 w 717"/>
                    <a:gd name="T49" fmla="*/ 506 h 756"/>
                    <a:gd name="T50" fmla="*/ 38 w 717"/>
                    <a:gd name="T51" fmla="*/ 352 h 756"/>
                    <a:gd name="T52" fmla="*/ 39 w 717"/>
                    <a:gd name="T53" fmla="*/ 455 h 756"/>
                    <a:gd name="T54" fmla="*/ 41 w 717"/>
                    <a:gd name="T55" fmla="*/ 519 h 756"/>
                    <a:gd name="T56" fmla="*/ 43 w 717"/>
                    <a:gd name="T57" fmla="*/ 410 h 756"/>
                    <a:gd name="T58" fmla="*/ 44 w 717"/>
                    <a:gd name="T59" fmla="*/ 186 h 756"/>
                    <a:gd name="T60" fmla="*/ 45 w 717"/>
                    <a:gd name="T61" fmla="*/ 231 h 756"/>
                    <a:gd name="T62" fmla="*/ 48 w 717"/>
                    <a:gd name="T63" fmla="*/ 148 h 756"/>
                    <a:gd name="T64" fmla="*/ 48 w 717"/>
                    <a:gd name="T65" fmla="*/ 301 h 756"/>
                    <a:gd name="T66" fmla="*/ 48 w 717"/>
                    <a:gd name="T67" fmla="*/ 730 h 756"/>
                    <a:gd name="T68" fmla="*/ 54 w 717"/>
                    <a:gd name="T69" fmla="*/ 0 h 756"/>
                    <a:gd name="T70" fmla="*/ 54 w 717"/>
                    <a:gd name="T71" fmla="*/ 250 h 756"/>
                    <a:gd name="T72" fmla="*/ 55 w 717"/>
                    <a:gd name="T73" fmla="*/ 333 h 756"/>
                    <a:gd name="T74" fmla="*/ 57 w 717"/>
                    <a:gd name="T75" fmla="*/ 192 h 756"/>
                    <a:gd name="T76" fmla="*/ 59 w 717"/>
                    <a:gd name="T77" fmla="*/ 340 h 756"/>
                    <a:gd name="T78" fmla="*/ 58 w 717"/>
                    <a:gd name="T79" fmla="*/ 429 h 756"/>
                    <a:gd name="T80" fmla="*/ 60 w 717"/>
                    <a:gd name="T81" fmla="*/ 461 h 756"/>
                    <a:gd name="T82" fmla="*/ 0 60000 65536"/>
                    <a:gd name="T83" fmla="*/ 0 60000 65536"/>
                    <a:gd name="T84" fmla="*/ 0 60000 65536"/>
                    <a:gd name="T85" fmla="*/ 0 60000 65536"/>
                    <a:gd name="T86" fmla="*/ 0 60000 65536"/>
                    <a:gd name="T87" fmla="*/ 0 60000 65536"/>
                    <a:gd name="T88" fmla="*/ 0 60000 65536"/>
                    <a:gd name="T89" fmla="*/ 0 60000 65536"/>
                    <a:gd name="T90" fmla="*/ 0 60000 65536"/>
                    <a:gd name="T91" fmla="*/ 0 60000 65536"/>
                    <a:gd name="T92" fmla="*/ 0 60000 65536"/>
                    <a:gd name="T93" fmla="*/ 0 60000 65536"/>
                    <a:gd name="T94" fmla="*/ 0 60000 65536"/>
                    <a:gd name="T95" fmla="*/ 0 60000 65536"/>
                    <a:gd name="T96" fmla="*/ 0 60000 65536"/>
                    <a:gd name="T97" fmla="*/ 0 60000 65536"/>
                    <a:gd name="T98" fmla="*/ 0 60000 65536"/>
                    <a:gd name="T99" fmla="*/ 0 60000 65536"/>
                    <a:gd name="T100" fmla="*/ 0 60000 65536"/>
                    <a:gd name="T101" fmla="*/ 0 60000 65536"/>
                    <a:gd name="T102" fmla="*/ 0 60000 65536"/>
                    <a:gd name="T103" fmla="*/ 0 60000 65536"/>
                    <a:gd name="T104" fmla="*/ 0 60000 65536"/>
                    <a:gd name="T105" fmla="*/ 0 60000 65536"/>
                    <a:gd name="T106" fmla="*/ 0 60000 65536"/>
                    <a:gd name="T107" fmla="*/ 0 60000 65536"/>
                    <a:gd name="T108" fmla="*/ 0 60000 65536"/>
                    <a:gd name="T109" fmla="*/ 0 60000 65536"/>
                    <a:gd name="T110" fmla="*/ 0 60000 65536"/>
                    <a:gd name="T111" fmla="*/ 0 60000 65536"/>
                    <a:gd name="T112" fmla="*/ 0 60000 65536"/>
                    <a:gd name="T113" fmla="*/ 0 60000 65536"/>
                    <a:gd name="T114" fmla="*/ 0 60000 65536"/>
                    <a:gd name="T115" fmla="*/ 0 60000 65536"/>
                    <a:gd name="T116" fmla="*/ 0 60000 65536"/>
                    <a:gd name="T117" fmla="*/ 0 60000 65536"/>
                    <a:gd name="T118" fmla="*/ 0 60000 65536"/>
                    <a:gd name="T119" fmla="*/ 0 60000 65536"/>
                    <a:gd name="T120" fmla="*/ 0 60000 65536"/>
                    <a:gd name="T121" fmla="*/ 0 60000 65536"/>
                    <a:gd name="T122" fmla="*/ 0 60000 65536"/>
                    <a:gd name="T123" fmla="*/ 0 w 717"/>
                    <a:gd name="T124" fmla="*/ 0 h 756"/>
                    <a:gd name="T125" fmla="*/ 717 w 717"/>
                    <a:gd name="T126" fmla="*/ 756 h 756"/>
                  </a:gdLst>
                  <a:ahLst/>
                  <a:cxnLst>
                    <a:cxn ang="T82">
                      <a:pos x="T0" y="T1"/>
                    </a:cxn>
                    <a:cxn ang="T83">
                      <a:pos x="T2" y="T3"/>
                    </a:cxn>
                    <a:cxn ang="T84">
                      <a:pos x="T4" y="T5"/>
                    </a:cxn>
                    <a:cxn ang="T85">
                      <a:pos x="T6" y="T7"/>
                    </a:cxn>
                    <a:cxn ang="T86">
                      <a:pos x="T8" y="T9"/>
                    </a:cxn>
                    <a:cxn ang="T87">
                      <a:pos x="T10" y="T11"/>
                    </a:cxn>
                    <a:cxn ang="T88">
                      <a:pos x="T12" y="T13"/>
                    </a:cxn>
                    <a:cxn ang="T89">
                      <a:pos x="T14" y="T15"/>
                    </a:cxn>
                    <a:cxn ang="T90">
                      <a:pos x="T16" y="T17"/>
                    </a:cxn>
                    <a:cxn ang="T91">
                      <a:pos x="T18" y="T19"/>
                    </a:cxn>
                    <a:cxn ang="T92">
                      <a:pos x="T20" y="T21"/>
                    </a:cxn>
                    <a:cxn ang="T93">
                      <a:pos x="T22" y="T23"/>
                    </a:cxn>
                    <a:cxn ang="T94">
                      <a:pos x="T24" y="T25"/>
                    </a:cxn>
                    <a:cxn ang="T95">
                      <a:pos x="T26" y="T27"/>
                    </a:cxn>
                    <a:cxn ang="T96">
                      <a:pos x="T28" y="T29"/>
                    </a:cxn>
                    <a:cxn ang="T97">
                      <a:pos x="T30" y="T31"/>
                    </a:cxn>
                    <a:cxn ang="T98">
                      <a:pos x="T32" y="T33"/>
                    </a:cxn>
                    <a:cxn ang="T99">
                      <a:pos x="T34" y="T35"/>
                    </a:cxn>
                    <a:cxn ang="T100">
                      <a:pos x="T36" y="T37"/>
                    </a:cxn>
                    <a:cxn ang="T101">
                      <a:pos x="T38" y="T39"/>
                    </a:cxn>
                    <a:cxn ang="T102">
                      <a:pos x="T40" y="T41"/>
                    </a:cxn>
                    <a:cxn ang="T103">
                      <a:pos x="T42" y="T43"/>
                    </a:cxn>
                    <a:cxn ang="T104">
                      <a:pos x="T44" y="T45"/>
                    </a:cxn>
                    <a:cxn ang="T105">
                      <a:pos x="T46" y="T47"/>
                    </a:cxn>
                    <a:cxn ang="T106">
                      <a:pos x="T48" y="T49"/>
                    </a:cxn>
                    <a:cxn ang="T107">
                      <a:pos x="T50" y="T51"/>
                    </a:cxn>
                    <a:cxn ang="T108">
                      <a:pos x="T52" y="T53"/>
                    </a:cxn>
                    <a:cxn ang="T109">
                      <a:pos x="T54" y="T55"/>
                    </a:cxn>
                    <a:cxn ang="T110">
                      <a:pos x="T56" y="T57"/>
                    </a:cxn>
                    <a:cxn ang="T111">
                      <a:pos x="T58" y="T59"/>
                    </a:cxn>
                    <a:cxn ang="T112">
                      <a:pos x="T60" y="T61"/>
                    </a:cxn>
                    <a:cxn ang="T113">
                      <a:pos x="T62" y="T63"/>
                    </a:cxn>
                    <a:cxn ang="T114">
                      <a:pos x="T64" y="T65"/>
                    </a:cxn>
                    <a:cxn ang="T115">
                      <a:pos x="T66" y="T67"/>
                    </a:cxn>
                    <a:cxn ang="T116">
                      <a:pos x="T68" y="T69"/>
                    </a:cxn>
                    <a:cxn ang="T117">
                      <a:pos x="T70" y="T71"/>
                    </a:cxn>
                    <a:cxn ang="T118">
                      <a:pos x="T72" y="T73"/>
                    </a:cxn>
                    <a:cxn ang="T119">
                      <a:pos x="T74" y="T75"/>
                    </a:cxn>
                    <a:cxn ang="T120">
                      <a:pos x="T76" y="T77"/>
                    </a:cxn>
                    <a:cxn ang="T121">
                      <a:pos x="T78" y="T79"/>
                    </a:cxn>
                    <a:cxn ang="T122">
                      <a:pos x="T80" y="T81"/>
                    </a:cxn>
                  </a:cxnLst>
                  <a:rect l="T123" t="T124" r="T125" b="T126"/>
                  <a:pathLst>
                    <a:path w="717" h="756">
                      <a:moveTo>
                        <a:pt x="0" y="756"/>
                      </a:moveTo>
                      <a:lnTo>
                        <a:pt x="52" y="167"/>
                      </a:lnTo>
                      <a:lnTo>
                        <a:pt x="64" y="384"/>
                      </a:lnTo>
                      <a:lnTo>
                        <a:pt x="90" y="103"/>
                      </a:lnTo>
                      <a:lnTo>
                        <a:pt x="116" y="519"/>
                      </a:lnTo>
                      <a:lnTo>
                        <a:pt x="135" y="487"/>
                      </a:lnTo>
                      <a:lnTo>
                        <a:pt x="135" y="359"/>
                      </a:lnTo>
                      <a:lnTo>
                        <a:pt x="167" y="71"/>
                      </a:lnTo>
                      <a:lnTo>
                        <a:pt x="192" y="244"/>
                      </a:lnTo>
                      <a:lnTo>
                        <a:pt x="205" y="96"/>
                      </a:lnTo>
                      <a:lnTo>
                        <a:pt x="218" y="615"/>
                      </a:lnTo>
                      <a:lnTo>
                        <a:pt x="244" y="397"/>
                      </a:lnTo>
                      <a:lnTo>
                        <a:pt x="282" y="519"/>
                      </a:lnTo>
                      <a:lnTo>
                        <a:pt x="308" y="308"/>
                      </a:lnTo>
                      <a:lnTo>
                        <a:pt x="333" y="442"/>
                      </a:lnTo>
                      <a:lnTo>
                        <a:pt x="346" y="352"/>
                      </a:lnTo>
                      <a:lnTo>
                        <a:pt x="365" y="384"/>
                      </a:lnTo>
                      <a:lnTo>
                        <a:pt x="378" y="135"/>
                      </a:lnTo>
                      <a:lnTo>
                        <a:pt x="391" y="301"/>
                      </a:lnTo>
                      <a:lnTo>
                        <a:pt x="384" y="519"/>
                      </a:lnTo>
                      <a:lnTo>
                        <a:pt x="404" y="679"/>
                      </a:lnTo>
                      <a:lnTo>
                        <a:pt x="429" y="628"/>
                      </a:lnTo>
                      <a:lnTo>
                        <a:pt x="442" y="480"/>
                      </a:lnTo>
                      <a:lnTo>
                        <a:pt x="455" y="391"/>
                      </a:lnTo>
                      <a:lnTo>
                        <a:pt x="436" y="506"/>
                      </a:lnTo>
                      <a:lnTo>
                        <a:pt x="461" y="352"/>
                      </a:lnTo>
                      <a:lnTo>
                        <a:pt x="474" y="455"/>
                      </a:lnTo>
                      <a:lnTo>
                        <a:pt x="493" y="519"/>
                      </a:lnTo>
                      <a:lnTo>
                        <a:pt x="512" y="410"/>
                      </a:lnTo>
                      <a:lnTo>
                        <a:pt x="532" y="186"/>
                      </a:lnTo>
                      <a:lnTo>
                        <a:pt x="544" y="231"/>
                      </a:lnTo>
                      <a:lnTo>
                        <a:pt x="570" y="148"/>
                      </a:lnTo>
                      <a:lnTo>
                        <a:pt x="576" y="301"/>
                      </a:lnTo>
                      <a:lnTo>
                        <a:pt x="576" y="730"/>
                      </a:lnTo>
                      <a:lnTo>
                        <a:pt x="647" y="0"/>
                      </a:lnTo>
                      <a:lnTo>
                        <a:pt x="647" y="250"/>
                      </a:lnTo>
                      <a:lnTo>
                        <a:pt x="660" y="333"/>
                      </a:lnTo>
                      <a:lnTo>
                        <a:pt x="685" y="192"/>
                      </a:lnTo>
                      <a:lnTo>
                        <a:pt x="711" y="340"/>
                      </a:lnTo>
                      <a:lnTo>
                        <a:pt x="698" y="429"/>
                      </a:lnTo>
                      <a:lnTo>
                        <a:pt x="717" y="461"/>
                      </a:lnTo>
                    </a:path>
                  </a:pathLst>
                </a:custGeom>
                <a:noFill/>
                <a:ln w="9525">
                  <a:solidFill>
                    <a:srgbClr val="FF0000"/>
                  </a:solidFill>
                  <a:round/>
                  <a:headEnd/>
                  <a:tailEnd/>
                </a:ln>
              </p:spPr>
              <p:txBody>
                <a:bodyPr/>
                <a:lstStyle/>
                <a:p>
                  <a:endParaRPr lang="en-GB" sz="1600"/>
                </a:p>
              </p:txBody>
            </p:sp>
            <p:sp>
              <p:nvSpPr>
                <p:cNvPr id="14515" name="Freeform 257"/>
                <p:cNvSpPr>
                  <a:spLocks/>
                </p:cNvSpPr>
                <p:nvPr/>
              </p:nvSpPr>
              <p:spPr bwMode="auto">
                <a:xfrm flipV="1">
                  <a:off x="4385" y="1138"/>
                  <a:ext cx="313" cy="756"/>
                </a:xfrm>
                <a:custGeom>
                  <a:avLst/>
                  <a:gdLst>
                    <a:gd name="T0" fmla="*/ 0 w 717"/>
                    <a:gd name="T1" fmla="*/ 756 h 756"/>
                    <a:gd name="T2" fmla="*/ 4 w 717"/>
                    <a:gd name="T3" fmla="*/ 167 h 756"/>
                    <a:gd name="T4" fmla="*/ 5 w 717"/>
                    <a:gd name="T5" fmla="*/ 384 h 756"/>
                    <a:gd name="T6" fmla="*/ 7 w 717"/>
                    <a:gd name="T7" fmla="*/ 103 h 756"/>
                    <a:gd name="T8" fmla="*/ 10 w 717"/>
                    <a:gd name="T9" fmla="*/ 519 h 756"/>
                    <a:gd name="T10" fmla="*/ 11 w 717"/>
                    <a:gd name="T11" fmla="*/ 487 h 756"/>
                    <a:gd name="T12" fmla="*/ 11 w 717"/>
                    <a:gd name="T13" fmla="*/ 359 h 756"/>
                    <a:gd name="T14" fmla="*/ 14 w 717"/>
                    <a:gd name="T15" fmla="*/ 71 h 756"/>
                    <a:gd name="T16" fmla="*/ 16 w 717"/>
                    <a:gd name="T17" fmla="*/ 244 h 756"/>
                    <a:gd name="T18" fmla="*/ 17 w 717"/>
                    <a:gd name="T19" fmla="*/ 96 h 756"/>
                    <a:gd name="T20" fmla="*/ 18 w 717"/>
                    <a:gd name="T21" fmla="*/ 615 h 756"/>
                    <a:gd name="T22" fmla="*/ 21 w 717"/>
                    <a:gd name="T23" fmla="*/ 397 h 756"/>
                    <a:gd name="T24" fmla="*/ 24 w 717"/>
                    <a:gd name="T25" fmla="*/ 519 h 756"/>
                    <a:gd name="T26" fmla="*/ 25 w 717"/>
                    <a:gd name="T27" fmla="*/ 308 h 756"/>
                    <a:gd name="T28" fmla="*/ 28 w 717"/>
                    <a:gd name="T29" fmla="*/ 442 h 756"/>
                    <a:gd name="T30" fmla="*/ 29 w 717"/>
                    <a:gd name="T31" fmla="*/ 352 h 756"/>
                    <a:gd name="T32" fmla="*/ 30 w 717"/>
                    <a:gd name="T33" fmla="*/ 384 h 756"/>
                    <a:gd name="T34" fmla="*/ 31 w 717"/>
                    <a:gd name="T35" fmla="*/ 135 h 756"/>
                    <a:gd name="T36" fmla="*/ 33 w 717"/>
                    <a:gd name="T37" fmla="*/ 301 h 756"/>
                    <a:gd name="T38" fmla="*/ 32 w 717"/>
                    <a:gd name="T39" fmla="*/ 519 h 756"/>
                    <a:gd name="T40" fmla="*/ 34 w 717"/>
                    <a:gd name="T41" fmla="*/ 679 h 756"/>
                    <a:gd name="T42" fmla="*/ 36 w 717"/>
                    <a:gd name="T43" fmla="*/ 628 h 756"/>
                    <a:gd name="T44" fmla="*/ 37 w 717"/>
                    <a:gd name="T45" fmla="*/ 480 h 756"/>
                    <a:gd name="T46" fmla="*/ 38 w 717"/>
                    <a:gd name="T47" fmla="*/ 391 h 756"/>
                    <a:gd name="T48" fmla="*/ 36 w 717"/>
                    <a:gd name="T49" fmla="*/ 506 h 756"/>
                    <a:gd name="T50" fmla="*/ 38 w 717"/>
                    <a:gd name="T51" fmla="*/ 352 h 756"/>
                    <a:gd name="T52" fmla="*/ 39 w 717"/>
                    <a:gd name="T53" fmla="*/ 455 h 756"/>
                    <a:gd name="T54" fmla="*/ 41 w 717"/>
                    <a:gd name="T55" fmla="*/ 519 h 756"/>
                    <a:gd name="T56" fmla="*/ 43 w 717"/>
                    <a:gd name="T57" fmla="*/ 410 h 756"/>
                    <a:gd name="T58" fmla="*/ 44 w 717"/>
                    <a:gd name="T59" fmla="*/ 186 h 756"/>
                    <a:gd name="T60" fmla="*/ 45 w 717"/>
                    <a:gd name="T61" fmla="*/ 231 h 756"/>
                    <a:gd name="T62" fmla="*/ 48 w 717"/>
                    <a:gd name="T63" fmla="*/ 148 h 756"/>
                    <a:gd name="T64" fmla="*/ 48 w 717"/>
                    <a:gd name="T65" fmla="*/ 301 h 756"/>
                    <a:gd name="T66" fmla="*/ 48 w 717"/>
                    <a:gd name="T67" fmla="*/ 730 h 756"/>
                    <a:gd name="T68" fmla="*/ 54 w 717"/>
                    <a:gd name="T69" fmla="*/ 0 h 756"/>
                    <a:gd name="T70" fmla="*/ 54 w 717"/>
                    <a:gd name="T71" fmla="*/ 250 h 756"/>
                    <a:gd name="T72" fmla="*/ 55 w 717"/>
                    <a:gd name="T73" fmla="*/ 333 h 756"/>
                    <a:gd name="T74" fmla="*/ 57 w 717"/>
                    <a:gd name="T75" fmla="*/ 192 h 756"/>
                    <a:gd name="T76" fmla="*/ 59 w 717"/>
                    <a:gd name="T77" fmla="*/ 340 h 756"/>
                    <a:gd name="T78" fmla="*/ 58 w 717"/>
                    <a:gd name="T79" fmla="*/ 429 h 756"/>
                    <a:gd name="T80" fmla="*/ 60 w 717"/>
                    <a:gd name="T81" fmla="*/ 461 h 756"/>
                    <a:gd name="T82" fmla="*/ 0 60000 65536"/>
                    <a:gd name="T83" fmla="*/ 0 60000 65536"/>
                    <a:gd name="T84" fmla="*/ 0 60000 65536"/>
                    <a:gd name="T85" fmla="*/ 0 60000 65536"/>
                    <a:gd name="T86" fmla="*/ 0 60000 65536"/>
                    <a:gd name="T87" fmla="*/ 0 60000 65536"/>
                    <a:gd name="T88" fmla="*/ 0 60000 65536"/>
                    <a:gd name="T89" fmla="*/ 0 60000 65536"/>
                    <a:gd name="T90" fmla="*/ 0 60000 65536"/>
                    <a:gd name="T91" fmla="*/ 0 60000 65536"/>
                    <a:gd name="T92" fmla="*/ 0 60000 65536"/>
                    <a:gd name="T93" fmla="*/ 0 60000 65536"/>
                    <a:gd name="T94" fmla="*/ 0 60000 65536"/>
                    <a:gd name="T95" fmla="*/ 0 60000 65536"/>
                    <a:gd name="T96" fmla="*/ 0 60000 65536"/>
                    <a:gd name="T97" fmla="*/ 0 60000 65536"/>
                    <a:gd name="T98" fmla="*/ 0 60000 65536"/>
                    <a:gd name="T99" fmla="*/ 0 60000 65536"/>
                    <a:gd name="T100" fmla="*/ 0 60000 65536"/>
                    <a:gd name="T101" fmla="*/ 0 60000 65536"/>
                    <a:gd name="T102" fmla="*/ 0 60000 65536"/>
                    <a:gd name="T103" fmla="*/ 0 60000 65536"/>
                    <a:gd name="T104" fmla="*/ 0 60000 65536"/>
                    <a:gd name="T105" fmla="*/ 0 60000 65536"/>
                    <a:gd name="T106" fmla="*/ 0 60000 65536"/>
                    <a:gd name="T107" fmla="*/ 0 60000 65536"/>
                    <a:gd name="T108" fmla="*/ 0 60000 65536"/>
                    <a:gd name="T109" fmla="*/ 0 60000 65536"/>
                    <a:gd name="T110" fmla="*/ 0 60000 65536"/>
                    <a:gd name="T111" fmla="*/ 0 60000 65536"/>
                    <a:gd name="T112" fmla="*/ 0 60000 65536"/>
                    <a:gd name="T113" fmla="*/ 0 60000 65536"/>
                    <a:gd name="T114" fmla="*/ 0 60000 65536"/>
                    <a:gd name="T115" fmla="*/ 0 60000 65536"/>
                    <a:gd name="T116" fmla="*/ 0 60000 65536"/>
                    <a:gd name="T117" fmla="*/ 0 60000 65536"/>
                    <a:gd name="T118" fmla="*/ 0 60000 65536"/>
                    <a:gd name="T119" fmla="*/ 0 60000 65536"/>
                    <a:gd name="T120" fmla="*/ 0 60000 65536"/>
                    <a:gd name="T121" fmla="*/ 0 60000 65536"/>
                    <a:gd name="T122" fmla="*/ 0 60000 65536"/>
                    <a:gd name="T123" fmla="*/ 0 w 717"/>
                    <a:gd name="T124" fmla="*/ 0 h 756"/>
                    <a:gd name="T125" fmla="*/ 717 w 717"/>
                    <a:gd name="T126" fmla="*/ 756 h 756"/>
                  </a:gdLst>
                  <a:ahLst/>
                  <a:cxnLst>
                    <a:cxn ang="T82">
                      <a:pos x="T0" y="T1"/>
                    </a:cxn>
                    <a:cxn ang="T83">
                      <a:pos x="T2" y="T3"/>
                    </a:cxn>
                    <a:cxn ang="T84">
                      <a:pos x="T4" y="T5"/>
                    </a:cxn>
                    <a:cxn ang="T85">
                      <a:pos x="T6" y="T7"/>
                    </a:cxn>
                    <a:cxn ang="T86">
                      <a:pos x="T8" y="T9"/>
                    </a:cxn>
                    <a:cxn ang="T87">
                      <a:pos x="T10" y="T11"/>
                    </a:cxn>
                    <a:cxn ang="T88">
                      <a:pos x="T12" y="T13"/>
                    </a:cxn>
                    <a:cxn ang="T89">
                      <a:pos x="T14" y="T15"/>
                    </a:cxn>
                    <a:cxn ang="T90">
                      <a:pos x="T16" y="T17"/>
                    </a:cxn>
                    <a:cxn ang="T91">
                      <a:pos x="T18" y="T19"/>
                    </a:cxn>
                    <a:cxn ang="T92">
                      <a:pos x="T20" y="T21"/>
                    </a:cxn>
                    <a:cxn ang="T93">
                      <a:pos x="T22" y="T23"/>
                    </a:cxn>
                    <a:cxn ang="T94">
                      <a:pos x="T24" y="T25"/>
                    </a:cxn>
                    <a:cxn ang="T95">
                      <a:pos x="T26" y="T27"/>
                    </a:cxn>
                    <a:cxn ang="T96">
                      <a:pos x="T28" y="T29"/>
                    </a:cxn>
                    <a:cxn ang="T97">
                      <a:pos x="T30" y="T31"/>
                    </a:cxn>
                    <a:cxn ang="T98">
                      <a:pos x="T32" y="T33"/>
                    </a:cxn>
                    <a:cxn ang="T99">
                      <a:pos x="T34" y="T35"/>
                    </a:cxn>
                    <a:cxn ang="T100">
                      <a:pos x="T36" y="T37"/>
                    </a:cxn>
                    <a:cxn ang="T101">
                      <a:pos x="T38" y="T39"/>
                    </a:cxn>
                    <a:cxn ang="T102">
                      <a:pos x="T40" y="T41"/>
                    </a:cxn>
                    <a:cxn ang="T103">
                      <a:pos x="T42" y="T43"/>
                    </a:cxn>
                    <a:cxn ang="T104">
                      <a:pos x="T44" y="T45"/>
                    </a:cxn>
                    <a:cxn ang="T105">
                      <a:pos x="T46" y="T47"/>
                    </a:cxn>
                    <a:cxn ang="T106">
                      <a:pos x="T48" y="T49"/>
                    </a:cxn>
                    <a:cxn ang="T107">
                      <a:pos x="T50" y="T51"/>
                    </a:cxn>
                    <a:cxn ang="T108">
                      <a:pos x="T52" y="T53"/>
                    </a:cxn>
                    <a:cxn ang="T109">
                      <a:pos x="T54" y="T55"/>
                    </a:cxn>
                    <a:cxn ang="T110">
                      <a:pos x="T56" y="T57"/>
                    </a:cxn>
                    <a:cxn ang="T111">
                      <a:pos x="T58" y="T59"/>
                    </a:cxn>
                    <a:cxn ang="T112">
                      <a:pos x="T60" y="T61"/>
                    </a:cxn>
                    <a:cxn ang="T113">
                      <a:pos x="T62" y="T63"/>
                    </a:cxn>
                    <a:cxn ang="T114">
                      <a:pos x="T64" y="T65"/>
                    </a:cxn>
                    <a:cxn ang="T115">
                      <a:pos x="T66" y="T67"/>
                    </a:cxn>
                    <a:cxn ang="T116">
                      <a:pos x="T68" y="T69"/>
                    </a:cxn>
                    <a:cxn ang="T117">
                      <a:pos x="T70" y="T71"/>
                    </a:cxn>
                    <a:cxn ang="T118">
                      <a:pos x="T72" y="T73"/>
                    </a:cxn>
                    <a:cxn ang="T119">
                      <a:pos x="T74" y="T75"/>
                    </a:cxn>
                    <a:cxn ang="T120">
                      <a:pos x="T76" y="T77"/>
                    </a:cxn>
                    <a:cxn ang="T121">
                      <a:pos x="T78" y="T79"/>
                    </a:cxn>
                    <a:cxn ang="T122">
                      <a:pos x="T80" y="T81"/>
                    </a:cxn>
                  </a:cxnLst>
                  <a:rect l="T123" t="T124" r="T125" b="T126"/>
                  <a:pathLst>
                    <a:path w="717" h="756">
                      <a:moveTo>
                        <a:pt x="0" y="756"/>
                      </a:moveTo>
                      <a:lnTo>
                        <a:pt x="52" y="167"/>
                      </a:lnTo>
                      <a:lnTo>
                        <a:pt x="64" y="384"/>
                      </a:lnTo>
                      <a:lnTo>
                        <a:pt x="90" y="103"/>
                      </a:lnTo>
                      <a:lnTo>
                        <a:pt x="116" y="519"/>
                      </a:lnTo>
                      <a:lnTo>
                        <a:pt x="135" y="487"/>
                      </a:lnTo>
                      <a:lnTo>
                        <a:pt x="135" y="359"/>
                      </a:lnTo>
                      <a:lnTo>
                        <a:pt x="167" y="71"/>
                      </a:lnTo>
                      <a:lnTo>
                        <a:pt x="192" y="244"/>
                      </a:lnTo>
                      <a:lnTo>
                        <a:pt x="205" y="96"/>
                      </a:lnTo>
                      <a:lnTo>
                        <a:pt x="218" y="615"/>
                      </a:lnTo>
                      <a:lnTo>
                        <a:pt x="244" y="397"/>
                      </a:lnTo>
                      <a:lnTo>
                        <a:pt x="282" y="519"/>
                      </a:lnTo>
                      <a:lnTo>
                        <a:pt x="308" y="308"/>
                      </a:lnTo>
                      <a:lnTo>
                        <a:pt x="333" y="442"/>
                      </a:lnTo>
                      <a:lnTo>
                        <a:pt x="346" y="352"/>
                      </a:lnTo>
                      <a:lnTo>
                        <a:pt x="365" y="384"/>
                      </a:lnTo>
                      <a:lnTo>
                        <a:pt x="378" y="135"/>
                      </a:lnTo>
                      <a:lnTo>
                        <a:pt x="391" y="301"/>
                      </a:lnTo>
                      <a:lnTo>
                        <a:pt x="384" y="519"/>
                      </a:lnTo>
                      <a:lnTo>
                        <a:pt x="404" y="679"/>
                      </a:lnTo>
                      <a:lnTo>
                        <a:pt x="429" y="628"/>
                      </a:lnTo>
                      <a:lnTo>
                        <a:pt x="442" y="480"/>
                      </a:lnTo>
                      <a:lnTo>
                        <a:pt x="455" y="391"/>
                      </a:lnTo>
                      <a:lnTo>
                        <a:pt x="436" y="506"/>
                      </a:lnTo>
                      <a:lnTo>
                        <a:pt x="461" y="352"/>
                      </a:lnTo>
                      <a:lnTo>
                        <a:pt x="474" y="455"/>
                      </a:lnTo>
                      <a:lnTo>
                        <a:pt x="493" y="519"/>
                      </a:lnTo>
                      <a:lnTo>
                        <a:pt x="512" y="410"/>
                      </a:lnTo>
                      <a:lnTo>
                        <a:pt x="532" y="186"/>
                      </a:lnTo>
                      <a:lnTo>
                        <a:pt x="544" y="231"/>
                      </a:lnTo>
                      <a:lnTo>
                        <a:pt x="570" y="148"/>
                      </a:lnTo>
                      <a:lnTo>
                        <a:pt x="576" y="301"/>
                      </a:lnTo>
                      <a:lnTo>
                        <a:pt x="576" y="730"/>
                      </a:lnTo>
                      <a:lnTo>
                        <a:pt x="647" y="0"/>
                      </a:lnTo>
                      <a:lnTo>
                        <a:pt x="647" y="250"/>
                      </a:lnTo>
                      <a:lnTo>
                        <a:pt x="660" y="333"/>
                      </a:lnTo>
                      <a:lnTo>
                        <a:pt x="685" y="192"/>
                      </a:lnTo>
                      <a:lnTo>
                        <a:pt x="711" y="340"/>
                      </a:lnTo>
                      <a:lnTo>
                        <a:pt x="698" y="429"/>
                      </a:lnTo>
                      <a:lnTo>
                        <a:pt x="717" y="461"/>
                      </a:lnTo>
                    </a:path>
                  </a:pathLst>
                </a:custGeom>
                <a:noFill/>
                <a:ln w="9525">
                  <a:solidFill>
                    <a:srgbClr val="FF0000"/>
                  </a:solidFill>
                  <a:round/>
                  <a:headEnd/>
                  <a:tailEnd/>
                </a:ln>
              </p:spPr>
              <p:txBody>
                <a:bodyPr/>
                <a:lstStyle/>
                <a:p>
                  <a:endParaRPr lang="en-GB" sz="1600"/>
                </a:p>
              </p:txBody>
            </p:sp>
            <p:sp>
              <p:nvSpPr>
                <p:cNvPr id="14516" name="Freeform 258"/>
                <p:cNvSpPr>
                  <a:spLocks/>
                </p:cNvSpPr>
                <p:nvPr/>
              </p:nvSpPr>
              <p:spPr bwMode="auto">
                <a:xfrm flipH="1">
                  <a:off x="4698" y="1100"/>
                  <a:ext cx="313" cy="756"/>
                </a:xfrm>
                <a:custGeom>
                  <a:avLst/>
                  <a:gdLst>
                    <a:gd name="T0" fmla="*/ 0 w 717"/>
                    <a:gd name="T1" fmla="*/ 756 h 756"/>
                    <a:gd name="T2" fmla="*/ 4 w 717"/>
                    <a:gd name="T3" fmla="*/ 167 h 756"/>
                    <a:gd name="T4" fmla="*/ 5 w 717"/>
                    <a:gd name="T5" fmla="*/ 384 h 756"/>
                    <a:gd name="T6" fmla="*/ 7 w 717"/>
                    <a:gd name="T7" fmla="*/ 103 h 756"/>
                    <a:gd name="T8" fmla="*/ 10 w 717"/>
                    <a:gd name="T9" fmla="*/ 519 h 756"/>
                    <a:gd name="T10" fmla="*/ 11 w 717"/>
                    <a:gd name="T11" fmla="*/ 487 h 756"/>
                    <a:gd name="T12" fmla="*/ 11 w 717"/>
                    <a:gd name="T13" fmla="*/ 359 h 756"/>
                    <a:gd name="T14" fmla="*/ 14 w 717"/>
                    <a:gd name="T15" fmla="*/ 71 h 756"/>
                    <a:gd name="T16" fmla="*/ 16 w 717"/>
                    <a:gd name="T17" fmla="*/ 244 h 756"/>
                    <a:gd name="T18" fmla="*/ 17 w 717"/>
                    <a:gd name="T19" fmla="*/ 96 h 756"/>
                    <a:gd name="T20" fmla="*/ 18 w 717"/>
                    <a:gd name="T21" fmla="*/ 615 h 756"/>
                    <a:gd name="T22" fmla="*/ 21 w 717"/>
                    <a:gd name="T23" fmla="*/ 397 h 756"/>
                    <a:gd name="T24" fmla="*/ 24 w 717"/>
                    <a:gd name="T25" fmla="*/ 519 h 756"/>
                    <a:gd name="T26" fmla="*/ 25 w 717"/>
                    <a:gd name="T27" fmla="*/ 308 h 756"/>
                    <a:gd name="T28" fmla="*/ 28 w 717"/>
                    <a:gd name="T29" fmla="*/ 442 h 756"/>
                    <a:gd name="T30" fmla="*/ 29 w 717"/>
                    <a:gd name="T31" fmla="*/ 352 h 756"/>
                    <a:gd name="T32" fmla="*/ 30 w 717"/>
                    <a:gd name="T33" fmla="*/ 384 h 756"/>
                    <a:gd name="T34" fmla="*/ 31 w 717"/>
                    <a:gd name="T35" fmla="*/ 135 h 756"/>
                    <a:gd name="T36" fmla="*/ 33 w 717"/>
                    <a:gd name="T37" fmla="*/ 301 h 756"/>
                    <a:gd name="T38" fmla="*/ 32 w 717"/>
                    <a:gd name="T39" fmla="*/ 519 h 756"/>
                    <a:gd name="T40" fmla="*/ 34 w 717"/>
                    <a:gd name="T41" fmla="*/ 679 h 756"/>
                    <a:gd name="T42" fmla="*/ 36 w 717"/>
                    <a:gd name="T43" fmla="*/ 628 h 756"/>
                    <a:gd name="T44" fmla="*/ 37 w 717"/>
                    <a:gd name="T45" fmla="*/ 480 h 756"/>
                    <a:gd name="T46" fmla="*/ 38 w 717"/>
                    <a:gd name="T47" fmla="*/ 391 h 756"/>
                    <a:gd name="T48" fmla="*/ 36 w 717"/>
                    <a:gd name="T49" fmla="*/ 506 h 756"/>
                    <a:gd name="T50" fmla="*/ 38 w 717"/>
                    <a:gd name="T51" fmla="*/ 352 h 756"/>
                    <a:gd name="T52" fmla="*/ 39 w 717"/>
                    <a:gd name="T53" fmla="*/ 455 h 756"/>
                    <a:gd name="T54" fmla="*/ 41 w 717"/>
                    <a:gd name="T55" fmla="*/ 519 h 756"/>
                    <a:gd name="T56" fmla="*/ 43 w 717"/>
                    <a:gd name="T57" fmla="*/ 410 h 756"/>
                    <a:gd name="T58" fmla="*/ 44 w 717"/>
                    <a:gd name="T59" fmla="*/ 186 h 756"/>
                    <a:gd name="T60" fmla="*/ 45 w 717"/>
                    <a:gd name="T61" fmla="*/ 231 h 756"/>
                    <a:gd name="T62" fmla="*/ 48 w 717"/>
                    <a:gd name="T63" fmla="*/ 148 h 756"/>
                    <a:gd name="T64" fmla="*/ 48 w 717"/>
                    <a:gd name="T65" fmla="*/ 301 h 756"/>
                    <a:gd name="T66" fmla="*/ 48 w 717"/>
                    <a:gd name="T67" fmla="*/ 730 h 756"/>
                    <a:gd name="T68" fmla="*/ 54 w 717"/>
                    <a:gd name="T69" fmla="*/ 0 h 756"/>
                    <a:gd name="T70" fmla="*/ 54 w 717"/>
                    <a:gd name="T71" fmla="*/ 250 h 756"/>
                    <a:gd name="T72" fmla="*/ 55 w 717"/>
                    <a:gd name="T73" fmla="*/ 333 h 756"/>
                    <a:gd name="T74" fmla="*/ 57 w 717"/>
                    <a:gd name="T75" fmla="*/ 192 h 756"/>
                    <a:gd name="T76" fmla="*/ 59 w 717"/>
                    <a:gd name="T77" fmla="*/ 340 h 756"/>
                    <a:gd name="T78" fmla="*/ 58 w 717"/>
                    <a:gd name="T79" fmla="*/ 429 h 756"/>
                    <a:gd name="T80" fmla="*/ 60 w 717"/>
                    <a:gd name="T81" fmla="*/ 461 h 756"/>
                    <a:gd name="T82" fmla="*/ 0 60000 65536"/>
                    <a:gd name="T83" fmla="*/ 0 60000 65536"/>
                    <a:gd name="T84" fmla="*/ 0 60000 65536"/>
                    <a:gd name="T85" fmla="*/ 0 60000 65536"/>
                    <a:gd name="T86" fmla="*/ 0 60000 65536"/>
                    <a:gd name="T87" fmla="*/ 0 60000 65536"/>
                    <a:gd name="T88" fmla="*/ 0 60000 65536"/>
                    <a:gd name="T89" fmla="*/ 0 60000 65536"/>
                    <a:gd name="T90" fmla="*/ 0 60000 65536"/>
                    <a:gd name="T91" fmla="*/ 0 60000 65536"/>
                    <a:gd name="T92" fmla="*/ 0 60000 65536"/>
                    <a:gd name="T93" fmla="*/ 0 60000 65536"/>
                    <a:gd name="T94" fmla="*/ 0 60000 65536"/>
                    <a:gd name="T95" fmla="*/ 0 60000 65536"/>
                    <a:gd name="T96" fmla="*/ 0 60000 65536"/>
                    <a:gd name="T97" fmla="*/ 0 60000 65536"/>
                    <a:gd name="T98" fmla="*/ 0 60000 65536"/>
                    <a:gd name="T99" fmla="*/ 0 60000 65536"/>
                    <a:gd name="T100" fmla="*/ 0 60000 65536"/>
                    <a:gd name="T101" fmla="*/ 0 60000 65536"/>
                    <a:gd name="T102" fmla="*/ 0 60000 65536"/>
                    <a:gd name="T103" fmla="*/ 0 60000 65536"/>
                    <a:gd name="T104" fmla="*/ 0 60000 65536"/>
                    <a:gd name="T105" fmla="*/ 0 60000 65536"/>
                    <a:gd name="T106" fmla="*/ 0 60000 65536"/>
                    <a:gd name="T107" fmla="*/ 0 60000 65536"/>
                    <a:gd name="T108" fmla="*/ 0 60000 65536"/>
                    <a:gd name="T109" fmla="*/ 0 60000 65536"/>
                    <a:gd name="T110" fmla="*/ 0 60000 65536"/>
                    <a:gd name="T111" fmla="*/ 0 60000 65536"/>
                    <a:gd name="T112" fmla="*/ 0 60000 65536"/>
                    <a:gd name="T113" fmla="*/ 0 60000 65536"/>
                    <a:gd name="T114" fmla="*/ 0 60000 65536"/>
                    <a:gd name="T115" fmla="*/ 0 60000 65536"/>
                    <a:gd name="T116" fmla="*/ 0 60000 65536"/>
                    <a:gd name="T117" fmla="*/ 0 60000 65536"/>
                    <a:gd name="T118" fmla="*/ 0 60000 65536"/>
                    <a:gd name="T119" fmla="*/ 0 60000 65536"/>
                    <a:gd name="T120" fmla="*/ 0 60000 65536"/>
                    <a:gd name="T121" fmla="*/ 0 60000 65536"/>
                    <a:gd name="T122" fmla="*/ 0 60000 65536"/>
                    <a:gd name="T123" fmla="*/ 0 w 717"/>
                    <a:gd name="T124" fmla="*/ 0 h 756"/>
                    <a:gd name="T125" fmla="*/ 717 w 717"/>
                    <a:gd name="T126" fmla="*/ 756 h 756"/>
                  </a:gdLst>
                  <a:ahLst/>
                  <a:cxnLst>
                    <a:cxn ang="T82">
                      <a:pos x="T0" y="T1"/>
                    </a:cxn>
                    <a:cxn ang="T83">
                      <a:pos x="T2" y="T3"/>
                    </a:cxn>
                    <a:cxn ang="T84">
                      <a:pos x="T4" y="T5"/>
                    </a:cxn>
                    <a:cxn ang="T85">
                      <a:pos x="T6" y="T7"/>
                    </a:cxn>
                    <a:cxn ang="T86">
                      <a:pos x="T8" y="T9"/>
                    </a:cxn>
                    <a:cxn ang="T87">
                      <a:pos x="T10" y="T11"/>
                    </a:cxn>
                    <a:cxn ang="T88">
                      <a:pos x="T12" y="T13"/>
                    </a:cxn>
                    <a:cxn ang="T89">
                      <a:pos x="T14" y="T15"/>
                    </a:cxn>
                    <a:cxn ang="T90">
                      <a:pos x="T16" y="T17"/>
                    </a:cxn>
                    <a:cxn ang="T91">
                      <a:pos x="T18" y="T19"/>
                    </a:cxn>
                    <a:cxn ang="T92">
                      <a:pos x="T20" y="T21"/>
                    </a:cxn>
                    <a:cxn ang="T93">
                      <a:pos x="T22" y="T23"/>
                    </a:cxn>
                    <a:cxn ang="T94">
                      <a:pos x="T24" y="T25"/>
                    </a:cxn>
                    <a:cxn ang="T95">
                      <a:pos x="T26" y="T27"/>
                    </a:cxn>
                    <a:cxn ang="T96">
                      <a:pos x="T28" y="T29"/>
                    </a:cxn>
                    <a:cxn ang="T97">
                      <a:pos x="T30" y="T31"/>
                    </a:cxn>
                    <a:cxn ang="T98">
                      <a:pos x="T32" y="T33"/>
                    </a:cxn>
                    <a:cxn ang="T99">
                      <a:pos x="T34" y="T35"/>
                    </a:cxn>
                    <a:cxn ang="T100">
                      <a:pos x="T36" y="T37"/>
                    </a:cxn>
                    <a:cxn ang="T101">
                      <a:pos x="T38" y="T39"/>
                    </a:cxn>
                    <a:cxn ang="T102">
                      <a:pos x="T40" y="T41"/>
                    </a:cxn>
                    <a:cxn ang="T103">
                      <a:pos x="T42" y="T43"/>
                    </a:cxn>
                    <a:cxn ang="T104">
                      <a:pos x="T44" y="T45"/>
                    </a:cxn>
                    <a:cxn ang="T105">
                      <a:pos x="T46" y="T47"/>
                    </a:cxn>
                    <a:cxn ang="T106">
                      <a:pos x="T48" y="T49"/>
                    </a:cxn>
                    <a:cxn ang="T107">
                      <a:pos x="T50" y="T51"/>
                    </a:cxn>
                    <a:cxn ang="T108">
                      <a:pos x="T52" y="T53"/>
                    </a:cxn>
                    <a:cxn ang="T109">
                      <a:pos x="T54" y="T55"/>
                    </a:cxn>
                    <a:cxn ang="T110">
                      <a:pos x="T56" y="T57"/>
                    </a:cxn>
                    <a:cxn ang="T111">
                      <a:pos x="T58" y="T59"/>
                    </a:cxn>
                    <a:cxn ang="T112">
                      <a:pos x="T60" y="T61"/>
                    </a:cxn>
                    <a:cxn ang="T113">
                      <a:pos x="T62" y="T63"/>
                    </a:cxn>
                    <a:cxn ang="T114">
                      <a:pos x="T64" y="T65"/>
                    </a:cxn>
                    <a:cxn ang="T115">
                      <a:pos x="T66" y="T67"/>
                    </a:cxn>
                    <a:cxn ang="T116">
                      <a:pos x="T68" y="T69"/>
                    </a:cxn>
                    <a:cxn ang="T117">
                      <a:pos x="T70" y="T71"/>
                    </a:cxn>
                    <a:cxn ang="T118">
                      <a:pos x="T72" y="T73"/>
                    </a:cxn>
                    <a:cxn ang="T119">
                      <a:pos x="T74" y="T75"/>
                    </a:cxn>
                    <a:cxn ang="T120">
                      <a:pos x="T76" y="T77"/>
                    </a:cxn>
                    <a:cxn ang="T121">
                      <a:pos x="T78" y="T79"/>
                    </a:cxn>
                    <a:cxn ang="T122">
                      <a:pos x="T80" y="T81"/>
                    </a:cxn>
                  </a:cxnLst>
                  <a:rect l="T123" t="T124" r="T125" b="T126"/>
                  <a:pathLst>
                    <a:path w="717" h="756">
                      <a:moveTo>
                        <a:pt x="0" y="756"/>
                      </a:moveTo>
                      <a:lnTo>
                        <a:pt x="52" y="167"/>
                      </a:lnTo>
                      <a:lnTo>
                        <a:pt x="64" y="384"/>
                      </a:lnTo>
                      <a:lnTo>
                        <a:pt x="90" y="103"/>
                      </a:lnTo>
                      <a:lnTo>
                        <a:pt x="116" y="519"/>
                      </a:lnTo>
                      <a:lnTo>
                        <a:pt x="135" y="487"/>
                      </a:lnTo>
                      <a:lnTo>
                        <a:pt x="135" y="359"/>
                      </a:lnTo>
                      <a:lnTo>
                        <a:pt x="167" y="71"/>
                      </a:lnTo>
                      <a:lnTo>
                        <a:pt x="192" y="244"/>
                      </a:lnTo>
                      <a:lnTo>
                        <a:pt x="205" y="96"/>
                      </a:lnTo>
                      <a:lnTo>
                        <a:pt x="218" y="615"/>
                      </a:lnTo>
                      <a:lnTo>
                        <a:pt x="244" y="397"/>
                      </a:lnTo>
                      <a:lnTo>
                        <a:pt x="282" y="519"/>
                      </a:lnTo>
                      <a:lnTo>
                        <a:pt x="308" y="308"/>
                      </a:lnTo>
                      <a:lnTo>
                        <a:pt x="333" y="442"/>
                      </a:lnTo>
                      <a:lnTo>
                        <a:pt x="346" y="352"/>
                      </a:lnTo>
                      <a:lnTo>
                        <a:pt x="365" y="384"/>
                      </a:lnTo>
                      <a:lnTo>
                        <a:pt x="378" y="135"/>
                      </a:lnTo>
                      <a:lnTo>
                        <a:pt x="391" y="301"/>
                      </a:lnTo>
                      <a:lnTo>
                        <a:pt x="384" y="519"/>
                      </a:lnTo>
                      <a:lnTo>
                        <a:pt x="404" y="679"/>
                      </a:lnTo>
                      <a:lnTo>
                        <a:pt x="429" y="628"/>
                      </a:lnTo>
                      <a:lnTo>
                        <a:pt x="442" y="480"/>
                      </a:lnTo>
                      <a:lnTo>
                        <a:pt x="455" y="391"/>
                      </a:lnTo>
                      <a:lnTo>
                        <a:pt x="436" y="506"/>
                      </a:lnTo>
                      <a:lnTo>
                        <a:pt x="461" y="352"/>
                      </a:lnTo>
                      <a:lnTo>
                        <a:pt x="474" y="455"/>
                      </a:lnTo>
                      <a:lnTo>
                        <a:pt x="493" y="519"/>
                      </a:lnTo>
                      <a:lnTo>
                        <a:pt x="512" y="410"/>
                      </a:lnTo>
                      <a:lnTo>
                        <a:pt x="532" y="186"/>
                      </a:lnTo>
                      <a:lnTo>
                        <a:pt x="544" y="231"/>
                      </a:lnTo>
                      <a:lnTo>
                        <a:pt x="570" y="148"/>
                      </a:lnTo>
                      <a:lnTo>
                        <a:pt x="576" y="301"/>
                      </a:lnTo>
                      <a:lnTo>
                        <a:pt x="576" y="730"/>
                      </a:lnTo>
                      <a:lnTo>
                        <a:pt x="647" y="0"/>
                      </a:lnTo>
                      <a:lnTo>
                        <a:pt x="647" y="250"/>
                      </a:lnTo>
                      <a:lnTo>
                        <a:pt x="660" y="333"/>
                      </a:lnTo>
                      <a:lnTo>
                        <a:pt x="685" y="192"/>
                      </a:lnTo>
                      <a:lnTo>
                        <a:pt x="711" y="340"/>
                      </a:lnTo>
                      <a:lnTo>
                        <a:pt x="698" y="429"/>
                      </a:lnTo>
                      <a:lnTo>
                        <a:pt x="717" y="461"/>
                      </a:lnTo>
                    </a:path>
                  </a:pathLst>
                </a:custGeom>
                <a:noFill/>
                <a:ln w="9525">
                  <a:solidFill>
                    <a:srgbClr val="FF0000"/>
                  </a:solidFill>
                  <a:round/>
                  <a:headEnd/>
                  <a:tailEnd/>
                </a:ln>
              </p:spPr>
              <p:txBody>
                <a:bodyPr/>
                <a:lstStyle/>
                <a:p>
                  <a:endParaRPr lang="en-GB" sz="1600"/>
                </a:p>
              </p:txBody>
            </p:sp>
          </p:grpSp>
        </p:grpSp>
        <p:grpSp>
          <p:nvGrpSpPr>
            <p:cNvPr id="14345" name="Group 259"/>
            <p:cNvGrpSpPr>
              <a:grpSpLocks/>
            </p:cNvGrpSpPr>
            <p:nvPr/>
          </p:nvGrpSpPr>
          <p:grpSpPr bwMode="auto">
            <a:xfrm>
              <a:off x="1503" y="1842"/>
              <a:ext cx="525" cy="173"/>
              <a:chOff x="3404" y="1080"/>
              <a:chExt cx="1755" cy="819"/>
            </a:xfrm>
          </p:grpSpPr>
          <p:grpSp>
            <p:nvGrpSpPr>
              <p:cNvPr id="14355" name="Group 260"/>
              <p:cNvGrpSpPr>
                <a:grpSpLocks/>
              </p:cNvGrpSpPr>
              <p:nvPr/>
            </p:nvGrpSpPr>
            <p:grpSpPr bwMode="auto">
              <a:xfrm>
                <a:off x="3404" y="1080"/>
                <a:ext cx="590" cy="801"/>
                <a:chOff x="3462" y="1100"/>
                <a:chExt cx="1549" cy="801"/>
              </a:xfrm>
            </p:grpSpPr>
            <p:sp>
              <p:nvSpPr>
                <p:cNvPr id="14504" name="Freeform 261"/>
                <p:cNvSpPr>
                  <a:spLocks/>
                </p:cNvSpPr>
                <p:nvPr/>
              </p:nvSpPr>
              <p:spPr bwMode="auto">
                <a:xfrm>
                  <a:off x="3462" y="1126"/>
                  <a:ext cx="313" cy="756"/>
                </a:xfrm>
                <a:custGeom>
                  <a:avLst/>
                  <a:gdLst>
                    <a:gd name="T0" fmla="*/ 0 w 717"/>
                    <a:gd name="T1" fmla="*/ 756 h 756"/>
                    <a:gd name="T2" fmla="*/ 4 w 717"/>
                    <a:gd name="T3" fmla="*/ 167 h 756"/>
                    <a:gd name="T4" fmla="*/ 5 w 717"/>
                    <a:gd name="T5" fmla="*/ 384 h 756"/>
                    <a:gd name="T6" fmla="*/ 7 w 717"/>
                    <a:gd name="T7" fmla="*/ 103 h 756"/>
                    <a:gd name="T8" fmla="*/ 10 w 717"/>
                    <a:gd name="T9" fmla="*/ 519 h 756"/>
                    <a:gd name="T10" fmla="*/ 11 w 717"/>
                    <a:gd name="T11" fmla="*/ 487 h 756"/>
                    <a:gd name="T12" fmla="*/ 11 w 717"/>
                    <a:gd name="T13" fmla="*/ 359 h 756"/>
                    <a:gd name="T14" fmla="*/ 14 w 717"/>
                    <a:gd name="T15" fmla="*/ 71 h 756"/>
                    <a:gd name="T16" fmla="*/ 16 w 717"/>
                    <a:gd name="T17" fmla="*/ 244 h 756"/>
                    <a:gd name="T18" fmla="*/ 17 w 717"/>
                    <a:gd name="T19" fmla="*/ 96 h 756"/>
                    <a:gd name="T20" fmla="*/ 18 w 717"/>
                    <a:gd name="T21" fmla="*/ 615 h 756"/>
                    <a:gd name="T22" fmla="*/ 21 w 717"/>
                    <a:gd name="T23" fmla="*/ 397 h 756"/>
                    <a:gd name="T24" fmla="*/ 24 w 717"/>
                    <a:gd name="T25" fmla="*/ 519 h 756"/>
                    <a:gd name="T26" fmla="*/ 25 w 717"/>
                    <a:gd name="T27" fmla="*/ 308 h 756"/>
                    <a:gd name="T28" fmla="*/ 28 w 717"/>
                    <a:gd name="T29" fmla="*/ 442 h 756"/>
                    <a:gd name="T30" fmla="*/ 29 w 717"/>
                    <a:gd name="T31" fmla="*/ 352 h 756"/>
                    <a:gd name="T32" fmla="*/ 30 w 717"/>
                    <a:gd name="T33" fmla="*/ 384 h 756"/>
                    <a:gd name="T34" fmla="*/ 31 w 717"/>
                    <a:gd name="T35" fmla="*/ 135 h 756"/>
                    <a:gd name="T36" fmla="*/ 33 w 717"/>
                    <a:gd name="T37" fmla="*/ 301 h 756"/>
                    <a:gd name="T38" fmla="*/ 32 w 717"/>
                    <a:gd name="T39" fmla="*/ 519 h 756"/>
                    <a:gd name="T40" fmla="*/ 34 w 717"/>
                    <a:gd name="T41" fmla="*/ 679 h 756"/>
                    <a:gd name="T42" fmla="*/ 36 w 717"/>
                    <a:gd name="T43" fmla="*/ 628 h 756"/>
                    <a:gd name="T44" fmla="*/ 37 w 717"/>
                    <a:gd name="T45" fmla="*/ 480 h 756"/>
                    <a:gd name="T46" fmla="*/ 38 w 717"/>
                    <a:gd name="T47" fmla="*/ 391 h 756"/>
                    <a:gd name="T48" fmla="*/ 36 w 717"/>
                    <a:gd name="T49" fmla="*/ 506 h 756"/>
                    <a:gd name="T50" fmla="*/ 38 w 717"/>
                    <a:gd name="T51" fmla="*/ 352 h 756"/>
                    <a:gd name="T52" fmla="*/ 39 w 717"/>
                    <a:gd name="T53" fmla="*/ 455 h 756"/>
                    <a:gd name="T54" fmla="*/ 41 w 717"/>
                    <a:gd name="T55" fmla="*/ 519 h 756"/>
                    <a:gd name="T56" fmla="*/ 43 w 717"/>
                    <a:gd name="T57" fmla="*/ 410 h 756"/>
                    <a:gd name="T58" fmla="*/ 44 w 717"/>
                    <a:gd name="T59" fmla="*/ 186 h 756"/>
                    <a:gd name="T60" fmla="*/ 45 w 717"/>
                    <a:gd name="T61" fmla="*/ 231 h 756"/>
                    <a:gd name="T62" fmla="*/ 48 w 717"/>
                    <a:gd name="T63" fmla="*/ 148 h 756"/>
                    <a:gd name="T64" fmla="*/ 48 w 717"/>
                    <a:gd name="T65" fmla="*/ 301 h 756"/>
                    <a:gd name="T66" fmla="*/ 48 w 717"/>
                    <a:gd name="T67" fmla="*/ 730 h 756"/>
                    <a:gd name="T68" fmla="*/ 54 w 717"/>
                    <a:gd name="T69" fmla="*/ 0 h 756"/>
                    <a:gd name="T70" fmla="*/ 54 w 717"/>
                    <a:gd name="T71" fmla="*/ 250 h 756"/>
                    <a:gd name="T72" fmla="*/ 55 w 717"/>
                    <a:gd name="T73" fmla="*/ 333 h 756"/>
                    <a:gd name="T74" fmla="*/ 57 w 717"/>
                    <a:gd name="T75" fmla="*/ 192 h 756"/>
                    <a:gd name="T76" fmla="*/ 59 w 717"/>
                    <a:gd name="T77" fmla="*/ 340 h 756"/>
                    <a:gd name="T78" fmla="*/ 58 w 717"/>
                    <a:gd name="T79" fmla="*/ 429 h 756"/>
                    <a:gd name="T80" fmla="*/ 60 w 717"/>
                    <a:gd name="T81" fmla="*/ 461 h 756"/>
                    <a:gd name="T82" fmla="*/ 0 60000 65536"/>
                    <a:gd name="T83" fmla="*/ 0 60000 65536"/>
                    <a:gd name="T84" fmla="*/ 0 60000 65536"/>
                    <a:gd name="T85" fmla="*/ 0 60000 65536"/>
                    <a:gd name="T86" fmla="*/ 0 60000 65536"/>
                    <a:gd name="T87" fmla="*/ 0 60000 65536"/>
                    <a:gd name="T88" fmla="*/ 0 60000 65536"/>
                    <a:gd name="T89" fmla="*/ 0 60000 65536"/>
                    <a:gd name="T90" fmla="*/ 0 60000 65536"/>
                    <a:gd name="T91" fmla="*/ 0 60000 65536"/>
                    <a:gd name="T92" fmla="*/ 0 60000 65536"/>
                    <a:gd name="T93" fmla="*/ 0 60000 65536"/>
                    <a:gd name="T94" fmla="*/ 0 60000 65536"/>
                    <a:gd name="T95" fmla="*/ 0 60000 65536"/>
                    <a:gd name="T96" fmla="*/ 0 60000 65536"/>
                    <a:gd name="T97" fmla="*/ 0 60000 65536"/>
                    <a:gd name="T98" fmla="*/ 0 60000 65536"/>
                    <a:gd name="T99" fmla="*/ 0 60000 65536"/>
                    <a:gd name="T100" fmla="*/ 0 60000 65536"/>
                    <a:gd name="T101" fmla="*/ 0 60000 65536"/>
                    <a:gd name="T102" fmla="*/ 0 60000 65536"/>
                    <a:gd name="T103" fmla="*/ 0 60000 65536"/>
                    <a:gd name="T104" fmla="*/ 0 60000 65536"/>
                    <a:gd name="T105" fmla="*/ 0 60000 65536"/>
                    <a:gd name="T106" fmla="*/ 0 60000 65536"/>
                    <a:gd name="T107" fmla="*/ 0 60000 65536"/>
                    <a:gd name="T108" fmla="*/ 0 60000 65536"/>
                    <a:gd name="T109" fmla="*/ 0 60000 65536"/>
                    <a:gd name="T110" fmla="*/ 0 60000 65536"/>
                    <a:gd name="T111" fmla="*/ 0 60000 65536"/>
                    <a:gd name="T112" fmla="*/ 0 60000 65536"/>
                    <a:gd name="T113" fmla="*/ 0 60000 65536"/>
                    <a:gd name="T114" fmla="*/ 0 60000 65536"/>
                    <a:gd name="T115" fmla="*/ 0 60000 65536"/>
                    <a:gd name="T116" fmla="*/ 0 60000 65536"/>
                    <a:gd name="T117" fmla="*/ 0 60000 65536"/>
                    <a:gd name="T118" fmla="*/ 0 60000 65536"/>
                    <a:gd name="T119" fmla="*/ 0 60000 65536"/>
                    <a:gd name="T120" fmla="*/ 0 60000 65536"/>
                    <a:gd name="T121" fmla="*/ 0 60000 65536"/>
                    <a:gd name="T122" fmla="*/ 0 60000 65536"/>
                    <a:gd name="T123" fmla="*/ 0 w 717"/>
                    <a:gd name="T124" fmla="*/ 0 h 756"/>
                    <a:gd name="T125" fmla="*/ 717 w 717"/>
                    <a:gd name="T126" fmla="*/ 756 h 756"/>
                  </a:gdLst>
                  <a:ahLst/>
                  <a:cxnLst>
                    <a:cxn ang="T82">
                      <a:pos x="T0" y="T1"/>
                    </a:cxn>
                    <a:cxn ang="T83">
                      <a:pos x="T2" y="T3"/>
                    </a:cxn>
                    <a:cxn ang="T84">
                      <a:pos x="T4" y="T5"/>
                    </a:cxn>
                    <a:cxn ang="T85">
                      <a:pos x="T6" y="T7"/>
                    </a:cxn>
                    <a:cxn ang="T86">
                      <a:pos x="T8" y="T9"/>
                    </a:cxn>
                    <a:cxn ang="T87">
                      <a:pos x="T10" y="T11"/>
                    </a:cxn>
                    <a:cxn ang="T88">
                      <a:pos x="T12" y="T13"/>
                    </a:cxn>
                    <a:cxn ang="T89">
                      <a:pos x="T14" y="T15"/>
                    </a:cxn>
                    <a:cxn ang="T90">
                      <a:pos x="T16" y="T17"/>
                    </a:cxn>
                    <a:cxn ang="T91">
                      <a:pos x="T18" y="T19"/>
                    </a:cxn>
                    <a:cxn ang="T92">
                      <a:pos x="T20" y="T21"/>
                    </a:cxn>
                    <a:cxn ang="T93">
                      <a:pos x="T22" y="T23"/>
                    </a:cxn>
                    <a:cxn ang="T94">
                      <a:pos x="T24" y="T25"/>
                    </a:cxn>
                    <a:cxn ang="T95">
                      <a:pos x="T26" y="T27"/>
                    </a:cxn>
                    <a:cxn ang="T96">
                      <a:pos x="T28" y="T29"/>
                    </a:cxn>
                    <a:cxn ang="T97">
                      <a:pos x="T30" y="T31"/>
                    </a:cxn>
                    <a:cxn ang="T98">
                      <a:pos x="T32" y="T33"/>
                    </a:cxn>
                    <a:cxn ang="T99">
                      <a:pos x="T34" y="T35"/>
                    </a:cxn>
                    <a:cxn ang="T100">
                      <a:pos x="T36" y="T37"/>
                    </a:cxn>
                    <a:cxn ang="T101">
                      <a:pos x="T38" y="T39"/>
                    </a:cxn>
                    <a:cxn ang="T102">
                      <a:pos x="T40" y="T41"/>
                    </a:cxn>
                    <a:cxn ang="T103">
                      <a:pos x="T42" y="T43"/>
                    </a:cxn>
                    <a:cxn ang="T104">
                      <a:pos x="T44" y="T45"/>
                    </a:cxn>
                    <a:cxn ang="T105">
                      <a:pos x="T46" y="T47"/>
                    </a:cxn>
                    <a:cxn ang="T106">
                      <a:pos x="T48" y="T49"/>
                    </a:cxn>
                    <a:cxn ang="T107">
                      <a:pos x="T50" y="T51"/>
                    </a:cxn>
                    <a:cxn ang="T108">
                      <a:pos x="T52" y="T53"/>
                    </a:cxn>
                    <a:cxn ang="T109">
                      <a:pos x="T54" y="T55"/>
                    </a:cxn>
                    <a:cxn ang="T110">
                      <a:pos x="T56" y="T57"/>
                    </a:cxn>
                    <a:cxn ang="T111">
                      <a:pos x="T58" y="T59"/>
                    </a:cxn>
                    <a:cxn ang="T112">
                      <a:pos x="T60" y="T61"/>
                    </a:cxn>
                    <a:cxn ang="T113">
                      <a:pos x="T62" y="T63"/>
                    </a:cxn>
                    <a:cxn ang="T114">
                      <a:pos x="T64" y="T65"/>
                    </a:cxn>
                    <a:cxn ang="T115">
                      <a:pos x="T66" y="T67"/>
                    </a:cxn>
                    <a:cxn ang="T116">
                      <a:pos x="T68" y="T69"/>
                    </a:cxn>
                    <a:cxn ang="T117">
                      <a:pos x="T70" y="T71"/>
                    </a:cxn>
                    <a:cxn ang="T118">
                      <a:pos x="T72" y="T73"/>
                    </a:cxn>
                    <a:cxn ang="T119">
                      <a:pos x="T74" y="T75"/>
                    </a:cxn>
                    <a:cxn ang="T120">
                      <a:pos x="T76" y="T77"/>
                    </a:cxn>
                    <a:cxn ang="T121">
                      <a:pos x="T78" y="T79"/>
                    </a:cxn>
                    <a:cxn ang="T122">
                      <a:pos x="T80" y="T81"/>
                    </a:cxn>
                  </a:cxnLst>
                  <a:rect l="T123" t="T124" r="T125" b="T126"/>
                  <a:pathLst>
                    <a:path w="717" h="756">
                      <a:moveTo>
                        <a:pt x="0" y="756"/>
                      </a:moveTo>
                      <a:lnTo>
                        <a:pt x="52" y="167"/>
                      </a:lnTo>
                      <a:lnTo>
                        <a:pt x="64" y="384"/>
                      </a:lnTo>
                      <a:lnTo>
                        <a:pt x="90" y="103"/>
                      </a:lnTo>
                      <a:lnTo>
                        <a:pt x="116" y="519"/>
                      </a:lnTo>
                      <a:lnTo>
                        <a:pt x="135" y="487"/>
                      </a:lnTo>
                      <a:lnTo>
                        <a:pt x="135" y="359"/>
                      </a:lnTo>
                      <a:lnTo>
                        <a:pt x="167" y="71"/>
                      </a:lnTo>
                      <a:lnTo>
                        <a:pt x="192" y="244"/>
                      </a:lnTo>
                      <a:lnTo>
                        <a:pt x="205" y="96"/>
                      </a:lnTo>
                      <a:lnTo>
                        <a:pt x="218" y="615"/>
                      </a:lnTo>
                      <a:lnTo>
                        <a:pt x="244" y="397"/>
                      </a:lnTo>
                      <a:lnTo>
                        <a:pt x="282" y="519"/>
                      </a:lnTo>
                      <a:lnTo>
                        <a:pt x="308" y="308"/>
                      </a:lnTo>
                      <a:lnTo>
                        <a:pt x="333" y="442"/>
                      </a:lnTo>
                      <a:lnTo>
                        <a:pt x="346" y="352"/>
                      </a:lnTo>
                      <a:lnTo>
                        <a:pt x="365" y="384"/>
                      </a:lnTo>
                      <a:lnTo>
                        <a:pt x="378" y="135"/>
                      </a:lnTo>
                      <a:lnTo>
                        <a:pt x="391" y="301"/>
                      </a:lnTo>
                      <a:lnTo>
                        <a:pt x="384" y="519"/>
                      </a:lnTo>
                      <a:lnTo>
                        <a:pt x="404" y="679"/>
                      </a:lnTo>
                      <a:lnTo>
                        <a:pt x="429" y="628"/>
                      </a:lnTo>
                      <a:lnTo>
                        <a:pt x="442" y="480"/>
                      </a:lnTo>
                      <a:lnTo>
                        <a:pt x="455" y="391"/>
                      </a:lnTo>
                      <a:lnTo>
                        <a:pt x="436" y="506"/>
                      </a:lnTo>
                      <a:lnTo>
                        <a:pt x="461" y="352"/>
                      </a:lnTo>
                      <a:lnTo>
                        <a:pt x="474" y="455"/>
                      </a:lnTo>
                      <a:lnTo>
                        <a:pt x="493" y="519"/>
                      </a:lnTo>
                      <a:lnTo>
                        <a:pt x="512" y="410"/>
                      </a:lnTo>
                      <a:lnTo>
                        <a:pt x="532" y="186"/>
                      </a:lnTo>
                      <a:lnTo>
                        <a:pt x="544" y="231"/>
                      </a:lnTo>
                      <a:lnTo>
                        <a:pt x="570" y="148"/>
                      </a:lnTo>
                      <a:lnTo>
                        <a:pt x="576" y="301"/>
                      </a:lnTo>
                      <a:lnTo>
                        <a:pt x="576" y="730"/>
                      </a:lnTo>
                      <a:lnTo>
                        <a:pt x="647" y="0"/>
                      </a:lnTo>
                      <a:lnTo>
                        <a:pt x="647" y="250"/>
                      </a:lnTo>
                      <a:lnTo>
                        <a:pt x="660" y="333"/>
                      </a:lnTo>
                      <a:lnTo>
                        <a:pt x="685" y="192"/>
                      </a:lnTo>
                      <a:lnTo>
                        <a:pt x="711" y="340"/>
                      </a:lnTo>
                      <a:lnTo>
                        <a:pt x="698" y="429"/>
                      </a:lnTo>
                      <a:lnTo>
                        <a:pt x="717" y="461"/>
                      </a:lnTo>
                    </a:path>
                  </a:pathLst>
                </a:custGeom>
                <a:noFill/>
                <a:ln w="9525">
                  <a:solidFill>
                    <a:srgbClr val="FF0000"/>
                  </a:solidFill>
                  <a:round/>
                  <a:headEnd/>
                  <a:tailEnd/>
                </a:ln>
              </p:spPr>
              <p:txBody>
                <a:bodyPr/>
                <a:lstStyle/>
                <a:p>
                  <a:endParaRPr lang="en-GB" sz="1600"/>
                </a:p>
              </p:txBody>
            </p:sp>
            <p:sp>
              <p:nvSpPr>
                <p:cNvPr id="14505" name="Freeform 262"/>
                <p:cNvSpPr>
                  <a:spLocks/>
                </p:cNvSpPr>
                <p:nvPr/>
              </p:nvSpPr>
              <p:spPr bwMode="auto">
                <a:xfrm flipH="1" flipV="1">
                  <a:off x="3770" y="1145"/>
                  <a:ext cx="313" cy="756"/>
                </a:xfrm>
                <a:custGeom>
                  <a:avLst/>
                  <a:gdLst>
                    <a:gd name="T0" fmla="*/ 0 w 717"/>
                    <a:gd name="T1" fmla="*/ 756 h 756"/>
                    <a:gd name="T2" fmla="*/ 4 w 717"/>
                    <a:gd name="T3" fmla="*/ 167 h 756"/>
                    <a:gd name="T4" fmla="*/ 5 w 717"/>
                    <a:gd name="T5" fmla="*/ 384 h 756"/>
                    <a:gd name="T6" fmla="*/ 7 w 717"/>
                    <a:gd name="T7" fmla="*/ 103 h 756"/>
                    <a:gd name="T8" fmla="*/ 10 w 717"/>
                    <a:gd name="T9" fmla="*/ 519 h 756"/>
                    <a:gd name="T10" fmla="*/ 11 w 717"/>
                    <a:gd name="T11" fmla="*/ 487 h 756"/>
                    <a:gd name="T12" fmla="*/ 11 w 717"/>
                    <a:gd name="T13" fmla="*/ 359 h 756"/>
                    <a:gd name="T14" fmla="*/ 14 w 717"/>
                    <a:gd name="T15" fmla="*/ 71 h 756"/>
                    <a:gd name="T16" fmla="*/ 16 w 717"/>
                    <a:gd name="T17" fmla="*/ 244 h 756"/>
                    <a:gd name="T18" fmla="*/ 17 w 717"/>
                    <a:gd name="T19" fmla="*/ 96 h 756"/>
                    <a:gd name="T20" fmla="*/ 18 w 717"/>
                    <a:gd name="T21" fmla="*/ 615 h 756"/>
                    <a:gd name="T22" fmla="*/ 21 w 717"/>
                    <a:gd name="T23" fmla="*/ 397 h 756"/>
                    <a:gd name="T24" fmla="*/ 24 w 717"/>
                    <a:gd name="T25" fmla="*/ 519 h 756"/>
                    <a:gd name="T26" fmla="*/ 25 w 717"/>
                    <a:gd name="T27" fmla="*/ 308 h 756"/>
                    <a:gd name="T28" fmla="*/ 28 w 717"/>
                    <a:gd name="T29" fmla="*/ 442 h 756"/>
                    <a:gd name="T30" fmla="*/ 29 w 717"/>
                    <a:gd name="T31" fmla="*/ 352 h 756"/>
                    <a:gd name="T32" fmla="*/ 30 w 717"/>
                    <a:gd name="T33" fmla="*/ 384 h 756"/>
                    <a:gd name="T34" fmla="*/ 31 w 717"/>
                    <a:gd name="T35" fmla="*/ 135 h 756"/>
                    <a:gd name="T36" fmla="*/ 33 w 717"/>
                    <a:gd name="T37" fmla="*/ 301 h 756"/>
                    <a:gd name="T38" fmla="*/ 32 w 717"/>
                    <a:gd name="T39" fmla="*/ 519 h 756"/>
                    <a:gd name="T40" fmla="*/ 34 w 717"/>
                    <a:gd name="T41" fmla="*/ 679 h 756"/>
                    <a:gd name="T42" fmla="*/ 36 w 717"/>
                    <a:gd name="T43" fmla="*/ 628 h 756"/>
                    <a:gd name="T44" fmla="*/ 37 w 717"/>
                    <a:gd name="T45" fmla="*/ 480 h 756"/>
                    <a:gd name="T46" fmla="*/ 38 w 717"/>
                    <a:gd name="T47" fmla="*/ 391 h 756"/>
                    <a:gd name="T48" fmla="*/ 36 w 717"/>
                    <a:gd name="T49" fmla="*/ 506 h 756"/>
                    <a:gd name="T50" fmla="*/ 38 w 717"/>
                    <a:gd name="T51" fmla="*/ 352 h 756"/>
                    <a:gd name="T52" fmla="*/ 39 w 717"/>
                    <a:gd name="T53" fmla="*/ 455 h 756"/>
                    <a:gd name="T54" fmla="*/ 41 w 717"/>
                    <a:gd name="T55" fmla="*/ 519 h 756"/>
                    <a:gd name="T56" fmla="*/ 43 w 717"/>
                    <a:gd name="T57" fmla="*/ 410 h 756"/>
                    <a:gd name="T58" fmla="*/ 44 w 717"/>
                    <a:gd name="T59" fmla="*/ 186 h 756"/>
                    <a:gd name="T60" fmla="*/ 45 w 717"/>
                    <a:gd name="T61" fmla="*/ 231 h 756"/>
                    <a:gd name="T62" fmla="*/ 48 w 717"/>
                    <a:gd name="T63" fmla="*/ 148 h 756"/>
                    <a:gd name="T64" fmla="*/ 48 w 717"/>
                    <a:gd name="T65" fmla="*/ 301 h 756"/>
                    <a:gd name="T66" fmla="*/ 48 w 717"/>
                    <a:gd name="T67" fmla="*/ 730 h 756"/>
                    <a:gd name="T68" fmla="*/ 54 w 717"/>
                    <a:gd name="T69" fmla="*/ 0 h 756"/>
                    <a:gd name="T70" fmla="*/ 54 w 717"/>
                    <a:gd name="T71" fmla="*/ 250 h 756"/>
                    <a:gd name="T72" fmla="*/ 55 w 717"/>
                    <a:gd name="T73" fmla="*/ 333 h 756"/>
                    <a:gd name="T74" fmla="*/ 57 w 717"/>
                    <a:gd name="T75" fmla="*/ 192 h 756"/>
                    <a:gd name="T76" fmla="*/ 59 w 717"/>
                    <a:gd name="T77" fmla="*/ 340 h 756"/>
                    <a:gd name="T78" fmla="*/ 58 w 717"/>
                    <a:gd name="T79" fmla="*/ 429 h 756"/>
                    <a:gd name="T80" fmla="*/ 60 w 717"/>
                    <a:gd name="T81" fmla="*/ 461 h 756"/>
                    <a:gd name="T82" fmla="*/ 0 60000 65536"/>
                    <a:gd name="T83" fmla="*/ 0 60000 65536"/>
                    <a:gd name="T84" fmla="*/ 0 60000 65536"/>
                    <a:gd name="T85" fmla="*/ 0 60000 65536"/>
                    <a:gd name="T86" fmla="*/ 0 60000 65536"/>
                    <a:gd name="T87" fmla="*/ 0 60000 65536"/>
                    <a:gd name="T88" fmla="*/ 0 60000 65536"/>
                    <a:gd name="T89" fmla="*/ 0 60000 65536"/>
                    <a:gd name="T90" fmla="*/ 0 60000 65536"/>
                    <a:gd name="T91" fmla="*/ 0 60000 65536"/>
                    <a:gd name="T92" fmla="*/ 0 60000 65536"/>
                    <a:gd name="T93" fmla="*/ 0 60000 65536"/>
                    <a:gd name="T94" fmla="*/ 0 60000 65536"/>
                    <a:gd name="T95" fmla="*/ 0 60000 65536"/>
                    <a:gd name="T96" fmla="*/ 0 60000 65536"/>
                    <a:gd name="T97" fmla="*/ 0 60000 65536"/>
                    <a:gd name="T98" fmla="*/ 0 60000 65536"/>
                    <a:gd name="T99" fmla="*/ 0 60000 65536"/>
                    <a:gd name="T100" fmla="*/ 0 60000 65536"/>
                    <a:gd name="T101" fmla="*/ 0 60000 65536"/>
                    <a:gd name="T102" fmla="*/ 0 60000 65536"/>
                    <a:gd name="T103" fmla="*/ 0 60000 65536"/>
                    <a:gd name="T104" fmla="*/ 0 60000 65536"/>
                    <a:gd name="T105" fmla="*/ 0 60000 65536"/>
                    <a:gd name="T106" fmla="*/ 0 60000 65536"/>
                    <a:gd name="T107" fmla="*/ 0 60000 65536"/>
                    <a:gd name="T108" fmla="*/ 0 60000 65536"/>
                    <a:gd name="T109" fmla="*/ 0 60000 65536"/>
                    <a:gd name="T110" fmla="*/ 0 60000 65536"/>
                    <a:gd name="T111" fmla="*/ 0 60000 65536"/>
                    <a:gd name="T112" fmla="*/ 0 60000 65536"/>
                    <a:gd name="T113" fmla="*/ 0 60000 65536"/>
                    <a:gd name="T114" fmla="*/ 0 60000 65536"/>
                    <a:gd name="T115" fmla="*/ 0 60000 65536"/>
                    <a:gd name="T116" fmla="*/ 0 60000 65536"/>
                    <a:gd name="T117" fmla="*/ 0 60000 65536"/>
                    <a:gd name="T118" fmla="*/ 0 60000 65536"/>
                    <a:gd name="T119" fmla="*/ 0 60000 65536"/>
                    <a:gd name="T120" fmla="*/ 0 60000 65536"/>
                    <a:gd name="T121" fmla="*/ 0 60000 65536"/>
                    <a:gd name="T122" fmla="*/ 0 60000 65536"/>
                    <a:gd name="T123" fmla="*/ 0 w 717"/>
                    <a:gd name="T124" fmla="*/ 0 h 756"/>
                    <a:gd name="T125" fmla="*/ 717 w 717"/>
                    <a:gd name="T126" fmla="*/ 756 h 756"/>
                  </a:gdLst>
                  <a:ahLst/>
                  <a:cxnLst>
                    <a:cxn ang="T82">
                      <a:pos x="T0" y="T1"/>
                    </a:cxn>
                    <a:cxn ang="T83">
                      <a:pos x="T2" y="T3"/>
                    </a:cxn>
                    <a:cxn ang="T84">
                      <a:pos x="T4" y="T5"/>
                    </a:cxn>
                    <a:cxn ang="T85">
                      <a:pos x="T6" y="T7"/>
                    </a:cxn>
                    <a:cxn ang="T86">
                      <a:pos x="T8" y="T9"/>
                    </a:cxn>
                    <a:cxn ang="T87">
                      <a:pos x="T10" y="T11"/>
                    </a:cxn>
                    <a:cxn ang="T88">
                      <a:pos x="T12" y="T13"/>
                    </a:cxn>
                    <a:cxn ang="T89">
                      <a:pos x="T14" y="T15"/>
                    </a:cxn>
                    <a:cxn ang="T90">
                      <a:pos x="T16" y="T17"/>
                    </a:cxn>
                    <a:cxn ang="T91">
                      <a:pos x="T18" y="T19"/>
                    </a:cxn>
                    <a:cxn ang="T92">
                      <a:pos x="T20" y="T21"/>
                    </a:cxn>
                    <a:cxn ang="T93">
                      <a:pos x="T22" y="T23"/>
                    </a:cxn>
                    <a:cxn ang="T94">
                      <a:pos x="T24" y="T25"/>
                    </a:cxn>
                    <a:cxn ang="T95">
                      <a:pos x="T26" y="T27"/>
                    </a:cxn>
                    <a:cxn ang="T96">
                      <a:pos x="T28" y="T29"/>
                    </a:cxn>
                    <a:cxn ang="T97">
                      <a:pos x="T30" y="T31"/>
                    </a:cxn>
                    <a:cxn ang="T98">
                      <a:pos x="T32" y="T33"/>
                    </a:cxn>
                    <a:cxn ang="T99">
                      <a:pos x="T34" y="T35"/>
                    </a:cxn>
                    <a:cxn ang="T100">
                      <a:pos x="T36" y="T37"/>
                    </a:cxn>
                    <a:cxn ang="T101">
                      <a:pos x="T38" y="T39"/>
                    </a:cxn>
                    <a:cxn ang="T102">
                      <a:pos x="T40" y="T41"/>
                    </a:cxn>
                    <a:cxn ang="T103">
                      <a:pos x="T42" y="T43"/>
                    </a:cxn>
                    <a:cxn ang="T104">
                      <a:pos x="T44" y="T45"/>
                    </a:cxn>
                    <a:cxn ang="T105">
                      <a:pos x="T46" y="T47"/>
                    </a:cxn>
                    <a:cxn ang="T106">
                      <a:pos x="T48" y="T49"/>
                    </a:cxn>
                    <a:cxn ang="T107">
                      <a:pos x="T50" y="T51"/>
                    </a:cxn>
                    <a:cxn ang="T108">
                      <a:pos x="T52" y="T53"/>
                    </a:cxn>
                    <a:cxn ang="T109">
                      <a:pos x="T54" y="T55"/>
                    </a:cxn>
                    <a:cxn ang="T110">
                      <a:pos x="T56" y="T57"/>
                    </a:cxn>
                    <a:cxn ang="T111">
                      <a:pos x="T58" y="T59"/>
                    </a:cxn>
                    <a:cxn ang="T112">
                      <a:pos x="T60" y="T61"/>
                    </a:cxn>
                    <a:cxn ang="T113">
                      <a:pos x="T62" y="T63"/>
                    </a:cxn>
                    <a:cxn ang="T114">
                      <a:pos x="T64" y="T65"/>
                    </a:cxn>
                    <a:cxn ang="T115">
                      <a:pos x="T66" y="T67"/>
                    </a:cxn>
                    <a:cxn ang="T116">
                      <a:pos x="T68" y="T69"/>
                    </a:cxn>
                    <a:cxn ang="T117">
                      <a:pos x="T70" y="T71"/>
                    </a:cxn>
                    <a:cxn ang="T118">
                      <a:pos x="T72" y="T73"/>
                    </a:cxn>
                    <a:cxn ang="T119">
                      <a:pos x="T74" y="T75"/>
                    </a:cxn>
                    <a:cxn ang="T120">
                      <a:pos x="T76" y="T77"/>
                    </a:cxn>
                    <a:cxn ang="T121">
                      <a:pos x="T78" y="T79"/>
                    </a:cxn>
                    <a:cxn ang="T122">
                      <a:pos x="T80" y="T81"/>
                    </a:cxn>
                  </a:cxnLst>
                  <a:rect l="T123" t="T124" r="T125" b="T126"/>
                  <a:pathLst>
                    <a:path w="717" h="756">
                      <a:moveTo>
                        <a:pt x="0" y="756"/>
                      </a:moveTo>
                      <a:lnTo>
                        <a:pt x="52" y="167"/>
                      </a:lnTo>
                      <a:lnTo>
                        <a:pt x="64" y="384"/>
                      </a:lnTo>
                      <a:lnTo>
                        <a:pt x="90" y="103"/>
                      </a:lnTo>
                      <a:lnTo>
                        <a:pt x="116" y="519"/>
                      </a:lnTo>
                      <a:lnTo>
                        <a:pt x="135" y="487"/>
                      </a:lnTo>
                      <a:lnTo>
                        <a:pt x="135" y="359"/>
                      </a:lnTo>
                      <a:lnTo>
                        <a:pt x="167" y="71"/>
                      </a:lnTo>
                      <a:lnTo>
                        <a:pt x="192" y="244"/>
                      </a:lnTo>
                      <a:lnTo>
                        <a:pt x="205" y="96"/>
                      </a:lnTo>
                      <a:lnTo>
                        <a:pt x="218" y="615"/>
                      </a:lnTo>
                      <a:lnTo>
                        <a:pt x="244" y="397"/>
                      </a:lnTo>
                      <a:lnTo>
                        <a:pt x="282" y="519"/>
                      </a:lnTo>
                      <a:lnTo>
                        <a:pt x="308" y="308"/>
                      </a:lnTo>
                      <a:lnTo>
                        <a:pt x="333" y="442"/>
                      </a:lnTo>
                      <a:lnTo>
                        <a:pt x="346" y="352"/>
                      </a:lnTo>
                      <a:lnTo>
                        <a:pt x="365" y="384"/>
                      </a:lnTo>
                      <a:lnTo>
                        <a:pt x="378" y="135"/>
                      </a:lnTo>
                      <a:lnTo>
                        <a:pt x="391" y="301"/>
                      </a:lnTo>
                      <a:lnTo>
                        <a:pt x="384" y="519"/>
                      </a:lnTo>
                      <a:lnTo>
                        <a:pt x="404" y="679"/>
                      </a:lnTo>
                      <a:lnTo>
                        <a:pt x="429" y="628"/>
                      </a:lnTo>
                      <a:lnTo>
                        <a:pt x="442" y="480"/>
                      </a:lnTo>
                      <a:lnTo>
                        <a:pt x="455" y="391"/>
                      </a:lnTo>
                      <a:lnTo>
                        <a:pt x="436" y="506"/>
                      </a:lnTo>
                      <a:lnTo>
                        <a:pt x="461" y="352"/>
                      </a:lnTo>
                      <a:lnTo>
                        <a:pt x="474" y="455"/>
                      </a:lnTo>
                      <a:lnTo>
                        <a:pt x="493" y="519"/>
                      </a:lnTo>
                      <a:lnTo>
                        <a:pt x="512" y="410"/>
                      </a:lnTo>
                      <a:lnTo>
                        <a:pt x="532" y="186"/>
                      </a:lnTo>
                      <a:lnTo>
                        <a:pt x="544" y="231"/>
                      </a:lnTo>
                      <a:lnTo>
                        <a:pt x="570" y="148"/>
                      </a:lnTo>
                      <a:lnTo>
                        <a:pt x="576" y="301"/>
                      </a:lnTo>
                      <a:lnTo>
                        <a:pt x="576" y="730"/>
                      </a:lnTo>
                      <a:lnTo>
                        <a:pt x="647" y="0"/>
                      </a:lnTo>
                      <a:lnTo>
                        <a:pt x="647" y="250"/>
                      </a:lnTo>
                      <a:lnTo>
                        <a:pt x="660" y="333"/>
                      </a:lnTo>
                      <a:lnTo>
                        <a:pt x="685" y="192"/>
                      </a:lnTo>
                      <a:lnTo>
                        <a:pt x="711" y="340"/>
                      </a:lnTo>
                      <a:lnTo>
                        <a:pt x="698" y="429"/>
                      </a:lnTo>
                      <a:lnTo>
                        <a:pt x="717" y="461"/>
                      </a:lnTo>
                    </a:path>
                  </a:pathLst>
                </a:custGeom>
                <a:noFill/>
                <a:ln w="9525">
                  <a:solidFill>
                    <a:srgbClr val="FF0000"/>
                  </a:solidFill>
                  <a:round/>
                  <a:headEnd/>
                  <a:tailEnd/>
                </a:ln>
              </p:spPr>
              <p:txBody>
                <a:bodyPr/>
                <a:lstStyle/>
                <a:p>
                  <a:endParaRPr lang="en-GB" sz="1600"/>
                </a:p>
              </p:txBody>
            </p:sp>
            <p:sp>
              <p:nvSpPr>
                <p:cNvPr id="14506" name="Freeform 263"/>
                <p:cNvSpPr>
                  <a:spLocks/>
                </p:cNvSpPr>
                <p:nvPr/>
              </p:nvSpPr>
              <p:spPr bwMode="auto">
                <a:xfrm flipH="1">
                  <a:off x="4077" y="1119"/>
                  <a:ext cx="313" cy="756"/>
                </a:xfrm>
                <a:custGeom>
                  <a:avLst/>
                  <a:gdLst>
                    <a:gd name="T0" fmla="*/ 0 w 717"/>
                    <a:gd name="T1" fmla="*/ 756 h 756"/>
                    <a:gd name="T2" fmla="*/ 4 w 717"/>
                    <a:gd name="T3" fmla="*/ 167 h 756"/>
                    <a:gd name="T4" fmla="*/ 5 w 717"/>
                    <a:gd name="T5" fmla="*/ 384 h 756"/>
                    <a:gd name="T6" fmla="*/ 7 w 717"/>
                    <a:gd name="T7" fmla="*/ 103 h 756"/>
                    <a:gd name="T8" fmla="*/ 10 w 717"/>
                    <a:gd name="T9" fmla="*/ 519 h 756"/>
                    <a:gd name="T10" fmla="*/ 11 w 717"/>
                    <a:gd name="T11" fmla="*/ 487 h 756"/>
                    <a:gd name="T12" fmla="*/ 11 w 717"/>
                    <a:gd name="T13" fmla="*/ 359 h 756"/>
                    <a:gd name="T14" fmla="*/ 14 w 717"/>
                    <a:gd name="T15" fmla="*/ 71 h 756"/>
                    <a:gd name="T16" fmla="*/ 16 w 717"/>
                    <a:gd name="T17" fmla="*/ 244 h 756"/>
                    <a:gd name="T18" fmla="*/ 17 w 717"/>
                    <a:gd name="T19" fmla="*/ 96 h 756"/>
                    <a:gd name="T20" fmla="*/ 18 w 717"/>
                    <a:gd name="T21" fmla="*/ 615 h 756"/>
                    <a:gd name="T22" fmla="*/ 21 w 717"/>
                    <a:gd name="T23" fmla="*/ 397 h 756"/>
                    <a:gd name="T24" fmla="*/ 24 w 717"/>
                    <a:gd name="T25" fmla="*/ 519 h 756"/>
                    <a:gd name="T26" fmla="*/ 25 w 717"/>
                    <a:gd name="T27" fmla="*/ 308 h 756"/>
                    <a:gd name="T28" fmla="*/ 28 w 717"/>
                    <a:gd name="T29" fmla="*/ 442 h 756"/>
                    <a:gd name="T30" fmla="*/ 29 w 717"/>
                    <a:gd name="T31" fmla="*/ 352 h 756"/>
                    <a:gd name="T32" fmla="*/ 30 w 717"/>
                    <a:gd name="T33" fmla="*/ 384 h 756"/>
                    <a:gd name="T34" fmla="*/ 31 w 717"/>
                    <a:gd name="T35" fmla="*/ 135 h 756"/>
                    <a:gd name="T36" fmla="*/ 33 w 717"/>
                    <a:gd name="T37" fmla="*/ 301 h 756"/>
                    <a:gd name="T38" fmla="*/ 32 w 717"/>
                    <a:gd name="T39" fmla="*/ 519 h 756"/>
                    <a:gd name="T40" fmla="*/ 34 w 717"/>
                    <a:gd name="T41" fmla="*/ 679 h 756"/>
                    <a:gd name="T42" fmla="*/ 36 w 717"/>
                    <a:gd name="T43" fmla="*/ 628 h 756"/>
                    <a:gd name="T44" fmla="*/ 37 w 717"/>
                    <a:gd name="T45" fmla="*/ 480 h 756"/>
                    <a:gd name="T46" fmla="*/ 38 w 717"/>
                    <a:gd name="T47" fmla="*/ 391 h 756"/>
                    <a:gd name="T48" fmla="*/ 36 w 717"/>
                    <a:gd name="T49" fmla="*/ 506 h 756"/>
                    <a:gd name="T50" fmla="*/ 38 w 717"/>
                    <a:gd name="T51" fmla="*/ 352 h 756"/>
                    <a:gd name="T52" fmla="*/ 39 w 717"/>
                    <a:gd name="T53" fmla="*/ 455 h 756"/>
                    <a:gd name="T54" fmla="*/ 41 w 717"/>
                    <a:gd name="T55" fmla="*/ 519 h 756"/>
                    <a:gd name="T56" fmla="*/ 43 w 717"/>
                    <a:gd name="T57" fmla="*/ 410 h 756"/>
                    <a:gd name="T58" fmla="*/ 44 w 717"/>
                    <a:gd name="T59" fmla="*/ 186 h 756"/>
                    <a:gd name="T60" fmla="*/ 45 w 717"/>
                    <a:gd name="T61" fmla="*/ 231 h 756"/>
                    <a:gd name="T62" fmla="*/ 48 w 717"/>
                    <a:gd name="T63" fmla="*/ 148 h 756"/>
                    <a:gd name="T64" fmla="*/ 48 w 717"/>
                    <a:gd name="T65" fmla="*/ 301 h 756"/>
                    <a:gd name="T66" fmla="*/ 48 w 717"/>
                    <a:gd name="T67" fmla="*/ 730 h 756"/>
                    <a:gd name="T68" fmla="*/ 54 w 717"/>
                    <a:gd name="T69" fmla="*/ 0 h 756"/>
                    <a:gd name="T70" fmla="*/ 54 w 717"/>
                    <a:gd name="T71" fmla="*/ 250 h 756"/>
                    <a:gd name="T72" fmla="*/ 55 w 717"/>
                    <a:gd name="T73" fmla="*/ 333 h 756"/>
                    <a:gd name="T74" fmla="*/ 57 w 717"/>
                    <a:gd name="T75" fmla="*/ 192 h 756"/>
                    <a:gd name="T76" fmla="*/ 59 w 717"/>
                    <a:gd name="T77" fmla="*/ 340 h 756"/>
                    <a:gd name="T78" fmla="*/ 58 w 717"/>
                    <a:gd name="T79" fmla="*/ 429 h 756"/>
                    <a:gd name="T80" fmla="*/ 60 w 717"/>
                    <a:gd name="T81" fmla="*/ 461 h 756"/>
                    <a:gd name="T82" fmla="*/ 0 60000 65536"/>
                    <a:gd name="T83" fmla="*/ 0 60000 65536"/>
                    <a:gd name="T84" fmla="*/ 0 60000 65536"/>
                    <a:gd name="T85" fmla="*/ 0 60000 65536"/>
                    <a:gd name="T86" fmla="*/ 0 60000 65536"/>
                    <a:gd name="T87" fmla="*/ 0 60000 65536"/>
                    <a:gd name="T88" fmla="*/ 0 60000 65536"/>
                    <a:gd name="T89" fmla="*/ 0 60000 65536"/>
                    <a:gd name="T90" fmla="*/ 0 60000 65536"/>
                    <a:gd name="T91" fmla="*/ 0 60000 65536"/>
                    <a:gd name="T92" fmla="*/ 0 60000 65536"/>
                    <a:gd name="T93" fmla="*/ 0 60000 65536"/>
                    <a:gd name="T94" fmla="*/ 0 60000 65536"/>
                    <a:gd name="T95" fmla="*/ 0 60000 65536"/>
                    <a:gd name="T96" fmla="*/ 0 60000 65536"/>
                    <a:gd name="T97" fmla="*/ 0 60000 65536"/>
                    <a:gd name="T98" fmla="*/ 0 60000 65536"/>
                    <a:gd name="T99" fmla="*/ 0 60000 65536"/>
                    <a:gd name="T100" fmla="*/ 0 60000 65536"/>
                    <a:gd name="T101" fmla="*/ 0 60000 65536"/>
                    <a:gd name="T102" fmla="*/ 0 60000 65536"/>
                    <a:gd name="T103" fmla="*/ 0 60000 65536"/>
                    <a:gd name="T104" fmla="*/ 0 60000 65536"/>
                    <a:gd name="T105" fmla="*/ 0 60000 65536"/>
                    <a:gd name="T106" fmla="*/ 0 60000 65536"/>
                    <a:gd name="T107" fmla="*/ 0 60000 65536"/>
                    <a:gd name="T108" fmla="*/ 0 60000 65536"/>
                    <a:gd name="T109" fmla="*/ 0 60000 65536"/>
                    <a:gd name="T110" fmla="*/ 0 60000 65536"/>
                    <a:gd name="T111" fmla="*/ 0 60000 65536"/>
                    <a:gd name="T112" fmla="*/ 0 60000 65536"/>
                    <a:gd name="T113" fmla="*/ 0 60000 65536"/>
                    <a:gd name="T114" fmla="*/ 0 60000 65536"/>
                    <a:gd name="T115" fmla="*/ 0 60000 65536"/>
                    <a:gd name="T116" fmla="*/ 0 60000 65536"/>
                    <a:gd name="T117" fmla="*/ 0 60000 65536"/>
                    <a:gd name="T118" fmla="*/ 0 60000 65536"/>
                    <a:gd name="T119" fmla="*/ 0 60000 65536"/>
                    <a:gd name="T120" fmla="*/ 0 60000 65536"/>
                    <a:gd name="T121" fmla="*/ 0 60000 65536"/>
                    <a:gd name="T122" fmla="*/ 0 60000 65536"/>
                    <a:gd name="T123" fmla="*/ 0 w 717"/>
                    <a:gd name="T124" fmla="*/ 0 h 756"/>
                    <a:gd name="T125" fmla="*/ 717 w 717"/>
                    <a:gd name="T126" fmla="*/ 756 h 756"/>
                  </a:gdLst>
                  <a:ahLst/>
                  <a:cxnLst>
                    <a:cxn ang="T82">
                      <a:pos x="T0" y="T1"/>
                    </a:cxn>
                    <a:cxn ang="T83">
                      <a:pos x="T2" y="T3"/>
                    </a:cxn>
                    <a:cxn ang="T84">
                      <a:pos x="T4" y="T5"/>
                    </a:cxn>
                    <a:cxn ang="T85">
                      <a:pos x="T6" y="T7"/>
                    </a:cxn>
                    <a:cxn ang="T86">
                      <a:pos x="T8" y="T9"/>
                    </a:cxn>
                    <a:cxn ang="T87">
                      <a:pos x="T10" y="T11"/>
                    </a:cxn>
                    <a:cxn ang="T88">
                      <a:pos x="T12" y="T13"/>
                    </a:cxn>
                    <a:cxn ang="T89">
                      <a:pos x="T14" y="T15"/>
                    </a:cxn>
                    <a:cxn ang="T90">
                      <a:pos x="T16" y="T17"/>
                    </a:cxn>
                    <a:cxn ang="T91">
                      <a:pos x="T18" y="T19"/>
                    </a:cxn>
                    <a:cxn ang="T92">
                      <a:pos x="T20" y="T21"/>
                    </a:cxn>
                    <a:cxn ang="T93">
                      <a:pos x="T22" y="T23"/>
                    </a:cxn>
                    <a:cxn ang="T94">
                      <a:pos x="T24" y="T25"/>
                    </a:cxn>
                    <a:cxn ang="T95">
                      <a:pos x="T26" y="T27"/>
                    </a:cxn>
                    <a:cxn ang="T96">
                      <a:pos x="T28" y="T29"/>
                    </a:cxn>
                    <a:cxn ang="T97">
                      <a:pos x="T30" y="T31"/>
                    </a:cxn>
                    <a:cxn ang="T98">
                      <a:pos x="T32" y="T33"/>
                    </a:cxn>
                    <a:cxn ang="T99">
                      <a:pos x="T34" y="T35"/>
                    </a:cxn>
                    <a:cxn ang="T100">
                      <a:pos x="T36" y="T37"/>
                    </a:cxn>
                    <a:cxn ang="T101">
                      <a:pos x="T38" y="T39"/>
                    </a:cxn>
                    <a:cxn ang="T102">
                      <a:pos x="T40" y="T41"/>
                    </a:cxn>
                    <a:cxn ang="T103">
                      <a:pos x="T42" y="T43"/>
                    </a:cxn>
                    <a:cxn ang="T104">
                      <a:pos x="T44" y="T45"/>
                    </a:cxn>
                    <a:cxn ang="T105">
                      <a:pos x="T46" y="T47"/>
                    </a:cxn>
                    <a:cxn ang="T106">
                      <a:pos x="T48" y="T49"/>
                    </a:cxn>
                    <a:cxn ang="T107">
                      <a:pos x="T50" y="T51"/>
                    </a:cxn>
                    <a:cxn ang="T108">
                      <a:pos x="T52" y="T53"/>
                    </a:cxn>
                    <a:cxn ang="T109">
                      <a:pos x="T54" y="T55"/>
                    </a:cxn>
                    <a:cxn ang="T110">
                      <a:pos x="T56" y="T57"/>
                    </a:cxn>
                    <a:cxn ang="T111">
                      <a:pos x="T58" y="T59"/>
                    </a:cxn>
                    <a:cxn ang="T112">
                      <a:pos x="T60" y="T61"/>
                    </a:cxn>
                    <a:cxn ang="T113">
                      <a:pos x="T62" y="T63"/>
                    </a:cxn>
                    <a:cxn ang="T114">
                      <a:pos x="T64" y="T65"/>
                    </a:cxn>
                    <a:cxn ang="T115">
                      <a:pos x="T66" y="T67"/>
                    </a:cxn>
                    <a:cxn ang="T116">
                      <a:pos x="T68" y="T69"/>
                    </a:cxn>
                    <a:cxn ang="T117">
                      <a:pos x="T70" y="T71"/>
                    </a:cxn>
                    <a:cxn ang="T118">
                      <a:pos x="T72" y="T73"/>
                    </a:cxn>
                    <a:cxn ang="T119">
                      <a:pos x="T74" y="T75"/>
                    </a:cxn>
                    <a:cxn ang="T120">
                      <a:pos x="T76" y="T77"/>
                    </a:cxn>
                    <a:cxn ang="T121">
                      <a:pos x="T78" y="T79"/>
                    </a:cxn>
                    <a:cxn ang="T122">
                      <a:pos x="T80" y="T81"/>
                    </a:cxn>
                  </a:cxnLst>
                  <a:rect l="T123" t="T124" r="T125" b="T126"/>
                  <a:pathLst>
                    <a:path w="717" h="756">
                      <a:moveTo>
                        <a:pt x="0" y="756"/>
                      </a:moveTo>
                      <a:lnTo>
                        <a:pt x="52" y="167"/>
                      </a:lnTo>
                      <a:lnTo>
                        <a:pt x="64" y="384"/>
                      </a:lnTo>
                      <a:lnTo>
                        <a:pt x="90" y="103"/>
                      </a:lnTo>
                      <a:lnTo>
                        <a:pt x="116" y="519"/>
                      </a:lnTo>
                      <a:lnTo>
                        <a:pt x="135" y="487"/>
                      </a:lnTo>
                      <a:lnTo>
                        <a:pt x="135" y="359"/>
                      </a:lnTo>
                      <a:lnTo>
                        <a:pt x="167" y="71"/>
                      </a:lnTo>
                      <a:lnTo>
                        <a:pt x="192" y="244"/>
                      </a:lnTo>
                      <a:lnTo>
                        <a:pt x="205" y="96"/>
                      </a:lnTo>
                      <a:lnTo>
                        <a:pt x="218" y="615"/>
                      </a:lnTo>
                      <a:lnTo>
                        <a:pt x="244" y="397"/>
                      </a:lnTo>
                      <a:lnTo>
                        <a:pt x="282" y="519"/>
                      </a:lnTo>
                      <a:lnTo>
                        <a:pt x="308" y="308"/>
                      </a:lnTo>
                      <a:lnTo>
                        <a:pt x="333" y="442"/>
                      </a:lnTo>
                      <a:lnTo>
                        <a:pt x="346" y="352"/>
                      </a:lnTo>
                      <a:lnTo>
                        <a:pt x="365" y="384"/>
                      </a:lnTo>
                      <a:lnTo>
                        <a:pt x="378" y="135"/>
                      </a:lnTo>
                      <a:lnTo>
                        <a:pt x="391" y="301"/>
                      </a:lnTo>
                      <a:lnTo>
                        <a:pt x="384" y="519"/>
                      </a:lnTo>
                      <a:lnTo>
                        <a:pt x="404" y="679"/>
                      </a:lnTo>
                      <a:lnTo>
                        <a:pt x="429" y="628"/>
                      </a:lnTo>
                      <a:lnTo>
                        <a:pt x="442" y="480"/>
                      </a:lnTo>
                      <a:lnTo>
                        <a:pt x="455" y="391"/>
                      </a:lnTo>
                      <a:lnTo>
                        <a:pt x="436" y="506"/>
                      </a:lnTo>
                      <a:lnTo>
                        <a:pt x="461" y="352"/>
                      </a:lnTo>
                      <a:lnTo>
                        <a:pt x="474" y="455"/>
                      </a:lnTo>
                      <a:lnTo>
                        <a:pt x="493" y="519"/>
                      </a:lnTo>
                      <a:lnTo>
                        <a:pt x="512" y="410"/>
                      </a:lnTo>
                      <a:lnTo>
                        <a:pt x="532" y="186"/>
                      </a:lnTo>
                      <a:lnTo>
                        <a:pt x="544" y="231"/>
                      </a:lnTo>
                      <a:lnTo>
                        <a:pt x="570" y="148"/>
                      </a:lnTo>
                      <a:lnTo>
                        <a:pt x="576" y="301"/>
                      </a:lnTo>
                      <a:lnTo>
                        <a:pt x="576" y="730"/>
                      </a:lnTo>
                      <a:lnTo>
                        <a:pt x="647" y="0"/>
                      </a:lnTo>
                      <a:lnTo>
                        <a:pt x="647" y="250"/>
                      </a:lnTo>
                      <a:lnTo>
                        <a:pt x="660" y="333"/>
                      </a:lnTo>
                      <a:lnTo>
                        <a:pt x="685" y="192"/>
                      </a:lnTo>
                      <a:lnTo>
                        <a:pt x="711" y="340"/>
                      </a:lnTo>
                      <a:lnTo>
                        <a:pt x="698" y="429"/>
                      </a:lnTo>
                      <a:lnTo>
                        <a:pt x="717" y="461"/>
                      </a:lnTo>
                    </a:path>
                  </a:pathLst>
                </a:custGeom>
                <a:noFill/>
                <a:ln w="9525">
                  <a:solidFill>
                    <a:srgbClr val="FF0000"/>
                  </a:solidFill>
                  <a:round/>
                  <a:headEnd/>
                  <a:tailEnd/>
                </a:ln>
              </p:spPr>
              <p:txBody>
                <a:bodyPr/>
                <a:lstStyle/>
                <a:p>
                  <a:endParaRPr lang="en-GB" sz="1600"/>
                </a:p>
              </p:txBody>
            </p:sp>
            <p:sp>
              <p:nvSpPr>
                <p:cNvPr id="14507" name="Freeform 264"/>
                <p:cNvSpPr>
                  <a:spLocks/>
                </p:cNvSpPr>
                <p:nvPr/>
              </p:nvSpPr>
              <p:spPr bwMode="auto">
                <a:xfrm flipV="1">
                  <a:off x="4385" y="1138"/>
                  <a:ext cx="313" cy="756"/>
                </a:xfrm>
                <a:custGeom>
                  <a:avLst/>
                  <a:gdLst>
                    <a:gd name="T0" fmla="*/ 0 w 717"/>
                    <a:gd name="T1" fmla="*/ 756 h 756"/>
                    <a:gd name="T2" fmla="*/ 4 w 717"/>
                    <a:gd name="T3" fmla="*/ 167 h 756"/>
                    <a:gd name="T4" fmla="*/ 5 w 717"/>
                    <a:gd name="T5" fmla="*/ 384 h 756"/>
                    <a:gd name="T6" fmla="*/ 7 w 717"/>
                    <a:gd name="T7" fmla="*/ 103 h 756"/>
                    <a:gd name="T8" fmla="*/ 10 w 717"/>
                    <a:gd name="T9" fmla="*/ 519 h 756"/>
                    <a:gd name="T10" fmla="*/ 11 w 717"/>
                    <a:gd name="T11" fmla="*/ 487 h 756"/>
                    <a:gd name="T12" fmla="*/ 11 w 717"/>
                    <a:gd name="T13" fmla="*/ 359 h 756"/>
                    <a:gd name="T14" fmla="*/ 14 w 717"/>
                    <a:gd name="T15" fmla="*/ 71 h 756"/>
                    <a:gd name="T16" fmla="*/ 16 w 717"/>
                    <a:gd name="T17" fmla="*/ 244 h 756"/>
                    <a:gd name="T18" fmla="*/ 17 w 717"/>
                    <a:gd name="T19" fmla="*/ 96 h 756"/>
                    <a:gd name="T20" fmla="*/ 18 w 717"/>
                    <a:gd name="T21" fmla="*/ 615 h 756"/>
                    <a:gd name="T22" fmla="*/ 21 w 717"/>
                    <a:gd name="T23" fmla="*/ 397 h 756"/>
                    <a:gd name="T24" fmla="*/ 24 w 717"/>
                    <a:gd name="T25" fmla="*/ 519 h 756"/>
                    <a:gd name="T26" fmla="*/ 25 w 717"/>
                    <a:gd name="T27" fmla="*/ 308 h 756"/>
                    <a:gd name="T28" fmla="*/ 28 w 717"/>
                    <a:gd name="T29" fmla="*/ 442 h 756"/>
                    <a:gd name="T30" fmla="*/ 29 w 717"/>
                    <a:gd name="T31" fmla="*/ 352 h 756"/>
                    <a:gd name="T32" fmla="*/ 30 w 717"/>
                    <a:gd name="T33" fmla="*/ 384 h 756"/>
                    <a:gd name="T34" fmla="*/ 31 w 717"/>
                    <a:gd name="T35" fmla="*/ 135 h 756"/>
                    <a:gd name="T36" fmla="*/ 33 w 717"/>
                    <a:gd name="T37" fmla="*/ 301 h 756"/>
                    <a:gd name="T38" fmla="*/ 32 w 717"/>
                    <a:gd name="T39" fmla="*/ 519 h 756"/>
                    <a:gd name="T40" fmla="*/ 34 w 717"/>
                    <a:gd name="T41" fmla="*/ 679 h 756"/>
                    <a:gd name="T42" fmla="*/ 36 w 717"/>
                    <a:gd name="T43" fmla="*/ 628 h 756"/>
                    <a:gd name="T44" fmla="*/ 37 w 717"/>
                    <a:gd name="T45" fmla="*/ 480 h 756"/>
                    <a:gd name="T46" fmla="*/ 38 w 717"/>
                    <a:gd name="T47" fmla="*/ 391 h 756"/>
                    <a:gd name="T48" fmla="*/ 36 w 717"/>
                    <a:gd name="T49" fmla="*/ 506 h 756"/>
                    <a:gd name="T50" fmla="*/ 38 w 717"/>
                    <a:gd name="T51" fmla="*/ 352 h 756"/>
                    <a:gd name="T52" fmla="*/ 39 w 717"/>
                    <a:gd name="T53" fmla="*/ 455 h 756"/>
                    <a:gd name="T54" fmla="*/ 41 w 717"/>
                    <a:gd name="T55" fmla="*/ 519 h 756"/>
                    <a:gd name="T56" fmla="*/ 43 w 717"/>
                    <a:gd name="T57" fmla="*/ 410 h 756"/>
                    <a:gd name="T58" fmla="*/ 44 w 717"/>
                    <a:gd name="T59" fmla="*/ 186 h 756"/>
                    <a:gd name="T60" fmla="*/ 45 w 717"/>
                    <a:gd name="T61" fmla="*/ 231 h 756"/>
                    <a:gd name="T62" fmla="*/ 48 w 717"/>
                    <a:gd name="T63" fmla="*/ 148 h 756"/>
                    <a:gd name="T64" fmla="*/ 48 w 717"/>
                    <a:gd name="T65" fmla="*/ 301 h 756"/>
                    <a:gd name="T66" fmla="*/ 48 w 717"/>
                    <a:gd name="T67" fmla="*/ 730 h 756"/>
                    <a:gd name="T68" fmla="*/ 54 w 717"/>
                    <a:gd name="T69" fmla="*/ 0 h 756"/>
                    <a:gd name="T70" fmla="*/ 54 w 717"/>
                    <a:gd name="T71" fmla="*/ 250 h 756"/>
                    <a:gd name="T72" fmla="*/ 55 w 717"/>
                    <a:gd name="T73" fmla="*/ 333 h 756"/>
                    <a:gd name="T74" fmla="*/ 57 w 717"/>
                    <a:gd name="T75" fmla="*/ 192 h 756"/>
                    <a:gd name="T76" fmla="*/ 59 w 717"/>
                    <a:gd name="T77" fmla="*/ 340 h 756"/>
                    <a:gd name="T78" fmla="*/ 58 w 717"/>
                    <a:gd name="T79" fmla="*/ 429 h 756"/>
                    <a:gd name="T80" fmla="*/ 60 w 717"/>
                    <a:gd name="T81" fmla="*/ 461 h 756"/>
                    <a:gd name="T82" fmla="*/ 0 60000 65536"/>
                    <a:gd name="T83" fmla="*/ 0 60000 65536"/>
                    <a:gd name="T84" fmla="*/ 0 60000 65536"/>
                    <a:gd name="T85" fmla="*/ 0 60000 65536"/>
                    <a:gd name="T86" fmla="*/ 0 60000 65536"/>
                    <a:gd name="T87" fmla="*/ 0 60000 65536"/>
                    <a:gd name="T88" fmla="*/ 0 60000 65536"/>
                    <a:gd name="T89" fmla="*/ 0 60000 65536"/>
                    <a:gd name="T90" fmla="*/ 0 60000 65536"/>
                    <a:gd name="T91" fmla="*/ 0 60000 65536"/>
                    <a:gd name="T92" fmla="*/ 0 60000 65536"/>
                    <a:gd name="T93" fmla="*/ 0 60000 65536"/>
                    <a:gd name="T94" fmla="*/ 0 60000 65536"/>
                    <a:gd name="T95" fmla="*/ 0 60000 65536"/>
                    <a:gd name="T96" fmla="*/ 0 60000 65536"/>
                    <a:gd name="T97" fmla="*/ 0 60000 65536"/>
                    <a:gd name="T98" fmla="*/ 0 60000 65536"/>
                    <a:gd name="T99" fmla="*/ 0 60000 65536"/>
                    <a:gd name="T100" fmla="*/ 0 60000 65536"/>
                    <a:gd name="T101" fmla="*/ 0 60000 65536"/>
                    <a:gd name="T102" fmla="*/ 0 60000 65536"/>
                    <a:gd name="T103" fmla="*/ 0 60000 65536"/>
                    <a:gd name="T104" fmla="*/ 0 60000 65536"/>
                    <a:gd name="T105" fmla="*/ 0 60000 65536"/>
                    <a:gd name="T106" fmla="*/ 0 60000 65536"/>
                    <a:gd name="T107" fmla="*/ 0 60000 65536"/>
                    <a:gd name="T108" fmla="*/ 0 60000 65536"/>
                    <a:gd name="T109" fmla="*/ 0 60000 65536"/>
                    <a:gd name="T110" fmla="*/ 0 60000 65536"/>
                    <a:gd name="T111" fmla="*/ 0 60000 65536"/>
                    <a:gd name="T112" fmla="*/ 0 60000 65536"/>
                    <a:gd name="T113" fmla="*/ 0 60000 65536"/>
                    <a:gd name="T114" fmla="*/ 0 60000 65536"/>
                    <a:gd name="T115" fmla="*/ 0 60000 65536"/>
                    <a:gd name="T116" fmla="*/ 0 60000 65536"/>
                    <a:gd name="T117" fmla="*/ 0 60000 65536"/>
                    <a:gd name="T118" fmla="*/ 0 60000 65536"/>
                    <a:gd name="T119" fmla="*/ 0 60000 65536"/>
                    <a:gd name="T120" fmla="*/ 0 60000 65536"/>
                    <a:gd name="T121" fmla="*/ 0 60000 65536"/>
                    <a:gd name="T122" fmla="*/ 0 60000 65536"/>
                    <a:gd name="T123" fmla="*/ 0 w 717"/>
                    <a:gd name="T124" fmla="*/ 0 h 756"/>
                    <a:gd name="T125" fmla="*/ 717 w 717"/>
                    <a:gd name="T126" fmla="*/ 756 h 756"/>
                  </a:gdLst>
                  <a:ahLst/>
                  <a:cxnLst>
                    <a:cxn ang="T82">
                      <a:pos x="T0" y="T1"/>
                    </a:cxn>
                    <a:cxn ang="T83">
                      <a:pos x="T2" y="T3"/>
                    </a:cxn>
                    <a:cxn ang="T84">
                      <a:pos x="T4" y="T5"/>
                    </a:cxn>
                    <a:cxn ang="T85">
                      <a:pos x="T6" y="T7"/>
                    </a:cxn>
                    <a:cxn ang="T86">
                      <a:pos x="T8" y="T9"/>
                    </a:cxn>
                    <a:cxn ang="T87">
                      <a:pos x="T10" y="T11"/>
                    </a:cxn>
                    <a:cxn ang="T88">
                      <a:pos x="T12" y="T13"/>
                    </a:cxn>
                    <a:cxn ang="T89">
                      <a:pos x="T14" y="T15"/>
                    </a:cxn>
                    <a:cxn ang="T90">
                      <a:pos x="T16" y="T17"/>
                    </a:cxn>
                    <a:cxn ang="T91">
                      <a:pos x="T18" y="T19"/>
                    </a:cxn>
                    <a:cxn ang="T92">
                      <a:pos x="T20" y="T21"/>
                    </a:cxn>
                    <a:cxn ang="T93">
                      <a:pos x="T22" y="T23"/>
                    </a:cxn>
                    <a:cxn ang="T94">
                      <a:pos x="T24" y="T25"/>
                    </a:cxn>
                    <a:cxn ang="T95">
                      <a:pos x="T26" y="T27"/>
                    </a:cxn>
                    <a:cxn ang="T96">
                      <a:pos x="T28" y="T29"/>
                    </a:cxn>
                    <a:cxn ang="T97">
                      <a:pos x="T30" y="T31"/>
                    </a:cxn>
                    <a:cxn ang="T98">
                      <a:pos x="T32" y="T33"/>
                    </a:cxn>
                    <a:cxn ang="T99">
                      <a:pos x="T34" y="T35"/>
                    </a:cxn>
                    <a:cxn ang="T100">
                      <a:pos x="T36" y="T37"/>
                    </a:cxn>
                    <a:cxn ang="T101">
                      <a:pos x="T38" y="T39"/>
                    </a:cxn>
                    <a:cxn ang="T102">
                      <a:pos x="T40" y="T41"/>
                    </a:cxn>
                    <a:cxn ang="T103">
                      <a:pos x="T42" y="T43"/>
                    </a:cxn>
                    <a:cxn ang="T104">
                      <a:pos x="T44" y="T45"/>
                    </a:cxn>
                    <a:cxn ang="T105">
                      <a:pos x="T46" y="T47"/>
                    </a:cxn>
                    <a:cxn ang="T106">
                      <a:pos x="T48" y="T49"/>
                    </a:cxn>
                    <a:cxn ang="T107">
                      <a:pos x="T50" y="T51"/>
                    </a:cxn>
                    <a:cxn ang="T108">
                      <a:pos x="T52" y="T53"/>
                    </a:cxn>
                    <a:cxn ang="T109">
                      <a:pos x="T54" y="T55"/>
                    </a:cxn>
                    <a:cxn ang="T110">
                      <a:pos x="T56" y="T57"/>
                    </a:cxn>
                    <a:cxn ang="T111">
                      <a:pos x="T58" y="T59"/>
                    </a:cxn>
                    <a:cxn ang="T112">
                      <a:pos x="T60" y="T61"/>
                    </a:cxn>
                    <a:cxn ang="T113">
                      <a:pos x="T62" y="T63"/>
                    </a:cxn>
                    <a:cxn ang="T114">
                      <a:pos x="T64" y="T65"/>
                    </a:cxn>
                    <a:cxn ang="T115">
                      <a:pos x="T66" y="T67"/>
                    </a:cxn>
                    <a:cxn ang="T116">
                      <a:pos x="T68" y="T69"/>
                    </a:cxn>
                    <a:cxn ang="T117">
                      <a:pos x="T70" y="T71"/>
                    </a:cxn>
                    <a:cxn ang="T118">
                      <a:pos x="T72" y="T73"/>
                    </a:cxn>
                    <a:cxn ang="T119">
                      <a:pos x="T74" y="T75"/>
                    </a:cxn>
                    <a:cxn ang="T120">
                      <a:pos x="T76" y="T77"/>
                    </a:cxn>
                    <a:cxn ang="T121">
                      <a:pos x="T78" y="T79"/>
                    </a:cxn>
                    <a:cxn ang="T122">
                      <a:pos x="T80" y="T81"/>
                    </a:cxn>
                  </a:cxnLst>
                  <a:rect l="T123" t="T124" r="T125" b="T126"/>
                  <a:pathLst>
                    <a:path w="717" h="756">
                      <a:moveTo>
                        <a:pt x="0" y="756"/>
                      </a:moveTo>
                      <a:lnTo>
                        <a:pt x="52" y="167"/>
                      </a:lnTo>
                      <a:lnTo>
                        <a:pt x="64" y="384"/>
                      </a:lnTo>
                      <a:lnTo>
                        <a:pt x="90" y="103"/>
                      </a:lnTo>
                      <a:lnTo>
                        <a:pt x="116" y="519"/>
                      </a:lnTo>
                      <a:lnTo>
                        <a:pt x="135" y="487"/>
                      </a:lnTo>
                      <a:lnTo>
                        <a:pt x="135" y="359"/>
                      </a:lnTo>
                      <a:lnTo>
                        <a:pt x="167" y="71"/>
                      </a:lnTo>
                      <a:lnTo>
                        <a:pt x="192" y="244"/>
                      </a:lnTo>
                      <a:lnTo>
                        <a:pt x="205" y="96"/>
                      </a:lnTo>
                      <a:lnTo>
                        <a:pt x="218" y="615"/>
                      </a:lnTo>
                      <a:lnTo>
                        <a:pt x="244" y="397"/>
                      </a:lnTo>
                      <a:lnTo>
                        <a:pt x="282" y="519"/>
                      </a:lnTo>
                      <a:lnTo>
                        <a:pt x="308" y="308"/>
                      </a:lnTo>
                      <a:lnTo>
                        <a:pt x="333" y="442"/>
                      </a:lnTo>
                      <a:lnTo>
                        <a:pt x="346" y="352"/>
                      </a:lnTo>
                      <a:lnTo>
                        <a:pt x="365" y="384"/>
                      </a:lnTo>
                      <a:lnTo>
                        <a:pt x="378" y="135"/>
                      </a:lnTo>
                      <a:lnTo>
                        <a:pt x="391" y="301"/>
                      </a:lnTo>
                      <a:lnTo>
                        <a:pt x="384" y="519"/>
                      </a:lnTo>
                      <a:lnTo>
                        <a:pt x="404" y="679"/>
                      </a:lnTo>
                      <a:lnTo>
                        <a:pt x="429" y="628"/>
                      </a:lnTo>
                      <a:lnTo>
                        <a:pt x="442" y="480"/>
                      </a:lnTo>
                      <a:lnTo>
                        <a:pt x="455" y="391"/>
                      </a:lnTo>
                      <a:lnTo>
                        <a:pt x="436" y="506"/>
                      </a:lnTo>
                      <a:lnTo>
                        <a:pt x="461" y="352"/>
                      </a:lnTo>
                      <a:lnTo>
                        <a:pt x="474" y="455"/>
                      </a:lnTo>
                      <a:lnTo>
                        <a:pt x="493" y="519"/>
                      </a:lnTo>
                      <a:lnTo>
                        <a:pt x="512" y="410"/>
                      </a:lnTo>
                      <a:lnTo>
                        <a:pt x="532" y="186"/>
                      </a:lnTo>
                      <a:lnTo>
                        <a:pt x="544" y="231"/>
                      </a:lnTo>
                      <a:lnTo>
                        <a:pt x="570" y="148"/>
                      </a:lnTo>
                      <a:lnTo>
                        <a:pt x="576" y="301"/>
                      </a:lnTo>
                      <a:lnTo>
                        <a:pt x="576" y="730"/>
                      </a:lnTo>
                      <a:lnTo>
                        <a:pt x="647" y="0"/>
                      </a:lnTo>
                      <a:lnTo>
                        <a:pt x="647" y="250"/>
                      </a:lnTo>
                      <a:lnTo>
                        <a:pt x="660" y="333"/>
                      </a:lnTo>
                      <a:lnTo>
                        <a:pt x="685" y="192"/>
                      </a:lnTo>
                      <a:lnTo>
                        <a:pt x="711" y="340"/>
                      </a:lnTo>
                      <a:lnTo>
                        <a:pt x="698" y="429"/>
                      </a:lnTo>
                      <a:lnTo>
                        <a:pt x="717" y="461"/>
                      </a:lnTo>
                    </a:path>
                  </a:pathLst>
                </a:custGeom>
                <a:noFill/>
                <a:ln w="9525">
                  <a:solidFill>
                    <a:srgbClr val="FF0000"/>
                  </a:solidFill>
                  <a:round/>
                  <a:headEnd/>
                  <a:tailEnd/>
                </a:ln>
              </p:spPr>
              <p:txBody>
                <a:bodyPr/>
                <a:lstStyle/>
                <a:p>
                  <a:endParaRPr lang="en-GB" sz="1600"/>
                </a:p>
              </p:txBody>
            </p:sp>
            <p:sp>
              <p:nvSpPr>
                <p:cNvPr id="14508" name="Freeform 265"/>
                <p:cNvSpPr>
                  <a:spLocks/>
                </p:cNvSpPr>
                <p:nvPr/>
              </p:nvSpPr>
              <p:spPr bwMode="auto">
                <a:xfrm flipH="1">
                  <a:off x="4698" y="1100"/>
                  <a:ext cx="313" cy="756"/>
                </a:xfrm>
                <a:custGeom>
                  <a:avLst/>
                  <a:gdLst>
                    <a:gd name="T0" fmla="*/ 0 w 717"/>
                    <a:gd name="T1" fmla="*/ 756 h 756"/>
                    <a:gd name="T2" fmla="*/ 4 w 717"/>
                    <a:gd name="T3" fmla="*/ 167 h 756"/>
                    <a:gd name="T4" fmla="*/ 5 w 717"/>
                    <a:gd name="T5" fmla="*/ 384 h 756"/>
                    <a:gd name="T6" fmla="*/ 7 w 717"/>
                    <a:gd name="T7" fmla="*/ 103 h 756"/>
                    <a:gd name="T8" fmla="*/ 10 w 717"/>
                    <a:gd name="T9" fmla="*/ 519 h 756"/>
                    <a:gd name="T10" fmla="*/ 11 w 717"/>
                    <a:gd name="T11" fmla="*/ 487 h 756"/>
                    <a:gd name="T12" fmla="*/ 11 w 717"/>
                    <a:gd name="T13" fmla="*/ 359 h 756"/>
                    <a:gd name="T14" fmla="*/ 14 w 717"/>
                    <a:gd name="T15" fmla="*/ 71 h 756"/>
                    <a:gd name="T16" fmla="*/ 16 w 717"/>
                    <a:gd name="T17" fmla="*/ 244 h 756"/>
                    <a:gd name="T18" fmla="*/ 17 w 717"/>
                    <a:gd name="T19" fmla="*/ 96 h 756"/>
                    <a:gd name="T20" fmla="*/ 18 w 717"/>
                    <a:gd name="T21" fmla="*/ 615 h 756"/>
                    <a:gd name="T22" fmla="*/ 21 w 717"/>
                    <a:gd name="T23" fmla="*/ 397 h 756"/>
                    <a:gd name="T24" fmla="*/ 24 w 717"/>
                    <a:gd name="T25" fmla="*/ 519 h 756"/>
                    <a:gd name="T26" fmla="*/ 25 w 717"/>
                    <a:gd name="T27" fmla="*/ 308 h 756"/>
                    <a:gd name="T28" fmla="*/ 28 w 717"/>
                    <a:gd name="T29" fmla="*/ 442 h 756"/>
                    <a:gd name="T30" fmla="*/ 29 w 717"/>
                    <a:gd name="T31" fmla="*/ 352 h 756"/>
                    <a:gd name="T32" fmla="*/ 30 w 717"/>
                    <a:gd name="T33" fmla="*/ 384 h 756"/>
                    <a:gd name="T34" fmla="*/ 31 w 717"/>
                    <a:gd name="T35" fmla="*/ 135 h 756"/>
                    <a:gd name="T36" fmla="*/ 33 w 717"/>
                    <a:gd name="T37" fmla="*/ 301 h 756"/>
                    <a:gd name="T38" fmla="*/ 32 w 717"/>
                    <a:gd name="T39" fmla="*/ 519 h 756"/>
                    <a:gd name="T40" fmla="*/ 34 w 717"/>
                    <a:gd name="T41" fmla="*/ 679 h 756"/>
                    <a:gd name="T42" fmla="*/ 36 w 717"/>
                    <a:gd name="T43" fmla="*/ 628 h 756"/>
                    <a:gd name="T44" fmla="*/ 37 w 717"/>
                    <a:gd name="T45" fmla="*/ 480 h 756"/>
                    <a:gd name="T46" fmla="*/ 38 w 717"/>
                    <a:gd name="T47" fmla="*/ 391 h 756"/>
                    <a:gd name="T48" fmla="*/ 36 w 717"/>
                    <a:gd name="T49" fmla="*/ 506 h 756"/>
                    <a:gd name="T50" fmla="*/ 38 w 717"/>
                    <a:gd name="T51" fmla="*/ 352 h 756"/>
                    <a:gd name="T52" fmla="*/ 39 w 717"/>
                    <a:gd name="T53" fmla="*/ 455 h 756"/>
                    <a:gd name="T54" fmla="*/ 41 w 717"/>
                    <a:gd name="T55" fmla="*/ 519 h 756"/>
                    <a:gd name="T56" fmla="*/ 43 w 717"/>
                    <a:gd name="T57" fmla="*/ 410 h 756"/>
                    <a:gd name="T58" fmla="*/ 44 w 717"/>
                    <a:gd name="T59" fmla="*/ 186 h 756"/>
                    <a:gd name="T60" fmla="*/ 45 w 717"/>
                    <a:gd name="T61" fmla="*/ 231 h 756"/>
                    <a:gd name="T62" fmla="*/ 48 w 717"/>
                    <a:gd name="T63" fmla="*/ 148 h 756"/>
                    <a:gd name="T64" fmla="*/ 48 w 717"/>
                    <a:gd name="T65" fmla="*/ 301 h 756"/>
                    <a:gd name="T66" fmla="*/ 48 w 717"/>
                    <a:gd name="T67" fmla="*/ 730 h 756"/>
                    <a:gd name="T68" fmla="*/ 54 w 717"/>
                    <a:gd name="T69" fmla="*/ 0 h 756"/>
                    <a:gd name="T70" fmla="*/ 54 w 717"/>
                    <a:gd name="T71" fmla="*/ 250 h 756"/>
                    <a:gd name="T72" fmla="*/ 55 w 717"/>
                    <a:gd name="T73" fmla="*/ 333 h 756"/>
                    <a:gd name="T74" fmla="*/ 57 w 717"/>
                    <a:gd name="T75" fmla="*/ 192 h 756"/>
                    <a:gd name="T76" fmla="*/ 59 w 717"/>
                    <a:gd name="T77" fmla="*/ 340 h 756"/>
                    <a:gd name="T78" fmla="*/ 58 w 717"/>
                    <a:gd name="T79" fmla="*/ 429 h 756"/>
                    <a:gd name="T80" fmla="*/ 60 w 717"/>
                    <a:gd name="T81" fmla="*/ 461 h 756"/>
                    <a:gd name="T82" fmla="*/ 0 60000 65536"/>
                    <a:gd name="T83" fmla="*/ 0 60000 65536"/>
                    <a:gd name="T84" fmla="*/ 0 60000 65536"/>
                    <a:gd name="T85" fmla="*/ 0 60000 65536"/>
                    <a:gd name="T86" fmla="*/ 0 60000 65536"/>
                    <a:gd name="T87" fmla="*/ 0 60000 65536"/>
                    <a:gd name="T88" fmla="*/ 0 60000 65536"/>
                    <a:gd name="T89" fmla="*/ 0 60000 65536"/>
                    <a:gd name="T90" fmla="*/ 0 60000 65536"/>
                    <a:gd name="T91" fmla="*/ 0 60000 65536"/>
                    <a:gd name="T92" fmla="*/ 0 60000 65536"/>
                    <a:gd name="T93" fmla="*/ 0 60000 65536"/>
                    <a:gd name="T94" fmla="*/ 0 60000 65536"/>
                    <a:gd name="T95" fmla="*/ 0 60000 65536"/>
                    <a:gd name="T96" fmla="*/ 0 60000 65536"/>
                    <a:gd name="T97" fmla="*/ 0 60000 65536"/>
                    <a:gd name="T98" fmla="*/ 0 60000 65536"/>
                    <a:gd name="T99" fmla="*/ 0 60000 65536"/>
                    <a:gd name="T100" fmla="*/ 0 60000 65536"/>
                    <a:gd name="T101" fmla="*/ 0 60000 65536"/>
                    <a:gd name="T102" fmla="*/ 0 60000 65536"/>
                    <a:gd name="T103" fmla="*/ 0 60000 65536"/>
                    <a:gd name="T104" fmla="*/ 0 60000 65536"/>
                    <a:gd name="T105" fmla="*/ 0 60000 65536"/>
                    <a:gd name="T106" fmla="*/ 0 60000 65536"/>
                    <a:gd name="T107" fmla="*/ 0 60000 65536"/>
                    <a:gd name="T108" fmla="*/ 0 60000 65536"/>
                    <a:gd name="T109" fmla="*/ 0 60000 65536"/>
                    <a:gd name="T110" fmla="*/ 0 60000 65536"/>
                    <a:gd name="T111" fmla="*/ 0 60000 65536"/>
                    <a:gd name="T112" fmla="*/ 0 60000 65536"/>
                    <a:gd name="T113" fmla="*/ 0 60000 65536"/>
                    <a:gd name="T114" fmla="*/ 0 60000 65536"/>
                    <a:gd name="T115" fmla="*/ 0 60000 65536"/>
                    <a:gd name="T116" fmla="*/ 0 60000 65536"/>
                    <a:gd name="T117" fmla="*/ 0 60000 65536"/>
                    <a:gd name="T118" fmla="*/ 0 60000 65536"/>
                    <a:gd name="T119" fmla="*/ 0 60000 65536"/>
                    <a:gd name="T120" fmla="*/ 0 60000 65536"/>
                    <a:gd name="T121" fmla="*/ 0 60000 65536"/>
                    <a:gd name="T122" fmla="*/ 0 60000 65536"/>
                    <a:gd name="T123" fmla="*/ 0 w 717"/>
                    <a:gd name="T124" fmla="*/ 0 h 756"/>
                    <a:gd name="T125" fmla="*/ 717 w 717"/>
                    <a:gd name="T126" fmla="*/ 756 h 756"/>
                  </a:gdLst>
                  <a:ahLst/>
                  <a:cxnLst>
                    <a:cxn ang="T82">
                      <a:pos x="T0" y="T1"/>
                    </a:cxn>
                    <a:cxn ang="T83">
                      <a:pos x="T2" y="T3"/>
                    </a:cxn>
                    <a:cxn ang="T84">
                      <a:pos x="T4" y="T5"/>
                    </a:cxn>
                    <a:cxn ang="T85">
                      <a:pos x="T6" y="T7"/>
                    </a:cxn>
                    <a:cxn ang="T86">
                      <a:pos x="T8" y="T9"/>
                    </a:cxn>
                    <a:cxn ang="T87">
                      <a:pos x="T10" y="T11"/>
                    </a:cxn>
                    <a:cxn ang="T88">
                      <a:pos x="T12" y="T13"/>
                    </a:cxn>
                    <a:cxn ang="T89">
                      <a:pos x="T14" y="T15"/>
                    </a:cxn>
                    <a:cxn ang="T90">
                      <a:pos x="T16" y="T17"/>
                    </a:cxn>
                    <a:cxn ang="T91">
                      <a:pos x="T18" y="T19"/>
                    </a:cxn>
                    <a:cxn ang="T92">
                      <a:pos x="T20" y="T21"/>
                    </a:cxn>
                    <a:cxn ang="T93">
                      <a:pos x="T22" y="T23"/>
                    </a:cxn>
                    <a:cxn ang="T94">
                      <a:pos x="T24" y="T25"/>
                    </a:cxn>
                    <a:cxn ang="T95">
                      <a:pos x="T26" y="T27"/>
                    </a:cxn>
                    <a:cxn ang="T96">
                      <a:pos x="T28" y="T29"/>
                    </a:cxn>
                    <a:cxn ang="T97">
                      <a:pos x="T30" y="T31"/>
                    </a:cxn>
                    <a:cxn ang="T98">
                      <a:pos x="T32" y="T33"/>
                    </a:cxn>
                    <a:cxn ang="T99">
                      <a:pos x="T34" y="T35"/>
                    </a:cxn>
                    <a:cxn ang="T100">
                      <a:pos x="T36" y="T37"/>
                    </a:cxn>
                    <a:cxn ang="T101">
                      <a:pos x="T38" y="T39"/>
                    </a:cxn>
                    <a:cxn ang="T102">
                      <a:pos x="T40" y="T41"/>
                    </a:cxn>
                    <a:cxn ang="T103">
                      <a:pos x="T42" y="T43"/>
                    </a:cxn>
                    <a:cxn ang="T104">
                      <a:pos x="T44" y="T45"/>
                    </a:cxn>
                    <a:cxn ang="T105">
                      <a:pos x="T46" y="T47"/>
                    </a:cxn>
                    <a:cxn ang="T106">
                      <a:pos x="T48" y="T49"/>
                    </a:cxn>
                    <a:cxn ang="T107">
                      <a:pos x="T50" y="T51"/>
                    </a:cxn>
                    <a:cxn ang="T108">
                      <a:pos x="T52" y="T53"/>
                    </a:cxn>
                    <a:cxn ang="T109">
                      <a:pos x="T54" y="T55"/>
                    </a:cxn>
                    <a:cxn ang="T110">
                      <a:pos x="T56" y="T57"/>
                    </a:cxn>
                    <a:cxn ang="T111">
                      <a:pos x="T58" y="T59"/>
                    </a:cxn>
                    <a:cxn ang="T112">
                      <a:pos x="T60" y="T61"/>
                    </a:cxn>
                    <a:cxn ang="T113">
                      <a:pos x="T62" y="T63"/>
                    </a:cxn>
                    <a:cxn ang="T114">
                      <a:pos x="T64" y="T65"/>
                    </a:cxn>
                    <a:cxn ang="T115">
                      <a:pos x="T66" y="T67"/>
                    </a:cxn>
                    <a:cxn ang="T116">
                      <a:pos x="T68" y="T69"/>
                    </a:cxn>
                    <a:cxn ang="T117">
                      <a:pos x="T70" y="T71"/>
                    </a:cxn>
                    <a:cxn ang="T118">
                      <a:pos x="T72" y="T73"/>
                    </a:cxn>
                    <a:cxn ang="T119">
                      <a:pos x="T74" y="T75"/>
                    </a:cxn>
                    <a:cxn ang="T120">
                      <a:pos x="T76" y="T77"/>
                    </a:cxn>
                    <a:cxn ang="T121">
                      <a:pos x="T78" y="T79"/>
                    </a:cxn>
                    <a:cxn ang="T122">
                      <a:pos x="T80" y="T81"/>
                    </a:cxn>
                  </a:cxnLst>
                  <a:rect l="T123" t="T124" r="T125" b="T126"/>
                  <a:pathLst>
                    <a:path w="717" h="756">
                      <a:moveTo>
                        <a:pt x="0" y="756"/>
                      </a:moveTo>
                      <a:lnTo>
                        <a:pt x="52" y="167"/>
                      </a:lnTo>
                      <a:lnTo>
                        <a:pt x="64" y="384"/>
                      </a:lnTo>
                      <a:lnTo>
                        <a:pt x="90" y="103"/>
                      </a:lnTo>
                      <a:lnTo>
                        <a:pt x="116" y="519"/>
                      </a:lnTo>
                      <a:lnTo>
                        <a:pt x="135" y="487"/>
                      </a:lnTo>
                      <a:lnTo>
                        <a:pt x="135" y="359"/>
                      </a:lnTo>
                      <a:lnTo>
                        <a:pt x="167" y="71"/>
                      </a:lnTo>
                      <a:lnTo>
                        <a:pt x="192" y="244"/>
                      </a:lnTo>
                      <a:lnTo>
                        <a:pt x="205" y="96"/>
                      </a:lnTo>
                      <a:lnTo>
                        <a:pt x="218" y="615"/>
                      </a:lnTo>
                      <a:lnTo>
                        <a:pt x="244" y="397"/>
                      </a:lnTo>
                      <a:lnTo>
                        <a:pt x="282" y="519"/>
                      </a:lnTo>
                      <a:lnTo>
                        <a:pt x="308" y="308"/>
                      </a:lnTo>
                      <a:lnTo>
                        <a:pt x="333" y="442"/>
                      </a:lnTo>
                      <a:lnTo>
                        <a:pt x="346" y="352"/>
                      </a:lnTo>
                      <a:lnTo>
                        <a:pt x="365" y="384"/>
                      </a:lnTo>
                      <a:lnTo>
                        <a:pt x="378" y="135"/>
                      </a:lnTo>
                      <a:lnTo>
                        <a:pt x="391" y="301"/>
                      </a:lnTo>
                      <a:lnTo>
                        <a:pt x="384" y="519"/>
                      </a:lnTo>
                      <a:lnTo>
                        <a:pt x="404" y="679"/>
                      </a:lnTo>
                      <a:lnTo>
                        <a:pt x="429" y="628"/>
                      </a:lnTo>
                      <a:lnTo>
                        <a:pt x="442" y="480"/>
                      </a:lnTo>
                      <a:lnTo>
                        <a:pt x="455" y="391"/>
                      </a:lnTo>
                      <a:lnTo>
                        <a:pt x="436" y="506"/>
                      </a:lnTo>
                      <a:lnTo>
                        <a:pt x="461" y="352"/>
                      </a:lnTo>
                      <a:lnTo>
                        <a:pt x="474" y="455"/>
                      </a:lnTo>
                      <a:lnTo>
                        <a:pt x="493" y="519"/>
                      </a:lnTo>
                      <a:lnTo>
                        <a:pt x="512" y="410"/>
                      </a:lnTo>
                      <a:lnTo>
                        <a:pt x="532" y="186"/>
                      </a:lnTo>
                      <a:lnTo>
                        <a:pt x="544" y="231"/>
                      </a:lnTo>
                      <a:lnTo>
                        <a:pt x="570" y="148"/>
                      </a:lnTo>
                      <a:lnTo>
                        <a:pt x="576" y="301"/>
                      </a:lnTo>
                      <a:lnTo>
                        <a:pt x="576" y="730"/>
                      </a:lnTo>
                      <a:lnTo>
                        <a:pt x="647" y="0"/>
                      </a:lnTo>
                      <a:lnTo>
                        <a:pt x="647" y="250"/>
                      </a:lnTo>
                      <a:lnTo>
                        <a:pt x="660" y="333"/>
                      </a:lnTo>
                      <a:lnTo>
                        <a:pt x="685" y="192"/>
                      </a:lnTo>
                      <a:lnTo>
                        <a:pt x="711" y="340"/>
                      </a:lnTo>
                      <a:lnTo>
                        <a:pt x="698" y="429"/>
                      </a:lnTo>
                      <a:lnTo>
                        <a:pt x="717" y="461"/>
                      </a:lnTo>
                    </a:path>
                  </a:pathLst>
                </a:custGeom>
                <a:noFill/>
                <a:ln w="9525">
                  <a:solidFill>
                    <a:srgbClr val="FF0000"/>
                  </a:solidFill>
                  <a:round/>
                  <a:headEnd/>
                  <a:tailEnd/>
                </a:ln>
              </p:spPr>
              <p:txBody>
                <a:bodyPr/>
                <a:lstStyle/>
                <a:p>
                  <a:endParaRPr lang="en-GB" sz="1600"/>
                </a:p>
              </p:txBody>
            </p:sp>
          </p:grpSp>
          <p:grpSp>
            <p:nvGrpSpPr>
              <p:cNvPr id="14356" name="Group 266"/>
              <p:cNvGrpSpPr>
                <a:grpSpLocks/>
              </p:cNvGrpSpPr>
              <p:nvPr/>
            </p:nvGrpSpPr>
            <p:grpSpPr bwMode="auto">
              <a:xfrm flipH="1">
                <a:off x="3986" y="1092"/>
                <a:ext cx="590" cy="801"/>
                <a:chOff x="3462" y="1100"/>
                <a:chExt cx="1549" cy="801"/>
              </a:xfrm>
            </p:grpSpPr>
            <p:sp>
              <p:nvSpPr>
                <p:cNvPr id="14499" name="Freeform 267"/>
                <p:cNvSpPr>
                  <a:spLocks/>
                </p:cNvSpPr>
                <p:nvPr/>
              </p:nvSpPr>
              <p:spPr bwMode="auto">
                <a:xfrm>
                  <a:off x="3462" y="1126"/>
                  <a:ext cx="313" cy="756"/>
                </a:xfrm>
                <a:custGeom>
                  <a:avLst/>
                  <a:gdLst>
                    <a:gd name="T0" fmla="*/ 0 w 717"/>
                    <a:gd name="T1" fmla="*/ 756 h 756"/>
                    <a:gd name="T2" fmla="*/ 4 w 717"/>
                    <a:gd name="T3" fmla="*/ 167 h 756"/>
                    <a:gd name="T4" fmla="*/ 5 w 717"/>
                    <a:gd name="T5" fmla="*/ 384 h 756"/>
                    <a:gd name="T6" fmla="*/ 7 w 717"/>
                    <a:gd name="T7" fmla="*/ 103 h 756"/>
                    <a:gd name="T8" fmla="*/ 10 w 717"/>
                    <a:gd name="T9" fmla="*/ 519 h 756"/>
                    <a:gd name="T10" fmla="*/ 11 w 717"/>
                    <a:gd name="T11" fmla="*/ 487 h 756"/>
                    <a:gd name="T12" fmla="*/ 11 w 717"/>
                    <a:gd name="T13" fmla="*/ 359 h 756"/>
                    <a:gd name="T14" fmla="*/ 14 w 717"/>
                    <a:gd name="T15" fmla="*/ 71 h 756"/>
                    <a:gd name="T16" fmla="*/ 16 w 717"/>
                    <a:gd name="T17" fmla="*/ 244 h 756"/>
                    <a:gd name="T18" fmla="*/ 17 w 717"/>
                    <a:gd name="T19" fmla="*/ 96 h 756"/>
                    <a:gd name="T20" fmla="*/ 18 w 717"/>
                    <a:gd name="T21" fmla="*/ 615 h 756"/>
                    <a:gd name="T22" fmla="*/ 21 w 717"/>
                    <a:gd name="T23" fmla="*/ 397 h 756"/>
                    <a:gd name="T24" fmla="*/ 24 w 717"/>
                    <a:gd name="T25" fmla="*/ 519 h 756"/>
                    <a:gd name="T26" fmla="*/ 25 w 717"/>
                    <a:gd name="T27" fmla="*/ 308 h 756"/>
                    <a:gd name="T28" fmla="*/ 28 w 717"/>
                    <a:gd name="T29" fmla="*/ 442 h 756"/>
                    <a:gd name="T30" fmla="*/ 29 w 717"/>
                    <a:gd name="T31" fmla="*/ 352 h 756"/>
                    <a:gd name="T32" fmla="*/ 30 w 717"/>
                    <a:gd name="T33" fmla="*/ 384 h 756"/>
                    <a:gd name="T34" fmla="*/ 31 w 717"/>
                    <a:gd name="T35" fmla="*/ 135 h 756"/>
                    <a:gd name="T36" fmla="*/ 33 w 717"/>
                    <a:gd name="T37" fmla="*/ 301 h 756"/>
                    <a:gd name="T38" fmla="*/ 32 w 717"/>
                    <a:gd name="T39" fmla="*/ 519 h 756"/>
                    <a:gd name="T40" fmla="*/ 34 w 717"/>
                    <a:gd name="T41" fmla="*/ 679 h 756"/>
                    <a:gd name="T42" fmla="*/ 36 w 717"/>
                    <a:gd name="T43" fmla="*/ 628 h 756"/>
                    <a:gd name="T44" fmla="*/ 37 w 717"/>
                    <a:gd name="T45" fmla="*/ 480 h 756"/>
                    <a:gd name="T46" fmla="*/ 38 w 717"/>
                    <a:gd name="T47" fmla="*/ 391 h 756"/>
                    <a:gd name="T48" fmla="*/ 36 w 717"/>
                    <a:gd name="T49" fmla="*/ 506 h 756"/>
                    <a:gd name="T50" fmla="*/ 38 w 717"/>
                    <a:gd name="T51" fmla="*/ 352 h 756"/>
                    <a:gd name="T52" fmla="*/ 39 w 717"/>
                    <a:gd name="T53" fmla="*/ 455 h 756"/>
                    <a:gd name="T54" fmla="*/ 41 w 717"/>
                    <a:gd name="T55" fmla="*/ 519 h 756"/>
                    <a:gd name="T56" fmla="*/ 43 w 717"/>
                    <a:gd name="T57" fmla="*/ 410 h 756"/>
                    <a:gd name="T58" fmla="*/ 44 w 717"/>
                    <a:gd name="T59" fmla="*/ 186 h 756"/>
                    <a:gd name="T60" fmla="*/ 45 w 717"/>
                    <a:gd name="T61" fmla="*/ 231 h 756"/>
                    <a:gd name="T62" fmla="*/ 48 w 717"/>
                    <a:gd name="T63" fmla="*/ 148 h 756"/>
                    <a:gd name="T64" fmla="*/ 48 w 717"/>
                    <a:gd name="T65" fmla="*/ 301 h 756"/>
                    <a:gd name="T66" fmla="*/ 48 w 717"/>
                    <a:gd name="T67" fmla="*/ 730 h 756"/>
                    <a:gd name="T68" fmla="*/ 54 w 717"/>
                    <a:gd name="T69" fmla="*/ 0 h 756"/>
                    <a:gd name="T70" fmla="*/ 54 w 717"/>
                    <a:gd name="T71" fmla="*/ 250 h 756"/>
                    <a:gd name="T72" fmla="*/ 55 w 717"/>
                    <a:gd name="T73" fmla="*/ 333 h 756"/>
                    <a:gd name="T74" fmla="*/ 57 w 717"/>
                    <a:gd name="T75" fmla="*/ 192 h 756"/>
                    <a:gd name="T76" fmla="*/ 59 w 717"/>
                    <a:gd name="T77" fmla="*/ 340 h 756"/>
                    <a:gd name="T78" fmla="*/ 58 w 717"/>
                    <a:gd name="T79" fmla="*/ 429 h 756"/>
                    <a:gd name="T80" fmla="*/ 60 w 717"/>
                    <a:gd name="T81" fmla="*/ 461 h 756"/>
                    <a:gd name="T82" fmla="*/ 0 60000 65536"/>
                    <a:gd name="T83" fmla="*/ 0 60000 65536"/>
                    <a:gd name="T84" fmla="*/ 0 60000 65536"/>
                    <a:gd name="T85" fmla="*/ 0 60000 65536"/>
                    <a:gd name="T86" fmla="*/ 0 60000 65536"/>
                    <a:gd name="T87" fmla="*/ 0 60000 65536"/>
                    <a:gd name="T88" fmla="*/ 0 60000 65536"/>
                    <a:gd name="T89" fmla="*/ 0 60000 65536"/>
                    <a:gd name="T90" fmla="*/ 0 60000 65536"/>
                    <a:gd name="T91" fmla="*/ 0 60000 65536"/>
                    <a:gd name="T92" fmla="*/ 0 60000 65536"/>
                    <a:gd name="T93" fmla="*/ 0 60000 65536"/>
                    <a:gd name="T94" fmla="*/ 0 60000 65536"/>
                    <a:gd name="T95" fmla="*/ 0 60000 65536"/>
                    <a:gd name="T96" fmla="*/ 0 60000 65536"/>
                    <a:gd name="T97" fmla="*/ 0 60000 65536"/>
                    <a:gd name="T98" fmla="*/ 0 60000 65536"/>
                    <a:gd name="T99" fmla="*/ 0 60000 65536"/>
                    <a:gd name="T100" fmla="*/ 0 60000 65536"/>
                    <a:gd name="T101" fmla="*/ 0 60000 65536"/>
                    <a:gd name="T102" fmla="*/ 0 60000 65536"/>
                    <a:gd name="T103" fmla="*/ 0 60000 65536"/>
                    <a:gd name="T104" fmla="*/ 0 60000 65536"/>
                    <a:gd name="T105" fmla="*/ 0 60000 65536"/>
                    <a:gd name="T106" fmla="*/ 0 60000 65536"/>
                    <a:gd name="T107" fmla="*/ 0 60000 65536"/>
                    <a:gd name="T108" fmla="*/ 0 60000 65536"/>
                    <a:gd name="T109" fmla="*/ 0 60000 65536"/>
                    <a:gd name="T110" fmla="*/ 0 60000 65536"/>
                    <a:gd name="T111" fmla="*/ 0 60000 65536"/>
                    <a:gd name="T112" fmla="*/ 0 60000 65536"/>
                    <a:gd name="T113" fmla="*/ 0 60000 65536"/>
                    <a:gd name="T114" fmla="*/ 0 60000 65536"/>
                    <a:gd name="T115" fmla="*/ 0 60000 65536"/>
                    <a:gd name="T116" fmla="*/ 0 60000 65536"/>
                    <a:gd name="T117" fmla="*/ 0 60000 65536"/>
                    <a:gd name="T118" fmla="*/ 0 60000 65536"/>
                    <a:gd name="T119" fmla="*/ 0 60000 65536"/>
                    <a:gd name="T120" fmla="*/ 0 60000 65536"/>
                    <a:gd name="T121" fmla="*/ 0 60000 65536"/>
                    <a:gd name="T122" fmla="*/ 0 60000 65536"/>
                    <a:gd name="T123" fmla="*/ 0 w 717"/>
                    <a:gd name="T124" fmla="*/ 0 h 756"/>
                    <a:gd name="T125" fmla="*/ 717 w 717"/>
                    <a:gd name="T126" fmla="*/ 756 h 756"/>
                  </a:gdLst>
                  <a:ahLst/>
                  <a:cxnLst>
                    <a:cxn ang="T82">
                      <a:pos x="T0" y="T1"/>
                    </a:cxn>
                    <a:cxn ang="T83">
                      <a:pos x="T2" y="T3"/>
                    </a:cxn>
                    <a:cxn ang="T84">
                      <a:pos x="T4" y="T5"/>
                    </a:cxn>
                    <a:cxn ang="T85">
                      <a:pos x="T6" y="T7"/>
                    </a:cxn>
                    <a:cxn ang="T86">
                      <a:pos x="T8" y="T9"/>
                    </a:cxn>
                    <a:cxn ang="T87">
                      <a:pos x="T10" y="T11"/>
                    </a:cxn>
                    <a:cxn ang="T88">
                      <a:pos x="T12" y="T13"/>
                    </a:cxn>
                    <a:cxn ang="T89">
                      <a:pos x="T14" y="T15"/>
                    </a:cxn>
                    <a:cxn ang="T90">
                      <a:pos x="T16" y="T17"/>
                    </a:cxn>
                    <a:cxn ang="T91">
                      <a:pos x="T18" y="T19"/>
                    </a:cxn>
                    <a:cxn ang="T92">
                      <a:pos x="T20" y="T21"/>
                    </a:cxn>
                    <a:cxn ang="T93">
                      <a:pos x="T22" y="T23"/>
                    </a:cxn>
                    <a:cxn ang="T94">
                      <a:pos x="T24" y="T25"/>
                    </a:cxn>
                    <a:cxn ang="T95">
                      <a:pos x="T26" y="T27"/>
                    </a:cxn>
                    <a:cxn ang="T96">
                      <a:pos x="T28" y="T29"/>
                    </a:cxn>
                    <a:cxn ang="T97">
                      <a:pos x="T30" y="T31"/>
                    </a:cxn>
                    <a:cxn ang="T98">
                      <a:pos x="T32" y="T33"/>
                    </a:cxn>
                    <a:cxn ang="T99">
                      <a:pos x="T34" y="T35"/>
                    </a:cxn>
                    <a:cxn ang="T100">
                      <a:pos x="T36" y="T37"/>
                    </a:cxn>
                    <a:cxn ang="T101">
                      <a:pos x="T38" y="T39"/>
                    </a:cxn>
                    <a:cxn ang="T102">
                      <a:pos x="T40" y="T41"/>
                    </a:cxn>
                    <a:cxn ang="T103">
                      <a:pos x="T42" y="T43"/>
                    </a:cxn>
                    <a:cxn ang="T104">
                      <a:pos x="T44" y="T45"/>
                    </a:cxn>
                    <a:cxn ang="T105">
                      <a:pos x="T46" y="T47"/>
                    </a:cxn>
                    <a:cxn ang="T106">
                      <a:pos x="T48" y="T49"/>
                    </a:cxn>
                    <a:cxn ang="T107">
                      <a:pos x="T50" y="T51"/>
                    </a:cxn>
                    <a:cxn ang="T108">
                      <a:pos x="T52" y="T53"/>
                    </a:cxn>
                    <a:cxn ang="T109">
                      <a:pos x="T54" y="T55"/>
                    </a:cxn>
                    <a:cxn ang="T110">
                      <a:pos x="T56" y="T57"/>
                    </a:cxn>
                    <a:cxn ang="T111">
                      <a:pos x="T58" y="T59"/>
                    </a:cxn>
                    <a:cxn ang="T112">
                      <a:pos x="T60" y="T61"/>
                    </a:cxn>
                    <a:cxn ang="T113">
                      <a:pos x="T62" y="T63"/>
                    </a:cxn>
                    <a:cxn ang="T114">
                      <a:pos x="T64" y="T65"/>
                    </a:cxn>
                    <a:cxn ang="T115">
                      <a:pos x="T66" y="T67"/>
                    </a:cxn>
                    <a:cxn ang="T116">
                      <a:pos x="T68" y="T69"/>
                    </a:cxn>
                    <a:cxn ang="T117">
                      <a:pos x="T70" y="T71"/>
                    </a:cxn>
                    <a:cxn ang="T118">
                      <a:pos x="T72" y="T73"/>
                    </a:cxn>
                    <a:cxn ang="T119">
                      <a:pos x="T74" y="T75"/>
                    </a:cxn>
                    <a:cxn ang="T120">
                      <a:pos x="T76" y="T77"/>
                    </a:cxn>
                    <a:cxn ang="T121">
                      <a:pos x="T78" y="T79"/>
                    </a:cxn>
                    <a:cxn ang="T122">
                      <a:pos x="T80" y="T81"/>
                    </a:cxn>
                  </a:cxnLst>
                  <a:rect l="T123" t="T124" r="T125" b="T126"/>
                  <a:pathLst>
                    <a:path w="717" h="756">
                      <a:moveTo>
                        <a:pt x="0" y="756"/>
                      </a:moveTo>
                      <a:lnTo>
                        <a:pt x="52" y="167"/>
                      </a:lnTo>
                      <a:lnTo>
                        <a:pt x="64" y="384"/>
                      </a:lnTo>
                      <a:lnTo>
                        <a:pt x="90" y="103"/>
                      </a:lnTo>
                      <a:lnTo>
                        <a:pt x="116" y="519"/>
                      </a:lnTo>
                      <a:lnTo>
                        <a:pt x="135" y="487"/>
                      </a:lnTo>
                      <a:lnTo>
                        <a:pt x="135" y="359"/>
                      </a:lnTo>
                      <a:lnTo>
                        <a:pt x="167" y="71"/>
                      </a:lnTo>
                      <a:lnTo>
                        <a:pt x="192" y="244"/>
                      </a:lnTo>
                      <a:lnTo>
                        <a:pt x="205" y="96"/>
                      </a:lnTo>
                      <a:lnTo>
                        <a:pt x="218" y="615"/>
                      </a:lnTo>
                      <a:lnTo>
                        <a:pt x="244" y="397"/>
                      </a:lnTo>
                      <a:lnTo>
                        <a:pt x="282" y="519"/>
                      </a:lnTo>
                      <a:lnTo>
                        <a:pt x="308" y="308"/>
                      </a:lnTo>
                      <a:lnTo>
                        <a:pt x="333" y="442"/>
                      </a:lnTo>
                      <a:lnTo>
                        <a:pt x="346" y="352"/>
                      </a:lnTo>
                      <a:lnTo>
                        <a:pt x="365" y="384"/>
                      </a:lnTo>
                      <a:lnTo>
                        <a:pt x="378" y="135"/>
                      </a:lnTo>
                      <a:lnTo>
                        <a:pt x="391" y="301"/>
                      </a:lnTo>
                      <a:lnTo>
                        <a:pt x="384" y="519"/>
                      </a:lnTo>
                      <a:lnTo>
                        <a:pt x="404" y="679"/>
                      </a:lnTo>
                      <a:lnTo>
                        <a:pt x="429" y="628"/>
                      </a:lnTo>
                      <a:lnTo>
                        <a:pt x="442" y="480"/>
                      </a:lnTo>
                      <a:lnTo>
                        <a:pt x="455" y="391"/>
                      </a:lnTo>
                      <a:lnTo>
                        <a:pt x="436" y="506"/>
                      </a:lnTo>
                      <a:lnTo>
                        <a:pt x="461" y="352"/>
                      </a:lnTo>
                      <a:lnTo>
                        <a:pt x="474" y="455"/>
                      </a:lnTo>
                      <a:lnTo>
                        <a:pt x="493" y="519"/>
                      </a:lnTo>
                      <a:lnTo>
                        <a:pt x="512" y="410"/>
                      </a:lnTo>
                      <a:lnTo>
                        <a:pt x="532" y="186"/>
                      </a:lnTo>
                      <a:lnTo>
                        <a:pt x="544" y="231"/>
                      </a:lnTo>
                      <a:lnTo>
                        <a:pt x="570" y="148"/>
                      </a:lnTo>
                      <a:lnTo>
                        <a:pt x="576" y="301"/>
                      </a:lnTo>
                      <a:lnTo>
                        <a:pt x="576" y="730"/>
                      </a:lnTo>
                      <a:lnTo>
                        <a:pt x="647" y="0"/>
                      </a:lnTo>
                      <a:lnTo>
                        <a:pt x="647" y="250"/>
                      </a:lnTo>
                      <a:lnTo>
                        <a:pt x="660" y="333"/>
                      </a:lnTo>
                      <a:lnTo>
                        <a:pt x="685" y="192"/>
                      </a:lnTo>
                      <a:lnTo>
                        <a:pt x="711" y="340"/>
                      </a:lnTo>
                      <a:lnTo>
                        <a:pt x="698" y="429"/>
                      </a:lnTo>
                      <a:lnTo>
                        <a:pt x="717" y="461"/>
                      </a:lnTo>
                    </a:path>
                  </a:pathLst>
                </a:custGeom>
                <a:noFill/>
                <a:ln w="9525">
                  <a:solidFill>
                    <a:srgbClr val="FF0000"/>
                  </a:solidFill>
                  <a:round/>
                  <a:headEnd/>
                  <a:tailEnd/>
                </a:ln>
              </p:spPr>
              <p:txBody>
                <a:bodyPr/>
                <a:lstStyle/>
                <a:p>
                  <a:endParaRPr lang="en-GB" sz="1600"/>
                </a:p>
              </p:txBody>
            </p:sp>
            <p:sp>
              <p:nvSpPr>
                <p:cNvPr id="14500" name="Freeform 268"/>
                <p:cNvSpPr>
                  <a:spLocks/>
                </p:cNvSpPr>
                <p:nvPr/>
              </p:nvSpPr>
              <p:spPr bwMode="auto">
                <a:xfrm flipH="1" flipV="1">
                  <a:off x="3770" y="1145"/>
                  <a:ext cx="313" cy="756"/>
                </a:xfrm>
                <a:custGeom>
                  <a:avLst/>
                  <a:gdLst>
                    <a:gd name="T0" fmla="*/ 0 w 717"/>
                    <a:gd name="T1" fmla="*/ 756 h 756"/>
                    <a:gd name="T2" fmla="*/ 4 w 717"/>
                    <a:gd name="T3" fmla="*/ 167 h 756"/>
                    <a:gd name="T4" fmla="*/ 5 w 717"/>
                    <a:gd name="T5" fmla="*/ 384 h 756"/>
                    <a:gd name="T6" fmla="*/ 7 w 717"/>
                    <a:gd name="T7" fmla="*/ 103 h 756"/>
                    <a:gd name="T8" fmla="*/ 10 w 717"/>
                    <a:gd name="T9" fmla="*/ 519 h 756"/>
                    <a:gd name="T10" fmla="*/ 11 w 717"/>
                    <a:gd name="T11" fmla="*/ 487 h 756"/>
                    <a:gd name="T12" fmla="*/ 11 w 717"/>
                    <a:gd name="T13" fmla="*/ 359 h 756"/>
                    <a:gd name="T14" fmla="*/ 14 w 717"/>
                    <a:gd name="T15" fmla="*/ 71 h 756"/>
                    <a:gd name="T16" fmla="*/ 16 w 717"/>
                    <a:gd name="T17" fmla="*/ 244 h 756"/>
                    <a:gd name="T18" fmla="*/ 17 w 717"/>
                    <a:gd name="T19" fmla="*/ 96 h 756"/>
                    <a:gd name="T20" fmla="*/ 18 w 717"/>
                    <a:gd name="T21" fmla="*/ 615 h 756"/>
                    <a:gd name="T22" fmla="*/ 21 w 717"/>
                    <a:gd name="T23" fmla="*/ 397 h 756"/>
                    <a:gd name="T24" fmla="*/ 24 w 717"/>
                    <a:gd name="T25" fmla="*/ 519 h 756"/>
                    <a:gd name="T26" fmla="*/ 25 w 717"/>
                    <a:gd name="T27" fmla="*/ 308 h 756"/>
                    <a:gd name="T28" fmla="*/ 28 w 717"/>
                    <a:gd name="T29" fmla="*/ 442 h 756"/>
                    <a:gd name="T30" fmla="*/ 29 w 717"/>
                    <a:gd name="T31" fmla="*/ 352 h 756"/>
                    <a:gd name="T32" fmla="*/ 30 w 717"/>
                    <a:gd name="T33" fmla="*/ 384 h 756"/>
                    <a:gd name="T34" fmla="*/ 31 w 717"/>
                    <a:gd name="T35" fmla="*/ 135 h 756"/>
                    <a:gd name="T36" fmla="*/ 33 w 717"/>
                    <a:gd name="T37" fmla="*/ 301 h 756"/>
                    <a:gd name="T38" fmla="*/ 32 w 717"/>
                    <a:gd name="T39" fmla="*/ 519 h 756"/>
                    <a:gd name="T40" fmla="*/ 34 w 717"/>
                    <a:gd name="T41" fmla="*/ 679 h 756"/>
                    <a:gd name="T42" fmla="*/ 36 w 717"/>
                    <a:gd name="T43" fmla="*/ 628 h 756"/>
                    <a:gd name="T44" fmla="*/ 37 w 717"/>
                    <a:gd name="T45" fmla="*/ 480 h 756"/>
                    <a:gd name="T46" fmla="*/ 38 w 717"/>
                    <a:gd name="T47" fmla="*/ 391 h 756"/>
                    <a:gd name="T48" fmla="*/ 36 w 717"/>
                    <a:gd name="T49" fmla="*/ 506 h 756"/>
                    <a:gd name="T50" fmla="*/ 38 w 717"/>
                    <a:gd name="T51" fmla="*/ 352 h 756"/>
                    <a:gd name="T52" fmla="*/ 39 w 717"/>
                    <a:gd name="T53" fmla="*/ 455 h 756"/>
                    <a:gd name="T54" fmla="*/ 41 w 717"/>
                    <a:gd name="T55" fmla="*/ 519 h 756"/>
                    <a:gd name="T56" fmla="*/ 43 w 717"/>
                    <a:gd name="T57" fmla="*/ 410 h 756"/>
                    <a:gd name="T58" fmla="*/ 44 w 717"/>
                    <a:gd name="T59" fmla="*/ 186 h 756"/>
                    <a:gd name="T60" fmla="*/ 45 w 717"/>
                    <a:gd name="T61" fmla="*/ 231 h 756"/>
                    <a:gd name="T62" fmla="*/ 48 w 717"/>
                    <a:gd name="T63" fmla="*/ 148 h 756"/>
                    <a:gd name="T64" fmla="*/ 48 w 717"/>
                    <a:gd name="T65" fmla="*/ 301 h 756"/>
                    <a:gd name="T66" fmla="*/ 48 w 717"/>
                    <a:gd name="T67" fmla="*/ 730 h 756"/>
                    <a:gd name="T68" fmla="*/ 54 w 717"/>
                    <a:gd name="T69" fmla="*/ 0 h 756"/>
                    <a:gd name="T70" fmla="*/ 54 w 717"/>
                    <a:gd name="T71" fmla="*/ 250 h 756"/>
                    <a:gd name="T72" fmla="*/ 55 w 717"/>
                    <a:gd name="T73" fmla="*/ 333 h 756"/>
                    <a:gd name="T74" fmla="*/ 57 w 717"/>
                    <a:gd name="T75" fmla="*/ 192 h 756"/>
                    <a:gd name="T76" fmla="*/ 59 w 717"/>
                    <a:gd name="T77" fmla="*/ 340 h 756"/>
                    <a:gd name="T78" fmla="*/ 58 w 717"/>
                    <a:gd name="T79" fmla="*/ 429 h 756"/>
                    <a:gd name="T80" fmla="*/ 60 w 717"/>
                    <a:gd name="T81" fmla="*/ 461 h 756"/>
                    <a:gd name="T82" fmla="*/ 0 60000 65536"/>
                    <a:gd name="T83" fmla="*/ 0 60000 65536"/>
                    <a:gd name="T84" fmla="*/ 0 60000 65536"/>
                    <a:gd name="T85" fmla="*/ 0 60000 65536"/>
                    <a:gd name="T86" fmla="*/ 0 60000 65536"/>
                    <a:gd name="T87" fmla="*/ 0 60000 65536"/>
                    <a:gd name="T88" fmla="*/ 0 60000 65536"/>
                    <a:gd name="T89" fmla="*/ 0 60000 65536"/>
                    <a:gd name="T90" fmla="*/ 0 60000 65536"/>
                    <a:gd name="T91" fmla="*/ 0 60000 65536"/>
                    <a:gd name="T92" fmla="*/ 0 60000 65536"/>
                    <a:gd name="T93" fmla="*/ 0 60000 65536"/>
                    <a:gd name="T94" fmla="*/ 0 60000 65536"/>
                    <a:gd name="T95" fmla="*/ 0 60000 65536"/>
                    <a:gd name="T96" fmla="*/ 0 60000 65536"/>
                    <a:gd name="T97" fmla="*/ 0 60000 65536"/>
                    <a:gd name="T98" fmla="*/ 0 60000 65536"/>
                    <a:gd name="T99" fmla="*/ 0 60000 65536"/>
                    <a:gd name="T100" fmla="*/ 0 60000 65536"/>
                    <a:gd name="T101" fmla="*/ 0 60000 65536"/>
                    <a:gd name="T102" fmla="*/ 0 60000 65536"/>
                    <a:gd name="T103" fmla="*/ 0 60000 65536"/>
                    <a:gd name="T104" fmla="*/ 0 60000 65536"/>
                    <a:gd name="T105" fmla="*/ 0 60000 65536"/>
                    <a:gd name="T106" fmla="*/ 0 60000 65536"/>
                    <a:gd name="T107" fmla="*/ 0 60000 65536"/>
                    <a:gd name="T108" fmla="*/ 0 60000 65536"/>
                    <a:gd name="T109" fmla="*/ 0 60000 65536"/>
                    <a:gd name="T110" fmla="*/ 0 60000 65536"/>
                    <a:gd name="T111" fmla="*/ 0 60000 65536"/>
                    <a:gd name="T112" fmla="*/ 0 60000 65536"/>
                    <a:gd name="T113" fmla="*/ 0 60000 65536"/>
                    <a:gd name="T114" fmla="*/ 0 60000 65536"/>
                    <a:gd name="T115" fmla="*/ 0 60000 65536"/>
                    <a:gd name="T116" fmla="*/ 0 60000 65536"/>
                    <a:gd name="T117" fmla="*/ 0 60000 65536"/>
                    <a:gd name="T118" fmla="*/ 0 60000 65536"/>
                    <a:gd name="T119" fmla="*/ 0 60000 65536"/>
                    <a:gd name="T120" fmla="*/ 0 60000 65536"/>
                    <a:gd name="T121" fmla="*/ 0 60000 65536"/>
                    <a:gd name="T122" fmla="*/ 0 60000 65536"/>
                    <a:gd name="T123" fmla="*/ 0 w 717"/>
                    <a:gd name="T124" fmla="*/ 0 h 756"/>
                    <a:gd name="T125" fmla="*/ 717 w 717"/>
                    <a:gd name="T126" fmla="*/ 756 h 756"/>
                  </a:gdLst>
                  <a:ahLst/>
                  <a:cxnLst>
                    <a:cxn ang="T82">
                      <a:pos x="T0" y="T1"/>
                    </a:cxn>
                    <a:cxn ang="T83">
                      <a:pos x="T2" y="T3"/>
                    </a:cxn>
                    <a:cxn ang="T84">
                      <a:pos x="T4" y="T5"/>
                    </a:cxn>
                    <a:cxn ang="T85">
                      <a:pos x="T6" y="T7"/>
                    </a:cxn>
                    <a:cxn ang="T86">
                      <a:pos x="T8" y="T9"/>
                    </a:cxn>
                    <a:cxn ang="T87">
                      <a:pos x="T10" y="T11"/>
                    </a:cxn>
                    <a:cxn ang="T88">
                      <a:pos x="T12" y="T13"/>
                    </a:cxn>
                    <a:cxn ang="T89">
                      <a:pos x="T14" y="T15"/>
                    </a:cxn>
                    <a:cxn ang="T90">
                      <a:pos x="T16" y="T17"/>
                    </a:cxn>
                    <a:cxn ang="T91">
                      <a:pos x="T18" y="T19"/>
                    </a:cxn>
                    <a:cxn ang="T92">
                      <a:pos x="T20" y="T21"/>
                    </a:cxn>
                    <a:cxn ang="T93">
                      <a:pos x="T22" y="T23"/>
                    </a:cxn>
                    <a:cxn ang="T94">
                      <a:pos x="T24" y="T25"/>
                    </a:cxn>
                    <a:cxn ang="T95">
                      <a:pos x="T26" y="T27"/>
                    </a:cxn>
                    <a:cxn ang="T96">
                      <a:pos x="T28" y="T29"/>
                    </a:cxn>
                    <a:cxn ang="T97">
                      <a:pos x="T30" y="T31"/>
                    </a:cxn>
                    <a:cxn ang="T98">
                      <a:pos x="T32" y="T33"/>
                    </a:cxn>
                    <a:cxn ang="T99">
                      <a:pos x="T34" y="T35"/>
                    </a:cxn>
                    <a:cxn ang="T100">
                      <a:pos x="T36" y="T37"/>
                    </a:cxn>
                    <a:cxn ang="T101">
                      <a:pos x="T38" y="T39"/>
                    </a:cxn>
                    <a:cxn ang="T102">
                      <a:pos x="T40" y="T41"/>
                    </a:cxn>
                    <a:cxn ang="T103">
                      <a:pos x="T42" y="T43"/>
                    </a:cxn>
                    <a:cxn ang="T104">
                      <a:pos x="T44" y="T45"/>
                    </a:cxn>
                    <a:cxn ang="T105">
                      <a:pos x="T46" y="T47"/>
                    </a:cxn>
                    <a:cxn ang="T106">
                      <a:pos x="T48" y="T49"/>
                    </a:cxn>
                    <a:cxn ang="T107">
                      <a:pos x="T50" y="T51"/>
                    </a:cxn>
                    <a:cxn ang="T108">
                      <a:pos x="T52" y="T53"/>
                    </a:cxn>
                    <a:cxn ang="T109">
                      <a:pos x="T54" y="T55"/>
                    </a:cxn>
                    <a:cxn ang="T110">
                      <a:pos x="T56" y="T57"/>
                    </a:cxn>
                    <a:cxn ang="T111">
                      <a:pos x="T58" y="T59"/>
                    </a:cxn>
                    <a:cxn ang="T112">
                      <a:pos x="T60" y="T61"/>
                    </a:cxn>
                    <a:cxn ang="T113">
                      <a:pos x="T62" y="T63"/>
                    </a:cxn>
                    <a:cxn ang="T114">
                      <a:pos x="T64" y="T65"/>
                    </a:cxn>
                    <a:cxn ang="T115">
                      <a:pos x="T66" y="T67"/>
                    </a:cxn>
                    <a:cxn ang="T116">
                      <a:pos x="T68" y="T69"/>
                    </a:cxn>
                    <a:cxn ang="T117">
                      <a:pos x="T70" y="T71"/>
                    </a:cxn>
                    <a:cxn ang="T118">
                      <a:pos x="T72" y="T73"/>
                    </a:cxn>
                    <a:cxn ang="T119">
                      <a:pos x="T74" y="T75"/>
                    </a:cxn>
                    <a:cxn ang="T120">
                      <a:pos x="T76" y="T77"/>
                    </a:cxn>
                    <a:cxn ang="T121">
                      <a:pos x="T78" y="T79"/>
                    </a:cxn>
                    <a:cxn ang="T122">
                      <a:pos x="T80" y="T81"/>
                    </a:cxn>
                  </a:cxnLst>
                  <a:rect l="T123" t="T124" r="T125" b="T126"/>
                  <a:pathLst>
                    <a:path w="717" h="756">
                      <a:moveTo>
                        <a:pt x="0" y="756"/>
                      </a:moveTo>
                      <a:lnTo>
                        <a:pt x="52" y="167"/>
                      </a:lnTo>
                      <a:lnTo>
                        <a:pt x="64" y="384"/>
                      </a:lnTo>
                      <a:lnTo>
                        <a:pt x="90" y="103"/>
                      </a:lnTo>
                      <a:lnTo>
                        <a:pt x="116" y="519"/>
                      </a:lnTo>
                      <a:lnTo>
                        <a:pt x="135" y="487"/>
                      </a:lnTo>
                      <a:lnTo>
                        <a:pt x="135" y="359"/>
                      </a:lnTo>
                      <a:lnTo>
                        <a:pt x="167" y="71"/>
                      </a:lnTo>
                      <a:lnTo>
                        <a:pt x="192" y="244"/>
                      </a:lnTo>
                      <a:lnTo>
                        <a:pt x="205" y="96"/>
                      </a:lnTo>
                      <a:lnTo>
                        <a:pt x="218" y="615"/>
                      </a:lnTo>
                      <a:lnTo>
                        <a:pt x="244" y="397"/>
                      </a:lnTo>
                      <a:lnTo>
                        <a:pt x="282" y="519"/>
                      </a:lnTo>
                      <a:lnTo>
                        <a:pt x="308" y="308"/>
                      </a:lnTo>
                      <a:lnTo>
                        <a:pt x="333" y="442"/>
                      </a:lnTo>
                      <a:lnTo>
                        <a:pt x="346" y="352"/>
                      </a:lnTo>
                      <a:lnTo>
                        <a:pt x="365" y="384"/>
                      </a:lnTo>
                      <a:lnTo>
                        <a:pt x="378" y="135"/>
                      </a:lnTo>
                      <a:lnTo>
                        <a:pt x="391" y="301"/>
                      </a:lnTo>
                      <a:lnTo>
                        <a:pt x="384" y="519"/>
                      </a:lnTo>
                      <a:lnTo>
                        <a:pt x="404" y="679"/>
                      </a:lnTo>
                      <a:lnTo>
                        <a:pt x="429" y="628"/>
                      </a:lnTo>
                      <a:lnTo>
                        <a:pt x="442" y="480"/>
                      </a:lnTo>
                      <a:lnTo>
                        <a:pt x="455" y="391"/>
                      </a:lnTo>
                      <a:lnTo>
                        <a:pt x="436" y="506"/>
                      </a:lnTo>
                      <a:lnTo>
                        <a:pt x="461" y="352"/>
                      </a:lnTo>
                      <a:lnTo>
                        <a:pt x="474" y="455"/>
                      </a:lnTo>
                      <a:lnTo>
                        <a:pt x="493" y="519"/>
                      </a:lnTo>
                      <a:lnTo>
                        <a:pt x="512" y="410"/>
                      </a:lnTo>
                      <a:lnTo>
                        <a:pt x="532" y="186"/>
                      </a:lnTo>
                      <a:lnTo>
                        <a:pt x="544" y="231"/>
                      </a:lnTo>
                      <a:lnTo>
                        <a:pt x="570" y="148"/>
                      </a:lnTo>
                      <a:lnTo>
                        <a:pt x="576" y="301"/>
                      </a:lnTo>
                      <a:lnTo>
                        <a:pt x="576" y="730"/>
                      </a:lnTo>
                      <a:lnTo>
                        <a:pt x="647" y="0"/>
                      </a:lnTo>
                      <a:lnTo>
                        <a:pt x="647" y="250"/>
                      </a:lnTo>
                      <a:lnTo>
                        <a:pt x="660" y="333"/>
                      </a:lnTo>
                      <a:lnTo>
                        <a:pt x="685" y="192"/>
                      </a:lnTo>
                      <a:lnTo>
                        <a:pt x="711" y="340"/>
                      </a:lnTo>
                      <a:lnTo>
                        <a:pt x="698" y="429"/>
                      </a:lnTo>
                      <a:lnTo>
                        <a:pt x="717" y="461"/>
                      </a:lnTo>
                    </a:path>
                  </a:pathLst>
                </a:custGeom>
                <a:noFill/>
                <a:ln w="9525">
                  <a:solidFill>
                    <a:srgbClr val="FF0000"/>
                  </a:solidFill>
                  <a:round/>
                  <a:headEnd/>
                  <a:tailEnd/>
                </a:ln>
              </p:spPr>
              <p:txBody>
                <a:bodyPr/>
                <a:lstStyle/>
                <a:p>
                  <a:endParaRPr lang="en-GB" sz="1600"/>
                </a:p>
              </p:txBody>
            </p:sp>
            <p:sp>
              <p:nvSpPr>
                <p:cNvPr id="14501" name="Freeform 269"/>
                <p:cNvSpPr>
                  <a:spLocks/>
                </p:cNvSpPr>
                <p:nvPr/>
              </p:nvSpPr>
              <p:spPr bwMode="auto">
                <a:xfrm flipH="1">
                  <a:off x="4077" y="1119"/>
                  <a:ext cx="313" cy="756"/>
                </a:xfrm>
                <a:custGeom>
                  <a:avLst/>
                  <a:gdLst>
                    <a:gd name="T0" fmla="*/ 0 w 717"/>
                    <a:gd name="T1" fmla="*/ 756 h 756"/>
                    <a:gd name="T2" fmla="*/ 4 w 717"/>
                    <a:gd name="T3" fmla="*/ 167 h 756"/>
                    <a:gd name="T4" fmla="*/ 5 w 717"/>
                    <a:gd name="T5" fmla="*/ 384 h 756"/>
                    <a:gd name="T6" fmla="*/ 7 w 717"/>
                    <a:gd name="T7" fmla="*/ 103 h 756"/>
                    <a:gd name="T8" fmla="*/ 10 w 717"/>
                    <a:gd name="T9" fmla="*/ 519 h 756"/>
                    <a:gd name="T10" fmla="*/ 11 w 717"/>
                    <a:gd name="T11" fmla="*/ 487 h 756"/>
                    <a:gd name="T12" fmla="*/ 11 w 717"/>
                    <a:gd name="T13" fmla="*/ 359 h 756"/>
                    <a:gd name="T14" fmla="*/ 14 w 717"/>
                    <a:gd name="T15" fmla="*/ 71 h 756"/>
                    <a:gd name="T16" fmla="*/ 16 w 717"/>
                    <a:gd name="T17" fmla="*/ 244 h 756"/>
                    <a:gd name="T18" fmla="*/ 17 w 717"/>
                    <a:gd name="T19" fmla="*/ 96 h 756"/>
                    <a:gd name="T20" fmla="*/ 18 w 717"/>
                    <a:gd name="T21" fmla="*/ 615 h 756"/>
                    <a:gd name="T22" fmla="*/ 21 w 717"/>
                    <a:gd name="T23" fmla="*/ 397 h 756"/>
                    <a:gd name="T24" fmla="*/ 24 w 717"/>
                    <a:gd name="T25" fmla="*/ 519 h 756"/>
                    <a:gd name="T26" fmla="*/ 25 w 717"/>
                    <a:gd name="T27" fmla="*/ 308 h 756"/>
                    <a:gd name="T28" fmla="*/ 28 w 717"/>
                    <a:gd name="T29" fmla="*/ 442 h 756"/>
                    <a:gd name="T30" fmla="*/ 29 w 717"/>
                    <a:gd name="T31" fmla="*/ 352 h 756"/>
                    <a:gd name="T32" fmla="*/ 30 w 717"/>
                    <a:gd name="T33" fmla="*/ 384 h 756"/>
                    <a:gd name="T34" fmla="*/ 31 w 717"/>
                    <a:gd name="T35" fmla="*/ 135 h 756"/>
                    <a:gd name="T36" fmla="*/ 33 w 717"/>
                    <a:gd name="T37" fmla="*/ 301 h 756"/>
                    <a:gd name="T38" fmla="*/ 32 w 717"/>
                    <a:gd name="T39" fmla="*/ 519 h 756"/>
                    <a:gd name="T40" fmla="*/ 34 w 717"/>
                    <a:gd name="T41" fmla="*/ 679 h 756"/>
                    <a:gd name="T42" fmla="*/ 36 w 717"/>
                    <a:gd name="T43" fmla="*/ 628 h 756"/>
                    <a:gd name="T44" fmla="*/ 37 w 717"/>
                    <a:gd name="T45" fmla="*/ 480 h 756"/>
                    <a:gd name="T46" fmla="*/ 38 w 717"/>
                    <a:gd name="T47" fmla="*/ 391 h 756"/>
                    <a:gd name="T48" fmla="*/ 36 w 717"/>
                    <a:gd name="T49" fmla="*/ 506 h 756"/>
                    <a:gd name="T50" fmla="*/ 38 w 717"/>
                    <a:gd name="T51" fmla="*/ 352 h 756"/>
                    <a:gd name="T52" fmla="*/ 39 w 717"/>
                    <a:gd name="T53" fmla="*/ 455 h 756"/>
                    <a:gd name="T54" fmla="*/ 41 w 717"/>
                    <a:gd name="T55" fmla="*/ 519 h 756"/>
                    <a:gd name="T56" fmla="*/ 43 w 717"/>
                    <a:gd name="T57" fmla="*/ 410 h 756"/>
                    <a:gd name="T58" fmla="*/ 44 w 717"/>
                    <a:gd name="T59" fmla="*/ 186 h 756"/>
                    <a:gd name="T60" fmla="*/ 45 w 717"/>
                    <a:gd name="T61" fmla="*/ 231 h 756"/>
                    <a:gd name="T62" fmla="*/ 48 w 717"/>
                    <a:gd name="T63" fmla="*/ 148 h 756"/>
                    <a:gd name="T64" fmla="*/ 48 w 717"/>
                    <a:gd name="T65" fmla="*/ 301 h 756"/>
                    <a:gd name="T66" fmla="*/ 48 w 717"/>
                    <a:gd name="T67" fmla="*/ 730 h 756"/>
                    <a:gd name="T68" fmla="*/ 54 w 717"/>
                    <a:gd name="T69" fmla="*/ 0 h 756"/>
                    <a:gd name="T70" fmla="*/ 54 w 717"/>
                    <a:gd name="T71" fmla="*/ 250 h 756"/>
                    <a:gd name="T72" fmla="*/ 55 w 717"/>
                    <a:gd name="T73" fmla="*/ 333 h 756"/>
                    <a:gd name="T74" fmla="*/ 57 w 717"/>
                    <a:gd name="T75" fmla="*/ 192 h 756"/>
                    <a:gd name="T76" fmla="*/ 59 w 717"/>
                    <a:gd name="T77" fmla="*/ 340 h 756"/>
                    <a:gd name="T78" fmla="*/ 58 w 717"/>
                    <a:gd name="T79" fmla="*/ 429 h 756"/>
                    <a:gd name="T80" fmla="*/ 60 w 717"/>
                    <a:gd name="T81" fmla="*/ 461 h 756"/>
                    <a:gd name="T82" fmla="*/ 0 60000 65536"/>
                    <a:gd name="T83" fmla="*/ 0 60000 65536"/>
                    <a:gd name="T84" fmla="*/ 0 60000 65536"/>
                    <a:gd name="T85" fmla="*/ 0 60000 65536"/>
                    <a:gd name="T86" fmla="*/ 0 60000 65536"/>
                    <a:gd name="T87" fmla="*/ 0 60000 65536"/>
                    <a:gd name="T88" fmla="*/ 0 60000 65536"/>
                    <a:gd name="T89" fmla="*/ 0 60000 65536"/>
                    <a:gd name="T90" fmla="*/ 0 60000 65536"/>
                    <a:gd name="T91" fmla="*/ 0 60000 65536"/>
                    <a:gd name="T92" fmla="*/ 0 60000 65536"/>
                    <a:gd name="T93" fmla="*/ 0 60000 65536"/>
                    <a:gd name="T94" fmla="*/ 0 60000 65536"/>
                    <a:gd name="T95" fmla="*/ 0 60000 65536"/>
                    <a:gd name="T96" fmla="*/ 0 60000 65536"/>
                    <a:gd name="T97" fmla="*/ 0 60000 65536"/>
                    <a:gd name="T98" fmla="*/ 0 60000 65536"/>
                    <a:gd name="T99" fmla="*/ 0 60000 65536"/>
                    <a:gd name="T100" fmla="*/ 0 60000 65536"/>
                    <a:gd name="T101" fmla="*/ 0 60000 65536"/>
                    <a:gd name="T102" fmla="*/ 0 60000 65536"/>
                    <a:gd name="T103" fmla="*/ 0 60000 65536"/>
                    <a:gd name="T104" fmla="*/ 0 60000 65536"/>
                    <a:gd name="T105" fmla="*/ 0 60000 65536"/>
                    <a:gd name="T106" fmla="*/ 0 60000 65536"/>
                    <a:gd name="T107" fmla="*/ 0 60000 65536"/>
                    <a:gd name="T108" fmla="*/ 0 60000 65536"/>
                    <a:gd name="T109" fmla="*/ 0 60000 65536"/>
                    <a:gd name="T110" fmla="*/ 0 60000 65536"/>
                    <a:gd name="T111" fmla="*/ 0 60000 65536"/>
                    <a:gd name="T112" fmla="*/ 0 60000 65536"/>
                    <a:gd name="T113" fmla="*/ 0 60000 65536"/>
                    <a:gd name="T114" fmla="*/ 0 60000 65536"/>
                    <a:gd name="T115" fmla="*/ 0 60000 65536"/>
                    <a:gd name="T116" fmla="*/ 0 60000 65536"/>
                    <a:gd name="T117" fmla="*/ 0 60000 65536"/>
                    <a:gd name="T118" fmla="*/ 0 60000 65536"/>
                    <a:gd name="T119" fmla="*/ 0 60000 65536"/>
                    <a:gd name="T120" fmla="*/ 0 60000 65536"/>
                    <a:gd name="T121" fmla="*/ 0 60000 65536"/>
                    <a:gd name="T122" fmla="*/ 0 60000 65536"/>
                    <a:gd name="T123" fmla="*/ 0 w 717"/>
                    <a:gd name="T124" fmla="*/ 0 h 756"/>
                    <a:gd name="T125" fmla="*/ 717 w 717"/>
                    <a:gd name="T126" fmla="*/ 756 h 756"/>
                  </a:gdLst>
                  <a:ahLst/>
                  <a:cxnLst>
                    <a:cxn ang="T82">
                      <a:pos x="T0" y="T1"/>
                    </a:cxn>
                    <a:cxn ang="T83">
                      <a:pos x="T2" y="T3"/>
                    </a:cxn>
                    <a:cxn ang="T84">
                      <a:pos x="T4" y="T5"/>
                    </a:cxn>
                    <a:cxn ang="T85">
                      <a:pos x="T6" y="T7"/>
                    </a:cxn>
                    <a:cxn ang="T86">
                      <a:pos x="T8" y="T9"/>
                    </a:cxn>
                    <a:cxn ang="T87">
                      <a:pos x="T10" y="T11"/>
                    </a:cxn>
                    <a:cxn ang="T88">
                      <a:pos x="T12" y="T13"/>
                    </a:cxn>
                    <a:cxn ang="T89">
                      <a:pos x="T14" y="T15"/>
                    </a:cxn>
                    <a:cxn ang="T90">
                      <a:pos x="T16" y="T17"/>
                    </a:cxn>
                    <a:cxn ang="T91">
                      <a:pos x="T18" y="T19"/>
                    </a:cxn>
                    <a:cxn ang="T92">
                      <a:pos x="T20" y="T21"/>
                    </a:cxn>
                    <a:cxn ang="T93">
                      <a:pos x="T22" y="T23"/>
                    </a:cxn>
                    <a:cxn ang="T94">
                      <a:pos x="T24" y="T25"/>
                    </a:cxn>
                    <a:cxn ang="T95">
                      <a:pos x="T26" y="T27"/>
                    </a:cxn>
                    <a:cxn ang="T96">
                      <a:pos x="T28" y="T29"/>
                    </a:cxn>
                    <a:cxn ang="T97">
                      <a:pos x="T30" y="T31"/>
                    </a:cxn>
                    <a:cxn ang="T98">
                      <a:pos x="T32" y="T33"/>
                    </a:cxn>
                    <a:cxn ang="T99">
                      <a:pos x="T34" y="T35"/>
                    </a:cxn>
                    <a:cxn ang="T100">
                      <a:pos x="T36" y="T37"/>
                    </a:cxn>
                    <a:cxn ang="T101">
                      <a:pos x="T38" y="T39"/>
                    </a:cxn>
                    <a:cxn ang="T102">
                      <a:pos x="T40" y="T41"/>
                    </a:cxn>
                    <a:cxn ang="T103">
                      <a:pos x="T42" y="T43"/>
                    </a:cxn>
                    <a:cxn ang="T104">
                      <a:pos x="T44" y="T45"/>
                    </a:cxn>
                    <a:cxn ang="T105">
                      <a:pos x="T46" y="T47"/>
                    </a:cxn>
                    <a:cxn ang="T106">
                      <a:pos x="T48" y="T49"/>
                    </a:cxn>
                    <a:cxn ang="T107">
                      <a:pos x="T50" y="T51"/>
                    </a:cxn>
                    <a:cxn ang="T108">
                      <a:pos x="T52" y="T53"/>
                    </a:cxn>
                    <a:cxn ang="T109">
                      <a:pos x="T54" y="T55"/>
                    </a:cxn>
                    <a:cxn ang="T110">
                      <a:pos x="T56" y="T57"/>
                    </a:cxn>
                    <a:cxn ang="T111">
                      <a:pos x="T58" y="T59"/>
                    </a:cxn>
                    <a:cxn ang="T112">
                      <a:pos x="T60" y="T61"/>
                    </a:cxn>
                    <a:cxn ang="T113">
                      <a:pos x="T62" y="T63"/>
                    </a:cxn>
                    <a:cxn ang="T114">
                      <a:pos x="T64" y="T65"/>
                    </a:cxn>
                    <a:cxn ang="T115">
                      <a:pos x="T66" y="T67"/>
                    </a:cxn>
                    <a:cxn ang="T116">
                      <a:pos x="T68" y="T69"/>
                    </a:cxn>
                    <a:cxn ang="T117">
                      <a:pos x="T70" y="T71"/>
                    </a:cxn>
                    <a:cxn ang="T118">
                      <a:pos x="T72" y="T73"/>
                    </a:cxn>
                    <a:cxn ang="T119">
                      <a:pos x="T74" y="T75"/>
                    </a:cxn>
                    <a:cxn ang="T120">
                      <a:pos x="T76" y="T77"/>
                    </a:cxn>
                    <a:cxn ang="T121">
                      <a:pos x="T78" y="T79"/>
                    </a:cxn>
                    <a:cxn ang="T122">
                      <a:pos x="T80" y="T81"/>
                    </a:cxn>
                  </a:cxnLst>
                  <a:rect l="T123" t="T124" r="T125" b="T126"/>
                  <a:pathLst>
                    <a:path w="717" h="756">
                      <a:moveTo>
                        <a:pt x="0" y="756"/>
                      </a:moveTo>
                      <a:lnTo>
                        <a:pt x="52" y="167"/>
                      </a:lnTo>
                      <a:lnTo>
                        <a:pt x="64" y="384"/>
                      </a:lnTo>
                      <a:lnTo>
                        <a:pt x="90" y="103"/>
                      </a:lnTo>
                      <a:lnTo>
                        <a:pt x="116" y="519"/>
                      </a:lnTo>
                      <a:lnTo>
                        <a:pt x="135" y="487"/>
                      </a:lnTo>
                      <a:lnTo>
                        <a:pt x="135" y="359"/>
                      </a:lnTo>
                      <a:lnTo>
                        <a:pt x="167" y="71"/>
                      </a:lnTo>
                      <a:lnTo>
                        <a:pt x="192" y="244"/>
                      </a:lnTo>
                      <a:lnTo>
                        <a:pt x="205" y="96"/>
                      </a:lnTo>
                      <a:lnTo>
                        <a:pt x="218" y="615"/>
                      </a:lnTo>
                      <a:lnTo>
                        <a:pt x="244" y="397"/>
                      </a:lnTo>
                      <a:lnTo>
                        <a:pt x="282" y="519"/>
                      </a:lnTo>
                      <a:lnTo>
                        <a:pt x="308" y="308"/>
                      </a:lnTo>
                      <a:lnTo>
                        <a:pt x="333" y="442"/>
                      </a:lnTo>
                      <a:lnTo>
                        <a:pt x="346" y="352"/>
                      </a:lnTo>
                      <a:lnTo>
                        <a:pt x="365" y="384"/>
                      </a:lnTo>
                      <a:lnTo>
                        <a:pt x="378" y="135"/>
                      </a:lnTo>
                      <a:lnTo>
                        <a:pt x="391" y="301"/>
                      </a:lnTo>
                      <a:lnTo>
                        <a:pt x="384" y="519"/>
                      </a:lnTo>
                      <a:lnTo>
                        <a:pt x="404" y="679"/>
                      </a:lnTo>
                      <a:lnTo>
                        <a:pt x="429" y="628"/>
                      </a:lnTo>
                      <a:lnTo>
                        <a:pt x="442" y="480"/>
                      </a:lnTo>
                      <a:lnTo>
                        <a:pt x="455" y="391"/>
                      </a:lnTo>
                      <a:lnTo>
                        <a:pt x="436" y="506"/>
                      </a:lnTo>
                      <a:lnTo>
                        <a:pt x="461" y="352"/>
                      </a:lnTo>
                      <a:lnTo>
                        <a:pt x="474" y="455"/>
                      </a:lnTo>
                      <a:lnTo>
                        <a:pt x="493" y="519"/>
                      </a:lnTo>
                      <a:lnTo>
                        <a:pt x="512" y="410"/>
                      </a:lnTo>
                      <a:lnTo>
                        <a:pt x="532" y="186"/>
                      </a:lnTo>
                      <a:lnTo>
                        <a:pt x="544" y="231"/>
                      </a:lnTo>
                      <a:lnTo>
                        <a:pt x="570" y="148"/>
                      </a:lnTo>
                      <a:lnTo>
                        <a:pt x="576" y="301"/>
                      </a:lnTo>
                      <a:lnTo>
                        <a:pt x="576" y="730"/>
                      </a:lnTo>
                      <a:lnTo>
                        <a:pt x="647" y="0"/>
                      </a:lnTo>
                      <a:lnTo>
                        <a:pt x="647" y="250"/>
                      </a:lnTo>
                      <a:lnTo>
                        <a:pt x="660" y="333"/>
                      </a:lnTo>
                      <a:lnTo>
                        <a:pt x="685" y="192"/>
                      </a:lnTo>
                      <a:lnTo>
                        <a:pt x="711" y="340"/>
                      </a:lnTo>
                      <a:lnTo>
                        <a:pt x="698" y="429"/>
                      </a:lnTo>
                      <a:lnTo>
                        <a:pt x="717" y="461"/>
                      </a:lnTo>
                    </a:path>
                  </a:pathLst>
                </a:custGeom>
                <a:noFill/>
                <a:ln w="9525">
                  <a:solidFill>
                    <a:srgbClr val="FF0000"/>
                  </a:solidFill>
                  <a:round/>
                  <a:headEnd/>
                  <a:tailEnd/>
                </a:ln>
              </p:spPr>
              <p:txBody>
                <a:bodyPr/>
                <a:lstStyle/>
                <a:p>
                  <a:endParaRPr lang="en-GB" sz="1600"/>
                </a:p>
              </p:txBody>
            </p:sp>
            <p:sp>
              <p:nvSpPr>
                <p:cNvPr id="14502" name="Freeform 270"/>
                <p:cNvSpPr>
                  <a:spLocks/>
                </p:cNvSpPr>
                <p:nvPr/>
              </p:nvSpPr>
              <p:spPr bwMode="auto">
                <a:xfrm flipV="1">
                  <a:off x="4385" y="1138"/>
                  <a:ext cx="313" cy="756"/>
                </a:xfrm>
                <a:custGeom>
                  <a:avLst/>
                  <a:gdLst>
                    <a:gd name="T0" fmla="*/ 0 w 717"/>
                    <a:gd name="T1" fmla="*/ 756 h 756"/>
                    <a:gd name="T2" fmla="*/ 4 w 717"/>
                    <a:gd name="T3" fmla="*/ 167 h 756"/>
                    <a:gd name="T4" fmla="*/ 5 w 717"/>
                    <a:gd name="T5" fmla="*/ 384 h 756"/>
                    <a:gd name="T6" fmla="*/ 7 w 717"/>
                    <a:gd name="T7" fmla="*/ 103 h 756"/>
                    <a:gd name="T8" fmla="*/ 10 w 717"/>
                    <a:gd name="T9" fmla="*/ 519 h 756"/>
                    <a:gd name="T10" fmla="*/ 11 w 717"/>
                    <a:gd name="T11" fmla="*/ 487 h 756"/>
                    <a:gd name="T12" fmla="*/ 11 w 717"/>
                    <a:gd name="T13" fmla="*/ 359 h 756"/>
                    <a:gd name="T14" fmla="*/ 14 w 717"/>
                    <a:gd name="T15" fmla="*/ 71 h 756"/>
                    <a:gd name="T16" fmla="*/ 16 w 717"/>
                    <a:gd name="T17" fmla="*/ 244 h 756"/>
                    <a:gd name="T18" fmla="*/ 17 w 717"/>
                    <a:gd name="T19" fmla="*/ 96 h 756"/>
                    <a:gd name="T20" fmla="*/ 18 w 717"/>
                    <a:gd name="T21" fmla="*/ 615 h 756"/>
                    <a:gd name="T22" fmla="*/ 21 w 717"/>
                    <a:gd name="T23" fmla="*/ 397 h 756"/>
                    <a:gd name="T24" fmla="*/ 24 w 717"/>
                    <a:gd name="T25" fmla="*/ 519 h 756"/>
                    <a:gd name="T26" fmla="*/ 25 w 717"/>
                    <a:gd name="T27" fmla="*/ 308 h 756"/>
                    <a:gd name="T28" fmla="*/ 28 w 717"/>
                    <a:gd name="T29" fmla="*/ 442 h 756"/>
                    <a:gd name="T30" fmla="*/ 29 w 717"/>
                    <a:gd name="T31" fmla="*/ 352 h 756"/>
                    <a:gd name="T32" fmla="*/ 30 w 717"/>
                    <a:gd name="T33" fmla="*/ 384 h 756"/>
                    <a:gd name="T34" fmla="*/ 31 w 717"/>
                    <a:gd name="T35" fmla="*/ 135 h 756"/>
                    <a:gd name="T36" fmla="*/ 33 w 717"/>
                    <a:gd name="T37" fmla="*/ 301 h 756"/>
                    <a:gd name="T38" fmla="*/ 32 w 717"/>
                    <a:gd name="T39" fmla="*/ 519 h 756"/>
                    <a:gd name="T40" fmla="*/ 34 w 717"/>
                    <a:gd name="T41" fmla="*/ 679 h 756"/>
                    <a:gd name="T42" fmla="*/ 36 w 717"/>
                    <a:gd name="T43" fmla="*/ 628 h 756"/>
                    <a:gd name="T44" fmla="*/ 37 w 717"/>
                    <a:gd name="T45" fmla="*/ 480 h 756"/>
                    <a:gd name="T46" fmla="*/ 38 w 717"/>
                    <a:gd name="T47" fmla="*/ 391 h 756"/>
                    <a:gd name="T48" fmla="*/ 36 w 717"/>
                    <a:gd name="T49" fmla="*/ 506 h 756"/>
                    <a:gd name="T50" fmla="*/ 38 w 717"/>
                    <a:gd name="T51" fmla="*/ 352 h 756"/>
                    <a:gd name="T52" fmla="*/ 39 w 717"/>
                    <a:gd name="T53" fmla="*/ 455 h 756"/>
                    <a:gd name="T54" fmla="*/ 41 w 717"/>
                    <a:gd name="T55" fmla="*/ 519 h 756"/>
                    <a:gd name="T56" fmla="*/ 43 w 717"/>
                    <a:gd name="T57" fmla="*/ 410 h 756"/>
                    <a:gd name="T58" fmla="*/ 44 w 717"/>
                    <a:gd name="T59" fmla="*/ 186 h 756"/>
                    <a:gd name="T60" fmla="*/ 45 w 717"/>
                    <a:gd name="T61" fmla="*/ 231 h 756"/>
                    <a:gd name="T62" fmla="*/ 48 w 717"/>
                    <a:gd name="T63" fmla="*/ 148 h 756"/>
                    <a:gd name="T64" fmla="*/ 48 w 717"/>
                    <a:gd name="T65" fmla="*/ 301 h 756"/>
                    <a:gd name="T66" fmla="*/ 48 w 717"/>
                    <a:gd name="T67" fmla="*/ 730 h 756"/>
                    <a:gd name="T68" fmla="*/ 54 w 717"/>
                    <a:gd name="T69" fmla="*/ 0 h 756"/>
                    <a:gd name="T70" fmla="*/ 54 w 717"/>
                    <a:gd name="T71" fmla="*/ 250 h 756"/>
                    <a:gd name="T72" fmla="*/ 55 w 717"/>
                    <a:gd name="T73" fmla="*/ 333 h 756"/>
                    <a:gd name="T74" fmla="*/ 57 w 717"/>
                    <a:gd name="T75" fmla="*/ 192 h 756"/>
                    <a:gd name="T76" fmla="*/ 59 w 717"/>
                    <a:gd name="T77" fmla="*/ 340 h 756"/>
                    <a:gd name="T78" fmla="*/ 58 w 717"/>
                    <a:gd name="T79" fmla="*/ 429 h 756"/>
                    <a:gd name="T80" fmla="*/ 60 w 717"/>
                    <a:gd name="T81" fmla="*/ 461 h 756"/>
                    <a:gd name="T82" fmla="*/ 0 60000 65536"/>
                    <a:gd name="T83" fmla="*/ 0 60000 65536"/>
                    <a:gd name="T84" fmla="*/ 0 60000 65536"/>
                    <a:gd name="T85" fmla="*/ 0 60000 65536"/>
                    <a:gd name="T86" fmla="*/ 0 60000 65536"/>
                    <a:gd name="T87" fmla="*/ 0 60000 65536"/>
                    <a:gd name="T88" fmla="*/ 0 60000 65536"/>
                    <a:gd name="T89" fmla="*/ 0 60000 65536"/>
                    <a:gd name="T90" fmla="*/ 0 60000 65536"/>
                    <a:gd name="T91" fmla="*/ 0 60000 65536"/>
                    <a:gd name="T92" fmla="*/ 0 60000 65536"/>
                    <a:gd name="T93" fmla="*/ 0 60000 65536"/>
                    <a:gd name="T94" fmla="*/ 0 60000 65536"/>
                    <a:gd name="T95" fmla="*/ 0 60000 65536"/>
                    <a:gd name="T96" fmla="*/ 0 60000 65536"/>
                    <a:gd name="T97" fmla="*/ 0 60000 65536"/>
                    <a:gd name="T98" fmla="*/ 0 60000 65536"/>
                    <a:gd name="T99" fmla="*/ 0 60000 65536"/>
                    <a:gd name="T100" fmla="*/ 0 60000 65536"/>
                    <a:gd name="T101" fmla="*/ 0 60000 65536"/>
                    <a:gd name="T102" fmla="*/ 0 60000 65536"/>
                    <a:gd name="T103" fmla="*/ 0 60000 65536"/>
                    <a:gd name="T104" fmla="*/ 0 60000 65536"/>
                    <a:gd name="T105" fmla="*/ 0 60000 65536"/>
                    <a:gd name="T106" fmla="*/ 0 60000 65536"/>
                    <a:gd name="T107" fmla="*/ 0 60000 65536"/>
                    <a:gd name="T108" fmla="*/ 0 60000 65536"/>
                    <a:gd name="T109" fmla="*/ 0 60000 65536"/>
                    <a:gd name="T110" fmla="*/ 0 60000 65536"/>
                    <a:gd name="T111" fmla="*/ 0 60000 65536"/>
                    <a:gd name="T112" fmla="*/ 0 60000 65536"/>
                    <a:gd name="T113" fmla="*/ 0 60000 65536"/>
                    <a:gd name="T114" fmla="*/ 0 60000 65536"/>
                    <a:gd name="T115" fmla="*/ 0 60000 65536"/>
                    <a:gd name="T116" fmla="*/ 0 60000 65536"/>
                    <a:gd name="T117" fmla="*/ 0 60000 65536"/>
                    <a:gd name="T118" fmla="*/ 0 60000 65536"/>
                    <a:gd name="T119" fmla="*/ 0 60000 65536"/>
                    <a:gd name="T120" fmla="*/ 0 60000 65536"/>
                    <a:gd name="T121" fmla="*/ 0 60000 65536"/>
                    <a:gd name="T122" fmla="*/ 0 60000 65536"/>
                    <a:gd name="T123" fmla="*/ 0 w 717"/>
                    <a:gd name="T124" fmla="*/ 0 h 756"/>
                    <a:gd name="T125" fmla="*/ 717 w 717"/>
                    <a:gd name="T126" fmla="*/ 756 h 756"/>
                  </a:gdLst>
                  <a:ahLst/>
                  <a:cxnLst>
                    <a:cxn ang="T82">
                      <a:pos x="T0" y="T1"/>
                    </a:cxn>
                    <a:cxn ang="T83">
                      <a:pos x="T2" y="T3"/>
                    </a:cxn>
                    <a:cxn ang="T84">
                      <a:pos x="T4" y="T5"/>
                    </a:cxn>
                    <a:cxn ang="T85">
                      <a:pos x="T6" y="T7"/>
                    </a:cxn>
                    <a:cxn ang="T86">
                      <a:pos x="T8" y="T9"/>
                    </a:cxn>
                    <a:cxn ang="T87">
                      <a:pos x="T10" y="T11"/>
                    </a:cxn>
                    <a:cxn ang="T88">
                      <a:pos x="T12" y="T13"/>
                    </a:cxn>
                    <a:cxn ang="T89">
                      <a:pos x="T14" y="T15"/>
                    </a:cxn>
                    <a:cxn ang="T90">
                      <a:pos x="T16" y="T17"/>
                    </a:cxn>
                    <a:cxn ang="T91">
                      <a:pos x="T18" y="T19"/>
                    </a:cxn>
                    <a:cxn ang="T92">
                      <a:pos x="T20" y="T21"/>
                    </a:cxn>
                    <a:cxn ang="T93">
                      <a:pos x="T22" y="T23"/>
                    </a:cxn>
                    <a:cxn ang="T94">
                      <a:pos x="T24" y="T25"/>
                    </a:cxn>
                    <a:cxn ang="T95">
                      <a:pos x="T26" y="T27"/>
                    </a:cxn>
                    <a:cxn ang="T96">
                      <a:pos x="T28" y="T29"/>
                    </a:cxn>
                    <a:cxn ang="T97">
                      <a:pos x="T30" y="T31"/>
                    </a:cxn>
                    <a:cxn ang="T98">
                      <a:pos x="T32" y="T33"/>
                    </a:cxn>
                    <a:cxn ang="T99">
                      <a:pos x="T34" y="T35"/>
                    </a:cxn>
                    <a:cxn ang="T100">
                      <a:pos x="T36" y="T37"/>
                    </a:cxn>
                    <a:cxn ang="T101">
                      <a:pos x="T38" y="T39"/>
                    </a:cxn>
                    <a:cxn ang="T102">
                      <a:pos x="T40" y="T41"/>
                    </a:cxn>
                    <a:cxn ang="T103">
                      <a:pos x="T42" y="T43"/>
                    </a:cxn>
                    <a:cxn ang="T104">
                      <a:pos x="T44" y="T45"/>
                    </a:cxn>
                    <a:cxn ang="T105">
                      <a:pos x="T46" y="T47"/>
                    </a:cxn>
                    <a:cxn ang="T106">
                      <a:pos x="T48" y="T49"/>
                    </a:cxn>
                    <a:cxn ang="T107">
                      <a:pos x="T50" y="T51"/>
                    </a:cxn>
                    <a:cxn ang="T108">
                      <a:pos x="T52" y="T53"/>
                    </a:cxn>
                    <a:cxn ang="T109">
                      <a:pos x="T54" y="T55"/>
                    </a:cxn>
                    <a:cxn ang="T110">
                      <a:pos x="T56" y="T57"/>
                    </a:cxn>
                    <a:cxn ang="T111">
                      <a:pos x="T58" y="T59"/>
                    </a:cxn>
                    <a:cxn ang="T112">
                      <a:pos x="T60" y="T61"/>
                    </a:cxn>
                    <a:cxn ang="T113">
                      <a:pos x="T62" y="T63"/>
                    </a:cxn>
                    <a:cxn ang="T114">
                      <a:pos x="T64" y="T65"/>
                    </a:cxn>
                    <a:cxn ang="T115">
                      <a:pos x="T66" y="T67"/>
                    </a:cxn>
                    <a:cxn ang="T116">
                      <a:pos x="T68" y="T69"/>
                    </a:cxn>
                    <a:cxn ang="T117">
                      <a:pos x="T70" y="T71"/>
                    </a:cxn>
                    <a:cxn ang="T118">
                      <a:pos x="T72" y="T73"/>
                    </a:cxn>
                    <a:cxn ang="T119">
                      <a:pos x="T74" y="T75"/>
                    </a:cxn>
                    <a:cxn ang="T120">
                      <a:pos x="T76" y="T77"/>
                    </a:cxn>
                    <a:cxn ang="T121">
                      <a:pos x="T78" y="T79"/>
                    </a:cxn>
                    <a:cxn ang="T122">
                      <a:pos x="T80" y="T81"/>
                    </a:cxn>
                  </a:cxnLst>
                  <a:rect l="T123" t="T124" r="T125" b="T126"/>
                  <a:pathLst>
                    <a:path w="717" h="756">
                      <a:moveTo>
                        <a:pt x="0" y="756"/>
                      </a:moveTo>
                      <a:lnTo>
                        <a:pt x="52" y="167"/>
                      </a:lnTo>
                      <a:lnTo>
                        <a:pt x="64" y="384"/>
                      </a:lnTo>
                      <a:lnTo>
                        <a:pt x="90" y="103"/>
                      </a:lnTo>
                      <a:lnTo>
                        <a:pt x="116" y="519"/>
                      </a:lnTo>
                      <a:lnTo>
                        <a:pt x="135" y="487"/>
                      </a:lnTo>
                      <a:lnTo>
                        <a:pt x="135" y="359"/>
                      </a:lnTo>
                      <a:lnTo>
                        <a:pt x="167" y="71"/>
                      </a:lnTo>
                      <a:lnTo>
                        <a:pt x="192" y="244"/>
                      </a:lnTo>
                      <a:lnTo>
                        <a:pt x="205" y="96"/>
                      </a:lnTo>
                      <a:lnTo>
                        <a:pt x="218" y="615"/>
                      </a:lnTo>
                      <a:lnTo>
                        <a:pt x="244" y="397"/>
                      </a:lnTo>
                      <a:lnTo>
                        <a:pt x="282" y="519"/>
                      </a:lnTo>
                      <a:lnTo>
                        <a:pt x="308" y="308"/>
                      </a:lnTo>
                      <a:lnTo>
                        <a:pt x="333" y="442"/>
                      </a:lnTo>
                      <a:lnTo>
                        <a:pt x="346" y="352"/>
                      </a:lnTo>
                      <a:lnTo>
                        <a:pt x="365" y="384"/>
                      </a:lnTo>
                      <a:lnTo>
                        <a:pt x="378" y="135"/>
                      </a:lnTo>
                      <a:lnTo>
                        <a:pt x="391" y="301"/>
                      </a:lnTo>
                      <a:lnTo>
                        <a:pt x="384" y="519"/>
                      </a:lnTo>
                      <a:lnTo>
                        <a:pt x="404" y="679"/>
                      </a:lnTo>
                      <a:lnTo>
                        <a:pt x="429" y="628"/>
                      </a:lnTo>
                      <a:lnTo>
                        <a:pt x="442" y="480"/>
                      </a:lnTo>
                      <a:lnTo>
                        <a:pt x="455" y="391"/>
                      </a:lnTo>
                      <a:lnTo>
                        <a:pt x="436" y="506"/>
                      </a:lnTo>
                      <a:lnTo>
                        <a:pt x="461" y="352"/>
                      </a:lnTo>
                      <a:lnTo>
                        <a:pt x="474" y="455"/>
                      </a:lnTo>
                      <a:lnTo>
                        <a:pt x="493" y="519"/>
                      </a:lnTo>
                      <a:lnTo>
                        <a:pt x="512" y="410"/>
                      </a:lnTo>
                      <a:lnTo>
                        <a:pt x="532" y="186"/>
                      </a:lnTo>
                      <a:lnTo>
                        <a:pt x="544" y="231"/>
                      </a:lnTo>
                      <a:lnTo>
                        <a:pt x="570" y="148"/>
                      </a:lnTo>
                      <a:lnTo>
                        <a:pt x="576" y="301"/>
                      </a:lnTo>
                      <a:lnTo>
                        <a:pt x="576" y="730"/>
                      </a:lnTo>
                      <a:lnTo>
                        <a:pt x="647" y="0"/>
                      </a:lnTo>
                      <a:lnTo>
                        <a:pt x="647" y="250"/>
                      </a:lnTo>
                      <a:lnTo>
                        <a:pt x="660" y="333"/>
                      </a:lnTo>
                      <a:lnTo>
                        <a:pt x="685" y="192"/>
                      </a:lnTo>
                      <a:lnTo>
                        <a:pt x="711" y="340"/>
                      </a:lnTo>
                      <a:lnTo>
                        <a:pt x="698" y="429"/>
                      </a:lnTo>
                      <a:lnTo>
                        <a:pt x="717" y="461"/>
                      </a:lnTo>
                    </a:path>
                  </a:pathLst>
                </a:custGeom>
                <a:noFill/>
                <a:ln w="9525">
                  <a:solidFill>
                    <a:srgbClr val="FF0000"/>
                  </a:solidFill>
                  <a:round/>
                  <a:headEnd/>
                  <a:tailEnd/>
                </a:ln>
              </p:spPr>
              <p:txBody>
                <a:bodyPr/>
                <a:lstStyle/>
                <a:p>
                  <a:endParaRPr lang="en-GB" sz="1600"/>
                </a:p>
              </p:txBody>
            </p:sp>
            <p:sp>
              <p:nvSpPr>
                <p:cNvPr id="14503" name="Freeform 271"/>
                <p:cNvSpPr>
                  <a:spLocks/>
                </p:cNvSpPr>
                <p:nvPr/>
              </p:nvSpPr>
              <p:spPr bwMode="auto">
                <a:xfrm flipH="1">
                  <a:off x="4698" y="1100"/>
                  <a:ext cx="313" cy="756"/>
                </a:xfrm>
                <a:custGeom>
                  <a:avLst/>
                  <a:gdLst>
                    <a:gd name="T0" fmla="*/ 0 w 717"/>
                    <a:gd name="T1" fmla="*/ 756 h 756"/>
                    <a:gd name="T2" fmla="*/ 4 w 717"/>
                    <a:gd name="T3" fmla="*/ 167 h 756"/>
                    <a:gd name="T4" fmla="*/ 5 w 717"/>
                    <a:gd name="T5" fmla="*/ 384 h 756"/>
                    <a:gd name="T6" fmla="*/ 7 w 717"/>
                    <a:gd name="T7" fmla="*/ 103 h 756"/>
                    <a:gd name="T8" fmla="*/ 10 w 717"/>
                    <a:gd name="T9" fmla="*/ 519 h 756"/>
                    <a:gd name="T10" fmla="*/ 11 w 717"/>
                    <a:gd name="T11" fmla="*/ 487 h 756"/>
                    <a:gd name="T12" fmla="*/ 11 w 717"/>
                    <a:gd name="T13" fmla="*/ 359 h 756"/>
                    <a:gd name="T14" fmla="*/ 14 w 717"/>
                    <a:gd name="T15" fmla="*/ 71 h 756"/>
                    <a:gd name="T16" fmla="*/ 16 w 717"/>
                    <a:gd name="T17" fmla="*/ 244 h 756"/>
                    <a:gd name="T18" fmla="*/ 17 w 717"/>
                    <a:gd name="T19" fmla="*/ 96 h 756"/>
                    <a:gd name="T20" fmla="*/ 18 w 717"/>
                    <a:gd name="T21" fmla="*/ 615 h 756"/>
                    <a:gd name="T22" fmla="*/ 21 w 717"/>
                    <a:gd name="T23" fmla="*/ 397 h 756"/>
                    <a:gd name="T24" fmla="*/ 24 w 717"/>
                    <a:gd name="T25" fmla="*/ 519 h 756"/>
                    <a:gd name="T26" fmla="*/ 25 w 717"/>
                    <a:gd name="T27" fmla="*/ 308 h 756"/>
                    <a:gd name="T28" fmla="*/ 28 w 717"/>
                    <a:gd name="T29" fmla="*/ 442 h 756"/>
                    <a:gd name="T30" fmla="*/ 29 w 717"/>
                    <a:gd name="T31" fmla="*/ 352 h 756"/>
                    <a:gd name="T32" fmla="*/ 30 w 717"/>
                    <a:gd name="T33" fmla="*/ 384 h 756"/>
                    <a:gd name="T34" fmla="*/ 31 w 717"/>
                    <a:gd name="T35" fmla="*/ 135 h 756"/>
                    <a:gd name="T36" fmla="*/ 33 w 717"/>
                    <a:gd name="T37" fmla="*/ 301 h 756"/>
                    <a:gd name="T38" fmla="*/ 32 w 717"/>
                    <a:gd name="T39" fmla="*/ 519 h 756"/>
                    <a:gd name="T40" fmla="*/ 34 w 717"/>
                    <a:gd name="T41" fmla="*/ 679 h 756"/>
                    <a:gd name="T42" fmla="*/ 36 w 717"/>
                    <a:gd name="T43" fmla="*/ 628 h 756"/>
                    <a:gd name="T44" fmla="*/ 37 w 717"/>
                    <a:gd name="T45" fmla="*/ 480 h 756"/>
                    <a:gd name="T46" fmla="*/ 38 w 717"/>
                    <a:gd name="T47" fmla="*/ 391 h 756"/>
                    <a:gd name="T48" fmla="*/ 36 w 717"/>
                    <a:gd name="T49" fmla="*/ 506 h 756"/>
                    <a:gd name="T50" fmla="*/ 38 w 717"/>
                    <a:gd name="T51" fmla="*/ 352 h 756"/>
                    <a:gd name="T52" fmla="*/ 39 w 717"/>
                    <a:gd name="T53" fmla="*/ 455 h 756"/>
                    <a:gd name="T54" fmla="*/ 41 w 717"/>
                    <a:gd name="T55" fmla="*/ 519 h 756"/>
                    <a:gd name="T56" fmla="*/ 43 w 717"/>
                    <a:gd name="T57" fmla="*/ 410 h 756"/>
                    <a:gd name="T58" fmla="*/ 44 w 717"/>
                    <a:gd name="T59" fmla="*/ 186 h 756"/>
                    <a:gd name="T60" fmla="*/ 45 w 717"/>
                    <a:gd name="T61" fmla="*/ 231 h 756"/>
                    <a:gd name="T62" fmla="*/ 48 w 717"/>
                    <a:gd name="T63" fmla="*/ 148 h 756"/>
                    <a:gd name="T64" fmla="*/ 48 w 717"/>
                    <a:gd name="T65" fmla="*/ 301 h 756"/>
                    <a:gd name="T66" fmla="*/ 48 w 717"/>
                    <a:gd name="T67" fmla="*/ 730 h 756"/>
                    <a:gd name="T68" fmla="*/ 54 w 717"/>
                    <a:gd name="T69" fmla="*/ 0 h 756"/>
                    <a:gd name="T70" fmla="*/ 54 w 717"/>
                    <a:gd name="T71" fmla="*/ 250 h 756"/>
                    <a:gd name="T72" fmla="*/ 55 w 717"/>
                    <a:gd name="T73" fmla="*/ 333 h 756"/>
                    <a:gd name="T74" fmla="*/ 57 w 717"/>
                    <a:gd name="T75" fmla="*/ 192 h 756"/>
                    <a:gd name="T76" fmla="*/ 59 w 717"/>
                    <a:gd name="T77" fmla="*/ 340 h 756"/>
                    <a:gd name="T78" fmla="*/ 58 w 717"/>
                    <a:gd name="T79" fmla="*/ 429 h 756"/>
                    <a:gd name="T80" fmla="*/ 60 w 717"/>
                    <a:gd name="T81" fmla="*/ 461 h 756"/>
                    <a:gd name="T82" fmla="*/ 0 60000 65536"/>
                    <a:gd name="T83" fmla="*/ 0 60000 65536"/>
                    <a:gd name="T84" fmla="*/ 0 60000 65536"/>
                    <a:gd name="T85" fmla="*/ 0 60000 65536"/>
                    <a:gd name="T86" fmla="*/ 0 60000 65536"/>
                    <a:gd name="T87" fmla="*/ 0 60000 65536"/>
                    <a:gd name="T88" fmla="*/ 0 60000 65536"/>
                    <a:gd name="T89" fmla="*/ 0 60000 65536"/>
                    <a:gd name="T90" fmla="*/ 0 60000 65536"/>
                    <a:gd name="T91" fmla="*/ 0 60000 65536"/>
                    <a:gd name="T92" fmla="*/ 0 60000 65536"/>
                    <a:gd name="T93" fmla="*/ 0 60000 65536"/>
                    <a:gd name="T94" fmla="*/ 0 60000 65536"/>
                    <a:gd name="T95" fmla="*/ 0 60000 65536"/>
                    <a:gd name="T96" fmla="*/ 0 60000 65536"/>
                    <a:gd name="T97" fmla="*/ 0 60000 65536"/>
                    <a:gd name="T98" fmla="*/ 0 60000 65536"/>
                    <a:gd name="T99" fmla="*/ 0 60000 65536"/>
                    <a:gd name="T100" fmla="*/ 0 60000 65536"/>
                    <a:gd name="T101" fmla="*/ 0 60000 65536"/>
                    <a:gd name="T102" fmla="*/ 0 60000 65536"/>
                    <a:gd name="T103" fmla="*/ 0 60000 65536"/>
                    <a:gd name="T104" fmla="*/ 0 60000 65536"/>
                    <a:gd name="T105" fmla="*/ 0 60000 65536"/>
                    <a:gd name="T106" fmla="*/ 0 60000 65536"/>
                    <a:gd name="T107" fmla="*/ 0 60000 65536"/>
                    <a:gd name="T108" fmla="*/ 0 60000 65536"/>
                    <a:gd name="T109" fmla="*/ 0 60000 65536"/>
                    <a:gd name="T110" fmla="*/ 0 60000 65536"/>
                    <a:gd name="T111" fmla="*/ 0 60000 65536"/>
                    <a:gd name="T112" fmla="*/ 0 60000 65536"/>
                    <a:gd name="T113" fmla="*/ 0 60000 65536"/>
                    <a:gd name="T114" fmla="*/ 0 60000 65536"/>
                    <a:gd name="T115" fmla="*/ 0 60000 65536"/>
                    <a:gd name="T116" fmla="*/ 0 60000 65536"/>
                    <a:gd name="T117" fmla="*/ 0 60000 65536"/>
                    <a:gd name="T118" fmla="*/ 0 60000 65536"/>
                    <a:gd name="T119" fmla="*/ 0 60000 65536"/>
                    <a:gd name="T120" fmla="*/ 0 60000 65536"/>
                    <a:gd name="T121" fmla="*/ 0 60000 65536"/>
                    <a:gd name="T122" fmla="*/ 0 60000 65536"/>
                    <a:gd name="T123" fmla="*/ 0 w 717"/>
                    <a:gd name="T124" fmla="*/ 0 h 756"/>
                    <a:gd name="T125" fmla="*/ 717 w 717"/>
                    <a:gd name="T126" fmla="*/ 756 h 756"/>
                  </a:gdLst>
                  <a:ahLst/>
                  <a:cxnLst>
                    <a:cxn ang="T82">
                      <a:pos x="T0" y="T1"/>
                    </a:cxn>
                    <a:cxn ang="T83">
                      <a:pos x="T2" y="T3"/>
                    </a:cxn>
                    <a:cxn ang="T84">
                      <a:pos x="T4" y="T5"/>
                    </a:cxn>
                    <a:cxn ang="T85">
                      <a:pos x="T6" y="T7"/>
                    </a:cxn>
                    <a:cxn ang="T86">
                      <a:pos x="T8" y="T9"/>
                    </a:cxn>
                    <a:cxn ang="T87">
                      <a:pos x="T10" y="T11"/>
                    </a:cxn>
                    <a:cxn ang="T88">
                      <a:pos x="T12" y="T13"/>
                    </a:cxn>
                    <a:cxn ang="T89">
                      <a:pos x="T14" y="T15"/>
                    </a:cxn>
                    <a:cxn ang="T90">
                      <a:pos x="T16" y="T17"/>
                    </a:cxn>
                    <a:cxn ang="T91">
                      <a:pos x="T18" y="T19"/>
                    </a:cxn>
                    <a:cxn ang="T92">
                      <a:pos x="T20" y="T21"/>
                    </a:cxn>
                    <a:cxn ang="T93">
                      <a:pos x="T22" y="T23"/>
                    </a:cxn>
                    <a:cxn ang="T94">
                      <a:pos x="T24" y="T25"/>
                    </a:cxn>
                    <a:cxn ang="T95">
                      <a:pos x="T26" y="T27"/>
                    </a:cxn>
                    <a:cxn ang="T96">
                      <a:pos x="T28" y="T29"/>
                    </a:cxn>
                    <a:cxn ang="T97">
                      <a:pos x="T30" y="T31"/>
                    </a:cxn>
                    <a:cxn ang="T98">
                      <a:pos x="T32" y="T33"/>
                    </a:cxn>
                    <a:cxn ang="T99">
                      <a:pos x="T34" y="T35"/>
                    </a:cxn>
                    <a:cxn ang="T100">
                      <a:pos x="T36" y="T37"/>
                    </a:cxn>
                    <a:cxn ang="T101">
                      <a:pos x="T38" y="T39"/>
                    </a:cxn>
                    <a:cxn ang="T102">
                      <a:pos x="T40" y="T41"/>
                    </a:cxn>
                    <a:cxn ang="T103">
                      <a:pos x="T42" y="T43"/>
                    </a:cxn>
                    <a:cxn ang="T104">
                      <a:pos x="T44" y="T45"/>
                    </a:cxn>
                    <a:cxn ang="T105">
                      <a:pos x="T46" y="T47"/>
                    </a:cxn>
                    <a:cxn ang="T106">
                      <a:pos x="T48" y="T49"/>
                    </a:cxn>
                    <a:cxn ang="T107">
                      <a:pos x="T50" y="T51"/>
                    </a:cxn>
                    <a:cxn ang="T108">
                      <a:pos x="T52" y="T53"/>
                    </a:cxn>
                    <a:cxn ang="T109">
                      <a:pos x="T54" y="T55"/>
                    </a:cxn>
                    <a:cxn ang="T110">
                      <a:pos x="T56" y="T57"/>
                    </a:cxn>
                    <a:cxn ang="T111">
                      <a:pos x="T58" y="T59"/>
                    </a:cxn>
                    <a:cxn ang="T112">
                      <a:pos x="T60" y="T61"/>
                    </a:cxn>
                    <a:cxn ang="T113">
                      <a:pos x="T62" y="T63"/>
                    </a:cxn>
                    <a:cxn ang="T114">
                      <a:pos x="T64" y="T65"/>
                    </a:cxn>
                    <a:cxn ang="T115">
                      <a:pos x="T66" y="T67"/>
                    </a:cxn>
                    <a:cxn ang="T116">
                      <a:pos x="T68" y="T69"/>
                    </a:cxn>
                    <a:cxn ang="T117">
                      <a:pos x="T70" y="T71"/>
                    </a:cxn>
                    <a:cxn ang="T118">
                      <a:pos x="T72" y="T73"/>
                    </a:cxn>
                    <a:cxn ang="T119">
                      <a:pos x="T74" y="T75"/>
                    </a:cxn>
                    <a:cxn ang="T120">
                      <a:pos x="T76" y="T77"/>
                    </a:cxn>
                    <a:cxn ang="T121">
                      <a:pos x="T78" y="T79"/>
                    </a:cxn>
                    <a:cxn ang="T122">
                      <a:pos x="T80" y="T81"/>
                    </a:cxn>
                  </a:cxnLst>
                  <a:rect l="T123" t="T124" r="T125" b="T126"/>
                  <a:pathLst>
                    <a:path w="717" h="756">
                      <a:moveTo>
                        <a:pt x="0" y="756"/>
                      </a:moveTo>
                      <a:lnTo>
                        <a:pt x="52" y="167"/>
                      </a:lnTo>
                      <a:lnTo>
                        <a:pt x="64" y="384"/>
                      </a:lnTo>
                      <a:lnTo>
                        <a:pt x="90" y="103"/>
                      </a:lnTo>
                      <a:lnTo>
                        <a:pt x="116" y="519"/>
                      </a:lnTo>
                      <a:lnTo>
                        <a:pt x="135" y="487"/>
                      </a:lnTo>
                      <a:lnTo>
                        <a:pt x="135" y="359"/>
                      </a:lnTo>
                      <a:lnTo>
                        <a:pt x="167" y="71"/>
                      </a:lnTo>
                      <a:lnTo>
                        <a:pt x="192" y="244"/>
                      </a:lnTo>
                      <a:lnTo>
                        <a:pt x="205" y="96"/>
                      </a:lnTo>
                      <a:lnTo>
                        <a:pt x="218" y="615"/>
                      </a:lnTo>
                      <a:lnTo>
                        <a:pt x="244" y="397"/>
                      </a:lnTo>
                      <a:lnTo>
                        <a:pt x="282" y="519"/>
                      </a:lnTo>
                      <a:lnTo>
                        <a:pt x="308" y="308"/>
                      </a:lnTo>
                      <a:lnTo>
                        <a:pt x="333" y="442"/>
                      </a:lnTo>
                      <a:lnTo>
                        <a:pt x="346" y="352"/>
                      </a:lnTo>
                      <a:lnTo>
                        <a:pt x="365" y="384"/>
                      </a:lnTo>
                      <a:lnTo>
                        <a:pt x="378" y="135"/>
                      </a:lnTo>
                      <a:lnTo>
                        <a:pt x="391" y="301"/>
                      </a:lnTo>
                      <a:lnTo>
                        <a:pt x="384" y="519"/>
                      </a:lnTo>
                      <a:lnTo>
                        <a:pt x="404" y="679"/>
                      </a:lnTo>
                      <a:lnTo>
                        <a:pt x="429" y="628"/>
                      </a:lnTo>
                      <a:lnTo>
                        <a:pt x="442" y="480"/>
                      </a:lnTo>
                      <a:lnTo>
                        <a:pt x="455" y="391"/>
                      </a:lnTo>
                      <a:lnTo>
                        <a:pt x="436" y="506"/>
                      </a:lnTo>
                      <a:lnTo>
                        <a:pt x="461" y="352"/>
                      </a:lnTo>
                      <a:lnTo>
                        <a:pt x="474" y="455"/>
                      </a:lnTo>
                      <a:lnTo>
                        <a:pt x="493" y="519"/>
                      </a:lnTo>
                      <a:lnTo>
                        <a:pt x="512" y="410"/>
                      </a:lnTo>
                      <a:lnTo>
                        <a:pt x="532" y="186"/>
                      </a:lnTo>
                      <a:lnTo>
                        <a:pt x="544" y="231"/>
                      </a:lnTo>
                      <a:lnTo>
                        <a:pt x="570" y="148"/>
                      </a:lnTo>
                      <a:lnTo>
                        <a:pt x="576" y="301"/>
                      </a:lnTo>
                      <a:lnTo>
                        <a:pt x="576" y="730"/>
                      </a:lnTo>
                      <a:lnTo>
                        <a:pt x="647" y="0"/>
                      </a:lnTo>
                      <a:lnTo>
                        <a:pt x="647" y="250"/>
                      </a:lnTo>
                      <a:lnTo>
                        <a:pt x="660" y="333"/>
                      </a:lnTo>
                      <a:lnTo>
                        <a:pt x="685" y="192"/>
                      </a:lnTo>
                      <a:lnTo>
                        <a:pt x="711" y="340"/>
                      </a:lnTo>
                      <a:lnTo>
                        <a:pt x="698" y="429"/>
                      </a:lnTo>
                      <a:lnTo>
                        <a:pt x="717" y="461"/>
                      </a:lnTo>
                    </a:path>
                  </a:pathLst>
                </a:custGeom>
                <a:noFill/>
                <a:ln w="9525">
                  <a:solidFill>
                    <a:srgbClr val="FF0000"/>
                  </a:solidFill>
                  <a:round/>
                  <a:headEnd/>
                  <a:tailEnd/>
                </a:ln>
              </p:spPr>
              <p:txBody>
                <a:bodyPr/>
                <a:lstStyle/>
                <a:p>
                  <a:endParaRPr lang="en-GB" sz="1600"/>
                </a:p>
              </p:txBody>
            </p:sp>
          </p:grpSp>
          <p:grpSp>
            <p:nvGrpSpPr>
              <p:cNvPr id="14357" name="Group 272"/>
              <p:cNvGrpSpPr>
                <a:grpSpLocks/>
              </p:cNvGrpSpPr>
              <p:nvPr/>
            </p:nvGrpSpPr>
            <p:grpSpPr bwMode="auto">
              <a:xfrm flipH="1">
                <a:off x="4569" y="1098"/>
                <a:ext cx="590" cy="801"/>
                <a:chOff x="3462" y="1100"/>
                <a:chExt cx="1549" cy="801"/>
              </a:xfrm>
            </p:grpSpPr>
            <p:sp>
              <p:nvSpPr>
                <p:cNvPr id="14494" name="Freeform 273"/>
                <p:cNvSpPr>
                  <a:spLocks/>
                </p:cNvSpPr>
                <p:nvPr/>
              </p:nvSpPr>
              <p:spPr bwMode="auto">
                <a:xfrm>
                  <a:off x="3462" y="1126"/>
                  <a:ext cx="313" cy="756"/>
                </a:xfrm>
                <a:custGeom>
                  <a:avLst/>
                  <a:gdLst>
                    <a:gd name="T0" fmla="*/ 0 w 717"/>
                    <a:gd name="T1" fmla="*/ 756 h 756"/>
                    <a:gd name="T2" fmla="*/ 4 w 717"/>
                    <a:gd name="T3" fmla="*/ 167 h 756"/>
                    <a:gd name="T4" fmla="*/ 5 w 717"/>
                    <a:gd name="T5" fmla="*/ 384 h 756"/>
                    <a:gd name="T6" fmla="*/ 7 w 717"/>
                    <a:gd name="T7" fmla="*/ 103 h 756"/>
                    <a:gd name="T8" fmla="*/ 10 w 717"/>
                    <a:gd name="T9" fmla="*/ 519 h 756"/>
                    <a:gd name="T10" fmla="*/ 11 w 717"/>
                    <a:gd name="T11" fmla="*/ 487 h 756"/>
                    <a:gd name="T12" fmla="*/ 11 w 717"/>
                    <a:gd name="T13" fmla="*/ 359 h 756"/>
                    <a:gd name="T14" fmla="*/ 14 w 717"/>
                    <a:gd name="T15" fmla="*/ 71 h 756"/>
                    <a:gd name="T16" fmla="*/ 16 w 717"/>
                    <a:gd name="T17" fmla="*/ 244 h 756"/>
                    <a:gd name="T18" fmla="*/ 17 w 717"/>
                    <a:gd name="T19" fmla="*/ 96 h 756"/>
                    <a:gd name="T20" fmla="*/ 18 w 717"/>
                    <a:gd name="T21" fmla="*/ 615 h 756"/>
                    <a:gd name="T22" fmla="*/ 21 w 717"/>
                    <a:gd name="T23" fmla="*/ 397 h 756"/>
                    <a:gd name="T24" fmla="*/ 24 w 717"/>
                    <a:gd name="T25" fmla="*/ 519 h 756"/>
                    <a:gd name="T26" fmla="*/ 25 w 717"/>
                    <a:gd name="T27" fmla="*/ 308 h 756"/>
                    <a:gd name="T28" fmla="*/ 28 w 717"/>
                    <a:gd name="T29" fmla="*/ 442 h 756"/>
                    <a:gd name="T30" fmla="*/ 29 w 717"/>
                    <a:gd name="T31" fmla="*/ 352 h 756"/>
                    <a:gd name="T32" fmla="*/ 30 w 717"/>
                    <a:gd name="T33" fmla="*/ 384 h 756"/>
                    <a:gd name="T34" fmla="*/ 31 w 717"/>
                    <a:gd name="T35" fmla="*/ 135 h 756"/>
                    <a:gd name="T36" fmla="*/ 33 w 717"/>
                    <a:gd name="T37" fmla="*/ 301 h 756"/>
                    <a:gd name="T38" fmla="*/ 32 w 717"/>
                    <a:gd name="T39" fmla="*/ 519 h 756"/>
                    <a:gd name="T40" fmla="*/ 34 w 717"/>
                    <a:gd name="T41" fmla="*/ 679 h 756"/>
                    <a:gd name="T42" fmla="*/ 36 w 717"/>
                    <a:gd name="T43" fmla="*/ 628 h 756"/>
                    <a:gd name="T44" fmla="*/ 37 w 717"/>
                    <a:gd name="T45" fmla="*/ 480 h 756"/>
                    <a:gd name="T46" fmla="*/ 38 w 717"/>
                    <a:gd name="T47" fmla="*/ 391 h 756"/>
                    <a:gd name="T48" fmla="*/ 36 w 717"/>
                    <a:gd name="T49" fmla="*/ 506 h 756"/>
                    <a:gd name="T50" fmla="*/ 38 w 717"/>
                    <a:gd name="T51" fmla="*/ 352 h 756"/>
                    <a:gd name="T52" fmla="*/ 39 w 717"/>
                    <a:gd name="T53" fmla="*/ 455 h 756"/>
                    <a:gd name="T54" fmla="*/ 41 w 717"/>
                    <a:gd name="T55" fmla="*/ 519 h 756"/>
                    <a:gd name="T56" fmla="*/ 43 w 717"/>
                    <a:gd name="T57" fmla="*/ 410 h 756"/>
                    <a:gd name="T58" fmla="*/ 44 w 717"/>
                    <a:gd name="T59" fmla="*/ 186 h 756"/>
                    <a:gd name="T60" fmla="*/ 45 w 717"/>
                    <a:gd name="T61" fmla="*/ 231 h 756"/>
                    <a:gd name="T62" fmla="*/ 48 w 717"/>
                    <a:gd name="T63" fmla="*/ 148 h 756"/>
                    <a:gd name="T64" fmla="*/ 48 w 717"/>
                    <a:gd name="T65" fmla="*/ 301 h 756"/>
                    <a:gd name="T66" fmla="*/ 48 w 717"/>
                    <a:gd name="T67" fmla="*/ 730 h 756"/>
                    <a:gd name="T68" fmla="*/ 54 w 717"/>
                    <a:gd name="T69" fmla="*/ 0 h 756"/>
                    <a:gd name="T70" fmla="*/ 54 w 717"/>
                    <a:gd name="T71" fmla="*/ 250 h 756"/>
                    <a:gd name="T72" fmla="*/ 55 w 717"/>
                    <a:gd name="T73" fmla="*/ 333 h 756"/>
                    <a:gd name="T74" fmla="*/ 57 w 717"/>
                    <a:gd name="T75" fmla="*/ 192 h 756"/>
                    <a:gd name="T76" fmla="*/ 59 w 717"/>
                    <a:gd name="T77" fmla="*/ 340 h 756"/>
                    <a:gd name="T78" fmla="*/ 58 w 717"/>
                    <a:gd name="T79" fmla="*/ 429 h 756"/>
                    <a:gd name="T80" fmla="*/ 60 w 717"/>
                    <a:gd name="T81" fmla="*/ 461 h 756"/>
                    <a:gd name="T82" fmla="*/ 0 60000 65536"/>
                    <a:gd name="T83" fmla="*/ 0 60000 65536"/>
                    <a:gd name="T84" fmla="*/ 0 60000 65536"/>
                    <a:gd name="T85" fmla="*/ 0 60000 65536"/>
                    <a:gd name="T86" fmla="*/ 0 60000 65536"/>
                    <a:gd name="T87" fmla="*/ 0 60000 65536"/>
                    <a:gd name="T88" fmla="*/ 0 60000 65536"/>
                    <a:gd name="T89" fmla="*/ 0 60000 65536"/>
                    <a:gd name="T90" fmla="*/ 0 60000 65536"/>
                    <a:gd name="T91" fmla="*/ 0 60000 65536"/>
                    <a:gd name="T92" fmla="*/ 0 60000 65536"/>
                    <a:gd name="T93" fmla="*/ 0 60000 65536"/>
                    <a:gd name="T94" fmla="*/ 0 60000 65536"/>
                    <a:gd name="T95" fmla="*/ 0 60000 65536"/>
                    <a:gd name="T96" fmla="*/ 0 60000 65536"/>
                    <a:gd name="T97" fmla="*/ 0 60000 65536"/>
                    <a:gd name="T98" fmla="*/ 0 60000 65536"/>
                    <a:gd name="T99" fmla="*/ 0 60000 65536"/>
                    <a:gd name="T100" fmla="*/ 0 60000 65536"/>
                    <a:gd name="T101" fmla="*/ 0 60000 65536"/>
                    <a:gd name="T102" fmla="*/ 0 60000 65536"/>
                    <a:gd name="T103" fmla="*/ 0 60000 65536"/>
                    <a:gd name="T104" fmla="*/ 0 60000 65536"/>
                    <a:gd name="T105" fmla="*/ 0 60000 65536"/>
                    <a:gd name="T106" fmla="*/ 0 60000 65536"/>
                    <a:gd name="T107" fmla="*/ 0 60000 65536"/>
                    <a:gd name="T108" fmla="*/ 0 60000 65536"/>
                    <a:gd name="T109" fmla="*/ 0 60000 65536"/>
                    <a:gd name="T110" fmla="*/ 0 60000 65536"/>
                    <a:gd name="T111" fmla="*/ 0 60000 65536"/>
                    <a:gd name="T112" fmla="*/ 0 60000 65536"/>
                    <a:gd name="T113" fmla="*/ 0 60000 65536"/>
                    <a:gd name="T114" fmla="*/ 0 60000 65536"/>
                    <a:gd name="T115" fmla="*/ 0 60000 65536"/>
                    <a:gd name="T116" fmla="*/ 0 60000 65536"/>
                    <a:gd name="T117" fmla="*/ 0 60000 65536"/>
                    <a:gd name="T118" fmla="*/ 0 60000 65536"/>
                    <a:gd name="T119" fmla="*/ 0 60000 65536"/>
                    <a:gd name="T120" fmla="*/ 0 60000 65536"/>
                    <a:gd name="T121" fmla="*/ 0 60000 65536"/>
                    <a:gd name="T122" fmla="*/ 0 60000 65536"/>
                    <a:gd name="T123" fmla="*/ 0 w 717"/>
                    <a:gd name="T124" fmla="*/ 0 h 756"/>
                    <a:gd name="T125" fmla="*/ 717 w 717"/>
                    <a:gd name="T126" fmla="*/ 756 h 756"/>
                  </a:gdLst>
                  <a:ahLst/>
                  <a:cxnLst>
                    <a:cxn ang="T82">
                      <a:pos x="T0" y="T1"/>
                    </a:cxn>
                    <a:cxn ang="T83">
                      <a:pos x="T2" y="T3"/>
                    </a:cxn>
                    <a:cxn ang="T84">
                      <a:pos x="T4" y="T5"/>
                    </a:cxn>
                    <a:cxn ang="T85">
                      <a:pos x="T6" y="T7"/>
                    </a:cxn>
                    <a:cxn ang="T86">
                      <a:pos x="T8" y="T9"/>
                    </a:cxn>
                    <a:cxn ang="T87">
                      <a:pos x="T10" y="T11"/>
                    </a:cxn>
                    <a:cxn ang="T88">
                      <a:pos x="T12" y="T13"/>
                    </a:cxn>
                    <a:cxn ang="T89">
                      <a:pos x="T14" y="T15"/>
                    </a:cxn>
                    <a:cxn ang="T90">
                      <a:pos x="T16" y="T17"/>
                    </a:cxn>
                    <a:cxn ang="T91">
                      <a:pos x="T18" y="T19"/>
                    </a:cxn>
                    <a:cxn ang="T92">
                      <a:pos x="T20" y="T21"/>
                    </a:cxn>
                    <a:cxn ang="T93">
                      <a:pos x="T22" y="T23"/>
                    </a:cxn>
                    <a:cxn ang="T94">
                      <a:pos x="T24" y="T25"/>
                    </a:cxn>
                    <a:cxn ang="T95">
                      <a:pos x="T26" y="T27"/>
                    </a:cxn>
                    <a:cxn ang="T96">
                      <a:pos x="T28" y="T29"/>
                    </a:cxn>
                    <a:cxn ang="T97">
                      <a:pos x="T30" y="T31"/>
                    </a:cxn>
                    <a:cxn ang="T98">
                      <a:pos x="T32" y="T33"/>
                    </a:cxn>
                    <a:cxn ang="T99">
                      <a:pos x="T34" y="T35"/>
                    </a:cxn>
                    <a:cxn ang="T100">
                      <a:pos x="T36" y="T37"/>
                    </a:cxn>
                    <a:cxn ang="T101">
                      <a:pos x="T38" y="T39"/>
                    </a:cxn>
                    <a:cxn ang="T102">
                      <a:pos x="T40" y="T41"/>
                    </a:cxn>
                    <a:cxn ang="T103">
                      <a:pos x="T42" y="T43"/>
                    </a:cxn>
                    <a:cxn ang="T104">
                      <a:pos x="T44" y="T45"/>
                    </a:cxn>
                    <a:cxn ang="T105">
                      <a:pos x="T46" y="T47"/>
                    </a:cxn>
                    <a:cxn ang="T106">
                      <a:pos x="T48" y="T49"/>
                    </a:cxn>
                    <a:cxn ang="T107">
                      <a:pos x="T50" y="T51"/>
                    </a:cxn>
                    <a:cxn ang="T108">
                      <a:pos x="T52" y="T53"/>
                    </a:cxn>
                    <a:cxn ang="T109">
                      <a:pos x="T54" y="T55"/>
                    </a:cxn>
                    <a:cxn ang="T110">
                      <a:pos x="T56" y="T57"/>
                    </a:cxn>
                    <a:cxn ang="T111">
                      <a:pos x="T58" y="T59"/>
                    </a:cxn>
                    <a:cxn ang="T112">
                      <a:pos x="T60" y="T61"/>
                    </a:cxn>
                    <a:cxn ang="T113">
                      <a:pos x="T62" y="T63"/>
                    </a:cxn>
                    <a:cxn ang="T114">
                      <a:pos x="T64" y="T65"/>
                    </a:cxn>
                    <a:cxn ang="T115">
                      <a:pos x="T66" y="T67"/>
                    </a:cxn>
                    <a:cxn ang="T116">
                      <a:pos x="T68" y="T69"/>
                    </a:cxn>
                    <a:cxn ang="T117">
                      <a:pos x="T70" y="T71"/>
                    </a:cxn>
                    <a:cxn ang="T118">
                      <a:pos x="T72" y="T73"/>
                    </a:cxn>
                    <a:cxn ang="T119">
                      <a:pos x="T74" y="T75"/>
                    </a:cxn>
                    <a:cxn ang="T120">
                      <a:pos x="T76" y="T77"/>
                    </a:cxn>
                    <a:cxn ang="T121">
                      <a:pos x="T78" y="T79"/>
                    </a:cxn>
                    <a:cxn ang="T122">
                      <a:pos x="T80" y="T81"/>
                    </a:cxn>
                  </a:cxnLst>
                  <a:rect l="T123" t="T124" r="T125" b="T126"/>
                  <a:pathLst>
                    <a:path w="717" h="756">
                      <a:moveTo>
                        <a:pt x="0" y="756"/>
                      </a:moveTo>
                      <a:lnTo>
                        <a:pt x="52" y="167"/>
                      </a:lnTo>
                      <a:lnTo>
                        <a:pt x="64" y="384"/>
                      </a:lnTo>
                      <a:lnTo>
                        <a:pt x="90" y="103"/>
                      </a:lnTo>
                      <a:lnTo>
                        <a:pt x="116" y="519"/>
                      </a:lnTo>
                      <a:lnTo>
                        <a:pt x="135" y="487"/>
                      </a:lnTo>
                      <a:lnTo>
                        <a:pt x="135" y="359"/>
                      </a:lnTo>
                      <a:lnTo>
                        <a:pt x="167" y="71"/>
                      </a:lnTo>
                      <a:lnTo>
                        <a:pt x="192" y="244"/>
                      </a:lnTo>
                      <a:lnTo>
                        <a:pt x="205" y="96"/>
                      </a:lnTo>
                      <a:lnTo>
                        <a:pt x="218" y="615"/>
                      </a:lnTo>
                      <a:lnTo>
                        <a:pt x="244" y="397"/>
                      </a:lnTo>
                      <a:lnTo>
                        <a:pt x="282" y="519"/>
                      </a:lnTo>
                      <a:lnTo>
                        <a:pt x="308" y="308"/>
                      </a:lnTo>
                      <a:lnTo>
                        <a:pt x="333" y="442"/>
                      </a:lnTo>
                      <a:lnTo>
                        <a:pt x="346" y="352"/>
                      </a:lnTo>
                      <a:lnTo>
                        <a:pt x="365" y="384"/>
                      </a:lnTo>
                      <a:lnTo>
                        <a:pt x="378" y="135"/>
                      </a:lnTo>
                      <a:lnTo>
                        <a:pt x="391" y="301"/>
                      </a:lnTo>
                      <a:lnTo>
                        <a:pt x="384" y="519"/>
                      </a:lnTo>
                      <a:lnTo>
                        <a:pt x="404" y="679"/>
                      </a:lnTo>
                      <a:lnTo>
                        <a:pt x="429" y="628"/>
                      </a:lnTo>
                      <a:lnTo>
                        <a:pt x="442" y="480"/>
                      </a:lnTo>
                      <a:lnTo>
                        <a:pt x="455" y="391"/>
                      </a:lnTo>
                      <a:lnTo>
                        <a:pt x="436" y="506"/>
                      </a:lnTo>
                      <a:lnTo>
                        <a:pt x="461" y="352"/>
                      </a:lnTo>
                      <a:lnTo>
                        <a:pt x="474" y="455"/>
                      </a:lnTo>
                      <a:lnTo>
                        <a:pt x="493" y="519"/>
                      </a:lnTo>
                      <a:lnTo>
                        <a:pt x="512" y="410"/>
                      </a:lnTo>
                      <a:lnTo>
                        <a:pt x="532" y="186"/>
                      </a:lnTo>
                      <a:lnTo>
                        <a:pt x="544" y="231"/>
                      </a:lnTo>
                      <a:lnTo>
                        <a:pt x="570" y="148"/>
                      </a:lnTo>
                      <a:lnTo>
                        <a:pt x="576" y="301"/>
                      </a:lnTo>
                      <a:lnTo>
                        <a:pt x="576" y="730"/>
                      </a:lnTo>
                      <a:lnTo>
                        <a:pt x="647" y="0"/>
                      </a:lnTo>
                      <a:lnTo>
                        <a:pt x="647" y="250"/>
                      </a:lnTo>
                      <a:lnTo>
                        <a:pt x="660" y="333"/>
                      </a:lnTo>
                      <a:lnTo>
                        <a:pt x="685" y="192"/>
                      </a:lnTo>
                      <a:lnTo>
                        <a:pt x="711" y="340"/>
                      </a:lnTo>
                      <a:lnTo>
                        <a:pt x="698" y="429"/>
                      </a:lnTo>
                      <a:lnTo>
                        <a:pt x="717" y="461"/>
                      </a:lnTo>
                    </a:path>
                  </a:pathLst>
                </a:custGeom>
                <a:noFill/>
                <a:ln w="9525">
                  <a:solidFill>
                    <a:srgbClr val="FF0000"/>
                  </a:solidFill>
                  <a:round/>
                  <a:headEnd/>
                  <a:tailEnd/>
                </a:ln>
              </p:spPr>
              <p:txBody>
                <a:bodyPr/>
                <a:lstStyle/>
                <a:p>
                  <a:endParaRPr lang="en-GB" sz="1600"/>
                </a:p>
              </p:txBody>
            </p:sp>
            <p:sp>
              <p:nvSpPr>
                <p:cNvPr id="14495" name="Freeform 274"/>
                <p:cNvSpPr>
                  <a:spLocks/>
                </p:cNvSpPr>
                <p:nvPr/>
              </p:nvSpPr>
              <p:spPr bwMode="auto">
                <a:xfrm flipH="1" flipV="1">
                  <a:off x="3770" y="1145"/>
                  <a:ext cx="313" cy="756"/>
                </a:xfrm>
                <a:custGeom>
                  <a:avLst/>
                  <a:gdLst>
                    <a:gd name="T0" fmla="*/ 0 w 717"/>
                    <a:gd name="T1" fmla="*/ 756 h 756"/>
                    <a:gd name="T2" fmla="*/ 4 w 717"/>
                    <a:gd name="T3" fmla="*/ 167 h 756"/>
                    <a:gd name="T4" fmla="*/ 5 w 717"/>
                    <a:gd name="T5" fmla="*/ 384 h 756"/>
                    <a:gd name="T6" fmla="*/ 7 w 717"/>
                    <a:gd name="T7" fmla="*/ 103 h 756"/>
                    <a:gd name="T8" fmla="*/ 10 w 717"/>
                    <a:gd name="T9" fmla="*/ 519 h 756"/>
                    <a:gd name="T10" fmla="*/ 11 w 717"/>
                    <a:gd name="T11" fmla="*/ 487 h 756"/>
                    <a:gd name="T12" fmla="*/ 11 w 717"/>
                    <a:gd name="T13" fmla="*/ 359 h 756"/>
                    <a:gd name="T14" fmla="*/ 14 w 717"/>
                    <a:gd name="T15" fmla="*/ 71 h 756"/>
                    <a:gd name="T16" fmla="*/ 16 w 717"/>
                    <a:gd name="T17" fmla="*/ 244 h 756"/>
                    <a:gd name="T18" fmla="*/ 17 w 717"/>
                    <a:gd name="T19" fmla="*/ 96 h 756"/>
                    <a:gd name="T20" fmla="*/ 18 w 717"/>
                    <a:gd name="T21" fmla="*/ 615 h 756"/>
                    <a:gd name="T22" fmla="*/ 21 w 717"/>
                    <a:gd name="T23" fmla="*/ 397 h 756"/>
                    <a:gd name="T24" fmla="*/ 24 w 717"/>
                    <a:gd name="T25" fmla="*/ 519 h 756"/>
                    <a:gd name="T26" fmla="*/ 25 w 717"/>
                    <a:gd name="T27" fmla="*/ 308 h 756"/>
                    <a:gd name="T28" fmla="*/ 28 w 717"/>
                    <a:gd name="T29" fmla="*/ 442 h 756"/>
                    <a:gd name="T30" fmla="*/ 29 w 717"/>
                    <a:gd name="T31" fmla="*/ 352 h 756"/>
                    <a:gd name="T32" fmla="*/ 30 w 717"/>
                    <a:gd name="T33" fmla="*/ 384 h 756"/>
                    <a:gd name="T34" fmla="*/ 31 w 717"/>
                    <a:gd name="T35" fmla="*/ 135 h 756"/>
                    <a:gd name="T36" fmla="*/ 33 w 717"/>
                    <a:gd name="T37" fmla="*/ 301 h 756"/>
                    <a:gd name="T38" fmla="*/ 32 w 717"/>
                    <a:gd name="T39" fmla="*/ 519 h 756"/>
                    <a:gd name="T40" fmla="*/ 34 w 717"/>
                    <a:gd name="T41" fmla="*/ 679 h 756"/>
                    <a:gd name="T42" fmla="*/ 36 w 717"/>
                    <a:gd name="T43" fmla="*/ 628 h 756"/>
                    <a:gd name="T44" fmla="*/ 37 w 717"/>
                    <a:gd name="T45" fmla="*/ 480 h 756"/>
                    <a:gd name="T46" fmla="*/ 38 w 717"/>
                    <a:gd name="T47" fmla="*/ 391 h 756"/>
                    <a:gd name="T48" fmla="*/ 36 w 717"/>
                    <a:gd name="T49" fmla="*/ 506 h 756"/>
                    <a:gd name="T50" fmla="*/ 38 w 717"/>
                    <a:gd name="T51" fmla="*/ 352 h 756"/>
                    <a:gd name="T52" fmla="*/ 39 w 717"/>
                    <a:gd name="T53" fmla="*/ 455 h 756"/>
                    <a:gd name="T54" fmla="*/ 41 w 717"/>
                    <a:gd name="T55" fmla="*/ 519 h 756"/>
                    <a:gd name="T56" fmla="*/ 43 w 717"/>
                    <a:gd name="T57" fmla="*/ 410 h 756"/>
                    <a:gd name="T58" fmla="*/ 44 w 717"/>
                    <a:gd name="T59" fmla="*/ 186 h 756"/>
                    <a:gd name="T60" fmla="*/ 45 w 717"/>
                    <a:gd name="T61" fmla="*/ 231 h 756"/>
                    <a:gd name="T62" fmla="*/ 48 w 717"/>
                    <a:gd name="T63" fmla="*/ 148 h 756"/>
                    <a:gd name="T64" fmla="*/ 48 w 717"/>
                    <a:gd name="T65" fmla="*/ 301 h 756"/>
                    <a:gd name="T66" fmla="*/ 48 w 717"/>
                    <a:gd name="T67" fmla="*/ 730 h 756"/>
                    <a:gd name="T68" fmla="*/ 54 w 717"/>
                    <a:gd name="T69" fmla="*/ 0 h 756"/>
                    <a:gd name="T70" fmla="*/ 54 w 717"/>
                    <a:gd name="T71" fmla="*/ 250 h 756"/>
                    <a:gd name="T72" fmla="*/ 55 w 717"/>
                    <a:gd name="T73" fmla="*/ 333 h 756"/>
                    <a:gd name="T74" fmla="*/ 57 w 717"/>
                    <a:gd name="T75" fmla="*/ 192 h 756"/>
                    <a:gd name="T76" fmla="*/ 59 w 717"/>
                    <a:gd name="T77" fmla="*/ 340 h 756"/>
                    <a:gd name="T78" fmla="*/ 58 w 717"/>
                    <a:gd name="T79" fmla="*/ 429 h 756"/>
                    <a:gd name="T80" fmla="*/ 60 w 717"/>
                    <a:gd name="T81" fmla="*/ 461 h 756"/>
                    <a:gd name="T82" fmla="*/ 0 60000 65536"/>
                    <a:gd name="T83" fmla="*/ 0 60000 65536"/>
                    <a:gd name="T84" fmla="*/ 0 60000 65536"/>
                    <a:gd name="T85" fmla="*/ 0 60000 65536"/>
                    <a:gd name="T86" fmla="*/ 0 60000 65536"/>
                    <a:gd name="T87" fmla="*/ 0 60000 65536"/>
                    <a:gd name="T88" fmla="*/ 0 60000 65536"/>
                    <a:gd name="T89" fmla="*/ 0 60000 65536"/>
                    <a:gd name="T90" fmla="*/ 0 60000 65536"/>
                    <a:gd name="T91" fmla="*/ 0 60000 65536"/>
                    <a:gd name="T92" fmla="*/ 0 60000 65536"/>
                    <a:gd name="T93" fmla="*/ 0 60000 65536"/>
                    <a:gd name="T94" fmla="*/ 0 60000 65536"/>
                    <a:gd name="T95" fmla="*/ 0 60000 65536"/>
                    <a:gd name="T96" fmla="*/ 0 60000 65536"/>
                    <a:gd name="T97" fmla="*/ 0 60000 65536"/>
                    <a:gd name="T98" fmla="*/ 0 60000 65536"/>
                    <a:gd name="T99" fmla="*/ 0 60000 65536"/>
                    <a:gd name="T100" fmla="*/ 0 60000 65536"/>
                    <a:gd name="T101" fmla="*/ 0 60000 65536"/>
                    <a:gd name="T102" fmla="*/ 0 60000 65536"/>
                    <a:gd name="T103" fmla="*/ 0 60000 65536"/>
                    <a:gd name="T104" fmla="*/ 0 60000 65536"/>
                    <a:gd name="T105" fmla="*/ 0 60000 65536"/>
                    <a:gd name="T106" fmla="*/ 0 60000 65536"/>
                    <a:gd name="T107" fmla="*/ 0 60000 65536"/>
                    <a:gd name="T108" fmla="*/ 0 60000 65536"/>
                    <a:gd name="T109" fmla="*/ 0 60000 65536"/>
                    <a:gd name="T110" fmla="*/ 0 60000 65536"/>
                    <a:gd name="T111" fmla="*/ 0 60000 65536"/>
                    <a:gd name="T112" fmla="*/ 0 60000 65536"/>
                    <a:gd name="T113" fmla="*/ 0 60000 65536"/>
                    <a:gd name="T114" fmla="*/ 0 60000 65536"/>
                    <a:gd name="T115" fmla="*/ 0 60000 65536"/>
                    <a:gd name="T116" fmla="*/ 0 60000 65536"/>
                    <a:gd name="T117" fmla="*/ 0 60000 65536"/>
                    <a:gd name="T118" fmla="*/ 0 60000 65536"/>
                    <a:gd name="T119" fmla="*/ 0 60000 65536"/>
                    <a:gd name="T120" fmla="*/ 0 60000 65536"/>
                    <a:gd name="T121" fmla="*/ 0 60000 65536"/>
                    <a:gd name="T122" fmla="*/ 0 60000 65536"/>
                    <a:gd name="T123" fmla="*/ 0 w 717"/>
                    <a:gd name="T124" fmla="*/ 0 h 756"/>
                    <a:gd name="T125" fmla="*/ 717 w 717"/>
                    <a:gd name="T126" fmla="*/ 756 h 756"/>
                  </a:gdLst>
                  <a:ahLst/>
                  <a:cxnLst>
                    <a:cxn ang="T82">
                      <a:pos x="T0" y="T1"/>
                    </a:cxn>
                    <a:cxn ang="T83">
                      <a:pos x="T2" y="T3"/>
                    </a:cxn>
                    <a:cxn ang="T84">
                      <a:pos x="T4" y="T5"/>
                    </a:cxn>
                    <a:cxn ang="T85">
                      <a:pos x="T6" y="T7"/>
                    </a:cxn>
                    <a:cxn ang="T86">
                      <a:pos x="T8" y="T9"/>
                    </a:cxn>
                    <a:cxn ang="T87">
                      <a:pos x="T10" y="T11"/>
                    </a:cxn>
                    <a:cxn ang="T88">
                      <a:pos x="T12" y="T13"/>
                    </a:cxn>
                    <a:cxn ang="T89">
                      <a:pos x="T14" y="T15"/>
                    </a:cxn>
                    <a:cxn ang="T90">
                      <a:pos x="T16" y="T17"/>
                    </a:cxn>
                    <a:cxn ang="T91">
                      <a:pos x="T18" y="T19"/>
                    </a:cxn>
                    <a:cxn ang="T92">
                      <a:pos x="T20" y="T21"/>
                    </a:cxn>
                    <a:cxn ang="T93">
                      <a:pos x="T22" y="T23"/>
                    </a:cxn>
                    <a:cxn ang="T94">
                      <a:pos x="T24" y="T25"/>
                    </a:cxn>
                    <a:cxn ang="T95">
                      <a:pos x="T26" y="T27"/>
                    </a:cxn>
                    <a:cxn ang="T96">
                      <a:pos x="T28" y="T29"/>
                    </a:cxn>
                    <a:cxn ang="T97">
                      <a:pos x="T30" y="T31"/>
                    </a:cxn>
                    <a:cxn ang="T98">
                      <a:pos x="T32" y="T33"/>
                    </a:cxn>
                    <a:cxn ang="T99">
                      <a:pos x="T34" y="T35"/>
                    </a:cxn>
                    <a:cxn ang="T100">
                      <a:pos x="T36" y="T37"/>
                    </a:cxn>
                    <a:cxn ang="T101">
                      <a:pos x="T38" y="T39"/>
                    </a:cxn>
                    <a:cxn ang="T102">
                      <a:pos x="T40" y="T41"/>
                    </a:cxn>
                    <a:cxn ang="T103">
                      <a:pos x="T42" y="T43"/>
                    </a:cxn>
                    <a:cxn ang="T104">
                      <a:pos x="T44" y="T45"/>
                    </a:cxn>
                    <a:cxn ang="T105">
                      <a:pos x="T46" y="T47"/>
                    </a:cxn>
                    <a:cxn ang="T106">
                      <a:pos x="T48" y="T49"/>
                    </a:cxn>
                    <a:cxn ang="T107">
                      <a:pos x="T50" y="T51"/>
                    </a:cxn>
                    <a:cxn ang="T108">
                      <a:pos x="T52" y="T53"/>
                    </a:cxn>
                    <a:cxn ang="T109">
                      <a:pos x="T54" y="T55"/>
                    </a:cxn>
                    <a:cxn ang="T110">
                      <a:pos x="T56" y="T57"/>
                    </a:cxn>
                    <a:cxn ang="T111">
                      <a:pos x="T58" y="T59"/>
                    </a:cxn>
                    <a:cxn ang="T112">
                      <a:pos x="T60" y="T61"/>
                    </a:cxn>
                    <a:cxn ang="T113">
                      <a:pos x="T62" y="T63"/>
                    </a:cxn>
                    <a:cxn ang="T114">
                      <a:pos x="T64" y="T65"/>
                    </a:cxn>
                    <a:cxn ang="T115">
                      <a:pos x="T66" y="T67"/>
                    </a:cxn>
                    <a:cxn ang="T116">
                      <a:pos x="T68" y="T69"/>
                    </a:cxn>
                    <a:cxn ang="T117">
                      <a:pos x="T70" y="T71"/>
                    </a:cxn>
                    <a:cxn ang="T118">
                      <a:pos x="T72" y="T73"/>
                    </a:cxn>
                    <a:cxn ang="T119">
                      <a:pos x="T74" y="T75"/>
                    </a:cxn>
                    <a:cxn ang="T120">
                      <a:pos x="T76" y="T77"/>
                    </a:cxn>
                    <a:cxn ang="T121">
                      <a:pos x="T78" y="T79"/>
                    </a:cxn>
                    <a:cxn ang="T122">
                      <a:pos x="T80" y="T81"/>
                    </a:cxn>
                  </a:cxnLst>
                  <a:rect l="T123" t="T124" r="T125" b="T126"/>
                  <a:pathLst>
                    <a:path w="717" h="756">
                      <a:moveTo>
                        <a:pt x="0" y="756"/>
                      </a:moveTo>
                      <a:lnTo>
                        <a:pt x="52" y="167"/>
                      </a:lnTo>
                      <a:lnTo>
                        <a:pt x="64" y="384"/>
                      </a:lnTo>
                      <a:lnTo>
                        <a:pt x="90" y="103"/>
                      </a:lnTo>
                      <a:lnTo>
                        <a:pt x="116" y="519"/>
                      </a:lnTo>
                      <a:lnTo>
                        <a:pt x="135" y="487"/>
                      </a:lnTo>
                      <a:lnTo>
                        <a:pt x="135" y="359"/>
                      </a:lnTo>
                      <a:lnTo>
                        <a:pt x="167" y="71"/>
                      </a:lnTo>
                      <a:lnTo>
                        <a:pt x="192" y="244"/>
                      </a:lnTo>
                      <a:lnTo>
                        <a:pt x="205" y="96"/>
                      </a:lnTo>
                      <a:lnTo>
                        <a:pt x="218" y="615"/>
                      </a:lnTo>
                      <a:lnTo>
                        <a:pt x="244" y="397"/>
                      </a:lnTo>
                      <a:lnTo>
                        <a:pt x="282" y="519"/>
                      </a:lnTo>
                      <a:lnTo>
                        <a:pt x="308" y="308"/>
                      </a:lnTo>
                      <a:lnTo>
                        <a:pt x="333" y="442"/>
                      </a:lnTo>
                      <a:lnTo>
                        <a:pt x="346" y="352"/>
                      </a:lnTo>
                      <a:lnTo>
                        <a:pt x="365" y="384"/>
                      </a:lnTo>
                      <a:lnTo>
                        <a:pt x="378" y="135"/>
                      </a:lnTo>
                      <a:lnTo>
                        <a:pt x="391" y="301"/>
                      </a:lnTo>
                      <a:lnTo>
                        <a:pt x="384" y="519"/>
                      </a:lnTo>
                      <a:lnTo>
                        <a:pt x="404" y="679"/>
                      </a:lnTo>
                      <a:lnTo>
                        <a:pt x="429" y="628"/>
                      </a:lnTo>
                      <a:lnTo>
                        <a:pt x="442" y="480"/>
                      </a:lnTo>
                      <a:lnTo>
                        <a:pt x="455" y="391"/>
                      </a:lnTo>
                      <a:lnTo>
                        <a:pt x="436" y="506"/>
                      </a:lnTo>
                      <a:lnTo>
                        <a:pt x="461" y="352"/>
                      </a:lnTo>
                      <a:lnTo>
                        <a:pt x="474" y="455"/>
                      </a:lnTo>
                      <a:lnTo>
                        <a:pt x="493" y="519"/>
                      </a:lnTo>
                      <a:lnTo>
                        <a:pt x="512" y="410"/>
                      </a:lnTo>
                      <a:lnTo>
                        <a:pt x="532" y="186"/>
                      </a:lnTo>
                      <a:lnTo>
                        <a:pt x="544" y="231"/>
                      </a:lnTo>
                      <a:lnTo>
                        <a:pt x="570" y="148"/>
                      </a:lnTo>
                      <a:lnTo>
                        <a:pt x="576" y="301"/>
                      </a:lnTo>
                      <a:lnTo>
                        <a:pt x="576" y="730"/>
                      </a:lnTo>
                      <a:lnTo>
                        <a:pt x="647" y="0"/>
                      </a:lnTo>
                      <a:lnTo>
                        <a:pt x="647" y="250"/>
                      </a:lnTo>
                      <a:lnTo>
                        <a:pt x="660" y="333"/>
                      </a:lnTo>
                      <a:lnTo>
                        <a:pt x="685" y="192"/>
                      </a:lnTo>
                      <a:lnTo>
                        <a:pt x="711" y="340"/>
                      </a:lnTo>
                      <a:lnTo>
                        <a:pt x="698" y="429"/>
                      </a:lnTo>
                      <a:lnTo>
                        <a:pt x="717" y="461"/>
                      </a:lnTo>
                    </a:path>
                  </a:pathLst>
                </a:custGeom>
                <a:noFill/>
                <a:ln w="9525">
                  <a:solidFill>
                    <a:srgbClr val="FF0000"/>
                  </a:solidFill>
                  <a:round/>
                  <a:headEnd/>
                  <a:tailEnd/>
                </a:ln>
              </p:spPr>
              <p:txBody>
                <a:bodyPr/>
                <a:lstStyle/>
                <a:p>
                  <a:endParaRPr lang="en-GB" sz="1600"/>
                </a:p>
              </p:txBody>
            </p:sp>
            <p:sp>
              <p:nvSpPr>
                <p:cNvPr id="14496" name="Freeform 275"/>
                <p:cNvSpPr>
                  <a:spLocks/>
                </p:cNvSpPr>
                <p:nvPr/>
              </p:nvSpPr>
              <p:spPr bwMode="auto">
                <a:xfrm flipH="1">
                  <a:off x="4077" y="1119"/>
                  <a:ext cx="313" cy="756"/>
                </a:xfrm>
                <a:custGeom>
                  <a:avLst/>
                  <a:gdLst>
                    <a:gd name="T0" fmla="*/ 0 w 717"/>
                    <a:gd name="T1" fmla="*/ 756 h 756"/>
                    <a:gd name="T2" fmla="*/ 4 w 717"/>
                    <a:gd name="T3" fmla="*/ 167 h 756"/>
                    <a:gd name="T4" fmla="*/ 5 w 717"/>
                    <a:gd name="T5" fmla="*/ 384 h 756"/>
                    <a:gd name="T6" fmla="*/ 7 w 717"/>
                    <a:gd name="T7" fmla="*/ 103 h 756"/>
                    <a:gd name="T8" fmla="*/ 10 w 717"/>
                    <a:gd name="T9" fmla="*/ 519 h 756"/>
                    <a:gd name="T10" fmla="*/ 11 w 717"/>
                    <a:gd name="T11" fmla="*/ 487 h 756"/>
                    <a:gd name="T12" fmla="*/ 11 w 717"/>
                    <a:gd name="T13" fmla="*/ 359 h 756"/>
                    <a:gd name="T14" fmla="*/ 14 w 717"/>
                    <a:gd name="T15" fmla="*/ 71 h 756"/>
                    <a:gd name="T16" fmla="*/ 16 w 717"/>
                    <a:gd name="T17" fmla="*/ 244 h 756"/>
                    <a:gd name="T18" fmla="*/ 17 w 717"/>
                    <a:gd name="T19" fmla="*/ 96 h 756"/>
                    <a:gd name="T20" fmla="*/ 18 w 717"/>
                    <a:gd name="T21" fmla="*/ 615 h 756"/>
                    <a:gd name="T22" fmla="*/ 21 w 717"/>
                    <a:gd name="T23" fmla="*/ 397 h 756"/>
                    <a:gd name="T24" fmla="*/ 24 w 717"/>
                    <a:gd name="T25" fmla="*/ 519 h 756"/>
                    <a:gd name="T26" fmla="*/ 25 w 717"/>
                    <a:gd name="T27" fmla="*/ 308 h 756"/>
                    <a:gd name="T28" fmla="*/ 28 w 717"/>
                    <a:gd name="T29" fmla="*/ 442 h 756"/>
                    <a:gd name="T30" fmla="*/ 29 w 717"/>
                    <a:gd name="T31" fmla="*/ 352 h 756"/>
                    <a:gd name="T32" fmla="*/ 30 w 717"/>
                    <a:gd name="T33" fmla="*/ 384 h 756"/>
                    <a:gd name="T34" fmla="*/ 31 w 717"/>
                    <a:gd name="T35" fmla="*/ 135 h 756"/>
                    <a:gd name="T36" fmla="*/ 33 w 717"/>
                    <a:gd name="T37" fmla="*/ 301 h 756"/>
                    <a:gd name="T38" fmla="*/ 32 w 717"/>
                    <a:gd name="T39" fmla="*/ 519 h 756"/>
                    <a:gd name="T40" fmla="*/ 34 w 717"/>
                    <a:gd name="T41" fmla="*/ 679 h 756"/>
                    <a:gd name="T42" fmla="*/ 36 w 717"/>
                    <a:gd name="T43" fmla="*/ 628 h 756"/>
                    <a:gd name="T44" fmla="*/ 37 w 717"/>
                    <a:gd name="T45" fmla="*/ 480 h 756"/>
                    <a:gd name="T46" fmla="*/ 38 w 717"/>
                    <a:gd name="T47" fmla="*/ 391 h 756"/>
                    <a:gd name="T48" fmla="*/ 36 w 717"/>
                    <a:gd name="T49" fmla="*/ 506 h 756"/>
                    <a:gd name="T50" fmla="*/ 38 w 717"/>
                    <a:gd name="T51" fmla="*/ 352 h 756"/>
                    <a:gd name="T52" fmla="*/ 39 w 717"/>
                    <a:gd name="T53" fmla="*/ 455 h 756"/>
                    <a:gd name="T54" fmla="*/ 41 w 717"/>
                    <a:gd name="T55" fmla="*/ 519 h 756"/>
                    <a:gd name="T56" fmla="*/ 43 w 717"/>
                    <a:gd name="T57" fmla="*/ 410 h 756"/>
                    <a:gd name="T58" fmla="*/ 44 w 717"/>
                    <a:gd name="T59" fmla="*/ 186 h 756"/>
                    <a:gd name="T60" fmla="*/ 45 w 717"/>
                    <a:gd name="T61" fmla="*/ 231 h 756"/>
                    <a:gd name="T62" fmla="*/ 48 w 717"/>
                    <a:gd name="T63" fmla="*/ 148 h 756"/>
                    <a:gd name="T64" fmla="*/ 48 w 717"/>
                    <a:gd name="T65" fmla="*/ 301 h 756"/>
                    <a:gd name="T66" fmla="*/ 48 w 717"/>
                    <a:gd name="T67" fmla="*/ 730 h 756"/>
                    <a:gd name="T68" fmla="*/ 54 w 717"/>
                    <a:gd name="T69" fmla="*/ 0 h 756"/>
                    <a:gd name="T70" fmla="*/ 54 w 717"/>
                    <a:gd name="T71" fmla="*/ 250 h 756"/>
                    <a:gd name="T72" fmla="*/ 55 w 717"/>
                    <a:gd name="T73" fmla="*/ 333 h 756"/>
                    <a:gd name="T74" fmla="*/ 57 w 717"/>
                    <a:gd name="T75" fmla="*/ 192 h 756"/>
                    <a:gd name="T76" fmla="*/ 59 w 717"/>
                    <a:gd name="T77" fmla="*/ 340 h 756"/>
                    <a:gd name="T78" fmla="*/ 58 w 717"/>
                    <a:gd name="T79" fmla="*/ 429 h 756"/>
                    <a:gd name="T80" fmla="*/ 60 w 717"/>
                    <a:gd name="T81" fmla="*/ 461 h 756"/>
                    <a:gd name="T82" fmla="*/ 0 60000 65536"/>
                    <a:gd name="T83" fmla="*/ 0 60000 65536"/>
                    <a:gd name="T84" fmla="*/ 0 60000 65536"/>
                    <a:gd name="T85" fmla="*/ 0 60000 65536"/>
                    <a:gd name="T86" fmla="*/ 0 60000 65536"/>
                    <a:gd name="T87" fmla="*/ 0 60000 65536"/>
                    <a:gd name="T88" fmla="*/ 0 60000 65536"/>
                    <a:gd name="T89" fmla="*/ 0 60000 65536"/>
                    <a:gd name="T90" fmla="*/ 0 60000 65536"/>
                    <a:gd name="T91" fmla="*/ 0 60000 65536"/>
                    <a:gd name="T92" fmla="*/ 0 60000 65536"/>
                    <a:gd name="T93" fmla="*/ 0 60000 65536"/>
                    <a:gd name="T94" fmla="*/ 0 60000 65536"/>
                    <a:gd name="T95" fmla="*/ 0 60000 65536"/>
                    <a:gd name="T96" fmla="*/ 0 60000 65536"/>
                    <a:gd name="T97" fmla="*/ 0 60000 65536"/>
                    <a:gd name="T98" fmla="*/ 0 60000 65536"/>
                    <a:gd name="T99" fmla="*/ 0 60000 65536"/>
                    <a:gd name="T100" fmla="*/ 0 60000 65536"/>
                    <a:gd name="T101" fmla="*/ 0 60000 65536"/>
                    <a:gd name="T102" fmla="*/ 0 60000 65536"/>
                    <a:gd name="T103" fmla="*/ 0 60000 65536"/>
                    <a:gd name="T104" fmla="*/ 0 60000 65536"/>
                    <a:gd name="T105" fmla="*/ 0 60000 65536"/>
                    <a:gd name="T106" fmla="*/ 0 60000 65536"/>
                    <a:gd name="T107" fmla="*/ 0 60000 65536"/>
                    <a:gd name="T108" fmla="*/ 0 60000 65536"/>
                    <a:gd name="T109" fmla="*/ 0 60000 65536"/>
                    <a:gd name="T110" fmla="*/ 0 60000 65536"/>
                    <a:gd name="T111" fmla="*/ 0 60000 65536"/>
                    <a:gd name="T112" fmla="*/ 0 60000 65536"/>
                    <a:gd name="T113" fmla="*/ 0 60000 65536"/>
                    <a:gd name="T114" fmla="*/ 0 60000 65536"/>
                    <a:gd name="T115" fmla="*/ 0 60000 65536"/>
                    <a:gd name="T116" fmla="*/ 0 60000 65536"/>
                    <a:gd name="T117" fmla="*/ 0 60000 65536"/>
                    <a:gd name="T118" fmla="*/ 0 60000 65536"/>
                    <a:gd name="T119" fmla="*/ 0 60000 65536"/>
                    <a:gd name="T120" fmla="*/ 0 60000 65536"/>
                    <a:gd name="T121" fmla="*/ 0 60000 65536"/>
                    <a:gd name="T122" fmla="*/ 0 60000 65536"/>
                    <a:gd name="T123" fmla="*/ 0 w 717"/>
                    <a:gd name="T124" fmla="*/ 0 h 756"/>
                    <a:gd name="T125" fmla="*/ 717 w 717"/>
                    <a:gd name="T126" fmla="*/ 756 h 756"/>
                  </a:gdLst>
                  <a:ahLst/>
                  <a:cxnLst>
                    <a:cxn ang="T82">
                      <a:pos x="T0" y="T1"/>
                    </a:cxn>
                    <a:cxn ang="T83">
                      <a:pos x="T2" y="T3"/>
                    </a:cxn>
                    <a:cxn ang="T84">
                      <a:pos x="T4" y="T5"/>
                    </a:cxn>
                    <a:cxn ang="T85">
                      <a:pos x="T6" y="T7"/>
                    </a:cxn>
                    <a:cxn ang="T86">
                      <a:pos x="T8" y="T9"/>
                    </a:cxn>
                    <a:cxn ang="T87">
                      <a:pos x="T10" y="T11"/>
                    </a:cxn>
                    <a:cxn ang="T88">
                      <a:pos x="T12" y="T13"/>
                    </a:cxn>
                    <a:cxn ang="T89">
                      <a:pos x="T14" y="T15"/>
                    </a:cxn>
                    <a:cxn ang="T90">
                      <a:pos x="T16" y="T17"/>
                    </a:cxn>
                    <a:cxn ang="T91">
                      <a:pos x="T18" y="T19"/>
                    </a:cxn>
                    <a:cxn ang="T92">
                      <a:pos x="T20" y="T21"/>
                    </a:cxn>
                    <a:cxn ang="T93">
                      <a:pos x="T22" y="T23"/>
                    </a:cxn>
                    <a:cxn ang="T94">
                      <a:pos x="T24" y="T25"/>
                    </a:cxn>
                    <a:cxn ang="T95">
                      <a:pos x="T26" y="T27"/>
                    </a:cxn>
                    <a:cxn ang="T96">
                      <a:pos x="T28" y="T29"/>
                    </a:cxn>
                    <a:cxn ang="T97">
                      <a:pos x="T30" y="T31"/>
                    </a:cxn>
                    <a:cxn ang="T98">
                      <a:pos x="T32" y="T33"/>
                    </a:cxn>
                    <a:cxn ang="T99">
                      <a:pos x="T34" y="T35"/>
                    </a:cxn>
                    <a:cxn ang="T100">
                      <a:pos x="T36" y="T37"/>
                    </a:cxn>
                    <a:cxn ang="T101">
                      <a:pos x="T38" y="T39"/>
                    </a:cxn>
                    <a:cxn ang="T102">
                      <a:pos x="T40" y="T41"/>
                    </a:cxn>
                    <a:cxn ang="T103">
                      <a:pos x="T42" y="T43"/>
                    </a:cxn>
                    <a:cxn ang="T104">
                      <a:pos x="T44" y="T45"/>
                    </a:cxn>
                    <a:cxn ang="T105">
                      <a:pos x="T46" y="T47"/>
                    </a:cxn>
                    <a:cxn ang="T106">
                      <a:pos x="T48" y="T49"/>
                    </a:cxn>
                    <a:cxn ang="T107">
                      <a:pos x="T50" y="T51"/>
                    </a:cxn>
                    <a:cxn ang="T108">
                      <a:pos x="T52" y="T53"/>
                    </a:cxn>
                    <a:cxn ang="T109">
                      <a:pos x="T54" y="T55"/>
                    </a:cxn>
                    <a:cxn ang="T110">
                      <a:pos x="T56" y="T57"/>
                    </a:cxn>
                    <a:cxn ang="T111">
                      <a:pos x="T58" y="T59"/>
                    </a:cxn>
                    <a:cxn ang="T112">
                      <a:pos x="T60" y="T61"/>
                    </a:cxn>
                    <a:cxn ang="T113">
                      <a:pos x="T62" y="T63"/>
                    </a:cxn>
                    <a:cxn ang="T114">
                      <a:pos x="T64" y="T65"/>
                    </a:cxn>
                    <a:cxn ang="T115">
                      <a:pos x="T66" y="T67"/>
                    </a:cxn>
                    <a:cxn ang="T116">
                      <a:pos x="T68" y="T69"/>
                    </a:cxn>
                    <a:cxn ang="T117">
                      <a:pos x="T70" y="T71"/>
                    </a:cxn>
                    <a:cxn ang="T118">
                      <a:pos x="T72" y="T73"/>
                    </a:cxn>
                    <a:cxn ang="T119">
                      <a:pos x="T74" y="T75"/>
                    </a:cxn>
                    <a:cxn ang="T120">
                      <a:pos x="T76" y="T77"/>
                    </a:cxn>
                    <a:cxn ang="T121">
                      <a:pos x="T78" y="T79"/>
                    </a:cxn>
                    <a:cxn ang="T122">
                      <a:pos x="T80" y="T81"/>
                    </a:cxn>
                  </a:cxnLst>
                  <a:rect l="T123" t="T124" r="T125" b="T126"/>
                  <a:pathLst>
                    <a:path w="717" h="756">
                      <a:moveTo>
                        <a:pt x="0" y="756"/>
                      </a:moveTo>
                      <a:lnTo>
                        <a:pt x="52" y="167"/>
                      </a:lnTo>
                      <a:lnTo>
                        <a:pt x="64" y="384"/>
                      </a:lnTo>
                      <a:lnTo>
                        <a:pt x="90" y="103"/>
                      </a:lnTo>
                      <a:lnTo>
                        <a:pt x="116" y="519"/>
                      </a:lnTo>
                      <a:lnTo>
                        <a:pt x="135" y="487"/>
                      </a:lnTo>
                      <a:lnTo>
                        <a:pt x="135" y="359"/>
                      </a:lnTo>
                      <a:lnTo>
                        <a:pt x="167" y="71"/>
                      </a:lnTo>
                      <a:lnTo>
                        <a:pt x="192" y="244"/>
                      </a:lnTo>
                      <a:lnTo>
                        <a:pt x="205" y="96"/>
                      </a:lnTo>
                      <a:lnTo>
                        <a:pt x="218" y="615"/>
                      </a:lnTo>
                      <a:lnTo>
                        <a:pt x="244" y="397"/>
                      </a:lnTo>
                      <a:lnTo>
                        <a:pt x="282" y="519"/>
                      </a:lnTo>
                      <a:lnTo>
                        <a:pt x="308" y="308"/>
                      </a:lnTo>
                      <a:lnTo>
                        <a:pt x="333" y="442"/>
                      </a:lnTo>
                      <a:lnTo>
                        <a:pt x="346" y="352"/>
                      </a:lnTo>
                      <a:lnTo>
                        <a:pt x="365" y="384"/>
                      </a:lnTo>
                      <a:lnTo>
                        <a:pt x="378" y="135"/>
                      </a:lnTo>
                      <a:lnTo>
                        <a:pt x="391" y="301"/>
                      </a:lnTo>
                      <a:lnTo>
                        <a:pt x="384" y="519"/>
                      </a:lnTo>
                      <a:lnTo>
                        <a:pt x="404" y="679"/>
                      </a:lnTo>
                      <a:lnTo>
                        <a:pt x="429" y="628"/>
                      </a:lnTo>
                      <a:lnTo>
                        <a:pt x="442" y="480"/>
                      </a:lnTo>
                      <a:lnTo>
                        <a:pt x="455" y="391"/>
                      </a:lnTo>
                      <a:lnTo>
                        <a:pt x="436" y="506"/>
                      </a:lnTo>
                      <a:lnTo>
                        <a:pt x="461" y="352"/>
                      </a:lnTo>
                      <a:lnTo>
                        <a:pt x="474" y="455"/>
                      </a:lnTo>
                      <a:lnTo>
                        <a:pt x="493" y="519"/>
                      </a:lnTo>
                      <a:lnTo>
                        <a:pt x="512" y="410"/>
                      </a:lnTo>
                      <a:lnTo>
                        <a:pt x="532" y="186"/>
                      </a:lnTo>
                      <a:lnTo>
                        <a:pt x="544" y="231"/>
                      </a:lnTo>
                      <a:lnTo>
                        <a:pt x="570" y="148"/>
                      </a:lnTo>
                      <a:lnTo>
                        <a:pt x="576" y="301"/>
                      </a:lnTo>
                      <a:lnTo>
                        <a:pt x="576" y="730"/>
                      </a:lnTo>
                      <a:lnTo>
                        <a:pt x="647" y="0"/>
                      </a:lnTo>
                      <a:lnTo>
                        <a:pt x="647" y="250"/>
                      </a:lnTo>
                      <a:lnTo>
                        <a:pt x="660" y="333"/>
                      </a:lnTo>
                      <a:lnTo>
                        <a:pt x="685" y="192"/>
                      </a:lnTo>
                      <a:lnTo>
                        <a:pt x="711" y="340"/>
                      </a:lnTo>
                      <a:lnTo>
                        <a:pt x="698" y="429"/>
                      </a:lnTo>
                      <a:lnTo>
                        <a:pt x="717" y="461"/>
                      </a:lnTo>
                    </a:path>
                  </a:pathLst>
                </a:custGeom>
                <a:noFill/>
                <a:ln w="9525">
                  <a:solidFill>
                    <a:srgbClr val="FF0000"/>
                  </a:solidFill>
                  <a:round/>
                  <a:headEnd/>
                  <a:tailEnd/>
                </a:ln>
              </p:spPr>
              <p:txBody>
                <a:bodyPr/>
                <a:lstStyle/>
                <a:p>
                  <a:endParaRPr lang="en-GB" sz="1600"/>
                </a:p>
              </p:txBody>
            </p:sp>
            <p:sp>
              <p:nvSpPr>
                <p:cNvPr id="14497" name="Freeform 276"/>
                <p:cNvSpPr>
                  <a:spLocks/>
                </p:cNvSpPr>
                <p:nvPr/>
              </p:nvSpPr>
              <p:spPr bwMode="auto">
                <a:xfrm flipV="1">
                  <a:off x="4385" y="1138"/>
                  <a:ext cx="313" cy="756"/>
                </a:xfrm>
                <a:custGeom>
                  <a:avLst/>
                  <a:gdLst>
                    <a:gd name="T0" fmla="*/ 0 w 717"/>
                    <a:gd name="T1" fmla="*/ 756 h 756"/>
                    <a:gd name="T2" fmla="*/ 4 w 717"/>
                    <a:gd name="T3" fmla="*/ 167 h 756"/>
                    <a:gd name="T4" fmla="*/ 5 w 717"/>
                    <a:gd name="T5" fmla="*/ 384 h 756"/>
                    <a:gd name="T6" fmla="*/ 7 w 717"/>
                    <a:gd name="T7" fmla="*/ 103 h 756"/>
                    <a:gd name="T8" fmla="*/ 10 w 717"/>
                    <a:gd name="T9" fmla="*/ 519 h 756"/>
                    <a:gd name="T10" fmla="*/ 11 w 717"/>
                    <a:gd name="T11" fmla="*/ 487 h 756"/>
                    <a:gd name="T12" fmla="*/ 11 w 717"/>
                    <a:gd name="T13" fmla="*/ 359 h 756"/>
                    <a:gd name="T14" fmla="*/ 14 w 717"/>
                    <a:gd name="T15" fmla="*/ 71 h 756"/>
                    <a:gd name="T16" fmla="*/ 16 w 717"/>
                    <a:gd name="T17" fmla="*/ 244 h 756"/>
                    <a:gd name="T18" fmla="*/ 17 w 717"/>
                    <a:gd name="T19" fmla="*/ 96 h 756"/>
                    <a:gd name="T20" fmla="*/ 18 w 717"/>
                    <a:gd name="T21" fmla="*/ 615 h 756"/>
                    <a:gd name="T22" fmla="*/ 21 w 717"/>
                    <a:gd name="T23" fmla="*/ 397 h 756"/>
                    <a:gd name="T24" fmla="*/ 24 w 717"/>
                    <a:gd name="T25" fmla="*/ 519 h 756"/>
                    <a:gd name="T26" fmla="*/ 25 w 717"/>
                    <a:gd name="T27" fmla="*/ 308 h 756"/>
                    <a:gd name="T28" fmla="*/ 28 w 717"/>
                    <a:gd name="T29" fmla="*/ 442 h 756"/>
                    <a:gd name="T30" fmla="*/ 29 w 717"/>
                    <a:gd name="T31" fmla="*/ 352 h 756"/>
                    <a:gd name="T32" fmla="*/ 30 w 717"/>
                    <a:gd name="T33" fmla="*/ 384 h 756"/>
                    <a:gd name="T34" fmla="*/ 31 w 717"/>
                    <a:gd name="T35" fmla="*/ 135 h 756"/>
                    <a:gd name="T36" fmla="*/ 33 w 717"/>
                    <a:gd name="T37" fmla="*/ 301 h 756"/>
                    <a:gd name="T38" fmla="*/ 32 w 717"/>
                    <a:gd name="T39" fmla="*/ 519 h 756"/>
                    <a:gd name="T40" fmla="*/ 34 w 717"/>
                    <a:gd name="T41" fmla="*/ 679 h 756"/>
                    <a:gd name="T42" fmla="*/ 36 w 717"/>
                    <a:gd name="T43" fmla="*/ 628 h 756"/>
                    <a:gd name="T44" fmla="*/ 37 w 717"/>
                    <a:gd name="T45" fmla="*/ 480 h 756"/>
                    <a:gd name="T46" fmla="*/ 38 w 717"/>
                    <a:gd name="T47" fmla="*/ 391 h 756"/>
                    <a:gd name="T48" fmla="*/ 36 w 717"/>
                    <a:gd name="T49" fmla="*/ 506 h 756"/>
                    <a:gd name="T50" fmla="*/ 38 w 717"/>
                    <a:gd name="T51" fmla="*/ 352 h 756"/>
                    <a:gd name="T52" fmla="*/ 39 w 717"/>
                    <a:gd name="T53" fmla="*/ 455 h 756"/>
                    <a:gd name="T54" fmla="*/ 41 w 717"/>
                    <a:gd name="T55" fmla="*/ 519 h 756"/>
                    <a:gd name="T56" fmla="*/ 43 w 717"/>
                    <a:gd name="T57" fmla="*/ 410 h 756"/>
                    <a:gd name="T58" fmla="*/ 44 w 717"/>
                    <a:gd name="T59" fmla="*/ 186 h 756"/>
                    <a:gd name="T60" fmla="*/ 45 w 717"/>
                    <a:gd name="T61" fmla="*/ 231 h 756"/>
                    <a:gd name="T62" fmla="*/ 48 w 717"/>
                    <a:gd name="T63" fmla="*/ 148 h 756"/>
                    <a:gd name="T64" fmla="*/ 48 w 717"/>
                    <a:gd name="T65" fmla="*/ 301 h 756"/>
                    <a:gd name="T66" fmla="*/ 48 w 717"/>
                    <a:gd name="T67" fmla="*/ 730 h 756"/>
                    <a:gd name="T68" fmla="*/ 54 w 717"/>
                    <a:gd name="T69" fmla="*/ 0 h 756"/>
                    <a:gd name="T70" fmla="*/ 54 w 717"/>
                    <a:gd name="T71" fmla="*/ 250 h 756"/>
                    <a:gd name="T72" fmla="*/ 55 w 717"/>
                    <a:gd name="T73" fmla="*/ 333 h 756"/>
                    <a:gd name="T74" fmla="*/ 57 w 717"/>
                    <a:gd name="T75" fmla="*/ 192 h 756"/>
                    <a:gd name="T76" fmla="*/ 59 w 717"/>
                    <a:gd name="T77" fmla="*/ 340 h 756"/>
                    <a:gd name="T78" fmla="*/ 58 w 717"/>
                    <a:gd name="T79" fmla="*/ 429 h 756"/>
                    <a:gd name="T80" fmla="*/ 60 w 717"/>
                    <a:gd name="T81" fmla="*/ 461 h 756"/>
                    <a:gd name="T82" fmla="*/ 0 60000 65536"/>
                    <a:gd name="T83" fmla="*/ 0 60000 65536"/>
                    <a:gd name="T84" fmla="*/ 0 60000 65536"/>
                    <a:gd name="T85" fmla="*/ 0 60000 65536"/>
                    <a:gd name="T86" fmla="*/ 0 60000 65536"/>
                    <a:gd name="T87" fmla="*/ 0 60000 65536"/>
                    <a:gd name="T88" fmla="*/ 0 60000 65536"/>
                    <a:gd name="T89" fmla="*/ 0 60000 65536"/>
                    <a:gd name="T90" fmla="*/ 0 60000 65536"/>
                    <a:gd name="T91" fmla="*/ 0 60000 65536"/>
                    <a:gd name="T92" fmla="*/ 0 60000 65536"/>
                    <a:gd name="T93" fmla="*/ 0 60000 65536"/>
                    <a:gd name="T94" fmla="*/ 0 60000 65536"/>
                    <a:gd name="T95" fmla="*/ 0 60000 65536"/>
                    <a:gd name="T96" fmla="*/ 0 60000 65536"/>
                    <a:gd name="T97" fmla="*/ 0 60000 65536"/>
                    <a:gd name="T98" fmla="*/ 0 60000 65536"/>
                    <a:gd name="T99" fmla="*/ 0 60000 65536"/>
                    <a:gd name="T100" fmla="*/ 0 60000 65536"/>
                    <a:gd name="T101" fmla="*/ 0 60000 65536"/>
                    <a:gd name="T102" fmla="*/ 0 60000 65536"/>
                    <a:gd name="T103" fmla="*/ 0 60000 65536"/>
                    <a:gd name="T104" fmla="*/ 0 60000 65536"/>
                    <a:gd name="T105" fmla="*/ 0 60000 65536"/>
                    <a:gd name="T106" fmla="*/ 0 60000 65536"/>
                    <a:gd name="T107" fmla="*/ 0 60000 65536"/>
                    <a:gd name="T108" fmla="*/ 0 60000 65536"/>
                    <a:gd name="T109" fmla="*/ 0 60000 65536"/>
                    <a:gd name="T110" fmla="*/ 0 60000 65536"/>
                    <a:gd name="T111" fmla="*/ 0 60000 65536"/>
                    <a:gd name="T112" fmla="*/ 0 60000 65536"/>
                    <a:gd name="T113" fmla="*/ 0 60000 65536"/>
                    <a:gd name="T114" fmla="*/ 0 60000 65536"/>
                    <a:gd name="T115" fmla="*/ 0 60000 65536"/>
                    <a:gd name="T116" fmla="*/ 0 60000 65536"/>
                    <a:gd name="T117" fmla="*/ 0 60000 65536"/>
                    <a:gd name="T118" fmla="*/ 0 60000 65536"/>
                    <a:gd name="T119" fmla="*/ 0 60000 65536"/>
                    <a:gd name="T120" fmla="*/ 0 60000 65536"/>
                    <a:gd name="T121" fmla="*/ 0 60000 65536"/>
                    <a:gd name="T122" fmla="*/ 0 60000 65536"/>
                    <a:gd name="T123" fmla="*/ 0 w 717"/>
                    <a:gd name="T124" fmla="*/ 0 h 756"/>
                    <a:gd name="T125" fmla="*/ 717 w 717"/>
                    <a:gd name="T126" fmla="*/ 756 h 756"/>
                  </a:gdLst>
                  <a:ahLst/>
                  <a:cxnLst>
                    <a:cxn ang="T82">
                      <a:pos x="T0" y="T1"/>
                    </a:cxn>
                    <a:cxn ang="T83">
                      <a:pos x="T2" y="T3"/>
                    </a:cxn>
                    <a:cxn ang="T84">
                      <a:pos x="T4" y="T5"/>
                    </a:cxn>
                    <a:cxn ang="T85">
                      <a:pos x="T6" y="T7"/>
                    </a:cxn>
                    <a:cxn ang="T86">
                      <a:pos x="T8" y="T9"/>
                    </a:cxn>
                    <a:cxn ang="T87">
                      <a:pos x="T10" y="T11"/>
                    </a:cxn>
                    <a:cxn ang="T88">
                      <a:pos x="T12" y="T13"/>
                    </a:cxn>
                    <a:cxn ang="T89">
                      <a:pos x="T14" y="T15"/>
                    </a:cxn>
                    <a:cxn ang="T90">
                      <a:pos x="T16" y="T17"/>
                    </a:cxn>
                    <a:cxn ang="T91">
                      <a:pos x="T18" y="T19"/>
                    </a:cxn>
                    <a:cxn ang="T92">
                      <a:pos x="T20" y="T21"/>
                    </a:cxn>
                    <a:cxn ang="T93">
                      <a:pos x="T22" y="T23"/>
                    </a:cxn>
                    <a:cxn ang="T94">
                      <a:pos x="T24" y="T25"/>
                    </a:cxn>
                    <a:cxn ang="T95">
                      <a:pos x="T26" y="T27"/>
                    </a:cxn>
                    <a:cxn ang="T96">
                      <a:pos x="T28" y="T29"/>
                    </a:cxn>
                    <a:cxn ang="T97">
                      <a:pos x="T30" y="T31"/>
                    </a:cxn>
                    <a:cxn ang="T98">
                      <a:pos x="T32" y="T33"/>
                    </a:cxn>
                    <a:cxn ang="T99">
                      <a:pos x="T34" y="T35"/>
                    </a:cxn>
                    <a:cxn ang="T100">
                      <a:pos x="T36" y="T37"/>
                    </a:cxn>
                    <a:cxn ang="T101">
                      <a:pos x="T38" y="T39"/>
                    </a:cxn>
                    <a:cxn ang="T102">
                      <a:pos x="T40" y="T41"/>
                    </a:cxn>
                    <a:cxn ang="T103">
                      <a:pos x="T42" y="T43"/>
                    </a:cxn>
                    <a:cxn ang="T104">
                      <a:pos x="T44" y="T45"/>
                    </a:cxn>
                    <a:cxn ang="T105">
                      <a:pos x="T46" y="T47"/>
                    </a:cxn>
                    <a:cxn ang="T106">
                      <a:pos x="T48" y="T49"/>
                    </a:cxn>
                    <a:cxn ang="T107">
                      <a:pos x="T50" y="T51"/>
                    </a:cxn>
                    <a:cxn ang="T108">
                      <a:pos x="T52" y="T53"/>
                    </a:cxn>
                    <a:cxn ang="T109">
                      <a:pos x="T54" y="T55"/>
                    </a:cxn>
                    <a:cxn ang="T110">
                      <a:pos x="T56" y="T57"/>
                    </a:cxn>
                    <a:cxn ang="T111">
                      <a:pos x="T58" y="T59"/>
                    </a:cxn>
                    <a:cxn ang="T112">
                      <a:pos x="T60" y="T61"/>
                    </a:cxn>
                    <a:cxn ang="T113">
                      <a:pos x="T62" y="T63"/>
                    </a:cxn>
                    <a:cxn ang="T114">
                      <a:pos x="T64" y="T65"/>
                    </a:cxn>
                    <a:cxn ang="T115">
                      <a:pos x="T66" y="T67"/>
                    </a:cxn>
                    <a:cxn ang="T116">
                      <a:pos x="T68" y="T69"/>
                    </a:cxn>
                    <a:cxn ang="T117">
                      <a:pos x="T70" y="T71"/>
                    </a:cxn>
                    <a:cxn ang="T118">
                      <a:pos x="T72" y="T73"/>
                    </a:cxn>
                    <a:cxn ang="T119">
                      <a:pos x="T74" y="T75"/>
                    </a:cxn>
                    <a:cxn ang="T120">
                      <a:pos x="T76" y="T77"/>
                    </a:cxn>
                    <a:cxn ang="T121">
                      <a:pos x="T78" y="T79"/>
                    </a:cxn>
                    <a:cxn ang="T122">
                      <a:pos x="T80" y="T81"/>
                    </a:cxn>
                  </a:cxnLst>
                  <a:rect l="T123" t="T124" r="T125" b="T126"/>
                  <a:pathLst>
                    <a:path w="717" h="756">
                      <a:moveTo>
                        <a:pt x="0" y="756"/>
                      </a:moveTo>
                      <a:lnTo>
                        <a:pt x="52" y="167"/>
                      </a:lnTo>
                      <a:lnTo>
                        <a:pt x="64" y="384"/>
                      </a:lnTo>
                      <a:lnTo>
                        <a:pt x="90" y="103"/>
                      </a:lnTo>
                      <a:lnTo>
                        <a:pt x="116" y="519"/>
                      </a:lnTo>
                      <a:lnTo>
                        <a:pt x="135" y="487"/>
                      </a:lnTo>
                      <a:lnTo>
                        <a:pt x="135" y="359"/>
                      </a:lnTo>
                      <a:lnTo>
                        <a:pt x="167" y="71"/>
                      </a:lnTo>
                      <a:lnTo>
                        <a:pt x="192" y="244"/>
                      </a:lnTo>
                      <a:lnTo>
                        <a:pt x="205" y="96"/>
                      </a:lnTo>
                      <a:lnTo>
                        <a:pt x="218" y="615"/>
                      </a:lnTo>
                      <a:lnTo>
                        <a:pt x="244" y="397"/>
                      </a:lnTo>
                      <a:lnTo>
                        <a:pt x="282" y="519"/>
                      </a:lnTo>
                      <a:lnTo>
                        <a:pt x="308" y="308"/>
                      </a:lnTo>
                      <a:lnTo>
                        <a:pt x="333" y="442"/>
                      </a:lnTo>
                      <a:lnTo>
                        <a:pt x="346" y="352"/>
                      </a:lnTo>
                      <a:lnTo>
                        <a:pt x="365" y="384"/>
                      </a:lnTo>
                      <a:lnTo>
                        <a:pt x="378" y="135"/>
                      </a:lnTo>
                      <a:lnTo>
                        <a:pt x="391" y="301"/>
                      </a:lnTo>
                      <a:lnTo>
                        <a:pt x="384" y="519"/>
                      </a:lnTo>
                      <a:lnTo>
                        <a:pt x="404" y="679"/>
                      </a:lnTo>
                      <a:lnTo>
                        <a:pt x="429" y="628"/>
                      </a:lnTo>
                      <a:lnTo>
                        <a:pt x="442" y="480"/>
                      </a:lnTo>
                      <a:lnTo>
                        <a:pt x="455" y="391"/>
                      </a:lnTo>
                      <a:lnTo>
                        <a:pt x="436" y="506"/>
                      </a:lnTo>
                      <a:lnTo>
                        <a:pt x="461" y="352"/>
                      </a:lnTo>
                      <a:lnTo>
                        <a:pt x="474" y="455"/>
                      </a:lnTo>
                      <a:lnTo>
                        <a:pt x="493" y="519"/>
                      </a:lnTo>
                      <a:lnTo>
                        <a:pt x="512" y="410"/>
                      </a:lnTo>
                      <a:lnTo>
                        <a:pt x="532" y="186"/>
                      </a:lnTo>
                      <a:lnTo>
                        <a:pt x="544" y="231"/>
                      </a:lnTo>
                      <a:lnTo>
                        <a:pt x="570" y="148"/>
                      </a:lnTo>
                      <a:lnTo>
                        <a:pt x="576" y="301"/>
                      </a:lnTo>
                      <a:lnTo>
                        <a:pt x="576" y="730"/>
                      </a:lnTo>
                      <a:lnTo>
                        <a:pt x="647" y="0"/>
                      </a:lnTo>
                      <a:lnTo>
                        <a:pt x="647" y="250"/>
                      </a:lnTo>
                      <a:lnTo>
                        <a:pt x="660" y="333"/>
                      </a:lnTo>
                      <a:lnTo>
                        <a:pt x="685" y="192"/>
                      </a:lnTo>
                      <a:lnTo>
                        <a:pt x="711" y="340"/>
                      </a:lnTo>
                      <a:lnTo>
                        <a:pt x="698" y="429"/>
                      </a:lnTo>
                      <a:lnTo>
                        <a:pt x="717" y="461"/>
                      </a:lnTo>
                    </a:path>
                  </a:pathLst>
                </a:custGeom>
                <a:noFill/>
                <a:ln w="9525">
                  <a:solidFill>
                    <a:srgbClr val="FF0000"/>
                  </a:solidFill>
                  <a:round/>
                  <a:headEnd/>
                  <a:tailEnd/>
                </a:ln>
              </p:spPr>
              <p:txBody>
                <a:bodyPr/>
                <a:lstStyle/>
                <a:p>
                  <a:endParaRPr lang="en-GB" sz="1600"/>
                </a:p>
              </p:txBody>
            </p:sp>
            <p:sp>
              <p:nvSpPr>
                <p:cNvPr id="14498" name="Freeform 277"/>
                <p:cNvSpPr>
                  <a:spLocks/>
                </p:cNvSpPr>
                <p:nvPr/>
              </p:nvSpPr>
              <p:spPr bwMode="auto">
                <a:xfrm flipH="1">
                  <a:off x="4698" y="1100"/>
                  <a:ext cx="313" cy="756"/>
                </a:xfrm>
                <a:custGeom>
                  <a:avLst/>
                  <a:gdLst>
                    <a:gd name="T0" fmla="*/ 0 w 717"/>
                    <a:gd name="T1" fmla="*/ 756 h 756"/>
                    <a:gd name="T2" fmla="*/ 4 w 717"/>
                    <a:gd name="T3" fmla="*/ 167 h 756"/>
                    <a:gd name="T4" fmla="*/ 5 w 717"/>
                    <a:gd name="T5" fmla="*/ 384 h 756"/>
                    <a:gd name="T6" fmla="*/ 7 w 717"/>
                    <a:gd name="T7" fmla="*/ 103 h 756"/>
                    <a:gd name="T8" fmla="*/ 10 w 717"/>
                    <a:gd name="T9" fmla="*/ 519 h 756"/>
                    <a:gd name="T10" fmla="*/ 11 w 717"/>
                    <a:gd name="T11" fmla="*/ 487 h 756"/>
                    <a:gd name="T12" fmla="*/ 11 w 717"/>
                    <a:gd name="T13" fmla="*/ 359 h 756"/>
                    <a:gd name="T14" fmla="*/ 14 w 717"/>
                    <a:gd name="T15" fmla="*/ 71 h 756"/>
                    <a:gd name="T16" fmla="*/ 16 w 717"/>
                    <a:gd name="T17" fmla="*/ 244 h 756"/>
                    <a:gd name="T18" fmla="*/ 17 w 717"/>
                    <a:gd name="T19" fmla="*/ 96 h 756"/>
                    <a:gd name="T20" fmla="*/ 18 w 717"/>
                    <a:gd name="T21" fmla="*/ 615 h 756"/>
                    <a:gd name="T22" fmla="*/ 21 w 717"/>
                    <a:gd name="T23" fmla="*/ 397 h 756"/>
                    <a:gd name="T24" fmla="*/ 24 w 717"/>
                    <a:gd name="T25" fmla="*/ 519 h 756"/>
                    <a:gd name="T26" fmla="*/ 25 w 717"/>
                    <a:gd name="T27" fmla="*/ 308 h 756"/>
                    <a:gd name="T28" fmla="*/ 28 w 717"/>
                    <a:gd name="T29" fmla="*/ 442 h 756"/>
                    <a:gd name="T30" fmla="*/ 29 w 717"/>
                    <a:gd name="T31" fmla="*/ 352 h 756"/>
                    <a:gd name="T32" fmla="*/ 30 w 717"/>
                    <a:gd name="T33" fmla="*/ 384 h 756"/>
                    <a:gd name="T34" fmla="*/ 31 w 717"/>
                    <a:gd name="T35" fmla="*/ 135 h 756"/>
                    <a:gd name="T36" fmla="*/ 33 w 717"/>
                    <a:gd name="T37" fmla="*/ 301 h 756"/>
                    <a:gd name="T38" fmla="*/ 32 w 717"/>
                    <a:gd name="T39" fmla="*/ 519 h 756"/>
                    <a:gd name="T40" fmla="*/ 34 w 717"/>
                    <a:gd name="T41" fmla="*/ 679 h 756"/>
                    <a:gd name="T42" fmla="*/ 36 w 717"/>
                    <a:gd name="T43" fmla="*/ 628 h 756"/>
                    <a:gd name="T44" fmla="*/ 37 w 717"/>
                    <a:gd name="T45" fmla="*/ 480 h 756"/>
                    <a:gd name="T46" fmla="*/ 38 w 717"/>
                    <a:gd name="T47" fmla="*/ 391 h 756"/>
                    <a:gd name="T48" fmla="*/ 36 w 717"/>
                    <a:gd name="T49" fmla="*/ 506 h 756"/>
                    <a:gd name="T50" fmla="*/ 38 w 717"/>
                    <a:gd name="T51" fmla="*/ 352 h 756"/>
                    <a:gd name="T52" fmla="*/ 39 w 717"/>
                    <a:gd name="T53" fmla="*/ 455 h 756"/>
                    <a:gd name="T54" fmla="*/ 41 w 717"/>
                    <a:gd name="T55" fmla="*/ 519 h 756"/>
                    <a:gd name="T56" fmla="*/ 43 w 717"/>
                    <a:gd name="T57" fmla="*/ 410 h 756"/>
                    <a:gd name="T58" fmla="*/ 44 w 717"/>
                    <a:gd name="T59" fmla="*/ 186 h 756"/>
                    <a:gd name="T60" fmla="*/ 45 w 717"/>
                    <a:gd name="T61" fmla="*/ 231 h 756"/>
                    <a:gd name="T62" fmla="*/ 48 w 717"/>
                    <a:gd name="T63" fmla="*/ 148 h 756"/>
                    <a:gd name="T64" fmla="*/ 48 w 717"/>
                    <a:gd name="T65" fmla="*/ 301 h 756"/>
                    <a:gd name="T66" fmla="*/ 48 w 717"/>
                    <a:gd name="T67" fmla="*/ 730 h 756"/>
                    <a:gd name="T68" fmla="*/ 54 w 717"/>
                    <a:gd name="T69" fmla="*/ 0 h 756"/>
                    <a:gd name="T70" fmla="*/ 54 w 717"/>
                    <a:gd name="T71" fmla="*/ 250 h 756"/>
                    <a:gd name="T72" fmla="*/ 55 w 717"/>
                    <a:gd name="T73" fmla="*/ 333 h 756"/>
                    <a:gd name="T74" fmla="*/ 57 w 717"/>
                    <a:gd name="T75" fmla="*/ 192 h 756"/>
                    <a:gd name="T76" fmla="*/ 59 w 717"/>
                    <a:gd name="T77" fmla="*/ 340 h 756"/>
                    <a:gd name="T78" fmla="*/ 58 w 717"/>
                    <a:gd name="T79" fmla="*/ 429 h 756"/>
                    <a:gd name="T80" fmla="*/ 60 w 717"/>
                    <a:gd name="T81" fmla="*/ 461 h 756"/>
                    <a:gd name="T82" fmla="*/ 0 60000 65536"/>
                    <a:gd name="T83" fmla="*/ 0 60000 65536"/>
                    <a:gd name="T84" fmla="*/ 0 60000 65536"/>
                    <a:gd name="T85" fmla="*/ 0 60000 65536"/>
                    <a:gd name="T86" fmla="*/ 0 60000 65536"/>
                    <a:gd name="T87" fmla="*/ 0 60000 65536"/>
                    <a:gd name="T88" fmla="*/ 0 60000 65536"/>
                    <a:gd name="T89" fmla="*/ 0 60000 65536"/>
                    <a:gd name="T90" fmla="*/ 0 60000 65536"/>
                    <a:gd name="T91" fmla="*/ 0 60000 65536"/>
                    <a:gd name="T92" fmla="*/ 0 60000 65536"/>
                    <a:gd name="T93" fmla="*/ 0 60000 65536"/>
                    <a:gd name="T94" fmla="*/ 0 60000 65536"/>
                    <a:gd name="T95" fmla="*/ 0 60000 65536"/>
                    <a:gd name="T96" fmla="*/ 0 60000 65536"/>
                    <a:gd name="T97" fmla="*/ 0 60000 65536"/>
                    <a:gd name="T98" fmla="*/ 0 60000 65536"/>
                    <a:gd name="T99" fmla="*/ 0 60000 65536"/>
                    <a:gd name="T100" fmla="*/ 0 60000 65536"/>
                    <a:gd name="T101" fmla="*/ 0 60000 65536"/>
                    <a:gd name="T102" fmla="*/ 0 60000 65536"/>
                    <a:gd name="T103" fmla="*/ 0 60000 65536"/>
                    <a:gd name="T104" fmla="*/ 0 60000 65536"/>
                    <a:gd name="T105" fmla="*/ 0 60000 65536"/>
                    <a:gd name="T106" fmla="*/ 0 60000 65536"/>
                    <a:gd name="T107" fmla="*/ 0 60000 65536"/>
                    <a:gd name="T108" fmla="*/ 0 60000 65536"/>
                    <a:gd name="T109" fmla="*/ 0 60000 65536"/>
                    <a:gd name="T110" fmla="*/ 0 60000 65536"/>
                    <a:gd name="T111" fmla="*/ 0 60000 65536"/>
                    <a:gd name="T112" fmla="*/ 0 60000 65536"/>
                    <a:gd name="T113" fmla="*/ 0 60000 65536"/>
                    <a:gd name="T114" fmla="*/ 0 60000 65536"/>
                    <a:gd name="T115" fmla="*/ 0 60000 65536"/>
                    <a:gd name="T116" fmla="*/ 0 60000 65536"/>
                    <a:gd name="T117" fmla="*/ 0 60000 65536"/>
                    <a:gd name="T118" fmla="*/ 0 60000 65536"/>
                    <a:gd name="T119" fmla="*/ 0 60000 65536"/>
                    <a:gd name="T120" fmla="*/ 0 60000 65536"/>
                    <a:gd name="T121" fmla="*/ 0 60000 65536"/>
                    <a:gd name="T122" fmla="*/ 0 60000 65536"/>
                    <a:gd name="T123" fmla="*/ 0 w 717"/>
                    <a:gd name="T124" fmla="*/ 0 h 756"/>
                    <a:gd name="T125" fmla="*/ 717 w 717"/>
                    <a:gd name="T126" fmla="*/ 756 h 756"/>
                  </a:gdLst>
                  <a:ahLst/>
                  <a:cxnLst>
                    <a:cxn ang="T82">
                      <a:pos x="T0" y="T1"/>
                    </a:cxn>
                    <a:cxn ang="T83">
                      <a:pos x="T2" y="T3"/>
                    </a:cxn>
                    <a:cxn ang="T84">
                      <a:pos x="T4" y="T5"/>
                    </a:cxn>
                    <a:cxn ang="T85">
                      <a:pos x="T6" y="T7"/>
                    </a:cxn>
                    <a:cxn ang="T86">
                      <a:pos x="T8" y="T9"/>
                    </a:cxn>
                    <a:cxn ang="T87">
                      <a:pos x="T10" y="T11"/>
                    </a:cxn>
                    <a:cxn ang="T88">
                      <a:pos x="T12" y="T13"/>
                    </a:cxn>
                    <a:cxn ang="T89">
                      <a:pos x="T14" y="T15"/>
                    </a:cxn>
                    <a:cxn ang="T90">
                      <a:pos x="T16" y="T17"/>
                    </a:cxn>
                    <a:cxn ang="T91">
                      <a:pos x="T18" y="T19"/>
                    </a:cxn>
                    <a:cxn ang="T92">
                      <a:pos x="T20" y="T21"/>
                    </a:cxn>
                    <a:cxn ang="T93">
                      <a:pos x="T22" y="T23"/>
                    </a:cxn>
                    <a:cxn ang="T94">
                      <a:pos x="T24" y="T25"/>
                    </a:cxn>
                    <a:cxn ang="T95">
                      <a:pos x="T26" y="T27"/>
                    </a:cxn>
                    <a:cxn ang="T96">
                      <a:pos x="T28" y="T29"/>
                    </a:cxn>
                    <a:cxn ang="T97">
                      <a:pos x="T30" y="T31"/>
                    </a:cxn>
                    <a:cxn ang="T98">
                      <a:pos x="T32" y="T33"/>
                    </a:cxn>
                    <a:cxn ang="T99">
                      <a:pos x="T34" y="T35"/>
                    </a:cxn>
                    <a:cxn ang="T100">
                      <a:pos x="T36" y="T37"/>
                    </a:cxn>
                    <a:cxn ang="T101">
                      <a:pos x="T38" y="T39"/>
                    </a:cxn>
                    <a:cxn ang="T102">
                      <a:pos x="T40" y="T41"/>
                    </a:cxn>
                    <a:cxn ang="T103">
                      <a:pos x="T42" y="T43"/>
                    </a:cxn>
                    <a:cxn ang="T104">
                      <a:pos x="T44" y="T45"/>
                    </a:cxn>
                    <a:cxn ang="T105">
                      <a:pos x="T46" y="T47"/>
                    </a:cxn>
                    <a:cxn ang="T106">
                      <a:pos x="T48" y="T49"/>
                    </a:cxn>
                    <a:cxn ang="T107">
                      <a:pos x="T50" y="T51"/>
                    </a:cxn>
                    <a:cxn ang="T108">
                      <a:pos x="T52" y="T53"/>
                    </a:cxn>
                    <a:cxn ang="T109">
                      <a:pos x="T54" y="T55"/>
                    </a:cxn>
                    <a:cxn ang="T110">
                      <a:pos x="T56" y="T57"/>
                    </a:cxn>
                    <a:cxn ang="T111">
                      <a:pos x="T58" y="T59"/>
                    </a:cxn>
                    <a:cxn ang="T112">
                      <a:pos x="T60" y="T61"/>
                    </a:cxn>
                    <a:cxn ang="T113">
                      <a:pos x="T62" y="T63"/>
                    </a:cxn>
                    <a:cxn ang="T114">
                      <a:pos x="T64" y="T65"/>
                    </a:cxn>
                    <a:cxn ang="T115">
                      <a:pos x="T66" y="T67"/>
                    </a:cxn>
                    <a:cxn ang="T116">
                      <a:pos x="T68" y="T69"/>
                    </a:cxn>
                    <a:cxn ang="T117">
                      <a:pos x="T70" y="T71"/>
                    </a:cxn>
                    <a:cxn ang="T118">
                      <a:pos x="T72" y="T73"/>
                    </a:cxn>
                    <a:cxn ang="T119">
                      <a:pos x="T74" y="T75"/>
                    </a:cxn>
                    <a:cxn ang="T120">
                      <a:pos x="T76" y="T77"/>
                    </a:cxn>
                    <a:cxn ang="T121">
                      <a:pos x="T78" y="T79"/>
                    </a:cxn>
                    <a:cxn ang="T122">
                      <a:pos x="T80" y="T81"/>
                    </a:cxn>
                  </a:cxnLst>
                  <a:rect l="T123" t="T124" r="T125" b="T126"/>
                  <a:pathLst>
                    <a:path w="717" h="756">
                      <a:moveTo>
                        <a:pt x="0" y="756"/>
                      </a:moveTo>
                      <a:lnTo>
                        <a:pt x="52" y="167"/>
                      </a:lnTo>
                      <a:lnTo>
                        <a:pt x="64" y="384"/>
                      </a:lnTo>
                      <a:lnTo>
                        <a:pt x="90" y="103"/>
                      </a:lnTo>
                      <a:lnTo>
                        <a:pt x="116" y="519"/>
                      </a:lnTo>
                      <a:lnTo>
                        <a:pt x="135" y="487"/>
                      </a:lnTo>
                      <a:lnTo>
                        <a:pt x="135" y="359"/>
                      </a:lnTo>
                      <a:lnTo>
                        <a:pt x="167" y="71"/>
                      </a:lnTo>
                      <a:lnTo>
                        <a:pt x="192" y="244"/>
                      </a:lnTo>
                      <a:lnTo>
                        <a:pt x="205" y="96"/>
                      </a:lnTo>
                      <a:lnTo>
                        <a:pt x="218" y="615"/>
                      </a:lnTo>
                      <a:lnTo>
                        <a:pt x="244" y="397"/>
                      </a:lnTo>
                      <a:lnTo>
                        <a:pt x="282" y="519"/>
                      </a:lnTo>
                      <a:lnTo>
                        <a:pt x="308" y="308"/>
                      </a:lnTo>
                      <a:lnTo>
                        <a:pt x="333" y="442"/>
                      </a:lnTo>
                      <a:lnTo>
                        <a:pt x="346" y="352"/>
                      </a:lnTo>
                      <a:lnTo>
                        <a:pt x="365" y="384"/>
                      </a:lnTo>
                      <a:lnTo>
                        <a:pt x="378" y="135"/>
                      </a:lnTo>
                      <a:lnTo>
                        <a:pt x="391" y="301"/>
                      </a:lnTo>
                      <a:lnTo>
                        <a:pt x="384" y="519"/>
                      </a:lnTo>
                      <a:lnTo>
                        <a:pt x="404" y="679"/>
                      </a:lnTo>
                      <a:lnTo>
                        <a:pt x="429" y="628"/>
                      </a:lnTo>
                      <a:lnTo>
                        <a:pt x="442" y="480"/>
                      </a:lnTo>
                      <a:lnTo>
                        <a:pt x="455" y="391"/>
                      </a:lnTo>
                      <a:lnTo>
                        <a:pt x="436" y="506"/>
                      </a:lnTo>
                      <a:lnTo>
                        <a:pt x="461" y="352"/>
                      </a:lnTo>
                      <a:lnTo>
                        <a:pt x="474" y="455"/>
                      </a:lnTo>
                      <a:lnTo>
                        <a:pt x="493" y="519"/>
                      </a:lnTo>
                      <a:lnTo>
                        <a:pt x="512" y="410"/>
                      </a:lnTo>
                      <a:lnTo>
                        <a:pt x="532" y="186"/>
                      </a:lnTo>
                      <a:lnTo>
                        <a:pt x="544" y="231"/>
                      </a:lnTo>
                      <a:lnTo>
                        <a:pt x="570" y="148"/>
                      </a:lnTo>
                      <a:lnTo>
                        <a:pt x="576" y="301"/>
                      </a:lnTo>
                      <a:lnTo>
                        <a:pt x="576" y="730"/>
                      </a:lnTo>
                      <a:lnTo>
                        <a:pt x="647" y="0"/>
                      </a:lnTo>
                      <a:lnTo>
                        <a:pt x="647" y="250"/>
                      </a:lnTo>
                      <a:lnTo>
                        <a:pt x="660" y="333"/>
                      </a:lnTo>
                      <a:lnTo>
                        <a:pt x="685" y="192"/>
                      </a:lnTo>
                      <a:lnTo>
                        <a:pt x="711" y="340"/>
                      </a:lnTo>
                      <a:lnTo>
                        <a:pt x="698" y="429"/>
                      </a:lnTo>
                      <a:lnTo>
                        <a:pt x="717" y="461"/>
                      </a:lnTo>
                    </a:path>
                  </a:pathLst>
                </a:custGeom>
                <a:noFill/>
                <a:ln w="9525">
                  <a:solidFill>
                    <a:srgbClr val="FF0000"/>
                  </a:solidFill>
                  <a:round/>
                  <a:headEnd/>
                  <a:tailEnd/>
                </a:ln>
              </p:spPr>
              <p:txBody>
                <a:bodyPr/>
                <a:lstStyle/>
                <a:p>
                  <a:endParaRPr lang="en-GB" sz="1600"/>
                </a:p>
              </p:txBody>
            </p:sp>
          </p:grpSp>
        </p:grpSp>
        <p:grpSp>
          <p:nvGrpSpPr>
            <p:cNvPr id="14358" name="Group 278"/>
            <p:cNvGrpSpPr>
              <a:grpSpLocks/>
            </p:cNvGrpSpPr>
            <p:nvPr/>
          </p:nvGrpSpPr>
          <p:grpSpPr bwMode="auto">
            <a:xfrm>
              <a:off x="1994" y="1842"/>
              <a:ext cx="525" cy="173"/>
              <a:chOff x="3404" y="1080"/>
              <a:chExt cx="1755" cy="819"/>
            </a:xfrm>
          </p:grpSpPr>
          <p:grpSp>
            <p:nvGrpSpPr>
              <p:cNvPr id="14359" name="Group 279"/>
              <p:cNvGrpSpPr>
                <a:grpSpLocks/>
              </p:cNvGrpSpPr>
              <p:nvPr/>
            </p:nvGrpSpPr>
            <p:grpSpPr bwMode="auto">
              <a:xfrm>
                <a:off x="3404" y="1080"/>
                <a:ext cx="590" cy="801"/>
                <a:chOff x="3462" y="1100"/>
                <a:chExt cx="1549" cy="801"/>
              </a:xfrm>
            </p:grpSpPr>
            <p:sp>
              <p:nvSpPr>
                <p:cNvPr id="14486" name="Freeform 280"/>
                <p:cNvSpPr>
                  <a:spLocks/>
                </p:cNvSpPr>
                <p:nvPr/>
              </p:nvSpPr>
              <p:spPr bwMode="auto">
                <a:xfrm>
                  <a:off x="3462" y="1126"/>
                  <a:ext cx="313" cy="756"/>
                </a:xfrm>
                <a:custGeom>
                  <a:avLst/>
                  <a:gdLst>
                    <a:gd name="T0" fmla="*/ 0 w 717"/>
                    <a:gd name="T1" fmla="*/ 756 h 756"/>
                    <a:gd name="T2" fmla="*/ 4 w 717"/>
                    <a:gd name="T3" fmla="*/ 167 h 756"/>
                    <a:gd name="T4" fmla="*/ 5 w 717"/>
                    <a:gd name="T5" fmla="*/ 384 h 756"/>
                    <a:gd name="T6" fmla="*/ 7 w 717"/>
                    <a:gd name="T7" fmla="*/ 103 h 756"/>
                    <a:gd name="T8" fmla="*/ 10 w 717"/>
                    <a:gd name="T9" fmla="*/ 519 h 756"/>
                    <a:gd name="T10" fmla="*/ 11 w 717"/>
                    <a:gd name="T11" fmla="*/ 487 h 756"/>
                    <a:gd name="T12" fmla="*/ 11 w 717"/>
                    <a:gd name="T13" fmla="*/ 359 h 756"/>
                    <a:gd name="T14" fmla="*/ 14 w 717"/>
                    <a:gd name="T15" fmla="*/ 71 h 756"/>
                    <a:gd name="T16" fmla="*/ 16 w 717"/>
                    <a:gd name="T17" fmla="*/ 244 h 756"/>
                    <a:gd name="T18" fmla="*/ 17 w 717"/>
                    <a:gd name="T19" fmla="*/ 96 h 756"/>
                    <a:gd name="T20" fmla="*/ 18 w 717"/>
                    <a:gd name="T21" fmla="*/ 615 h 756"/>
                    <a:gd name="T22" fmla="*/ 21 w 717"/>
                    <a:gd name="T23" fmla="*/ 397 h 756"/>
                    <a:gd name="T24" fmla="*/ 24 w 717"/>
                    <a:gd name="T25" fmla="*/ 519 h 756"/>
                    <a:gd name="T26" fmla="*/ 25 w 717"/>
                    <a:gd name="T27" fmla="*/ 308 h 756"/>
                    <a:gd name="T28" fmla="*/ 28 w 717"/>
                    <a:gd name="T29" fmla="*/ 442 h 756"/>
                    <a:gd name="T30" fmla="*/ 29 w 717"/>
                    <a:gd name="T31" fmla="*/ 352 h 756"/>
                    <a:gd name="T32" fmla="*/ 30 w 717"/>
                    <a:gd name="T33" fmla="*/ 384 h 756"/>
                    <a:gd name="T34" fmla="*/ 31 w 717"/>
                    <a:gd name="T35" fmla="*/ 135 h 756"/>
                    <a:gd name="T36" fmla="*/ 33 w 717"/>
                    <a:gd name="T37" fmla="*/ 301 h 756"/>
                    <a:gd name="T38" fmla="*/ 32 w 717"/>
                    <a:gd name="T39" fmla="*/ 519 h 756"/>
                    <a:gd name="T40" fmla="*/ 34 w 717"/>
                    <a:gd name="T41" fmla="*/ 679 h 756"/>
                    <a:gd name="T42" fmla="*/ 36 w 717"/>
                    <a:gd name="T43" fmla="*/ 628 h 756"/>
                    <a:gd name="T44" fmla="*/ 37 w 717"/>
                    <a:gd name="T45" fmla="*/ 480 h 756"/>
                    <a:gd name="T46" fmla="*/ 38 w 717"/>
                    <a:gd name="T47" fmla="*/ 391 h 756"/>
                    <a:gd name="T48" fmla="*/ 36 w 717"/>
                    <a:gd name="T49" fmla="*/ 506 h 756"/>
                    <a:gd name="T50" fmla="*/ 38 w 717"/>
                    <a:gd name="T51" fmla="*/ 352 h 756"/>
                    <a:gd name="T52" fmla="*/ 39 w 717"/>
                    <a:gd name="T53" fmla="*/ 455 h 756"/>
                    <a:gd name="T54" fmla="*/ 41 w 717"/>
                    <a:gd name="T55" fmla="*/ 519 h 756"/>
                    <a:gd name="T56" fmla="*/ 43 w 717"/>
                    <a:gd name="T57" fmla="*/ 410 h 756"/>
                    <a:gd name="T58" fmla="*/ 44 w 717"/>
                    <a:gd name="T59" fmla="*/ 186 h 756"/>
                    <a:gd name="T60" fmla="*/ 45 w 717"/>
                    <a:gd name="T61" fmla="*/ 231 h 756"/>
                    <a:gd name="T62" fmla="*/ 48 w 717"/>
                    <a:gd name="T63" fmla="*/ 148 h 756"/>
                    <a:gd name="T64" fmla="*/ 48 w 717"/>
                    <a:gd name="T65" fmla="*/ 301 h 756"/>
                    <a:gd name="T66" fmla="*/ 48 w 717"/>
                    <a:gd name="T67" fmla="*/ 730 h 756"/>
                    <a:gd name="T68" fmla="*/ 54 w 717"/>
                    <a:gd name="T69" fmla="*/ 0 h 756"/>
                    <a:gd name="T70" fmla="*/ 54 w 717"/>
                    <a:gd name="T71" fmla="*/ 250 h 756"/>
                    <a:gd name="T72" fmla="*/ 55 w 717"/>
                    <a:gd name="T73" fmla="*/ 333 h 756"/>
                    <a:gd name="T74" fmla="*/ 57 w 717"/>
                    <a:gd name="T75" fmla="*/ 192 h 756"/>
                    <a:gd name="T76" fmla="*/ 59 w 717"/>
                    <a:gd name="T77" fmla="*/ 340 h 756"/>
                    <a:gd name="T78" fmla="*/ 58 w 717"/>
                    <a:gd name="T79" fmla="*/ 429 h 756"/>
                    <a:gd name="T80" fmla="*/ 60 w 717"/>
                    <a:gd name="T81" fmla="*/ 461 h 756"/>
                    <a:gd name="T82" fmla="*/ 0 60000 65536"/>
                    <a:gd name="T83" fmla="*/ 0 60000 65536"/>
                    <a:gd name="T84" fmla="*/ 0 60000 65536"/>
                    <a:gd name="T85" fmla="*/ 0 60000 65536"/>
                    <a:gd name="T86" fmla="*/ 0 60000 65536"/>
                    <a:gd name="T87" fmla="*/ 0 60000 65536"/>
                    <a:gd name="T88" fmla="*/ 0 60000 65536"/>
                    <a:gd name="T89" fmla="*/ 0 60000 65536"/>
                    <a:gd name="T90" fmla="*/ 0 60000 65536"/>
                    <a:gd name="T91" fmla="*/ 0 60000 65536"/>
                    <a:gd name="T92" fmla="*/ 0 60000 65536"/>
                    <a:gd name="T93" fmla="*/ 0 60000 65536"/>
                    <a:gd name="T94" fmla="*/ 0 60000 65536"/>
                    <a:gd name="T95" fmla="*/ 0 60000 65536"/>
                    <a:gd name="T96" fmla="*/ 0 60000 65536"/>
                    <a:gd name="T97" fmla="*/ 0 60000 65536"/>
                    <a:gd name="T98" fmla="*/ 0 60000 65536"/>
                    <a:gd name="T99" fmla="*/ 0 60000 65536"/>
                    <a:gd name="T100" fmla="*/ 0 60000 65536"/>
                    <a:gd name="T101" fmla="*/ 0 60000 65536"/>
                    <a:gd name="T102" fmla="*/ 0 60000 65536"/>
                    <a:gd name="T103" fmla="*/ 0 60000 65536"/>
                    <a:gd name="T104" fmla="*/ 0 60000 65536"/>
                    <a:gd name="T105" fmla="*/ 0 60000 65536"/>
                    <a:gd name="T106" fmla="*/ 0 60000 65536"/>
                    <a:gd name="T107" fmla="*/ 0 60000 65536"/>
                    <a:gd name="T108" fmla="*/ 0 60000 65536"/>
                    <a:gd name="T109" fmla="*/ 0 60000 65536"/>
                    <a:gd name="T110" fmla="*/ 0 60000 65536"/>
                    <a:gd name="T111" fmla="*/ 0 60000 65536"/>
                    <a:gd name="T112" fmla="*/ 0 60000 65536"/>
                    <a:gd name="T113" fmla="*/ 0 60000 65536"/>
                    <a:gd name="T114" fmla="*/ 0 60000 65536"/>
                    <a:gd name="T115" fmla="*/ 0 60000 65536"/>
                    <a:gd name="T116" fmla="*/ 0 60000 65536"/>
                    <a:gd name="T117" fmla="*/ 0 60000 65536"/>
                    <a:gd name="T118" fmla="*/ 0 60000 65536"/>
                    <a:gd name="T119" fmla="*/ 0 60000 65536"/>
                    <a:gd name="T120" fmla="*/ 0 60000 65536"/>
                    <a:gd name="T121" fmla="*/ 0 60000 65536"/>
                    <a:gd name="T122" fmla="*/ 0 60000 65536"/>
                    <a:gd name="T123" fmla="*/ 0 w 717"/>
                    <a:gd name="T124" fmla="*/ 0 h 756"/>
                    <a:gd name="T125" fmla="*/ 717 w 717"/>
                    <a:gd name="T126" fmla="*/ 756 h 756"/>
                  </a:gdLst>
                  <a:ahLst/>
                  <a:cxnLst>
                    <a:cxn ang="T82">
                      <a:pos x="T0" y="T1"/>
                    </a:cxn>
                    <a:cxn ang="T83">
                      <a:pos x="T2" y="T3"/>
                    </a:cxn>
                    <a:cxn ang="T84">
                      <a:pos x="T4" y="T5"/>
                    </a:cxn>
                    <a:cxn ang="T85">
                      <a:pos x="T6" y="T7"/>
                    </a:cxn>
                    <a:cxn ang="T86">
                      <a:pos x="T8" y="T9"/>
                    </a:cxn>
                    <a:cxn ang="T87">
                      <a:pos x="T10" y="T11"/>
                    </a:cxn>
                    <a:cxn ang="T88">
                      <a:pos x="T12" y="T13"/>
                    </a:cxn>
                    <a:cxn ang="T89">
                      <a:pos x="T14" y="T15"/>
                    </a:cxn>
                    <a:cxn ang="T90">
                      <a:pos x="T16" y="T17"/>
                    </a:cxn>
                    <a:cxn ang="T91">
                      <a:pos x="T18" y="T19"/>
                    </a:cxn>
                    <a:cxn ang="T92">
                      <a:pos x="T20" y="T21"/>
                    </a:cxn>
                    <a:cxn ang="T93">
                      <a:pos x="T22" y="T23"/>
                    </a:cxn>
                    <a:cxn ang="T94">
                      <a:pos x="T24" y="T25"/>
                    </a:cxn>
                    <a:cxn ang="T95">
                      <a:pos x="T26" y="T27"/>
                    </a:cxn>
                    <a:cxn ang="T96">
                      <a:pos x="T28" y="T29"/>
                    </a:cxn>
                    <a:cxn ang="T97">
                      <a:pos x="T30" y="T31"/>
                    </a:cxn>
                    <a:cxn ang="T98">
                      <a:pos x="T32" y="T33"/>
                    </a:cxn>
                    <a:cxn ang="T99">
                      <a:pos x="T34" y="T35"/>
                    </a:cxn>
                    <a:cxn ang="T100">
                      <a:pos x="T36" y="T37"/>
                    </a:cxn>
                    <a:cxn ang="T101">
                      <a:pos x="T38" y="T39"/>
                    </a:cxn>
                    <a:cxn ang="T102">
                      <a:pos x="T40" y="T41"/>
                    </a:cxn>
                    <a:cxn ang="T103">
                      <a:pos x="T42" y="T43"/>
                    </a:cxn>
                    <a:cxn ang="T104">
                      <a:pos x="T44" y="T45"/>
                    </a:cxn>
                    <a:cxn ang="T105">
                      <a:pos x="T46" y="T47"/>
                    </a:cxn>
                    <a:cxn ang="T106">
                      <a:pos x="T48" y="T49"/>
                    </a:cxn>
                    <a:cxn ang="T107">
                      <a:pos x="T50" y="T51"/>
                    </a:cxn>
                    <a:cxn ang="T108">
                      <a:pos x="T52" y="T53"/>
                    </a:cxn>
                    <a:cxn ang="T109">
                      <a:pos x="T54" y="T55"/>
                    </a:cxn>
                    <a:cxn ang="T110">
                      <a:pos x="T56" y="T57"/>
                    </a:cxn>
                    <a:cxn ang="T111">
                      <a:pos x="T58" y="T59"/>
                    </a:cxn>
                    <a:cxn ang="T112">
                      <a:pos x="T60" y="T61"/>
                    </a:cxn>
                    <a:cxn ang="T113">
                      <a:pos x="T62" y="T63"/>
                    </a:cxn>
                    <a:cxn ang="T114">
                      <a:pos x="T64" y="T65"/>
                    </a:cxn>
                    <a:cxn ang="T115">
                      <a:pos x="T66" y="T67"/>
                    </a:cxn>
                    <a:cxn ang="T116">
                      <a:pos x="T68" y="T69"/>
                    </a:cxn>
                    <a:cxn ang="T117">
                      <a:pos x="T70" y="T71"/>
                    </a:cxn>
                    <a:cxn ang="T118">
                      <a:pos x="T72" y="T73"/>
                    </a:cxn>
                    <a:cxn ang="T119">
                      <a:pos x="T74" y="T75"/>
                    </a:cxn>
                    <a:cxn ang="T120">
                      <a:pos x="T76" y="T77"/>
                    </a:cxn>
                    <a:cxn ang="T121">
                      <a:pos x="T78" y="T79"/>
                    </a:cxn>
                    <a:cxn ang="T122">
                      <a:pos x="T80" y="T81"/>
                    </a:cxn>
                  </a:cxnLst>
                  <a:rect l="T123" t="T124" r="T125" b="T126"/>
                  <a:pathLst>
                    <a:path w="717" h="756">
                      <a:moveTo>
                        <a:pt x="0" y="756"/>
                      </a:moveTo>
                      <a:lnTo>
                        <a:pt x="52" y="167"/>
                      </a:lnTo>
                      <a:lnTo>
                        <a:pt x="64" y="384"/>
                      </a:lnTo>
                      <a:lnTo>
                        <a:pt x="90" y="103"/>
                      </a:lnTo>
                      <a:lnTo>
                        <a:pt x="116" y="519"/>
                      </a:lnTo>
                      <a:lnTo>
                        <a:pt x="135" y="487"/>
                      </a:lnTo>
                      <a:lnTo>
                        <a:pt x="135" y="359"/>
                      </a:lnTo>
                      <a:lnTo>
                        <a:pt x="167" y="71"/>
                      </a:lnTo>
                      <a:lnTo>
                        <a:pt x="192" y="244"/>
                      </a:lnTo>
                      <a:lnTo>
                        <a:pt x="205" y="96"/>
                      </a:lnTo>
                      <a:lnTo>
                        <a:pt x="218" y="615"/>
                      </a:lnTo>
                      <a:lnTo>
                        <a:pt x="244" y="397"/>
                      </a:lnTo>
                      <a:lnTo>
                        <a:pt x="282" y="519"/>
                      </a:lnTo>
                      <a:lnTo>
                        <a:pt x="308" y="308"/>
                      </a:lnTo>
                      <a:lnTo>
                        <a:pt x="333" y="442"/>
                      </a:lnTo>
                      <a:lnTo>
                        <a:pt x="346" y="352"/>
                      </a:lnTo>
                      <a:lnTo>
                        <a:pt x="365" y="384"/>
                      </a:lnTo>
                      <a:lnTo>
                        <a:pt x="378" y="135"/>
                      </a:lnTo>
                      <a:lnTo>
                        <a:pt x="391" y="301"/>
                      </a:lnTo>
                      <a:lnTo>
                        <a:pt x="384" y="519"/>
                      </a:lnTo>
                      <a:lnTo>
                        <a:pt x="404" y="679"/>
                      </a:lnTo>
                      <a:lnTo>
                        <a:pt x="429" y="628"/>
                      </a:lnTo>
                      <a:lnTo>
                        <a:pt x="442" y="480"/>
                      </a:lnTo>
                      <a:lnTo>
                        <a:pt x="455" y="391"/>
                      </a:lnTo>
                      <a:lnTo>
                        <a:pt x="436" y="506"/>
                      </a:lnTo>
                      <a:lnTo>
                        <a:pt x="461" y="352"/>
                      </a:lnTo>
                      <a:lnTo>
                        <a:pt x="474" y="455"/>
                      </a:lnTo>
                      <a:lnTo>
                        <a:pt x="493" y="519"/>
                      </a:lnTo>
                      <a:lnTo>
                        <a:pt x="512" y="410"/>
                      </a:lnTo>
                      <a:lnTo>
                        <a:pt x="532" y="186"/>
                      </a:lnTo>
                      <a:lnTo>
                        <a:pt x="544" y="231"/>
                      </a:lnTo>
                      <a:lnTo>
                        <a:pt x="570" y="148"/>
                      </a:lnTo>
                      <a:lnTo>
                        <a:pt x="576" y="301"/>
                      </a:lnTo>
                      <a:lnTo>
                        <a:pt x="576" y="730"/>
                      </a:lnTo>
                      <a:lnTo>
                        <a:pt x="647" y="0"/>
                      </a:lnTo>
                      <a:lnTo>
                        <a:pt x="647" y="250"/>
                      </a:lnTo>
                      <a:lnTo>
                        <a:pt x="660" y="333"/>
                      </a:lnTo>
                      <a:lnTo>
                        <a:pt x="685" y="192"/>
                      </a:lnTo>
                      <a:lnTo>
                        <a:pt x="711" y="340"/>
                      </a:lnTo>
                      <a:lnTo>
                        <a:pt x="698" y="429"/>
                      </a:lnTo>
                      <a:lnTo>
                        <a:pt x="717" y="461"/>
                      </a:lnTo>
                    </a:path>
                  </a:pathLst>
                </a:custGeom>
                <a:noFill/>
                <a:ln w="9525">
                  <a:solidFill>
                    <a:srgbClr val="FF0000"/>
                  </a:solidFill>
                  <a:round/>
                  <a:headEnd/>
                  <a:tailEnd/>
                </a:ln>
              </p:spPr>
              <p:txBody>
                <a:bodyPr/>
                <a:lstStyle/>
                <a:p>
                  <a:endParaRPr lang="en-GB" sz="1600"/>
                </a:p>
              </p:txBody>
            </p:sp>
            <p:sp>
              <p:nvSpPr>
                <p:cNvPr id="14487" name="Freeform 281"/>
                <p:cNvSpPr>
                  <a:spLocks/>
                </p:cNvSpPr>
                <p:nvPr/>
              </p:nvSpPr>
              <p:spPr bwMode="auto">
                <a:xfrm flipH="1" flipV="1">
                  <a:off x="3770" y="1145"/>
                  <a:ext cx="313" cy="756"/>
                </a:xfrm>
                <a:custGeom>
                  <a:avLst/>
                  <a:gdLst>
                    <a:gd name="T0" fmla="*/ 0 w 717"/>
                    <a:gd name="T1" fmla="*/ 756 h 756"/>
                    <a:gd name="T2" fmla="*/ 4 w 717"/>
                    <a:gd name="T3" fmla="*/ 167 h 756"/>
                    <a:gd name="T4" fmla="*/ 5 w 717"/>
                    <a:gd name="T5" fmla="*/ 384 h 756"/>
                    <a:gd name="T6" fmla="*/ 7 w 717"/>
                    <a:gd name="T7" fmla="*/ 103 h 756"/>
                    <a:gd name="T8" fmla="*/ 10 w 717"/>
                    <a:gd name="T9" fmla="*/ 519 h 756"/>
                    <a:gd name="T10" fmla="*/ 11 w 717"/>
                    <a:gd name="T11" fmla="*/ 487 h 756"/>
                    <a:gd name="T12" fmla="*/ 11 w 717"/>
                    <a:gd name="T13" fmla="*/ 359 h 756"/>
                    <a:gd name="T14" fmla="*/ 14 w 717"/>
                    <a:gd name="T15" fmla="*/ 71 h 756"/>
                    <a:gd name="T16" fmla="*/ 16 w 717"/>
                    <a:gd name="T17" fmla="*/ 244 h 756"/>
                    <a:gd name="T18" fmla="*/ 17 w 717"/>
                    <a:gd name="T19" fmla="*/ 96 h 756"/>
                    <a:gd name="T20" fmla="*/ 18 w 717"/>
                    <a:gd name="T21" fmla="*/ 615 h 756"/>
                    <a:gd name="T22" fmla="*/ 21 w 717"/>
                    <a:gd name="T23" fmla="*/ 397 h 756"/>
                    <a:gd name="T24" fmla="*/ 24 w 717"/>
                    <a:gd name="T25" fmla="*/ 519 h 756"/>
                    <a:gd name="T26" fmla="*/ 25 w 717"/>
                    <a:gd name="T27" fmla="*/ 308 h 756"/>
                    <a:gd name="T28" fmla="*/ 28 w 717"/>
                    <a:gd name="T29" fmla="*/ 442 h 756"/>
                    <a:gd name="T30" fmla="*/ 29 w 717"/>
                    <a:gd name="T31" fmla="*/ 352 h 756"/>
                    <a:gd name="T32" fmla="*/ 30 w 717"/>
                    <a:gd name="T33" fmla="*/ 384 h 756"/>
                    <a:gd name="T34" fmla="*/ 31 w 717"/>
                    <a:gd name="T35" fmla="*/ 135 h 756"/>
                    <a:gd name="T36" fmla="*/ 33 w 717"/>
                    <a:gd name="T37" fmla="*/ 301 h 756"/>
                    <a:gd name="T38" fmla="*/ 32 w 717"/>
                    <a:gd name="T39" fmla="*/ 519 h 756"/>
                    <a:gd name="T40" fmla="*/ 34 w 717"/>
                    <a:gd name="T41" fmla="*/ 679 h 756"/>
                    <a:gd name="T42" fmla="*/ 36 w 717"/>
                    <a:gd name="T43" fmla="*/ 628 h 756"/>
                    <a:gd name="T44" fmla="*/ 37 w 717"/>
                    <a:gd name="T45" fmla="*/ 480 h 756"/>
                    <a:gd name="T46" fmla="*/ 38 w 717"/>
                    <a:gd name="T47" fmla="*/ 391 h 756"/>
                    <a:gd name="T48" fmla="*/ 36 w 717"/>
                    <a:gd name="T49" fmla="*/ 506 h 756"/>
                    <a:gd name="T50" fmla="*/ 38 w 717"/>
                    <a:gd name="T51" fmla="*/ 352 h 756"/>
                    <a:gd name="T52" fmla="*/ 39 w 717"/>
                    <a:gd name="T53" fmla="*/ 455 h 756"/>
                    <a:gd name="T54" fmla="*/ 41 w 717"/>
                    <a:gd name="T55" fmla="*/ 519 h 756"/>
                    <a:gd name="T56" fmla="*/ 43 w 717"/>
                    <a:gd name="T57" fmla="*/ 410 h 756"/>
                    <a:gd name="T58" fmla="*/ 44 w 717"/>
                    <a:gd name="T59" fmla="*/ 186 h 756"/>
                    <a:gd name="T60" fmla="*/ 45 w 717"/>
                    <a:gd name="T61" fmla="*/ 231 h 756"/>
                    <a:gd name="T62" fmla="*/ 48 w 717"/>
                    <a:gd name="T63" fmla="*/ 148 h 756"/>
                    <a:gd name="T64" fmla="*/ 48 w 717"/>
                    <a:gd name="T65" fmla="*/ 301 h 756"/>
                    <a:gd name="T66" fmla="*/ 48 w 717"/>
                    <a:gd name="T67" fmla="*/ 730 h 756"/>
                    <a:gd name="T68" fmla="*/ 54 w 717"/>
                    <a:gd name="T69" fmla="*/ 0 h 756"/>
                    <a:gd name="T70" fmla="*/ 54 w 717"/>
                    <a:gd name="T71" fmla="*/ 250 h 756"/>
                    <a:gd name="T72" fmla="*/ 55 w 717"/>
                    <a:gd name="T73" fmla="*/ 333 h 756"/>
                    <a:gd name="T74" fmla="*/ 57 w 717"/>
                    <a:gd name="T75" fmla="*/ 192 h 756"/>
                    <a:gd name="T76" fmla="*/ 59 w 717"/>
                    <a:gd name="T77" fmla="*/ 340 h 756"/>
                    <a:gd name="T78" fmla="*/ 58 w 717"/>
                    <a:gd name="T79" fmla="*/ 429 h 756"/>
                    <a:gd name="T80" fmla="*/ 60 w 717"/>
                    <a:gd name="T81" fmla="*/ 461 h 756"/>
                    <a:gd name="T82" fmla="*/ 0 60000 65536"/>
                    <a:gd name="T83" fmla="*/ 0 60000 65536"/>
                    <a:gd name="T84" fmla="*/ 0 60000 65536"/>
                    <a:gd name="T85" fmla="*/ 0 60000 65536"/>
                    <a:gd name="T86" fmla="*/ 0 60000 65536"/>
                    <a:gd name="T87" fmla="*/ 0 60000 65536"/>
                    <a:gd name="T88" fmla="*/ 0 60000 65536"/>
                    <a:gd name="T89" fmla="*/ 0 60000 65536"/>
                    <a:gd name="T90" fmla="*/ 0 60000 65536"/>
                    <a:gd name="T91" fmla="*/ 0 60000 65536"/>
                    <a:gd name="T92" fmla="*/ 0 60000 65536"/>
                    <a:gd name="T93" fmla="*/ 0 60000 65536"/>
                    <a:gd name="T94" fmla="*/ 0 60000 65536"/>
                    <a:gd name="T95" fmla="*/ 0 60000 65536"/>
                    <a:gd name="T96" fmla="*/ 0 60000 65536"/>
                    <a:gd name="T97" fmla="*/ 0 60000 65536"/>
                    <a:gd name="T98" fmla="*/ 0 60000 65536"/>
                    <a:gd name="T99" fmla="*/ 0 60000 65536"/>
                    <a:gd name="T100" fmla="*/ 0 60000 65536"/>
                    <a:gd name="T101" fmla="*/ 0 60000 65536"/>
                    <a:gd name="T102" fmla="*/ 0 60000 65536"/>
                    <a:gd name="T103" fmla="*/ 0 60000 65536"/>
                    <a:gd name="T104" fmla="*/ 0 60000 65536"/>
                    <a:gd name="T105" fmla="*/ 0 60000 65536"/>
                    <a:gd name="T106" fmla="*/ 0 60000 65536"/>
                    <a:gd name="T107" fmla="*/ 0 60000 65536"/>
                    <a:gd name="T108" fmla="*/ 0 60000 65536"/>
                    <a:gd name="T109" fmla="*/ 0 60000 65536"/>
                    <a:gd name="T110" fmla="*/ 0 60000 65536"/>
                    <a:gd name="T111" fmla="*/ 0 60000 65536"/>
                    <a:gd name="T112" fmla="*/ 0 60000 65536"/>
                    <a:gd name="T113" fmla="*/ 0 60000 65536"/>
                    <a:gd name="T114" fmla="*/ 0 60000 65536"/>
                    <a:gd name="T115" fmla="*/ 0 60000 65536"/>
                    <a:gd name="T116" fmla="*/ 0 60000 65536"/>
                    <a:gd name="T117" fmla="*/ 0 60000 65536"/>
                    <a:gd name="T118" fmla="*/ 0 60000 65536"/>
                    <a:gd name="T119" fmla="*/ 0 60000 65536"/>
                    <a:gd name="T120" fmla="*/ 0 60000 65536"/>
                    <a:gd name="T121" fmla="*/ 0 60000 65536"/>
                    <a:gd name="T122" fmla="*/ 0 60000 65536"/>
                    <a:gd name="T123" fmla="*/ 0 w 717"/>
                    <a:gd name="T124" fmla="*/ 0 h 756"/>
                    <a:gd name="T125" fmla="*/ 717 w 717"/>
                    <a:gd name="T126" fmla="*/ 756 h 756"/>
                  </a:gdLst>
                  <a:ahLst/>
                  <a:cxnLst>
                    <a:cxn ang="T82">
                      <a:pos x="T0" y="T1"/>
                    </a:cxn>
                    <a:cxn ang="T83">
                      <a:pos x="T2" y="T3"/>
                    </a:cxn>
                    <a:cxn ang="T84">
                      <a:pos x="T4" y="T5"/>
                    </a:cxn>
                    <a:cxn ang="T85">
                      <a:pos x="T6" y="T7"/>
                    </a:cxn>
                    <a:cxn ang="T86">
                      <a:pos x="T8" y="T9"/>
                    </a:cxn>
                    <a:cxn ang="T87">
                      <a:pos x="T10" y="T11"/>
                    </a:cxn>
                    <a:cxn ang="T88">
                      <a:pos x="T12" y="T13"/>
                    </a:cxn>
                    <a:cxn ang="T89">
                      <a:pos x="T14" y="T15"/>
                    </a:cxn>
                    <a:cxn ang="T90">
                      <a:pos x="T16" y="T17"/>
                    </a:cxn>
                    <a:cxn ang="T91">
                      <a:pos x="T18" y="T19"/>
                    </a:cxn>
                    <a:cxn ang="T92">
                      <a:pos x="T20" y="T21"/>
                    </a:cxn>
                    <a:cxn ang="T93">
                      <a:pos x="T22" y="T23"/>
                    </a:cxn>
                    <a:cxn ang="T94">
                      <a:pos x="T24" y="T25"/>
                    </a:cxn>
                    <a:cxn ang="T95">
                      <a:pos x="T26" y="T27"/>
                    </a:cxn>
                    <a:cxn ang="T96">
                      <a:pos x="T28" y="T29"/>
                    </a:cxn>
                    <a:cxn ang="T97">
                      <a:pos x="T30" y="T31"/>
                    </a:cxn>
                    <a:cxn ang="T98">
                      <a:pos x="T32" y="T33"/>
                    </a:cxn>
                    <a:cxn ang="T99">
                      <a:pos x="T34" y="T35"/>
                    </a:cxn>
                    <a:cxn ang="T100">
                      <a:pos x="T36" y="T37"/>
                    </a:cxn>
                    <a:cxn ang="T101">
                      <a:pos x="T38" y="T39"/>
                    </a:cxn>
                    <a:cxn ang="T102">
                      <a:pos x="T40" y="T41"/>
                    </a:cxn>
                    <a:cxn ang="T103">
                      <a:pos x="T42" y="T43"/>
                    </a:cxn>
                    <a:cxn ang="T104">
                      <a:pos x="T44" y="T45"/>
                    </a:cxn>
                    <a:cxn ang="T105">
                      <a:pos x="T46" y="T47"/>
                    </a:cxn>
                    <a:cxn ang="T106">
                      <a:pos x="T48" y="T49"/>
                    </a:cxn>
                    <a:cxn ang="T107">
                      <a:pos x="T50" y="T51"/>
                    </a:cxn>
                    <a:cxn ang="T108">
                      <a:pos x="T52" y="T53"/>
                    </a:cxn>
                    <a:cxn ang="T109">
                      <a:pos x="T54" y="T55"/>
                    </a:cxn>
                    <a:cxn ang="T110">
                      <a:pos x="T56" y="T57"/>
                    </a:cxn>
                    <a:cxn ang="T111">
                      <a:pos x="T58" y="T59"/>
                    </a:cxn>
                    <a:cxn ang="T112">
                      <a:pos x="T60" y="T61"/>
                    </a:cxn>
                    <a:cxn ang="T113">
                      <a:pos x="T62" y="T63"/>
                    </a:cxn>
                    <a:cxn ang="T114">
                      <a:pos x="T64" y="T65"/>
                    </a:cxn>
                    <a:cxn ang="T115">
                      <a:pos x="T66" y="T67"/>
                    </a:cxn>
                    <a:cxn ang="T116">
                      <a:pos x="T68" y="T69"/>
                    </a:cxn>
                    <a:cxn ang="T117">
                      <a:pos x="T70" y="T71"/>
                    </a:cxn>
                    <a:cxn ang="T118">
                      <a:pos x="T72" y="T73"/>
                    </a:cxn>
                    <a:cxn ang="T119">
                      <a:pos x="T74" y="T75"/>
                    </a:cxn>
                    <a:cxn ang="T120">
                      <a:pos x="T76" y="T77"/>
                    </a:cxn>
                    <a:cxn ang="T121">
                      <a:pos x="T78" y="T79"/>
                    </a:cxn>
                    <a:cxn ang="T122">
                      <a:pos x="T80" y="T81"/>
                    </a:cxn>
                  </a:cxnLst>
                  <a:rect l="T123" t="T124" r="T125" b="T126"/>
                  <a:pathLst>
                    <a:path w="717" h="756">
                      <a:moveTo>
                        <a:pt x="0" y="756"/>
                      </a:moveTo>
                      <a:lnTo>
                        <a:pt x="52" y="167"/>
                      </a:lnTo>
                      <a:lnTo>
                        <a:pt x="64" y="384"/>
                      </a:lnTo>
                      <a:lnTo>
                        <a:pt x="90" y="103"/>
                      </a:lnTo>
                      <a:lnTo>
                        <a:pt x="116" y="519"/>
                      </a:lnTo>
                      <a:lnTo>
                        <a:pt x="135" y="487"/>
                      </a:lnTo>
                      <a:lnTo>
                        <a:pt x="135" y="359"/>
                      </a:lnTo>
                      <a:lnTo>
                        <a:pt x="167" y="71"/>
                      </a:lnTo>
                      <a:lnTo>
                        <a:pt x="192" y="244"/>
                      </a:lnTo>
                      <a:lnTo>
                        <a:pt x="205" y="96"/>
                      </a:lnTo>
                      <a:lnTo>
                        <a:pt x="218" y="615"/>
                      </a:lnTo>
                      <a:lnTo>
                        <a:pt x="244" y="397"/>
                      </a:lnTo>
                      <a:lnTo>
                        <a:pt x="282" y="519"/>
                      </a:lnTo>
                      <a:lnTo>
                        <a:pt x="308" y="308"/>
                      </a:lnTo>
                      <a:lnTo>
                        <a:pt x="333" y="442"/>
                      </a:lnTo>
                      <a:lnTo>
                        <a:pt x="346" y="352"/>
                      </a:lnTo>
                      <a:lnTo>
                        <a:pt x="365" y="384"/>
                      </a:lnTo>
                      <a:lnTo>
                        <a:pt x="378" y="135"/>
                      </a:lnTo>
                      <a:lnTo>
                        <a:pt x="391" y="301"/>
                      </a:lnTo>
                      <a:lnTo>
                        <a:pt x="384" y="519"/>
                      </a:lnTo>
                      <a:lnTo>
                        <a:pt x="404" y="679"/>
                      </a:lnTo>
                      <a:lnTo>
                        <a:pt x="429" y="628"/>
                      </a:lnTo>
                      <a:lnTo>
                        <a:pt x="442" y="480"/>
                      </a:lnTo>
                      <a:lnTo>
                        <a:pt x="455" y="391"/>
                      </a:lnTo>
                      <a:lnTo>
                        <a:pt x="436" y="506"/>
                      </a:lnTo>
                      <a:lnTo>
                        <a:pt x="461" y="352"/>
                      </a:lnTo>
                      <a:lnTo>
                        <a:pt x="474" y="455"/>
                      </a:lnTo>
                      <a:lnTo>
                        <a:pt x="493" y="519"/>
                      </a:lnTo>
                      <a:lnTo>
                        <a:pt x="512" y="410"/>
                      </a:lnTo>
                      <a:lnTo>
                        <a:pt x="532" y="186"/>
                      </a:lnTo>
                      <a:lnTo>
                        <a:pt x="544" y="231"/>
                      </a:lnTo>
                      <a:lnTo>
                        <a:pt x="570" y="148"/>
                      </a:lnTo>
                      <a:lnTo>
                        <a:pt x="576" y="301"/>
                      </a:lnTo>
                      <a:lnTo>
                        <a:pt x="576" y="730"/>
                      </a:lnTo>
                      <a:lnTo>
                        <a:pt x="647" y="0"/>
                      </a:lnTo>
                      <a:lnTo>
                        <a:pt x="647" y="250"/>
                      </a:lnTo>
                      <a:lnTo>
                        <a:pt x="660" y="333"/>
                      </a:lnTo>
                      <a:lnTo>
                        <a:pt x="685" y="192"/>
                      </a:lnTo>
                      <a:lnTo>
                        <a:pt x="711" y="340"/>
                      </a:lnTo>
                      <a:lnTo>
                        <a:pt x="698" y="429"/>
                      </a:lnTo>
                      <a:lnTo>
                        <a:pt x="717" y="461"/>
                      </a:lnTo>
                    </a:path>
                  </a:pathLst>
                </a:custGeom>
                <a:noFill/>
                <a:ln w="9525">
                  <a:solidFill>
                    <a:srgbClr val="FF0000"/>
                  </a:solidFill>
                  <a:round/>
                  <a:headEnd/>
                  <a:tailEnd/>
                </a:ln>
              </p:spPr>
              <p:txBody>
                <a:bodyPr/>
                <a:lstStyle/>
                <a:p>
                  <a:endParaRPr lang="en-GB" sz="1600"/>
                </a:p>
              </p:txBody>
            </p:sp>
            <p:sp>
              <p:nvSpPr>
                <p:cNvPr id="14488" name="Freeform 282"/>
                <p:cNvSpPr>
                  <a:spLocks/>
                </p:cNvSpPr>
                <p:nvPr/>
              </p:nvSpPr>
              <p:spPr bwMode="auto">
                <a:xfrm flipH="1">
                  <a:off x="4077" y="1119"/>
                  <a:ext cx="313" cy="756"/>
                </a:xfrm>
                <a:custGeom>
                  <a:avLst/>
                  <a:gdLst>
                    <a:gd name="T0" fmla="*/ 0 w 717"/>
                    <a:gd name="T1" fmla="*/ 756 h 756"/>
                    <a:gd name="T2" fmla="*/ 4 w 717"/>
                    <a:gd name="T3" fmla="*/ 167 h 756"/>
                    <a:gd name="T4" fmla="*/ 5 w 717"/>
                    <a:gd name="T5" fmla="*/ 384 h 756"/>
                    <a:gd name="T6" fmla="*/ 7 w 717"/>
                    <a:gd name="T7" fmla="*/ 103 h 756"/>
                    <a:gd name="T8" fmla="*/ 10 w 717"/>
                    <a:gd name="T9" fmla="*/ 519 h 756"/>
                    <a:gd name="T10" fmla="*/ 11 w 717"/>
                    <a:gd name="T11" fmla="*/ 487 h 756"/>
                    <a:gd name="T12" fmla="*/ 11 w 717"/>
                    <a:gd name="T13" fmla="*/ 359 h 756"/>
                    <a:gd name="T14" fmla="*/ 14 w 717"/>
                    <a:gd name="T15" fmla="*/ 71 h 756"/>
                    <a:gd name="T16" fmla="*/ 16 w 717"/>
                    <a:gd name="T17" fmla="*/ 244 h 756"/>
                    <a:gd name="T18" fmla="*/ 17 w 717"/>
                    <a:gd name="T19" fmla="*/ 96 h 756"/>
                    <a:gd name="T20" fmla="*/ 18 w 717"/>
                    <a:gd name="T21" fmla="*/ 615 h 756"/>
                    <a:gd name="T22" fmla="*/ 21 w 717"/>
                    <a:gd name="T23" fmla="*/ 397 h 756"/>
                    <a:gd name="T24" fmla="*/ 24 w 717"/>
                    <a:gd name="T25" fmla="*/ 519 h 756"/>
                    <a:gd name="T26" fmla="*/ 25 w 717"/>
                    <a:gd name="T27" fmla="*/ 308 h 756"/>
                    <a:gd name="T28" fmla="*/ 28 w 717"/>
                    <a:gd name="T29" fmla="*/ 442 h 756"/>
                    <a:gd name="T30" fmla="*/ 29 w 717"/>
                    <a:gd name="T31" fmla="*/ 352 h 756"/>
                    <a:gd name="T32" fmla="*/ 30 w 717"/>
                    <a:gd name="T33" fmla="*/ 384 h 756"/>
                    <a:gd name="T34" fmla="*/ 31 w 717"/>
                    <a:gd name="T35" fmla="*/ 135 h 756"/>
                    <a:gd name="T36" fmla="*/ 33 w 717"/>
                    <a:gd name="T37" fmla="*/ 301 h 756"/>
                    <a:gd name="T38" fmla="*/ 32 w 717"/>
                    <a:gd name="T39" fmla="*/ 519 h 756"/>
                    <a:gd name="T40" fmla="*/ 34 w 717"/>
                    <a:gd name="T41" fmla="*/ 679 h 756"/>
                    <a:gd name="T42" fmla="*/ 36 w 717"/>
                    <a:gd name="T43" fmla="*/ 628 h 756"/>
                    <a:gd name="T44" fmla="*/ 37 w 717"/>
                    <a:gd name="T45" fmla="*/ 480 h 756"/>
                    <a:gd name="T46" fmla="*/ 38 w 717"/>
                    <a:gd name="T47" fmla="*/ 391 h 756"/>
                    <a:gd name="T48" fmla="*/ 36 w 717"/>
                    <a:gd name="T49" fmla="*/ 506 h 756"/>
                    <a:gd name="T50" fmla="*/ 38 w 717"/>
                    <a:gd name="T51" fmla="*/ 352 h 756"/>
                    <a:gd name="T52" fmla="*/ 39 w 717"/>
                    <a:gd name="T53" fmla="*/ 455 h 756"/>
                    <a:gd name="T54" fmla="*/ 41 w 717"/>
                    <a:gd name="T55" fmla="*/ 519 h 756"/>
                    <a:gd name="T56" fmla="*/ 43 w 717"/>
                    <a:gd name="T57" fmla="*/ 410 h 756"/>
                    <a:gd name="T58" fmla="*/ 44 w 717"/>
                    <a:gd name="T59" fmla="*/ 186 h 756"/>
                    <a:gd name="T60" fmla="*/ 45 w 717"/>
                    <a:gd name="T61" fmla="*/ 231 h 756"/>
                    <a:gd name="T62" fmla="*/ 48 w 717"/>
                    <a:gd name="T63" fmla="*/ 148 h 756"/>
                    <a:gd name="T64" fmla="*/ 48 w 717"/>
                    <a:gd name="T65" fmla="*/ 301 h 756"/>
                    <a:gd name="T66" fmla="*/ 48 w 717"/>
                    <a:gd name="T67" fmla="*/ 730 h 756"/>
                    <a:gd name="T68" fmla="*/ 54 w 717"/>
                    <a:gd name="T69" fmla="*/ 0 h 756"/>
                    <a:gd name="T70" fmla="*/ 54 w 717"/>
                    <a:gd name="T71" fmla="*/ 250 h 756"/>
                    <a:gd name="T72" fmla="*/ 55 w 717"/>
                    <a:gd name="T73" fmla="*/ 333 h 756"/>
                    <a:gd name="T74" fmla="*/ 57 w 717"/>
                    <a:gd name="T75" fmla="*/ 192 h 756"/>
                    <a:gd name="T76" fmla="*/ 59 w 717"/>
                    <a:gd name="T77" fmla="*/ 340 h 756"/>
                    <a:gd name="T78" fmla="*/ 58 w 717"/>
                    <a:gd name="T79" fmla="*/ 429 h 756"/>
                    <a:gd name="T80" fmla="*/ 60 w 717"/>
                    <a:gd name="T81" fmla="*/ 461 h 756"/>
                    <a:gd name="T82" fmla="*/ 0 60000 65536"/>
                    <a:gd name="T83" fmla="*/ 0 60000 65536"/>
                    <a:gd name="T84" fmla="*/ 0 60000 65536"/>
                    <a:gd name="T85" fmla="*/ 0 60000 65536"/>
                    <a:gd name="T86" fmla="*/ 0 60000 65536"/>
                    <a:gd name="T87" fmla="*/ 0 60000 65536"/>
                    <a:gd name="T88" fmla="*/ 0 60000 65536"/>
                    <a:gd name="T89" fmla="*/ 0 60000 65536"/>
                    <a:gd name="T90" fmla="*/ 0 60000 65536"/>
                    <a:gd name="T91" fmla="*/ 0 60000 65536"/>
                    <a:gd name="T92" fmla="*/ 0 60000 65536"/>
                    <a:gd name="T93" fmla="*/ 0 60000 65536"/>
                    <a:gd name="T94" fmla="*/ 0 60000 65536"/>
                    <a:gd name="T95" fmla="*/ 0 60000 65536"/>
                    <a:gd name="T96" fmla="*/ 0 60000 65536"/>
                    <a:gd name="T97" fmla="*/ 0 60000 65536"/>
                    <a:gd name="T98" fmla="*/ 0 60000 65536"/>
                    <a:gd name="T99" fmla="*/ 0 60000 65536"/>
                    <a:gd name="T100" fmla="*/ 0 60000 65536"/>
                    <a:gd name="T101" fmla="*/ 0 60000 65536"/>
                    <a:gd name="T102" fmla="*/ 0 60000 65536"/>
                    <a:gd name="T103" fmla="*/ 0 60000 65536"/>
                    <a:gd name="T104" fmla="*/ 0 60000 65536"/>
                    <a:gd name="T105" fmla="*/ 0 60000 65536"/>
                    <a:gd name="T106" fmla="*/ 0 60000 65536"/>
                    <a:gd name="T107" fmla="*/ 0 60000 65536"/>
                    <a:gd name="T108" fmla="*/ 0 60000 65536"/>
                    <a:gd name="T109" fmla="*/ 0 60000 65536"/>
                    <a:gd name="T110" fmla="*/ 0 60000 65536"/>
                    <a:gd name="T111" fmla="*/ 0 60000 65536"/>
                    <a:gd name="T112" fmla="*/ 0 60000 65536"/>
                    <a:gd name="T113" fmla="*/ 0 60000 65536"/>
                    <a:gd name="T114" fmla="*/ 0 60000 65536"/>
                    <a:gd name="T115" fmla="*/ 0 60000 65536"/>
                    <a:gd name="T116" fmla="*/ 0 60000 65536"/>
                    <a:gd name="T117" fmla="*/ 0 60000 65536"/>
                    <a:gd name="T118" fmla="*/ 0 60000 65536"/>
                    <a:gd name="T119" fmla="*/ 0 60000 65536"/>
                    <a:gd name="T120" fmla="*/ 0 60000 65536"/>
                    <a:gd name="T121" fmla="*/ 0 60000 65536"/>
                    <a:gd name="T122" fmla="*/ 0 60000 65536"/>
                    <a:gd name="T123" fmla="*/ 0 w 717"/>
                    <a:gd name="T124" fmla="*/ 0 h 756"/>
                    <a:gd name="T125" fmla="*/ 717 w 717"/>
                    <a:gd name="T126" fmla="*/ 756 h 756"/>
                  </a:gdLst>
                  <a:ahLst/>
                  <a:cxnLst>
                    <a:cxn ang="T82">
                      <a:pos x="T0" y="T1"/>
                    </a:cxn>
                    <a:cxn ang="T83">
                      <a:pos x="T2" y="T3"/>
                    </a:cxn>
                    <a:cxn ang="T84">
                      <a:pos x="T4" y="T5"/>
                    </a:cxn>
                    <a:cxn ang="T85">
                      <a:pos x="T6" y="T7"/>
                    </a:cxn>
                    <a:cxn ang="T86">
                      <a:pos x="T8" y="T9"/>
                    </a:cxn>
                    <a:cxn ang="T87">
                      <a:pos x="T10" y="T11"/>
                    </a:cxn>
                    <a:cxn ang="T88">
                      <a:pos x="T12" y="T13"/>
                    </a:cxn>
                    <a:cxn ang="T89">
                      <a:pos x="T14" y="T15"/>
                    </a:cxn>
                    <a:cxn ang="T90">
                      <a:pos x="T16" y="T17"/>
                    </a:cxn>
                    <a:cxn ang="T91">
                      <a:pos x="T18" y="T19"/>
                    </a:cxn>
                    <a:cxn ang="T92">
                      <a:pos x="T20" y="T21"/>
                    </a:cxn>
                    <a:cxn ang="T93">
                      <a:pos x="T22" y="T23"/>
                    </a:cxn>
                    <a:cxn ang="T94">
                      <a:pos x="T24" y="T25"/>
                    </a:cxn>
                    <a:cxn ang="T95">
                      <a:pos x="T26" y="T27"/>
                    </a:cxn>
                    <a:cxn ang="T96">
                      <a:pos x="T28" y="T29"/>
                    </a:cxn>
                    <a:cxn ang="T97">
                      <a:pos x="T30" y="T31"/>
                    </a:cxn>
                    <a:cxn ang="T98">
                      <a:pos x="T32" y="T33"/>
                    </a:cxn>
                    <a:cxn ang="T99">
                      <a:pos x="T34" y="T35"/>
                    </a:cxn>
                    <a:cxn ang="T100">
                      <a:pos x="T36" y="T37"/>
                    </a:cxn>
                    <a:cxn ang="T101">
                      <a:pos x="T38" y="T39"/>
                    </a:cxn>
                    <a:cxn ang="T102">
                      <a:pos x="T40" y="T41"/>
                    </a:cxn>
                    <a:cxn ang="T103">
                      <a:pos x="T42" y="T43"/>
                    </a:cxn>
                    <a:cxn ang="T104">
                      <a:pos x="T44" y="T45"/>
                    </a:cxn>
                    <a:cxn ang="T105">
                      <a:pos x="T46" y="T47"/>
                    </a:cxn>
                    <a:cxn ang="T106">
                      <a:pos x="T48" y="T49"/>
                    </a:cxn>
                    <a:cxn ang="T107">
                      <a:pos x="T50" y="T51"/>
                    </a:cxn>
                    <a:cxn ang="T108">
                      <a:pos x="T52" y="T53"/>
                    </a:cxn>
                    <a:cxn ang="T109">
                      <a:pos x="T54" y="T55"/>
                    </a:cxn>
                    <a:cxn ang="T110">
                      <a:pos x="T56" y="T57"/>
                    </a:cxn>
                    <a:cxn ang="T111">
                      <a:pos x="T58" y="T59"/>
                    </a:cxn>
                    <a:cxn ang="T112">
                      <a:pos x="T60" y="T61"/>
                    </a:cxn>
                    <a:cxn ang="T113">
                      <a:pos x="T62" y="T63"/>
                    </a:cxn>
                    <a:cxn ang="T114">
                      <a:pos x="T64" y="T65"/>
                    </a:cxn>
                    <a:cxn ang="T115">
                      <a:pos x="T66" y="T67"/>
                    </a:cxn>
                    <a:cxn ang="T116">
                      <a:pos x="T68" y="T69"/>
                    </a:cxn>
                    <a:cxn ang="T117">
                      <a:pos x="T70" y="T71"/>
                    </a:cxn>
                    <a:cxn ang="T118">
                      <a:pos x="T72" y="T73"/>
                    </a:cxn>
                    <a:cxn ang="T119">
                      <a:pos x="T74" y="T75"/>
                    </a:cxn>
                    <a:cxn ang="T120">
                      <a:pos x="T76" y="T77"/>
                    </a:cxn>
                    <a:cxn ang="T121">
                      <a:pos x="T78" y="T79"/>
                    </a:cxn>
                    <a:cxn ang="T122">
                      <a:pos x="T80" y="T81"/>
                    </a:cxn>
                  </a:cxnLst>
                  <a:rect l="T123" t="T124" r="T125" b="T126"/>
                  <a:pathLst>
                    <a:path w="717" h="756">
                      <a:moveTo>
                        <a:pt x="0" y="756"/>
                      </a:moveTo>
                      <a:lnTo>
                        <a:pt x="52" y="167"/>
                      </a:lnTo>
                      <a:lnTo>
                        <a:pt x="64" y="384"/>
                      </a:lnTo>
                      <a:lnTo>
                        <a:pt x="90" y="103"/>
                      </a:lnTo>
                      <a:lnTo>
                        <a:pt x="116" y="519"/>
                      </a:lnTo>
                      <a:lnTo>
                        <a:pt x="135" y="487"/>
                      </a:lnTo>
                      <a:lnTo>
                        <a:pt x="135" y="359"/>
                      </a:lnTo>
                      <a:lnTo>
                        <a:pt x="167" y="71"/>
                      </a:lnTo>
                      <a:lnTo>
                        <a:pt x="192" y="244"/>
                      </a:lnTo>
                      <a:lnTo>
                        <a:pt x="205" y="96"/>
                      </a:lnTo>
                      <a:lnTo>
                        <a:pt x="218" y="615"/>
                      </a:lnTo>
                      <a:lnTo>
                        <a:pt x="244" y="397"/>
                      </a:lnTo>
                      <a:lnTo>
                        <a:pt x="282" y="519"/>
                      </a:lnTo>
                      <a:lnTo>
                        <a:pt x="308" y="308"/>
                      </a:lnTo>
                      <a:lnTo>
                        <a:pt x="333" y="442"/>
                      </a:lnTo>
                      <a:lnTo>
                        <a:pt x="346" y="352"/>
                      </a:lnTo>
                      <a:lnTo>
                        <a:pt x="365" y="384"/>
                      </a:lnTo>
                      <a:lnTo>
                        <a:pt x="378" y="135"/>
                      </a:lnTo>
                      <a:lnTo>
                        <a:pt x="391" y="301"/>
                      </a:lnTo>
                      <a:lnTo>
                        <a:pt x="384" y="519"/>
                      </a:lnTo>
                      <a:lnTo>
                        <a:pt x="404" y="679"/>
                      </a:lnTo>
                      <a:lnTo>
                        <a:pt x="429" y="628"/>
                      </a:lnTo>
                      <a:lnTo>
                        <a:pt x="442" y="480"/>
                      </a:lnTo>
                      <a:lnTo>
                        <a:pt x="455" y="391"/>
                      </a:lnTo>
                      <a:lnTo>
                        <a:pt x="436" y="506"/>
                      </a:lnTo>
                      <a:lnTo>
                        <a:pt x="461" y="352"/>
                      </a:lnTo>
                      <a:lnTo>
                        <a:pt x="474" y="455"/>
                      </a:lnTo>
                      <a:lnTo>
                        <a:pt x="493" y="519"/>
                      </a:lnTo>
                      <a:lnTo>
                        <a:pt x="512" y="410"/>
                      </a:lnTo>
                      <a:lnTo>
                        <a:pt x="532" y="186"/>
                      </a:lnTo>
                      <a:lnTo>
                        <a:pt x="544" y="231"/>
                      </a:lnTo>
                      <a:lnTo>
                        <a:pt x="570" y="148"/>
                      </a:lnTo>
                      <a:lnTo>
                        <a:pt x="576" y="301"/>
                      </a:lnTo>
                      <a:lnTo>
                        <a:pt x="576" y="730"/>
                      </a:lnTo>
                      <a:lnTo>
                        <a:pt x="647" y="0"/>
                      </a:lnTo>
                      <a:lnTo>
                        <a:pt x="647" y="250"/>
                      </a:lnTo>
                      <a:lnTo>
                        <a:pt x="660" y="333"/>
                      </a:lnTo>
                      <a:lnTo>
                        <a:pt x="685" y="192"/>
                      </a:lnTo>
                      <a:lnTo>
                        <a:pt x="711" y="340"/>
                      </a:lnTo>
                      <a:lnTo>
                        <a:pt x="698" y="429"/>
                      </a:lnTo>
                      <a:lnTo>
                        <a:pt x="717" y="461"/>
                      </a:lnTo>
                    </a:path>
                  </a:pathLst>
                </a:custGeom>
                <a:noFill/>
                <a:ln w="9525">
                  <a:solidFill>
                    <a:srgbClr val="FF0000"/>
                  </a:solidFill>
                  <a:round/>
                  <a:headEnd/>
                  <a:tailEnd/>
                </a:ln>
              </p:spPr>
              <p:txBody>
                <a:bodyPr/>
                <a:lstStyle/>
                <a:p>
                  <a:endParaRPr lang="en-GB" sz="1600"/>
                </a:p>
              </p:txBody>
            </p:sp>
            <p:sp>
              <p:nvSpPr>
                <p:cNvPr id="14489" name="Freeform 283"/>
                <p:cNvSpPr>
                  <a:spLocks/>
                </p:cNvSpPr>
                <p:nvPr/>
              </p:nvSpPr>
              <p:spPr bwMode="auto">
                <a:xfrm flipV="1">
                  <a:off x="4385" y="1138"/>
                  <a:ext cx="313" cy="756"/>
                </a:xfrm>
                <a:custGeom>
                  <a:avLst/>
                  <a:gdLst>
                    <a:gd name="T0" fmla="*/ 0 w 717"/>
                    <a:gd name="T1" fmla="*/ 756 h 756"/>
                    <a:gd name="T2" fmla="*/ 4 w 717"/>
                    <a:gd name="T3" fmla="*/ 167 h 756"/>
                    <a:gd name="T4" fmla="*/ 5 w 717"/>
                    <a:gd name="T5" fmla="*/ 384 h 756"/>
                    <a:gd name="T6" fmla="*/ 7 w 717"/>
                    <a:gd name="T7" fmla="*/ 103 h 756"/>
                    <a:gd name="T8" fmla="*/ 10 w 717"/>
                    <a:gd name="T9" fmla="*/ 519 h 756"/>
                    <a:gd name="T10" fmla="*/ 11 w 717"/>
                    <a:gd name="T11" fmla="*/ 487 h 756"/>
                    <a:gd name="T12" fmla="*/ 11 w 717"/>
                    <a:gd name="T13" fmla="*/ 359 h 756"/>
                    <a:gd name="T14" fmla="*/ 14 w 717"/>
                    <a:gd name="T15" fmla="*/ 71 h 756"/>
                    <a:gd name="T16" fmla="*/ 16 w 717"/>
                    <a:gd name="T17" fmla="*/ 244 h 756"/>
                    <a:gd name="T18" fmla="*/ 17 w 717"/>
                    <a:gd name="T19" fmla="*/ 96 h 756"/>
                    <a:gd name="T20" fmla="*/ 18 w 717"/>
                    <a:gd name="T21" fmla="*/ 615 h 756"/>
                    <a:gd name="T22" fmla="*/ 21 w 717"/>
                    <a:gd name="T23" fmla="*/ 397 h 756"/>
                    <a:gd name="T24" fmla="*/ 24 w 717"/>
                    <a:gd name="T25" fmla="*/ 519 h 756"/>
                    <a:gd name="T26" fmla="*/ 25 w 717"/>
                    <a:gd name="T27" fmla="*/ 308 h 756"/>
                    <a:gd name="T28" fmla="*/ 28 w 717"/>
                    <a:gd name="T29" fmla="*/ 442 h 756"/>
                    <a:gd name="T30" fmla="*/ 29 w 717"/>
                    <a:gd name="T31" fmla="*/ 352 h 756"/>
                    <a:gd name="T32" fmla="*/ 30 w 717"/>
                    <a:gd name="T33" fmla="*/ 384 h 756"/>
                    <a:gd name="T34" fmla="*/ 31 w 717"/>
                    <a:gd name="T35" fmla="*/ 135 h 756"/>
                    <a:gd name="T36" fmla="*/ 33 w 717"/>
                    <a:gd name="T37" fmla="*/ 301 h 756"/>
                    <a:gd name="T38" fmla="*/ 32 w 717"/>
                    <a:gd name="T39" fmla="*/ 519 h 756"/>
                    <a:gd name="T40" fmla="*/ 34 w 717"/>
                    <a:gd name="T41" fmla="*/ 679 h 756"/>
                    <a:gd name="T42" fmla="*/ 36 w 717"/>
                    <a:gd name="T43" fmla="*/ 628 h 756"/>
                    <a:gd name="T44" fmla="*/ 37 w 717"/>
                    <a:gd name="T45" fmla="*/ 480 h 756"/>
                    <a:gd name="T46" fmla="*/ 38 w 717"/>
                    <a:gd name="T47" fmla="*/ 391 h 756"/>
                    <a:gd name="T48" fmla="*/ 36 w 717"/>
                    <a:gd name="T49" fmla="*/ 506 h 756"/>
                    <a:gd name="T50" fmla="*/ 38 w 717"/>
                    <a:gd name="T51" fmla="*/ 352 h 756"/>
                    <a:gd name="T52" fmla="*/ 39 w 717"/>
                    <a:gd name="T53" fmla="*/ 455 h 756"/>
                    <a:gd name="T54" fmla="*/ 41 w 717"/>
                    <a:gd name="T55" fmla="*/ 519 h 756"/>
                    <a:gd name="T56" fmla="*/ 43 w 717"/>
                    <a:gd name="T57" fmla="*/ 410 h 756"/>
                    <a:gd name="T58" fmla="*/ 44 w 717"/>
                    <a:gd name="T59" fmla="*/ 186 h 756"/>
                    <a:gd name="T60" fmla="*/ 45 w 717"/>
                    <a:gd name="T61" fmla="*/ 231 h 756"/>
                    <a:gd name="T62" fmla="*/ 48 w 717"/>
                    <a:gd name="T63" fmla="*/ 148 h 756"/>
                    <a:gd name="T64" fmla="*/ 48 w 717"/>
                    <a:gd name="T65" fmla="*/ 301 h 756"/>
                    <a:gd name="T66" fmla="*/ 48 w 717"/>
                    <a:gd name="T67" fmla="*/ 730 h 756"/>
                    <a:gd name="T68" fmla="*/ 54 w 717"/>
                    <a:gd name="T69" fmla="*/ 0 h 756"/>
                    <a:gd name="T70" fmla="*/ 54 w 717"/>
                    <a:gd name="T71" fmla="*/ 250 h 756"/>
                    <a:gd name="T72" fmla="*/ 55 w 717"/>
                    <a:gd name="T73" fmla="*/ 333 h 756"/>
                    <a:gd name="T74" fmla="*/ 57 w 717"/>
                    <a:gd name="T75" fmla="*/ 192 h 756"/>
                    <a:gd name="T76" fmla="*/ 59 w 717"/>
                    <a:gd name="T77" fmla="*/ 340 h 756"/>
                    <a:gd name="T78" fmla="*/ 58 w 717"/>
                    <a:gd name="T79" fmla="*/ 429 h 756"/>
                    <a:gd name="T80" fmla="*/ 60 w 717"/>
                    <a:gd name="T81" fmla="*/ 461 h 756"/>
                    <a:gd name="T82" fmla="*/ 0 60000 65536"/>
                    <a:gd name="T83" fmla="*/ 0 60000 65536"/>
                    <a:gd name="T84" fmla="*/ 0 60000 65536"/>
                    <a:gd name="T85" fmla="*/ 0 60000 65536"/>
                    <a:gd name="T86" fmla="*/ 0 60000 65536"/>
                    <a:gd name="T87" fmla="*/ 0 60000 65536"/>
                    <a:gd name="T88" fmla="*/ 0 60000 65536"/>
                    <a:gd name="T89" fmla="*/ 0 60000 65536"/>
                    <a:gd name="T90" fmla="*/ 0 60000 65536"/>
                    <a:gd name="T91" fmla="*/ 0 60000 65536"/>
                    <a:gd name="T92" fmla="*/ 0 60000 65536"/>
                    <a:gd name="T93" fmla="*/ 0 60000 65536"/>
                    <a:gd name="T94" fmla="*/ 0 60000 65536"/>
                    <a:gd name="T95" fmla="*/ 0 60000 65536"/>
                    <a:gd name="T96" fmla="*/ 0 60000 65536"/>
                    <a:gd name="T97" fmla="*/ 0 60000 65536"/>
                    <a:gd name="T98" fmla="*/ 0 60000 65536"/>
                    <a:gd name="T99" fmla="*/ 0 60000 65536"/>
                    <a:gd name="T100" fmla="*/ 0 60000 65536"/>
                    <a:gd name="T101" fmla="*/ 0 60000 65536"/>
                    <a:gd name="T102" fmla="*/ 0 60000 65536"/>
                    <a:gd name="T103" fmla="*/ 0 60000 65536"/>
                    <a:gd name="T104" fmla="*/ 0 60000 65536"/>
                    <a:gd name="T105" fmla="*/ 0 60000 65536"/>
                    <a:gd name="T106" fmla="*/ 0 60000 65536"/>
                    <a:gd name="T107" fmla="*/ 0 60000 65536"/>
                    <a:gd name="T108" fmla="*/ 0 60000 65536"/>
                    <a:gd name="T109" fmla="*/ 0 60000 65536"/>
                    <a:gd name="T110" fmla="*/ 0 60000 65536"/>
                    <a:gd name="T111" fmla="*/ 0 60000 65536"/>
                    <a:gd name="T112" fmla="*/ 0 60000 65536"/>
                    <a:gd name="T113" fmla="*/ 0 60000 65536"/>
                    <a:gd name="T114" fmla="*/ 0 60000 65536"/>
                    <a:gd name="T115" fmla="*/ 0 60000 65536"/>
                    <a:gd name="T116" fmla="*/ 0 60000 65536"/>
                    <a:gd name="T117" fmla="*/ 0 60000 65536"/>
                    <a:gd name="T118" fmla="*/ 0 60000 65536"/>
                    <a:gd name="T119" fmla="*/ 0 60000 65536"/>
                    <a:gd name="T120" fmla="*/ 0 60000 65536"/>
                    <a:gd name="T121" fmla="*/ 0 60000 65536"/>
                    <a:gd name="T122" fmla="*/ 0 60000 65536"/>
                    <a:gd name="T123" fmla="*/ 0 w 717"/>
                    <a:gd name="T124" fmla="*/ 0 h 756"/>
                    <a:gd name="T125" fmla="*/ 717 w 717"/>
                    <a:gd name="T126" fmla="*/ 756 h 756"/>
                  </a:gdLst>
                  <a:ahLst/>
                  <a:cxnLst>
                    <a:cxn ang="T82">
                      <a:pos x="T0" y="T1"/>
                    </a:cxn>
                    <a:cxn ang="T83">
                      <a:pos x="T2" y="T3"/>
                    </a:cxn>
                    <a:cxn ang="T84">
                      <a:pos x="T4" y="T5"/>
                    </a:cxn>
                    <a:cxn ang="T85">
                      <a:pos x="T6" y="T7"/>
                    </a:cxn>
                    <a:cxn ang="T86">
                      <a:pos x="T8" y="T9"/>
                    </a:cxn>
                    <a:cxn ang="T87">
                      <a:pos x="T10" y="T11"/>
                    </a:cxn>
                    <a:cxn ang="T88">
                      <a:pos x="T12" y="T13"/>
                    </a:cxn>
                    <a:cxn ang="T89">
                      <a:pos x="T14" y="T15"/>
                    </a:cxn>
                    <a:cxn ang="T90">
                      <a:pos x="T16" y="T17"/>
                    </a:cxn>
                    <a:cxn ang="T91">
                      <a:pos x="T18" y="T19"/>
                    </a:cxn>
                    <a:cxn ang="T92">
                      <a:pos x="T20" y="T21"/>
                    </a:cxn>
                    <a:cxn ang="T93">
                      <a:pos x="T22" y="T23"/>
                    </a:cxn>
                    <a:cxn ang="T94">
                      <a:pos x="T24" y="T25"/>
                    </a:cxn>
                    <a:cxn ang="T95">
                      <a:pos x="T26" y="T27"/>
                    </a:cxn>
                    <a:cxn ang="T96">
                      <a:pos x="T28" y="T29"/>
                    </a:cxn>
                    <a:cxn ang="T97">
                      <a:pos x="T30" y="T31"/>
                    </a:cxn>
                    <a:cxn ang="T98">
                      <a:pos x="T32" y="T33"/>
                    </a:cxn>
                    <a:cxn ang="T99">
                      <a:pos x="T34" y="T35"/>
                    </a:cxn>
                    <a:cxn ang="T100">
                      <a:pos x="T36" y="T37"/>
                    </a:cxn>
                    <a:cxn ang="T101">
                      <a:pos x="T38" y="T39"/>
                    </a:cxn>
                    <a:cxn ang="T102">
                      <a:pos x="T40" y="T41"/>
                    </a:cxn>
                    <a:cxn ang="T103">
                      <a:pos x="T42" y="T43"/>
                    </a:cxn>
                    <a:cxn ang="T104">
                      <a:pos x="T44" y="T45"/>
                    </a:cxn>
                    <a:cxn ang="T105">
                      <a:pos x="T46" y="T47"/>
                    </a:cxn>
                    <a:cxn ang="T106">
                      <a:pos x="T48" y="T49"/>
                    </a:cxn>
                    <a:cxn ang="T107">
                      <a:pos x="T50" y="T51"/>
                    </a:cxn>
                    <a:cxn ang="T108">
                      <a:pos x="T52" y="T53"/>
                    </a:cxn>
                    <a:cxn ang="T109">
                      <a:pos x="T54" y="T55"/>
                    </a:cxn>
                    <a:cxn ang="T110">
                      <a:pos x="T56" y="T57"/>
                    </a:cxn>
                    <a:cxn ang="T111">
                      <a:pos x="T58" y="T59"/>
                    </a:cxn>
                    <a:cxn ang="T112">
                      <a:pos x="T60" y="T61"/>
                    </a:cxn>
                    <a:cxn ang="T113">
                      <a:pos x="T62" y="T63"/>
                    </a:cxn>
                    <a:cxn ang="T114">
                      <a:pos x="T64" y="T65"/>
                    </a:cxn>
                    <a:cxn ang="T115">
                      <a:pos x="T66" y="T67"/>
                    </a:cxn>
                    <a:cxn ang="T116">
                      <a:pos x="T68" y="T69"/>
                    </a:cxn>
                    <a:cxn ang="T117">
                      <a:pos x="T70" y="T71"/>
                    </a:cxn>
                    <a:cxn ang="T118">
                      <a:pos x="T72" y="T73"/>
                    </a:cxn>
                    <a:cxn ang="T119">
                      <a:pos x="T74" y="T75"/>
                    </a:cxn>
                    <a:cxn ang="T120">
                      <a:pos x="T76" y="T77"/>
                    </a:cxn>
                    <a:cxn ang="T121">
                      <a:pos x="T78" y="T79"/>
                    </a:cxn>
                    <a:cxn ang="T122">
                      <a:pos x="T80" y="T81"/>
                    </a:cxn>
                  </a:cxnLst>
                  <a:rect l="T123" t="T124" r="T125" b="T126"/>
                  <a:pathLst>
                    <a:path w="717" h="756">
                      <a:moveTo>
                        <a:pt x="0" y="756"/>
                      </a:moveTo>
                      <a:lnTo>
                        <a:pt x="52" y="167"/>
                      </a:lnTo>
                      <a:lnTo>
                        <a:pt x="64" y="384"/>
                      </a:lnTo>
                      <a:lnTo>
                        <a:pt x="90" y="103"/>
                      </a:lnTo>
                      <a:lnTo>
                        <a:pt x="116" y="519"/>
                      </a:lnTo>
                      <a:lnTo>
                        <a:pt x="135" y="487"/>
                      </a:lnTo>
                      <a:lnTo>
                        <a:pt x="135" y="359"/>
                      </a:lnTo>
                      <a:lnTo>
                        <a:pt x="167" y="71"/>
                      </a:lnTo>
                      <a:lnTo>
                        <a:pt x="192" y="244"/>
                      </a:lnTo>
                      <a:lnTo>
                        <a:pt x="205" y="96"/>
                      </a:lnTo>
                      <a:lnTo>
                        <a:pt x="218" y="615"/>
                      </a:lnTo>
                      <a:lnTo>
                        <a:pt x="244" y="397"/>
                      </a:lnTo>
                      <a:lnTo>
                        <a:pt x="282" y="519"/>
                      </a:lnTo>
                      <a:lnTo>
                        <a:pt x="308" y="308"/>
                      </a:lnTo>
                      <a:lnTo>
                        <a:pt x="333" y="442"/>
                      </a:lnTo>
                      <a:lnTo>
                        <a:pt x="346" y="352"/>
                      </a:lnTo>
                      <a:lnTo>
                        <a:pt x="365" y="384"/>
                      </a:lnTo>
                      <a:lnTo>
                        <a:pt x="378" y="135"/>
                      </a:lnTo>
                      <a:lnTo>
                        <a:pt x="391" y="301"/>
                      </a:lnTo>
                      <a:lnTo>
                        <a:pt x="384" y="519"/>
                      </a:lnTo>
                      <a:lnTo>
                        <a:pt x="404" y="679"/>
                      </a:lnTo>
                      <a:lnTo>
                        <a:pt x="429" y="628"/>
                      </a:lnTo>
                      <a:lnTo>
                        <a:pt x="442" y="480"/>
                      </a:lnTo>
                      <a:lnTo>
                        <a:pt x="455" y="391"/>
                      </a:lnTo>
                      <a:lnTo>
                        <a:pt x="436" y="506"/>
                      </a:lnTo>
                      <a:lnTo>
                        <a:pt x="461" y="352"/>
                      </a:lnTo>
                      <a:lnTo>
                        <a:pt x="474" y="455"/>
                      </a:lnTo>
                      <a:lnTo>
                        <a:pt x="493" y="519"/>
                      </a:lnTo>
                      <a:lnTo>
                        <a:pt x="512" y="410"/>
                      </a:lnTo>
                      <a:lnTo>
                        <a:pt x="532" y="186"/>
                      </a:lnTo>
                      <a:lnTo>
                        <a:pt x="544" y="231"/>
                      </a:lnTo>
                      <a:lnTo>
                        <a:pt x="570" y="148"/>
                      </a:lnTo>
                      <a:lnTo>
                        <a:pt x="576" y="301"/>
                      </a:lnTo>
                      <a:lnTo>
                        <a:pt x="576" y="730"/>
                      </a:lnTo>
                      <a:lnTo>
                        <a:pt x="647" y="0"/>
                      </a:lnTo>
                      <a:lnTo>
                        <a:pt x="647" y="250"/>
                      </a:lnTo>
                      <a:lnTo>
                        <a:pt x="660" y="333"/>
                      </a:lnTo>
                      <a:lnTo>
                        <a:pt x="685" y="192"/>
                      </a:lnTo>
                      <a:lnTo>
                        <a:pt x="711" y="340"/>
                      </a:lnTo>
                      <a:lnTo>
                        <a:pt x="698" y="429"/>
                      </a:lnTo>
                      <a:lnTo>
                        <a:pt x="717" y="461"/>
                      </a:lnTo>
                    </a:path>
                  </a:pathLst>
                </a:custGeom>
                <a:noFill/>
                <a:ln w="9525">
                  <a:solidFill>
                    <a:srgbClr val="FF0000"/>
                  </a:solidFill>
                  <a:round/>
                  <a:headEnd/>
                  <a:tailEnd/>
                </a:ln>
              </p:spPr>
              <p:txBody>
                <a:bodyPr/>
                <a:lstStyle/>
                <a:p>
                  <a:endParaRPr lang="en-GB" sz="1600"/>
                </a:p>
              </p:txBody>
            </p:sp>
            <p:sp>
              <p:nvSpPr>
                <p:cNvPr id="14490" name="Freeform 284"/>
                <p:cNvSpPr>
                  <a:spLocks/>
                </p:cNvSpPr>
                <p:nvPr/>
              </p:nvSpPr>
              <p:spPr bwMode="auto">
                <a:xfrm flipH="1">
                  <a:off x="4698" y="1100"/>
                  <a:ext cx="313" cy="756"/>
                </a:xfrm>
                <a:custGeom>
                  <a:avLst/>
                  <a:gdLst>
                    <a:gd name="T0" fmla="*/ 0 w 717"/>
                    <a:gd name="T1" fmla="*/ 756 h 756"/>
                    <a:gd name="T2" fmla="*/ 4 w 717"/>
                    <a:gd name="T3" fmla="*/ 167 h 756"/>
                    <a:gd name="T4" fmla="*/ 5 w 717"/>
                    <a:gd name="T5" fmla="*/ 384 h 756"/>
                    <a:gd name="T6" fmla="*/ 7 w 717"/>
                    <a:gd name="T7" fmla="*/ 103 h 756"/>
                    <a:gd name="T8" fmla="*/ 10 w 717"/>
                    <a:gd name="T9" fmla="*/ 519 h 756"/>
                    <a:gd name="T10" fmla="*/ 11 w 717"/>
                    <a:gd name="T11" fmla="*/ 487 h 756"/>
                    <a:gd name="T12" fmla="*/ 11 w 717"/>
                    <a:gd name="T13" fmla="*/ 359 h 756"/>
                    <a:gd name="T14" fmla="*/ 14 w 717"/>
                    <a:gd name="T15" fmla="*/ 71 h 756"/>
                    <a:gd name="T16" fmla="*/ 16 w 717"/>
                    <a:gd name="T17" fmla="*/ 244 h 756"/>
                    <a:gd name="T18" fmla="*/ 17 w 717"/>
                    <a:gd name="T19" fmla="*/ 96 h 756"/>
                    <a:gd name="T20" fmla="*/ 18 w 717"/>
                    <a:gd name="T21" fmla="*/ 615 h 756"/>
                    <a:gd name="T22" fmla="*/ 21 w 717"/>
                    <a:gd name="T23" fmla="*/ 397 h 756"/>
                    <a:gd name="T24" fmla="*/ 24 w 717"/>
                    <a:gd name="T25" fmla="*/ 519 h 756"/>
                    <a:gd name="T26" fmla="*/ 25 w 717"/>
                    <a:gd name="T27" fmla="*/ 308 h 756"/>
                    <a:gd name="T28" fmla="*/ 28 w 717"/>
                    <a:gd name="T29" fmla="*/ 442 h 756"/>
                    <a:gd name="T30" fmla="*/ 29 w 717"/>
                    <a:gd name="T31" fmla="*/ 352 h 756"/>
                    <a:gd name="T32" fmla="*/ 30 w 717"/>
                    <a:gd name="T33" fmla="*/ 384 h 756"/>
                    <a:gd name="T34" fmla="*/ 31 w 717"/>
                    <a:gd name="T35" fmla="*/ 135 h 756"/>
                    <a:gd name="T36" fmla="*/ 33 w 717"/>
                    <a:gd name="T37" fmla="*/ 301 h 756"/>
                    <a:gd name="T38" fmla="*/ 32 w 717"/>
                    <a:gd name="T39" fmla="*/ 519 h 756"/>
                    <a:gd name="T40" fmla="*/ 34 w 717"/>
                    <a:gd name="T41" fmla="*/ 679 h 756"/>
                    <a:gd name="T42" fmla="*/ 36 w 717"/>
                    <a:gd name="T43" fmla="*/ 628 h 756"/>
                    <a:gd name="T44" fmla="*/ 37 w 717"/>
                    <a:gd name="T45" fmla="*/ 480 h 756"/>
                    <a:gd name="T46" fmla="*/ 38 w 717"/>
                    <a:gd name="T47" fmla="*/ 391 h 756"/>
                    <a:gd name="T48" fmla="*/ 36 w 717"/>
                    <a:gd name="T49" fmla="*/ 506 h 756"/>
                    <a:gd name="T50" fmla="*/ 38 w 717"/>
                    <a:gd name="T51" fmla="*/ 352 h 756"/>
                    <a:gd name="T52" fmla="*/ 39 w 717"/>
                    <a:gd name="T53" fmla="*/ 455 h 756"/>
                    <a:gd name="T54" fmla="*/ 41 w 717"/>
                    <a:gd name="T55" fmla="*/ 519 h 756"/>
                    <a:gd name="T56" fmla="*/ 43 w 717"/>
                    <a:gd name="T57" fmla="*/ 410 h 756"/>
                    <a:gd name="T58" fmla="*/ 44 w 717"/>
                    <a:gd name="T59" fmla="*/ 186 h 756"/>
                    <a:gd name="T60" fmla="*/ 45 w 717"/>
                    <a:gd name="T61" fmla="*/ 231 h 756"/>
                    <a:gd name="T62" fmla="*/ 48 w 717"/>
                    <a:gd name="T63" fmla="*/ 148 h 756"/>
                    <a:gd name="T64" fmla="*/ 48 w 717"/>
                    <a:gd name="T65" fmla="*/ 301 h 756"/>
                    <a:gd name="T66" fmla="*/ 48 w 717"/>
                    <a:gd name="T67" fmla="*/ 730 h 756"/>
                    <a:gd name="T68" fmla="*/ 54 w 717"/>
                    <a:gd name="T69" fmla="*/ 0 h 756"/>
                    <a:gd name="T70" fmla="*/ 54 w 717"/>
                    <a:gd name="T71" fmla="*/ 250 h 756"/>
                    <a:gd name="T72" fmla="*/ 55 w 717"/>
                    <a:gd name="T73" fmla="*/ 333 h 756"/>
                    <a:gd name="T74" fmla="*/ 57 w 717"/>
                    <a:gd name="T75" fmla="*/ 192 h 756"/>
                    <a:gd name="T76" fmla="*/ 59 w 717"/>
                    <a:gd name="T77" fmla="*/ 340 h 756"/>
                    <a:gd name="T78" fmla="*/ 58 w 717"/>
                    <a:gd name="T79" fmla="*/ 429 h 756"/>
                    <a:gd name="T80" fmla="*/ 60 w 717"/>
                    <a:gd name="T81" fmla="*/ 461 h 756"/>
                    <a:gd name="T82" fmla="*/ 0 60000 65536"/>
                    <a:gd name="T83" fmla="*/ 0 60000 65536"/>
                    <a:gd name="T84" fmla="*/ 0 60000 65536"/>
                    <a:gd name="T85" fmla="*/ 0 60000 65536"/>
                    <a:gd name="T86" fmla="*/ 0 60000 65536"/>
                    <a:gd name="T87" fmla="*/ 0 60000 65536"/>
                    <a:gd name="T88" fmla="*/ 0 60000 65536"/>
                    <a:gd name="T89" fmla="*/ 0 60000 65536"/>
                    <a:gd name="T90" fmla="*/ 0 60000 65536"/>
                    <a:gd name="T91" fmla="*/ 0 60000 65536"/>
                    <a:gd name="T92" fmla="*/ 0 60000 65536"/>
                    <a:gd name="T93" fmla="*/ 0 60000 65536"/>
                    <a:gd name="T94" fmla="*/ 0 60000 65536"/>
                    <a:gd name="T95" fmla="*/ 0 60000 65536"/>
                    <a:gd name="T96" fmla="*/ 0 60000 65536"/>
                    <a:gd name="T97" fmla="*/ 0 60000 65536"/>
                    <a:gd name="T98" fmla="*/ 0 60000 65536"/>
                    <a:gd name="T99" fmla="*/ 0 60000 65536"/>
                    <a:gd name="T100" fmla="*/ 0 60000 65536"/>
                    <a:gd name="T101" fmla="*/ 0 60000 65536"/>
                    <a:gd name="T102" fmla="*/ 0 60000 65536"/>
                    <a:gd name="T103" fmla="*/ 0 60000 65536"/>
                    <a:gd name="T104" fmla="*/ 0 60000 65536"/>
                    <a:gd name="T105" fmla="*/ 0 60000 65536"/>
                    <a:gd name="T106" fmla="*/ 0 60000 65536"/>
                    <a:gd name="T107" fmla="*/ 0 60000 65536"/>
                    <a:gd name="T108" fmla="*/ 0 60000 65536"/>
                    <a:gd name="T109" fmla="*/ 0 60000 65536"/>
                    <a:gd name="T110" fmla="*/ 0 60000 65536"/>
                    <a:gd name="T111" fmla="*/ 0 60000 65536"/>
                    <a:gd name="T112" fmla="*/ 0 60000 65536"/>
                    <a:gd name="T113" fmla="*/ 0 60000 65536"/>
                    <a:gd name="T114" fmla="*/ 0 60000 65536"/>
                    <a:gd name="T115" fmla="*/ 0 60000 65536"/>
                    <a:gd name="T116" fmla="*/ 0 60000 65536"/>
                    <a:gd name="T117" fmla="*/ 0 60000 65536"/>
                    <a:gd name="T118" fmla="*/ 0 60000 65536"/>
                    <a:gd name="T119" fmla="*/ 0 60000 65536"/>
                    <a:gd name="T120" fmla="*/ 0 60000 65536"/>
                    <a:gd name="T121" fmla="*/ 0 60000 65536"/>
                    <a:gd name="T122" fmla="*/ 0 60000 65536"/>
                    <a:gd name="T123" fmla="*/ 0 w 717"/>
                    <a:gd name="T124" fmla="*/ 0 h 756"/>
                    <a:gd name="T125" fmla="*/ 717 w 717"/>
                    <a:gd name="T126" fmla="*/ 756 h 756"/>
                  </a:gdLst>
                  <a:ahLst/>
                  <a:cxnLst>
                    <a:cxn ang="T82">
                      <a:pos x="T0" y="T1"/>
                    </a:cxn>
                    <a:cxn ang="T83">
                      <a:pos x="T2" y="T3"/>
                    </a:cxn>
                    <a:cxn ang="T84">
                      <a:pos x="T4" y="T5"/>
                    </a:cxn>
                    <a:cxn ang="T85">
                      <a:pos x="T6" y="T7"/>
                    </a:cxn>
                    <a:cxn ang="T86">
                      <a:pos x="T8" y="T9"/>
                    </a:cxn>
                    <a:cxn ang="T87">
                      <a:pos x="T10" y="T11"/>
                    </a:cxn>
                    <a:cxn ang="T88">
                      <a:pos x="T12" y="T13"/>
                    </a:cxn>
                    <a:cxn ang="T89">
                      <a:pos x="T14" y="T15"/>
                    </a:cxn>
                    <a:cxn ang="T90">
                      <a:pos x="T16" y="T17"/>
                    </a:cxn>
                    <a:cxn ang="T91">
                      <a:pos x="T18" y="T19"/>
                    </a:cxn>
                    <a:cxn ang="T92">
                      <a:pos x="T20" y="T21"/>
                    </a:cxn>
                    <a:cxn ang="T93">
                      <a:pos x="T22" y="T23"/>
                    </a:cxn>
                    <a:cxn ang="T94">
                      <a:pos x="T24" y="T25"/>
                    </a:cxn>
                    <a:cxn ang="T95">
                      <a:pos x="T26" y="T27"/>
                    </a:cxn>
                    <a:cxn ang="T96">
                      <a:pos x="T28" y="T29"/>
                    </a:cxn>
                    <a:cxn ang="T97">
                      <a:pos x="T30" y="T31"/>
                    </a:cxn>
                    <a:cxn ang="T98">
                      <a:pos x="T32" y="T33"/>
                    </a:cxn>
                    <a:cxn ang="T99">
                      <a:pos x="T34" y="T35"/>
                    </a:cxn>
                    <a:cxn ang="T100">
                      <a:pos x="T36" y="T37"/>
                    </a:cxn>
                    <a:cxn ang="T101">
                      <a:pos x="T38" y="T39"/>
                    </a:cxn>
                    <a:cxn ang="T102">
                      <a:pos x="T40" y="T41"/>
                    </a:cxn>
                    <a:cxn ang="T103">
                      <a:pos x="T42" y="T43"/>
                    </a:cxn>
                    <a:cxn ang="T104">
                      <a:pos x="T44" y="T45"/>
                    </a:cxn>
                    <a:cxn ang="T105">
                      <a:pos x="T46" y="T47"/>
                    </a:cxn>
                    <a:cxn ang="T106">
                      <a:pos x="T48" y="T49"/>
                    </a:cxn>
                    <a:cxn ang="T107">
                      <a:pos x="T50" y="T51"/>
                    </a:cxn>
                    <a:cxn ang="T108">
                      <a:pos x="T52" y="T53"/>
                    </a:cxn>
                    <a:cxn ang="T109">
                      <a:pos x="T54" y="T55"/>
                    </a:cxn>
                    <a:cxn ang="T110">
                      <a:pos x="T56" y="T57"/>
                    </a:cxn>
                    <a:cxn ang="T111">
                      <a:pos x="T58" y="T59"/>
                    </a:cxn>
                    <a:cxn ang="T112">
                      <a:pos x="T60" y="T61"/>
                    </a:cxn>
                    <a:cxn ang="T113">
                      <a:pos x="T62" y="T63"/>
                    </a:cxn>
                    <a:cxn ang="T114">
                      <a:pos x="T64" y="T65"/>
                    </a:cxn>
                    <a:cxn ang="T115">
                      <a:pos x="T66" y="T67"/>
                    </a:cxn>
                    <a:cxn ang="T116">
                      <a:pos x="T68" y="T69"/>
                    </a:cxn>
                    <a:cxn ang="T117">
                      <a:pos x="T70" y="T71"/>
                    </a:cxn>
                    <a:cxn ang="T118">
                      <a:pos x="T72" y="T73"/>
                    </a:cxn>
                    <a:cxn ang="T119">
                      <a:pos x="T74" y="T75"/>
                    </a:cxn>
                    <a:cxn ang="T120">
                      <a:pos x="T76" y="T77"/>
                    </a:cxn>
                    <a:cxn ang="T121">
                      <a:pos x="T78" y="T79"/>
                    </a:cxn>
                    <a:cxn ang="T122">
                      <a:pos x="T80" y="T81"/>
                    </a:cxn>
                  </a:cxnLst>
                  <a:rect l="T123" t="T124" r="T125" b="T126"/>
                  <a:pathLst>
                    <a:path w="717" h="756">
                      <a:moveTo>
                        <a:pt x="0" y="756"/>
                      </a:moveTo>
                      <a:lnTo>
                        <a:pt x="52" y="167"/>
                      </a:lnTo>
                      <a:lnTo>
                        <a:pt x="64" y="384"/>
                      </a:lnTo>
                      <a:lnTo>
                        <a:pt x="90" y="103"/>
                      </a:lnTo>
                      <a:lnTo>
                        <a:pt x="116" y="519"/>
                      </a:lnTo>
                      <a:lnTo>
                        <a:pt x="135" y="487"/>
                      </a:lnTo>
                      <a:lnTo>
                        <a:pt x="135" y="359"/>
                      </a:lnTo>
                      <a:lnTo>
                        <a:pt x="167" y="71"/>
                      </a:lnTo>
                      <a:lnTo>
                        <a:pt x="192" y="244"/>
                      </a:lnTo>
                      <a:lnTo>
                        <a:pt x="205" y="96"/>
                      </a:lnTo>
                      <a:lnTo>
                        <a:pt x="218" y="615"/>
                      </a:lnTo>
                      <a:lnTo>
                        <a:pt x="244" y="397"/>
                      </a:lnTo>
                      <a:lnTo>
                        <a:pt x="282" y="519"/>
                      </a:lnTo>
                      <a:lnTo>
                        <a:pt x="308" y="308"/>
                      </a:lnTo>
                      <a:lnTo>
                        <a:pt x="333" y="442"/>
                      </a:lnTo>
                      <a:lnTo>
                        <a:pt x="346" y="352"/>
                      </a:lnTo>
                      <a:lnTo>
                        <a:pt x="365" y="384"/>
                      </a:lnTo>
                      <a:lnTo>
                        <a:pt x="378" y="135"/>
                      </a:lnTo>
                      <a:lnTo>
                        <a:pt x="391" y="301"/>
                      </a:lnTo>
                      <a:lnTo>
                        <a:pt x="384" y="519"/>
                      </a:lnTo>
                      <a:lnTo>
                        <a:pt x="404" y="679"/>
                      </a:lnTo>
                      <a:lnTo>
                        <a:pt x="429" y="628"/>
                      </a:lnTo>
                      <a:lnTo>
                        <a:pt x="442" y="480"/>
                      </a:lnTo>
                      <a:lnTo>
                        <a:pt x="455" y="391"/>
                      </a:lnTo>
                      <a:lnTo>
                        <a:pt x="436" y="506"/>
                      </a:lnTo>
                      <a:lnTo>
                        <a:pt x="461" y="352"/>
                      </a:lnTo>
                      <a:lnTo>
                        <a:pt x="474" y="455"/>
                      </a:lnTo>
                      <a:lnTo>
                        <a:pt x="493" y="519"/>
                      </a:lnTo>
                      <a:lnTo>
                        <a:pt x="512" y="410"/>
                      </a:lnTo>
                      <a:lnTo>
                        <a:pt x="532" y="186"/>
                      </a:lnTo>
                      <a:lnTo>
                        <a:pt x="544" y="231"/>
                      </a:lnTo>
                      <a:lnTo>
                        <a:pt x="570" y="148"/>
                      </a:lnTo>
                      <a:lnTo>
                        <a:pt x="576" y="301"/>
                      </a:lnTo>
                      <a:lnTo>
                        <a:pt x="576" y="730"/>
                      </a:lnTo>
                      <a:lnTo>
                        <a:pt x="647" y="0"/>
                      </a:lnTo>
                      <a:lnTo>
                        <a:pt x="647" y="250"/>
                      </a:lnTo>
                      <a:lnTo>
                        <a:pt x="660" y="333"/>
                      </a:lnTo>
                      <a:lnTo>
                        <a:pt x="685" y="192"/>
                      </a:lnTo>
                      <a:lnTo>
                        <a:pt x="711" y="340"/>
                      </a:lnTo>
                      <a:lnTo>
                        <a:pt x="698" y="429"/>
                      </a:lnTo>
                      <a:lnTo>
                        <a:pt x="717" y="461"/>
                      </a:lnTo>
                    </a:path>
                  </a:pathLst>
                </a:custGeom>
                <a:noFill/>
                <a:ln w="9525">
                  <a:solidFill>
                    <a:srgbClr val="FF0000"/>
                  </a:solidFill>
                  <a:round/>
                  <a:headEnd/>
                  <a:tailEnd/>
                </a:ln>
              </p:spPr>
              <p:txBody>
                <a:bodyPr/>
                <a:lstStyle/>
                <a:p>
                  <a:endParaRPr lang="en-GB" sz="1600"/>
                </a:p>
              </p:txBody>
            </p:sp>
          </p:grpSp>
          <p:grpSp>
            <p:nvGrpSpPr>
              <p:cNvPr id="14360" name="Group 285"/>
              <p:cNvGrpSpPr>
                <a:grpSpLocks/>
              </p:cNvGrpSpPr>
              <p:nvPr/>
            </p:nvGrpSpPr>
            <p:grpSpPr bwMode="auto">
              <a:xfrm flipH="1">
                <a:off x="3986" y="1092"/>
                <a:ext cx="590" cy="801"/>
                <a:chOff x="3462" y="1100"/>
                <a:chExt cx="1549" cy="801"/>
              </a:xfrm>
            </p:grpSpPr>
            <p:sp>
              <p:nvSpPr>
                <p:cNvPr id="14481" name="Freeform 286"/>
                <p:cNvSpPr>
                  <a:spLocks/>
                </p:cNvSpPr>
                <p:nvPr/>
              </p:nvSpPr>
              <p:spPr bwMode="auto">
                <a:xfrm>
                  <a:off x="3462" y="1126"/>
                  <a:ext cx="313" cy="756"/>
                </a:xfrm>
                <a:custGeom>
                  <a:avLst/>
                  <a:gdLst>
                    <a:gd name="T0" fmla="*/ 0 w 717"/>
                    <a:gd name="T1" fmla="*/ 756 h 756"/>
                    <a:gd name="T2" fmla="*/ 4 w 717"/>
                    <a:gd name="T3" fmla="*/ 167 h 756"/>
                    <a:gd name="T4" fmla="*/ 5 w 717"/>
                    <a:gd name="T5" fmla="*/ 384 h 756"/>
                    <a:gd name="T6" fmla="*/ 7 w 717"/>
                    <a:gd name="T7" fmla="*/ 103 h 756"/>
                    <a:gd name="T8" fmla="*/ 10 w 717"/>
                    <a:gd name="T9" fmla="*/ 519 h 756"/>
                    <a:gd name="T10" fmla="*/ 11 w 717"/>
                    <a:gd name="T11" fmla="*/ 487 h 756"/>
                    <a:gd name="T12" fmla="*/ 11 w 717"/>
                    <a:gd name="T13" fmla="*/ 359 h 756"/>
                    <a:gd name="T14" fmla="*/ 14 w 717"/>
                    <a:gd name="T15" fmla="*/ 71 h 756"/>
                    <a:gd name="T16" fmla="*/ 16 w 717"/>
                    <a:gd name="T17" fmla="*/ 244 h 756"/>
                    <a:gd name="T18" fmla="*/ 17 w 717"/>
                    <a:gd name="T19" fmla="*/ 96 h 756"/>
                    <a:gd name="T20" fmla="*/ 18 w 717"/>
                    <a:gd name="T21" fmla="*/ 615 h 756"/>
                    <a:gd name="T22" fmla="*/ 21 w 717"/>
                    <a:gd name="T23" fmla="*/ 397 h 756"/>
                    <a:gd name="T24" fmla="*/ 24 w 717"/>
                    <a:gd name="T25" fmla="*/ 519 h 756"/>
                    <a:gd name="T26" fmla="*/ 25 w 717"/>
                    <a:gd name="T27" fmla="*/ 308 h 756"/>
                    <a:gd name="T28" fmla="*/ 28 w 717"/>
                    <a:gd name="T29" fmla="*/ 442 h 756"/>
                    <a:gd name="T30" fmla="*/ 29 w 717"/>
                    <a:gd name="T31" fmla="*/ 352 h 756"/>
                    <a:gd name="T32" fmla="*/ 30 w 717"/>
                    <a:gd name="T33" fmla="*/ 384 h 756"/>
                    <a:gd name="T34" fmla="*/ 31 w 717"/>
                    <a:gd name="T35" fmla="*/ 135 h 756"/>
                    <a:gd name="T36" fmla="*/ 33 w 717"/>
                    <a:gd name="T37" fmla="*/ 301 h 756"/>
                    <a:gd name="T38" fmla="*/ 32 w 717"/>
                    <a:gd name="T39" fmla="*/ 519 h 756"/>
                    <a:gd name="T40" fmla="*/ 34 w 717"/>
                    <a:gd name="T41" fmla="*/ 679 h 756"/>
                    <a:gd name="T42" fmla="*/ 36 w 717"/>
                    <a:gd name="T43" fmla="*/ 628 h 756"/>
                    <a:gd name="T44" fmla="*/ 37 w 717"/>
                    <a:gd name="T45" fmla="*/ 480 h 756"/>
                    <a:gd name="T46" fmla="*/ 38 w 717"/>
                    <a:gd name="T47" fmla="*/ 391 h 756"/>
                    <a:gd name="T48" fmla="*/ 36 w 717"/>
                    <a:gd name="T49" fmla="*/ 506 h 756"/>
                    <a:gd name="T50" fmla="*/ 38 w 717"/>
                    <a:gd name="T51" fmla="*/ 352 h 756"/>
                    <a:gd name="T52" fmla="*/ 39 w 717"/>
                    <a:gd name="T53" fmla="*/ 455 h 756"/>
                    <a:gd name="T54" fmla="*/ 41 w 717"/>
                    <a:gd name="T55" fmla="*/ 519 h 756"/>
                    <a:gd name="T56" fmla="*/ 43 w 717"/>
                    <a:gd name="T57" fmla="*/ 410 h 756"/>
                    <a:gd name="T58" fmla="*/ 44 w 717"/>
                    <a:gd name="T59" fmla="*/ 186 h 756"/>
                    <a:gd name="T60" fmla="*/ 45 w 717"/>
                    <a:gd name="T61" fmla="*/ 231 h 756"/>
                    <a:gd name="T62" fmla="*/ 48 w 717"/>
                    <a:gd name="T63" fmla="*/ 148 h 756"/>
                    <a:gd name="T64" fmla="*/ 48 w 717"/>
                    <a:gd name="T65" fmla="*/ 301 h 756"/>
                    <a:gd name="T66" fmla="*/ 48 w 717"/>
                    <a:gd name="T67" fmla="*/ 730 h 756"/>
                    <a:gd name="T68" fmla="*/ 54 w 717"/>
                    <a:gd name="T69" fmla="*/ 0 h 756"/>
                    <a:gd name="T70" fmla="*/ 54 w 717"/>
                    <a:gd name="T71" fmla="*/ 250 h 756"/>
                    <a:gd name="T72" fmla="*/ 55 w 717"/>
                    <a:gd name="T73" fmla="*/ 333 h 756"/>
                    <a:gd name="T74" fmla="*/ 57 w 717"/>
                    <a:gd name="T75" fmla="*/ 192 h 756"/>
                    <a:gd name="T76" fmla="*/ 59 w 717"/>
                    <a:gd name="T77" fmla="*/ 340 h 756"/>
                    <a:gd name="T78" fmla="*/ 58 w 717"/>
                    <a:gd name="T79" fmla="*/ 429 h 756"/>
                    <a:gd name="T80" fmla="*/ 60 w 717"/>
                    <a:gd name="T81" fmla="*/ 461 h 756"/>
                    <a:gd name="T82" fmla="*/ 0 60000 65536"/>
                    <a:gd name="T83" fmla="*/ 0 60000 65536"/>
                    <a:gd name="T84" fmla="*/ 0 60000 65536"/>
                    <a:gd name="T85" fmla="*/ 0 60000 65536"/>
                    <a:gd name="T86" fmla="*/ 0 60000 65536"/>
                    <a:gd name="T87" fmla="*/ 0 60000 65536"/>
                    <a:gd name="T88" fmla="*/ 0 60000 65536"/>
                    <a:gd name="T89" fmla="*/ 0 60000 65536"/>
                    <a:gd name="T90" fmla="*/ 0 60000 65536"/>
                    <a:gd name="T91" fmla="*/ 0 60000 65536"/>
                    <a:gd name="T92" fmla="*/ 0 60000 65536"/>
                    <a:gd name="T93" fmla="*/ 0 60000 65536"/>
                    <a:gd name="T94" fmla="*/ 0 60000 65536"/>
                    <a:gd name="T95" fmla="*/ 0 60000 65536"/>
                    <a:gd name="T96" fmla="*/ 0 60000 65536"/>
                    <a:gd name="T97" fmla="*/ 0 60000 65536"/>
                    <a:gd name="T98" fmla="*/ 0 60000 65536"/>
                    <a:gd name="T99" fmla="*/ 0 60000 65536"/>
                    <a:gd name="T100" fmla="*/ 0 60000 65536"/>
                    <a:gd name="T101" fmla="*/ 0 60000 65536"/>
                    <a:gd name="T102" fmla="*/ 0 60000 65536"/>
                    <a:gd name="T103" fmla="*/ 0 60000 65536"/>
                    <a:gd name="T104" fmla="*/ 0 60000 65536"/>
                    <a:gd name="T105" fmla="*/ 0 60000 65536"/>
                    <a:gd name="T106" fmla="*/ 0 60000 65536"/>
                    <a:gd name="T107" fmla="*/ 0 60000 65536"/>
                    <a:gd name="T108" fmla="*/ 0 60000 65536"/>
                    <a:gd name="T109" fmla="*/ 0 60000 65536"/>
                    <a:gd name="T110" fmla="*/ 0 60000 65536"/>
                    <a:gd name="T111" fmla="*/ 0 60000 65536"/>
                    <a:gd name="T112" fmla="*/ 0 60000 65536"/>
                    <a:gd name="T113" fmla="*/ 0 60000 65536"/>
                    <a:gd name="T114" fmla="*/ 0 60000 65536"/>
                    <a:gd name="T115" fmla="*/ 0 60000 65536"/>
                    <a:gd name="T116" fmla="*/ 0 60000 65536"/>
                    <a:gd name="T117" fmla="*/ 0 60000 65536"/>
                    <a:gd name="T118" fmla="*/ 0 60000 65536"/>
                    <a:gd name="T119" fmla="*/ 0 60000 65536"/>
                    <a:gd name="T120" fmla="*/ 0 60000 65536"/>
                    <a:gd name="T121" fmla="*/ 0 60000 65536"/>
                    <a:gd name="T122" fmla="*/ 0 60000 65536"/>
                    <a:gd name="T123" fmla="*/ 0 w 717"/>
                    <a:gd name="T124" fmla="*/ 0 h 756"/>
                    <a:gd name="T125" fmla="*/ 717 w 717"/>
                    <a:gd name="T126" fmla="*/ 756 h 756"/>
                  </a:gdLst>
                  <a:ahLst/>
                  <a:cxnLst>
                    <a:cxn ang="T82">
                      <a:pos x="T0" y="T1"/>
                    </a:cxn>
                    <a:cxn ang="T83">
                      <a:pos x="T2" y="T3"/>
                    </a:cxn>
                    <a:cxn ang="T84">
                      <a:pos x="T4" y="T5"/>
                    </a:cxn>
                    <a:cxn ang="T85">
                      <a:pos x="T6" y="T7"/>
                    </a:cxn>
                    <a:cxn ang="T86">
                      <a:pos x="T8" y="T9"/>
                    </a:cxn>
                    <a:cxn ang="T87">
                      <a:pos x="T10" y="T11"/>
                    </a:cxn>
                    <a:cxn ang="T88">
                      <a:pos x="T12" y="T13"/>
                    </a:cxn>
                    <a:cxn ang="T89">
                      <a:pos x="T14" y="T15"/>
                    </a:cxn>
                    <a:cxn ang="T90">
                      <a:pos x="T16" y="T17"/>
                    </a:cxn>
                    <a:cxn ang="T91">
                      <a:pos x="T18" y="T19"/>
                    </a:cxn>
                    <a:cxn ang="T92">
                      <a:pos x="T20" y="T21"/>
                    </a:cxn>
                    <a:cxn ang="T93">
                      <a:pos x="T22" y="T23"/>
                    </a:cxn>
                    <a:cxn ang="T94">
                      <a:pos x="T24" y="T25"/>
                    </a:cxn>
                    <a:cxn ang="T95">
                      <a:pos x="T26" y="T27"/>
                    </a:cxn>
                    <a:cxn ang="T96">
                      <a:pos x="T28" y="T29"/>
                    </a:cxn>
                    <a:cxn ang="T97">
                      <a:pos x="T30" y="T31"/>
                    </a:cxn>
                    <a:cxn ang="T98">
                      <a:pos x="T32" y="T33"/>
                    </a:cxn>
                    <a:cxn ang="T99">
                      <a:pos x="T34" y="T35"/>
                    </a:cxn>
                    <a:cxn ang="T100">
                      <a:pos x="T36" y="T37"/>
                    </a:cxn>
                    <a:cxn ang="T101">
                      <a:pos x="T38" y="T39"/>
                    </a:cxn>
                    <a:cxn ang="T102">
                      <a:pos x="T40" y="T41"/>
                    </a:cxn>
                    <a:cxn ang="T103">
                      <a:pos x="T42" y="T43"/>
                    </a:cxn>
                    <a:cxn ang="T104">
                      <a:pos x="T44" y="T45"/>
                    </a:cxn>
                    <a:cxn ang="T105">
                      <a:pos x="T46" y="T47"/>
                    </a:cxn>
                    <a:cxn ang="T106">
                      <a:pos x="T48" y="T49"/>
                    </a:cxn>
                    <a:cxn ang="T107">
                      <a:pos x="T50" y="T51"/>
                    </a:cxn>
                    <a:cxn ang="T108">
                      <a:pos x="T52" y="T53"/>
                    </a:cxn>
                    <a:cxn ang="T109">
                      <a:pos x="T54" y="T55"/>
                    </a:cxn>
                    <a:cxn ang="T110">
                      <a:pos x="T56" y="T57"/>
                    </a:cxn>
                    <a:cxn ang="T111">
                      <a:pos x="T58" y="T59"/>
                    </a:cxn>
                    <a:cxn ang="T112">
                      <a:pos x="T60" y="T61"/>
                    </a:cxn>
                    <a:cxn ang="T113">
                      <a:pos x="T62" y="T63"/>
                    </a:cxn>
                    <a:cxn ang="T114">
                      <a:pos x="T64" y="T65"/>
                    </a:cxn>
                    <a:cxn ang="T115">
                      <a:pos x="T66" y="T67"/>
                    </a:cxn>
                    <a:cxn ang="T116">
                      <a:pos x="T68" y="T69"/>
                    </a:cxn>
                    <a:cxn ang="T117">
                      <a:pos x="T70" y="T71"/>
                    </a:cxn>
                    <a:cxn ang="T118">
                      <a:pos x="T72" y="T73"/>
                    </a:cxn>
                    <a:cxn ang="T119">
                      <a:pos x="T74" y="T75"/>
                    </a:cxn>
                    <a:cxn ang="T120">
                      <a:pos x="T76" y="T77"/>
                    </a:cxn>
                    <a:cxn ang="T121">
                      <a:pos x="T78" y="T79"/>
                    </a:cxn>
                    <a:cxn ang="T122">
                      <a:pos x="T80" y="T81"/>
                    </a:cxn>
                  </a:cxnLst>
                  <a:rect l="T123" t="T124" r="T125" b="T126"/>
                  <a:pathLst>
                    <a:path w="717" h="756">
                      <a:moveTo>
                        <a:pt x="0" y="756"/>
                      </a:moveTo>
                      <a:lnTo>
                        <a:pt x="52" y="167"/>
                      </a:lnTo>
                      <a:lnTo>
                        <a:pt x="64" y="384"/>
                      </a:lnTo>
                      <a:lnTo>
                        <a:pt x="90" y="103"/>
                      </a:lnTo>
                      <a:lnTo>
                        <a:pt x="116" y="519"/>
                      </a:lnTo>
                      <a:lnTo>
                        <a:pt x="135" y="487"/>
                      </a:lnTo>
                      <a:lnTo>
                        <a:pt x="135" y="359"/>
                      </a:lnTo>
                      <a:lnTo>
                        <a:pt x="167" y="71"/>
                      </a:lnTo>
                      <a:lnTo>
                        <a:pt x="192" y="244"/>
                      </a:lnTo>
                      <a:lnTo>
                        <a:pt x="205" y="96"/>
                      </a:lnTo>
                      <a:lnTo>
                        <a:pt x="218" y="615"/>
                      </a:lnTo>
                      <a:lnTo>
                        <a:pt x="244" y="397"/>
                      </a:lnTo>
                      <a:lnTo>
                        <a:pt x="282" y="519"/>
                      </a:lnTo>
                      <a:lnTo>
                        <a:pt x="308" y="308"/>
                      </a:lnTo>
                      <a:lnTo>
                        <a:pt x="333" y="442"/>
                      </a:lnTo>
                      <a:lnTo>
                        <a:pt x="346" y="352"/>
                      </a:lnTo>
                      <a:lnTo>
                        <a:pt x="365" y="384"/>
                      </a:lnTo>
                      <a:lnTo>
                        <a:pt x="378" y="135"/>
                      </a:lnTo>
                      <a:lnTo>
                        <a:pt x="391" y="301"/>
                      </a:lnTo>
                      <a:lnTo>
                        <a:pt x="384" y="519"/>
                      </a:lnTo>
                      <a:lnTo>
                        <a:pt x="404" y="679"/>
                      </a:lnTo>
                      <a:lnTo>
                        <a:pt x="429" y="628"/>
                      </a:lnTo>
                      <a:lnTo>
                        <a:pt x="442" y="480"/>
                      </a:lnTo>
                      <a:lnTo>
                        <a:pt x="455" y="391"/>
                      </a:lnTo>
                      <a:lnTo>
                        <a:pt x="436" y="506"/>
                      </a:lnTo>
                      <a:lnTo>
                        <a:pt x="461" y="352"/>
                      </a:lnTo>
                      <a:lnTo>
                        <a:pt x="474" y="455"/>
                      </a:lnTo>
                      <a:lnTo>
                        <a:pt x="493" y="519"/>
                      </a:lnTo>
                      <a:lnTo>
                        <a:pt x="512" y="410"/>
                      </a:lnTo>
                      <a:lnTo>
                        <a:pt x="532" y="186"/>
                      </a:lnTo>
                      <a:lnTo>
                        <a:pt x="544" y="231"/>
                      </a:lnTo>
                      <a:lnTo>
                        <a:pt x="570" y="148"/>
                      </a:lnTo>
                      <a:lnTo>
                        <a:pt x="576" y="301"/>
                      </a:lnTo>
                      <a:lnTo>
                        <a:pt x="576" y="730"/>
                      </a:lnTo>
                      <a:lnTo>
                        <a:pt x="647" y="0"/>
                      </a:lnTo>
                      <a:lnTo>
                        <a:pt x="647" y="250"/>
                      </a:lnTo>
                      <a:lnTo>
                        <a:pt x="660" y="333"/>
                      </a:lnTo>
                      <a:lnTo>
                        <a:pt x="685" y="192"/>
                      </a:lnTo>
                      <a:lnTo>
                        <a:pt x="711" y="340"/>
                      </a:lnTo>
                      <a:lnTo>
                        <a:pt x="698" y="429"/>
                      </a:lnTo>
                      <a:lnTo>
                        <a:pt x="717" y="461"/>
                      </a:lnTo>
                    </a:path>
                  </a:pathLst>
                </a:custGeom>
                <a:noFill/>
                <a:ln w="9525">
                  <a:solidFill>
                    <a:srgbClr val="FF0000"/>
                  </a:solidFill>
                  <a:round/>
                  <a:headEnd/>
                  <a:tailEnd/>
                </a:ln>
              </p:spPr>
              <p:txBody>
                <a:bodyPr/>
                <a:lstStyle/>
                <a:p>
                  <a:endParaRPr lang="en-GB" sz="1600"/>
                </a:p>
              </p:txBody>
            </p:sp>
            <p:sp>
              <p:nvSpPr>
                <p:cNvPr id="14482" name="Freeform 287"/>
                <p:cNvSpPr>
                  <a:spLocks/>
                </p:cNvSpPr>
                <p:nvPr/>
              </p:nvSpPr>
              <p:spPr bwMode="auto">
                <a:xfrm flipH="1" flipV="1">
                  <a:off x="3770" y="1145"/>
                  <a:ext cx="313" cy="756"/>
                </a:xfrm>
                <a:custGeom>
                  <a:avLst/>
                  <a:gdLst>
                    <a:gd name="T0" fmla="*/ 0 w 717"/>
                    <a:gd name="T1" fmla="*/ 756 h 756"/>
                    <a:gd name="T2" fmla="*/ 4 w 717"/>
                    <a:gd name="T3" fmla="*/ 167 h 756"/>
                    <a:gd name="T4" fmla="*/ 5 w 717"/>
                    <a:gd name="T5" fmla="*/ 384 h 756"/>
                    <a:gd name="T6" fmla="*/ 7 w 717"/>
                    <a:gd name="T7" fmla="*/ 103 h 756"/>
                    <a:gd name="T8" fmla="*/ 10 w 717"/>
                    <a:gd name="T9" fmla="*/ 519 h 756"/>
                    <a:gd name="T10" fmla="*/ 11 w 717"/>
                    <a:gd name="T11" fmla="*/ 487 h 756"/>
                    <a:gd name="T12" fmla="*/ 11 w 717"/>
                    <a:gd name="T13" fmla="*/ 359 h 756"/>
                    <a:gd name="T14" fmla="*/ 14 w 717"/>
                    <a:gd name="T15" fmla="*/ 71 h 756"/>
                    <a:gd name="T16" fmla="*/ 16 w 717"/>
                    <a:gd name="T17" fmla="*/ 244 h 756"/>
                    <a:gd name="T18" fmla="*/ 17 w 717"/>
                    <a:gd name="T19" fmla="*/ 96 h 756"/>
                    <a:gd name="T20" fmla="*/ 18 w 717"/>
                    <a:gd name="T21" fmla="*/ 615 h 756"/>
                    <a:gd name="T22" fmla="*/ 21 w 717"/>
                    <a:gd name="T23" fmla="*/ 397 h 756"/>
                    <a:gd name="T24" fmla="*/ 24 w 717"/>
                    <a:gd name="T25" fmla="*/ 519 h 756"/>
                    <a:gd name="T26" fmla="*/ 25 w 717"/>
                    <a:gd name="T27" fmla="*/ 308 h 756"/>
                    <a:gd name="T28" fmla="*/ 28 w 717"/>
                    <a:gd name="T29" fmla="*/ 442 h 756"/>
                    <a:gd name="T30" fmla="*/ 29 w 717"/>
                    <a:gd name="T31" fmla="*/ 352 h 756"/>
                    <a:gd name="T32" fmla="*/ 30 w 717"/>
                    <a:gd name="T33" fmla="*/ 384 h 756"/>
                    <a:gd name="T34" fmla="*/ 31 w 717"/>
                    <a:gd name="T35" fmla="*/ 135 h 756"/>
                    <a:gd name="T36" fmla="*/ 33 w 717"/>
                    <a:gd name="T37" fmla="*/ 301 h 756"/>
                    <a:gd name="T38" fmla="*/ 32 w 717"/>
                    <a:gd name="T39" fmla="*/ 519 h 756"/>
                    <a:gd name="T40" fmla="*/ 34 w 717"/>
                    <a:gd name="T41" fmla="*/ 679 h 756"/>
                    <a:gd name="T42" fmla="*/ 36 w 717"/>
                    <a:gd name="T43" fmla="*/ 628 h 756"/>
                    <a:gd name="T44" fmla="*/ 37 w 717"/>
                    <a:gd name="T45" fmla="*/ 480 h 756"/>
                    <a:gd name="T46" fmla="*/ 38 w 717"/>
                    <a:gd name="T47" fmla="*/ 391 h 756"/>
                    <a:gd name="T48" fmla="*/ 36 w 717"/>
                    <a:gd name="T49" fmla="*/ 506 h 756"/>
                    <a:gd name="T50" fmla="*/ 38 w 717"/>
                    <a:gd name="T51" fmla="*/ 352 h 756"/>
                    <a:gd name="T52" fmla="*/ 39 w 717"/>
                    <a:gd name="T53" fmla="*/ 455 h 756"/>
                    <a:gd name="T54" fmla="*/ 41 w 717"/>
                    <a:gd name="T55" fmla="*/ 519 h 756"/>
                    <a:gd name="T56" fmla="*/ 43 w 717"/>
                    <a:gd name="T57" fmla="*/ 410 h 756"/>
                    <a:gd name="T58" fmla="*/ 44 w 717"/>
                    <a:gd name="T59" fmla="*/ 186 h 756"/>
                    <a:gd name="T60" fmla="*/ 45 w 717"/>
                    <a:gd name="T61" fmla="*/ 231 h 756"/>
                    <a:gd name="T62" fmla="*/ 48 w 717"/>
                    <a:gd name="T63" fmla="*/ 148 h 756"/>
                    <a:gd name="T64" fmla="*/ 48 w 717"/>
                    <a:gd name="T65" fmla="*/ 301 h 756"/>
                    <a:gd name="T66" fmla="*/ 48 w 717"/>
                    <a:gd name="T67" fmla="*/ 730 h 756"/>
                    <a:gd name="T68" fmla="*/ 54 w 717"/>
                    <a:gd name="T69" fmla="*/ 0 h 756"/>
                    <a:gd name="T70" fmla="*/ 54 w 717"/>
                    <a:gd name="T71" fmla="*/ 250 h 756"/>
                    <a:gd name="T72" fmla="*/ 55 w 717"/>
                    <a:gd name="T73" fmla="*/ 333 h 756"/>
                    <a:gd name="T74" fmla="*/ 57 w 717"/>
                    <a:gd name="T75" fmla="*/ 192 h 756"/>
                    <a:gd name="T76" fmla="*/ 59 w 717"/>
                    <a:gd name="T77" fmla="*/ 340 h 756"/>
                    <a:gd name="T78" fmla="*/ 58 w 717"/>
                    <a:gd name="T79" fmla="*/ 429 h 756"/>
                    <a:gd name="T80" fmla="*/ 60 w 717"/>
                    <a:gd name="T81" fmla="*/ 461 h 756"/>
                    <a:gd name="T82" fmla="*/ 0 60000 65536"/>
                    <a:gd name="T83" fmla="*/ 0 60000 65536"/>
                    <a:gd name="T84" fmla="*/ 0 60000 65536"/>
                    <a:gd name="T85" fmla="*/ 0 60000 65536"/>
                    <a:gd name="T86" fmla="*/ 0 60000 65536"/>
                    <a:gd name="T87" fmla="*/ 0 60000 65536"/>
                    <a:gd name="T88" fmla="*/ 0 60000 65536"/>
                    <a:gd name="T89" fmla="*/ 0 60000 65536"/>
                    <a:gd name="T90" fmla="*/ 0 60000 65536"/>
                    <a:gd name="T91" fmla="*/ 0 60000 65536"/>
                    <a:gd name="T92" fmla="*/ 0 60000 65536"/>
                    <a:gd name="T93" fmla="*/ 0 60000 65536"/>
                    <a:gd name="T94" fmla="*/ 0 60000 65536"/>
                    <a:gd name="T95" fmla="*/ 0 60000 65536"/>
                    <a:gd name="T96" fmla="*/ 0 60000 65536"/>
                    <a:gd name="T97" fmla="*/ 0 60000 65536"/>
                    <a:gd name="T98" fmla="*/ 0 60000 65536"/>
                    <a:gd name="T99" fmla="*/ 0 60000 65536"/>
                    <a:gd name="T100" fmla="*/ 0 60000 65536"/>
                    <a:gd name="T101" fmla="*/ 0 60000 65536"/>
                    <a:gd name="T102" fmla="*/ 0 60000 65536"/>
                    <a:gd name="T103" fmla="*/ 0 60000 65536"/>
                    <a:gd name="T104" fmla="*/ 0 60000 65536"/>
                    <a:gd name="T105" fmla="*/ 0 60000 65536"/>
                    <a:gd name="T106" fmla="*/ 0 60000 65536"/>
                    <a:gd name="T107" fmla="*/ 0 60000 65536"/>
                    <a:gd name="T108" fmla="*/ 0 60000 65536"/>
                    <a:gd name="T109" fmla="*/ 0 60000 65536"/>
                    <a:gd name="T110" fmla="*/ 0 60000 65536"/>
                    <a:gd name="T111" fmla="*/ 0 60000 65536"/>
                    <a:gd name="T112" fmla="*/ 0 60000 65536"/>
                    <a:gd name="T113" fmla="*/ 0 60000 65536"/>
                    <a:gd name="T114" fmla="*/ 0 60000 65536"/>
                    <a:gd name="T115" fmla="*/ 0 60000 65536"/>
                    <a:gd name="T116" fmla="*/ 0 60000 65536"/>
                    <a:gd name="T117" fmla="*/ 0 60000 65536"/>
                    <a:gd name="T118" fmla="*/ 0 60000 65536"/>
                    <a:gd name="T119" fmla="*/ 0 60000 65536"/>
                    <a:gd name="T120" fmla="*/ 0 60000 65536"/>
                    <a:gd name="T121" fmla="*/ 0 60000 65536"/>
                    <a:gd name="T122" fmla="*/ 0 60000 65536"/>
                    <a:gd name="T123" fmla="*/ 0 w 717"/>
                    <a:gd name="T124" fmla="*/ 0 h 756"/>
                    <a:gd name="T125" fmla="*/ 717 w 717"/>
                    <a:gd name="T126" fmla="*/ 756 h 756"/>
                  </a:gdLst>
                  <a:ahLst/>
                  <a:cxnLst>
                    <a:cxn ang="T82">
                      <a:pos x="T0" y="T1"/>
                    </a:cxn>
                    <a:cxn ang="T83">
                      <a:pos x="T2" y="T3"/>
                    </a:cxn>
                    <a:cxn ang="T84">
                      <a:pos x="T4" y="T5"/>
                    </a:cxn>
                    <a:cxn ang="T85">
                      <a:pos x="T6" y="T7"/>
                    </a:cxn>
                    <a:cxn ang="T86">
                      <a:pos x="T8" y="T9"/>
                    </a:cxn>
                    <a:cxn ang="T87">
                      <a:pos x="T10" y="T11"/>
                    </a:cxn>
                    <a:cxn ang="T88">
                      <a:pos x="T12" y="T13"/>
                    </a:cxn>
                    <a:cxn ang="T89">
                      <a:pos x="T14" y="T15"/>
                    </a:cxn>
                    <a:cxn ang="T90">
                      <a:pos x="T16" y="T17"/>
                    </a:cxn>
                    <a:cxn ang="T91">
                      <a:pos x="T18" y="T19"/>
                    </a:cxn>
                    <a:cxn ang="T92">
                      <a:pos x="T20" y="T21"/>
                    </a:cxn>
                    <a:cxn ang="T93">
                      <a:pos x="T22" y="T23"/>
                    </a:cxn>
                    <a:cxn ang="T94">
                      <a:pos x="T24" y="T25"/>
                    </a:cxn>
                    <a:cxn ang="T95">
                      <a:pos x="T26" y="T27"/>
                    </a:cxn>
                    <a:cxn ang="T96">
                      <a:pos x="T28" y="T29"/>
                    </a:cxn>
                    <a:cxn ang="T97">
                      <a:pos x="T30" y="T31"/>
                    </a:cxn>
                    <a:cxn ang="T98">
                      <a:pos x="T32" y="T33"/>
                    </a:cxn>
                    <a:cxn ang="T99">
                      <a:pos x="T34" y="T35"/>
                    </a:cxn>
                    <a:cxn ang="T100">
                      <a:pos x="T36" y="T37"/>
                    </a:cxn>
                    <a:cxn ang="T101">
                      <a:pos x="T38" y="T39"/>
                    </a:cxn>
                    <a:cxn ang="T102">
                      <a:pos x="T40" y="T41"/>
                    </a:cxn>
                    <a:cxn ang="T103">
                      <a:pos x="T42" y="T43"/>
                    </a:cxn>
                    <a:cxn ang="T104">
                      <a:pos x="T44" y="T45"/>
                    </a:cxn>
                    <a:cxn ang="T105">
                      <a:pos x="T46" y="T47"/>
                    </a:cxn>
                    <a:cxn ang="T106">
                      <a:pos x="T48" y="T49"/>
                    </a:cxn>
                    <a:cxn ang="T107">
                      <a:pos x="T50" y="T51"/>
                    </a:cxn>
                    <a:cxn ang="T108">
                      <a:pos x="T52" y="T53"/>
                    </a:cxn>
                    <a:cxn ang="T109">
                      <a:pos x="T54" y="T55"/>
                    </a:cxn>
                    <a:cxn ang="T110">
                      <a:pos x="T56" y="T57"/>
                    </a:cxn>
                    <a:cxn ang="T111">
                      <a:pos x="T58" y="T59"/>
                    </a:cxn>
                    <a:cxn ang="T112">
                      <a:pos x="T60" y="T61"/>
                    </a:cxn>
                    <a:cxn ang="T113">
                      <a:pos x="T62" y="T63"/>
                    </a:cxn>
                    <a:cxn ang="T114">
                      <a:pos x="T64" y="T65"/>
                    </a:cxn>
                    <a:cxn ang="T115">
                      <a:pos x="T66" y="T67"/>
                    </a:cxn>
                    <a:cxn ang="T116">
                      <a:pos x="T68" y="T69"/>
                    </a:cxn>
                    <a:cxn ang="T117">
                      <a:pos x="T70" y="T71"/>
                    </a:cxn>
                    <a:cxn ang="T118">
                      <a:pos x="T72" y="T73"/>
                    </a:cxn>
                    <a:cxn ang="T119">
                      <a:pos x="T74" y="T75"/>
                    </a:cxn>
                    <a:cxn ang="T120">
                      <a:pos x="T76" y="T77"/>
                    </a:cxn>
                    <a:cxn ang="T121">
                      <a:pos x="T78" y="T79"/>
                    </a:cxn>
                    <a:cxn ang="T122">
                      <a:pos x="T80" y="T81"/>
                    </a:cxn>
                  </a:cxnLst>
                  <a:rect l="T123" t="T124" r="T125" b="T126"/>
                  <a:pathLst>
                    <a:path w="717" h="756">
                      <a:moveTo>
                        <a:pt x="0" y="756"/>
                      </a:moveTo>
                      <a:lnTo>
                        <a:pt x="52" y="167"/>
                      </a:lnTo>
                      <a:lnTo>
                        <a:pt x="64" y="384"/>
                      </a:lnTo>
                      <a:lnTo>
                        <a:pt x="90" y="103"/>
                      </a:lnTo>
                      <a:lnTo>
                        <a:pt x="116" y="519"/>
                      </a:lnTo>
                      <a:lnTo>
                        <a:pt x="135" y="487"/>
                      </a:lnTo>
                      <a:lnTo>
                        <a:pt x="135" y="359"/>
                      </a:lnTo>
                      <a:lnTo>
                        <a:pt x="167" y="71"/>
                      </a:lnTo>
                      <a:lnTo>
                        <a:pt x="192" y="244"/>
                      </a:lnTo>
                      <a:lnTo>
                        <a:pt x="205" y="96"/>
                      </a:lnTo>
                      <a:lnTo>
                        <a:pt x="218" y="615"/>
                      </a:lnTo>
                      <a:lnTo>
                        <a:pt x="244" y="397"/>
                      </a:lnTo>
                      <a:lnTo>
                        <a:pt x="282" y="519"/>
                      </a:lnTo>
                      <a:lnTo>
                        <a:pt x="308" y="308"/>
                      </a:lnTo>
                      <a:lnTo>
                        <a:pt x="333" y="442"/>
                      </a:lnTo>
                      <a:lnTo>
                        <a:pt x="346" y="352"/>
                      </a:lnTo>
                      <a:lnTo>
                        <a:pt x="365" y="384"/>
                      </a:lnTo>
                      <a:lnTo>
                        <a:pt x="378" y="135"/>
                      </a:lnTo>
                      <a:lnTo>
                        <a:pt x="391" y="301"/>
                      </a:lnTo>
                      <a:lnTo>
                        <a:pt x="384" y="519"/>
                      </a:lnTo>
                      <a:lnTo>
                        <a:pt x="404" y="679"/>
                      </a:lnTo>
                      <a:lnTo>
                        <a:pt x="429" y="628"/>
                      </a:lnTo>
                      <a:lnTo>
                        <a:pt x="442" y="480"/>
                      </a:lnTo>
                      <a:lnTo>
                        <a:pt x="455" y="391"/>
                      </a:lnTo>
                      <a:lnTo>
                        <a:pt x="436" y="506"/>
                      </a:lnTo>
                      <a:lnTo>
                        <a:pt x="461" y="352"/>
                      </a:lnTo>
                      <a:lnTo>
                        <a:pt x="474" y="455"/>
                      </a:lnTo>
                      <a:lnTo>
                        <a:pt x="493" y="519"/>
                      </a:lnTo>
                      <a:lnTo>
                        <a:pt x="512" y="410"/>
                      </a:lnTo>
                      <a:lnTo>
                        <a:pt x="532" y="186"/>
                      </a:lnTo>
                      <a:lnTo>
                        <a:pt x="544" y="231"/>
                      </a:lnTo>
                      <a:lnTo>
                        <a:pt x="570" y="148"/>
                      </a:lnTo>
                      <a:lnTo>
                        <a:pt x="576" y="301"/>
                      </a:lnTo>
                      <a:lnTo>
                        <a:pt x="576" y="730"/>
                      </a:lnTo>
                      <a:lnTo>
                        <a:pt x="647" y="0"/>
                      </a:lnTo>
                      <a:lnTo>
                        <a:pt x="647" y="250"/>
                      </a:lnTo>
                      <a:lnTo>
                        <a:pt x="660" y="333"/>
                      </a:lnTo>
                      <a:lnTo>
                        <a:pt x="685" y="192"/>
                      </a:lnTo>
                      <a:lnTo>
                        <a:pt x="711" y="340"/>
                      </a:lnTo>
                      <a:lnTo>
                        <a:pt x="698" y="429"/>
                      </a:lnTo>
                      <a:lnTo>
                        <a:pt x="717" y="461"/>
                      </a:lnTo>
                    </a:path>
                  </a:pathLst>
                </a:custGeom>
                <a:noFill/>
                <a:ln w="9525">
                  <a:solidFill>
                    <a:srgbClr val="FF0000"/>
                  </a:solidFill>
                  <a:round/>
                  <a:headEnd/>
                  <a:tailEnd/>
                </a:ln>
              </p:spPr>
              <p:txBody>
                <a:bodyPr/>
                <a:lstStyle/>
                <a:p>
                  <a:endParaRPr lang="en-GB" sz="1600"/>
                </a:p>
              </p:txBody>
            </p:sp>
            <p:sp>
              <p:nvSpPr>
                <p:cNvPr id="14483" name="Freeform 288"/>
                <p:cNvSpPr>
                  <a:spLocks/>
                </p:cNvSpPr>
                <p:nvPr/>
              </p:nvSpPr>
              <p:spPr bwMode="auto">
                <a:xfrm flipH="1">
                  <a:off x="4077" y="1119"/>
                  <a:ext cx="313" cy="756"/>
                </a:xfrm>
                <a:custGeom>
                  <a:avLst/>
                  <a:gdLst>
                    <a:gd name="T0" fmla="*/ 0 w 717"/>
                    <a:gd name="T1" fmla="*/ 756 h 756"/>
                    <a:gd name="T2" fmla="*/ 4 w 717"/>
                    <a:gd name="T3" fmla="*/ 167 h 756"/>
                    <a:gd name="T4" fmla="*/ 5 w 717"/>
                    <a:gd name="T5" fmla="*/ 384 h 756"/>
                    <a:gd name="T6" fmla="*/ 7 w 717"/>
                    <a:gd name="T7" fmla="*/ 103 h 756"/>
                    <a:gd name="T8" fmla="*/ 10 w 717"/>
                    <a:gd name="T9" fmla="*/ 519 h 756"/>
                    <a:gd name="T10" fmla="*/ 11 w 717"/>
                    <a:gd name="T11" fmla="*/ 487 h 756"/>
                    <a:gd name="T12" fmla="*/ 11 w 717"/>
                    <a:gd name="T13" fmla="*/ 359 h 756"/>
                    <a:gd name="T14" fmla="*/ 14 w 717"/>
                    <a:gd name="T15" fmla="*/ 71 h 756"/>
                    <a:gd name="T16" fmla="*/ 16 w 717"/>
                    <a:gd name="T17" fmla="*/ 244 h 756"/>
                    <a:gd name="T18" fmla="*/ 17 w 717"/>
                    <a:gd name="T19" fmla="*/ 96 h 756"/>
                    <a:gd name="T20" fmla="*/ 18 w 717"/>
                    <a:gd name="T21" fmla="*/ 615 h 756"/>
                    <a:gd name="T22" fmla="*/ 21 w 717"/>
                    <a:gd name="T23" fmla="*/ 397 h 756"/>
                    <a:gd name="T24" fmla="*/ 24 w 717"/>
                    <a:gd name="T25" fmla="*/ 519 h 756"/>
                    <a:gd name="T26" fmla="*/ 25 w 717"/>
                    <a:gd name="T27" fmla="*/ 308 h 756"/>
                    <a:gd name="T28" fmla="*/ 28 w 717"/>
                    <a:gd name="T29" fmla="*/ 442 h 756"/>
                    <a:gd name="T30" fmla="*/ 29 w 717"/>
                    <a:gd name="T31" fmla="*/ 352 h 756"/>
                    <a:gd name="T32" fmla="*/ 30 w 717"/>
                    <a:gd name="T33" fmla="*/ 384 h 756"/>
                    <a:gd name="T34" fmla="*/ 31 w 717"/>
                    <a:gd name="T35" fmla="*/ 135 h 756"/>
                    <a:gd name="T36" fmla="*/ 33 w 717"/>
                    <a:gd name="T37" fmla="*/ 301 h 756"/>
                    <a:gd name="T38" fmla="*/ 32 w 717"/>
                    <a:gd name="T39" fmla="*/ 519 h 756"/>
                    <a:gd name="T40" fmla="*/ 34 w 717"/>
                    <a:gd name="T41" fmla="*/ 679 h 756"/>
                    <a:gd name="T42" fmla="*/ 36 w 717"/>
                    <a:gd name="T43" fmla="*/ 628 h 756"/>
                    <a:gd name="T44" fmla="*/ 37 w 717"/>
                    <a:gd name="T45" fmla="*/ 480 h 756"/>
                    <a:gd name="T46" fmla="*/ 38 w 717"/>
                    <a:gd name="T47" fmla="*/ 391 h 756"/>
                    <a:gd name="T48" fmla="*/ 36 w 717"/>
                    <a:gd name="T49" fmla="*/ 506 h 756"/>
                    <a:gd name="T50" fmla="*/ 38 w 717"/>
                    <a:gd name="T51" fmla="*/ 352 h 756"/>
                    <a:gd name="T52" fmla="*/ 39 w 717"/>
                    <a:gd name="T53" fmla="*/ 455 h 756"/>
                    <a:gd name="T54" fmla="*/ 41 w 717"/>
                    <a:gd name="T55" fmla="*/ 519 h 756"/>
                    <a:gd name="T56" fmla="*/ 43 w 717"/>
                    <a:gd name="T57" fmla="*/ 410 h 756"/>
                    <a:gd name="T58" fmla="*/ 44 w 717"/>
                    <a:gd name="T59" fmla="*/ 186 h 756"/>
                    <a:gd name="T60" fmla="*/ 45 w 717"/>
                    <a:gd name="T61" fmla="*/ 231 h 756"/>
                    <a:gd name="T62" fmla="*/ 48 w 717"/>
                    <a:gd name="T63" fmla="*/ 148 h 756"/>
                    <a:gd name="T64" fmla="*/ 48 w 717"/>
                    <a:gd name="T65" fmla="*/ 301 h 756"/>
                    <a:gd name="T66" fmla="*/ 48 w 717"/>
                    <a:gd name="T67" fmla="*/ 730 h 756"/>
                    <a:gd name="T68" fmla="*/ 54 w 717"/>
                    <a:gd name="T69" fmla="*/ 0 h 756"/>
                    <a:gd name="T70" fmla="*/ 54 w 717"/>
                    <a:gd name="T71" fmla="*/ 250 h 756"/>
                    <a:gd name="T72" fmla="*/ 55 w 717"/>
                    <a:gd name="T73" fmla="*/ 333 h 756"/>
                    <a:gd name="T74" fmla="*/ 57 w 717"/>
                    <a:gd name="T75" fmla="*/ 192 h 756"/>
                    <a:gd name="T76" fmla="*/ 59 w 717"/>
                    <a:gd name="T77" fmla="*/ 340 h 756"/>
                    <a:gd name="T78" fmla="*/ 58 w 717"/>
                    <a:gd name="T79" fmla="*/ 429 h 756"/>
                    <a:gd name="T80" fmla="*/ 60 w 717"/>
                    <a:gd name="T81" fmla="*/ 461 h 756"/>
                    <a:gd name="T82" fmla="*/ 0 60000 65536"/>
                    <a:gd name="T83" fmla="*/ 0 60000 65536"/>
                    <a:gd name="T84" fmla="*/ 0 60000 65536"/>
                    <a:gd name="T85" fmla="*/ 0 60000 65536"/>
                    <a:gd name="T86" fmla="*/ 0 60000 65536"/>
                    <a:gd name="T87" fmla="*/ 0 60000 65536"/>
                    <a:gd name="T88" fmla="*/ 0 60000 65536"/>
                    <a:gd name="T89" fmla="*/ 0 60000 65536"/>
                    <a:gd name="T90" fmla="*/ 0 60000 65536"/>
                    <a:gd name="T91" fmla="*/ 0 60000 65536"/>
                    <a:gd name="T92" fmla="*/ 0 60000 65536"/>
                    <a:gd name="T93" fmla="*/ 0 60000 65536"/>
                    <a:gd name="T94" fmla="*/ 0 60000 65536"/>
                    <a:gd name="T95" fmla="*/ 0 60000 65536"/>
                    <a:gd name="T96" fmla="*/ 0 60000 65536"/>
                    <a:gd name="T97" fmla="*/ 0 60000 65536"/>
                    <a:gd name="T98" fmla="*/ 0 60000 65536"/>
                    <a:gd name="T99" fmla="*/ 0 60000 65536"/>
                    <a:gd name="T100" fmla="*/ 0 60000 65536"/>
                    <a:gd name="T101" fmla="*/ 0 60000 65536"/>
                    <a:gd name="T102" fmla="*/ 0 60000 65536"/>
                    <a:gd name="T103" fmla="*/ 0 60000 65536"/>
                    <a:gd name="T104" fmla="*/ 0 60000 65536"/>
                    <a:gd name="T105" fmla="*/ 0 60000 65536"/>
                    <a:gd name="T106" fmla="*/ 0 60000 65536"/>
                    <a:gd name="T107" fmla="*/ 0 60000 65536"/>
                    <a:gd name="T108" fmla="*/ 0 60000 65536"/>
                    <a:gd name="T109" fmla="*/ 0 60000 65536"/>
                    <a:gd name="T110" fmla="*/ 0 60000 65536"/>
                    <a:gd name="T111" fmla="*/ 0 60000 65536"/>
                    <a:gd name="T112" fmla="*/ 0 60000 65536"/>
                    <a:gd name="T113" fmla="*/ 0 60000 65536"/>
                    <a:gd name="T114" fmla="*/ 0 60000 65536"/>
                    <a:gd name="T115" fmla="*/ 0 60000 65536"/>
                    <a:gd name="T116" fmla="*/ 0 60000 65536"/>
                    <a:gd name="T117" fmla="*/ 0 60000 65536"/>
                    <a:gd name="T118" fmla="*/ 0 60000 65536"/>
                    <a:gd name="T119" fmla="*/ 0 60000 65536"/>
                    <a:gd name="T120" fmla="*/ 0 60000 65536"/>
                    <a:gd name="T121" fmla="*/ 0 60000 65536"/>
                    <a:gd name="T122" fmla="*/ 0 60000 65536"/>
                    <a:gd name="T123" fmla="*/ 0 w 717"/>
                    <a:gd name="T124" fmla="*/ 0 h 756"/>
                    <a:gd name="T125" fmla="*/ 717 w 717"/>
                    <a:gd name="T126" fmla="*/ 756 h 756"/>
                  </a:gdLst>
                  <a:ahLst/>
                  <a:cxnLst>
                    <a:cxn ang="T82">
                      <a:pos x="T0" y="T1"/>
                    </a:cxn>
                    <a:cxn ang="T83">
                      <a:pos x="T2" y="T3"/>
                    </a:cxn>
                    <a:cxn ang="T84">
                      <a:pos x="T4" y="T5"/>
                    </a:cxn>
                    <a:cxn ang="T85">
                      <a:pos x="T6" y="T7"/>
                    </a:cxn>
                    <a:cxn ang="T86">
                      <a:pos x="T8" y="T9"/>
                    </a:cxn>
                    <a:cxn ang="T87">
                      <a:pos x="T10" y="T11"/>
                    </a:cxn>
                    <a:cxn ang="T88">
                      <a:pos x="T12" y="T13"/>
                    </a:cxn>
                    <a:cxn ang="T89">
                      <a:pos x="T14" y="T15"/>
                    </a:cxn>
                    <a:cxn ang="T90">
                      <a:pos x="T16" y="T17"/>
                    </a:cxn>
                    <a:cxn ang="T91">
                      <a:pos x="T18" y="T19"/>
                    </a:cxn>
                    <a:cxn ang="T92">
                      <a:pos x="T20" y="T21"/>
                    </a:cxn>
                    <a:cxn ang="T93">
                      <a:pos x="T22" y="T23"/>
                    </a:cxn>
                    <a:cxn ang="T94">
                      <a:pos x="T24" y="T25"/>
                    </a:cxn>
                    <a:cxn ang="T95">
                      <a:pos x="T26" y="T27"/>
                    </a:cxn>
                    <a:cxn ang="T96">
                      <a:pos x="T28" y="T29"/>
                    </a:cxn>
                    <a:cxn ang="T97">
                      <a:pos x="T30" y="T31"/>
                    </a:cxn>
                    <a:cxn ang="T98">
                      <a:pos x="T32" y="T33"/>
                    </a:cxn>
                    <a:cxn ang="T99">
                      <a:pos x="T34" y="T35"/>
                    </a:cxn>
                    <a:cxn ang="T100">
                      <a:pos x="T36" y="T37"/>
                    </a:cxn>
                    <a:cxn ang="T101">
                      <a:pos x="T38" y="T39"/>
                    </a:cxn>
                    <a:cxn ang="T102">
                      <a:pos x="T40" y="T41"/>
                    </a:cxn>
                    <a:cxn ang="T103">
                      <a:pos x="T42" y="T43"/>
                    </a:cxn>
                    <a:cxn ang="T104">
                      <a:pos x="T44" y="T45"/>
                    </a:cxn>
                    <a:cxn ang="T105">
                      <a:pos x="T46" y="T47"/>
                    </a:cxn>
                    <a:cxn ang="T106">
                      <a:pos x="T48" y="T49"/>
                    </a:cxn>
                    <a:cxn ang="T107">
                      <a:pos x="T50" y="T51"/>
                    </a:cxn>
                    <a:cxn ang="T108">
                      <a:pos x="T52" y="T53"/>
                    </a:cxn>
                    <a:cxn ang="T109">
                      <a:pos x="T54" y="T55"/>
                    </a:cxn>
                    <a:cxn ang="T110">
                      <a:pos x="T56" y="T57"/>
                    </a:cxn>
                    <a:cxn ang="T111">
                      <a:pos x="T58" y="T59"/>
                    </a:cxn>
                    <a:cxn ang="T112">
                      <a:pos x="T60" y="T61"/>
                    </a:cxn>
                    <a:cxn ang="T113">
                      <a:pos x="T62" y="T63"/>
                    </a:cxn>
                    <a:cxn ang="T114">
                      <a:pos x="T64" y="T65"/>
                    </a:cxn>
                    <a:cxn ang="T115">
                      <a:pos x="T66" y="T67"/>
                    </a:cxn>
                    <a:cxn ang="T116">
                      <a:pos x="T68" y="T69"/>
                    </a:cxn>
                    <a:cxn ang="T117">
                      <a:pos x="T70" y="T71"/>
                    </a:cxn>
                    <a:cxn ang="T118">
                      <a:pos x="T72" y="T73"/>
                    </a:cxn>
                    <a:cxn ang="T119">
                      <a:pos x="T74" y="T75"/>
                    </a:cxn>
                    <a:cxn ang="T120">
                      <a:pos x="T76" y="T77"/>
                    </a:cxn>
                    <a:cxn ang="T121">
                      <a:pos x="T78" y="T79"/>
                    </a:cxn>
                    <a:cxn ang="T122">
                      <a:pos x="T80" y="T81"/>
                    </a:cxn>
                  </a:cxnLst>
                  <a:rect l="T123" t="T124" r="T125" b="T126"/>
                  <a:pathLst>
                    <a:path w="717" h="756">
                      <a:moveTo>
                        <a:pt x="0" y="756"/>
                      </a:moveTo>
                      <a:lnTo>
                        <a:pt x="52" y="167"/>
                      </a:lnTo>
                      <a:lnTo>
                        <a:pt x="64" y="384"/>
                      </a:lnTo>
                      <a:lnTo>
                        <a:pt x="90" y="103"/>
                      </a:lnTo>
                      <a:lnTo>
                        <a:pt x="116" y="519"/>
                      </a:lnTo>
                      <a:lnTo>
                        <a:pt x="135" y="487"/>
                      </a:lnTo>
                      <a:lnTo>
                        <a:pt x="135" y="359"/>
                      </a:lnTo>
                      <a:lnTo>
                        <a:pt x="167" y="71"/>
                      </a:lnTo>
                      <a:lnTo>
                        <a:pt x="192" y="244"/>
                      </a:lnTo>
                      <a:lnTo>
                        <a:pt x="205" y="96"/>
                      </a:lnTo>
                      <a:lnTo>
                        <a:pt x="218" y="615"/>
                      </a:lnTo>
                      <a:lnTo>
                        <a:pt x="244" y="397"/>
                      </a:lnTo>
                      <a:lnTo>
                        <a:pt x="282" y="519"/>
                      </a:lnTo>
                      <a:lnTo>
                        <a:pt x="308" y="308"/>
                      </a:lnTo>
                      <a:lnTo>
                        <a:pt x="333" y="442"/>
                      </a:lnTo>
                      <a:lnTo>
                        <a:pt x="346" y="352"/>
                      </a:lnTo>
                      <a:lnTo>
                        <a:pt x="365" y="384"/>
                      </a:lnTo>
                      <a:lnTo>
                        <a:pt x="378" y="135"/>
                      </a:lnTo>
                      <a:lnTo>
                        <a:pt x="391" y="301"/>
                      </a:lnTo>
                      <a:lnTo>
                        <a:pt x="384" y="519"/>
                      </a:lnTo>
                      <a:lnTo>
                        <a:pt x="404" y="679"/>
                      </a:lnTo>
                      <a:lnTo>
                        <a:pt x="429" y="628"/>
                      </a:lnTo>
                      <a:lnTo>
                        <a:pt x="442" y="480"/>
                      </a:lnTo>
                      <a:lnTo>
                        <a:pt x="455" y="391"/>
                      </a:lnTo>
                      <a:lnTo>
                        <a:pt x="436" y="506"/>
                      </a:lnTo>
                      <a:lnTo>
                        <a:pt x="461" y="352"/>
                      </a:lnTo>
                      <a:lnTo>
                        <a:pt x="474" y="455"/>
                      </a:lnTo>
                      <a:lnTo>
                        <a:pt x="493" y="519"/>
                      </a:lnTo>
                      <a:lnTo>
                        <a:pt x="512" y="410"/>
                      </a:lnTo>
                      <a:lnTo>
                        <a:pt x="532" y="186"/>
                      </a:lnTo>
                      <a:lnTo>
                        <a:pt x="544" y="231"/>
                      </a:lnTo>
                      <a:lnTo>
                        <a:pt x="570" y="148"/>
                      </a:lnTo>
                      <a:lnTo>
                        <a:pt x="576" y="301"/>
                      </a:lnTo>
                      <a:lnTo>
                        <a:pt x="576" y="730"/>
                      </a:lnTo>
                      <a:lnTo>
                        <a:pt x="647" y="0"/>
                      </a:lnTo>
                      <a:lnTo>
                        <a:pt x="647" y="250"/>
                      </a:lnTo>
                      <a:lnTo>
                        <a:pt x="660" y="333"/>
                      </a:lnTo>
                      <a:lnTo>
                        <a:pt x="685" y="192"/>
                      </a:lnTo>
                      <a:lnTo>
                        <a:pt x="711" y="340"/>
                      </a:lnTo>
                      <a:lnTo>
                        <a:pt x="698" y="429"/>
                      </a:lnTo>
                      <a:lnTo>
                        <a:pt x="717" y="461"/>
                      </a:lnTo>
                    </a:path>
                  </a:pathLst>
                </a:custGeom>
                <a:noFill/>
                <a:ln w="9525">
                  <a:solidFill>
                    <a:srgbClr val="FF0000"/>
                  </a:solidFill>
                  <a:round/>
                  <a:headEnd/>
                  <a:tailEnd/>
                </a:ln>
              </p:spPr>
              <p:txBody>
                <a:bodyPr/>
                <a:lstStyle/>
                <a:p>
                  <a:endParaRPr lang="en-GB" sz="1600"/>
                </a:p>
              </p:txBody>
            </p:sp>
            <p:sp>
              <p:nvSpPr>
                <p:cNvPr id="14484" name="Freeform 289"/>
                <p:cNvSpPr>
                  <a:spLocks/>
                </p:cNvSpPr>
                <p:nvPr/>
              </p:nvSpPr>
              <p:spPr bwMode="auto">
                <a:xfrm flipV="1">
                  <a:off x="4385" y="1138"/>
                  <a:ext cx="313" cy="756"/>
                </a:xfrm>
                <a:custGeom>
                  <a:avLst/>
                  <a:gdLst>
                    <a:gd name="T0" fmla="*/ 0 w 717"/>
                    <a:gd name="T1" fmla="*/ 756 h 756"/>
                    <a:gd name="T2" fmla="*/ 4 w 717"/>
                    <a:gd name="T3" fmla="*/ 167 h 756"/>
                    <a:gd name="T4" fmla="*/ 5 w 717"/>
                    <a:gd name="T5" fmla="*/ 384 h 756"/>
                    <a:gd name="T6" fmla="*/ 7 w 717"/>
                    <a:gd name="T7" fmla="*/ 103 h 756"/>
                    <a:gd name="T8" fmla="*/ 10 w 717"/>
                    <a:gd name="T9" fmla="*/ 519 h 756"/>
                    <a:gd name="T10" fmla="*/ 11 w 717"/>
                    <a:gd name="T11" fmla="*/ 487 h 756"/>
                    <a:gd name="T12" fmla="*/ 11 w 717"/>
                    <a:gd name="T13" fmla="*/ 359 h 756"/>
                    <a:gd name="T14" fmla="*/ 14 w 717"/>
                    <a:gd name="T15" fmla="*/ 71 h 756"/>
                    <a:gd name="T16" fmla="*/ 16 w 717"/>
                    <a:gd name="T17" fmla="*/ 244 h 756"/>
                    <a:gd name="T18" fmla="*/ 17 w 717"/>
                    <a:gd name="T19" fmla="*/ 96 h 756"/>
                    <a:gd name="T20" fmla="*/ 18 w 717"/>
                    <a:gd name="T21" fmla="*/ 615 h 756"/>
                    <a:gd name="T22" fmla="*/ 21 w 717"/>
                    <a:gd name="T23" fmla="*/ 397 h 756"/>
                    <a:gd name="T24" fmla="*/ 24 w 717"/>
                    <a:gd name="T25" fmla="*/ 519 h 756"/>
                    <a:gd name="T26" fmla="*/ 25 w 717"/>
                    <a:gd name="T27" fmla="*/ 308 h 756"/>
                    <a:gd name="T28" fmla="*/ 28 w 717"/>
                    <a:gd name="T29" fmla="*/ 442 h 756"/>
                    <a:gd name="T30" fmla="*/ 29 w 717"/>
                    <a:gd name="T31" fmla="*/ 352 h 756"/>
                    <a:gd name="T32" fmla="*/ 30 w 717"/>
                    <a:gd name="T33" fmla="*/ 384 h 756"/>
                    <a:gd name="T34" fmla="*/ 31 w 717"/>
                    <a:gd name="T35" fmla="*/ 135 h 756"/>
                    <a:gd name="T36" fmla="*/ 33 w 717"/>
                    <a:gd name="T37" fmla="*/ 301 h 756"/>
                    <a:gd name="T38" fmla="*/ 32 w 717"/>
                    <a:gd name="T39" fmla="*/ 519 h 756"/>
                    <a:gd name="T40" fmla="*/ 34 w 717"/>
                    <a:gd name="T41" fmla="*/ 679 h 756"/>
                    <a:gd name="T42" fmla="*/ 36 w 717"/>
                    <a:gd name="T43" fmla="*/ 628 h 756"/>
                    <a:gd name="T44" fmla="*/ 37 w 717"/>
                    <a:gd name="T45" fmla="*/ 480 h 756"/>
                    <a:gd name="T46" fmla="*/ 38 w 717"/>
                    <a:gd name="T47" fmla="*/ 391 h 756"/>
                    <a:gd name="T48" fmla="*/ 36 w 717"/>
                    <a:gd name="T49" fmla="*/ 506 h 756"/>
                    <a:gd name="T50" fmla="*/ 38 w 717"/>
                    <a:gd name="T51" fmla="*/ 352 h 756"/>
                    <a:gd name="T52" fmla="*/ 39 w 717"/>
                    <a:gd name="T53" fmla="*/ 455 h 756"/>
                    <a:gd name="T54" fmla="*/ 41 w 717"/>
                    <a:gd name="T55" fmla="*/ 519 h 756"/>
                    <a:gd name="T56" fmla="*/ 43 w 717"/>
                    <a:gd name="T57" fmla="*/ 410 h 756"/>
                    <a:gd name="T58" fmla="*/ 44 w 717"/>
                    <a:gd name="T59" fmla="*/ 186 h 756"/>
                    <a:gd name="T60" fmla="*/ 45 w 717"/>
                    <a:gd name="T61" fmla="*/ 231 h 756"/>
                    <a:gd name="T62" fmla="*/ 48 w 717"/>
                    <a:gd name="T63" fmla="*/ 148 h 756"/>
                    <a:gd name="T64" fmla="*/ 48 w 717"/>
                    <a:gd name="T65" fmla="*/ 301 h 756"/>
                    <a:gd name="T66" fmla="*/ 48 w 717"/>
                    <a:gd name="T67" fmla="*/ 730 h 756"/>
                    <a:gd name="T68" fmla="*/ 54 w 717"/>
                    <a:gd name="T69" fmla="*/ 0 h 756"/>
                    <a:gd name="T70" fmla="*/ 54 w 717"/>
                    <a:gd name="T71" fmla="*/ 250 h 756"/>
                    <a:gd name="T72" fmla="*/ 55 w 717"/>
                    <a:gd name="T73" fmla="*/ 333 h 756"/>
                    <a:gd name="T74" fmla="*/ 57 w 717"/>
                    <a:gd name="T75" fmla="*/ 192 h 756"/>
                    <a:gd name="T76" fmla="*/ 59 w 717"/>
                    <a:gd name="T77" fmla="*/ 340 h 756"/>
                    <a:gd name="T78" fmla="*/ 58 w 717"/>
                    <a:gd name="T79" fmla="*/ 429 h 756"/>
                    <a:gd name="T80" fmla="*/ 60 w 717"/>
                    <a:gd name="T81" fmla="*/ 461 h 756"/>
                    <a:gd name="T82" fmla="*/ 0 60000 65536"/>
                    <a:gd name="T83" fmla="*/ 0 60000 65536"/>
                    <a:gd name="T84" fmla="*/ 0 60000 65536"/>
                    <a:gd name="T85" fmla="*/ 0 60000 65536"/>
                    <a:gd name="T86" fmla="*/ 0 60000 65536"/>
                    <a:gd name="T87" fmla="*/ 0 60000 65536"/>
                    <a:gd name="T88" fmla="*/ 0 60000 65536"/>
                    <a:gd name="T89" fmla="*/ 0 60000 65536"/>
                    <a:gd name="T90" fmla="*/ 0 60000 65536"/>
                    <a:gd name="T91" fmla="*/ 0 60000 65536"/>
                    <a:gd name="T92" fmla="*/ 0 60000 65536"/>
                    <a:gd name="T93" fmla="*/ 0 60000 65536"/>
                    <a:gd name="T94" fmla="*/ 0 60000 65536"/>
                    <a:gd name="T95" fmla="*/ 0 60000 65536"/>
                    <a:gd name="T96" fmla="*/ 0 60000 65536"/>
                    <a:gd name="T97" fmla="*/ 0 60000 65536"/>
                    <a:gd name="T98" fmla="*/ 0 60000 65536"/>
                    <a:gd name="T99" fmla="*/ 0 60000 65536"/>
                    <a:gd name="T100" fmla="*/ 0 60000 65536"/>
                    <a:gd name="T101" fmla="*/ 0 60000 65536"/>
                    <a:gd name="T102" fmla="*/ 0 60000 65536"/>
                    <a:gd name="T103" fmla="*/ 0 60000 65536"/>
                    <a:gd name="T104" fmla="*/ 0 60000 65536"/>
                    <a:gd name="T105" fmla="*/ 0 60000 65536"/>
                    <a:gd name="T106" fmla="*/ 0 60000 65536"/>
                    <a:gd name="T107" fmla="*/ 0 60000 65536"/>
                    <a:gd name="T108" fmla="*/ 0 60000 65536"/>
                    <a:gd name="T109" fmla="*/ 0 60000 65536"/>
                    <a:gd name="T110" fmla="*/ 0 60000 65536"/>
                    <a:gd name="T111" fmla="*/ 0 60000 65536"/>
                    <a:gd name="T112" fmla="*/ 0 60000 65536"/>
                    <a:gd name="T113" fmla="*/ 0 60000 65536"/>
                    <a:gd name="T114" fmla="*/ 0 60000 65536"/>
                    <a:gd name="T115" fmla="*/ 0 60000 65536"/>
                    <a:gd name="T116" fmla="*/ 0 60000 65536"/>
                    <a:gd name="T117" fmla="*/ 0 60000 65536"/>
                    <a:gd name="T118" fmla="*/ 0 60000 65536"/>
                    <a:gd name="T119" fmla="*/ 0 60000 65536"/>
                    <a:gd name="T120" fmla="*/ 0 60000 65536"/>
                    <a:gd name="T121" fmla="*/ 0 60000 65536"/>
                    <a:gd name="T122" fmla="*/ 0 60000 65536"/>
                    <a:gd name="T123" fmla="*/ 0 w 717"/>
                    <a:gd name="T124" fmla="*/ 0 h 756"/>
                    <a:gd name="T125" fmla="*/ 717 w 717"/>
                    <a:gd name="T126" fmla="*/ 756 h 756"/>
                  </a:gdLst>
                  <a:ahLst/>
                  <a:cxnLst>
                    <a:cxn ang="T82">
                      <a:pos x="T0" y="T1"/>
                    </a:cxn>
                    <a:cxn ang="T83">
                      <a:pos x="T2" y="T3"/>
                    </a:cxn>
                    <a:cxn ang="T84">
                      <a:pos x="T4" y="T5"/>
                    </a:cxn>
                    <a:cxn ang="T85">
                      <a:pos x="T6" y="T7"/>
                    </a:cxn>
                    <a:cxn ang="T86">
                      <a:pos x="T8" y="T9"/>
                    </a:cxn>
                    <a:cxn ang="T87">
                      <a:pos x="T10" y="T11"/>
                    </a:cxn>
                    <a:cxn ang="T88">
                      <a:pos x="T12" y="T13"/>
                    </a:cxn>
                    <a:cxn ang="T89">
                      <a:pos x="T14" y="T15"/>
                    </a:cxn>
                    <a:cxn ang="T90">
                      <a:pos x="T16" y="T17"/>
                    </a:cxn>
                    <a:cxn ang="T91">
                      <a:pos x="T18" y="T19"/>
                    </a:cxn>
                    <a:cxn ang="T92">
                      <a:pos x="T20" y="T21"/>
                    </a:cxn>
                    <a:cxn ang="T93">
                      <a:pos x="T22" y="T23"/>
                    </a:cxn>
                    <a:cxn ang="T94">
                      <a:pos x="T24" y="T25"/>
                    </a:cxn>
                    <a:cxn ang="T95">
                      <a:pos x="T26" y="T27"/>
                    </a:cxn>
                    <a:cxn ang="T96">
                      <a:pos x="T28" y="T29"/>
                    </a:cxn>
                    <a:cxn ang="T97">
                      <a:pos x="T30" y="T31"/>
                    </a:cxn>
                    <a:cxn ang="T98">
                      <a:pos x="T32" y="T33"/>
                    </a:cxn>
                    <a:cxn ang="T99">
                      <a:pos x="T34" y="T35"/>
                    </a:cxn>
                    <a:cxn ang="T100">
                      <a:pos x="T36" y="T37"/>
                    </a:cxn>
                    <a:cxn ang="T101">
                      <a:pos x="T38" y="T39"/>
                    </a:cxn>
                    <a:cxn ang="T102">
                      <a:pos x="T40" y="T41"/>
                    </a:cxn>
                    <a:cxn ang="T103">
                      <a:pos x="T42" y="T43"/>
                    </a:cxn>
                    <a:cxn ang="T104">
                      <a:pos x="T44" y="T45"/>
                    </a:cxn>
                    <a:cxn ang="T105">
                      <a:pos x="T46" y="T47"/>
                    </a:cxn>
                    <a:cxn ang="T106">
                      <a:pos x="T48" y="T49"/>
                    </a:cxn>
                    <a:cxn ang="T107">
                      <a:pos x="T50" y="T51"/>
                    </a:cxn>
                    <a:cxn ang="T108">
                      <a:pos x="T52" y="T53"/>
                    </a:cxn>
                    <a:cxn ang="T109">
                      <a:pos x="T54" y="T55"/>
                    </a:cxn>
                    <a:cxn ang="T110">
                      <a:pos x="T56" y="T57"/>
                    </a:cxn>
                    <a:cxn ang="T111">
                      <a:pos x="T58" y="T59"/>
                    </a:cxn>
                    <a:cxn ang="T112">
                      <a:pos x="T60" y="T61"/>
                    </a:cxn>
                    <a:cxn ang="T113">
                      <a:pos x="T62" y="T63"/>
                    </a:cxn>
                    <a:cxn ang="T114">
                      <a:pos x="T64" y="T65"/>
                    </a:cxn>
                    <a:cxn ang="T115">
                      <a:pos x="T66" y="T67"/>
                    </a:cxn>
                    <a:cxn ang="T116">
                      <a:pos x="T68" y="T69"/>
                    </a:cxn>
                    <a:cxn ang="T117">
                      <a:pos x="T70" y="T71"/>
                    </a:cxn>
                    <a:cxn ang="T118">
                      <a:pos x="T72" y="T73"/>
                    </a:cxn>
                    <a:cxn ang="T119">
                      <a:pos x="T74" y="T75"/>
                    </a:cxn>
                    <a:cxn ang="T120">
                      <a:pos x="T76" y="T77"/>
                    </a:cxn>
                    <a:cxn ang="T121">
                      <a:pos x="T78" y="T79"/>
                    </a:cxn>
                    <a:cxn ang="T122">
                      <a:pos x="T80" y="T81"/>
                    </a:cxn>
                  </a:cxnLst>
                  <a:rect l="T123" t="T124" r="T125" b="T126"/>
                  <a:pathLst>
                    <a:path w="717" h="756">
                      <a:moveTo>
                        <a:pt x="0" y="756"/>
                      </a:moveTo>
                      <a:lnTo>
                        <a:pt x="52" y="167"/>
                      </a:lnTo>
                      <a:lnTo>
                        <a:pt x="64" y="384"/>
                      </a:lnTo>
                      <a:lnTo>
                        <a:pt x="90" y="103"/>
                      </a:lnTo>
                      <a:lnTo>
                        <a:pt x="116" y="519"/>
                      </a:lnTo>
                      <a:lnTo>
                        <a:pt x="135" y="487"/>
                      </a:lnTo>
                      <a:lnTo>
                        <a:pt x="135" y="359"/>
                      </a:lnTo>
                      <a:lnTo>
                        <a:pt x="167" y="71"/>
                      </a:lnTo>
                      <a:lnTo>
                        <a:pt x="192" y="244"/>
                      </a:lnTo>
                      <a:lnTo>
                        <a:pt x="205" y="96"/>
                      </a:lnTo>
                      <a:lnTo>
                        <a:pt x="218" y="615"/>
                      </a:lnTo>
                      <a:lnTo>
                        <a:pt x="244" y="397"/>
                      </a:lnTo>
                      <a:lnTo>
                        <a:pt x="282" y="519"/>
                      </a:lnTo>
                      <a:lnTo>
                        <a:pt x="308" y="308"/>
                      </a:lnTo>
                      <a:lnTo>
                        <a:pt x="333" y="442"/>
                      </a:lnTo>
                      <a:lnTo>
                        <a:pt x="346" y="352"/>
                      </a:lnTo>
                      <a:lnTo>
                        <a:pt x="365" y="384"/>
                      </a:lnTo>
                      <a:lnTo>
                        <a:pt x="378" y="135"/>
                      </a:lnTo>
                      <a:lnTo>
                        <a:pt x="391" y="301"/>
                      </a:lnTo>
                      <a:lnTo>
                        <a:pt x="384" y="519"/>
                      </a:lnTo>
                      <a:lnTo>
                        <a:pt x="404" y="679"/>
                      </a:lnTo>
                      <a:lnTo>
                        <a:pt x="429" y="628"/>
                      </a:lnTo>
                      <a:lnTo>
                        <a:pt x="442" y="480"/>
                      </a:lnTo>
                      <a:lnTo>
                        <a:pt x="455" y="391"/>
                      </a:lnTo>
                      <a:lnTo>
                        <a:pt x="436" y="506"/>
                      </a:lnTo>
                      <a:lnTo>
                        <a:pt x="461" y="352"/>
                      </a:lnTo>
                      <a:lnTo>
                        <a:pt x="474" y="455"/>
                      </a:lnTo>
                      <a:lnTo>
                        <a:pt x="493" y="519"/>
                      </a:lnTo>
                      <a:lnTo>
                        <a:pt x="512" y="410"/>
                      </a:lnTo>
                      <a:lnTo>
                        <a:pt x="532" y="186"/>
                      </a:lnTo>
                      <a:lnTo>
                        <a:pt x="544" y="231"/>
                      </a:lnTo>
                      <a:lnTo>
                        <a:pt x="570" y="148"/>
                      </a:lnTo>
                      <a:lnTo>
                        <a:pt x="576" y="301"/>
                      </a:lnTo>
                      <a:lnTo>
                        <a:pt x="576" y="730"/>
                      </a:lnTo>
                      <a:lnTo>
                        <a:pt x="647" y="0"/>
                      </a:lnTo>
                      <a:lnTo>
                        <a:pt x="647" y="250"/>
                      </a:lnTo>
                      <a:lnTo>
                        <a:pt x="660" y="333"/>
                      </a:lnTo>
                      <a:lnTo>
                        <a:pt x="685" y="192"/>
                      </a:lnTo>
                      <a:lnTo>
                        <a:pt x="711" y="340"/>
                      </a:lnTo>
                      <a:lnTo>
                        <a:pt x="698" y="429"/>
                      </a:lnTo>
                      <a:lnTo>
                        <a:pt x="717" y="461"/>
                      </a:lnTo>
                    </a:path>
                  </a:pathLst>
                </a:custGeom>
                <a:noFill/>
                <a:ln w="9525">
                  <a:solidFill>
                    <a:srgbClr val="FF0000"/>
                  </a:solidFill>
                  <a:round/>
                  <a:headEnd/>
                  <a:tailEnd/>
                </a:ln>
              </p:spPr>
              <p:txBody>
                <a:bodyPr/>
                <a:lstStyle/>
                <a:p>
                  <a:endParaRPr lang="en-GB" sz="1600"/>
                </a:p>
              </p:txBody>
            </p:sp>
            <p:sp>
              <p:nvSpPr>
                <p:cNvPr id="14485" name="Freeform 290"/>
                <p:cNvSpPr>
                  <a:spLocks/>
                </p:cNvSpPr>
                <p:nvPr/>
              </p:nvSpPr>
              <p:spPr bwMode="auto">
                <a:xfrm flipH="1">
                  <a:off x="4698" y="1100"/>
                  <a:ext cx="313" cy="756"/>
                </a:xfrm>
                <a:custGeom>
                  <a:avLst/>
                  <a:gdLst>
                    <a:gd name="T0" fmla="*/ 0 w 717"/>
                    <a:gd name="T1" fmla="*/ 756 h 756"/>
                    <a:gd name="T2" fmla="*/ 4 w 717"/>
                    <a:gd name="T3" fmla="*/ 167 h 756"/>
                    <a:gd name="T4" fmla="*/ 5 w 717"/>
                    <a:gd name="T5" fmla="*/ 384 h 756"/>
                    <a:gd name="T6" fmla="*/ 7 w 717"/>
                    <a:gd name="T7" fmla="*/ 103 h 756"/>
                    <a:gd name="T8" fmla="*/ 10 w 717"/>
                    <a:gd name="T9" fmla="*/ 519 h 756"/>
                    <a:gd name="T10" fmla="*/ 11 w 717"/>
                    <a:gd name="T11" fmla="*/ 487 h 756"/>
                    <a:gd name="T12" fmla="*/ 11 w 717"/>
                    <a:gd name="T13" fmla="*/ 359 h 756"/>
                    <a:gd name="T14" fmla="*/ 14 w 717"/>
                    <a:gd name="T15" fmla="*/ 71 h 756"/>
                    <a:gd name="T16" fmla="*/ 16 w 717"/>
                    <a:gd name="T17" fmla="*/ 244 h 756"/>
                    <a:gd name="T18" fmla="*/ 17 w 717"/>
                    <a:gd name="T19" fmla="*/ 96 h 756"/>
                    <a:gd name="T20" fmla="*/ 18 w 717"/>
                    <a:gd name="T21" fmla="*/ 615 h 756"/>
                    <a:gd name="T22" fmla="*/ 21 w 717"/>
                    <a:gd name="T23" fmla="*/ 397 h 756"/>
                    <a:gd name="T24" fmla="*/ 24 w 717"/>
                    <a:gd name="T25" fmla="*/ 519 h 756"/>
                    <a:gd name="T26" fmla="*/ 25 w 717"/>
                    <a:gd name="T27" fmla="*/ 308 h 756"/>
                    <a:gd name="T28" fmla="*/ 28 w 717"/>
                    <a:gd name="T29" fmla="*/ 442 h 756"/>
                    <a:gd name="T30" fmla="*/ 29 w 717"/>
                    <a:gd name="T31" fmla="*/ 352 h 756"/>
                    <a:gd name="T32" fmla="*/ 30 w 717"/>
                    <a:gd name="T33" fmla="*/ 384 h 756"/>
                    <a:gd name="T34" fmla="*/ 31 w 717"/>
                    <a:gd name="T35" fmla="*/ 135 h 756"/>
                    <a:gd name="T36" fmla="*/ 33 w 717"/>
                    <a:gd name="T37" fmla="*/ 301 h 756"/>
                    <a:gd name="T38" fmla="*/ 32 w 717"/>
                    <a:gd name="T39" fmla="*/ 519 h 756"/>
                    <a:gd name="T40" fmla="*/ 34 w 717"/>
                    <a:gd name="T41" fmla="*/ 679 h 756"/>
                    <a:gd name="T42" fmla="*/ 36 w 717"/>
                    <a:gd name="T43" fmla="*/ 628 h 756"/>
                    <a:gd name="T44" fmla="*/ 37 w 717"/>
                    <a:gd name="T45" fmla="*/ 480 h 756"/>
                    <a:gd name="T46" fmla="*/ 38 w 717"/>
                    <a:gd name="T47" fmla="*/ 391 h 756"/>
                    <a:gd name="T48" fmla="*/ 36 w 717"/>
                    <a:gd name="T49" fmla="*/ 506 h 756"/>
                    <a:gd name="T50" fmla="*/ 38 w 717"/>
                    <a:gd name="T51" fmla="*/ 352 h 756"/>
                    <a:gd name="T52" fmla="*/ 39 w 717"/>
                    <a:gd name="T53" fmla="*/ 455 h 756"/>
                    <a:gd name="T54" fmla="*/ 41 w 717"/>
                    <a:gd name="T55" fmla="*/ 519 h 756"/>
                    <a:gd name="T56" fmla="*/ 43 w 717"/>
                    <a:gd name="T57" fmla="*/ 410 h 756"/>
                    <a:gd name="T58" fmla="*/ 44 w 717"/>
                    <a:gd name="T59" fmla="*/ 186 h 756"/>
                    <a:gd name="T60" fmla="*/ 45 w 717"/>
                    <a:gd name="T61" fmla="*/ 231 h 756"/>
                    <a:gd name="T62" fmla="*/ 48 w 717"/>
                    <a:gd name="T63" fmla="*/ 148 h 756"/>
                    <a:gd name="T64" fmla="*/ 48 w 717"/>
                    <a:gd name="T65" fmla="*/ 301 h 756"/>
                    <a:gd name="T66" fmla="*/ 48 w 717"/>
                    <a:gd name="T67" fmla="*/ 730 h 756"/>
                    <a:gd name="T68" fmla="*/ 54 w 717"/>
                    <a:gd name="T69" fmla="*/ 0 h 756"/>
                    <a:gd name="T70" fmla="*/ 54 w 717"/>
                    <a:gd name="T71" fmla="*/ 250 h 756"/>
                    <a:gd name="T72" fmla="*/ 55 w 717"/>
                    <a:gd name="T73" fmla="*/ 333 h 756"/>
                    <a:gd name="T74" fmla="*/ 57 w 717"/>
                    <a:gd name="T75" fmla="*/ 192 h 756"/>
                    <a:gd name="T76" fmla="*/ 59 w 717"/>
                    <a:gd name="T77" fmla="*/ 340 h 756"/>
                    <a:gd name="T78" fmla="*/ 58 w 717"/>
                    <a:gd name="T79" fmla="*/ 429 h 756"/>
                    <a:gd name="T80" fmla="*/ 60 w 717"/>
                    <a:gd name="T81" fmla="*/ 461 h 756"/>
                    <a:gd name="T82" fmla="*/ 0 60000 65536"/>
                    <a:gd name="T83" fmla="*/ 0 60000 65536"/>
                    <a:gd name="T84" fmla="*/ 0 60000 65536"/>
                    <a:gd name="T85" fmla="*/ 0 60000 65536"/>
                    <a:gd name="T86" fmla="*/ 0 60000 65536"/>
                    <a:gd name="T87" fmla="*/ 0 60000 65536"/>
                    <a:gd name="T88" fmla="*/ 0 60000 65536"/>
                    <a:gd name="T89" fmla="*/ 0 60000 65536"/>
                    <a:gd name="T90" fmla="*/ 0 60000 65536"/>
                    <a:gd name="T91" fmla="*/ 0 60000 65536"/>
                    <a:gd name="T92" fmla="*/ 0 60000 65536"/>
                    <a:gd name="T93" fmla="*/ 0 60000 65536"/>
                    <a:gd name="T94" fmla="*/ 0 60000 65536"/>
                    <a:gd name="T95" fmla="*/ 0 60000 65536"/>
                    <a:gd name="T96" fmla="*/ 0 60000 65536"/>
                    <a:gd name="T97" fmla="*/ 0 60000 65536"/>
                    <a:gd name="T98" fmla="*/ 0 60000 65536"/>
                    <a:gd name="T99" fmla="*/ 0 60000 65536"/>
                    <a:gd name="T100" fmla="*/ 0 60000 65536"/>
                    <a:gd name="T101" fmla="*/ 0 60000 65536"/>
                    <a:gd name="T102" fmla="*/ 0 60000 65536"/>
                    <a:gd name="T103" fmla="*/ 0 60000 65536"/>
                    <a:gd name="T104" fmla="*/ 0 60000 65536"/>
                    <a:gd name="T105" fmla="*/ 0 60000 65536"/>
                    <a:gd name="T106" fmla="*/ 0 60000 65536"/>
                    <a:gd name="T107" fmla="*/ 0 60000 65536"/>
                    <a:gd name="T108" fmla="*/ 0 60000 65536"/>
                    <a:gd name="T109" fmla="*/ 0 60000 65536"/>
                    <a:gd name="T110" fmla="*/ 0 60000 65536"/>
                    <a:gd name="T111" fmla="*/ 0 60000 65536"/>
                    <a:gd name="T112" fmla="*/ 0 60000 65536"/>
                    <a:gd name="T113" fmla="*/ 0 60000 65536"/>
                    <a:gd name="T114" fmla="*/ 0 60000 65536"/>
                    <a:gd name="T115" fmla="*/ 0 60000 65536"/>
                    <a:gd name="T116" fmla="*/ 0 60000 65536"/>
                    <a:gd name="T117" fmla="*/ 0 60000 65536"/>
                    <a:gd name="T118" fmla="*/ 0 60000 65536"/>
                    <a:gd name="T119" fmla="*/ 0 60000 65536"/>
                    <a:gd name="T120" fmla="*/ 0 60000 65536"/>
                    <a:gd name="T121" fmla="*/ 0 60000 65536"/>
                    <a:gd name="T122" fmla="*/ 0 60000 65536"/>
                    <a:gd name="T123" fmla="*/ 0 w 717"/>
                    <a:gd name="T124" fmla="*/ 0 h 756"/>
                    <a:gd name="T125" fmla="*/ 717 w 717"/>
                    <a:gd name="T126" fmla="*/ 756 h 756"/>
                  </a:gdLst>
                  <a:ahLst/>
                  <a:cxnLst>
                    <a:cxn ang="T82">
                      <a:pos x="T0" y="T1"/>
                    </a:cxn>
                    <a:cxn ang="T83">
                      <a:pos x="T2" y="T3"/>
                    </a:cxn>
                    <a:cxn ang="T84">
                      <a:pos x="T4" y="T5"/>
                    </a:cxn>
                    <a:cxn ang="T85">
                      <a:pos x="T6" y="T7"/>
                    </a:cxn>
                    <a:cxn ang="T86">
                      <a:pos x="T8" y="T9"/>
                    </a:cxn>
                    <a:cxn ang="T87">
                      <a:pos x="T10" y="T11"/>
                    </a:cxn>
                    <a:cxn ang="T88">
                      <a:pos x="T12" y="T13"/>
                    </a:cxn>
                    <a:cxn ang="T89">
                      <a:pos x="T14" y="T15"/>
                    </a:cxn>
                    <a:cxn ang="T90">
                      <a:pos x="T16" y="T17"/>
                    </a:cxn>
                    <a:cxn ang="T91">
                      <a:pos x="T18" y="T19"/>
                    </a:cxn>
                    <a:cxn ang="T92">
                      <a:pos x="T20" y="T21"/>
                    </a:cxn>
                    <a:cxn ang="T93">
                      <a:pos x="T22" y="T23"/>
                    </a:cxn>
                    <a:cxn ang="T94">
                      <a:pos x="T24" y="T25"/>
                    </a:cxn>
                    <a:cxn ang="T95">
                      <a:pos x="T26" y="T27"/>
                    </a:cxn>
                    <a:cxn ang="T96">
                      <a:pos x="T28" y="T29"/>
                    </a:cxn>
                    <a:cxn ang="T97">
                      <a:pos x="T30" y="T31"/>
                    </a:cxn>
                    <a:cxn ang="T98">
                      <a:pos x="T32" y="T33"/>
                    </a:cxn>
                    <a:cxn ang="T99">
                      <a:pos x="T34" y="T35"/>
                    </a:cxn>
                    <a:cxn ang="T100">
                      <a:pos x="T36" y="T37"/>
                    </a:cxn>
                    <a:cxn ang="T101">
                      <a:pos x="T38" y="T39"/>
                    </a:cxn>
                    <a:cxn ang="T102">
                      <a:pos x="T40" y="T41"/>
                    </a:cxn>
                    <a:cxn ang="T103">
                      <a:pos x="T42" y="T43"/>
                    </a:cxn>
                    <a:cxn ang="T104">
                      <a:pos x="T44" y="T45"/>
                    </a:cxn>
                    <a:cxn ang="T105">
                      <a:pos x="T46" y="T47"/>
                    </a:cxn>
                    <a:cxn ang="T106">
                      <a:pos x="T48" y="T49"/>
                    </a:cxn>
                    <a:cxn ang="T107">
                      <a:pos x="T50" y="T51"/>
                    </a:cxn>
                    <a:cxn ang="T108">
                      <a:pos x="T52" y="T53"/>
                    </a:cxn>
                    <a:cxn ang="T109">
                      <a:pos x="T54" y="T55"/>
                    </a:cxn>
                    <a:cxn ang="T110">
                      <a:pos x="T56" y="T57"/>
                    </a:cxn>
                    <a:cxn ang="T111">
                      <a:pos x="T58" y="T59"/>
                    </a:cxn>
                    <a:cxn ang="T112">
                      <a:pos x="T60" y="T61"/>
                    </a:cxn>
                    <a:cxn ang="T113">
                      <a:pos x="T62" y="T63"/>
                    </a:cxn>
                    <a:cxn ang="T114">
                      <a:pos x="T64" y="T65"/>
                    </a:cxn>
                    <a:cxn ang="T115">
                      <a:pos x="T66" y="T67"/>
                    </a:cxn>
                    <a:cxn ang="T116">
                      <a:pos x="T68" y="T69"/>
                    </a:cxn>
                    <a:cxn ang="T117">
                      <a:pos x="T70" y="T71"/>
                    </a:cxn>
                    <a:cxn ang="T118">
                      <a:pos x="T72" y="T73"/>
                    </a:cxn>
                    <a:cxn ang="T119">
                      <a:pos x="T74" y="T75"/>
                    </a:cxn>
                    <a:cxn ang="T120">
                      <a:pos x="T76" y="T77"/>
                    </a:cxn>
                    <a:cxn ang="T121">
                      <a:pos x="T78" y="T79"/>
                    </a:cxn>
                    <a:cxn ang="T122">
                      <a:pos x="T80" y="T81"/>
                    </a:cxn>
                  </a:cxnLst>
                  <a:rect l="T123" t="T124" r="T125" b="T126"/>
                  <a:pathLst>
                    <a:path w="717" h="756">
                      <a:moveTo>
                        <a:pt x="0" y="756"/>
                      </a:moveTo>
                      <a:lnTo>
                        <a:pt x="52" y="167"/>
                      </a:lnTo>
                      <a:lnTo>
                        <a:pt x="64" y="384"/>
                      </a:lnTo>
                      <a:lnTo>
                        <a:pt x="90" y="103"/>
                      </a:lnTo>
                      <a:lnTo>
                        <a:pt x="116" y="519"/>
                      </a:lnTo>
                      <a:lnTo>
                        <a:pt x="135" y="487"/>
                      </a:lnTo>
                      <a:lnTo>
                        <a:pt x="135" y="359"/>
                      </a:lnTo>
                      <a:lnTo>
                        <a:pt x="167" y="71"/>
                      </a:lnTo>
                      <a:lnTo>
                        <a:pt x="192" y="244"/>
                      </a:lnTo>
                      <a:lnTo>
                        <a:pt x="205" y="96"/>
                      </a:lnTo>
                      <a:lnTo>
                        <a:pt x="218" y="615"/>
                      </a:lnTo>
                      <a:lnTo>
                        <a:pt x="244" y="397"/>
                      </a:lnTo>
                      <a:lnTo>
                        <a:pt x="282" y="519"/>
                      </a:lnTo>
                      <a:lnTo>
                        <a:pt x="308" y="308"/>
                      </a:lnTo>
                      <a:lnTo>
                        <a:pt x="333" y="442"/>
                      </a:lnTo>
                      <a:lnTo>
                        <a:pt x="346" y="352"/>
                      </a:lnTo>
                      <a:lnTo>
                        <a:pt x="365" y="384"/>
                      </a:lnTo>
                      <a:lnTo>
                        <a:pt x="378" y="135"/>
                      </a:lnTo>
                      <a:lnTo>
                        <a:pt x="391" y="301"/>
                      </a:lnTo>
                      <a:lnTo>
                        <a:pt x="384" y="519"/>
                      </a:lnTo>
                      <a:lnTo>
                        <a:pt x="404" y="679"/>
                      </a:lnTo>
                      <a:lnTo>
                        <a:pt x="429" y="628"/>
                      </a:lnTo>
                      <a:lnTo>
                        <a:pt x="442" y="480"/>
                      </a:lnTo>
                      <a:lnTo>
                        <a:pt x="455" y="391"/>
                      </a:lnTo>
                      <a:lnTo>
                        <a:pt x="436" y="506"/>
                      </a:lnTo>
                      <a:lnTo>
                        <a:pt x="461" y="352"/>
                      </a:lnTo>
                      <a:lnTo>
                        <a:pt x="474" y="455"/>
                      </a:lnTo>
                      <a:lnTo>
                        <a:pt x="493" y="519"/>
                      </a:lnTo>
                      <a:lnTo>
                        <a:pt x="512" y="410"/>
                      </a:lnTo>
                      <a:lnTo>
                        <a:pt x="532" y="186"/>
                      </a:lnTo>
                      <a:lnTo>
                        <a:pt x="544" y="231"/>
                      </a:lnTo>
                      <a:lnTo>
                        <a:pt x="570" y="148"/>
                      </a:lnTo>
                      <a:lnTo>
                        <a:pt x="576" y="301"/>
                      </a:lnTo>
                      <a:lnTo>
                        <a:pt x="576" y="730"/>
                      </a:lnTo>
                      <a:lnTo>
                        <a:pt x="647" y="0"/>
                      </a:lnTo>
                      <a:lnTo>
                        <a:pt x="647" y="250"/>
                      </a:lnTo>
                      <a:lnTo>
                        <a:pt x="660" y="333"/>
                      </a:lnTo>
                      <a:lnTo>
                        <a:pt x="685" y="192"/>
                      </a:lnTo>
                      <a:lnTo>
                        <a:pt x="711" y="340"/>
                      </a:lnTo>
                      <a:lnTo>
                        <a:pt x="698" y="429"/>
                      </a:lnTo>
                      <a:lnTo>
                        <a:pt x="717" y="461"/>
                      </a:lnTo>
                    </a:path>
                  </a:pathLst>
                </a:custGeom>
                <a:noFill/>
                <a:ln w="9525">
                  <a:solidFill>
                    <a:srgbClr val="FF0000"/>
                  </a:solidFill>
                  <a:round/>
                  <a:headEnd/>
                  <a:tailEnd/>
                </a:ln>
              </p:spPr>
              <p:txBody>
                <a:bodyPr/>
                <a:lstStyle/>
                <a:p>
                  <a:endParaRPr lang="en-GB" sz="1600"/>
                </a:p>
              </p:txBody>
            </p:sp>
          </p:grpSp>
          <p:grpSp>
            <p:nvGrpSpPr>
              <p:cNvPr id="14361" name="Group 291"/>
              <p:cNvGrpSpPr>
                <a:grpSpLocks/>
              </p:cNvGrpSpPr>
              <p:nvPr/>
            </p:nvGrpSpPr>
            <p:grpSpPr bwMode="auto">
              <a:xfrm flipH="1">
                <a:off x="4569" y="1098"/>
                <a:ext cx="590" cy="801"/>
                <a:chOff x="3462" y="1100"/>
                <a:chExt cx="1549" cy="801"/>
              </a:xfrm>
            </p:grpSpPr>
            <p:sp>
              <p:nvSpPr>
                <p:cNvPr id="14476" name="Freeform 292"/>
                <p:cNvSpPr>
                  <a:spLocks/>
                </p:cNvSpPr>
                <p:nvPr/>
              </p:nvSpPr>
              <p:spPr bwMode="auto">
                <a:xfrm>
                  <a:off x="3462" y="1126"/>
                  <a:ext cx="313" cy="756"/>
                </a:xfrm>
                <a:custGeom>
                  <a:avLst/>
                  <a:gdLst>
                    <a:gd name="T0" fmla="*/ 0 w 717"/>
                    <a:gd name="T1" fmla="*/ 756 h 756"/>
                    <a:gd name="T2" fmla="*/ 4 w 717"/>
                    <a:gd name="T3" fmla="*/ 167 h 756"/>
                    <a:gd name="T4" fmla="*/ 5 w 717"/>
                    <a:gd name="T5" fmla="*/ 384 h 756"/>
                    <a:gd name="T6" fmla="*/ 7 w 717"/>
                    <a:gd name="T7" fmla="*/ 103 h 756"/>
                    <a:gd name="T8" fmla="*/ 10 w 717"/>
                    <a:gd name="T9" fmla="*/ 519 h 756"/>
                    <a:gd name="T10" fmla="*/ 11 w 717"/>
                    <a:gd name="T11" fmla="*/ 487 h 756"/>
                    <a:gd name="T12" fmla="*/ 11 w 717"/>
                    <a:gd name="T13" fmla="*/ 359 h 756"/>
                    <a:gd name="T14" fmla="*/ 14 w 717"/>
                    <a:gd name="T15" fmla="*/ 71 h 756"/>
                    <a:gd name="T16" fmla="*/ 16 w 717"/>
                    <a:gd name="T17" fmla="*/ 244 h 756"/>
                    <a:gd name="T18" fmla="*/ 17 w 717"/>
                    <a:gd name="T19" fmla="*/ 96 h 756"/>
                    <a:gd name="T20" fmla="*/ 18 w 717"/>
                    <a:gd name="T21" fmla="*/ 615 h 756"/>
                    <a:gd name="T22" fmla="*/ 21 w 717"/>
                    <a:gd name="T23" fmla="*/ 397 h 756"/>
                    <a:gd name="T24" fmla="*/ 24 w 717"/>
                    <a:gd name="T25" fmla="*/ 519 h 756"/>
                    <a:gd name="T26" fmla="*/ 25 w 717"/>
                    <a:gd name="T27" fmla="*/ 308 h 756"/>
                    <a:gd name="T28" fmla="*/ 28 w 717"/>
                    <a:gd name="T29" fmla="*/ 442 h 756"/>
                    <a:gd name="T30" fmla="*/ 29 w 717"/>
                    <a:gd name="T31" fmla="*/ 352 h 756"/>
                    <a:gd name="T32" fmla="*/ 30 w 717"/>
                    <a:gd name="T33" fmla="*/ 384 h 756"/>
                    <a:gd name="T34" fmla="*/ 31 w 717"/>
                    <a:gd name="T35" fmla="*/ 135 h 756"/>
                    <a:gd name="T36" fmla="*/ 33 w 717"/>
                    <a:gd name="T37" fmla="*/ 301 h 756"/>
                    <a:gd name="T38" fmla="*/ 32 w 717"/>
                    <a:gd name="T39" fmla="*/ 519 h 756"/>
                    <a:gd name="T40" fmla="*/ 34 w 717"/>
                    <a:gd name="T41" fmla="*/ 679 h 756"/>
                    <a:gd name="T42" fmla="*/ 36 w 717"/>
                    <a:gd name="T43" fmla="*/ 628 h 756"/>
                    <a:gd name="T44" fmla="*/ 37 w 717"/>
                    <a:gd name="T45" fmla="*/ 480 h 756"/>
                    <a:gd name="T46" fmla="*/ 38 w 717"/>
                    <a:gd name="T47" fmla="*/ 391 h 756"/>
                    <a:gd name="T48" fmla="*/ 36 w 717"/>
                    <a:gd name="T49" fmla="*/ 506 h 756"/>
                    <a:gd name="T50" fmla="*/ 38 w 717"/>
                    <a:gd name="T51" fmla="*/ 352 h 756"/>
                    <a:gd name="T52" fmla="*/ 39 w 717"/>
                    <a:gd name="T53" fmla="*/ 455 h 756"/>
                    <a:gd name="T54" fmla="*/ 41 w 717"/>
                    <a:gd name="T55" fmla="*/ 519 h 756"/>
                    <a:gd name="T56" fmla="*/ 43 w 717"/>
                    <a:gd name="T57" fmla="*/ 410 h 756"/>
                    <a:gd name="T58" fmla="*/ 44 w 717"/>
                    <a:gd name="T59" fmla="*/ 186 h 756"/>
                    <a:gd name="T60" fmla="*/ 45 w 717"/>
                    <a:gd name="T61" fmla="*/ 231 h 756"/>
                    <a:gd name="T62" fmla="*/ 48 w 717"/>
                    <a:gd name="T63" fmla="*/ 148 h 756"/>
                    <a:gd name="T64" fmla="*/ 48 w 717"/>
                    <a:gd name="T65" fmla="*/ 301 h 756"/>
                    <a:gd name="T66" fmla="*/ 48 w 717"/>
                    <a:gd name="T67" fmla="*/ 730 h 756"/>
                    <a:gd name="T68" fmla="*/ 54 w 717"/>
                    <a:gd name="T69" fmla="*/ 0 h 756"/>
                    <a:gd name="T70" fmla="*/ 54 w 717"/>
                    <a:gd name="T71" fmla="*/ 250 h 756"/>
                    <a:gd name="T72" fmla="*/ 55 w 717"/>
                    <a:gd name="T73" fmla="*/ 333 h 756"/>
                    <a:gd name="T74" fmla="*/ 57 w 717"/>
                    <a:gd name="T75" fmla="*/ 192 h 756"/>
                    <a:gd name="T76" fmla="*/ 59 w 717"/>
                    <a:gd name="T77" fmla="*/ 340 h 756"/>
                    <a:gd name="T78" fmla="*/ 58 w 717"/>
                    <a:gd name="T79" fmla="*/ 429 h 756"/>
                    <a:gd name="T80" fmla="*/ 60 w 717"/>
                    <a:gd name="T81" fmla="*/ 461 h 756"/>
                    <a:gd name="T82" fmla="*/ 0 60000 65536"/>
                    <a:gd name="T83" fmla="*/ 0 60000 65536"/>
                    <a:gd name="T84" fmla="*/ 0 60000 65536"/>
                    <a:gd name="T85" fmla="*/ 0 60000 65536"/>
                    <a:gd name="T86" fmla="*/ 0 60000 65536"/>
                    <a:gd name="T87" fmla="*/ 0 60000 65536"/>
                    <a:gd name="T88" fmla="*/ 0 60000 65536"/>
                    <a:gd name="T89" fmla="*/ 0 60000 65536"/>
                    <a:gd name="T90" fmla="*/ 0 60000 65536"/>
                    <a:gd name="T91" fmla="*/ 0 60000 65536"/>
                    <a:gd name="T92" fmla="*/ 0 60000 65536"/>
                    <a:gd name="T93" fmla="*/ 0 60000 65536"/>
                    <a:gd name="T94" fmla="*/ 0 60000 65536"/>
                    <a:gd name="T95" fmla="*/ 0 60000 65536"/>
                    <a:gd name="T96" fmla="*/ 0 60000 65536"/>
                    <a:gd name="T97" fmla="*/ 0 60000 65536"/>
                    <a:gd name="T98" fmla="*/ 0 60000 65536"/>
                    <a:gd name="T99" fmla="*/ 0 60000 65536"/>
                    <a:gd name="T100" fmla="*/ 0 60000 65536"/>
                    <a:gd name="T101" fmla="*/ 0 60000 65536"/>
                    <a:gd name="T102" fmla="*/ 0 60000 65536"/>
                    <a:gd name="T103" fmla="*/ 0 60000 65536"/>
                    <a:gd name="T104" fmla="*/ 0 60000 65536"/>
                    <a:gd name="T105" fmla="*/ 0 60000 65536"/>
                    <a:gd name="T106" fmla="*/ 0 60000 65536"/>
                    <a:gd name="T107" fmla="*/ 0 60000 65536"/>
                    <a:gd name="T108" fmla="*/ 0 60000 65536"/>
                    <a:gd name="T109" fmla="*/ 0 60000 65536"/>
                    <a:gd name="T110" fmla="*/ 0 60000 65536"/>
                    <a:gd name="T111" fmla="*/ 0 60000 65536"/>
                    <a:gd name="T112" fmla="*/ 0 60000 65536"/>
                    <a:gd name="T113" fmla="*/ 0 60000 65536"/>
                    <a:gd name="T114" fmla="*/ 0 60000 65536"/>
                    <a:gd name="T115" fmla="*/ 0 60000 65536"/>
                    <a:gd name="T116" fmla="*/ 0 60000 65536"/>
                    <a:gd name="T117" fmla="*/ 0 60000 65536"/>
                    <a:gd name="T118" fmla="*/ 0 60000 65536"/>
                    <a:gd name="T119" fmla="*/ 0 60000 65536"/>
                    <a:gd name="T120" fmla="*/ 0 60000 65536"/>
                    <a:gd name="T121" fmla="*/ 0 60000 65536"/>
                    <a:gd name="T122" fmla="*/ 0 60000 65536"/>
                    <a:gd name="T123" fmla="*/ 0 w 717"/>
                    <a:gd name="T124" fmla="*/ 0 h 756"/>
                    <a:gd name="T125" fmla="*/ 717 w 717"/>
                    <a:gd name="T126" fmla="*/ 756 h 756"/>
                  </a:gdLst>
                  <a:ahLst/>
                  <a:cxnLst>
                    <a:cxn ang="T82">
                      <a:pos x="T0" y="T1"/>
                    </a:cxn>
                    <a:cxn ang="T83">
                      <a:pos x="T2" y="T3"/>
                    </a:cxn>
                    <a:cxn ang="T84">
                      <a:pos x="T4" y="T5"/>
                    </a:cxn>
                    <a:cxn ang="T85">
                      <a:pos x="T6" y="T7"/>
                    </a:cxn>
                    <a:cxn ang="T86">
                      <a:pos x="T8" y="T9"/>
                    </a:cxn>
                    <a:cxn ang="T87">
                      <a:pos x="T10" y="T11"/>
                    </a:cxn>
                    <a:cxn ang="T88">
                      <a:pos x="T12" y="T13"/>
                    </a:cxn>
                    <a:cxn ang="T89">
                      <a:pos x="T14" y="T15"/>
                    </a:cxn>
                    <a:cxn ang="T90">
                      <a:pos x="T16" y="T17"/>
                    </a:cxn>
                    <a:cxn ang="T91">
                      <a:pos x="T18" y="T19"/>
                    </a:cxn>
                    <a:cxn ang="T92">
                      <a:pos x="T20" y="T21"/>
                    </a:cxn>
                    <a:cxn ang="T93">
                      <a:pos x="T22" y="T23"/>
                    </a:cxn>
                    <a:cxn ang="T94">
                      <a:pos x="T24" y="T25"/>
                    </a:cxn>
                    <a:cxn ang="T95">
                      <a:pos x="T26" y="T27"/>
                    </a:cxn>
                    <a:cxn ang="T96">
                      <a:pos x="T28" y="T29"/>
                    </a:cxn>
                    <a:cxn ang="T97">
                      <a:pos x="T30" y="T31"/>
                    </a:cxn>
                    <a:cxn ang="T98">
                      <a:pos x="T32" y="T33"/>
                    </a:cxn>
                    <a:cxn ang="T99">
                      <a:pos x="T34" y="T35"/>
                    </a:cxn>
                    <a:cxn ang="T100">
                      <a:pos x="T36" y="T37"/>
                    </a:cxn>
                    <a:cxn ang="T101">
                      <a:pos x="T38" y="T39"/>
                    </a:cxn>
                    <a:cxn ang="T102">
                      <a:pos x="T40" y="T41"/>
                    </a:cxn>
                    <a:cxn ang="T103">
                      <a:pos x="T42" y="T43"/>
                    </a:cxn>
                    <a:cxn ang="T104">
                      <a:pos x="T44" y="T45"/>
                    </a:cxn>
                    <a:cxn ang="T105">
                      <a:pos x="T46" y="T47"/>
                    </a:cxn>
                    <a:cxn ang="T106">
                      <a:pos x="T48" y="T49"/>
                    </a:cxn>
                    <a:cxn ang="T107">
                      <a:pos x="T50" y="T51"/>
                    </a:cxn>
                    <a:cxn ang="T108">
                      <a:pos x="T52" y="T53"/>
                    </a:cxn>
                    <a:cxn ang="T109">
                      <a:pos x="T54" y="T55"/>
                    </a:cxn>
                    <a:cxn ang="T110">
                      <a:pos x="T56" y="T57"/>
                    </a:cxn>
                    <a:cxn ang="T111">
                      <a:pos x="T58" y="T59"/>
                    </a:cxn>
                    <a:cxn ang="T112">
                      <a:pos x="T60" y="T61"/>
                    </a:cxn>
                    <a:cxn ang="T113">
                      <a:pos x="T62" y="T63"/>
                    </a:cxn>
                    <a:cxn ang="T114">
                      <a:pos x="T64" y="T65"/>
                    </a:cxn>
                    <a:cxn ang="T115">
                      <a:pos x="T66" y="T67"/>
                    </a:cxn>
                    <a:cxn ang="T116">
                      <a:pos x="T68" y="T69"/>
                    </a:cxn>
                    <a:cxn ang="T117">
                      <a:pos x="T70" y="T71"/>
                    </a:cxn>
                    <a:cxn ang="T118">
                      <a:pos x="T72" y="T73"/>
                    </a:cxn>
                    <a:cxn ang="T119">
                      <a:pos x="T74" y="T75"/>
                    </a:cxn>
                    <a:cxn ang="T120">
                      <a:pos x="T76" y="T77"/>
                    </a:cxn>
                    <a:cxn ang="T121">
                      <a:pos x="T78" y="T79"/>
                    </a:cxn>
                    <a:cxn ang="T122">
                      <a:pos x="T80" y="T81"/>
                    </a:cxn>
                  </a:cxnLst>
                  <a:rect l="T123" t="T124" r="T125" b="T126"/>
                  <a:pathLst>
                    <a:path w="717" h="756">
                      <a:moveTo>
                        <a:pt x="0" y="756"/>
                      </a:moveTo>
                      <a:lnTo>
                        <a:pt x="52" y="167"/>
                      </a:lnTo>
                      <a:lnTo>
                        <a:pt x="64" y="384"/>
                      </a:lnTo>
                      <a:lnTo>
                        <a:pt x="90" y="103"/>
                      </a:lnTo>
                      <a:lnTo>
                        <a:pt x="116" y="519"/>
                      </a:lnTo>
                      <a:lnTo>
                        <a:pt x="135" y="487"/>
                      </a:lnTo>
                      <a:lnTo>
                        <a:pt x="135" y="359"/>
                      </a:lnTo>
                      <a:lnTo>
                        <a:pt x="167" y="71"/>
                      </a:lnTo>
                      <a:lnTo>
                        <a:pt x="192" y="244"/>
                      </a:lnTo>
                      <a:lnTo>
                        <a:pt x="205" y="96"/>
                      </a:lnTo>
                      <a:lnTo>
                        <a:pt x="218" y="615"/>
                      </a:lnTo>
                      <a:lnTo>
                        <a:pt x="244" y="397"/>
                      </a:lnTo>
                      <a:lnTo>
                        <a:pt x="282" y="519"/>
                      </a:lnTo>
                      <a:lnTo>
                        <a:pt x="308" y="308"/>
                      </a:lnTo>
                      <a:lnTo>
                        <a:pt x="333" y="442"/>
                      </a:lnTo>
                      <a:lnTo>
                        <a:pt x="346" y="352"/>
                      </a:lnTo>
                      <a:lnTo>
                        <a:pt x="365" y="384"/>
                      </a:lnTo>
                      <a:lnTo>
                        <a:pt x="378" y="135"/>
                      </a:lnTo>
                      <a:lnTo>
                        <a:pt x="391" y="301"/>
                      </a:lnTo>
                      <a:lnTo>
                        <a:pt x="384" y="519"/>
                      </a:lnTo>
                      <a:lnTo>
                        <a:pt x="404" y="679"/>
                      </a:lnTo>
                      <a:lnTo>
                        <a:pt x="429" y="628"/>
                      </a:lnTo>
                      <a:lnTo>
                        <a:pt x="442" y="480"/>
                      </a:lnTo>
                      <a:lnTo>
                        <a:pt x="455" y="391"/>
                      </a:lnTo>
                      <a:lnTo>
                        <a:pt x="436" y="506"/>
                      </a:lnTo>
                      <a:lnTo>
                        <a:pt x="461" y="352"/>
                      </a:lnTo>
                      <a:lnTo>
                        <a:pt x="474" y="455"/>
                      </a:lnTo>
                      <a:lnTo>
                        <a:pt x="493" y="519"/>
                      </a:lnTo>
                      <a:lnTo>
                        <a:pt x="512" y="410"/>
                      </a:lnTo>
                      <a:lnTo>
                        <a:pt x="532" y="186"/>
                      </a:lnTo>
                      <a:lnTo>
                        <a:pt x="544" y="231"/>
                      </a:lnTo>
                      <a:lnTo>
                        <a:pt x="570" y="148"/>
                      </a:lnTo>
                      <a:lnTo>
                        <a:pt x="576" y="301"/>
                      </a:lnTo>
                      <a:lnTo>
                        <a:pt x="576" y="730"/>
                      </a:lnTo>
                      <a:lnTo>
                        <a:pt x="647" y="0"/>
                      </a:lnTo>
                      <a:lnTo>
                        <a:pt x="647" y="250"/>
                      </a:lnTo>
                      <a:lnTo>
                        <a:pt x="660" y="333"/>
                      </a:lnTo>
                      <a:lnTo>
                        <a:pt x="685" y="192"/>
                      </a:lnTo>
                      <a:lnTo>
                        <a:pt x="711" y="340"/>
                      </a:lnTo>
                      <a:lnTo>
                        <a:pt x="698" y="429"/>
                      </a:lnTo>
                      <a:lnTo>
                        <a:pt x="717" y="461"/>
                      </a:lnTo>
                    </a:path>
                  </a:pathLst>
                </a:custGeom>
                <a:noFill/>
                <a:ln w="9525">
                  <a:solidFill>
                    <a:srgbClr val="FF0000"/>
                  </a:solidFill>
                  <a:round/>
                  <a:headEnd/>
                  <a:tailEnd/>
                </a:ln>
              </p:spPr>
              <p:txBody>
                <a:bodyPr/>
                <a:lstStyle/>
                <a:p>
                  <a:endParaRPr lang="en-GB" sz="1600"/>
                </a:p>
              </p:txBody>
            </p:sp>
            <p:sp>
              <p:nvSpPr>
                <p:cNvPr id="14477" name="Freeform 293"/>
                <p:cNvSpPr>
                  <a:spLocks/>
                </p:cNvSpPr>
                <p:nvPr/>
              </p:nvSpPr>
              <p:spPr bwMode="auto">
                <a:xfrm flipH="1" flipV="1">
                  <a:off x="3770" y="1145"/>
                  <a:ext cx="313" cy="756"/>
                </a:xfrm>
                <a:custGeom>
                  <a:avLst/>
                  <a:gdLst>
                    <a:gd name="T0" fmla="*/ 0 w 717"/>
                    <a:gd name="T1" fmla="*/ 756 h 756"/>
                    <a:gd name="T2" fmla="*/ 4 w 717"/>
                    <a:gd name="T3" fmla="*/ 167 h 756"/>
                    <a:gd name="T4" fmla="*/ 5 w 717"/>
                    <a:gd name="T5" fmla="*/ 384 h 756"/>
                    <a:gd name="T6" fmla="*/ 7 w 717"/>
                    <a:gd name="T7" fmla="*/ 103 h 756"/>
                    <a:gd name="T8" fmla="*/ 10 w 717"/>
                    <a:gd name="T9" fmla="*/ 519 h 756"/>
                    <a:gd name="T10" fmla="*/ 11 w 717"/>
                    <a:gd name="T11" fmla="*/ 487 h 756"/>
                    <a:gd name="T12" fmla="*/ 11 w 717"/>
                    <a:gd name="T13" fmla="*/ 359 h 756"/>
                    <a:gd name="T14" fmla="*/ 14 w 717"/>
                    <a:gd name="T15" fmla="*/ 71 h 756"/>
                    <a:gd name="T16" fmla="*/ 16 w 717"/>
                    <a:gd name="T17" fmla="*/ 244 h 756"/>
                    <a:gd name="T18" fmla="*/ 17 w 717"/>
                    <a:gd name="T19" fmla="*/ 96 h 756"/>
                    <a:gd name="T20" fmla="*/ 18 w 717"/>
                    <a:gd name="T21" fmla="*/ 615 h 756"/>
                    <a:gd name="T22" fmla="*/ 21 w 717"/>
                    <a:gd name="T23" fmla="*/ 397 h 756"/>
                    <a:gd name="T24" fmla="*/ 24 w 717"/>
                    <a:gd name="T25" fmla="*/ 519 h 756"/>
                    <a:gd name="T26" fmla="*/ 25 w 717"/>
                    <a:gd name="T27" fmla="*/ 308 h 756"/>
                    <a:gd name="T28" fmla="*/ 28 w 717"/>
                    <a:gd name="T29" fmla="*/ 442 h 756"/>
                    <a:gd name="T30" fmla="*/ 29 w 717"/>
                    <a:gd name="T31" fmla="*/ 352 h 756"/>
                    <a:gd name="T32" fmla="*/ 30 w 717"/>
                    <a:gd name="T33" fmla="*/ 384 h 756"/>
                    <a:gd name="T34" fmla="*/ 31 w 717"/>
                    <a:gd name="T35" fmla="*/ 135 h 756"/>
                    <a:gd name="T36" fmla="*/ 33 w 717"/>
                    <a:gd name="T37" fmla="*/ 301 h 756"/>
                    <a:gd name="T38" fmla="*/ 32 w 717"/>
                    <a:gd name="T39" fmla="*/ 519 h 756"/>
                    <a:gd name="T40" fmla="*/ 34 w 717"/>
                    <a:gd name="T41" fmla="*/ 679 h 756"/>
                    <a:gd name="T42" fmla="*/ 36 w 717"/>
                    <a:gd name="T43" fmla="*/ 628 h 756"/>
                    <a:gd name="T44" fmla="*/ 37 w 717"/>
                    <a:gd name="T45" fmla="*/ 480 h 756"/>
                    <a:gd name="T46" fmla="*/ 38 w 717"/>
                    <a:gd name="T47" fmla="*/ 391 h 756"/>
                    <a:gd name="T48" fmla="*/ 36 w 717"/>
                    <a:gd name="T49" fmla="*/ 506 h 756"/>
                    <a:gd name="T50" fmla="*/ 38 w 717"/>
                    <a:gd name="T51" fmla="*/ 352 h 756"/>
                    <a:gd name="T52" fmla="*/ 39 w 717"/>
                    <a:gd name="T53" fmla="*/ 455 h 756"/>
                    <a:gd name="T54" fmla="*/ 41 w 717"/>
                    <a:gd name="T55" fmla="*/ 519 h 756"/>
                    <a:gd name="T56" fmla="*/ 43 w 717"/>
                    <a:gd name="T57" fmla="*/ 410 h 756"/>
                    <a:gd name="T58" fmla="*/ 44 w 717"/>
                    <a:gd name="T59" fmla="*/ 186 h 756"/>
                    <a:gd name="T60" fmla="*/ 45 w 717"/>
                    <a:gd name="T61" fmla="*/ 231 h 756"/>
                    <a:gd name="T62" fmla="*/ 48 w 717"/>
                    <a:gd name="T63" fmla="*/ 148 h 756"/>
                    <a:gd name="T64" fmla="*/ 48 w 717"/>
                    <a:gd name="T65" fmla="*/ 301 h 756"/>
                    <a:gd name="T66" fmla="*/ 48 w 717"/>
                    <a:gd name="T67" fmla="*/ 730 h 756"/>
                    <a:gd name="T68" fmla="*/ 54 w 717"/>
                    <a:gd name="T69" fmla="*/ 0 h 756"/>
                    <a:gd name="T70" fmla="*/ 54 w 717"/>
                    <a:gd name="T71" fmla="*/ 250 h 756"/>
                    <a:gd name="T72" fmla="*/ 55 w 717"/>
                    <a:gd name="T73" fmla="*/ 333 h 756"/>
                    <a:gd name="T74" fmla="*/ 57 w 717"/>
                    <a:gd name="T75" fmla="*/ 192 h 756"/>
                    <a:gd name="T76" fmla="*/ 59 w 717"/>
                    <a:gd name="T77" fmla="*/ 340 h 756"/>
                    <a:gd name="T78" fmla="*/ 58 w 717"/>
                    <a:gd name="T79" fmla="*/ 429 h 756"/>
                    <a:gd name="T80" fmla="*/ 60 w 717"/>
                    <a:gd name="T81" fmla="*/ 461 h 756"/>
                    <a:gd name="T82" fmla="*/ 0 60000 65536"/>
                    <a:gd name="T83" fmla="*/ 0 60000 65536"/>
                    <a:gd name="T84" fmla="*/ 0 60000 65536"/>
                    <a:gd name="T85" fmla="*/ 0 60000 65536"/>
                    <a:gd name="T86" fmla="*/ 0 60000 65536"/>
                    <a:gd name="T87" fmla="*/ 0 60000 65536"/>
                    <a:gd name="T88" fmla="*/ 0 60000 65536"/>
                    <a:gd name="T89" fmla="*/ 0 60000 65536"/>
                    <a:gd name="T90" fmla="*/ 0 60000 65536"/>
                    <a:gd name="T91" fmla="*/ 0 60000 65536"/>
                    <a:gd name="T92" fmla="*/ 0 60000 65536"/>
                    <a:gd name="T93" fmla="*/ 0 60000 65536"/>
                    <a:gd name="T94" fmla="*/ 0 60000 65536"/>
                    <a:gd name="T95" fmla="*/ 0 60000 65536"/>
                    <a:gd name="T96" fmla="*/ 0 60000 65536"/>
                    <a:gd name="T97" fmla="*/ 0 60000 65536"/>
                    <a:gd name="T98" fmla="*/ 0 60000 65536"/>
                    <a:gd name="T99" fmla="*/ 0 60000 65536"/>
                    <a:gd name="T100" fmla="*/ 0 60000 65536"/>
                    <a:gd name="T101" fmla="*/ 0 60000 65536"/>
                    <a:gd name="T102" fmla="*/ 0 60000 65536"/>
                    <a:gd name="T103" fmla="*/ 0 60000 65536"/>
                    <a:gd name="T104" fmla="*/ 0 60000 65536"/>
                    <a:gd name="T105" fmla="*/ 0 60000 65536"/>
                    <a:gd name="T106" fmla="*/ 0 60000 65536"/>
                    <a:gd name="T107" fmla="*/ 0 60000 65536"/>
                    <a:gd name="T108" fmla="*/ 0 60000 65536"/>
                    <a:gd name="T109" fmla="*/ 0 60000 65536"/>
                    <a:gd name="T110" fmla="*/ 0 60000 65536"/>
                    <a:gd name="T111" fmla="*/ 0 60000 65536"/>
                    <a:gd name="T112" fmla="*/ 0 60000 65536"/>
                    <a:gd name="T113" fmla="*/ 0 60000 65536"/>
                    <a:gd name="T114" fmla="*/ 0 60000 65536"/>
                    <a:gd name="T115" fmla="*/ 0 60000 65536"/>
                    <a:gd name="T116" fmla="*/ 0 60000 65536"/>
                    <a:gd name="T117" fmla="*/ 0 60000 65536"/>
                    <a:gd name="T118" fmla="*/ 0 60000 65536"/>
                    <a:gd name="T119" fmla="*/ 0 60000 65536"/>
                    <a:gd name="T120" fmla="*/ 0 60000 65536"/>
                    <a:gd name="T121" fmla="*/ 0 60000 65536"/>
                    <a:gd name="T122" fmla="*/ 0 60000 65536"/>
                    <a:gd name="T123" fmla="*/ 0 w 717"/>
                    <a:gd name="T124" fmla="*/ 0 h 756"/>
                    <a:gd name="T125" fmla="*/ 717 w 717"/>
                    <a:gd name="T126" fmla="*/ 756 h 756"/>
                  </a:gdLst>
                  <a:ahLst/>
                  <a:cxnLst>
                    <a:cxn ang="T82">
                      <a:pos x="T0" y="T1"/>
                    </a:cxn>
                    <a:cxn ang="T83">
                      <a:pos x="T2" y="T3"/>
                    </a:cxn>
                    <a:cxn ang="T84">
                      <a:pos x="T4" y="T5"/>
                    </a:cxn>
                    <a:cxn ang="T85">
                      <a:pos x="T6" y="T7"/>
                    </a:cxn>
                    <a:cxn ang="T86">
                      <a:pos x="T8" y="T9"/>
                    </a:cxn>
                    <a:cxn ang="T87">
                      <a:pos x="T10" y="T11"/>
                    </a:cxn>
                    <a:cxn ang="T88">
                      <a:pos x="T12" y="T13"/>
                    </a:cxn>
                    <a:cxn ang="T89">
                      <a:pos x="T14" y="T15"/>
                    </a:cxn>
                    <a:cxn ang="T90">
                      <a:pos x="T16" y="T17"/>
                    </a:cxn>
                    <a:cxn ang="T91">
                      <a:pos x="T18" y="T19"/>
                    </a:cxn>
                    <a:cxn ang="T92">
                      <a:pos x="T20" y="T21"/>
                    </a:cxn>
                    <a:cxn ang="T93">
                      <a:pos x="T22" y="T23"/>
                    </a:cxn>
                    <a:cxn ang="T94">
                      <a:pos x="T24" y="T25"/>
                    </a:cxn>
                    <a:cxn ang="T95">
                      <a:pos x="T26" y="T27"/>
                    </a:cxn>
                    <a:cxn ang="T96">
                      <a:pos x="T28" y="T29"/>
                    </a:cxn>
                    <a:cxn ang="T97">
                      <a:pos x="T30" y="T31"/>
                    </a:cxn>
                    <a:cxn ang="T98">
                      <a:pos x="T32" y="T33"/>
                    </a:cxn>
                    <a:cxn ang="T99">
                      <a:pos x="T34" y="T35"/>
                    </a:cxn>
                    <a:cxn ang="T100">
                      <a:pos x="T36" y="T37"/>
                    </a:cxn>
                    <a:cxn ang="T101">
                      <a:pos x="T38" y="T39"/>
                    </a:cxn>
                    <a:cxn ang="T102">
                      <a:pos x="T40" y="T41"/>
                    </a:cxn>
                    <a:cxn ang="T103">
                      <a:pos x="T42" y="T43"/>
                    </a:cxn>
                    <a:cxn ang="T104">
                      <a:pos x="T44" y="T45"/>
                    </a:cxn>
                    <a:cxn ang="T105">
                      <a:pos x="T46" y="T47"/>
                    </a:cxn>
                    <a:cxn ang="T106">
                      <a:pos x="T48" y="T49"/>
                    </a:cxn>
                    <a:cxn ang="T107">
                      <a:pos x="T50" y="T51"/>
                    </a:cxn>
                    <a:cxn ang="T108">
                      <a:pos x="T52" y="T53"/>
                    </a:cxn>
                    <a:cxn ang="T109">
                      <a:pos x="T54" y="T55"/>
                    </a:cxn>
                    <a:cxn ang="T110">
                      <a:pos x="T56" y="T57"/>
                    </a:cxn>
                    <a:cxn ang="T111">
                      <a:pos x="T58" y="T59"/>
                    </a:cxn>
                    <a:cxn ang="T112">
                      <a:pos x="T60" y="T61"/>
                    </a:cxn>
                    <a:cxn ang="T113">
                      <a:pos x="T62" y="T63"/>
                    </a:cxn>
                    <a:cxn ang="T114">
                      <a:pos x="T64" y="T65"/>
                    </a:cxn>
                    <a:cxn ang="T115">
                      <a:pos x="T66" y="T67"/>
                    </a:cxn>
                    <a:cxn ang="T116">
                      <a:pos x="T68" y="T69"/>
                    </a:cxn>
                    <a:cxn ang="T117">
                      <a:pos x="T70" y="T71"/>
                    </a:cxn>
                    <a:cxn ang="T118">
                      <a:pos x="T72" y="T73"/>
                    </a:cxn>
                    <a:cxn ang="T119">
                      <a:pos x="T74" y="T75"/>
                    </a:cxn>
                    <a:cxn ang="T120">
                      <a:pos x="T76" y="T77"/>
                    </a:cxn>
                    <a:cxn ang="T121">
                      <a:pos x="T78" y="T79"/>
                    </a:cxn>
                    <a:cxn ang="T122">
                      <a:pos x="T80" y="T81"/>
                    </a:cxn>
                  </a:cxnLst>
                  <a:rect l="T123" t="T124" r="T125" b="T126"/>
                  <a:pathLst>
                    <a:path w="717" h="756">
                      <a:moveTo>
                        <a:pt x="0" y="756"/>
                      </a:moveTo>
                      <a:lnTo>
                        <a:pt x="52" y="167"/>
                      </a:lnTo>
                      <a:lnTo>
                        <a:pt x="64" y="384"/>
                      </a:lnTo>
                      <a:lnTo>
                        <a:pt x="90" y="103"/>
                      </a:lnTo>
                      <a:lnTo>
                        <a:pt x="116" y="519"/>
                      </a:lnTo>
                      <a:lnTo>
                        <a:pt x="135" y="487"/>
                      </a:lnTo>
                      <a:lnTo>
                        <a:pt x="135" y="359"/>
                      </a:lnTo>
                      <a:lnTo>
                        <a:pt x="167" y="71"/>
                      </a:lnTo>
                      <a:lnTo>
                        <a:pt x="192" y="244"/>
                      </a:lnTo>
                      <a:lnTo>
                        <a:pt x="205" y="96"/>
                      </a:lnTo>
                      <a:lnTo>
                        <a:pt x="218" y="615"/>
                      </a:lnTo>
                      <a:lnTo>
                        <a:pt x="244" y="397"/>
                      </a:lnTo>
                      <a:lnTo>
                        <a:pt x="282" y="519"/>
                      </a:lnTo>
                      <a:lnTo>
                        <a:pt x="308" y="308"/>
                      </a:lnTo>
                      <a:lnTo>
                        <a:pt x="333" y="442"/>
                      </a:lnTo>
                      <a:lnTo>
                        <a:pt x="346" y="352"/>
                      </a:lnTo>
                      <a:lnTo>
                        <a:pt x="365" y="384"/>
                      </a:lnTo>
                      <a:lnTo>
                        <a:pt x="378" y="135"/>
                      </a:lnTo>
                      <a:lnTo>
                        <a:pt x="391" y="301"/>
                      </a:lnTo>
                      <a:lnTo>
                        <a:pt x="384" y="519"/>
                      </a:lnTo>
                      <a:lnTo>
                        <a:pt x="404" y="679"/>
                      </a:lnTo>
                      <a:lnTo>
                        <a:pt x="429" y="628"/>
                      </a:lnTo>
                      <a:lnTo>
                        <a:pt x="442" y="480"/>
                      </a:lnTo>
                      <a:lnTo>
                        <a:pt x="455" y="391"/>
                      </a:lnTo>
                      <a:lnTo>
                        <a:pt x="436" y="506"/>
                      </a:lnTo>
                      <a:lnTo>
                        <a:pt x="461" y="352"/>
                      </a:lnTo>
                      <a:lnTo>
                        <a:pt x="474" y="455"/>
                      </a:lnTo>
                      <a:lnTo>
                        <a:pt x="493" y="519"/>
                      </a:lnTo>
                      <a:lnTo>
                        <a:pt x="512" y="410"/>
                      </a:lnTo>
                      <a:lnTo>
                        <a:pt x="532" y="186"/>
                      </a:lnTo>
                      <a:lnTo>
                        <a:pt x="544" y="231"/>
                      </a:lnTo>
                      <a:lnTo>
                        <a:pt x="570" y="148"/>
                      </a:lnTo>
                      <a:lnTo>
                        <a:pt x="576" y="301"/>
                      </a:lnTo>
                      <a:lnTo>
                        <a:pt x="576" y="730"/>
                      </a:lnTo>
                      <a:lnTo>
                        <a:pt x="647" y="0"/>
                      </a:lnTo>
                      <a:lnTo>
                        <a:pt x="647" y="250"/>
                      </a:lnTo>
                      <a:lnTo>
                        <a:pt x="660" y="333"/>
                      </a:lnTo>
                      <a:lnTo>
                        <a:pt x="685" y="192"/>
                      </a:lnTo>
                      <a:lnTo>
                        <a:pt x="711" y="340"/>
                      </a:lnTo>
                      <a:lnTo>
                        <a:pt x="698" y="429"/>
                      </a:lnTo>
                      <a:lnTo>
                        <a:pt x="717" y="461"/>
                      </a:lnTo>
                    </a:path>
                  </a:pathLst>
                </a:custGeom>
                <a:noFill/>
                <a:ln w="9525">
                  <a:solidFill>
                    <a:srgbClr val="FF0000"/>
                  </a:solidFill>
                  <a:round/>
                  <a:headEnd/>
                  <a:tailEnd/>
                </a:ln>
              </p:spPr>
              <p:txBody>
                <a:bodyPr/>
                <a:lstStyle/>
                <a:p>
                  <a:endParaRPr lang="en-GB" sz="1600"/>
                </a:p>
              </p:txBody>
            </p:sp>
            <p:sp>
              <p:nvSpPr>
                <p:cNvPr id="14478" name="Freeform 294"/>
                <p:cNvSpPr>
                  <a:spLocks/>
                </p:cNvSpPr>
                <p:nvPr/>
              </p:nvSpPr>
              <p:spPr bwMode="auto">
                <a:xfrm flipH="1">
                  <a:off x="4077" y="1119"/>
                  <a:ext cx="313" cy="756"/>
                </a:xfrm>
                <a:custGeom>
                  <a:avLst/>
                  <a:gdLst>
                    <a:gd name="T0" fmla="*/ 0 w 717"/>
                    <a:gd name="T1" fmla="*/ 756 h 756"/>
                    <a:gd name="T2" fmla="*/ 4 w 717"/>
                    <a:gd name="T3" fmla="*/ 167 h 756"/>
                    <a:gd name="T4" fmla="*/ 5 w 717"/>
                    <a:gd name="T5" fmla="*/ 384 h 756"/>
                    <a:gd name="T6" fmla="*/ 7 w 717"/>
                    <a:gd name="T7" fmla="*/ 103 h 756"/>
                    <a:gd name="T8" fmla="*/ 10 w 717"/>
                    <a:gd name="T9" fmla="*/ 519 h 756"/>
                    <a:gd name="T10" fmla="*/ 11 w 717"/>
                    <a:gd name="T11" fmla="*/ 487 h 756"/>
                    <a:gd name="T12" fmla="*/ 11 w 717"/>
                    <a:gd name="T13" fmla="*/ 359 h 756"/>
                    <a:gd name="T14" fmla="*/ 14 w 717"/>
                    <a:gd name="T15" fmla="*/ 71 h 756"/>
                    <a:gd name="T16" fmla="*/ 16 w 717"/>
                    <a:gd name="T17" fmla="*/ 244 h 756"/>
                    <a:gd name="T18" fmla="*/ 17 w 717"/>
                    <a:gd name="T19" fmla="*/ 96 h 756"/>
                    <a:gd name="T20" fmla="*/ 18 w 717"/>
                    <a:gd name="T21" fmla="*/ 615 h 756"/>
                    <a:gd name="T22" fmla="*/ 21 w 717"/>
                    <a:gd name="T23" fmla="*/ 397 h 756"/>
                    <a:gd name="T24" fmla="*/ 24 w 717"/>
                    <a:gd name="T25" fmla="*/ 519 h 756"/>
                    <a:gd name="T26" fmla="*/ 25 w 717"/>
                    <a:gd name="T27" fmla="*/ 308 h 756"/>
                    <a:gd name="T28" fmla="*/ 28 w 717"/>
                    <a:gd name="T29" fmla="*/ 442 h 756"/>
                    <a:gd name="T30" fmla="*/ 29 w 717"/>
                    <a:gd name="T31" fmla="*/ 352 h 756"/>
                    <a:gd name="T32" fmla="*/ 30 w 717"/>
                    <a:gd name="T33" fmla="*/ 384 h 756"/>
                    <a:gd name="T34" fmla="*/ 31 w 717"/>
                    <a:gd name="T35" fmla="*/ 135 h 756"/>
                    <a:gd name="T36" fmla="*/ 33 w 717"/>
                    <a:gd name="T37" fmla="*/ 301 h 756"/>
                    <a:gd name="T38" fmla="*/ 32 w 717"/>
                    <a:gd name="T39" fmla="*/ 519 h 756"/>
                    <a:gd name="T40" fmla="*/ 34 w 717"/>
                    <a:gd name="T41" fmla="*/ 679 h 756"/>
                    <a:gd name="T42" fmla="*/ 36 w 717"/>
                    <a:gd name="T43" fmla="*/ 628 h 756"/>
                    <a:gd name="T44" fmla="*/ 37 w 717"/>
                    <a:gd name="T45" fmla="*/ 480 h 756"/>
                    <a:gd name="T46" fmla="*/ 38 w 717"/>
                    <a:gd name="T47" fmla="*/ 391 h 756"/>
                    <a:gd name="T48" fmla="*/ 36 w 717"/>
                    <a:gd name="T49" fmla="*/ 506 h 756"/>
                    <a:gd name="T50" fmla="*/ 38 w 717"/>
                    <a:gd name="T51" fmla="*/ 352 h 756"/>
                    <a:gd name="T52" fmla="*/ 39 w 717"/>
                    <a:gd name="T53" fmla="*/ 455 h 756"/>
                    <a:gd name="T54" fmla="*/ 41 w 717"/>
                    <a:gd name="T55" fmla="*/ 519 h 756"/>
                    <a:gd name="T56" fmla="*/ 43 w 717"/>
                    <a:gd name="T57" fmla="*/ 410 h 756"/>
                    <a:gd name="T58" fmla="*/ 44 w 717"/>
                    <a:gd name="T59" fmla="*/ 186 h 756"/>
                    <a:gd name="T60" fmla="*/ 45 w 717"/>
                    <a:gd name="T61" fmla="*/ 231 h 756"/>
                    <a:gd name="T62" fmla="*/ 48 w 717"/>
                    <a:gd name="T63" fmla="*/ 148 h 756"/>
                    <a:gd name="T64" fmla="*/ 48 w 717"/>
                    <a:gd name="T65" fmla="*/ 301 h 756"/>
                    <a:gd name="T66" fmla="*/ 48 w 717"/>
                    <a:gd name="T67" fmla="*/ 730 h 756"/>
                    <a:gd name="T68" fmla="*/ 54 w 717"/>
                    <a:gd name="T69" fmla="*/ 0 h 756"/>
                    <a:gd name="T70" fmla="*/ 54 w 717"/>
                    <a:gd name="T71" fmla="*/ 250 h 756"/>
                    <a:gd name="T72" fmla="*/ 55 w 717"/>
                    <a:gd name="T73" fmla="*/ 333 h 756"/>
                    <a:gd name="T74" fmla="*/ 57 w 717"/>
                    <a:gd name="T75" fmla="*/ 192 h 756"/>
                    <a:gd name="T76" fmla="*/ 59 w 717"/>
                    <a:gd name="T77" fmla="*/ 340 h 756"/>
                    <a:gd name="T78" fmla="*/ 58 w 717"/>
                    <a:gd name="T79" fmla="*/ 429 h 756"/>
                    <a:gd name="T80" fmla="*/ 60 w 717"/>
                    <a:gd name="T81" fmla="*/ 461 h 756"/>
                    <a:gd name="T82" fmla="*/ 0 60000 65536"/>
                    <a:gd name="T83" fmla="*/ 0 60000 65536"/>
                    <a:gd name="T84" fmla="*/ 0 60000 65536"/>
                    <a:gd name="T85" fmla="*/ 0 60000 65536"/>
                    <a:gd name="T86" fmla="*/ 0 60000 65536"/>
                    <a:gd name="T87" fmla="*/ 0 60000 65536"/>
                    <a:gd name="T88" fmla="*/ 0 60000 65536"/>
                    <a:gd name="T89" fmla="*/ 0 60000 65536"/>
                    <a:gd name="T90" fmla="*/ 0 60000 65536"/>
                    <a:gd name="T91" fmla="*/ 0 60000 65536"/>
                    <a:gd name="T92" fmla="*/ 0 60000 65536"/>
                    <a:gd name="T93" fmla="*/ 0 60000 65536"/>
                    <a:gd name="T94" fmla="*/ 0 60000 65536"/>
                    <a:gd name="T95" fmla="*/ 0 60000 65536"/>
                    <a:gd name="T96" fmla="*/ 0 60000 65536"/>
                    <a:gd name="T97" fmla="*/ 0 60000 65536"/>
                    <a:gd name="T98" fmla="*/ 0 60000 65536"/>
                    <a:gd name="T99" fmla="*/ 0 60000 65536"/>
                    <a:gd name="T100" fmla="*/ 0 60000 65536"/>
                    <a:gd name="T101" fmla="*/ 0 60000 65536"/>
                    <a:gd name="T102" fmla="*/ 0 60000 65536"/>
                    <a:gd name="T103" fmla="*/ 0 60000 65536"/>
                    <a:gd name="T104" fmla="*/ 0 60000 65536"/>
                    <a:gd name="T105" fmla="*/ 0 60000 65536"/>
                    <a:gd name="T106" fmla="*/ 0 60000 65536"/>
                    <a:gd name="T107" fmla="*/ 0 60000 65536"/>
                    <a:gd name="T108" fmla="*/ 0 60000 65536"/>
                    <a:gd name="T109" fmla="*/ 0 60000 65536"/>
                    <a:gd name="T110" fmla="*/ 0 60000 65536"/>
                    <a:gd name="T111" fmla="*/ 0 60000 65536"/>
                    <a:gd name="T112" fmla="*/ 0 60000 65536"/>
                    <a:gd name="T113" fmla="*/ 0 60000 65536"/>
                    <a:gd name="T114" fmla="*/ 0 60000 65536"/>
                    <a:gd name="T115" fmla="*/ 0 60000 65536"/>
                    <a:gd name="T116" fmla="*/ 0 60000 65536"/>
                    <a:gd name="T117" fmla="*/ 0 60000 65536"/>
                    <a:gd name="T118" fmla="*/ 0 60000 65536"/>
                    <a:gd name="T119" fmla="*/ 0 60000 65536"/>
                    <a:gd name="T120" fmla="*/ 0 60000 65536"/>
                    <a:gd name="T121" fmla="*/ 0 60000 65536"/>
                    <a:gd name="T122" fmla="*/ 0 60000 65536"/>
                    <a:gd name="T123" fmla="*/ 0 w 717"/>
                    <a:gd name="T124" fmla="*/ 0 h 756"/>
                    <a:gd name="T125" fmla="*/ 717 w 717"/>
                    <a:gd name="T126" fmla="*/ 756 h 756"/>
                  </a:gdLst>
                  <a:ahLst/>
                  <a:cxnLst>
                    <a:cxn ang="T82">
                      <a:pos x="T0" y="T1"/>
                    </a:cxn>
                    <a:cxn ang="T83">
                      <a:pos x="T2" y="T3"/>
                    </a:cxn>
                    <a:cxn ang="T84">
                      <a:pos x="T4" y="T5"/>
                    </a:cxn>
                    <a:cxn ang="T85">
                      <a:pos x="T6" y="T7"/>
                    </a:cxn>
                    <a:cxn ang="T86">
                      <a:pos x="T8" y="T9"/>
                    </a:cxn>
                    <a:cxn ang="T87">
                      <a:pos x="T10" y="T11"/>
                    </a:cxn>
                    <a:cxn ang="T88">
                      <a:pos x="T12" y="T13"/>
                    </a:cxn>
                    <a:cxn ang="T89">
                      <a:pos x="T14" y="T15"/>
                    </a:cxn>
                    <a:cxn ang="T90">
                      <a:pos x="T16" y="T17"/>
                    </a:cxn>
                    <a:cxn ang="T91">
                      <a:pos x="T18" y="T19"/>
                    </a:cxn>
                    <a:cxn ang="T92">
                      <a:pos x="T20" y="T21"/>
                    </a:cxn>
                    <a:cxn ang="T93">
                      <a:pos x="T22" y="T23"/>
                    </a:cxn>
                    <a:cxn ang="T94">
                      <a:pos x="T24" y="T25"/>
                    </a:cxn>
                    <a:cxn ang="T95">
                      <a:pos x="T26" y="T27"/>
                    </a:cxn>
                    <a:cxn ang="T96">
                      <a:pos x="T28" y="T29"/>
                    </a:cxn>
                    <a:cxn ang="T97">
                      <a:pos x="T30" y="T31"/>
                    </a:cxn>
                    <a:cxn ang="T98">
                      <a:pos x="T32" y="T33"/>
                    </a:cxn>
                    <a:cxn ang="T99">
                      <a:pos x="T34" y="T35"/>
                    </a:cxn>
                    <a:cxn ang="T100">
                      <a:pos x="T36" y="T37"/>
                    </a:cxn>
                    <a:cxn ang="T101">
                      <a:pos x="T38" y="T39"/>
                    </a:cxn>
                    <a:cxn ang="T102">
                      <a:pos x="T40" y="T41"/>
                    </a:cxn>
                    <a:cxn ang="T103">
                      <a:pos x="T42" y="T43"/>
                    </a:cxn>
                    <a:cxn ang="T104">
                      <a:pos x="T44" y="T45"/>
                    </a:cxn>
                    <a:cxn ang="T105">
                      <a:pos x="T46" y="T47"/>
                    </a:cxn>
                    <a:cxn ang="T106">
                      <a:pos x="T48" y="T49"/>
                    </a:cxn>
                    <a:cxn ang="T107">
                      <a:pos x="T50" y="T51"/>
                    </a:cxn>
                    <a:cxn ang="T108">
                      <a:pos x="T52" y="T53"/>
                    </a:cxn>
                    <a:cxn ang="T109">
                      <a:pos x="T54" y="T55"/>
                    </a:cxn>
                    <a:cxn ang="T110">
                      <a:pos x="T56" y="T57"/>
                    </a:cxn>
                    <a:cxn ang="T111">
                      <a:pos x="T58" y="T59"/>
                    </a:cxn>
                    <a:cxn ang="T112">
                      <a:pos x="T60" y="T61"/>
                    </a:cxn>
                    <a:cxn ang="T113">
                      <a:pos x="T62" y="T63"/>
                    </a:cxn>
                    <a:cxn ang="T114">
                      <a:pos x="T64" y="T65"/>
                    </a:cxn>
                    <a:cxn ang="T115">
                      <a:pos x="T66" y="T67"/>
                    </a:cxn>
                    <a:cxn ang="T116">
                      <a:pos x="T68" y="T69"/>
                    </a:cxn>
                    <a:cxn ang="T117">
                      <a:pos x="T70" y="T71"/>
                    </a:cxn>
                    <a:cxn ang="T118">
                      <a:pos x="T72" y="T73"/>
                    </a:cxn>
                    <a:cxn ang="T119">
                      <a:pos x="T74" y="T75"/>
                    </a:cxn>
                    <a:cxn ang="T120">
                      <a:pos x="T76" y="T77"/>
                    </a:cxn>
                    <a:cxn ang="T121">
                      <a:pos x="T78" y="T79"/>
                    </a:cxn>
                    <a:cxn ang="T122">
                      <a:pos x="T80" y="T81"/>
                    </a:cxn>
                  </a:cxnLst>
                  <a:rect l="T123" t="T124" r="T125" b="T126"/>
                  <a:pathLst>
                    <a:path w="717" h="756">
                      <a:moveTo>
                        <a:pt x="0" y="756"/>
                      </a:moveTo>
                      <a:lnTo>
                        <a:pt x="52" y="167"/>
                      </a:lnTo>
                      <a:lnTo>
                        <a:pt x="64" y="384"/>
                      </a:lnTo>
                      <a:lnTo>
                        <a:pt x="90" y="103"/>
                      </a:lnTo>
                      <a:lnTo>
                        <a:pt x="116" y="519"/>
                      </a:lnTo>
                      <a:lnTo>
                        <a:pt x="135" y="487"/>
                      </a:lnTo>
                      <a:lnTo>
                        <a:pt x="135" y="359"/>
                      </a:lnTo>
                      <a:lnTo>
                        <a:pt x="167" y="71"/>
                      </a:lnTo>
                      <a:lnTo>
                        <a:pt x="192" y="244"/>
                      </a:lnTo>
                      <a:lnTo>
                        <a:pt x="205" y="96"/>
                      </a:lnTo>
                      <a:lnTo>
                        <a:pt x="218" y="615"/>
                      </a:lnTo>
                      <a:lnTo>
                        <a:pt x="244" y="397"/>
                      </a:lnTo>
                      <a:lnTo>
                        <a:pt x="282" y="519"/>
                      </a:lnTo>
                      <a:lnTo>
                        <a:pt x="308" y="308"/>
                      </a:lnTo>
                      <a:lnTo>
                        <a:pt x="333" y="442"/>
                      </a:lnTo>
                      <a:lnTo>
                        <a:pt x="346" y="352"/>
                      </a:lnTo>
                      <a:lnTo>
                        <a:pt x="365" y="384"/>
                      </a:lnTo>
                      <a:lnTo>
                        <a:pt x="378" y="135"/>
                      </a:lnTo>
                      <a:lnTo>
                        <a:pt x="391" y="301"/>
                      </a:lnTo>
                      <a:lnTo>
                        <a:pt x="384" y="519"/>
                      </a:lnTo>
                      <a:lnTo>
                        <a:pt x="404" y="679"/>
                      </a:lnTo>
                      <a:lnTo>
                        <a:pt x="429" y="628"/>
                      </a:lnTo>
                      <a:lnTo>
                        <a:pt x="442" y="480"/>
                      </a:lnTo>
                      <a:lnTo>
                        <a:pt x="455" y="391"/>
                      </a:lnTo>
                      <a:lnTo>
                        <a:pt x="436" y="506"/>
                      </a:lnTo>
                      <a:lnTo>
                        <a:pt x="461" y="352"/>
                      </a:lnTo>
                      <a:lnTo>
                        <a:pt x="474" y="455"/>
                      </a:lnTo>
                      <a:lnTo>
                        <a:pt x="493" y="519"/>
                      </a:lnTo>
                      <a:lnTo>
                        <a:pt x="512" y="410"/>
                      </a:lnTo>
                      <a:lnTo>
                        <a:pt x="532" y="186"/>
                      </a:lnTo>
                      <a:lnTo>
                        <a:pt x="544" y="231"/>
                      </a:lnTo>
                      <a:lnTo>
                        <a:pt x="570" y="148"/>
                      </a:lnTo>
                      <a:lnTo>
                        <a:pt x="576" y="301"/>
                      </a:lnTo>
                      <a:lnTo>
                        <a:pt x="576" y="730"/>
                      </a:lnTo>
                      <a:lnTo>
                        <a:pt x="647" y="0"/>
                      </a:lnTo>
                      <a:lnTo>
                        <a:pt x="647" y="250"/>
                      </a:lnTo>
                      <a:lnTo>
                        <a:pt x="660" y="333"/>
                      </a:lnTo>
                      <a:lnTo>
                        <a:pt x="685" y="192"/>
                      </a:lnTo>
                      <a:lnTo>
                        <a:pt x="711" y="340"/>
                      </a:lnTo>
                      <a:lnTo>
                        <a:pt x="698" y="429"/>
                      </a:lnTo>
                      <a:lnTo>
                        <a:pt x="717" y="461"/>
                      </a:lnTo>
                    </a:path>
                  </a:pathLst>
                </a:custGeom>
                <a:noFill/>
                <a:ln w="9525">
                  <a:solidFill>
                    <a:srgbClr val="FF0000"/>
                  </a:solidFill>
                  <a:round/>
                  <a:headEnd/>
                  <a:tailEnd/>
                </a:ln>
              </p:spPr>
              <p:txBody>
                <a:bodyPr/>
                <a:lstStyle/>
                <a:p>
                  <a:endParaRPr lang="en-GB" sz="1600"/>
                </a:p>
              </p:txBody>
            </p:sp>
            <p:sp>
              <p:nvSpPr>
                <p:cNvPr id="14479" name="Freeform 295"/>
                <p:cNvSpPr>
                  <a:spLocks/>
                </p:cNvSpPr>
                <p:nvPr/>
              </p:nvSpPr>
              <p:spPr bwMode="auto">
                <a:xfrm flipV="1">
                  <a:off x="4385" y="1138"/>
                  <a:ext cx="313" cy="756"/>
                </a:xfrm>
                <a:custGeom>
                  <a:avLst/>
                  <a:gdLst>
                    <a:gd name="T0" fmla="*/ 0 w 717"/>
                    <a:gd name="T1" fmla="*/ 756 h 756"/>
                    <a:gd name="T2" fmla="*/ 4 w 717"/>
                    <a:gd name="T3" fmla="*/ 167 h 756"/>
                    <a:gd name="T4" fmla="*/ 5 w 717"/>
                    <a:gd name="T5" fmla="*/ 384 h 756"/>
                    <a:gd name="T6" fmla="*/ 7 w 717"/>
                    <a:gd name="T7" fmla="*/ 103 h 756"/>
                    <a:gd name="T8" fmla="*/ 10 w 717"/>
                    <a:gd name="T9" fmla="*/ 519 h 756"/>
                    <a:gd name="T10" fmla="*/ 11 w 717"/>
                    <a:gd name="T11" fmla="*/ 487 h 756"/>
                    <a:gd name="T12" fmla="*/ 11 w 717"/>
                    <a:gd name="T13" fmla="*/ 359 h 756"/>
                    <a:gd name="T14" fmla="*/ 14 w 717"/>
                    <a:gd name="T15" fmla="*/ 71 h 756"/>
                    <a:gd name="T16" fmla="*/ 16 w 717"/>
                    <a:gd name="T17" fmla="*/ 244 h 756"/>
                    <a:gd name="T18" fmla="*/ 17 w 717"/>
                    <a:gd name="T19" fmla="*/ 96 h 756"/>
                    <a:gd name="T20" fmla="*/ 18 w 717"/>
                    <a:gd name="T21" fmla="*/ 615 h 756"/>
                    <a:gd name="T22" fmla="*/ 21 w 717"/>
                    <a:gd name="T23" fmla="*/ 397 h 756"/>
                    <a:gd name="T24" fmla="*/ 24 w 717"/>
                    <a:gd name="T25" fmla="*/ 519 h 756"/>
                    <a:gd name="T26" fmla="*/ 25 w 717"/>
                    <a:gd name="T27" fmla="*/ 308 h 756"/>
                    <a:gd name="T28" fmla="*/ 28 w 717"/>
                    <a:gd name="T29" fmla="*/ 442 h 756"/>
                    <a:gd name="T30" fmla="*/ 29 w 717"/>
                    <a:gd name="T31" fmla="*/ 352 h 756"/>
                    <a:gd name="T32" fmla="*/ 30 w 717"/>
                    <a:gd name="T33" fmla="*/ 384 h 756"/>
                    <a:gd name="T34" fmla="*/ 31 w 717"/>
                    <a:gd name="T35" fmla="*/ 135 h 756"/>
                    <a:gd name="T36" fmla="*/ 33 w 717"/>
                    <a:gd name="T37" fmla="*/ 301 h 756"/>
                    <a:gd name="T38" fmla="*/ 32 w 717"/>
                    <a:gd name="T39" fmla="*/ 519 h 756"/>
                    <a:gd name="T40" fmla="*/ 34 w 717"/>
                    <a:gd name="T41" fmla="*/ 679 h 756"/>
                    <a:gd name="T42" fmla="*/ 36 w 717"/>
                    <a:gd name="T43" fmla="*/ 628 h 756"/>
                    <a:gd name="T44" fmla="*/ 37 w 717"/>
                    <a:gd name="T45" fmla="*/ 480 h 756"/>
                    <a:gd name="T46" fmla="*/ 38 w 717"/>
                    <a:gd name="T47" fmla="*/ 391 h 756"/>
                    <a:gd name="T48" fmla="*/ 36 w 717"/>
                    <a:gd name="T49" fmla="*/ 506 h 756"/>
                    <a:gd name="T50" fmla="*/ 38 w 717"/>
                    <a:gd name="T51" fmla="*/ 352 h 756"/>
                    <a:gd name="T52" fmla="*/ 39 w 717"/>
                    <a:gd name="T53" fmla="*/ 455 h 756"/>
                    <a:gd name="T54" fmla="*/ 41 w 717"/>
                    <a:gd name="T55" fmla="*/ 519 h 756"/>
                    <a:gd name="T56" fmla="*/ 43 w 717"/>
                    <a:gd name="T57" fmla="*/ 410 h 756"/>
                    <a:gd name="T58" fmla="*/ 44 w 717"/>
                    <a:gd name="T59" fmla="*/ 186 h 756"/>
                    <a:gd name="T60" fmla="*/ 45 w 717"/>
                    <a:gd name="T61" fmla="*/ 231 h 756"/>
                    <a:gd name="T62" fmla="*/ 48 w 717"/>
                    <a:gd name="T63" fmla="*/ 148 h 756"/>
                    <a:gd name="T64" fmla="*/ 48 w 717"/>
                    <a:gd name="T65" fmla="*/ 301 h 756"/>
                    <a:gd name="T66" fmla="*/ 48 w 717"/>
                    <a:gd name="T67" fmla="*/ 730 h 756"/>
                    <a:gd name="T68" fmla="*/ 54 w 717"/>
                    <a:gd name="T69" fmla="*/ 0 h 756"/>
                    <a:gd name="T70" fmla="*/ 54 w 717"/>
                    <a:gd name="T71" fmla="*/ 250 h 756"/>
                    <a:gd name="T72" fmla="*/ 55 w 717"/>
                    <a:gd name="T73" fmla="*/ 333 h 756"/>
                    <a:gd name="T74" fmla="*/ 57 w 717"/>
                    <a:gd name="T75" fmla="*/ 192 h 756"/>
                    <a:gd name="T76" fmla="*/ 59 w 717"/>
                    <a:gd name="T77" fmla="*/ 340 h 756"/>
                    <a:gd name="T78" fmla="*/ 58 w 717"/>
                    <a:gd name="T79" fmla="*/ 429 h 756"/>
                    <a:gd name="T80" fmla="*/ 60 w 717"/>
                    <a:gd name="T81" fmla="*/ 461 h 756"/>
                    <a:gd name="T82" fmla="*/ 0 60000 65536"/>
                    <a:gd name="T83" fmla="*/ 0 60000 65536"/>
                    <a:gd name="T84" fmla="*/ 0 60000 65536"/>
                    <a:gd name="T85" fmla="*/ 0 60000 65536"/>
                    <a:gd name="T86" fmla="*/ 0 60000 65536"/>
                    <a:gd name="T87" fmla="*/ 0 60000 65536"/>
                    <a:gd name="T88" fmla="*/ 0 60000 65536"/>
                    <a:gd name="T89" fmla="*/ 0 60000 65536"/>
                    <a:gd name="T90" fmla="*/ 0 60000 65536"/>
                    <a:gd name="T91" fmla="*/ 0 60000 65536"/>
                    <a:gd name="T92" fmla="*/ 0 60000 65536"/>
                    <a:gd name="T93" fmla="*/ 0 60000 65536"/>
                    <a:gd name="T94" fmla="*/ 0 60000 65536"/>
                    <a:gd name="T95" fmla="*/ 0 60000 65536"/>
                    <a:gd name="T96" fmla="*/ 0 60000 65536"/>
                    <a:gd name="T97" fmla="*/ 0 60000 65536"/>
                    <a:gd name="T98" fmla="*/ 0 60000 65536"/>
                    <a:gd name="T99" fmla="*/ 0 60000 65536"/>
                    <a:gd name="T100" fmla="*/ 0 60000 65536"/>
                    <a:gd name="T101" fmla="*/ 0 60000 65536"/>
                    <a:gd name="T102" fmla="*/ 0 60000 65536"/>
                    <a:gd name="T103" fmla="*/ 0 60000 65536"/>
                    <a:gd name="T104" fmla="*/ 0 60000 65536"/>
                    <a:gd name="T105" fmla="*/ 0 60000 65536"/>
                    <a:gd name="T106" fmla="*/ 0 60000 65536"/>
                    <a:gd name="T107" fmla="*/ 0 60000 65536"/>
                    <a:gd name="T108" fmla="*/ 0 60000 65536"/>
                    <a:gd name="T109" fmla="*/ 0 60000 65536"/>
                    <a:gd name="T110" fmla="*/ 0 60000 65536"/>
                    <a:gd name="T111" fmla="*/ 0 60000 65536"/>
                    <a:gd name="T112" fmla="*/ 0 60000 65536"/>
                    <a:gd name="T113" fmla="*/ 0 60000 65536"/>
                    <a:gd name="T114" fmla="*/ 0 60000 65536"/>
                    <a:gd name="T115" fmla="*/ 0 60000 65536"/>
                    <a:gd name="T116" fmla="*/ 0 60000 65536"/>
                    <a:gd name="T117" fmla="*/ 0 60000 65536"/>
                    <a:gd name="T118" fmla="*/ 0 60000 65536"/>
                    <a:gd name="T119" fmla="*/ 0 60000 65536"/>
                    <a:gd name="T120" fmla="*/ 0 60000 65536"/>
                    <a:gd name="T121" fmla="*/ 0 60000 65536"/>
                    <a:gd name="T122" fmla="*/ 0 60000 65536"/>
                    <a:gd name="T123" fmla="*/ 0 w 717"/>
                    <a:gd name="T124" fmla="*/ 0 h 756"/>
                    <a:gd name="T125" fmla="*/ 717 w 717"/>
                    <a:gd name="T126" fmla="*/ 756 h 756"/>
                  </a:gdLst>
                  <a:ahLst/>
                  <a:cxnLst>
                    <a:cxn ang="T82">
                      <a:pos x="T0" y="T1"/>
                    </a:cxn>
                    <a:cxn ang="T83">
                      <a:pos x="T2" y="T3"/>
                    </a:cxn>
                    <a:cxn ang="T84">
                      <a:pos x="T4" y="T5"/>
                    </a:cxn>
                    <a:cxn ang="T85">
                      <a:pos x="T6" y="T7"/>
                    </a:cxn>
                    <a:cxn ang="T86">
                      <a:pos x="T8" y="T9"/>
                    </a:cxn>
                    <a:cxn ang="T87">
                      <a:pos x="T10" y="T11"/>
                    </a:cxn>
                    <a:cxn ang="T88">
                      <a:pos x="T12" y="T13"/>
                    </a:cxn>
                    <a:cxn ang="T89">
                      <a:pos x="T14" y="T15"/>
                    </a:cxn>
                    <a:cxn ang="T90">
                      <a:pos x="T16" y="T17"/>
                    </a:cxn>
                    <a:cxn ang="T91">
                      <a:pos x="T18" y="T19"/>
                    </a:cxn>
                    <a:cxn ang="T92">
                      <a:pos x="T20" y="T21"/>
                    </a:cxn>
                    <a:cxn ang="T93">
                      <a:pos x="T22" y="T23"/>
                    </a:cxn>
                    <a:cxn ang="T94">
                      <a:pos x="T24" y="T25"/>
                    </a:cxn>
                    <a:cxn ang="T95">
                      <a:pos x="T26" y="T27"/>
                    </a:cxn>
                    <a:cxn ang="T96">
                      <a:pos x="T28" y="T29"/>
                    </a:cxn>
                    <a:cxn ang="T97">
                      <a:pos x="T30" y="T31"/>
                    </a:cxn>
                    <a:cxn ang="T98">
                      <a:pos x="T32" y="T33"/>
                    </a:cxn>
                    <a:cxn ang="T99">
                      <a:pos x="T34" y="T35"/>
                    </a:cxn>
                    <a:cxn ang="T100">
                      <a:pos x="T36" y="T37"/>
                    </a:cxn>
                    <a:cxn ang="T101">
                      <a:pos x="T38" y="T39"/>
                    </a:cxn>
                    <a:cxn ang="T102">
                      <a:pos x="T40" y="T41"/>
                    </a:cxn>
                    <a:cxn ang="T103">
                      <a:pos x="T42" y="T43"/>
                    </a:cxn>
                    <a:cxn ang="T104">
                      <a:pos x="T44" y="T45"/>
                    </a:cxn>
                    <a:cxn ang="T105">
                      <a:pos x="T46" y="T47"/>
                    </a:cxn>
                    <a:cxn ang="T106">
                      <a:pos x="T48" y="T49"/>
                    </a:cxn>
                    <a:cxn ang="T107">
                      <a:pos x="T50" y="T51"/>
                    </a:cxn>
                    <a:cxn ang="T108">
                      <a:pos x="T52" y="T53"/>
                    </a:cxn>
                    <a:cxn ang="T109">
                      <a:pos x="T54" y="T55"/>
                    </a:cxn>
                    <a:cxn ang="T110">
                      <a:pos x="T56" y="T57"/>
                    </a:cxn>
                    <a:cxn ang="T111">
                      <a:pos x="T58" y="T59"/>
                    </a:cxn>
                    <a:cxn ang="T112">
                      <a:pos x="T60" y="T61"/>
                    </a:cxn>
                    <a:cxn ang="T113">
                      <a:pos x="T62" y="T63"/>
                    </a:cxn>
                    <a:cxn ang="T114">
                      <a:pos x="T64" y="T65"/>
                    </a:cxn>
                    <a:cxn ang="T115">
                      <a:pos x="T66" y="T67"/>
                    </a:cxn>
                    <a:cxn ang="T116">
                      <a:pos x="T68" y="T69"/>
                    </a:cxn>
                    <a:cxn ang="T117">
                      <a:pos x="T70" y="T71"/>
                    </a:cxn>
                    <a:cxn ang="T118">
                      <a:pos x="T72" y="T73"/>
                    </a:cxn>
                    <a:cxn ang="T119">
                      <a:pos x="T74" y="T75"/>
                    </a:cxn>
                    <a:cxn ang="T120">
                      <a:pos x="T76" y="T77"/>
                    </a:cxn>
                    <a:cxn ang="T121">
                      <a:pos x="T78" y="T79"/>
                    </a:cxn>
                    <a:cxn ang="T122">
                      <a:pos x="T80" y="T81"/>
                    </a:cxn>
                  </a:cxnLst>
                  <a:rect l="T123" t="T124" r="T125" b="T126"/>
                  <a:pathLst>
                    <a:path w="717" h="756">
                      <a:moveTo>
                        <a:pt x="0" y="756"/>
                      </a:moveTo>
                      <a:lnTo>
                        <a:pt x="52" y="167"/>
                      </a:lnTo>
                      <a:lnTo>
                        <a:pt x="64" y="384"/>
                      </a:lnTo>
                      <a:lnTo>
                        <a:pt x="90" y="103"/>
                      </a:lnTo>
                      <a:lnTo>
                        <a:pt x="116" y="519"/>
                      </a:lnTo>
                      <a:lnTo>
                        <a:pt x="135" y="487"/>
                      </a:lnTo>
                      <a:lnTo>
                        <a:pt x="135" y="359"/>
                      </a:lnTo>
                      <a:lnTo>
                        <a:pt x="167" y="71"/>
                      </a:lnTo>
                      <a:lnTo>
                        <a:pt x="192" y="244"/>
                      </a:lnTo>
                      <a:lnTo>
                        <a:pt x="205" y="96"/>
                      </a:lnTo>
                      <a:lnTo>
                        <a:pt x="218" y="615"/>
                      </a:lnTo>
                      <a:lnTo>
                        <a:pt x="244" y="397"/>
                      </a:lnTo>
                      <a:lnTo>
                        <a:pt x="282" y="519"/>
                      </a:lnTo>
                      <a:lnTo>
                        <a:pt x="308" y="308"/>
                      </a:lnTo>
                      <a:lnTo>
                        <a:pt x="333" y="442"/>
                      </a:lnTo>
                      <a:lnTo>
                        <a:pt x="346" y="352"/>
                      </a:lnTo>
                      <a:lnTo>
                        <a:pt x="365" y="384"/>
                      </a:lnTo>
                      <a:lnTo>
                        <a:pt x="378" y="135"/>
                      </a:lnTo>
                      <a:lnTo>
                        <a:pt x="391" y="301"/>
                      </a:lnTo>
                      <a:lnTo>
                        <a:pt x="384" y="519"/>
                      </a:lnTo>
                      <a:lnTo>
                        <a:pt x="404" y="679"/>
                      </a:lnTo>
                      <a:lnTo>
                        <a:pt x="429" y="628"/>
                      </a:lnTo>
                      <a:lnTo>
                        <a:pt x="442" y="480"/>
                      </a:lnTo>
                      <a:lnTo>
                        <a:pt x="455" y="391"/>
                      </a:lnTo>
                      <a:lnTo>
                        <a:pt x="436" y="506"/>
                      </a:lnTo>
                      <a:lnTo>
                        <a:pt x="461" y="352"/>
                      </a:lnTo>
                      <a:lnTo>
                        <a:pt x="474" y="455"/>
                      </a:lnTo>
                      <a:lnTo>
                        <a:pt x="493" y="519"/>
                      </a:lnTo>
                      <a:lnTo>
                        <a:pt x="512" y="410"/>
                      </a:lnTo>
                      <a:lnTo>
                        <a:pt x="532" y="186"/>
                      </a:lnTo>
                      <a:lnTo>
                        <a:pt x="544" y="231"/>
                      </a:lnTo>
                      <a:lnTo>
                        <a:pt x="570" y="148"/>
                      </a:lnTo>
                      <a:lnTo>
                        <a:pt x="576" y="301"/>
                      </a:lnTo>
                      <a:lnTo>
                        <a:pt x="576" y="730"/>
                      </a:lnTo>
                      <a:lnTo>
                        <a:pt x="647" y="0"/>
                      </a:lnTo>
                      <a:lnTo>
                        <a:pt x="647" y="250"/>
                      </a:lnTo>
                      <a:lnTo>
                        <a:pt x="660" y="333"/>
                      </a:lnTo>
                      <a:lnTo>
                        <a:pt x="685" y="192"/>
                      </a:lnTo>
                      <a:lnTo>
                        <a:pt x="711" y="340"/>
                      </a:lnTo>
                      <a:lnTo>
                        <a:pt x="698" y="429"/>
                      </a:lnTo>
                      <a:lnTo>
                        <a:pt x="717" y="461"/>
                      </a:lnTo>
                    </a:path>
                  </a:pathLst>
                </a:custGeom>
                <a:noFill/>
                <a:ln w="9525">
                  <a:solidFill>
                    <a:srgbClr val="FF0000"/>
                  </a:solidFill>
                  <a:round/>
                  <a:headEnd/>
                  <a:tailEnd/>
                </a:ln>
              </p:spPr>
              <p:txBody>
                <a:bodyPr/>
                <a:lstStyle/>
                <a:p>
                  <a:endParaRPr lang="en-GB" sz="1600"/>
                </a:p>
              </p:txBody>
            </p:sp>
            <p:sp>
              <p:nvSpPr>
                <p:cNvPr id="14480" name="Freeform 296"/>
                <p:cNvSpPr>
                  <a:spLocks/>
                </p:cNvSpPr>
                <p:nvPr/>
              </p:nvSpPr>
              <p:spPr bwMode="auto">
                <a:xfrm flipH="1">
                  <a:off x="4698" y="1100"/>
                  <a:ext cx="313" cy="756"/>
                </a:xfrm>
                <a:custGeom>
                  <a:avLst/>
                  <a:gdLst>
                    <a:gd name="T0" fmla="*/ 0 w 717"/>
                    <a:gd name="T1" fmla="*/ 756 h 756"/>
                    <a:gd name="T2" fmla="*/ 4 w 717"/>
                    <a:gd name="T3" fmla="*/ 167 h 756"/>
                    <a:gd name="T4" fmla="*/ 5 w 717"/>
                    <a:gd name="T5" fmla="*/ 384 h 756"/>
                    <a:gd name="T6" fmla="*/ 7 w 717"/>
                    <a:gd name="T7" fmla="*/ 103 h 756"/>
                    <a:gd name="T8" fmla="*/ 10 w 717"/>
                    <a:gd name="T9" fmla="*/ 519 h 756"/>
                    <a:gd name="T10" fmla="*/ 11 w 717"/>
                    <a:gd name="T11" fmla="*/ 487 h 756"/>
                    <a:gd name="T12" fmla="*/ 11 w 717"/>
                    <a:gd name="T13" fmla="*/ 359 h 756"/>
                    <a:gd name="T14" fmla="*/ 14 w 717"/>
                    <a:gd name="T15" fmla="*/ 71 h 756"/>
                    <a:gd name="T16" fmla="*/ 16 w 717"/>
                    <a:gd name="T17" fmla="*/ 244 h 756"/>
                    <a:gd name="T18" fmla="*/ 17 w 717"/>
                    <a:gd name="T19" fmla="*/ 96 h 756"/>
                    <a:gd name="T20" fmla="*/ 18 w 717"/>
                    <a:gd name="T21" fmla="*/ 615 h 756"/>
                    <a:gd name="T22" fmla="*/ 21 w 717"/>
                    <a:gd name="T23" fmla="*/ 397 h 756"/>
                    <a:gd name="T24" fmla="*/ 24 w 717"/>
                    <a:gd name="T25" fmla="*/ 519 h 756"/>
                    <a:gd name="T26" fmla="*/ 25 w 717"/>
                    <a:gd name="T27" fmla="*/ 308 h 756"/>
                    <a:gd name="T28" fmla="*/ 28 w 717"/>
                    <a:gd name="T29" fmla="*/ 442 h 756"/>
                    <a:gd name="T30" fmla="*/ 29 w 717"/>
                    <a:gd name="T31" fmla="*/ 352 h 756"/>
                    <a:gd name="T32" fmla="*/ 30 w 717"/>
                    <a:gd name="T33" fmla="*/ 384 h 756"/>
                    <a:gd name="T34" fmla="*/ 31 w 717"/>
                    <a:gd name="T35" fmla="*/ 135 h 756"/>
                    <a:gd name="T36" fmla="*/ 33 w 717"/>
                    <a:gd name="T37" fmla="*/ 301 h 756"/>
                    <a:gd name="T38" fmla="*/ 32 w 717"/>
                    <a:gd name="T39" fmla="*/ 519 h 756"/>
                    <a:gd name="T40" fmla="*/ 34 w 717"/>
                    <a:gd name="T41" fmla="*/ 679 h 756"/>
                    <a:gd name="T42" fmla="*/ 36 w 717"/>
                    <a:gd name="T43" fmla="*/ 628 h 756"/>
                    <a:gd name="T44" fmla="*/ 37 w 717"/>
                    <a:gd name="T45" fmla="*/ 480 h 756"/>
                    <a:gd name="T46" fmla="*/ 38 w 717"/>
                    <a:gd name="T47" fmla="*/ 391 h 756"/>
                    <a:gd name="T48" fmla="*/ 36 w 717"/>
                    <a:gd name="T49" fmla="*/ 506 h 756"/>
                    <a:gd name="T50" fmla="*/ 38 w 717"/>
                    <a:gd name="T51" fmla="*/ 352 h 756"/>
                    <a:gd name="T52" fmla="*/ 39 w 717"/>
                    <a:gd name="T53" fmla="*/ 455 h 756"/>
                    <a:gd name="T54" fmla="*/ 41 w 717"/>
                    <a:gd name="T55" fmla="*/ 519 h 756"/>
                    <a:gd name="T56" fmla="*/ 43 w 717"/>
                    <a:gd name="T57" fmla="*/ 410 h 756"/>
                    <a:gd name="T58" fmla="*/ 44 w 717"/>
                    <a:gd name="T59" fmla="*/ 186 h 756"/>
                    <a:gd name="T60" fmla="*/ 45 w 717"/>
                    <a:gd name="T61" fmla="*/ 231 h 756"/>
                    <a:gd name="T62" fmla="*/ 48 w 717"/>
                    <a:gd name="T63" fmla="*/ 148 h 756"/>
                    <a:gd name="T64" fmla="*/ 48 w 717"/>
                    <a:gd name="T65" fmla="*/ 301 h 756"/>
                    <a:gd name="T66" fmla="*/ 48 w 717"/>
                    <a:gd name="T67" fmla="*/ 730 h 756"/>
                    <a:gd name="T68" fmla="*/ 54 w 717"/>
                    <a:gd name="T69" fmla="*/ 0 h 756"/>
                    <a:gd name="T70" fmla="*/ 54 w 717"/>
                    <a:gd name="T71" fmla="*/ 250 h 756"/>
                    <a:gd name="T72" fmla="*/ 55 w 717"/>
                    <a:gd name="T73" fmla="*/ 333 h 756"/>
                    <a:gd name="T74" fmla="*/ 57 w 717"/>
                    <a:gd name="T75" fmla="*/ 192 h 756"/>
                    <a:gd name="T76" fmla="*/ 59 w 717"/>
                    <a:gd name="T77" fmla="*/ 340 h 756"/>
                    <a:gd name="T78" fmla="*/ 58 w 717"/>
                    <a:gd name="T79" fmla="*/ 429 h 756"/>
                    <a:gd name="T80" fmla="*/ 60 w 717"/>
                    <a:gd name="T81" fmla="*/ 461 h 756"/>
                    <a:gd name="T82" fmla="*/ 0 60000 65536"/>
                    <a:gd name="T83" fmla="*/ 0 60000 65536"/>
                    <a:gd name="T84" fmla="*/ 0 60000 65536"/>
                    <a:gd name="T85" fmla="*/ 0 60000 65536"/>
                    <a:gd name="T86" fmla="*/ 0 60000 65536"/>
                    <a:gd name="T87" fmla="*/ 0 60000 65536"/>
                    <a:gd name="T88" fmla="*/ 0 60000 65536"/>
                    <a:gd name="T89" fmla="*/ 0 60000 65536"/>
                    <a:gd name="T90" fmla="*/ 0 60000 65536"/>
                    <a:gd name="T91" fmla="*/ 0 60000 65536"/>
                    <a:gd name="T92" fmla="*/ 0 60000 65536"/>
                    <a:gd name="T93" fmla="*/ 0 60000 65536"/>
                    <a:gd name="T94" fmla="*/ 0 60000 65536"/>
                    <a:gd name="T95" fmla="*/ 0 60000 65536"/>
                    <a:gd name="T96" fmla="*/ 0 60000 65536"/>
                    <a:gd name="T97" fmla="*/ 0 60000 65536"/>
                    <a:gd name="T98" fmla="*/ 0 60000 65536"/>
                    <a:gd name="T99" fmla="*/ 0 60000 65536"/>
                    <a:gd name="T100" fmla="*/ 0 60000 65536"/>
                    <a:gd name="T101" fmla="*/ 0 60000 65536"/>
                    <a:gd name="T102" fmla="*/ 0 60000 65536"/>
                    <a:gd name="T103" fmla="*/ 0 60000 65536"/>
                    <a:gd name="T104" fmla="*/ 0 60000 65536"/>
                    <a:gd name="T105" fmla="*/ 0 60000 65536"/>
                    <a:gd name="T106" fmla="*/ 0 60000 65536"/>
                    <a:gd name="T107" fmla="*/ 0 60000 65536"/>
                    <a:gd name="T108" fmla="*/ 0 60000 65536"/>
                    <a:gd name="T109" fmla="*/ 0 60000 65536"/>
                    <a:gd name="T110" fmla="*/ 0 60000 65536"/>
                    <a:gd name="T111" fmla="*/ 0 60000 65536"/>
                    <a:gd name="T112" fmla="*/ 0 60000 65536"/>
                    <a:gd name="T113" fmla="*/ 0 60000 65536"/>
                    <a:gd name="T114" fmla="*/ 0 60000 65536"/>
                    <a:gd name="T115" fmla="*/ 0 60000 65536"/>
                    <a:gd name="T116" fmla="*/ 0 60000 65536"/>
                    <a:gd name="T117" fmla="*/ 0 60000 65536"/>
                    <a:gd name="T118" fmla="*/ 0 60000 65536"/>
                    <a:gd name="T119" fmla="*/ 0 60000 65536"/>
                    <a:gd name="T120" fmla="*/ 0 60000 65536"/>
                    <a:gd name="T121" fmla="*/ 0 60000 65536"/>
                    <a:gd name="T122" fmla="*/ 0 60000 65536"/>
                    <a:gd name="T123" fmla="*/ 0 w 717"/>
                    <a:gd name="T124" fmla="*/ 0 h 756"/>
                    <a:gd name="T125" fmla="*/ 717 w 717"/>
                    <a:gd name="T126" fmla="*/ 756 h 756"/>
                  </a:gdLst>
                  <a:ahLst/>
                  <a:cxnLst>
                    <a:cxn ang="T82">
                      <a:pos x="T0" y="T1"/>
                    </a:cxn>
                    <a:cxn ang="T83">
                      <a:pos x="T2" y="T3"/>
                    </a:cxn>
                    <a:cxn ang="T84">
                      <a:pos x="T4" y="T5"/>
                    </a:cxn>
                    <a:cxn ang="T85">
                      <a:pos x="T6" y="T7"/>
                    </a:cxn>
                    <a:cxn ang="T86">
                      <a:pos x="T8" y="T9"/>
                    </a:cxn>
                    <a:cxn ang="T87">
                      <a:pos x="T10" y="T11"/>
                    </a:cxn>
                    <a:cxn ang="T88">
                      <a:pos x="T12" y="T13"/>
                    </a:cxn>
                    <a:cxn ang="T89">
                      <a:pos x="T14" y="T15"/>
                    </a:cxn>
                    <a:cxn ang="T90">
                      <a:pos x="T16" y="T17"/>
                    </a:cxn>
                    <a:cxn ang="T91">
                      <a:pos x="T18" y="T19"/>
                    </a:cxn>
                    <a:cxn ang="T92">
                      <a:pos x="T20" y="T21"/>
                    </a:cxn>
                    <a:cxn ang="T93">
                      <a:pos x="T22" y="T23"/>
                    </a:cxn>
                    <a:cxn ang="T94">
                      <a:pos x="T24" y="T25"/>
                    </a:cxn>
                    <a:cxn ang="T95">
                      <a:pos x="T26" y="T27"/>
                    </a:cxn>
                    <a:cxn ang="T96">
                      <a:pos x="T28" y="T29"/>
                    </a:cxn>
                    <a:cxn ang="T97">
                      <a:pos x="T30" y="T31"/>
                    </a:cxn>
                    <a:cxn ang="T98">
                      <a:pos x="T32" y="T33"/>
                    </a:cxn>
                    <a:cxn ang="T99">
                      <a:pos x="T34" y="T35"/>
                    </a:cxn>
                    <a:cxn ang="T100">
                      <a:pos x="T36" y="T37"/>
                    </a:cxn>
                    <a:cxn ang="T101">
                      <a:pos x="T38" y="T39"/>
                    </a:cxn>
                    <a:cxn ang="T102">
                      <a:pos x="T40" y="T41"/>
                    </a:cxn>
                    <a:cxn ang="T103">
                      <a:pos x="T42" y="T43"/>
                    </a:cxn>
                    <a:cxn ang="T104">
                      <a:pos x="T44" y="T45"/>
                    </a:cxn>
                    <a:cxn ang="T105">
                      <a:pos x="T46" y="T47"/>
                    </a:cxn>
                    <a:cxn ang="T106">
                      <a:pos x="T48" y="T49"/>
                    </a:cxn>
                    <a:cxn ang="T107">
                      <a:pos x="T50" y="T51"/>
                    </a:cxn>
                    <a:cxn ang="T108">
                      <a:pos x="T52" y="T53"/>
                    </a:cxn>
                    <a:cxn ang="T109">
                      <a:pos x="T54" y="T55"/>
                    </a:cxn>
                    <a:cxn ang="T110">
                      <a:pos x="T56" y="T57"/>
                    </a:cxn>
                    <a:cxn ang="T111">
                      <a:pos x="T58" y="T59"/>
                    </a:cxn>
                    <a:cxn ang="T112">
                      <a:pos x="T60" y="T61"/>
                    </a:cxn>
                    <a:cxn ang="T113">
                      <a:pos x="T62" y="T63"/>
                    </a:cxn>
                    <a:cxn ang="T114">
                      <a:pos x="T64" y="T65"/>
                    </a:cxn>
                    <a:cxn ang="T115">
                      <a:pos x="T66" y="T67"/>
                    </a:cxn>
                    <a:cxn ang="T116">
                      <a:pos x="T68" y="T69"/>
                    </a:cxn>
                    <a:cxn ang="T117">
                      <a:pos x="T70" y="T71"/>
                    </a:cxn>
                    <a:cxn ang="T118">
                      <a:pos x="T72" y="T73"/>
                    </a:cxn>
                    <a:cxn ang="T119">
                      <a:pos x="T74" y="T75"/>
                    </a:cxn>
                    <a:cxn ang="T120">
                      <a:pos x="T76" y="T77"/>
                    </a:cxn>
                    <a:cxn ang="T121">
                      <a:pos x="T78" y="T79"/>
                    </a:cxn>
                    <a:cxn ang="T122">
                      <a:pos x="T80" y="T81"/>
                    </a:cxn>
                  </a:cxnLst>
                  <a:rect l="T123" t="T124" r="T125" b="T126"/>
                  <a:pathLst>
                    <a:path w="717" h="756">
                      <a:moveTo>
                        <a:pt x="0" y="756"/>
                      </a:moveTo>
                      <a:lnTo>
                        <a:pt x="52" y="167"/>
                      </a:lnTo>
                      <a:lnTo>
                        <a:pt x="64" y="384"/>
                      </a:lnTo>
                      <a:lnTo>
                        <a:pt x="90" y="103"/>
                      </a:lnTo>
                      <a:lnTo>
                        <a:pt x="116" y="519"/>
                      </a:lnTo>
                      <a:lnTo>
                        <a:pt x="135" y="487"/>
                      </a:lnTo>
                      <a:lnTo>
                        <a:pt x="135" y="359"/>
                      </a:lnTo>
                      <a:lnTo>
                        <a:pt x="167" y="71"/>
                      </a:lnTo>
                      <a:lnTo>
                        <a:pt x="192" y="244"/>
                      </a:lnTo>
                      <a:lnTo>
                        <a:pt x="205" y="96"/>
                      </a:lnTo>
                      <a:lnTo>
                        <a:pt x="218" y="615"/>
                      </a:lnTo>
                      <a:lnTo>
                        <a:pt x="244" y="397"/>
                      </a:lnTo>
                      <a:lnTo>
                        <a:pt x="282" y="519"/>
                      </a:lnTo>
                      <a:lnTo>
                        <a:pt x="308" y="308"/>
                      </a:lnTo>
                      <a:lnTo>
                        <a:pt x="333" y="442"/>
                      </a:lnTo>
                      <a:lnTo>
                        <a:pt x="346" y="352"/>
                      </a:lnTo>
                      <a:lnTo>
                        <a:pt x="365" y="384"/>
                      </a:lnTo>
                      <a:lnTo>
                        <a:pt x="378" y="135"/>
                      </a:lnTo>
                      <a:lnTo>
                        <a:pt x="391" y="301"/>
                      </a:lnTo>
                      <a:lnTo>
                        <a:pt x="384" y="519"/>
                      </a:lnTo>
                      <a:lnTo>
                        <a:pt x="404" y="679"/>
                      </a:lnTo>
                      <a:lnTo>
                        <a:pt x="429" y="628"/>
                      </a:lnTo>
                      <a:lnTo>
                        <a:pt x="442" y="480"/>
                      </a:lnTo>
                      <a:lnTo>
                        <a:pt x="455" y="391"/>
                      </a:lnTo>
                      <a:lnTo>
                        <a:pt x="436" y="506"/>
                      </a:lnTo>
                      <a:lnTo>
                        <a:pt x="461" y="352"/>
                      </a:lnTo>
                      <a:lnTo>
                        <a:pt x="474" y="455"/>
                      </a:lnTo>
                      <a:lnTo>
                        <a:pt x="493" y="519"/>
                      </a:lnTo>
                      <a:lnTo>
                        <a:pt x="512" y="410"/>
                      </a:lnTo>
                      <a:lnTo>
                        <a:pt x="532" y="186"/>
                      </a:lnTo>
                      <a:lnTo>
                        <a:pt x="544" y="231"/>
                      </a:lnTo>
                      <a:lnTo>
                        <a:pt x="570" y="148"/>
                      </a:lnTo>
                      <a:lnTo>
                        <a:pt x="576" y="301"/>
                      </a:lnTo>
                      <a:lnTo>
                        <a:pt x="576" y="730"/>
                      </a:lnTo>
                      <a:lnTo>
                        <a:pt x="647" y="0"/>
                      </a:lnTo>
                      <a:lnTo>
                        <a:pt x="647" y="250"/>
                      </a:lnTo>
                      <a:lnTo>
                        <a:pt x="660" y="333"/>
                      </a:lnTo>
                      <a:lnTo>
                        <a:pt x="685" y="192"/>
                      </a:lnTo>
                      <a:lnTo>
                        <a:pt x="711" y="340"/>
                      </a:lnTo>
                      <a:lnTo>
                        <a:pt x="698" y="429"/>
                      </a:lnTo>
                      <a:lnTo>
                        <a:pt x="717" y="461"/>
                      </a:lnTo>
                    </a:path>
                  </a:pathLst>
                </a:custGeom>
                <a:noFill/>
                <a:ln w="9525">
                  <a:solidFill>
                    <a:srgbClr val="FF0000"/>
                  </a:solidFill>
                  <a:round/>
                  <a:headEnd/>
                  <a:tailEnd/>
                </a:ln>
              </p:spPr>
              <p:txBody>
                <a:bodyPr/>
                <a:lstStyle/>
                <a:p>
                  <a:endParaRPr lang="en-GB" sz="1600"/>
                </a:p>
              </p:txBody>
            </p:sp>
          </p:grpSp>
        </p:grpSp>
        <p:grpSp>
          <p:nvGrpSpPr>
            <p:cNvPr id="14362" name="Group 297"/>
            <p:cNvGrpSpPr>
              <a:grpSpLocks/>
            </p:cNvGrpSpPr>
            <p:nvPr/>
          </p:nvGrpSpPr>
          <p:grpSpPr bwMode="auto">
            <a:xfrm>
              <a:off x="2485" y="1842"/>
              <a:ext cx="525" cy="173"/>
              <a:chOff x="3404" y="1080"/>
              <a:chExt cx="1755" cy="819"/>
            </a:xfrm>
          </p:grpSpPr>
          <p:grpSp>
            <p:nvGrpSpPr>
              <p:cNvPr id="14363" name="Group 298"/>
              <p:cNvGrpSpPr>
                <a:grpSpLocks/>
              </p:cNvGrpSpPr>
              <p:nvPr/>
            </p:nvGrpSpPr>
            <p:grpSpPr bwMode="auto">
              <a:xfrm>
                <a:off x="3404" y="1080"/>
                <a:ext cx="590" cy="801"/>
                <a:chOff x="3462" y="1100"/>
                <a:chExt cx="1549" cy="801"/>
              </a:xfrm>
            </p:grpSpPr>
            <p:sp>
              <p:nvSpPr>
                <p:cNvPr id="14468" name="Freeform 299"/>
                <p:cNvSpPr>
                  <a:spLocks/>
                </p:cNvSpPr>
                <p:nvPr/>
              </p:nvSpPr>
              <p:spPr bwMode="auto">
                <a:xfrm>
                  <a:off x="3462" y="1126"/>
                  <a:ext cx="313" cy="756"/>
                </a:xfrm>
                <a:custGeom>
                  <a:avLst/>
                  <a:gdLst>
                    <a:gd name="T0" fmla="*/ 0 w 717"/>
                    <a:gd name="T1" fmla="*/ 756 h 756"/>
                    <a:gd name="T2" fmla="*/ 4 w 717"/>
                    <a:gd name="T3" fmla="*/ 167 h 756"/>
                    <a:gd name="T4" fmla="*/ 5 w 717"/>
                    <a:gd name="T5" fmla="*/ 384 h 756"/>
                    <a:gd name="T6" fmla="*/ 7 w 717"/>
                    <a:gd name="T7" fmla="*/ 103 h 756"/>
                    <a:gd name="T8" fmla="*/ 10 w 717"/>
                    <a:gd name="T9" fmla="*/ 519 h 756"/>
                    <a:gd name="T10" fmla="*/ 11 w 717"/>
                    <a:gd name="T11" fmla="*/ 487 h 756"/>
                    <a:gd name="T12" fmla="*/ 11 w 717"/>
                    <a:gd name="T13" fmla="*/ 359 h 756"/>
                    <a:gd name="T14" fmla="*/ 14 w 717"/>
                    <a:gd name="T15" fmla="*/ 71 h 756"/>
                    <a:gd name="T16" fmla="*/ 16 w 717"/>
                    <a:gd name="T17" fmla="*/ 244 h 756"/>
                    <a:gd name="T18" fmla="*/ 17 w 717"/>
                    <a:gd name="T19" fmla="*/ 96 h 756"/>
                    <a:gd name="T20" fmla="*/ 18 w 717"/>
                    <a:gd name="T21" fmla="*/ 615 h 756"/>
                    <a:gd name="T22" fmla="*/ 21 w 717"/>
                    <a:gd name="T23" fmla="*/ 397 h 756"/>
                    <a:gd name="T24" fmla="*/ 24 w 717"/>
                    <a:gd name="T25" fmla="*/ 519 h 756"/>
                    <a:gd name="T26" fmla="*/ 25 w 717"/>
                    <a:gd name="T27" fmla="*/ 308 h 756"/>
                    <a:gd name="T28" fmla="*/ 28 w 717"/>
                    <a:gd name="T29" fmla="*/ 442 h 756"/>
                    <a:gd name="T30" fmla="*/ 29 w 717"/>
                    <a:gd name="T31" fmla="*/ 352 h 756"/>
                    <a:gd name="T32" fmla="*/ 30 w 717"/>
                    <a:gd name="T33" fmla="*/ 384 h 756"/>
                    <a:gd name="T34" fmla="*/ 31 w 717"/>
                    <a:gd name="T35" fmla="*/ 135 h 756"/>
                    <a:gd name="T36" fmla="*/ 33 w 717"/>
                    <a:gd name="T37" fmla="*/ 301 h 756"/>
                    <a:gd name="T38" fmla="*/ 32 w 717"/>
                    <a:gd name="T39" fmla="*/ 519 h 756"/>
                    <a:gd name="T40" fmla="*/ 34 w 717"/>
                    <a:gd name="T41" fmla="*/ 679 h 756"/>
                    <a:gd name="T42" fmla="*/ 36 w 717"/>
                    <a:gd name="T43" fmla="*/ 628 h 756"/>
                    <a:gd name="T44" fmla="*/ 37 w 717"/>
                    <a:gd name="T45" fmla="*/ 480 h 756"/>
                    <a:gd name="T46" fmla="*/ 38 w 717"/>
                    <a:gd name="T47" fmla="*/ 391 h 756"/>
                    <a:gd name="T48" fmla="*/ 36 w 717"/>
                    <a:gd name="T49" fmla="*/ 506 h 756"/>
                    <a:gd name="T50" fmla="*/ 38 w 717"/>
                    <a:gd name="T51" fmla="*/ 352 h 756"/>
                    <a:gd name="T52" fmla="*/ 39 w 717"/>
                    <a:gd name="T53" fmla="*/ 455 h 756"/>
                    <a:gd name="T54" fmla="*/ 41 w 717"/>
                    <a:gd name="T55" fmla="*/ 519 h 756"/>
                    <a:gd name="T56" fmla="*/ 43 w 717"/>
                    <a:gd name="T57" fmla="*/ 410 h 756"/>
                    <a:gd name="T58" fmla="*/ 44 w 717"/>
                    <a:gd name="T59" fmla="*/ 186 h 756"/>
                    <a:gd name="T60" fmla="*/ 45 w 717"/>
                    <a:gd name="T61" fmla="*/ 231 h 756"/>
                    <a:gd name="T62" fmla="*/ 48 w 717"/>
                    <a:gd name="T63" fmla="*/ 148 h 756"/>
                    <a:gd name="T64" fmla="*/ 48 w 717"/>
                    <a:gd name="T65" fmla="*/ 301 h 756"/>
                    <a:gd name="T66" fmla="*/ 48 w 717"/>
                    <a:gd name="T67" fmla="*/ 730 h 756"/>
                    <a:gd name="T68" fmla="*/ 54 w 717"/>
                    <a:gd name="T69" fmla="*/ 0 h 756"/>
                    <a:gd name="T70" fmla="*/ 54 w 717"/>
                    <a:gd name="T71" fmla="*/ 250 h 756"/>
                    <a:gd name="T72" fmla="*/ 55 w 717"/>
                    <a:gd name="T73" fmla="*/ 333 h 756"/>
                    <a:gd name="T74" fmla="*/ 57 w 717"/>
                    <a:gd name="T75" fmla="*/ 192 h 756"/>
                    <a:gd name="T76" fmla="*/ 59 w 717"/>
                    <a:gd name="T77" fmla="*/ 340 h 756"/>
                    <a:gd name="T78" fmla="*/ 58 w 717"/>
                    <a:gd name="T79" fmla="*/ 429 h 756"/>
                    <a:gd name="T80" fmla="*/ 60 w 717"/>
                    <a:gd name="T81" fmla="*/ 461 h 756"/>
                    <a:gd name="T82" fmla="*/ 0 60000 65536"/>
                    <a:gd name="T83" fmla="*/ 0 60000 65536"/>
                    <a:gd name="T84" fmla="*/ 0 60000 65536"/>
                    <a:gd name="T85" fmla="*/ 0 60000 65536"/>
                    <a:gd name="T86" fmla="*/ 0 60000 65536"/>
                    <a:gd name="T87" fmla="*/ 0 60000 65536"/>
                    <a:gd name="T88" fmla="*/ 0 60000 65536"/>
                    <a:gd name="T89" fmla="*/ 0 60000 65536"/>
                    <a:gd name="T90" fmla="*/ 0 60000 65536"/>
                    <a:gd name="T91" fmla="*/ 0 60000 65536"/>
                    <a:gd name="T92" fmla="*/ 0 60000 65536"/>
                    <a:gd name="T93" fmla="*/ 0 60000 65536"/>
                    <a:gd name="T94" fmla="*/ 0 60000 65536"/>
                    <a:gd name="T95" fmla="*/ 0 60000 65536"/>
                    <a:gd name="T96" fmla="*/ 0 60000 65536"/>
                    <a:gd name="T97" fmla="*/ 0 60000 65536"/>
                    <a:gd name="T98" fmla="*/ 0 60000 65536"/>
                    <a:gd name="T99" fmla="*/ 0 60000 65536"/>
                    <a:gd name="T100" fmla="*/ 0 60000 65536"/>
                    <a:gd name="T101" fmla="*/ 0 60000 65536"/>
                    <a:gd name="T102" fmla="*/ 0 60000 65536"/>
                    <a:gd name="T103" fmla="*/ 0 60000 65536"/>
                    <a:gd name="T104" fmla="*/ 0 60000 65536"/>
                    <a:gd name="T105" fmla="*/ 0 60000 65536"/>
                    <a:gd name="T106" fmla="*/ 0 60000 65536"/>
                    <a:gd name="T107" fmla="*/ 0 60000 65536"/>
                    <a:gd name="T108" fmla="*/ 0 60000 65536"/>
                    <a:gd name="T109" fmla="*/ 0 60000 65536"/>
                    <a:gd name="T110" fmla="*/ 0 60000 65536"/>
                    <a:gd name="T111" fmla="*/ 0 60000 65536"/>
                    <a:gd name="T112" fmla="*/ 0 60000 65536"/>
                    <a:gd name="T113" fmla="*/ 0 60000 65536"/>
                    <a:gd name="T114" fmla="*/ 0 60000 65536"/>
                    <a:gd name="T115" fmla="*/ 0 60000 65536"/>
                    <a:gd name="T116" fmla="*/ 0 60000 65536"/>
                    <a:gd name="T117" fmla="*/ 0 60000 65536"/>
                    <a:gd name="T118" fmla="*/ 0 60000 65536"/>
                    <a:gd name="T119" fmla="*/ 0 60000 65536"/>
                    <a:gd name="T120" fmla="*/ 0 60000 65536"/>
                    <a:gd name="T121" fmla="*/ 0 60000 65536"/>
                    <a:gd name="T122" fmla="*/ 0 60000 65536"/>
                    <a:gd name="T123" fmla="*/ 0 w 717"/>
                    <a:gd name="T124" fmla="*/ 0 h 756"/>
                    <a:gd name="T125" fmla="*/ 717 w 717"/>
                    <a:gd name="T126" fmla="*/ 756 h 756"/>
                  </a:gdLst>
                  <a:ahLst/>
                  <a:cxnLst>
                    <a:cxn ang="T82">
                      <a:pos x="T0" y="T1"/>
                    </a:cxn>
                    <a:cxn ang="T83">
                      <a:pos x="T2" y="T3"/>
                    </a:cxn>
                    <a:cxn ang="T84">
                      <a:pos x="T4" y="T5"/>
                    </a:cxn>
                    <a:cxn ang="T85">
                      <a:pos x="T6" y="T7"/>
                    </a:cxn>
                    <a:cxn ang="T86">
                      <a:pos x="T8" y="T9"/>
                    </a:cxn>
                    <a:cxn ang="T87">
                      <a:pos x="T10" y="T11"/>
                    </a:cxn>
                    <a:cxn ang="T88">
                      <a:pos x="T12" y="T13"/>
                    </a:cxn>
                    <a:cxn ang="T89">
                      <a:pos x="T14" y="T15"/>
                    </a:cxn>
                    <a:cxn ang="T90">
                      <a:pos x="T16" y="T17"/>
                    </a:cxn>
                    <a:cxn ang="T91">
                      <a:pos x="T18" y="T19"/>
                    </a:cxn>
                    <a:cxn ang="T92">
                      <a:pos x="T20" y="T21"/>
                    </a:cxn>
                    <a:cxn ang="T93">
                      <a:pos x="T22" y="T23"/>
                    </a:cxn>
                    <a:cxn ang="T94">
                      <a:pos x="T24" y="T25"/>
                    </a:cxn>
                    <a:cxn ang="T95">
                      <a:pos x="T26" y="T27"/>
                    </a:cxn>
                    <a:cxn ang="T96">
                      <a:pos x="T28" y="T29"/>
                    </a:cxn>
                    <a:cxn ang="T97">
                      <a:pos x="T30" y="T31"/>
                    </a:cxn>
                    <a:cxn ang="T98">
                      <a:pos x="T32" y="T33"/>
                    </a:cxn>
                    <a:cxn ang="T99">
                      <a:pos x="T34" y="T35"/>
                    </a:cxn>
                    <a:cxn ang="T100">
                      <a:pos x="T36" y="T37"/>
                    </a:cxn>
                    <a:cxn ang="T101">
                      <a:pos x="T38" y="T39"/>
                    </a:cxn>
                    <a:cxn ang="T102">
                      <a:pos x="T40" y="T41"/>
                    </a:cxn>
                    <a:cxn ang="T103">
                      <a:pos x="T42" y="T43"/>
                    </a:cxn>
                    <a:cxn ang="T104">
                      <a:pos x="T44" y="T45"/>
                    </a:cxn>
                    <a:cxn ang="T105">
                      <a:pos x="T46" y="T47"/>
                    </a:cxn>
                    <a:cxn ang="T106">
                      <a:pos x="T48" y="T49"/>
                    </a:cxn>
                    <a:cxn ang="T107">
                      <a:pos x="T50" y="T51"/>
                    </a:cxn>
                    <a:cxn ang="T108">
                      <a:pos x="T52" y="T53"/>
                    </a:cxn>
                    <a:cxn ang="T109">
                      <a:pos x="T54" y="T55"/>
                    </a:cxn>
                    <a:cxn ang="T110">
                      <a:pos x="T56" y="T57"/>
                    </a:cxn>
                    <a:cxn ang="T111">
                      <a:pos x="T58" y="T59"/>
                    </a:cxn>
                    <a:cxn ang="T112">
                      <a:pos x="T60" y="T61"/>
                    </a:cxn>
                    <a:cxn ang="T113">
                      <a:pos x="T62" y="T63"/>
                    </a:cxn>
                    <a:cxn ang="T114">
                      <a:pos x="T64" y="T65"/>
                    </a:cxn>
                    <a:cxn ang="T115">
                      <a:pos x="T66" y="T67"/>
                    </a:cxn>
                    <a:cxn ang="T116">
                      <a:pos x="T68" y="T69"/>
                    </a:cxn>
                    <a:cxn ang="T117">
                      <a:pos x="T70" y="T71"/>
                    </a:cxn>
                    <a:cxn ang="T118">
                      <a:pos x="T72" y="T73"/>
                    </a:cxn>
                    <a:cxn ang="T119">
                      <a:pos x="T74" y="T75"/>
                    </a:cxn>
                    <a:cxn ang="T120">
                      <a:pos x="T76" y="T77"/>
                    </a:cxn>
                    <a:cxn ang="T121">
                      <a:pos x="T78" y="T79"/>
                    </a:cxn>
                    <a:cxn ang="T122">
                      <a:pos x="T80" y="T81"/>
                    </a:cxn>
                  </a:cxnLst>
                  <a:rect l="T123" t="T124" r="T125" b="T126"/>
                  <a:pathLst>
                    <a:path w="717" h="756">
                      <a:moveTo>
                        <a:pt x="0" y="756"/>
                      </a:moveTo>
                      <a:lnTo>
                        <a:pt x="52" y="167"/>
                      </a:lnTo>
                      <a:lnTo>
                        <a:pt x="64" y="384"/>
                      </a:lnTo>
                      <a:lnTo>
                        <a:pt x="90" y="103"/>
                      </a:lnTo>
                      <a:lnTo>
                        <a:pt x="116" y="519"/>
                      </a:lnTo>
                      <a:lnTo>
                        <a:pt x="135" y="487"/>
                      </a:lnTo>
                      <a:lnTo>
                        <a:pt x="135" y="359"/>
                      </a:lnTo>
                      <a:lnTo>
                        <a:pt x="167" y="71"/>
                      </a:lnTo>
                      <a:lnTo>
                        <a:pt x="192" y="244"/>
                      </a:lnTo>
                      <a:lnTo>
                        <a:pt x="205" y="96"/>
                      </a:lnTo>
                      <a:lnTo>
                        <a:pt x="218" y="615"/>
                      </a:lnTo>
                      <a:lnTo>
                        <a:pt x="244" y="397"/>
                      </a:lnTo>
                      <a:lnTo>
                        <a:pt x="282" y="519"/>
                      </a:lnTo>
                      <a:lnTo>
                        <a:pt x="308" y="308"/>
                      </a:lnTo>
                      <a:lnTo>
                        <a:pt x="333" y="442"/>
                      </a:lnTo>
                      <a:lnTo>
                        <a:pt x="346" y="352"/>
                      </a:lnTo>
                      <a:lnTo>
                        <a:pt x="365" y="384"/>
                      </a:lnTo>
                      <a:lnTo>
                        <a:pt x="378" y="135"/>
                      </a:lnTo>
                      <a:lnTo>
                        <a:pt x="391" y="301"/>
                      </a:lnTo>
                      <a:lnTo>
                        <a:pt x="384" y="519"/>
                      </a:lnTo>
                      <a:lnTo>
                        <a:pt x="404" y="679"/>
                      </a:lnTo>
                      <a:lnTo>
                        <a:pt x="429" y="628"/>
                      </a:lnTo>
                      <a:lnTo>
                        <a:pt x="442" y="480"/>
                      </a:lnTo>
                      <a:lnTo>
                        <a:pt x="455" y="391"/>
                      </a:lnTo>
                      <a:lnTo>
                        <a:pt x="436" y="506"/>
                      </a:lnTo>
                      <a:lnTo>
                        <a:pt x="461" y="352"/>
                      </a:lnTo>
                      <a:lnTo>
                        <a:pt x="474" y="455"/>
                      </a:lnTo>
                      <a:lnTo>
                        <a:pt x="493" y="519"/>
                      </a:lnTo>
                      <a:lnTo>
                        <a:pt x="512" y="410"/>
                      </a:lnTo>
                      <a:lnTo>
                        <a:pt x="532" y="186"/>
                      </a:lnTo>
                      <a:lnTo>
                        <a:pt x="544" y="231"/>
                      </a:lnTo>
                      <a:lnTo>
                        <a:pt x="570" y="148"/>
                      </a:lnTo>
                      <a:lnTo>
                        <a:pt x="576" y="301"/>
                      </a:lnTo>
                      <a:lnTo>
                        <a:pt x="576" y="730"/>
                      </a:lnTo>
                      <a:lnTo>
                        <a:pt x="647" y="0"/>
                      </a:lnTo>
                      <a:lnTo>
                        <a:pt x="647" y="250"/>
                      </a:lnTo>
                      <a:lnTo>
                        <a:pt x="660" y="333"/>
                      </a:lnTo>
                      <a:lnTo>
                        <a:pt x="685" y="192"/>
                      </a:lnTo>
                      <a:lnTo>
                        <a:pt x="711" y="340"/>
                      </a:lnTo>
                      <a:lnTo>
                        <a:pt x="698" y="429"/>
                      </a:lnTo>
                      <a:lnTo>
                        <a:pt x="717" y="461"/>
                      </a:lnTo>
                    </a:path>
                  </a:pathLst>
                </a:custGeom>
                <a:noFill/>
                <a:ln w="9525">
                  <a:solidFill>
                    <a:srgbClr val="FF0000"/>
                  </a:solidFill>
                  <a:round/>
                  <a:headEnd/>
                  <a:tailEnd/>
                </a:ln>
              </p:spPr>
              <p:txBody>
                <a:bodyPr/>
                <a:lstStyle/>
                <a:p>
                  <a:endParaRPr lang="en-GB" sz="1600"/>
                </a:p>
              </p:txBody>
            </p:sp>
            <p:sp>
              <p:nvSpPr>
                <p:cNvPr id="14469" name="Freeform 300"/>
                <p:cNvSpPr>
                  <a:spLocks/>
                </p:cNvSpPr>
                <p:nvPr/>
              </p:nvSpPr>
              <p:spPr bwMode="auto">
                <a:xfrm flipH="1" flipV="1">
                  <a:off x="3770" y="1145"/>
                  <a:ext cx="313" cy="756"/>
                </a:xfrm>
                <a:custGeom>
                  <a:avLst/>
                  <a:gdLst>
                    <a:gd name="T0" fmla="*/ 0 w 717"/>
                    <a:gd name="T1" fmla="*/ 756 h 756"/>
                    <a:gd name="T2" fmla="*/ 4 w 717"/>
                    <a:gd name="T3" fmla="*/ 167 h 756"/>
                    <a:gd name="T4" fmla="*/ 5 w 717"/>
                    <a:gd name="T5" fmla="*/ 384 h 756"/>
                    <a:gd name="T6" fmla="*/ 7 w 717"/>
                    <a:gd name="T7" fmla="*/ 103 h 756"/>
                    <a:gd name="T8" fmla="*/ 10 w 717"/>
                    <a:gd name="T9" fmla="*/ 519 h 756"/>
                    <a:gd name="T10" fmla="*/ 11 w 717"/>
                    <a:gd name="T11" fmla="*/ 487 h 756"/>
                    <a:gd name="T12" fmla="*/ 11 w 717"/>
                    <a:gd name="T13" fmla="*/ 359 h 756"/>
                    <a:gd name="T14" fmla="*/ 14 w 717"/>
                    <a:gd name="T15" fmla="*/ 71 h 756"/>
                    <a:gd name="T16" fmla="*/ 16 w 717"/>
                    <a:gd name="T17" fmla="*/ 244 h 756"/>
                    <a:gd name="T18" fmla="*/ 17 w 717"/>
                    <a:gd name="T19" fmla="*/ 96 h 756"/>
                    <a:gd name="T20" fmla="*/ 18 w 717"/>
                    <a:gd name="T21" fmla="*/ 615 h 756"/>
                    <a:gd name="T22" fmla="*/ 21 w 717"/>
                    <a:gd name="T23" fmla="*/ 397 h 756"/>
                    <a:gd name="T24" fmla="*/ 24 w 717"/>
                    <a:gd name="T25" fmla="*/ 519 h 756"/>
                    <a:gd name="T26" fmla="*/ 25 w 717"/>
                    <a:gd name="T27" fmla="*/ 308 h 756"/>
                    <a:gd name="T28" fmla="*/ 28 w 717"/>
                    <a:gd name="T29" fmla="*/ 442 h 756"/>
                    <a:gd name="T30" fmla="*/ 29 w 717"/>
                    <a:gd name="T31" fmla="*/ 352 h 756"/>
                    <a:gd name="T32" fmla="*/ 30 w 717"/>
                    <a:gd name="T33" fmla="*/ 384 h 756"/>
                    <a:gd name="T34" fmla="*/ 31 w 717"/>
                    <a:gd name="T35" fmla="*/ 135 h 756"/>
                    <a:gd name="T36" fmla="*/ 33 w 717"/>
                    <a:gd name="T37" fmla="*/ 301 h 756"/>
                    <a:gd name="T38" fmla="*/ 32 w 717"/>
                    <a:gd name="T39" fmla="*/ 519 h 756"/>
                    <a:gd name="T40" fmla="*/ 34 w 717"/>
                    <a:gd name="T41" fmla="*/ 679 h 756"/>
                    <a:gd name="T42" fmla="*/ 36 w 717"/>
                    <a:gd name="T43" fmla="*/ 628 h 756"/>
                    <a:gd name="T44" fmla="*/ 37 w 717"/>
                    <a:gd name="T45" fmla="*/ 480 h 756"/>
                    <a:gd name="T46" fmla="*/ 38 w 717"/>
                    <a:gd name="T47" fmla="*/ 391 h 756"/>
                    <a:gd name="T48" fmla="*/ 36 w 717"/>
                    <a:gd name="T49" fmla="*/ 506 h 756"/>
                    <a:gd name="T50" fmla="*/ 38 w 717"/>
                    <a:gd name="T51" fmla="*/ 352 h 756"/>
                    <a:gd name="T52" fmla="*/ 39 w 717"/>
                    <a:gd name="T53" fmla="*/ 455 h 756"/>
                    <a:gd name="T54" fmla="*/ 41 w 717"/>
                    <a:gd name="T55" fmla="*/ 519 h 756"/>
                    <a:gd name="T56" fmla="*/ 43 w 717"/>
                    <a:gd name="T57" fmla="*/ 410 h 756"/>
                    <a:gd name="T58" fmla="*/ 44 w 717"/>
                    <a:gd name="T59" fmla="*/ 186 h 756"/>
                    <a:gd name="T60" fmla="*/ 45 w 717"/>
                    <a:gd name="T61" fmla="*/ 231 h 756"/>
                    <a:gd name="T62" fmla="*/ 48 w 717"/>
                    <a:gd name="T63" fmla="*/ 148 h 756"/>
                    <a:gd name="T64" fmla="*/ 48 w 717"/>
                    <a:gd name="T65" fmla="*/ 301 h 756"/>
                    <a:gd name="T66" fmla="*/ 48 w 717"/>
                    <a:gd name="T67" fmla="*/ 730 h 756"/>
                    <a:gd name="T68" fmla="*/ 54 w 717"/>
                    <a:gd name="T69" fmla="*/ 0 h 756"/>
                    <a:gd name="T70" fmla="*/ 54 w 717"/>
                    <a:gd name="T71" fmla="*/ 250 h 756"/>
                    <a:gd name="T72" fmla="*/ 55 w 717"/>
                    <a:gd name="T73" fmla="*/ 333 h 756"/>
                    <a:gd name="T74" fmla="*/ 57 w 717"/>
                    <a:gd name="T75" fmla="*/ 192 h 756"/>
                    <a:gd name="T76" fmla="*/ 59 w 717"/>
                    <a:gd name="T77" fmla="*/ 340 h 756"/>
                    <a:gd name="T78" fmla="*/ 58 w 717"/>
                    <a:gd name="T79" fmla="*/ 429 h 756"/>
                    <a:gd name="T80" fmla="*/ 60 w 717"/>
                    <a:gd name="T81" fmla="*/ 461 h 756"/>
                    <a:gd name="T82" fmla="*/ 0 60000 65536"/>
                    <a:gd name="T83" fmla="*/ 0 60000 65536"/>
                    <a:gd name="T84" fmla="*/ 0 60000 65536"/>
                    <a:gd name="T85" fmla="*/ 0 60000 65536"/>
                    <a:gd name="T86" fmla="*/ 0 60000 65536"/>
                    <a:gd name="T87" fmla="*/ 0 60000 65536"/>
                    <a:gd name="T88" fmla="*/ 0 60000 65536"/>
                    <a:gd name="T89" fmla="*/ 0 60000 65536"/>
                    <a:gd name="T90" fmla="*/ 0 60000 65536"/>
                    <a:gd name="T91" fmla="*/ 0 60000 65536"/>
                    <a:gd name="T92" fmla="*/ 0 60000 65536"/>
                    <a:gd name="T93" fmla="*/ 0 60000 65536"/>
                    <a:gd name="T94" fmla="*/ 0 60000 65536"/>
                    <a:gd name="T95" fmla="*/ 0 60000 65536"/>
                    <a:gd name="T96" fmla="*/ 0 60000 65536"/>
                    <a:gd name="T97" fmla="*/ 0 60000 65536"/>
                    <a:gd name="T98" fmla="*/ 0 60000 65536"/>
                    <a:gd name="T99" fmla="*/ 0 60000 65536"/>
                    <a:gd name="T100" fmla="*/ 0 60000 65536"/>
                    <a:gd name="T101" fmla="*/ 0 60000 65536"/>
                    <a:gd name="T102" fmla="*/ 0 60000 65536"/>
                    <a:gd name="T103" fmla="*/ 0 60000 65536"/>
                    <a:gd name="T104" fmla="*/ 0 60000 65536"/>
                    <a:gd name="T105" fmla="*/ 0 60000 65536"/>
                    <a:gd name="T106" fmla="*/ 0 60000 65536"/>
                    <a:gd name="T107" fmla="*/ 0 60000 65536"/>
                    <a:gd name="T108" fmla="*/ 0 60000 65536"/>
                    <a:gd name="T109" fmla="*/ 0 60000 65536"/>
                    <a:gd name="T110" fmla="*/ 0 60000 65536"/>
                    <a:gd name="T111" fmla="*/ 0 60000 65536"/>
                    <a:gd name="T112" fmla="*/ 0 60000 65536"/>
                    <a:gd name="T113" fmla="*/ 0 60000 65536"/>
                    <a:gd name="T114" fmla="*/ 0 60000 65536"/>
                    <a:gd name="T115" fmla="*/ 0 60000 65536"/>
                    <a:gd name="T116" fmla="*/ 0 60000 65536"/>
                    <a:gd name="T117" fmla="*/ 0 60000 65536"/>
                    <a:gd name="T118" fmla="*/ 0 60000 65536"/>
                    <a:gd name="T119" fmla="*/ 0 60000 65536"/>
                    <a:gd name="T120" fmla="*/ 0 60000 65536"/>
                    <a:gd name="T121" fmla="*/ 0 60000 65536"/>
                    <a:gd name="T122" fmla="*/ 0 60000 65536"/>
                    <a:gd name="T123" fmla="*/ 0 w 717"/>
                    <a:gd name="T124" fmla="*/ 0 h 756"/>
                    <a:gd name="T125" fmla="*/ 717 w 717"/>
                    <a:gd name="T126" fmla="*/ 756 h 756"/>
                  </a:gdLst>
                  <a:ahLst/>
                  <a:cxnLst>
                    <a:cxn ang="T82">
                      <a:pos x="T0" y="T1"/>
                    </a:cxn>
                    <a:cxn ang="T83">
                      <a:pos x="T2" y="T3"/>
                    </a:cxn>
                    <a:cxn ang="T84">
                      <a:pos x="T4" y="T5"/>
                    </a:cxn>
                    <a:cxn ang="T85">
                      <a:pos x="T6" y="T7"/>
                    </a:cxn>
                    <a:cxn ang="T86">
                      <a:pos x="T8" y="T9"/>
                    </a:cxn>
                    <a:cxn ang="T87">
                      <a:pos x="T10" y="T11"/>
                    </a:cxn>
                    <a:cxn ang="T88">
                      <a:pos x="T12" y="T13"/>
                    </a:cxn>
                    <a:cxn ang="T89">
                      <a:pos x="T14" y="T15"/>
                    </a:cxn>
                    <a:cxn ang="T90">
                      <a:pos x="T16" y="T17"/>
                    </a:cxn>
                    <a:cxn ang="T91">
                      <a:pos x="T18" y="T19"/>
                    </a:cxn>
                    <a:cxn ang="T92">
                      <a:pos x="T20" y="T21"/>
                    </a:cxn>
                    <a:cxn ang="T93">
                      <a:pos x="T22" y="T23"/>
                    </a:cxn>
                    <a:cxn ang="T94">
                      <a:pos x="T24" y="T25"/>
                    </a:cxn>
                    <a:cxn ang="T95">
                      <a:pos x="T26" y="T27"/>
                    </a:cxn>
                    <a:cxn ang="T96">
                      <a:pos x="T28" y="T29"/>
                    </a:cxn>
                    <a:cxn ang="T97">
                      <a:pos x="T30" y="T31"/>
                    </a:cxn>
                    <a:cxn ang="T98">
                      <a:pos x="T32" y="T33"/>
                    </a:cxn>
                    <a:cxn ang="T99">
                      <a:pos x="T34" y="T35"/>
                    </a:cxn>
                    <a:cxn ang="T100">
                      <a:pos x="T36" y="T37"/>
                    </a:cxn>
                    <a:cxn ang="T101">
                      <a:pos x="T38" y="T39"/>
                    </a:cxn>
                    <a:cxn ang="T102">
                      <a:pos x="T40" y="T41"/>
                    </a:cxn>
                    <a:cxn ang="T103">
                      <a:pos x="T42" y="T43"/>
                    </a:cxn>
                    <a:cxn ang="T104">
                      <a:pos x="T44" y="T45"/>
                    </a:cxn>
                    <a:cxn ang="T105">
                      <a:pos x="T46" y="T47"/>
                    </a:cxn>
                    <a:cxn ang="T106">
                      <a:pos x="T48" y="T49"/>
                    </a:cxn>
                    <a:cxn ang="T107">
                      <a:pos x="T50" y="T51"/>
                    </a:cxn>
                    <a:cxn ang="T108">
                      <a:pos x="T52" y="T53"/>
                    </a:cxn>
                    <a:cxn ang="T109">
                      <a:pos x="T54" y="T55"/>
                    </a:cxn>
                    <a:cxn ang="T110">
                      <a:pos x="T56" y="T57"/>
                    </a:cxn>
                    <a:cxn ang="T111">
                      <a:pos x="T58" y="T59"/>
                    </a:cxn>
                    <a:cxn ang="T112">
                      <a:pos x="T60" y="T61"/>
                    </a:cxn>
                    <a:cxn ang="T113">
                      <a:pos x="T62" y="T63"/>
                    </a:cxn>
                    <a:cxn ang="T114">
                      <a:pos x="T64" y="T65"/>
                    </a:cxn>
                    <a:cxn ang="T115">
                      <a:pos x="T66" y="T67"/>
                    </a:cxn>
                    <a:cxn ang="T116">
                      <a:pos x="T68" y="T69"/>
                    </a:cxn>
                    <a:cxn ang="T117">
                      <a:pos x="T70" y="T71"/>
                    </a:cxn>
                    <a:cxn ang="T118">
                      <a:pos x="T72" y="T73"/>
                    </a:cxn>
                    <a:cxn ang="T119">
                      <a:pos x="T74" y="T75"/>
                    </a:cxn>
                    <a:cxn ang="T120">
                      <a:pos x="T76" y="T77"/>
                    </a:cxn>
                    <a:cxn ang="T121">
                      <a:pos x="T78" y="T79"/>
                    </a:cxn>
                    <a:cxn ang="T122">
                      <a:pos x="T80" y="T81"/>
                    </a:cxn>
                  </a:cxnLst>
                  <a:rect l="T123" t="T124" r="T125" b="T126"/>
                  <a:pathLst>
                    <a:path w="717" h="756">
                      <a:moveTo>
                        <a:pt x="0" y="756"/>
                      </a:moveTo>
                      <a:lnTo>
                        <a:pt x="52" y="167"/>
                      </a:lnTo>
                      <a:lnTo>
                        <a:pt x="64" y="384"/>
                      </a:lnTo>
                      <a:lnTo>
                        <a:pt x="90" y="103"/>
                      </a:lnTo>
                      <a:lnTo>
                        <a:pt x="116" y="519"/>
                      </a:lnTo>
                      <a:lnTo>
                        <a:pt x="135" y="487"/>
                      </a:lnTo>
                      <a:lnTo>
                        <a:pt x="135" y="359"/>
                      </a:lnTo>
                      <a:lnTo>
                        <a:pt x="167" y="71"/>
                      </a:lnTo>
                      <a:lnTo>
                        <a:pt x="192" y="244"/>
                      </a:lnTo>
                      <a:lnTo>
                        <a:pt x="205" y="96"/>
                      </a:lnTo>
                      <a:lnTo>
                        <a:pt x="218" y="615"/>
                      </a:lnTo>
                      <a:lnTo>
                        <a:pt x="244" y="397"/>
                      </a:lnTo>
                      <a:lnTo>
                        <a:pt x="282" y="519"/>
                      </a:lnTo>
                      <a:lnTo>
                        <a:pt x="308" y="308"/>
                      </a:lnTo>
                      <a:lnTo>
                        <a:pt x="333" y="442"/>
                      </a:lnTo>
                      <a:lnTo>
                        <a:pt x="346" y="352"/>
                      </a:lnTo>
                      <a:lnTo>
                        <a:pt x="365" y="384"/>
                      </a:lnTo>
                      <a:lnTo>
                        <a:pt x="378" y="135"/>
                      </a:lnTo>
                      <a:lnTo>
                        <a:pt x="391" y="301"/>
                      </a:lnTo>
                      <a:lnTo>
                        <a:pt x="384" y="519"/>
                      </a:lnTo>
                      <a:lnTo>
                        <a:pt x="404" y="679"/>
                      </a:lnTo>
                      <a:lnTo>
                        <a:pt x="429" y="628"/>
                      </a:lnTo>
                      <a:lnTo>
                        <a:pt x="442" y="480"/>
                      </a:lnTo>
                      <a:lnTo>
                        <a:pt x="455" y="391"/>
                      </a:lnTo>
                      <a:lnTo>
                        <a:pt x="436" y="506"/>
                      </a:lnTo>
                      <a:lnTo>
                        <a:pt x="461" y="352"/>
                      </a:lnTo>
                      <a:lnTo>
                        <a:pt x="474" y="455"/>
                      </a:lnTo>
                      <a:lnTo>
                        <a:pt x="493" y="519"/>
                      </a:lnTo>
                      <a:lnTo>
                        <a:pt x="512" y="410"/>
                      </a:lnTo>
                      <a:lnTo>
                        <a:pt x="532" y="186"/>
                      </a:lnTo>
                      <a:lnTo>
                        <a:pt x="544" y="231"/>
                      </a:lnTo>
                      <a:lnTo>
                        <a:pt x="570" y="148"/>
                      </a:lnTo>
                      <a:lnTo>
                        <a:pt x="576" y="301"/>
                      </a:lnTo>
                      <a:lnTo>
                        <a:pt x="576" y="730"/>
                      </a:lnTo>
                      <a:lnTo>
                        <a:pt x="647" y="0"/>
                      </a:lnTo>
                      <a:lnTo>
                        <a:pt x="647" y="250"/>
                      </a:lnTo>
                      <a:lnTo>
                        <a:pt x="660" y="333"/>
                      </a:lnTo>
                      <a:lnTo>
                        <a:pt x="685" y="192"/>
                      </a:lnTo>
                      <a:lnTo>
                        <a:pt x="711" y="340"/>
                      </a:lnTo>
                      <a:lnTo>
                        <a:pt x="698" y="429"/>
                      </a:lnTo>
                      <a:lnTo>
                        <a:pt x="717" y="461"/>
                      </a:lnTo>
                    </a:path>
                  </a:pathLst>
                </a:custGeom>
                <a:noFill/>
                <a:ln w="9525">
                  <a:solidFill>
                    <a:srgbClr val="FF0000"/>
                  </a:solidFill>
                  <a:round/>
                  <a:headEnd/>
                  <a:tailEnd/>
                </a:ln>
              </p:spPr>
              <p:txBody>
                <a:bodyPr/>
                <a:lstStyle/>
                <a:p>
                  <a:endParaRPr lang="en-GB" sz="1600"/>
                </a:p>
              </p:txBody>
            </p:sp>
            <p:sp>
              <p:nvSpPr>
                <p:cNvPr id="14470" name="Freeform 301"/>
                <p:cNvSpPr>
                  <a:spLocks/>
                </p:cNvSpPr>
                <p:nvPr/>
              </p:nvSpPr>
              <p:spPr bwMode="auto">
                <a:xfrm flipH="1">
                  <a:off x="4077" y="1119"/>
                  <a:ext cx="313" cy="756"/>
                </a:xfrm>
                <a:custGeom>
                  <a:avLst/>
                  <a:gdLst>
                    <a:gd name="T0" fmla="*/ 0 w 717"/>
                    <a:gd name="T1" fmla="*/ 756 h 756"/>
                    <a:gd name="T2" fmla="*/ 4 w 717"/>
                    <a:gd name="T3" fmla="*/ 167 h 756"/>
                    <a:gd name="T4" fmla="*/ 5 w 717"/>
                    <a:gd name="T5" fmla="*/ 384 h 756"/>
                    <a:gd name="T6" fmla="*/ 7 w 717"/>
                    <a:gd name="T7" fmla="*/ 103 h 756"/>
                    <a:gd name="T8" fmla="*/ 10 w 717"/>
                    <a:gd name="T9" fmla="*/ 519 h 756"/>
                    <a:gd name="T10" fmla="*/ 11 w 717"/>
                    <a:gd name="T11" fmla="*/ 487 h 756"/>
                    <a:gd name="T12" fmla="*/ 11 w 717"/>
                    <a:gd name="T13" fmla="*/ 359 h 756"/>
                    <a:gd name="T14" fmla="*/ 14 w 717"/>
                    <a:gd name="T15" fmla="*/ 71 h 756"/>
                    <a:gd name="T16" fmla="*/ 16 w 717"/>
                    <a:gd name="T17" fmla="*/ 244 h 756"/>
                    <a:gd name="T18" fmla="*/ 17 w 717"/>
                    <a:gd name="T19" fmla="*/ 96 h 756"/>
                    <a:gd name="T20" fmla="*/ 18 w 717"/>
                    <a:gd name="T21" fmla="*/ 615 h 756"/>
                    <a:gd name="T22" fmla="*/ 21 w 717"/>
                    <a:gd name="T23" fmla="*/ 397 h 756"/>
                    <a:gd name="T24" fmla="*/ 24 w 717"/>
                    <a:gd name="T25" fmla="*/ 519 h 756"/>
                    <a:gd name="T26" fmla="*/ 25 w 717"/>
                    <a:gd name="T27" fmla="*/ 308 h 756"/>
                    <a:gd name="T28" fmla="*/ 28 w 717"/>
                    <a:gd name="T29" fmla="*/ 442 h 756"/>
                    <a:gd name="T30" fmla="*/ 29 w 717"/>
                    <a:gd name="T31" fmla="*/ 352 h 756"/>
                    <a:gd name="T32" fmla="*/ 30 w 717"/>
                    <a:gd name="T33" fmla="*/ 384 h 756"/>
                    <a:gd name="T34" fmla="*/ 31 w 717"/>
                    <a:gd name="T35" fmla="*/ 135 h 756"/>
                    <a:gd name="T36" fmla="*/ 33 w 717"/>
                    <a:gd name="T37" fmla="*/ 301 h 756"/>
                    <a:gd name="T38" fmla="*/ 32 w 717"/>
                    <a:gd name="T39" fmla="*/ 519 h 756"/>
                    <a:gd name="T40" fmla="*/ 34 w 717"/>
                    <a:gd name="T41" fmla="*/ 679 h 756"/>
                    <a:gd name="T42" fmla="*/ 36 w 717"/>
                    <a:gd name="T43" fmla="*/ 628 h 756"/>
                    <a:gd name="T44" fmla="*/ 37 w 717"/>
                    <a:gd name="T45" fmla="*/ 480 h 756"/>
                    <a:gd name="T46" fmla="*/ 38 w 717"/>
                    <a:gd name="T47" fmla="*/ 391 h 756"/>
                    <a:gd name="T48" fmla="*/ 36 w 717"/>
                    <a:gd name="T49" fmla="*/ 506 h 756"/>
                    <a:gd name="T50" fmla="*/ 38 w 717"/>
                    <a:gd name="T51" fmla="*/ 352 h 756"/>
                    <a:gd name="T52" fmla="*/ 39 w 717"/>
                    <a:gd name="T53" fmla="*/ 455 h 756"/>
                    <a:gd name="T54" fmla="*/ 41 w 717"/>
                    <a:gd name="T55" fmla="*/ 519 h 756"/>
                    <a:gd name="T56" fmla="*/ 43 w 717"/>
                    <a:gd name="T57" fmla="*/ 410 h 756"/>
                    <a:gd name="T58" fmla="*/ 44 w 717"/>
                    <a:gd name="T59" fmla="*/ 186 h 756"/>
                    <a:gd name="T60" fmla="*/ 45 w 717"/>
                    <a:gd name="T61" fmla="*/ 231 h 756"/>
                    <a:gd name="T62" fmla="*/ 48 w 717"/>
                    <a:gd name="T63" fmla="*/ 148 h 756"/>
                    <a:gd name="T64" fmla="*/ 48 w 717"/>
                    <a:gd name="T65" fmla="*/ 301 h 756"/>
                    <a:gd name="T66" fmla="*/ 48 w 717"/>
                    <a:gd name="T67" fmla="*/ 730 h 756"/>
                    <a:gd name="T68" fmla="*/ 54 w 717"/>
                    <a:gd name="T69" fmla="*/ 0 h 756"/>
                    <a:gd name="T70" fmla="*/ 54 w 717"/>
                    <a:gd name="T71" fmla="*/ 250 h 756"/>
                    <a:gd name="T72" fmla="*/ 55 w 717"/>
                    <a:gd name="T73" fmla="*/ 333 h 756"/>
                    <a:gd name="T74" fmla="*/ 57 w 717"/>
                    <a:gd name="T75" fmla="*/ 192 h 756"/>
                    <a:gd name="T76" fmla="*/ 59 w 717"/>
                    <a:gd name="T77" fmla="*/ 340 h 756"/>
                    <a:gd name="T78" fmla="*/ 58 w 717"/>
                    <a:gd name="T79" fmla="*/ 429 h 756"/>
                    <a:gd name="T80" fmla="*/ 60 w 717"/>
                    <a:gd name="T81" fmla="*/ 461 h 756"/>
                    <a:gd name="T82" fmla="*/ 0 60000 65536"/>
                    <a:gd name="T83" fmla="*/ 0 60000 65536"/>
                    <a:gd name="T84" fmla="*/ 0 60000 65536"/>
                    <a:gd name="T85" fmla="*/ 0 60000 65536"/>
                    <a:gd name="T86" fmla="*/ 0 60000 65536"/>
                    <a:gd name="T87" fmla="*/ 0 60000 65536"/>
                    <a:gd name="T88" fmla="*/ 0 60000 65536"/>
                    <a:gd name="T89" fmla="*/ 0 60000 65536"/>
                    <a:gd name="T90" fmla="*/ 0 60000 65536"/>
                    <a:gd name="T91" fmla="*/ 0 60000 65536"/>
                    <a:gd name="T92" fmla="*/ 0 60000 65536"/>
                    <a:gd name="T93" fmla="*/ 0 60000 65536"/>
                    <a:gd name="T94" fmla="*/ 0 60000 65536"/>
                    <a:gd name="T95" fmla="*/ 0 60000 65536"/>
                    <a:gd name="T96" fmla="*/ 0 60000 65536"/>
                    <a:gd name="T97" fmla="*/ 0 60000 65536"/>
                    <a:gd name="T98" fmla="*/ 0 60000 65536"/>
                    <a:gd name="T99" fmla="*/ 0 60000 65536"/>
                    <a:gd name="T100" fmla="*/ 0 60000 65536"/>
                    <a:gd name="T101" fmla="*/ 0 60000 65536"/>
                    <a:gd name="T102" fmla="*/ 0 60000 65536"/>
                    <a:gd name="T103" fmla="*/ 0 60000 65536"/>
                    <a:gd name="T104" fmla="*/ 0 60000 65536"/>
                    <a:gd name="T105" fmla="*/ 0 60000 65536"/>
                    <a:gd name="T106" fmla="*/ 0 60000 65536"/>
                    <a:gd name="T107" fmla="*/ 0 60000 65536"/>
                    <a:gd name="T108" fmla="*/ 0 60000 65536"/>
                    <a:gd name="T109" fmla="*/ 0 60000 65536"/>
                    <a:gd name="T110" fmla="*/ 0 60000 65536"/>
                    <a:gd name="T111" fmla="*/ 0 60000 65536"/>
                    <a:gd name="T112" fmla="*/ 0 60000 65536"/>
                    <a:gd name="T113" fmla="*/ 0 60000 65536"/>
                    <a:gd name="T114" fmla="*/ 0 60000 65536"/>
                    <a:gd name="T115" fmla="*/ 0 60000 65536"/>
                    <a:gd name="T116" fmla="*/ 0 60000 65536"/>
                    <a:gd name="T117" fmla="*/ 0 60000 65536"/>
                    <a:gd name="T118" fmla="*/ 0 60000 65536"/>
                    <a:gd name="T119" fmla="*/ 0 60000 65536"/>
                    <a:gd name="T120" fmla="*/ 0 60000 65536"/>
                    <a:gd name="T121" fmla="*/ 0 60000 65536"/>
                    <a:gd name="T122" fmla="*/ 0 60000 65536"/>
                    <a:gd name="T123" fmla="*/ 0 w 717"/>
                    <a:gd name="T124" fmla="*/ 0 h 756"/>
                    <a:gd name="T125" fmla="*/ 717 w 717"/>
                    <a:gd name="T126" fmla="*/ 756 h 756"/>
                  </a:gdLst>
                  <a:ahLst/>
                  <a:cxnLst>
                    <a:cxn ang="T82">
                      <a:pos x="T0" y="T1"/>
                    </a:cxn>
                    <a:cxn ang="T83">
                      <a:pos x="T2" y="T3"/>
                    </a:cxn>
                    <a:cxn ang="T84">
                      <a:pos x="T4" y="T5"/>
                    </a:cxn>
                    <a:cxn ang="T85">
                      <a:pos x="T6" y="T7"/>
                    </a:cxn>
                    <a:cxn ang="T86">
                      <a:pos x="T8" y="T9"/>
                    </a:cxn>
                    <a:cxn ang="T87">
                      <a:pos x="T10" y="T11"/>
                    </a:cxn>
                    <a:cxn ang="T88">
                      <a:pos x="T12" y="T13"/>
                    </a:cxn>
                    <a:cxn ang="T89">
                      <a:pos x="T14" y="T15"/>
                    </a:cxn>
                    <a:cxn ang="T90">
                      <a:pos x="T16" y="T17"/>
                    </a:cxn>
                    <a:cxn ang="T91">
                      <a:pos x="T18" y="T19"/>
                    </a:cxn>
                    <a:cxn ang="T92">
                      <a:pos x="T20" y="T21"/>
                    </a:cxn>
                    <a:cxn ang="T93">
                      <a:pos x="T22" y="T23"/>
                    </a:cxn>
                    <a:cxn ang="T94">
                      <a:pos x="T24" y="T25"/>
                    </a:cxn>
                    <a:cxn ang="T95">
                      <a:pos x="T26" y="T27"/>
                    </a:cxn>
                    <a:cxn ang="T96">
                      <a:pos x="T28" y="T29"/>
                    </a:cxn>
                    <a:cxn ang="T97">
                      <a:pos x="T30" y="T31"/>
                    </a:cxn>
                    <a:cxn ang="T98">
                      <a:pos x="T32" y="T33"/>
                    </a:cxn>
                    <a:cxn ang="T99">
                      <a:pos x="T34" y="T35"/>
                    </a:cxn>
                    <a:cxn ang="T100">
                      <a:pos x="T36" y="T37"/>
                    </a:cxn>
                    <a:cxn ang="T101">
                      <a:pos x="T38" y="T39"/>
                    </a:cxn>
                    <a:cxn ang="T102">
                      <a:pos x="T40" y="T41"/>
                    </a:cxn>
                    <a:cxn ang="T103">
                      <a:pos x="T42" y="T43"/>
                    </a:cxn>
                    <a:cxn ang="T104">
                      <a:pos x="T44" y="T45"/>
                    </a:cxn>
                    <a:cxn ang="T105">
                      <a:pos x="T46" y="T47"/>
                    </a:cxn>
                    <a:cxn ang="T106">
                      <a:pos x="T48" y="T49"/>
                    </a:cxn>
                    <a:cxn ang="T107">
                      <a:pos x="T50" y="T51"/>
                    </a:cxn>
                    <a:cxn ang="T108">
                      <a:pos x="T52" y="T53"/>
                    </a:cxn>
                    <a:cxn ang="T109">
                      <a:pos x="T54" y="T55"/>
                    </a:cxn>
                    <a:cxn ang="T110">
                      <a:pos x="T56" y="T57"/>
                    </a:cxn>
                    <a:cxn ang="T111">
                      <a:pos x="T58" y="T59"/>
                    </a:cxn>
                    <a:cxn ang="T112">
                      <a:pos x="T60" y="T61"/>
                    </a:cxn>
                    <a:cxn ang="T113">
                      <a:pos x="T62" y="T63"/>
                    </a:cxn>
                    <a:cxn ang="T114">
                      <a:pos x="T64" y="T65"/>
                    </a:cxn>
                    <a:cxn ang="T115">
                      <a:pos x="T66" y="T67"/>
                    </a:cxn>
                    <a:cxn ang="T116">
                      <a:pos x="T68" y="T69"/>
                    </a:cxn>
                    <a:cxn ang="T117">
                      <a:pos x="T70" y="T71"/>
                    </a:cxn>
                    <a:cxn ang="T118">
                      <a:pos x="T72" y="T73"/>
                    </a:cxn>
                    <a:cxn ang="T119">
                      <a:pos x="T74" y="T75"/>
                    </a:cxn>
                    <a:cxn ang="T120">
                      <a:pos x="T76" y="T77"/>
                    </a:cxn>
                    <a:cxn ang="T121">
                      <a:pos x="T78" y="T79"/>
                    </a:cxn>
                    <a:cxn ang="T122">
                      <a:pos x="T80" y="T81"/>
                    </a:cxn>
                  </a:cxnLst>
                  <a:rect l="T123" t="T124" r="T125" b="T126"/>
                  <a:pathLst>
                    <a:path w="717" h="756">
                      <a:moveTo>
                        <a:pt x="0" y="756"/>
                      </a:moveTo>
                      <a:lnTo>
                        <a:pt x="52" y="167"/>
                      </a:lnTo>
                      <a:lnTo>
                        <a:pt x="64" y="384"/>
                      </a:lnTo>
                      <a:lnTo>
                        <a:pt x="90" y="103"/>
                      </a:lnTo>
                      <a:lnTo>
                        <a:pt x="116" y="519"/>
                      </a:lnTo>
                      <a:lnTo>
                        <a:pt x="135" y="487"/>
                      </a:lnTo>
                      <a:lnTo>
                        <a:pt x="135" y="359"/>
                      </a:lnTo>
                      <a:lnTo>
                        <a:pt x="167" y="71"/>
                      </a:lnTo>
                      <a:lnTo>
                        <a:pt x="192" y="244"/>
                      </a:lnTo>
                      <a:lnTo>
                        <a:pt x="205" y="96"/>
                      </a:lnTo>
                      <a:lnTo>
                        <a:pt x="218" y="615"/>
                      </a:lnTo>
                      <a:lnTo>
                        <a:pt x="244" y="397"/>
                      </a:lnTo>
                      <a:lnTo>
                        <a:pt x="282" y="519"/>
                      </a:lnTo>
                      <a:lnTo>
                        <a:pt x="308" y="308"/>
                      </a:lnTo>
                      <a:lnTo>
                        <a:pt x="333" y="442"/>
                      </a:lnTo>
                      <a:lnTo>
                        <a:pt x="346" y="352"/>
                      </a:lnTo>
                      <a:lnTo>
                        <a:pt x="365" y="384"/>
                      </a:lnTo>
                      <a:lnTo>
                        <a:pt x="378" y="135"/>
                      </a:lnTo>
                      <a:lnTo>
                        <a:pt x="391" y="301"/>
                      </a:lnTo>
                      <a:lnTo>
                        <a:pt x="384" y="519"/>
                      </a:lnTo>
                      <a:lnTo>
                        <a:pt x="404" y="679"/>
                      </a:lnTo>
                      <a:lnTo>
                        <a:pt x="429" y="628"/>
                      </a:lnTo>
                      <a:lnTo>
                        <a:pt x="442" y="480"/>
                      </a:lnTo>
                      <a:lnTo>
                        <a:pt x="455" y="391"/>
                      </a:lnTo>
                      <a:lnTo>
                        <a:pt x="436" y="506"/>
                      </a:lnTo>
                      <a:lnTo>
                        <a:pt x="461" y="352"/>
                      </a:lnTo>
                      <a:lnTo>
                        <a:pt x="474" y="455"/>
                      </a:lnTo>
                      <a:lnTo>
                        <a:pt x="493" y="519"/>
                      </a:lnTo>
                      <a:lnTo>
                        <a:pt x="512" y="410"/>
                      </a:lnTo>
                      <a:lnTo>
                        <a:pt x="532" y="186"/>
                      </a:lnTo>
                      <a:lnTo>
                        <a:pt x="544" y="231"/>
                      </a:lnTo>
                      <a:lnTo>
                        <a:pt x="570" y="148"/>
                      </a:lnTo>
                      <a:lnTo>
                        <a:pt x="576" y="301"/>
                      </a:lnTo>
                      <a:lnTo>
                        <a:pt x="576" y="730"/>
                      </a:lnTo>
                      <a:lnTo>
                        <a:pt x="647" y="0"/>
                      </a:lnTo>
                      <a:lnTo>
                        <a:pt x="647" y="250"/>
                      </a:lnTo>
                      <a:lnTo>
                        <a:pt x="660" y="333"/>
                      </a:lnTo>
                      <a:lnTo>
                        <a:pt x="685" y="192"/>
                      </a:lnTo>
                      <a:lnTo>
                        <a:pt x="711" y="340"/>
                      </a:lnTo>
                      <a:lnTo>
                        <a:pt x="698" y="429"/>
                      </a:lnTo>
                      <a:lnTo>
                        <a:pt x="717" y="461"/>
                      </a:lnTo>
                    </a:path>
                  </a:pathLst>
                </a:custGeom>
                <a:noFill/>
                <a:ln w="9525">
                  <a:solidFill>
                    <a:srgbClr val="FF0000"/>
                  </a:solidFill>
                  <a:round/>
                  <a:headEnd/>
                  <a:tailEnd/>
                </a:ln>
              </p:spPr>
              <p:txBody>
                <a:bodyPr/>
                <a:lstStyle/>
                <a:p>
                  <a:endParaRPr lang="en-GB" sz="1600"/>
                </a:p>
              </p:txBody>
            </p:sp>
            <p:sp>
              <p:nvSpPr>
                <p:cNvPr id="14471" name="Freeform 302"/>
                <p:cNvSpPr>
                  <a:spLocks/>
                </p:cNvSpPr>
                <p:nvPr/>
              </p:nvSpPr>
              <p:spPr bwMode="auto">
                <a:xfrm flipV="1">
                  <a:off x="4385" y="1138"/>
                  <a:ext cx="313" cy="756"/>
                </a:xfrm>
                <a:custGeom>
                  <a:avLst/>
                  <a:gdLst>
                    <a:gd name="T0" fmla="*/ 0 w 717"/>
                    <a:gd name="T1" fmla="*/ 756 h 756"/>
                    <a:gd name="T2" fmla="*/ 4 w 717"/>
                    <a:gd name="T3" fmla="*/ 167 h 756"/>
                    <a:gd name="T4" fmla="*/ 5 w 717"/>
                    <a:gd name="T5" fmla="*/ 384 h 756"/>
                    <a:gd name="T6" fmla="*/ 7 w 717"/>
                    <a:gd name="T7" fmla="*/ 103 h 756"/>
                    <a:gd name="T8" fmla="*/ 10 w 717"/>
                    <a:gd name="T9" fmla="*/ 519 h 756"/>
                    <a:gd name="T10" fmla="*/ 11 w 717"/>
                    <a:gd name="T11" fmla="*/ 487 h 756"/>
                    <a:gd name="T12" fmla="*/ 11 w 717"/>
                    <a:gd name="T13" fmla="*/ 359 h 756"/>
                    <a:gd name="T14" fmla="*/ 14 w 717"/>
                    <a:gd name="T15" fmla="*/ 71 h 756"/>
                    <a:gd name="T16" fmla="*/ 16 w 717"/>
                    <a:gd name="T17" fmla="*/ 244 h 756"/>
                    <a:gd name="T18" fmla="*/ 17 w 717"/>
                    <a:gd name="T19" fmla="*/ 96 h 756"/>
                    <a:gd name="T20" fmla="*/ 18 w 717"/>
                    <a:gd name="T21" fmla="*/ 615 h 756"/>
                    <a:gd name="T22" fmla="*/ 21 w 717"/>
                    <a:gd name="T23" fmla="*/ 397 h 756"/>
                    <a:gd name="T24" fmla="*/ 24 w 717"/>
                    <a:gd name="T25" fmla="*/ 519 h 756"/>
                    <a:gd name="T26" fmla="*/ 25 w 717"/>
                    <a:gd name="T27" fmla="*/ 308 h 756"/>
                    <a:gd name="T28" fmla="*/ 28 w 717"/>
                    <a:gd name="T29" fmla="*/ 442 h 756"/>
                    <a:gd name="T30" fmla="*/ 29 w 717"/>
                    <a:gd name="T31" fmla="*/ 352 h 756"/>
                    <a:gd name="T32" fmla="*/ 30 w 717"/>
                    <a:gd name="T33" fmla="*/ 384 h 756"/>
                    <a:gd name="T34" fmla="*/ 31 w 717"/>
                    <a:gd name="T35" fmla="*/ 135 h 756"/>
                    <a:gd name="T36" fmla="*/ 33 w 717"/>
                    <a:gd name="T37" fmla="*/ 301 h 756"/>
                    <a:gd name="T38" fmla="*/ 32 w 717"/>
                    <a:gd name="T39" fmla="*/ 519 h 756"/>
                    <a:gd name="T40" fmla="*/ 34 w 717"/>
                    <a:gd name="T41" fmla="*/ 679 h 756"/>
                    <a:gd name="T42" fmla="*/ 36 w 717"/>
                    <a:gd name="T43" fmla="*/ 628 h 756"/>
                    <a:gd name="T44" fmla="*/ 37 w 717"/>
                    <a:gd name="T45" fmla="*/ 480 h 756"/>
                    <a:gd name="T46" fmla="*/ 38 w 717"/>
                    <a:gd name="T47" fmla="*/ 391 h 756"/>
                    <a:gd name="T48" fmla="*/ 36 w 717"/>
                    <a:gd name="T49" fmla="*/ 506 h 756"/>
                    <a:gd name="T50" fmla="*/ 38 w 717"/>
                    <a:gd name="T51" fmla="*/ 352 h 756"/>
                    <a:gd name="T52" fmla="*/ 39 w 717"/>
                    <a:gd name="T53" fmla="*/ 455 h 756"/>
                    <a:gd name="T54" fmla="*/ 41 w 717"/>
                    <a:gd name="T55" fmla="*/ 519 h 756"/>
                    <a:gd name="T56" fmla="*/ 43 w 717"/>
                    <a:gd name="T57" fmla="*/ 410 h 756"/>
                    <a:gd name="T58" fmla="*/ 44 w 717"/>
                    <a:gd name="T59" fmla="*/ 186 h 756"/>
                    <a:gd name="T60" fmla="*/ 45 w 717"/>
                    <a:gd name="T61" fmla="*/ 231 h 756"/>
                    <a:gd name="T62" fmla="*/ 48 w 717"/>
                    <a:gd name="T63" fmla="*/ 148 h 756"/>
                    <a:gd name="T64" fmla="*/ 48 w 717"/>
                    <a:gd name="T65" fmla="*/ 301 h 756"/>
                    <a:gd name="T66" fmla="*/ 48 w 717"/>
                    <a:gd name="T67" fmla="*/ 730 h 756"/>
                    <a:gd name="T68" fmla="*/ 54 w 717"/>
                    <a:gd name="T69" fmla="*/ 0 h 756"/>
                    <a:gd name="T70" fmla="*/ 54 w 717"/>
                    <a:gd name="T71" fmla="*/ 250 h 756"/>
                    <a:gd name="T72" fmla="*/ 55 w 717"/>
                    <a:gd name="T73" fmla="*/ 333 h 756"/>
                    <a:gd name="T74" fmla="*/ 57 w 717"/>
                    <a:gd name="T75" fmla="*/ 192 h 756"/>
                    <a:gd name="T76" fmla="*/ 59 w 717"/>
                    <a:gd name="T77" fmla="*/ 340 h 756"/>
                    <a:gd name="T78" fmla="*/ 58 w 717"/>
                    <a:gd name="T79" fmla="*/ 429 h 756"/>
                    <a:gd name="T80" fmla="*/ 60 w 717"/>
                    <a:gd name="T81" fmla="*/ 461 h 756"/>
                    <a:gd name="T82" fmla="*/ 0 60000 65536"/>
                    <a:gd name="T83" fmla="*/ 0 60000 65536"/>
                    <a:gd name="T84" fmla="*/ 0 60000 65536"/>
                    <a:gd name="T85" fmla="*/ 0 60000 65536"/>
                    <a:gd name="T86" fmla="*/ 0 60000 65536"/>
                    <a:gd name="T87" fmla="*/ 0 60000 65536"/>
                    <a:gd name="T88" fmla="*/ 0 60000 65536"/>
                    <a:gd name="T89" fmla="*/ 0 60000 65536"/>
                    <a:gd name="T90" fmla="*/ 0 60000 65536"/>
                    <a:gd name="T91" fmla="*/ 0 60000 65536"/>
                    <a:gd name="T92" fmla="*/ 0 60000 65536"/>
                    <a:gd name="T93" fmla="*/ 0 60000 65536"/>
                    <a:gd name="T94" fmla="*/ 0 60000 65536"/>
                    <a:gd name="T95" fmla="*/ 0 60000 65536"/>
                    <a:gd name="T96" fmla="*/ 0 60000 65536"/>
                    <a:gd name="T97" fmla="*/ 0 60000 65536"/>
                    <a:gd name="T98" fmla="*/ 0 60000 65536"/>
                    <a:gd name="T99" fmla="*/ 0 60000 65536"/>
                    <a:gd name="T100" fmla="*/ 0 60000 65536"/>
                    <a:gd name="T101" fmla="*/ 0 60000 65536"/>
                    <a:gd name="T102" fmla="*/ 0 60000 65536"/>
                    <a:gd name="T103" fmla="*/ 0 60000 65536"/>
                    <a:gd name="T104" fmla="*/ 0 60000 65536"/>
                    <a:gd name="T105" fmla="*/ 0 60000 65536"/>
                    <a:gd name="T106" fmla="*/ 0 60000 65536"/>
                    <a:gd name="T107" fmla="*/ 0 60000 65536"/>
                    <a:gd name="T108" fmla="*/ 0 60000 65536"/>
                    <a:gd name="T109" fmla="*/ 0 60000 65536"/>
                    <a:gd name="T110" fmla="*/ 0 60000 65536"/>
                    <a:gd name="T111" fmla="*/ 0 60000 65536"/>
                    <a:gd name="T112" fmla="*/ 0 60000 65536"/>
                    <a:gd name="T113" fmla="*/ 0 60000 65536"/>
                    <a:gd name="T114" fmla="*/ 0 60000 65536"/>
                    <a:gd name="T115" fmla="*/ 0 60000 65536"/>
                    <a:gd name="T116" fmla="*/ 0 60000 65536"/>
                    <a:gd name="T117" fmla="*/ 0 60000 65536"/>
                    <a:gd name="T118" fmla="*/ 0 60000 65536"/>
                    <a:gd name="T119" fmla="*/ 0 60000 65536"/>
                    <a:gd name="T120" fmla="*/ 0 60000 65536"/>
                    <a:gd name="T121" fmla="*/ 0 60000 65536"/>
                    <a:gd name="T122" fmla="*/ 0 60000 65536"/>
                    <a:gd name="T123" fmla="*/ 0 w 717"/>
                    <a:gd name="T124" fmla="*/ 0 h 756"/>
                    <a:gd name="T125" fmla="*/ 717 w 717"/>
                    <a:gd name="T126" fmla="*/ 756 h 756"/>
                  </a:gdLst>
                  <a:ahLst/>
                  <a:cxnLst>
                    <a:cxn ang="T82">
                      <a:pos x="T0" y="T1"/>
                    </a:cxn>
                    <a:cxn ang="T83">
                      <a:pos x="T2" y="T3"/>
                    </a:cxn>
                    <a:cxn ang="T84">
                      <a:pos x="T4" y="T5"/>
                    </a:cxn>
                    <a:cxn ang="T85">
                      <a:pos x="T6" y="T7"/>
                    </a:cxn>
                    <a:cxn ang="T86">
                      <a:pos x="T8" y="T9"/>
                    </a:cxn>
                    <a:cxn ang="T87">
                      <a:pos x="T10" y="T11"/>
                    </a:cxn>
                    <a:cxn ang="T88">
                      <a:pos x="T12" y="T13"/>
                    </a:cxn>
                    <a:cxn ang="T89">
                      <a:pos x="T14" y="T15"/>
                    </a:cxn>
                    <a:cxn ang="T90">
                      <a:pos x="T16" y="T17"/>
                    </a:cxn>
                    <a:cxn ang="T91">
                      <a:pos x="T18" y="T19"/>
                    </a:cxn>
                    <a:cxn ang="T92">
                      <a:pos x="T20" y="T21"/>
                    </a:cxn>
                    <a:cxn ang="T93">
                      <a:pos x="T22" y="T23"/>
                    </a:cxn>
                    <a:cxn ang="T94">
                      <a:pos x="T24" y="T25"/>
                    </a:cxn>
                    <a:cxn ang="T95">
                      <a:pos x="T26" y="T27"/>
                    </a:cxn>
                    <a:cxn ang="T96">
                      <a:pos x="T28" y="T29"/>
                    </a:cxn>
                    <a:cxn ang="T97">
                      <a:pos x="T30" y="T31"/>
                    </a:cxn>
                    <a:cxn ang="T98">
                      <a:pos x="T32" y="T33"/>
                    </a:cxn>
                    <a:cxn ang="T99">
                      <a:pos x="T34" y="T35"/>
                    </a:cxn>
                    <a:cxn ang="T100">
                      <a:pos x="T36" y="T37"/>
                    </a:cxn>
                    <a:cxn ang="T101">
                      <a:pos x="T38" y="T39"/>
                    </a:cxn>
                    <a:cxn ang="T102">
                      <a:pos x="T40" y="T41"/>
                    </a:cxn>
                    <a:cxn ang="T103">
                      <a:pos x="T42" y="T43"/>
                    </a:cxn>
                    <a:cxn ang="T104">
                      <a:pos x="T44" y="T45"/>
                    </a:cxn>
                    <a:cxn ang="T105">
                      <a:pos x="T46" y="T47"/>
                    </a:cxn>
                    <a:cxn ang="T106">
                      <a:pos x="T48" y="T49"/>
                    </a:cxn>
                    <a:cxn ang="T107">
                      <a:pos x="T50" y="T51"/>
                    </a:cxn>
                    <a:cxn ang="T108">
                      <a:pos x="T52" y="T53"/>
                    </a:cxn>
                    <a:cxn ang="T109">
                      <a:pos x="T54" y="T55"/>
                    </a:cxn>
                    <a:cxn ang="T110">
                      <a:pos x="T56" y="T57"/>
                    </a:cxn>
                    <a:cxn ang="T111">
                      <a:pos x="T58" y="T59"/>
                    </a:cxn>
                    <a:cxn ang="T112">
                      <a:pos x="T60" y="T61"/>
                    </a:cxn>
                    <a:cxn ang="T113">
                      <a:pos x="T62" y="T63"/>
                    </a:cxn>
                    <a:cxn ang="T114">
                      <a:pos x="T64" y="T65"/>
                    </a:cxn>
                    <a:cxn ang="T115">
                      <a:pos x="T66" y="T67"/>
                    </a:cxn>
                    <a:cxn ang="T116">
                      <a:pos x="T68" y="T69"/>
                    </a:cxn>
                    <a:cxn ang="T117">
                      <a:pos x="T70" y="T71"/>
                    </a:cxn>
                    <a:cxn ang="T118">
                      <a:pos x="T72" y="T73"/>
                    </a:cxn>
                    <a:cxn ang="T119">
                      <a:pos x="T74" y="T75"/>
                    </a:cxn>
                    <a:cxn ang="T120">
                      <a:pos x="T76" y="T77"/>
                    </a:cxn>
                    <a:cxn ang="T121">
                      <a:pos x="T78" y="T79"/>
                    </a:cxn>
                    <a:cxn ang="T122">
                      <a:pos x="T80" y="T81"/>
                    </a:cxn>
                  </a:cxnLst>
                  <a:rect l="T123" t="T124" r="T125" b="T126"/>
                  <a:pathLst>
                    <a:path w="717" h="756">
                      <a:moveTo>
                        <a:pt x="0" y="756"/>
                      </a:moveTo>
                      <a:lnTo>
                        <a:pt x="52" y="167"/>
                      </a:lnTo>
                      <a:lnTo>
                        <a:pt x="64" y="384"/>
                      </a:lnTo>
                      <a:lnTo>
                        <a:pt x="90" y="103"/>
                      </a:lnTo>
                      <a:lnTo>
                        <a:pt x="116" y="519"/>
                      </a:lnTo>
                      <a:lnTo>
                        <a:pt x="135" y="487"/>
                      </a:lnTo>
                      <a:lnTo>
                        <a:pt x="135" y="359"/>
                      </a:lnTo>
                      <a:lnTo>
                        <a:pt x="167" y="71"/>
                      </a:lnTo>
                      <a:lnTo>
                        <a:pt x="192" y="244"/>
                      </a:lnTo>
                      <a:lnTo>
                        <a:pt x="205" y="96"/>
                      </a:lnTo>
                      <a:lnTo>
                        <a:pt x="218" y="615"/>
                      </a:lnTo>
                      <a:lnTo>
                        <a:pt x="244" y="397"/>
                      </a:lnTo>
                      <a:lnTo>
                        <a:pt x="282" y="519"/>
                      </a:lnTo>
                      <a:lnTo>
                        <a:pt x="308" y="308"/>
                      </a:lnTo>
                      <a:lnTo>
                        <a:pt x="333" y="442"/>
                      </a:lnTo>
                      <a:lnTo>
                        <a:pt x="346" y="352"/>
                      </a:lnTo>
                      <a:lnTo>
                        <a:pt x="365" y="384"/>
                      </a:lnTo>
                      <a:lnTo>
                        <a:pt x="378" y="135"/>
                      </a:lnTo>
                      <a:lnTo>
                        <a:pt x="391" y="301"/>
                      </a:lnTo>
                      <a:lnTo>
                        <a:pt x="384" y="519"/>
                      </a:lnTo>
                      <a:lnTo>
                        <a:pt x="404" y="679"/>
                      </a:lnTo>
                      <a:lnTo>
                        <a:pt x="429" y="628"/>
                      </a:lnTo>
                      <a:lnTo>
                        <a:pt x="442" y="480"/>
                      </a:lnTo>
                      <a:lnTo>
                        <a:pt x="455" y="391"/>
                      </a:lnTo>
                      <a:lnTo>
                        <a:pt x="436" y="506"/>
                      </a:lnTo>
                      <a:lnTo>
                        <a:pt x="461" y="352"/>
                      </a:lnTo>
                      <a:lnTo>
                        <a:pt x="474" y="455"/>
                      </a:lnTo>
                      <a:lnTo>
                        <a:pt x="493" y="519"/>
                      </a:lnTo>
                      <a:lnTo>
                        <a:pt x="512" y="410"/>
                      </a:lnTo>
                      <a:lnTo>
                        <a:pt x="532" y="186"/>
                      </a:lnTo>
                      <a:lnTo>
                        <a:pt x="544" y="231"/>
                      </a:lnTo>
                      <a:lnTo>
                        <a:pt x="570" y="148"/>
                      </a:lnTo>
                      <a:lnTo>
                        <a:pt x="576" y="301"/>
                      </a:lnTo>
                      <a:lnTo>
                        <a:pt x="576" y="730"/>
                      </a:lnTo>
                      <a:lnTo>
                        <a:pt x="647" y="0"/>
                      </a:lnTo>
                      <a:lnTo>
                        <a:pt x="647" y="250"/>
                      </a:lnTo>
                      <a:lnTo>
                        <a:pt x="660" y="333"/>
                      </a:lnTo>
                      <a:lnTo>
                        <a:pt x="685" y="192"/>
                      </a:lnTo>
                      <a:lnTo>
                        <a:pt x="711" y="340"/>
                      </a:lnTo>
                      <a:lnTo>
                        <a:pt x="698" y="429"/>
                      </a:lnTo>
                      <a:lnTo>
                        <a:pt x="717" y="461"/>
                      </a:lnTo>
                    </a:path>
                  </a:pathLst>
                </a:custGeom>
                <a:noFill/>
                <a:ln w="9525">
                  <a:solidFill>
                    <a:srgbClr val="FF0000"/>
                  </a:solidFill>
                  <a:round/>
                  <a:headEnd/>
                  <a:tailEnd/>
                </a:ln>
              </p:spPr>
              <p:txBody>
                <a:bodyPr/>
                <a:lstStyle/>
                <a:p>
                  <a:endParaRPr lang="en-GB" sz="1600"/>
                </a:p>
              </p:txBody>
            </p:sp>
            <p:sp>
              <p:nvSpPr>
                <p:cNvPr id="14472" name="Freeform 303"/>
                <p:cNvSpPr>
                  <a:spLocks/>
                </p:cNvSpPr>
                <p:nvPr/>
              </p:nvSpPr>
              <p:spPr bwMode="auto">
                <a:xfrm flipH="1">
                  <a:off x="4698" y="1100"/>
                  <a:ext cx="313" cy="756"/>
                </a:xfrm>
                <a:custGeom>
                  <a:avLst/>
                  <a:gdLst>
                    <a:gd name="T0" fmla="*/ 0 w 717"/>
                    <a:gd name="T1" fmla="*/ 756 h 756"/>
                    <a:gd name="T2" fmla="*/ 4 w 717"/>
                    <a:gd name="T3" fmla="*/ 167 h 756"/>
                    <a:gd name="T4" fmla="*/ 5 w 717"/>
                    <a:gd name="T5" fmla="*/ 384 h 756"/>
                    <a:gd name="T6" fmla="*/ 7 w 717"/>
                    <a:gd name="T7" fmla="*/ 103 h 756"/>
                    <a:gd name="T8" fmla="*/ 10 w 717"/>
                    <a:gd name="T9" fmla="*/ 519 h 756"/>
                    <a:gd name="T10" fmla="*/ 11 w 717"/>
                    <a:gd name="T11" fmla="*/ 487 h 756"/>
                    <a:gd name="T12" fmla="*/ 11 w 717"/>
                    <a:gd name="T13" fmla="*/ 359 h 756"/>
                    <a:gd name="T14" fmla="*/ 14 w 717"/>
                    <a:gd name="T15" fmla="*/ 71 h 756"/>
                    <a:gd name="T16" fmla="*/ 16 w 717"/>
                    <a:gd name="T17" fmla="*/ 244 h 756"/>
                    <a:gd name="T18" fmla="*/ 17 w 717"/>
                    <a:gd name="T19" fmla="*/ 96 h 756"/>
                    <a:gd name="T20" fmla="*/ 18 w 717"/>
                    <a:gd name="T21" fmla="*/ 615 h 756"/>
                    <a:gd name="T22" fmla="*/ 21 w 717"/>
                    <a:gd name="T23" fmla="*/ 397 h 756"/>
                    <a:gd name="T24" fmla="*/ 24 w 717"/>
                    <a:gd name="T25" fmla="*/ 519 h 756"/>
                    <a:gd name="T26" fmla="*/ 25 w 717"/>
                    <a:gd name="T27" fmla="*/ 308 h 756"/>
                    <a:gd name="T28" fmla="*/ 28 w 717"/>
                    <a:gd name="T29" fmla="*/ 442 h 756"/>
                    <a:gd name="T30" fmla="*/ 29 w 717"/>
                    <a:gd name="T31" fmla="*/ 352 h 756"/>
                    <a:gd name="T32" fmla="*/ 30 w 717"/>
                    <a:gd name="T33" fmla="*/ 384 h 756"/>
                    <a:gd name="T34" fmla="*/ 31 w 717"/>
                    <a:gd name="T35" fmla="*/ 135 h 756"/>
                    <a:gd name="T36" fmla="*/ 33 w 717"/>
                    <a:gd name="T37" fmla="*/ 301 h 756"/>
                    <a:gd name="T38" fmla="*/ 32 w 717"/>
                    <a:gd name="T39" fmla="*/ 519 h 756"/>
                    <a:gd name="T40" fmla="*/ 34 w 717"/>
                    <a:gd name="T41" fmla="*/ 679 h 756"/>
                    <a:gd name="T42" fmla="*/ 36 w 717"/>
                    <a:gd name="T43" fmla="*/ 628 h 756"/>
                    <a:gd name="T44" fmla="*/ 37 w 717"/>
                    <a:gd name="T45" fmla="*/ 480 h 756"/>
                    <a:gd name="T46" fmla="*/ 38 w 717"/>
                    <a:gd name="T47" fmla="*/ 391 h 756"/>
                    <a:gd name="T48" fmla="*/ 36 w 717"/>
                    <a:gd name="T49" fmla="*/ 506 h 756"/>
                    <a:gd name="T50" fmla="*/ 38 w 717"/>
                    <a:gd name="T51" fmla="*/ 352 h 756"/>
                    <a:gd name="T52" fmla="*/ 39 w 717"/>
                    <a:gd name="T53" fmla="*/ 455 h 756"/>
                    <a:gd name="T54" fmla="*/ 41 w 717"/>
                    <a:gd name="T55" fmla="*/ 519 h 756"/>
                    <a:gd name="T56" fmla="*/ 43 w 717"/>
                    <a:gd name="T57" fmla="*/ 410 h 756"/>
                    <a:gd name="T58" fmla="*/ 44 w 717"/>
                    <a:gd name="T59" fmla="*/ 186 h 756"/>
                    <a:gd name="T60" fmla="*/ 45 w 717"/>
                    <a:gd name="T61" fmla="*/ 231 h 756"/>
                    <a:gd name="T62" fmla="*/ 48 w 717"/>
                    <a:gd name="T63" fmla="*/ 148 h 756"/>
                    <a:gd name="T64" fmla="*/ 48 w 717"/>
                    <a:gd name="T65" fmla="*/ 301 h 756"/>
                    <a:gd name="T66" fmla="*/ 48 w 717"/>
                    <a:gd name="T67" fmla="*/ 730 h 756"/>
                    <a:gd name="T68" fmla="*/ 54 w 717"/>
                    <a:gd name="T69" fmla="*/ 0 h 756"/>
                    <a:gd name="T70" fmla="*/ 54 w 717"/>
                    <a:gd name="T71" fmla="*/ 250 h 756"/>
                    <a:gd name="T72" fmla="*/ 55 w 717"/>
                    <a:gd name="T73" fmla="*/ 333 h 756"/>
                    <a:gd name="T74" fmla="*/ 57 w 717"/>
                    <a:gd name="T75" fmla="*/ 192 h 756"/>
                    <a:gd name="T76" fmla="*/ 59 w 717"/>
                    <a:gd name="T77" fmla="*/ 340 h 756"/>
                    <a:gd name="T78" fmla="*/ 58 w 717"/>
                    <a:gd name="T79" fmla="*/ 429 h 756"/>
                    <a:gd name="T80" fmla="*/ 60 w 717"/>
                    <a:gd name="T81" fmla="*/ 461 h 756"/>
                    <a:gd name="T82" fmla="*/ 0 60000 65536"/>
                    <a:gd name="T83" fmla="*/ 0 60000 65536"/>
                    <a:gd name="T84" fmla="*/ 0 60000 65536"/>
                    <a:gd name="T85" fmla="*/ 0 60000 65536"/>
                    <a:gd name="T86" fmla="*/ 0 60000 65536"/>
                    <a:gd name="T87" fmla="*/ 0 60000 65536"/>
                    <a:gd name="T88" fmla="*/ 0 60000 65536"/>
                    <a:gd name="T89" fmla="*/ 0 60000 65536"/>
                    <a:gd name="T90" fmla="*/ 0 60000 65536"/>
                    <a:gd name="T91" fmla="*/ 0 60000 65536"/>
                    <a:gd name="T92" fmla="*/ 0 60000 65536"/>
                    <a:gd name="T93" fmla="*/ 0 60000 65536"/>
                    <a:gd name="T94" fmla="*/ 0 60000 65536"/>
                    <a:gd name="T95" fmla="*/ 0 60000 65536"/>
                    <a:gd name="T96" fmla="*/ 0 60000 65536"/>
                    <a:gd name="T97" fmla="*/ 0 60000 65536"/>
                    <a:gd name="T98" fmla="*/ 0 60000 65536"/>
                    <a:gd name="T99" fmla="*/ 0 60000 65536"/>
                    <a:gd name="T100" fmla="*/ 0 60000 65536"/>
                    <a:gd name="T101" fmla="*/ 0 60000 65536"/>
                    <a:gd name="T102" fmla="*/ 0 60000 65536"/>
                    <a:gd name="T103" fmla="*/ 0 60000 65536"/>
                    <a:gd name="T104" fmla="*/ 0 60000 65536"/>
                    <a:gd name="T105" fmla="*/ 0 60000 65536"/>
                    <a:gd name="T106" fmla="*/ 0 60000 65536"/>
                    <a:gd name="T107" fmla="*/ 0 60000 65536"/>
                    <a:gd name="T108" fmla="*/ 0 60000 65536"/>
                    <a:gd name="T109" fmla="*/ 0 60000 65536"/>
                    <a:gd name="T110" fmla="*/ 0 60000 65536"/>
                    <a:gd name="T111" fmla="*/ 0 60000 65536"/>
                    <a:gd name="T112" fmla="*/ 0 60000 65536"/>
                    <a:gd name="T113" fmla="*/ 0 60000 65536"/>
                    <a:gd name="T114" fmla="*/ 0 60000 65536"/>
                    <a:gd name="T115" fmla="*/ 0 60000 65536"/>
                    <a:gd name="T116" fmla="*/ 0 60000 65536"/>
                    <a:gd name="T117" fmla="*/ 0 60000 65536"/>
                    <a:gd name="T118" fmla="*/ 0 60000 65536"/>
                    <a:gd name="T119" fmla="*/ 0 60000 65536"/>
                    <a:gd name="T120" fmla="*/ 0 60000 65536"/>
                    <a:gd name="T121" fmla="*/ 0 60000 65536"/>
                    <a:gd name="T122" fmla="*/ 0 60000 65536"/>
                    <a:gd name="T123" fmla="*/ 0 w 717"/>
                    <a:gd name="T124" fmla="*/ 0 h 756"/>
                    <a:gd name="T125" fmla="*/ 717 w 717"/>
                    <a:gd name="T126" fmla="*/ 756 h 756"/>
                  </a:gdLst>
                  <a:ahLst/>
                  <a:cxnLst>
                    <a:cxn ang="T82">
                      <a:pos x="T0" y="T1"/>
                    </a:cxn>
                    <a:cxn ang="T83">
                      <a:pos x="T2" y="T3"/>
                    </a:cxn>
                    <a:cxn ang="T84">
                      <a:pos x="T4" y="T5"/>
                    </a:cxn>
                    <a:cxn ang="T85">
                      <a:pos x="T6" y="T7"/>
                    </a:cxn>
                    <a:cxn ang="T86">
                      <a:pos x="T8" y="T9"/>
                    </a:cxn>
                    <a:cxn ang="T87">
                      <a:pos x="T10" y="T11"/>
                    </a:cxn>
                    <a:cxn ang="T88">
                      <a:pos x="T12" y="T13"/>
                    </a:cxn>
                    <a:cxn ang="T89">
                      <a:pos x="T14" y="T15"/>
                    </a:cxn>
                    <a:cxn ang="T90">
                      <a:pos x="T16" y="T17"/>
                    </a:cxn>
                    <a:cxn ang="T91">
                      <a:pos x="T18" y="T19"/>
                    </a:cxn>
                    <a:cxn ang="T92">
                      <a:pos x="T20" y="T21"/>
                    </a:cxn>
                    <a:cxn ang="T93">
                      <a:pos x="T22" y="T23"/>
                    </a:cxn>
                    <a:cxn ang="T94">
                      <a:pos x="T24" y="T25"/>
                    </a:cxn>
                    <a:cxn ang="T95">
                      <a:pos x="T26" y="T27"/>
                    </a:cxn>
                    <a:cxn ang="T96">
                      <a:pos x="T28" y="T29"/>
                    </a:cxn>
                    <a:cxn ang="T97">
                      <a:pos x="T30" y="T31"/>
                    </a:cxn>
                    <a:cxn ang="T98">
                      <a:pos x="T32" y="T33"/>
                    </a:cxn>
                    <a:cxn ang="T99">
                      <a:pos x="T34" y="T35"/>
                    </a:cxn>
                    <a:cxn ang="T100">
                      <a:pos x="T36" y="T37"/>
                    </a:cxn>
                    <a:cxn ang="T101">
                      <a:pos x="T38" y="T39"/>
                    </a:cxn>
                    <a:cxn ang="T102">
                      <a:pos x="T40" y="T41"/>
                    </a:cxn>
                    <a:cxn ang="T103">
                      <a:pos x="T42" y="T43"/>
                    </a:cxn>
                    <a:cxn ang="T104">
                      <a:pos x="T44" y="T45"/>
                    </a:cxn>
                    <a:cxn ang="T105">
                      <a:pos x="T46" y="T47"/>
                    </a:cxn>
                    <a:cxn ang="T106">
                      <a:pos x="T48" y="T49"/>
                    </a:cxn>
                    <a:cxn ang="T107">
                      <a:pos x="T50" y="T51"/>
                    </a:cxn>
                    <a:cxn ang="T108">
                      <a:pos x="T52" y="T53"/>
                    </a:cxn>
                    <a:cxn ang="T109">
                      <a:pos x="T54" y="T55"/>
                    </a:cxn>
                    <a:cxn ang="T110">
                      <a:pos x="T56" y="T57"/>
                    </a:cxn>
                    <a:cxn ang="T111">
                      <a:pos x="T58" y="T59"/>
                    </a:cxn>
                    <a:cxn ang="T112">
                      <a:pos x="T60" y="T61"/>
                    </a:cxn>
                    <a:cxn ang="T113">
                      <a:pos x="T62" y="T63"/>
                    </a:cxn>
                    <a:cxn ang="T114">
                      <a:pos x="T64" y="T65"/>
                    </a:cxn>
                    <a:cxn ang="T115">
                      <a:pos x="T66" y="T67"/>
                    </a:cxn>
                    <a:cxn ang="T116">
                      <a:pos x="T68" y="T69"/>
                    </a:cxn>
                    <a:cxn ang="T117">
                      <a:pos x="T70" y="T71"/>
                    </a:cxn>
                    <a:cxn ang="T118">
                      <a:pos x="T72" y="T73"/>
                    </a:cxn>
                    <a:cxn ang="T119">
                      <a:pos x="T74" y="T75"/>
                    </a:cxn>
                    <a:cxn ang="T120">
                      <a:pos x="T76" y="T77"/>
                    </a:cxn>
                    <a:cxn ang="T121">
                      <a:pos x="T78" y="T79"/>
                    </a:cxn>
                    <a:cxn ang="T122">
                      <a:pos x="T80" y="T81"/>
                    </a:cxn>
                  </a:cxnLst>
                  <a:rect l="T123" t="T124" r="T125" b="T126"/>
                  <a:pathLst>
                    <a:path w="717" h="756">
                      <a:moveTo>
                        <a:pt x="0" y="756"/>
                      </a:moveTo>
                      <a:lnTo>
                        <a:pt x="52" y="167"/>
                      </a:lnTo>
                      <a:lnTo>
                        <a:pt x="64" y="384"/>
                      </a:lnTo>
                      <a:lnTo>
                        <a:pt x="90" y="103"/>
                      </a:lnTo>
                      <a:lnTo>
                        <a:pt x="116" y="519"/>
                      </a:lnTo>
                      <a:lnTo>
                        <a:pt x="135" y="487"/>
                      </a:lnTo>
                      <a:lnTo>
                        <a:pt x="135" y="359"/>
                      </a:lnTo>
                      <a:lnTo>
                        <a:pt x="167" y="71"/>
                      </a:lnTo>
                      <a:lnTo>
                        <a:pt x="192" y="244"/>
                      </a:lnTo>
                      <a:lnTo>
                        <a:pt x="205" y="96"/>
                      </a:lnTo>
                      <a:lnTo>
                        <a:pt x="218" y="615"/>
                      </a:lnTo>
                      <a:lnTo>
                        <a:pt x="244" y="397"/>
                      </a:lnTo>
                      <a:lnTo>
                        <a:pt x="282" y="519"/>
                      </a:lnTo>
                      <a:lnTo>
                        <a:pt x="308" y="308"/>
                      </a:lnTo>
                      <a:lnTo>
                        <a:pt x="333" y="442"/>
                      </a:lnTo>
                      <a:lnTo>
                        <a:pt x="346" y="352"/>
                      </a:lnTo>
                      <a:lnTo>
                        <a:pt x="365" y="384"/>
                      </a:lnTo>
                      <a:lnTo>
                        <a:pt x="378" y="135"/>
                      </a:lnTo>
                      <a:lnTo>
                        <a:pt x="391" y="301"/>
                      </a:lnTo>
                      <a:lnTo>
                        <a:pt x="384" y="519"/>
                      </a:lnTo>
                      <a:lnTo>
                        <a:pt x="404" y="679"/>
                      </a:lnTo>
                      <a:lnTo>
                        <a:pt x="429" y="628"/>
                      </a:lnTo>
                      <a:lnTo>
                        <a:pt x="442" y="480"/>
                      </a:lnTo>
                      <a:lnTo>
                        <a:pt x="455" y="391"/>
                      </a:lnTo>
                      <a:lnTo>
                        <a:pt x="436" y="506"/>
                      </a:lnTo>
                      <a:lnTo>
                        <a:pt x="461" y="352"/>
                      </a:lnTo>
                      <a:lnTo>
                        <a:pt x="474" y="455"/>
                      </a:lnTo>
                      <a:lnTo>
                        <a:pt x="493" y="519"/>
                      </a:lnTo>
                      <a:lnTo>
                        <a:pt x="512" y="410"/>
                      </a:lnTo>
                      <a:lnTo>
                        <a:pt x="532" y="186"/>
                      </a:lnTo>
                      <a:lnTo>
                        <a:pt x="544" y="231"/>
                      </a:lnTo>
                      <a:lnTo>
                        <a:pt x="570" y="148"/>
                      </a:lnTo>
                      <a:lnTo>
                        <a:pt x="576" y="301"/>
                      </a:lnTo>
                      <a:lnTo>
                        <a:pt x="576" y="730"/>
                      </a:lnTo>
                      <a:lnTo>
                        <a:pt x="647" y="0"/>
                      </a:lnTo>
                      <a:lnTo>
                        <a:pt x="647" y="250"/>
                      </a:lnTo>
                      <a:lnTo>
                        <a:pt x="660" y="333"/>
                      </a:lnTo>
                      <a:lnTo>
                        <a:pt x="685" y="192"/>
                      </a:lnTo>
                      <a:lnTo>
                        <a:pt x="711" y="340"/>
                      </a:lnTo>
                      <a:lnTo>
                        <a:pt x="698" y="429"/>
                      </a:lnTo>
                      <a:lnTo>
                        <a:pt x="717" y="461"/>
                      </a:lnTo>
                    </a:path>
                  </a:pathLst>
                </a:custGeom>
                <a:noFill/>
                <a:ln w="9525">
                  <a:solidFill>
                    <a:srgbClr val="FF0000"/>
                  </a:solidFill>
                  <a:round/>
                  <a:headEnd/>
                  <a:tailEnd/>
                </a:ln>
              </p:spPr>
              <p:txBody>
                <a:bodyPr/>
                <a:lstStyle/>
                <a:p>
                  <a:endParaRPr lang="en-GB" sz="1600"/>
                </a:p>
              </p:txBody>
            </p:sp>
          </p:grpSp>
          <p:grpSp>
            <p:nvGrpSpPr>
              <p:cNvPr id="14364" name="Group 304"/>
              <p:cNvGrpSpPr>
                <a:grpSpLocks/>
              </p:cNvGrpSpPr>
              <p:nvPr/>
            </p:nvGrpSpPr>
            <p:grpSpPr bwMode="auto">
              <a:xfrm flipH="1">
                <a:off x="3986" y="1092"/>
                <a:ext cx="590" cy="801"/>
                <a:chOff x="3462" y="1100"/>
                <a:chExt cx="1549" cy="801"/>
              </a:xfrm>
            </p:grpSpPr>
            <p:sp>
              <p:nvSpPr>
                <p:cNvPr id="14463" name="Freeform 305"/>
                <p:cNvSpPr>
                  <a:spLocks/>
                </p:cNvSpPr>
                <p:nvPr/>
              </p:nvSpPr>
              <p:spPr bwMode="auto">
                <a:xfrm>
                  <a:off x="3462" y="1126"/>
                  <a:ext cx="313" cy="756"/>
                </a:xfrm>
                <a:custGeom>
                  <a:avLst/>
                  <a:gdLst>
                    <a:gd name="T0" fmla="*/ 0 w 717"/>
                    <a:gd name="T1" fmla="*/ 756 h 756"/>
                    <a:gd name="T2" fmla="*/ 4 w 717"/>
                    <a:gd name="T3" fmla="*/ 167 h 756"/>
                    <a:gd name="T4" fmla="*/ 5 w 717"/>
                    <a:gd name="T5" fmla="*/ 384 h 756"/>
                    <a:gd name="T6" fmla="*/ 7 w 717"/>
                    <a:gd name="T7" fmla="*/ 103 h 756"/>
                    <a:gd name="T8" fmla="*/ 10 w 717"/>
                    <a:gd name="T9" fmla="*/ 519 h 756"/>
                    <a:gd name="T10" fmla="*/ 11 w 717"/>
                    <a:gd name="T11" fmla="*/ 487 h 756"/>
                    <a:gd name="T12" fmla="*/ 11 w 717"/>
                    <a:gd name="T13" fmla="*/ 359 h 756"/>
                    <a:gd name="T14" fmla="*/ 14 w 717"/>
                    <a:gd name="T15" fmla="*/ 71 h 756"/>
                    <a:gd name="T16" fmla="*/ 16 w 717"/>
                    <a:gd name="T17" fmla="*/ 244 h 756"/>
                    <a:gd name="T18" fmla="*/ 17 w 717"/>
                    <a:gd name="T19" fmla="*/ 96 h 756"/>
                    <a:gd name="T20" fmla="*/ 18 w 717"/>
                    <a:gd name="T21" fmla="*/ 615 h 756"/>
                    <a:gd name="T22" fmla="*/ 21 w 717"/>
                    <a:gd name="T23" fmla="*/ 397 h 756"/>
                    <a:gd name="T24" fmla="*/ 24 w 717"/>
                    <a:gd name="T25" fmla="*/ 519 h 756"/>
                    <a:gd name="T26" fmla="*/ 25 w 717"/>
                    <a:gd name="T27" fmla="*/ 308 h 756"/>
                    <a:gd name="T28" fmla="*/ 28 w 717"/>
                    <a:gd name="T29" fmla="*/ 442 h 756"/>
                    <a:gd name="T30" fmla="*/ 29 w 717"/>
                    <a:gd name="T31" fmla="*/ 352 h 756"/>
                    <a:gd name="T32" fmla="*/ 30 w 717"/>
                    <a:gd name="T33" fmla="*/ 384 h 756"/>
                    <a:gd name="T34" fmla="*/ 31 w 717"/>
                    <a:gd name="T35" fmla="*/ 135 h 756"/>
                    <a:gd name="T36" fmla="*/ 33 w 717"/>
                    <a:gd name="T37" fmla="*/ 301 h 756"/>
                    <a:gd name="T38" fmla="*/ 32 w 717"/>
                    <a:gd name="T39" fmla="*/ 519 h 756"/>
                    <a:gd name="T40" fmla="*/ 34 w 717"/>
                    <a:gd name="T41" fmla="*/ 679 h 756"/>
                    <a:gd name="T42" fmla="*/ 36 w 717"/>
                    <a:gd name="T43" fmla="*/ 628 h 756"/>
                    <a:gd name="T44" fmla="*/ 37 w 717"/>
                    <a:gd name="T45" fmla="*/ 480 h 756"/>
                    <a:gd name="T46" fmla="*/ 38 w 717"/>
                    <a:gd name="T47" fmla="*/ 391 h 756"/>
                    <a:gd name="T48" fmla="*/ 36 w 717"/>
                    <a:gd name="T49" fmla="*/ 506 h 756"/>
                    <a:gd name="T50" fmla="*/ 38 w 717"/>
                    <a:gd name="T51" fmla="*/ 352 h 756"/>
                    <a:gd name="T52" fmla="*/ 39 w 717"/>
                    <a:gd name="T53" fmla="*/ 455 h 756"/>
                    <a:gd name="T54" fmla="*/ 41 w 717"/>
                    <a:gd name="T55" fmla="*/ 519 h 756"/>
                    <a:gd name="T56" fmla="*/ 43 w 717"/>
                    <a:gd name="T57" fmla="*/ 410 h 756"/>
                    <a:gd name="T58" fmla="*/ 44 w 717"/>
                    <a:gd name="T59" fmla="*/ 186 h 756"/>
                    <a:gd name="T60" fmla="*/ 45 w 717"/>
                    <a:gd name="T61" fmla="*/ 231 h 756"/>
                    <a:gd name="T62" fmla="*/ 48 w 717"/>
                    <a:gd name="T63" fmla="*/ 148 h 756"/>
                    <a:gd name="T64" fmla="*/ 48 w 717"/>
                    <a:gd name="T65" fmla="*/ 301 h 756"/>
                    <a:gd name="T66" fmla="*/ 48 w 717"/>
                    <a:gd name="T67" fmla="*/ 730 h 756"/>
                    <a:gd name="T68" fmla="*/ 54 w 717"/>
                    <a:gd name="T69" fmla="*/ 0 h 756"/>
                    <a:gd name="T70" fmla="*/ 54 w 717"/>
                    <a:gd name="T71" fmla="*/ 250 h 756"/>
                    <a:gd name="T72" fmla="*/ 55 w 717"/>
                    <a:gd name="T73" fmla="*/ 333 h 756"/>
                    <a:gd name="T74" fmla="*/ 57 w 717"/>
                    <a:gd name="T75" fmla="*/ 192 h 756"/>
                    <a:gd name="T76" fmla="*/ 59 w 717"/>
                    <a:gd name="T77" fmla="*/ 340 h 756"/>
                    <a:gd name="T78" fmla="*/ 58 w 717"/>
                    <a:gd name="T79" fmla="*/ 429 h 756"/>
                    <a:gd name="T80" fmla="*/ 60 w 717"/>
                    <a:gd name="T81" fmla="*/ 461 h 756"/>
                    <a:gd name="T82" fmla="*/ 0 60000 65536"/>
                    <a:gd name="T83" fmla="*/ 0 60000 65536"/>
                    <a:gd name="T84" fmla="*/ 0 60000 65536"/>
                    <a:gd name="T85" fmla="*/ 0 60000 65536"/>
                    <a:gd name="T86" fmla="*/ 0 60000 65536"/>
                    <a:gd name="T87" fmla="*/ 0 60000 65536"/>
                    <a:gd name="T88" fmla="*/ 0 60000 65536"/>
                    <a:gd name="T89" fmla="*/ 0 60000 65536"/>
                    <a:gd name="T90" fmla="*/ 0 60000 65536"/>
                    <a:gd name="T91" fmla="*/ 0 60000 65536"/>
                    <a:gd name="T92" fmla="*/ 0 60000 65536"/>
                    <a:gd name="T93" fmla="*/ 0 60000 65536"/>
                    <a:gd name="T94" fmla="*/ 0 60000 65536"/>
                    <a:gd name="T95" fmla="*/ 0 60000 65536"/>
                    <a:gd name="T96" fmla="*/ 0 60000 65536"/>
                    <a:gd name="T97" fmla="*/ 0 60000 65536"/>
                    <a:gd name="T98" fmla="*/ 0 60000 65536"/>
                    <a:gd name="T99" fmla="*/ 0 60000 65536"/>
                    <a:gd name="T100" fmla="*/ 0 60000 65536"/>
                    <a:gd name="T101" fmla="*/ 0 60000 65536"/>
                    <a:gd name="T102" fmla="*/ 0 60000 65536"/>
                    <a:gd name="T103" fmla="*/ 0 60000 65536"/>
                    <a:gd name="T104" fmla="*/ 0 60000 65536"/>
                    <a:gd name="T105" fmla="*/ 0 60000 65536"/>
                    <a:gd name="T106" fmla="*/ 0 60000 65536"/>
                    <a:gd name="T107" fmla="*/ 0 60000 65536"/>
                    <a:gd name="T108" fmla="*/ 0 60000 65536"/>
                    <a:gd name="T109" fmla="*/ 0 60000 65536"/>
                    <a:gd name="T110" fmla="*/ 0 60000 65536"/>
                    <a:gd name="T111" fmla="*/ 0 60000 65536"/>
                    <a:gd name="T112" fmla="*/ 0 60000 65536"/>
                    <a:gd name="T113" fmla="*/ 0 60000 65536"/>
                    <a:gd name="T114" fmla="*/ 0 60000 65536"/>
                    <a:gd name="T115" fmla="*/ 0 60000 65536"/>
                    <a:gd name="T116" fmla="*/ 0 60000 65536"/>
                    <a:gd name="T117" fmla="*/ 0 60000 65536"/>
                    <a:gd name="T118" fmla="*/ 0 60000 65536"/>
                    <a:gd name="T119" fmla="*/ 0 60000 65536"/>
                    <a:gd name="T120" fmla="*/ 0 60000 65536"/>
                    <a:gd name="T121" fmla="*/ 0 60000 65536"/>
                    <a:gd name="T122" fmla="*/ 0 60000 65536"/>
                    <a:gd name="T123" fmla="*/ 0 w 717"/>
                    <a:gd name="T124" fmla="*/ 0 h 756"/>
                    <a:gd name="T125" fmla="*/ 717 w 717"/>
                    <a:gd name="T126" fmla="*/ 756 h 756"/>
                  </a:gdLst>
                  <a:ahLst/>
                  <a:cxnLst>
                    <a:cxn ang="T82">
                      <a:pos x="T0" y="T1"/>
                    </a:cxn>
                    <a:cxn ang="T83">
                      <a:pos x="T2" y="T3"/>
                    </a:cxn>
                    <a:cxn ang="T84">
                      <a:pos x="T4" y="T5"/>
                    </a:cxn>
                    <a:cxn ang="T85">
                      <a:pos x="T6" y="T7"/>
                    </a:cxn>
                    <a:cxn ang="T86">
                      <a:pos x="T8" y="T9"/>
                    </a:cxn>
                    <a:cxn ang="T87">
                      <a:pos x="T10" y="T11"/>
                    </a:cxn>
                    <a:cxn ang="T88">
                      <a:pos x="T12" y="T13"/>
                    </a:cxn>
                    <a:cxn ang="T89">
                      <a:pos x="T14" y="T15"/>
                    </a:cxn>
                    <a:cxn ang="T90">
                      <a:pos x="T16" y="T17"/>
                    </a:cxn>
                    <a:cxn ang="T91">
                      <a:pos x="T18" y="T19"/>
                    </a:cxn>
                    <a:cxn ang="T92">
                      <a:pos x="T20" y="T21"/>
                    </a:cxn>
                    <a:cxn ang="T93">
                      <a:pos x="T22" y="T23"/>
                    </a:cxn>
                    <a:cxn ang="T94">
                      <a:pos x="T24" y="T25"/>
                    </a:cxn>
                    <a:cxn ang="T95">
                      <a:pos x="T26" y="T27"/>
                    </a:cxn>
                    <a:cxn ang="T96">
                      <a:pos x="T28" y="T29"/>
                    </a:cxn>
                    <a:cxn ang="T97">
                      <a:pos x="T30" y="T31"/>
                    </a:cxn>
                    <a:cxn ang="T98">
                      <a:pos x="T32" y="T33"/>
                    </a:cxn>
                    <a:cxn ang="T99">
                      <a:pos x="T34" y="T35"/>
                    </a:cxn>
                    <a:cxn ang="T100">
                      <a:pos x="T36" y="T37"/>
                    </a:cxn>
                    <a:cxn ang="T101">
                      <a:pos x="T38" y="T39"/>
                    </a:cxn>
                    <a:cxn ang="T102">
                      <a:pos x="T40" y="T41"/>
                    </a:cxn>
                    <a:cxn ang="T103">
                      <a:pos x="T42" y="T43"/>
                    </a:cxn>
                    <a:cxn ang="T104">
                      <a:pos x="T44" y="T45"/>
                    </a:cxn>
                    <a:cxn ang="T105">
                      <a:pos x="T46" y="T47"/>
                    </a:cxn>
                    <a:cxn ang="T106">
                      <a:pos x="T48" y="T49"/>
                    </a:cxn>
                    <a:cxn ang="T107">
                      <a:pos x="T50" y="T51"/>
                    </a:cxn>
                    <a:cxn ang="T108">
                      <a:pos x="T52" y="T53"/>
                    </a:cxn>
                    <a:cxn ang="T109">
                      <a:pos x="T54" y="T55"/>
                    </a:cxn>
                    <a:cxn ang="T110">
                      <a:pos x="T56" y="T57"/>
                    </a:cxn>
                    <a:cxn ang="T111">
                      <a:pos x="T58" y="T59"/>
                    </a:cxn>
                    <a:cxn ang="T112">
                      <a:pos x="T60" y="T61"/>
                    </a:cxn>
                    <a:cxn ang="T113">
                      <a:pos x="T62" y="T63"/>
                    </a:cxn>
                    <a:cxn ang="T114">
                      <a:pos x="T64" y="T65"/>
                    </a:cxn>
                    <a:cxn ang="T115">
                      <a:pos x="T66" y="T67"/>
                    </a:cxn>
                    <a:cxn ang="T116">
                      <a:pos x="T68" y="T69"/>
                    </a:cxn>
                    <a:cxn ang="T117">
                      <a:pos x="T70" y="T71"/>
                    </a:cxn>
                    <a:cxn ang="T118">
                      <a:pos x="T72" y="T73"/>
                    </a:cxn>
                    <a:cxn ang="T119">
                      <a:pos x="T74" y="T75"/>
                    </a:cxn>
                    <a:cxn ang="T120">
                      <a:pos x="T76" y="T77"/>
                    </a:cxn>
                    <a:cxn ang="T121">
                      <a:pos x="T78" y="T79"/>
                    </a:cxn>
                    <a:cxn ang="T122">
                      <a:pos x="T80" y="T81"/>
                    </a:cxn>
                  </a:cxnLst>
                  <a:rect l="T123" t="T124" r="T125" b="T126"/>
                  <a:pathLst>
                    <a:path w="717" h="756">
                      <a:moveTo>
                        <a:pt x="0" y="756"/>
                      </a:moveTo>
                      <a:lnTo>
                        <a:pt x="52" y="167"/>
                      </a:lnTo>
                      <a:lnTo>
                        <a:pt x="64" y="384"/>
                      </a:lnTo>
                      <a:lnTo>
                        <a:pt x="90" y="103"/>
                      </a:lnTo>
                      <a:lnTo>
                        <a:pt x="116" y="519"/>
                      </a:lnTo>
                      <a:lnTo>
                        <a:pt x="135" y="487"/>
                      </a:lnTo>
                      <a:lnTo>
                        <a:pt x="135" y="359"/>
                      </a:lnTo>
                      <a:lnTo>
                        <a:pt x="167" y="71"/>
                      </a:lnTo>
                      <a:lnTo>
                        <a:pt x="192" y="244"/>
                      </a:lnTo>
                      <a:lnTo>
                        <a:pt x="205" y="96"/>
                      </a:lnTo>
                      <a:lnTo>
                        <a:pt x="218" y="615"/>
                      </a:lnTo>
                      <a:lnTo>
                        <a:pt x="244" y="397"/>
                      </a:lnTo>
                      <a:lnTo>
                        <a:pt x="282" y="519"/>
                      </a:lnTo>
                      <a:lnTo>
                        <a:pt x="308" y="308"/>
                      </a:lnTo>
                      <a:lnTo>
                        <a:pt x="333" y="442"/>
                      </a:lnTo>
                      <a:lnTo>
                        <a:pt x="346" y="352"/>
                      </a:lnTo>
                      <a:lnTo>
                        <a:pt x="365" y="384"/>
                      </a:lnTo>
                      <a:lnTo>
                        <a:pt x="378" y="135"/>
                      </a:lnTo>
                      <a:lnTo>
                        <a:pt x="391" y="301"/>
                      </a:lnTo>
                      <a:lnTo>
                        <a:pt x="384" y="519"/>
                      </a:lnTo>
                      <a:lnTo>
                        <a:pt x="404" y="679"/>
                      </a:lnTo>
                      <a:lnTo>
                        <a:pt x="429" y="628"/>
                      </a:lnTo>
                      <a:lnTo>
                        <a:pt x="442" y="480"/>
                      </a:lnTo>
                      <a:lnTo>
                        <a:pt x="455" y="391"/>
                      </a:lnTo>
                      <a:lnTo>
                        <a:pt x="436" y="506"/>
                      </a:lnTo>
                      <a:lnTo>
                        <a:pt x="461" y="352"/>
                      </a:lnTo>
                      <a:lnTo>
                        <a:pt x="474" y="455"/>
                      </a:lnTo>
                      <a:lnTo>
                        <a:pt x="493" y="519"/>
                      </a:lnTo>
                      <a:lnTo>
                        <a:pt x="512" y="410"/>
                      </a:lnTo>
                      <a:lnTo>
                        <a:pt x="532" y="186"/>
                      </a:lnTo>
                      <a:lnTo>
                        <a:pt x="544" y="231"/>
                      </a:lnTo>
                      <a:lnTo>
                        <a:pt x="570" y="148"/>
                      </a:lnTo>
                      <a:lnTo>
                        <a:pt x="576" y="301"/>
                      </a:lnTo>
                      <a:lnTo>
                        <a:pt x="576" y="730"/>
                      </a:lnTo>
                      <a:lnTo>
                        <a:pt x="647" y="0"/>
                      </a:lnTo>
                      <a:lnTo>
                        <a:pt x="647" y="250"/>
                      </a:lnTo>
                      <a:lnTo>
                        <a:pt x="660" y="333"/>
                      </a:lnTo>
                      <a:lnTo>
                        <a:pt x="685" y="192"/>
                      </a:lnTo>
                      <a:lnTo>
                        <a:pt x="711" y="340"/>
                      </a:lnTo>
                      <a:lnTo>
                        <a:pt x="698" y="429"/>
                      </a:lnTo>
                      <a:lnTo>
                        <a:pt x="717" y="461"/>
                      </a:lnTo>
                    </a:path>
                  </a:pathLst>
                </a:custGeom>
                <a:noFill/>
                <a:ln w="9525">
                  <a:solidFill>
                    <a:srgbClr val="FF0000"/>
                  </a:solidFill>
                  <a:round/>
                  <a:headEnd/>
                  <a:tailEnd/>
                </a:ln>
              </p:spPr>
              <p:txBody>
                <a:bodyPr/>
                <a:lstStyle/>
                <a:p>
                  <a:endParaRPr lang="en-GB" sz="1600"/>
                </a:p>
              </p:txBody>
            </p:sp>
            <p:sp>
              <p:nvSpPr>
                <p:cNvPr id="14464" name="Freeform 306"/>
                <p:cNvSpPr>
                  <a:spLocks/>
                </p:cNvSpPr>
                <p:nvPr/>
              </p:nvSpPr>
              <p:spPr bwMode="auto">
                <a:xfrm flipH="1" flipV="1">
                  <a:off x="3770" y="1145"/>
                  <a:ext cx="313" cy="756"/>
                </a:xfrm>
                <a:custGeom>
                  <a:avLst/>
                  <a:gdLst>
                    <a:gd name="T0" fmla="*/ 0 w 717"/>
                    <a:gd name="T1" fmla="*/ 756 h 756"/>
                    <a:gd name="T2" fmla="*/ 4 w 717"/>
                    <a:gd name="T3" fmla="*/ 167 h 756"/>
                    <a:gd name="T4" fmla="*/ 5 w 717"/>
                    <a:gd name="T5" fmla="*/ 384 h 756"/>
                    <a:gd name="T6" fmla="*/ 7 w 717"/>
                    <a:gd name="T7" fmla="*/ 103 h 756"/>
                    <a:gd name="T8" fmla="*/ 10 w 717"/>
                    <a:gd name="T9" fmla="*/ 519 h 756"/>
                    <a:gd name="T10" fmla="*/ 11 w 717"/>
                    <a:gd name="T11" fmla="*/ 487 h 756"/>
                    <a:gd name="T12" fmla="*/ 11 w 717"/>
                    <a:gd name="T13" fmla="*/ 359 h 756"/>
                    <a:gd name="T14" fmla="*/ 14 w 717"/>
                    <a:gd name="T15" fmla="*/ 71 h 756"/>
                    <a:gd name="T16" fmla="*/ 16 w 717"/>
                    <a:gd name="T17" fmla="*/ 244 h 756"/>
                    <a:gd name="T18" fmla="*/ 17 w 717"/>
                    <a:gd name="T19" fmla="*/ 96 h 756"/>
                    <a:gd name="T20" fmla="*/ 18 w 717"/>
                    <a:gd name="T21" fmla="*/ 615 h 756"/>
                    <a:gd name="T22" fmla="*/ 21 w 717"/>
                    <a:gd name="T23" fmla="*/ 397 h 756"/>
                    <a:gd name="T24" fmla="*/ 24 w 717"/>
                    <a:gd name="T25" fmla="*/ 519 h 756"/>
                    <a:gd name="T26" fmla="*/ 25 w 717"/>
                    <a:gd name="T27" fmla="*/ 308 h 756"/>
                    <a:gd name="T28" fmla="*/ 28 w 717"/>
                    <a:gd name="T29" fmla="*/ 442 h 756"/>
                    <a:gd name="T30" fmla="*/ 29 w 717"/>
                    <a:gd name="T31" fmla="*/ 352 h 756"/>
                    <a:gd name="T32" fmla="*/ 30 w 717"/>
                    <a:gd name="T33" fmla="*/ 384 h 756"/>
                    <a:gd name="T34" fmla="*/ 31 w 717"/>
                    <a:gd name="T35" fmla="*/ 135 h 756"/>
                    <a:gd name="T36" fmla="*/ 33 w 717"/>
                    <a:gd name="T37" fmla="*/ 301 h 756"/>
                    <a:gd name="T38" fmla="*/ 32 w 717"/>
                    <a:gd name="T39" fmla="*/ 519 h 756"/>
                    <a:gd name="T40" fmla="*/ 34 w 717"/>
                    <a:gd name="T41" fmla="*/ 679 h 756"/>
                    <a:gd name="T42" fmla="*/ 36 w 717"/>
                    <a:gd name="T43" fmla="*/ 628 h 756"/>
                    <a:gd name="T44" fmla="*/ 37 w 717"/>
                    <a:gd name="T45" fmla="*/ 480 h 756"/>
                    <a:gd name="T46" fmla="*/ 38 w 717"/>
                    <a:gd name="T47" fmla="*/ 391 h 756"/>
                    <a:gd name="T48" fmla="*/ 36 w 717"/>
                    <a:gd name="T49" fmla="*/ 506 h 756"/>
                    <a:gd name="T50" fmla="*/ 38 w 717"/>
                    <a:gd name="T51" fmla="*/ 352 h 756"/>
                    <a:gd name="T52" fmla="*/ 39 w 717"/>
                    <a:gd name="T53" fmla="*/ 455 h 756"/>
                    <a:gd name="T54" fmla="*/ 41 w 717"/>
                    <a:gd name="T55" fmla="*/ 519 h 756"/>
                    <a:gd name="T56" fmla="*/ 43 w 717"/>
                    <a:gd name="T57" fmla="*/ 410 h 756"/>
                    <a:gd name="T58" fmla="*/ 44 w 717"/>
                    <a:gd name="T59" fmla="*/ 186 h 756"/>
                    <a:gd name="T60" fmla="*/ 45 w 717"/>
                    <a:gd name="T61" fmla="*/ 231 h 756"/>
                    <a:gd name="T62" fmla="*/ 48 w 717"/>
                    <a:gd name="T63" fmla="*/ 148 h 756"/>
                    <a:gd name="T64" fmla="*/ 48 w 717"/>
                    <a:gd name="T65" fmla="*/ 301 h 756"/>
                    <a:gd name="T66" fmla="*/ 48 w 717"/>
                    <a:gd name="T67" fmla="*/ 730 h 756"/>
                    <a:gd name="T68" fmla="*/ 54 w 717"/>
                    <a:gd name="T69" fmla="*/ 0 h 756"/>
                    <a:gd name="T70" fmla="*/ 54 w 717"/>
                    <a:gd name="T71" fmla="*/ 250 h 756"/>
                    <a:gd name="T72" fmla="*/ 55 w 717"/>
                    <a:gd name="T73" fmla="*/ 333 h 756"/>
                    <a:gd name="T74" fmla="*/ 57 w 717"/>
                    <a:gd name="T75" fmla="*/ 192 h 756"/>
                    <a:gd name="T76" fmla="*/ 59 w 717"/>
                    <a:gd name="T77" fmla="*/ 340 h 756"/>
                    <a:gd name="T78" fmla="*/ 58 w 717"/>
                    <a:gd name="T79" fmla="*/ 429 h 756"/>
                    <a:gd name="T80" fmla="*/ 60 w 717"/>
                    <a:gd name="T81" fmla="*/ 461 h 756"/>
                    <a:gd name="T82" fmla="*/ 0 60000 65536"/>
                    <a:gd name="T83" fmla="*/ 0 60000 65536"/>
                    <a:gd name="T84" fmla="*/ 0 60000 65536"/>
                    <a:gd name="T85" fmla="*/ 0 60000 65536"/>
                    <a:gd name="T86" fmla="*/ 0 60000 65536"/>
                    <a:gd name="T87" fmla="*/ 0 60000 65536"/>
                    <a:gd name="T88" fmla="*/ 0 60000 65536"/>
                    <a:gd name="T89" fmla="*/ 0 60000 65536"/>
                    <a:gd name="T90" fmla="*/ 0 60000 65536"/>
                    <a:gd name="T91" fmla="*/ 0 60000 65536"/>
                    <a:gd name="T92" fmla="*/ 0 60000 65536"/>
                    <a:gd name="T93" fmla="*/ 0 60000 65536"/>
                    <a:gd name="T94" fmla="*/ 0 60000 65536"/>
                    <a:gd name="T95" fmla="*/ 0 60000 65536"/>
                    <a:gd name="T96" fmla="*/ 0 60000 65536"/>
                    <a:gd name="T97" fmla="*/ 0 60000 65536"/>
                    <a:gd name="T98" fmla="*/ 0 60000 65536"/>
                    <a:gd name="T99" fmla="*/ 0 60000 65536"/>
                    <a:gd name="T100" fmla="*/ 0 60000 65536"/>
                    <a:gd name="T101" fmla="*/ 0 60000 65536"/>
                    <a:gd name="T102" fmla="*/ 0 60000 65536"/>
                    <a:gd name="T103" fmla="*/ 0 60000 65536"/>
                    <a:gd name="T104" fmla="*/ 0 60000 65536"/>
                    <a:gd name="T105" fmla="*/ 0 60000 65536"/>
                    <a:gd name="T106" fmla="*/ 0 60000 65536"/>
                    <a:gd name="T107" fmla="*/ 0 60000 65536"/>
                    <a:gd name="T108" fmla="*/ 0 60000 65536"/>
                    <a:gd name="T109" fmla="*/ 0 60000 65536"/>
                    <a:gd name="T110" fmla="*/ 0 60000 65536"/>
                    <a:gd name="T111" fmla="*/ 0 60000 65536"/>
                    <a:gd name="T112" fmla="*/ 0 60000 65536"/>
                    <a:gd name="T113" fmla="*/ 0 60000 65536"/>
                    <a:gd name="T114" fmla="*/ 0 60000 65536"/>
                    <a:gd name="T115" fmla="*/ 0 60000 65536"/>
                    <a:gd name="T116" fmla="*/ 0 60000 65536"/>
                    <a:gd name="T117" fmla="*/ 0 60000 65536"/>
                    <a:gd name="T118" fmla="*/ 0 60000 65536"/>
                    <a:gd name="T119" fmla="*/ 0 60000 65536"/>
                    <a:gd name="T120" fmla="*/ 0 60000 65536"/>
                    <a:gd name="T121" fmla="*/ 0 60000 65536"/>
                    <a:gd name="T122" fmla="*/ 0 60000 65536"/>
                    <a:gd name="T123" fmla="*/ 0 w 717"/>
                    <a:gd name="T124" fmla="*/ 0 h 756"/>
                    <a:gd name="T125" fmla="*/ 717 w 717"/>
                    <a:gd name="T126" fmla="*/ 756 h 756"/>
                  </a:gdLst>
                  <a:ahLst/>
                  <a:cxnLst>
                    <a:cxn ang="T82">
                      <a:pos x="T0" y="T1"/>
                    </a:cxn>
                    <a:cxn ang="T83">
                      <a:pos x="T2" y="T3"/>
                    </a:cxn>
                    <a:cxn ang="T84">
                      <a:pos x="T4" y="T5"/>
                    </a:cxn>
                    <a:cxn ang="T85">
                      <a:pos x="T6" y="T7"/>
                    </a:cxn>
                    <a:cxn ang="T86">
                      <a:pos x="T8" y="T9"/>
                    </a:cxn>
                    <a:cxn ang="T87">
                      <a:pos x="T10" y="T11"/>
                    </a:cxn>
                    <a:cxn ang="T88">
                      <a:pos x="T12" y="T13"/>
                    </a:cxn>
                    <a:cxn ang="T89">
                      <a:pos x="T14" y="T15"/>
                    </a:cxn>
                    <a:cxn ang="T90">
                      <a:pos x="T16" y="T17"/>
                    </a:cxn>
                    <a:cxn ang="T91">
                      <a:pos x="T18" y="T19"/>
                    </a:cxn>
                    <a:cxn ang="T92">
                      <a:pos x="T20" y="T21"/>
                    </a:cxn>
                    <a:cxn ang="T93">
                      <a:pos x="T22" y="T23"/>
                    </a:cxn>
                    <a:cxn ang="T94">
                      <a:pos x="T24" y="T25"/>
                    </a:cxn>
                    <a:cxn ang="T95">
                      <a:pos x="T26" y="T27"/>
                    </a:cxn>
                    <a:cxn ang="T96">
                      <a:pos x="T28" y="T29"/>
                    </a:cxn>
                    <a:cxn ang="T97">
                      <a:pos x="T30" y="T31"/>
                    </a:cxn>
                    <a:cxn ang="T98">
                      <a:pos x="T32" y="T33"/>
                    </a:cxn>
                    <a:cxn ang="T99">
                      <a:pos x="T34" y="T35"/>
                    </a:cxn>
                    <a:cxn ang="T100">
                      <a:pos x="T36" y="T37"/>
                    </a:cxn>
                    <a:cxn ang="T101">
                      <a:pos x="T38" y="T39"/>
                    </a:cxn>
                    <a:cxn ang="T102">
                      <a:pos x="T40" y="T41"/>
                    </a:cxn>
                    <a:cxn ang="T103">
                      <a:pos x="T42" y="T43"/>
                    </a:cxn>
                    <a:cxn ang="T104">
                      <a:pos x="T44" y="T45"/>
                    </a:cxn>
                    <a:cxn ang="T105">
                      <a:pos x="T46" y="T47"/>
                    </a:cxn>
                    <a:cxn ang="T106">
                      <a:pos x="T48" y="T49"/>
                    </a:cxn>
                    <a:cxn ang="T107">
                      <a:pos x="T50" y="T51"/>
                    </a:cxn>
                    <a:cxn ang="T108">
                      <a:pos x="T52" y="T53"/>
                    </a:cxn>
                    <a:cxn ang="T109">
                      <a:pos x="T54" y="T55"/>
                    </a:cxn>
                    <a:cxn ang="T110">
                      <a:pos x="T56" y="T57"/>
                    </a:cxn>
                    <a:cxn ang="T111">
                      <a:pos x="T58" y="T59"/>
                    </a:cxn>
                    <a:cxn ang="T112">
                      <a:pos x="T60" y="T61"/>
                    </a:cxn>
                    <a:cxn ang="T113">
                      <a:pos x="T62" y="T63"/>
                    </a:cxn>
                    <a:cxn ang="T114">
                      <a:pos x="T64" y="T65"/>
                    </a:cxn>
                    <a:cxn ang="T115">
                      <a:pos x="T66" y="T67"/>
                    </a:cxn>
                    <a:cxn ang="T116">
                      <a:pos x="T68" y="T69"/>
                    </a:cxn>
                    <a:cxn ang="T117">
                      <a:pos x="T70" y="T71"/>
                    </a:cxn>
                    <a:cxn ang="T118">
                      <a:pos x="T72" y="T73"/>
                    </a:cxn>
                    <a:cxn ang="T119">
                      <a:pos x="T74" y="T75"/>
                    </a:cxn>
                    <a:cxn ang="T120">
                      <a:pos x="T76" y="T77"/>
                    </a:cxn>
                    <a:cxn ang="T121">
                      <a:pos x="T78" y="T79"/>
                    </a:cxn>
                    <a:cxn ang="T122">
                      <a:pos x="T80" y="T81"/>
                    </a:cxn>
                  </a:cxnLst>
                  <a:rect l="T123" t="T124" r="T125" b="T126"/>
                  <a:pathLst>
                    <a:path w="717" h="756">
                      <a:moveTo>
                        <a:pt x="0" y="756"/>
                      </a:moveTo>
                      <a:lnTo>
                        <a:pt x="52" y="167"/>
                      </a:lnTo>
                      <a:lnTo>
                        <a:pt x="64" y="384"/>
                      </a:lnTo>
                      <a:lnTo>
                        <a:pt x="90" y="103"/>
                      </a:lnTo>
                      <a:lnTo>
                        <a:pt x="116" y="519"/>
                      </a:lnTo>
                      <a:lnTo>
                        <a:pt x="135" y="487"/>
                      </a:lnTo>
                      <a:lnTo>
                        <a:pt x="135" y="359"/>
                      </a:lnTo>
                      <a:lnTo>
                        <a:pt x="167" y="71"/>
                      </a:lnTo>
                      <a:lnTo>
                        <a:pt x="192" y="244"/>
                      </a:lnTo>
                      <a:lnTo>
                        <a:pt x="205" y="96"/>
                      </a:lnTo>
                      <a:lnTo>
                        <a:pt x="218" y="615"/>
                      </a:lnTo>
                      <a:lnTo>
                        <a:pt x="244" y="397"/>
                      </a:lnTo>
                      <a:lnTo>
                        <a:pt x="282" y="519"/>
                      </a:lnTo>
                      <a:lnTo>
                        <a:pt x="308" y="308"/>
                      </a:lnTo>
                      <a:lnTo>
                        <a:pt x="333" y="442"/>
                      </a:lnTo>
                      <a:lnTo>
                        <a:pt x="346" y="352"/>
                      </a:lnTo>
                      <a:lnTo>
                        <a:pt x="365" y="384"/>
                      </a:lnTo>
                      <a:lnTo>
                        <a:pt x="378" y="135"/>
                      </a:lnTo>
                      <a:lnTo>
                        <a:pt x="391" y="301"/>
                      </a:lnTo>
                      <a:lnTo>
                        <a:pt x="384" y="519"/>
                      </a:lnTo>
                      <a:lnTo>
                        <a:pt x="404" y="679"/>
                      </a:lnTo>
                      <a:lnTo>
                        <a:pt x="429" y="628"/>
                      </a:lnTo>
                      <a:lnTo>
                        <a:pt x="442" y="480"/>
                      </a:lnTo>
                      <a:lnTo>
                        <a:pt x="455" y="391"/>
                      </a:lnTo>
                      <a:lnTo>
                        <a:pt x="436" y="506"/>
                      </a:lnTo>
                      <a:lnTo>
                        <a:pt x="461" y="352"/>
                      </a:lnTo>
                      <a:lnTo>
                        <a:pt x="474" y="455"/>
                      </a:lnTo>
                      <a:lnTo>
                        <a:pt x="493" y="519"/>
                      </a:lnTo>
                      <a:lnTo>
                        <a:pt x="512" y="410"/>
                      </a:lnTo>
                      <a:lnTo>
                        <a:pt x="532" y="186"/>
                      </a:lnTo>
                      <a:lnTo>
                        <a:pt x="544" y="231"/>
                      </a:lnTo>
                      <a:lnTo>
                        <a:pt x="570" y="148"/>
                      </a:lnTo>
                      <a:lnTo>
                        <a:pt x="576" y="301"/>
                      </a:lnTo>
                      <a:lnTo>
                        <a:pt x="576" y="730"/>
                      </a:lnTo>
                      <a:lnTo>
                        <a:pt x="647" y="0"/>
                      </a:lnTo>
                      <a:lnTo>
                        <a:pt x="647" y="250"/>
                      </a:lnTo>
                      <a:lnTo>
                        <a:pt x="660" y="333"/>
                      </a:lnTo>
                      <a:lnTo>
                        <a:pt x="685" y="192"/>
                      </a:lnTo>
                      <a:lnTo>
                        <a:pt x="711" y="340"/>
                      </a:lnTo>
                      <a:lnTo>
                        <a:pt x="698" y="429"/>
                      </a:lnTo>
                      <a:lnTo>
                        <a:pt x="717" y="461"/>
                      </a:lnTo>
                    </a:path>
                  </a:pathLst>
                </a:custGeom>
                <a:noFill/>
                <a:ln w="9525">
                  <a:solidFill>
                    <a:srgbClr val="FF0000"/>
                  </a:solidFill>
                  <a:round/>
                  <a:headEnd/>
                  <a:tailEnd/>
                </a:ln>
              </p:spPr>
              <p:txBody>
                <a:bodyPr/>
                <a:lstStyle/>
                <a:p>
                  <a:endParaRPr lang="en-GB" sz="1600"/>
                </a:p>
              </p:txBody>
            </p:sp>
            <p:sp>
              <p:nvSpPr>
                <p:cNvPr id="14465" name="Freeform 307"/>
                <p:cNvSpPr>
                  <a:spLocks/>
                </p:cNvSpPr>
                <p:nvPr/>
              </p:nvSpPr>
              <p:spPr bwMode="auto">
                <a:xfrm flipH="1">
                  <a:off x="4077" y="1119"/>
                  <a:ext cx="313" cy="756"/>
                </a:xfrm>
                <a:custGeom>
                  <a:avLst/>
                  <a:gdLst>
                    <a:gd name="T0" fmla="*/ 0 w 717"/>
                    <a:gd name="T1" fmla="*/ 756 h 756"/>
                    <a:gd name="T2" fmla="*/ 4 w 717"/>
                    <a:gd name="T3" fmla="*/ 167 h 756"/>
                    <a:gd name="T4" fmla="*/ 5 w 717"/>
                    <a:gd name="T5" fmla="*/ 384 h 756"/>
                    <a:gd name="T6" fmla="*/ 7 w 717"/>
                    <a:gd name="T7" fmla="*/ 103 h 756"/>
                    <a:gd name="T8" fmla="*/ 10 w 717"/>
                    <a:gd name="T9" fmla="*/ 519 h 756"/>
                    <a:gd name="T10" fmla="*/ 11 w 717"/>
                    <a:gd name="T11" fmla="*/ 487 h 756"/>
                    <a:gd name="T12" fmla="*/ 11 w 717"/>
                    <a:gd name="T13" fmla="*/ 359 h 756"/>
                    <a:gd name="T14" fmla="*/ 14 w 717"/>
                    <a:gd name="T15" fmla="*/ 71 h 756"/>
                    <a:gd name="T16" fmla="*/ 16 w 717"/>
                    <a:gd name="T17" fmla="*/ 244 h 756"/>
                    <a:gd name="T18" fmla="*/ 17 w 717"/>
                    <a:gd name="T19" fmla="*/ 96 h 756"/>
                    <a:gd name="T20" fmla="*/ 18 w 717"/>
                    <a:gd name="T21" fmla="*/ 615 h 756"/>
                    <a:gd name="T22" fmla="*/ 21 w 717"/>
                    <a:gd name="T23" fmla="*/ 397 h 756"/>
                    <a:gd name="T24" fmla="*/ 24 w 717"/>
                    <a:gd name="T25" fmla="*/ 519 h 756"/>
                    <a:gd name="T26" fmla="*/ 25 w 717"/>
                    <a:gd name="T27" fmla="*/ 308 h 756"/>
                    <a:gd name="T28" fmla="*/ 28 w 717"/>
                    <a:gd name="T29" fmla="*/ 442 h 756"/>
                    <a:gd name="T30" fmla="*/ 29 w 717"/>
                    <a:gd name="T31" fmla="*/ 352 h 756"/>
                    <a:gd name="T32" fmla="*/ 30 w 717"/>
                    <a:gd name="T33" fmla="*/ 384 h 756"/>
                    <a:gd name="T34" fmla="*/ 31 w 717"/>
                    <a:gd name="T35" fmla="*/ 135 h 756"/>
                    <a:gd name="T36" fmla="*/ 33 w 717"/>
                    <a:gd name="T37" fmla="*/ 301 h 756"/>
                    <a:gd name="T38" fmla="*/ 32 w 717"/>
                    <a:gd name="T39" fmla="*/ 519 h 756"/>
                    <a:gd name="T40" fmla="*/ 34 w 717"/>
                    <a:gd name="T41" fmla="*/ 679 h 756"/>
                    <a:gd name="T42" fmla="*/ 36 w 717"/>
                    <a:gd name="T43" fmla="*/ 628 h 756"/>
                    <a:gd name="T44" fmla="*/ 37 w 717"/>
                    <a:gd name="T45" fmla="*/ 480 h 756"/>
                    <a:gd name="T46" fmla="*/ 38 w 717"/>
                    <a:gd name="T47" fmla="*/ 391 h 756"/>
                    <a:gd name="T48" fmla="*/ 36 w 717"/>
                    <a:gd name="T49" fmla="*/ 506 h 756"/>
                    <a:gd name="T50" fmla="*/ 38 w 717"/>
                    <a:gd name="T51" fmla="*/ 352 h 756"/>
                    <a:gd name="T52" fmla="*/ 39 w 717"/>
                    <a:gd name="T53" fmla="*/ 455 h 756"/>
                    <a:gd name="T54" fmla="*/ 41 w 717"/>
                    <a:gd name="T55" fmla="*/ 519 h 756"/>
                    <a:gd name="T56" fmla="*/ 43 w 717"/>
                    <a:gd name="T57" fmla="*/ 410 h 756"/>
                    <a:gd name="T58" fmla="*/ 44 w 717"/>
                    <a:gd name="T59" fmla="*/ 186 h 756"/>
                    <a:gd name="T60" fmla="*/ 45 w 717"/>
                    <a:gd name="T61" fmla="*/ 231 h 756"/>
                    <a:gd name="T62" fmla="*/ 48 w 717"/>
                    <a:gd name="T63" fmla="*/ 148 h 756"/>
                    <a:gd name="T64" fmla="*/ 48 w 717"/>
                    <a:gd name="T65" fmla="*/ 301 h 756"/>
                    <a:gd name="T66" fmla="*/ 48 w 717"/>
                    <a:gd name="T67" fmla="*/ 730 h 756"/>
                    <a:gd name="T68" fmla="*/ 54 w 717"/>
                    <a:gd name="T69" fmla="*/ 0 h 756"/>
                    <a:gd name="T70" fmla="*/ 54 w 717"/>
                    <a:gd name="T71" fmla="*/ 250 h 756"/>
                    <a:gd name="T72" fmla="*/ 55 w 717"/>
                    <a:gd name="T73" fmla="*/ 333 h 756"/>
                    <a:gd name="T74" fmla="*/ 57 w 717"/>
                    <a:gd name="T75" fmla="*/ 192 h 756"/>
                    <a:gd name="T76" fmla="*/ 59 w 717"/>
                    <a:gd name="T77" fmla="*/ 340 h 756"/>
                    <a:gd name="T78" fmla="*/ 58 w 717"/>
                    <a:gd name="T79" fmla="*/ 429 h 756"/>
                    <a:gd name="T80" fmla="*/ 60 w 717"/>
                    <a:gd name="T81" fmla="*/ 461 h 756"/>
                    <a:gd name="T82" fmla="*/ 0 60000 65536"/>
                    <a:gd name="T83" fmla="*/ 0 60000 65536"/>
                    <a:gd name="T84" fmla="*/ 0 60000 65536"/>
                    <a:gd name="T85" fmla="*/ 0 60000 65536"/>
                    <a:gd name="T86" fmla="*/ 0 60000 65536"/>
                    <a:gd name="T87" fmla="*/ 0 60000 65536"/>
                    <a:gd name="T88" fmla="*/ 0 60000 65536"/>
                    <a:gd name="T89" fmla="*/ 0 60000 65536"/>
                    <a:gd name="T90" fmla="*/ 0 60000 65536"/>
                    <a:gd name="T91" fmla="*/ 0 60000 65536"/>
                    <a:gd name="T92" fmla="*/ 0 60000 65536"/>
                    <a:gd name="T93" fmla="*/ 0 60000 65536"/>
                    <a:gd name="T94" fmla="*/ 0 60000 65536"/>
                    <a:gd name="T95" fmla="*/ 0 60000 65536"/>
                    <a:gd name="T96" fmla="*/ 0 60000 65536"/>
                    <a:gd name="T97" fmla="*/ 0 60000 65536"/>
                    <a:gd name="T98" fmla="*/ 0 60000 65536"/>
                    <a:gd name="T99" fmla="*/ 0 60000 65536"/>
                    <a:gd name="T100" fmla="*/ 0 60000 65536"/>
                    <a:gd name="T101" fmla="*/ 0 60000 65536"/>
                    <a:gd name="T102" fmla="*/ 0 60000 65536"/>
                    <a:gd name="T103" fmla="*/ 0 60000 65536"/>
                    <a:gd name="T104" fmla="*/ 0 60000 65536"/>
                    <a:gd name="T105" fmla="*/ 0 60000 65536"/>
                    <a:gd name="T106" fmla="*/ 0 60000 65536"/>
                    <a:gd name="T107" fmla="*/ 0 60000 65536"/>
                    <a:gd name="T108" fmla="*/ 0 60000 65536"/>
                    <a:gd name="T109" fmla="*/ 0 60000 65536"/>
                    <a:gd name="T110" fmla="*/ 0 60000 65536"/>
                    <a:gd name="T111" fmla="*/ 0 60000 65536"/>
                    <a:gd name="T112" fmla="*/ 0 60000 65536"/>
                    <a:gd name="T113" fmla="*/ 0 60000 65536"/>
                    <a:gd name="T114" fmla="*/ 0 60000 65536"/>
                    <a:gd name="T115" fmla="*/ 0 60000 65536"/>
                    <a:gd name="T116" fmla="*/ 0 60000 65536"/>
                    <a:gd name="T117" fmla="*/ 0 60000 65536"/>
                    <a:gd name="T118" fmla="*/ 0 60000 65536"/>
                    <a:gd name="T119" fmla="*/ 0 60000 65536"/>
                    <a:gd name="T120" fmla="*/ 0 60000 65536"/>
                    <a:gd name="T121" fmla="*/ 0 60000 65536"/>
                    <a:gd name="T122" fmla="*/ 0 60000 65536"/>
                    <a:gd name="T123" fmla="*/ 0 w 717"/>
                    <a:gd name="T124" fmla="*/ 0 h 756"/>
                    <a:gd name="T125" fmla="*/ 717 w 717"/>
                    <a:gd name="T126" fmla="*/ 756 h 756"/>
                  </a:gdLst>
                  <a:ahLst/>
                  <a:cxnLst>
                    <a:cxn ang="T82">
                      <a:pos x="T0" y="T1"/>
                    </a:cxn>
                    <a:cxn ang="T83">
                      <a:pos x="T2" y="T3"/>
                    </a:cxn>
                    <a:cxn ang="T84">
                      <a:pos x="T4" y="T5"/>
                    </a:cxn>
                    <a:cxn ang="T85">
                      <a:pos x="T6" y="T7"/>
                    </a:cxn>
                    <a:cxn ang="T86">
                      <a:pos x="T8" y="T9"/>
                    </a:cxn>
                    <a:cxn ang="T87">
                      <a:pos x="T10" y="T11"/>
                    </a:cxn>
                    <a:cxn ang="T88">
                      <a:pos x="T12" y="T13"/>
                    </a:cxn>
                    <a:cxn ang="T89">
                      <a:pos x="T14" y="T15"/>
                    </a:cxn>
                    <a:cxn ang="T90">
                      <a:pos x="T16" y="T17"/>
                    </a:cxn>
                    <a:cxn ang="T91">
                      <a:pos x="T18" y="T19"/>
                    </a:cxn>
                    <a:cxn ang="T92">
                      <a:pos x="T20" y="T21"/>
                    </a:cxn>
                    <a:cxn ang="T93">
                      <a:pos x="T22" y="T23"/>
                    </a:cxn>
                    <a:cxn ang="T94">
                      <a:pos x="T24" y="T25"/>
                    </a:cxn>
                    <a:cxn ang="T95">
                      <a:pos x="T26" y="T27"/>
                    </a:cxn>
                    <a:cxn ang="T96">
                      <a:pos x="T28" y="T29"/>
                    </a:cxn>
                    <a:cxn ang="T97">
                      <a:pos x="T30" y="T31"/>
                    </a:cxn>
                    <a:cxn ang="T98">
                      <a:pos x="T32" y="T33"/>
                    </a:cxn>
                    <a:cxn ang="T99">
                      <a:pos x="T34" y="T35"/>
                    </a:cxn>
                    <a:cxn ang="T100">
                      <a:pos x="T36" y="T37"/>
                    </a:cxn>
                    <a:cxn ang="T101">
                      <a:pos x="T38" y="T39"/>
                    </a:cxn>
                    <a:cxn ang="T102">
                      <a:pos x="T40" y="T41"/>
                    </a:cxn>
                    <a:cxn ang="T103">
                      <a:pos x="T42" y="T43"/>
                    </a:cxn>
                    <a:cxn ang="T104">
                      <a:pos x="T44" y="T45"/>
                    </a:cxn>
                    <a:cxn ang="T105">
                      <a:pos x="T46" y="T47"/>
                    </a:cxn>
                    <a:cxn ang="T106">
                      <a:pos x="T48" y="T49"/>
                    </a:cxn>
                    <a:cxn ang="T107">
                      <a:pos x="T50" y="T51"/>
                    </a:cxn>
                    <a:cxn ang="T108">
                      <a:pos x="T52" y="T53"/>
                    </a:cxn>
                    <a:cxn ang="T109">
                      <a:pos x="T54" y="T55"/>
                    </a:cxn>
                    <a:cxn ang="T110">
                      <a:pos x="T56" y="T57"/>
                    </a:cxn>
                    <a:cxn ang="T111">
                      <a:pos x="T58" y="T59"/>
                    </a:cxn>
                    <a:cxn ang="T112">
                      <a:pos x="T60" y="T61"/>
                    </a:cxn>
                    <a:cxn ang="T113">
                      <a:pos x="T62" y="T63"/>
                    </a:cxn>
                    <a:cxn ang="T114">
                      <a:pos x="T64" y="T65"/>
                    </a:cxn>
                    <a:cxn ang="T115">
                      <a:pos x="T66" y="T67"/>
                    </a:cxn>
                    <a:cxn ang="T116">
                      <a:pos x="T68" y="T69"/>
                    </a:cxn>
                    <a:cxn ang="T117">
                      <a:pos x="T70" y="T71"/>
                    </a:cxn>
                    <a:cxn ang="T118">
                      <a:pos x="T72" y="T73"/>
                    </a:cxn>
                    <a:cxn ang="T119">
                      <a:pos x="T74" y="T75"/>
                    </a:cxn>
                    <a:cxn ang="T120">
                      <a:pos x="T76" y="T77"/>
                    </a:cxn>
                    <a:cxn ang="T121">
                      <a:pos x="T78" y="T79"/>
                    </a:cxn>
                    <a:cxn ang="T122">
                      <a:pos x="T80" y="T81"/>
                    </a:cxn>
                  </a:cxnLst>
                  <a:rect l="T123" t="T124" r="T125" b="T126"/>
                  <a:pathLst>
                    <a:path w="717" h="756">
                      <a:moveTo>
                        <a:pt x="0" y="756"/>
                      </a:moveTo>
                      <a:lnTo>
                        <a:pt x="52" y="167"/>
                      </a:lnTo>
                      <a:lnTo>
                        <a:pt x="64" y="384"/>
                      </a:lnTo>
                      <a:lnTo>
                        <a:pt x="90" y="103"/>
                      </a:lnTo>
                      <a:lnTo>
                        <a:pt x="116" y="519"/>
                      </a:lnTo>
                      <a:lnTo>
                        <a:pt x="135" y="487"/>
                      </a:lnTo>
                      <a:lnTo>
                        <a:pt x="135" y="359"/>
                      </a:lnTo>
                      <a:lnTo>
                        <a:pt x="167" y="71"/>
                      </a:lnTo>
                      <a:lnTo>
                        <a:pt x="192" y="244"/>
                      </a:lnTo>
                      <a:lnTo>
                        <a:pt x="205" y="96"/>
                      </a:lnTo>
                      <a:lnTo>
                        <a:pt x="218" y="615"/>
                      </a:lnTo>
                      <a:lnTo>
                        <a:pt x="244" y="397"/>
                      </a:lnTo>
                      <a:lnTo>
                        <a:pt x="282" y="519"/>
                      </a:lnTo>
                      <a:lnTo>
                        <a:pt x="308" y="308"/>
                      </a:lnTo>
                      <a:lnTo>
                        <a:pt x="333" y="442"/>
                      </a:lnTo>
                      <a:lnTo>
                        <a:pt x="346" y="352"/>
                      </a:lnTo>
                      <a:lnTo>
                        <a:pt x="365" y="384"/>
                      </a:lnTo>
                      <a:lnTo>
                        <a:pt x="378" y="135"/>
                      </a:lnTo>
                      <a:lnTo>
                        <a:pt x="391" y="301"/>
                      </a:lnTo>
                      <a:lnTo>
                        <a:pt x="384" y="519"/>
                      </a:lnTo>
                      <a:lnTo>
                        <a:pt x="404" y="679"/>
                      </a:lnTo>
                      <a:lnTo>
                        <a:pt x="429" y="628"/>
                      </a:lnTo>
                      <a:lnTo>
                        <a:pt x="442" y="480"/>
                      </a:lnTo>
                      <a:lnTo>
                        <a:pt x="455" y="391"/>
                      </a:lnTo>
                      <a:lnTo>
                        <a:pt x="436" y="506"/>
                      </a:lnTo>
                      <a:lnTo>
                        <a:pt x="461" y="352"/>
                      </a:lnTo>
                      <a:lnTo>
                        <a:pt x="474" y="455"/>
                      </a:lnTo>
                      <a:lnTo>
                        <a:pt x="493" y="519"/>
                      </a:lnTo>
                      <a:lnTo>
                        <a:pt x="512" y="410"/>
                      </a:lnTo>
                      <a:lnTo>
                        <a:pt x="532" y="186"/>
                      </a:lnTo>
                      <a:lnTo>
                        <a:pt x="544" y="231"/>
                      </a:lnTo>
                      <a:lnTo>
                        <a:pt x="570" y="148"/>
                      </a:lnTo>
                      <a:lnTo>
                        <a:pt x="576" y="301"/>
                      </a:lnTo>
                      <a:lnTo>
                        <a:pt x="576" y="730"/>
                      </a:lnTo>
                      <a:lnTo>
                        <a:pt x="647" y="0"/>
                      </a:lnTo>
                      <a:lnTo>
                        <a:pt x="647" y="250"/>
                      </a:lnTo>
                      <a:lnTo>
                        <a:pt x="660" y="333"/>
                      </a:lnTo>
                      <a:lnTo>
                        <a:pt x="685" y="192"/>
                      </a:lnTo>
                      <a:lnTo>
                        <a:pt x="711" y="340"/>
                      </a:lnTo>
                      <a:lnTo>
                        <a:pt x="698" y="429"/>
                      </a:lnTo>
                      <a:lnTo>
                        <a:pt x="717" y="461"/>
                      </a:lnTo>
                    </a:path>
                  </a:pathLst>
                </a:custGeom>
                <a:noFill/>
                <a:ln w="9525">
                  <a:solidFill>
                    <a:srgbClr val="FF0000"/>
                  </a:solidFill>
                  <a:round/>
                  <a:headEnd/>
                  <a:tailEnd/>
                </a:ln>
              </p:spPr>
              <p:txBody>
                <a:bodyPr/>
                <a:lstStyle/>
                <a:p>
                  <a:endParaRPr lang="en-GB" sz="1600"/>
                </a:p>
              </p:txBody>
            </p:sp>
            <p:sp>
              <p:nvSpPr>
                <p:cNvPr id="14466" name="Freeform 308"/>
                <p:cNvSpPr>
                  <a:spLocks/>
                </p:cNvSpPr>
                <p:nvPr/>
              </p:nvSpPr>
              <p:spPr bwMode="auto">
                <a:xfrm flipV="1">
                  <a:off x="4385" y="1138"/>
                  <a:ext cx="313" cy="756"/>
                </a:xfrm>
                <a:custGeom>
                  <a:avLst/>
                  <a:gdLst>
                    <a:gd name="T0" fmla="*/ 0 w 717"/>
                    <a:gd name="T1" fmla="*/ 756 h 756"/>
                    <a:gd name="T2" fmla="*/ 4 w 717"/>
                    <a:gd name="T3" fmla="*/ 167 h 756"/>
                    <a:gd name="T4" fmla="*/ 5 w 717"/>
                    <a:gd name="T5" fmla="*/ 384 h 756"/>
                    <a:gd name="T6" fmla="*/ 7 w 717"/>
                    <a:gd name="T7" fmla="*/ 103 h 756"/>
                    <a:gd name="T8" fmla="*/ 10 w 717"/>
                    <a:gd name="T9" fmla="*/ 519 h 756"/>
                    <a:gd name="T10" fmla="*/ 11 w 717"/>
                    <a:gd name="T11" fmla="*/ 487 h 756"/>
                    <a:gd name="T12" fmla="*/ 11 w 717"/>
                    <a:gd name="T13" fmla="*/ 359 h 756"/>
                    <a:gd name="T14" fmla="*/ 14 w 717"/>
                    <a:gd name="T15" fmla="*/ 71 h 756"/>
                    <a:gd name="T16" fmla="*/ 16 w 717"/>
                    <a:gd name="T17" fmla="*/ 244 h 756"/>
                    <a:gd name="T18" fmla="*/ 17 w 717"/>
                    <a:gd name="T19" fmla="*/ 96 h 756"/>
                    <a:gd name="T20" fmla="*/ 18 w 717"/>
                    <a:gd name="T21" fmla="*/ 615 h 756"/>
                    <a:gd name="T22" fmla="*/ 21 w 717"/>
                    <a:gd name="T23" fmla="*/ 397 h 756"/>
                    <a:gd name="T24" fmla="*/ 24 w 717"/>
                    <a:gd name="T25" fmla="*/ 519 h 756"/>
                    <a:gd name="T26" fmla="*/ 25 w 717"/>
                    <a:gd name="T27" fmla="*/ 308 h 756"/>
                    <a:gd name="T28" fmla="*/ 28 w 717"/>
                    <a:gd name="T29" fmla="*/ 442 h 756"/>
                    <a:gd name="T30" fmla="*/ 29 w 717"/>
                    <a:gd name="T31" fmla="*/ 352 h 756"/>
                    <a:gd name="T32" fmla="*/ 30 w 717"/>
                    <a:gd name="T33" fmla="*/ 384 h 756"/>
                    <a:gd name="T34" fmla="*/ 31 w 717"/>
                    <a:gd name="T35" fmla="*/ 135 h 756"/>
                    <a:gd name="T36" fmla="*/ 33 w 717"/>
                    <a:gd name="T37" fmla="*/ 301 h 756"/>
                    <a:gd name="T38" fmla="*/ 32 w 717"/>
                    <a:gd name="T39" fmla="*/ 519 h 756"/>
                    <a:gd name="T40" fmla="*/ 34 w 717"/>
                    <a:gd name="T41" fmla="*/ 679 h 756"/>
                    <a:gd name="T42" fmla="*/ 36 w 717"/>
                    <a:gd name="T43" fmla="*/ 628 h 756"/>
                    <a:gd name="T44" fmla="*/ 37 w 717"/>
                    <a:gd name="T45" fmla="*/ 480 h 756"/>
                    <a:gd name="T46" fmla="*/ 38 w 717"/>
                    <a:gd name="T47" fmla="*/ 391 h 756"/>
                    <a:gd name="T48" fmla="*/ 36 w 717"/>
                    <a:gd name="T49" fmla="*/ 506 h 756"/>
                    <a:gd name="T50" fmla="*/ 38 w 717"/>
                    <a:gd name="T51" fmla="*/ 352 h 756"/>
                    <a:gd name="T52" fmla="*/ 39 w 717"/>
                    <a:gd name="T53" fmla="*/ 455 h 756"/>
                    <a:gd name="T54" fmla="*/ 41 w 717"/>
                    <a:gd name="T55" fmla="*/ 519 h 756"/>
                    <a:gd name="T56" fmla="*/ 43 w 717"/>
                    <a:gd name="T57" fmla="*/ 410 h 756"/>
                    <a:gd name="T58" fmla="*/ 44 w 717"/>
                    <a:gd name="T59" fmla="*/ 186 h 756"/>
                    <a:gd name="T60" fmla="*/ 45 w 717"/>
                    <a:gd name="T61" fmla="*/ 231 h 756"/>
                    <a:gd name="T62" fmla="*/ 48 w 717"/>
                    <a:gd name="T63" fmla="*/ 148 h 756"/>
                    <a:gd name="T64" fmla="*/ 48 w 717"/>
                    <a:gd name="T65" fmla="*/ 301 h 756"/>
                    <a:gd name="T66" fmla="*/ 48 w 717"/>
                    <a:gd name="T67" fmla="*/ 730 h 756"/>
                    <a:gd name="T68" fmla="*/ 54 w 717"/>
                    <a:gd name="T69" fmla="*/ 0 h 756"/>
                    <a:gd name="T70" fmla="*/ 54 w 717"/>
                    <a:gd name="T71" fmla="*/ 250 h 756"/>
                    <a:gd name="T72" fmla="*/ 55 w 717"/>
                    <a:gd name="T73" fmla="*/ 333 h 756"/>
                    <a:gd name="T74" fmla="*/ 57 w 717"/>
                    <a:gd name="T75" fmla="*/ 192 h 756"/>
                    <a:gd name="T76" fmla="*/ 59 w 717"/>
                    <a:gd name="T77" fmla="*/ 340 h 756"/>
                    <a:gd name="T78" fmla="*/ 58 w 717"/>
                    <a:gd name="T79" fmla="*/ 429 h 756"/>
                    <a:gd name="T80" fmla="*/ 60 w 717"/>
                    <a:gd name="T81" fmla="*/ 461 h 756"/>
                    <a:gd name="T82" fmla="*/ 0 60000 65536"/>
                    <a:gd name="T83" fmla="*/ 0 60000 65536"/>
                    <a:gd name="T84" fmla="*/ 0 60000 65536"/>
                    <a:gd name="T85" fmla="*/ 0 60000 65536"/>
                    <a:gd name="T86" fmla="*/ 0 60000 65536"/>
                    <a:gd name="T87" fmla="*/ 0 60000 65536"/>
                    <a:gd name="T88" fmla="*/ 0 60000 65536"/>
                    <a:gd name="T89" fmla="*/ 0 60000 65536"/>
                    <a:gd name="T90" fmla="*/ 0 60000 65536"/>
                    <a:gd name="T91" fmla="*/ 0 60000 65536"/>
                    <a:gd name="T92" fmla="*/ 0 60000 65536"/>
                    <a:gd name="T93" fmla="*/ 0 60000 65536"/>
                    <a:gd name="T94" fmla="*/ 0 60000 65536"/>
                    <a:gd name="T95" fmla="*/ 0 60000 65536"/>
                    <a:gd name="T96" fmla="*/ 0 60000 65536"/>
                    <a:gd name="T97" fmla="*/ 0 60000 65536"/>
                    <a:gd name="T98" fmla="*/ 0 60000 65536"/>
                    <a:gd name="T99" fmla="*/ 0 60000 65536"/>
                    <a:gd name="T100" fmla="*/ 0 60000 65536"/>
                    <a:gd name="T101" fmla="*/ 0 60000 65536"/>
                    <a:gd name="T102" fmla="*/ 0 60000 65536"/>
                    <a:gd name="T103" fmla="*/ 0 60000 65536"/>
                    <a:gd name="T104" fmla="*/ 0 60000 65536"/>
                    <a:gd name="T105" fmla="*/ 0 60000 65536"/>
                    <a:gd name="T106" fmla="*/ 0 60000 65536"/>
                    <a:gd name="T107" fmla="*/ 0 60000 65536"/>
                    <a:gd name="T108" fmla="*/ 0 60000 65536"/>
                    <a:gd name="T109" fmla="*/ 0 60000 65536"/>
                    <a:gd name="T110" fmla="*/ 0 60000 65536"/>
                    <a:gd name="T111" fmla="*/ 0 60000 65536"/>
                    <a:gd name="T112" fmla="*/ 0 60000 65536"/>
                    <a:gd name="T113" fmla="*/ 0 60000 65536"/>
                    <a:gd name="T114" fmla="*/ 0 60000 65536"/>
                    <a:gd name="T115" fmla="*/ 0 60000 65536"/>
                    <a:gd name="T116" fmla="*/ 0 60000 65536"/>
                    <a:gd name="T117" fmla="*/ 0 60000 65536"/>
                    <a:gd name="T118" fmla="*/ 0 60000 65536"/>
                    <a:gd name="T119" fmla="*/ 0 60000 65536"/>
                    <a:gd name="T120" fmla="*/ 0 60000 65536"/>
                    <a:gd name="T121" fmla="*/ 0 60000 65536"/>
                    <a:gd name="T122" fmla="*/ 0 60000 65536"/>
                    <a:gd name="T123" fmla="*/ 0 w 717"/>
                    <a:gd name="T124" fmla="*/ 0 h 756"/>
                    <a:gd name="T125" fmla="*/ 717 w 717"/>
                    <a:gd name="T126" fmla="*/ 756 h 756"/>
                  </a:gdLst>
                  <a:ahLst/>
                  <a:cxnLst>
                    <a:cxn ang="T82">
                      <a:pos x="T0" y="T1"/>
                    </a:cxn>
                    <a:cxn ang="T83">
                      <a:pos x="T2" y="T3"/>
                    </a:cxn>
                    <a:cxn ang="T84">
                      <a:pos x="T4" y="T5"/>
                    </a:cxn>
                    <a:cxn ang="T85">
                      <a:pos x="T6" y="T7"/>
                    </a:cxn>
                    <a:cxn ang="T86">
                      <a:pos x="T8" y="T9"/>
                    </a:cxn>
                    <a:cxn ang="T87">
                      <a:pos x="T10" y="T11"/>
                    </a:cxn>
                    <a:cxn ang="T88">
                      <a:pos x="T12" y="T13"/>
                    </a:cxn>
                    <a:cxn ang="T89">
                      <a:pos x="T14" y="T15"/>
                    </a:cxn>
                    <a:cxn ang="T90">
                      <a:pos x="T16" y="T17"/>
                    </a:cxn>
                    <a:cxn ang="T91">
                      <a:pos x="T18" y="T19"/>
                    </a:cxn>
                    <a:cxn ang="T92">
                      <a:pos x="T20" y="T21"/>
                    </a:cxn>
                    <a:cxn ang="T93">
                      <a:pos x="T22" y="T23"/>
                    </a:cxn>
                    <a:cxn ang="T94">
                      <a:pos x="T24" y="T25"/>
                    </a:cxn>
                    <a:cxn ang="T95">
                      <a:pos x="T26" y="T27"/>
                    </a:cxn>
                    <a:cxn ang="T96">
                      <a:pos x="T28" y="T29"/>
                    </a:cxn>
                    <a:cxn ang="T97">
                      <a:pos x="T30" y="T31"/>
                    </a:cxn>
                    <a:cxn ang="T98">
                      <a:pos x="T32" y="T33"/>
                    </a:cxn>
                    <a:cxn ang="T99">
                      <a:pos x="T34" y="T35"/>
                    </a:cxn>
                    <a:cxn ang="T100">
                      <a:pos x="T36" y="T37"/>
                    </a:cxn>
                    <a:cxn ang="T101">
                      <a:pos x="T38" y="T39"/>
                    </a:cxn>
                    <a:cxn ang="T102">
                      <a:pos x="T40" y="T41"/>
                    </a:cxn>
                    <a:cxn ang="T103">
                      <a:pos x="T42" y="T43"/>
                    </a:cxn>
                    <a:cxn ang="T104">
                      <a:pos x="T44" y="T45"/>
                    </a:cxn>
                    <a:cxn ang="T105">
                      <a:pos x="T46" y="T47"/>
                    </a:cxn>
                    <a:cxn ang="T106">
                      <a:pos x="T48" y="T49"/>
                    </a:cxn>
                    <a:cxn ang="T107">
                      <a:pos x="T50" y="T51"/>
                    </a:cxn>
                    <a:cxn ang="T108">
                      <a:pos x="T52" y="T53"/>
                    </a:cxn>
                    <a:cxn ang="T109">
                      <a:pos x="T54" y="T55"/>
                    </a:cxn>
                    <a:cxn ang="T110">
                      <a:pos x="T56" y="T57"/>
                    </a:cxn>
                    <a:cxn ang="T111">
                      <a:pos x="T58" y="T59"/>
                    </a:cxn>
                    <a:cxn ang="T112">
                      <a:pos x="T60" y="T61"/>
                    </a:cxn>
                    <a:cxn ang="T113">
                      <a:pos x="T62" y="T63"/>
                    </a:cxn>
                    <a:cxn ang="T114">
                      <a:pos x="T64" y="T65"/>
                    </a:cxn>
                    <a:cxn ang="T115">
                      <a:pos x="T66" y="T67"/>
                    </a:cxn>
                    <a:cxn ang="T116">
                      <a:pos x="T68" y="T69"/>
                    </a:cxn>
                    <a:cxn ang="T117">
                      <a:pos x="T70" y="T71"/>
                    </a:cxn>
                    <a:cxn ang="T118">
                      <a:pos x="T72" y="T73"/>
                    </a:cxn>
                    <a:cxn ang="T119">
                      <a:pos x="T74" y="T75"/>
                    </a:cxn>
                    <a:cxn ang="T120">
                      <a:pos x="T76" y="T77"/>
                    </a:cxn>
                    <a:cxn ang="T121">
                      <a:pos x="T78" y="T79"/>
                    </a:cxn>
                    <a:cxn ang="T122">
                      <a:pos x="T80" y="T81"/>
                    </a:cxn>
                  </a:cxnLst>
                  <a:rect l="T123" t="T124" r="T125" b="T126"/>
                  <a:pathLst>
                    <a:path w="717" h="756">
                      <a:moveTo>
                        <a:pt x="0" y="756"/>
                      </a:moveTo>
                      <a:lnTo>
                        <a:pt x="52" y="167"/>
                      </a:lnTo>
                      <a:lnTo>
                        <a:pt x="64" y="384"/>
                      </a:lnTo>
                      <a:lnTo>
                        <a:pt x="90" y="103"/>
                      </a:lnTo>
                      <a:lnTo>
                        <a:pt x="116" y="519"/>
                      </a:lnTo>
                      <a:lnTo>
                        <a:pt x="135" y="487"/>
                      </a:lnTo>
                      <a:lnTo>
                        <a:pt x="135" y="359"/>
                      </a:lnTo>
                      <a:lnTo>
                        <a:pt x="167" y="71"/>
                      </a:lnTo>
                      <a:lnTo>
                        <a:pt x="192" y="244"/>
                      </a:lnTo>
                      <a:lnTo>
                        <a:pt x="205" y="96"/>
                      </a:lnTo>
                      <a:lnTo>
                        <a:pt x="218" y="615"/>
                      </a:lnTo>
                      <a:lnTo>
                        <a:pt x="244" y="397"/>
                      </a:lnTo>
                      <a:lnTo>
                        <a:pt x="282" y="519"/>
                      </a:lnTo>
                      <a:lnTo>
                        <a:pt x="308" y="308"/>
                      </a:lnTo>
                      <a:lnTo>
                        <a:pt x="333" y="442"/>
                      </a:lnTo>
                      <a:lnTo>
                        <a:pt x="346" y="352"/>
                      </a:lnTo>
                      <a:lnTo>
                        <a:pt x="365" y="384"/>
                      </a:lnTo>
                      <a:lnTo>
                        <a:pt x="378" y="135"/>
                      </a:lnTo>
                      <a:lnTo>
                        <a:pt x="391" y="301"/>
                      </a:lnTo>
                      <a:lnTo>
                        <a:pt x="384" y="519"/>
                      </a:lnTo>
                      <a:lnTo>
                        <a:pt x="404" y="679"/>
                      </a:lnTo>
                      <a:lnTo>
                        <a:pt x="429" y="628"/>
                      </a:lnTo>
                      <a:lnTo>
                        <a:pt x="442" y="480"/>
                      </a:lnTo>
                      <a:lnTo>
                        <a:pt x="455" y="391"/>
                      </a:lnTo>
                      <a:lnTo>
                        <a:pt x="436" y="506"/>
                      </a:lnTo>
                      <a:lnTo>
                        <a:pt x="461" y="352"/>
                      </a:lnTo>
                      <a:lnTo>
                        <a:pt x="474" y="455"/>
                      </a:lnTo>
                      <a:lnTo>
                        <a:pt x="493" y="519"/>
                      </a:lnTo>
                      <a:lnTo>
                        <a:pt x="512" y="410"/>
                      </a:lnTo>
                      <a:lnTo>
                        <a:pt x="532" y="186"/>
                      </a:lnTo>
                      <a:lnTo>
                        <a:pt x="544" y="231"/>
                      </a:lnTo>
                      <a:lnTo>
                        <a:pt x="570" y="148"/>
                      </a:lnTo>
                      <a:lnTo>
                        <a:pt x="576" y="301"/>
                      </a:lnTo>
                      <a:lnTo>
                        <a:pt x="576" y="730"/>
                      </a:lnTo>
                      <a:lnTo>
                        <a:pt x="647" y="0"/>
                      </a:lnTo>
                      <a:lnTo>
                        <a:pt x="647" y="250"/>
                      </a:lnTo>
                      <a:lnTo>
                        <a:pt x="660" y="333"/>
                      </a:lnTo>
                      <a:lnTo>
                        <a:pt x="685" y="192"/>
                      </a:lnTo>
                      <a:lnTo>
                        <a:pt x="711" y="340"/>
                      </a:lnTo>
                      <a:lnTo>
                        <a:pt x="698" y="429"/>
                      </a:lnTo>
                      <a:lnTo>
                        <a:pt x="717" y="461"/>
                      </a:lnTo>
                    </a:path>
                  </a:pathLst>
                </a:custGeom>
                <a:noFill/>
                <a:ln w="9525">
                  <a:solidFill>
                    <a:srgbClr val="FF0000"/>
                  </a:solidFill>
                  <a:round/>
                  <a:headEnd/>
                  <a:tailEnd/>
                </a:ln>
              </p:spPr>
              <p:txBody>
                <a:bodyPr/>
                <a:lstStyle/>
                <a:p>
                  <a:endParaRPr lang="en-GB" sz="1600"/>
                </a:p>
              </p:txBody>
            </p:sp>
            <p:sp>
              <p:nvSpPr>
                <p:cNvPr id="14467" name="Freeform 309"/>
                <p:cNvSpPr>
                  <a:spLocks/>
                </p:cNvSpPr>
                <p:nvPr/>
              </p:nvSpPr>
              <p:spPr bwMode="auto">
                <a:xfrm flipH="1">
                  <a:off x="4698" y="1100"/>
                  <a:ext cx="313" cy="756"/>
                </a:xfrm>
                <a:custGeom>
                  <a:avLst/>
                  <a:gdLst>
                    <a:gd name="T0" fmla="*/ 0 w 717"/>
                    <a:gd name="T1" fmla="*/ 756 h 756"/>
                    <a:gd name="T2" fmla="*/ 4 w 717"/>
                    <a:gd name="T3" fmla="*/ 167 h 756"/>
                    <a:gd name="T4" fmla="*/ 5 w 717"/>
                    <a:gd name="T5" fmla="*/ 384 h 756"/>
                    <a:gd name="T6" fmla="*/ 7 w 717"/>
                    <a:gd name="T7" fmla="*/ 103 h 756"/>
                    <a:gd name="T8" fmla="*/ 10 w 717"/>
                    <a:gd name="T9" fmla="*/ 519 h 756"/>
                    <a:gd name="T10" fmla="*/ 11 w 717"/>
                    <a:gd name="T11" fmla="*/ 487 h 756"/>
                    <a:gd name="T12" fmla="*/ 11 w 717"/>
                    <a:gd name="T13" fmla="*/ 359 h 756"/>
                    <a:gd name="T14" fmla="*/ 14 w 717"/>
                    <a:gd name="T15" fmla="*/ 71 h 756"/>
                    <a:gd name="T16" fmla="*/ 16 w 717"/>
                    <a:gd name="T17" fmla="*/ 244 h 756"/>
                    <a:gd name="T18" fmla="*/ 17 w 717"/>
                    <a:gd name="T19" fmla="*/ 96 h 756"/>
                    <a:gd name="T20" fmla="*/ 18 w 717"/>
                    <a:gd name="T21" fmla="*/ 615 h 756"/>
                    <a:gd name="T22" fmla="*/ 21 w 717"/>
                    <a:gd name="T23" fmla="*/ 397 h 756"/>
                    <a:gd name="T24" fmla="*/ 24 w 717"/>
                    <a:gd name="T25" fmla="*/ 519 h 756"/>
                    <a:gd name="T26" fmla="*/ 25 w 717"/>
                    <a:gd name="T27" fmla="*/ 308 h 756"/>
                    <a:gd name="T28" fmla="*/ 28 w 717"/>
                    <a:gd name="T29" fmla="*/ 442 h 756"/>
                    <a:gd name="T30" fmla="*/ 29 w 717"/>
                    <a:gd name="T31" fmla="*/ 352 h 756"/>
                    <a:gd name="T32" fmla="*/ 30 w 717"/>
                    <a:gd name="T33" fmla="*/ 384 h 756"/>
                    <a:gd name="T34" fmla="*/ 31 w 717"/>
                    <a:gd name="T35" fmla="*/ 135 h 756"/>
                    <a:gd name="T36" fmla="*/ 33 w 717"/>
                    <a:gd name="T37" fmla="*/ 301 h 756"/>
                    <a:gd name="T38" fmla="*/ 32 w 717"/>
                    <a:gd name="T39" fmla="*/ 519 h 756"/>
                    <a:gd name="T40" fmla="*/ 34 w 717"/>
                    <a:gd name="T41" fmla="*/ 679 h 756"/>
                    <a:gd name="T42" fmla="*/ 36 w 717"/>
                    <a:gd name="T43" fmla="*/ 628 h 756"/>
                    <a:gd name="T44" fmla="*/ 37 w 717"/>
                    <a:gd name="T45" fmla="*/ 480 h 756"/>
                    <a:gd name="T46" fmla="*/ 38 w 717"/>
                    <a:gd name="T47" fmla="*/ 391 h 756"/>
                    <a:gd name="T48" fmla="*/ 36 w 717"/>
                    <a:gd name="T49" fmla="*/ 506 h 756"/>
                    <a:gd name="T50" fmla="*/ 38 w 717"/>
                    <a:gd name="T51" fmla="*/ 352 h 756"/>
                    <a:gd name="T52" fmla="*/ 39 w 717"/>
                    <a:gd name="T53" fmla="*/ 455 h 756"/>
                    <a:gd name="T54" fmla="*/ 41 w 717"/>
                    <a:gd name="T55" fmla="*/ 519 h 756"/>
                    <a:gd name="T56" fmla="*/ 43 w 717"/>
                    <a:gd name="T57" fmla="*/ 410 h 756"/>
                    <a:gd name="T58" fmla="*/ 44 w 717"/>
                    <a:gd name="T59" fmla="*/ 186 h 756"/>
                    <a:gd name="T60" fmla="*/ 45 w 717"/>
                    <a:gd name="T61" fmla="*/ 231 h 756"/>
                    <a:gd name="T62" fmla="*/ 48 w 717"/>
                    <a:gd name="T63" fmla="*/ 148 h 756"/>
                    <a:gd name="T64" fmla="*/ 48 w 717"/>
                    <a:gd name="T65" fmla="*/ 301 h 756"/>
                    <a:gd name="T66" fmla="*/ 48 w 717"/>
                    <a:gd name="T67" fmla="*/ 730 h 756"/>
                    <a:gd name="T68" fmla="*/ 54 w 717"/>
                    <a:gd name="T69" fmla="*/ 0 h 756"/>
                    <a:gd name="T70" fmla="*/ 54 w 717"/>
                    <a:gd name="T71" fmla="*/ 250 h 756"/>
                    <a:gd name="T72" fmla="*/ 55 w 717"/>
                    <a:gd name="T73" fmla="*/ 333 h 756"/>
                    <a:gd name="T74" fmla="*/ 57 w 717"/>
                    <a:gd name="T75" fmla="*/ 192 h 756"/>
                    <a:gd name="T76" fmla="*/ 59 w 717"/>
                    <a:gd name="T77" fmla="*/ 340 h 756"/>
                    <a:gd name="T78" fmla="*/ 58 w 717"/>
                    <a:gd name="T79" fmla="*/ 429 h 756"/>
                    <a:gd name="T80" fmla="*/ 60 w 717"/>
                    <a:gd name="T81" fmla="*/ 461 h 756"/>
                    <a:gd name="T82" fmla="*/ 0 60000 65536"/>
                    <a:gd name="T83" fmla="*/ 0 60000 65536"/>
                    <a:gd name="T84" fmla="*/ 0 60000 65536"/>
                    <a:gd name="T85" fmla="*/ 0 60000 65536"/>
                    <a:gd name="T86" fmla="*/ 0 60000 65536"/>
                    <a:gd name="T87" fmla="*/ 0 60000 65536"/>
                    <a:gd name="T88" fmla="*/ 0 60000 65536"/>
                    <a:gd name="T89" fmla="*/ 0 60000 65536"/>
                    <a:gd name="T90" fmla="*/ 0 60000 65536"/>
                    <a:gd name="T91" fmla="*/ 0 60000 65536"/>
                    <a:gd name="T92" fmla="*/ 0 60000 65536"/>
                    <a:gd name="T93" fmla="*/ 0 60000 65536"/>
                    <a:gd name="T94" fmla="*/ 0 60000 65536"/>
                    <a:gd name="T95" fmla="*/ 0 60000 65536"/>
                    <a:gd name="T96" fmla="*/ 0 60000 65536"/>
                    <a:gd name="T97" fmla="*/ 0 60000 65536"/>
                    <a:gd name="T98" fmla="*/ 0 60000 65536"/>
                    <a:gd name="T99" fmla="*/ 0 60000 65536"/>
                    <a:gd name="T100" fmla="*/ 0 60000 65536"/>
                    <a:gd name="T101" fmla="*/ 0 60000 65536"/>
                    <a:gd name="T102" fmla="*/ 0 60000 65536"/>
                    <a:gd name="T103" fmla="*/ 0 60000 65536"/>
                    <a:gd name="T104" fmla="*/ 0 60000 65536"/>
                    <a:gd name="T105" fmla="*/ 0 60000 65536"/>
                    <a:gd name="T106" fmla="*/ 0 60000 65536"/>
                    <a:gd name="T107" fmla="*/ 0 60000 65536"/>
                    <a:gd name="T108" fmla="*/ 0 60000 65536"/>
                    <a:gd name="T109" fmla="*/ 0 60000 65536"/>
                    <a:gd name="T110" fmla="*/ 0 60000 65536"/>
                    <a:gd name="T111" fmla="*/ 0 60000 65536"/>
                    <a:gd name="T112" fmla="*/ 0 60000 65536"/>
                    <a:gd name="T113" fmla="*/ 0 60000 65536"/>
                    <a:gd name="T114" fmla="*/ 0 60000 65536"/>
                    <a:gd name="T115" fmla="*/ 0 60000 65536"/>
                    <a:gd name="T116" fmla="*/ 0 60000 65536"/>
                    <a:gd name="T117" fmla="*/ 0 60000 65536"/>
                    <a:gd name="T118" fmla="*/ 0 60000 65536"/>
                    <a:gd name="T119" fmla="*/ 0 60000 65536"/>
                    <a:gd name="T120" fmla="*/ 0 60000 65536"/>
                    <a:gd name="T121" fmla="*/ 0 60000 65536"/>
                    <a:gd name="T122" fmla="*/ 0 60000 65536"/>
                    <a:gd name="T123" fmla="*/ 0 w 717"/>
                    <a:gd name="T124" fmla="*/ 0 h 756"/>
                    <a:gd name="T125" fmla="*/ 717 w 717"/>
                    <a:gd name="T126" fmla="*/ 756 h 756"/>
                  </a:gdLst>
                  <a:ahLst/>
                  <a:cxnLst>
                    <a:cxn ang="T82">
                      <a:pos x="T0" y="T1"/>
                    </a:cxn>
                    <a:cxn ang="T83">
                      <a:pos x="T2" y="T3"/>
                    </a:cxn>
                    <a:cxn ang="T84">
                      <a:pos x="T4" y="T5"/>
                    </a:cxn>
                    <a:cxn ang="T85">
                      <a:pos x="T6" y="T7"/>
                    </a:cxn>
                    <a:cxn ang="T86">
                      <a:pos x="T8" y="T9"/>
                    </a:cxn>
                    <a:cxn ang="T87">
                      <a:pos x="T10" y="T11"/>
                    </a:cxn>
                    <a:cxn ang="T88">
                      <a:pos x="T12" y="T13"/>
                    </a:cxn>
                    <a:cxn ang="T89">
                      <a:pos x="T14" y="T15"/>
                    </a:cxn>
                    <a:cxn ang="T90">
                      <a:pos x="T16" y="T17"/>
                    </a:cxn>
                    <a:cxn ang="T91">
                      <a:pos x="T18" y="T19"/>
                    </a:cxn>
                    <a:cxn ang="T92">
                      <a:pos x="T20" y="T21"/>
                    </a:cxn>
                    <a:cxn ang="T93">
                      <a:pos x="T22" y="T23"/>
                    </a:cxn>
                    <a:cxn ang="T94">
                      <a:pos x="T24" y="T25"/>
                    </a:cxn>
                    <a:cxn ang="T95">
                      <a:pos x="T26" y="T27"/>
                    </a:cxn>
                    <a:cxn ang="T96">
                      <a:pos x="T28" y="T29"/>
                    </a:cxn>
                    <a:cxn ang="T97">
                      <a:pos x="T30" y="T31"/>
                    </a:cxn>
                    <a:cxn ang="T98">
                      <a:pos x="T32" y="T33"/>
                    </a:cxn>
                    <a:cxn ang="T99">
                      <a:pos x="T34" y="T35"/>
                    </a:cxn>
                    <a:cxn ang="T100">
                      <a:pos x="T36" y="T37"/>
                    </a:cxn>
                    <a:cxn ang="T101">
                      <a:pos x="T38" y="T39"/>
                    </a:cxn>
                    <a:cxn ang="T102">
                      <a:pos x="T40" y="T41"/>
                    </a:cxn>
                    <a:cxn ang="T103">
                      <a:pos x="T42" y="T43"/>
                    </a:cxn>
                    <a:cxn ang="T104">
                      <a:pos x="T44" y="T45"/>
                    </a:cxn>
                    <a:cxn ang="T105">
                      <a:pos x="T46" y="T47"/>
                    </a:cxn>
                    <a:cxn ang="T106">
                      <a:pos x="T48" y="T49"/>
                    </a:cxn>
                    <a:cxn ang="T107">
                      <a:pos x="T50" y="T51"/>
                    </a:cxn>
                    <a:cxn ang="T108">
                      <a:pos x="T52" y="T53"/>
                    </a:cxn>
                    <a:cxn ang="T109">
                      <a:pos x="T54" y="T55"/>
                    </a:cxn>
                    <a:cxn ang="T110">
                      <a:pos x="T56" y="T57"/>
                    </a:cxn>
                    <a:cxn ang="T111">
                      <a:pos x="T58" y="T59"/>
                    </a:cxn>
                    <a:cxn ang="T112">
                      <a:pos x="T60" y="T61"/>
                    </a:cxn>
                    <a:cxn ang="T113">
                      <a:pos x="T62" y="T63"/>
                    </a:cxn>
                    <a:cxn ang="T114">
                      <a:pos x="T64" y="T65"/>
                    </a:cxn>
                    <a:cxn ang="T115">
                      <a:pos x="T66" y="T67"/>
                    </a:cxn>
                    <a:cxn ang="T116">
                      <a:pos x="T68" y="T69"/>
                    </a:cxn>
                    <a:cxn ang="T117">
                      <a:pos x="T70" y="T71"/>
                    </a:cxn>
                    <a:cxn ang="T118">
                      <a:pos x="T72" y="T73"/>
                    </a:cxn>
                    <a:cxn ang="T119">
                      <a:pos x="T74" y="T75"/>
                    </a:cxn>
                    <a:cxn ang="T120">
                      <a:pos x="T76" y="T77"/>
                    </a:cxn>
                    <a:cxn ang="T121">
                      <a:pos x="T78" y="T79"/>
                    </a:cxn>
                    <a:cxn ang="T122">
                      <a:pos x="T80" y="T81"/>
                    </a:cxn>
                  </a:cxnLst>
                  <a:rect l="T123" t="T124" r="T125" b="T126"/>
                  <a:pathLst>
                    <a:path w="717" h="756">
                      <a:moveTo>
                        <a:pt x="0" y="756"/>
                      </a:moveTo>
                      <a:lnTo>
                        <a:pt x="52" y="167"/>
                      </a:lnTo>
                      <a:lnTo>
                        <a:pt x="64" y="384"/>
                      </a:lnTo>
                      <a:lnTo>
                        <a:pt x="90" y="103"/>
                      </a:lnTo>
                      <a:lnTo>
                        <a:pt x="116" y="519"/>
                      </a:lnTo>
                      <a:lnTo>
                        <a:pt x="135" y="487"/>
                      </a:lnTo>
                      <a:lnTo>
                        <a:pt x="135" y="359"/>
                      </a:lnTo>
                      <a:lnTo>
                        <a:pt x="167" y="71"/>
                      </a:lnTo>
                      <a:lnTo>
                        <a:pt x="192" y="244"/>
                      </a:lnTo>
                      <a:lnTo>
                        <a:pt x="205" y="96"/>
                      </a:lnTo>
                      <a:lnTo>
                        <a:pt x="218" y="615"/>
                      </a:lnTo>
                      <a:lnTo>
                        <a:pt x="244" y="397"/>
                      </a:lnTo>
                      <a:lnTo>
                        <a:pt x="282" y="519"/>
                      </a:lnTo>
                      <a:lnTo>
                        <a:pt x="308" y="308"/>
                      </a:lnTo>
                      <a:lnTo>
                        <a:pt x="333" y="442"/>
                      </a:lnTo>
                      <a:lnTo>
                        <a:pt x="346" y="352"/>
                      </a:lnTo>
                      <a:lnTo>
                        <a:pt x="365" y="384"/>
                      </a:lnTo>
                      <a:lnTo>
                        <a:pt x="378" y="135"/>
                      </a:lnTo>
                      <a:lnTo>
                        <a:pt x="391" y="301"/>
                      </a:lnTo>
                      <a:lnTo>
                        <a:pt x="384" y="519"/>
                      </a:lnTo>
                      <a:lnTo>
                        <a:pt x="404" y="679"/>
                      </a:lnTo>
                      <a:lnTo>
                        <a:pt x="429" y="628"/>
                      </a:lnTo>
                      <a:lnTo>
                        <a:pt x="442" y="480"/>
                      </a:lnTo>
                      <a:lnTo>
                        <a:pt x="455" y="391"/>
                      </a:lnTo>
                      <a:lnTo>
                        <a:pt x="436" y="506"/>
                      </a:lnTo>
                      <a:lnTo>
                        <a:pt x="461" y="352"/>
                      </a:lnTo>
                      <a:lnTo>
                        <a:pt x="474" y="455"/>
                      </a:lnTo>
                      <a:lnTo>
                        <a:pt x="493" y="519"/>
                      </a:lnTo>
                      <a:lnTo>
                        <a:pt x="512" y="410"/>
                      </a:lnTo>
                      <a:lnTo>
                        <a:pt x="532" y="186"/>
                      </a:lnTo>
                      <a:lnTo>
                        <a:pt x="544" y="231"/>
                      </a:lnTo>
                      <a:lnTo>
                        <a:pt x="570" y="148"/>
                      </a:lnTo>
                      <a:lnTo>
                        <a:pt x="576" y="301"/>
                      </a:lnTo>
                      <a:lnTo>
                        <a:pt x="576" y="730"/>
                      </a:lnTo>
                      <a:lnTo>
                        <a:pt x="647" y="0"/>
                      </a:lnTo>
                      <a:lnTo>
                        <a:pt x="647" y="250"/>
                      </a:lnTo>
                      <a:lnTo>
                        <a:pt x="660" y="333"/>
                      </a:lnTo>
                      <a:lnTo>
                        <a:pt x="685" y="192"/>
                      </a:lnTo>
                      <a:lnTo>
                        <a:pt x="711" y="340"/>
                      </a:lnTo>
                      <a:lnTo>
                        <a:pt x="698" y="429"/>
                      </a:lnTo>
                      <a:lnTo>
                        <a:pt x="717" y="461"/>
                      </a:lnTo>
                    </a:path>
                  </a:pathLst>
                </a:custGeom>
                <a:noFill/>
                <a:ln w="9525">
                  <a:solidFill>
                    <a:srgbClr val="FF0000"/>
                  </a:solidFill>
                  <a:round/>
                  <a:headEnd/>
                  <a:tailEnd/>
                </a:ln>
              </p:spPr>
              <p:txBody>
                <a:bodyPr/>
                <a:lstStyle/>
                <a:p>
                  <a:endParaRPr lang="en-GB" sz="1600"/>
                </a:p>
              </p:txBody>
            </p:sp>
          </p:grpSp>
          <p:grpSp>
            <p:nvGrpSpPr>
              <p:cNvPr id="14365" name="Group 310"/>
              <p:cNvGrpSpPr>
                <a:grpSpLocks/>
              </p:cNvGrpSpPr>
              <p:nvPr/>
            </p:nvGrpSpPr>
            <p:grpSpPr bwMode="auto">
              <a:xfrm flipH="1">
                <a:off x="4569" y="1098"/>
                <a:ext cx="590" cy="801"/>
                <a:chOff x="3462" y="1100"/>
                <a:chExt cx="1549" cy="801"/>
              </a:xfrm>
            </p:grpSpPr>
            <p:sp>
              <p:nvSpPr>
                <p:cNvPr id="14458" name="Freeform 311"/>
                <p:cNvSpPr>
                  <a:spLocks/>
                </p:cNvSpPr>
                <p:nvPr/>
              </p:nvSpPr>
              <p:spPr bwMode="auto">
                <a:xfrm>
                  <a:off x="3462" y="1126"/>
                  <a:ext cx="313" cy="756"/>
                </a:xfrm>
                <a:custGeom>
                  <a:avLst/>
                  <a:gdLst>
                    <a:gd name="T0" fmla="*/ 0 w 717"/>
                    <a:gd name="T1" fmla="*/ 756 h 756"/>
                    <a:gd name="T2" fmla="*/ 4 w 717"/>
                    <a:gd name="T3" fmla="*/ 167 h 756"/>
                    <a:gd name="T4" fmla="*/ 5 w 717"/>
                    <a:gd name="T5" fmla="*/ 384 h 756"/>
                    <a:gd name="T6" fmla="*/ 7 w 717"/>
                    <a:gd name="T7" fmla="*/ 103 h 756"/>
                    <a:gd name="T8" fmla="*/ 10 w 717"/>
                    <a:gd name="T9" fmla="*/ 519 h 756"/>
                    <a:gd name="T10" fmla="*/ 11 w 717"/>
                    <a:gd name="T11" fmla="*/ 487 h 756"/>
                    <a:gd name="T12" fmla="*/ 11 w 717"/>
                    <a:gd name="T13" fmla="*/ 359 h 756"/>
                    <a:gd name="T14" fmla="*/ 14 w 717"/>
                    <a:gd name="T15" fmla="*/ 71 h 756"/>
                    <a:gd name="T16" fmla="*/ 16 w 717"/>
                    <a:gd name="T17" fmla="*/ 244 h 756"/>
                    <a:gd name="T18" fmla="*/ 17 w 717"/>
                    <a:gd name="T19" fmla="*/ 96 h 756"/>
                    <a:gd name="T20" fmla="*/ 18 w 717"/>
                    <a:gd name="T21" fmla="*/ 615 h 756"/>
                    <a:gd name="T22" fmla="*/ 21 w 717"/>
                    <a:gd name="T23" fmla="*/ 397 h 756"/>
                    <a:gd name="T24" fmla="*/ 24 w 717"/>
                    <a:gd name="T25" fmla="*/ 519 h 756"/>
                    <a:gd name="T26" fmla="*/ 25 w 717"/>
                    <a:gd name="T27" fmla="*/ 308 h 756"/>
                    <a:gd name="T28" fmla="*/ 28 w 717"/>
                    <a:gd name="T29" fmla="*/ 442 h 756"/>
                    <a:gd name="T30" fmla="*/ 29 w 717"/>
                    <a:gd name="T31" fmla="*/ 352 h 756"/>
                    <a:gd name="T32" fmla="*/ 30 w 717"/>
                    <a:gd name="T33" fmla="*/ 384 h 756"/>
                    <a:gd name="T34" fmla="*/ 31 w 717"/>
                    <a:gd name="T35" fmla="*/ 135 h 756"/>
                    <a:gd name="T36" fmla="*/ 33 w 717"/>
                    <a:gd name="T37" fmla="*/ 301 h 756"/>
                    <a:gd name="T38" fmla="*/ 32 w 717"/>
                    <a:gd name="T39" fmla="*/ 519 h 756"/>
                    <a:gd name="T40" fmla="*/ 34 w 717"/>
                    <a:gd name="T41" fmla="*/ 679 h 756"/>
                    <a:gd name="T42" fmla="*/ 36 w 717"/>
                    <a:gd name="T43" fmla="*/ 628 h 756"/>
                    <a:gd name="T44" fmla="*/ 37 w 717"/>
                    <a:gd name="T45" fmla="*/ 480 h 756"/>
                    <a:gd name="T46" fmla="*/ 38 w 717"/>
                    <a:gd name="T47" fmla="*/ 391 h 756"/>
                    <a:gd name="T48" fmla="*/ 36 w 717"/>
                    <a:gd name="T49" fmla="*/ 506 h 756"/>
                    <a:gd name="T50" fmla="*/ 38 w 717"/>
                    <a:gd name="T51" fmla="*/ 352 h 756"/>
                    <a:gd name="T52" fmla="*/ 39 w 717"/>
                    <a:gd name="T53" fmla="*/ 455 h 756"/>
                    <a:gd name="T54" fmla="*/ 41 w 717"/>
                    <a:gd name="T55" fmla="*/ 519 h 756"/>
                    <a:gd name="T56" fmla="*/ 43 w 717"/>
                    <a:gd name="T57" fmla="*/ 410 h 756"/>
                    <a:gd name="T58" fmla="*/ 44 w 717"/>
                    <a:gd name="T59" fmla="*/ 186 h 756"/>
                    <a:gd name="T60" fmla="*/ 45 w 717"/>
                    <a:gd name="T61" fmla="*/ 231 h 756"/>
                    <a:gd name="T62" fmla="*/ 48 w 717"/>
                    <a:gd name="T63" fmla="*/ 148 h 756"/>
                    <a:gd name="T64" fmla="*/ 48 w 717"/>
                    <a:gd name="T65" fmla="*/ 301 h 756"/>
                    <a:gd name="T66" fmla="*/ 48 w 717"/>
                    <a:gd name="T67" fmla="*/ 730 h 756"/>
                    <a:gd name="T68" fmla="*/ 54 w 717"/>
                    <a:gd name="T69" fmla="*/ 0 h 756"/>
                    <a:gd name="T70" fmla="*/ 54 w 717"/>
                    <a:gd name="T71" fmla="*/ 250 h 756"/>
                    <a:gd name="T72" fmla="*/ 55 w 717"/>
                    <a:gd name="T73" fmla="*/ 333 h 756"/>
                    <a:gd name="T74" fmla="*/ 57 w 717"/>
                    <a:gd name="T75" fmla="*/ 192 h 756"/>
                    <a:gd name="T76" fmla="*/ 59 w 717"/>
                    <a:gd name="T77" fmla="*/ 340 h 756"/>
                    <a:gd name="T78" fmla="*/ 58 w 717"/>
                    <a:gd name="T79" fmla="*/ 429 h 756"/>
                    <a:gd name="T80" fmla="*/ 60 w 717"/>
                    <a:gd name="T81" fmla="*/ 461 h 756"/>
                    <a:gd name="T82" fmla="*/ 0 60000 65536"/>
                    <a:gd name="T83" fmla="*/ 0 60000 65536"/>
                    <a:gd name="T84" fmla="*/ 0 60000 65536"/>
                    <a:gd name="T85" fmla="*/ 0 60000 65536"/>
                    <a:gd name="T86" fmla="*/ 0 60000 65536"/>
                    <a:gd name="T87" fmla="*/ 0 60000 65536"/>
                    <a:gd name="T88" fmla="*/ 0 60000 65536"/>
                    <a:gd name="T89" fmla="*/ 0 60000 65536"/>
                    <a:gd name="T90" fmla="*/ 0 60000 65536"/>
                    <a:gd name="T91" fmla="*/ 0 60000 65536"/>
                    <a:gd name="T92" fmla="*/ 0 60000 65536"/>
                    <a:gd name="T93" fmla="*/ 0 60000 65536"/>
                    <a:gd name="T94" fmla="*/ 0 60000 65536"/>
                    <a:gd name="T95" fmla="*/ 0 60000 65536"/>
                    <a:gd name="T96" fmla="*/ 0 60000 65536"/>
                    <a:gd name="T97" fmla="*/ 0 60000 65536"/>
                    <a:gd name="T98" fmla="*/ 0 60000 65536"/>
                    <a:gd name="T99" fmla="*/ 0 60000 65536"/>
                    <a:gd name="T100" fmla="*/ 0 60000 65536"/>
                    <a:gd name="T101" fmla="*/ 0 60000 65536"/>
                    <a:gd name="T102" fmla="*/ 0 60000 65536"/>
                    <a:gd name="T103" fmla="*/ 0 60000 65536"/>
                    <a:gd name="T104" fmla="*/ 0 60000 65536"/>
                    <a:gd name="T105" fmla="*/ 0 60000 65536"/>
                    <a:gd name="T106" fmla="*/ 0 60000 65536"/>
                    <a:gd name="T107" fmla="*/ 0 60000 65536"/>
                    <a:gd name="T108" fmla="*/ 0 60000 65536"/>
                    <a:gd name="T109" fmla="*/ 0 60000 65536"/>
                    <a:gd name="T110" fmla="*/ 0 60000 65536"/>
                    <a:gd name="T111" fmla="*/ 0 60000 65536"/>
                    <a:gd name="T112" fmla="*/ 0 60000 65536"/>
                    <a:gd name="T113" fmla="*/ 0 60000 65536"/>
                    <a:gd name="T114" fmla="*/ 0 60000 65536"/>
                    <a:gd name="T115" fmla="*/ 0 60000 65536"/>
                    <a:gd name="T116" fmla="*/ 0 60000 65536"/>
                    <a:gd name="T117" fmla="*/ 0 60000 65536"/>
                    <a:gd name="T118" fmla="*/ 0 60000 65536"/>
                    <a:gd name="T119" fmla="*/ 0 60000 65536"/>
                    <a:gd name="T120" fmla="*/ 0 60000 65536"/>
                    <a:gd name="T121" fmla="*/ 0 60000 65536"/>
                    <a:gd name="T122" fmla="*/ 0 60000 65536"/>
                    <a:gd name="T123" fmla="*/ 0 w 717"/>
                    <a:gd name="T124" fmla="*/ 0 h 756"/>
                    <a:gd name="T125" fmla="*/ 717 w 717"/>
                    <a:gd name="T126" fmla="*/ 756 h 756"/>
                  </a:gdLst>
                  <a:ahLst/>
                  <a:cxnLst>
                    <a:cxn ang="T82">
                      <a:pos x="T0" y="T1"/>
                    </a:cxn>
                    <a:cxn ang="T83">
                      <a:pos x="T2" y="T3"/>
                    </a:cxn>
                    <a:cxn ang="T84">
                      <a:pos x="T4" y="T5"/>
                    </a:cxn>
                    <a:cxn ang="T85">
                      <a:pos x="T6" y="T7"/>
                    </a:cxn>
                    <a:cxn ang="T86">
                      <a:pos x="T8" y="T9"/>
                    </a:cxn>
                    <a:cxn ang="T87">
                      <a:pos x="T10" y="T11"/>
                    </a:cxn>
                    <a:cxn ang="T88">
                      <a:pos x="T12" y="T13"/>
                    </a:cxn>
                    <a:cxn ang="T89">
                      <a:pos x="T14" y="T15"/>
                    </a:cxn>
                    <a:cxn ang="T90">
                      <a:pos x="T16" y="T17"/>
                    </a:cxn>
                    <a:cxn ang="T91">
                      <a:pos x="T18" y="T19"/>
                    </a:cxn>
                    <a:cxn ang="T92">
                      <a:pos x="T20" y="T21"/>
                    </a:cxn>
                    <a:cxn ang="T93">
                      <a:pos x="T22" y="T23"/>
                    </a:cxn>
                    <a:cxn ang="T94">
                      <a:pos x="T24" y="T25"/>
                    </a:cxn>
                    <a:cxn ang="T95">
                      <a:pos x="T26" y="T27"/>
                    </a:cxn>
                    <a:cxn ang="T96">
                      <a:pos x="T28" y="T29"/>
                    </a:cxn>
                    <a:cxn ang="T97">
                      <a:pos x="T30" y="T31"/>
                    </a:cxn>
                    <a:cxn ang="T98">
                      <a:pos x="T32" y="T33"/>
                    </a:cxn>
                    <a:cxn ang="T99">
                      <a:pos x="T34" y="T35"/>
                    </a:cxn>
                    <a:cxn ang="T100">
                      <a:pos x="T36" y="T37"/>
                    </a:cxn>
                    <a:cxn ang="T101">
                      <a:pos x="T38" y="T39"/>
                    </a:cxn>
                    <a:cxn ang="T102">
                      <a:pos x="T40" y="T41"/>
                    </a:cxn>
                    <a:cxn ang="T103">
                      <a:pos x="T42" y="T43"/>
                    </a:cxn>
                    <a:cxn ang="T104">
                      <a:pos x="T44" y="T45"/>
                    </a:cxn>
                    <a:cxn ang="T105">
                      <a:pos x="T46" y="T47"/>
                    </a:cxn>
                    <a:cxn ang="T106">
                      <a:pos x="T48" y="T49"/>
                    </a:cxn>
                    <a:cxn ang="T107">
                      <a:pos x="T50" y="T51"/>
                    </a:cxn>
                    <a:cxn ang="T108">
                      <a:pos x="T52" y="T53"/>
                    </a:cxn>
                    <a:cxn ang="T109">
                      <a:pos x="T54" y="T55"/>
                    </a:cxn>
                    <a:cxn ang="T110">
                      <a:pos x="T56" y="T57"/>
                    </a:cxn>
                    <a:cxn ang="T111">
                      <a:pos x="T58" y="T59"/>
                    </a:cxn>
                    <a:cxn ang="T112">
                      <a:pos x="T60" y="T61"/>
                    </a:cxn>
                    <a:cxn ang="T113">
                      <a:pos x="T62" y="T63"/>
                    </a:cxn>
                    <a:cxn ang="T114">
                      <a:pos x="T64" y="T65"/>
                    </a:cxn>
                    <a:cxn ang="T115">
                      <a:pos x="T66" y="T67"/>
                    </a:cxn>
                    <a:cxn ang="T116">
                      <a:pos x="T68" y="T69"/>
                    </a:cxn>
                    <a:cxn ang="T117">
                      <a:pos x="T70" y="T71"/>
                    </a:cxn>
                    <a:cxn ang="T118">
                      <a:pos x="T72" y="T73"/>
                    </a:cxn>
                    <a:cxn ang="T119">
                      <a:pos x="T74" y="T75"/>
                    </a:cxn>
                    <a:cxn ang="T120">
                      <a:pos x="T76" y="T77"/>
                    </a:cxn>
                    <a:cxn ang="T121">
                      <a:pos x="T78" y="T79"/>
                    </a:cxn>
                    <a:cxn ang="T122">
                      <a:pos x="T80" y="T81"/>
                    </a:cxn>
                  </a:cxnLst>
                  <a:rect l="T123" t="T124" r="T125" b="T126"/>
                  <a:pathLst>
                    <a:path w="717" h="756">
                      <a:moveTo>
                        <a:pt x="0" y="756"/>
                      </a:moveTo>
                      <a:lnTo>
                        <a:pt x="52" y="167"/>
                      </a:lnTo>
                      <a:lnTo>
                        <a:pt x="64" y="384"/>
                      </a:lnTo>
                      <a:lnTo>
                        <a:pt x="90" y="103"/>
                      </a:lnTo>
                      <a:lnTo>
                        <a:pt x="116" y="519"/>
                      </a:lnTo>
                      <a:lnTo>
                        <a:pt x="135" y="487"/>
                      </a:lnTo>
                      <a:lnTo>
                        <a:pt x="135" y="359"/>
                      </a:lnTo>
                      <a:lnTo>
                        <a:pt x="167" y="71"/>
                      </a:lnTo>
                      <a:lnTo>
                        <a:pt x="192" y="244"/>
                      </a:lnTo>
                      <a:lnTo>
                        <a:pt x="205" y="96"/>
                      </a:lnTo>
                      <a:lnTo>
                        <a:pt x="218" y="615"/>
                      </a:lnTo>
                      <a:lnTo>
                        <a:pt x="244" y="397"/>
                      </a:lnTo>
                      <a:lnTo>
                        <a:pt x="282" y="519"/>
                      </a:lnTo>
                      <a:lnTo>
                        <a:pt x="308" y="308"/>
                      </a:lnTo>
                      <a:lnTo>
                        <a:pt x="333" y="442"/>
                      </a:lnTo>
                      <a:lnTo>
                        <a:pt x="346" y="352"/>
                      </a:lnTo>
                      <a:lnTo>
                        <a:pt x="365" y="384"/>
                      </a:lnTo>
                      <a:lnTo>
                        <a:pt x="378" y="135"/>
                      </a:lnTo>
                      <a:lnTo>
                        <a:pt x="391" y="301"/>
                      </a:lnTo>
                      <a:lnTo>
                        <a:pt x="384" y="519"/>
                      </a:lnTo>
                      <a:lnTo>
                        <a:pt x="404" y="679"/>
                      </a:lnTo>
                      <a:lnTo>
                        <a:pt x="429" y="628"/>
                      </a:lnTo>
                      <a:lnTo>
                        <a:pt x="442" y="480"/>
                      </a:lnTo>
                      <a:lnTo>
                        <a:pt x="455" y="391"/>
                      </a:lnTo>
                      <a:lnTo>
                        <a:pt x="436" y="506"/>
                      </a:lnTo>
                      <a:lnTo>
                        <a:pt x="461" y="352"/>
                      </a:lnTo>
                      <a:lnTo>
                        <a:pt x="474" y="455"/>
                      </a:lnTo>
                      <a:lnTo>
                        <a:pt x="493" y="519"/>
                      </a:lnTo>
                      <a:lnTo>
                        <a:pt x="512" y="410"/>
                      </a:lnTo>
                      <a:lnTo>
                        <a:pt x="532" y="186"/>
                      </a:lnTo>
                      <a:lnTo>
                        <a:pt x="544" y="231"/>
                      </a:lnTo>
                      <a:lnTo>
                        <a:pt x="570" y="148"/>
                      </a:lnTo>
                      <a:lnTo>
                        <a:pt x="576" y="301"/>
                      </a:lnTo>
                      <a:lnTo>
                        <a:pt x="576" y="730"/>
                      </a:lnTo>
                      <a:lnTo>
                        <a:pt x="647" y="0"/>
                      </a:lnTo>
                      <a:lnTo>
                        <a:pt x="647" y="250"/>
                      </a:lnTo>
                      <a:lnTo>
                        <a:pt x="660" y="333"/>
                      </a:lnTo>
                      <a:lnTo>
                        <a:pt x="685" y="192"/>
                      </a:lnTo>
                      <a:lnTo>
                        <a:pt x="711" y="340"/>
                      </a:lnTo>
                      <a:lnTo>
                        <a:pt x="698" y="429"/>
                      </a:lnTo>
                      <a:lnTo>
                        <a:pt x="717" y="461"/>
                      </a:lnTo>
                    </a:path>
                  </a:pathLst>
                </a:custGeom>
                <a:noFill/>
                <a:ln w="9525">
                  <a:solidFill>
                    <a:srgbClr val="FF0000"/>
                  </a:solidFill>
                  <a:round/>
                  <a:headEnd/>
                  <a:tailEnd/>
                </a:ln>
              </p:spPr>
              <p:txBody>
                <a:bodyPr/>
                <a:lstStyle/>
                <a:p>
                  <a:endParaRPr lang="en-GB" sz="1600"/>
                </a:p>
              </p:txBody>
            </p:sp>
            <p:sp>
              <p:nvSpPr>
                <p:cNvPr id="14459" name="Freeform 312"/>
                <p:cNvSpPr>
                  <a:spLocks/>
                </p:cNvSpPr>
                <p:nvPr/>
              </p:nvSpPr>
              <p:spPr bwMode="auto">
                <a:xfrm flipH="1" flipV="1">
                  <a:off x="3770" y="1145"/>
                  <a:ext cx="313" cy="756"/>
                </a:xfrm>
                <a:custGeom>
                  <a:avLst/>
                  <a:gdLst>
                    <a:gd name="T0" fmla="*/ 0 w 717"/>
                    <a:gd name="T1" fmla="*/ 756 h 756"/>
                    <a:gd name="T2" fmla="*/ 4 w 717"/>
                    <a:gd name="T3" fmla="*/ 167 h 756"/>
                    <a:gd name="T4" fmla="*/ 5 w 717"/>
                    <a:gd name="T5" fmla="*/ 384 h 756"/>
                    <a:gd name="T6" fmla="*/ 7 w 717"/>
                    <a:gd name="T7" fmla="*/ 103 h 756"/>
                    <a:gd name="T8" fmla="*/ 10 w 717"/>
                    <a:gd name="T9" fmla="*/ 519 h 756"/>
                    <a:gd name="T10" fmla="*/ 11 w 717"/>
                    <a:gd name="T11" fmla="*/ 487 h 756"/>
                    <a:gd name="T12" fmla="*/ 11 w 717"/>
                    <a:gd name="T13" fmla="*/ 359 h 756"/>
                    <a:gd name="T14" fmla="*/ 14 w 717"/>
                    <a:gd name="T15" fmla="*/ 71 h 756"/>
                    <a:gd name="T16" fmla="*/ 16 w 717"/>
                    <a:gd name="T17" fmla="*/ 244 h 756"/>
                    <a:gd name="T18" fmla="*/ 17 w 717"/>
                    <a:gd name="T19" fmla="*/ 96 h 756"/>
                    <a:gd name="T20" fmla="*/ 18 w 717"/>
                    <a:gd name="T21" fmla="*/ 615 h 756"/>
                    <a:gd name="T22" fmla="*/ 21 w 717"/>
                    <a:gd name="T23" fmla="*/ 397 h 756"/>
                    <a:gd name="T24" fmla="*/ 24 w 717"/>
                    <a:gd name="T25" fmla="*/ 519 h 756"/>
                    <a:gd name="T26" fmla="*/ 25 w 717"/>
                    <a:gd name="T27" fmla="*/ 308 h 756"/>
                    <a:gd name="T28" fmla="*/ 28 w 717"/>
                    <a:gd name="T29" fmla="*/ 442 h 756"/>
                    <a:gd name="T30" fmla="*/ 29 w 717"/>
                    <a:gd name="T31" fmla="*/ 352 h 756"/>
                    <a:gd name="T32" fmla="*/ 30 w 717"/>
                    <a:gd name="T33" fmla="*/ 384 h 756"/>
                    <a:gd name="T34" fmla="*/ 31 w 717"/>
                    <a:gd name="T35" fmla="*/ 135 h 756"/>
                    <a:gd name="T36" fmla="*/ 33 w 717"/>
                    <a:gd name="T37" fmla="*/ 301 h 756"/>
                    <a:gd name="T38" fmla="*/ 32 w 717"/>
                    <a:gd name="T39" fmla="*/ 519 h 756"/>
                    <a:gd name="T40" fmla="*/ 34 w 717"/>
                    <a:gd name="T41" fmla="*/ 679 h 756"/>
                    <a:gd name="T42" fmla="*/ 36 w 717"/>
                    <a:gd name="T43" fmla="*/ 628 h 756"/>
                    <a:gd name="T44" fmla="*/ 37 w 717"/>
                    <a:gd name="T45" fmla="*/ 480 h 756"/>
                    <a:gd name="T46" fmla="*/ 38 w 717"/>
                    <a:gd name="T47" fmla="*/ 391 h 756"/>
                    <a:gd name="T48" fmla="*/ 36 w 717"/>
                    <a:gd name="T49" fmla="*/ 506 h 756"/>
                    <a:gd name="T50" fmla="*/ 38 w 717"/>
                    <a:gd name="T51" fmla="*/ 352 h 756"/>
                    <a:gd name="T52" fmla="*/ 39 w 717"/>
                    <a:gd name="T53" fmla="*/ 455 h 756"/>
                    <a:gd name="T54" fmla="*/ 41 w 717"/>
                    <a:gd name="T55" fmla="*/ 519 h 756"/>
                    <a:gd name="T56" fmla="*/ 43 w 717"/>
                    <a:gd name="T57" fmla="*/ 410 h 756"/>
                    <a:gd name="T58" fmla="*/ 44 w 717"/>
                    <a:gd name="T59" fmla="*/ 186 h 756"/>
                    <a:gd name="T60" fmla="*/ 45 w 717"/>
                    <a:gd name="T61" fmla="*/ 231 h 756"/>
                    <a:gd name="T62" fmla="*/ 48 w 717"/>
                    <a:gd name="T63" fmla="*/ 148 h 756"/>
                    <a:gd name="T64" fmla="*/ 48 w 717"/>
                    <a:gd name="T65" fmla="*/ 301 h 756"/>
                    <a:gd name="T66" fmla="*/ 48 w 717"/>
                    <a:gd name="T67" fmla="*/ 730 h 756"/>
                    <a:gd name="T68" fmla="*/ 54 w 717"/>
                    <a:gd name="T69" fmla="*/ 0 h 756"/>
                    <a:gd name="T70" fmla="*/ 54 w 717"/>
                    <a:gd name="T71" fmla="*/ 250 h 756"/>
                    <a:gd name="T72" fmla="*/ 55 w 717"/>
                    <a:gd name="T73" fmla="*/ 333 h 756"/>
                    <a:gd name="T74" fmla="*/ 57 w 717"/>
                    <a:gd name="T75" fmla="*/ 192 h 756"/>
                    <a:gd name="T76" fmla="*/ 59 w 717"/>
                    <a:gd name="T77" fmla="*/ 340 h 756"/>
                    <a:gd name="T78" fmla="*/ 58 w 717"/>
                    <a:gd name="T79" fmla="*/ 429 h 756"/>
                    <a:gd name="T80" fmla="*/ 60 w 717"/>
                    <a:gd name="T81" fmla="*/ 461 h 756"/>
                    <a:gd name="T82" fmla="*/ 0 60000 65536"/>
                    <a:gd name="T83" fmla="*/ 0 60000 65536"/>
                    <a:gd name="T84" fmla="*/ 0 60000 65536"/>
                    <a:gd name="T85" fmla="*/ 0 60000 65536"/>
                    <a:gd name="T86" fmla="*/ 0 60000 65536"/>
                    <a:gd name="T87" fmla="*/ 0 60000 65536"/>
                    <a:gd name="T88" fmla="*/ 0 60000 65536"/>
                    <a:gd name="T89" fmla="*/ 0 60000 65536"/>
                    <a:gd name="T90" fmla="*/ 0 60000 65536"/>
                    <a:gd name="T91" fmla="*/ 0 60000 65536"/>
                    <a:gd name="T92" fmla="*/ 0 60000 65536"/>
                    <a:gd name="T93" fmla="*/ 0 60000 65536"/>
                    <a:gd name="T94" fmla="*/ 0 60000 65536"/>
                    <a:gd name="T95" fmla="*/ 0 60000 65536"/>
                    <a:gd name="T96" fmla="*/ 0 60000 65536"/>
                    <a:gd name="T97" fmla="*/ 0 60000 65536"/>
                    <a:gd name="T98" fmla="*/ 0 60000 65536"/>
                    <a:gd name="T99" fmla="*/ 0 60000 65536"/>
                    <a:gd name="T100" fmla="*/ 0 60000 65536"/>
                    <a:gd name="T101" fmla="*/ 0 60000 65536"/>
                    <a:gd name="T102" fmla="*/ 0 60000 65536"/>
                    <a:gd name="T103" fmla="*/ 0 60000 65536"/>
                    <a:gd name="T104" fmla="*/ 0 60000 65536"/>
                    <a:gd name="T105" fmla="*/ 0 60000 65536"/>
                    <a:gd name="T106" fmla="*/ 0 60000 65536"/>
                    <a:gd name="T107" fmla="*/ 0 60000 65536"/>
                    <a:gd name="T108" fmla="*/ 0 60000 65536"/>
                    <a:gd name="T109" fmla="*/ 0 60000 65536"/>
                    <a:gd name="T110" fmla="*/ 0 60000 65536"/>
                    <a:gd name="T111" fmla="*/ 0 60000 65536"/>
                    <a:gd name="T112" fmla="*/ 0 60000 65536"/>
                    <a:gd name="T113" fmla="*/ 0 60000 65536"/>
                    <a:gd name="T114" fmla="*/ 0 60000 65536"/>
                    <a:gd name="T115" fmla="*/ 0 60000 65536"/>
                    <a:gd name="T116" fmla="*/ 0 60000 65536"/>
                    <a:gd name="T117" fmla="*/ 0 60000 65536"/>
                    <a:gd name="T118" fmla="*/ 0 60000 65536"/>
                    <a:gd name="T119" fmla="*/ 0 60000 65536"/>
                    <a:gd name="T120" fmla="*/ 0 60000 65536"/>
                    <a:gd name="T121" fmla="*/ 0 60000 65536"/>
                    <a:gd name="T122" fmla="*/ 0 60000 65536"/>
                    <a:gd name="T123" fmla="*/ 0 w 717"/>
                    <a:gd name="T124" fmla="*/ 0 h 756"/>
                    <a:gd name="T125" fmla="*/ 717 w 717"/>
                    <a:gd name="T126" fmla="*/ 756 h 756"/>
                  </a:gdLst>
                  <a:ahLst/>
                  <a:cxnLst>
                    <a:cxn ang="T82">
                      <a:pos x="T0" y="T1"/>
                    </a:cxn>
                    <a:cxn ang="T83">
                      <a:pos x="T2" y="T3"/>
                    </a:cxn>
                    <a:cxn ang="T84">
                      <a:pos x="T4" y="T5"/>
                    </a:cxn>
                    <a:cxn ang="T85">
                      <a:pos x="T6" y="T7"/>
                    </a:cxn>
                    <a:cxn ang="T86">
                      <a:pos x="T8" y="T9"/>
                    </a:cxn>
                    <a:cxn ang="T87">
                      <a:pos x="T10" y="T11"/>
                    </a:cxn>
                    <a:cxn ang="T88">
                      <a:pos x="T12" y="T13"/>
                    </a:cxn>
                    <a:cxn ang="T89">
                      <a:pos x="T14" y="T15"/>
                    </a:cxn>
                    <a:cxn ang="T90">
                      <a:pos x="T16" y="T17"/>
                    </a:cxn>
                    <a:cxn ang="T91">
                      <a:pos x="T18" y="T19"/>
                    </a:cxn>
                    <a:cxn ang="T92">
                      <a:pos x="T20" y="T21"/>
                    </a:cxn>
                    <a:cxn ang="T93">
                      <a:pos x="T22" y="T23"/>
                    </a:cxn>
                    <a:cxn ang="T94">
                      <a:pos x="T24" y="T25"/>
                    </a:cxn>
                    <a:cxn ang="T95">
                      <a:pos x="T26" y="T27"/>
                    </a:cxn>
                    <a:cxn ang="T96">
                      <a:pos x="T28" y="T29"/>
                    </a:cxn>
                    <a:cxn ang="T97">
                      <a:pos x="T30" y="T31"/>
                    </a:cxn>
                    <a:cxn ang="T98">
                      <a:pos x="T32" y="T33"/>
                    </a:cxn>
                    <a:cxn ang="T99">
                      <a:pos x="T34" y="T35"/>
                    </a:cxn>
                    <a:cxn ang="T100">
                      <a:pos x="T36" y="T37"/>
                    </a:cxn>
                    <a:cxn ang="T101">
                      <a:pos x="T38" y="T39"/>
                    </a:cxn>
                    <a:cxn ang="T102">
                      <a:pos x="T40" y="T41"/>
                    </a:cxn>
                    <a:cxn ang="T103">
                      <a:pos x="T42" y="T43"/>
                    </a:cxn>
                    <a:cxn ang="T104">
                      <a:pos x="T44" y="T45"/>
                    </a:cxn>
                    <a:cxn ang="T105">
                      <a:pos x="T46" y="T47"/>
                    </a:cxn>
                    <a:cxn ang="T106">
                      <a:pos x="T48" y="T49"/>
                    </a:cxn>
                    <a:cxn ang="T107">
                      <a:pos x="T50" y="T51"/>
                    </a:cxn>
                    <a:cxn ang="T108">
                      <a:pos x="T52" y="T53"/>
                    </a:cxn>
                    <a:cxn ang="T109">
                      <a:pos x="T54" y="T55"/>
                    </a:cxn>
                    <a:cxn ang="T110">
                      <a:pos x="T56" y="T57"/>
                    </a:cxn>
                    <a:cxn ang="T111">
                      <a:pos x="T58" y="T59"/>
                    </a:cxn>
                    <a:cxn ang="T112">
                      <a:pos x="T60" y="T61"/>
                    </a:cxn>
                    <a:cxn ang="T113">
                      <a:pos x="T62" y="T63"/>
                    </a:cxn>
                    <a:cxn ang="T114">
                      <a:pos x="T64" y="T65"/>
                    </a:cxn>
                    <a:cxn ang="T115">
                      <a:pos x="T66" y="T67"/>
                    </a:cxn>
                    <a:cxn ang="T116">
                      <a:pos x="T68" y="T69"/>
                    </a:cxn>
                    <a:cxn ang="T117">
                      <a:pos x="T70" y="T71"/>
                    </a:cxn>
                    <a:cxn ang="T118">
                      <a:pos x="T72" y="T73"/>
                    </a:cxn>
                    <a:cxn ang="T119">
                      <a:pos x="T74" y="T75"/>
                    </a:cxn>
                    <a:cxn ang="T120">
                      <a:pos x="T76" y="T77"/>
                    </a:cxn>
                    <a:cxn ang="T121">
                      <a:pos x="T78" y="T79"/>
                    </a:cxn>
                    <a:cxn ang="T122">
                      <a:pos x="T80" y="T81"/>
                    </a:cxn>
                  </a:cxnLst>
                  <a:rect l="T123" t="T124" r="T125" b="T126"/>
                  <a:pathLst>
                    <a:path w="717" h="756">
                      <a:moveTo>
                        <a:pt x="0" y="756"/>
                      </a:moveTo>
                      <a:lnTo>
                        <a:pt x="52" y="167"/>
                      </a:lnTo>
                      <a:lnTo>
                        <a:pt x="64" y="384"/>
                      </a:lnTo>
                      <a:lnTo>
                        <a:pt x="90" y="103"/>
                      </a:lnTo>
                      <a:lnTo>
                        <a:pt x="116" y="519"/>
                      </a:lnTo>
                      <a:lnTo>
                        <a:pt x="135" y="487"/>
                      </a:lnTo>
                      <a:lnTo>
                        <a:pt x="135" y="359"/>
                      </a:lnTo>
                      <a:lnTo>
                        <a:pt x="167" y="71"/>
                      </a:lnTo>
                      <a:lnTo>
                        <a:pt x="192" y="244"/>
                      </a:lnTo>
                      <a:lnTo>
                        <a:pt x="205" y="96"/>
                      </a:lnTo>
                      <a:lnTo>
                        <a:pt x="218" y="615"/>
                      </a:lnTo>
                      <a:lnTo>
                        <a:pt x="244" y="397"/>
                      </a:lnTo>
                      <a:lnTo>
                        <a:pt x="282" y="519"/>
                      </a:lnTo>
                      <a:lnTo>
                        <a:pt x="308" y="308"/>
                      </a:lnTo>
                      <a:lnTo>
                        <a:pt x="333" y="442"/>
                      </a:lnTo>
                      <a:lnTo>
                        <a:pt x="346" y="352"/>
                      </a:lnTo>
                      <a:lnTo>
                        <a:pt x="365" y="384"/>
                      </a:lnTo>
                      <a:lnTo>
                        <a:pt x="378" y="135"/>
                      </a:lnTo>
                      <a:lnTo>
                        <a:pt x="391" y="301"/>
                      </a:lnTo>
                      <a:lnTo>
                        <a:pt x="384" y="519"/>
                      </a:lnTo>
                      <a:lnTo>
                        <a:pt x="404" y="679"/>
                      </a:lnTo>
                      <a:lnTo>
                        <a:pt x="429" y="628"/>
                      </a:lnTo>
                      <a:lnTo>
                        <a:pt x="442" y="480"/>
                      </a:lnTo>
                      <a:lnTo>
                        <a:pt x="455" y="391"/>
                      </a:lnTo>
                      <a:lnTo>
                        <a:pt x="436" y="506"/>
                      </a:lnTo>
                      <a:lnTo>
                        <a:pt x="461" y="352"/>
                      </a:lnTo>
                      <a:lnTo>
                        <a:pt x="474" y="455"/>
                      </a:lnTo>
                      <a:lnTo>
                        <a:pt x="493" y="519"/>
                      </a:lnTo>
                      <a:lnTo>
                        <a:pt x="512" y="410"/>
                      </a:lnTo>
                      <a:lnTo>
                        <a:pt x="532" y="186"/>
                      </a:lnTo>
                      <a:lnTo>
                        <a:pt x="544" y="231"/>
                      </a:lnTo>
                      <a:lnTo>
                        <a:pt x="570" y="148"/>
                      </a:lnTo>
                      <a:lnTo>
                        <a:pt x="576" y="301"/>
                      </a:lnTo>
                      <a:lnTo>
                        <a:pt x="576" y="730"/>
                      </a:lnTo>
                      <a:lnTo>
                        <a:pt x="647" y="0"/>
                      </a:lnTo>
                      <a:lnTo>
                        <a:pt x="647" y="250"/>
                      </a:lnTo>
                      <a:lnTo>
                        <a:pt x="660" y="333"/>
                      </a:lnTo>
                      <a:lnTo>
                        <a:pt x="685" y="192"/>
                      </a:lnTo>
                      <a:lnTo>
                        <a:pt x="711" y="340"/>
                      </a:lnTo>
                      <a:lnTo>
                        <a:pt x="698" y="429"/>
                      </a:lnTo>
                      <a:lnTo>
                        <a:pt x="717" y="461"/>
                      </a:lnTo>
                    </a:path>
                  </a:pathLst>
                </a:custGeom>
                <a:noFill/>
                <a:ln w="9525">
                  <a:solidFill>
                    <a:srgbClr val="FF0000"/>
                  </a:solidFill>
                  <a:round/>
                  <a:headEnd/>
                  <a:tailEnd/>
                </a:ln>
              </p:spPr>
              <p:txBody>
                <a:bodyPr/>
                <a:lstStyle/>
                <a:p>
                  <a:endParaRPr lang="en-GB" sz="1600"/>
                </a:p>
              </p:txBody>
            </p:sp>
            <p:sp>
              <p:nvSpPr>
                <p:cNvPr id="14460" name="Freeform 313"/>
                <p:cNvSpPr>
                  <a:spLocks/>
                </p:cNvSpPr>
                <p:nvPr/>
              </p:nvSpPr>
              <p:spPr bwMode="auto">
                <a:xfrm flipH="1">
                  <a:off x="4077" y="1119"/>
                  <a:ext cx="313" cy="756"/>
                </a:xfrm>
                <a:custGeom>
                  <a:avLst/>
                  <a:gdLst>
                    <a:gd name="T0" fmla="*/ 0 w 717"/>
                    <a:gd name="T1" fmla="*/ 756 h 756"/>
                    <a:gd name="T2" fmla="*/ 4 w 717"/>
                    <a:gd name="T3" fmla="*/ 167 h 756"/>
                    <a:gd name="T4" fmla="*/ 5 w 717"/>
                    <a:gd name="T5" fmla="*/ 384 h 756"/>
                    <a:gd name="T6" fmla="*/ 7 w 717"/>
                    <a:gd name="T7" fmla="*/ 103 h 756"/>
                    <a:gd name="T8" fmla="*/ 10 w 717"/>
                    <a:gd name="T9" fmla="*/ 519 h 756"/>
                    <a:gd name="T10" fmla="*/ 11 w 717"/>
                    <a:gd name="T11" fmla="*/ 487 h 756"/>
                    <a:gd name="T12" fmla="*/ 11 w 717"/>
                    <a:gd name="T13" fmla="*/ 359 h 756"/>
                    <a:gd name="T14" fmla="*/ 14 w 717"/>
                    <a:gd name="T15" fmla="*/ 71 h 756"/>
                    <a:gd name="T16" fmla="*/ 16 w 717"/>
                    <a:gd name="T17" fmla="*/ 244 h 756"/>
                    <a:gd name="T18" fmla="*/ 17 w 717"/>
                    <a:gd name="T19" fmla="*/ 96 h 756"/>
                    <a:gd name="T20" fmla="*/ 18 w 717"/>
                    <a:gd name="T21" fmla="*/ 615 h 756"/>
                    <a:gd name="T22" fmla="*/ 21 w 717"/>
                    <a:gd name="T23" fmla="*/ 397 h 756"/>
                    <a:gd name="T24" fmla="*/ 24 w 717"/>
                    <a:gd name="T25" fmla="*/ 519 h 756"/>
                    <a:gd name="T26" fmla="*/ 25 w 717"/>
                    <a:gd name="T27" fmla="*/ 308 h 756"/>
                    <a:gd name="T28" fmla="*/ 28 w 717"/>
                    <a:gd name="T29" fmla="*/ 442 h 756"/>
                    <a:gd name="T30" fmla="*/ 29 w 717"/>
                    <a:gd name="T31" fmla="*/ 352 h 756"/>
                    <a:gd name="T32" fmla="*/ 30 w 717"/>
                    <a:gd name="T33" fmla="*/ 384 h 756"/>
                    <a:gd name="T34" fmla="*/ 31 w 717"/>
                    <a:gd name="T35" fmla="*/ 135 h 756"/>
                    <a:gd name="T36" fmla="*/ 33 w 717"/>
                    <a:gd name="T37" fmla="*/ 301 h 756"/>
                    <a:gd name="T38" fmla="*/ 32 w 717"/>
                    <a:gd name="T39" fmla="*/ 519 h 756"/>
                    <a:gd name="T40" fmla="*/ 34 w 717"/>
                    <a:gd name="T41" fmla="*/ 679 h 756"/>
                    <a:gd name="T42" fmla="*/ 36 w 717"/>
                    <a:gd name="T43" fmla="*/ 628 h 756"/>
                    <a:gd name="T44" fmla="*/ 37 w 717"/>
                    <a:gd name="T45" fmla="*/ 480 h 756"/>
                    <a:gd name="T46" fmla="*/ 38 w 717"/>
                    <a:gd name="T47" fmla="*/ 391 h 756"/>
                    <a:gd name="T48" fmla="*/ 36 w 717"/>
                    <a:gd name="T49" fmla="*/ 506 h 756"/>
                    <a:gd name="T50" fmla="*/ 38 w 717"/>
                    <a:gd name="T51" fmla="*/ 352 h 756"/>
                    <a:gd name="T52" fmla="*/ 39 w 717"/>
                    <a:gd name="T53" fmla="*/ 455 h 756"/>
                    <a:gd name="T54" fmla="*/ 41 w 717"/>
                    <a:gd name="T55" fmla="*/ 519 h 756"/>
                    <a:gd name="T56" fmla="*/ 43 w 717"/>
                    <a:gd name="T57" fmla="*/ 410 h 756"/>
                    <a:gd name="T58" fmla="*/ 44 w 717"/>
                    <a:gd name="T59" fmla="*/ 186 h 756"/>
                    <a:gd name="T60" fmla="*/ 45 w 717"/>
                    <a:gd name="T61" fmla="*/ 231 h 756"/>
                    <a:gd name="T62" fmla="*/ 48 w 717"/>
                    <a:gd name="T63" fmla="*/ 148 h 756"/>
                    <a:gd name="T64" fmla="*/ 48 w 717"/>
                    <a:gd name="T65" fmla="*/ 301 h 756"/>
                    <a:gd name="T66" fmla="*/ 48 w 717"/>
                    <a:gd name="T67" fmla="*/ 730 h 756"/>
                    <a:gd name="T68" fmla="*/ 54 w 717"/>
                    <a:gd name="T69" fmla="*/ 0 h 756"/>
                    <a:gd name="T70" fmla="*/ 54 w 717"/>
                    <a:gd name="T71" fmla="*/ 250 h 756"/>
                    <a:gd name="T72" fmla="*/ 55 w 717"/>
                    <a:gd name="T73" fmla="*/ 333 h 756"/>
                    <a:gd name="T74" fmla="*/ 57 w 717"/>
                    <a:gd name="T75" fmla="*/ 192 h 756"/>
                    <a:gd name="T76" fmla="*/ 59 w 717"/>
                    <a:gd name="T77" fmla="*/ 340 h 756"/>
                    <a:gd name="T78" fmla="*/ 58 w 717"/>
                    <a:gd name="T79" fmla="*/ 429 h 756"/>
                    <a:gd name="T80" fmla="*/ 60 w 717"/>
                    <a:gd name="T81" fmla="*/ 461 h 756"/>
                    <a:gd name="T82" fmla="*/ 0 60000 65536"/>
                    <a:gd name="T83" fmla="*/ 0 60000 65536"/>
                    <a:gd name="T84" fmla="*/ 0 60000 65536"/>
                    <a:gd name="T85" fmla="*/ 0 60000 65536"/>
                    <a:gd name="T86" fmla="*/ 0 60000 65536"/>
                    <a:gd name="T87" fmla="*/ 0 60000 65536"/>
                    <a:gd name="T88" fmla="*/ 0 60000 65536"/>
                    <a:gd name="T89" fmla="*/ 0 60000 65536"/>
                    <a:gd name="T90" fmla="*/ 0 60000 65536"/>
                    <a:gd name="T91" fmla="*/ 0 60000 65536"/>
                    <a:gd name="T92" fmla="*/ 0 60000 65536"/>
                    <a:gd name="T93" fmla="*/ 0 60000 65536"/>
                    <a:gd name="T94" fmla="*/ 0 60000 65536"/>
                    <a:gd name="T95" fmla="*/ 0 60000 65536"/>
                    <a:gd name="T96" fmla="*/ 0 60000 65536"/>
                    <a:gd name="T97" fmla="*/ 0 60000 65536"/>
                    <a:gd name="T98" fmla="*/ 0 60000 65536"/>
                    <a:gd name="T99" fmla="*/ 0 60000 65536"/>
                    <a:gd name="T100" fmla="*/ 0 60000 65536"/>
                    <a:gd name="T101" fmla="*/ 0 60000 65536"/>
                    <a:gd name="T102" fmla="*/ 0 60000 65536"/>
                    <a:gd name="T103" fmla="*/ 0 60000 65536"/>
                    <a:gd name="T104" fmla="*/ 0 60000 65536"/>
                    <a:gd name="T105" fmla="*/ 0 60000 65536"/>
                    <a:gd name="T106" fmla="*/ 0 60000 65536"/>
                    <a:gd name="T107" fmla="*/ 0 60000 65536"/>
                    <a:gd name="T108" fmla="*/ 0 60000 65536"/>
                    <a:gd name="T109" fmla="*/ 0 60000 65536"/>
                    <a:gd name="T110" fmla="*/ 0 60000 65536"/>
                    <a:gd name="T111" fmla="*/ 0 60000 65536"/>
                    <a:gd name="T112" fmla="*/ 0 60000 65536"/>
                    <a:gd name="T113" fmla="*/ 0 60000 65536"/>
                    <a:gd name="T114" fmla="*/ 0 60000 65536"/>
                    <a:gd name="T115" fmla="*/ 0 60000 65536"/>
                    <a:gd name="T116" fmla="*/ 0 60000 65536"/>
                    <a:gd name="T117" fmla="*/ 0 60000 65536"/>
                    <a:gd name="T118" fmla="*/ 0 60000 65536"/>
                    <a:gd name="T119" fmla="*/ 0 60000 65536"/>
                    <a:gd name="T120" fmla="*/ 0 60000 65536"/>
                    <a:gd name="T121" fmla="*/ 0 60000 65536"/>
                    <a:gd name="T122" fmla="*/ 0 60000 65536"/>
                    <a:gd name="T123" fmla="*/ 0 w 717"/>
                    <a:gd name="T124" fmla="*/ 0 h 756"/>
                    <a:gd name="T125" fmla="*/ 717 w 717"/>
                    <a:gd name="T126" fmla="*/ 756 h 756"/>
                  </a:gdLst>
                  <a:ahLst/>
                  <a:cxnLst>
                    <a:cxn ang="T82">
                      <a:pos x="T0" y="T1"/>
                    </a:cxn>
                    <a:cxn ang="T83">
                      <a:pos x="T2" y="T3"/>
                    </a:cxn>
                    <a:cxn ang="T84">
                      <a:pos x="T4" y="T5"/>
                    </a:cxn>
                    <a:cxn ang="T85">
                      <a:pos x="T6" y="T7"/>
                    </a:cxn>
                    <a:cxn ang="T86">
                      <a:pos x="T8" y="T9"/>
                    </a:cxn>
                    <a:cxn ang="T87">
                      <a:pos x="T10" y="T11"/>
                    </a:cxn>
                    <a:cxn ang="T88">
                      <a:pos x="T12" y="T13"/>
                    </a:cxn>
                    <a:cxn ang="T89">
                      <a:pos x="T14" y="T15"/>
                    </a:cxn>
                    <a:cxn ang="T90">
                      <a:pos x="T16" y="T17"/>
                    </a:cxn>
                    <a:cxn ang="T91">
                      <a:pos x="T18" y="T19"/>
                    </a:cxn>
                    <a:cxn ang="T92">
                      <a:pos x="T20" y="T21"/>
                    </a:cxn>
                    <a:cxn ang="T93">
                      <a:pos x="T22" y="T23"/>
                    </a:cxn>
                    <a:cxn ang="T94">
                      <a:pos x="T24" y="T25"/>
                    </a:cxn>
                    <a:cxn ang="T95">
                      <a:pos x="T26" y="T27"/>
                    </a:cxn>
                    <a:cxn ang="T96">
                      <a:pos x="T28" y="T29"/>
                    </a:cxn>
                    <a:cxn ang="T97">
                      <a:pos x="T30" y="T31"/>
                    </a:cxn>
                    <a:cxn ang="T98">
                      <a:pos x="T32" y="T33"/>
                    </a:cxn>
                    <a:cxn ang="T99">
                      <a:pos x="T34" y="T35"/>
                    </a:cxn>
                    <a:cxn ang="T100">
                      <a:pos x="T36" y="T37"/>
                    </a:cxn>
                    <a:cxn ang="T101">
                      <a:pos x="T38" y="T39"/>
                    </a:cxn>
                    <a:cxn ang="T102">
                      <a:pos x="T40" y="T41"/>
                    </a:cxn>
                    <a:cxn ang="T103">
                      <a:pos x="T42" y="T43"/>
                    </a:cxn>
                    <a:cxn ang="T104">
                      <a:pos x="T44" y="T45"/>
                    </a:cxn>
                    <a:cxn ang="T105">
                      <a:pos x="T46" y="T47"/>
                    </a:cxn>
                    <a:cxn ang="T106">
                      <a:pos x="T48" y="T49"/>
                    </a:cxn>
                    <a:cxn ang="T107">
                      <a:pos x="T50" y="T51"/>
                    </a:cxn>
                    <a:cxn ang="T108">
                      <a:pos x="T52" y="T53"/>
                    </a:cxn>
                    <a:cxn ang="T109">
                      <a:pos x="T54" y="T55"/>
                    </a:cxn>
                    <a:cxn ang="T110">
                      <a:pos x="T56" y="T57"/>
                    </a:cxn>
                    <a:cxn ang="T111">
                      <a:pos x="T58" y="T59"/>
                    </a:cxn>
                    <a:cxn ang="T112">
                      <a:pos x="T60" y="T61"/>
                    </a:cxn>
                    <a:cxn ang="T113">
                      <a:pos x="T62" y="T63"/>
                    </a:cxn>
                    <a:cxn ang="T114">
                      <a:pos x="T64" y="T65"/>
                    </a:cxn>
                    <a:cxn ang="T115">
                      <a:pos x="T66" y="T67"/>
                    </a:cxn>
                    <a:cxn ang="T116">
                      <a:pos x="T68" y="T69"/>
                    </a:cxn>
                    <a:cxn ang="T117">
                      <a:pos x="T70" y="T71"/>
                    </a:cxn>
                    <a:cxn ang="T118">
                      <a:pos x="T72" y="T73"/>
                    </a:cxn>
                    <a:cxn ang="T119">
                      <a:pos x="T74" y="T75"/>
                    </a:cxn>
                    <a:cxn ang="T120">
                      <a:pos x="T76" y="T77"/>
                    </a:cxn>
                    <a:cxn ang="T121">
                      <a:pos x="T78" y="T79"/>
                    </a:cxn>
                    <a:cxn ang="T122">
                      <a:pos x="T80" y="T81"/>
                    </a:cxn>
                  </a:cxnLst>
                  <a:rect l="T123" t="T124" r="T125" b="T126"/>
                  <a:pathLst>
                    <a:path w="717" h="756">
                      <a:moveTo>
                        <a:pt x="0" y="756"/>
                      </a:moveTo>
                      <a:lnTo>
                        <a:pt x="52" y="167"/>
                      </a:lnTo>
                      <a:lnTo>
                        <a:pt x="64" y="384"/>
                      </a:lnTo>
                      <a:lnTo>
                        <a:pt x="90" y="103"/>
                      </a:lnTo>
                      <a:lnTo>
                        <a:pt x="116" y="519"/>
                      </a:lnTo>
                      <a:lnTo>
                        <a:pt x="135" y="487"/>
                      </a:lnTo>
                      <a:lnTo>
                        <a:pt x="135" y="359"/>
                      </a:lnTo>
                      <a:lnTo>
                        <a:pt x="167" y="71"/>
                      </a:lnTo>
                      <a:lnTo>
                        <a:pt x="192" y="244"/>
                      </a:lnTo>
                      <a:lnTo>
                        <a:pt x="205" y="96"/>
                      </a:lnTo>
                      <a:lnTo>
                        <a:pt x="218" y="615"/>
                      </a:lnTo>
                      <a:lnTo>
                        <a:pt x="244" y="397"/>
                      </a:lnTo>
                      <a:lnTo>
                        <a:pt x="282" y="519"/>
                      </a:lnTo>
                      <a:lnTo>
                        <a:pt x="308" y="308"/>
                      </a:lnTo>
                      <a:lnTo>
                        <a:pt x="333" y="442"/>
                      </a:lnTo>
                      <a:lnTo>
                        <a:pt x="346" y="352"/>
                      </a:lnTo>
                      <a:lnTo>
                        <a:pt x="365" y="384"/>
                      </a:lnTo>
                      <a:lnTo>
                        <a:pt x="378" y="135"/>
                      </a:lnTo>
                      <a:lnTo>
                        <a:pt x="391" y="301"/>
                      </a:lnTo>
                      <a:lnTo>
                        <a:pt x="384" y="519"/>
                      </a:lnTo>
                      <a:lnTo>
                        <a:pt x="404" y="679"/>
                      </a:lnTo>
                      <a:lnTo>
                        <a:pt x="429" y="628"/>
                      </a:lnTo>
                      <a:lnTo>
                        <a:pt x="442" y="480"/>
                      </a:lnTo>
                      <a:lnTo>
                        <a:pt x="455" y="391"/>
                      </a:lnTo>
                      <a:lnTo>
                        <a:pt x="436" y="506"/>
                      </a:lnTo>
                      <a:lnTo>
                        <a:pt x="461" y="352"/>
                      </a:lnTo>
                      <a:lnTo>
                        <a:pt x="474" y="455"/>
                      </a:lnTo>
                      <a:lnTo>
                        <a:pt x="493" y="519"/>
                      </a:lnTo>
                      <a:lnTo>
                        <a:pt x="512" y="410"/>
                      </a:lnTo>
                      <a:lnTo>
                        <a:pt x="532" y="186"/>
                      </a:lnTo>
                      <a:lnTo>
                        <a:pt x="544" y="231"/>
                      </a:lnTo>
                      <a:lnTo>
                        <a:pt x="570" y="148"/>
                      </a:lnTo>
                      <a:lnTo>
                        <a:pt x="576" y="301"/>
                      </a:lnTo>
                      <a:lnTo>
                        <a:pt x="576" y="730"/>
                      </a:lnTo>
                      <a:lnTo>
                        <a:pt x="647" y="0"/>
                      </a:lnTo>
                      <a:lnTo>
                        <a:pt x="647" y="250"/>
                      </a:lnTo>
                      <a:lnTo>
                        <a:pt x="660" y="333"/>
                      </a:lnTo>
                      <a:lnTo>
                        <a:pt x="685" y="192"/>
                      </a:lnTo>
                      <a:lnTo>
                        <a:pt x="711" y="340"/>
                      </a:lnTo>
                      <a:lnTo>
                        <a:pt x="698" y="429"/>
                      </a:lnTo>
                      <a:lnTo>
                        <a:pt x="717" y="461"/>
                      </a:lnTo>
                    </a:path>
                  </a:pathLst>
                </a:custGeom>
                <a:noFill/>
                <a:ln w="9525">
                  <a:solidFill>
                    <a:srgbClr val="FF0000"/>
                  </a:solidFill>
                  <a:round/>
                  <a:headEnd/>
                  <a:tailEnd/>
                </a:ln>
              </p:spPr>
              <p:txBody>
                <a:bodyPr/>
                <a:lstStyle/>
                <a:p>
                  <a:endParaRPr lang="en-GB" sz="1600"/>
                </a:p>
              </p:txBody>
            </p:sp>
            <p:sp>
              <p:nvSpPr>
                <p:cNvPr id="14461" name="Freeform 314"/>
                <p:cNvSpPr>
                  <a:spLocks/>
                </p:cNvSpPr>
                <p:nvPr/>
              </p:nvSpPr>
              <p:spPr bwMode="auto">
                <a:xfrm flipV="1">
                  <a:off x="4385" y="1138"/>
                  <a:ext cx="313" cy="756"/>
                </a:xfrm>
                <a:custGeom>
                  <a:avLst/>
                  <a:gdLst>
                    <a:gd name="T0" fmla="*/ 0 w 717"/>
                    <a:gd name="T1" fmla="*/ 756 h 756"/>
                    <a:gd name="T2" fmla="*/ 4 w 717"/>
                    <a:gd name="T3" fmla="*/ 167 h 756"/>
                    <a:gd name="T4" fmla="*/ 5 w 717"/>
                    <a:gd name="T5" fmla="*/ 384 h 756"/>
                    <a:gd name="T6" fmla="*/ 7 w 717"/>
                    <a:gd name="T7" fmla="*/ 103 h 756"/>
                    <a:gd name="T8" fmla="*/ 10 w 717"/>
                    <a:gd name="T9" fmla="*/ 519 h 756"/>
                    <a:gd name="T10" fmla="*/ 11 w 717"/>
                    <a:gd name="T11" fmla="*/ 487 h 756"/>
                    <a:gd name="T12" fmla="*/ 11 w 717"/>
                    <a:gd name="T13" fmla="*/ 359 h 756"/>
                    <a:gd name="T14" fmla="*/ 14 w 717"/>
                    <a:gd name="T15" fmla="*/ 71 h 756"/>
                    <a:gd name="T16" fmla="*/ 16 w 717"/>
                    <a:gd name="T17" fmla="*/ 244 h 756"/>
                    <a:gd name="T18" fmla="*/ 17 w 717"/>
                    <a:gd name="T19" fmla="*/ 96 h 756"/>
                    <a:gd name="T20" fmla="*/ 18 w 717"/>
                    <a:gd name="T21" fmla="*/ 615 h 756"/>
                    <a:gd name="T22" fmla="*/ 21 w 717"/>
                    <a:gd name="T23" fmla="*/ 397 h 756"/>
                    <a:gd name="T24" fmla="*/ 24 w 717"/>
                    <a:gd name="T25" fmla="*/ 519 h 756"/>
                    <a:gd name="T26" fmla="*/ 25 w 717"/>
                    <a:gd name="T27" fmla="*/ 308 h 756"/>
                    <a:gd name="T28" fmla="*/ 28 w 717"/>
                    <a:gd name="T29" fmla="*/ 442 h 756"/>
                    <a:gd name="T30" fmla="*/ 29 w 717"/>
                    <a:gd name="T31" fmla="*/ 352 h 756"/>
                    <a:gd name="T32" fmla="*/ 30 w 717"/>
                    <a:gd name="T33" fmla="*/ 384 h 756"/>
                    <a:gd name="T34" fmla="*/ 31 w 717"/>
                    <a:gd name="T35" fmla="*/ 135 h 756"/>
                    <a:gd name="T36" fmla="*/ 33 w 717"/>
                    <a:gd name="T37" fmla="*/ 301 h 756"/>
                    <a:gd name="T38" fmla="*/ 32 w 717"/>
                    <a:gd name="T39" fmla="*/ 519 h 756"/>
                    <a:gd name="T40" fmla="*/ 34 w 717"/>
                    <a:gd name="T41" fmla="*/ 679 h 756"/>
                    <a:gd name="T42" fmla="*/ 36 w 717"/>
                    <a:gd name="T43" fmla="*/ 628 h 756"/>
                    <a:gd name="T44" fmla="*/ 37 w 717"/>
                    <a:gd name="T45" fmla="*/ 480 h 756"/>
                    <a:gd name="T46" fmla="*/ 38 w 717"/>
                    <a:gd name="T47" fmla="*/ 391 h 756"/>
                    <a:gd name="T48" fmla="*/ 36 w 717"/>
                    <a:gd name="T49" fmla="*/ 506 h 756"/>
                    <a:gd name="T50" fmla="*/ 38 w 717"/>
                    <a:gd name="T51" fmla="*/ 352 h 756"/>
                    <a:gd name="T52" fmla="*/ 39 w 717"/>
                    <a:gd name="T53" fmla="*/ 455 h 756"/>
                    <a:gd name="T54" fmla="*/ 41 w 717"/>
                    <a:gd name="T55" fmla="*/ 519 h 756"/>
                    <a:gd name="T56" fmla="*/ 43 w 717"/>
                    <a:gd name="T57" fmla="*/ 410 h 756"/>
                    <a:gd name="T58" fmla="*/ 44 w 717"/>
                    <a:gd name="T59" fmla="*/ 186 h 756"/>
                    <a:gd name="T60" fmla="*/ 45 w 717"/>
                    <a:gd name="T61" fmla="*/ 231 h 756"/>
                    <a:gd name="T62" fmla="*/ 48 w 717"/>
                    <a:gd name="T63" fmla="*/ 148 h 756"/>
                    <a:gd name="T64" fmla="*/ 48 w 717"/>
                    <a:gd name="T65" fmla="*/ 301 h 756"/>
                    <a:gd name="T66" fmla="*/ 48 w 717"/>
                    <a:gd name="T67" fmla="*/ 730 h 756"/>
                    <a:gd name="T68" fmla="*/ 54 w 717"/>
                    <a:gd name="T69" fmla="*/ 0 h 756"/>
                    <a:gd name="T70" fmla="*/ 54 w 717"/>
                    <a:gd name="T71" fmla="*/ 250 h 756"/>
                    <a:gd name="T72" fmla="*/ 55 w 717"/>
                    <a:gd name="T73" fmla="*/ 333 h 756"/>
                    <a:gd name="T74" fmla="*/ 57 w 717"/>
                    <a:gd name="T75" fmla="*/ 192 h 756"/>
                    <a:gd name="T76" fmla="*/ 59 w 717"/>
                    <a:gd name="T77" fmla="*/ 340 h 756"/>
                    <a:gd name="T78" fmla="*/ 58 w 717"/>
                    <a:gd name="T79" fmla="*/ 429 h 756"/>
                    <a:gd name="T80" fmla="*/ 60 w 717"/>
                    <a:gd name="T81" fmla="*/ 461 h 756"/>
                    <a:gd name="T82" fmla="*/ 0 60000 65536"/>
                    <a:gd name="T83" fmla="*/ 0 60000 65536"/>
                    <a:gd name="T84" fmla="*/ 0 60000 65536"/>
                    <a:gd name="T85" fmla="*/ 0 60000 65536"/>
                    <a:gd name="T86" fmla="*/ 0 60000 65536"/>
                    <a:gd name="T87" fmla="*/ 0 60000 65536"/>
                    <a:gd name="T88" fmla="*/ 0 60000 65536"/>
                    <a:gd name="T89" fmla="*/ 0 60000 65536"/>
                    <a:gd name="T90" fmla="*/ 0 60000 65536"/>
                    <a:gd name="T91" fmla="*/ 0 60000 65536"/>
                    <a:gd name="T92" fmla="*/ 0 60000 65536"/>
                    <a:gd name="T93" fmla="*/ 0 60000 65536"/>
                    <a:gd name="T94" fmla="*/ 0 60000 65536"/>
                    <a:gd name="T95" fmla="*/ 0 60000 65536"/>
                    <a:gd name="T96" fmla="*/ 0 60000 65536"/>
                    <a:gd name="T97" fmla="*/ 0 60000 65536"/>
                    <a:gd name="T98" fmla="*/ 0 60000 65536"/>
                    <a:gd name="T99" fmla="*/ 0 60000 65536"/>
                    <a:gd name="T100" fmla="*/ 0 60000 65536"/>
                    <a:gd name="T101" fmla="*/ 0 60000 65536"/>
                    <a:gd name="T102" fmla="*/ 0 60000 65536"/>
                    <a:gd name="T103" fmla="*/ 0 60000 65536"/>
                    <a:gd name="T104" fmla="*/ 0 60000 65536"/>
                    <a:gd name="T105" fmla="*/ 0 60000 65536"/>
                    <a:gd name="T106" fmla="*/ 0 60000 65536"/>
                    <a:gd name="T107" fmla="*/ 0 60000 65536"/>
                    <a:gd name="T108" fmla="*/ 0 60000 65536"/>
                    <a:gd name="T109" fmla="*/ 0 60000 65536"/>
                    <a:gd name="T110" fmla="*/ 0 60000 65536"/>
                    <a:gd name="T111" fmla="*/ 0 60000 65536"/>
                    <a:gd name="T112" fmla="*/ 0 60000 65536"/>
                    <a:gd name="T113" fmla="*/ 0 60000 65536"/>
                    <a:gd name="T114" fmla="*/ 0 60000 65536"/>
                    <a:gd name="T115" fmla="*/ 0 60000 65536"/>
                    <a:gd name="T116" fmla="*/ 0 60000 65536"/>
                    <a:gd name="T117" fmla="*/ 0 60000 65536"/>
                    <a:gd name="T118" fmla="*/ 0 60000 65536"/>
                    <a:gd name="T119" fmla="*/ 0 60000 65536"/>
                    <a:gd name="T120" fmla="*/ 0 60000 65536"/>
                    <a:gd name="T121" fmla="*/ 0 60000 65536"/>
                    <a:gd name="T122" fmla="*/ 0 60000 65536"/>
                    <a:gd name="T123" fmla="*/ 0 w 717"/>
                    <a:gd name="T124" fmla="*/ 0 h 756"/>
                    <a:gd name="T125" fmla="*/ 717 w 717"/>
                    <a:gd name="T126" fmla="*/ 756 h 756"/>
                  </a:gdLst>
                  <a:ahLst/>
                  <a:cxnLst>
                    <a:cxn ang="T82">
                      <a:pos x="T0" y="T1"/>
                    </a:cxn>
                    <a:cxn ang="T83">
                      <a:pos x="T2" y="T3"/>
                    </a:cxn>
                    <a:cxn ang="T84">
                      <a:pos x="T4" y="T5"/>
                    </a:cxn>
                    <a:cxn ang="T85">
                      <a:pos x="T6" y="T7"/>
                    </a:cxn>
                    <a:cxn ang="T86">
                      <a:pos x="T8" y="T9"/>
                    </a:cxn>
                    <a:cxn ang="T87">
                      <a:pos x="T10" y="T11"/>
                    </a:cxn>
                    <a:cxn ang="T88">
                      <a:pos x="T12" y="T13"/>
                    </a:cxn>
                    <a:cxn ang="T89">
                      <a:pos x="T14" y="T15"/>
                    </a:cxn>
                    <a:cxn ang="T90">
                      <a:pos x="T16" y="T17"/>
                    </a:cxn>
                    <a:cxn ang="T91">
                      <a:pos x="T18" y="T19"/>
                    </a:cxn>
                    <a:cxn ang="T92">
                      <a:pos x="T20" y="T21"/>
                    </a:cxn>
                    <a:cxn ang="T93">
                      <a:pos x="T22" y="T23"/>
                    </a:cxn>
                    <a:cxn ang="T94">
                      <a:pos x="T24" y="T25"/>
                    </a:cxn>
                    <a:cxn ang="T95">
                      <a:pos x="T26" y="T27"/>
                    </a:cxn>
                    <a:cxn ang="T96">
                      <a:pos x="T28" y="T29"/>
                    </a:cxn>
                    <a:cxn ang="T97">
                      <a:pos x="T30" y="T31"/>
                    </a:cxn>
                    <a:cxn ang="T98">
                      <a:pos x="T32" y="T33"/>
                    </a:cxn>
                    <a:cxn ang="T99">
                      <a:pos x="T34" y="T35"/>
                    </a:cxn>
                    <a:cxn ang="T100">
                      <a:pos x="T36" y="T37"/>
                    </a:cxn>
                    <a:cxn ang="T101">
                      <a:pos x="T38" y="T39"/>
                    </a:cxn>
                    <a:cxn ang="T102">
                      <a:pos x="T40" y="T41"/>
                    </a:cxn>
                    <a:cxn ang="T103">
                      <a:pos x="T42" y="T43"/>
                    </a:cxn>
                    <a:cxn ang="T104">
                      <a:pos x="T44" y="T45"/>
                    </a:cxn>
                    <a:cxn ang="T105">
                      <a:pos x="T46" y="T47"/>
                    </a:cxn>
                    <a:cxn ang="T106">
                      <a:pos x="T48" y="T49"/>
                    </a:cxn>
                    <a:cxn ang="T107">
                      <a:pos x="T50" y="T51"/>
                    </a:cxn>
                    <a:cxn ang="T108">
                      <a:pos x="T52" y="T53"/>
                    </a:cxn>
                    <a:cxn ang="T109">
                      <a:pos x="T54" y="T55"/>
                    </a:cxn>
                    <a:cxn ang="T110">
                      <a:pos x="T56" y="T57"/>
                    </a:cxn>
                    <a:cxn ang="T111">
                      <a:pos x="T58" y="T59"/>
                    </a:cxn>
                    <a:cxn ang="T112">
                      <a:pos x="T60" y="T61"/>
                    </a:cxn>
                    <a:cxn ang="T113">
                      <a:pos x="T62" y="T63"/>
                    </a:cxn>
                    <a:cxn ang="T114">
                      <a:pos x="T64" y="T65"/>
                    </a:cxn>
                    <a:cxn ang="T115">
                      <a:pos x="T66" y="T67"/>
                    </a:cxn>
                    <a:cxn ang="T116">
                      <a:pos x="T68" y="T69"/>
                    </a:cxn>
                    <a:cxn ang="T117">
                      <a:pos x="T70" y="T71"/>
                    </a:cxn>
                    <a:cxn ang="T118">
                      <a:pos x="T72" y="T73"/>
                    </a:cxn>
                    <a:cxn ang="T119">
                      <a:pos x="T74" y="T75"/>
                    </a:cxn>
                    <a:cxn ang="T120">
                      <a:pos x="T76" y="T77"/>
                    </a:cxn>
                    <a:cxn ang="T121">
                      <a:pos x="T78" y="T79"/>
                    </a:cxn>
                    <a:cxn ang="T122">
                      <a:pos x="T80" y="T81"/>
                    </a:cxn>
                  </a:cxnLst>
                  <a:rect l="T123" t="T124" r="T125" b="T126"/>
                  <a:pathLst>
                    <a:path w="717" h="756">
                      <a:moveTo>
                        <a:pt x="0" y="756"/>
                      </a:moveTo>
                      <a:lnTo>
                        <a:pt x="52" y="167"/>
                      </a:lnTo>
                      <a:lnTo>
                        <a:pt x="64" y="384"/>
                      </a:lnTo>
                      <a:lnTo>
                        <a:pt x="90" y="103"/>
                      </a:lnTo>
                      <a:lnTo>
                        <a:pt x="116" y="519"/>
                      </a:lnTo>
                      <a:lnTo>
                        <a:pt x="135" y="487"/>
                      </a:lnTo>
                      <a:lnTo>
                        <a:pt x="135" y="359"/>
                      </a:lnTo>
                      <a:lnTo>
                        <a:pt x="167" y="71"/>
                      </a:lnTo>
                      <a:lnTo>
                        <a:pt x="192" y="244"/>
                      </a:lnTo>
                      <a:lnTo>
                        <a:pt x="205" y="96"/>
                      </a:lnTo>
                      <a:lnTo>
                        <a:pt x="218" y="615"/>
                      </a:lnTo>
                      <a:lnTo>
                        <a:pt x="244" y="397"/>
                      </a:lnTo>
                      <a:lnTo>
                        <a:pt x="282" y="519"/>
                      </a:lnTo>
                      <a:lnTo>
                        <a:pt x="308" y="308"/>
                      </a:lnTo>
                      <a:lnTo>
                        <a:pt x="333" y="442"/>
                      </a:lnTo>
                      <a:lnTo>
                        <a:pt x="346" y="352"/>
                      </a:lnTo>
                      <a:lnTo>
                        <a:pt x="365" y="384"/>
                      </a:lnTo>
                      <a:lnTo>
                        <a:pt x="378" y="135"/>
                      </a:lnTo>
                      <a:lnTo>
                        <a:pt x="391" y="301"/>
                      </a:lnTo>
                      <a:lnTo>
                        <a:pt x="384" y="519"/>
                      </a:lnTo>
                      <a:lnTo>
                        <a:pt x="404" y="679"/>
                      </a:lnTo>
                      <a:lnTo>
                        <a:pt x="429" y="628"/>
                      </a:lnTo>
                      <a:lnTo>
                        <a:pt x="442" y="480"/>
                      </a:lnTo>
                      <a:lnTo>
                        <a:pt x="455" y="391"/>
                      </a:lnTo>
                      <a:lnTo>
                        <a:pt x="436" y="506"/>
                      </a:lnTo>
                      <a:lnTo>
                        <a:pt x="461" y="352"/>
                      </a:lnTo>
                      <a:lnTo>
                        <a:pt x="474" y="455"/>
                      </a:lnTo>
                      <a:lnTo>
                        <a:pt x="493" y="519"/>
                      </a:lnTo>
                      <a:lnTo>
                        <a:pt x="512" y="410"/>
                      </a:lnTo>
                      <a:lnTo>
                        <a:pt x="532" y="186"/>
                      </a:lnTo>
                      <a:lnTo>
                        <a:pt x="544" y="231"/>
                      </a:lnTo>
                      <a:lnTo>
                        <a:pt x="570" y="148"/>
                      </a:lnTo>
                      <a:lnTo>
                        <a:pt x="576" y="301"/>
                      </a:lnTo>
                      <a:lnTo>
                        <a:pt x="576" y="730"/>
                      </a:lnTo>
                      <a:lnTo>
                        <a:pt x="647" y="0"/>
                      </a:lnTo>
                      <a:lnTo>
                        <a:pt x="647" y="250"/>
                      </a:lnTo>
                      <a:lnTo>
                        <a:pt x="660" y="333"/>
                      </a:lnTo>
                      <a:lnTo>
                        <a:pt x="685" y="192"/>
                      </a:lnTo>
                      <a:lnTo>
                        <a:pt x="711" y="340"/>
                      </a:lnTo>
                      <a:lnTo>
                        <a:pt x="698" y="429"/>
                      </a:lnTo>
                      <a:lnTo>
                        <a:pt x="717" y="461"/>
                      </a:lnTo>
                    </a:path>
                  </a:pathLst>
                </a:custGeom>
                <a:noFill/>
                <a:ln w="9525">
                  <a:solidFill>
                    <a:srgbClr val="FF0000"/>
                  </a:solidFill>
                  <a:round/>
                  <a:headEnd/>
                  <a:tailEnd/>
                </a:ln>
              </p:spPr>
              <p:txBody>
                <a:bodyPr/>
                <a:lstStyle/>
                <a:p>
                  <a:endParaRPr lang="en-GB" sz="1600"/>
                </a:p>
              </p:txBody>
            </p:sp>
            <p:sp>
              <p:nvSpPr>
                <p:cNvPr id="14462" name="Freeform 315"/>
                <p:cNvSpPr>
                  <a:spLocks/>
                </p:cNvSpPr>
                <p:nvPr/>
              </p:nvSpPr>
              <p:spPr bwMode="auto">
                <a:xfrm flipH="1">
                  <a:off x="4698" y="1100"/>
                  <a:ext cx="313" cy="756"/>
                </a:xfrm>
                <a:custGeom>
                  <a:avLst/>
                  <a:gdLst>
                    <a:gd name="T0" fmla="*/ 0 w 717"/>
                    <a:gd name="T1" fmla="*/ 756 h 756"/>
                    <a:gd name="T2" fmla="*/ 4 w 717"/>
                    <a:gd name="T3" fmla="*/ 167 h 756"/>
                    <a:gd name="T4" fmla="*/ 5 w 717"/>
                    <a:gd name="T5" fmla="*/ 384 h 756"/>
                    <a:gd name="T6" fmla="*/ 7 w 717"/>
                    <a:gd name="T7" fmla="*/ 103 h 756"/>
                    <a:gd name="T8" fmla="*/ 10 w 717"/>
                    <a:gd name="T9" fmla="*/ 519 h 756"/>
                    <a:gd name="T10" fmla="*/ 11 w 717"/>
                    <a:gd name="T11" fmla="*/ 487 h 756"/>
                    <a:gd name="T12" fmla="*/ 11 w 717"/>
                    <a:gd name="T13" fmla="*/ 359 h 756"/>
                    <a:gd name="T14" fmla="*/ 14 w 717"/>
                    <a:gd name="T15" fmla="*/ 71 h 756"/>
                    <a:gd name="T16" fmla="*/ 16 w 717"/>
                    <a:gd name="T17" fmla="*/ 244 h 756"/>
                    <a:gd name="T18" fmla="*/ 17 w 717"/>
                    <a:gd name="T19" fmla="*/ 96 h 756"/>
                    <a:gd name="T20" fmla="*/ 18 w 717"/>
                    <a:gd name="T21" fmla="*/ 615 h 756"/>
                    <a:gd name="T22" fmla="*/ 21 w 717"/>
                    <a:gd name="T23" fmla="*/ 397 h 756"/>
                    <a:gd name="T24" fmla="*/ 24 w 717"/>
                    <a:gd name="T25" fmla="*/ 519 h 756"/>
                    <a:gd name="T26" fmla="*/ 25 w 717"/>
                    <a:gd name="T27" fmla="*/ 308 h 756"/>
                    <a:gd name="T28" fmla="*/ 28 w 717"/>
                    <a:gd name="T29" fmla="*/ 442 h 756"/>
                    <a:gd name="T30" fmla="*/ 29 w 717"/>
                    <a:gd name="T31" fmla="*/ 352 h 756"/>
                    <a:gd name="T32" fmla="*/ 30 w 717"/>
                    <a:gd name="T33" fmla="*/ 384 h 756"/>
                    <a:gd name="T34" fmla="*/ 31 w 717"/>
                    <a:gd name="T35" fmla="*/ 135 h 756"/>
                    <a:gd name="T36" fmla="*/ 33 w 717"/>
                    <a:gd name="T37" fmla="*/ 301 h 756"/>
                    <a:gd name="T38" fmla="*/ 32 w 717"/>
                    <a:gd name="T39" fmla="*/ 519 h 756"/>
                    <a:gd name="T40" fmla="*/ 34 w 717"/>
                    <a:gd name="T41" fmla="*/ 679 h 756"/>
                    <a:gd name="T42" fmla="*/ 36 w 717"/>
                    <a:gd name="T43" fmla="*/ 628 h 756"/>
                    <a:gd name="T44" fmla="*/ 37 w 717"/>
                    <a:gd name="T45" fmla="*/ 480 h 756"/>
                    <a:gd name="T46" fmla="*/ 38 w 717"/>
                    <a:gd name="T47" fmla="*/ 391 h 756"/>
                    <a:gd name="T48" fmla="*/ 36 w 717"/>
                    <a:gd name="T49" fmla="*/ 506 h 756"/>
                    <a:gd name="T50" fmla="*/ 38 w 717"/>
                    <a:gd name="T51" fmla="*/ 352 h 756"/>
                    <a:gd name="T52" fmla="*/ 39 w 717"/>
                    <a:gd name="T53" fmla="*/ 455 h 756"/>
                    <a:gd name="T54" fmla="*/ 41 w 717"/>
                    <a:gd name="T55" fmla="*/ 519 h 756"/>
                    <a:gd name="T56" fmla="*/ 43 w 717"/>
                    <a:gd name="T57" fmla="*/ 410 h 756"/>
                    <a:gd name="T58" fmla="*/ 44 w 717"/>
                    <a:gd name="T59" fmla="*/ 186 h 756"/>
                    <a:gd name="T60" fmla="*/ 45 w 717"/>
                    <a:gd name="T61" fmla="*/ 231 h 756"/>
                    <a:gd name="T62" fmla="*/ 48 w 717"/>
                    <a:gd name="T63" fmla="*/ 148 h 756"/>
                    <a:gd name="T64" fmla="*/ 48 w 717"/>
                    <a:gd name="T65" fmla="*/ 301 h 756"/>
                    <a:gd name="T66" fmla="*/ 48 w 717"/>
                    <a:gd name="T67" fmla="*/ 730 h 756"/>
                    <a:gd name="T68" fmla="*/ 54 w 717"/>
                    <a:gd name="T69" fmla="*/ 0 h 756"/>
                    <a:gd name="T70" fmla="*/ 54 w 717"/>
                    <a:gd name="T71" fmla="*/ 250 h 756"/>
                    <a:gd name="T72" fmla="*/ 55 w 717"/>
                    <a:gd name="T73" fmla="*/ 333 h 756"/>
                    <a:gd name="T74" fmla="*/ 57 w 717"/>
                    <a:gd name="T75" fmla="*/ 192 h 756"/>
                    <a:gd name="T76" fmla="*/ 59 w 717"/>
                    <a:gd name="T77" fmla="*/ 340 h 756"/>
                    <a:gd name="T78" fmla="*/ 58 w 717"/>
                    <a:gd name="T79" fmla="*/ 429 h 756"/>
                    <a:gd name="T80" fmla="*/ 60 w 717"/>
                    <a:gd name="T81" fmla="*/ 461 h 756"/>
                    <a:gd name="T82" fmla="*/ 0 60000 65536"/>
                    <a:gd name="T83" fmla="*/ 0 60000 65536"/>
                    <a:gd name="T84" fmla="*/ 0 60000 65536"/>
                    <a:gd name="T85" fmla="*/ 0 60000 65536"/>
                    <a:gd name="T86" fmla="*/ 0 60000 65536"/>
                    <a:gd name="T87" fmla="*/ 0 60000 65536"/>
                    <a:gd name="T88" fmla="*/ 0 60000 65536"/>
                    <a:gd name="T89" fmla="*/ 0 60000 65536"/>
                    <a:gd name="T90" fmla="*/ 0 60000 65536"/>
                    <a:gd name="T91" fmla="*/ 0 60000 65536"/>
                    <a:gd name="T92" fmla="*/ 0 60000 65536"/>
                    <a:gd name="T93" fmla="*/ 0 60000 65536"/>
                    <a:gd name="T94" fmla="*/ 0 60000 65536"/>
                    <a:gd name="T95" fmla="*/ 0 60000 65536"/>
                    <a:gd name="T96" fmla="*/ 0 60000 65536"/>
                    <a:gd name="T97" fmla="*/ 0 60000 65536"/>
                    <a:gd name="T98" fmla="*/ 0 60000 65536"/>
                    <a:gd name="T99" fmla="*/ 0 60000 65536"/>
                    <a:gd name="T100" fmla="*/ 0 60000 65536"/>
                    <a:gd name="T101" fmla="*/ 0 60000 65536"/>
                    <a:gd name="T102" fmla="*/ 0 60000 65536"/>
                    <a:gd name="T103" fmla="*/ 0 60000 65536"/>
                    <a:gd name="T104" fmla="*/ 0 60000 65536"/>
                    <a:gd name="T105" fmla="*/ 0 60000 65536"/>
                    <a:gd name="T106" fmla="*/ 0 60000 65536"/>
                    <a:gd name="T107" fmla="*/ 0 60000 65536"/>
                    <a:gd name="T108" fmla="*/ 0 60000 65536"/>
                    <a:gd name="T109" fmla="*/ 0 60000 65536"/>
                    <a:gd name="T110" fmla="*/ 0 60000 65536"/>
                    <a:gd name="T111" fmla="*/ 0 60000 65536"/>
                    <a:gd name="T112" fmla="*/ 0 60000 65536"/>
                    <a:gd name="T113" fmla="*/ 0 60000 65536"/>
                    <a:gd name="T114" fmla="*/ 0 60000 65536"/>
                    <a:gd name="T115" fmla="*/ 0 60000 65536"/>
                    <a:gd name="T116" fmla="*/ 0 60000 65536"/>
                    <a:gd name="T117" fmla="*/ 0 60000 65536"/>
                    <a:gd name="T118" fmla="*/ 0 60000 65536"/>
                    <a:gd name="T119" fmla="*/ 0 60000 65536"/>
                    <a:gd name="T120" fmla="*/ 0 60000 65536"/>
                    <a:gd name="T121" fmla="*/ 0 60000 65536"/>
                    <a:gd name="T122" fmla="*/ 0 60000 65536"/>
                    <a:gd name="T123" fmla="*/ 0 w 717"/>
                    <a:gd name="T124" fmla="*/ 0 h 756"/>
                    <a:gd name="T125" fmla="*/ 717 w 717"/>
                    <a:gd name="T126" fmla="*/ 756 h 756"/>
                  </a:gdLst>
                  <a:ahLst/>
                  <a:cxnLst>
                    <a:cxn ang="T82">
                      <a:pos x="T0" y="T1"/>
                    </a:cxn>
                    <a:cxn ang="T83">
                      <a:pos x="T2" y="T3"/>
                    </a:cxn>
                    <a:cxn ang="T84">
                      <a:pos x="T4" y="T5"/>
                    </a:cxn>
                    <a:cxn ang="T85">
                      <a:pos x="T6" y="T7"/>
                    </a:cxn>
                    <a:cxn ang="T86">
                      <a:pos x="T8" y="T9"/>
                    </a:cxn>
                    <a:cxn ang="T87">
                      <a:pos x="T10" y="T11"/>
                    </a:cxn>
                    <a:cxn ang="T88">
                      <a:pos x="T12" y="T13"/>
                    </a:cxn>
                    <a:cxn ang="T89">
                      <a:pos x="T14" y="T15"/>
                    </a:cxn>
                    <a:cxn ang="T90">
                      <a:pos x="T16" y="T17"/>
                    </a:cxn>
                    <a:cxn ang="T91">
                      <a:pos x="T18" y="T19"/>
                    </a:cxn>
                    <a:cxn ang="T92">
                      <a:pos x="T20" y="T21"/>
                    </a:cxn>
                    <a:cxn ang="T93">
                      <a:pos x="T22" y="T23"/>
                    </a:cxn>
                    <a:cxn ang="T94">
                      <a:pos x="T24" y="T25"/>
                    </a:cxn>
                    <a:cxn ang="T95">
                      <a:pos x="T26" y="T27"/>
                    </a:cxn>
                    <a:cxn ang="T96">
                      <a:pos x="T28" y="T29"/>
                    </a:cxn>
                    <a:cxn ang="T97">
                      <a:pos x="T30" y="T31"/>
                    </a:cxn>
                    <a:cxn ang="T98">
                      <a:pos x="T32" y="T33"/>
                    </a:cxn>
                    <a:cxn ang="T99">
                      <a:pos x="T34" y="T35"/>
                    </a:cxn>
                    <a:cxn ang="T100">
                      <a:pos x="T36" y="T37"/>
                    </a:cxn>
                    <a:cxn ang="T101">
                      <a:pos x="T38" y="T39"/>
                    </a:cxn>
                    <a:cxn ang="T102">
                      <a:pos x="T40" y="T41"/>
                    </a:cxn>
                    <a:cxn ang="T103">
                      <a:pos x="T42" y="T43"/>
                    </a:cxn>
                    <a:cxn ang="T104">
                      <a:pos x="T44" y="T45"/>
                    </a:cxn>
                    <a:cxn ang="T105">
                      <a:pos x="T46" y="T47"/>
                    </a:cxn>
                    <a:cxn ang="T106">
                      <a:pos x="T48" y="T49"/>
                    </a:cxn>
                    <a:cxn ang="T107">
                      <a:pos x="T50" y="T51"/>
                    </a:cxn>
                    <a:cxn ang="T108">
                      <a:pos x="T52" y="T53"/>
                    </a:cxn>
                    <a:cxn ang="T109">
                      <a:pos x="T54" y="T55"/>
                    </a:cxn>
                    <a:cxn ang="T110">
                      <a:pos x="T56" y="T57"/>
                    </a:cxn>
                    <a:cxn ang="T111">
                      <a:pos x="T58" y="T59"/>
                    </a:cxn>
                    <a:cxn ang="T112">
                      <a:pos x="T60" y="T61"/>
                    </a:cxn>
                    <a:cxn ang="T113">
                      <a:pos x="T62" y="T63"/>
                    </a:cxn>
                    <a:cxn ang="T114">
                      <a:pos x="T64" y="T65"/>
                    </a:cxn>
                    <a:cxn ang="T115">
                      <a:pos x="T66" y="T67"/>
                    </a:cxn>
                    <a:cxn ang="T116">
                      <a:pos x="T68" y="T69"/>
                    </a:cxn>
                    <a:cxn ang="T117">
                      <a:pos x="T70" y="T71"/>
                    </a:cxn>
                    <a:cxn ang="T118">
                      <a:pos x="T72" y="T73"/>
                    </a:cxn>
                    <a:cxn ang="T119">
                      <a:pos x="T74" y="T75"/>
                    </a:cxn>
                    <a:cxn ang="T120">
                      <a:pos x="T76" y="T77"/>
                    </a:cxn>
                    <a:cxn ang="T121">
                      <a:pos x="T78" y="T79"/>
                    </a:cxn>
                    <a:cxn ang="T122">
                      <a:pos x="T80" y="T81"/>
                    </a:cxn>
                  </a:cxnLst>
                  <a:rect l="T123" t="T124" r="T125" b="T126"/>
                  <a:pathLst>
                    <a:path w="717" h="756">
                      <a:moveTo>
                        <a:pt x="0" y="756"/>
                      </a:moveTo>
                      <a:lnTo>
                        <a:pt x="52" y="167"/>
                      </a:lnTo>
                      <a:lnTo>
                        <a:pt x="64" y="384"/>
                      </a:lnTo>
                      <a:lnTo>
                        <a:pt x="90" y="103"/>
                      </a:lnTo>
                      <a:lnTo>
                        <a:pt x="116" y="519"/>
                      </a:lnTo>
                      <a:lnTo>
                        <a:pt x="135" y="487"/>
                      </a:lnTo>
                      <a:lnTo>
                        <a:pt x="135" y="359"/>
                      </a:lnTo>
                      <a:lnTo>
                        <a:pt x="167" y="71"/>
                      </a:lnTo>
                      <a:lnTo>
                        <a:pt x="192" y="244"/>
                      </a:lnTo>
                      <a:lnTo>
                        <a:pt x="205" y="96"/>
                      </a:lnTo>
                      <a:lnTo>
                        <a:pt x="218" y="615"/>
                      </a:lnTo>
                      <a:lnTo>
                        <a:pt x="244" y="397"/>
                      </a:lnTo>
                      <a:lnTo>
                        <a:pt x="282" y="519"/>
                      </a:lnTo>
                      <a:lnTo>
                        <a:pt x="308" y="308"/>
                      </a:lnTo>
                      <a:lnTo>
                        <a:pt x="333" y="442"/>
                      </a:lnTo>
                      <a:lnTo>
                        <a:pt x="346" y="352"/>
                      </a:lnTo>
                      <a:lnTo>
                        <a:pt x="365" y="384"/>
                      </a:lnTo>
                      <a:lnTo>
                        <a:pt x="378" y="135"/>
                      </a:lnTo>
                      <a:lnTo>
                        <a:pt x="391" y="301"/>
                      </a:lnTo>
                      <a:lnTo>
                        <a:pt x="384" y="519"/>
                      </a:lnTo>
                      <a:lnTo>
                        <a:pt x="404" y="679"/>
                      </a:lnTo>
                      <a:lnTo>
                        <a:pt x="429" y="628"/>
                      </a:lnTo>
                      <a:lnTo>
                        <a:pt x="442" y="480"/>
                      </a:lnTo>
                      <a:lnTo>
                        <a:pt x="455" y="391"/>
                      </a:lnTo>
                      <a:lnTo>
                        <a:pt x="436" y="506"/>
                      </a:lnTo>
                      <a:lnTo>
                        <a:pt x="461" y="352"/>
                      </a:lnTo>
                      <a:lnTo>
                        <a:pt x="474" y="455"/>
                      </a:lnTo>
                      <a:lnTo>
                        <a:pt x="493" y="519"/>
                      </a:lnTo>
                      <a:lnTo>
                        <a:pt x="512" y="410"/>
                      </a:lnTo>
                      <a:lnTo>
                        <a:pt x="532" y="186"/>
                      </a:lnTo>
                      <a:lnTo>
                        <a:pt x="544" y="231"/>
                      </a:lnTo>
                      <a:lnTo>
                        <a:pt x="570" y="148"/>
                      </a:lnTo>
                      <a:lnTo>
                        <a:pt x="576" y="301"/>
                      </a:lnTo>
                      <a:lnTo>
                        <a:pt x="576" y="730"/>
                      </a:lnTo>
                      <a:lnTo>
                        <a:pt x="647" y="0"/>
                      </a:lnTo>
                      <a:lnTo>
                        <a:pt x="647" y="250"/>
                      </a:lnTo>
                      <a:lnTo>
                        <a:pt x="660" y="333"/>
                      </a:lnTo>
                      <a:lnTo>
                        <a:pt x="685" y="192"/>
                      </a:lnTo>
                      <a:lnTo>
                        <a:pt x="711" y="340"/>
                      </a:lnTo>
                      <a:lnTo>
                        <a:pt x="698" y="429"/>
                      </a:lnTo>
                      <a:lnTo>
                        <a:pt x="717" y="461"/>
                      </a:lnTo>
                    </a:path>
                  </a:pathLst>
                </a:custGeom>
                <a:noFill/>
                <a:ln w="9525">
                  <a:solidFill>
                    <a:srgbClr val="FF0000"/>
                  </a:solidFill>
                  <a:round/>
                  <a:headEnd/>
                  <a:tailEnd/>
                </a:ln>
              </p:spPr>
              <p:txBody>
                <a:bodyPr/>
                <a:lstStyle/>
                <a:p>
                  <a:endParaRPr lang="en-GB" sz="1600"/>
                </a:p>
              </p:txBody>
            </p:sp>
          </p:grpSp>
        </p:grpSp>
        <p:grpSp>
          <p:nvGrpSpPr>
            <p:cNvPr id="14366" name="Group 316"/>
            <p:cNvGrpSpPr>
              <a:grpSpLocks/>
            </p:cNvGrpSpPr>
            <p:nvPr/>
          </p:nvGrpSpPr>
          <p:grpSpPr bwMode="auto">
            <a:xfrm>
              <a:off x="2976" y="1842"/>
              <a:ext cx="525" cy="173"/>
              <a:chOff x="3404" y="1080"/>
              <a:chExt cx="1755" cy="819"/>
            </a:xfrm>
          </p:grpSpPr>
          <p:grpSp>
            <p:nvGrpSpPr>
              <p:cNvPr id="14367" name="Group 317"/>
              <p:cNvGrpSpPr>
                <a:grpSpLocks/>
              </p:cNvGrpSpPr>
              <p:nvPr/>
            </p:nvGrpSpPr>
            <p:grpSpPr bwMode="auto">
              <a:xfrm>
                <a:off x="3404" y="1080"/>
                <a:ext cx="590" cy="801"/>
                <a:chOff x="3462" y="1100"/>
                <a:chExt cx="1549" cy="801"/>
              </a:xfrm>
            </p:grpSpPr>
            <p:sp>
              <p:nvSpPr>
                <p:cNvPr id="14450" name="Freeform 318"/>
                <p:cNvSpPr>
                  <a:spLocks/>
                </p:cNvSpPr>
                <p:nvPr/>
              </p:nvSpPr>
              <p:spPr bwMode="auto">
                <a:xfrm>
                  <a:off x="3462" y="1126"/>
                  <a:ext cx="313" cy="756"/>
                </a:xfrm>
                <a:custGeom>
                  <a:avLst/>
                  <a:gdLst>
                    <a:gd name="T0" fmla="*/ 0 w 717"/>
                    <a:gd name="T1" fmla="*/ 756 h 756"/>
                    <a:gd name="T2" fmla="*/ 4 w 717"/>
                    <a:gd name="T3" fmla="*/ 167 h 756"/>
                    <a:gd name="T4" fmla="*/ 5 w 717"/>
                    <a:gd name="T5" fmla="*/ 384 h 756"/>
                    <a:gd name="T6" fmla="*/ 7 w 717"/>
                    <a:gd name="T7" fmla="*/ 103 h 756"/>
                    <a:gd name="T8" fmla="*/ 10 w 717"/>
                    <a:gd name="T9" fmla="*/ 519 h 756"/>
                    <a:gd name="T10" fmla="*/ 11 w 717"/>
                    <a:gd name="T11" fmla="*/ 487 h 756"/>
                    <a:gd name="T12" fmla="*/ 11 w 717"/>
                    <a:gd name="T13" fmla="*/ 359 h 756"/>
                    <a:gd name="T14" fmla="*/ 14 w 717"/>
                    <a:gd name="T15" fmla="*/ 71 h 756"/>
                    <a:gd name="T16" fmla="*/ 16 w 717"/>
                    <a:gd name="T17" fmla="*/ 244 h 756"/>
                    <a:gd name="T18" fmla="*/ 17 w 717"/>
                    <a:gd name="T19" fmla="*/ 96 h 756"/>
                    <a:gd name="T20" fmla="*/ 18 w 717"/>
                    <a:gd name="T21" fmla="*/ 615 h 756"/>
                    <a:gd name="T22" fmla="*/ 21 w 717"/>
                    <a:gd name="T23" fmla="*/ 397 h 756"/>
                    <a:gd name="T24" fmla="*/ 24 w 717"/>
                    <a:gd name="T25" fmla="*/ 519 h 756"/>
                    <a:gd name="T26" fmla="*/ 25 w 717"/>
                    <a:gd name="T27" fmla="*/ 308 h 756"/>
                    <a:gd name="T28" fmla="*/ 28 w 717"/>
                    <a:gd name="T29" fmla="*/ 442 h 756"/>
                    <a:gd name="T30" fmla="*/ 29 w 717"/>
                    <a:gd name="T31" fmla="*/ 352 h 756"/>
                    <a:gd name="T32" fmla="*/ 30 w 717"/>
                    <a:gd name="T33" fmla="*/ 384 h 756"/>
                    <a:gd name="T34" fmla="*/ 31 w 717"/>
                    <a:gd name="T35" fmla="*/ 135 h 756"/>
                    <a:gd name="T36" fmla="*/ 33 w 717"/>
                    <a:gd name="T37" fmla="*/ 301 h 756"/>
                    <a:gd name="T38" fmla="*/ 32 w 717"/>
                    <a:gd name="T39" fmla="*/ 519 h 756"/>
                    <a:gd name="T40" fmla="*/ 34 w 717"/>
                    <a:gd name="T41" fmla="*/ 679 h 756"/>
                    <a:gd name="T42" fmla="*/ 36 w 717"/>
                    <a:gd name="T43" fmla="*/ 628 h 756"/>
                    <a:gd name="T44" fmla="*/ 37 w 717"/>
                    <a:gd name="T45" fmla="*/ 480 h 756"/>
                    <a:gd name="T46" fmla="*/ 38 w 717"/>
                    <a:gd name="T47" fmla="*/ 391 h 756"/>
                    <a:gd name="T48" fmla="*/ 36 w 717"/>
                    <a:gd name="T49" fmla="*/ 506 h 756"/>
                    <a:gd name="T50" fmla="*/ 38 w 717"/>
                    <a:gd name="T51" fmla="*/ 352 h 756"/>
                    <a:gd name="T52" fmla="*/ 39 w 717"/>
                    <a:gd name="T53" fmla="*/ 455 h 756"/>
                    <a:gd name="T54" fmla="*/ 41 w 717"/>
                    <a:gd name="T55" fmla="*/ 519 h 756"/>
                    <a:gd name="T56" fmla="*/ 43 w 717"/>
                    <a:gd name="T57" fmla="*/ 410 h 756"/>
                    <a:gd name="T58" fmla="*/ 44 w 717"/>
                    <a:gd name="T59" fmla="*/ 186 h 756"/>
                    <a:gd name="T60" fmla="*/ 45 w 717"/>
                    <a:gd name="T61" fmla="*/ 231 h 756"/>
                    <a:gd name="T62" fmla="*/ 48 w 717"/>
                    <a:gd name="T63" fmla="*/ 148 h 756"/>
                    <a:gd name="T64" fmla="*/ 48 w 717"/>
                    <a:gd name="T65" fmla="*/ 301 h 756"/>
                    <a:gd name="T66" fmla="*/ 48 w 717"/>
                    <a:gd name="T67" fmla="*/ 730 h 756"/>
                    <a:gd name="T68" fmla="*/ 54 w 717"/>
                    <a:gd name="T69" fmla="*/ 0 h 756"/>
                    <a:gd name="T70" fmla="*/ 54 w 717"/>
                    <a:gd name="T71" fmla="*/ 250 h 756"/>
                    <a:gd name="T72" fmla="*/ 55 w 717"/>
                    <a:gd name="T73" fmla="*/ 333 h 756"/>
                    <a:gd name="T74" fmla="*/ 57 w 717"/>
                    <a:gd name="T75" fmla="*/ 192 h 756"/>
                    <a:gd name="T76" fmla="*/ 59 w 717"/>
                    <a:gd name="T77" fmla="*/ 340 h 756"/>
                    <a:gd name="T78" fmla="*/ 58 w 717"/>
                    <a:gd name="T79" fmla="*/ 429 h 756"/>
                    <a:gd name="T80" fmla="*/ 60 w 717"/>
                    <a:gd name="T81" fmla="*/ 461 h 756"/>
                    <a:gd name="T82" fmla="*/ 0 60000 65536"/>
                    <a:gd name="T83" fmla="*/ 0 60000 65536"/>
                    <a:gd name="T84" fmla="*/ 0 60000 65536"/>
                    <a:gd name="T85" fmla="*/ 0 60000 65536"/>
                    <a:gd name="T86" fmla="*/ 0 60000 65536"/>
                    <a:gd name="T87" fmla="*/ 0 60000 65536"/>
                    <a:gd name="T88" fmla="*/ 0 60000 65536"/>
                    <a:gd name="T89" fmla="*/ 0 60000 65536"/>
                    <a:gd name="T90" fmla="*/ 0 60000 65536"/>
                    <a:gd name="T91" fmla="*/ 0 60000 65536"/>
                    <a:gd name="T92" fmla="*/ 0 60000 65536"/>
                    <a:gd name="T93" fmla="*/ 0 60000 65536"/>
                    <a:gd name="T94" fmla="*/ 0 60000 65536"/>
                    <a:gd name="T95" fmla="*/ 0 60000 65536"/>
                    <a:gd name="T96" fmla="*/ 0 60000 65536"/>
                    <a:gd name="T97" fmla="*/ 0 60000 65536"/>
                    <a:gd name="T98" fmla="*/ 0 60000 65536"/>
                    <a:gd name="T99" fmla="*/ 0 60000 65536"/>
                    <a:gd name="T100" fmla="*/ 0 60000 65536"/>
                    <a:gd name="T101" fmla="*/ 0 60000 65536"/>
                    <a:gd name="T102" fmla="*/ 0 60000 65536"/>
                    <a:gd name="T103" fmla="*/ 0 60000 65536"/>
                    <a:gd name="T104" fmla="*/ 0 60000 65536"/>
                    <a:gd name="T105" fmla="*/ 0 60000 65536"/>
                    <a:gd name="T106" fmla="*/ 0 60000 65536"/>
                    <a:gd name="T107" fmla="*/ 0 60000 65536"/>
                    <a:gd name="T108" fmla="*/ 0 60000 65536"/>
                    <a:gd name="T109" fmla="*/ 0 60000 65536"/>
                    <a:gd name="T110" fmla="*/ 0 60000 65536"/>
                    <a:gd name="T111" fmla="*/ 0 60000 65536"/>
                    <a:gd name="T112" fmla="*/ 0 60000 65536"/>
                    <a:gd name="T113" fmla="*/ 0 60000 65536"/>
                    <a:gd name="T114" fmla="*/ 0 60000 65536"/>
                    <a:gd name="T115" fmla="*/ 0 60000 65536"/>
                    <a:gd name="T116" fmla="*/ 0 60000 65536"/>
                    <a:gd name="T117" fmla="*/ 0 60000 65536"/>
                    <a:gd name="T118" fmla="*/ 0 60000 65536"/>
                    <a:gd name="T119" fmla="*/ 0 60000 65536"/>
                    <a:gd name="T120" fmla="*/ 0 60000 65536"/>
                    <a:gd name="T121" fmla="*/ 0 60000 65536"/>
                    <a:gd name="T122" fmla="*/ 0 60000 65536"/>
                    <a:gd name="T123" fmla="*/ 0 w 717"/>
                    <a:gd name="T124" fmla="*/ 0 h 756"/>
                    <a:gd name="T125" fmla="*/ 717 w 717"/>
                    <a:gd name="T126" fmla="*/ 756 h 756"/>
                  </a:gdLst>
                  <a:ahLst/>
                  <a:cxnLst>
                    <a:cxn ang="T82">
                      <a:pos x="T0" y="T1"/>
                    </a:cxn>
                    <a:cxn ang="T83">
                      <a:pos x="T2" y="T3"/>
                    </a:cxn>
                    <a:cxn ang="T84">
                      <a:pos x="T4" y="T5"/>
                    </a:cxn>
                    <a:cxn ang="T85">
                      <a:pos x="T6" y="T7"/>
                    </a:cxn>
                    <a:cxn ang="T86">
                      <a:pos x="T8" y="T9"/>
                    </a:cxn>
                    <a:cxn ang="T87">
                      <a:pos x="T10" y="T11"/>
                    </a:cxn>
                    <a:cxn ang="T88">
                      <a:pos x="T12" y="T13"/>
                    </a:cxn>
                    <a:cxn ang="T89">
                      <a:pos x="T14" y="T15"/>
                    </a:cxn>
                    <a:cxn ang="T90">
                      <a:pos x="T16" y="T17"/>
                    </a:cxn>
                    <a:cxn ang="T91">
                      <a:pos x="T18" y="T19"/>
                    </a:cxn>
                    <a:cxn ang="T92">
                      <a:pos x="T20" y="T21"/>
                    </a:cxn>
                    <a:cxn ang="T93">
                      <a:pos x="T22" y="T23"/>
                    </a:cxn>
                    <a:cxn ang="T94">
                      <a:pos x="T24" y="T25"/>
                    </a:cxn>
                    <a:cxn ang="T95">
                      <a:pos x="T26" y="T27"/>
                    </a:cxn>
                    <a:cxn ang="T96">
                      <a:pos x="T28" y="T29"/>
                    </a:cxn>
                    <a:cxn ang="T97">
                      <a:pos x="T30" y="T31"/>
                    </a:cxn>
                    <a:cxn ang="T98">
                      <a:pos x="T32" y="T33"/>
                    </a:cxn>
                    <a:cxn ang="T99">
                      <a:pos x="T34" y="T35"/>
                    </a:cxn>
                    <a:cxn ang="T100">
                      <a:pos x="T36" y="T37"/>
                    </a:cxn>
                    <a:cxn ang="T101">
                      <a:pos x="T38" y="T39"/>
                    </a:cxn>
                    <a:cxn ang="T102">
                      <a:pos x="T40" y="T41"/>
                    </a:cxn>
                    <a:cxn ang="T103">
                      <a:pos x="T42" y="T43"/>
                    </a:cxn>
                    <a:cxn ang="T104">
                      <a:pos x="T44" y="T45"/>
                    </a:cxn>
                    <a:cxn ang="T105">
                      <a:pos x="T46" y="T47"/>
                    </a:cxn>
                    <a:cxn ang="T106">
                      <a:pos x="T48" y="T49"/>
                    </a:cxn>
                    <a:cxn ang="T107">
                      <a:pos x="T50" y="T51"/>
                    </a:cxn>
                    <a:cxn ang="T108">
                      <a:pos x="T52" y="T53"/>
                    </a:cxn>
                    <a:cxn ang="T109">
                      <a:pos x="T54" y="T55"/>
                    </a:cxn>
                    <a:cxn ang="T110">
                      <a:pos x="T56" y="T57"/>
                    </a:cxn>
                    <a:cxn ang="T111">
                      <a:pos x="T58" y="T59"/>
                    </a:cxn>
                    <a:cxn ang="T112">
                      <a:pos x="T60" y="T61"/>
                    </a:cxn>
                    <a:cxn ang="T113">
                      <a:pos x="T62" y="T63"/>
                    </a:cxn>
                    <a:cxn ang="T114">
                      <a:pos x="T64" y="T65"/>
                    </a:cxn>
                    <a:cxn ang="T115">
                      <a:pos x="T66" y="T67"/>
                    </a:cxn>
                    <a:cxn ang="T116">
                      <a:pos x="T68" y="T69"/>
                    </a:cxn>
                    <a:cxn ang="T117">
                      <a:pos x="T70" y="T71"/>
                    </a:cxn>
                    <a:cxn ang="T118">
                      <a:pos x="T72" y="T73"/>
                    </a:cxn>
                    <a:cxn ang="T119">
                      <a:pos x="T74" y="T75"/>
                    </a:cxn>
                    <a:cxn ang="T120">
                      <a:pos x="T76" y="T77"/>
                    </a:cxn>
                    <a:cxn ang="T121">
                      <a:pos x="T78" y="T79"/>
                    </a:cxn>
                    <a:cxn ang="T122">
                      <a:pos x="T80" y="T81"/>
                    </a:cxn>
                  </a:cxnLst>
                  <a:rect l="T123" t="T124" r="T125" b="T126"/>
                  <a:pathLst>
                    <a:path w="717" h="756">
                      <a:moveTo>
                        <a:pt x="0" y="756"/>
                      </a:moveTo>
                      <a:lnTo>
                        <a:pt x="52" y="167"/>
                      </a:lnTo>
                      <a:lnTo>
                        <a:pt x="64" y="384"/>
                      </a:lnTo>
                      <a:lnTo>
                        <a:pt x="90" y="103"/>
                      </a:lnTo>
                      <a:lnTo>
                        <a:pt x="116" y="519"/>
                      </a:lnTo>
                      <a:lnTo>
                        <a:pt x="135" y="487"/>
                      </a:lnTo>
                      <a:lnTo>
                        <a:pt x="135" y="359"/>
                      </a:lnTo>
                      <a:lnTo>
                        <a:pt x="167" y="71"/>
                      </a:lnTo>
                      <a:lnTo>
                        <a:pt x="192" y="244"/>
                      </a:lnTo>
                      <a:lnTo>
                        <a:pt x="205" y="96"/>
                      </a:lnTo>
                      <a:lnTo>
                        <a:pt x="218" y="615"/>
                      </a:lnTo>
                      <a:lnTo>
                        <a:pt x="244" y="397"/>
                      </a:lnTo>
                      <a:lnTo>
                        <a:pt x="282" y="519"/>
                      </a:lnTo>
                      <a:lnTo>
                        <a:pt x="308" y="308"/>
                      </a:lnTo>
                      <a:lnTo>
                        <a:pt x="333" y="442"/>
                      </a:lnTo>
                      <a:lnTo>
                        <a:pt x="346" y="352"/>
                      </a:lnTo>
                      <a:lnTo>
                        <a:pt x="365" y="384"/>
                      </a:lnTo>
                      <a:lnTo>
                        <a:pt x="378" y="135"/>
                      </a:lnTo>
                      <a:lnTo>
                        <a:pt x="391" y="301"/>
                      </a:lnTo>
                      <a:lnTo>
                        <a:pt x="384" y="519"/>
                      </a:lnTo>
                      <a:lnTo>
                        <a:pt x="404" y="679"/>
                      </a:lnTo>
                      <a:lnTo>
                        <a:pt x="429" y="628"/>
                      </a:lnTo>
                      <a:lnTo>
                        <a:pt x="442" y="480"/>
                      </a:lnTo>
                      <a:lnTo>
                        <a:pt x="455" y="391"/>
                      </a:lnTo>
                      <a:lnTo>
                        <a:pt x="436" y="506"/>
                      </a:lnTo>
                      <a:lnTo>
                        <a:pt x="461" y="352"/>
                      </a:lnTo>
                      <a:lnTo>
                        <a:pt x="474" y="455"/>
                      </a:lnTo>
                      <a:lnTo>
                        <a:pt x="493" y="519"/>
                      </a:lnTo>
                      <a:lnTo>
                        <a:pt x="512" y="410"/>
                      </a:lnTo>
                      <a:lnTo>
                        <a:pt x="532" y="186"/>
                      </a:lnTo>
                      <a:lnTo>
                        <a:pt x="544" y="231"/>
                      </a:lnTo>
                      <a:lnTo>
                        <a:pt x="570" y="148"/>
                      </a:lnTo>
                      <a:lnTo>
                        <a:pt x="576" y="301"/>
                      </a:lnTo>
                      <a:lnTo>
                        <a:pt x="576" y="730"/>
                      </a:lnTo>
                      <a:lnTo>
                        <a:pt x="647" y="0"/>
                      </a:lnTo>
                      <a:lnTo>
                        <a:pt x="647" y="250"/>
                      </a:lnTo>
                      <a:lnTo>
                        <a:pt x="660" y="333"/>
                      </a:lnTo>
                      <a:lnTo>
                        <a:pt x="685" y="192"/>
                      </a:lnTo>
                      <a:lnTo>
                        <a:pt x="711" y="340"/>
                      </a:lnTo>
                      <a:lnTo>
                        <a:pt x="698" y="429"/>
                      </a:lnTo>
                      <a:lnTo>
                        <a:pt x="717" y="461"/>
                      </a:lnTo>
                    </a:path>
                  </a:pathLst>
                </a:custGeom>
                <a:noFill/>
                <a:ln w="9525">
                  <a:solidFill>
                    <a:srgbClr val="FF0000"/>
                  </a:solidFill>
                  <a:round/>
                  <a:headEnd/>
                  <a:tailEnd/>
                </a:ln>
              </p:spPr>
              <p:txBody>
                <a:bodyPr/>
                <a:lstStyle/>
                <a:p>
                  <a:endParaRPr lang="en-GB" sz="1600"/>
                </a:p>
              </p:txBody>
            </p:sp>
            <p:sp>
              <p:nvSpPr>
                <p:cNvPr id="14451" name="Freeform 319"/>
                <p:cNvSpPr>
                  <a:spLocks/>
                </p:cNvSpPr>
                <p:nvPr/>
              </p:nvSpPr>
              <p:spPr bwMode="auto">
                <a:xfrm flipH="1" flipV="1">
                  <a:off x="3770" y="1145"/>
                  <a:ext cx="313" cy="756"/>
                </a:xfrm>
                <a:custGeom>
                  <a:avLst/>
                  <a:gdLst>
                    <a:gd name="T0" fmla="*/ 0 w 717"/>
                    <a:gd name="T1" fmla="*/ 756 h 756"/>
                    <a:gd name="T2" fmla="*/ 4 w 717"/>
                    <a:gd name="T3" fmla="*/ 167 h 756"/>
                    <a:gd name="T4" fmla="*/ 5 w 717"/>
                    <a:gd name="T5" fmla="*/ 384 h 756"/>
                    <a:gd name="T6" fmla="*/ 7 w 717"/>
                    <a:gd name="T7" fmla="*/ 103 h 756"/>
                    <a:gd name="T8" fmla="*/ 10 w 717"/>
                    <a:gd name="T9" fmla="*/ 519 h 756"/>
                    <a:gd name="T10" fmla="*/ 11 w 717"/>
                    <a:gd name="T11" fmla="*/ 487 h 756"/>
                    <a:gd name="T12" fmla="*/ 11 w 717"/>
                    <a:gd name="T13" fmla="*/ 359 h 756"/>
                    <a:gd name="T14" fmla="*/ 14 w 717"/>
                    <a:gd name="T15" fmla="*/ 71 h 756"/>
                    <a:gd name="T16" fmla="*/ 16 w 717"/>
                    <a:gd name="T17" fmla="*/ 244 h 756"/>
                    <a:gd name="T18" fmla="*/ 17 w 717"/>
                    <a:gd name="T19" fmla="*/ 96 h 756"/>
                    <a:gd name="T20" fmla="*/ 18 w 717"/>
                    <a:gd name="T21" fmla="*/ 615 h 756"/>
                    <a:gd name="T22" fmla="*/ 21 w 717"/>
                    <a:gd name="T23" fmla="*/ 397 h 756"/>
                    <a:gd name="T24" fmla="*/ 24 w 717"/>
                    <a:gd name="T25" fmla="*/ 519 h 756"/>
                    <a:gd name="T26" fmla="*/ 25 w 717"/>
                    <a:gd name="T27" fmla="*/ 308 h 756"/>
                    <a:gd name="T28" fmla="*/ 28 w 717"/>
                    <a:gd name="T29" fmla="*/ 442 h 756"/>
                    <a:gd name="T30" fmla="*/ 29 w 717"/>
                    <a:gd name="T31" fmla="*/ 352 h 756"/>
                    <a:gd name="T32" fmla="*/ 30 w 717"/>
                    <a:gd name="T33" fmla="*/ 384 h 756"/>
                    <a:gd name="T34" fmla="*/ 31 w 717"/>
                    <a:gd name="T35" fmla="*/ 135 h 756"/>
                    <a:gd name="T36" fmla="*/ 33 w 717"/>
                    <a:gd name="T37" fmla="*/ 301 h 756"/>
                    <a:gd name="T38" fmla="*/ 32 w 717"/>
                    <a:gd name="T39" fmla="*/ 519 h 756"/>
                    <a:gd name="T40" fmla="*/ 34 w 717"/>
                    <a:gd name="T41" fmla="*/ 679 h 756"/>
                    <a:gd name="T42" fmla="*/ 36 w 717"/>
                    <a:gd name="T43" fmla="*/ 628 h 756"/>
                    <a:gd name="T44" fmla="*/ 37 w 717"/>
                    <a:gd name="T45" fmla="*/ 480 h 756"/>
                    <a:gd name="T46" fmla="*/ 38 w 717"/>
                    <a:gd name="T47" fmla="*/ 391 h 756"/>
                    <a:gd name="T48" fmla="*/ 36 w 717"/>
                    <a:gd name="T49" fmla="*/ 506 h 756"/>
                    <a:gd name="T50" fmla="*/ 38 w 717"/>
                    <a:gd name="T51" fmla="*/ 352 h 756"/>
                    <a:gd name="T52" fmla="*/ 39 w 717"/>
                    <a:gd name="T53" fmla="*/ 455 h 756"/>
                    <a:gd name="T54" fmla="*/ 41 w 717"/>
                    <a:gd name="T55" fmla="*/ 519 h 756"/>
                    <a:gd name="T56" fmla="*/ 43 w 717"/>
                    <a:gd name="T57" fmla="*/ 410 h 756"/>
                    <a:gd name="T58" fmla="*/ 44 w 717"/>
                    <a:gd name="T59" fmla="*/ 186 h 756"/>
                    <a:gd name="T60" fmla="*/ 45 w 717"/>
                    <a:gd name="T61" fmla="*/ 231 h 756"/>
                    <a:gd name="T62" fmla="*/ 48 w 717"/>
                    <a:gd name="T63" fmla="*/ 148 h 756"/>
                    <a:gd name="T64" fmla="*/ 48 w 717"/>
                    <a:gd name="T65" fmla="*/ 301 h 756"/>
                    <a:gd name="T66" fmla="*/ 48 w 717"/>
                    <a:gd name="T67" fmla="*/ 730 h 756"/>
                    <a:gd name="T68" fmla="*/ 54 w 717"/>
                    <a:gd name="T69" fmla="*/ 0 h 756"/>
                    <a:gd name="T70" fmla="*/ 54 w 717"/>
                    <a:gd name="T71" fmla="*/ 250 h 756"/>
                    <a:gd name="T72" fmla="*/ 55 w 717"/>
                    <a:gd name="T73" fmla="*/ 333 h 756"/>
                    <a:gd name="T74" fmla="*/ 57 w 717"/>
                    <a:gd name="T75" fmla="*/ 192 h 756"/>
                    <a:gd name="T76" fmla="*/ 59 w 717"/>
                    <a:gd name="T77" fmla="*/ 340 h 756"/>
                    <a:gd name="T78" fmla="*/ 58 w 717"/>
                    <a:gd name="T79" fmla="*/ 429 h 756"/>
                    <a:gd name="T80" fmla="*/ 60 w 717"/>
                    <a:gd name="T81" fmla="*/ 461 h 756"/>
                    <a:gd name="T82" fmla="*/ 0 60000 65536"/>
                    <a:gd name="T83" fmla="*/ 0 60000 65536"/>
                    <a:gd name="T84" fmla="*/ 0 60000 65536"/>
                    <a:gd name="T85" fmla="*/ 0 60000 65536"/>
                    <a:gd name="T86" fmla="*/ 0 60000 65536"/>
                    <a:gd name="T87" fmla="*/ 0 60000 65536"/>
                    <a:gd name="T88" fmla="*/ 0 60000 65536"/>
                    <a:gd name="T89" fmla="*/ 0 60000 65536"/>
                    <a:gd name="T90" fmla="*/ 0 60000 65536"/>
                    <a:gd name="T91" fmla="*/ 0 60000 65536"/>
                    <a:gd name="T92" fmla="*/ 0 60000 65536"/>
                    <a:gd name="T93" fmla="*/ 0 60000 65536"/>
                    <a:gd name="T94" fmla="*/ 0 60000 65536"/>
                    <a:gd name="T95" fmla="*/ 0 60000 65536"/>
                    <a:gd name="T96" fmla="*/ 0 60000 65536"/>
                    <a:gd name="T97" fmla="*/ 0 60000 65536"/>
                    <a:gd name="T98" fmla="*/ 0 60000 65536"/>
                    <a:gd name="T99" fmla="*/ 0 60000 65536"/>
                    <a:gd name="T100" fmla="*/ 0 60000 65536"/>
                    <a:gd name="T101" fmla="*/ 0 60000 65536"/>
                    <a:gd name="T102" fmla="*/ 0 60000 65536"/>
                    <a:gd name="T103" fmla="*/ 0 60000 65536"/>
                    <a:gd name="T104" fmla="*/ 0 60000 65536"/>
                    <a:gd name="T105" fmla="*/ 0 60000 65536"/>
                    <a:gd name="T106" fmla="*/ 0 60000 65536"/>
                    <a:gd name="T107" fmla="*/ 0 60000 65536"/>
                    <a:gd name="T108" fmla="*/ 0 60000 65536"/>
                    <a:gd name="T109" fmla="*/ 0 60000 65536"/>
                    <a:gd name="T110" fmla="*/ 0 60000 65536"/>
                    <a:gd name="T111" fmla="*/ 0 60000 65536"/>
                    <a:gd name="T112" fmla="*/ 0 60000 65536"/>
                    <a:gd name="T113" fmla="*/ 0 60000 65536"/>
                    <a:gd name="T114" fmla="*/ 0 60000 65536"/>
                    <a:gd name="T115" fmla="*/ 0 60000 65536"/>
                    <a:gd name="T116" fmla="*/ 0 60000 65536"/>
                    <a:gd name="T117" fmla="*/ 0 60000 65536"/>
                    <a:gd name="T118" fmla="*/ 0 60000 65536"/>
                    <a:gd name="T119" fmla="*/ 0 60000 65536"/>
                    <a:gd name="T120" fmla="*/ 0 60000 65536"/>
                    <a:gd name="T121" fmla="*/ 0 60000 65536"/>
                    <a:gd name="T122" fmla="*/ 0 60000 65536"/>
                    <a:gd name="T123" fmla="*/ 0 w 717"/>
                    <a:gd name="T124" fmla="*/ 0 h 756"/>
                    <a:gd name="T125" fmla="*/ 717 w 717"/>
                    <a:gd name="T126" fmla="*/ 756 h 756"/>
                  </a:gdLst>
                  <a:ahLst/>
                  <a:cxnLst>
                    <a:cxn ang="T82">
                      <a:pos x="T0" y="T1"/>
                    </a:cxn>
                    <a:cxn ang="T83">
                      <a:pos x="T2" y="T3"/>
                    </a:cxn>
                    <a:cxn ang="T84">
                      <a:pos x="T4" y="T5"/>
                    </a:cxn>
                    <a:cxn ang="T85">
                      <a:pos x="T6" y="T7"/>
                    </a:cxn>
                    <a:cxn ang="T86">
                      <a:pos x="T8" y="T9"/>
                    </a:cxn>
                    <a:cxn ang="T87">
                      <a:pos x="T10" y="T11"/>
                    </a:cxn>
                    <a:cxn ang="T88">
                      <a:pos x="T12" y="T13"/>
                    </a:cxn>
                    <a:cxn ang="T89">
                      <a:pos x="T14" y="T15"/>
                    </a:cxn>
                    <a:cxn ang="T90">
                      <a:pos x="T16" y="T17"/>
                    </a:cxn>
                    <a:cxn ang="T91">
                      <a:pos x="T18" y="T19"/>
                    </a:cxn>
                    <a:cxn ang="T92">
                      <a:pos x="T20" y="T21"/>
                    </a:cxn>
                    <a:cxn ang="T93">
                      <a:pos x="T22" y="T23"/>
                    </a:cxn>
                    <a:cxn ang="T94">
                      <a:pos x="T24" y="T25"/>
                    </a:cxn>
                    <a:cxn ang="T95">
                      <a:pos x="T26" y="T27"/>
                    </a:cxn>
                    <a:cxn ang="T96">
                      <a:pos x="T28" y="T29"/>
                    </a:cxn>
                    <a:cxn ang="T97">
                      <a:pos x="T30" y="T31"/>
                    </a:cxn>
                    <a:cxn ang="T98">
                      <a:pos x="T32" y="T33"/>
                    </a:cxn>
                    <a:cxn ang="T99">
                      <a:pos x="T34" y="T35"/>
                    </a:cxn>
                    <a:cxn ang="T100">
                      <a:pos x="T36" y="T37"/>
                    </a:cxn>
                    <a:cxn ang="T101">
                      <a:pos x="T38" y="T39"/>
                    </a:cxn>
                    <a:cxn ang="T102">
                      <a:pos x="T40" y="T41"/>
                    </a:cxn>
                    <a:cxn ang="T103">
                      <a:pos x="T42" y="T43"/>
                    </a:cxn>
                    <a:cxn ang="T104">
                      <a:pos x="T44" y="T45"/>
                    </a:cxn>
                    <a:cxn ang="T105">
                      <a:pos x="T46" y="T47"/>
                    </a:cxn>
                    <a:cxn ang="T106">
                      <a:pos x="T48" y="T49"/>
                    </a:cxn>
                    <a:cxn ang="T107">
                      <a:pos x="T50" y="T51"/>
                    </a:cxn>
                    <a:cxn ang="T108">
                      <a:pos x="T52" y="T53"/>
                    </a:cxn>
                    <a:cxn ang="T109">
                      <a:pos x="T54" y="T55"/>
                    </a:cxn>
                    <a:cxn ang="T110">
                      <a:pos x="T56" y="T57"/>
                    </a:cxn>
                    <a:cxn ang="T111">
                      <a:pos x="T58" y="T59"/>
                    </a:cxn>
                    <a:cxn ang="T112">
                      <a:pos x="T60" y="T61"/>
                    </a:cxn>
                    <a:cxn ang="T113">
                      <a:pos x="T62" y="T63"/>
                    </a:cxn>
                    <a:cxn ang="T114">
                      <a:pos x="T64" y="T65"/>
                    </a:cxn>
                    <a:cxn ang="T115">
                      <a:pos x="T66" y="T67"/>
                    </a:cxn>
                    <a:cxn ang="T116">
                      <a:pos x="T68" y="T69"/>
                    </a:cxn>
                    <a:cxn ang="T117">
                      <a:pos x="T70" y="T71"/>
                    </a:cxn>
                    <a:cxn ang="T118">
                      <a:pos x="T72" y="T73"/>
                    </a:cxn>
                    <a:cxn ang="T119">
                      <a:pos x="T74" y="T75"/>
                    </a:cxn>
                    <a:cxn ang="T120">
                      <a:pos x="T76" y="T77"/>
                    </a:cxn>
                    <a:cxn ang="T121">
                      <a:pos x="T78" y="T79"/>
                    </a:cxn>
                    <a:cxn ang="T122">
                      <a:pos x="T80" y="T81"/>
                    </a:cxn>
                  </a:cxnLst>
                  <a:rect l="T123" t="T124" r="T125" b="T126"/>
                  <a:pathLst>
                    <a:path w="717" h="756">
                      <a:moveTo>
                        <a:pt x="0" y="756"/>
                      </a:moveTo>
                      <a:lnTo>
                        <a:pt x="52" y="167"/>
                      </a:lnTo>
                      <a:lnTo>
                        <a:pt x="64" y="384"/>
                      </a:lnTo>
                      <a:lnTo>
                        <a:pt x="90" y="103"/>
                      </a:lnTo>
                      <a:lnTo>
                        <a:pt x="116" y="519"/>
                      </a:lnTo>
                      <a:lnTo>
                        <a:pt x="135" y="487"/>
                      </a:lnTo>
                      <a:lnTo>
                        <a:pt x="135" y="359"/>
                      </a:lnTo>
                      <a:lnTo>
                        <a:pt x="167" y="71"/>
                      </a:lnTo>
                      <a:lnTo>
                        <a:pt x="192" y="244"/>
                      </a:lnTo>
                      <a:lnTo>
                        <a:pt x="205" y="96"/>
                      </a:lnTo>
                      <a:lnTo>
                        <a:pt x="218" y="615"/>
                      </a:lnTo>
                      <a:lnTo>
                        <a:pt x="244" y="397"/>
                      </a:lnTo>
                      <a:lnTo>
                        <a:pt x="282" y="519"/>
                      </a:lnTo>
                      <a:lnTo>
                        <a:pt x="308" y="308"/>
                      </a:lnTo>
                      <a:lnTo>
                        <a:pt x="333" y="442"/>
                      </a:lnTo>
                      <a:lnTo>
                        <a:pt x="346" y="352"/>
                      </a:lnTo>
                      <a:lnTo>
                        <a:pt x="365" y="384"/>
                      </a:lnTo>
                      <a:lnTo>
                        <a:pt x="378" y="135"/>
                      </a:lnTo>
                      <a:lnTo>
                        <a:pt x="391" y="301"/>
                      </a:lnTo>
                      <a:lnTo>
                        <a:pt x="384" y="519"/>
                      </a:lnTo>
                      <a:lnTo>
                        <a:pt x="404" y="679"/>
                      </a:lnTo>
                      <a:lnTo>
                        <a:pt x="429" y="628"/>
                      </a:lnTo>
                      <a:lnTo>
                        <a:pt x="442" y="480"/>
                      </a:lnTo>
                      <a:lnTo>
                        <a:pt x="455" y="391"/>
                      </a:lnTo>
                      <a:lnTo>
                        <a:pt x="436" y="506"/>
                      </a:lnTo>
                      <a:lnTo>
                        <a:pt x="461" y="352"/>
                      </a:lnTo>
                      <a:lnTo>
                        <a:pt x="474" y="455"/>
                      </a:lnTo>
                      <a:lnTo>
                        <a:pt x="493" y="519"/>
                      </a:lnTo>
                      <a:lnTo>
                        <a:pt x="512" y="410"/>
                      </a:lnTo>
                      <a:lnTo>
                        <a:pt x="532" y="186"/>
                      </a:lnTo>
                      <a:lnTo>
                        <a:pt x="544" y="231"/>
                      </a:lnTo>
                      <a:lnTo>
                        <a:pt x="570" y="148"/>
                      </a:lnTo>
                      <a:lnTo>
                        <a:pt x="576" y="301"/>
                      </a:lnTo>
                      <a:lnTo>
                        <a:pt x="576" y="730"/>
                      </a:lnTo>
                      <a:lnTo>
                        <a:pt x="647" y="0"/>
                      </a:lnTo>
                      <a:lnTo>
                        <a:pt x="647" y="250"/>
                      </a:lnTo>
                      <a:lnTo>
                        <a:pt x="660" y="333"/>
                      </a:lnTo>
                      <a:lnTo>
                        <a:pt x="685" y="192"/>
                      </a:lnTo>
                      <a:lnTo>
                        <a:pt x="711" y="340"/>
                      </a:lnTo>
                      <a:lnTo>
                        <a:pt x="698" y="429"/>
                      </a:lnTo>
                      <a:lnTo>
                        <a:pt x="717" y="461"/>
                      </a:lnTo>
                    </a:path>
                  </a:pathLst>
                </a:custGeom>
                <a:noFill/>
                <a:ln w="9525">
                  <a:solidFill>
                    <a:srgbClr val="FF0000"/>
                  </a:solidFill>
                  <a:round/>
                  <a:headEnd/>
                  <a:tailEnd/>
                </a:ln>
              </p:spPr>
              <p:txBody>
                <a:bodyPr/>
                <a:lstStyle/>
                <a:p>
                  <a:endParaRPr lang="en-GB" sz="1600"/>
                </a:p>
              </p:txBody>
            </p:sp>
            <p:sp>
              <p:nvSpPr>
                <p:cNvPr id="14452" name="Freeform 320"/>
                <p:cNvSpPr>
                  <a:spLocks/>
                </p:cNvSpPr>
                <p:nvPr/>
              </p:nvSpPr>
              <p:spPr bwMode="auto">
                <a:xfrm flipH="1">
                  <a:off x="4077" y="1119"/>
                  <a:ext cx="313" cy="756"/>
                </a:xfrm>
                <a:custGeom>
                  <a:avLst/>
                  <a:gdLst>
                    <a:gd name="T0" fmla="*/ 0 w 717"/>
                    <a:gd name="T1" fmla="*/ 756 h 756"/>
                    <a:gd name="T2" fmla="*/ 4 w 717"/>
                    <a:gd name="T3" fmla="*/ 167 h 756"/>
                    <a:gd name="T4" fmla="*/ 5 w 717"/>
                    <a:gd name="T5" fmla="*/ 384 h 756"/>
                    <a:gd name="T6" fmla="*/ 7 w 717"/>
                    <a:gd name="T7" fmla="*/ 103 h 756"/>
                    <a:gd name="T8" fmla="*/ 10 w 717"/>
                    <a:gd name="T9" fmla="*/ 519 h 756"/>
                    <a:gd name="T10" fmla="*/ 11 w 717"/>
                    <a:gd name="T11" fmla="*/ 487 h 756"/>
                    <a:gd name="T12" fmla="*/ 11 w 717"/>
                    <a:gd name="T13" fmla="*/ 359 h 756"/>
                    <a:gd name="T14" fmla="*/ 14 w 717"/>
                    <a:gd name="T15" fmla="*/ 71 h 756"/>
                    <a:gd name="T16" fmla="*/ 16 w 717"/>
                    <a:gd name="T17" fmla="*/ 244 h 756"/>
                    <a:gd name="T18" fmla="*/ 17 w 717"/>
                    <a:gd name="T19" fmla="*/ 96 h 756"/>
                    <a:gd name="T20" fmla="*/ 18 w 717"/>
                    <a:gd name="T21" fmla="*/ 615 h 756"/>
                    <a:gd name="T22" fmla="*/ 21 w 717"/>
                    <a:gd name="T23" fmla="*/ 397 h 756"/>
                    <a:gd name="T24" fmla="*/ 24 w 717"/>
                    <a:gd name="T25" fmla="*/ 519 h 756"/>
                    <a:gd name="T26" fmla="*/ 25 w 717"/>
                    <a:gd name="T27" fmla="*/ 308 h 756"/>
                    <a:gd name="T28" fmla="*/ 28 w 717"/>
                    <a:gd name="T29" fmla="*/ 442 h 756"/>
                    <a:gd name="T30" fmla="*/ 29 w 717"/>
                    <a:gd name="T31" fmla="*/ 352 h 756"/>
                    <a:gd name="T32" fmla="*/ 30 w 717"/>
                    <a:gd name="T33" fmla="*/ 384 h 756"/>
                    <a:gd name="T34" fmla="*/ 31 w 717"/>
                    <a:gd name="T35" fmla="*/ 135 h 756"/>
                    <a:gd name="T36" fmla="*/ 33 w 717"/>
                    <a:gd name="T37" fmla="*/ 301 h 756"/>
                    <a:gd name="T38" fmla="*/ 32 w 717"/>
                    <a:gd name="T39" fmla="*/ 519 h 756"/>
                    <a:gd name="T40" fmla="*/ 34 w 717"/>
                    <a:gd name="T41" fmla="*/ 679 h 756"/>
                    <a:gd name="T42" fmla="*/ 36 w 717"/>
                    <a:gd name="T43" fmla="*/ 628 h 756"/>
                    <a:gd name="T44" fmla="*/ 37 w 717"/>
                    <a:gd name="T45" fmla="*/ 480 h 756"/>
                    <a:gd name="T46" fmla="*/ 38 w 717"/>
                    <a:gd name="T47" fmla="*/ 391 h 756"/>
                    <a:gd name="T48" fmla="*/ 36 w 717"/>
                    <a:gd name="T49" fmla="*/ 506 h 756"/>
                    <a:gd name="T50" fmla="*/ 38 w 717"/>
                    <a:gd name="T51" fmla="*/ 352 h 756"/>
                    <a:gd name="T52" fmla="*/ 39 w 717"/>
                    <a:gd name="T53" fmla="*/ 455 h 756"/>
                    <a:gd name="T54" fmla="*/ 41 w 717"/>
                    <a:gd name="T55" fmla="*/ 519 h 756"/>
                    <a:gd name="T56" fmla="*/ 43 w 717"/>
                    <a:gd name="T57" fmla="*/ 410 h 756"/>
                    <a:gd name="T58" fmla="*/ 44 w 717"/>
                    <a:gd name="T59" fmla="*/ 186 h 756"/>
                    <a:gd name="T60" fmla="*/ 45 w 717"/>
                    <a:gd name="T61" fmla="*/ 231 h 756"/>
                    <a:gd name="T62" fmla="*/ 48 w 717"/>
                    <a:gd name="T63" fmla="*/ 148 h 756"/>
                    <a:gd name="T64" fmla="*/ 48 w 717"/>
                    <a:gd name="T65" fmla="*/ 301 h 756"/>
                    <a:gd name="T66" fmla="*/ 48 w 717"/>
                    <a:gd name="T67" fmla="*/ 730 h 756"/>
                    <a:gd name="T68" fmla="*/ 54 w 717"/>
                    <a:gd name="T69" fmla="*/ 0 h 756"/>
                    <a:gd name="T70" fmla="*/ 54 w 717"/>
                    <a:gd name="T71" fmla="*/ 250 h 756"/>
                    <a:gd name="T72" fmla="*/ 55 w 717"/>
                    <a:gd name="T73" fmla="*/ 333 h 756"/>
                    <a:gd name="T74" fmla="*/ 57 w 717"/>
                    <a:gd name="T75" fmla="*/ 192 h 756"/>
                    <a:gd name="T76" fmla="*/ 59 w 717"/>
                    <a:gd name="T77" fmla="*/ 340 h 756"/>
                    <a:gd name="T78" fmla="*/ 58 w 717"/>
                    <a:gd name="T79" fmla="*/ 429 h 756"/>
                    <a:gd name="T80" fmla="*/ 60 w 717"/>
                    <a:gd name="T81" fmla="*/ 461 h 756"/>
                    <a:gd name="T82" fmla="*/ 0 60000 65536"/>
                    <a:gd name="T83" fmla="*/ 0 60000 65536"/>
                    <a:gd name="T84" fmla="*/ 0 60000 65536"/>
                    <a:gd name="T85" fmla="*/ 0 60000 65536"/>
                    <a:gd name="T86" fmla="*/ 0 60000 65536"/>
                    <a:gd name="T87" fmla="*/ 0 60000 65536"/>
                    <a:gd name="T88" fmla="*/ 0 60000 65536"/>
                    <a:gd name="T89" fmla="*/ 0 60000 65536"/>
                    <a:gd name="T90" fmla="*/ 0 60000 65536"/>
                    <a:gd name="T91" fmla="*/ 0 60000 65536"/>
                    <a:gd name="T92" fmla="*/ 0 60000 65536"/>
                    <a:gd name="T93" fmla="*/ 0 60000 65536"/>
                    <a:gd name="T94" fmla="*/ 0 60000 65536"/>
                    <a:gd name="T95" fmla="*/ 0 60000 65536"/>
                    <a:gd name="T96" fmla="*/ 0 60000 65536"/>
                    <a:gd name="T97" fmla="*/ 0 60000 65536"/>
                    <a:gd name="T98" fmla="*/ 0 60000 65536"/>
                    <a:gd name="T99" fmla="*/ 0 60000 65536"/>
                    <a:gd name="T100" fmla="*/ 0 60000 65536"/>
                    <a:gd name="T101" fmla="*/ 0 60000 65536"/>
                    <a:gd name="T102" fmla="*/ 0 60000 65536"/>
                    <a:gd name="T103" fmla="*/ 0 60000 65536"/>
                    <a:gd name="T104" fmla="*/ 0 60000 65536"/>
                    <a:gd name="T105" fmla="*/ 0 60000 65536"/>
                    <a:gd name="T106" fmla="*/ 0 60000 65536"/>
                    <a:gd name="T107" fmla="*/ 0 60000 65536"/>
                    <a:gd name="T108" fmla="*/ 0 60000 65536"/>
                    <a:gd name="T109" fmla="*/ 0 60000 65536"/>
                    <a:gd name="T110" fmla="*/ 0 60000 65536"/>
                    <a:gd name="T111" fmla="*/ 0 60000 65536"/>
                    <a:gd name="T112" fmla="*/ 0 60000 65536"/>
                    <a:gd name="T113" fmla="*/ 0 60000 65536"/>
                    <a:gd name="T114" fmla="*/ 0 60000 65536"/>
                    <a:gd name="T115" fmla="*/ 0 60000 65536"/>
                    <a:gd name="T116" fmla="*/ 0 60000 65536"/>
                    <a:gd name="T117" fmla="*/ 0 60000 65536"/>
                    <a:gd name="T118" fmla="*/ 0 60000 65536"/>
                    <a:gd name="T119" fmla="*/ 0 60000 65536"/>
                    <a:gd name="T120" fmla="*/ 0 60000 65536"/>
                    <a:gd name="T121" fmla="*/ 0 60000 65536"/>
                    <a:gd name="T122" fmla="*/ 0 60000 65536"/>
                    <a:gd name="T123" fmla="*/ 0 w 717"/>
                    <a:gd name="T124" fmla="*/ 0 h 756"/>
                    <a:gd name="T125" fmla="*/ 717 w 717"/>
                    <a:gd name="T126" fmla="*/ 756 h 756"/>
                  </a:gdLst>
                  <a:ahLst/>
                  <a:cxnLst>
                    <a:cxn ang="T82">
                      <a:pos x="T0" y="T1"/>
                    </a:cxn>
                    <a:cxn ang="T83">
                      <a:pos x="T2" y="T3"/>
                    </a:cxn>
                    <a:cxn ang="T84">
                      <a:pos x="T4" y="T5"/>
                    </a:cxn>
                    <a:cxn ang="T85">
                      <a:pos x="T6" y="T7"/>
                    </a:cxn>
                    <a:cxn ang="T86">
                      <a:pos x="T8" y="T9"/>
                    </a:cxn>
                    <a:cxn ang="T87">
                      <a:pos x="T10" y="T11"/>
                    </a:cxn>
                    <a:cxn ang="T88">
                      <a:pos x="T12" y="T13"/>
                    </a:cxn>
                    <a:cxn ang="T89">
                      <a:pos x="T14" y="T15"/>
                    </a:cxn>
                    <a:cxn ang="T90">
                      <a:pos x="T16" y="T17"/>
                    </a:cxn>
                    <a:cxn ang="T91">
                      <a:pos x="T18" y="T19"/>
                    </a:cxn>
                    <a:cxn ang="T92">
                      <a:pos x="T20" y="T21"/>
                    </a:cxn>
                    <a:cxn ang="T93">
                      <a:pos x="T22" y="T23"/>
                    </a:cxn>
                    <a:cxn ang="T94">
                      <a:pos x="T24" y="T25"/>
                    </a:cxn>
                    <a:cxn ang="T95">
                      <a:pos x="T26" y="T27"/>
                    </a:cxn>
                    <a:cxn ang="T96">
                      <a:pos x="T28" y="T29"/>
                    </a:cxn>
                    <a:cxn ang="T97">
                      <a:pos x="T30" y="T31"/>
                    </a:cxn>
                    <a:cxn ang="T98">
                      <a:pos x="T32" y="T33"/>
                    </a:cxn>
                    <a:cxn ang="T99">
                      <a:pos x="T34" y="T35"/>
                    </a:cxn>
                    <a:cxn ang="T100">
                      <a:pos x="T36" y="T37"/>
                    </a:cxn>
                    <a:cxn ang="T101">
                      <a:pos x="T38" y="T39"/>
                    </a:cxn>
                    <a:cxn ang="T102">
                      <a:pos x="T40" y="T41"/>
                    </a:cxn>
                    <a:cxn ang="T103">
                      <a:pos x="T42" y="T43"/>
                    </a:cxn>
                    <a:cxn ang="T104">
                      <a:pos x="T44" y="T45"/>
                    </a:cxn>
                    <a:cxn ang="T105">
                      <a:pos x="T46" y="T47"/>
                    </a:cxn>
                    <a:cxn ang="T106">
                      <a:pos x="T48" y="T49"/>
                    </a:cxn>
                    <a:cxn ang="T107">
                      <a:pos x="T50" y="T51"/>
                    </a:cxn>
                    <a:cxn ang="T108">
                      <a:pos x="T52" y="T53"/>
                    </a:cxn>
                    <a:cxn ang="T109">
                      <a:pos x="T54" y="T55"/>
                    </a:cxn>
                    <a:cxn ang="T110">
                      <a:pos x="T56" y="T57"/>
                    </a:cxn>
                    <a:cxn ang="T111">
                      <a:pos x="T58" y="T59"/>
                    </a:cxn>
                    <a:cxn ang="T112">
                      <a:pos x="T60" y="T61"/>
                    </a:cxn>
                    <a:cxn ang="T113">
                      <a:pos x="T62" y="T63"/>
                    </a:cxn>
                    <a:cxn ang="T114">
                      <a:pos x="T64" y="T65"/>
                    </a:cxn>
                    <a:cxn ang="T115">
                      <a:pos x="T66" y="T67"/>
                    </a:cxn>
                    <a:cxn ang="T116">
                      <a:pos x="T68" y="T69"/>
                    </a:cxn>
                    <a:cxn ang="T117">
                      <a:pos x="T70" y="T71"/>
                    </a:cxn>
                    <a:cxn ang="T118">
                      <a:pos x="T72" y="T73"/>
                    </a:cxn>
                    <a:cxn ang="T119">
                      <a:pos x="T74" y="T75"/>
                    </a:cxn>
                    <a:cxn ang="T120">
                      <a:pos x="T76" y="T77"/>
                    </a:cxn>
                    <a:cxn ang="T121">
                      <a:pos x="T78" y="T79"/>
                    </a:cxn>
                    <a:cxn ang="T122">
                      <a:pos x="T80" y="T81"/>
                    </a:cxn>
                  </a:cxnLst>
                  <a:rect l="T123" t="T124" r="T125" b="T126"/>
                  <a:pathLst>
                    <a:path w="717" h="756">
                      <a:moveTo>
                        <a:pt x="0" y="756"/>
                      </a:moveTo>
                      <a:lnTo>
                        <a:pt x="52" y="167"/>
                      </a:lnTo>
                      <a:lnTo>
                        <a:pt x="64" y="384"/>
                      </a:lnTo>
                      <a:lnTo>
                        <a:pt x="90" y="103"/>
                      </a:lnTo>
                      <a:lnTo>
                        <a:pt x="116" y="519"/>
                      </a:lnTo>
                      <a:lnTo>
                        <a:pt x="135" y="487"/>
                      </a:lnTo>
                      <a:lnTo>
                        <a:pt x="135" y="359"/>
                      </a:lnTo>
                      <a:lnTo>
                        <a:pt x="167" y="71"/>
                      </a:lnTo>
                      <a:lnTo>
                        <a:pt x="192" y="244"/>
                      </a:lnTo>
                      <a:lnTo>
                        <a:pt x="205" y="96"/>
                      </a:lnTo>
                      <a:lnTo>
                        <a:pt x="218" y="615"/>
                      </a:lnTo>
                      <a:lnTo>
                        <a:pt x="244" y="397"/>
                      </a:lnTo>
                      <a:lnTo>
                        <a:pt x="282" y="519"/>
                      </a:lnTo>
                      <a:lnTo>
                        <a:pt x="308" y="308"/>
                      </a:lnTo>
                      <a:lnTo>
                        <a:pt x="333" y="442"/>
                      </a:lnTo>
                      <a:lnTo>
                        <a:pt x="346" y="352"/>
                      </a:lnTo>
                      <a:lnTo>
                        <a:pt x="365" y="384"/>
                      </a:lnTo>
                      <a:lnTo>
                        <a:pt x="378" y="135"/>
                      </a:lnTo>
                      <a:lnTo>
                        <a:pt x="391" y="301"/>
                      </a:lnTo>
                      <a:lnTo>
                        <a:pt x="384" y="519"/>
                      </a:lnTo>
                      <a:lnTo>
                        <a:pt x="404" y="679"/>
                      </a:lnTo>
                      <a:lnTo>
                        <a:pt x="429" y="628"/>
                      </a:lnTo>
                      <a:lnTo>
                        <a:pt x="442" y="480"/>
                      </a:lnTo>
                      <a:lnTo>
                        <a:pt x="455" y="391"/>
                      </a:lnTo>
                      <a:lnTo>
                        <a:pt x="436" y="506"/>
                      </a:lnTo>
                      <a:lnTo>
                        <a:pt x="461" y="352"/>
                      </a:lnTo>
                      <a:lnTo>
                        <a:pt x="474" y="455"/>
                      </a:lnTo>
                      <a:lnTo>
                        <a:pt x="493" y="519"/>
                      </a:lnTo>
                      <a:lnTo>
                        <a:pt x="512" y="410"/>
                      </a:lnTo>
                      <a:lnTo>
                        <a:pt x="532" y="186"/>
                      </a:lnTo>
                      <a:lnTo>
                        <a:pt x="544" y="231"/>
                      </a:lnTo>
                      <a:lnTo>
                        <a:pt x="570" y="148"/>
                      </a:lnTo>
                      <a:lnTo>
                        <a:pt x="576" y="301"/>
                      </a:lnTo>
                      <a:lnTo>
                        <a:pt x="576" y="730"/>
                      </a:lnTo>
                      <a:lnTo>
                        <a:pt x="647" y="0"/>
                      </a:lnTo>
                      <a:lnTo>
                        <a:pt x="647" y="250"/>
                      </a:lnTo>
                      <a:lnTo>
                        <a:pt x="660" y="333"/>
                      </a:lnTo>
                      <a:lnTo>
                        <a:pt x="685" y="192"/>
                      </a:lnTo>
                      <a:lnTo>
                        <a:pt x="711" y="340"/>
                      </a:lnTo>
                      <a:lnTo>
                        <a:pt x="698" y="429"/>
                      </a:lnTo>
                      <a:lnTo>
                        <a:pt x="717" y="461"/>
                      </a:lnTo>
                    </a:path>
                  </a:pathLst>
                </a:custGeom>
                <a:noFill/>
                <a:ln w="9525">
                  <a:solidFill>
                    <a:srgbClr val="FF0000"/>
                  </a:solidFill>
                  <a:round/>
                  <a:headEnd/>
                  <a:tailEnd/>
                </a:ln>
              </p:spPr>
              <p:txBody>
                <a:bodyPr/>
                <a:lstStyle/>
                <a:p>
                  <a:endParaRPr lang="en-GB" sz="1600"/>
                </a:p>
              </p:txBody>
            </p:sp>
            <p:sp>
              <p:nvSpPr>
                <p:cNvPr id="14453" name="Freeform 321"/>
                <p:cNvSpPr>
                  <a:spLocks/>
                </p:cNvSpPr>
                <p:nvPr/>
              </p:nvSpPr>
              <p:spPr bwMode="auto">
                <a:xfrm flipV="1">
                  <a:off x="4385" y="1138"/>
                  <a:ext cx="313" cy="756"/>
                </a:xfrm>
                <a:custGeom>
                  <a:avLst/>
                  <a:gdLst>
                    <a:gd name="T0" fmla="*/ 0 w 717"/>
                    <a:gd name="T1" fmla="*/ 756 h 756"/>
                    <a:gd name="T2" fmla="*/ 4 w 717"/>
                    <a:gd name="T3" fmla="*/ 167 h 756"/>
                    <a:gd name="T4" fmla="*/ 5 w 717"/>
                    <a:gd name="T5" fmla="*/ 384 h 756"/>
                    <a:gd name="T6" fmla="*/ 7 w 717"/>
                    <a:gd name="T7" fmla="*/ 103 h 756"/>
                    <a:gd name="T8" fmla="*/ 10 w 717"/>
                    <a:gd name="T9" fmla="*/ 519 h 756"/>
                    <a:gd name="T10" fmla="*/ 11 w 717"/>
                    <a:gd name="T11" fmla="*/ 487 h 756"/>
                    <a:gd name="T12" fmla="*/ 11 w 717"/>
                    <a:gd name="T13" fmla="*/ 359 h 756"/>
                    <a:gd name="T14" fmla="*/ 14 w 717"/>
                    <a:gd name="T15" fmla="*/ 71 h 756"/>
                    <a:gd name="T16" fmla="*/ 16 w 717"/>
                    <a:gd name="T17" fmla="*/ 244 h 756"/>
                    <a:gd name="T18" fmla="*/ 17 w 717"/>
                    <a:gd name="T19" fmla="*/ 96 h 756"/>
                    <a:gd name="T20" fmla="*/ 18 w 717"/>
                    <a:gd name="T21" fmla="*/ 615 h 756"/>
                    <a:gd name="T22" fmla="*/ 21 w 717"/>
                    <a:gd name="T23" fmla="*/ 397 h 756"/>
                    <a:gd name="T24" fmla="*/ 24 w 717"/>
                    <a:gd name="T25" fmla="*/ 519 h 756"/>
                    <a:gd name="T26" fmla="*/ 25 w 717"/>
                    <a:gd name="T27" fmla="*/ 308 h 756"/>
                    <a:gd name="T28" fmla="*/ 28 w 717"/>
                    <a:gd name="T29" fmla="*/ 442 h 756"/>
                    <a:gd name="T30" fmla="*/ 29 w 717"/>
                    <a:gd name="T31" fmla="*/ 352 h 756"/>
                    <a:gd name="T32" fmla="*/ 30 w 717"/>
                    <a:gd name="T33" fmla="*/ 384 h 756"/>
                    <a:gd name="T34" fmla="*/ 31 w 717"/>
                    <a:gd name="T35" fmla="*/ 135 h 756"/>
                    <a:gd name="T36" fmla="*/ 33 w 717"/>
                    <a:gd name="T37" fmla="*/ 301 h 756"/>
                    <a:gd name="T38" fmla="*/ 32 w 717"/>
                    <a:gd name="T39" fmla="*/ 519 h 756"/>
                    <a:gd name="T40" fmla="*/ 34 w 717"/>
                    <a:gd name="T41" fmla="*/ 679 h 756"/>
                    <a:gd name="T42" fmla="*/ 36 w 717"/>
                    <a:gd name="T43" fmla="*/ 628 h 756"/>
                    <a:gd name="T44" fmla="*/ 37 w 717"/>
                    <a:gd name="T45" fmla="*/ 480 h 756"/>
                    <a:gd name="T46" fmla="*/ 38 w 717"/>
                    <a:gd name="T47" fmla="*/ 391 h 756"/>
                    <a:gd name="T48" fmla="*/ 36 w 717"/>
                    <a:gd name="T49" fmla="*/ 506 h 756"/>
                    <a:gd name="T50" fmla="*/ 38 w 717"/>
                    <a:gd name="T51" fmla="*/ 352 h 756"/>
                    <a:gd name="T52" fmla="*/ 39 w 717"/>
                    <a:gd name="T53" fmla="*/ 455 h 756"/>
                    <a:gd name="T54" fmla="*/ 41 w 717"/>
                    <a:gd name="T55" fmla="*/ 519 h 756"/>
                    <a:gd name="T56" fmla="*/ 43 w 717"/>
                    <a:gd name="T57" fmla="*/ 410 h 756"/>
                    <a:gd name="T58" fmla="*/ 44 w 717"/>
                    <a:gd name="T59" fmla="*/ 186 h 756"/>
                    <a:gd name="T60" fmla="*/ 45 w 717"/>
                    <a:gd name="T61" fmla="*/ 231 h 756"/>
                    <a:gd name="T62" fmla="*/ 48 w 717"/>
                    <a:gd name="T63" fmla="*/ 148 h 756"/>
                    <a:gd name="T64" fmla="*/ 48 w 717"/>
                    <a:gd name="T65" fmla="*/ 301 h 756"/>
                    <a:gd name="T66" fmla="*/ 48 w 717"/>
                    <a:gd name="T67" fmla="*/ 730 h 756"/>
                    <a:gd name="T68" fmla="*/ 54 w 717"/>
                    <a:gd name="T69" fmla="*/ 0 h 756"/>
                    <a:gd name="T70" fmla="*/ 54 w 717"/>
                    <a:gd name="T71" fmla="*/ 250 h 756"/>
                    <a:gd name="T72" fmla="*/ 55 w 717"/>
                    <a:gd name="T73" fmla="*/ 333 h 756"/>
                    <a:gd name="T74" fmla="*/ 57 w 717"/>
                    <a:gd name="T75" fmla="*/ 192 h 756"/>
                    <a:gd name="T76" fmla="*/ 59 w 717"/>
                    <a:gd name="T77" fmla="*/ 340 h 756"/>
                    <a:gd name="T78" fmla="*/ 58 w 717"/>
                    <a:gd name="T79" fmla="*/ 429 h 756"/>
                    <a:gd name="T80" fmla="*/ 60 w 717"/>
                    <a:gd name="T81" fmla="*/ 461 h 756"/>
                    <a:gd name="T82" fmla="*/ 0 60000 65536"/>
                    <a:gd name="T83" fmla="*/ 0 60000 65536"/>
                    <a:gd name="T84" fmla="*/ 0 60000 65536"/>
                    <a:gd name="T85" fmla="*/ 0 60000 65536"/>
                    <a:gd name="T86" fmla="*/ 0 60000 65536"/>
                    <a:gd name="T87" fmla="*/ 0 60000 65536"/>
                    <a:gd name="T88" fmla="*/ 0 60000 65536"/>
                    <a:gd name="T89" fmla="*/ 0 60000 65536"/>
                    <a:gd name="T90" fmla="*/ 0 60000 65536"/>
                    <a:gd name="T91" fmla="*/ 0 60000 65536"/>
                    <a:gd name="T92" fmla="*/ 0 60000 65536"/>
                    <a:gd name="T93" fmla="*/ 0 60000 65536"/>
                    <a:gd name="T94" fmla="*/ 0 60000 65536"/>
                    <a:gd name="T95" fmla="*/ 0 60000 65536"/>
                    <a:gd name="T96" fmla="*/ 0 60000 65536"/>
                    <a:gd name="T97" fmla="*/ 0 60000 65536"/>
                    <a:gd name="T98" fmla="*/ 0 60000 65536"/>
                    <a:gd name="T99" fmla="*/ 0 60000 65536"/>
                    <a:gd name="T100" fmla="*/ 0 60000 65536"/>
                    <a:gd name="T101" fmla="*/ 0 60000 65536"/>
                    <a:gd name="T102" fmla="*/ 0 60000 65536"/>
                    <a:gd name="T103" fmla="*/ 0 60000 65536"/>
                    <a:gd name="T104" fmla="*/ 0 60000 65536"/>
                    <a:gd name="T105" fmla="*/ 0 60000 65536"/>
                    <a:gd name="T106" fmla="*/ 0 60000 65536"/>
                    <a:gd name="T107" fmla="*/ 0 60000 65536"/>
                    <a:gd name="T108" fmla="*/ 0 60000 65536"/>
                    <a:gd name="T109" fmla="*/ 0 60000 65536"/>
                    <a:gd name="T110" fmla="*/ 0 60000 65536"/>
                    <a:gd name="T111" fmla="*/ 0 60000 65536"/>
                    <a:gd name="T112" fmla="*/ 0 60000 65536"/>
                    <a:gd name="T113" fmla="*/ 0 60000 65536"/>
                    <a:gd name="T114" fmla="*/ 0 60000 65536"/>
                    <a:gd name="T115" fmla="*/ 0 60000 65536"/>
                    <a:gd name="T116" fmla="*/ 0 60000 65536"/>
                    <a:gd name="T117" fmla="*/ 0 60000 65536"/>
                    <a:gd name="T118" fmla="*/ 0 60000 65536"/>
                    <a:gd name="T119" fmla="*/ 0 60000 65536"/>
                    <a:gd name="T120" fmla="*/ 0 60000 65536"/>
                    <a:gd name="T121" fmla="*/ 0 60000 65536"/>
                    <a:gd name="T122" fmla="*/ 0 60000 65536"/>
                    <a:gd name="T123" fmla="*/ 0 w 717"/>
                    <a:gd name="T124" fmla="*/ 0 h 756"/>
                    <a:gd name="T125" fmla="*/ 717 w 717"/>
                    <a:gd name="T126" fmla="*/ 756 h 756"/>
                  </a:gdLst>
                  <a:ahLst/>
                  <a:cxnLst>
                    <a:cxn ang="T82">
                      <a:pos x="T0" y="T1"/>
                    </a:cxn>
                    <a:cxn ang="T83">
                      <a:pos x="T2" y="T3"/>
                    </a:cxn>
                    <a:cxn ang="T84">
                      <a:pos x="T4" y="T5"/>
                    </a:cxn>
                    <a:cxn ang="T85">
                      <a:pos x="T6" y="T7"/>
                    </a:cxn>
                    <a:cxn ang="T86">
                      <a:pos x="T8" y="T9"/>
                    </a:cxn>
                    <a:cxn ang="T87">
                      <a:pos x="T10" y="T11"/>
                    </a:cxn>
                    <a:cxn ang="T88">
                      <a:pos x="T12" y="T13"/>
                    </a:cxn>
                    <a:cxn ang="T89">
                      <a:pos x="T14" y="T15"/>
                    </a:cxn>
                    <a:cxn ang="T90">
                      <a:pos x="T16" y="T17"/>
                    </a:cxn>
                    <a:cxn ang="T91">
                      <a:pos x="T18" y="T19"/>
                    </a:cxn>
                    <a:cxn ang="T92">
                      <a:pos x="T20" y="T21"/>
                    </a:cxn>
                    <a:cxn ang="T93">
                      <a:pos x="T22" y="T23"/>
                    </a:cxn>
                    <a:cxn ang="T94">
                      <a:pos x="T24" y="T25"/>
                    </a:cxn>
                    <a:cxn ang="T95">
                      <a:pos x="T26" y="T27"/>
                    </a:cxn>
                    <a:cxn ang="T96">
                      <a:pos x="T28" y="T29"/>
                    </a:cxn>
                    <a:cxn ang="T97">
                      <a:pos x="T30" y="T31"/>
                    </a:cxn>
                    <a:cxn ang="T98">
                      <a:pos x="T32" y="T33"/>
                    </a:cxn>
                    <a:cxn ang="T99">
                      <a:pos x="T34" y="T35"/>
                    </a:cxn>
                    <a:cxn ang="T100">
                      <a:pos x="T36" y="T37"/>
                    </a:cxn>
                    <a:cxn ang="T101">
                      <a:pos x="T38" y="T39"/>
                    </a:cxn>
                    <a:cxn ang="T102">
                      <a:pos x="T40" y="T41"/>
                    </a:cxn>
                    <a:cxn ang="T103">
                      <a:pos x="T42" y="T43"/>
                    </a:cxn>
                    <a:cxn ang="T104">
                      <a:pos x="T44" y="T45"/>
                    </a:cxn>
                    <a:cxn ang="T105">
                      <a:pos x="T46" y="T47"/>
                    </a:cxn>
                    <a:cxn ang="T106">
                      <a:pos x="T48" y="T49"/>
                    </a:cxn>
                    <a:cxn ang="T107">
                      <a:pos x="T50" y="T51"/>
                    </a:cxn>
                    <a:cxn ang="T108">
                      <a:pos x="T52" y="T53"/>
                    </a:cxn>
                    <a:cxn ang="T109">
                      <a:pos x="T54" y="T55"/>
                    </a:cxn>
                    <a:cxn ang="T110">
                      <a:pos x="T56" y="T57"/>
                    </a:cxn>
                    <a:cxn ang="T111">
                      <a:pos x="T58" y="T59"/>
                    </a:cxn>
                    <a:cxn ang="T112">
                      <a:pos x="T60" y="T61"/>
                    </a:cxn>
                    <a:cxn ang="T113">
                      <a:pos x="T62" y="T63"/>
                    </a:cxn>
                    <a:cxn ang="T114">
                      <a:pos x="T64" y="T65"/>
                    </a:cxn>
                    <a:cxn ang="T115">
                      <a:pos x="T66" y="T67"/>
                    </a:cxn>
                    <a:cxn ang="T116">
                      <a:pos x="T68" y="T69"/>
                    </a:cxn>
                    <a:cxn ang="T117">
                      <a:pos x="T70" y="T71"/>
                    </a:cxn>
                    <a:cxn ang="T118">
                      <a:pos x="T72" y="T73"/>
                    </a:cxn>
                    <a:cxn ang="T119">
                      <a:pos x="T74" y="T75"/>
                    </a:cxn>
                    <a:cxn ang="T120">
                      <a:pos x="T76" y="T77"/>
                    </a:cxn>
                    <a:cxn ang="T121">
                      <a:pos x="T78" y="T79"/>
                    </a:cxn>
                    <a:cxn ang="T122">
                      <a:pos x="T80" y="T81"/>
                    </a:cxn>
                  </a:cxnLst>
                  <a:rect l="T123" t="T124" r="T125" b="T126"/>
                  <a:pathLst>
                    <a:path w="717" h="756">
                      <a:moveTo>
                        <a:pt x="0" y="756"/>
                      </a:moveTo>
                      <a:lnTo>
                        <a:pt x="52" y="167"/>
                      </a:lnTo>
                      <a:lnTo>
                        <a:pt x="64" y="384"/>
                      </a:lnTo>
                      <a:lnTo>
                        <a:pt x="90" y="103"/>
                      </a:lnTo>
                      <a:lnTo>
                        <a:pt x="116" y="519"/>
                      </a:lnTo>
                      <a:lnTo>
                        <a:pt x="135" y="487"/>
                      </a:lnTo>
                      <a:lnTo>
                        <a:pt x="135" y="359"/>
                      </a:lnTo>
                      <a:lnTo>
                        <a:pt x="167" y="71"/>
                      </a:lnTo>
                      <a:lnTo>
                        <a:pt x="192" y="244"/>
                      </a:lnTo>
                      <a:lnTo>
                        <a:pt x="205" y="96"/>
                      </a:lnTo>
                      <a:lnTo>
                        <a:pt x="218" y="615"/>
                      </a:lnTo>
                      <a:lnTo>
                        <a:pt x="244" y="397"/>
                      </a:lnTo>
                      <a:lnTo>
                        <a:pt x="282" y="519"/>
                      </a:lnTo>
                      <a:lnTo>
                        <a:pt x="308" y="308"/>
                      </a:lnTo>
                      <a:lnTo>
                        <a:pt x="333" y="442"/>
                      </a:lnTo>
                      <a:lnTo>
                        <a:pt x="346" y="352"/>
                      </a:lnTo>
                      <a:lnTo>
                        <a:pt x="365" y="384"/>
                      </a:lnTo>
                      <a:lnTo>
                        <a:pt x="378" y="135"/>
                      </a:lnTo>
                      <a:lnTo>
                        <a:pt x="391" y="301"/>
                      </a:lnTo>
                      <a:lnTo>
                        <a:pt x="384" y="519"/>
                      </a:lnTo>
                      <a:lnTo>
                        <a:pt x="404" y="679"/>
                      </a:lnTo>
                      <a:lnTo>
                        <a:pt x="429" y="628"/>
                      </a:lnTo>
                      <a:lnTo>
                        <a:pt x="442" y="480"/>
                      </a:lnTo>
                      <a:lnTo>
                        <a:pt x="455" y="391"/>
                      </a:lnTo>
                      <a:lnTo>
                        <a:pt x="436" y="506"/>
                      </a:lnTo>
                      <a:lnTo>
                        <a:pt x="461" y="352"/>
                      </a:lnTo>
                      <a:lnTo>
                        <a:pt x="474" y="455"/>
                      </a:lnTo>
                      <a:lnTo>
                        <a:pt x="493" y="519"/>
                      </a:lnTo>
                      <a:lnTo>
                        <a:pt x="512" y="410"/>
                      </a:lnTo>
                      <a:lnTo>
                        <a:pt x="532" y="186"/>
                      </a:lnTo>
                      <a:lnTo>
                        <a:pt x="544" y="231"/>
                      </a:lnTo>
                      <a:lnTo>
                        <a:pt x="570" y="148"/>
                      </a:lnTo>
                      <a:lnTo>
                        <a:pt x="576" y="301"/>
                      </a:lnTo>
                      <a:lnTo>
                        <a:pt x="576" y="730"/>
                      </a:lnTo>
                      <a:lnTo>
                        <a:pt x="647" y="0"/>
                      </a:lnTo>
                      <a:lnTo>
                        <a:pt x="647" y="250"/>
                      </a:lnTo>
                      <a:lnTo>
                        <a:pt x="660" y="333"/>
                      </a:lnTo>
                      <a:lnTo>
                        <a:pt x="685" y="192"/>
                      </a:lnTo>
                      <a:lnTo>
                        <a:pt x="711" y="340"/>
                      </a:lnTo>
                      <a:lnTo>
                        <a:pt x="698" y="429"/>
                      </a:lnTo>
                      <a:lnTo>
                        <a:pt x="717" y="461"/>
                      </a:lnTo>
                    </a:path>
                  </a:pathLst>
                </a:custGeom>
                <a:noFill/>
                <a:ln w="9525">
                  <a:solidFill>
                    <a:srgbClr val="FF0000"/>
                  </a:solidFill>
                  <a:round/>
                  <a:headEnd/>
                  <a:tailEnd/>
                </a:ln>
              </p:spPr>
              <p:txBody>
                <a:bodyPr/>
                <a:lstStyle/>
                <a:p>
                  <a:endParaRPr lang="en-GB" sz="1600"/>
                </a:p>
              </p:txBody>
            </p:sp>
            <p:sp>
              <p:nvSpPr>
                <p:cNvPr id="14454" name="Freeform 322"/>
                <p:cNvSpPr>
                  <a:spLocks/>
                </p:cNvSpPr>
                <p:nvPr/>
              </p:nvSpPr>
              <p:spPr bwMode="auto">
                <a:xfrm flipH="1">
                  <a:off x="4698" y="1100"/>
                  <a:ext cx="313" cy="756"/>
                </a:xfrm>
                <a:custGeom>
                  <a:avLst/>
                  <a:gdLst>
                    <a:gd name="T0" fmla="*/ 0 w 717"/>
                    <a:gd name="T1" fmla="*/ 756 h 756"/>
                    <a:gd name="T2" fmla="*/ 4 w 717"/>
                    <a:gd name="T3" fmla="*/ 167 h 756"/>
                    <a:gd name="T4" fmla="*/ 5 w 717"/>
                    <a:gd name="T5" fmla="*/ 384 h 756"/>
                    <a:gd name="T6" fmla="*/ 7 w 717"/>
                    <a:gd name="T7" fmla="*/ 103 h 756"/>
                    <a:gd name="T8" fmla="*/ 10 w 717"/>
                    <a:gd name="T9" fmla="*/ 519 h 756"/>
                    <a:gd name="T10" fmla="*/ 11 w 717"/>
                    <a:gd name="T11" fmla="*/ 487 h 756"/>
                    <a:gd name="T12" fmla="*/ 11 w 717"/>
                    <a:gd name="T13" fmla="*/ 359 h 756"/>
                    <a:gd name="T14" fmla="*/ 14 w 717"/>
                    <a:gd name="T15" fmla="*/ 71 h 756"/>
                    <a:gd name="T16" fmla="*/ 16 w 717"/>
                    <a:gd name="T17" fmla="*/ 244 h 756"/>
                    <a:gd name="T18" fmla="*/ 17 w 717"/>
                    <a:gd name="T19" fmla="*/ 96 h 756"/>
                    <a:gd name="T20" fmla="*/ 18 w 717"/>
                    <a:gd name="T21" fmla="*/ 615 h 756"/>
                    <a:gd name="T22" fmla="*/ 21 w 717"/>
                    <a:gd name="T23" fmla="*/ 397 h 756"/>
                    <a:gd name="T24" fmla="*/ 24 w 717"/>
                    <a:gd name="T25" fmla="*/ 519 h 756"/>
                    <a:gd name="T26" fmla="*/ 25 w 717"/>
                    <a:gd name="T27" fmla="*/ 308 h 756"/>
                    <a:gd name="T28" fmla="*/ 28 w 717"/>
                    <a:gd name="T29" fmla="*/ 442 h 756"/>
                    <a:gd name="T30" fmla="*/ 29 w 717"/>
                    <a:gd name="T31" fmla="*/ 352 h 756"/>
                    <a:gd name="T32" fmla="*/ 30 w 717"/>
                    <a:gd name="T33" fmla="*/ 384 h 756"/>
                    <a:gd name="T34" fmla="*/ 31 w 717"/>
                    <a:gd name="T35" fmla="*/ 135 h 756"/>
                    <a:gd name="T36" fmla="*/ 33 w 717"/>
                    <a:gd name="T37" fmla="*/ 301 h 756"/>
                    <a:gd name="T38" fmla="*/ 32 w 717"/>
                    <a:gd name="T39" fmla="*/ 519 h 756"/>
                    <a:gd name="T40" fmla="*/ 34 w 717"/>
                    <a:gd name="T41" fmla="*/ 679 h 756"/>
                    <a:gd name="T42" fmla="*/ 36 w 717"/>
                    <a:gd name="T43" fmla="*/ 628 h 756"/>
                    <a:gd name="T44" fmla="*/ 37 w 717"/>
                    <a:gd name="T45" fmla="*/ 480 h 756"/>
                    <a:gd name="T46" fmla="*/ 38 w 717"/>
                    <a:gd name="T47" fmla="*/ 391 h 756"/>
                    <a:gd name="T48" fmla="*/ 36 w 717"/>
                    <a:gd name="T49" fmla="*/ 506 h 756"/>
                    <a:gd name="T50" fmla="*/ 38 w 717"/>
                    <a:gd name="T51" fmla="*/ 352 h 756"/>
                    <a:gd name="T52" fmla="*/ 39 w 717"/>
                    <a:gd name="T53" fmla="*/ 455 h 756"/>
                    <a:gd name="T54" fmla="*/ 41 w 717"/>
                    <a:gd name="T55" fmla="*/ 519 h 756"/>
                    <a:gd name="T56" fmla="*/ 43 w 717"/>
                    <a:gd name="T57" fmla="*/ 410 h 756"/>
                    <a:gd name="T58" fmla="*/ 44 w 717"/>
                    <a:gd name="T59" fmla="*/ 186 h 756"/>
                    <a:gd name="T60" fmla="*/ 45 w 717"/>
                    <a:gd name="T61" fmla="*/ 231 h 756"/>
                    <a:gd name="T62" fmla="*/ 48 w 717"/>
                    <a:gd name="T63" fmla="*/ 148 h 756"/>
                    <a:gd name="T64" fmla="*/ 48 w 717"/>
                    <a:gd name="T65" fmla="*/ 301 h 756"/>
                    <a:gd name="T66" fmla="*/ 48 w 717"/>
                    <a:gd name="T67" fmla="*/ 730 h 756"/>
                    <a:gd name="T68" fmla="*/ 54 w 717"/>
                    <a:gd name="T69" fmla="*/ 0 h 756"/>
                    <a:gd name="T70" fmla="*/ 54 w 717"/>
                    <a:gd name="T71" fmla="*/ 250 h 756"/>
                    <a:gd name="T72" fmla="*/ 55 w 717"/>
                    <a:gd name="T73" fmla="*/ 333 h 756"/>
                    <a:gd name="T74" fmla="*/ 57 w 717"/>
                    <a:gd name="T75" fmla="*/ 192 h 756"/>
                    <a:gd name="T76" fmla="*/ 59 w 717"/>
                    <a:gd name="T77" fmla="*/ 340 h 756"/>
                    <a:gd name="T78" fmla="*/ 58 w 717"/>
                    <a:gd name="T79" fmla="*/ 429 h 756"/>
                    <a:gd name="T80" fmla="*/ 60 w 717"/>
                    <a:gd name="T81" fmla="*/ 461 h 756"/>
                    <a:gd name="T82" fmla="*/ 0 60000 65536"/>
                    <a:gd name="T83" fmla="*/ 0 60000 65536"/>
                    <a:gd name="T84" fmla="*/ 0 60000 65536"/>
                    <a:gd name="T85" fmla="*/ 0 60000 65536"/>
                    <a:gd name="T86" fmla="*/ 0 60000 65536"/>
                    <a:gd name="T87" fmla="*/ 0 60000 65536"/>
                    <a:gd name="T88" fmla="*/ 0 60000 65536"/>
                    <a:gd name="T89" fmla="*/ 0 60000 65536"/>
                    <a:gd name="T90" fmla="*/ 0 60000 65536"/>
                    <a:gd name="T91" fmla="*/ 0 60000 65536"/>
                    <a:gd name="T92" fmla="*/ 0 60000 65536"/>
                    <a:gd name="T93" fmla="*/ 0 60000 65536"/>
                    <a:gd name="T94" fmla="*/ 0 60000 65536"/>
                    <a:gd name="T95" fmla="*/ 0 60000 65536"/>
                    <a:gd name="T96" fmla="*/ 0 60000 65536"/>
                    <a:gd name="T97" fmla="*/ 0 60000 65536"/>
                    <a:gd name="T98" fmla="*/ 0 60000 65536"/>
                    <a:gd name="T99" fmla="*/ 0 60000 65536"/>
                    <a:gd name="T100" fmla="*/ 0 60000 65536"/>
                    <a:gd name="T101" fmla="*/ 0 60000 65536"/>
                    <a:gd name="T102" fmla="*/ 0 60000 65536"/>
                    <a:gd name="T103" fmla="*/ 0 60000 65536"/>
                    <a:gd name="T104" fmla="*/ 0 60000 65536"/>
                    <a:gd name="T105" fmla="*/ 0 60000 65536"/>
                    <a:gd name="T106" fmla="*/ 0 60000 65536"/>
                    <a:gd name="T107" fmla="*/ 0 60000 65536"/>
                    <a:gd name="T108" fmla="*/ 0 60000 65536"/>
                    <a:gd name="T109" fmla="*/ 0 60000 65536"/>
                    <a:gd name="T110" fmla="*/ 0 60000 65536"/>
                    <a:gd name="T111" fmla="*/ 0 60000 65536"/>
                    <a:gd name="T112" fmla="*/ 0 60000 65536"/>
                    <a:gd name="T113" fmla="*/ 0 60000 65536"/>
                    <a:gd name="T114" fmla="*/ 0 60000 65536"/>
                    <a:gd name="T115" fmla="*/ 0 60000 65536"/>
                    <a:gd name="T116" fmla="*/ 0 60000 65536"/>
                    <a:gd name="T117" fmla="*/ 0 60000 65536"/>
                    <a:gd name="T118" fmla="*/ 0 60000 65536"/>
                    <a:gd name="T119" fmla="*/ 0 60000 65536"/>
                    <a:gd name="T120" fmla="*/ 0 60000 65536"/>
                    <a:gd name="T121" fmla="*/ 0 60000 65536"/>
                    <a:gd name="T122" fmla="*/ 0 60000 65536"/>
                    <a:gd name="T123" fmla="*/ 0 w 717"/>
                    <a:gd name="T124" fmla="*/ 0 h 756"/>
                    <a:gd name="T125" fmla="*/ 717 w 717"/>
                    <a:gd name="T126" fmla="*/ 756 h 756"/>
                  </a:gdLst>
                  <a:ahLst/>
                  <a:cxnLst>
                    <a:cxn ang="T82">
                      <a:pos x="T0" y="T1"/>
                    </a:cxn>
                    <a:cxn ang="T83">
                      <a:pos x="T2" y="T3"/>
                    </a:cxn>
                    <a:cxn ang="T84">
                      <a:pos x="T4" y="T5"/>
                    </a:cxn>
                    <a:cxn ang="T85">
                      <a:pos x="T6" y="T7"/>
                    </a:cxn>
                    <a:cxn ang="T86">
                      <a:pos x="T8" y="T9"/>
                    </a:cxn>
                    <a:cxn ang="T87">
                      <a:pos x="T10" y="T11"/>
                    </a:cxn>
                    <a:cxn ang="T88">
                      <a:pos x="T12" y="T13"/>
                    </a:cxn>
                    <a:cxn ang="T89">
                      <a:pos x="T14" y="T15"/>
                    </a:cxn>
                    <a:cxn ang="T90">
                      <a:pos x="T16" y="T17"/>
                    </a:cxn>
                    <a:cxn ang="T91">
                      <a:pos x="T18" y="T19"/>
                    </a:cxn>
                    <a:cxn ang="T92">
                      <a:pos x="T20" y="T21"/>
                    </a:cxn>
                    <a:cxn ang="T93">
                      <a:pos x="T22" y="T23"/>
                    </a:cxn>
                    <a:cxn ang="T94">
                      <a:pos x="T24" y="T25"/>
                    </a:cxn>
                    <a:cxn ang="T95">
                      <a:pos x="T26" y="T27"/>
                    </a:cxn>
                    <a:cxn ang="T96">
                      <a:pos x="T28" y="T29"/>
                    </a:cxn>
                    <a:cxn ang="T97">
                      <a:pos x="T30" y="T31"/>
                    </a:cxn>
                    <a:cxn ang="T98">
                      <a:pos x="T32" y="T33"/>
                    </a:cxn>
                    <a:cxn ang="T99">
                      <a:pos x="T34" y="T35"/>
                    </a:cxn>
                    <a:cxn ang="T100">
                      <a:pos x="T36" y="T37"/>
                    </a:cxn>
                    <a:cxn ang="T101">
                      <a:pos x="T38" y="T39"/>
                    </a:cxn>
                    <a:cxn ang="T102">
                      <a:pos x="T40" y="T41"/>
                    </a:cxn>
                    <a:cxn ang="T103">
                      <a:pos x="T42" y="T43"/>
                    </a:cxn>
                    <a:cxn ang="T104">
                      <a:pos x="T44" y="T45"/>
                    </a:cxn>
                    <a:cxn ang="T105">
                      <a:pos x="T46" y="T47"/>
                    </a:cxn>
                    <a:cxn ang="T106">
                      <a:pos x="T48" y="T49"/>
                    </a:cxn>
                    <a:cxn ang="T107">
                      <a:pos x="T50" y="T51"/>
                    </a:cxn>
                    <a:cxn ang="T108">
                      <a:pos x="T52" y="T53"/>
                    </a:cxn>
                    <a:cxn ang="T109">
                      <a:pos x="T54" y="T55"/>
                    </a:cxn>
                    <a:cxn ang="T110">
                      <a:pos x="T56" y="T57"/>
                    </a:cxn>
                    <a:cxn ang="T111">
                      <a:pos x="T58" y="T59"/>
                    </a:cxn>
                    <a:cxn ang="T112">
                      <a:pos x="T60" y="T61"/>
                    </a:cxn>
                    <a:cxn ang="T113">
                      <a:pos x="T62" y="T63"/>
                    </a:cxn>
                    <a:cxn ang="T114">
                      <a:pos x="T64" y="T65"/>
                    </a:cxn>
                    <a:cxn ang="T115">
                      <a:pos x="T66" y="T67"/>
                    </a:cxn>
                    <a:cxn ang="T116">
                      <a:pos x="T68" y="T69"/>
                    </a:cxn>
                    <a:cxn ang="T117">
                      <a:pos x="T70" y="T71"/>
                    </a:cxn>
                    <a:cxn ang="T118">
                      <a:pos x="T72" y="T73"/>
                    </a:cxn>
                    <a:cxn ang="T119">
                      <a:pos x="T74" y="T75"/>
                    </a:cxn>
                    <a:cxn ang="T120">
                      <a:pos x="T76" y="T77"/>
                    </a:cxn>
                    <a:cxn ang="T121">
                      <a:pos x="T78" y="T79"/>
                    </a:cxn>
                    <a:cxn ang="T122">
                      <a:pos x="T80" y="T81"/>
                    </a:cxn>
                  </a:cxnLst>
                  <a:rect l="T123" t="T124" r="T125" b="T126"/>
                  <a:pathLst>
                    <a:path w="717" h="756">
                      <a:moveTo>
                        <a:pt x="0" y="756"/>
                      </a:moveTo>
                      <a:lnTo>
                        <a:pt x="52" y="167"/>
                      </a:lnTo>
                      <a:lnTo>
                        <a:pt x="64" y="384"/>
                      </a:lnTo>
                      <a:lnTo>
                        <a:pt x="90" y="103"/>
                      </a:lnTo>
                      <a:lnTo>
                        <a:pt x="116" y="519"/>
                      </a:lnTo>
                      <a:lnTo>
                        <a:pt x="135" y="487"/>
                      </a:lnTo>
                      <a:lnTo>
                        <a:pt x="135" y="359"/>
                      </a:lnTo>
                      <a:lnTo>
                        <a:pt x="167" y="71"/>
                      </a:lnTo>
                      <a:lnTo>
                        <a:pt x="192" y="244"/>
                      </a:lnTo>
                      <a:lnTo>
                        <a:pt x="205" y="96"/>
                      </a:lnTo>
                      <a:lnTo>
                        <a:pt x="218" y="615"/>
                      </a:lnTo>
                      <a:lnTo>
                        <a:pt x="244" y="397"/>
                      </a:lnTo>
                      <a:lnTo>
                        <a:pt x="282" y="519"/>
                      </a:lnTo>
                      <a:lnTo>
                        <a:pt x="308" y="308"/>
                      </a:lnTo>
                      <a:lnTo>
                        <a:pt x="333" y="442"/>
                      </a:lnTo>
                      <a:lnTo>
                        <a:pt x="346" y="352"/>
                      </a:lnTo>
                      <a:lnTo>
                        <a:pt x="365" y="384"/>
                      </a:lnTo>
                      <a:lnTo>
                        <a:pt x="378" y="135"/>
                      </a:lnTo>
                      <a:lnTo>
                        <a:pt x="391" y="301"/>
                      </a:lnTo>
                      <a:lnTo>
                        <a:pt x="384" y="519"/>
                      </a:lnTo>
                      <a:lnTo>
                        <a:pt x="404" y="679"/>
                      </a:lnTo>
                      <a:lnTo>
                        <a:pt x="429" y="628"/>
                      </a:lnTo>
                      <a:lnTo>
                        <a:pt x="442" y="480"/>
                      </a:lnTo>
                      <a:lnTo>
                        <a:pt x="455" y="391"/>
                      </a:lnTo>
                      <a:lnTo>
                        <a:pt x="436" y="506"/>
                      </a:lnTo>
                      <a:lnTo>
                        <a:pt x="461" y="352"/>
                      </a:lnTo>
                      <a:lnTo>
                        <a:pt x="474" y="455"/>
                      </a:lnTo>
                      <a:lnTo>
                        <a:pt x="493" y="519"/>
                      </a:lnTo>
                      <a:lnTo>
                        <a:pt x="512" y="410"/>
                      </a:lnTo>
                      <a:lnTo>
                        <a:pt x="532" y="186"/>
                      </a:lnTo>
                      <a:lnTo>
                        <a:pt x="544" y="231"/>
                      </a:lnTo>
                      <a:lnTo>
                        <a:pt x="570" y="148"/>
                      </a:lnTo>
                      <a:lnTo>
                        <a:pt x="576" y="301"/>
                      </a:lnTo>
                      <a:lnTo>
                        <a:pt x="576" y="730"/>
                      </a:lnTo>
                      <a:lnTo>
                        <a:pt x="647" y="0"/>
                      </a:lnTo>
                      <a:lnTo>
                        <a:pt x="647" y="250"/>
                      </a:lnTo>
                      <a:lnTo>
                        <a:pt x="660" y="333"/>
                      </a:lnTo>
                      <a:lnTo>
                        <a:pt x="685" y="192"/>
                      </a:lnTo>
                      <a:lnTo>
                        <a:pt x="711" y="340"/>
                      </a:lnTo>
                      <a:lnTo>
                        <a:pt x="698" y="429"/>
                      </a:lnTo>
                      <a:lnTo>
                        <a:pt x="717" y="461"/>
                      </a:lnTo>
                    </a:path>
                  </a:pathLst>
                </a:custGeom>
                <a:noFill/>
                <a:ln w="9525">
                  <a:solidFill>
                    <a:srgbClr val="FF0000"/>
                  </a:solidFill>
                  <a:round/>
                  <a:headEnd/>
                  <a:tailEnd/>
                </a:ln>
              </p:spPr>
              <p:txBody>
                <a:bodyPr/>
                <a:lstStyle/>
                <a:p>
                  <a:endParaRPr lang="en-GB" sz="1600"/>
                </a:p>
              </p:txBody>
            </p:sp>
          </p:grpSp>
          <p:grpSp>
            <p:nvGrpSpPr>
              <p:cNvPr id="14383" name="Group 323"/>
              <p:cNvGrpSpPr>
                <a:grpSpLocks/>
              </p:cNvGrpSpPr>
              <p:nvPr/>
            </p:nvGrpSpPr>
            <p:grpSpPr bwMode="auto">
              <a:xfrm flipH="1">
                <a:off x="3986" y="1092"/>
                <a:ext cx="590" cy="801"/>
                <a:chOff x="3462" y="1100"/>
                <a:chExt cx="1549" cy="801"/>
              </a:xfrm>
            </p:grpSpPr>
            <p:sp>
              <p:nvSpPr>
                <p:cNvPr id="14445" name="Freeform 324"/>
                <p:cNvSpPr>
                  <a:spLocks/>
                </p:cNvSpPr>
                <p:nvPr/>
              </p:nvSpPr>
              <p:spPr bwMode="auto">
                <a:xfrm>
                  <a:off x="3462" y="1126"/>
                  <a:ext cx="313" cy="756"/>
                </a:xfrm>
                <a:custGeom>
                  <a:avLst/>
                  <a:gdLst>
                    <a:gd name="T0" fmla="*/ 0 w 717"/>
                    <a:gd name="T1" fmla="*/ 756 h 756"/>
                    <a:gd name="T2" fmla="*/ 4 w 717"/>
                    <a:gd name="T3" fmla="*/ 167 h 756"/>
                    <a:gd name="T4" fmla="*/ 5 w 717"/>
                    <a:gd name="T5" fmla="*/ 384 h 756"/>
                    <a:gd name="T6" fmla="*/ 7 w 717"/>
                    <a:gd name="T7" fmla="*/ 103 h 756"/>
                    <a:gd name="T8" fmla="*/ 10 w 717"/>
                    <a:gd name="T9" fmla="*/ 519 h 756"/>
                    <a:gd name="T10" fmla="*/ 11 w 717"/>
                    <a:gd name="T11" fmla="*/ 487 h 756"/>
                    <a:gd name="T12" fmla="*/ 11 w 717"/>
                    <a:gd name="T13" fmla="*/ 359 h 756"/>
                    <a:gd name="T14" fmla="*/ 14 w 717"/>
                    <a:gd name="T15" fmla="*/ 71 h 756"/>
                    <a:gd name="T16" fmla="*/ 16 w 717"/>
                    <a:gd name="T17" fmla="*/ 244 h 756"/>
                    <a:gd name="T18" fmla="*/ 17 w 717"/>
                    <a:gd name="T19" fmla="*/ 96 h 756"/>
                    <a:gd name="T20" fmla="*/ 18 w 717"/>
                    <a:gd name="T21" fmla="*/ 615 h 756"/>
                    <a:gd name="T22" fmla="*/ 21 w 717"/>
                    <a:gd name="T23" fmla="*/ 397 h 756"/>
                    <a:gd name="T24" fmla="*/ 24 w 717"/>
                    <a:gd name="T25" fmla="*/ 519 h 756"/>
                    <a:gd name="T26" fmla="*/ 25 w 717"/>
                    <a:gd name="T27" fmla="*/ 308 h 756"/>
                    <a:gd name="T28" fmla="*/ 28 w 717"/>
                    <a:gd name="T29" fmla="*/ 442 h 756"/>
                    <a:gd name="T30" fmla="*/ 29 w 717"/>
                    <a:gd name="T31" fmla="*/ 352 h 756"/>
                    <a:gd name="T32" fmla="*/ 30 w 717"/>
                    <a:gd name="T33" fmla="*/ 384 h 756"/>
                    <a:gd name="T34" fmla="*/ 31 w 717"/>
                    <a:gd name="T35" fmla="*/ 135 h 756"/>
                    <a:gd name="T36" fmla="*/ 33 w 717"/>
                    <a:gd name="T37" fmla="*/ 301 h 756"/>
                    <a:gd name="T38" fmla="*/ 32 w 717"/>
                    <a:gd name="T39" fmla="*/ 519 h 756"/>
                    <a:gd name="T40" fmla="*/ 34 w 717"/>
                    <a:gd name="T41" fmla="*/ 679 h 756"/>
                    <a:gd name="T42" fmla="*/ 36 w 717"/>
                    <a:gd name="T43" fmla="*/ 628 h 756"/>
                    <a:gd name="T44" fmla="*/ 37 w 717"/>
                    <a:gd name="T45" fmla="*/ 480 h 756"/>
                    <a:gd name="T46" fmla="*/ 38 w 717"/>
                    <a:gd name="T47" fmla="*/ 391 h 756"/>
                    <a:gd name="T48" fmla="*/ 36 w 717"/>
                    <a:gd name="T49" fmla="*/ 506 h 756"/>
                    <a:gd name="T50" fmla="*/ 38 w 717"/>
                    <a:gd name="T51" fmla="*/ 352 h 756"/>
                    <a:gd name="T52" fmla="*/ 39 w 717"/>
                    <a:gd name="T53" fmla="*/ 455 h 756"/>
                    <a:gd name="T54" fmla="*/ 41 w 717"/>
                    <a:gd name="T55" fmla="*/ 519 h 756"/>
                    <a:gd name="T56" fmla="*/ 43 w 717"/>
                    <a:gd name="T57" fmla="*/ 410 h 756"/>
                    <a:gd name="T58" fmla="*/ 44 w 717"/>
                    <a:gd name="T59" fmla="*/ 186 h 756"/>
                    <a:gd name="T60" fmla="*/ 45 w 717"/>
                    <a:gd name="T61" fmla="*/ 231 h 756"/>
                    <a:gd name="T62" fmla="*/ 48 w 717"/>
                    <a:gd name="T63" fmla="*/ 148 h 756"/>
                    <a:gd name="T64" fmla="*/ 48 w 717"/>
                    <a:gd name="T65" fmla="*/ 301 h 756"/>
                    <a:gd name="T66" fmla="*/ 48 w 717"/>
                    <a:gd name="T67" fmla="*/ 730 h 756"/>
                    <a:gd name="T68" fmla="*/ 54 w 717"/>
                    <a:gd name="T69" fmla="*/ 0 h 756"/>
                    <a:gd name="T70" fmla="*/ 54 w 717"/>
                    <a:gd name="T71" fmla="*/ 250 h 756"/>
                    <a:gd name="T72" fmla="*/ 55 w 717"/>
                    <a:gd name="T73" fmla="*/ 333 h 756"/>
                    <a:gd name="T74" fmla="*/ 57 w 717"/>
                    <a:gd name="T75" fmla="*/ 192 h 756"/>
                    <a:gd name="T76" fmla="*/ 59 w 717"/>
                    <a:gd name="T77" fmla="*/ 340 h 756"/>
                    <a:gd name="T78" fmla="*/ 58 w 717"/>
                    <a:gd name="T79" fmla="*/ 429 h 756"/>
                    <a:gd name="T80" fmla="*/ 60 w 717"/>
                    <a:gd name="T81" fmla="*/ 461 h 756"/>
                    <a:gd name="T82" fmla="*/ 0 60000 65536"/>
                    <a:gd name="T83" fmla="*/ 0 60000 65536"/>
                    <a:gd name="T84" fmla="*/ 0 60000 65536"/>
                    <a:gd name="T85" fmla="*/ 0 60000 65536"/>
                    <a:gd name="T86" fmla="*/ 0 60000 65536"/>
                    <a:gd name="T87" fmla="*/ 0 60000 65536"/>
                    <a:gd name="T88" fmla="*/ 0 60000 65536"/>
                    <a:gd name="T89" fmla="*/ 0 60000 65536"/>
                    <a:gd name="T90" fmla="*/ 0 60000 65536"/>
                    <a:gd name="T91" fmla="*/ 0 60000 65536"/>
                    <a:gd name="T92" fmla="*/ 0 60000 65536"/>
                    <a:gd name="T93" fmla="*/ 0 60000 65536"/>
                    <a:gd name="T94" fmla="*/ 0 60000 65536"/>
                    <a:gd name="T95" fmla="*/ 0 60000 65536"/>
                    <a:gd name="T96" fmla="*/ 0 60000 65536"/>
                    <a:gd name="T97" fmla="*/ 0 60000 65536"/>
                    <a:gd name="T98" fmla="*/ 0 60000 65536"/>
                    <a:gd name="T99" fmla="*/ 0 60000 65536"/>
                    <a:gd name="T100" fmla="*/ 0 60000 65536"/>
                    <a:gd name="T101" fmla="*/ 0 60000 65536"/>
                    <a:gd name="T102" fmla="*/ 0 60000 65536"/>
                    <a:gd name="T103" fmla="*/ 0 60000 65536"/>
                    <a:gd name="T104" fmla="*/ 0 60000 65536"/>
                    <a:gd name="T105" fmla="*/ 0 60000 65536"/>
                    <a:gd name="T106" fmla="*/ 0 60000 65536"/>
                    <a:gd name="T107" fmla="*/ 0 60000 65536"/>
                    <a:gd name="T108" fmla="*/ 0 60000 65536"/>
                    <a:gd name="T109" fmla="*/ 0 60000 65536"/>
                    <a:gd name="T110" fmla="*/ 0 60000 65536"/>
                    <a:gd name="T111" fmla="*/ 0 60000 65536"/>
                    <a:gd name="T112" fmla="*/ 0 60000 65536"/>
                    <a:gd name="T113" fmla="*/ 0 60000 65536"/>
                    <a:gd name="T114" fmla="*/ 0 60000 65536"/>
                    <a:gd name="T115" fmla="*/ 0 60000 65536"/>
                    <a:gd name="T116" fmla="*/ 0 60000 65536"/>
                    <a:gd name="T117" fmla="*/ 0 60000 65536"/>
                    <a:gd name="T118" fmla="*/ 0 60000 65536"/>
                    <a:gd name="T119" fmla="*/ 0 60000 65536"/>
                    <a:gd name="T120" fmla="*/ 0 60000 65536"/>
                    <a:gd name="T121" fmla="*/ 0 60000 65536"/>
                    <a:gd name="T122" fmla="*/ 0 60000 65536"/>
                    <a:gd name="T123" fmla="*/ 0 w 717"/>
                    <a:gd name="T124" fmla="*/ 0 h 756"/>
                    <a:gd name="T125" fmla="*/ 717 w 717"/>
                    <a:gd name="T126" fmla="*/ 756 h 756"/>
                  </a:gdLst>
                  <a:ahLst/>
                  <a:cxnLst>
                    <a:cxn ang="T82">
                      <a:pos x="T0" y="T1"/>
                    </a:cxn>
                    <a:cxn ang="T83">
                      <a:pos x="T2" y="T3"/>
                    </a:cxn>
                    <a:cxn ang="T84">
                      <a:pos x="T4" y="T5"/>
                    </a:cxn>
                    <a:cxn ang="T85">
                      <a:pos x="T6" y="T7"/>
                    </a:cxn>
                    <a:cxn ang="T86">
                      <a:pos x="T8" y="T9"/>
                    </a:cxn>
                    <a:cxn ang="T87">
                      <a:pos x="T10" y="T11"/>
                    </a:cxn>
                    <a:cxn ang="T88">
                      <a:pos x="T12" y="T13"/>
                    </a:cxn>
                    <a:cxn ang="T89">
                      <a:pos x="T14" y="T15"/>
                    </a:cxn>
                    <a:cxn ang="T90">
                      <a:pos x="T16" y="T17"/>
                    </a:cxn>
                    <a:cxn ang="T91">
                      <a:pos x="T18" y="T19"/>
                    </a:cxn>
                    <a:cxn ang="T92">
                      <a:pos x="T20" y="T21"/>
                    </a:cxn>
                    <a:cxn ang="T93">
                      <a:pos x="T22" y="T23"/>
                    </a:cxn>
                    <a:cxn ang="T94">
                      <a:pos x="T24" y="T25"/>
                    </a:cxn>
                    <a:cxn ang="T95">
                      <a:pos x="T26" y="T27"/>
                    </a:cxn>
                    <a:cxn ang="T96">
                      <a:pos x="T28" y="T29"/>
                    </a:cxn>
                    <a:cxn ang="T97">
                      <a:pos x="T30" y="T31"/>
                    </a:cxn>
                    <a:cxn ang="T98">
                      <a:pos x="T32" y="T33"/>
                    </a:cxn>
                    <a:cxn ang="T99">
                      <a:pos x="T34" y="T35"/>
                    </a:cxn>
                    <a:cxn ang="T100">
                      <a:pos x="T36" y="T37"/>
                    </a:cxn>
                    <a:cxn ang="T101">
                      <a:pos x="T38" y="T39"/>
                    </a:cxn>
                    <a:cxn ang="T102">
                      <a:pos x="T40" y="T41"/>
                    </a:cxn>
                    <a:cxn ang="T103">
                      <a:pos x="T42" y="T43"/>
                    </a:cxn>
                    <a:cxn ang="T104">
                      <a:pos x="T44" y="T45"/>
                    </a:cxn>
                    <a:cxn ang="T105">
                      <a:pos x="T46" y="T47"/>
                    </a:cxn>
                    <a:cxn ang="T106">
                      <a:pos x="T48" y="T49"/>
                    </a:cxn>
                    <a:cxn ang="T107">
                      <a:pos x="T50" y="T51"/>
                    </a:cxn>
                    <a:cxn ang="T108">
                      <a:pos x="T52" y="T53"/>
                    </a:cxn>
                    <a:cxn ang="T109">
                      <a:pos x="T54" y="T55"/>
                    </a:cxn>
                    <a:cxn ang="T110">
                      <a:pos x="T56" y="T57"/>
                    </a:cxn>
                    <a:cxn ang="T111">
                      <a:pos x="T58" y="T59"/>
                    </a:cxn>
                    <a:cxn ang="T112">
                      <a:pos x="T60" y="T61"/>
                    </a:cxn>
                    <a:cxn ang="T113">
                      <a:pos x="T62" y="T63"/>
                    </a:cxn>
                    <a:cxn ang="T114">
                      <a:pos x="T64" y="T65"/>
                    </a:cxn>
                    <a:cxn ang="T115">
                      <a:pos x="T66" y="T67"/>
                    </a:cxn>
                    <a:cxn ang="T116">
                      <a:pos x="T68" y="T69"/>
                    </a:cxn>
                    <a:cxn ang="T117">
                      <a:pos x="T70" y="T71"/>
                    </a:cxn>
                    <a:cxn ang="T118">
                      <a:pos x="T72" y="T73"/>
                    </a:cxn>
                    <a:cxn ang="T119">
                      <a:pos x="T74" y="T75"/>
                    </a:cxn>
                    <a:cxn ang="T120">
                      <a:pos x="T76" y="T77"/>
                    </a:cxn>
                    <a:cxn ang="T121">
                      <a:pos x="T78" y="T79"/>
                    </a:cxn>
                    <a:cxn ang="T122">
                      <a:pos x="T80" y="T81"/>
                    </a:cxn>
                  </a:cxnLst>
                  <a:rect l="T123" t="T124" r="T125" b="T126"/>
                  <a:pathLst>
                    <a:path w="717" h="756">
                      <a:moveTo>
                        <a:pt x="0" y="756"/>
                      </a:moveTo>
                      <a:lnTo>
                        <a:pt x="52" y="167"/>
                      </a:lnTo>
                      <a:lnTo>
                        <a:pt x="64" y="384"/>
                      </a:lnTo>
                      <a:lnTo>
                        <a:pt x="90" y="103"/>
                      </a:lnTo>
                      <a:lnTo>
                        <a:pt x="116" y="519"/>
                      </a:lnTo>
                      <a:lnTo>
                        <a:pt x="135" y="487"/>
                      </a:lnTo>
                      <a:lnTo>
                        <a:pt x="135" y="359"/>
                      </a:lnTo>
                      <a:lnTo>
                        <a:pt x="167" y="71"/>
                      </a:lnTo>
                      <a:lnTo>
                        <a:pt x="192" y="244"/>
                      </a:lnTo>
                      <a:lnTo>
                        <a:pt x="205" y="96"/>
                      </a:lnTo>
                      <a:lnTo>
                        <a:pt x="218" y="615"/>
                      </a:lnTo>
                      <a:lnTo>
                        <a:pt x="244" y="397"/>
                      </a:lnTo>
                      <a:lnTo>
                        <a:pt x="282" y="519"/>
                      </a:lnTo>
                      <a:lnTo>
                        <a:pt x="308" y="308"/>
                      </a:lnTo>
                      <a:lnTo>
                        <a:pt x="333" y="442"/>
                      </a:lnTo>
                      <a:lnTo>
                        <a:pt x="346" y="352"/>
                      </a:lnTo>
                      <a:lnTo>
                        <a:pt x="365" y="384"/>
                      </a:lnTo>
                      <a:lnTo>
                        <a:pt x="378" y="135"/>
                      </a:lnTo>
                      <a:lnTo>
                        <a:pt x="391" y="301"/>
                      </a:lnTo>
                      <a:lnTo>
                        <a:pt x="384" y="519"/>
                      </a:lnTo>
                      <a:lnTo>
                        <a:pt x="404" y="679"/>
                      </a:lnTo>
                      <a:lnTo>
                        <a:pt x="429" y="628"/>
                      </a:lnTo>
                      <a:lnTo>
                        <a:pt x="442" y="480"/>
                      </a:lnTo>
                      <a:lnTo>
                        <a:pt x="455" y="391"/>
                      </a:lnTo>
                      <a:lnTo>
                        <a:pt x="436" y="506"/>
                      </a:lnTo>
                      <a:lnTo>
                        <a:pt x="461" y="352"/>
                      </a:lnTo>
                      <a:lnTo>
                        <a:pt x="474" y="455"/>
                      </a:lnTo>
                      <a:lnTo>
                        <a:pt x="493" y="519"/>
                      </a:lnTo>
                      <a:lnTo>
                        <a:pt x="512" y="410"/>
                      </a:lnTo>
                      <a:lnTo>
                        <a:pt x="532" y="186"/>
                      </a:lnTo>
                      <a:lnTo>
                        <a:pt x="544" y="231"/>
                      </a:lnTo>
                      <a:lnTo>
                        <a:pt x="570" y="148"/>
                      </a:lnTo>
                      <a:lnTo>
                        <a:pt x="576" y="301"/>
                      </a:lnTo>
                      <a:lnTo>
                        <a:pt x="576" y="730"/>
                      </a:lnTo>
                      <a:lnTo>
                        <a:pt x="647" y="0"/>
                      </a:lnTo>
                      <a:lnTo>
                        <a:pt x="647" y="250"/>
                      </a:lnTo>
                      <a:lnTo>
                        <a:pt x="660" y="333"/>
                      </a:lnTo>
                      <a:lnTo>
                        <a:pt x="685" y="192"/>
                      </a:lnTo>
                      <a:lnTo>
                        <a:pt x="711" y="340"/>
                      </a:lnTo>
                      <a:lnTo>
                        <a:pt x="698" y="429"/>
                      </a:lnTo>
                      <a:lnTo>
                        <a:pt x="717" y="461"/>
                      </a:lnTo>
                    </a:path>
                  </a:pathLst>
                </a:custGeom>
                <a:noFill/>
                <a:ln w="9525">
                  <a:solidFill>
                    <a:srgbClr val="FF0000"/>
                  </a:solidFill>
                  <a:round/>
                  <a:headEnd/>
                  <a:tailEnd/>
                </a:ln>
              </p:spPr>
              <p:txBody>
                <a:bodyPr/>
                <a:lstStyle/>
                <a:p>
                  <a:endParaRPr lang="en-GB" sz="1600"/>
                </a:p>
              </p:txBody>
            </p:sp>
            <p:sp>
              <p:nvSpPr>
                <p:cNvPr id="14446" name="Freeform 325"/>
                <p:cNvSpPr>
                  <a:spLocks/>
                </p:cNvSpPr>
                <p:nvPr/>
              </p:nvSpPr>
              <p:spPr bwMode="auto">
                <a:xfrm flipH="1" flipV="1">
                  <a:off x="3770" y="1145"/>
                  <a:ext cx="313" cy="756"/>
                </a:xfrm>
                <a:custGeom>
                  <a:avLst/>
                  <a:gdLst>
                    <a:gd name="T0" fmla="*/ 0 w 717"/>
                    <a:gd name="T1" fmla="*/ 756 h 756"/>
                    <a:gd name="T2" fmla="*/ 4 w 717"/>
                    <a:gd name="T3" fmla="*/ 167 h 756"/>
                    <a:gd name="T4" fmla="*/ 5 w 717"/>
                    <a:gd name="T5" fmla="*/ 384 h 756"/>
                    <a:gd name="T6" fmla="*/ 7 w 717"/>
                    <a:gd name="T7" fmla="*/ 103 h 756"/>
                    <a:gd name="T8" fmla="*/ 10 w 717"/>
                    <a:gd name="T9" fmla="*/ 519 h 756"/>
                    <a:gd name="T10" fmla="*/ 11 w 717"/>
                    <a:gd name="T11" fmla="*/ 487 h 756"/>
                    <a:gd name="T12" fmla="*/ 11 w 717"/>
                    <a:gd name="T13" fmla="*/ 359 h 756"/>
                    <a:gd name="T14" fmla="*/ 14 w 717"/>
                    <a:gd name="T15" fmla="*/ 71 h 756"/>
                    <a:gd name="T16" fmla="*/ 16 w 717"/>
                    <a:gd name="T17" fmla="*/ 244 h 756"/>
                    <a:gd name="T18" fmla="*/ 17 w 717"/>
                    <a:gd name="T19" fmla="*/ 96 h 756"/>
                    <a:gd name="T20" fmla="*/ 18 w 717"/>
                    <a:gd name="T21" fmla="*/ 615 h 756"/>
                    <a:gd name="T22" fmla="*/ 21 w 717"/>
                    <a:gd name="T23" fmla="*/ 397 h 756"/>
                    <a:gd name="T24" fmla="*/ 24 w 717"/>
                    <a:gd name="T25" fmla="*/ 519 h 756"/>
                    <a:gd name="T26" fmla="*/ 25 w 717"/>
                    <a:gd name="T27" fmla="*/ 308 h 756"/>
                    <a:gd name="T28" fmla="*/ 28 w 717"/>
                    <a:gd name="T29" fmla="*/ 442 h 756"/>
                    <a:gd name="T30" fmla="*/ 29 w 717"/>
                    <a:gd name="T31" fmla="*/ 352 h 756"/>
                    <a:gd name="T32" fmla="*/ 30 w 717"/>
                    <a:gd name="T33" fmla="*/ 384 h 756"/>
                    <a:gd name="T34" fmla="*/ 31 w 717"/>
                    <a:gd name="T35" fmla="*/ 135 h 756"/>
                    <a:gd name="T36" fmla="*/ 33 w 717"/>
                    <a:gd name="T37" fmla="*/ 301 h 756"/>
                    <a:gd name="T38" fmla="*/ 32 w 717"/>
                    <a:gd name="T39" fmla="*/ 519 h 756"/>
                    <a:gd name="T40" fmla="*/ 34 w 717"/>
                    <a:gd name="T41" fmla="*/ 679 h 756"/>
                    <a:gd name="T42" fmla="*/ 36 w 717"/>
                    <a:gd name="T43" fmla="*/ 628 h 756"/>
                    <a:gd name="T44" fmla="*/ 37 w 717"/>
                    <a:gd name="T45" fmla="*/ 480 h 756"/>
                    <a:gd name="T46" fmla="*/ 38 w 717"/>
                    <a:gd name="T47" fmla="*/ 391 h 756"/>
                    <a:gd name="T48" fmla="*/ 36 w 717"/>
                    <a:gd name="T49" fmla="*/ 506 h 756"/>
                    <a:gd name="T50" fmla="*/ 38 w 717"/>
                    <a:gd name="T51" fmla="*/ 352 h 756"/>
                    <a:gd name="T52" fmla="*/ 39 w 717"/>
                    <a:gd name="T53" fmla="*/ 455 h 756"/>
                    <a:gd name="T54" fmla="*/ 41 w 717"/>
                    <a:gd name="T55" fmla="*/ 519 h 756"/>
                    <a:gd name="T56" fmla="*/ 43 w 717"/>
                    <a:gd name="T57" fmla="*/ 410 h 756"/>
                    <a:gd name="T58" fmla="*/ 44 w 717"/>
                    <a:gd name="T59" fmla="*/ 186 h 756"/>
                    <a:gd name="T60" fmla="*/ 45 w 717"/>
                    <a:gd name="T61" fmla="*/ 231 h 756"/>
                    <a:gd name="T62" fmla="*/ 48 w 717"/>
                    <a:gd name="T63" fmla="*/ 148 h 756"/>
                    <a:gd name="T64" fmla="*/ 48 w 717"/>
                    <a:gd name="T65" fmla="*/ 301 h 756"/>
                    <a:gd name="T66" fmla="*/ 48 w 717"/>
                    <a:gd name="T67" fmla="*/ 730 h 756"/>
                    <a:gd name="T68" fmla="*/ 54 w 717"/>
                    <a:gd name="T69" fmla="*/ 0 h 756"/>
                    <a:gd name="T70" fmla="*/ 54 w 717"/>
                    <a:gd name="T71" fmla="*/ 250 h 756"/>
                    <a:gd name="T72" fmla="*/ 55 w 717"/>
                    <a:gd name="T73" fmla="*/ 333 h 756"/>
                    <a:gd name="T74" fmla="*/ 57 w 717"/>
                    <a:gd name="T75" fmla="*/ 192 h 756"/>
                    <a:gd name="T76" fmla="*/ 59 w 717"/>
                    <a:gd name="T77" fmla="*/ 340 h 756"/>
                    <a:gd name="T78" fmla="*/ 58 w 717"/>
                    <a:gd name="T79" fmla="*/ 429 h 756"/>
                    <a:gd name="T80" fmla="*/ 60 w 717"/>
                    <a:gd name="T81" fmla="*/ 461 h 756"/>
                    <a:gd name="T82" fmla="*/ 0 60000 65536"/>
                    <a:gd name="T83" fmla="*/ 0 60000 65536"/>
                    <a:gd name="T84" fmla="*/ 0 60000 65536"/>
                    <a:gd name="T85" fmla="*/ 0 60000 65536"/>
                    <a:gd name="T86" fmla="*/ 0 60000 65536"/>
                    <a:gd name="T87" fmla="*/ 0 60000 65536"/>
                    <a:gd name="T88" fmla="*/ 0 60000 65536"/>
                    <a:gd name="T89" fmla="*/ 0 60000 65536"/>
                    <a:gd name="T90" fmla="*/ 0 60000 65536"/>
                    <a:gd name="T91" fmla="*/ 0 60000 65536"/>
                    <a:gd name="T92" fmla="*/ 0 60000 65536"/>
                    <a:gd name="T93" fmla="*/ 0 60000 65536"/>
                    <a:gd name="T94" fmla="*/ 0 60000 65536"/>
                    <a:gd name="T95" fmla="*/ 0 60000 65536"/>
                    <a:gd name="T96" fmla="*/ 0 60000 65536"/>
                    <a:gd name="T97" fmla="*/ 0 60000 65536"/>
                    <a:gd name="T98" fmla="*/ 0 60000 65536"/>
                    <a:gd name="T99" fmla="*/ 0 60000 65536"/>
                    <a:gd name="T100" fmla="*/ 0 60000 65536"/>
                    <a:gd name="T101" fmla="*/ 0 60000 65536"/>
                    <a:gd name="T102" fmla="*/ 0 60000 65536"/>
                    <a:gd name="T103" fmla="*/ 0 60000 65536"/>
                    <a:gd name="T104" fmla="*/ 0 60000 65536"/>
                    <a:gd name="T105" fmla="*/ 0 60000 65536"/>
                    <a:gd name="T106" fmla="*/ 0 60000 65536"/>
                    <a:gd name="T107" fmla="*/ 0 60000 65536"/>
                    <a:gd name="T108" fmla="*/ 0 60000 65536"/>
                    <a:gd name="T109" fmla="*/ 0 60000 65536"/>
                    <a:gd name="T110" fmla="*/ 0 60000 65536"/>
                    <a:gd name="T111" fmla="*/ 0 60000 65536"/>
                    <a:gd name="T112" fmla="*/ 0 60000 65536"/>
                    <a:gd name="T113" fmla="*/ 0 60000 65536"/>
                    <a:gd name="T114" fmla="*/ 0 60000 65536"/>
                    <a:gd name="T115" fmla="*/ 0 60000 65536"/>
                    <a:gd name="T116" fmla="*/ 0 60000 65536"/>
                    <a:gd name="T117" fmla="*/ 0 60000 65536"/>
                    <a:gd name="T118" fmla="*/ 0 60000 65536"/>
                    <a:gd name="T119" fmla="*/ 0 60000 65536"/>
                    <a:gd name="T120" fmla="*/ 0 60000 65536"/>
                    <a:gd name="T121" fmla="*/ 0 60000 65536"/>
                    <a:gd name="T122" fmla="*/ 0 60000 65536"/>
                    <a:gd name="T123" fmla="*/ 0 w 717"/>
                    <a:gd name="T124" fmla="*/ 0 h 756"/>
                    <a:gd name="T125" fmla="*/ 717 w 717"/>
                    <a:gd name="T126" fmla="*/ 756 h 756"/>
                  </a:gdLst>
                  <a:ahLst/>
                  <a:cxnLst>
                    <a:cxn ang="T82">
                      <a:pos x="T0" y="T1"/>
                    </a:cxn>
                    <a:cxn ang="T83">
                      <a:pos x="T2" y="T3"/>
                    </a:cxn>
                    <a:cxn ang="T84">
                      <a:pos x="T4" y="T5"/>
                    </a:cxn>
                    <a:cxn ang="T85">
                      <a:pos x="T6" y="T7"/>
                    </a:cxn>
                    <a:cxn ang="T86">
                      <a:pos x="T8" y="T9"/>
                    </a:cxn>
                    <a:cxn ang="T87">
                      <a:pos x="T10" y="T11"/>
                    </a:cxn>
                    <a:cxn ang="T88">
                      <a:pos x="T12" y="T13"/>
                    </a:cxn>
                    <a:cxn ang="T89">
                      <a:pos x="T14" y="T15"/>
                    </a:cxn>
                    <a:cxn ang="T90">
                      <a:pos x="T16" y="T17"/>
                    </a:cxn>
                    <a:cxn ang="T91">
                      <a:pos x="T18" y="T19"/>
                    </a:cxn>
                    <a:cxn ang="T92">
                      <a:pos x="T20" y="T21"/>
                    </a:cxn>
                    <a:cxn ang="T93">
                      <a:pos x="T22" y="T23"/>
                    </a:cxn>
                    <a:cxn ang="T94">
                      <a:pos x="T24" y="T25"/>
                    </a:cxn>
                    <a:cxn ang="T95">
                      <a:pos x="T26" y="T27"/>
                    </a:cxn>
                    <a:cxn ang="T96">
                      <a:pos x="T28" y="T29"/>
                    </a:cxn>
                    <a:cxn ang="T97">
                      <a:pos x="T30" y="T31"/>
                    </a:cxn>
                    <a:cxn ang="T98">
                      <a:pos x="T32" y="T33"/>
                    </a:cxn>
                    <a:cxn ang="T99">
                      <a:pos x="T34" y="T35"/>
                    </a:cxn>
                    <a:cxn ang="T100">
                      <a:pos x="T36" y="T37"/>
                    </a:cxn>
                    <a:cxn ang="T101">
                      <a:pos x="T38" y="T39"/>
                    </a:cxn>
                    <a:cxn ang="T102">
                      <a:pos x="T40" y="T41"/>
                    </a:cxn>
                    <a:cxn ang="T103">
                      <a:pos x="T42" y="T43"/>
                    </a:cxn>
                    <a:cxn ang="T104">
                      <a:pos x="T44" y="T45"/>
                    </a:cxn>
                    <a:cxn ang="T105">
                      <a:pos x="T46" y="T47"/>
                    </a:cxn>
                    <a:cxn ang="T106">
                      <a:pos x="T48" y="T49"/>
                    </a:cxn>
                    <a:cxn ang="T107">
                      <a:pos x="T50" y="T51"/>
                    </a:cxn>
                    <a:cxn ang="T108">
                      <a:pos x="T52" y="T53"/>
                    </a:cxn>
                    <a:cxn ang="T109">
                      <a:pos x="T54" y="T55"/>
                    </a:cxn>
                    <a:cxn ang="T110">
                      <a:pos x="T56" y="T57"/>
                    </a:cxn>
                    <a:cxn ang="T111">
                      <a:pos x="T58" y="T59"/>
                    </a:cxn>
                    <a:cxn ang="T112">
                      <a:pos x="T60" y="T61"/>
                    </a:cxn>
                    <a:cxn ang="T113">
                      <a:pos x="T62" y="T63"/>
                    </a:cxn>
                    <a:cxn ang="T114">
                      <a:pos x="T64" y="T65"/>
                    </a:cxn>
                    <a:cxn ang="T115">
                      <a:pos x="T66" y="T67"/>
                    </a:cxn>
                    <a:cxn ang="T116">
                      <a:pos x="T68" y="T69"/>
                    </a:cxn>
                    <a:cxn ang="T117">
                      <a:pos x="T70" y="T71"/>
                    </a:cxn>
                    <a:cxn ang="T118">
                      <a:pos x="T72" y="T73"/>
                    </a:cxn>
                    <a:cxn ang="T119">
                      <a:pos x="T74" y="T75"/>
                    </a:cxn>
                    <a:cxn ang="T120">
                      <a:pos x="T76" y="T77"/>
                    </a:cxn>
                    <a:cxn ang="T121">
                      <a:pos x="T78" y="T79"/>
                    </a:cxn>
                    <a:cxn ang="T122">
                      <a:pos x="T80" y="T81"/>
                    </a:cxn>
                  </a:cxnLst>
                  <a:rect l="T123" t="T124" r="T125" b="T126"/>
                  <a:pathLst>
                    <a:path w="717" h="756">
                      <a:moveTo>
                        <a:pt x="0" y="756"/>
                      </a:moveTo>
                      <a:lnTo>
                        <a:pt x="52" y="167"/>
                      </a:lnTo>
                      <a:lnTo>
                        <a:pt x="64" y="384"/>
                      </a:lnTo>
                      <a:lnTo>
                        <a:pt x="90" y="103"/>
                      </a:lnTo>
                      <a:lnTo>
                        <a:pt x="116" y="519"/>
                      </a:lnTo>
                      <a:lnTo>
                        <a:pt x="135" y="487"/>
                      </a:lnTo>
                      <a:lnTo>
                        <a:pt x="135" y="359"/>
                      </a:lnTo>
                      <a:lnTo>
                        <a:pt x="167" y="71"/>
                      </a:lnTo>
                      <a:lnTo>
                        <a:pt x="192" y="244"/>
                      </a:lnTo>
                      <a:lnTo>
                        <a:pt x="205" y="96"/>
                      </a:lnTo>
                      <a:lnTo>
                        <a:pt x="218" y="615"/>
                      </a:lnTo>
                      <a:lnTo>
                        <a:pt x="244" y="397"/>
                      </a:lnTo>
                      <a:lnTo>
                        <a:pt x="282" y="519"/>
                      </a:lnTo>
                      <a:lnTo>
                        <a:pt x="308" y="308"/>
                      </a:lnTo>
                      <a:lnTo>
                        <a:pt x="333" y="442"/>
                      </a:lnTo>
                      <a:lnTo>
                        <a:pt x="346" y="352"/>
                      </a:lnTo>
                      <a:lnTo>
                        <a:pt x="365" y="384"/>
                      </a:lnTo>
                      <a:lnTo>
                        <a:pt x="378" y="135"/>
                      </a:lnTo>
                      <a:lnTo>
                        <a:pt x="391" y="301"/>
                      </a:lnTo>
                      <a:lnTo>
                        <a:pt x="384" y="519"/>
                      </a:lnTo>
                      <a:lnTo>
                        <a:pt x="404" y="679"/>
                      </a:lnTo>
                      <a:lnTo>
                        <a:pt x="429" y="628"/>
                      </a:lnTo>
                      <a:lnTo>
                        <a:pt x="442" y="480"/>
                      </a:lnTo>
                      <a:lnTo>
                        <a:pt x="455" y="391"/>
                      </a:lnTo>
                      <a:lnTo>
                        <a:pt x="436" y="506"/>
                      </a:lnTo>
                      <a:lnTo>
                        <a:pt x="461" y="352"/>
                      </a:lnTo>
                      <a:lnTo>
                        <a:pt x="474" y="455"/>
                      </a:lnTo>
                      <a:lnTo>
                        <a:pt x="493" y="519"/>
                      </a:lnTo>
                      <a:lnTo>
                        <a:pt x="512" y="410"/>
                      </a:lnTo>
                      <a:lnTo>
                        <a:pt x="532" y="186"/>
                      </a:lnTo>
                      <a:lnTo>
                        <a:pt x="544" y="231"/>
                      </a:lnTo>
                      <a:lnTo>
                        <a:pt x="570" y="148"/>
                      </a:lnTo>
                      <a:lnTo>
                        <a:pt x="576" y="301"/>
                      </a:lnTo>
                      <a:lnTo>
                        <a:pt x="576" y="730"/>
                      </a:lnTo>
                      <a:lnTo>
                        <a:pt x="647" y="0"/>
                      </a:lnTo>
                      <a:lnTo>
                        <a:pt x="647" y="250"/>
                      </a:lnTo>
                      <a:lnTo>
                        <a:pt x="660" y="333"/>
                      </a:lnTo>
                      <a:lnTo>
                        <a:pt x="685" y="192"/>
                      </a:lnTo>
                      <a:lnTo>
                        <a:pt x="711" y="340"/>
                      </a:lnTo>
                      <a:lnTo>
                        <a:pt x="698" y="429"/>
                      </a:lnTo>
                      <a:lnTo>
                        <a:pt x="717" y="461"/>
                      </a:lnTo>
                    </a:path>
                  </a:pathLst>
                </a:custGeom>
                <a:noFill/>
                <a:ln w="9525">
                  <a:solidFill>
                    <a:srgbClr val="FF0000"/>
                  </a:solidFill>
                  <a:round/>
                  <a:headEnd/>
                  <a:tailEnd/>
                </a:ln>
              </p:spPr>
              <p:txBody>
                <a:bodyPr/>
                <a:lstStyle/>
                <a:p>
                  <a:endParaRPr lang="en-GB" sz="1600"/>
                </a:p>
              </p:txBody>
            </p:sp>
            <p:sp>
              <p:nvSpPr>
                <p:cNvPr id="14447" name="Freeform 326"/>
                <p:cNvSpPr>
                  <a:spLocks/>
                </p:cNvSpPr>
                <p:nvPr/>
              </p:nvSpPr>
              <p:spPr bwMode="auto">
                <a:xfrm flipH="1">
                  <a:off x="4077" y="1119"/>
                  <a:ext cx="313" cy="756"/>
                </a:xfrm>
                <a:custGeom>
                  <a:avLst/>
                  <a:gdLst>
                    <a:gd name="T0" fmla="*/ 0 w 717"/>
                    <a:gd name="T1" fmla="*/ 756 h 756"/>
                    <a:gd name="T2" fmla="*/ 4 w 717"/>
                    <a:gd name="T3" fmla="*/ 167 h 756"/>
                    <a:gd name="T4" fmla="*/ 5 w 717"/>
                    <a:gd name="T5" fmla="*/ 384 h 756"/>
                    <a:gd name="T6" fmla="*/ 7 w 717"/>
                    <a:gd name="T7" fmla="*/ 103 h 756"/>
                    <a:gd name="T8" fmla="*/ 10 w 717"/>
                    <a:gd name="T9" fmla="*/ 519 h 756"/>
                    <a:gd name="T10" fmla="*/ 11 w 717"/>
                    <a:gd name="T11" fmla="*/ 487 h 756"/>
                    <a:gd name="T12" fmla="*/ 11 w 717"/>
                    <a:gd name="T13" fmla="*/ 359 h 756"/>
                    <a:gd name="T14" fmla="*/ 14 w 717"/>
                    <a:gd name="T15" fmla="*/ 71 h 756"/>
                    <a:gd name="T16" fmla="*/ 16 w 717"/>
                    <a:gd name="T17" fmla="*/ 244 h 756"/>
                    <a:gd name="T18" fmla="*/ 17 w 717"/>
                    <a:gd name="T19" fmla="*/ 96 h 756"/>
                    <a:gd name="T20" fmla="*/ 18 w 717"/>
                    <a:gd name="T21" fmla="*/ 615 h 756"/>
                    <a:gd name="T22" fmla="*/ 21 w 717"/>
                    <a:gd name="T23" fmla="*/ 397 h 756"/>
                    <a:gd name="T24" fmla="*/ 24 w 717"/>
                    <a:gd name="T25" fmla="*/ 519 h 756"/>
                    <a:gd name="T26" fmla="*/ 25 w 717"/>
                    <a:gd name="T27" fmla="*/ 308 h 756"/>
                    <a:gd name="T28" fmla="*/ 28 w 717"/>
                    <a:gd name="T29" fmla="*/ 442 h 756"/>
                    <a:gd name="T30" fmla="*/ 29 w 717"/>
                    <a:gd name="T31" fmla="*/ 352 h 756"/>
                    <a:gd name="T32" fmla="*/ 30 w 717"/>
                    <a:gd name="T33" fmla="*/ 384 h 756"/>
                    <a:gd name="T34" fmla="*/ 31 w 717"/>
                    <a:gd name="T35" fmla="*/ 135 h 756"/>
                    <a:gd name="T36" fmla="*/ 33 w 717"/>
                    <a:gd name="T37" fmla="*/ 301 h 756"/>
                    <a:gd name="T38" fmla="*/ 32 w 717"/>
                    <a:gd name="T39" fmla="*/ 519 h 756"/>
                    <a:gd name="T40" fmla="*/ 34 w 717"/>
                    <a:gd name="T41" fmla="*/ 679 h 756"/>
                    <a:gd name="T42" fmla="*/ 36 w 717"/>
                    <a:gd name="T43" fmla="*/ 628 h 756"/>
                    <a:gd name="T44" fmla="*/ 37 w 717"/>
                    <a:gd name="T45" fmla="*/ 480 h 756"/>
                    <a:gd name="T46" fmla="*/ 38 w 717"/>
                    <a:gd name="T47" fmla="*/ 391 h 756"/>
                    <a:gd name="T48" fmla="*/ 36 w 717"/>
                    <a:gd name="T49" fmla="*/ 506 h 756"/>
                    <a:gd name="T50" fmla="*/ 38 w 717"/>
                    <a:gd name="T51" fmla="*/ 352 h 756"/>
                    <a:gd name="T52" fmla="*/ 39 w 717"/>
                    <a:gd name="T53" fmla="*/ 455 h 756"/>
                    <a:gd name="T54" fmla="*/ 41 w 717"/>
                    <a:gd name="T55" fmla="*/ 519 h 756"/>
                    <a:gd name="T56" fmla="*/ 43 w 717"/>
                    <a:gd name="T57" fmla="*/ 410 h 756"/>
                    <a:gd name="T58" fmla="*/ 44 w 717"/>
                    <a:gd name="T59" fmla="*/ 186 h 756"/>
                    <a:gd name="T60" fmla="*/ 45 w 717"/>
                    <a:gd name="T61" fmla="*/ 231 h 756"/>
                    <a:gd name="T62" fmla="*/ 48 w 717"/>
                    <a:gd name="T63" fmla="*/ 148 h 756"/>
                    <a:gd name="T64" fmla="*/ 48 w 717"/>
                    <a:gd name="T65" fmla="*/ 301 h 756"/>
                    <a:gd name="T66" fmla="*/ 48 w 717"/>
                    <a:gd name="T67" fmla="*/ 730 h 756"/>
                    <a:gd name="T68" fmla="*/ 54 w 717"/>
                    <a:gd name="T69" fmla="*/ 0 h 756"/>
                    <a:gd name="T70" fmla="*/ 54 w 717"/>
                    <a:gd name="T71" fmla="*/ 250 h 756"/>
                    <a:gd name="T72" fmla="*/ 55 w 717"/>
                    <a:gd name="T73" fmla="*/ 333 h 756"/>
                    <a:gd name="T74" fmla="*/ 57 w 717"/>
                    <a:gd name="T75" fmla="*/ 192 h 756"/>
                    <a:gd name="T76" fmla="*/ 59 w 717"/>
                    <a:gd name="T77" fmla="*/ 340 h 756"/>
                    <a:gd name="T78" fmla="*/ 58 w 717"/>
                    <a:gd name="T79" fmla="*/ 429 h 756"/>
                    <a:gd name="T80" fmla="*/ 60 w 717"/>
                    <a:gd name="T81" fmla="*/ 461 h 756"/>
                    <a:gd name="T82" fmla="*/ 0 60000 65536"/>
                    <a:gd name="T83" fmla="*/ 0 60000 65536"/>
                    <a:gd name="T84" fmla="*/ 0 60000 65536"/>
                    <a:gd name="T85" fmla="*/ 0 60000 65536"/>
                    <a:gd name="T86" fmla="*/ 0 60000 65536"/>
                    <a:gd name="T87" fmla="*/ 0 60000 65536"/>
                    <a:gd name="T88" fmla="*/ 0 60000 65536"/>
                    <a:gd name="T89" fmla="*/ 0 60000 65536"/>
                    <a:gd name="T90" fmla="*/ 0 60000 65536"/>
                    <a:gd name="T91" fmla="*/ 0 60000 65536"/>
                    <a:gd name="T92" fmla="*/ 0 60000 65536"/>
                    <a:gd name="T93" fmla="*/ 0 60000 65536"/>
                    <a:gd name="T94" fmla="*/ 0 60000 65536"/>
                    <a:gd name="T95" fmla="*/ 0 60000 65536"/>
                    <a:gd name="T96" fmla="*/ 0 60000 65536"/>
                    <a:gd name="T97" fmla="*/ 0 60000 65536"/>
                    <a:gd name="T98" fmla="*/ 0 60000 65536"/>
                    <a:gd name="T99" fmla="*/ 0 60000 65536"/>
                    <a:gd name="T100" fmla="*/ 0 60000 65536"/>
                    <a:gd name="T101" fmla="*/ 0 60000 65536"/>
                    <a:gd name="T102" fmla="*/ 0 60000 65536"/>
                    <a:gd name="T103" fmla="*/ 0 60000 65536"/>
                    <a:gd name="T104" fmla="*/ 0 60000 65536"/>
                    <a:gd name="T105" fmla="*/ 0 60000 65536"/>
                    <a:gd name="T106" fmla="*/ 0 60000 65536"/>
                    <a:gd name="T107" fmla="*/ 0 60000 65536"/>
                    <a:gd name="T108" fmla="*/ 0 60000 65536"/>
                    <a:gd name="T109" fmla="*/ 0 60000 65536"/>
                    <a:gd name="T110" fmla="*/ 0 60000 65536"/>
                    <a:gd name="T111" fmla="*/ 0 60000 65536"/>
                    <a:gd name="T112" fmla="*/ 0 60000 65536"/>
                    <a:gd name="T113" fmla="*/ 0 60000 65536"/>
                    <a:gd name="T114" fmla="*/ 0 60000 65536"/>
                    <a:gd name="T115" fmla="*/ 0 60000 65536"/>
                    <a:gd name="T116" fmla="*/ 0 60000 65536"/>
                    <a:gd name="T117" fmla="*/ 0 60000 65536"/>
                    <a:gd name="T118" fmla="*/ 0 60000 65536"/>
                    <a:gd name="T119" fmla="*/ 0 60000 65536"/>
                    <a:gd name="T120" fmla="*/ 0 60000 65536"/>
                    <a:gd name="T121" fmla="*/ 0 60000 65536"/>
                    <a:gd name="T122" fmla="*/ 0 60000 65536"/>
                    <a:gd name="T123" fmla="*/ 0 w 717"/>
                    <a:gd name="T124" fmla="*/ 0 h 756"/>
                    <a:gd name="T125" fmla="*/ 717 w 717"/>
                    <a:gd name="T126" fmla="*/ 756 h 756"/>
                  </a:gdLst>
                  <a:ahLst/>
                  <a:cxnLst>
                    <a:cxn ang="T82">
                      <a:pos x="T0" y="T1"/>
                    </a:cxn>
                    <a:cxn ang="T83">
                      <a:pos x="T2" y="T3"/>
                    </a:cxn>
                    <a:cxn ang="T84">
                      <a:pos x="T4" y="T5"/>
                    </a:cxn>
                    <a:cxn ang="T85">
                      <a:pos x="T6" y="T7"/>
                    </a:cxn>
                    <a:cxn ang="T86">
                      <a:pos x="T8" y="T9"/>
                    </a:cxn>
                    <a:cxn ang="T87">
                      <a:pos x="T10" y="T11"/>
                    </a:cxn>
                    <a:cxn ang="T88">
                      <a:pos x="T12" y="T13"/>
                    </a:cxn>
                    <a:cxn ang="T89">
                      <a:pos x="T14" y="T15"/>
                    </a:cxn>
                    <a:cxn ang="T90">
                      <a:pos x="T16" y="T17"/>
                    </a:cxn>
                    <a:cxn ang="T91">
                      <a:pos x="T18" y="T19"/>
                    </a:cxn>
                    <a:cxn ang="T92">
                      <a:pos x="T20" y="T21"/>
                    </a:cxn>
                    <a:cxn ang="T93">
                      <a:pos x="T22" y="T23"/>
                    </a:cxn>
                    <a:cxn ang="T94">
                      <a:pos x="T24" y="T25"/>
                    </a:cxn>
                    <a:cxn ang="T95">
                      <a:pos x="T26" y="T27"/>
                    </a:cxn>
                    <a:cxn ang="T96">
                      <a:pos x="T28" y="T29"/>
                    </a:cxn>
                    <a:cxn ang="T97">
                      <a:pos x="T30" y="T31"/>
                    </a:cxn>
                    <a:cxn ang="T98">
                      <a:pos x="T32" y="T33"/>
                    </a:cxn>
                    <a:cxn ang="T99">
                      <a:pos x="T34" y="T35"/>
                    </a:cxn>
                    <a:cxn ang="T100">
                      <a:pos x="T36" y="T37"/>
                    </a:cxn>
                    <a:cxn ang="T101">
                      <a:pos x="T38" y="T39"/>
                    </a:cxn>
                    <a:cxn ang="T102">
                      <a:pos x="T40" y="T41"/>
                    </a:cxn>
                    <a:cxn ang="T103">
                      <a:pos x="T42" y="T43"/>
                    </a:cxn>
                    <a:cxn ang="T104">
                      <a:pos x="T44" y="T45"/>
                    </a:cxn>
                    <a:cxn ang="T105">
                      <a:pos x="T46" y="T47"/>
                    </a:cxn>
                    <a:cxn ang="T106">
                      <a:pos x="T48" y="T49"/>
                    </a:cxn>
                    <a:cxn ang="T107">
                      <a:pos x="T50" y="T51"/>
                    </a:cxn>
                    <a:cxn ang="T108">
                      <a:pos x="T52" y="T53"/>
                    </a:cxn>
                    <a:cxn ang="T109">
                      <a:pos x="T54" y="T55"/>
                    </a:cxn>
                    <a:cxn ang="T110">
                      <a:pos x="T56" y="T57"/>
                    </a:cxn>
                    <a:cxn ang="T111">
                      <a:pos x="T58" y="T59"/>
                    </a:cxn>
                    <a:cxn ang="T112">
                      <a:pos x="T60" y="T61"/>
                    </a:cxn>
                    <a:cxn ang="T113">
                      <a:pos x="T62" y="T63"/>
                    </a:cxn>
                    <a:cxn ang="T114">
                      <a:pos x="T64" y="T65"/>
                    </a:cxn>
                    <a:cxn ang="T115">
                      <a:pos x="T66" y="T67"/>
                    </a:cxn>
                    <a:cxn ang="T116">
                      <a:pos x="T68" y="T69"/>
                    </a:cxn>
                    <a:cxn ang="T117">
                      <a:pos x="T70" y="T71"/>
                    </a:cxn>
                    <a:cxn ang="T118">
                      <a:pos x="T72" y="T73"/>
                    </a:cxn>
                    <a:cxn ang="T119">
                      <a:pos x="T74" y="T75"/>
                    </a:cxn>
                    <a:cxn ang="T120">
                      <a:pos x="T76" y="T77"/>
                    </a:cxn>
                    <a:cxn ang="T121">
                      <a:pos x="T78" y="T79"/>
                    </a:cxn>
                    <a:cxn ang="T122">
                      <a:pos x="T80" y="T81"/>
                    </a:cxn>
                  </a:cxnLst>
                  <a:rect l="T123" t="T124" r="T125" b="T126"/>
                  <a:pathLst>
                    <a:path w="717" h="756">
                      <a:moveTo>
                        <a:pt x="0" y="756"/>
                      </a:moveTo>
                      <a:lnTo>
                        <a:pt x="52" y="167"/>
                      </a:lnTo>
                      <a:lnTo>
                        <a:pt x="64" y="384"/>
                      </a:lnTo>
                      <a:lnTo>
                        <a:pt x="90" y="103"/>
                      </a:lnTo>
                      <a:lnTo>
                        <a:pt x="116" y="519"/>
                      </a:lnTo>
                      <a:lnTo>
                        <a:pt x="135" y="487"/>
                      </a:lnTo>
                      <a:lnTo>
                        <a:pt x="135" y="359"/>
                      </a:lnTo>
                      <a:lnTo>
                        <a:pt x="167" y="71"/>
                      </a:lnTo>
                      <a:lnTo>
                        <a:pt x="192" y="244"/>
                      </a:lnTo>
                      <a:lnTo>
                        <a:pt x="205" y="96"/>
                      </a:lnTo>
                      <a:lnTo>
                        <a:pt x="218" y="615"/>
                      </a:lnTo>
                      <a:lnTo>
                        <a:pt x="244" y="397"/>
                      </a:lnTo>
                      <a:lnTo>
                        <a:pt x="282" y="519"/>
                      </a:lnTo>
                      <a:lnTo>
                        <a:pt x="308" y="308"/>
                      </a:lnTo>
                      <a:lnTo>
                        <a:pt x="333" y="442"/>
                      </a:lnTo>
                      <a:lnTo>
                        <a:pt x="346" y="352"/>
                      </a:lnTo>
                      <a:lnTo>
                        <a:pt x="365" y="384"/>
                      </a:lnTo>
                      <a:lnTo>
                        <a:pt x="378" y="135"/>
                      </a:lnTo>
                      <a:lnTo>
                        <a:pt x="391" y="301"/>
                      </a:lnTo>
                      <a:lnTo>
                        <a:pt x="384" y="519"/>
                      </a:lnTo>
                      <a:lnTo>
                        <a:pt x="404" y="679"/>
                      </a:lnTo>
                      <a:lnTo>
                        <a:pt x="429" y="628"/>
                      </a:lnTo>
                      <a:lnTo>
                        <a:pt x="442" y="480"/>
                      </a:lnTo>
                      <a:lnTo>
                        <a:pt x="455" y="391"/>
                      </a:lnTo>
                      <a:lnTo>
                        <a:pt x="436" y="506"/>
                      </a:lnTo>
                      <a:lnTo>
                        <a:pt x="461" y="352"/>
                      </a:lnTo>
                      <a:lnTo>
                        <a:pt x="474" y="455"/>
                      </a:lnTo>
                      <a:lnTo>
                        <a:pt x="493" y="519"/>
                      </a:lnTo>
                      <a:lnTo>
                        <a:pt x="512" y="410"/>
                      </a:lnTo>
                      <a:lnTo>
                        <a:pt x="532" y="186"/>
                      </a:lnTo>
                      <a:lnTo>
                        <a:pt x="544" y="231"/>
                      </a:lnTo>
                      <a:lnTo>
                        <a:pt x="570" y="148"/>
                      </a:lnTo>
                      <a:lnTo>
                        <a:pt x="576" y="301"/>
                      </a:lnTo>
                      <a:lnTo>
                        <a:pt x="576" y="730"/>
                      </a:lnTo>
                      <a:lnTo>
                        <a:pt x="647" y="0"/>
                      </a:lnTo>
                      <a:lnTo>
                        <a:pt x="647" y="250"/>
                      </a:lnTo>
                      <a:lnTo>
                        <a:pt x="660" y="333"/>
                      </a:lnTo>
                      <a:lnTo>
                        <a:pt x="685" y="192"/>
                      </a:lnTo>
                      <a:lnTo>
                        <a:pt x="711" y="340"/>
                      </a:lnTo>
                      <a:lnTo>
                        <a:pt x="698" y="429"/>
                      </a:lnTo>
                      <a:lnTo>
                        <a:pt x="717" y="461"/>
                      </a:lnTo>
                    </a:path>
                  </a:pathLst>
                </a:custGeom>
                <a:noFill/>
                <a:ln w="9525">
                  <a:solidFill>
                    <a:srgbClr val="FF0000"/>
                  </a:solidFill>
                  <a:round/>
                  <a:headEnd/>
                  <a:tailEnd/>
                </a:ln>
              </p:spPr>
              <p:txBody>
                <a:bodyPr/>
                <a:lstStyle/>
                <a:p>
                  <a:endParaRPr lang="en-GB" sz="1600"/>
                </a:p>
              </p:txBody>
            </p:sp>
            <p:sp>
              <p:nvSpPr>
                <p:cNvPr id="14448" name="Freeform 327"/>
                <p:cNvSpPr>
                  <a:spLocks/>
                </p:cNvSpPr>
                <p:nvPr/>
              </p:nvSpPr>
              <p:spPr bwMode="auto">
                <a:xfrm flipV="1">
                  <a:off x="4385" y="1138"/>
                  <a:ext cx="313" cy="756"/>
                </a:xfrm>
                <a:custGeom>
                  <a:avLst/>
                  <a:gdLst>
                    <a:gd name="T0" fmla="*/ 0 w 717"/>
                    <a:gd name="T1" fmla="*/ 756 h 756"/>
                    <a:gd name="T2" fmla="*/ 4 w 717"/>
                    <a:gd name="T3" fmla="*/ 167 h 756"/>
                    <a:gd name="T4" fmla="*/ 5 w 717"/>
                    <a:gd name="T5" fmla="*/ 384 h 756"/>
                    <a:gd name="T6" fmla="*/ 7 w 717"/>
                    <a:gd name="T7" fmla="*/ 103 h 756"/>
                    <a:gd name="T8" fmla="*/ 10 w 717"/>
                    <a:gd name="T9" fmla="*/ 519 h 756"/>
                    <a:gd name="T10" fmla="*/ 11 w 717"/>
                    <a:gd name="T11" fmla="*/ 487 h 756"/>
                    <a:gd name="T12" fmla="*/ 11 w 717"/>
                    <a:gd name="T13" fmla="*/ 359 h 756"/>
                    <a:gd name="T14" fmla="*/ 14 w 717"/>
                    <a:gd name="T15" fmla="*/ 71 h 756"/>
                    <a:gd name="T16" fmla="*/ 16 w 717"/>
                    <a:gd name="T17" fmla="*/ 244 h 756"/>
                    <a:gd name="T18" fmla="*/ 17 w 717"/>
                    <a:gd name="T19" fmla="*/ 96 h 756"/>
                    <a:gd name="T20" fmla="*/ 18 w 717"/>
                    <a:gd name="T21" fmla="*/ 615 h 756"/>
                    <a:gd name="T22" fmla="*/ 21 w 717"/>
                    <a:gd name="T23" fmla="*/ 397 h 756"/>
                    <a:gd name="T24" fmla="*/ 24 w 717"/>
                    <a:gd name="T25" fmla="*/ 519 h 756"/>
                    <a:gd name="T26" fmla="*/ 25 w 717"/>
                    <a:gd name="T27" fmla="*/ 308 h 756"/>
                    <a:gd name="T28" fmla="*/ 28 w 717"/>
                    <a:gd name="T29" fmla="*/ 442 h 756"/>
                    <a:gd name="T30" fmla="*/ 29 w 717"/>
                    <a:gd name="T31" fmla="*/ 352 h 756"/>
                    <a:gd name="T32" fmla="*/ 30 w 717"/>
                    <a:gd name="T33" fmla="*/ 384 h 756"/>
                    <a:gd name="T34" fmla="*/ 31 w 717"/>
                    <a:gd name="T35" fmla="*/ 135 h 756"/>
                    <a:gd name="T36" fmla="*/ 33 w 717"/>
                    <a:gd name="T37" fmla="*/ 301 h 756"/>
                    <a:gd name="T38" fmla="*/ 32 w 717"/>
                    <a:gd name="T39" fmla="*/ 519 h 756"/>
                    <a:gd name="T40" fmla="*/ 34 w 717"/>
                    <a:gd name="T41" fmla="*/ 679 h 756"/>
                    <a:gd name="T42" fmla="*/ 36 w 717"/>
                    <a:gd name="T43" fmla="*/ 628 h 756"/>
                    <a:gd name="T44" fmla="*/ 37 w 717"/>
                    <a:gd name="T45" fmla="*/ 480 h 756"/>
                    <a:gd name="T46" fmla="*/ 38 w 717"/>
                    <a:gd name="T47" fmla="*/ 391 h 756"/>
                    <a:gd name="T48" fmla="*/ 36 w 717"/>
                    <a:gd name="T49" fmla="*/ 506 h 756"/>
                    <a:gd name="T50" fmla="*/ 38 w 717"/>
                    <a:gd name="T51" fmla="*/ 352 h 756"/>
                    <a:gd name="T52" fmla="*/ 39 w 717"/>
                    <a:gd name="T53" fmla="*/ 455 h 756"/>
                    <a:gd name="T54" fmla="*/ 41 w 717"/>
                    <a:gd name="T55" fmla="*/ 519 h 756"/>
                    <a:gd name="T56" fmla="*/ 43 w 717"/>
                    <a:gd name="T57" fmla="*/ 410 h 756"/>
                    <a:gd name="T58" fmla="*/ 44 w 717"/>
                    <a:gd name="T59" fmla="*/ 186 h 756"/>
                    <a:gd name="T60" fmla="*/ 45 w 717"/>
                    <a:gd name="T61" fmla="*/ 231 h 756"/>
                    <a:gd name="T62" fmla="*/ 48 w 717"/>
                    <a:gd name="T63" fmla="*/ 148 h 756"/>
                    <a:gd name="T64" fmla="*/ 48 w 717"/>
                    <a:gd name="T65" fmla="*/ 301 h 756"/>
                    <a:gd name="T66" fmla="*/ 48 w 717"/>
                    <a:gd name="T67" fmla="*/ 730 h 756"/>
                    <a:gd name="T68" fmla="*/ 54 w 717"/>
                    <a:gd name="T69" fmla="*/ 0 h 756"/>
                    <a:gd name="T70" fmla="*/ 54 w 717"/>
                    <a:gd name="T71" fmla="*/ 250 h 756"/>
                    <a:gd name="T72" fmla="*/ 55 w 717"/>
                    <a:gd name="T73" fmla="*/ 333 h 756"/>
                    <a:gd name="T74" fmla="*/ 57 w 717"/>
                    <a:gd name="T75" fmla="*/ 192 h 756"/>
                    <a:gd name="T76" fmla="*/ 59 w 717"/>
                    <a:gd name="T77" fmla="*/ 340 h 756"/>
                    <a:gd name="T78" fmla="*/ 58 w 717"/>
                    <a:gd name="T79" fmla="*/ 429 h 756"/>
                    <a:gd name="T80" fmla="*/ 60 w 717"/>
                    <a:gd name="T81" fmla="*/ 461 h 756"/>
                    <a:gd name="T82" fmla="*/ 0 60000 65536"/>
                    <a:gd name="T83" fmla="*/ 0 60000 65536"/>
                    <a:gd name="T84" fmla="*/ 0 60000 65536"/>
                    <a:gd name="T85" fmla="*/ 0 60000 65536"/>
                    <a:gd name="T86" fmla="*/ 0 60000 65536"/>
                    <a:gd name="T87" fmla="*/ 0 60000 65536"/>
                    <a:gd name="T88" fmla="*/ 0 60000 65536"/>
                    <a:gd name="T89" fmla="*/ 0 60000 65536"/>
                    <a:gd name="T90" fmla="*/ 0 60000 65536"/>
                    <a:gd name="T91" fmla="*/ 0 60000 65536"/>
                    <a:gd name="T92" fmla="*/ 0 60000 65536"/>
                    <a:gd name="T93" fmla="*/ 0 60000 65536"/>
                    <a:gd name="T94" fmla="*/ 0 60000 65536"/>
                    <a:gd name="T95" fmla="*/ 0 60000 65536"/>
                    <a:gd name="T96" fmla="*/ 0 60000 65536"/>
                    <a:gd name="T97" fmla="*/ 0 60000 65536"/>
                    <a:gd name="T98" fmla="*/ 0 60000 65536"/>
                    <a:gd name="T99" fmla="*/ 0 60000 65536"/>
                    <a:gd name="T100" fmla="*/ 0 60000 65536"/>
                    <a:gd name="T101" fmla="*/ 0 60000 65536"/>
                    <a:gd name="T102" fmla="*/ 0 60000 65536"/>
                    <a:gd name="T103" fmla="*/ 0 60000 65536"/>
                    <a:gd name="T104" fmla="*/ 0 60000 65536"/>
                    <a:gd name="T105" fmla="*/ 0 60000 65536"/>
                    <a:gd name="T106" fmla="*/ 0 60000 65536"/>
                    <a:gd name="T107" fmla="*/ 0 60000 65536"/>
                    <a:gd name="T108" fmla="*/ 0 60000 65536"/>
                    <a:gd name="T109" fmla="*/ 0 60000 65536"/>
                    <a:gd name="T110" fmla="*/ 0 60000 65536"/>
                    <a:gd name="T111" fmla="*/ 0 60000 65536"/>
                    <a:gd name="T112" fmla="*/ 0 60000 65536"/>
                    <a:gd name="T113" fmla="*/ 0 60000 65536"/>
                    <a:gd name="T114" fmla="*/ 0 60000 65536"/>
                    <a:gd name="T115" fmla="*/ 0 60000 65536"/>
                    <a:gd name="T116" fmla="*/ 0 60000 65536"/>
                    <a:gd name="T117" fmla="*/ 0 60000 65536"/>
                    <a:gd name="T118" fmla="*/ 0 60000 65536"/>
                    <a:gd name="T119" fmla="*/ 0 60000 65536"/>
                    <a:gd name="T120" fmla="*/ 0 60000 65536"/>
                    <a:gd name="T121" fmla="*/ 0 60000 65536"/>
                    <a:gd name="T122" fmla="*/ 0 60000 65536"/>
                    <a:gd name="T123" fmla="*/ 0 w 717"/>
                    <a:gd name="T124" fmla="*/ 0 h 756"/>
                    <a:gd name="T125" fmla="*/ 717 w 717"/>
                    <a:gd name="T126" fmla="*/ 756 h 756"/>
                  </a:gdLst>
                  <a:ahLst/>
                  <a:cxnLst>
                    <a:cxn ang="T82">
                      <a:pos x="T0" y="T1"/>
                    </a:cxn>
                    <a:cxn ang="T83">
                      <a:pos x="T2" y="T3"/>
                    </a:cxn>
                    <a:cxn ang="T84">
                      <a:pos x="T4" y="T5"/>
                    </a:cxn>
                    <a:cxn ang="T85">
                      <a:pos x="T6" y="T7"/>
                    </a:cxn>
                    <a:cxn ang="T86">
                      <a:pos x="T8" y="T9"/>
                    </a:cxn>
                    <a:cxn ang="T87">
                      <a:pos x="T10" y="T11"/>
                    </a:cxn>
                    <a:cxn ang="T88">
                      <a:pos x="T12" y="T13"/>
                    </a:cxn>
                    <a:cxn ang="T89">
                      <a:pos x="T14" y="T15"/>
                    </a:cxn>
                    <a:cxn ang="T90">
                      <a:pos x="T16" y="T17"/>
                    </a:cxn>
                    <a:cxn ang="T91">
                      <a:pos x="T18" y="T19"/>
                    </a:cxn>
                    <a:cxn ang="T92">
                      <a:pos x="T20" y="T21"/>
                    </a:cxn>
                    <a:cxn ang="T93">
                      <a:pos x="T22" y="T23"/>
                    </a:cxn>
                    <a:cxn ang="T94">
                      <a:pos x="T24" y="T25"/>
                    </a:cxn>
                    <a:cxn ang="T95">
                      <a:pos x="T26" y="T27"/>
                    </a:cxn>
                    <a:cxn ang="T96">
                      <a:pos x="T28" y="T29"/>
                    </a:cxn>
                    <a:cxn ang="T97">
                      <a:pos x="T30" y="T31"/>
                    </a:cxn>
                    <a:cxn ang="T98">
                      <a:pos x="T32" y="T33"/>
                    </a:cxn>
                    <a:cxn ang="T99">
                      <a:pos x="T34" y="T35"/>
                    </a:cxn>
                    <a:cxn ang="T100">
                      <a:pos x="T36" y="T37"/>
                    </a:cxn>
                    <a:cxn ang="T101">
                      <a:pos x="T38" y="T39"/>
                    </a:cxn>
                    <a:cxn ang="T102">
                      <a:pos x="T40" y="T41"/>
                    </a:cxn>
                    <a:cxn ang="T103">
                      <a:pos x="T42" y="T43"/>
                    </a:cxn>
                    <a:cxn ang="T104">
                      <a:pos x="T44" y="T45"/>
                    </a:cxn>
                    <a:cxn ang="T105">
                      <a:pos x="T46" y="T47"/>
                    </a:cxn>
                    <a:cxn ang="T106">
                      <a:pos x="T48" y="T49"/>
                    </a:cxn>
                    <a:cxn ang="T107">
                      <a:pos x="T50" y="T51"/>
                    </a:cxn>
                    <a:cxn ang="T108">
                      <a:pos x="T52" y="T53"/>
                    </a:cxn>
                    <a:cxn ang="T109">
                      <a:pos x="T54" y="T55"/>
                    </a:cxn>
                    <a:cxn ang="T110">
                      <a:pos x="T56" y="T57"/>
                    </a:cxn>
                    <a:cxn ang="T111">
                      <a:pos x="T58" y="T59"/>
                    </a:cxn>
                    <a:cxn ang="T112">
                      <a:pos x="T60" y="T61"/>
                    </a:cxn>
                    <a:cxn ang="T113">
                      <a:pos x="T62" y="T63"/>
                    </a:cxn>
                    <a:cxn ang="T114">
                      <a:pos x="T64" y="T65"/>
                    </a:cxn>
                    <a:cxn ang="T115">
                      <a:pos x="T66" y="T67"/>
                    </a:cxn>
                    <a:cxn ang="T116">
                      <a:pos x="T68" y="T69"/>
                    </a:cxn>
                    <a:cxn ang="T117">
                      <a:pos x="T70" y="T71"/>
                    </a:cxn>
                    <a:cxn ang="T118">
                      <a:pos x="T72" y="T73"/>
                    </a:cxn>
                    <a:cxn ang="T119">
                      <a:pos x="T74" y="T75"/>
                    </a:cxn>
                    <a:cxn ang="T120">
                      <a:pos x="T76" y="T77"/>
                    </a:cxn>
                    <a:cxn ang="T121">
                      <a:pos x="T78" y="T79"/>
                    </a:cxn>
                    <a:cxn ang="T122">
                      <a:pos x="T80" y="T81"/>
                    </a:cxn>
                  </a:cxnLst>
                  <a:rect l="T123" t="T124" r="T125" b="T126"/>
                  <a:pathLst>
                    <a:path w="717" h="756">
                      <a:moveTo>
                        <a:pt x="0" y="756"/>
                      </a:moveTo>
                      <a:lnTo>
                        <a:pt x="52" y="167"/>
                      </a:lnTo>
                      <a:lnTo>
                        <a:pt x="64" y="384"/>
                      </a:lnTo>
                      <a:lnTo>
                        <a:pt x="90" y="103"/>
                      </a:lnTo>
                      <a:lnTo>
                        <a:pt x="116" y="519"/>
                      </a:lnTo>
                      <a:lnTo>
                        <a:pt x="135" y="487"/>
                      </a:lnTo>
                      <a:lnTo>
                        <a:pt x="135" y="359"/>
                      </a:lnTo>
                      <a:lnTo>
                        <a:pt x="167" y="71"/>
                      </a:lnTo>
                      <a:lnTo>
                        <a:pt x="192" y="244"/>
                      </a:lnTo>
                      <a:lnTo>
                        <a:pt x="205" y="96"/>
                      </a:lnTo>
                      <a:lnTo>
                        <a:pt x="218" y="615"/>
                      </a:lnTo>
                      <a:lnTo>
                        <a:pt x="244" y="397"/>
                      </a:lnTo>
                      <a:lnTo>
                        <a:pt x="282" y="519"/>
                      </a:lnTo>
                      <a:lnTo>
                        <a:pt x="308" y="308"/>
                      </a:lnTo>
                      <a:lnTo>
                        <a:pt x="333" y="442"/>
                      </a:lnTo>
                      <a:lnTo>
                        <a:pt x="346" y="352"/>
                      </a:lnTo>
                      <a:lnTo>
                        <a:pt x="365" y="384"/>
                      </a:lnTo>
                      <a:lnTo>
                        <a:pt x="378" y="135"/>
                      </a:lnTo>
                      <a:lnTo>
                        <a:pt x="391" y="301"/>
                      </a:lnTo>
                      <a:lnTo>
                        <a:pt x="384" y="519"/>
                      </a:lnTo>
                      <a:lnTo>
                        <a:pt x="404" y="679"/>
                      </a:lnTo>
                      <a:lnTo>
                        <a:pt x="429" y="628"/>
                      </a:lnTo>
                      <a:lnTo>
                        <a:pt x="442" y="480"/>
                      </a:lnTo>
                      <a:lnTo>
                        <a:pt x="455" y="391"/>
                      </a:lnTo>
                      <a:lnTo>
                        <a:pt x="436" y="506"/>
                      </a:lnTo>
                      <a:lnTo>
                        <a:pt x="461" y="352"/>
                      </a:lnTo>
                      <a:lnTo>
                        <a:pt x="474" y="455"/>
                      </a:lnTo>
                      <a:lnTo>
                        <a:pt x="493" y="519"/>
                      </a:lnTo>
                      <a:lnTo>
                        <a:pt x="512" y="410"/>
                      </a:lnTo>
                      <a:lnTo>
                        <a:pt x="532" y="186"/>
                      </a:lnTo>
                      <a:lnTo>
                        <a:pt x="544" y="231"/>
                      </a:lnTo>
                      <a:lnTo>
                        <a:pt x="570" y="148"/>
                      </a:lnTo>
                      <a:lnTo>
                        <a:pt x="576" y="301"/>
                      </a:lnTo>
                      <a:lnTo>
                        <a:pt x="576" y="730"/>
                      </a:lnTo>
                      <a:lnTo>
                        <a:pt x="647" y="0"/>
                      </a:lnTo>
                      <a:lnTo>
                        <a:pt x="647" y="250"/>
                      </a:lnTo>
                      <a:lnTo>
                        <a:pt x="660" y="333"/>
                      </a:lnTo>
                      <a:lnTo>
                        <a:pt x="685" y="192"/>
                      </a:lnTo>
                      <a:lnTo>
                        <a:pt x="711" y="340"/>
                      </a:lnTo>
                      <a:lnTo>
                        <a:pt x="698" y="429"/>
                      </a:lnTo>
                      <a:lnTo>
                        <a:pt x="717" y="461"/>
                      </a:lnTo>
                    </a:path>
                  </a:pathLst>
                </a:custGeom>
                <a:noFill/>
                <a:ln w="9525">
                  <a:solidFill>
                    <a:srgbClr val="FF0000"/>
                  </a:solidFill>
                  <a:round/>
                  <a:headEnd/>
                  <a:tailEnd/>
                </a:ln>
              </p:spPr>
              <p:txBody>
                <a:bodyPr/>
                <a:lstStyle/>
                <a:p>
                  <a:endParaRPr lang="en-GB" sz="1600"/>
                </a:p>
              </p:txBody>
            </p:sp>
            <p:sp>
              <p:nvSpPr>
                <p:cNvPr id="14449" name="Freeform 328"/>
                <p:cNvSpPr>
                  <a:spLocks/>
                </p:cNvSpPr>
                <p:nvPr/>
              </p:nvSpPr>
              <p:spPr bwMode="auto">
                <a:xfrm flipH="1">
                  <a:off x="4698" y="1100"/>
                  <a:ext cx="313" cy="756"/>
                </a:xfrm>
                <a:custGeom>
                  <a:avLst/>
                  <a:gdLst>
                    <a:gd name="T0" fmla="*/ 0 w 717"/>
                    <a:gd name="T1" fmla="*/ 756 h 756"/>
                    <a:gd name="T2" fmla="*/ 4 w 717"/>
                    <a:gd name="T3" fmla="*/ 167 h 756"/>
                    <a:gd name="T4" fmla="*/ 5 w 717"/>
                    <a:gd name="T5" fmla="*/ 384 h 756"/>
                    <a:gd name="T6" fmla="*/ 7 w 717"/>
                    <a:gd name="T7" fmla="*/ 103 h 756"/>
                    <a:gd name="T8" fmla="*/ 10 w 717"/>
                    <a:gd name="T9" fmla="*/ 519 h 756"/>
                    <a:gd name="T10" fmla="*/ 11 w 717"/>
                    <a:gd name="T11" fmla="*/ 487 h 756"/>
                    <a:gd name="T12" fmla="*/ 11 w 717"/>
                    <a:gd name="T13" fmla="*/ 359 h 756"/>
                    <a:gd name="T14" fmla="*/ 14 w 717"/>
                    <a:gd name="T15" fmla="*/ 71 h 756"/>
                    <a:gd name="T16" fmla="*/ 16 w 717"/>
                    <a:gd name="T17" fmla="*/ 244 h 756"/>
                    <a:gd name="T18" fmla="*/ 17 w 717"/>
                    <a:gd name="T19" fmla="*/ 96 h 756"/>
                    <a:gd name="T20" fmla="*/ 18 w 717"/>
                    <a:gd name="T21" fmla="*/ 615 h 756"/>
                    <a:gd name="T22" fmla="*/ 21 w 717"/>
                    <a:gd name="T23" fmla="*/ 397 h 756"/>
                    <a:gd name="T24" fmla="*/ 24 w 717"/>
                    <a:gd name="T25" fmla="*/ 519 h 756"/>
                    <a:gd name="T26" fmla="*/ 25 w 717"/>
                    <a:gd name="T27" fmla="*/ 308 h 756"/>
                    <a:gd name="T28" fmla="*/ 28 w 717"/>
                    <a:gd name="T29" fmla="*/ 442 h 756"/>
                    <a:gd name="T30" fmla="*/ 29 w 717"/>
                    <a:gd name="T31" fmla="*/ 352 h 756"/>
                    <a:gd name="T32" fmla="*/ 30 w 717"/>
                    <a:gd name="T33" fmla="*/ 384 h 756"/>
                    <a:gd name="T34" fmla="*/ 31 w 717"/>
                    <a:gd name="T35" fmla="*/ 135 h 756"/>
                    <a:gd name="T36" fmla="*/ 33 w 717"/>
                    <a:gd name="T37" fmla="*/ 301 h 756"/>
                    <a:gd name="T38" fmla="*/ 32 w 717"/>
                    <a:gd name="T39" fmla="*/ 519 h 756"/>
                    <a:gd name="T40" fmla="*/ 34 w 717"/>
                    <a:gd name="T41" fmla="*/ 679 h 756"/>
                    <a:gd name="T42" fmla="*/ 36 w 717"/>
                    <a:gd name="T43" fmla="*/ 628 h 756"/>
                    <a:gd name="T44" fmla="*/ 37 w 717"/>
                    <a:gd name="T45" fmla="*/ 480 h 756"/>
                    <a:gd name="T46" fmla="*/ 38 w 717"/>
                    <a:gd name="T47" fmla="*/ 391 h 756"/>
                    <a:gd name="T48" fmla="*/ 36 w 717"/>
                    <a:gd name="T49" fmla="*/ 506 h 756"/>
                    <a:gd name="T50" fmla="*/ 38 w 717"/>
                    <a:gd name="T51" fmla="*/ 352 h 756"/>
                    <a:gd name="T52" fmla="*/ 39 w 717"/>
                    <a:gd name="T53" fmla="*/ 455 h 756"/>
                    <a:gd name="T54" fmla="*/ 41 w 717"/>
                    <a:gd name="T55" fmla="*/ 519 h 756"/>
                    <a:gd name="T56" fmla="*/ 43 w 717"/>
                    <a:gd name="T57" fmla="*/ 410 h 756"/>
                    <a:gd name="T58" fmla="*/ 44 w 717"/>
                    <a:gd name="T59" fmla="*/ 186 h 756"/>
                    <a:gd name="T60" fmla="*/ 45 w 717"/>
                    <a:gd name="T61" fmla="*/ 231 h 756"/>
                    <a:gd name="T62" fmla="*/ 48 w 717"/>
                    <a:gd name="T63" fmla="*/ 148 h 756"/>
                    <a:gd name="T64" fmla="*/ 48 w 717"/>
                    <a:gd name="T65" fmla="*/ 301 h 756"/>
                    <a:gd name="T66" fmla="*/ 48 w 717"/>
                    <a:gd name="T67" fmla="*/ 730 h 756"/>
                    <a:gd name="T68" fmla="*/ 54 w 717"/>
                    <a:gd name="T69" fmla="*/ 0 h 756"/>
                    <a:gd name="T70" fmla="*/ 54 w 717"/>
                    <a:gd name="T71" fmla="*/ 250 h 756"/>
                    <a:gd name="T72" fmla="*/ 55 w 717"/>
                    <a:gd name="T73" fmla="*/ 333 h 756"/>
                    <a:gd name="T74" fmla="*/ 57 w 717"/>
                    <a:gd name="T75" fmla="*/ 192 h 756"/>
                    <a:gd name="T76" fmla="*/ 59 w 717"/>
                    <a:gd name="T77" fmla="*/ 340 h 756"/>
                    <a:gd name="T78" fmla="*/ 58 w 717"/>
                    <a:gd name="T79" fmla="*/ 429 h 756"/>
                    <a:gd name="T80" fmla="*/ 60 w 717"/>
                    <a:gd name="T81" fmla="*/ 461 h 756"/>
                    <a:gd name="T82" fmla="*/ 0 60000 65536"/>
                    <a:gd name="T83" fmla="*/ 0 60000 65536"/>
                    <a:gd name="T84" fmla="*/ 0 60000 65536"/>
                    <a:gd name="T85" fmla="*/ 0 60000 65536"/>
                    <a:gd name="T86" fmla="*/ 0 60000 65536"/>
                    <a:gd name="T87" fmla="*/ 0 60000 65536"/>
                    <a:gd name="T88" fmla="*/ 0 60000 65536"/>
                    <a:gd name="T89" fmla="*/ 0 60000 65536"/>
                    <a:gd name="T90" fmla="*/ 0 60000 65536"/>
                    <a:gd name="T91" fmla="*/ 0 60000 65536"/>
                    <a:gd name="T92" fmla="*/ 0 60000 65536"/>
                    <a:gd name="T93" fmla="*/ 0 60000 65536"/>
                    <a:gd name="T94" fmla="*/ 0 60000 65536"/>
                    <a:gd name="T95" fmla="*/ 0 60000 65536"/>
                    <a:gd name="T96" fmla="*/ 0 60000 65536"/>
                    <a:gd name="T97" fmla="*/ 0 60000 65536"/>
                    <a:gd name="T98" fmla="*/ 0 60000 65536"/>
                    <a:gd name="T99" fmla="*/ 0 60000 65536"/>
                    <a:gd name="T100" fmla="*/ 0 60000 65536"/>
                    <a:gd name="T101" fmla="*/ 0 60000 65536"/>
                    <a:gd name="T102" fmla="*/ 0 60000 65536"/>
                    <a:gd name="T103" fmla="*/ 0 60000 65536"/>
                    <a:gd name="T104" fmla="*/ 0 60000 65536"/>
                    <a:gd name="T105" fmla="*/ 0 60000 65536"/>
                    <a:gd name="T106" fmla="*/ 0 60000 65536"/>
                    <a:gd name="T107" fmla="*/ 0 60000 65536"/>
                    <a:gd name="T108" fmla="*/ 0 60000 65536"/>
                    <a:gd name="T109" fmla="*/ 0 60000 65536"/>
                    <a:gd name="T110" fmla="*/ 0 60000 65536"/>
                    <a:gd name="T111" fmla="*/ 0 60000 65536"/>
                    <a:gd name="T112" fmla="*/ 0 60000 65536"/>
                    <a:gd name="T113" fmla="*/ 0 60000 65536"/>
                    <a:gd name="T114" fmla="*/ 0 60000 65536"/>
                    <a:gd name="T115" fmla="*/ 0 60000 65536"/>
                    <a:gd name="T116" fmla="*/ 0 60000 65536"/>
                    <a:gd name="T117" fmla="*/ 0 60000 65536"/>
                    <a:gd name="T118" fmla="*/ 0 60000 65536"/>
                    <a:gd name="T119" fmla="*/ 0 60000 65536"/>
                    <a:gd name="T120" fmla="*/ 0 60000 65536"/>
                    <a:gd name="T121" fmla="*/ 0 60000 65536"/>
                    <a:gd name="T122" fmla="*/ 0 60000 65536"/>
                    <a:gd name="T123" fmla="*/ 0 w 717"/>
                    <a:gd name="T124" fmla="*/ 0 h 756"/>
                    <a:gd name="T125" fmla="*/ 717 w 717"/>
                    <a:gd name="T126" fmla="*/ 756 h 756"/>
                  </a:gdLst>
                  <a:ahLst/>
                  <a:cxnLst>
                    <a:cxn ang="T82">
                      <a:pos x="T0" y="T1"/>
                    </a:cxn>
                    <a:cxn ang="T83">
                      <a:pos x="T2" y="T3"/>
                    </a:cxn>
                    <a:cxn ang="T84">
                      <a:pos x="T4" y="T5"/>
                    </a:cxn>
                    <a:cxn ang="T85">
                      <a:pos x="T6" y="T7"/>
                    </a:cxn>
                    <a:cxn ang="T86">
                      <a:pos x="T8" y="T9"/>
                    </a:cxn>
                    <a:cxn ang="T87">
                      <a:pos x="T10" y="T11"/>
                    </a:cxn>
                    <a:cxn ang="T88">
                      <a:pos x="T12" y="T13"/>
                    </a:cxn>
                    <a:cxn ang="T89">
                      <a:pos x="T14" y="T15"/>
                    </a:cxn>
                    <a:cxn ang="T90">
                      <a:pos x="T16" y="T17"/>
                    </a:cxn>
                    <a:cxn ang="T91">
                      <a:pos x="T18" y="T19"/>
                    </a:cxn>
                    <a:cxn ang="T92">
                      <a:pos x="T20" y="T21"/>
                    </a:cxn>
                    <a:cxn ang="T93">
                      <a:pos x="T22" y="T23"/>
                    </a:cxn>
                    <a:cxn ang="T94">
                      <a:pos x="T24" y="T25"/>
                    </a:cxn>
                    <a:cxn ang="T95">
                      <a:pos x="T26" y="T27"/>
                    </a:cxn>
                    <a:cxn ang="T96">
                      <a:pos x="T28" y="T29"/>
                    </a:cxn>
                    <a:cxn ang="T97">
                      <a:pos x="T30" y="T31"/>
                    </a:cxn>
                    <a:cxn ang="T98">
                      <a:pos x="T32" y="T33"/>
                    </a:cxn>
                    <a:cxn ang="T99">
                      <a:pos x="T34" y="T35"/>
                    </a:cxn>
                    <a:cxn ang="T100">
                      <a:pos x="T36" y="T37"/>
                    </a:cxn>
                    <a:cxn ang="T101">
                      <a:pos x="T38" y="T39"/>
                    </a:cxn>
                    <a:cxn ang="T102">
                      <a:pos x="T40" y="T41"/>
                    </a:cxn>
                    <a:cxn ang="T103">
                      <a:pos x="T42" y="T43"/>
                    </a:cxn>
                    <a:cxn ang="T104">
                      <a:pos x="T44" y="T45"/>
                    </a:cxn>
                    <a:cxn ang="T105">
                      <a:pos x="T46" y="T47"/>
                    </a:cxn>
                    <a:cxn ang="T106">
                      <a:pos x="T48" y="T49"/>
                    </a:cxn>
                    <a:cxn ang="T107">
                      <a:pos x="T50" y="T51"/>
                    </a:cxn>
                    <a:cxn ang="T108">
                      <a:pos x="T52" y="T53"/>
                    </a:cxn>
                    <a:cxn ang="T109">
                      <a:pos x="T54" y="T55"/>
                    </a:cxn>
                    <a:cxn ang="T110">
                      <a:pos x="T56" y="T57"/>
                    </a:cxn>
                    <a:cxn ang="T111">
                      <a:pos x="T58" y="T59"/>
                    </a:cxn>
                    <a:cxn ang="T112">
                      <a:pos x="T60" y="T61"/>
                    </a:cxn>
                    <a:cxn ang="T113">
                      <a:pos x="T62" y="T63"/>
                    </a:cxn>
                    <a:cxn ang="T114">
                      <a:pos x="T64" y="T65"/>
                    </a:cxn>
                    <a:cxn ang="T115">
                      <a:pos x="T66" y="T67"/>
                    </a:cxn>
                    <a:cxn ang="T116">
                      <a:pos x="T68" y="T69"/>
                    </a:cxn>
                    <a:cxn ang="T117">
                      <a:pos x="T70" y="T71"/>
                    </a:cxn>
                    <a:cxn ang="T118">
                      <a:pos x="T72" y="T73"/>
                    </a:cxn>
                    <a:cxn ang="T119">
                      <a:pos x="T74" y="T75"/>
                    </a:cxn>
                    <a:cxn ang="T120">
                      <a:pos x="T76" y="T77"/>
                    </a:cxn>
                    <a:cxn ang="T121">
                      <a:pos x="T78" y="T79"/>
                    </a:cxn>
                    <a:cxn ang="T122">
                      <a:pos x="T80" y="T81"/>
                    </a:cxn>
                  </a:cxnLst>
                  <a:rect l="T123" t="T124" r="T125" b="T126"/>
                  <a:pathLst>
                    <a:path w="717" h="756">
                      <a:moveTo>
                        <a:pt x="0" y="756"/>
                      </a:moveTo>
                      <a:lnTo>
                        <a:pt x="52" y="167"/>
                      </a:lnTo>
                      <a:lnTo>
                        <a:pt x="64" y="384"/>
                      </a:lnTo>
                      <a:lnTo>
                        <a:pt x="90" y="103"/>
                      </a:lnTo>
                      <a:lnTo>
                        <a:pt x="116" y="519"/>
                      </a:lnTo>
                      <a:lnTo>
                        <a:pt x="135" y="487"/>
                      </a:lnTo>
                      <a:lnTo>
                        <a:pt x="135" y="359"/>
                      </a:lnTo>
                      <a:lnTo>
                        <a:pt x="167" y="71"/>
                      </a:lnTo>
                      <a:lnTo>
                        <a:pt x="192" y="244"/>
                      </a:lnTo>
                      <a:lnTo>
                        <a:pt x="205" y="96"/>
                      </a:lnTo>
                      <a:lnTo>
                        <a:pt x="218" y="615"/>
                      </a:lnTo>
                      <a:lnTo>
                        <a:pt x="244" y="397"/>
                      </a:lnTo>
                      <a:lnTo>
                        <a:pt x="282" y="519"/>
                      </a:lnTo>
                      <a:lnTo>
                        <a:pt x="308" y="308"/>
                      </a:lnTo>
                      <a:lnTo>
                        <a:pt x="333" y="442"/>
                      </a:lnTo>
                      <a:lnTo>
                        <a:pt x="346" y="352"/>
                      </a:lnTo>
                      <a:lnTo>
                        <a:pt x="365" y="384"/>
                      </a:lnTo>
                      <a:lnTo>
                        <a:pt x="378" y="135"/>
                      </a:lnTo>
                      <a:lnTo>
                        <a:pt x="391" y="301"/>
                      </a:lnTo>
                      <a:lnTo>
                        <a:pt x="384" y="519"/>
                      </a:lnTo>
                      <a:lnTo>
                        <a:pt x="404" y="679"/>
                      </a:lnTo>
                      <a:lnTo>
                        <a:pt x="429" y="628"/>
                      </a:lnTo>
                      <a:lnTo>
                        <a:pt x="442" y="480"/>
                      </a:lnTo>
                      <a:lnTo>
                        <a:pt x="455" y="391"/>
                      </a:lnTo>
                      <a:lnTo>
                        <a:pt x="436" y="506"/>
                      </a:lnTo>
                      <a:lnTo>
                        <a:pt x="461" y="352"/>
                      </a:lnTo>
                      <a:lnTo>
                        <a:pt x="474" y="455"/>
                      </a:lnTo>
                      <a:lnTo>
                        <a:pt x="493" y="519"/>
                      </a:lnTo>
                      <a:lnTo>
                        <a:pt x="512" y="410"/>
                      </a:lnTo>
                      <a:lnTo>
                        <a:pt x="532" y="186"/>
                      </a:lnTo>
                      <a:lnTo>
                        <a:pt x="544" y="231"/>
                      </a:lnTo>
                      <a:lnTo>
                        <a:pt x="570" y="148"/>
                      </a:lnTo>
                      <a:lnTo>
                        <a:pt x="576" y="301"/>
                      </a:lnTo>
                      <a:lnTo>
                        <a:pt x="576" y="730"/>
                      </a:lnTo>
                      <a:lnTo>
                        <a:pt x="647" y="0"/>
                      </a:lnTo>
                      <a:lnTo>
                        <a:pt x="647" y="250"/>
                      </a:lnTo>
                      <a:lnTo>
                        <a:pt x="660" y="333"/>
                      </a:lnTo>
                      <a:lnTo>
                        <a:pt x="685" y="192"/>
                      </a:lnTo>
                      <a:lnTo>
                        <a:pt x="711" y="340"/>
                      </a:lnTo>
                      <a:lnTo>
                        <a:pt x="698" y="429"/>
                      </a:lnTo>
                      <a:lnTo>
                        <a:pt x="717" y="461"/>
                      </a:lnTo>
                    </a:path>
                  </a:pathLst>
                </a:custGeom>
                <a:noFill/>
                <a:ln w="9525">
                  <a:solidFill>
                    <a:srgbClr val="FF0000"/>
                  </a:solidFill>
                  <a:round/>
                  <a:headEnd/>
                  <a:tailEnd/>
                </a:ln>
              </p:spPr>
              <p:txBody>
                <a:bodyPr/>
                <a:lstStyle/>
                <a:p>
                  <a:endParaRPr lang="en-GB" sz="1600"/>
                </a:p>
              </p:txBody>
            </p:sp>
          </p:grpSp>
          <p:grpSp>
            <p:nvGrpSpPr>
              <p:cNvPr id="14384" name="Group 329"/>
              <p:cNvGrpSpPr>
                <a:grpSpLocks/>
              </p:cNvGrpSpPr>
              <p:nvPr/>
            </p:nvGrpSpPr>
            <p:grpSpPr bwMode="auto">
              <a:xfrm flipH="1">
                <a:off x="4569" y="1098"/>
                <a:ext cx="590" cy="801"/>
                <a:chOff x="3462" y="1100"/>
                <a:chExt cx="1549" cy="801"/>
              </a:xfrm>
            </p:grpSpPr>
            <p:sp>
              <p:nvSpPr>
                <p:cNvPr id="14440" name="Freeform 330"/>
                <p:cNvSpPr>
                  <a:spLocks/>
                </p:cNvSpPr>
                <p:nvPr/>
              </p:nvSpPr>
              <p:spPr bwMode="auto">
                <a:xfrm>
                  <a:off x="3462" y="1126"/>
                  <a:ext cx="313" cy="756"/>
                </a:xfrm>
                <a:custGeom>
                  <a:avLst/>
                  <a:gdLst>
                    <a:gd name="T0" fmla="*/ 0 w 717"/>
                    <a:gd name="T1" fmla="*/ 756 h 756"/>
                    <a:gd name="T2" fmla="*/ 4 w 717"/>
                    <a:gd name="T3" fmla="*/ 167 h 756"/>
                    <a:gd name="T4" fmla="*/ 5 w 717"/>
                    <a:gd name="T5" fmla="*/ 384 h 756"/>
                    <a:gd name="T6" fmla="*/ 7 w 717"/>
                    <a:gd name="T7" fmla="*/ 103 h 756"/>
                    <a:gd name="T8" fmla="*/ 10 w 717"/>
                    <a:gd name="T9" fmla="*/ 519 h 756"/>
                    <a:gd name="T10" fmla="*/ 11 w 717"/>
                    <a:gd name="T11" fmla="*/ 487 h 756"/>
                    <a:gd name="T12" fmla="*/ 11 w 717"/>
                    <a:gd name="T13" fmla="*/ 359 h 756"/>
                    <a:gd name="T14" fmla="*/ 14 w 717"/>
                    <a:gd name="T15" fmla="*/ 71 h 756"/>
                    <a:gd name="T16" fmla="*/ 16 w 717"/>
                    <a:gd name="T17" fmla="*/ 244 h 756"/>
                    <a:gd name="T18" fmla="*/ 17 w 717"/>
                    <a:gd name="T19" fmla="*/ 96 h 756"/>
                    <a:gd name="T20" fmla="*/ 18 w 717"/>
                    <a:gd name="T21" fmla="*/ 615 h 756"/>
                    <a:gd name="T22" fmla="*/ 21 w 717"/>
                    <a:gd name="T23" fmla="*/ 397 h 756"/>
                    <a:gd name="T24" fmla="*/ 24 w 717"/>
                    <a:gd name="T25" fmla="*/ 519 h 756"/>
                    <a:gd name="T26" fmla="*/ 25 w 717"/>
                    <a:gd name="T27" fmla="*/ 308 h 756"/>
                    <a:gd name="T28" fmla="*/ 28 w 717"/>
                    <a:gd name="T29" fmla="*/ 442 h 756"/>
                    <a:gd name="T30" fmla="*/ 29 w 717"/>
                    <a:gd name="T31" fmla="*/ 352 h 756"/>
                    <a:gd name="T32" fmla="*/ 30 w 717"/>
                    <a:gd name="T33" fmla="*/ 384 h 756"/>
                    <a:gd name="T34" fmla="*/ 31 w 717"/>
                    <a:gd name="T35" fmla="*/ 135 h 756"/>
                    <a:gd name="T36" fmla="*/ 33 w 717"/>
                    <a:gd name="T37" fmla="*/ 301 h 756"/>
                    <a:gd name="T38" fmla="*/ 32 w 717"/>
                    <a:gd name="T39" fmla="*/ 519 h 756"/>
                    <a:gd name="T40" fmla="*/ 34 w 717"/>
                    <a:gd name="T41" fmla="*/ 679 h 756"/>
                    <a:gd name="T42" fmla="*/ 36 w 717"/>
                    <a:gd name="T43" fmla="*/ 628 h 756"/>
                    <a:gd name="T44" fmla="*/ 37 w 717"/>
                    <a:gd name="T45" fmla="*/ 480 h 756"/>
                    <a:gd name="T46" fmla="*/ 38 w 717"/>
                    <a:gd name="T47" fmla="*/ 391 h 756"/>
                    <a:gd name="T48" fmla="*/ 36 w 717"/>
                    <a:gd name="T49" fmla="*/ 506 h 756"/>
                    <a:gd name="T50" fmla="*/ 38 w 717"/>
                    <a:gd name="T51" fmla="*/ 352 h 756"/>
                    <a:gd name="T52" fmla="*/ 39 w 717"/>
                    <a:gd name="T53" fmla="*/ 455 h 756"/>
                    <a:gd name="T54" fmla="*/ 41 w 717"/>
                    <a:gd name="T55" fmla="*/ 519 h 756"/>
                    <a:gd name="T56" fmla="*/ 43 w 717"/>
                    <a:gd name="T57" fmla="*/ 410 h 756"/>
                    <a:gd name="T58" fmla="*/ 44 w 717"/>
                    <a:gd name="T59" fmla="*/ 186 h 756"/>
                    <a:gd name="T60" fmla="*/ 45 w 717"/>
                    <a:gd name="T61" fmla="*/ 231 h 756"/>
                    <a:gd name="T62" fmla="*/ 48 w 717"/>
                    <a:gd name="T63" fmla="*/ 148 h 756"/>
                    <a:gd name="T64" fmla="*/ 48 w 717"/>
                    <a:gd name="T65" fmla="*/ 301 h 756"/>
                    <a:gd name="T66" fmla="*/ 48 w 717"/>
                    <a:gd name="T67" fmla="*/ 730 h 756"/>
                    <a:gd name="T68" fmla="*/ 54 w 717"/>
                    <a:gd name="T69" fmla="*/ 0 h 756"/>
                    <a:gd name="T70" fmla="*/ 54 w 717"/>
                    <a:gd name="T71" fmla="*/ 250 h 756"/>
                    <a:gd name="T72" fmla="*/ 55 w 717"/>
                    <a:gd name="T73" fmla="*/ 333 h 756"/>
                    <a:gd name="T74" fmla="*/ 57 w 717"/>
                    <a:gd name="T75" fmla="*/ 192 h 756"/>
                    <a:gd name="T76" fmla="*/ 59 w 717"/>
                    <a:gd name="T77" fmla="*/ 340 h 756"/>
                    <a:gd name="T78" fmla="*/ 58 w 717"/>
                    <a:gd name="T79" fmla="*/ 429 h 756"/>
                    <a:gd name="T80" fmla="*/ 60 w 717"/>
                    <a:gd name="T81" fmla="*/ 461 h 756"/>
                    <a:gd name="T82" fmla="*/ 0 60000 65536"/>
                    <a:gd name="T83" fmla="*/ 0 60000 65536"/>
                    <a:gd name="T84" fmla="*/ 0 60000 65536"/>
                    <a:gd name="T85" fmla="*/ 0 60000 65536"/>
                    <a:gd name="T86" fmla="*/ 0 60000 65536"/>
                    <a:gd name="T87" fmla="*/ 0 60000 65536"/>
                    <a:gd name="T88" fmla="*/ 0 60000 65536"/>
                    <a:gd name="T89" fmla="*/ 0 60000 65536"/>
                    <a:gd name="T90" fmla="*/ 0 60000 65536"/>
                    <a:gd name="T91" fmla="*/ 0 60000 65536"/>
                    <a:gd name="T92" fmla="*/ 0 60000 65536"/>
                    <a:gd name="T93" fmla="*/ 0 60000 65536"/>
                    <a:gd name="T94" fmla="*/ 0 60000 65536"/>
                    <a:gd name="T95" fmla="*/ 0 60000 65536"/>
                    <a:gd name="T96" fmla="*/ 0 60000 65536"/>
                    <a:gd name="T97" fmla="*/ 0 60000 65536"/>
                    <a:gd name="T98" fmla="*/ 0 60000 65536"/>
                    <a:gd name="T99" fmla="*/ 0 60000 65536"/>
                    <a:gd name="T100" fmla="*/ 0 60000 65536"/>
                    <a:gd name="T101" fmla="*/ 0 60000 65536"/>
                    <a:gd name="T102" fmla="*/ 0 60000 65536"/>
                    <a:gd name="T103" fmla="*/ 0 60000 65536"/>
                    <a:gd name="T104" fmla="*/ 0 60000 65536"/>
                    <a:gd name="T105" fmla="*/ 0 60000 65536"/>
                    <a:gd name="T106" fmla="*/ 0 60000 65536"/>
                    <a:gd name="T107" fmla="*/ 0 60000 65536"/>
                    <a:gd name="T108" fmla="*/ 0 60000 65536"/>
                    <a:gd name="T109" fmla="*/ 0 60000 65536"/>
                    <a:gd name="T110" fmla="*/ 0 60000 65536"/>
                    <a:gd name="T111" fmla="*/ 0 60000 65536"/>
                    <a:gd name="T112" fmla="*/ 0 60000 65536"/>
                    <a:gd name="T113" fmla="*/ 0 60000 65536"/>
                    <a:gd name="T114" fmla="*/ 0 60000 65536"/>
                    <a:gd name="T115" fmla="*/ 0 60000 65536"/>
                    <a:gd name="T116" fmla="*/ 0 60000 65536"/>
                    <a:gd name="T117" fmla="*/ 0 60000 65536"/>
                    <a:gd name="T118" fmla="*/ 0 60000 65536"/>
                    <a:gd name="T119" fmla="*/ 0 60000 65536"/>
                    <a:gd name="T120" fmla="*/ 0 60000 65536"/>
                    <a:gd name="T121" fmla="*/ 0 60000 65536"/>
                    <a:gd name="T122" fmla="*/ 0 60000 65536"/>
                    <a:gd name="T123" fmla="*/ 0 w 717"/>
                    <a:gd name="T124" fmla="*/ 0 h 756"/>
                    <a:gd name="T125" fmla="*/ 717 w 717"/>
                    <a:gd name="T126" fmla="*/ 756 h 756"/>
                  </a:gdLst>
                  <a:ahLst/>
                  <a:cxnLst>
                    <a:cxn ang="T82">
                      <a:pos x="T0" y="T1"/>
                    </a:cxn>
                    <a:cxn ang="T83">
                      <a:pos x="T2" y="T3"/>
                    </a:cxn>
                    <a:cxn ang="T84">
                      <a:pos x="T4" y="T5"/>
                    </a:cxn>
                    <a:cxn ang="T85">
                      <a:pos x="T6" y="T7"/>
                    </a:cxn>
                    <a:cxn ang="T86">
                      <a:pos x="T8" y="T9"/>
                    </a:cxn>
                    <a:cxn ang="T87">
                      <a:pos x="T10" y="T11"/>
                    </a:cxn>
                    <a:cxn ang="T88">
                      <a:pos x="T12" y="T13"/>
                    </a:cxn>
                    <a:cxn ang="T89">
                      <a:pos x="T14" y="T15"/>
                    </a:cxn>
                    <a:cxn ang="T90">
                      <a:pos x="T16" y="T17"/>
                    </a:cxn>
                    <a:cxn ang="T91">
                      <a:pos x="T18" y="T19"/>
                    </a:cxn>
                    <a:cxn ang="T92">
                      <a:pos x="T20" y="T21"/>
                    </a:cxn>
                    <a:cxn ang="T93">
                      <a:pos x="T22" y="T23"/>
                    </a:cxn>
                    <a:cxn ang="T94">
                      <a:pos x="T24" y="T25"/>
                    </a:cxn>
                    <a:cxn ang="T95">
                      <a:pos x="T26" y="T27"/>
                    </a:cxn>
                    <a:cxn ang="T96">
                      <a:pos x="T28" y="T29"/>
                    </a:cxn>
                    <a:cxn ang="T97">
                      <a:pos x="T30" y="T31"/>
                    </a:cxn>
                    <a:cxn ang="T98">
                      <a:pos x="T32" y="T33"/>
                    </a:cxn>
                    <a:cxn ang="T99">
                      <a:pos x="T34" y="T35"/>
                    </a:cxn>
                    <a:cxn ang="T100">
                      <a:pos x="T36" y="T37"/>
                    </a:cxn>
                    <a:cxn ang="T101">
                      <a:pos x="T38" y="T39"/>
                    </a:cxn>
                    <a:cxn ang="T102">
                      <a:pos x="T40" y="T41"/>
                    </a:cxn>
                    <a:cxn ang="T103">
                      <a:pos x="T42" y="T43"/>
                    </a:cxn>
                    <a:cxn ang="T104">
                      <a:pos x="T44" y="T45"/>
                    </a:cxn>
                    <a:cxn ang="T105">
                      <a:pos x="T46" y="T47"/>
                    </a:cxn>
                    <a:cxn ang="T106">
                      <a:pos x="T48" y="T49"/>
                    </a:cxn>
                    <a:cxn ang="T107">
                      <a:pos x="T50" y="T51"/>
                    </a:cxn>
                    <a:cxn ang="T108">
                      <a:pos x="T52" y="T53"/>
                    </a:cxn>
                    <a:cxn ang="T109">
                      <a:pos x="T54" y="T55"/>
                    </a:cxn>
                    <a:cxn ang="T110">
                      <a:pos x="T56" y="T57"/>
                    </a:cxn>
                    <a:cxn ang="T111">
                      <a:pos x="T58" y="T59"/>
                    </a:cxn>
                    <a:cxn ang="T112">
                      <a:pos x="T60" y="T61"/>
                    </a:cxn>
                    <a:cxn ang="T113">
                      <a:pos x="T62" y="T63"/>
                    </a:cxn>
                    <a:cxn ang="T114">
                      <a:pos x="T64" y="T65"/>
                    </a:cxn>
                    <a:cxn ang="T115">
                      <a:pos x="T66" y="T67"/>
                    </a:cxn>
                    <a:cxn ang="T116">
                      <a:pos x="T68" y="T69"/>
                    </a:cxn>
                    <a:cxn ang="T117">
                      <a:pos x="T70" y="T71"/>
                    </a:cxn>
                    <a:cxn ang="T118">
                      <a:pos x="T72" y="T73"/>
                    </a:cxn>
                    <a:cxn ang="T119">
                      <a:pos x="T74" y="T75"/>
                    </a:cxn>
                    <a:cxn ang="T120">
                      <a:pos x="T76" y="T77"/>
                    </a:cxn>
                    <a:cxn ang="T121">
                      <a:pos x="T78" y="T79"/>
                    </a:cxn>
                    <a:cxn ang="T122">
                      <a:pos x="T80" y="T81"/>
                    </a:cxn>
                  </a:cxnLst>
                  <a:rect l="T123" t="T124" r="T125" b="T126"/>
                  <a:pathLst>
                    <a:path w="717" h="756">
                      <a:moveTo>
                        <a:pt x="0" y="756"/>
                      </a:moveTo>
                      <a:lnTo>
                        <a:pt x="52" y="167"/>
                      </a:lnTo>
                      <a:lnTo>
                        <a:pt x="64" y="384"/>
                      </a:lnTo>
                      <a:lnTo>
                        <a:pt x="90" y="103"/>
                      </a:lnTo>
                      <a:lnTo>
                        <a:pt x="116" y="519"/>
                      </a:lnTo>
                      <a:lnTo>
                        <a:pt x="135" y="487"/>
                      </a:lnTo>
                      <a:lnTo>
                        <a:pt x="135" y="359"/>
                      </a:lnTo>
                      <a:lnTo>
                        <a:pt x="167" y="71"/>
                      </a:lnTo>
                      <a:lnTo>
                        <a:pt x="192" y="244"/>
                      </a:lnTo>
                      <a:lnTo>
                        <a:pt x="205" y="96"/>
                      </a:lnTo>
                      <a:lnTo>
                        <a:pt x="218" y="615"/>
                      </a:lnTo>
                      <a:lnTo>
                        <a:pt x="244" y="397"/>
                      </a:lnTo>
                      <a:lnTo>
                        <a:pt x="282" y="519"/>
                      </a:lnTo>
                      <a:lnTo>
                        <a:pt x="308" y="308"/>
                      </a:lnTo>
                      <a:lnTo>
                        <a:pt x="333" y="442"/>
                      </a:lnTo>
                      <a:lnTo>
                        <a:pt x="346" y="352"/>
                      </a:lnTo>
                      <a:lnTo>
                        <a:pt x="365" y="384"/>
                      </a:lnTo>
                      <a:lnTo>
                        <a:pt x="378" y="135"/>
                      </a:lnTo>
                      <a:lnTo>
                        <a:pt x="391" y="301"/>
                      </a:lnTo>
                      <a:lnTo>
                        <a:pt x="384" y="519"/>
                      </a:lnTo>
                      <a:lnTo>
                        <a:pt x="404" y="679"/>
                      </a:lnTo>
                      <a:lnTo>
                        <a:pt x="429" y="628"/>
                      </a:lnTo>
                      <a:lnTo>
                        <a:pt x="442" y="480"/>
                      </a:lnTo>
                      <a:lnTo>
                        <a:pt x="455" y="391"/>
                      </a:lnTo>
                      <a:lnTo>
                        <a:pt x="436" y="506"/>
                      </a:lnTo>
                      <a:lnTo>
                        <a:pt x="461" y="352"/>
                      </a:lnTo>
                      <a:lnTo>
                        <a:pt x="474" y="455"/>
                      </a:lnTo>
                      <a:lnTo>
                        <a:pt x="493" y="519"/>
                      </a:lnTo>
                      <a:lnTo>
                        <a:pt x="512" y="410"/>
                      </a:lnTo>
                      <a:lnTo>
                        <a:pt x="532" y="186"/>
                      </a:lnTo>
                      <a:lnTo>
                        <a:pt x="544" y="231"/>
                      </a:lnTo>
                      <a:lnTo>
                        <a:pt x="570" y="148"/>
                      </a:lnTo>
                      <a:lnTo>
                        <a:pt x="576" y="301"/>
                      </a:lnTo>
                      <a:lnTo>
                        <a:pt x="576" y="730"/>
                      </a:lnTo>
                      <a:lnTo>
                        <a:pt x="647" y="0"/>
                      </a:lnTo>
                      <a:lnTo>
                        <a:pt x="647" y="250"/>
                      </a:lnTo>
                      <a:lnTo>
                        <a:pt x="660" y="333"/>
                      </a:lnTo>
                      <a:lnTo>
                        <a:pt x="685" y="192"/>
                      </a:lnTo>
                      <a:lnTo>
                        <a:pt x="711" y="340"/>
                      </a:lnTo>
                      <a:lnTo>
                        <a:pt x="698" y="429"/>
                      </a:lnTo>
                      <a:lnTo>
                        <a:pt x="717" y="461"/>
                      </a:lnTo>
                    </a:path>
                  </a:pathLst>
                </a:custGeom>
                <a:noFill/>
                <a:ln w="9525">
                  <a:solidFill>
                    <a:srgbClr val="FF0000"/>
                  </a:solidFill>
                  <a:round/>
                  <a:headEnd/>
                  <a:tailEnd/>
                </a:ln>
              </p:spPr>
              <p:txBody>
                <a:bodyPr/>
                <a:lstStyle/>
                <a:p>
                  <a:endParaRPr lang="en-GB" sz="1600"/>
                </a:p>
              </p:txBody>
            </p:sp>
            <p:sp>
              <p:nvSpPr>
                <p:cNvPr id="14441" name="Freeform 331"/>
                <p:cNvSpPr>
                  <a:spLocks/>
                </p:cNvSpPr>
                <p:nvPr/>
              </p:nvSpPr>
              <p:spPr bwMode="auto">
                <a:xfrm flipH="1" flipV="1">
                  <a:off x="3770" y="1145"/>
                  <a:ext cx="313" cy="756"/>
                </a:xfrm>
                <a:custGeom>
                  <a:avLst/>
                  <a:gdLst>
                    <a:gd name="T0" fmla="*/ 0 w 717"/>
                    <a:gd name="T1" fmla="*/ 756 h 756"/>
                    <a:gd name="T2" fmla="*/ 4 w 717"/>
                    <a:gd name="T3" fmla="*/ 167 h 756"/>
                    <a:gd name="T4" fmla="*/ 5 w 717"/>
                    <a:gd name="T5" fmla="*/ 384 h 756"/>
                    <a:gd name="T6" fmla="*/ 7 w 717"/>
                    <a:gd name="T7" fmla="*/ 103 h 756"/>
                    <a:gd name="T8" fmla="*/ 10 w 717"/>
                    <a:gd name="T9" fmla="*/ 519 h 756"/>
                    <a:gd name="T10" fmla="*/ 11 w 717"/>
                    <a:gd name="T11" fmla="*/ 487 h 756"/>
                    <a:gd name="T12" fmla="*/ 11 w 717"/>
                    <a:gd name="T13" fmla="*/ 359 h 756"/>
                    <a:gd name="T14" fmla="*/ 14 w 717"/>
                    <a:gd name="T15" fmla="*/ 71 h 756"/>
                    <a:gd name="T16" fmla="*/ 16 w 717"/>
                    <a:gd name="T17" fmla="*/ 244 h 756"/>
                    <a:gd name="T18" fmla="*/ 17 w 717"/>
                    <a:gd name="T19" fmla="*/ 96 h 756"/>
                    <a:gd name="T20" fmla="*/ 18 w 717"/>
                    <a:gd name="T21" fmla="*/ 615 h 756"/>
                    <a:gd name="T22" fmla="*/ 21 w 717"/>
                    <a:gd name="T23" fmla="*/ 397 h 756"/>
                    <a:gd name="T24" fmla="*/ 24 w 717"/>
                    <a:gd name="T25" fmla="*/ 519 h 756"/>
                    <a:gd name="T26" fmla="*/ 25 w 717"/>
                    <a:gd name="T27" fmla="*/ 308 h 756"/>
                    <a:gd name="T28" fmla="*/ 28 w 717"/>
                    <a:gd name="T29" fmla="*/ 442 h 756"/>
                    <a:gd name="T30" fmla="*/ 29 w 717"/>
                    <a:gd name="T31" fmla="*/ 352 h 756"/>
                    <a:gd name="T32" fmla="*/ 30 w 717"/>
                    <a:gd name="T33" fmla="*/ 384 h 756"/>
                    <a:gd name="T34" fmla="*/ 31 w 717"/>
                    <a:gd name="T35" fmla="*/ 135 h 756"/>
                    <a:gd name="T36" fmla="*/ 33 w 717"/>
                    <a:gd name="T37" fmla="*/ 301 h 756"/>
                    <a:gd name="T38" fmla="*/ 32 w 717"/>
                    <a:gd name="T39" fmla="*/ 519 h 756"/>
                    <a:gd name="T40" fmla="*/ 34 w 717"/>
                    <a:gd name="T41" fmla="*/ 679 h 756"/>
                    <a:gd name="T42" fmla="*/ 36 w 717"/>
                    <a:gd name="T43" fmla="*/ 628 h 756"/>
                    <a:gd name="T44" fmla="*/ 37 w 717"/>
                    <a:gd name="T45" fmla="*/ 480 h 756"/>
                    <a:gd name="T46" fmla="*/ 38 w 717"/>
                    <a:gd name="T47" fmla="*/ 391 h 756"/>
                    <a:gd name="T48" fmla="*/ 36 w 717"/>
                    <a:gd name="T49" fmla="*/ 506 h 756"/>
                    <a:gd name="T50" fmla="*/ 38 w 717"/>
                    <a:gd name="T51" fmla="*/ 352 h 756"/>
                    <a:gd name="T52" fmla="*/ 39 w 717"/>
                    <a:gd name="T53" fmla="*/ 455 h 756"/>
                    <a:gd name="T54" fmla="*/ 41 w 717"/>
                    <a:gd name="T55" fmla="*/ 519 h 756"/>
                    <a:gd name="T56" fmla="*/ 43 w 717"/>
                    <a:gd name="T57" fmla="*/ 410 h 756"/>
                    <a:gd name="T58" fmla="*/ 44 w 717"/>
                    <a:gd name="T59" fmla="*/ 186 h 756"/>
                    <a:gd name="T60" fmla="*/ 45 w 717"/>
                    <a:gd name="T61" fmla="*/ 231 h 756"/>
                    <a:gd name="T62" fmla="*/ 48 w 717"/>
                    <a:gd name="T63" fmla="*/ 148 h 756"/>
                    <a:gd name="T64" fmla="*/ 48 w 717"/>
                    <a:gd name="T65" fmla="*/ 301 h 756"/>
                    <a:gd name="T66" fmla="*/ 48 w 717"/>
                    <a:gd name="T67" fmla="*/ 730 h 756"/>
                    <a:gd name="T68" fmla="*/ 54 w 717"/>
                    <a:gd name="T69" fmla="*/ 0 h 756"/>
                    <a:gd name="T70" fmla="*/ 54 w 717"/>
                    <a:gd name="T71" fmla="*/ 250 h 756"/>
                    <a:gd name="T72" fmla="*/ 55 w 717"/>
                    <a:gd name="T73" fmla="*/ 333 h 756"/>
                    <a:gd name="T74" fmla="*/ 57 w 717"/>
                    <a:gd name="T75" fmla="*/ 192 h 756"/>
                    <a:gd name="T76" fmla="*/ 59 w 717"/>
                    <a:gd name="T77" fmla="*/ 340 h 756"/>
                    <a:gd name="T78" fmla="*/ 58 w 717"/>
                    <a:gd name="T79" fmla="*/ 429 h 756"/>
                    <a:gd name="T80" fmla="*/ 60 w 717"/>
                    <a:gd name="T81" fmla="*/ 461 h 756"/>
                    <a:gd name="T82" fmla="*/ 0 60000 65536"/>
                    <a:gd name="T83" fmla="*/ 0 60000 65536"/>
                    <a:gd name="T84" fmla="*/ 0 60000 65536"/>
                    <a:gd name="T85" fmla="*/ 0 60000 65536"/>
                    <a:gd name="T86" fmla="*/ 0 60000 65536"/>
                    <a:gd name="T87" fmla="*/ 0 60000 65536"/>
                    <a:gd name="T88" fmla="*/ 0 60000 65536"/>
                    <a:gd name="T89" fmla="*/ 0 60000 65536"/>
                    <a:gd name="T90" fmla="*/ 0 60000 65536"/>
                    <a:gd name="T91" fmla="*/ 0 60000 65536"/>
                    <a:gd name="T92" fmla="*/ 0 60000 65536"/>
                    <a:gd name="T93" fmla="*/ 0 60000 65536"/>
                    <a:gd name="T94" fmla="*/ 0 60000 65536"/>
                    <a:gd name="T95" fmla="*/ 0 60000 65536"/>
                    <a:gd name="T96" fmla="*/ 0 60000 65536"/>
                    <a:gd name="T97" fmla="*/ 0 60000 65536"/>
                    <a:gd name="T98" fmla="*/ 0 60000 65536"/>
                    <a:gd name="T99" fmla="*/ 0 60000 65536"/>
                    <a:gd name="T100" fmla="*/ 0 60000 65536"/>
                    <a:gd name="T101" fmla="*/ 0 60000 65536"/>
                    <a:gd name="T102" fmla="*/ 0 60000 65536"/>
                    <a:gd name="T103" fmla="*/ 0 60000 65536"/>
                    <a:gd name="T104" fmla="*/ 0 60000 65536"/>
                    <a:gd name="T105" fmla="*/ 0 60000 65536"/>
                    <a:gd name="T106" fmla="*/ 0 60000 65536"/>
                    <a:gd name="T107" fmla="*/ 0 60000 65536"/>
                    <a:gd name="T108" fmla="*/ 0 60000 65536"/>
                    <a:gd name="T109" fmla="*/ 0 60000 65536"/>
                    <a:gd name="T110" fmla="*/ 0 60000 65536"/>
                    <a:gd name="T111" fmla="*/ 0 60000 65536"/>
                    <a:gd name="T112" fmla="*/ 0 60000 65536"/>
                    <a:gd name="T113" fmla="*/ 0 60000 65536"/>
                    <a:gd name="T114" fmla="*/ 0 60000 65536"/>
                    <a:gd name="T115" fmla="*/ 0 60000 65536"/>
                    <a:gd name="T116" fmla="*/ 0 60000 65536"/>
                    <a:gd name="T117" fmla="*/ 0 60000 65536"/>
                    <a:gd name="T118" fmla="*/ 0 60000 65536"/>
                    <a:gd name="T119" fmla="*/ 0 60000 65536"/>
                    <a:gd name="T120" fmla="*/ 0 60000 65536"/>
                    <a:gd name="T121" fmla="*/ 0 60000 65536"/>
                    <a:gd name="T122" fmla="*/ 0 60000 65536"/>
                    <a:gd name="T123" fmla="*/ 0 w 717"/>
                    <a:gd name="T124" fmla="*/ 0 h 756"/>
                    <a:gd name="T125" fmla="*/ 717 w 717"/>
                    <a:gd name="T126" fmla="*/ 756 h 756"/>
                  </a:gdLst>
                  <a:ahLst/>
                  <a:cxnLst>
                    <a:cxn ang="T82">
                      <a:pos x="T0" y="T1"/>
                    </a:cxn>
                    <a:cxn ang="T83">
                      <a:pos x="T2" y="T3"/>
                    </a:cxn>
                    <a:cxn ang="T84">
                      <a:pos x="T4" y="T5"/>
                    </a:cxn>
                    <a:cxn ang="T85">
                      <a:pos x="T6" y="T7"/>
                    </a:cxn>
                    <a:cxn ang="T86">
                      <a:pos x="T8" y="T9"/>
                    </a:cxn>
                    <a:cxn ang="T87">
                      <a:pos x="T10" y="T11"/>
                    </a:cxn>
                    <a:cxn ang="T88">
                      <a:pos x="T12" y="T13"/>
                    </a:cxn>
                    <a:cxn ang="T89">
                      <a:pos x="T14" y="T15"/>
                    </a:cxn>
                    <a:cxn ang="T90">
                      <a:pos x="T16" y="T17"/>
                    </a:cxn>
                    <a:cxn ang="T91">
                      <a:pos x="T18" y="T19"/>
                    </a:cxn>
                    <a:cxn ang="T92">
                      <a:pos x="T20" y="T21"/>
                    </a:cxn>
                    <a:cxn ang="T93">
                      <a:pos x="T22" y="T23"/>
                    </a:cxn>
                    <a:cxn ang="T94">
                      <a:pos x="T24" y="T25"/>
                    </a:cxn>
                    <a:cxn ang="T95">
                      <a:pos x="T26" y="T27"/>
                    </a:cxn>
                    <a:cxn ang="T96">
                      <a:pos x="T28" y="T29"/>
                    </a:cxn>
                    <a:cxn ang="T97">
                      <a:pos x="T30" y="T31"/>
                    </a:cxn>
                    <a:cxn ang="T98">
                      <a:pos x="T32" y="T33"/>
                    </a:cxn>
                    <a:cxn ang="T99">
                      <a:pos x="T34" y="T35"/>
                    </a:cxn>
                    <a:cxn ang="T100">
                      <a:pos x="T36" y="T37"/>
                    </a:cxn>
                    <a:cxn ang="T101">
                      <a:pos x="T38" y="T39"/>
                    </a:cxn>
                    <a:cxn ang="T102">
                      <a:pos x="T40" y="T41"/>
                    </a:cxn>
                    <a:cxn ang="T103">
                      <a:pos x="T42" y="T43"/>
                    </a:cxn>
                    <a:cxn ang="T104">
                      <a:pos x="T44" y="T45"/>
                    </a:cxn>
                    <a:cxn ang="T105">
                      <a:pos x="T46" y="T47"/>
                    </a:cxn>
                    <a:cxn ang="T106">
                      <a:pos x="T48" y="T49"/>
                    </a:cxn>
                    <a:cxn ang="T107">
                      <a:pos x="T50" y="T51"/>
                    </a:cxn>
                    <a:cxn ang="T108">
                      <a:pos x="T52" y="T53"/>
                    </a:cxn>
                    <a:cxn ang="T109">
                      <a:pos x="T54" y="T55"/>
                    </a:cxn>
                    <a:cxn ang="T110">
                      <a:pos x="T56" y="T57"/>
                    </a:cxn>
                    <a:cxn ang="T111">
                      <a:pos x="T58" y="T59"/>
                    </a:cxn>
                    <a:cxn ang="T112">
                      <a:pos x="T60" y="T61"/>
                    </a:cxn>
                    <a:cxn ang="T113">
                      <a:pos x="T62" y="T63"/>
                    </a:cxn>
                    <a:cxn ang="T114">
                      <a:pos x="T64" y="T65"/>
                    </a:cxn>
                    <a:cxn ang="T115">
                      <a:pos x="T66" y="T67"/>
                    </a:cxn>
                    <a:cxn ang="T116">
                      <a:pos x="T68" y="T69"/>
                    </a:cxn>
                    <a:cxn ang="T117">
                      <a:pos x="T70" y="T71"/>
                    </a:cxn>
                    <a:cxn ang="T118">
                      <a:pos x="T72" y="T73"/>
                    </a:cxn>
                    <a:cxn ang="T119">
                      <a:pos x="T74" y="T75"/>
                    </a:cxn>
                    <a:cxn ang="T120">
                      <a:pos x="T76" y="T77"/>
                    </a:cxn>
                    <a:cxn ang="T121">
                      <a:pos x="T78" y="T79"/>
                    </a:cxn>
                    <a:cxn ang="T122">
                      <a:pos x="T80" y="T81"/>
                    </a:cxn>
                  </a:cxnLst>
                  <a:rect l="T123" t="T124" r="T125" b="T126"/>
                  <a:pathLst>
                    <a:path w="717" h="756">
                      <a:moveTo>
                        <a:pt x="0" y="756"/>
                      </a:moveTo>
                      <a:lnTo>
                        <a:pt x="52" y="167"/>
                      </a:lnTo>
                      <a:lnTo>
                        <a:pt x="64" y="384"/>
                      </a:lnTo>
                      <a:lnTo>
                        <a:pt x="90" y="103"/>
                      </a:lnTo>
                      <a:lnTo>
                        <a:pt x="116" y="519"/>
                      </a:lnTo>
                      <a:lnTo>
                        <a:pt x="135" y="487"/>
                      </a:lnTo>
                      <a:lnTo>
                        <a:pt x="135" y="359"/>
                      </a:lnTo>
                      <a:lnTo>
                        <a:pt x="167" y="71"/>
                      </a:lnTo>
                      <a:lnTo>
                        <a:pt x="192" y="244"/>
                      </a:lnTo>
                      <a:lnTo>
                        <a:pt x="205" y="96"/>
                      </a:lnTo>
                      <a:lnTo>
                        <a:pt x="218" y="615"/>
                      </a:lnTo>
                      <a:lnTo>
                        <a:pt x="244" y="397"/>
                      </a:lnTo>
                      <a:lnTo>
                        <a:pt x="282" y="519"/>
                      </a:lnTo>
                      <a:lnTo>
                        <a:pt x="308" y="308"/>
                      </a:lnTo>
                      <a:lnTo>
                        <a:pt x="333" y="442"/>
                      </a:lnTo>
                      <a:lnTo>
                        <a:pt x="346" y="352"/>
                      </a:lnTo>
                      <a:lnTo>
                        <a:pt x="365" y="384"/>
                      </a:lnTo>
                      <a:lnTo>
                        <a:pt x="378" y="135"/>
                      </a:lnTo>
                      <a:lnTo>
                        <a:pt x="391" y="301"/>
                      </a:lnTo>
                      <a:lnTo>
                        <a:pt x="384" y="519"/>
                      </a:lnTo>
                      <a:lnTo>
                        <a:pt x="404" y="679"/>
                      </a:lnTo>
                      <a:lnTo>
                        <a:pt x="429" y="628"/>
                      </a:lnTo>
                      <a:lnTo>
                        <a:pt x="442" y="480"/>
                      </a:lnTo>
                      <a:lnTo>
                        <a:pt x="455" y="391"/>
                      </a:lnTo>
                      <a:lnTo>
                        <a:pt x="436" y="506"/>
                      </a:lnTo>
                      <a:lnTo>
                        <a:pt x="461" y="352"/>
                      </a:lnTo>
                      <a:lnTo>
                        <a:pt x="474" y="455"/>
                      </a:lnTo>
                      <a:lnTo>
                        <a:pt x="493" y="519"/>
                      </a:lnTo>
                      <a:lnTo>
                        <a:pt x="512" y="410"/>
                      </a:lnTo>
                      <a:lnTo>
                        <a:pt x="532" y="186"/>
                      </a:lnTo>
                      <a:lnTo>
                        <a:pt x="544" y="231"/>
                      </a:lnTo>
                      <a:lnTo>
                        <a:pt x="570" y="148"/>
                      </a:lnTo>
                      <a:lnTo>
                        <a:pt x="576" y="301"/>
                      </a:lnTo>
                      <a:lnTo>
                        <a:pt x="576" y="730"/>
                      </a:lnTo>
                      <a:lnTo>
                        <a:pt x="647" y="0"/>
                      </a:lnTo>
                      <a:lnTo>
                        <a:pt x="647" y="250"/>
                      </a:lnTo>
                      <a:lnTo>
                        <a:pt x="660" y="333"/>
                      </a:lnTo>
                      <a:lnTo>
                        <a:pt x="685" y="192"/>
                      </a:lnTo>
                      <a:lnTo>
                        <a:pt x="711" y="340"/>
                      </a:lnTo>
                      <a:lnTo>
                        <a:pt x="698" y="429"/>
                      </a:lnTo>
                      <a:lnTo>
                        <a:pt x="717" y="461"/>
                      </a:lnTo>
                    </a:path>
                  </a:pathLst>
                </a:custGeom>
                <a:noFill/>
                <a:ln w="9525">
                  <a:solidFill>
                    <a:srgbClr val="FF0000"/>
                  </a:solidFill>
                  <a:round/>
                  <a:headEnd/>
                  <a:tailEnd/>
                </a:ln>
              </p:spPr>
              <p:txBody>
                <a:bodyPr/>
                <a:lstStyle/>
                <a:p>
                  <a:endParaRPr lang="en-GB" sz="1600"/>
                </a:p>
              </p:txBody>
            </p:sp>
            <p:sp>
              <p:nvSpPr>
                <p:cNvPr id="14442" name="Freeform 332"/>
                <p:cNvSpPr>
                  <a:spLocks/>
                </p:cNvSpPr>
                <p:nvPr/>
              </p:nvSpPr>
              <p:spPr bwMode="auto">
                <a:xfrm flipH="1">
                  <a:off x="4077" y="1119"/>
                  <a:ext cx="313" cy="756"/>
                </a:xfrm>
                <a:custGeom>
                  <a:avLst/>
                  <a:gdLst>
                    <a:gd name="T0" fmla="*/ 0 w 717"/>
                    <a:gd name="T1" fmla="*/ 756 h 756"/>
                    <a:gd name="T2" fmla="*/ 4 w 717"/>
                    <a:gd name="T3" fmla="*/ 167 h 756"/>
                    <a:gd name="T4" fmla="*/ 5 w 717"/>
                    <a:gd name="T5" fmla="*/ 384 h 756"/>
                    <a:gd name="T6" fmla="*/ 7 w 717"/>
                    <a:gd name="T7" fmla="*/ 103 h 756"/>
                    <a:gd name="T8" fmla="*/ 10 w 717"/>
                    <a:gd name="T9" fmla="*/ 519 h 756"/>
                    <a:gd name="T10" fmla="*/ 11 w 717"/>
                    <a:gd name="T11" fmla="*/ 487 h 756"/>
                    <a:gd name="T12" fmla="*/ 11 w 717"/>
                    <a:gd name="T13" fmla="*/ 359 h 756"/>
                    <a:gd name="T14" fmla="*/ 14 w 717"/>
                    <a:gd name="T15" fmla="*/ 71 h 756"/>
                    <a:gd name="T16" fmla="*/ 16 w 717"/>
                    <a:gd name="T17" fmla="*/ 244 h 756"/>
                    <a:gd name="T18" fmla="*/ 17 w 717"/>
                    <a:gd name="T19" fmla="*/ 96 h 756"/>
                    <a:gd name="T20" fmla="*/ 18 w 717"/>
                    <a:gd name="T21" fmla="*/ 615 h 756"/>
                    <a:gd name="T22" fmla="*/ 21 w 717"/>
                    <a:gd name="T23" fmla="*/ 397 h 756"/>
                    <a:gd name="T24" fmla="*/ 24 w 717"/>
                    <a:gd name="T25" fmla="*/ 519 h 756"/>
                    <a:gd name="T26" fmla="*/ 25 w 717"/>
                    <a:gd name="T27" fmla="*/ 308 h 756"/>
                    <a:gd name="T28" fmla="*/ 28 w 717"/>
                    <a:gd name="T29" fmla="*/ 442 h 756"/>
                    <a:gd name="T30" fmla="*/ 29 w 717"/>
                    <a:gd name="T31" fmla="*/ 352 h 756"/>
                    <a:gd name="T32" fmla="*/ 30 w 717"/>
                    <a:gd name="T33" fmla="*/ 384 h 756"/>
                    <a:gd name="T34" fmla="*/ 31 w 717"/>
                    <a:gd name="T35" fmla="*/ 135 h 756"/>
                    <a:gd name="T36" fmla="*/ 33 w 717"/>
                    <a:gd name="T37" fmla="*/ 301 h 756"/>
                    <a:gd name="T38" fmla="*/ 32 w 717"/>
                    <a:gd name="T39" fmla="*/ 519 h 756"/>
                    <a:gd name="T40" fmla="*/ 34 w 717"/>
                    <a:gd name="T41" fmla="*/ 679 h 756"/>
                    <a:gd name="T42" fmla="*/ 36 w 717"/>
                    <a:gd name="T43" fmla="*/ 628 h 756"/>
                    <a:gd name="T44" fmla="*/ 37 w 717"/>
                    <a:gd name="T45" fmla="*/ 480 h 756"/>
                    <a:gd name="T46" fmla="*/ 38 w 717"/>
                    <a:gd name="T47" fmla="*/ 391 h 756"/>
                    <a:gd name="T48" fmla="*/ 36 w 717"/>
                    <a:gd name="T49" fmla="*/ 506 h 756"/>
                    <a:gd name="T50" fmla="*/ 38 w 717"/>
                    <a:gd name="T51" fmla="*/ 352 h 756"/>
                    <a:gd name="T52" fmla="*/ 39 w 717"/>
                    <a:gd name="T53" fmla="*/ 455 h 756"/>
                    <a:gd name="T54" fmla="*/ 41 w 717"/>
                    <a:gd name="T55" fmla="*/ 519 h 756"/>
                    <a:gd name="T56" fmla="*/ 43 w 717"/>
                    <a:gd name="T57" fmla="*/ 410 h 756"/>
                    <a:gd name="T58" fmla="*/ 44 w 717"/>
                    <a:gd name="T59" fmla="*/ 186 h 756"/>
                    <a:gd name="T60" fmla="*/ 45 w 717"/>
                    <a:gd name="T61" fmla="*/ 231 h 756"/>
                    <a:gd name="T62" fmla="*/ 48 w 717"/>
                    <a:gd name="T63" fmla="*/ 148 h 756"/>
                    <a:gd name="T64" fmla="*/ 48 w 717"/>
                    <a:gd name="T65" fmla="*/ 301 h 756"/>
                    <a:gd name="T66" fmla="*/ 48 w 717"/>
                    <a:gd name="T67" fmla="*/ 730 h 756"/>
                    <a:gd name="T68" fmla="*/ 54 w 717"/>
                    <a:gd name="T69" fmla="*/ 0 h 756"/>
                    <a:gd name="T70" fmla="*/ 54 w 717"/>
                    <a:gd name="T71" fmla="*/ 250 h 756"/>
                    <a:gd name="T72" fmla="*/ 55 w 717"/>
                    <a:gd name="T73" fmla="*/ 333 h 756"/>
                    <a:gd name="T74" fmla="*/ 57 w 717"/>
                    <a:gd name="T75" fmla="*/ 192 h 756"/>
                    <a:gd name="T76" fmla="*/ 59 w 717"/>
                    <a:gd name="T77" fmla="*/ 340 h 756"/>
                    <a:gd name="T78" fmla="*/ 58 w 717"/>
                    <a:gd name="T79" fmla="*/ 429 h 756"/>
                    <a:gd name="T80" fmla="*/ 60 w 717"/>
                    <a:gd name="T81" fmla="*/ 461 h 756"/>
                    <a:gd name="T82" fmla="*/ 0 60000 65536"/>
                    <a:gd name="T83" fmla="*/ 0 60000 65536"/>
                    <a:gd name="T84" fmla="*/ 0 60000 65536"/>
                    <a:gd name="T85" fmla="*/ 0 60000 65536"/>
                    <a:gd name="T86" fmla="*/ 0 60000 65536"/>
                    <a:gd name="T87" fmla="*/ 0 60000 65536"/>
                    <a:gd name="T88" fmla="*/ 0 60000 65536"/>
                    <a:gd name="T89" fmla="*/ 0 60000 65536"/>
                    <a:gd name="T90" fmla="*/ 0 60000 65536"/>
                    <a:gd name="T91" fmla="*/ 0 60000 65536"/>
                    <a:gd name="T92" fmla="*/ 0 60000 65536"/>
                    <a:gd name="T93" fmla="*/ 0 60000 65536"/>
                    <a:gd name="T94" fmla="*/ 0 60000 65536"/>
                    <a:gd name="T95" fmla="*/ 0 60000 65536"/>
                    <a:gd name="T96" fmla="*/ 0 60000 65536"/>
                    <a:gd name="T97" fmla="*/ 0 60000 65536"/>
                    <a:gd name="T98" fmla="*/ 0 60000 65536"/>
                    <a:gd name="T99" fmla="*/ 0 60000 65536"/>
                    <a:gd name="T100" fmla="*/ 0 60000 65536"/>
                    <a:gd name="T101" fmla="*/ 0 60000 65536"/>
                    <a:gd name="T102" fmla="*/ 0 60000 65536"/>
                    <a:gd name="T103" fmla="*/ 0 60000 65536"/>
                    <a:gd name="T104" fmla="*/ 0 60000 65536"/>
                    <a:gd name="T105" fmla="*/ 0 60000 65536"/>
                    <a:gd name="T106" fmla="*/ 0 60000 65536"/>
                    <a:gd name="T107" fmla="*/ 0 60000 65536"/>
                    <a:gd name="T108" fmla="*/ 0 60000 65536"/>
                    <a:gd name="T109" fmla="*/ 0 60000 65536"/>
                    <a:gd name="T110" fmla="*/ 0 60000 65536"/>
                    <a:gd name="T111" fmla="*/ 0 60000 65536"/>
                    <a:gd name="T112" fmla="*/ 0 60000 65536"/>
                    <a:gd name="T113" fmla="*/ 0 60000 65536"/>
                    <a:gd name="T114" fmla="*/ 0 60000 65536"/>
                    <a:gd name="T115" fmla="*/ 0 60000 65536"/>
                    <a:gd name="T116" fmla="*/ 0 60000 65536"/>
                    <a:gd name="T117" fmla="*/ 0 60000 65536"/>
                    <a:gd name="T118" fmla="*/ 0 60000 65536"/>
                    <a:gd name="T119" fmla="*/ 0 60000 65536"/>
                    <a:gd name="T120" fmla="*/ 0 60000 65536"/>
                    <a:gd name="T121" fmla="*/ 0 60000 65536"/>
                    <a:gd name="T122" fmla="*/ 0 60000 65536"/>
                    <a:gd name="T123" fmla="*/ 0 w 717"/>
                    <a:gd name="T124" fmla="*/ 0 h 756"/>
                    <a:gd name="T125" fmla="*/ 717 w 717"/>
                    <a:gd name="T126" fmla="*/ 756 h 756"/>
                  </a:gdLst>
                  <a:ahLst/>
                  <a:cxnLst>
                    <a:cxn ang="T82">
                      <a:pos x="T0" y="T1"/>
                    </a:cxn>
                    <a:cxn ang="T83">
                      <a:pos x="T2" y="T3"/>
                    </a:cxn>
                    <a:cxn ang="T84">
                      <a:pos x="T4" y="T5"/>
                    </a:cxn>
                    <a:cxn ang="T85">
                      <a:pos x="T6" y="T7"/>
                    </a:cxn>
                    <a:cxn ang="T86">
                      <a:pos x="T8" y="T9"/>
                    </a:cxn>
                    <a:cxn ang="T87">
                      <a:pos x="T10" y="T11"/>
                    </a:cxn>
                    <a:cxn ang="T88">
                      <a:pos x="T12" y="T13"/>
                    </a:cxn>
                    <a:cxn ang="T89">
                      <a:pos x="T14" y="T15"/>
                    </a:cxn>
                    <a:cxn ang="T90">
                      <a:pos x="T16" y="T17"/>
                    </a:cxn>
                    <a:cxn ang="T91">
                      <a:pos x="T18" y="T19"/>
                    </a:cxn>
                    <a:cxn ang="T92">
                      <a:pos x="T20" y="T21"/>
                    </a:cxn>
                    <a:cxn ang="T93">
                      <a:pos x="T22" y="T23"/>
                    </a:cxn>
                    <a:cxn ang="T94">
                      <a:pos x="T24" y="T25"/>
                    </a:cxn>
                    <a:cxn ang="T95">
                      <a:pos x="T26" y="T27"/>
                    </a:cxn>
                    <a:cxn ang="T96">
                      <a:pos x="T28" y="T29"/>
                    </a:cxn>
                    <a:cxn ang="T97">
                      <a:pos x="T30" y="T31"/>
                    </a:cxn>
                    <a:cxn ang="T98">
                      <a:pos x="T32" y="T33"/>
                    </a:cxn>
                    <a:cxn ang="T99">
                      <a:pos x="T34" y="T35"/>
                    </a:cxn>
                    <a:cxn ang="T100">
                      <a:pos x="T36" y="T37"/>
                    </a:cxn>
                    <a:cxn ang="T101">
                      <a:pos x="T38" y="T39"/>
                    </a:cxn>
                    <a:cxn ang="T102">
                      <a:pos x="T40" y="T41"/>
                    </a:cxn>
                    <a:cxn ang="T103">
                      <a:pos x="T42" y="T43"/>
                    </a:cxn>
                    <a:cxn ang="T104">
                      <a:pos x="T44" y="T45"/>
                    </a:cxn>
                    <a:cxn ang="T105">
                      <a:pos x="T46" y="T47"/>
                    </a:cxn>
                    <a:cxn ang="T106">
                      <a:pos x="T48" y="T49"/>
                    </a:cxn>
                    <a:cxn ang="T107">
                      <a:pos x="T50" y="T51"/>
                    </a:cxn>
                    <a:cxn ang="T108">
                      <a:pos x="T52" y="T53"/>
                    </a:cxn>
                    <a:cxn ang="T109">
                      <a:pos x="T54" y="T55"/>
                    </a:cxn>
                    <a:cxn ang="T110">
                      <a:pos x="T56" y="T57"/>
                    </a:cxn>
                    <a:cxn ang="T111">
                      <a:pos x="T58" y="T59"/>
                    </a:cxn>
                    <a:cxn ang="T112">
                      <a:pos x="T60" y="T61"/>
                    </a:cxn>
                    <a:cxn ang="T113">
                      <a:pos x="T62" y="T63"/>
                    </a:cxn>
                    <a:cxn ang="T114">
                      <a:pos x="T64" y="T65"/>
                    </a:cxn>
                    <a:cxn ang="T115">
                      <a:pos x="T66" y="T67"/>
                    </a:cxn>
                    <a:cxn ang="T116">
                      <a:pos x="T68" y="T69"/>
                    </a:cxn>
                    <a:cxn ang="T117">
                      <a:pos x="T70" y="T71"/>
                    </a:cxn>
                    <a:cxn ang="T118">
                      <a:pos x="T72" y="T73"/>
                    </a:cxn>
                    <a:cxn ang="T119">
                      <a:pos x="T74" y="T75"/>
                    </a:cxn>
                    <a:cxn ang="T120">
                      <a:pos x="T76" y="T77"/>
                    </a:cxn>
                    <a:cxn ang="T121">
                      <a:pos x="T78" y="T79"/>
                    </a:cxn>
                    <a:cxn ang="T122">
                      <a:pos x="T80" y="T81"/>
                    </a:cxn>
                  </a:cxnLst>
                  <a:rect l="T123" t="T124" r="T125" b="T126"/>
                  <a:pathLst>
                    <a:path w="717" h="756">
                      <a:moveTo>
                        <a:pt x="0" y="756"/>
                      </a:moveTo>
                      <a:lnTo>
                        <a:pt x="52" y="167"/>
                      </a:lnTo>
                      <a:lnTo>
                        <a:pt x="64" y="384"/>
                      </a:lnTo>
                      <a:lnTo>
                        <a:pt x="90" y="103"/>
                      </a:lnTo>
                      <a:lnTo>
                        <a:pt x="116" y="519"/>
                      </a:lnTo>
                      <a:lnTo>
                        <a:pt x="135" y="487"/>
                      </a:lnTo>
                      <a:lnTo>
                        <a:pt x="135" y="359"/>
                      </a:lnTo>
                      <a:lnTo>
                        <a:pt x="167" y="71"/>
                      </a:lnTo>
                      <a:lnTo>
                        <a:pt x="192" y="244"/>
                      </a:lnTo>
                      <a:lnTo>
                        <a:pt x="205" y="96"/>
                      </a:lnTo>
                      <a:lnTo>
                        <a:pt x="218" y="615"/>
                      </a:lnTo>
                      <a:lnTo>
                        <a:pt x="244" y="397"/>
                      </a:lnTo>
                      <a:lnTo>
                        <a:pt x="282" y="519"/>
                      </a:lnTo>
                      <a:lnTo>
                        <a:pt x="308" y="308"/>
                      </a:lnTo>
                      <a:lnTo>
                        <a:pt x="333" y="442"/>
                      </a:lnTo>
                      <a:lnTo>
                        <a:pt x="346" y="352"/>
                      </a:lnTo>
                      <a:lnTo>
                        <a:pt x="365" y="384"/>
                      </a:lnTo>
                      <a:lnTo>
                        <a:pt x="378" y="135"/>
                      </a:lnTo>
                      <a:lnTo>
                        <a:pt x="391" y="301"/>
                      </a:lnTo>
                      <a:lnTo>
                        <a:pt x="384" y="519"/>
                      </a:lnTo>
                      <a:lnTo>
                        <a:pt x="404" y="679"/>
                      </a:lnTo>
                      <a:lnTo>
                        <a:pt x="429" y="628"/>
                      </a:lnTo>
                      <a:lnTo>
                        <a:pt x="442" y="480"/>
                      </a:lnTo>
                      <a:lnTo>
                        <a:pt x="455" y="391"/>
                      </a:lnTo>
                      <a:lnTo>
                        <a:pt x="436" y="506"/>
                      </a:lnTo>
                      <a:lnTo>
                        <a:pt x="461" y="352"/>
                      </a:lnTo>
                      <a:lnTo>
                        <a:pt x="474" y="455"/>
                      </a:lnTo>
                      <a:lnTo>
                        <a:pt x="493" y="519"/>
                      </a:lnTo>
                      <a:lnTo>
                        <a:pt x="512" y="410"/>
                      </a:lnTo>
                      <a:lnTo>
                        <a:pt x="532" y="186"/>
                      </a:lnTo>
                      <a:lnTo>
                        <a:pt x="544" y="231"/>
                      </a:lnTo>
                      <a:lnTo>
                        <a:pt x="570" y="148"/>
                      </a:lnTo>
                      <a:lnTo>
                        <a:pt x="576" y="301"/>
                      </a:lnTo>
                      <a:lnTo>
                        <a:pt x="576" y="730"/>
                      </a:lnTo>
                      <a:lnTo>
                        <a:pt x="647" y="0"/>
                      </a:lnTo>
                      <a:lnTo>
                        <a:pt x="647" y="250"/>
                      </a:lnTo>
                      <a:lnTo>
                        <a:pt x="660" y="333"/>
                      </a:lnTo>
                      <a:lnTo>
                        <a:pt x="685" y="192"/>
                      </a:lnTo>
                      <a:lnTo>
                        <a:pt x="711" y="340"/>
                      </a:lnTo>
                      <a:lnTo>
                        <a:pt x="698" y="429"/>
                      </a:lnTo>
                      <a:lnTo>
                        <a:pt x="717" y="461"/>
                      </a:lnTo>
                    </a:path>
                  </a:pathLst>
                </a:custGeom>
                <a:noFill/>
                <a:ln w="9525">
                  <a:solidFill>
                    <a:srgbClr val="FF0000"/>
                  </a:solidFill>
                  <a:round/>
                  <a:headEnd/>
                  <a:tailEnd/>
                </a:ln>
              </p:spPr>
              <p:txBody>
                <a:bodyPr/>
                <a:lstStyle/>
                <a:p>
                  <a:endParaRPr lang="en-GB" sz="1600"/>
                </a:p>
              </p:txBody>
            </p:sp>
            <p:sp>
              <p:nvSpPr>
                <p:cNvPr id="14443" name="Freeform 333"/>
                <p:cNvSpPr>
                  <a:spLocks/>
                </p:cNvSpPr>
                <p:nvPr/>
              </p:nvSpPr>
              <p:spPr bwMode="auto">
                <a:xfrm flipV="1">
                  <a:off x="4385" y="1138"/>
                  <a:ext cx="313" cy="756"/>
                </a:xfrm>
                <a:custGeom>
                  <a:avLst/>
                  <a:gdLst>
                    <a:gd name="T0" fmla="*/ 0 w 717"/>
                    <a:gd name="T1" fmla="*/ 756 h 756"/>
                    <a:gd name="T2" fmla="*/ 4 w 717"/>
                    <a:gd name="T3" fmla="*/ 167 h 756"/>
                    <a:gd name="T4" fmla="*/ 5 w 717"/>
                    <a:gd name="T5" fmla="*/ 384 h 756"/>
                    <a:gd name="T6" fmla="*/ 7 w 717"/>
                    <a:gd name="T7" fmla="*/ 103 h 756"/>
                    <a:gd name="T8" fmla="*/ 10 w 717"/>
                    <a:gd name="T9" fmla="*/ 519 h 756"/>
                    <a:gd name="T10" fmla="*/ 11 w 717"/>
                    <a:gd name="T11" fmla="*/ 487 h 756"/>
                    <a:gd name="T12" fmla="*/ 11 w 717"/>
                    <a:gd name="T13" fmla="*/ 359 h 756"/>
                    <a:gd name="T14" fmla="*/ 14 w 717"/>
                    <a:gd name="T15" fmla="*/ 71 h 756"/>
                    <a:gd name="T16" fmla="*/ 16 w 717"/>
                    <a:gd name="T17" fmla="*/ 244 h 756"/>
                    <a:gd name="T18" fmla="*/ 17 w 717"/>
                    <a:gd name="T19" fmla="*/ 96 h 756"/>
                    <a:gd name="T20" fmla="*/ 18 w 717"/>
                    <a:gd name="T21" fmla="*/ 615 h 756"/>
                    <a:gd name="T22" fmla="*/ 21 w 717"/>
                    <a:gd name="T23" fmla="*/ 397 h 756"/>
                    <a:gd name="T24" fmla="*/ 24 w 717"/>
                    <a:gd name="T25" fmla="*/ 519 h 756"/>
                    <a:gd name="T26" fmla="*/ 25 w 717"/>
                    <a:gd name="T27" fmla="*/ 308 h 756"/>
                    <a:gd name="T28" fmla="*/ 28 w 717"/>
                    <a:gd name="T29" fmla="*/ 442 h 756"/>
                    <a:gd name="T30" fmla="*/ 29 w 717"/>
                    <a:gd name="T31" fmla="*/ 352 h 756"/>
                    <a:gd name="T32" fmla="*/ 30 w 717"/>
                    <a:gd name="T33" fmla="*/ 384 h 756"/>
                    <a:gd name="T34" fmla="*/ 31 w 717"/>
                    <a:gd name="T35" fmla="*/ 135 h 756"/>
                    <a:gd name="T36" fmla="*/ 33 w 717"/>
                    <a:gd name="T37" fmla="*/ 301 h 756"/>
                    <a:gd name="T38" fmla="*/ 32 w 717"/>
                    <a:gd name="T39" fmla="*/ 519 h 756"/>
                    <a:gd name="T40" fmla="*/ 34 w 717"/>
                    <a:gd name="T41" fmla="*/ 679 h 756"/>
                    <a:gd name="T42" fmla="*/ 36 w 717"/>
                    <a:gd name="T43" fmla="*/ 628 h 756"/>
                    <a:gd name="T44" fmla="*/ 37 w 717"/>
                    <a:gd name="T45" fmla="*/ 480 h 756"/>
                    <a:gd name="T46" fmla="*/ 38 w 717"/>
                    <a:gd name="T47" fmla="*/ 391 h 756"/>
                    <a:gd name="T48" fmla="*/ 36 w 717"/>
                    <a:gd name="T49" fmla="*/ 506 h 756"/>
                    <a:gd name="T50" fmla="*/ 38 w 717"/>
                    <a:gd name="T51" fmla="*/ 352 h 756"/>
                    <a:gd name="T52" fmla="*/ 39 w 717"/>
                    <a:gd name="T53" fmla="*/ 455 h 756"/>
                    <a:gd name="T54" fmla="*/ 41 w 717"/>
                    <a:gd name="T55" fmla="*/ 519 h 756"/>
                    <a:gd name="T56" fmla="*/ 43 w 717"/>
                    <a:gd name="T57" fmla="*/ 410 h 756"/>
                    <a:gd name="T58" fmla="*/ 44 w 717"/>
                    <a:gd name="T59" fmla="*/ 186 h 756"/>
                    <a:gd name="T60" fmla="*/ 45 w 717"/>
                    <a:gd name="T61" fmla="*/ 231 h 756"/>
                    <a:gd name="T62" fmla="*/ 48 w 717"/>
                    <a:gd name="T63" fmla="*/ 148 h 756"/>
                    <a:gd name="T64" fmla="*/ 48 w 717"/>
                    <a:gd name="T65" fmla="*/ 301 h 756"/>
                    <a:gd name="T66" fmla="*/ 48 w 717"/>
                    <a:gd name="T67" fmla="*/ 730 h 756"/>
                    <a:gd name="T68" fmla="*/ 54 w 717"/>
                    <a:gd name="T69" fmla="*/ 0 h 756"/>
                    <a:gd name="T70" fmla="*/ 54 w 717"/>
                    <a:gd name="T71" fmla="*/ 250 h 756"/>
                    <a:gd name="T72" fmla="*/ 55 w 717"/>
                    <a:gd name="T73" fmla="*/ 333 h 756"/>
                    <a:gd name="T74" fmla="*/ 57 w 717"/>
                    <a:gd name="T75" fmla="*/ 192 h 756"/>
                    <a:gd name="T76" fmla="*/ 59 w 717"/>
                    <a:gd name="T77" fmla="*/ 340 h 756"/>
                    <a:gd name="T78" fmla="*/ 58 w 717"/>
                    <a:gd name="T79" fmla="*/ 429 h 756"/>
                    <a:gd name="T80" fmla="*/ 60 w 717"/>
                    <a:gd name="T81" fmla="*/ 461 h 756"/>
                    <a:gd name="T82" fmla="*/ 0 60000 65536"/>
                    <a:gd name="T83" fmla="*/ 0 60000 65536"/>
                    <a:gd name="T84" fmla="*/ 0 60000 65536"/>
                    <a:gd name="T85" fmla="*/ 0 60000 65536"/>
                    <a:gd name="T86" fmla="*/ 0 60000 65536"/>
                    <a:gd name="T87" fmla="*/ 0 60000 65536"/>
                    <a:gd name="T88" fmla="*/ 0 60000 65536"/>
                    <a:gd name="T89" fmla="*/ 0 60000 65536"/>
                    <a:gd name="T90" fmla="*/ 0 60000 65536"/>
                    <a:gd name="T91" fmla="*/ 0 60000 65536"/>
                    <a:gd name="T92" fmla="*/ 0 60000 65536"/>
                    <a:gd name="T93" fmla="*/ 0 60000 65536"/>
                    <a:gd name="T94" fmla="*/ 0 60000 65536"/>
                    <a:gd name="T95" fmla="*/ 0 60000 65536"/>
                    <a:gd name="T96" fmla="*/ 0 60000 65536"/>
                    <a:gd name="T97" fmla="*/ 0 60000 65536"/>
                    <a:gd name="T98" fmla="*/ 0 60000 65536"/>
                    <a:gd name="T99" fmla="*/ 0 60000 65536"/>
                    <a:gd name="T100" fmla="*/ 0 60000 65536"/>
                    <a:gd name="T101" fmla="*/ 0 60000 65536"/>
                    <a:gd name="T102" fmla="*/ 0 60000 65536"/>
                    <a:gd name="T103" fmla="*/ 0 60000 65536"/>
                    <a:gd name="T104" fmla="*/ 0 60000 65536"/>
                    <a:gd name="T105" fmla="*/ 0 60000 65536"/>
                    <a:gd name="T106" fmla="*/ 0 60000 65536"/>
                    <a:gd name="T107" fmla="*/ 0 60000 65536"/>
                    <a:gd name="T108" fmla="*/ 0 60000 65536"/>
                    <a:gd name="T109" fmla="*/ 0 60000 65536"/>
                    <a:gd name="T110" fmla="*/ 0 60000 65536"/>
                    <a:gd name="T111" fmla="*/ 0 60000 65536"/>
                    <a:gd name="T112" fmla="*/ 0 60000 65536"/>
                    <a:gd name="T113" fmla="*/ 0 60000 65536"/>
                    <a:gd name="T114" fmla="*/ 0 60000 65536"/>
                    <a:gd name="T115" fmla="*/ 0 60000 65536"/>
                    <a:gd name="T116" fmla="*/ 0 60000 65536"/>
                    <a:gd name="T117" fmla="*/ 0 60000 65536"/>
                    <a:gd name="T118" fmla="*/ 0 60000 65536"/>
                    <a:gd name="T119" fmla="*/ 0 60000 65536"/>
                    <a:gd name="T120" fmla="*/ 0 60000 65536"/>
                    <a:gd name="T121" fmla="*/ 0 60000 65536"/>
                    <a:gd name="T122" fmla="*/ 0 60000 65536"/>
                    <a:gd name="T123" fmla="*/ 0 w 717"/>
                    <a:gd name="T124" fmla="*/ 0 h 756"/>
                    <a:gd name="T125" fmla="*/ 717 w 717"/>
                    <a:gd name="T126" fmla="*/ 756 h 756"/>
                  </a:gdLst>
                  <a:ahLst/>
                  <a:cxnLst>
                    <a:cxn ang="T82">
                      <a:pos x="T0" y="T1"/>
                    </a:cxn>
                    <a:cxn ang="T83">
                      <a:pos x="T2" y="T3"/>
                    </a:cxn>
                    <a:cxn ang="T84">
                      <a:pos x="T4" y="T5"/>
                    </a:cxn>
                    <a:cxn ang="T85">
                      <a:pos x="T6" y="T7"/>
                    </a:cxn>
                    <a:cxn ang="T86">
                      <a:pos x="T8" y="T9"/>
                    </a:cxn>
                    <a:cxn ang="T87">
                      <a:pos x="T10" y="T11"/>
                    </a:cxn>
                    <a:cxn ang="T88">
                      <a:pos x="T12" y="T13"/>
                    </a:cxn>
                    <a:cxn ang="T89">
                      <a:pos x="T14" y="T15"/>
                    </a:cxn>
                    <a:cxn ang="T90">
                      <a:pos x="T16" y="T17"/>
                    </a:cxn>
                    <a:cxn ang="T91">
                      <a:pos x="T18" y="T19"/>
                    </a:cxn>
                    <a:cxn ang="T92">
                      <a:pos x="T20" y="T21"/>
                    </a:cxn>
                    <a:cxn ang="T93">
                      <a:pos x="T22" y="T23"/>
                    </a:cxn>
                    <a:cxn ang="T94">
                      <a:pos x="T24" y="T25"/>
                    </a:cxn>
                    <a:cxn ang="T95">
                      <a:pos x="T26" y="T27"/>
                    </a:cxn>
                    <a:cxn ang="T96">
                      <a:pos x="T28" y="T29"/>
                    </a:cxn>
                    <a:cxn ang="T97">
                      <a:pos x="T30" y="T31"/>
                    </a:cxn>
                    <a:cxn ang="T98">
                      <a:pos x="T32" y="T33"/>
                    </a:cxn>
                    <a:cxn ang="T99">
                      <a:pos x="T34" y="T35"/>
                    </a:cxn>
                    <a:cxn ang="T100">
                      <a:pos x="T36" y="T37"/>
                    </a:cxn>
                    <a:cxn ang="T101">
                      <a:pos x="T38" y="T39"/>
                    </a:cxn>
                    <a:cxn ang="T102">
                      <a:pos x="T40" y="T41"/>
                    </a:cxn>
                    <a:cxn ang="T103">
                      <a:pos x="T42" y="T43"/>
                    </a:cxn>
                    <a:cxn ang="T104">
                      <a:pos x="T44" y="T45"/>
                    </a:cxn>
                    <a:cxn ang="T105">
                      <a:pos x="T46" y="T47"/>
                    </a:cxn>
                    <a:cxn ang="T106">
                      <a:pos x="T48" y="T49"/>
                    </a:cxn>
                    <a:cxn ang="T107">
                      <a:pos x="T50" y="T51"/>
                    </a:cxn>
                    <a:cxn ang="T108">
                      <a:pos x="T52" y="T53"/>
                    </a:cxn>
                    <a:cxn ang="T109">
                      <a:pos x="T54" y="T55"/>
                    </a:cxn>
                    <a:cxn ang="T110">
                      <a:pos x="T56" y="T57"/>
                    </a:cxn>
                    <a:cxn ang="T111">
                      <a:pos x="T58" y="T59"/>
                    </a:cxn>
                    <a:cxn ang="T112">
                      <a:pos x="T60" y="T61"/>
                    </a:cxn>
                    <a:cxn ang="T113">
                      <a:pos x="T62" y="T63"/>
                    </a:cxn>
                    <a:cxn ang="T114">
                      <a:pos x="T64" y="T65"/>
                    </a:cxn>
                    <a:cxn ang="T115">
                      <a:pos x="T66" y="T67"/>
                    </a:cxn>
                    <a:cxn ang="T116">
                      <a:pos x="T68" y="T69"/>
                    </a:cxn>
                    <a:cxn ang="T117">
                      <a:pos x="T70" y="T71"/>
                    </a:cxn>
                    <a:cxn ang="T118">
                      <a:pos x="T72" y="T73"/>
                    </a:cxn>
                    <a:cxn ang="T119">
                      <a:pos x="T74" y="T75"/>
                    </a:cxn>
                    <a:cxn ang="T120">
                      <a:pos x="T76" y="T77"/>
                    </a:cxn>
                    <a:cxn ang="T121">
                      <a:pos x="T78" y="T79"/>
                    </a:cxn>
                    <a:cxn ang="T122">
                      <a:pos x="T80" y="T81"/>
                    </a:cxn>
                  </a:cxnLst>
                  <a:rect l="T123" t="T124" r="T125" b="T126"/>
                  <a:pathLst>
                    <a:path w="717" h="756">
                      <a:moveTo>
                        <a:pt x="0" y="756"/>
                      </a:moveTo>
                      <a:lnTo>
                        <a:pt x="52" y="167"/>
                      </a:lnTo>
                      <a:lnTo>
                        <a:pt x="64" y="384"/>
                      </a:lnTo>
                      <a:lnTo>
                        <a:pt x="90" y="103"/>
                      </a:lnTo>
                      <a:lnTo>
                        <a:pt x="116" y="519"/>
                      </a:lnTo>
                      <a:lnTo>
                        <a:pt x="135" y="487"/>
                      </a:lnTo>
                      <a:lnTo>
                        <a:pt x="135" y="359"/>
                      </a:lnTo>
                      <a:lnTo>
                        <a:pt x="167" y="71"/>
                      </a:lnTo>
                      <a:lnTo>
                        <a:pt x="192" y="244"/>
                      </a:lnTo>
                      <a:lnTo>
                        <a:pt x="205" y="96"/>
                      </a:lnTo>
                      <a:lnTo>
                        <a:pt x="218" y="615"/>
                      </a:lnTo>
                      <a:lnTo>
                        <a:pt x="244" y="397"/>
                      </a:lnTo>
                      <a:lnTo>
                        <a:pt x="282" y="519"/>
                      </a:lnTo>
                      <a:lnTo>
                        <a:pt x="308" y="308"/>
                      </a:lnTo>
                      <a:lnTo>
                        <a:pt x="333" y="442"/>
                      </a:lnTo>
                      <a:lnTo>
                        <a:pt x="346" y="352"/>
                      </a:lnTo>
                      <a:lnTo>
                        <a:pt x="365" y="384"/>
                      </a:lnTo>
                      <a:lnTo>
                        <a:pt x="378" y="135"/>
                      </a:lnTo>
                      <a:lnTo>
                        <a:pt x="391" y="301"/>
                      </a:lnTo>
                      <a:lnTo>
                        <a:pt x="384" y="519"/>
                      </a:lnTo>
                      <a:lnTo>
                        <a:pt x="404" y="679"/>
                      </a:lnTo>
                      <a:lnTo>
                        <a:pt x="429" y="628"/>
                      </a:lnTo>
                      <a:lnTo>
                        <a:pt x="442" y="480"/>
                      </a:lnTo>
                      <a:lnTo>
                        <a:pt x="455" y="391"/>
                      </a:lnTo>
                      <a:lnTo>
                        <a:pt x="436" y="506"/>
                      </a:lnTo>
                      <a:lnTo>
                        <a:pt x="461" y="352"/>
                      </a:lnTo>
                      <a:lnTo>
                        <a:pt x="474" y="455"/>
                      </a:lnTo>
                      <a:lnTo>
                        <a:pt x="493" y="519"/>
                      </a:lnTo>
                      <a:lnTo>
                        <a:pt x="512" y="410"/>
                      </a:lnTo>
                      <a:lnTo>
                        <a:pt x="532" y="186"/>
                      </a:lnTo>
                      <a:lnTo>
                        <a:pt x="544" y="231"/>
                      </a:lnTo>
                      <a:lnTo>
                        <a:pt x="570" y="148"/>
                      </a:lnTo>
                      <a:lnTo>
                        <a:pt x="576" y="301"/>
                      </a:lnTo>
                      <a:lnTo>
                        <a:pt x="576" y="730"/>
                      </a:lnTo>
                      <a:lnTo>
                        <a:pt x="647" y="0"/>
                      </a:lnTo>
                      <a:lnTo>
                        <a:pt x="647" y="250"/>
                      </a:lnTo>
                      <a:lnTo>
                        <a:pt x="660" y="333"/>
                      </a:lnTo>
                      <a:lnTo>
                        <a:pt x="685" y="192"/>
                      </a:lnTo>
                      <a:lnTo>
                        <a:pt x="711" y="340"/>
                      </a:lnTo>
                      <a:lnTo>
                        <a:pt x="698" y="429"/>
                      </a:lnTo>
                      <a:lnTo>
                        <a:pt x="717" y="461"/>
                      </a:lnTo>
                    </a:path>
                  </a:pathLst>
                </a:custGeom>
                <a:noFill/>
                <a:ln w="9525">
                  <a:solidFill>
                    <a:srgbClr val="FF0000"/>
                  </a:solidFill>
                  <a:round/>
                  <a:headEnd/>
                  <a:tailEnd/>
                </a:ln>
              </p:spPr>
              <p:txBody>
                <a:bodyPr/>
                <a:lstStyle/>
                <a:p>
                  <a:endParaRPr lang="en-GB" sz="1600"/>
                </a:p>
              </p:txBody>
            </p:sp>
            <p:sp>
              <p:nvSpPr>
                <p:cNvPr id="14444" name="Freeform 334"/>
                <p:cNvSpPr>
                  <a:spLocks/>
                </p:cNvSpPr>
                <p:nvPr/>
              </p:nvSpPr>
              <p:spPr bwMode="auto">
                <a:xfrm flipH="1">
                  <a:off x="4698" y="1100"/>
                  <a:ext cx="313" cy="756"/>
                </a:xfrm>
                <a:custGeom>
                  <a:avLst/>
                  <a:gdLst>
                    <a:gd name="T0" fmla="*/ 0 w 717"/>
                    <a:gd name="T1" fmla="*/ 756 h 756"/>
                    <a:gd name="T2" fmla="*/ 4 w 717"/>
                    <a:gd name="T3" fmla="*/ 167 h 756"/>
                    <a:gd name="T4" fmla="*/ 5 w 717"/>
                    <a:gd name="T5" fmla="*/ 384 h 756"/>
                    <a:gd name="T6" fmla="*/ 7 w 717"/>
                    <a:gd name="T7" fmla="*/ 103 h 756"/>
                    <a:gd name="T8" fmla="*/ 10 w 717"/>
                    <a:gd name="T9" fmla="*/ 519 h 756"/>
                    <a:gd name="T10" fmla="*/ 11 w 717"/>
                    <a:gd name="T11" fmla="*/ 487 h 756"/>
                    <a:gd name="T12" fmla="*/ 11 w 717"/>
                    <a:gd name="T13" fmla="*/ 359 h 756"/>
                    <a:gd name="T14" fmla="*/ 14 w 717"/>
                    <a:gd name="T15" fmla="*/ 71 h 756"/>
                    <a:gd name="T16" fmla="*/ 16 w 717"/>
                    <a:gd name="T17" fmla="*/ 244 h 756"/>
                    <a:gd name="T18" fmla="*/ 17 w 717"/>
                    <a:gd name="T19" fmla="*/ 96 h 756"/>
                    <a:gd name="T20" fmla="*/ 18 w 717"/>
                    <a:gd name="T21" fmla="*/ 615 h 756"/>
                    <a:gd name="T22" fmla="*/ 21 w 717"/>
                    <a:gd name="T23" fmla="*/ 397 h 756"/>
                    <a:gd name="T24" fmla="*/ 24 w 717"/>
                    <a:gd name="T25" fmla="*/ 519 h 756"/>
                    <a:gd name="T26" fmla="*/ 25 w 717"/>
                    <a:gd name="T27" fmla="*/ 308 h 756"/>
                    <a:gd name="T28" fmla="*/ 28 w 717"/>
                    <a:gd name="T29" fmla="*/ 442 h 756"/>
                    <a:gd name="T30" fmla="*/ 29 w 717"/>
                    <a:gd name="T31" fmla="*/ 352 h 756"/>
                    <a:gd name="T32" fmla="*/ 30 w 717"/>
                    <a:gd name="T33" fmla="*/ 384 h 756"/>
                    <a:gd name="T34" fmla="*/ 31 w 717"/>
                    <a:gd name="T35" fmla="*/ 135 h 756"/>
                    <a:gd name="T36" fmla="*/ 33 w 717"/>
                    <a:gd name="T37" fmla="*/ 301 h 756"/>
                    <a:gd name="T38" fmla="*/ 32 w 717"/>
                    <a:gd name="T39" fmla="*/ 519 h 756"/>
                    <a:gd name="T40" fmla="*/ 34 w 717"/>
                    <a:gd name="T41" fmla="*/ 679 h 756"/>
                    <a:gd name="T42" fmla="*/ 36 w 717"/>
                    <a:gd name="T43" fmla="*/ 628 h 756"/>
                    <a:gd name="T44" fmla="*/ 37 w 717"/>
                    <a:gd name="T45" fmla="*/ 480 h 756"/>
                    <a:gd name="T46" fmla="*/ 38 w 717"/>
                    <a:gd name="T47" fmla="*/ 391 h 756"/>
                    <a:gd name="T48" fmla="*/ 36 w 717"/>
                    <a:gd name="T49" fmla="*/ 506 h 756"/>
                    <a:gd name="T50" fmla="*/ 38 w 717"/>
                    <a:gd name="T51" fmla="*/ 352 h 756"/>
                    <a:gd name="T52" fmla="*/ 39 w 717"/>
                    <a:gd name="T53" fmla="*/ 455 h 756"/>
                    <a:gd name="T54" fmla="*/ 41 w 717"/>
                    <a:gd name="T55" fmla="*/ 519 h 756"/>
                    <a:gd name="T56" fmla="*/ 43 w 717"/>
                    <a:gd name="T57" fmla="*/ 410 h 756"/>
                    <a:gd name="T58" fmla="*/ 44 w 717"/>
                    <a:gd name="T59" fmla="*/ 186 h 756"/>
                    <a:gd name="T60" fmla="*/ 45 w 717"/>
                    <a:gd name="T61" fmla="*/ 231 h 756"/>
                    <a:gd name="T62" fmla="*/ 48 w 717"/>
                    <a:gd name="T63" fmla="*/ 148 h 756"/>
                    <a:gd name="T64" fmla="*/ 48 w 717"/>
                    <a:gd name="T65" fmla="*/ 301 h 756"/>
                    <a:gd name="T66" fmla="*/ 48 w 717"/>
                    <a:gd name="T67" fmla="*/ 730 h 756"/>
                    <a:gd name="T68" fmla="*/ 54 w 717"/>
                    <a:gd name="T69" fmla="*/ 0 h 756"/>
                    <a:gd name="T70" fmla="*/ 54 w 717"/>
                    <a:gd name="T71" fmla="*/ 250 h 756"/>
                    <a:gd name="T72" fmla="*/ 55 w 717"/>
                    <a:gd name="T73" fmla="*/ 333 h 756"/>
                    <a:gd name="T74" fmla="*/ 57 w 717"/>
                    <a:gd name="T75" fmla="*/ 192 h 756"/>
                    <a:gd name="T76" fmla="*/ 59 w 717"/>
                    <a:gd name="T77" fmla="*/ 340 h 756"/>
                    <a:gd name="T78" fmla="*/ 58 w 717"/>
                    <a:gd name="T79" fmla="*/ 429 h 756"/>
                    <a:gd name="T80" fmla="*/ 60 w 717"/>
                    <a:gd name="T81" fmla="*/ 461 h 756"/>
                    <a:gd name="T82" fmla="*/ 0 60000 65536"/>
                    <a:gd name="T83" fmla="*/ 0 60000 65536"/>
                    <a:gd name="T84" fmla="*/ 0 60000 65536"/>
                    <a:gd name="T85" fmla="*/ 0 60000 65536"/>
                    <a:gd name="T86" fmla="*/ 0 60000 65536"/>
                    <a:gd name="T87" fmla="*/ 0 60000 65536"/>
                    <a:gd name="T88" fmla="*/ 0 60000 65536"/>
                    <a:gd name="T89" fmla="*/ 0 60000 65536"/>
                    <a:gd name="T90" fmla="*/ 0 60000 65536"/>
                    <a:gd name="T91" fmla="*/ 0 60000 65536"/>
                    <a:gd name="T92" fmla="*/ 0 60000 65536"/>
                    <a:gd name="T93" fmla="*/ 0 60000 65536"/>
                    <a:gd name="T94" fmla="*/ 0 60000 65536"/>
                    <a:gd name="T95" fmla="*/ 0 60000 65536"/>
                    <a:gd name="T96" fmla="*/ 0 60000 65536"/>
                    <a:gd name="T97" fmla="*/ 0 60000 65536"/>
                    <a:gd name="T98" fmla="*/ 0 60000 65536"/>
                    <a:gd name="T99" fmla="*/ 0 60000 65536"/>
                    <a:gd name="T100" fmla="*/ 0 60000 65536"/>
                    <a:gd name="T101" fmla="*/ 0 60000 65536"/>
                    <a:gd name="T102" fmla="*/ 0 60000 65536"/>
                    <a:gd name="T103" fmla="*/ 0 60000 65536"/>
                    <a:gd name="T104" fmla="*/ 0 60000 65536"/>
                    <a:gd name="T105" fmla="*/ 0 60000 65536"/>
                    <a:gd name="T106" fmla="*/ 0 60000 65536"/>
                    <a:gd name="T107" fmla="*/ 0 60000 65536"/>
                    <a:gd name="T108" fmla="*/ 0 60000 65536"/>
                    <a:gd name="T109" fmla="*/ 0 60000 65536"/>
                    <a:gd name="T110" fmla="*/ 0 60000 65536"/>
                    <a:gd name="T111" fmla="*/ 0 60000 65536"/>
                    <a:gd name="T112" fmla="*/ 0 60000 65536"/>
                    <a:gd name="T113" fmla="*/ 0 60000 65536"/>
                    <a:gd name="T114" fmla="*/ 0 60000 65536"/>
                    <a:gd name="T115" fmla="*/ 0 60000 65536"/>
                    <a:gd name="T116" fmla="*/ 0 60000 65536"/>
                    <a:gd name="T117" fmla="*/ 0 60000 65536"/>
                    <a:gd name="T118" fmla="*/ 0 60000 65536"/>
                    <a:gd name="T119" fmla="*/ 0 60000 65536"/>
                    <a:gd name="T120" fmla="*/ 0 60000 65536"/>
                    <a:gd name="T121" fmla="*/ 0 60000 65536"/>
                    <a:gd name="T122" fmla="*/ 0 60000 65536"/>
                    <a:gd name="T123" fmla="*/ 0 w 717"/>
                    <a:gd name="T124" fmla="*/ 0 h 756"/>
                    <a:gd name="T125" fmla="*/ 717 w 717"/>
                    <a:gd name="T126" fmla="*/ 756 h 756"/>
                  </a:gdLst>
                  <a:ahLst/>
                  <a:cxnLst>
                    <a:cxn ang="T82">
                      <a:pos x="T0" y="T1"/>
                    </a:cxn>
                    <a:cxn ang="T83">
                      <a:pos x="T2" y="T3"/>
                    </a:cxn>
                    <a:cxn ang="T84">
                      <a:pos x="T4" y="T5"/>
                    </a:cxn>
                    <a:cxn ang="T85">
                      <a:pos x="T6" y="T7"/>
                    </a:cxn>
                    <a:cxn ang="T86">
                      <a:pos x="T8" y="T9"/>
                    </a:cxn>
                    <a:cxn ang="T87">
                      <a:pos x="T10" y="T11"/>
                    </a:cxn>
                    <a:cxn ang="T88">
                      <a:pos x="T12" y="T13"/>
                    </a:cxn>
                    <a:cxn ang="T89">
                      <a:pos x="T14" y="T15"/>
                    </a:cxn>
                    <a:cxn ang="T90">
                      <a:pos x="T16" y="T17"/>
                    </a:cxn>
                    <a:cxn ang="T91">
                      <a:pos x="T18" y="T19"/>
                    </a:cxn>
                    <a:cxn ang="T92">
                      <a:pos x="T20" y="T21"/>
                    </a:cxn>
                    <a:cxn ang="T93">
                      <a:pos x="T22" y="T23"/>
                    </a:cxn>
                    <a:cxn ang="T94">
                      <a:pos x="T24" y="T25"/>
                    </a:cxn>
                    <a:cxn ang="T95">
                      <a:pos x="T26" y="T27"/>
                    </a:cxn>
                    <a:cxn ang="T96">
                      <a:pos x="T28" y="T29"/>
                    </a:cxn>
                    <a:cxn ang="T97">
                      <a:pos x="T30" y="T31"/>
                    </a:cxn>
                    <a:cxn ang="T98">
                      <a:pos x="T32" y="T33"/>
                    </a:cxn>
                    <a:cxn ang="T99">
                      <a:pos x="T34" y="T35"/>
                    </a:cxn>
                    <a:cxn ang="T100">
                      <a:pos x="T36" y="T37"/>
                    </a:cxn>
                    <a:cxn ang="T101">
                      <a:pos x="T38" y="T39"/>
                    </a:cxn>
                    <a:cxn ang="T102">
                      <a:pos x="T40" y="T41"/>
                    </a:cxn>
                    <a:cxn ang="T103">
                      <a:pos x="T42" y="T43"/>
                    </a:cxn>
                    <a:cxn ang="T104">
                      <a:pos x="T44" y="T45"/>
                    </a:cxn>
                    <a:cxn ang="T105">
                      <a:pos x="T46" y="T47"/>
                    </a:cxn>
                    <a:cxn ang="T106">
                      <a:pos x="T48" y="T49"/>
                    </a:cxn>
                    <a:cxn ang="T107">
                      <a:pos x="T50" y="T51"/>
                    </a:cxn>
                    <a:cxn ang="T108">
                      <a:pos x="T52" y="T53"/>
                    </a:cxn>
                    <a:cxn ang="T109">
                      <a:pos x="T54" y="T55"/>
                    </a:cxn>
                    <a:cxn ang="T110">
                      <a:pos x="T56" y="T57"/>
                    </a:cxn>
                    <a:cxn ang="T111">
                      <a:pos x="T58" y="T59"/>
                    </a:cxn>
                    <a:cxn ang="T112">
                      <a:pos x="T60" y="T61"/>
                    </a:cxn>
                    <a:cxn ang="T113">
                      <a:pos x="T62" y="T63"/>
                    </a:cxn>
                    <a:cxn ang="T114">
                      <a:pos x="T64" y="T65"/>
                    </a:cxn>
                    <a:cxn ang="T115">
                      <a:pos x="T66" y="T67"/>
                    </a:cxn>
                    <a:cxn ang="T116">
                      <a:pos x="T68" y="T69"/>
                    </a:cxn>
                    <a:cxn ang="T117">
                      <a:pos x="T70" y="T71"/>
                    </a:cxn>
                    <a:cxn ang="T118">
                      <a:pos x="T72" y="T73"/>
                    </a:cxn>
                    <a:cxn ang="T119">
                      <a:pos x="T74" y="T75"/>
                    </a:cxn>
                    <a:cxn ang="T120">
                      <a:pos x="T76" y="T77"/>
                    </a:cxn>
                    <a:cxn ang="T121">
                      <a:pos x="T78" y="T79"/>
                    </a:cxn>
                    <a:cxn ang="T122">
                      <a:pos x="T80" y="T81"/>
                    </a:cxn>
                  </a:cxnLst>
                  <a:rect l="T123" t="T124" r="T125" b="T126"/>
                  <a:pathLst>
                    <a:path w="717" h="756">
                      <a:moveTo>
                        <a:pt x="0" y="756"/>
                      </a:moveTo>
                      <a:lnTo>
                        <a:pt x="52" y="167"/>
                      </a:lnTo>
                      <a:lnTo>
                        <a:pt x="64" y="384"/>
                      </a:lnTo>
                      <a:lnTo>
                        <a:pt x="90" y="103"/>
                      </a:lnTo>
                      <a:lnTo>
                        <a:pt x="116" y="519"/>
                      </a:lnTo>
                      <a:lnTo>
                        <a:pt x="135" y="487"/>
                      </a:lnTo>
                      <a:lnTo>
                        <a:pt x="135" y="359"/>
                      </a:lnTo>
                      <a:lnTo>
                        <a:pt x="167" y="71"/>
                      </a:lnTo>
                      <a:lnTo>
                        <a:pt x="192" y="244"/>
                      </a:lnTo>
                      <a:lnTo>
                        <a:pt x="205" y="96"/>
                      </a:lnTo>
                      <a:lnTo>
                        <a:pt x="218" y="615"/>
                      </a:lnTo>
                      <a:lnTo>
                        <a:pt x="244" y="397"/>
                      </a:lnTo>
                      <a:lnTo>
                        <a:pt x="282" y="519"/>
                      </a:lnTo>
                      <a:lnTo>
                        <a:pt x="308" y="308"/>
                      </a:lnTo>
                      <a:lnTo>
                        <a:pt x="333" y="442"/>
                      </a:lnTo>
                      <a:lnTo>
                        <a:pt x="346" y="352"/>
                      </a:lnTo>
                      <a:lnTo>
                        <a:pt x="365" y="384"/>
                      </a:lnTo>
                      <a:lnTo>
                        <a:pt x="378" y="135"/>
                      </a:lnTo>
                      <a:lnTo>
                        <a:pt x="391" y="301"/>
                      </a:lnTo>
                      <a:lnTo>
                        <a:pt x="384" y="519"/>
                      </a:lnTo>
                      <a:lnTo>
                        <a:pt x="404" y="679"/>
                      </a:lnTo>
                      <a:lnTo>
                        <a:pt x="429" y="628"/>
                      </a:lnTo>
                      <a:lnTo>
                        <a:pt x="442" y="480"/>
                      </a:lnTo>
                      <a:lnTo>
                        <a:pt x="455" y="391"/>
                      </a:lnTo>
                      <a:lnTo>
                        <a:pt x="436" y="506"/>
                      </a:lnTo>
                      <a:lnTo>
                        <a:pt x="461" y="352"/>
                      </a:lnTo>
                      <a:lnTo>
                        <a:pt x="474" y="455"/>
                      </a:lnTo>
                      <a:lnTo>
                        <a:pt x="493" y="519"/>
                      </a:lnTo>
                      <a:lnTo>
                        <a:pt x="512" y="410"/>
                      </a:lnTo>
                      <a:lnTo>
                        <a:pt x="532" y="186"/>
                      </a:lnTo>
                      <a:lnTo>
                        <a:pt x="544" y="231"/>
                      </a:lnTo>
                      <a:lnTo>
                        <a:pt x="570" y="148"/>
                      </a:lnTo>
                      <a:lnTo>
                        <a:pt x="576" y="301"/>
                      </a:lnTo>
                      <a:lnTo>
                        <a:pt x="576" y="730"/>
                      </a:lnTo>
                      <a:lnTo>
                        <a:pt x="647" y="0"/>
                      </a:lnTo>
                      <a:lnTo>
                        <a:pt x="647" y="250"/>
                      </a:lnTo>
                      <a:lnTo>
                        <a:pt x="660" y="333"/>
                      </a:lnTo>
                      <a:lnTo>
                        <a:pt x="685" y="192"/>
                      </a:lnTo>
                      <a:lnTo>
                        <a:pt x="711" y="340"/>
                      </a:lnTo>
                      <a:lnTo>
                        <a:pt x="698" y="429"/>
                      </a:lnTo>
                      <a:lnTo>
                        <a:pt x="717" y="461"/>
                      </a:lnTo>
                    </a:path>
                  </a:pathLst>
                </a:custGeom>
                <a:noFill/>
                <a:ln w="9525">
                  <a:solidFill>
                    <a:srgbClr val="FF0000"/>
                  </a:solidFill>
                  <a:round/>
                  <a:headEnd/>
                  <a:tailEnd/>
                </a:ln>
              </p:spPr>
              <p:txBody>
                <a:bodyPr/>
                <a:lstStyle/>
                <a:p>
                  <a:endParaRPr lang="en-GB" sz="1600"/>
                </a:p>
              </p:txBody>
            </p:sp>
          </p:grpSp>
        </p:grpSp>
        <p:grpSp>
          <p:nvGrpSpPr>
            <p:cNvPr id="14385" name="Group 335"/>
            <p:cNvGrpSpPr>
              <a:grpSpLocks/>
            </p:cNvGrpSpPr>
            <p:nvPr/>
          </p:nvGrpSpPr>
          <p:grpSpPr bwMode="auto">
            <a:xfrm>
              <a:off x="3467" y="1842"/>
              <a:ext cx="525" cy="173"/>
              <a:chOff x="3404" y="1080"/>
              <a:chExt cx="1755" cy="819"/>
            </a:xfrm>
          </p:grpSpPr>
          <p:grpSp>
            <p:nvGrpSpPr>
              <p:cNvPr id="14401" name="Group 336"/>
              <p:cNvGrpSpPr>
                <a:grpSpLocks/>
              </p:cNvGrpSpPr>
              <p:nvPr/>
            </p:nvGrpSpPr>
            <p:grpSpPr bwMode="auto">
              <a:xfrm>
                <a:off x="3404" y="1080"/>
                <a:ext cx="590" cy="801"/>
                <a:chOff x="3462" y="1100"/>
                <a:chExt cx="1549" cy="801"/>
              </a:xfrm>
            </p:grpSpPr>
            <p:sp>
              <p:nvSpPr>
                <p:cNvPr id="14432" name="Freeform 337"/>
                <p:cNvSpPr>
                  <a:spLocks/>
                </p:cNvSpPr>
                <p:nvPr/>
              </p:nvSpPr>
              <p:spPr bwMode="auto">
                <a:xfrm>
                  <a:off x="3462" y="1126"/>
                  <a:ext cx="313" cy="756"/>
                </a:xfrm>
                <a:custGeom>
                  <a:avLst/>
                  <a:gdLst>
                    <a:gd name="T0" fmla="*/ 0 w 717"/>
                    <a:gd name="T1" fmla="*/ 756 h 756"/>
                    <a:gd name="T2" fmla="*/ 4 w 717"/>
                    <a:gd name="T3" fmla="*/ 167 h 756"/>
                    <a:gd name="T4" fmla="*/ 5 w 717"/>
                    <a:gd name="T5" fmla="*/ 384 h 756"/>
                    <a:gd name="T6" fmla="*/ 7 w 717"/>
                    <a:gd name="T7" fmla="*/ 103 h 756"/>
                    <a:gd name="T8" fmla="*/ 10 w 717"/>
                    <a:gd name="T9" fmla="*/ 519 h 756"/>
                    <a:gd name="T10" fmla="*/ 11 w 717"/>
                    <a:gd name="T11" fmla="*/ 487 h 756"/>
                    <a:gd name="T12" fmla="*/ 11 w 717"/>
                    <a:gd name="T13" fmla="*/ 359 h 756"/>
                    <a:gd name="T14" fmla="*/ 14 w 717"/>
                    <a:gd name="T15" fmla="*/ 71 h 756"/>
                    <a:gd name="T16" fmla="*/ 16 w 717"/>
                    <a:gd name="T17" fmla="*/ 244 h 756"/>
                    <a:gd name="T18" fmla="*/ 17 w 717"/>
                    <a:gd name="T19" fmla="*/ 96 h 756"/>
                    <a:gd name="T20" fmla="*/ 18 w 717"/>
                    <a:gd name="T21" fmla="*/ 615 h 756"/>
                    <a:gd name="T22" fmla="*/ 21 w 717"/>
                    <a:gd name="T23" fmla="*/ 397 h 756"/>
                    <a:gd name="T24" fmla="*/ 24 w 717"/>
                    <a:gd name="T25" fmla="*/ 519 h 756"/>
                    <a:gd name="T26" fmla="*/ 25 w 717"/>
                    <a:gd name="T27" fmla="*/ 308 h 756"/>
                    <a:gd name="T28" fmla="*/ 28 w 717"/>
                    <a:gd name="T29" fmla="*/ 442 h 756"/>
                    <a:gd name="T30" fmla="*/ 29 w 717"/>
                    <a:gd name="T31" fmla="*/ 352 h 756"/>
                    <a:gd name="T32" fmla="*/ 30 w 717"/>
                    <a:gd name="T33" fmla="*/ 384 h 756"/>
                    <a:gd name="T34" fmla="*/ 31 w 717"/>
                    <a:gd name="T35" fmla="*/ 135 h 756"/>
                    <a:gd name="T36" fmla="*/ 33 w 717"/>
                    <a:gd name="T37" fmla="*/ 301 h 756"/>
                    <a:gd name="T38" fmla="*/ 32 w 717"/>
                    <a:gd name="T39" fmla="*/ 519 h 756"/>
                    <a:gd name="T40" fmla="*/ 34 w 717"/>
                    <a:gd name="T41" fmla="*/ 679 h 756"/>
                    <a:gd name="T42" fmla="*/ 36 w 717"/>
                    <a:gd name="T43" fmla="*/ 628 h 756"/>
                    <a:gd name="T44" fmla="*/ 37 w 717"/>
                    <a:gd name="T45" fmla="*/ 480 h 756"/>
                    <a:gd name="T46" fmla="*/ 38 w 717"/>
                    <a:gd name="T47" fmla="*/ 391 h 756"/>
                    <a:gd name="T48" fmla="*/ 36 w 717"/>
                    <a:gd name="T49" fmla="*/ 506 h 756"/>
                    <a:gd name="T50" fmla="*/ 38 w 717"/>
                    <a:gd name="T51" fmla="*/ 352 h 756"/>
                    <a:gd name="T52" fmla="*/ 39 w 717"/>
                    <a:gd name="T53" fmla="*/ 455 h 756"/>
                    <a:gd name="T54" fmla="*/ 41 w 717"/>
                    <a:gd name="T55" fmla="*/ 519 h 756"/>
                    <a:gd name="T56" fmla="*/ 43 w 717"/>
                    <a:gd name="T57" fmla="*/ 410 h 756"/>
                    <a:gd name="T58" fmla="*/ 44 w 717"/>
                    <a:gd name="T59" fmla="*/ 186 h 756"/>
                    <a:gd name="T60" fmla="*/ 45 w 717"/>
                    <a:gd name="T61" fmla="*/ 231 h 756"/>
                    <a:gd name="T62" fmla="*/ 48 w 717"/>
                    <a:gd name="T63" fmla="*/ 148 h 756"/>
                    <a:gd name="T64" fmla="*/ 48 w 717"/>
                    <a:gd name="T65" fmla="*/ 301 h 756"/>
                    <a:gd name="T66" fmla="*/ 48 w 717"/>
                    <a:gd name="T67" fmla="*/ 730 h 756"/>
                    <a:gd name="T68" fmla="*/ 54 w 717"/>
                    <a:gd name="T69" fmla="*/ 0 h 756"/>
                    <a:gd name="T70" fmla="*/ 54 w 717"/>
                    <a:gd name="T71" fmla="*/ 250 h 756"/>
                    <a:gd name="T72" fmla="*/ 55 w 717"/>
                    <a:gd name="T73" fmla="*/ 333 h 756"/>
                    <a:gd name="T74" fmla="*/ 57 w 717"/>
                    <a:gd name="T75" fmla="*/ 192 h 756"/>
                    <a:gd name="T76" fmla="*/ 59 w 717"/>
                    <a:gd name="T77" fmla="*/ 340 h 756"/>
                    <a:gd name="T78" fmla="*/ 58 w 717"/>
                    <a:gd name="T79" fmla="*/ 429 h 756"/>
                    <a:gd name="T80" fmla="*/ 60 w 717"/>
                    <a:gd name="T81" fmla="*/ 461 h 756"/>
                    <a:gd name="T82" fmla="*/ 0 60000 65536"/>
                    <a:gd name="T83" fmla="*/ 0 60000 65536"/>
                    <a:gd name="T84" fmla="*/ 0 60000 65536"/>
                    <a:gd name="T85" fmla="*/ 0 60000 65536"/>
                    <a:gd name="T86" fmla="*/ 0 60000 65536"/>
                    <a:gd name="T87" fmla="*/ 0 60000 65536"/>
                    <a:gd name="T88" fmla="*/ 0 60000 65536"/>
                    <a:gd name="T89" fmla="*/ 0 60000 65536"/>
                    <a:gd name="T90" fmla="*/ 0 60000 65536"/>
                    <a:gd name="T91" fmla="*/ 0 60000 65536"/>
                    <a:gd name="T92" fmla="*/ 0 60000 65536"/>
                    <a:gd name="T93" fmla="*/ 0 60000 65536"/>
                    <a:gd name="T94" fmla="*/ 0 60000 65536"/>
                    <a:gd name="T95" fmla="*/ 0 60000 65536"/>
                    <a:gd name="T96" fmla="*/ 0 60000 65536"/>
                    <a:gd name="T97" fmla="*/ 0 60000 65536"/>
                    <a:gd name="T98" fmla="*/ 0 60000 65536"/>
                    <a:gd name="T99" fmla="*/ 0 60000 65536"/>
                    <a:gd name="T100" fmla="*/ 0 60000 65536"/>
                    <a:gd name="T101" fmla="*/ 0 60000 65536"/>
                    <a:gd name="T102" fmla="*/ 0 60000 65536"/>
                    <a:gd name="T103" fmla="*/ 0 60000 65536"/>
                    <a:gd name="T104" fmla="*/ 0 60000 65536"/>
                    <a:gd name="T105" fmla="*/ 0 60000 65536"/>
                    <a:gd name="T106" fmla="*/ 0 60000 65536"/>
                    <a:gd name="T107" fmla="*/ 0 60000 65536"/>
                    <a:gd name="T108" fmla="*/ 0 60000 65536"/>
                    <a:gd name="T109" fmla="*/ 0 60000 65536"/>
                    <a:gd name="T110" fmla="*/ 0 60000 65536"/>
                    <a:gd name="T111" fmla="*/ 0 60000 65536"/>
                    <a:gd name="T112" fmla="*/ 0 60000 65536"/>
                    <a:gd name="T113" fmla="*/ 0 60000 65536"/>
                    <a:gd name="T114" fmla="*/ 0 60000 65536"/>
                    <a:gd name="T115" fmla="*/ 0 60000 65536"/>
                    <a:gd name="T116" fmla="*/ 0 60000 65536"/>
                    <a:gd name="T117" fmla="*/ 0 60000 65536"/>
                    <a:gd name="T118" fmla="*/ 0 60000 65536"/>
                    <a:gd name="T119" fmla="*/ 0 60000 65536"/>
                    <a:gd name="T120" fmla="*/ 0 60000 65536"/>
                    <a:gd name="T121" fmla="*/ 0 60000 65536"/>
                    <a:gd name="T122" fmla="*/ 0 60000 65536"/>
                    <a:gd name="T123" fmla="*/ 0 w 717"/>
                    <a:gd name="T124" fmla="*/ 0 h 756"/>
                    <a:gd name="T125" fmla="*/ 717 w 717"/>
                    <a:gd name="T126" fmla="*/ 756 h 756"/>
                  </a:gdLst>
                  <a:ahLst/>
                  <a:cxnLst>
                    <a:cxn ang="T82">
                      <a:pos x="T0" y="T1"/>
                    </a:cxn>
                    <a:cxn ang="T83">
                      <a:pos x="T2" y="T3"/>
                    </a:cxn>
                    <a:cxn ang="T84">
                      <a:pos x="T4" y="T5"/>
                    </a:cxn>
                    <a:cxn ang="T85">
                      <a:pos x="T6" y="T7"/>
                    </a:cxn>
                    <a:cxn ang="T86">
                      <a:pos x="T8" y="T9"/>
                    </a:cxn>
                    <a:cxn ang="T87">
                      <a:pos x="T10" y="T11"/>
                    </a:cxn>
                    <a:cxn ang="T88">
                      <a:pos x="T12" y="T13"/>
                    </a:cxn>
                    <a:cxn ang="T89">
                      <a:pos x="T14" y="T15"/>
                    </a:cxn>
                    <a:cxn ang="T90">
                      <a:pos x="T16" y="T17"/>
                    </a:cxn>
                    <a:cxn ang="T91">
                      <a:pos x="T18" y="T19"/>
                    </a:cxn>
                    <a:cxn ang="T92">
                      <a:pos x="T20" y="T21"/>
                    </a:cxn>
                    <a:cxn ang="T93">
                      <a:pos x="T22" y="T23"/>
                    </a:cxn>
                    <a:cxn ang="T94">
                      <a:pos x="T24" y="T25"/>
                    </a:cxn>
                    <a:cxn ang="T95">
                      <a:pos x="T26" y="T27"/>
                    </a:cxn>
                    <a:cxn ang="T96">
                      <a:pos x="T28" y="T29"/>
                    </a:cxn>
                    <a:cxn ang="T97">
                      <a:pos x="T30" y="T31"/>
                    </a:cxn>
                    <a:cxn ang="T98">
                      <a:pos x="T32" y="T33"/>
                    </a:cxn>
                    <a:cxn ang="T99">
                      <a:pos x="T34" y="T35"/>
                    </a:cxn>
                    <a:cxn ang="T100">
                      <a:pos x="T36" y="T37"/>
                    </a:cxn>
                    <a:cxn ang="T101">
                      <a:pos x="T38" y="T39"/>
                    </a:cxn>
                    <a:cxn ang="T102">
                      <a:pos x="T40" y="T41"/>
                    </a:cxn>
                    <a:cxn ang="T103">
                      <a:pos x="T42" y="T43"/>
                    </a:cxn>
                    <a:cxn ang="T104">
                      <a:pos x="T44" y="T45"/>
                    </a:cxn>
                    <a:cxn ang="T105">
                      <a:pos x="T46" y="T47"/>
                    </a:cxn>
                    <a:cxn ang="T106">
                      <a:pos x="T48" y="T49"/>
                    </a:cxn>
                    <a:cxn ang="T107">
                      <a:pos x="T50" y="T51"/>
                    </a:cxn>
                    <a:cxn ang="T108">
                      <a:pos x="T52" y="T53"/>
                    </a:cxn>
                    <a:cxn ang="T109">
                      <a:pos x="T54" y="T55"/>
                    </a:cxn>
                    <a:cxn ang="T110">
                      <a:pos x="T56" y="T57"/>
                    </a:cxn>
                    <a:cxn ang="T111">
                      <a:pos x="T58" y="T59"/>
                    </a:cxn>
                    <a:cxn ang="T112">
                      <a:pos x="T60" y="T61"/>
                    </a:cxn>
                    <a:cxn ang="T113">
                      <a:pos x="T62" y="T63"/>
                    </a:cxn>
                    <a:cxn ang="T114">
                      <a:pos x="T64" y="T65"/>
                    </a:cxn>
                    <a:cxn ang="T115">
                      <a:pos x="T66" y="T67"/>
                    </a:cxn>
                    <a:cxn ang="T116">
                      <a:pos x="T68" y="T69"/>
                    </a:cxn>
                    <a:cxn ang="T117">
                      <a:pos x="T70" y="T71"/>
                    </a:cxn>
                    <a:cxn ang="T118">
                      <a:pos x="T72" y="T73"/>
                    </a:cxn>
                    <a:cxn ang="T119">
                      <a:pos x="T74" y="T75"/>
                    </a:cxn>
                    <a:cxn ang="T120">
                      <a:pos x="T76" y="T77"/>
                    </a:cxn>
                    <a:cxn ang="T121">
                      <a:pos x="T78" y="T79"/>
                    </a:cxn>
                    <a:cxn ang="T122">
                      <a:pos x="T80" y="T81"/>
                    </a:cxn>
                  </a:cxnLst>
                  <a:rect l="T123" t="T124" r="T125" b="T126"/>
                  <a:pathLst>
                    <a:path w="717" h="756">
                      <a:moveTo>
                        <a:pt x="0" y="756"/>
                      </a:moveTo>
                      <a:lnTo>
                        <a:pt x="52" y="167"/>
                      </a:lnTo>
                      <a:lnTo>
                        <a:pt x="64" y="384"/>
                      </a:lnTo>
                      <a:lnTo>
                        <a:pt x="90" y="103"/>
                      </a:lnTo>
                      <a:lnTo>
                        <a:pt x="116" y="519"/>
                      </a:lnTo>
                      <a:lnTo>
                        <a:pt x="135" y="487"/>
                      </a:lnTo>
                      <a:lnTo>
                        <a:pt x="135" y="359"/>
                      </a:lnTo>
                      <a:lnTo>
                        <a:pt x="167" y="71"/>
                      </a:lnTo>
                      <a:lnTo>
                        <a:pt x="192" y="244"/>
                      </a:lnTo>
                      <a:lnTo>
                        <a:pt x="205" y="96"/>
                      </a:lnTo>
                      <a:lnTo>
                        <a:pt x="218" y="615"/>
                      </a:lnTo>
                      <a:lnTo>
                        <a:pt x="244" y="397"/>
                      </a:lnTo>
                      <a:lnTo>
                        <a:pt x="282" y="519"/>
                      </a:lnTo>
                      <a:lnTo>
                        <a:pt x="308" y="308"/>
                      </a:lnTo>
                      <a:lnTo>
                        <a:pt x="333" y="442"/>
                      </a:lnTo>
                      <a:lnTo>
                        <a:pt x="346" y="352"/>
                      </a:lnTo>
                      <a:lnTo>
                        <a:pt x="365" y="384"/>
                      </a:lnTo>
                      <a:lnTo>
                        <a:pt x="378" y="135"/>
                      </a:lnTo>
                      <a:lnTo>
                        <a:pt x="391" y="301"/>
                      </a:lnTo>
                      <a:lnTo>
                        <a:pt x="384" y="519"/>
                      </a:lnTo>
                      <a:lnTo>
                        <a:pt x="404" y="679"/>
                      </a:lnTo>
                      <a:lnTo>
                        <a:pt x="429" y="628"/>
                      </a:lnTo>
                      <a:lnTo>
                        <a:pt x="442" y="480"/>
                      </a:lnTo>
                      <a:lnTo>
                        <a:pt x="455" y="391"/>
                      </a:lnTo>
                      <a:lnTo>
                        <a:pt x="436" y="506"/>
                      </a:lnTo>
                      <a:lnTo>
                        <a:pt x="461" y="352"/>
                      </a:lnTo>
                      <a:lnTo>
                        <a:pt x="474" y="455"/>
                      </a:lnTo>
                      <a:lnTo>
                        <a:pt x="493" y="519"/>
                      </a:lnTo>
                      <a:lnTo>
                        <a:pt x="512" y="410"/>
                      </a:lnTo>
                      <a:lnTo>
                        <a:pt x="532" y="186"/>
                      </a:lnTo>
                      <a:lnTo>
                        <a:pt x="544" y="231"/>
                      </a:lnTo>
                      <a:lnTo>
                        <a:pt x="570" y="148"/>
                      </a:lnTo>
                      <a:lnTo>
                        <a:pt x="576" y="301"/>
                      </a:lnTo>
                      <a:lnTo>
                        <a:pt x="576" y="730"/>
                      </a:lnTo>
                      <a:lnTo>
                        <a:pt x="647" y="0"/>
                      </a:lnTo>
                      <a:lnTo>
                        <a:pt x="647" y="250"/>
                      </a:lnTo>
                      <a:lnTo>
                        <a:pt x="660" y="333"/>
                      </a:lnTo>
                      <a:lnTo>
                        <a:pt x="685" y="192"/>
                      </a:lnTo>
                      <a:lnTo>
                        <a:pt x="711" y="340"/>
                      </a:lnTo>
                      <a:lnTo>
                        <a:pt x="698" y="429"/>
                      </a:lnTo>
                      <a:lnTo>
                        <a:pt x="717" y="461"/>
                      </a:lnTo>
                    </a:path>
                  </a:pathLst>
                </a:custGeom>
                <a:noFill/>
                <a:ln w="9525">
                  <a:solidFill>
                    <a:srgbClr val="FF0000"/>
                  </a:solidFill>
                  <a:round/>
                  <a:headEnd/>
                  <a:tailEnd/>
                </a:ln>
              </p:spPr>
              <p:txBody>
                <a:bodyPr/>
                <a:lstStyle/>
                <a:p>
                  <a:endParaRPr lang="en-GB" sz="1600"/>
                </a:p>
              </p:txBody>
            </p:sp>
            <p:sp>
              <p:nvSpPr>
                <p:cNvPr id="14433" name="Freeform 338"/>
                <p:cNvSpPr>
                  <a:spLocks/>
                </p:cNvSpPr>
                <p:nvPr/>
              </p:nvSpPr>
              <p:spPr bwMode="auto">
                <a:xfrm flipH="1" flipV="1">
                  <a:off x="3770" y="1145"/>
                  <a:ext cx="313" cy="756"/>
                </a:xfrm>
                <a:custGeom>
                  <a:avLst/>
                  <a:gdLst>
                    <a:gd name="T0" fmla="*/ 0 w 717"/>
                    <a:gd name="T1" fmla="*/ 756 h 756"/>
                    <a:gd name="T2" fmla="*/ 4 w 717"/>
                    <a:gd name="T3" fmla="*/ 167 h 756"/>
                    <a:gd name="T4" fmla="*/ 5 w 717"/>
                    <a:gd name="T5" fmla="*/ 384 h 756"/>
                    <a:gd name="T6" fmla="*/ 7 w 717"/>
                    <a:gd name="T7" fmla="*/ 103 h 756"/>
                    <a:gd name="T8" fmla="*/ 10 w 717"/>
                    <a:gd name="T9" fmla="*/ 519 h 756"/>
                    <a:gd name="T10" fmla="*/ 11 w 717"/>
                    <a:gd name="T11" fmla="*/ 487 h 756"/>
                    <a:gd name="T12" fmla="*/ 11 w 717"/>
                    <a:gd name="T13" fmla="*/ 359 h 756"/>
                    <a:gd name="T14" fmla="*/ 14 w 717"/>
                    <a:gd name="T15" fmla="*/ 71 h 756"/>
                    <a:gd name="T16" fmla="*/ 16 w 717"/>
                    <a:gd name="T17" fmla="*/ 244 h 756"/>
                    <a:gd name="T18" fmla="*/ 17 w 717"/>
                    <a:gd name="T19" fmla="*/ 96 h 756"/>
                    <a:gd name="T20" fmla="*/ 18 w 717"/>
                    <a:gd name="T21" fmla="*/ 615 h 756"/>
                    <a:gd name="T22" fmla="*/ 21 w 717"/>
                    <a:gd name="T23" fmla="*/ 397 h 756"/>
                    <a:gd name="T24" fmla="*/ 24 w 717"/>
                    <a:gd name="T25" fmla="*/ 519 h 756"/>
                    <a:gd name="T26" fmla="*/ 25 w 717"/>
                    <a:gd name="T27" fmla="*/ 308 h 756"/>
                    <a:gd name="T28" fmla="*/ 28 w 717"/>
                    <a:gd name="T29" fmla="*/ 442 h 756"/>
                    <a:gd name="T30" fmla="*/ 29 w 717"/>
                    <a:gd name="T31" fmla="*/ 352 h 756"/>
                    <a:gd name="T32" fmla="*/ 30 w 717"/>
                    <a:gd name="T33" fmla="*/ 384 h 756"/>
                    <a:gd name="T34" fmla="*/ 31 w 717"/>
                    <a:gd name="T35" fmla="*/ 135 h 756"/>
                    <a:gd name="T36" fmla="*/ 33 w 717"/>
                    <a:gd name="T37" fmla="*/ 301 h 756"/>
                    <a:gd name="T38" fmla="*/ 32 w 717"/>
                    <a:gd name="T39" fmla="*/ 519 h 756"/>
                    <a:gd name="T40" fmla="*/ 34 w 717"/>
                    <a:gd name="T41" fmla="*/ 679 h 756"/>
                    <a:gd name="T42" fmla="*/ 36 w 717"/>
                    <a:gd name="T43" fmla="*/ 628 h 756"/>
                    <a:gd name="T44" fmla="*/ 37 w 717"/>
                    <a:gd name="T45" fmla="*/ 480 h 756"/>
                    <a:gd name="T46" fmla="*/ 38 w 717"/>
                    <a:gd name="T47" fmla="*/ 391 h 756"/>
                    <a:gd name="T48" fmla="*/ 36 w 717"/>
                    <a:gd name="T49" fmla="*/ 506 h 756"/>
                    <a:gd name="T50" fmla="*/ 38 w 717"/>
                    <a:gd name="T51" fmla="*/ 352 h 756"/>
                    <a:gd name="T52" fmla="*/ 39 w 717"/>
                    <a:gd name="T53" fmla="*/ 455 h 756"/>
                    <a:gd name="T54" fmla="*/ 41 w 717"/>
                    <a:gd name="T55" fmla="*/ 519 h 756"/>
                    <a:gd name="T56" fmla="*/ 43 w 717"/>
                    <a:gd name="T57" fmla="*/ 410 h 756"/>
                    <a:gd name="T58" fmla="*/ 44 w 717"/>
                    <a:gd name="T59" fmla="*/ 186 h 756"/>
                    <a:gd name="T60" fmla="*/ 45 w 717"/>
                    <a:gd name="T61" fmla="*/ 231 h 756"/>
                    <a:gd name="T62" fmla="*/ 48 w 717"/>
                    <a:gd name="T63" fmla="*/ 148 h 756"/>
                    <a:gd name="T64" fmla="*/ 48 w 717"/>
                    <a:gd name="T65" fmla="*/ 301 h 756"/>
                    <a:gd name="T66" fmla="*/ 48 w 717"/>
                    <a:gd name="T67" fmla="*/ 730 h 756"/>
                    <a:gd name="T68" fmla="*/ 54 w 717"/>
                    <a:gd name="T69" fmla="*/ 0 h 756"/>
                    <a:gd name="T70" fmla="*/ 54 w 717"/>
                    <a:gd name="T71" fmla="*/ 250 h 756"/>
                    <a:gd name="T72" fmla="*/ 55 w 717"/>
                    <a:gd name="T73" fmla="*/ 333 h 756"/>
                    <a:gd name="T74" fmla="*/ 57 w 717"/>
                    <a:gd name="T75" fmla="*/ 192 h 756"/>
                    <a:gd name="T76" fmla="*/ 59 w 717"/>
                    <a:gd name="T77" fmla="*/ 340 h 756"/>
                    <a:gd name="T78" fmla="*/ 58 w 717"/>
                    <a:gd name="T79" fmla="*/ 429 h 756"/>
                    <a:gd name="T80" fmla="*/ 60 w 717"/>
                    <a:gd name="T81" fmla="*/ 461 h 756"/>
                    <a:gd name="T82" fmla="*/ 0 60000 65536"/>
                    <a:gd name="T83" fmla="*/ 0 60000 65536"/>
                    <a:gd name="T84" fmla="*/ 0 60000 65536"/>
                    <a:gd name="T85" fmla="*/ 0 60000 65536"/>
                    <a:gd name="T86" fmla="*/ 0 60000 65536"/>
                    <a:gd name="T87" fmla="*/ 0 60000 65536"/>
                    <a:gd name="T88" fmla="*/ 0 60000 65536"/>
                    <a:gd name="T89" fmla="*/ 0 60000 65536"/>
                    <a:gd name="T90" fmla="*/ 0 60000 65536"/>
                    <a:gd name="T91" fmla="*/ 0 60000 65536"/>
                    <a:gd name="T92" fmla="*/ 0 60000 65536"/>
                    <a:gd name="T93" fmla="*/ 0 60000 65536"/>
                    <a:gd name="T94" fmla="*/ 0 60000 65536"/>
                    <a:gd name="T95" fmla="*/ 0 60000 65536"/>
                    <a:gd name="T96" fmla="*/ 0 60000 65536"/>
                    <a:gd name="T97" fmla="*/ 0 60000 65536"/>
                    <a:gd name="T98" fmla="*/ 0 60000 65536"/>
                    <a:gd name="T99" fmla="*/ 0 60000 65536"/>
                    <a:gd name="T100" fmla="*/ 0 60000 65536"/>
                    <a:gd name="T101" fmla="*/ 0 60000 65536"/>
                    <a:gd name="T102" fmla="*/ 0 60000 65536"/>
                    <a:gd name="T103" fmla="*/ 0 60000 65536"/>
                    <a:gd name="T104" fmla="*/ 0 60000 65536"/>
                    <a:gd name="T105" fmla="*/ 0 60000 65536"/>
                    <a:gd name="T106" fmla="*/ 0 60000 65536"/>
                    <a:gd name="T107" fmla="*/ 0 60000 65536"/>
                    <a:gd name="T108" fmla="*/ 0 60000 65536"/>
                    <a:gd name="T109" fmla="*/ 0 60000 65536"/>
                    <a:gd name="T110" fmla="*/ 0 60000 65536"/>
                    <a:gd name="T111" fmla="*/ 0 60000 65536"/>
                    <a:gd name="T112" fmla="*/ 0 60000 65536"/>
                    <a:gd name="T113" fmla="*/ 0 60000 65536"/>
                    <a:gd name="T114" fmla="*/ 0 60000 65536"/>
                    <a:gd name="T115" fmla="*/ 0 60000 65536"/>
                    <a:gd name="T116" fmla="*/ 0 60000 65536"/>
                    <a:gd name="T117" fmla="*/ 0 60000 65536"/>
                    <a:gd name="T118" fmla="*/ 0 60000 65536"/>
                    <a:gd name="T119" fmla="*/ 0 60000 65536"/>
                    <a:gd name="T120" fmla="*/ 0 60000 65536"/>
                    <a:gd name="T121" fmla="*/ 0 60000 65536"/>
                    <a:gd name="T122" fmla="*/ 0 60000 65536"/>
                    <a:gd name="T123" fmla="*/ 0 w 717"/>
                    <a:gd name="T124" fmla="*/ 0 h 756"/>
                    <a:gd name="T125" fmla="*/ 717 w 717"/>
                    <a:gd name="T126" fmla="*/ 756 h 756"/>
                  </a:gdLst>
                  <a:ahLst/>
                  <a:cxnLst>
                    <a:cxn ang="T82">
                      <a:pos x="T0" y="T1"/>
                    </a:cxn>
                    <a:cxn ang="T83">
                      <a:pos x="T2" y="T3"/>
                    </a:cxn>
                    <a:cxn ang="T84">
                      <a:pos x="T4" y="T5"/>
                    </a:cxn>
                    <a:cxn ang="T85">
                      <a:pos x="T6" y="T7"/>
                    </a:cxn>
                    <a:cxn ang="T86">
                      <a:pos x="T8" y="T9"/>
                    </a:cxn>
                    <a:cxn ang="T87">
                      <a:pos x="T10" y="T11"/>
                    </a:cxn>
                    <a:cxn ang="T88">
                      <a:pos x="T12" y="T13"/>
                    </a:cxn>
                    <a:cxn ang="T89">
                      <a:pos x="T14" y="T15"/>
                    </a:cxn>
                    <a:cxn ang="T90">
                      <a:pos x="T16" y="T17"/>
                    </a:cxn>
                    <a:cxn ang="T91">
                      <a:pos x="T18" y="T19"/>
                    </a:cxn>
                    <a:cxn ang="T92">
                      <a:pos x="T20" y="T21"/>
                    </a:cxn>
                    <a:cxn ang="T93">
                      <a:pos x="T22" y="T23"/>
                    </a:cxn>
                    <a:cxn ang="T94">
                      <a:pos x="T24" y="T25"/>
                    </a:cxn>
                    <a:cxn ang="T95">
                      <a:pos x="T26" y="T27"/>
                    </a:cxn>
                    <a:cxn ang="T96">
                      <a:pos x="T28" y="T29"/>
                    </a:cxn>
                    <a:cxn ang="T97">
                      <a:pos x="T30" y="T31"/>
                    </a:cxn>
                    <a:cxn ang="T98">
                      <a:pos x="T32" y="T33"/>
                    </a:cxn>
                    <a:cxn ang="T99">
                      <a:pos x="T34" y="T35"/>
                    </a:cxn>
                    <a:cxn ang="T100">
                      <a:pos x="T36" y="T37"/>
                    </a:cxn>
                    <a:cxn ang="T101">
                      <a:pos x="T38" y="T39"/>
                    </a:cxn>
                    <a:cxn ang="T102">
                      <a:pos x="T40" y="T41"/>
                    </a:cxn>
                    <a:cxn ang="T103">
                      <a:pos x="T42" y="T43"/>
                    </a:cxn>
                    <a:cxn ang="T104">
                      <a:pos x="T44" y="T45"/>
                    </a:cxn>
                    <a:cxn ang="T105">
                      <a:pos x="T46" y="T47"/>
                    </a:cxn>
                    <a:cxn ang="T106">
                      <a:pos x="T48" y="T49"/>
                    </a:cxn>
                    <a:cxn ang="T107">
                      <a:pos x="T50" y="T51"/>
                    </a:cxn>
                    <a:cxn ang="T108">
                      <a:pos x="T52" y="T53"/>
                    </a:cxn>
                    <a:cxn ang="T109">
                      <a:pos x="T54" y="T55"/>
                    </a:cxn>
                    <a:cxn ang="T110">
                      <a:pos x="T56" y="T57"/>
                    </a:cxn>
                    <a:cxn ang="T111">
                      <a:pos x="T58" y="T59"/>
                    </a:cxn>
                    <a:cxn ang="T112">
                      <a:pos x="T60" y="T61"/>
                    </a:cxn>
                    <a:cxn ang="T113">
                      <a:pos x="T62" y="T63"/>
                    </a:cxn>
                    <a:cxn ang="T114">
                      <a:pos x="T64" y="T65"/>
                    </a:cxn>
                    <a:cxn ang="T115">
                      <a:pos x="T66" y="T67"/>
                    </a:cxn>
                    <a:cxn ang="T116">
                      <a:pos x="T68" y="T69"/>
                    </a:cxn>
                    <a:cxn ang="T117">
                      <a:pos x="T70" y="T71"/>
                    </a:cxn>
                    <a:cxn ang="T118">
                      <a:pos x="T72" y="T73"/>
                    </a:cxn>
                    <a:cxn ang="T119">
                      <a:pos x="T74" y="T75"/>
                    </a:cxn>
                    <a:cxn ang="T120">
                      <a:pos x="T76" y="T77"/>
                    </a:cxn>
                    <a:cxn ang="T121">
                      <a:pos x="T78" y="T79"/>
                    </a:cxn>
                    <a:cxn ang="T122">
                      <a:pos x="T80" y="T81"/>
                    </a:cxn>
                  </a:cxnLst>
                  <a:rect l="T123" t="T124" r="T125" b="T126"/>
                  <a:pathLst>
                    <a:path w="717" h="756">
                      <a:moveTo>
                        <a:pt x="0" y="756"/>
                      </a:moveTo>
                      <a:lnTo>
                        <a:pt x="52" y="167"/>
                      </a:lnTo>
                      <a:lnTo>
                        <a:pt x="64" y="384"/>
                      </a:lnTo>
                      <a:lnTo>
                        <a:pt x="90" y="103"/>
                      </a:lnTo>
                      <a:lnTo>
                        <a:pt x="116" y="519"/>
                      </a:lnTo>
                      <a:lnTo>
                        <a:pt x="135" y="487"/>
                      </a:lnTo>
                      <a:lnTo>
                        <a:pt x="135" y="359"/>
                      </a:lnTo>
                      <a:lnTo>
                        <a:pt x="167" y="71"/>
                      </a:lnTo>
                      <a:lnTo>
                        <a:pt x="192" y="244"/>
                      </a:lnTo>
                      <a:lnTo>
                        <a:pt x="205" y="96"/>
                      </a:lnTo>
                      <a:lnTo>
                        <a:pt x="218" y="615"/>
                      </a:lnTo>
                      <a:lnTo>
                        <a:pt x="244" y="397"/>
                      </a:lnTo>
                      <a:lnTo>
                        <a:pt x="282" y="519"/>
                      </a:lnTo>
                      <a:lnTo>
                        <a:pt x="308" y="308"/>
                      </a:lnTo>
                      <a:lnTo>
                        <a:pt x="333" y="442"/>
                      </a:lnTo>
                      <a:lnTo>
                        <a:pt x="346" y="352"/>
                      </a:lnTo>
                      <a:lnTo>
                        <a:pt x="365" y="384"/>
                      </a:lnTo>
                      <a:lnTo>
                        <a:pt x="378" y="135"/>
                      </a:lnTo>
                      <a:lnTo>
                        <a:pt x="391" y="301"/>
                      </a:lnTo>
                      <a:lnTo>
                        <a:pt x="384" y="519"/>
                      </a:lnTo>
                      <a:lnTo>
                        <a:pt x="404" y="679"/>
                      </a:lnTo>
                      <a:lnTo>
                        <a:pt x="429" y="628"/>
                      </a:lnTo>
                      <a:lnTo>
                        <a:pt x="442" y="480"/>
                      </a:lnTo>
                      <a:lnTo>
                        <a:pt x="455" y="391"/>
                      </a:lnTo>
                      <a:lnTo>
                        <a:pt x="436" y="506"/>
                      </a:lnTo>
                      <a:lnTo>
                        <a:pt x="461" y="352"/>
                      </a:lnTo>
                      <a:lnTo>
                        <a:pt x="474" y="455"/>
                      </a:lnTo>
                      <a:lnTo>
                        <a:pt x="493" y="519"/>
                      </a:lnTo>
                      <a:lnTo>
                        <a:pt x="512" y="410"/>
                      </a:lnTo>
                      <a:lnTo>
                        <a:pt x="532" y="186"/>
                      </a:lnTo>
                      <a:lnTo>
                        <a:pt x="544" y="231"/>
                      </a:lnTo>
                      <a:lnTo>
                        <a:pt x="570" y="148"/>
                      </a:lnTo>
                      <a:lnTo>
                        <a:pt x="576" y="301"/>
                      </a:lnTo>
                      <a:lnTo>
                        <a:pt x="576" y="730"/>
                      </a:lnTo>
                      <a:lnTo>
                        <a:pt x="647" y="0"/>
                      </a:lnTo>
                      <a:lnTo>
                        <a:pt x="647" y="250"/>
                      </a:lnTo>
                      <a:lnTo>
                        <a:pt x="660" y="333"/>
                      </a:lnTo>
                      <a:lnTo>
                        <a:pt x="685" y="192"/>
                      </a:lnTo>
                      <a:lnTo>
                        <a:pt x="711" y="340"/>
                      </a:lnTo>
                      <a:lnTo>
                        <a:pt x="698" y="429"/>
                      </a:lnTo>
                      <a:lnTo>
                        <a:pt x="717" y="461"/>
                      </a:lnTo>
                    </a:path>
                  </a:pathLst>
                </a:custGeom>
                <a:noFill/>
                <a:ln w="9525">
                  <a:solidFill>
                    <a:srgbClr val="FF0000"/>
                  </a:solidFill>
                  <a:round/>
                  <a:headEnd/>
                  <a:tailEnd/>
                </a:ln>
              </p:spPr>
              <p:txBody>
                <a:bodyPr/>
                <a:lstStyle/>
                <a:p>
                  <a:endParaRPr lang="en-GB" sz="1600"/>
                </a:p>
              </p:txBody>
            </p:sp>
            <p:sp>
              <p:nvSpPr>
                <p:cNvPr id="14434" name="Freeform 339"/>
                <p:cNvSpPr>
                  <a:spLocks/>
                </p:cNvSpPr>
                <p:nvPr/>
              </p:nvSpPr>
              <p:spPr bwMode="auto">
                <a:xfrm flipH="1">
                  <a:off x="4077" y="1119"/>
                  <a:ext cx="313" cy="756"/>
                </a:xfrm>
                <a:custGeom>
                  <a:avLst/>
                  <a:gdLst>
                    <a:gd name="T0" fmla="*/ 0 w 717"/>
                    <a:gd name="T1" fmla="*/ 756 h 756"/>
                    <a:gd name="T2" fmla="*/ 4 w 717"/>
                    <a:gd name="T3" fmla="*/ 167 h 756"/>
                    <a:gd name="T4" fmla="*/ 5 w 717"/>
                    <a:gd name="T5" fmla="*/ 384 h 756"/>
                    <a:gd name="T6" fmla="*/ 7 w 717"/>
                    <a:gd name="T7" fmla="*/ 103 h 756"/>
                    <a:gd name="T8" fmla="*/ 10 w 717"/>
                    <a:gd name="T9" fmla="*/ 519 h 756"/>
                    <a:gd name="T10" fmla="*/ 11 w 717"/>
                    <a:gd name="T11" fmla="*/ 487 h 756"/>
                    <a:gd name="T12" fmla="*/ 11 w 717"/>
                    <a:gd name="T13" fmla="*/ 359 h 756"/>
                    <a:gd name="T14" fmla="*/ 14 w 717"/>
                    <a:gd name="T15" fmla="*/ 71 h 756"/>
                    <a:gd name="T16" fmla="*/ 16 w 717"/>
                    <a:gd name="T17" fmla="*/ 244 h 756"/>
                    <a:gd name="T18" fmla="*/ 17 w 717"/>
                    <a:gd name="T19" fmla="*/ 96 h 756"/>
                    <a:gd name="T20" fmla="*/ 18 w 717"/>
                    <a:gd name="T21" fmla="*/ 615 h 756"/>
                    <a:gd name="T22" fmla="*/ 21 w 717"/>
                    <a:gd name="T23" fmla="*/ 397 h 756"/>
                    <a:gd name="T24" fmla="*/ 24 w 717"/>
                    <a:gd name="T25" fmla="*/ 519 h 756"/>
                    <a:gd name="T26" fmla="*/ 25 w 717"/>
                    <a:gd name="T27" fmla="*/ 308 h 756"/>
                    <a:gd name="T28" fmla="*/ 28 w 717"/>
                    <a:gd name="T29" fmla="*/ 442 h 756"/>
                    <a:gd name="T30" fmla="*/ 29 w 717"/>
                    <a:gd name="T31" fmla="*/ 352 h 756"/>
                    <a:gd name="T32" fmla="*/ 30 w 717"/>
                    <a:gd name="T33" fmla="*/ 384 h 756"/>
                    <a:gd name="T34" fmla="*/ 31 w 717"/>
                    <a:gd name="T35" fmla="*/ 135 h 756"/>
                    <a:gd name="T36" fmla="*/ 33 w 717"/>
                    <a:gd name="T37" fmla="*/ 301 h 756"/>
                    <a:gd name="T38" fmla="*/ 32 w 717"/>
                    <a:gd name="T39" fmla="*/ 519 h 756"/>
                    <a:gd name="T40" fmla="*/ 34 w 717"/>
                    <a:gd name="T41" fmla="*/ 679 h 756"/>
                    <a:gd name="T42" fmla="*/ 36 w 717"/>
                    <a:gd name="T43" fmla="*/ 628 h 756"/>
                    <a:gd name="T44" fmla="*/ 37 w 717"/>
                    <a:gd name="T45" fmla="*/ 480 h 756"/>
                    <a:gd name="T46" fmla="*/ 38 w 717"/>
                    <a:gd name="T47" fmla="*/ 391 h 756"/>
                    <a:gd name="T48" fmla="*/ 36 w 717"/>
                    <a:gd name="T49" fmla="*/ 506 h 756"/>
                    <a:gd name="T50" fmla="*/ 38 w 717"/>
                    <a:gd name="T51" fmla="*/ 352 h 756"/>
                    <a:gd name="T52" fmla="*/ 39 w 717"/>
                    <a:gd name="T53" fmla="*/ 455 h 756"/>
                    <a:gd name="T54" fmla="*/ 41 w 717"/>
                    <a:gd name="T55" fmla="*/ 519 h 756"/>
                    <a:gd name="T56" fmla="*/ 43 w 717"/>
                    <a:gd name="T57" fmla="*/ 410 h 756"/>
                    <a:gd name="T58" fmla="*/ 44 w 717"/>
                    <a:gd name="T59" fmla="*/ 186 h 756"/>
                    <a:gd name="T60" fmla="*/ 45 w 717"/>
                    <a:gd name="T61" fmla="*/ 231 h 756"/>
                    <a:gd name="T62" fmla="*/ 48 w 717"/>
                    <a:gd name="T63" fmla="*/ 148 h 756"/>
                    <a:gd name="T64" fmla="*/ 48 w 717"/>
                    <a:gd name="T65" fmla="*/ 301 h 756"/>
                    <a:gd name="T66" fmla="*/ 48 w 717"/>
                    <a:gd name="T67" fmla="*/ 730 h 756"/>
                    <a:gd name="T68" fmla="*/ 54 w 717"/>
                    <a:gd name="T69" fmla="*/ 0 h 756"/>
                    <a:gd name="T70" fmla="*/ 54 w 717"/>
                    <a:gd name="T71" fmla="*/ 250 h 756"/>
                    <a:gd name="T72" fmla="*/ 55 w 717"/>
                    <a:gd name="T73" fmla="*/ 333 h 756"/>
                    <a:gd name="T74" fmla="*/ 57 w 717"/>
                    <a:gd name="T75" fmla="*/ 192 h 756"/>
                    <a:gd name="T76" fmla="*/ 59 w 717"/>
                    <a:gd name="T77" fmla="*/ 340 h 756"/>
                    <a:gd name="T78" fmla="*/ 58 w 717"/>
                    <a:gd name="T79" fmla="*/ 429 h 756"/>
                    <a:gd name="T80" fmla="*/ 60 w 717"/>
                    <a:gd name="T81" fmla="*/ 461 h 756"/>
                    <a:gd name="T82" fmla="*/ 0 60000 65536"/>
                    <a:gd name="T83" fmla="*/ 0 60000 65536"/>
                    <a:gd name="T84" fmla="*/ 0 60000 65536"/>
                    <a:gd name="T85" fmla="*/ 0 60000 65536"/>
                    <a:gd name="T86" fmla="*/ 0 60000 65536"/>
                    <a:gd name="T87" fmla="*/ 0 60000 65536"/>
                    <a:gd name="T88" fmla="*/ 0 60000 65536"/>
                    <a:gd name="T89" fmla="*/ 0 60000 65536"/>
                    <a:gd name="T90" fmla="*/ 0 60000 65536"/>
                    <a:gd name="T91" fmla="*/ 0 60000 65536"/>
                    <a:gd name="T92" fmla="*/ 0 60000 65536"/>
                    <a:gd name="T93" fmla="*/ 0 60000 65536"/>
                    <a:gd name="T94" fmla="*/ 0 60000 65536"/>
                    <a:gd name="T95" fmla="*/ 0 60000 65536"/>
                    <a:gd name="T96" fmla="*/ 0 60000 65536"/>
                    <a:gd name="T97" fmla="*/ 0 60000 65536"/>
                    <a:gd name="T98" fmla="*/ 0 60000 65536"/>
                    <a:gd name="T99" fmla="*/ 0 60000 65536"/>
                    <a:gd name="T100" fmla="*/ 0 60000 65536"/>
                    <a:gd name="T101" fmla="*/ 0 60000 65536"/>
                    <a:gd name="T102" fmla="*/ 0 60000 65536"/>
                    <a:gd name="T103" fmla="*/ 0 60000 65536"/>
                    <a:gd name="T104" fmla="*/ 0 60000 65536"/>
                    <a:gd name="T105" fmla="*/ 0 60000 65536"/>
                    <a:gd name="T106" fmla="*/ 0 60000 65536"/>
                    <a:gd name="T107" fmla="*/ 0 60000 65536"/>
                    <a:gd name="T108" fmla="*/ 0 60000 65536"/>
                    <a:gd name="T109" fmla="*/ 0 60000 65536"/>
                    <a:gd name="T110" fmla="*/ 0 60000 65536"/>
                    <a:gd name="T111" fmla="*/ 0 60000 65536"/>
                    <a:gd name="T112" fmla="*/ 0 60000 65536"/>
                    <a:gd name="T113" fmla="*/ 0 60000 65536"/>
                    <a:gd name="T114" fmla="*/ 0 60000 65536"/>
                    <a:gd name="T115" fmla="*/ 0 60000 65536"/>
                    <a:gd name="T116" fmla="*/ 0 60000 65536"/>
                    <a:gd name="T117" fmla="*/ 0 60000 65536"/>
                    <a:gd name="T118" fmla="*/ 0 60000 65536"/>
                    <a:gd name="T119" fmla="*/ 0 60000 65536"/>
                    <a:gd name="T120" fmla="*/ 0 60000 65536"/>
                    <a:gd name="T121" fmla="*/ 0 60000 65536"/>
                    <a:gd name="T122" fmla="*/ 0 60000 65536"/>
                    <a:gd name="T123" fmla="*/ 0 w 717"/>
                    <a:gd name="T124" fmla="*/ 0 h 756"/>
                    <a:gd name="T125" fmla="*/ 717 w 717"/>
                    <a:gd name="T126" fmla="*/ 756 h 756"/>
                  </a:gdLst>
                  <a:ahLst/>
                  <a:cxnLst>
                    <a:cxn ang="T82">
                      <a:pos x="T0" y="T1"/>
                    </a:cxn>
                    <a:cxn ang="T83">
                      <a:pos x="T2" y="T3"/>
                    </a:cxn>
                    <a:cxn ang="T84">
                      <a:pos x="T4" y="T5"/>
                    </a:cxn>
                    <a:cxn ang="T85">
                      <a:pos x="T6" y="T7"/>
                    </a:cxn>
                    <a:cxn ang="T86">
                      <a:pos x="T8" y="T9"/>
                    </a:cxn>
                    <a:cxn ang="T87">
                      <a:pos x="T10" y="T11"/>
                    </a:cxn>
                    <a:cxn ang="T88">
                      <a:pos x="T12" y="T13"/>
                    </a:cxn>
                    <a:cxn ang="T89">
                      <a:pos x="T14" y="T15"/>
                    </a:cxn>
                    <a:cxn ang="T90">
                      <a:pos x="T16" y="T17"/>
                    </a:cxn>
                    <a:cxn ang="T91">
                      <a:pos x="T18" y="T19"/>
                    </a:cxn>
                    <a:cxn ang="T92">
                      <a:pos x="T20" y="T21"/>
                    </a:cxn>
                    <a:cxn ang="T93">
                      <a:pos x="T22" y="T23"/>
                    </a:cxn>
                    <a:cxn ang="T94">
                      <a:pos x="T24" y="T25"/>
                    </a:cxn>
                    <a:cxn ang="T95">
                      <a:pos x="T26" y="T27"/>
                    </a:cxn>
                    <a:cxn ang="T96">
                      <a:pos x="T28" y="T29"/>
                    </a:cxn>
                    <a:cxn ang="T97">
                      <a:pos x="T30" y="T31"/>
                    </a:cxn>
                    <a:cxn ang="T98">
                      <a:pos x="T32" y="T33"/>
                    </a:cxn>
                    <a:cxn ang="T99">
                      <a:pos x="T34" y="T35"/>
                    </a:cxn>
                    <a:cxn ang="T100">
                      <a:pos x="T36" y="T37"/>
                    </a:cxn>
                    <a:cxn ang="T101">
                      <a:pos x="T38" y="T39"/>
                    </a:cxn>
                    <a:cxn ang="T102">
                      <a:pos x="T40" y="T41"/>
                    </a:cxn>
                    <a:cxn ang="T103">
                      <a:pos x="T42" y="T43"/>
                    </a:cxn>
                    <a:cxn ang="T104">
                      <a:pos x="T44" y="T45"/>
                    </a:cxn>
                    <a:cxn ang="T105">
                      <a:pos x="T46" y="T47"/>
                    </a:cxn>
                    <a:cxn ang="T106">
                      <a:pos x="T48" y="T49"/>
                    </a:cxn>
                    <a:cxn ang="T107">
                      <a:pos x="T50" y="T51"/>
                    </a:cxn>
                    <a:cxn ang="T108">
                      <a:pos x="T52" y="T53"/>
                    </a:cxn>
                    <a:cxn ang="T109">
                      <a:pos x="T54" y="T55"/>
                    </a:cxn>
                    <a:cxn ang="T110">
                      <a:pos x="T56" y="T57"/>
                    </a:cxn>
                    <a:cxn ang="T111">
                      <a:pos x="T58" y="T59"/>
                    </a:cxn>
                    <a:cxn ang="T112">
                      <a:pos x="T60" y="T61"/>
                    </a:cxn>
                    <a:cxn ang="T113">
                      <a:pos x="T62" y="T63"/>
                    </a:cxn>
                    <a:cxn ang="T114">
                      <a:pos x="T64" y="T65"/>
                    </a:cxn>
                    <a:cxn ang="T115">
                      <a:pos x="T66" y="T67"/>
                    </a:cxn>
                    <a:cxn ang="T116">
                      <a:pos x="T68" y="T69"/>
                    </a:cxn>
                    <a:cxn ang="T117">
                      <a:pos x="T70" y="T71"/>
                    </a:cxn>
                    <a:cxn ang="T118">
                      <a:pos x="T72" y="T73"/>
                    </a:cxn>
                    <a:cxn ang="T119">
                      <a:pos x="T74" y="T75"/>
                    </a:cxn>
                    <a:cxn ang="T120">
                      <a:pos x="T76" y="T77"/>
                    </a:cxn>
                    <a:cxn ang="T121">
                      <a:pos x="T78" y="T79"/>
                    </a:cxn>
                    <a:cxn ang="T122">
                      <a:pos x="T80" y="T81"/>
                    </a:cxn>
                  </a:cxnLst>
                  <a:rect l="T123" t="T124" r="T125" b="T126"/>
                  <a:pathLst>
                    <a:path w="717" h="756">
                      <a:moveTo>
                        <a:pt x="0" y="756"/>
                      </a:moveTo>
                      <a:lnTo>
                        <a:pt x="52" y="167"/>
                      </a:lnTo>
                      <a:lnTo>
                        <a:pt x="64" y="384"/>
                      </a:lnTo>
                      <a:lnTo>
                        <a:pt x="90" y="103"/>
                      </a:lnTo>
                      <a:lnTo>
                        <a:pt x="116" y="519"/>
                      </a:lnTo>
                      <a:lnTo>
                        <a:pt x="135" y="487"/>
                      </a:lnTo>
                      <a:lnTo>
                        <a:pt x="135" y="359"/>
                      </a:lnTo>
                      <a:lnTo>
                        <a:pt x="167" y="71"/>
                      </a:lnTo>
                      <a:lnTo>
                        <a:pt x="192" y="244"/>
                      </a:lnTo>
                      <a:lnTo>
                        <a:pt x="205" y="96"/>
                      </a:lnTo>
                      <a:lnTo>
                        <a:pt x="218" y="615"/>
                      </a:lnTo>
                      <a:lnTo>
                        <a:pt x="244" y="397"/>
                      </a:lnTo>
                      <a:lnTo>
                        <a:pt x="282" y="519"/>
                      </a:lnTo>
                      <a:lnTo>
                        <a:pt x="308" y="308"/>
                      </a:lnTo>
                      <a:lnTo>
                        <a:pt x="333" y="442"/>
                      </a:lnTo>
                      <a:lnTo>
                        <a:pt x="346" y="352"/>
                      </a:lnTo>
                      <a:lnTo>
                        <a:pt x="365" y="384"/>
                      </a:lnTo>
                      <a:lnTo>
                        <a:pt x="378" y="135"/>
                      </a:lnTo>
                      <a:lnTo>
                        <a:pt x="391" y="301"/>
                      </a:lnTo>
                      <a:lnTo>
                        <a:pt x="384" y="519"/>
                      </a:lnTo>
                      <a:lnTo>
                        <a:pt x="404" y="679"/>
                      </a:lnTo>
                      <a:lnTo>
                        <a:pt x="429" y="628"/>
                      </a:lnTo>
                      <a:lnTo>
                        <a:pt x="442" y="480"/>
                      </a:lnTo>
                      <a:lnTo>
                        <a:pt x="455" y="391"/>
                      </a:lnTo>
                      <a:lnTo>
                        <a:pt x="436" y="506"/>
                      </a:lnTo>
                      <a:lnTo>
                        <a:pt x="461" y="352"/>
                      </a:lnTo>
                      <a:lnTo>
                        <a:pt x="474" y="455"/>
                      </a:lnTo>
                      <a:lnTo>
                        <a:pt x="493" y="519"/>
                      </a:lnTo>
                      <a:lnTo>
                        <a:pt x="512" y="410"/>
                      </a:lnTo>
                      <a:lnTo>
                        <a:pt x="532" y="186"/>
                      </a:lnTo>
                      <a:lnTo>
                        <a:pt x="544" y="231"/>
                      </a:lnTo>
                      <a:lnTo>
                        <a:pt x="570" y="148"/>
                      </a:lnTo>
                      <a:lnTo>
                        <a:pt x="576" y="301"/>
                      </a:lnTo>
                      <a:lnTo>
                        <a:pt x="576" y="730"/>
                      </a:lnTo>
                      <a:lnTo>
                        <a:pt x="647" y="0"/>
                      </a:lnTo>
                      <a:lnTo>
                        <a:pt x="647" y="250"/>
                      </a:lnTo>
                      <a:lnTo>
                        <a:pt x="660" y="333"/>
                      </a:lnTo>
                      <a:lnTo>
                        <a:pt x="685" y="192"/>
                      </a:lnTo>
                      <a:lnTo>
                        <a:pt x="711" y="340"/>
                      </a:lnTo>
                      <a:lnTo>
                        <a:pt x="698" y="429"/>
                      </a:lnTo>
                      <a:lnTo>
                        <a:pt x="717" y="461"/>
                      </a:lnTo>
                    </a:path>
                  </a:pathLst>
                </a:custGeom>
                <a:noFill/>
                <a:ln w="9525">
                  <a:solidFill>
                    <a:srgbClr val="FF0000"/>
                  </a:solidFill>
                  <a:round/>
                  <a:headEnd/>
                  <a:tailEnd/>
                </a:ln>
              </p:spPr>
              <p:txBody>
                <a:bodyPr/>
                <a:lstStyle/>
                <a:p>
                  <a:endParaRPr lang="en-GB" sz="1600"/>
                </a:p>
              </p:txBody>
            </p:sp>
            <p:sp>
              <p:nvSpPr>
                <p:cNvPr id="14435" name="Freeform 340"/>
                <p:cNvSpPr>
                  <a:spLocks/>
                </p:cNvSpPr>
                <p:nvPr/>
              </p:nvSpPr>
              <p:spPr bwMode="auto">
                <a:xfrm flipV="1">
                  <a:off x="4385" y="1138"/>
                  <a:ext cx="313" cy="756"/>
                </a:xfrm>
                <a:custGeom>
                  <a:avLst/>
                  <a:gdLst>
                    <a:gd name="T0" fmla="*/ 0 w 717"/>
                    <a:gd name="T1" fmla="*/ 756 h 756"/>
                    <a:gd name="T2" fmla="*/ 4 w 717"/>
                    <a:gd name="T3" fmla="*/ 167 h 756"/>
                    <a:gd name="T4" fmla="*/ 5 w 717"/>
                    <a:gd name="T5" fmla="*/ 384 h 756"/>
                    <a:gd name="T6" fmla="*/ 7 w 717"/>
                    <a:gd name="T7" fmla="*/ 103 h 756"/>
                    <a:gd name="T8" fmla="*/ 10 w 717"/>
                    <a:gd name="T9" fmla="*/ 519 h 756"/>
                    <a:gd name="T10" fmla="*/ 11 w 717"/>
                    <a:gd name="T11" fmla="*/ 487 h 756"/>
                    <a:gd name="T12" fmla="*/ 11 w 717"/>
                    <a:gd name="T13" fmla="*/ 359 h 756"/>
                    <a:gd name="T14" fmla="*/ 14 w 717"/>
                    <a:gd name="T15" fmla="*/ 71 h 756"/>
                    <a:gd name="T16" fmla="*/ 16 w 717"/>
                    <a:gd name="T17" fmla="*/ 244 h 756"/>
                    <a:gd name="T18" fmla="*/ 17 w 717"/>
                    <a:gd name="T19" fmla="*/ 96 h 756"/>
                    <a:gd name="T20" fmla="*/ 18 w 717"/>
                    <a:gd name="T21" fmla="*/ 615 h 756"/>
                    <a:gd name="T22" fmla="*/ 21 w 717"/>
                    <a:gd name="T23" fmla="*/ 397 h 756"/>
                    <a:gd name="T24" fmla="*/ 24 w 717"/>
                    <a:gd name="T25" fmla="*/ 519 h 756"/>
                    <a:gd name="T26" fmla="*/ 25 w 717"/>
                    <a:gd name="T27" fmla="*/ 308 h 756"/>
                    <a:gd name="T28" fmla="*/ 28 w 717"/>
                    <a:gd name="T29" fmla="*/ 442 h 756"/>
                    <a:gd name="T30" fmla="*/ 29 w 717"/>
                    <a:gd name="T31" fmla="*/ 352 h 756"/>
                    <a:gd name="T32" fmla="*/ 30 w 717"/>
                    <a:gd name="T33" fmla="*/ 384 h 756"/>
                    <a:gd name="T34" fmla="*/ 31 w 717"/>
                    <a:gd name="T35" fmla="*/ 135 h 756"/>
                    <a:gd name="T36" fmla="*/ 33 w 717"/>
                    <a:gd name="T37" fmla="*/ 301 h 756"/>
                    <a:gd name="T38" fmla="*/ 32 w 717"/>
                    <a:gd name="T39" fmla="*/ 519 h 756"/>
                    <a:gd name="T40" fmla="*/ 34 w 717"/>
                    <a:gd name="T41" fmla="*/ 679 h 756"/>
                    <a:gd name="T42" fmla="*/ 36 w 717"/>
                    <a:gd name="T43" fmla="*/ 628 h 756"/>
                    <a:gd name="T44" fmla="*/ 37 w 717"/>
                    <a:gd name="T45" fmla="*/ 480 h 756"/>
                    <a:gd name="T46" fmla="*/ 38 w 717"/>
                    <a:gd name="T47" fmla="*/ 391 h 756"/>
                    <a:gd name="T48" fmla="*/ 36 w 717"/>
                    <a:gd name="T49" fmla="*/ 506 h 756"/>
                    <a:gd name="T50" fmla="*/ 38 w 717"/>
                    <a:gd name="T51" fmla="*/ 352 h 756"/>
                    <a:gd name="T52" fmla="*/ 39 w 717"/>
                    <a:gd name="T53" fmla="*/ 455 h 756"/>
                    <a:gd name="T54" fmla="*/ 41 w 717"/>
                    <a:gd name="T55" fmla="*/ 519 h 756"/>
                    <a:gd name="T56" fmla="*/ 43 w 717"/>
                    <a:gd name="T57" fmla="*/ 410 h 756"/>
                    <a:gd name="T58" fmla="*/ 44 w 717"/>
                    <a:gd name="T59" fmla="*/ 186 h 756"/>
                    <a:gd name="T60" fmla="*/ 45 w 717"/>
                    <a:gd name="T61" fmla="*/ 231 h 756"/>
                    <a:gd name="T62" fmla="*/ 48 w 717"/>
                    <a:gd name="T63" fmla="*/ 148 h 756"/>
                    <a:gd name="T64" fmla="*/ 48 w 717"/>
                    <a:gd name="T65" fmla="*/ 301 h 756"/>
                    <a:gd name="T66" fmla="*/ 48 w 717"/>
                    <a:gd name="T67" fmla="*/ 730 h 756"/>
                    <a:gd name="T68" fmla="*/ 54 w 717"/>
                    <a:gd name="T69" fmla="*/ 0 h 756"/>
                    <a:gd name="T70" fmla="*/ 54 w 717"/>
                    <a:gd name="T71" fmla="*/ 250 h 756"/>
                    <a:gd name="T72" fmla="*/ 55 w 717"/>
                    <a:gd name="T73" fmla="*/ 333 h 756"/>
                    <a:gd name="T74" fmla="*/ 57 w 717"/>
                    <a:gd name="T75" fmla="*/ 192 h 756"/>
                    <a:gd name="T76" fmla="*/ 59 w 717"/>
                    <a:gd name="T77" fmla="*/ 340 h 756"/>
                    <a:gd name="T78" fmla="*/ 58 w 717"/>
                    <a:gd name="T79" fmla="*/ 429 h 756"/>
                    <a:gd name="T80" fmla="*/ 60 w 717"/>
                    <a:gd name="T81" fmla="*/ 461 h 756"/>
                    <a:gd name="T82" fmla="*/ 0 60000 65536"/>
                    <a:gd name="T83" fmla="*/ 0 60000 65536"/>
                    <a:gd name="T84" fmla="*/ 0 60000 65536"/>
                    <a:gd name="T85" fmla="*/ 0 60000 65536"/>
                    <a:gd name="T86" fmla="*/ 0 60000 65536"/>
                    <a:gd name="T87" fmla="*/ 0 60000 65536"/>
                    <a:gd name="T88" fmla="*/ 0 60000 65536"/>
                    <a:gd name="T89" fmla="*/ 0 60000 65536"/>
                    <a:gd name="T90" fmla="*/ 0 60000 65536"/>
                    <a:gd name="T91" fmla="*/ 0 60000 65536"/>
                    <a:gd name="T92" fmla="*/ 0 60000 65536"/>
                    <a:gd name="T93" fmla="*/ 0 60000 65536"/>
                    <a:gd name="T94" fmla="*/ 0 60000 65536"/>
                    <a:gd name="T95" fmla="*/ 0 60000 65536"/>
                    <a:gd name="T96" fmla="*/ 0 60000 65536"/>
                    <a:gd name="T97" fmla="*/ 0 60000 65536"/>
                    <a:gd name="T98" fmla="*/ 0 60000 65536"/>
                    <a:gd name="T99" fmla="*/ 0 60000 65536"/>
                    <a:gd name="T100" fmla="*/ 0 60000 65536"/>
                    <a:gd name="T101" fmla="*/ 0 60000 65536"/>
                    <a:gd name="T102" fmla="*/ 0 60000 65536"/>
                    <a:gd name="T103" fmla="*/ 0 60000 65536"/>
                    <a:gd name="T104" fmla="*/ 0 60000 65536"/>
                    <a:gd name="T105" fmla="*/ 0 60000 65536"/>
                    <a:gd name="T106" fmla="*/ 0 60000 65536"/>
                    <a:gd name="T107" fmla="*/ 0 60000 65536"/>
                    <a:gd name="T108" fmla="*/ 0 60000 65536"/>
                    <a:gd name="T109" fmla="*/ 0 60000 65536"/>
                    <a:gd name="T110" fmla="*/ 0 60000 65536"/>
                    <a:gd name="T111" fmla="*/ 0 60000 65536"/>
                    <a:gd name="T112" fmla="*/ 0 60000 65536"/>
                    <a:gd name="T113" fmla="*/ 0 60000 65536"/>
                    <a:gd name="T114" fmla="*/ 0 60000 65536"/>
                    <a:gd name="T115" fmla="*/ 0 60000 65536"/>
                    <a:gd name="T116" fmla="*/ 0 60000 65536"/>
                    <a:gd name="T117" fmla="*/ 0 60000 65536"/>
                    <a:gd name="T118" fmla="*/ 0 60000 65536"/>
                    <a:gd name="T119" fmla="*/ 0 60000 65536"/>
                    <a:gd name="T120" fmla="*/ 0 60000 65536"/>
                    <a:gd name="T121" fmla="*/ 0 60000 65536"/>
                    <a:gd name="T122" fmla="*/ 0 60000 65536"/>
                    <a:gd name="T123" fmla="*/ 0 w 717"/>
                    <a:gd name="T124" fmla="*/ 0 h 756"/>
                    <a:gd name="T125" fmla="*/ 717 w 717"/>
                    <a:gd name="T126" fmla="*/ 756 h 756"/>
                  </a:gdLst>
                  <a:ahLst/>
                  <a:cxnLst>
                    <a:cxn ang="T82">
                      <a:pos x="T0" y="T1"/>
                    </a:cxn>
                    <a:cxn ang="T83">
                      <a:pos x="T2" y="T3"/>
                    </a:cxn>
                    <a:cxn ang="T84">
                      <a:pos x="T4" y="T5"/>
                    </a:cxn>
                    <a:cxn ang="T85">
                      <a:pos x="T6" y="T7"/>
                    </a:cxn>
                    <a:cxn ang="T86">
                      <a:pos x="T8" y="T9"/>
                    </a:cxn>
                    <a:cxn ang="T87">
                      <a:pos x="T10" y="T11"/>
                    </a:cxn>
                    <a:cxn ang="T88">
                      <a:pos x="T12" y="T13"/>
                    </a:cxn>
                    <a:cxn ang="T89">
                      <a:pos x="T14" y="T15"/>
                    </a:cxn>
                    <a:cxn ang="T90">
                      <a:pos x="T16" y="T17"/>
                    </a:cxn>
                    <a:cxn ang="T91">
                      <a:pos x="T18" y="T19"/>
                    </a:cxn>
                    <a:cxn ang="T92">
                      <a:pos x="T20" y="T21"/>
                    </a:cxn>
                    <a:cxn ang="T93">
                      <a:pos x="T22" y="T23"/>
                    </a:cxn>
                    <a:cxn ang="T94">
                      <a:pos x="T24" y="T25"/>
                    </a:cxn>
                    <a:cxn ang="T95">
                      <a:pos x="T26" y="T27"/>
                    </a:cxn>
                    <a:cxn ang="T96">
                      <a:pos x="T28" y="T29"/>
                    </a:cxn>
                    <a:cxn ang="T97">
                      <a:pos x="T30" y="T31"/>
                    </a:cxn>
                    <a:cxn ang="T98">
                      <a:pos x="T32" y="T33"/>
                    </a:cxn>
                    <a:cxn ang="T99">
                      <a:pos x="T34" y="T35"/>
                    </a:cxn>
                    <a:cxn ang="T100">
                      <a:pos x="T36" y="T37"/>
                    </a:cxn>
                    <a:cxn ang="T101">
                      <a:pos x="T38" y="T39"/>
                    </a:cxn>
                    <a:cxn ang="T102">
                      <a:pos x="T40" y="T41"/>
                    </a:cxn>
                    <a:cxn ang="T103">
                      <a:pos x="T42" y="T43"/>
                    </a:cxn>
                    <a:cxn ang="T104">
                      <a:pos x="T44" y="T45"/>
                    </a:cxn>
                    <a:cxn ang="T105">
                      <a:pos x="T46" y="T47"/>
                    </a:cxn>
                    <a:cxn ang="T106">
                      <a:pos x="T48" y="T49"/>
                    </a:cxn>
                    <a:cxn ang="T107">
                      <a:pos x="T50" y="T51"/>
                    </a:cxn>
                    <a:cxn ang="T108">
                      <a:pos x="T52" y="T53"/>
                    </a:cxn>
                    <a:cxn ang="T109">
                      <a:pos x="T54" y="T55"/>
                    </a:cxn>
                    <a:cxn ang="T110">
                      <a:pos x="T56" y="T57"/>
                    </a:cxn>
                    <a:cxn ang="T111">
                      <a:pos x="T58" y="T59"/>
                    </a:cxn>
                    <a:cxn ang="T112">
                      <a:pos x="T60" y="T61"/>
                    </a:cxn>
                    <a:cxn ang="T113">
                      <a:pos x="T62" y="T63"/>
                    </a:cxn>
                    <a:cxn ang="T114">
                      <a:pos x="T64" y="T65"/>
                    </a:cxn>
                    <a:cxn ang="T115">
                      <a:pos x="T66" y="T67"/>
                    </a:cxn>
                    <a:cxn ang="T116">
                      <a:pos x="T68" y="T69"/>
                    </a:cxn>
                    <a:cxn ang="T117">
                      <a:pos x="T70" y="T71"/>
                    </a:cxn>
                    <a:cxn ang="T118">
                      <a:pos x="T72" y="T73"/>
                    </a:cxn>
                    <a:cxn ang="T119">
                      <a:pos x="T74" y="T75"/>
                    </a:cxn>
                    <a:cxn ang="T120">
                      <a:pos x="T76" y="T77"/>
                    </a:cxn>
                    <a:cxn ang="T121">
                      <a:pos x="T78" y="T79"/>
                    </a:cxn>
                    <a:cxn ang="T122">
                      <a:pos x="T80" y="T81"/>
                    </a:cxn>
                  </a:cxnLst>
                  <a:rect l="T123" t="T124" r="T125" b="T126"/>
                  <a:pathLst>
                    <a:path w="717" h="756">
                      <a:moveTo>
                        <a:pt x="0" y="756"/>
                      </a:moveTo>
                      <a:lnTo>
                        <a:pt x="52" y="167"/>
                      </a:lnTo>
                      <a:lnTo>
                        <a:pt x="64" y="384"/>
                      </a:lnTo>
                      <a:lnTo>
                        <a:pt x="90" y="103"/>
                      </a:lnTo>
                      <a:lnTo>
                        <a:pt x="116" y="519"/>
                      </a:lnTo>
                      <a:lnTo>
                        <a:pt x="135" y="487"/>
                      </a:lnTo>
                      <a:lnTo>
                        <a:pt x="135" y="359"/>
                      </a:lnTo>
                      <a:lnTo>
                        <a:pt x="167" y="71"/>
                      </a:lnTo>
                      <a:lnTo>
                        <a:pt x="192" y="244"/>
                      </a:lnTo>
                      <a:lnTo>
                        <a:pt x="205" y="96"/>
                      </a:lnTo>
                      <a:lnTo>
                        <a:pt x="218" y="615"/>
                      </a:lnTo>
                      <a:lnTo>
                        <a:pt x="244" y="397"/>
                      </a:lnTo>
                      <a:lnTo>
                        <a:pt x="282" y="519"/>
                      </a:lnTo>
                      <a:lnTo>
                        <a:pt x="308" y="308"/>
                      </a:lnTo>
                      <a:lnTo>
                        <a:pt x="333" y="442"/>
                      </a:lnTo>
                      <a:lnTo>
                        <a:pt x="346" y="352"/>
                      </a:lnTo>
                      <a:lnTo>
                        <a:pt x="365" y="384"/>
                      </a:lnTo>
                      <a:lnTo>
                        <a:pt x="378" y="135"/>
                      </a:lnTo>
                      <a:lnTo>
                        <a:pt x="391" y="301"/>
                      </a:lnTo>
                      <a:lnTo>
                        <a:pt x="384" y="519"/>
                      </a:lnTo>
                      <a:lnTo>
                        <a:pt x="404" y="679"/>
                      </a:lnTo>
                      <a:lnTo>
                        <a:pt x="429" y="628"/>
                      </a:lnTo>
                      <a:lnTo>
                        <a:pt x="442" y="480"/>
                      </a:lnTo>
                      <a:lnTo>
                        <a:pt x="455" y="391"/>
                      </a:lnTo>
                      <a:lnTo>
                        <a:pt x="436" y="506"/>
                      </a:lnTo>
                      <a:lnTo>
                        <a:pt x="461" y="352"/>
                      </a:lnTo>
                      <a:lnTo>
                        <a:pt x="474" y="455"/>
                      </a:lnTo>
                      <a:lnTo>
                        <a:pt x="493" y="519"/>
                      </a:lnTo>
                      <a:lnTo>
                        <a:pt x="512" y="410"/>
                      </a:lnTo>
                      <a:lnTo>
                        <a:pt x="532" y="186"/>
                      </a:lnTo>
                      <a:lnTo>
                        <a:pt x="544" y="231"/>
                      </a:lnTo>
                      <a:lnTo>
                        <a:pt x="570" y="148"/>
                      </a:lnTo>
                      <a:lnTo>
                        <a:pt x="576" y="301"/>
                      </a:lnTo>
                      <a:lnTo>
                        <a:pt x="576" y="730"/>
                      </a:lnTo>
                      <a:lnTo>
                        <a:pt x="647" y="0"/>
                      </a:lnTo>
                      <a:lnTo>
                        <a:pt x="647" y="250"/>
                      </a:lnTo>
                      <a:lnTo>
                        <a:pt x="660" y="333"/>
                      </a:lnTo>
                      <a:lnTo>
                        <a:pt x="685" y="192"/>
                      </a:lnTo>
                      <a:lnTo>
                        <a:pt x="711" y="340"/>
                      </a:lnTo>
                      <a:lnTo>
                        <a:pt x="698" y="429"/>
                      </a:lnTo>
                      <a:lnTo>
                        <a:pt x="717" y="461"/>
                      </a:lnTo>
                    </a:path>
                  </a:pathLst>
                </a:custGeom>
                <a:noFill/>
                <a:ln w="9525">
                  <a:solidFill>
                    <a:srgbClr val="FF0000"/>
                  </a:solidFill>
                  <a:round/>
                  <a:headEnd/>
                  <a:tailEnd/>
                </a:ln>
              </p:spPr>
              <p:txBody>
                <a:bodyPr/>
                <a:lstStyle/>
                <a:p>
                  <a:endParaRPr lang="en-GB" sz="1600"/>
                </a:p>
              </p:txBody>
            </p:sp>
            <p:sp>
              <p:nvSpPr>
                <p:cNvPr id="14436" name="Freeform 341"/>
                <p:cNvSpPr>
                  <a:spLocks/>
                </p:cNvSpPr>
                <p:nvPr/>
              </p:nvSpPr>
              <p:spPr bwMode="auto">
                <a:xfrm flipH="1">
                  <a:off x="4698" y="1100"/>
                  <a:ext cx="313" cy="756"/>
                </a:xfrm>
                <a:custGeom>
                  <a:avLst/>
                  <a:gdLst>
                    <a:gd name="T0" fmla="*/ 0 w 717"/>
                    <a:gd name="T1" fmla="*/ 756 h 756"/>
                    <a:gd name="T2" fmla="*/ 4 w 717"/>
                    <a:gd name="T3" fmla="*/ 167 h 756"/>
                    <a:gd name="T4" fmla="*/ 5 w 717"/>
                    <a:gd name="T5" fmla="*/ 384 h 756"/>
                    <a:gd name="T6" fmla="*/ 7 w 717"/>
                    <a:gd name="T7" fmla="*/ 103 h 756"/>
                    <a:gd name="T8" fmla="*/ 10 w 717"/>
                    <a:gd name="T9" fmla="*/ 519 h 756"/>
                    <a:gd name="T10" fmla="*/ 11 w 717"/>
                    <a:gd name="T11" fmla="*/ 487 h 756"/>
                    <a:gd name="T12" fmla="*/ 11 w 717"/>
                    <a:gd name="T13" fmla="*/ 359 h 756"/>
                    <a:gd name="T14" fmla="*/ 14 w 717"/>
                    <a:gd name="T15" fmla="*/ 71 h 756"/>
                    <a:gd name="T16" fmla="*/ 16 w 717"/>
                    <a:gd name="T17" fmla="*/ 244 h 756"/>
                    <a:gd name="T18" fmla="*/ 17 w 717"/>
                    <a:gd name="T19" fmla="*/ 96 h 756"/>
                    <a:gd name="T20" fmla="*/ 18 w 717"/>
                    <a:gd name="T21" fmla="*/ 615 h 756"/>
                    <a:gd name="T22" fmla="*/ 21 w 717"/>
                    <a:gd name="T23" fmla="*/ 397 h 756"/>
                    <a:gd name="T24" fmla="*/ 24 w 717"/>
                    <a:gd name="T25" fmla="*/ 519 h 756"/>
                    <a:gd name="T26" fmla="*/ 25 w 717"/>
                    <a:gd name="T27" fmla="*/ 308 h 756"/>
                    <a:gd name="T28" fmla="*/ 28 w 717"/>
                    <a:gd name="T29" fmla="*/ 442 h 756"/>
                    <a:gd name="T30" fmla="*/ 29 w 717"/>
                    <a:gd name="T31" fmla="*/ 352 h 756"/>
                    <a:gd name="T32" fmla="*/ 30 w 717"/>
                    <a:gd name="T33" fmla="*/ 384 h 756"/>
                    <a:gd name="T34" fmla="*/ 31 w 717"/>
                    <a:gd name="T35" fmla="*/ 135 h 756"/>
                    <a:gd name="T36" fmla="*/ 33 w 717"/>
                    <a:gd name="T37" fmla="*/ 301 h 756"/>
                    <a:gd name="T38" fmla="*/ 32 w 717"/>
                    <a:gd name="T39" fmla="*/ 519 h 756"/>
                    <a:gd name="T40" fmla="*/ 34 w 717"/>
                    <a:gd name="T41" fmla="*/ 679 h 756"/>
                    <a:gd name="T42" fmla="*/ 36 w 717"/>
                    <a:gd name="T43" fmla="*/ 628 h 756"/>
                    <a:gd name="T44" fmla="*/ 37 w 717"/>
                    <a:gd name="T45" fmla="*/ 480 h 756"/>
                    <a:gd name="T46" fmla="*/ 38 w 717"/>
                    <a:gd name="T47" fmla="*/ 391 h 756"/>
                    <a:gd name="T48" fmla="*/ 36 w 717"/>
                    <a:gd name="T49" fmla="*/ 506 h 756"/>
                    <a:gd name="T50" fmla="*/ 38 w 717"/>
                    <a:gd name="T51" fmla="*/ 352 h 756"/>
                    <a:gd name="T52" fmla="*/ 39 w 717"/>
                    <a:gd name="T53" fmla="*/ 455 h 756"/>
                    <a:gd name="T54" fmla="*/ 41 w 717"/>
                    <a:gd name="T55" fmla="*/ 519 h 756"/>
                    <a:gd name="T56" fmla="*/ 43 w 717"/>
                    <a:gd name="T57" fmla="*/ 410 h 756"/>
                    <a:gd name="T58" fmla="*/ 44 w 717"/>
                    <a:gd name="T59" fmla="*/ 186 h 756"/>
                    <a:gd name="T60" fmla="*/ 45 w 717"/>
                    <a:gd name="T61" fmla="*/ 231 h 756"/>
                    <a:gd name="T62" fmla="*/ 48 w 717"/>
                    <a:gd name="T63" fmla="*/ 148 h 756"/>
                    <a:gd name="T64" fmla="*/ 48 w 717"/>
                    <a:gd name="T65" fmla="*/ 301 h 756"/>
                    <a:gd name="T66" fmla="*/ 48 w 717"/>
                    <a:gd name="T67" fmla="*/ 730 h 756"/>
                    <a:gd name="T68" fmla="*/ 54 w 717"/>
                    <a:gd name="T69" fmla="*/ 0 h 756"/>
                    <a:gd name="T70" fmla="*/ 54 w 717"/>
                    <a:gd name="T71" fmla="*/ 250 h 756"/>
                    <a:gd name="T72" fmla="*/ 55 w 717"/>
                    <a:gd name="T73" fmla="*/ 333 h 756"/>
                    <a:gd name="T74" fmla="*/ 57 w 717"/>
                    <a:gd name="T75" fmla="*/ 192 h 756"/>
                    <a:gd name="T76" fmla="*/ 59 w 717"/>
                    <a:gd name="T77" fmla="*/ 340 h 756"/>
                    <a:gd name="T78" fmla="*/ 58 w 717"/>
                    <a:gd name="T79" fmla="*/ 429 h 756"/>
                    <a:gd name="T80" fmla="*/ 60 w 717"/>
                    <a:gd name="T81" fmla="*/ 461 h 756"/>
                    <a:gd name="T82" fmla="*/ 0 60000 65536"/>
                    <a:gd name="T83" fmla="*/ 0 60000 65536"/>
                    <a:gd name="T84" fmla="*/ 0 60000 65536"/>
                    <a:gd name="T85" fmla="*/ 0 60000 65536"/>
                    <a:gd name="T86" fmla="*/ 0 60000 65536"/>
                    <a:gd name="T87" fmla="*/ 0 60000 65536"/>
                    <a:gd name="T88" fmla="*/ 0 60000 65536"/>
                    <a:gd name="T89" fmla="*/ 0 60000 65536"/>
                    <a:gd name="T90" fmla="*/ 0 60000 65536"/>
                    <a:gd name="T91" fmla="*/ 0 60000 65536"/>
                    <a:gd name="T92" fmla="*/ 0 60000 65536"/>
                    <a:gd name="T93" fmla="*/ 0 60000 65536"/>
                    <a:gd name="T94" fmla="*/ 0 60000 65536"/>
                    <a:gd name="T95" fmla="*/ 0 60000 65536"/>
                    <a:gd name="T96" fmla="*/ 0 60000 65536"/>
                    <a:gd name="T97" fmla="*/ 0 60000 65536"/>
                    <a:gd name="T98" fmla="*/ 0 60000 65536"/>
                    <a:gd name="T99" fmla="*/ 0 60000 65536"/>
                    <a:gd name="T100" fmla="*/ 0 60000 65536"/>
                    <a:gd name="T101" fmla="*/ 0 60000 65536"/>
                    <a:gd name="T102" fmla="*/ 0 60000 65536"/>
                    <a:gd name="T103" fmla="*/ 0 60000 65536"/>
                    <a:gd name="T104" fmla="*/ 0 60000 65536"/>
                    <a:gd name="T105" fmla="*/ 0 60000 65536"/>
                    <a:gd name="T106" fmla="*/ 0 60000 65536"/>
                    <a:gd name="T107" fmla="*/ 0 60000 65536"/>
                    <a:gd name="T108" fmla="*/ 0 60000 65536"/>
                    <a:gd name="T109" fmla="*/ 0 60000 65536"/>
                    <a:gd name="T110" fmla="*/ 0 60000 65536"/>
                    <a:gd name="T111" fmla="*/ 0 60000 65536"/>
                    <a:gd name="T112" fmla="*/ 0 60000 65536"/>
                    <a:gd name="T113" fmla="*/ 0 60000 65536"/>
                    <a:gd name="T114" fmla="*/ 0 60000 65536"/>
                    <a:gd name="T115" fmla="*/ 0 60000 65536"/>
                    <a:gd name="T116" fmla="*/ 0 60000 65536"/>
                    <a:gd name="T117" fmla="*/ 0 60000 65536"/>
                    <a:gd name="T118" fmla="*/ 0 60000 65536"/>
                    <a:gd name="T119" fmla="*/ 0 60000 65536"/>
                    <a:gd name="T120" fmla="*/ 0 60000 65536"/>
                    <a:gd name="T121" fmla="*/ 0 60000 65536"/>
                    <a:gd name="T122" fmla="*/ 0 60000 65536"/>
                    <a:gd name="T123" fmla="*/ 0 w 717"/>
                    <a:gd name="T124" fmla="*/ 0 h 756"/>
                    <a:gd name="T125" fmla="*/ 717 w 717"/>
                    <a:gd name="T126" fmla="*/ 756 h 756"/>
                  </a:gdLst>
                  <a:ahLst/>
                  <a:cxnLst>
                    <a:cxn ang="T82">
                      <a:pos x="T0" y="T1"/>
                    </a:cxn>
                    <a:cxn ang="T83">
                      <a:pos x="T2" y="T3"/>
                    </a:cxn>
                    <a:cxn ang="T84">
                      <a:pos x="T4" y="T5"/>
                    </a:cxn>
                    <a:cxn ang="T85">
                      <a:pos x="T6" y="T7"/>
                    </a:cxn>
                    <a:cxn ang="T86">
                      <a:pos x="T8" y="T9"/>
                    </a:cxn>
                    <a:cxn ang="T87">
                      <a:pos x="T10" y="T11"/>
                    </a:cxn>
                    <a:cxn ang="T88">
                      <a:pos x="T12" y="T13"/>
                    </a:cxn>
                    <a:cxn ang="T89">
                      <a:pos x="T14" y="T15"/>
                    </a:cxn>
                    <a:cxn ang="T90">
                      <a:pos x="T16" y="T17"/>
                    </a:cxn>
                    <a:cxn ang="T91">
                      <a:pos x="T18" y="T19"/>
                    </a:cxn>
                    <a:cxn ang="T92">
                      <a:pos x="T20" y="T21"/>
                    </a:cxn>
                    <a:cxn ang="T93">
                      <a:pos x="T22" y="T23"/>
                    </a:cxn>
                    <a:cxn ang="T94">
                      <a:pos x="T24" y="T25"/>
                    </a:cxn>
                    <a:cxn ang="T95">
                      <a:pos x="T26" y="T27"/>
                    </a:cxn>
                    <a:cxn ang="T96">
                      <a:pos x="T28" y="T29"/>
                    </a:cxn>
                    <a:cxn ang="T97">
                      <a:pos x="T30" y="T31"/>
                    </a:cxn>
                    <a:cxn ang="T98">
                      <a:pos x="T32" y="T33"/>
                    </a:cxn>
                    <a:cxn ang="T99">
                      <a:pos x="T34" y="T35"/>
                    </a:cxn>
                    <a:cxn ang="T100">
                      <a:pos x="T36" y="T37"/>
                    </a:cxn>
                    <a:cxn ang="T101">
                      <a:pos x="T38" y="T39"/>
                    </a:cxn>
                    <a:cxn ang="T102">
                      <a:pos x="T40" y="T41"/>
                    </a:cxn>
                    <a:cxn ang="T103">
                      <a:pos x="T42" y="T43"/>
                    </a:cxn>
                    <a:cxn ang="T104">
                      <a:pos x="T44" y="T45"/>
                    </a:cxn>
                    <a:cxn ang="T105">
                      <a:pos x="T46" y="T47"/>
                    </a:cxn>
                    <a:cxn ang="T106">
                      <a:pos x="T48" y="T49"/>
                    </a:cxn>
                    <a:cxn ang="T107">
                      <a:pos x="T50" y="T51"/>
                    </a:cxn>
                    <a:cxn ang="T108">
                      <a:pos x="T52" y="T53"/>
                    </a:cxn>
                    <a:cxn ang="T109">
                      <a:pos x="T54" y="T55"/>
                    </a:cxn>
                    <a:cxn ang="T110">
                      <a:pos x="T56" y="T57"/>
                    </a:cxn>
                    <a:cxn ang="T111">
                      <a:pos x="T58" y="T59"/>
                    </a:cxn>
                    <a:cxn ang="T112">
                      <a:pos x="T60" y="T61"/>
                    </a:cxn>
                    <a:cxn ang="T113">
                      <a:pos x="T62" y="T63"/>
                    </a:cxn>
                    <a:cxn ang="T114">
                      <a:pos x="T64" y="T65"/>
                    </a:cxn>
                    <a:cxn ang="T115">
                      <a:pos x="T66" y="T67"/>
                    </a:cxn>
                    <a:cxn ang="T116">
                      <a:pos x="T68" y="T69"/>
                    </a:cxn>
                    <a:cxn ang="T117">
                      <a:pos x="T70" y="T71"/>
                    </a:cxn>
                    <a:cxn ang="T118">
                      <a:pos x="T72" y="T73"/>
                    </a:cxn>
                    <a:cxn ang="T119">
                      <a:pos x="T74" y="T75"/>
                    </a:cxn>
                    <a:cxn ang="T120">
                      <a:pos x="T76" y="T77"/>
                    </a:cxn>
                    <a:cxn ang="T121">
                      <a:pos x="T78" y="T79"/>
                    </a:cxn>
                    <a:cxn ang="T122">
                      <a:pos x="T80" y="T81"/>
                    </a:cxn>
                  </a:cxnLst>
                  <a:rect l="T123" t="T124" r="T125" b="T126"/>
                  <a:pathLst>
                    <a:path w="717" h="756">
                      <a:moveTo>
                        <a:pt x="0" y="756"/>
                      </a:moveTo>
                      <a:lnTo>
                        <a:pt x="52" y="167"/>
                      </a:lnTo>
                      <a:lnTo>
                        <a:pt x="64" y="384"/>
                      </a:lnTo>
                      <a:lnTo>
                        <a:pt x="90" y="103"/>
                      </a:lnTo>
                      <a:lnTo>
                        <a:pt x="116" y="519"/>
                      </a:lnTo>
                      <a:lnTo>
                        <a:pt x="135" y="487"/>
                      </a:lnTo>
                      <a:lnTo>
                        <a:pt x="135" y="359"/>
                      </a:lnTo>
                      <a:lnTo>
                        <a:pt x="167" y="71"/>
                      </a:lnTo>
                      <a:lnTo>
                        <a:pt x="192" y="244"/>
                      </a:lnTo>
                      <a:lnTo>
                        <a:pt x="205" y="96"/>
                      </a:lnTo>
                      <a:lnTo>
                        <a:pt x="218" y="615"/>
                      </a:lnTo>
                      <a:lnTo>
                        <a:pt x="244" y="397"/>
                      </a:lnTo>
                      <a:lnTo>
                        <a:pt x="282" y="519"/>
                      </a:lnTo>
                      <a:lnTo>
                        <a:pt x="308" y="308"/>
                      </a:lnTo>
                      <a:lnTo>
                        <a:pt x="333" y="442"/>
                      </a:lnTo>
                      <a:lnTo>
                        <a:pt x="346" y="352"/>
                      </a:lnTo>
                      <a:lnTo>
                        <a:pt x="365" y="384"/>
                      </a:lnTo>
                      <a:lnTo>
                        <a:pt x="378" y="135"/>
                      </a:lnTo>
                      <a:lnTo>
                        <a:pt x="391" y="301"/>
                      </a:lnTo>
                      <a:lnTo>
                        <a:pt x="384" y="519"/>
                      </a:lnTo>
                      <a:lnTo>
                        <a:pt x="404" y="679"/>
                      </a:lnTo>
                      <a:lnTo>
                        <a:pt x="429" y="628"/>
                      </a:lnTo>
                      <a:lnTo>
                        <a:pt x="442" y="480"/>
                      </a:lnTo>
                      <a:lnTo>
                        <a:pt x="455" y="391"/>
                      </a:lnTo>
                      <a:lnTo>
                        <a:pt x="436" y="506"/>
                      </a:lnTo>
                      <a:lnTo>
                        <a:pt x="461" y="352"/>
                      </a:lnTo>
                      <a:lnTo>
                        <a:pt x="474" y="455"/>
                      </a:lnTo>
                      <a:lnTo>
                        <a:pt x="493" y="519"/>
                      </a:lnTo>
                      <a:lnTo>
                        <a:pt x="512" y="410"/>
                      </a:lnTo>
                      <a:lnTo>
                        <a:pt x="532" y="186"/>
                      </a:lnTo>
                      <a:lnTo>
                        <a:pt x="544" y="231"/>
                      </a:lnTo>
                      <a:lnTo>
                        <a:pt x="570" y="148"/>
                      </a:lnTo>
                      <a:lnTo>
                        <a:pt x="576" y="301"/>
                      </a:lnTo>
                      <a:lnTo>
                        <a:pt x="576" y="730"/>
                      </a:lnTo>
                      <a:lnTo>
                        <a:pt x="647" y="0"/>
                      </a:lnTo>
                      <a:lnTo>
                        <a:pt x="647" y="250"/>
                      </a:lnTo>
                      <a:lnTo>
                        <a:pt x="660" y="333"/>
                      </a:lnTo>
                      <a:lnTo>
                        <a:pt x="685" y="192"/>
                      </a:lnTo>
                      <a:lnTo>
                        <a:pt x="711" y="340"/>
                      </a:lnTo>
                      <a:lnTo>
                        <a:pt x="698" y="429"/>
                      </a:lnTo>
                      <a:lnTo>
                        <a:pt x="717" y="461"/>
                      </a:lnTo>
                    </a:path>
                  </a:pathLst>
                </a:custGeom>
                <a:noFill/>
                <a:ln w="9525">
                  <a:solidFill>
                    <a:srgbClr val="FF0000"/>
                  </a:solidFill>
                  <a:round/>
                  <a:headEnd/>
                  <a:tailEnd/>
                </a:ln>
              </p:spPr>
              <p:txBody>
                <a:bodyPr/>
                <a:lstStyle/>
                <a:p>
                  <a:endParaRPr lang="en-GB" sz="1600"/>
                </a:p>
              </p:txBody>
            </p:sp>
          </p:grpSp>
          <p:grpSp>
            <p:nvGrpSpPr>
              <p:cNvPr id="14402" name="Group 342"/>
              <p:cNvGrpSpPr>
                <a:grpSpLocks/>
              </p:cNvGrpSpPr>
              <p:nvPr/>
            </p:nvGrpSpPr>
            <p:grpSpPr bwMode="auto">
              <a:xfrm flipH="1">
                <a:off x="3986" y="1092"/>
                <a:ext cx="590" cy="801"/>
                <a:chOff x="3462" y="1100"/>
                <a:chExt cx="1549" cy="801"/>
              </a:xfrm>
            </p:grpSpPr>
            <p:sp>
              <p:nvSpPr>
                <p:cNvPr id="14427" name="Freeform 343"/>
                <p:cNvSpPr>
                  <a:spLocks/>
                </p:cNvSpPr>
                <p:nvPr/>
              </p:nvSpPr>
              <p:spPr bwMode="auto">
                <a:xfrm>
                  <a:off x="3462" y="1126"/>
                  <a:ext cx="313" cy="756"/>
                </a:xfrm>
                <a:custGeom>
                  <a:avLst/>
                  <a:gdLst>
                    <a:gd name="T0" fmla="*/ 0 w 717"/>
                    <a:gd name="T1" fmla="*/ 756 h 756"/>
                    <a:gd name="T2" fmla="*/ 4 w 717"/>
                    <a:gd name="T3" fmla="*/ 167 h 756"/>
                    <a:gd name="T4" fmla="*/ 5 w 717"/>
                    <a:gd name="T5" fmla="*/ 384 h 756"/>
                    <a:gd name="T6" fmla="*/ 7 w 717"/>
                    <a:gd name="T7" fmla="*/ 103 h 756"/>
                    <a:gd name="T8" fmla="*/ 10 w 717"/>
                    <a:gd name="T9" fmla="*/ 519 h 756"/>
                    <a:gd name="T10" fmla="*/ 11 w 717"/>
                    <a:gd name="T11" fmla="*/ 487 h 756"/>
                    <a:gd name="T12" fmla="*/ 11 w 717"/>
                    <a:gd name="T13" fmla="*/ 359 h 756"/>
                    <a:gd name="T14" fmla="*/ 14 w 717"/>
                    <a:gd name="T15" fmla="*/ 71 h 756"/>
                    <a:gd name="T16" fmla="*/ 16 w 717"/>
                    <a:gd name="T17" fmla="*/ 244 h 756"/>
                    <a:gd name="T18" fmla="*/ 17 w 717"/>
                    <a:gd name="T19" fmla="*/ 96 h 756"/>
                    <a:gd name="T20" fmla="*/ 18 w 717"/>
                    <a:gd name="T21" fmla="*/ 615 h 756"/>
                    <a:gd name="T22" fmla="*/ 21 w 717"/>
                    <a:gd name="T23" fmla="*/ 397 h 756"/>
                    <a:gd name="T24" fmla="*/ 24 w 717"/>
                    <a:gd name="T25" fmla="*/ 519 h 756"/>
                    <a:gd name="T26" fmla="*/ 25 w 717"/>
                    <a:gd name="T27" fmla="*/ 308 h 756"/>
                    <a:gd name="T28" fmla="*/ 28 w 717"/>
                    <a:gd name="T29" fmla="*/ 442 h 756"/>
                    <a:gd name="T30" fmla="*/ 29 w 717"/>
                    <a:gd name="T31" fmla="*/ 352 h 756"/>
                    <a:gd name="T32" fmla="*/ 30 w 717"/>
                    <a:gd name="T33" fmla="*/ 384 h 756"/>
                    <a:gd name="T34" fmla="*/ 31 w 717"/>
                    <a:gd name="T35" fmla="*/ 135 h 756"/>
                    <a:gd name="T36" fmla="*/ 33 w 717"/>
                    <a:gd name="T37" fmla="*/ 301 h 756"/>
                    <a:gd name="T38" fmla="*/ 32 w 717"/>
                    <a:gd name="T39" fmla="*/ 519 h 756"/>
                    <a:gd name="T40" fmla="*/ 34 w 717"/>
                    <a:gd name="T41" fmla="*/ 679 h 756"/>
                    <a:gd name="T42" fmla="*/ 36 w 717"/>
                    <a:gd name="T43" fmla="*/ 628 h 756"/>
                    <a:gd name="T44" fmla="*/ 37 w 717"/>
                    <a:gd name="T45" fmla="*/ 480 h 756"/>
                    <a:gd name="T46" fmla="*/ 38 w 717"/>
                    <a:gd name="T47" fmla="*/ 391 h 756"/>
                    <a:gd name="T48" fmla="*/ 36 w 717"/>
                    <a:gd name="T49" fmla="*/ 506 h 756"/>
                    <a:gd name="T50" fmla="*/ 38 w 717"/>
                    <a:gd name="T51" fmla="*/ 352 h 756"/>
                    <a:gd name="T52" fmla="*/ 39 w 717"/>
                    <a:gd name="T53" fmla="*/ 455 h 756"/>
                    <a:gd name="T54" fmla="*/ 41 w 717"/>
                    <a:gd name="T55" fmla="*/ 519 h 756"/>
                    <a:gd name="T56" fmla="*/ 43 w 717"/>
                    <a:gd name="T57" fmla="*/ 410 h 756"/>
                    <a:gd name="T58" fmla="*/ 44 w 717"/>
                    <a:gd name="T59" fmla="*/ 186 h 756"/>
                    <a:gd name="T60" fmla="*/ 45 w 717"/>
                    <a:gd name="T61" fmla="*/ 231 h 756"/>
                    <a:gd name="T62" fmla="*/ 48 w 717"/>
                    <a:gd name="T63" fmla="*/ 148 h 756"/>
                    <a:gd name="T64" fmla="*/ 48 w 717"/>
                    <a:gd name="T65" fmla="*/ 301 h 756"/>
                    <a:gd name="T66" fmla="*/ 48 w 717"/>
                    <a:gd name="T67" fmla="*/ 730 h 756"/>
                    <a:gd name="T68" fmla="*/ 54 w 717"/>
                    <a:gd name="T69" fmla="*/ 0 h 756"/>
                    <a:gd name="T70" fmla="*/ 54 w 717"/>
                    <a:gd name="T71" fmla="*/ 250 h 756"/>
                    <a:gd name="T72" fmla="*/ 55 w 717"/>
                    <a:gd name="T73" fmla="*/ 333 h 756"/>
                    <a:gd name="T74" fmla="*/ 57 w 717"/>
                    <a:gd name="T75" fmla="*/ 192 h 756"/>
                    <a:gd name="T76" fmla="*/ 59 w 717"/>
                    <a:gd name="T77" fmla="*/ 340 h 756"/>
                    <a:gd name="T78" fmla="*/ 58 w 717"/>
                    <a:gd name="T79" fmla="*/ 429 h 756"/>
                    <a:gd name="T80" fmla="*/ 60 w 717"/>
                    <a:gd name="T81" fmla="*/ 461 h 756"/>
                    <a:gd name="T82" fmla="*/ 0 60000 65536"/>
                    <a:gd name="T83" fmla="*/ 0 60000 65536"/>
                    <a:gd name="T84" fmla="*/ 0 60000 65536"/>
                    <a:gd name="T85" fmla="*/ 0 60000 65536"/>
                    <a:gd name="T86" fmla="*/ 0 60000 65536"/>
                    <a:gd name="T87" fmla="*/ 0 60000 65536"/>
                    <a:gd name="T88" fmla="*/ 0 60000 65536"/>
                    <a:gd name="T89" fmla="*/ 0 60000 65536"/>
                    <a:gd name="T90" fmla="*/ 0 60000 65536"/>
                    <a:gd name="T91" fmla="*/ 0 60000 65536"/>
                    <a:gd name="T92" fmla="*/ 0 60000 65536"/>
                    <a:gd name="T93" fmla="*/ 0 60000 65536"/>
                    <a:gd name="T94" fmla="*/ 0 60000 65536"/>
                    <a:gd name="T95" fmla="*/ 0 60000 65536"/>
                    <a:gd name="T96" fmla="*/ 0 60000 65536"/>
                    <a:gd name="T97" fmla="*/ 0 60000 65536"/>
                    <a:gd name="T98" fmla="*/ 0 60000 65536"/>
                    <a:gd name="T99" fmla="*/ 0 60000 65536"/>
                    <a:gd name="T100" fmla="*/ 0 60000 65536"/>
                    <a:gd name="T101" fmla="*/ 0 60000 65536"/>
                    <a:gd name="T102" fmla="*/ 0 60000 65536"/>
                    <a:gd name="T103" fmla="*/ 0 60000 65536"/>
                    <a:gd name="T104" fmla="*/ 0 60000 65536"/>
                    <a:gd name="T105" fmla="*/ 0 60000 65536"/>
                    <a:gd name="T106" fmla="*/ 0 60000 65536"/>
                    <a:gd name="T107" fmla="*/ 0 60000 65536"/>
                    <a:gd name="T108" fmla="*/ 0 60000 65536"/>
                    <a:gd name="T109" fmla="*/ 0 60000 65536"/>
                    <a:gd name="T110" fmla="*/ 0 60000 65536"/>
                    <a:gd name="T111" fmla="*/ 0 60000 65536"/>
                    <a:gd name="T112" fmla="*/ 0 60000 65536"/>
                    <a:gd name="T113" fmla="*/ 0 60000 65536"/>
                    <a:gd name="T114" fmla="*/ 0 60000 65536"/>
                    <a:gd name="T115" fmla="*/ 0 60000 65536"/>
                    <a:gd name="T116" fmla="*/ 0 60000 65536"/>
                    <a:gd name="T117" fmla="*/ 0 60000 65536"/>
                    <a:gd name="T118" fmla="*/ 0 60000 65536"/>
                    <a:gd name="T119" fmla="*/ 0 60000 65536"/>
                    <a:gd name="T120" fmla="*/ 0 60000 65536"/>
                    <a:gd name="T121" fmla="*/ 0 60000 65536"/>
                    <a:gd name="T122" fmla="*/ 0 60000 65536"/>
                    <a:gd name="T123" fmla="*/ 0 w 717"/>
                    <a:gd name="T124" fmla="*/ 0 h 756"/>
                    <a:gd name="T125" fmla="*/ 717 w 717"/>
                    <a:gd name="T126" fmla="*/ 756 h 756"/>
                  </a:gdLst>
                  <a:ahLst/>
                  <a:cxnLst>
                    <a:cxn ang="T82">
                      <a:pos x="T0" y="T1"/>
                    </a:cxn>
                    <a:cxn ang="T83">
                      <a:pos x="T2" y="T3"/>
                    </a:cxn>
                    <a:cxn ang="T84">
                      <a:pos x="T4" y="T5"/>
                    </a:cxn>
                    <a:cxn ang="T85">
                      <a:pos x="T6" y="T7"/>
                    </a:cxn>
                    <a:cxn ang="T86">
                      <a:pos x="T8" y="T9"/>
                    </a:cxn>
                    <a:cxn ang="T87">
                      <a:pos x="T10" y="T11"/>
                    </a:cxn>
                    <a:cxn ang="T88">
                      <a:pos x="T12" y="T13"/>
                    </a:cxn>
                    <a:cxn ang="T89">
                      <a:pos x="T14" y="T15"/>
                    </a:cxn>
                    <a:cxn ang="T90">
                      <a:pos x="T16" y="T17"/>
                    </a:cxn>
                    <a:cxn ang="T91">
                      <a:pos x="T18" y="T19"/>
                    </a:cxn>
                    <a:cxn ang="T92">
                      <a:pos x="T20" y="T21"/>
                    </a:cxn>
                    <a:cxn ang="T93">
                      <a:pos x="T22" y="T23"/>
                    </a:cxn>
                    <a:cxn ang="T94">
                      <a:pos x="T24" y="T25"/>
                    </a:cxn>
                    <a:cxn ang="T95">
                      <a:pos x="T26" y="T27"/>
                    </a:cxn>
                    <a:cxn ang="T96">
                      <a:pos x="T28" y="T29"/>
                    </a:cxn>
                    <a:cxn ang="T97">
                      <a:pos x="T30" y="T31"/>
                    </a:cxn>
                    <a:cxn ang="T98">
                      <a:pos x="T32" y="T33"/>
                    </a:cxn>
                    <a:cxn ang="T99">
                      <a:pos x="T34" y="T35"/>
                    </a:cxn>
                    <a:cxn ang="T100">
                      <a:pos x="T36" y="T37"/>
                    </a:cxn>
                    <a:cxn ang="T101">
                      <a:pos x="T38" y="T39"/>
                    </a:cxn>
                    <a:cxn ang="T102">
                      <a:pos x="T40" y="T41"/>
                    </a:cxn>
                    <a:cxn ang="T103">
                      <a:pos x="T42" y="T43"/>
                    </a:cxn>
                    <a:cxn ang="T104">
                      <a:pos x="T44" y="T45"/>
                    </a:cxn>
                    <a:cxn ang="T105">
                      <a:pos x="T46" y="T47"/>
                    </a:cxn>
                    <a:cxn ang="T106">
                      <a:pos x="T48" y="T49"/>
                    </a:cxn>
                    <a:cxn ang="T107">
                      <a:pos x="T50" y="T51"/>
                    </a:cxn>
                    <a:cxn ang="T108">
                      <a:pos x="T52" y="T53"/>
                    </a:cxn>
                    <a:cxn ang="T109">
                      <a:pos x="T54" y="T55"/>
                    </a:cxn>
                    <a:cxn ang="T110">
                      <a:pos x="T56" y="T57"/>
                    </a:cxn>
                    <a:cxn ang="T111">
                      <a:pos x="T58" y="T59"/>
                    </a:cxn>
                    <a:cxn ang="T112">
                      <a:pos x="T60" y="T61"/>
                    </a:cxn>
                    <a:cxn ang="T113">
                      <a:pos x="T62" y="T63"/>
                    </a:cxn>
                    <a:cxn ang="T114">
                      <a:pos x="T64" y="T65"/>
                    </a:cxn>
                    <a:cxn ang="T115">
                      <a:pos x="T66" y="T67"/>
                    </a:cxn>
                    <a:cxn ang="T116">
                      <a:pos x="T68" y="T69"/>
                    </a:cxn>
                    <a:cxn ang="T117">
                      <a:pos x="T70" y="T71"/>
                    </a:cxn>
                    <a:cxn ang="T118">
                      <a:pos x="T72" y="T73"/>
                    </a:cxn>
                    <a:cxn ang="T119">
                      <a:pos x="T74" y="T75"/>
                    </a:cxn>
                    <a:cxn ang="T120">
                      <a:pos x="T76" y="T77"/>
                    </a:cxn>
                    <a:cxn ang="T121">
                      <a:pos x="T78" y="T79"/>
                    </a:cxn>
                    <a:cxn ang="T122">
                      <a:pos x="T80" y="T81"/>
                    </a:cxn>
                  </a:cxnLst>
                  <a:rect l="T123" t="T124" r="T125" b="T126"/>
                  <a:pathLst>
                    <a:path w="717" h="756">
                      <a:moveTo>
                        <a:pt x="0" y="756"/>
                      </a:moveTo>
                      <a:lnTo>
                        <a:pt x="52" y="167"/>
                      </a:lnTo>
                      <a:lnTo>
                        <a:pt x="64" y="384"/>
                      </a:lnTo>
                      <a:lnTo>
                        <a:pt x="90" y="103"/>
                      </a:lnTo>
                      <a:lnTo>
                        <a:pt x="116" y="519"/>
                      </a:lnTo>
                      <a:lnTo>
                        <a:pt x="135" y="487"/>
                      </a:lnTo>
                      <a:lnTo>
                        <a:pt x="135" y="359"/>
                      </a:lnTo>
                      <a:lnTo>
                        <a:pt x="167" y="71"/>
                      </a:lnTo>
                      <a:lnTo>
                        <a:pt x="192" y="244"/>
                      </a:lnTo>
                      <a:lnTo>
                        <a:pt x="205" y="96"/>
                      </a:lnTo>
                      <a:lnTo>
                        <a:pt x="218" y="615"/>
                      </a:lnTo>
                      <a:lnTo>
                        <a:pt x="244" y="397"/>
                      </a:lnTo>
                      <a:lnTo>
                        <a:pt x="282" y="519"/>
                      </a:lnTo>
                      <a:lnTo>
                        <a:pt x="308" y="308"/>
                      </a:lnTo>
                      <a:lnTo>
                        <a:pt x="333" y="442"/>
                      </a:lnTo>
                      <a:lnTo>
                        <a:pt x="346" y="352"/>
                      </a:lnTo>
                      <a:lnTo>
                        <a:pt x="365" y="384"/>
                      </a:lnTo>
                      <a:lnTo>
                        <a:pt x="378" y="135"/>
                      </a:lnTo>
                      <a:lnTo>
                        <a:pt x="391" y="301"/>
                      </a:lnTo>
                      <a:lnTo>
                        <a:pt x="384" y="519"/>
                      </a:lnTo>
                      <a:lnTo>
                        <a:pt x="404" y="679"/>
                      </a:lnTo>
                      <a:lnTo>
                        <a:pt x="429" y="628"/>
                      </a:lnTo>
                      <a:lnTo>
                        <a:pt x="442" y="480"/>
                      </a:lnTo>
                      <a:lnTo>
                        <a:pt x="455" y="391"/>
                      </a:lnTo>
                      <a:lnTo>
                        <a:pt x="436" y="506"/>
                      </a:lnTo>
                      <a:lnTo>
                        <a:pt x="461" y="352"/>
                      </a:lnTo>
                      <a:lnTo>
                        <a:pt x="474" y="455"/>
                      </a:lnTo>
                      <a:lnTo>
                        <a:pt x="493" y="519"/>
                      </a:lnTo>
                      <a:lnTo>
                        <a:pt x="512" y="410"/>
                      </a:lnTo>
                      <a:lnTo>
                        <a:pt x="532" y="186"/>
                      </a:lnTo>
                      <a:lnTo>
                        <a:pt x="544" y="231"/>
                      </a:lnTo>
                      <a:lnTo>
                        <a:pt x="570" y="148"/>
                      </a:lnTo>
                      <a:lnTo>
                        <a:pt x="576" y="301"/>
                      </a:lnTo>
                      <a:lnTo>
                        <a:pt x="576" y="730"/>
                      </a:lnTo>
                      <a:lnTo>
                        <a:pt x="647" y="0"/>
                      </a:lnTo>
                      <a:lnTo>
                        <a:pt x="647" y="250"/>
                      </a:lnTo>
                      <a:lnTo>
                        <a:pt x="660" y="333"/>
                      </a:lnTo>
                      <a:lnTo>
                        <a:pt x="685" y="192"/>
                      </a:lnTo>
                      <a:lnTo>
                        <a:pt x="711" y="340"/>
                      </a:lnTo>
                      <a:lnTo>
                        <a:pt x="698" y="429"/>
                      </a:lnTo>
                      <a:lnTo>
                        <a:pt x="717" y="461"/>
                      </a:lnTo>
                    </a:path>
                  </a:pathLst>
                </a:custGeom>
                <a:noFill/>
                <a:ln w="9525">
                  <a:solidFill>
                    <a:srgbClr val="FF0000"/>
                  </a:solidFill>
                  <a:round/>
                  <a:headEnd/>
                  <a:tailEnd/>
                </a:ln>
              </p:spPr>
              <p:txBody>
                <a:bodyPr/>
                <a:lstStyle/>
                <a:p>
                  <a:endParaRPr lang="en-GB" sz="1600"/>
                </a:p>
              </p:txBody>
            </p:sp>
            <p:sp>
              <p:nvSpPr>
                <p:cNvPr id="14428" name="Freeform 344"/>
                <p:cNvSpPr>
                  <a:spLocks/>
                </p:cNvSpPr>
                <p:nvPr/>
              </p:nvSpPr>
              <p:spPr bwMode="auto">
                <a:xfrm flipH="1" flipV="1">
                  <a:off x="3770" y="1145"/>
                  <a:ext cx="313" cy="756"/>
                </a:xfrm>
                <a:custGeom>
                  <a:avLst/>
                  <a:gdLst>
                    <a:gd name="T0" fmla="*/ 0 w 717"/>
                    <a:gd name="T1" fmla="*/ 756 h 756"/>
                    <a:gd name="T2" fmla="*/ 4 w 717"/>
                    <a:gd name="T3" fmla="*/ 167 h 756"/>
                    <a:gd name="T4" fmla="*/ 5 w 717"/>
                    <a:gd name="T5" fmla="*/ 384 h 756"/>
                    <a:gd name="T6" fmla="*/ 7 w 717"/>
                    <a:gd name="T7" fmla="*/ 103 h 756"/>
                    <a:gd name="T8" fmla="*/ 10 w 717"/>
                    <a:gd name="T9" fmla="*/ 519 h 756"/>
                    <a:gd name="T10" fmla="*/ 11 w 717"/>
                    <a:gd name="T11" fmla="*/ 487 h 756"/>
                    <a:gd name="T12" fmla="*/ 11 w 717"/>
                    <a:gd name="T13" fmla="*/ 359 h 756"/>
                    <a:gd name="T14" fmla="*/ 14 w 717"/>
                    <a:gd name="T15" fmla="*/ 71 h 756"/>
                    <a:gd name="T16" fmla="*/ 16 w 717"/>
                    <a:gd name="T17" fmla="*/ 244 h 756"/>
                    <a:gd name="T18" fmla="*/ 17 w 717"/>
                    <a:gd name="T19" fmla="*/ 96 h 756"/>
                    <a:gd name="T20" fmla="*/ 18 w 717"/>
                    <a:gd name="T21" fmla="*/ 615 h 756"/>
                    <a:gd name="T22" fmla="*/ 21 w 717"/>
                    <a:gd name="T23" fmla="*/ 397 h 756"/>
                    <a:gd name="T24" fmla="*/ 24 w 717"/>
                    <a:gd name="T25" fmla="*/ 519 h 756"/>
                    <a:gd name="T26" fmla="*/ 25 w 717"/>
                    <a:gd name="T27" fmla="*/ 308 h 756"/>
                    <a:gd name="T28" fmla="*/ 28 w 717"/>
                    <a:gd name="T29" fmla="*/ 442 h 756"/>
                    <a:gd name="T30" fmla="*/ 29 w 717"/>
                    <a:gd name="T31" fmla="*/ 352 h 756"/>
                    <a:gd name="T32" fmla="*/ 30 w 717"/>
                    <a:gd name="T33" fmla="*/ 384 h 756"/>
                    <a:gd name="T34" fmla="*/ 31 w 717"/>
                    <a:gd name="T35" fmla="*/ 135 h 756"/>
                    <a:gd name="T36" fmla="*/ 33 w 717"/>
                    <a:gd name="T37" fmla="*/ 301 h 756"/>
                    <a:gd name="T38" fmla="*/ 32 w 717"/>
                    <a:gd name="T39" fmla="*/ 519 h 756"/>
                    <a:gd name="T40" fmla="*/ 34 w 717"/>
                    <a:gd name="T41" fmla="*/ 679 h 756"/>
                    <a:gd name="T42" fmla="*/ 36 w 717"/>
                    <a:gd name="T43" fmla="*/ 628 h 756"/>
                    <a:gd name="T44" fmla="*/ 37 w 717"/>
                    <a:gd name="T45" fmla="*/ 480 h 756"/>
                    <a:gd name="T46" fmla="*/ 38 w 717"/>
                    <a:gd name="T47" fmla="*/ 391 h 756"/>
                    <a:gd name="T48" fmla="*/ 36 w 717"/>
                    <a:gd name="T49" fmla="*/ 506 h 756"/>
                    <a:gd name="T50" fmla="*/ 38 w 717"/>
                    <a:gd name="T51" fmla="*/ 352 h 756"/>
                    <a:gd name="T52" fmla="*/ 39 w 717"/>
                    <a:gd name="T53" fmla="*/ 455 h 756"/>
                    <a:gd name="T54" fmla="*/ 41 w 717"/>
                    <a:gd name="T55" fmla="*/ 519 h 756"/>
                    <a:gd name="T56" fmla="*/ 43 w 717"/>
                    <a:gd name="T57" fmla="*/ 410 h 756"/>
                    <a:gd name="T58" fmla="*/ 44 w 717"/>
                    <a:gd name="T59" fmla="*/ 186 h 756"/>
                    <a:gd name="T60" fmla="*/ 45 w 717"/>
                    <a:gd name="T61" fmla="*/ 231 h 756"/>
                    <a:gd name="T62" fmla="*/ 48 w 717"/>
                    <a:gd name="T63" fmla="*/ 148 h 756"/>
                    <a:gd name="T64" fmla="*/ 48 w 717"/>
                    <a:gd name="T65" fmla="*/ 301 h 756"/>
                    <a:gd name="T66" fmla="*/ 48 w 717"/>
                    <a:gd name="T67" fmla="*/ 730 h 756"/>
                    <a:gd name="T68" fmla="*/ 54 w 717"/>
                    <a:gd name="T69" fmla="*/ 0 h 756"/>
                    <a:gd name="T70" fmla="*/ 54 w 717"/>
                    <a:gd name="T71" fmla="*/ 250 h 756"/>
                    <a:gd name="T72" fmla="*/ 55 w 717"/>
                    <a:gd name="T73" fmla="*/ 333 h 756"/>
                    <a:gd name="T74" fmla="*/ 57 w 717"/>
                    <a:gd name="T75" fmla="*/ 192 h 756"/>
                    <a:gd name="T76" fmla="*/ 59 w 717"/>
                    <a:gd name="T77" fmla="*/ 340 h 756"/>
                    <a:gd name="T78" fmla="*/ 58 w 717"/>
                    <a:gd name="T79" fmla="*/ 429 h 756"/>
                    <a:gd name="T80" fmla="*/ 60 w 717"/>
                    <a:gd name="T81" fmla="*/ 461 h 756"/>
                    <a:gd name="T82" fmla="*/ 0 60000 65536"/>
                    <a:gd name="T83" fmla="*/ 0 60000 65536"/>
                    <a:gd name="T84" fmla="*/ 0 60000 65536"/>
                    <a:gd name="T85" fmla="*/ 0 60000 65536"/>
                    <a:gd name="T86" fmla="*/ 0 60000 65536"/>
                    <a:gd name="T87" fmla="*/ 0 60000 65536"/>
                    <a:gd name="T88" fmla="*/ 0 60000 65536"/>
                    <a:gd name="T89" fmla="*/ 0 60000 65536"/>
                    <a:gd name="T90" fmla="*/ 0 60000 65536"/>
                    <a:gd name="T91" fmla="*/ 0 60000 65536"/>
                    <a:gd name="T92" fmla="*/ 0 60000 65536"/>
                    <a:gd name="T93" fmla="*/ 0 60000 65536"/>
                    <a:gd name="T94" fmla="*/ 0 60000 65536"/>
                    <a:gd name="T95" fmla="*/ 0 60000 65536"/>
                    <a:gd name="T96" fmla="*/ 0 60000 65536"/>
                    <a:gd name="T97" fmla="*/ 0 60000 65536"/>
                    <a:gd name="T98" fmla="*/ 0 60000 65536"/>
                    <a:gd name="T99" fmla="*/ 0 60000 65536"/>
                    <a:gd name="T100" fmla="*/ 0 60000 65536"/>
                    <a:gd name="T101" fmla="*/ 0 60000 65536"/>
                    <a:gd name="T102" fmla="*/ 0 60000 65536"/>
                    <a:gd name="T103" fmla="*/ 0 60000 65536"/>
                    <a:gd name="T104" fmla="*/ 0 60000 65536"/>
                    <a:gd name="T105" fmla="*/ 0 60000 65536"/>
                    <a:gd name="T106" fmla="*/ 0 60000 65536"/>
                    <a:gd name="T107" fmla="*/ 0 60000 65536"/>
                    <a:gd name="T108" fmla="*/ 0 60000 65536"/>
                    <a:gd name="T109" fmla="*/ 0 60000 65536"/>
                    <a:gd name="T110" fmla="*/ 0 60000 65536"/>
                    <a:gd name="T111" fmla="*/ 0 60000 65536"/>
                    <a:gd name="T112" fmla="*/ 0 60000 65536"/>
                    <a:gd name="T113" fmla="*/ 0 60000 65536"/>
                    <a:gd name="T114" fmla="*/ 0 60000 65536"/>
                    <a:gd name="T115" fmla="*/ 0 60000 65536"/>
                    <a:gd name="T116" fmla="*/ 0 60000 65536"/>
                    <a:gd name="T117" fmla="*/ 0 60000 65536"/>
                    <a:gd name="T118" fmla="*/ 0 60000 65536"/>
                    <a:gd name="T119" fmla="*/ 0 60000 65536"/>
                    <a:gd name="T120" fmla="*/ 0 60000 65536"/>
                    <a:gd name="T121" fmla="*/ 0 60000 65536"/>
                    <a:gd name="T122" fmla="*/ 0 60000 65536"/>
                    <a:gd name="T123" fmla="*/ 0 w 717"/>
                    <a:gd name="T124" fmla="*/ 0 h 756"/>
                    <a:gd name="T125" fmla="*/ 717 w 717"/>
                    <a:gd name="T126" fmla="*/ 756 h 756"/>
                  </a:gdLst>
                  <a:ahLst/>
                  <a:cxnLst>
                    <a:cxn ang="T82">
                      <a:pos x="T0" y="T1"/>
                    </a:cxn>
                    <a:cxn ang="T83">
                      <a:pos x="T2" y="T3"/>
                    </a:cxn>
                    <a:cxn ang="T84">
                      <a:pos x="T4" y="T5"/>
                    </a:cxn>
                    <a:cxn ang="T85">
                      <a:pos x="T6" y="T7"/>
                    </a:cxn>
                    <a:cxn ang="T86">
                      <a:pos x="T8" y="T9"/>
                    </a:cxn>
                    <a:cxn ang="T87">
                      <a:pos x="T10" y="T11"/>
                    </a:cxn>
                    <a:cxn ang="T88">
                      <a:pos x="T12" y="T13"/>
                    </a:cxn>
                    <a:cxn ang="T89">
                      <a:pos x="T14" y="T15"/>
                    </a:cxn>
                    <a:cxn ang="T90">
                      <a:pos x="T16" y="T17"/>
                    </a:cxn>
                    <a:cxn ang="T91">
                      <a:pos x="T18" y="T19"/>
                    </a:cxn>
                    <a:cxn ang="T92">
                      <a:pos x="T20" y="T21"/>
                    </a:cxn>
                    <a:cxn ang="T93">
                      <a:pos x="T22" y="T23"/>
                    </a:cxn>
                    <a:cxn ang="T94">
                      <a:pos x="T24" y="T25"/>
                    </a:cxn>
                    <a:cxn ang="T95">
                      <a:pos x="T26" y="T27"/>
                    </a:cxn>
                    <a:cxn ang="T96">
                      <a:pos x="T28" y="T29"/>
                    </a:cxn>
                    <a:cxn ang="T97">
                      <a:pos x="T30" y="T31"/>
                    </a:cxn>
                    <a:cxn ang="T98">
                      <a:pos x="T32" y="T33"/>
                    </a:cxn>
                    <a:cxn ang="T99">
                      <a:pos x="T34" y="T35"/>
                    </a:cxn>
                    <a:cxn ang="T100">
                      <a:pos x="T36" y="T37"/>
                    </a:cxn>
                    <a:cxn ang="T101">
                      <a:pos x="T38" y="T39"/>
                    </a:cxn>
                    <a:cxn ang="T102">
                      <a:pos x="T40" y="T41"/>
                    </a:cxn>
                    <a:cxn ang="T103">
                      <a:pos x="T42" y="T43"/>
                    </a:cxn>
                    <a:cxn ang="T104">
                      <a:pos x="T44" y="T45"/>
                    </a:cxn>
                    <a:cxn ang="T105">
                      <a:pos x="T46" y="T47"/>
                    </a:cxn>
                    <a:cxn ang="T106">
                      <a:pos x="T48" y="T49"/>
                    </a:cxn>
                    <a:cxn ang="T107">
                      <a:pos x="T50" y="T51"/>
                    </a:cxn>
                    <a:cxn ang="T108">
                      <a:pos x="T52" y="T53"/>
                    </a:cxn>
                    <a:cxn ang="T109">
                      <a:pos x="T54" y="T55"/>
                    </a:cxn>
                    <a:cxn ang="T110">
                      <a:pos x="T56" y="T57"/>
                    </a:cxn>
                    <a:cxn ang="T111">
                      <a:pos x="T58" y="T59"/>
                    </a:cxn>
                    <a:cxn ang="T112">
                      <a:pos x="T60" y="T61"/>
                    </a:cxn>
                    <a:cxn ang="T113">
                      <a:pos x="T62" y="T63"/>
                    </a:cxn>
                    <a:cxn ang="T114">
                      <a:pos x="T64" y="T65"/>
                    </a:cxn>
                    <a:cxn ang="T115">
                      <a:pos x="T66" y="T67"/>
                    </a:cxn>
                    <a:cxn ang="T116">
                      <a:pos x="T68" y="T69"/>
                    </a:cxn>
                    <a:cxn ang="T117">
                      <a:pos x="T70" y="T71"/>
                    </a:cxn>
                    <a:cxn ang="T118">
                      <a:pos x="T72" y="T73"/>
                    </a:cxn>
                    <a:cxn ang="T119">
                      <a:pos x="T74" y="T75"/>
                    </a:cxn>
                    <a:cxn ang="T120">
                      <a:pos x="T76" y="T77"/>
                    </a:cxn>
                    <a:cxn ang="T121">
                      <a:pos x="T78" y="T79"/>
                    </a:cxn>
                    <a:cxn ang="T122">
                      <a:pos x="T80" y="T81"/>
                    </a:cxn>
                  </a:cxnLst>
                  <a:rect l="T123" t="T124" r="T125" b="T126"/>
                  <a:pathLst>
                    <a:path w="717" h="756">
                      <a:moveTo>
                        <a:pt x="0" y="756"/>
                      </a:moveTo>
                      <a:lnTo>
                        <a:pt x="52" y="167"/>
                      </a:lnTo>
                      <a:lnTo>
                        <a:pt x="64" y="384"/>
                      </a:lnTo>
                      <a:lnTo>
                        <a:pt x="90" y="103"/>
                      </a:lnTo>
                      <a:lnTo>
                        <a:pt x="116" y="519"/>
                      </a:lnTo>
                      <a:lnTo>
                        <a:pt x="135" y="487"/>
                      </a:lnTo>
                      <a:lnTo>
                        <a:pt x="135" y="359"/>
                      </a:lnTo>
                      <a:lnTo>
                        <a:pt x="167" y="71"/>
                      </a:lnTo>
                      <a:lnTo>
                        <a:pt x="192" y="244"/>
                      </a:lnTo>
                      <a:lnTo>
                        <a:pt x="205" y="96"/>
                      </a:lnTo>
                      <a:lnTo>
                        <a:pt x="218" y="615"/>
                      </a:lnTo>
                      <a:lnTo>
                        <a:pt x="244" y="397"/>
                      </a:lnTo>
                      <a:lnTo>
                        <a:pt x="282" y="519"/>
                      </a:lnTo>
                      <a:lnTo>
                        <a:pt x="308" y="308"/>
                      </a:lnTo>
                      <a:lnTo>
                        <a:pt x="333" y="442"/>
                      </a:lnTo>
                      <a:lnTo>
                        <a:pt x="346" y="352"/>
                      </a:lnTo>
                      <a:lnTo>
                        <a:pt x="365" y="384"/>
                      </a:lnTo>
                      <a:lnTo>
                        <a:pt x="378" y="135"/>
                      </a:lnTo>
                      <a:lnTo>
                        <a:pt x="391" y="301"/>
                      </a:lnTo>
                      <a:lnTo>
                        <a:pt x="384" y="519"/>
                      </a:lnTo>
                      <a:lnTo>
                        <a:pt x="404" y="679"/>
                      </a:lnTo>
                      <a:lnTo>
                        <a:pt x="429" y="628"/>
                      </a:lnTo>
                      <a:lnTo>
                        <a:pt x="442" y="480"/>
                      </a:lnTo>
                      <a:lnTo>
                        <a:pt x="455" y="391"/>
                      </a:lnTo>
                      <a:lnTo>
                        <a:pt x="436" y="506"/>
                      </a:lnTo>
                      <a:lnTo>
                        <a:pt x="461" y="352"/>
                      </a:lnTo>
                      <a:lnTo>
                        <a:pt x="474" y="455"/>
                      </a:lnTo>
                      <a:lnTo>
                        <a:pt x="493" y="519"/>
                      </a:lnTo>
                      <a:lnTo>
                        <a:pt x="512" y="410"/>
                      </a:lnTo>
                      <a:lnTo>
                        <a:pt x="532" y="186"/>
                      </a:lnTo>
                      <a:lnTo>
                        <a:pt x="544" y="231"/>
                      </a:lnTo>
                      <a:lnTo>
                        <a:pt x="570" y="148"/>
                      </a:lnTo>
                      <a:lnTo>
                        <a:pt x="576" y="301"/>
                      </a:lnTo>
                      <a:lnTo>
                        <a:pt x="576" y="730"/>
                      </a:lnTo>
                      <a:lnTo>
                        <a:pt x="647" y="0"/>
                      </a:lnTo>
                      <a:lnTo>
                        <a:pt x="647" y="250"/>
                      </a:lnTo>
                      <a:lnTo>
                        <a:pt x="660" y="333"/>
                      </a:lnTo>
                      <a:lnTo>
                        <a:pt x="685" y="192"/>
                      </a:lnTo>
                      <a:lnTo>
                        <a:pt x="711" y="340"/>
                      </a:lnTo>
                      <a:lnTo>
                        <a:pt x="698" y="429"/>
                      </a:lnTo>
                      <a:lnTo>
                        <a:pt x="717" y="461"/>
                      </a:lnTo>
                    </a:path>
                  </a:pathLst>
                </a:custGeom>
                <a:noFill/>
                <a:ln w="9525">
                  <a:solidFill>
                    <a:srgbClr val="FF0000"/>
                  </a:solidFill>
                  <a:round/>
                  <a:headEnd/>
                  <a:tailEnd/>
                </a:ln>
              </p:spPr>
              <p:txBody>
                <a:bodyPr/>
                <a:lstStyle/>
                <a:p>
                  <a:endParaRPr lang="en-GB" sz="1600"/>
                </a:p>
              </p:txBody>
            </p:sp>
            <p:sp>
              <p:nvSpPr>
                <p:cNvPr id="14429" name="Freeform 345"/>
                <p:cNvSpPr>
                  <a:spLocks/>
                </p:cNvSpPr>
                <p:nvPr/>
              </p:nvSpPr>
              <p:spPr bwMode="auto">
                <a:xfrm flipH="1">
                  <a:off x="4077" y="1119"/>
                  <a:ext cx="313" cy="756"/>
                </a:xfrm>
                <a:custGeom>
                  <a:avLst/>
                  <a:gdLst>
                    <a:gd name="T0" fmla="*/ 0 w 717"/>
                    <a:gd name="T1" fmla="*/ 756 h 756"/>
                    <a:gd name="T2" fmla="*/ 4 w 717"/>
                    <a:gd name="T3" fmla="*/ 167 h 756"/>
                    <a:gd name="T4" fmla="*/ 5 w 717"/>
                    <a:gd name="T5" fmla="*/ 384 h 756"/>
                    <a:gd name="T6" fmla="*/ 7 w 717"/>
                    <a:gd name="T7" fmla="*/ 103 h 756"/>
                    <a:gd name="T8" fmla="*/ 10 w 717"/>
                    <a:gd name="T9" fmla="*/ 519 h 756"/>
                    <a:gd name="T10" fmla="*/ 11 w 717"/>
                    <a:gd name="T11" fmla="*/ 487 h 756"/>
                    <a:gd name="T12" fmla="*/ 11 w 717"/>
                    <a:gd name="T13" fmla="*/ 359 h 756"/>
                    <a:gd name="T14" fmla="*/ 14 w 717"/>
                    <a:gd name="T15" fmla="*/ 71 h 756"/>
                    <a:gd name="T16" fmla="*/ 16 w 717"/>
                    <a:gd name="T17" fmla="*/ 244 h 756"/>
                    <a:gd name="T18" fmla="*/ 17 w 717"/>
                    <a:gd name="T19" fmla="*/ 96 h 756"/>
                    <a:gd name="T20" fmla="*/ 18 w 717"/>
                    <a:gd name="T21" fmla="*/ 615 h 756"/>
                    <a:gd name="T22" fmla="*/ 21 w 717"/>
                    <a:gd name="T23" fmla="*/ 397 h 756"/>
                    <a:gd name="T24" fmla="*/ 24 w 717"/>
                    <a:gd name="T25" fmla="*/ 519 h 756"/>
                    <a:gd name="T26" fmla="*/ 25 w 717"/>
                    <a:gd name="T27" fmla="*/ 308 h 756"/>
                    <a:gd name="T28" fmla="*/ 28 w 717"/>
                    <a:gd name="T29" fmla="*/ 442 h 756"/>
                    <a:gd name="T30" fmla="*/ 29 w 717"/>
                    <a:gd name="T31" fmla="*/ 352 h 756"/>
                    <a:gd name="T32" fmla="*/ 30 w 717"/>
                    <a:gd name="T33" fmla="*/ 384 h 756"/>
                    <a:gd name="T34" fmla="*/ 31 w 717"/>
                    <a:gd name="T35" fmla="*/ 135 h 756"/>
                    <a:gd name="T36" fmla="*/ 33 w 717"/>
                    <a:gd name="T37" fmla="*/ 301 h 756"/>
                    <a:gd name="T38" fmla="*/ 32 w 717"/>
                    <a:gd name="T39" fmla="*/ 519 h 756"/>
                    <a:gd name="T40" fmla="*/ 34 w 717"/>
                    <a:gd name="T41" fmla="*/ 679 h 756"/>
                    <a:gd name="T42" fmla="*/ 36 w 717"/>
                    <a:gd name="T43" fmla="*/ 628 h 756"/>
                    <a:gd name="T44" fmla="*/ 37 w 717"/>
                    <a:gd name="T45" fmla="*/ 480 h 756"/>
                    <a:gd name="T46" fmla="*/ 38 w 717"/>
                    <a:gd name="T47" fmla="*/ 391 h 756"/>
                    <a:gd name="T48" fmla="*/ 36 w 717"/>
                    <a:gd name="T49" fmla="*/ 506 h 756"/>
                    <a:gd name="T50" fmla="*/ 38 w 717"/>
                    <a:gd name="T51" fmla="*/ 352 h 756"/>
                    <a:gd name="T52" fmla="*/ 39 w 717"/>
                    <a:gd name="T53" fmla="*/ 455 h 756"/>
                    <a:gd name="T54" fmla="*/ 41 w 717"/>
                    <a:gd name="T55" fmla="*/ 519 h 756"/>
                    <a:gd name="T56" fmla="*/ 43 w 717"/>
                    <a:gd name="T57" fmla="*/ 410 h 756"/>
                    <a:gd name="T58" fmla="*/ 44 w 717"/>
                    <a:gd name="T59" fmla="*/ 186 h 756"/>
                    <a:gd name="T60" fmla="*/ 45 w 717"/>
                    <a:gd name="T61" fmla="*/ 231 h 756"/>
                    <a:gd name="T62" fmla="*/ 48 w 717"/>
                    <a:gd name="T63" fmla="*/ 148 h 756"/>
                    <a:gd name="T64" fmla="*/ 48 w 717"/>
                    <a:gd name="T65" fmla="*/ 301 h 756"/>
                    <a:gd name="T66" fmla="*/ 48 w 717"/>
                    <a:gd name="T67" fmla="*/ 730 h 756"/>
                    <a:gd name="T68" fmla="*/ 54 w 717"/>
                    <a:gd name="T69" fmla="*/ 0 h 756"/>
                    <a:gd name="T70" fmla="*/ 54 w 717"/>
                    <a:gd name="T71" fmla="*/ 250 h 756"/>
                    <a:gd name="T72" fmla="*/ 55 w 717"/>
                    <a:gd name="T73" fmla="*/ 333 h 756"/>
                    <a:gd name="T74" fmla="*/ 57 w 717"/>
                    <a:gd name="T75" fmla="*/ 192 h 756"/>
                    <a:gd name="T76" fmla="*/ 59 w 717"/>
                    <a:gd name="T77" fmla="*/ 340 h 756"/>
                    <a:gd name="T78" fmla="*/ 58 w 717"/>
                    <a:gd name="T79" fmla="*/ 429 h 756"/>
                    <a:gd name="T80" fmla="*/ 60 w 717"/>
                    <a:gd name="T81" fmla="*/ 461 h 756"/>
                    <a:gd name="T82" fmla="*/ 0 60000 65536"/>
                    <a:gd name="T83" fmla="*/ 0 60000 65536"/>
                    <a:gd name="T84" fmla="*/ 0 60000 65536"/>
                    <a:gd name="T85" fmla="*/ 0 60000 65536"/>
                    <a:gd name="T86" fmla="*/ 0 60000 65536"/>
                    <a:gd name="T87" fmla="*/ 0 60000 65536"/>
                    <a:gd name="T88" fmla="*/ 0 60000 65536"/>
                    <a:gd name="T89" fmla="*/ 0 60000 65536"/>
                    <a:gd name="T90" fmla="*/ 0 60000 65536"/>
                    <a:gd name="T91" fmla="*/ 0 60000 65536"/>
                    <a:gd name="T92" fmla="*/ 0 60000 65536"/>
                    <a:gd name="T93" fmla="*/ 0 60000 65536"/>
                    <a:gd name="T94" fmla="*/ 0 60000 65536"/>
                    <a:gd name="T95" fmla="*/ 0 60000 65536"/>
                    <a:gd name="T96" fmla="*/ 0 60000 65536"/>
                    <a:gd name="T97" fmla="*/ 0 60000 65536"/>
                    <a:gd name="T98" fmla="*/ 0 60000 65536"/>
                    <a:gd name="T99" fmla="*/ 0 60000 65536"/>
                    <a:gd name="T100" fmla="*/ 0 60000 65536"/>
                    <a:gd name="T101" fmla="*/ 0 60000 65536"/>
                    <a:gd name="T102" fmla="*/ 0 60000 65536"/>
                    <a:gd name="T103" fmla="*/ 0 60000 65536"/>
                    <a:gd name="T104" fmla="*/ 0 60000 65536"/>
                    <a:gd name="T105" fmla="*/ 0 60000 65536"/>
                    <a:gd name="T106" fmla="*/ 0 60000 65536"/>
                    <a:gd name="T107" fmla="*/ 0 60000 65536"/>
                    <a:gd name="T108" fmla="*/ 0 60000 65536"/>
                    <a:gd name="T109" fmla="*/ 0 60000 65536"/>
                    <a:gd name="T110" fmla="*/ 0 60000 65536"/>
                    <a:gd name="T111" fmla="*/ 0 60000 65536"/>
                    <a:gd name="T112" fmla="*/ 0 60000 65536"/>
                    <a:gd name="T113" fmla="*/ 0 60000 65536"/>
                    <a:gd name="T114" fmla="*/ 0 60000 65536"/>
                    <a:gd name="T115" fmla="*/ 0 60000 65536"/>
                    <a:gd name="T116" fmla="*/ 0 60000 65536"/>
                    <a:gd name="T117" fmla="*/ 0 60000 65536"/>
                    <a:gd name="T118" fmla="*/ 0 60000 65536"/>
                    <a:gd name="T119" fmla="*/ 0 60000 65536"/>
                    <a:gd name="T120" fmla="*/ 0 60000 65536"/>
                    <a:gd name="T121" fmla="*/ 0 60000 65536"/>
                    <a:gd name="T122" fmla="*/ 0 60000 65536"/>
                    <a:gd name="T123" fmla="*/ 0 w 717"/>
                    <a:gd name="T124" fmla="*/ 0 h 756"/>
                    <a:gd name="T125" fmla="*/ 717 w 717"/>
                    <a:gd name="T126" fmla="*/ 756 h 756"/>
                  </a:gdLst>
                  <a:ahLst/>
                  <a:cxnLst>
                    <a:cxn ang="T82">
                      <a:pos x="T0" y="T1"/>
                    </a:cxn>
                    <a:cxn ang="T83">
                      <a:pos x="T2" y="T3"/>
                    </a:cxn>
                    <a:cxn ang="T84">
                      <a:pos x="T4" y="T5"/>
                    </a:cxn>
                    <a:cxn ang="T85">
                      <a:pos x="T6" y="T7"/>
                    </a:cxn>
                    <a:cxn ang="T86">
                      <a:pos x="T8" y="T9"/>
                    </a:cxn>
                    <a:cxn ang="T87">
                      <a:pos x="T10" y="T11"/>
                    </a:cxn>
                    <a:cxn ang="T88">
                      <a:pos x="T12" y="T13"/>
                    </a:cxn>
                    <a:cxn ang="T89">
                      <a:pos x="T14" y="T15"/>
                    </a:cxn>
                    <a:cxn ang="T90">
                      <a:pos x="T16" y="T17"/>
                    </a:cxn>
                    <a:cxn ang="T91">
                      <a:pos x="T18" y="T19"/>
                    </a:cxn>
                    <a:cxn ang="T92">
                      <a:pos x="T20" y="T21"/>
                    </a:cxn>
                    <a:cxn ang="T93">
                      <a:pos x="T22" y="T23"/>
                    </a:cxn>
                    <a:cxn ang="T94">
                      <a:pos x="T24" y="T25"/>
                    </a:cxn>
                    <a:cxn ang="T95">
                      <a:pos x="T26" y="T27"/>
                    </a:cxn>
                    <a:cxn ang="T96">
                      <a:pos x="T28" y="T29"/>
                    </a:cxn>
                    <a:cxn ang="T97">
                      <a:pos x="T30" y="T31"/>
                    </a:cxn>
                    <a:cxn ang="T98">
                      <a:pos x="T32" y="T33"/>
                    </a:cxn>
                    <a:cxn ang="T99">
                      <a:pos x="T34" y="T35"/>
                    </a:cxn>
                    <a:cxn ang="T100">
                      <a:pos x="T36" y="T37"/>
                    </a:cxn>
                    <a:cxn ang="T101">
                      <a:pos x="T38" y="T39"/>
                    </a:cxn>
                    <a:cxn ang="T102">
                      <a:pos x="T40" y="T41"/>
                    </a:cxn>
                    <a:cxn ang="T103">
                      <a:pos x="T42" y="T43"/>
                    </a:cxn>
                    <a:cxn ang="T104">
                      <a:pos x="T44" y="T45"/>
                    </a:cxn>
                    <a:cxn ang="T105">
                      <a:pos x="T46" y="T47"/>
                    </a:cxn>
                    <a:cxn ang="T106">
                      <a:pos x="T48" y="T49"/>
                    </a:cxn>
                    <a:cxn ang="T107">
                      <a:pos x="T50" y="T51"/>
                    </a:cxn>
                    <a:cxn ang="T108">
                      <a:pos x="T52" y="T53"/>
                    </a:cxn>
                    <a:cxn ang="T109">
                      <a:pos x="T54" y="T55"/>
                    </a:cxn>
                    <a:cxn ang="T110">
                      <a:pos x="T56" y="T57"/>
                    </a:cxn>
                    <a:cxn ang="T111">
                      <a:pos x="T58" y="T59"/>
                    </a:cxn>
                    <a:cxn ang="T112">
                      <a:pos x="T60" y="T61"/>
                    </a:cxn>
                    <a:cxn ang="T113">
                      <a:pos x="T62" y="T63"/>
                    </a:cxn>
                    <a:cxn ang="T114">
                      <a:pos x="T64" y="T65"/>
                    </a:cxn>
                    <a:cxn ang="T115">
                      <a:pos x="T66" y="T67"/>
                    </a:cxn>
                    <a:cxn ang="T116">
                      <a:pos x="T68" y="T69"/>
                    </a:cxn>
                    <a:cxn ang="T117">
                      <a:pos x="T70" y="T71"/>
                    </a:cxn>
                    <a:cxn ang="T118">
                      <a:pos x="T72" y="T73"/>
                    </a:cxn>
                    <a:cxn ang="T119">
                      <a:pos x="T74" y="T75"/>
                    </a:cxn>
                    <a:cxn ang="T120">
                      <a:pos x="T76" y="T77"/>
                    </a:cxn>
                    <a:cxn ang="T121">
                      <a:pos x="T78" y="T79"/>
                    </a:cxn>
                    <a:cxn ang="T122">
                      <a:pos x="T80" y="T81"/>
                    </a:cxn>
                  </a:cxnLst>
                  <a:rect l="T123" t="T124" r="T125" b="T126"/>
                  <a:pathLst>
                    <a:path w="717" h="756">
                      <a:moveTo>
                        <a:pt x="0" y="756"/>
                      </a:moveTo>
                      <a:lnTo>
                        <a:pt x="52" y="167"/>
                      </a:lnTo>
                      <a:lnTo>
                        <a:pt x="64" y="384"/>
                      </a:lnTo>
                      <a:lnTo>
                        <a:pt x="90" y="103"/>
                      </a:lnTo>
                      <a:lnTo>
                        <a:pt x="116" y="519"/>
                      </a:lnTo>
                      <a:lnTo>
                        <a:pt x="135" y="487"/>
                      </a:lnTo>
                      <a:lnTo>
                        <a:pt x="135" y="359"/>
                      </a:lnTo>
                      <a:lnTo>
                        <a:pt x="167" y="71"/>
                      </a:lnTo>
                      <a:lnTo>
                        <a:pt x="192" y="244"/>
                      </a:lnTo>
                      <a:lnTo>
                        <a:pt x="205" y="96"/>
                      </a:lnTo>
                      <a:lnTo>
                        <a:pt x="218" y="615"/>
                      </a:lnTo>
                      <a:lnTo>
                        <a:pt x="244" y="397"/>
                      </a:lnTo>
                      <a:lnTo>
                        <a:pt x="282" y="519"/>
                      </a:lnTo>
                      <a:lnTo>
                        <a:pt x="308" y="308"/>
                      </a:lnTo>
                      <a:lnTo>
                        <a:pt x="333" y="442"/>
                      </a:lnTo>
                      <a:lnTo>
                        <a:pt x="346" y="352"/>
                      </a:lnTo>
                      <a:lnTo>
                        <a:pt x="365" y="384"/>
                      </a:lnTo>
                      <a:lnTo>
                        <a:pt x="378" y="135"/>
                      </a:lnTo>
                      <a:lnTo>
                        <a:pt x="391" y="301"/>
                      </a:lnTo>
                      <a:lnTo>
                        <a:pt x="384" y="519"/>
                      </a:lnTo>
                      <a:lnTo>
                        <a:pt x="404" y="679"/>
                      </a:lnTo>
                      <a:lnTo>
                        <a:pt x="429" y="628"/>
                      </a:lnTo>
                      <a:lnTo>
                        <a:pt x="442" y="480"/>
                      </a:lnTo>
                      <a:lnTo>
                        <a:pt x="455" y="391"/>
                      </a:lnTo>
                      <a:lnTo>
                        <a:pt x="436" y="506"/>
                      </a:lnTo>
                      <a:lnTo>
                        <a:pt x="461" y="352"/>
                      </a:lnTo>
                      <a:lnTo>
                        <a:pt x="474" y="455"/>
                      </a:lnTo>
                      <a:lnTo>
                        <a:pt x="493" y="519"/>
                      </a:lnTo>
                      <a:lnTo>
                        <a:pt x="512" y="410"/>
                      </a:lnTo>
                      <a:lnTo>
                        <a:pt x="532" y="186"/>
                      </a:lnTo>
                      <a:lnTo>
                        <a:pt x="544" y="231"/>
                      </a:lnTo>
                      <a:lnTo>
                        <a:pt x="570" y="148"/>
                      </a:lnTo>
                      <a:lnTo>
                        <a:pt x="576" y="301"/>
                      </a:lnTo>
                      <a:lnTo>
                        <a:pt x="576" y="730"/>
                      </a:lnTo>
                      <a:lnTo>
                        <a:pt x="647" y="0"/>
                      </a:lnTo>
                      <a:lnTo>
                        <a:pt x="647" y="250"/>
                      </a:lnTo>
                      <a:lnTo>
                        <a:pt x="660" y="333"/>
                      </a:lnTo>
                      <a:lnTo>
                        <a:pt x="685" y="192"/>
                      </a:lnTo>
                      <a:lnTo>
                        <a:pt x="711" y="340"/>
                      </a:lnTo>
                      <a:lnTo>
                        <a:pt x="698" y="429"/>
                      </a:lnTo>
                      <a:lnTo>
                        <a:pt x="717" y="461"/>
                      </a:lnTo>
                    </a:path>
                  </a:pathLst>
                </a:custGeom>
                <a:noFill/>
                <a:ln w="9525">
                  <a:solidFill>
                    <a:srgbClr val="FF0000"/>
                  </a:solidFill>
                  <a:round/>
                  <a:headEnd/>
                  <a:tailEnd/>
                </a:ln>
              </p:spPr>
              <p:txBody>
                <a:bodyPr/>
                <a:lstStyle/>
                <a:p>
                  <a:endParaRPr lang="en-GB" sz="1600"/>
                </a:p>
              </p:txBody>
            </p:sp>
            <p:sp>
              <p:nvSpPr>
                <p:cNvPr id="14430" name="Freeform 346"/>
                <p:cNvSpPr>
                  <a:spLocks/>
                </p:cNvSpPr>
                <p:nvPr/>
              </p:nvSpPr>
              <p:spPr bwMode="auto">
                <a:xfrm flipV="1">
                  <a:off x="4385" y="1138"/>
                  <a:ext cx="313" cy="756"/>
                </a:xfrm>
                <a:custGeom>
                  <a:avLst/>
                  <a:gdLst>
                    <a:gd name="T0" fmla="*/ 0 w 717"/>
                    <a:gd name="T1" fmla="*/ 756 h 756"/>
                    <a:gd name="T2" fmla="*/ 4 w 717"/>
                    <a:gd name="T3" fmla="*/ 167 h 756"/>
                    <a:gd name="T4" fmla="*/ 5 w 717"/>
                    <a:gd name="T5" fmla="*/ 384 h 756"/>
                    <a:gd name="T6" fmla="*/ 7 w 717"/>
                    <a:gd name="T7" fmla="*/ 103 h 756"/>
                    <a:gd name="T8" fmla="*/ 10 w 717"/>
                    <a:gd name="T9" fmla="*/ 519 h 756"/>
                    <a:gd name="T10" fmla="*/ 11 w 717"/>
                    <a:gd name="T11" fmla="*/ 487 h 756"/>
                    <a:gd name="T12" fmla="*/ 11 w 717"/>
                    <a:gd name="T13" fmla="*/ 359 h 756"/>
                    <a:gd name="T14" fmla="*/ 14 w 717"/>
                    <a:gd name="T15" fmla="*/ 71 h 756"/>
                    <a:gd name="T16" fmla="*/ 16 w 717"/>
                    <a:gd name="T17" fmla="*/ 244 h 756"/>
                    <a:gd name="T18" fmla="*/ 17 w 717"/>
                    <a:gd name="T19" fmla="*/ 96 h 756"/>
                    <a:gd name="T20" fmla="*/ 18 w 717"/>
                    <a:gd name="T21" fmla="*/ 615 h 756"/>
                    <a:gd name="T22" fmla="*/ 21 w 717"/>
                    <a:gd name="T23" fmla="*/ 397 h 756"/>
                    <a:gd name="T24" fmla="*/ 24 w 717"/>
                    <a:gd name="T25" fmla="*/ 519 h 756"/>
                    <a:gd name="T26" fmla="*/ 25 w 717"/>
                    <a:gd name="T27" fmla="*/ 308 h 756"/>
                    <a:gd name="T28" fmla="*/ 28 w 717"/>
                    <a:gd name="T29" fmla="*/ 442 h 756"/>
                    <a:gd name="T30" fmla="*/ 29 w 717"/>
                    <a:gd name="T31" fmla="*/ 352 h 756"/>
                    <a:gd name="T32" fmla="*/ 30 w 717"/>
                    <a:gd name="T33" fmla="*/ 384 h 756"/>
                    <a:gd name="T34" fmla="*/ 31 w 717"/>
                    <a:gd name="T35" fmla="*/ 135 h 756"/>
                    <a:gd name="T36" fmla="*/ 33 w 717"/>
                    <a:gd name="T37" fmla="*/ 301 h 756"/>
                    <a:gd name="T38" fmla="*/ 32 w 717"/>
                    <a:gd name="T39" fmla="*/ 519 h 756"/>
                    <a:gd name="T40" fmla="*/ 34 w 717"/>
                    <a:gd name="T41" fmla="*/ 679 h 756"/>
                    <a:gd name="T42" fmla="*/ 36 w 717"/>
                    <a:gd name="T43" fmla="*/ 628 h 756"/>
                    <a:gd name="T44" fmla="*/ 37 w 717"/>
                    <a:gd name="T45" fmla="*/ 480 h 756"/>
                    <a:gd name="T46" fmla="*/ 38 w 717"/>
                    <a:gd name="T47" fmla="*/ 391 h 756"/>
                    <a:gd name="T48" fmla="*/ 36 w 717"/>
                    <a:gd name="T49" fmla="*/ 506 h 756"/>
                    <a:gd name="T50" fmla="*/ 38 w 717"/>
                    <a:gd name="T51" fmla="*/ 352 h 756"/>
                    <a:gd name="T52" fmla="*/ 39 w 717"/>
                    <a:gd name="T53" fmla="*/ 455 h 756"/>
                    <a:gd name="T54" fmla="*/ 41 w 717"/>
                    <a:gd name="T55" fmla="*/ 519 h 756"/>
                    <a:gd name="T56" fmla="*/ 43 w 717"/>
                    <a:gd name="T57" fmla="*/ 410 h 756"/>
                    <a:gd name="T58" fmla="*/ 44 w 717"/>
                    <a:gd name="T59" fmla="*/ 186 h 756"/>
                    <a:gd name="T60" fmla="*/ 45 w 717"/>
                    <a:gd name="T61" fmla="*/ 231 h 756"/>
                    <a:gd name="T62" fmla="*/ 48 w 717"/>
                    <a:gd name="T63" fmla="*/ 148 h 756"/>
                    <a:gd name="T64" fmla="*/ 48 w 717"/>
                    <a:gd name="T65" fmla="*/ 301 h 756"/>
                    <a:gd name="T66" fmla="*/ 48 w 717"/>
                    <a:gd name="T67" fmla="*/ 730 h 756"/>
                    <a:gd name="T68" fmla="*/ 54 w 717"/>
                    <a:gd name="T69" fmla="*/ 0 h 756"/>
                    <a:gd name="T70" fmla="*/ 54 w 717"/>
                    <a:gd name="T71" fmla="*/ 250 h 756"/>
                    <a:gd name="T72" fmla="*/ 55 w 717"/>
                    <a:gd name="T73" fmla="*/ 333 h 756"/>
                    <a:gd name="T74" fmla="*/ 57 w 717"/>
                    <a:gd name="T75" fmla="*/ 192 h 756"/>
                    <a:gd name="T76" fmla="*/ 59 w 717"/>
                    <a:gd name="T77" fmla="*/ 340 h 756"/>
                    <a:gd name="T78" fmla="*/ 58 w 717"/>
                    <a:gd name="T79" fmla="*/ 429 h 756"/>
                    <a:gd name="T80" fmla="*/ 60 w 717"/>
                    <a:gd name="T81" fmla="*/ 461 h 756"/>
                    <a:gd name="T82" fmla="*/ 0 60000 65536"/>
                    <a:gd name="T83" fmla="*/ 0 60000 65536"/>
                    <a:gd name="T84" fmla="*/ 0 60000 65536"/>
                    <a:gd name="T85" fmla="*/ 0 60000 65536"/>
                    <a:gd name="T86" fmla="*/ 0 60000 65536"/>
                    <a:gd name="T87" fmla="*/ 0 60000 65536"/>
                    <a:gd name="T88" fmla="*/ 0 60000 65536"/>
                    <a:gd name="T89" fmla="*/ 0 60000 65536"/>
                    <a:gd name="T90" fmla="*/ 0 60000 65536"/>
                    <a:gd name="T91" fmla="*/ 0 60000 65536"/>
                    <a:gd name="T92" fmla="*/ 0 60000 65536"/>
                    <a:gd name="T93" fmla="*/ 0 60000 65536"/>
                    <a:gd name="T94" fmla="*/ 0 60000 65536"/>
                    <a:gd name="T95" fmla="*/ 0 60000 65536"/>
                    <a:gd name="T96" fmla="*/ 0 60000 65536"/>
                    <a:gd name="T97" fmla="*/ 0 60000 65536"/>
                    <a:gd name="T98" fmla="*/ 0 60000 65536"/>
                    <a:gd name="T99" fmla="*/ 0 60000 65536"/>
                    <a:gd name="T100" fmla="*/ 0 60000 65536"/>
                    <a:gd name="T101" fmla="*/ 0 60000 65536"/>
                    <a:gd name="T102" fmla="*/ 0 60000 65536"/>
                    <a:gd name="T103" fmla="*/ 0 60000 65536"/>
                    <a:gd name="T104" fmla="*/ 0 60000 65536"/>
                    <a:gd name="T105" fmla="*/ 0 60000 65536"/>
                    <a:gd name="T106" fmla="*/ 0 60000 65536"/>
                    <a:gd name="T107" fmla="*/ 0 60000 65536"/>
                    <a:gd name="T108" fmla="*/ 0 60000 65536"/>
                    <a:gd name="T109" fmla="*/ 0 60000 65536"/>
                    <a:gd name="T110" fmla="*/ 0 60000 65536"/>
                    <a:gd name="T111" fmla="*/ 0 60000 65536"/>
                    <a:gd name="T112" fmla="*/ 0 60000 65536"/>
                    <a:gd name="T113" fmla="*/ 0 60000 65536"/>
                    <a:gd name="T114" fmla="*/ 0 60000 65536"/>
                    <a:gd name="T115" fmla="*/ 0 60000 65536"/>
                    <a:gd name="T116" fmla="*/ 0 60000 65536"/>
                    <a:gd name="T117" fmla="*/ 0 60000 65536"/>
                    <a:gd name="T118" fmla="*/ 0 60000 65536"/>
                    <a:gd name="T119" fmla="*/ 0 60000 65536"/>
                    <a:gd name="T120" fmla="*/ 0 60000 65536"/>
                    <a:gd name="T121" fmla="*/ 0 60000 65536"/>
                    <a:gd name="T122" fmla="*/ 0 60000 65536"/>
                    <a:gd name="T123" fmla="*/ 0 w 717"/>
                    <a:gd name="T124" fmla="*/ 0 h 756"/>
                    <a:gd name="T125" fmla="*/ 717 w 717"/>
                    <a:gd name="T126" fmla="*/ 756 h 756"/>
                  </a:gdLst>
                  <a:ahLst/>
                  <a:cxnLst>
                    <a:cxn ang="T82">
                      <a:pos x="T0" y="T1"/>
                    </a:cxn>
                    <a:cxn ang="T83">
                      <a:pos x="T2" y="T3"/>
                    </a:cxn>
                    <a:cxn ang="T84">
                      <a:pos x="T4" y="T5"/>
                    </a:cxn>
                    <a:cxn ang="T85">
                      <a:pos x="T6" y="T7"/>
                    </a:cxn>
                    <a:cxn ang="T86">
                      <a:pos x="T8" y="T9"/>
                    </a:cxn>
                    <a:cxn ang="T87">
                      <a:pos x="T10" y="T11"/>
                    </a:cxn>
                    <a:cxn ang="T88">
                      <a:pos x="T12" y="T13"/>
                    </a:cxn>
                    <a:cxn ang="T89">
                      <a:pos x="T14" y="T15"/>
                    </a:cxn>
                    <a:cxn ang="T90">
                      <a:pos x="T16" y="T17"/>
                    </a:cxn>
                    <a:cxn ang="T91">
                      <a:pos x="T18" y="T19"/>
                    </a:cxn>
                    <a:cxn ang="T92">
                      <a:pos x="T20" y="T21"/>
                    </a:cxn>
                    <a:cxn ang="T93">
                      <a:pos x="T22" y="T23"/>
                    </a:cxn>
                    <a:cxn ang="T94">
                      <a:pos x="T24" y="T25"/>
                    </a:cxn>
                    <a:cxn ang="T95">
                      <a:pos x="T26" y="T27"/>
                    </a:cxn>
                    <a:cxn ang="T96">
                      <a:pos x="T28" y="T29"/>
                    </a:cxn>
                    <a:cxn ang="T97">
                      <a:pos x="T30" y="T31"/>
                    </a:cxn>
                    <a:cxn ang="T98">
                      <a:pos x="T32" y="T33"/>
                    </a:cxn>
                    <a:cxn ang="T99">
                      <a:pos x="T34" y="T35"/>
                    </a:cxn>
                    <a:cxn ang="T100">
                      <a:pos x="T36" y="T37"/>
                    </a:cxn>
                    <a:cxn ang="T101">
                      <a:pos x="T38" y="T39"/>
                    </a:cxn>
                    <a:cxn ang="T102">
                      <a:pos x="T40" y="T41"/>
                    </a:cxn>
                    <a:cxn ang="T103">
                      <a:pos x="T42" y="T43"/>
                    </a:cxn>
                    <a:cxn ang="T104">
                      <a:pos x="T44" y="T45"/>
                    </a:cxn>
                    <a:cxn ang="T105">
                      <a:pos x="T46" y="T47"/>
                    </a:cxn>
                    <a:cxn ang="T106">
                      <a:pos x="T48" y="T49"/>
                    </a:cxn>
                    <a:cxn ang="T107">
                      <a:pos x="T50" y="T51"/>
                    </a:cxn>
                    <a:cxn ang="T108">
                      <a:pos x="T52" y="T53"/>
                    </a:cxn>
                    <a:cxn ang="T109">
                      <a:pos x="T54" y="T55"/>
                    </a:cxn>
                    <a:cxn ang="T110">
                      <a:pos x="T56" y="T57"/>
                    </a:cxn>
                    <a:cxn ang="T111">
                      <a:pos x="T58" y="T59"/>
                    </a:cxn>
                    <a:cxn ang="T112">
                      <a:pos x="T60" y="T61"/>
                    </a:cxn>
                    <a:cxn ang="T113">
                      <a:pos x="T62" y="T63"/>
                    </a:cxn>
                    <a:cxn ang="T114">
                      <a:pos x="T64" y="T65"/>
                    </a:cxn>
                    <a:cxn ang="T115">
                      <a:pos x="T66" y="T67"/>
                    </a:cxn>
                    <a:cxn ang="T116">
                      <a:pos x="T68" y="T69"/>
                    </a:cxn>
                    <a:cxn ang="T117">
                      <a:pos x="T70" y="T71"/>
                    </a:cxn>
                    <a:cxn ang="T118">
                      <a:pos x="T72" y="T73"/>
                    </a:cxn>
                    <a:cxn ang="T119">
                      <a:pos x="T74" y="T75"/>
                    </a:cxn>
                    <a:cxn ang="T120">
                      <a:pos x="T76" y="T77"/>
                    </a:cxn>
                    <a:cxn ang="T121">
                      <a:pos x="T78" y="T79"/>
                    </a:cxn>
                    <a:cxn ang="T122">
                      <a:pos x="T80" y="T81"/>
                    </a:cxn>
                  </a:cxnLst>
                  <a:rect l="T123" t="T124" r="T125" b="T126"/>
                  <a:pathLst>
                    <a:path w="717" h="756">
                      <a:moveTo>
                        <a:pt x="0" y="756"/>
                      </a:moveTo>
                      <a:lnTo>
                        <a:pt x="52" y="167"/>
                      </a:lnTo>
                      <a:lnTo>
                        <a:pt x="64" y="384"/>
                      </a:lnTo>
                      <a:lnTo>
                        <a:pt x="90" y="103"/>
                      </a:lnTo>
                      <a:lnTo>
                        <a:pt x="116" y="519"/>
                      </a:lnTo>
                      <a:lnTo>
                        <a:pt x="135" y="487"/>
                      </a:lnTo>
                      <a:lnTo>
                        <a:pt x="135" y="359"/>
                      </a:lnTo>
                      <a:lnTo>
                        <a:pt x="167" y="71"/>
                      </a:lnTo>
                      <a:lnTo>
                        <a:pt x="192" y="244"/>
                      </a:lnTo>
                      <a:lnTo>
                        <a:pt x="205" y="96"/>
                      </a:lnTo>
                      <a:lnTo>
                        <a:pt x="218" y="615"/>
                      </a:lnTo>
                      <a:lnTo>
                        <a:pt x="244" y="397"/>
                      </a:lnTo>
                      <a:lnTo>
                        <a:pt x="282" y="519"/>
                      </a:lnTo>
                      <a:lnTo>
                        <a:pt x="308" y="308"/>
                      </a:lnTo>
                      <a:lnTo>
                        <a:pt x="333" y="442"/>
                      </a:lnTo>
                      <a:lnTo>
                        <a:pt x="346" y="352"/>
                      </a:lnTo>
                      <a:lnTo>
                        <a:pt x="365" y="384"/>
                      </a:lnTo>
                      <a:lnTo>
                        <a:pt x="378" y="135"/>
                      </a:lnTo>
                      <a:lnTo>
                        <a:pt x="391" y="301"/>
                      </a:lnTo>
                      <a:lnTo>
                        <a:pt x="384" y="519"/>
                      </a:lnTo>
                      <a:lnTo>
                        <a:pt x="404" y="679"/>
                      </a:lnTo>
                      <a:lnTo>
                        <a:pt x="429" y="628"/>
                      </a:lnTo>
                      <a:lnTo>
                        <a:pt x="442" y="480"/>
                      </a:lnTo>
                      <a:lnTo>
                        <a:pt x="455" y="391"/>
                      </a:lnTo>
                      <a:lnTo>
                        <a:pt x="436" y="506"/>
                      </a:lnTo>
                      <a:lnTo>
                        <a:pt x="461" y="352"/>
                      </a:lnTo>
                      <a:lnTo>
                        <a:pt x="474" y="455"/>
                      </a:lnTo>
                      <a:lnTo>
                        <a:pt x="493" y="519"/>
                      </a:lnTo>
                      <a:lnTo>
                        <a:pt x="512" y="410"/>
                      </a:lnTo>
                      <a:lnTo>
                        <a:pt x="532" y="186"/>
                      </a:lnTo>
                      <a:lnTo>
                        <a:pt x="544" y="231"/>
                      </a:lnTo>
                      <a:lnTo>
                        <a:pt x="570" y="148"/>
                      </a:lnTo>
                      <a:lnTo>
                        <a:pt x="576" y="301"/>
                      </a:lnTo>
                      <a:lnTo>
                        <a:pt x="576" y="730"/>
                      </a:lnTo>
                      <a:lnTo>
                        <a:pt x="647" y="0"/>
                      </a:lnTo>
                      <a:lnTo>
                        <a:pt x="647" y="250"/>
                      </a:lnTo>
                      <a:lnTo>
                        <a:pt x="660" y="333"/>
                      </a:lnTo>
                      <a:lnTo>
                        <a:pt x="685" y="192"/>
                      </a:lnTo>
                      <a:lnTo>
                        <a:pt x="711" y="340"/>
                      </a:lnTo>
                      <a:lnTo>
                        <a:pt x="698" y="429"/>
                      </a:lnTo>
                      <a:lnTo>
                        <a:pt x="717" y="461"/>
                      </a:lnTo>
                    </a:path>
                  </a:pathLst>
                </a:custGeom>
                <a:noFill/>
                <a:ln w="9525">
                  <a:solidFill>
                    <a:srgbClr val="FF0000"/>
                  </a:solidFill>
                  <a:round/>
                  <a:headEnd/>
                  <a:tailEnd/>
                </a:ln>
              </p:spPr>
              <p:txBody>
                <a:bodyPr/>
                <a:lstStyle/>
                <a:p>
                  <a:endParaRPr lang="en-GB" sz="1600"/>
                </a:p>
              </p:txBody>
            </p:sp>
            <p:sp>
              <p:nvSpPr>
                <p:cNvPr id="14431" name="Freeform 347"/>
                <p:cNvSpPr>
                  <a:spLocks/>
                </p:cNvSpPr>
                <p:nvPr/>
              </p:nvSpPr>
              <p:spPr bwMode="auto">
                <a:xfrm flipH="1">
                  <a:off x="4698" y="1100"/>
                  <a:ext cx="313" cy="756"/>
                </a:xfrm>
                <a:custGeom>
                  <a:avLst/>
                  <a:gdLst>
                    <a:gd name="T0" fmla="*/ 0 w 717"/>
                    <a:gd name="T1" fmla="*/ 756 h 756"/>
                    <a:gd name="T2" fmla="*/ 4 w 717"/>
                    <a:gd name="T3" fmla="*/ 167 h 756"/>
                    <a:gd name="T4" fmla="*/ 5 w 717"/>
                    <a:gd name="T5" fmla="*/ 384 h 756"/>
                    <a:gd name="T6" fmla="*/ 7 w 717"/>
                    <a:gd name="T7" fmla="*/ 103 h 756"/>
                    <a:gd name="T8" fmla="*/ 10 w 717"/>
                    <a:gd name="T9" fmla="*/ 519 h 756"/>
                    <a:gd name="T10" fmla="*/ 11 w 717"/>
                    <a:gd name="T11" fmla="*/ 487 h 756"/>
                    <a:gd name="T12" fmla="*/ 11 w 717"/>
                    <a:gd name="T13" fmla="*/ 359 h 756"/>
                    <a:gd name="T14" fmla="*/ 14 w 717"/>
                    <a:gd name="T15" fmla="*/ 71 h 756"/>
                    <a:gd name="T16" fmla="*/ 16 w 717"/>
                    <a:gd name="T17" fmla="*/ 244 h 756"/>
                    <a:gd name="T18" fmla="*/ 17 w 717"/>
                    <a:gd name="T19" fmla="*/ 96 h 756"/>
                    <a:gd name="T20" fmla="*/ 18 w 717"/>
                    <a:gd name="T21" fmla="*/ 615 h 756"/>
                    <a:gd name="T22" fmla="*/ 21 w 717"/>
                    <a:gd name="T23" fmla="*/ 397 h 756"/>
                    <a:gd name="T24" fmla="*/ 24 w 717"/>
                    <a:gd name="T25" fmla="*/ 519 h 756"/>
                    <a:gd name="T26" fmla="*/ 25 w 717"/>
                    <a:gd name="T27" fmla="*/ 308 h 756"/>
                    <a:gd name="T28" fmla="*/ 28 w 717"/>
                    <a:gd name="T29" fmla="*/ 442 h 756"/>
                    <a:gd name="T30" fmla="*/ 29 w 717"/>
                    <a:gd name="T31" fmla="*/ 352 h 756"/>
                    <a:gd name="T32" fmla="*/ 30 w 717"/>
                    <a:gd name="T33" fmla="*/ 384 h 756"/>
                    <a:gd name="T34" fmla="*/ 31 w 717"/>
                    <a:gd name="T35" fmla="*/ 135 h 756"/>
                    <a:gd name="T36" fmla="*/ 33 w 717"/>
                    <a:gd name="T37" fmla="*/ 301 h 756"/>
                    <a:gd name="T38" fmla="*/ 32 w 717"/>
                    <a:gd name="T39" fmla="*/ 519 h 756"/>
                    <a:gd name="T40" fmla="*/ 34 w 717"/>
                    <a:gd name="T41" fmla="*/ 679 h 756"/>
                    <a:gd name="T42" fmla="*/ 36 w 717"/>
                    <a:gd name="T43" fmla="*/ 628 h 756"/>
                    <a:gd name="T44" fmla="*/ 37 w 717"/>
                    <a:gd name="T45" fmla="*/ 480 h 756"/>
                    <a:gd name="T46" fmla="*/ 38 w 717"/>
                    <a:gd name="T47" fmla="*/ 391 h 756"/>
                    <a:gd name="T48" fmla="*/ 36 w 717"/>
                    <a:gd name="T49" fmla="*/ 506 h 756"/>
                    <a:gd name="T50" fmla="*/ 38 w 717"/>
                    <a:gd name="T51" fmla="*/ 352 h 756"/>
                    <a:gd name="T52" fmla="*/ 39 w 717"/>
                    <a:gd name="T53" fmla="*/ 455 h 756"/>
                    <a:gd name="T54" fmla="*/ 41 w 717"/>
                    <a:gd name="T55" fmla="*/ 519 h 756"/>
                    <a:gd name="T56" fmla="*/ 43 w 717"/>
                    <a:gd name="T57" fmla="*/ 410 h 756"/>
                    <a:gd name="T58" fmla="*/ 44 w 717"/>
                    <a:gd name="T59" fmla="*/ 186 h 756"/>
                    <a:gd name="T60" fmla="*/ 45 w 717"/>
                    <a:gd name="T61" fmla="*/ 231 h 756"/>
                    <a:gd name="T62" fmla="*/ 48 w 717"/>
                    <a:gd name="T63" fmla="*/ 148 h 756"/>
                    <a:gd name="T64" fmla="*/ 48 w 717"/>
                    <a:gd name="T65" fmla="*/ 301 h 756"/>
                    <a:gd name="T66" fmla="*/ 48 w 717"/>
                    <a:gd name="T67" fmla="*/ 730 h 756"/>
                    <a:gd name="T68" fmla="*/ 54 w 717"/>
                    <a:gd name="T69" fmla="*/ 0 h 756"/>
                    <a:gd name="T70" fmla="*/ 54 w 717"/>
                    <a:gd name="T71" fmla="*/ 250 h 756"/>
                    <a:gd name="T72" fmla="*/ 55 w 717"/>
                    <a:gd name="T73" fmla="*/ 333 h 756"/>
                    <a:gd name="T74" fmla="*/ 57 w 717"/>
                    <a:gd name="T75" fmla="*/ 192 h 756"/>
                    <a:gd name="T76" fmla="*/ 59 w 717"/>
                    <a:gd name="T77" fmla="*/ 340 h 756"/>
                    <a:gd name="T78" fmla="*/ 58 w 717"/>
                    <a:gd name="T79" fmla="*/ 429 h 756"/>
                    <a:gd name="T80" fmla="*/ 60 w 717"/>
                    <a:gd name="T81" fmla="*/ 461 h 756"/>
                    <a:gd name="T82" fmla="*/ 0 60000 65536"/>
                    <a:gd name="T83" fmla="*/ 0 60000 65536"/>
                    <a:gd name="T84" fmla="*/ 0 60000 65536"/>
                    <a:gd name="T85" fmla="*/ 0 60000 65536"/>
                    <a:gd name="T86" fmla="*/ 0 60000 65536"/>
                    <a:gd name="T87" fmla="*/ 0 60000 65536"/>
                    <a:gd name="T88" fmla="*/ 0 60000 65536"/>
                    <a:gd name="T89" fmla="*/ 0 60000 65536"/>
                    <a:gd name="T90" fmla="*/ 0 60000 65536"/>
                    <a:gd name="T91" fmla="*/ 0 60000 65536"/>
                    <a:gd name="T92" fmla="*/ 0 60000 65536"/>
                    <a:gd name="T93" fmla="*/ 0 60000 65536"/>
                    <a:gd name="T94" fmla="*/ 0 60000 65536"/>
                    <a:gd name="T95" fmla="*/ 0 60000 65536"/>
                    <a:gd name="T96" fmla="*/ 0 60000 65536"/>
                    <a:gd name="T97" fmla="*/ 0 60000 65536"/>
                    <a:gd name="T98" fmla="*/ 0 60000 65536"/>
                    <a:gd name="T99" fmla="*/ 0 60000 65536"/>
                    <a:gd name="T100" fmla="*/ 0 60000 65536"/>
                    <a:gd name="T101" fmla="*/ 0 60000 65536"/>
                    <a:gd name="T102" fmla="*/ 0 60000 65536"/>
                    <a:gd name="T103" fmla="*/ 0 60000 65536"/>
                    <a:gd name="T104" fmla="*/ 0 60000 65536"/>
                    <a:gd name="T105" fmla="*/ 0 60000 65536"/>
                    <a:gd name="T106" fmla="*/ 0 60000 65536"/>
                    <a:gd name="T107" fmla="*/ 0 60000 65536"/>
                    <a:gd name="T108" fmla="*/ 0 60000 65536"/>
                    <a:gd name="T109" fmla="*/ 0 60000 65536"/>
                    <a:gd name="T110" fmla="*/ 0 60000 65536"/>
                    <a:gd name="T111" fmla="*/ 0 60000 65536"/>
                    <a:gd name="T112" fmla="*/ 0 60000 65536"/>
                    <a:gd name="T113" fmla="*/ 0 60000 65536"/>
                    <a:gd name="T114" fmla="*/ 0 60000 65536"/>
                    <a:gd name="T115" fmla="*/ 0 60000 65536"/>
                    <a:gd name="T116" fmla="*/ 0 60000 65536"/>
                    <a:gd name="T117" fmla="*/ 0 60000 65536"/>
                    <a:gd name="T118" fmla="*/ 0 60000 65536"/>
                    <a:gd name="T119" fmla="*/ 0 60000 65536"/>
                    <a:gd name="T120" fmla="*/ 0 60000 65536"/>
                    <a:gd name="T121" fmla="*/ 0 60000 65536"/>
                    <a:gd name="T122" fmla="*/ 0 60000 65536"/>
                    <a:gd name="T123" fmla="*/ 0 w 717"/>
                    <a:gd name="T124" fmla="*/ 0 h 756"/>
                    <a:gd name="T125" fmla="*/ 717 w 717"/>
                    <a:gd name="T126" fmla="*/ 756 h 756"/>
                  </a:gdLst>
                  <a:ahLst/>
                  <a:cxnLst>
                    <a:cxn ang="T82">
                      <a:pos x="T0" y="T1"/>
                    </a:cxn>
                    <a:cxn ang="T83">
                      <a:pos x="T2" y="T3"/>
                    </a:cxn>
                    <a:cxn ang="T84">
                      <a:pos x="T4" y="T5"/>
                    </a:cxn>
                    <a:cxn ang="T85">
                      <a:pos x="T6" y="T7"/>
                    </a:cxn>
                    <a:cxn ang="T86">
                      <a:pos x="T8" y="T9"/>
                    </a:cxn>
                    <a:cxn ang="T87">
                      <a:pos x="T10" y="T11"/>
                    </a:cxn>
                    <a:cxn ang="T88">
                      <a:pos x="T12" y="T13"/>
                    </a:cxn>
                    <a:cxn ang="T89">
                      <a:pos x="T14" y="T15"/>
                    </a:cxn>
                    <a:cxn ang="T90">
                      <a:pos x="T16" y="T17"/>
                    </a:cxn>
                    <a:cxn ang="T91">
                      <a:pos x="T18" y="T19"/>
                    </a:cxn>
                    <a:cxn ang="T92">
                      <a:pos x="T20" y="T21"/>
                    </a:cxn>
                    <a:cxn ang="T93">
                      <a:pos x="T22" y="T23"/>
                    </a:cxn>
                    <a:cxn ang="T94">
                      <a:pos x="T24" y="T25"/>
                    </a:cxn>
                    <a:cxn ang="T95">
                      <a:pos x="T26" y="T27"/>
                    </a:cxn>
                    <a:cxn ang="T96">
                      <a:pos x="T28" y="T29"/>
                    </a:cxn>
                    <a:cxn ang="T97">
                      <a:pos x="T30" y="T31"/>
                    </a:cxn>
                    <a:cxn ang="T98">
                      <a:pos x="T32" y="T33"/>
                    </a:cxn>
                    <a:cxn ang="T99">
                      <a:pos x="T34" y="T35"/>
                    </a:cxn>
                    <a:cxn ang="T100">
                      <a:pos x="T36" y="T37"/>
                    </a:cxn>
                    <a:cxn ang="T101">
                      <a:pos x="T38" y="T39"/>
                    </a:cxn>
                    <a:cxn ang="T102">
                      <a:pos x="T40" y="T41"/>
                    </a:cxn>
                    <a:cxn ang="T103">
                      <a:pos x="T42" y="T43"/>
                    </a:cxn>
                    <a:cxn ang="T104">
                      <a:pos x="T44" y="T45"/>
                    </a:cxn>
                    <a:cxn ang="T105">
                      <a:pos x="T46" y="T47"/>
                    </a:cxn>
                    <a:cxn ang="T106">
                      <a:pos x="T48" y="T49"/>
                    </a:cxn>
                    <a:cxn ang="T107">
                      <a:pos x="T50" y="T51"/>
                    </a:cxn>
                    <a:cxn ang="T108">
                      <a:pos x="T52" y="T53"/>
                    </a:cxn>
                    <a:cxn ang="T109">
                      <a:pos x="T54" y="T55"/>
                    </a:cxn>
                    <a:cxn ang="T110">
                      <a:pos x="T56" y="T57"/>
                    </a:cxn>
                    <a:cxn ang="T111">
                      <a:pos x="T58" y="T59"/>
                    </a:cxn>
                    <a:cxn ang="T112">
                      <a:pos x="T60" y="T61"/>
                    </a:cxn>
                    <a:cxn ang="T113">
                      <a:pos x="T62" y="T63"/>
                    </a:cxn>
                    <a:cxn ang="T114">
                      <a:pos x="T64" y="T65"/>
                    </a:cxn>
                    <a:cxn ang="T115">
                      <a:pos x="T66" y="T67"/>
                    </a:cxn>
                    <a:cxn ang="T116">
                      <a:pos x="T68" y="T69"/>
                    </a:cxn>
                    <a:cxn ang="T117">
                      <a:pos x="T70" y="T71"/>
                    </a:cxn>
                    <a:cxn ang="T118">
                      <a:pos x="T72" y="T73"/>
                    </a:cxn>
                    <a:cxn ang="T119">
                      <a:pos x="T74" y="T75"/>
                    </a:cxn>
                    <a:cxn ang="T120">
                      <a:pos x="T76" y="T77"/>
                    </a:cxn>
                    <a:cxn ang="T121">
                      <a:pos x="T78" y="T79"/>
                    </a:cxn>
                    <a:cxn ang="T122">
                      <a:pos x="T80" y="T81"/>
                    </a:cxn>
                  </a:cxnLst>
                  <a:rect l="T123" t="T124" r="T125" b="T126"/>
                  <a:pathLst>
                    <a:path w="717" h="756">
                      <a:moveTo>
                        <a:pt x="0" y="756"/>
                      </a:moveTo>
                      <a:lnTo>
                        <a:pt x="52" y="167"/>
                      </a:lnTo>
                      <a:lnTo>
                        <a:pt x="64" y="384"/>
                      </a:lnTo>
                      <a:lnTo>
                        <a:pt x="90" y="103"/>
                      </a:lnTo>
                      <a:lnTo>
                        <a:pt x="116" y="519"/>
                      </a:lnTo>
                      <a:lnTo>
                        <a:pt x="135" y="487"/>
                      </a:lnTo>
                      <a:lnTo>
                        <a:pt x="135" y="359"/>
                      </a:lnTo>
                      <a:lnTo>
                        <a:pt x="167" y="71"/>
                      </a:lnTo>
                      <a:lnTo>
                        <a:pt x="192" y="244"/>
                      </a:lnTo>
                      <a:lnTo>
                        <a:pt x="205" y="96"/>
                      </a:lnTo>
                      <a:lnTo>
                        <a:pt x="218" y="615"/>
                      </a:lnTo>
                      <a:lnTo>
                        <a:pt x="244" y="397"/>
                      </a:lnTo>
                      <a:lnTo>
                        <a:pt x="282" y="519"/>
                      </a:lnTo>
                      <a:lnTo>
                        <a:pt x="308" y="308"/>
                      </a:lnTo>
                      <a:lnTo>
                        <a:pt x="333" y="442"/>
                      </a:lnTo>
                      <a:lnTo>
                        <a:pt x="346" y="352"/>
                      </a:lnTo>
                      <a:lnTo>
                        <a:pt x="365" y="384"/>
                      </a:lnTo>
                      <a:lnTo>
                        <a:pt x="378" y="135"/>
                      </a:lnTo>
                      <a:lnTo>
                        <a:pt x="391" y="301"/>
                      </a:lnTo>
                      <a:lnTo>
                        <a:pt x="384" y="519"/>
                      </a:lnTo>
                      <a:lnTo>
                        <a:pt x="404" y="679"/>
                      </a:lnTo>
                      <a:lnTo>
                        <a:pt x="429" y="628"/>
                      </a:lnTo>
                      <a:lnTo>
                        <a:pt x="442" y="480"/>
                      </a:lnTo>
                      <a:lnTo>
                        <a:pt x="455" y="391"/>
                      </a:lnTo>
                      <a:lnTo>
                        <a:pt x="436" y="506"/>
                      </a:lnTo>
                      <a:lnTo>
                        <a:pt x="461" y="352"/>
                      </a:lnTo>
                      <a:lnTo>
                        <a:pt x="474" y="455"/>
                      </a:lnTo>
                      <a:lnTo>
                        <a:pt x="493" y="519"/>
                      </a:lnTo>
                      <a:lnTo>
                        <a:pt x="512" y="410"/>
                      </a:lnTo>
                      <a:lnTo>
                        <a:pt x="532" y="186"/>
                      </a:lnTo>
                      <a:lnTo>
                        <a:pt x="544" y="231"/>
                      </a:lnTo>
                      <a:lnTo>
                        <a:pt x="570" y="148"/>
                      </a:lnTo>
                      <a:lnTo>
                        <a:pt x="576" y="301"/>
                      </a:lnTo>
                      <a:lnTo>
                        <a:pt x="576" y="730"/>
                      </a:lnTo>
                      <a:lnTo>
                        <a:pt x="647" y="0"/>
                      </a:lnTo>
                      <a:lnTo>
                        <a:pt x="647" y="250"/>
                      </a:lnTo>
                      <a:lnTo>
                        <a:pt x="660" y="333"/>
                      </a:lnTo>
                      <a:lnTo>
                        <a:pt x="685" y="192"/>
                      </a:lnTo>
                      <a:lnTo>
                        <a:pt x="711" y="340"/>
                      </a:lnTo>
                      <a:lnTo>
                        <a:pt x="698" y="429"/>
                      </a:lnTo>
                      <a:lnTo>
                        <a:pt x="717" y="461"/>
                      </a:lnTo>
                    </a:path>
                  </a:pathLst>
                </a:custGeom>
                <a:noFill/>
                <a:ln w="9525">
                  <a:solidFill>
                    <a:srgbClr val="FF0000"/>
                  </a:solidFill>
                  <a:round/>
                  <a:headEnd/>
                  <a:tailEnd/>
                </a:ln>
              </p:spPr>
              <p:txBody>
                <a:bodyPr/>
                <a:lstStyle/>
                <a:p>
                  <a:endParaRPr lang="en-GB" sz="1600"/>
                </a:p>
              </p:txBody>
            </p:sp>
          </p:grpSp>
          <p:grpSp>
            <p:nvGrpSpPr>
              <p:cNvPr id="14403" name="Group 348"/>
              <p:cNvGrpSpPr>
                <a:grpSpLocks/>
              </p:cNvGrpSpPr>
              <p:nvPr/>
            </p:nvGrpSpPr>
            <p:grpSpPr bwMode="auto">
              <a:xfrm flipH="1">
                <a:off x="4569" y="1098"/>
                <a:ext cx="590" cy="801"/>
                <a:chOff x="3462" y="1100"/>
                <a:chExt cx="1549" cy="801"/>
              </a:xfrm>
            </p:grpSpPr>
            <p:sp>
              <p:nvSpPr>
                <p:cNvPr id="14422" name="Freeform 349"/>
                <p:cNvSpPr>
                  <a:spLocks/>
                </p:cNvSpPr>
                <p:nvPr/>
              </p:nvSpPr>
              <p:spPr bwMode="auto">
                <a:xfrm>
                  <a:off x="3462" y="1126"/>
                  <a:ext cx="313" cy="756"/>
                </a:xfrm>
                <a:custGeom>
                  <a:avLst/>
                  <a:gdLst>
                    <a:gd name="T0" fmla="*/ 0 w 717"/>
                    <a:gd name="T1" fmla="*/ 756 h 756"/>
                    <a:gd name="T2" fmla="*/ 4 w 717"/>
                    <a:gd name="T3" fmla="*/ 167 h 756"/>
                    <a:gd name="T4" fmla="*/ 5 w 717"/>
                    <a:gd name="T5" fmla="*/ 384 h 756"/>
                    <a:gd name="T6" fmla="*/ 7 w 717"/>
                    <a:gd name="T7" fmla="*/ 103 h 756"/>
                    <a:gd name="T8" fmla="*/ 10 w 717"/>
                    <a:gd name="T9" fmla="*/ 519 h 756"/>
                    <a:gd name="T10" fmla="*/ 11 w 717"/>
                    <a:gd name="T11" fmla="*/ 487 h 756"/>
                    <a:gd name="T12" fmla="*/ 11 w 717"/>
                    <a:gd name="T13" fmla="*/ 359 h 756"/>
                    <a:gd name="T14" fmla="*/ 14 w 717"/>
                    <a:gd name="T15" fmla="*/ 71 h 756"/>
                    <a:gd name="T16" fmla="*/ 16 w 717"/>
                    <a:gd name="T17" fmla="*/ 244 h 756"/>
                    <a:gd name="T18" fmla="*/ 17 w 717"/>
                    <a:gd name="T19" fmla="*/ 96 h 756"/>
                    <a:gd name="T20" fmla="*/ 18 w 717"/>
                    <a:gd name="T21" fmla="*/ 615 h 756"/>
                    <a:gd name="T22" fmla="*/ 21 w 717"/>
                    <a:gd name="T23" fmla="*/ 397 h 756"/>
                    <a:gd name="T24" fmla="*/ 24 w 717"/>
                    <a:gd name="T25" fmla="*/ 519 h 756"/>
                    <a:gd name="T26" fmla="*/ 25 w 717"/>
                    <a:gd name="T27" fmla="*/ 308 h 756"/>
                    <a:gd name="T28" fmla="*/ 28 w 717"/>
                    <a:gd name="T29" fmla="*/ 442 h 756"/>
                    <a:gd name="T30" fmla="*/ 29 w 717"/>
                    <a:gd name="T31" fmla="*/ 352 h 756"/>
                    <a:gd name="T32" fmla="*/ 30 w 717"/>
                    <a:gd name="T33" fmla="*/ 384 h 756"/>
                    <a:gd name="T34" fmla="*/ 31 w 717"/>
                    <a:gd name="T35" fmla="*/ 135 h 756"/>
                    <a:gd name="T36" fmla="*/ 33 w 717"/>
                    <a:gd name="T37" fmla="*/ 301 h 756"/>
                    <a:gd name="T38" fmla="*/ 32 w 717"/>
                    <a:gd name="T39" fmla="*/ 519 h 756"/>
                    <a:gd name="T40" fmla="*/ 34 w 717"/>
                    <a:gd name="T41" fmla="*/ 679 h 756"/>
                    <a:gd name="T42" fmla="*/ 36 w 717"/>
                    <a:gd name="T43" fmla="*/ 628 h 756"/>
                    <a:gd name="T44" fmla="*/ 37 w 717"/>
                    <a:gd name="T45" fmla="*/ 480 h 756"/>
                    <a:gd name="T46" fmla="*/ 38 w 717"/>
                    <a:gd name="T47" fmla="*/ 391 h 756"/>
                    <a:gd name="T48" fmla="*/ 36 w 717"/>
                    <a:gd name="T49" fmla="*/ 506 h 756"/>
                    <a:gd name="T50" fmla="*/ 38 w 717"/>
                    <a:gd name="T51" fmla="*/ 352 h 756"/>
                    <a:gd name="T52" fmla="*/ 39 w 717"/>
                    <a:gd name="T53" fmla="*/ 455 h 756"/>
                    <a:gd name="T54" fmla="*/ 41 w 717"/>
                    <a:gd name="T55" fmla="*/ 519 h 756"/>
                    <a:gd name="T56" fmla="*/ 43 w 717"/>
                    <a:gd name="T57" fmla="*/ 410 h 756"/>
                    <a:gd name="T58" fmla="*/ 44 w 717"/>
                    <a:gd name="T59" fmla="*/ 186 h 756"/>
                    <a:gd name="T60" fmla="*/ 45 w 717"/>
                    <a:gd name="T61" fmla="*/ 231 h 756"/>
                    <a:gd name="T62" fmla="*/ 48 w 717"/>
                    <a:gd name="T63" fmla="*/ 148 h 756"/>
                    <a:gd name="T64" fmla="*/ 48 w 717"/>
                    <a:gd name="T65" fmla="*/ 301 h 756"/>
                    <a:gd name="T66" fmla="*/ 48 w 717"/>
                    <a:gd name="T67" fmla="*/ 730 h 756"/>
                    <a:gd name="T68" fmla="*/ 54 w 717"/>
                    <a:gd name="T69" fmla="*/ 0 h 756"/>
                    <a:gd name="T70" fmla="*/ 54 w 717"/>
                    <a:gd name="T71" fmla="*/ 250 h 756"/>
                    <a:gd name="T72" fmla="*/ 55 w 717"/>
                    <a:gd name="T73" fmla="*/ 333 h 756"/>
                    <a:gd name="T74" fmla="*/ 57 w 717"/>
                    <a:gd name="T75" fmla="*/ 192 h 756"/>
                    <a:gd name="T76" fmla="*/ 59 w 717"/>
                    <a:gd name="T77" fmla="*/ 340 h 756"/>
                    <a:gd name="T78" fmla="*/ 58 w 717"/>
                    <a:gd name="T79" fmla="*/ 429 h 756"/>
                    <a:gd name="T80" fmla="*/ 60 w 717"/>
                    <a:gd name="T81" fmla="*/ 461 h 756"/>
                    <a:gd name="T82" fmla="*/ 0 60000 65536"/>
                    <a:gd name="T83" fmla="*/ 0 60000 65536"/>
                    <a:gd name="T84" fmla="*/ 0 60000 65536"/>
                    <a:gd name="T85" fmla="*/ 0 60000 65536"/>
                    <a:gd name="T86" fmla="*/ 0 60000 65536"/>
                    <a:gd name="T87" fmla="*/ 0 60000 65536"/>
                    <a:gd name="T88" fmla="*/ 0 60000 65536"/>
                    <a:gd name="T89" fmla="*/ 0 60000 65536"/>
                    <a:gd name="T90" fmla="*/ 0 60000 65536"/>
                    <a:gd name="T91" fmla="*/ 0 60000 65536"/>
                    <a:gd name="T92" fmla="*/ 0 60000 65536"/>
                    <a:gd name="T93" fmla="*/ 0 60000 65536"/>
                    <a:gd name="T94" fmla="*/ 0 60000 65536"/>
                    <a:gd name="T95" fmla="*/ 0 60000 65536"/>
                    <a:gd name="T96" fmla="*/ 0 60000 65536"/>
                    <a:gd name="T97" fmla="*/ 0 60000 65536"/>
                    <a:gd name="T98" fmla="*/ 0 60000 65536"/>
                    <a:gd name="T99" fmla="*/ 0 60000 65536"/>
                    <a:gd name="T100" fmla="*/ 0 60000 65536"/>
                    <a:gd name="T101" fmla="*/ 0 60000 65536"/>
                    <a:gd name="T102" fmla="*/ 0 60000 65536"/>
                    <a:gd name="T103" fmla="*/ 0 60000 65536"/>
                    <a:gd name="T104" fmla="*/ 0 60000 65536"/>
                    <a:gd name="T105" fmla="*/ 0 60000 65536"/>
                    <a:gd name="T106" fmla="*/ 0 60000 65536"/>
                    <a:gd name="T107" fmla="*/ 0 60000 65536"/>
                    <a:gd name="T108" fmla="*/ 0 60000 65536"/>
                    <a:gd name="T109" fmla="*/ 0 60000 65536"/>
                    <a:gd name="T110" fmla="*/ 0 60000 65536"/>
                    <a:gd name="T111" fmla="*/ 0 60000 65536"/>
                    <a:gd name="T112" fmla="*/ 0 60000 65536"/>
                    <a:gd name="T113" fmla="*/ 0 60000 65536"/>
                    <a:gd name="T114" fmla="*/ 0 60000 65536"/>
                    <a:gd name="T115" fmla="*/ 0 60000 65536"/>
                    <a:gd name="T116" fmla="*/ 0 60000 65536"/>
                    <a:gd name="T117" fmla="*/ 0 60000 65536"/>
                    <a:gd name="T118" fmla="*/ 0 60000 65536"/>
                    <a:gd name="T119" fmla="*/ 0 60000 65536"/>
                    <a:gd name="T120" fmla="*/ 0 60000 65536"/>
                    <a:gd name="T121" fmla="*/ 0 60000 65536"/>
                    <a:gd name="T122" fmla="*/ 0 60000 65536"/>
                    <a:gd name="T123" fmla="*/ 0 w 717"/>
                    <a:gd name="T124" fmla="*/ 0 h 756"/>
                    <a:gd name="T125" fmla="*/ 717 w 717"/>
                    <a:gd name="T126" fmla="*/ 756 h 756"/>
                  </a:gdLst>
                  <a:ahLst/>
                  <a:cxnLst>
                    <a:cxn ang="T82">
                      <a:pos x="T0" y="T1"/>
                    </a:cxn>
                    <a:cxn ang="T83">
                      <a:pos x="T2" y="T3"/>
                    </a:cxn>
                    <a:cxn ang="T84">
                      <a:pos x="T4" y="T5"/>
                    </a:cxn>
                    <a:cxn ang="T85">
                      <a:pos x="T6" y="T7"/>
                    </a:cxn>
                    <a:cxn ang="T86">
                      <a:pos x="T8" y="T9"/>
                    </a:cxn>
                    <a:cxn ang="T87">
                      <a:pos x="T10" y="T11"/>
                    </a:cxn>
                    <a:cxn ang="T88">
                      <a:pos x="T12" y="T13"/>
                    </a:cxn>
                    <a:cxn ang="T89">
                      <a:pos x="T14" y="T15"/>
                    </a:cxn>
                    <a:cxn ang="T90">
                      <a:pos x="T16" y="T17"/>
                    </a:cxn>
                    <a:cxn ang="T91">
                      <a:pos x="T18" y="T19"/>
                    </a:cxn>
                    <a:cxn ang="T92">
                      <a:pos x="T20" y="T21"/>
                    </a:cxn>
                    <a:cxn ang="T93">
                      <a:pos x="T22" y="T23"/>
                    </a:cxn>
                    <a:cxn ang="T94">
                      <a:pos x="T24" y="T25"/>
                    </a:cxn>
                    <a:cxn ang="T95">
                      <a:pos x="T26" y="T27"/>
                    </a:cxn>
                    <a:cxn ang="T96">
                      <a:pos x="T28" y="T29"/>
                    </a:cxn>
                    <a:cxn ang="T97">
                      <a:pos x="T30" y="T31"/>
                    </a:cxn>
                    <a:cxn ang="T98">
                      <a:pos x="T32" y="T33"/>
                    </a:cxn>
                    <a:cxn ang="T99">
                      <a:pos x="T34" y="T35"/>
                    </a:cxn>
                    <a:cxn ang="T100">
                      <a:pos x="T36" y="T37"/>
                    </a:cxn>
                    <a:cxn ang="T101">
                      <a:pos x="T38" y="T39"/>
                    </a:cxn>
                    <a:cxn ang="T102">
                      <a:pos x="T40" y="T41"/>
                    </a:cxn>
                    <a:cxn ang="T103">
                      <a:pos x="T42" y="T43"/>
                    </a:cxn>
                    <a:cxn ang="T104">
                      <a:pos x="T44" y="T45"/>
                    </a:cxn>
                    <a:cxn ang="T105">
                      <a:pos x="T46" y="T47"/>
                    </a:cxn>
                    <a:cxn ang="T106">
                      <a:pos x="T48" y="T49"/>
                    </a:cxn>
                    <a:cxn ang="T107">
                      <a:pos x="T50" y="T51"/>
                    </a:cxn>
                    <a:cxn ang="T108">
                      <a:pos x="T52" y="T53"/>
                    </a:cxn>
                    <a:cxn ang="T109">
                      <a:pos x="T54" y="T55"/>
                    </a:cxn>
                    <a:cxn ang="T110">
                      <a:pos x="T56" y="T57"/>
                    </a:cxn>
                    <a:cxn ang="T111">
                      <a:pos x="T58" y="T59"/>
                    </a:cxn>
                    <a:cxn ang="T112">
                      <a:pos x="T60" y="T61"/>
                    </a:cxn>
                    <a:cxn ang="T113">
                      <a:pos x="T62" y="T63"/>
                    </a:cxn>
                    <a:cxn ang="T114">
                      <a:pos x="T64" y="T65"/>
                    </a:cxn>
                    <a:cxn ang="T115">
                      <a:pos x="T66" y="T67"/>
                    </a:cxn>
                    <a:cxn ang="T116">
                      <a:pos x="T68" y="T69"/>
                    </a:cxn>
                    <a:cxn ang="T117">
                      <a:pos x="T70" y="T71"/>
                    </a:cxn>
                    <a:cxn ang="T118">
                      <a:pos x="T72" y="T73"/>
                    </a:cxn>
                    <a:cxn ang="T119">
                      <a:pos x="T74" y="T75"/>
                    </a:cxn>
                    <a:cxn ang="T120">
                      <a:pos x="T76" y="T77"/>
                    </a:cxn>
                    <a:cxn ang="T121">
                      <a:pos x="T78" y="T79"/>
                    </a:cxn>
                    <a:cxn ang="T122">
                      <a:pos x="T80" y="T81"/>
                    </a:cxn>
                  </a:cxnLst>
                  <a:rect l="T123" t="T124" r="T125" b="T126"/>
                  <a:pathLst>
                    <a:path w="717" h="756">
                      <a:moveTo>
                        <a:pt x="0" y="756"/>
                      </a:moveTo>
                      <a:lnTo>
                        <a:pt x="52" y="167"/>
                      </a:lnTo>
                      <a:lnTo>
                        <a:pt x="64" y="384"/>
                      </a:lnTo>
                      <a:lnTo>
                        <a:pt x="90" y="103"/>
                      </a:lnTo>
                      <a:lnTo>
                        <a:pt x="116" y="519"/>
                      </a:lnTo>
                      <a:lnTo>
                        <a:pt x="135" y="487"/>
                      </a:lnTo>
                      <a:lnTo>
                        <a:pt x="135" y="359"/>
                      </a:lnTo>
                      <a:lnTo>
                        <a:pt x="167" y="71"/>
                      </a:lnTo>
                      <a:lnTo>
                        <a:pt x="192" y="244"/>
                      </a:lnTo>
                      <a:lnTo>
                        <a:pt x="205" y="96"/>
                      </a:lnTo>
                      <a:lnTo>
                        <a:pt x="218" y="615"/>
                      </a:lnTo>
                      <a:lnTo>
                        <a:pt x="244" y="397"/>
                      </a:lnTo>
                      <a:lnTo>
                        <a:pt x="282" y="519"/>
                      </a:lnTo>
                      <a:lnTo>
                        <a:pt x="308" y="308"/>
                      </a:lnTo>
                      <a:lnTo>
                        <a:pt x="333" y="442"/>
                      </a:lnTo>
                      <a:lnTo>
                        <a:pt x="346" y="352"/>
                      </a:lnTo>
                      <a:lnTo>
                        <a:pt x="365" y="384"/>
                      </a:lnTo>
                      <a:lnTo>
                        <a:pt x="378" y="135"/>
                      </a:lnTo>
                      <a:lnTo>
                        <a:pt x="391" y="301"/>
                      </a:lnTo>
                      <a:lnTo>
                        <a:pt x="384" y="519"/>
                      </a:lnTo>
                      <a:lnTo>
                        <a:pt x="404" y="679"/>
                      </a:lnTo>
                      <a:lnTo>
                        <a:pt x="429" y="628"/>
                      </a:lnTo>
                      <a:lnTo>
                        <a:pt x="442" y="480"/>
                      </a:lnTo>
                      <a:lnTo>
                        <a:pt x="455" y="391"/>
                      </a:lnTo>
                      <a:lnTo>
                        <a:pt x="436" y="506"/>
                      </a:lnTo>
                      <a:lnTo>
                        <a:pt x="461" y="352"/>
                      </a:lnTo>
                      <a:lnTo>
                        <a:pt x="474" y="455"/>
                      </a:lnTo>
                      <a:lnTo>
                        <a:pt x="493" y="519"/>
                      </a:lnTo>
                      <a:lnTo>
                        <a:pt x="512" y="410"/>
                      </a:lnTo>
                      <a:lnTo>
                        <a:pt x="532" y="186"/>
                      </a:lnTo>
                      <a:lnTo>
                        <a:pt x="544" y="231"/>
                      </a:lnTo>
                      <a:lnTo>
                        <a:pt x="570" y="148"/>
                      </a:lnTo>
                      <a:lnTo>
                        <a:pt x="576" y="301"/>
                      </a:lnTo>
                      <a:lnTo>
                        <a:pt x="576" y="730"/>
                      </a:lnTo>
                      <a:lnTo>
                        <a:pt x="647" y="0"/>
                      </a:lnTo>
                      <a:lnTo>
                        <a:pt x="647" y="250"/>
                      </a:lnTo>
                      <a:lnTo>
                        <a:pt x="660" y="333"/>
                      </a:lnTo>
                      <a:lnTo>
                        <a:pt x="685" y="192"/>
                      </a:lnTo>
                      <a:lnTo>
                        <a:pt x="711" y="340"/>
                      </a:lnTo>
                      <a:lnTo>
                        <a:pt x="698" y="429"/>
                      </a:lnTo>
                      <a:lnTo>
                        <a:pt x="717" y="461"/>
                      </a:lnTo>
                    </a:path>
                  </a:pathLst>
                </a:custGeom>
                <a:noFill/>
                <a:ln w="9525">
                  <a:solidFill>
                    <a:srgbClr val="FF0000"/>
                  </a:solidFill>
                  <a:round/>
                  <a:headEnd/>
                  <a:tailEnd/>
                </a:ln>
              </p:spPr>
              <p:txBody>
                <a:bodyPr/>
                <a:lstStyle/>
                <a:p>
                  <a:endParaRPr lang="en-GB" sz="1600"/>
                </a:p>
              </p:txBody>
            </p:sp>
            <p:sp>
              <p:nvSpPr>
                <p:cNvPr id="14423" name="Freeform 350"/>
                <p:cNvSpPr>
                  <a:spLocks/>
                </p:cNvSpPr>
                <p:nvPr/>
              </p:nvSpPr>
              <p:spPr bwMode="auto">
                <a:xfrm flipH="1" flipV="1">
                  <a:off x="3770" y="1145"/>
                  <a:ext cx="313" cy="756"/>
                </a:xfrm>
                <a:custGeom>
                  <a:avLst/>
                  <a:gdLst>
                    <a:gd name="T0" fmla="*/ 0 w 717"/>
                    <a:gd name="T1" fmla="*/ 756 h 756"/>
                    <a:gd name="T2" fmla="*/ 4 w 717"/>
                    <a:gd name="T3" fmla="*/ 167 h 756"/>
                    <a:gd name="T4" fmla="*/ 5 w 717"/>
                    <a:gd name="T5" fmla="*/ 384 h 756"/>
                    <a:gd name="T6" fmla="*/ 7 w 717"/>
                    <a:gd name="T7" fmla="*/ 103 h 756"/>
                    <a:gd name="T8" fmla="*/ 10 w 717"/>
                    <a:gd name="T9" fmla="*/ 519 h 756"/>
                    <a:gd name="T10" fmla="*/ 11 w 717"/>
                    <a:gd name="T11" fmla="*/ 487 h 756"/>
                    <a:gd name="T12" fmla="*/ 11 w 717"/>
                    <a:gd name="T13" fmla="*/ 359 h 756"/>
                    <a:gd name="T14" fmla="*/ 14 w 717"/>
                    <a:gd name="T15" fmla="*/ 71 h 756"/>
                    <a:gd name="T16" fmla="*/ 16 w 717"/>
                    <a:gd name="T17" fmla="*/ 244 h 756"/>
                    <a:gd name="T18" fmla="*/ 17 w 717"/>
                    <a:gd name="T19" fmla="*/ 96 h 756"/>
                    <a:gd name="T20" fmla="*/ 18 w 717"/>
                    <a:gd name="T21" fmla="*/ 615 h 756"/>
                    <a:gd name="T22" fmla="*/ 21 w 717"/>
                    <a:gd name="T23" fmla="*/ 397 h 756"/>
                    <a:gd name="T24" fmla="*/ 24 w 717"/>
                    <a:gd name="T25" fmla="*/ 519 h 756"/>
                    <a:gd name="T26" fmla="*/ 25 w 717"/>
                    <a:gd name="T27" fmla="*/ 308 h 756"/>
                    <a:gd name="T28" fmla="*/ 28 w 717"/>
                    <a:gd name="T29" fmla="*/ 442 h 756"/>
                    <a:gd name="T30" fmla="*/ 29 w 717"/>
                    <a:gd name="T31" fmla="*/ 352 h 756"/>
                    <a:gd name="T32" fmla="*/ 30 w 717"/>
                    <a:gd name="T33" fmla="*/ 384 h 756"/>
                    <a:gd name="T34" fmla="*/ 31 w 717"/>
                    <a:gd name="T35" fmla="*/ 135 h 756"/>
                    <a:gd name="T36" fmla="*/ 33 w 717"/>
                    <a:gd name="T37" fmla="*/ 301 h 756"/>
                    <a:gd name="T38" fmla="*/ 32 w 717"/>
                    <a:gd name="T39" fmla="*/ 519 h 756"/>
                    <a:gd name="T40" fmla="*/ 34 w 717"/>
                    <a:gd name="T41" fmla="*/ 679 h 756"/>
                    <a:gd name="T42" fmla="*/ 36 w 717"/>
                    <a:gd name="T43" fmla="*/ 628 h 756"/>
                    <a:gd name="T44" fmla="*/ 37 w 717"/>
                    <a:gd name="T45" fmla="*/ 480 h 756"/>
                    <a:gd name="T46" fmla="*/ 38 w 717"/>
                    <a:gd name="T47" fmla="*/ 391 h 756"/>
                    <a:gd name="T48" fmla="*/ 36 w 717"/>
                    <a:gd name="T49" fmla="*/ 506 h 756"/>
                    <a:gd name="T50" fmla="*/ 38 w 717"/>
                    <a:gd name="T51" fmla="*/ 352 h 756"/>
                    <a:gd name="T52" fmla="*/ 39 w 717"/>
                    <a:gd name="T53" fmla="*/ 455 h 756"/>
                    <a:gd name="T54" fmla="*/ 41 w 717"/>
                    <a:gd name="T55" fmla="*/ 519 h 756"/>
                    <a:gd name="T56" fmla="*/ 43 w 717"/>
                    <a:gd name="T57" fmla="*/ 410 h 756"/>
                    <a:gd name="T58" fmla="*/ 44 w 717"/>
                    <a:gd name="T59" fmla="*/ 186 h 756"/>
                    <a:gd name="T60" fmla="*/ 45 w 717"/>
                    <a:gd name="T61" fmla="*/ 231 h 756"/>
                    <a:gd name="T62" fmla="*/ 48 w 717"/>
                    <a:gd name="T63" fmla="*/ 148 h 756"/>
                    <a:gd name="T64" fmla="*/ 48 w 717"/>
                    <a:gd name="T65" fmla="*/ 301 h 756"/>
                    <a:gd name="T66" fmla="*/ 48 w 717"/>
                    <a:gd name="T67" fmla="*/ 730 h 756"/>
                    <a:gd name="T68" fmla="*/ 54 w 717"/>
                    <a:gd name="T69" fmla="*/ 0 h 756"/>
                    <a:gd name="T70" fmla="*/ 54 w 717"/>
                    <a:gd name="T71" fmla="*/ 250 h 756"/>
                    <a:gd name="T72" fmla="*/ 55 w 717"/>
                    <a:gd name="T73" fmla="*/ 333 h 756"/>
                    <a:gd name="T74" fmla="*/ 57 w 717"/>
                    <a:gd name="T75" fmla="*/ 192 h 756"/>
                    <a:gd name="T76" fmla="*/ 59 w 717"/>
                    <a:gd name="T77" fmla="*/ 340 h 756"/>
                    <a:gd name="T78" fmla="*/ 58 w 717"/>
                    <a:gd name="T79" fmla="*/ 429 h 756"/>
                    <a:gd name="T80" fmla="*/ 60 w 717"/>
                    <a:gd name="T81" fmla="*/ 461 h 756"/>
                    <a:gd name="T82" fmla="*/ 0 60000 65536"/>
                    <a:gd name="T83" fmla="*/ 0 60000 65536"/>
                    <a:gd name="T84" fmla="*/ 0 60000 65536"/>
                    <a:gd name="T85" fmla="*/ 0 60000 65536"/>
                    <a:gd name="T86" fmla="*/ 0 60000 65536"/>
                    <a:gd name="T87" fmla="*/ 0 60000 65536"/>
                    <a:gd name="T88" fmla="*/ 0 60000 65536"/>
                    <a:gd name="T89" fmla="*/ 0 60000 65536"/>
                    <a:gd name="T90" fmla="*/ 0 60000 65536"/>
                    <a:gd name="T91" fmla="*/ 0 60000 65536"/>
                    <a:gd name="T92" fmla="*/ 0 60000 65536"/>
                    <a:gd name="T93" fmla="*/ 0 60000 65536"/>
                    <a:gd name="T94" fmla="*/ 0 60000 65536"/>
                    <a:gd name="T95" fmla="*/ 0 60000 65536"/>
                    <a:gd name="T96" fmla="*/ 0 60000 65536"/>
                    <a:gd name="T97" fmla="*/ 0 60000 65536"/>
                    <a:gd name="T98" fmla="*/ 0 60000 65536"/>
                    <a:gd name="T99" fmla="*/ 0 60000 65536"/>
                    <a:gd name="T100" fmla="*/ 0 60000 65536"/>
                    <a:gd name="T101" fmla="*/ 0 60000 65536"/>
                    <a:gd name="T102" fmla="*/ 0 60000 65536"/>
                    <a:gd name="T103" fmla="*/ 0 60000 65536"/>
                    <a:gd name="T104" fmla="*/ 0 60000 65536"/>
                    <a:gd name="T105" fmla="*/ 0 60000 65536"/>
                    <a:gd name="T106" fmla="*/ 0 60000 65536"/>
                    <a:gd name="T107" fmla="*/ 0 60000 65536"/>
                    <a:gd name="T108" fmla="*/ 0 60000 65536"/>
                    <a:gd name="T109" fmla="*/ 0 60000 65536"/>
                    <a:gd name="T110" fmla="*/ 0 60000 65536"/>
                    <a:gd name="T111" fmla="*/ 0 60000 65536"/>
                    <a:gd name="T112" fmla="*/ 0 60000 65536"/>
                    <a:gd name="T113" fmla="*/ 0 60000 65536"/>
                    <a:gd name="T114" fmla="*/ 0 60000 65536"/>
                    <a:gd name="T115" fmla="*/ 0 60000 65536"/>
                    <a:gd name="T116" fmla="*/ 0 60000 65536"/>
                    <a:gd name="T117" fmla="*/ 0 60000 65536"/>
                    <a:gd name="T118" fmla="*/ 0 60000 65536"/>
                    <a:gd name="T119" fmla="*/ 0 60000 65536"/>
                    <a:gd name="T120" fmla="*/ 0 60000 65536"/>
                    <a:gd name="T121" fmla="*/ 0 60000 65536"/>
                    <a:gd name="T122" fmla="*/ 0 60000 65536"/>
                    <a:gd name="T123" fmla="*/ 0 w 717"/>
                    <a:gd name="T124" fmla="*/ 0 h 756"/>
                    <a:gd name="T125" fmla="*/ 717 w 717"/>
                    <a:gd name="T126" fmla="*/ 756 h 756"/>
                  </a:gdLst>
                  <a:ahLst/>
                  <a:cxnLst>
                    <a:cxn ang="T82">
                      <a:pos x="T0" y="T1"/>
                    </a:cxn>
                    <a:cxn ang="T83">
                      <a:pos x="T2" y="T3"/>
                    </a:cxn>
                    <a:cxn ang="T84">
                      <a:pos x="T4" y="T5"/>
                    </a:cxn>
                    <a:cxn ang="T85">
                      <a:pos x="T6" y="T7"/>
                    </a:cxn>
                    <a:cxn ang="T86">
                      <a:pos x="T8" y="T9"/>
                    </a:cxn>
                    <a:cxn ang="T87">
                      <a:pos x="T10" y="T11"/>
                    </a:cxn>
                    <a:cxn ang="T88">
                      <a:pos x="T12" y="T13"/>
                    </a:cxn>
                    <a:cxn ang="T89">
                      <a:pos x="T14" y="T15"/>
                    </a:cxn>
                    <a:cxn ang="T90">
                      <a:pos x="T16" y="T17"/>
                    </a:cxn>
                    <a:cxn ang="T91">
                      <a:pos x="T18" y="T19"/>
                    </a:cxn>
                    <a:cxn ang="T92">
                      <a:pos x="T20" y="T21"/>
                    </a:cxn>
                    <a:cxn ang="T93">
                      <a:pos x="T22" y="T23"/>
                    </a:cxn>
                    <a:cxn ang="T94">
                      <a:pos x="T24" y="T25"/>
                    </a:cxn>
                    <a:cxn ang="T95">
                      <a:pos x="T26" y="T27"/>
                    </a:cxn>
                    <a:cxn ang="T96">
                      <a:pos x="T28" y="T29"/>
                    </a:cxn>
                    <a:cxn ang="T97">
                      <a:pos x="T30" y="T31"/>
                    </a:cxn>
                    <a:cxn ang="T98">
                      <a:pos x="T32" y="T33"/>
                    </a:cxn>
                    <a:cxn ang="T99">
                      <a:pos x="T34" y="T35"/>
                    </a:cxn>
                    <a:cxn ang="T100">
                      <a:pos x="T36" y="T37"/>
                    </a:cxn>
                    <a:cxn ang="T101">
                      <a:pos x="T38" y="T39"/>
                    </a:cxn>
                    <a:cxn ang="T102">
                      <a:pos x="T40" y="T41"/>
                    </a:cxn>
                    <a:cxn ang="T103">
                      <a:pos x="T42" y="T43"/>
                    </a:cxn>
                    <a:cxn ang="T104">
                      <a:pos x="T44" y="T45"/>
                    </a:cxn>
                    <a:cxn ang="T105">
                      <a:pos x="T46" y="T47"/>
                    </a:cxn>
                    <a:cxn ang="T106">
                      <a:pos x="T48" y="T49"/>
                    </a:cxn>
                    <a:cxn ang="T107">
                      <a:pos x="T50" y="T51"/>
                    </a:cxn>
                    <a:cxn ang="T108">
                      <a:pos x="T52" y="T53"/>
                    </a:cxn>
                    <a:cxn ang="T109">
                      <a:pos x="T54" y="T55"/>
                    </a:cxn>
                    <a:cxn ang="T110">
                      <a:pos x="T56" y="T57"/>
                    </a:cxn>
                    <a:cxn ang="T111">
                      <a:pos x="T58" y="T59"/>
                    </a:cxn>
                    <a:cxn ang="T112">
                      <a:pos x="T60" y="T61"/>
                    </a:cxn>
                    <a:cxn ang="T113">
                      <a:pos x="T62" y="T63"/>
                    </a:cxn>
                    <a:cxn ang="T114">
                      <a:pos x="T64" y="T65"/>
                    </a:cxn>
                    <a:cxn ang="T115">
                      <a:pos x="T66" y="T67"/>
                    </a:cxn>
                    <a:cxn ang="T116">
                      <a:pos x="T68" y="T69"/>
                    </a:cxn>
                    <a:cxn ang="T117">
                      <a:pos x="T70" y="T71"/>
                    </a:cxn>
                    <a:cxn ang="T118">
                      <a:pos x="T72" y="T73"/>
                    </a:cxn>
                    <a:cxn ang="T119">
                      <a:pos x="T74" y="T75"/>
                    </a:cxn>
                    <a:cxn ang="T120">
                      <a:pos x="T76" y="T77"/>
                    </a:cxn>
                    <a:cxn ang="T121">
                      <a:pos x="T78" y="T79"/>
                    </a:cxn>
                    <a:cxn ang="T122">
                      <a:pos x="T80" y="T81"/>
                    </a:cxn>
                  </a:cxnLst>
                  <a:rect l="T123" t="T124" r="T125" b="T126"/>
                  <a:pathLst>
                    <a:path w="717" h="756">
                      <a:moveTo>
                        <a:pt x="0" y="756"/>
                      </a:moveTo>
                      <a:lnTo>
                        <a:pt x="52" y="167"/>
                      </a:lnTo>
                      <a:lnTo>
                        <a:pt x="64" y="384"/>
                      </a:lnTo>
                      <a:lnTo>
                        <a:pt x="90" y="103"/>
                      </a:lnTo>
                      <a:lnTo>
                        <a:pt x="116" y="519"/>
                      </a:lnTo>
                      <a:lnTo>
                        <a:pt x="135" y="487"/>
                      </a:lnTo>
                      <a:lnTo>
                        <a:pt x="135" y="359"/>
                      </a:lnTo>
                      <a:lnTo>
                        <a:pt x="167" y="71"/>
                      </a:lnTo>
                      <a:lnTo>
                        <a:pt x="192" y="244"/>
                      </a:lnTo>
                      <a:lnTo>
                        <a:pt x="205" y="96"/>
                      </a:lnTo>
                      <a:lnTo>
                        <a:pt x="218" y="615"/>
                      </a:lnTo>
                      <a:lnTo>
                        <a:pt x="244" y="397"/>
                      </a:lnTo>
                      <a:lnTo>
                        <a:pt x="282" y="519"/>
                      </a:lnTo>
                      <a:lnTo>
                        <a:pt x="308" y="308"/>
                      </a:lnTo>
                      <a:lnTo>
                        <a:pt x="333" y="442"/>
                      </a:lnTo>
                      <a:lnTo>
                        <a:pt x="346" y="352"/>
                      </a:lnTo>
                      <a:lnTo>
                        <a:pt x="365" y="384"/>
                      </a:lnTo>
                      <a:lnTo>
                        <a:pt x="378" y="135"/>
                      </a:lnTo>
                      <a:lnTo>
                        <a:pt x="391" y="301"/>
                      </a:lnTo>
                      <a:lnTo>
                        <a:pt x="384" y="519"/>
                      </a:lnTo>
                      <a:lnTo>
                        <a:pt x="404" y="679"/>
                      </a:lnTo>
                      <a:lnTo>
                        <a:pt x="429" y="628"/>
                      </a:lnTo>
                      <a:lnTo>
                        <a:pt x="442" y="480"/>
                      </a:lnTo>
                      <a:lnTo>
                        <a:pt x="455" y="391"/>
                      </a:lnTo>
                      <a:lnTo>
                        <a:pt x="436" y="506"/>
                      </a:lnTo>
                      <a:lnTo>
                        <a:pt x="461" y="352"/>
                      </a:lnTo>
                      <a:lnTo>
                        <a:pt x="474" y="455"/>
                      </a:lnTo>
                      <a:lnTo>
                        <a:pt x="493" y="519"/>
                      </a:lnTo>
                      <a:lnTo>
                        <a:pt x="512" y="410"/>
                      </a:lnTo>
                      <a:lnTo>
                        <a:pt x="532" y="186"/>
                      </a:lnTo>
                      <a:lnTo>
                        <a:pt x="544" y="231"/>
                      </a:lnTo>
                      <a:lnTo>
                        <a:pt x="570" y="148"/>
                      </a:lnTo>
                      <a:lnTo>
                        <a:pt x="576" y="301"/>
                      </a:lnTo>
                      <a:lnTo>
                        <a:pt x="576" y="730"/>
                      </a:lnTo>
                      <a:lnTo>
                        <a:pt x="647" y="0"/>
                      </a:lnTo>
                      <a:lnTo>
                        <a:pt x="647" y="250"/>
                      </a:lnTo>
                      <a:lnTo>
                        <a:pt x="660" y="333"/>
                      </a:lnTo>
                      <a:lnTo>
                        <a:pt x="685" y="192"/>
                      </a:lnTo>
                      <a:lnTo>
                        <a:pt x="711" y="340"/>
                      </a:lnTo>
                      <a:lnTo>
                        <a:pt x="698" y="429"/>
                      </a:lnTo>
                      <a:lnTo>
                        <a:pt x="717" y="461"/>
                      </a:lnTo>
                    </a:path>
                  </a:pathLst>
                </a:custGeom>
                <a:noFill/>
                <a:ln w="9525">
                  <a:solidFill>
                    <a:srgbClr val="FF0000"/>
                  </a:solidFill>
                  <a:round/>
                  <a:headEnd/>
                  <a:tailEnd/>
                </a:ln>
              </p:spPr>
              <p:txBody>
                <a:bodyPr/>
                <a:lstStyle/>
                <a:p>
                  <a:endParaRPr lang="en-GB" sz="1600"/>
                </a:p>
              </p:txBody>
            </p:sp>
            <p:sp>
              <p:nvSpPr>
                <p:cNvPr id="14424" name="Freeform 351"/>
                <p:cNvSpPr>
                  <a:spLocks/>
                </p:cNvSpPr>
                <p:nvPr/>
              </p:nvSpPr>
              <p:spPr bwMode="auto">
                <a:xfrm flipH="1">
                  <a:off x="4077" y="1119"/>
                  <a:ext cx="313" cy="756"/>
                </a:xfrm>
                <a:custGeom>
                  <a:avLst/>
                  <a:gdLst>
                    <a:gd name="T0" fmla="*/ 0 w 717"/>
                    <a:gd name="T1" fmla="*/ 756 h 756"/>
                    <a:gd name="T2" fmla="*/ 4 w 717"/>
                    <a:gd name="T3" fmla="*/ 167 h 756"/>
                    <a:gd name="T4" fmla="*/ 5 w 717"/>
                    <a:gd name="T5" fmla="*/ 384 h 756"/>
                    <a:gd name="T6" fmla="*/ 7 w 717"/>
                    <a:gd name="T7" fmla="*/ 103 h 756"/>
                    <a:gd name="T8" fmla="*/ 10 w 717"/>
                    <a:gd name="T9" fmla="*/ 519 h 756"/>
                    <a:gd name="T10" fmla="*/ 11 w 717"/>
                    <a:gd name="T11" fmla="*/ 487 h 756"/>
                    <a:gd name="T12" fmla="*/ 11 w 717"/>
                    <a:gd name="T13" fmla="*/ 359 h 756"/>
                    <a:gd name="T14" fmla="*/ 14 w 717"/>
                    <a:gd name="T15" fmla="*/ 71 h 756"/>
                    <a:gd name="T16" fmla="*/ 16 w 717"/>
                    <a:gd name="T17" fmla="*/ 244 h 756"/>
                    <a:gd name="T18" fmla="*/ 17 w 717"/>
                    <a:gd name="T19" fmla="*/ 96 h 756"/>
                    <a:gd name="T20" fmla="*/ 18 w 717"/>
                    <a:gd name="T21" fmla="*/ 615 h 756"/>
                    <a:gd name="T22" fmla="*/ 21 w 717"/>
                    <a:gd name="T23" fmla="*/ 397 h 756"/>
                    <a:gd name="T24" fmla="*/ 24 w 717"/>
                    <a:gd name="T25" fmla="*/ 519 h 756"/>
                    <a:gd name="T26" fmla="*/ 25 w 717"/>
                    <a:gd name="T27" fmla="*/ 308 h 756"/>
                    <a:gd name="T28" fmla="*/ 28 w 717"/>
                    <a:gd name="T29" fmla="*/ 442 h 756"/>
                    <a:gd name="T30" fmla="*/ 29 w 717"/>
                    <a:gd name="T31" fmla="*/ 352 h 756"/>
                    <a:gd name="T32" fmla="*/ 30 w 717"/>
                    <a:gd name="T33" fmla="*/ 384 h 756"/>
                    <a:gd name="T34" fmla="*/ 31 w 717"/>
                    <a:gd name="T35" fmla="*/ 135 h 756"/>
                    <a:gd name="T36" fmla="*/ 33 w 717"/>
                    <a:gd name="T37" fmla="*/ 301 h 756"/>
                    <a:gd name="T38" fmla="*/ 32 w 717"/>
                    <a:gd name="T39" fmla="*/ 519 h 756"/>
                    <a:gd name="T40" fmla="*/ 34 w 717"/>
                    <a:gd name="T41" fmla="*/ 679 h 756"/>
                    <a:gd name="T42" fmla="*/ 36 w 717"/>
                    <a:gd name="T43" fmla="*/ 628 h 756"/>
                    <a:gd name="T44" fmla="*/ 37 w 717"/>
                    <a:gd name="T45" fmla="*/ 480 h 756"/>
                    <a:gd name="T46" fmla="*/ 38 w 717"/>
                    <a:gd name="T47" fmla="*/ 391 h 756"/>
                    <a:gd name="T48" fmla="*/ 36 w 717"/>
                    <a:gd name="T49" fmla="*/ 506 h 756"/>
                    <a:gd name="T50" fmla="*/ 38 w 717"/>
                    <a:gd name="T51" fmla="*/ 352 h 756"/>
                    <a:gd name="T52" fmla="*/ 39 w 717"/>
                    <a:gd name="T53" fmla="*/ 455 h 756"/>
                    <a:gd name="T54" fmla="*/ 41 w 717"/>
                    <a:gd name="T55" fmla="*/ 519 h 756"/>
                    <a:gd name="T56" fmla="*/ 43 w 717"/>
                    <a:gd name="T57" fmla="*/ 410 h 756"/>
                    <a:gd name="T58" fmla="*/ 44 w 717"/>
                    <a:gd name="T59" fmla="*/ 186 h 756"/>
                    <a:gd name="T60" fmla="*/ 45 w 717"/>
                    <a:gd name="T61" fmla="*/ 231 h 756"/>
                    <a:gd name="T62" fmla="*/ 48 w 717"/>
                    <a:gd name="T63" fmla="*/ 148 h 756"/>
                    <a:gd name="T64" fmla="*/ 48 w 717"/>
                    <a:gd name="T65" fmla="*/ 301 h 756"/>
                    <a:gd name="T66" fmla="*/ 48 w 717"/>
                    <a:gd name="T67" fmla="*/ 730 h 756"/>
                    <a:gd name="T68" fmla="*/ 54 w 717"/>
                    <a:gd name="T69" fmla="*/ 0 h 756"/>
                    <a:gd name="T70" fmla="*/ 54 w 717"/>
                    <a:gd name="T71" fmla="*/ 250 h 756"/>
                    <a:gd name="T72" fmla="*/ 55 w 717"/>
                    <a:gd name="T73" fmla="*/ 333 h 756"/>
                    <a:gd name="T74" fmla="*/ 57 w 717"/>
                    <a:gd name="T75" fmla="*/ 192 h 756"/>
                    <a:gd name="T76" fmla="*/ 59 w 717"/>
                    <a:gd name="T77" fmla="*/ 340 h 756"/>
                    <a:gd name="T78" fmla="*/ 58 w 717"/>
                    <a:gd name="T79" fmla="*/ 429 h 756"/>
                    <a:gd name="T80" fmla="*/ 60 w 717"/>
                    <a:gd name="T81" fmla="*/ 461 h 756"/>
                    <a:gd name="T82" fmla="*/ 0 60000 65536"/>
                    <a:gd name="T83" fmla="*/ 0 60000 65536"/>
                    <a:gd name="T84" fmla="*/ 0 60000 65536"/>
                    <a:gd name="T85" fmla="*/ 0 60000 65536"/>
                    <a:gd name="T86" fmla="*/ 0 60000 65536"/>
                    <a:gd name="T87" fmla="*/ 0 60000 65536"/>
                    <a:gd name="T88" fmla="*/ 0 60000 65536"/>
                    <a:gd name="T89" fmla="*/ 0 60000 65536"/>
                    <a:gd name="T90" fmla="*/ 0 60000 65536"/>
                    <a:gd name="T91" fmla="*/ 0 60000 65536"/>
                    <a:gd name="T92" fmla="*/ 0 60000 65536"/>
                    <a:gd name="T93" fmla="*/ 0 60000 65536"/>
                    <a:gd name="T94" fmla="*/ 0 60000 65536"/>
                    <a:gd name="T95" fmla="*/ 0 60000 65536"/>
                    <a:gd name="T96" fmla="*/ 0 60000 65536"/>
                    <a:gd name="T97" fmla="*/ 0 60000 65536"/>
                    <a:gd name="T98" fmla="*/ 0 60000 65536"/>
                    <a:gd name="T99" fmla="*/ 0 60000 65536"/>
                    <a:gd name="T100" fmla="*/ 0 60000 65536"/>
                    <a:gd name="T101" fmla="*/ 0 60000 65536"/>
                    <a:gd name="T102" fmla="*/ 0 60000 65536"/>
                    <a:gd name="T103" fmla="*/ 0 60000 65536"/>
                    <a:gd name="T104" fmla="*/ 0 60000 65536"/>
                    <a:gd name="T105" fmla="*/ 0 60000 65536"/>
                    <a:gd name="T106" fmla="*/ 0 60000 65536"/>
                    <a:gd name="T107" fmla="*/ 0 60000 65536"/>
                    <a:gd name="T108" fmla="*/ 0 60000 65536"/>
                    <a:gd name="T109" fmla="*/ 0 60000 65536"/>
                    <a:gd name="T110" fmla="*/ 0 60000 65536"/>
                    <a:gd name="T111" fmla="*/ 0 60000 65536"/>
                    <a:gd name="T112" fmla="*/ 0 60000 65536"/>
                    <a:gd name="T113" fmla="*/ 0 60000 65536"/>
                    <a:gd name="T114" fmla="*/ 0 60000 65536"/>
                    <a:gd name="T115" fmla="*/ 0 60000 65536"/>
                    <a:gd name="T116" fmla="*/ 0 60000 65536"/>
                    <a:gd name="T117" fmla="*/ 0 60000 65536"/>
                    <a:gd name="T118" fmla="*/ 0 60000 65536"/>
                    <a:gd name="T119" fmla="*/ 0 60000 65536"/>
                    <a:gd name="T120" fmla="*/ 0 60000 65536"/>
                    <a:gd name="T121" fmla="*/ 0 60000 65536"/>
                    <a:gd name="T122" fmla="*/ 0 60000 65536"/>
                    <a:gd name="T123" fmla="*/ 0 w 717"/>
                    <a:gd name="T124" fmla="*/ 0 h 756"/>
                    <a:gd name="T125" fmla="*/ 717 w 717"/>
                    <a:gd name="T126" fmla="*/ 756 h 756"/>
                  </a:gdLst>
                  <a:ahLst/>
                  <a:cxnLst>
                    <a:cxn ang="T82">
                      <a:pos x="T0" y="T1"/>
                    </a:cxn>
                    <a:cxn ang="T83">
                      <a:pos x="T2" y="T3"/>
                    </a:cxn>
                    <a:cxn ang="T84">
                      <a:pos x="T4" y="T5"/>
                    </a:cxn>
                    <a:cxn ang="T85">
                      <a:pos x="T6" y="T7"/>
                    </a:cxn>
                    <a:cxn ang="T86">
                      <a:pos x="T8" y="T9"/>
                    </a:cxn>
                    <a:cxn ang="T87">
                      <a:pos x="T10" y="T11"/>
                    </a:cxn>
                    <a:cxn ang="T88">
                      <a:pos x="T12" y="T13"/>
                    </a:cxn>
                    <a:cxn ang="T89">
                      <a:pos x="T14" y="T15"/>
                    </a:cxn>
                    <a:cxn ang="T90">
                      <a:pos x="T16" y="T17"/>
                    </a:cxn>
                    <a:cxn ang="T91">
                      <a:pos x="T18" y="T19"/>
                    </a:cxn>
                    <a:cxn ang="T92">
                      <a:pos x="T20" y="T21"/>
                    </a:cxn>
                    <a:cxn ang="T93">
                      <a:pos x="T22" y="T23"/>
                    </a:cxn>
                    <a:cxn ang="T94">
                      <a:pos x="T24" y="T25"/>
                    </a:cxn>
                    <a:cxn ang="T95">
                      <a:pos x="T26" y="T27"/>
                    </a:cxn>
                    <a:cxn ang="T96">
                      <a:pos x="T28" y="T29"/>
                    </a:cxn>
                    <a:cxn ang="T97">
                      <a:pos x="T30" y="T31"/>
                    </a:cxn>
                    <a:cxn ang="T98">
                      <a:pos x="T32" y="T33"/>
                    </a:cxn>
                    <a:cxn ang="T99">
                      <a:pos x="T34" y="T35"/>
                    </a:cxn>
                    <a:cxn ang="T100">
                      <a:pos x="T36" y="T37"/>
                    </a:cxn>
                    <a:cxn ang="T101">
                      <a:pos x="T38" y="T39"/>
                    </a:cxn>
                    <a:cxn ang="T102">
                      <a:pos x="T40" y="T41"/>
                    </a:cxn>
                    <a:cxn ang="T103">
                      <a:pos x="T42" y="T43"/>
                    </a:cxn>
                    <a:cxn ang="T104">
                      <a:pos x="T44" y="T45"/>
                    </a:cxn>
                    <a:cxn ang="T105">
                      <a:pos x="T46" y="T47"/>
                    </a:cxn>
                    <a:cxn ang="T106">
                      <a:pos x="T48" y="T49"/>
                    </a:cxn>
                    <a:cxn ang="T107">
                      <a:pos x="T50" y="T51"/>
                    </a:cxn>
                    <a:cxn ang="T108">
                      <a:pos x="T52" y="T53"/>
                    </a:cxn>
                    <a:cxn ang="T109">
                      <a:pos x="T54" y="T55"/>
                    </a:cxn>
                    <a:cxn ang="T110">
                      <a:pos x="T56" y="T57"/>
                    </a:cxn>
                    <a:cxn ang="T111">
                      <a:pos x="T58" y="T59"/>
                    </a:cxn>
                    <a:cxn ang="T112">
                      <a:pos x="T60" y="T61"/>
                    </a:cxn>
                    <a:cxn ang="T113">
                      <a:pos x="T62" y="T63"/>
                    </a:cxn>
                    <a:cxn ang="T114">
                      <a:pos x="T64" y="T65"/>
                    </a:cxn>
                    <a:cxn ang="T115">
                      <a:pos x="T66" y="T67"/>
                    </a:cxn>
                    <a:cxn ang="T116">
                      <a:pos x="T68" y="T69"/>
                    </a:cxn>
                    <a:cxn ang="T117">
                      <a:pos x="T70" y="T71"/>
                    </a:cxn>
                    <a:cxn ang="T118">
                      <a:pos x="T72" y="T73"/>
                    </a:cxn>
                    <a:cxn ang="T119">
                      <a:pos x="T74" y="T75"/>
                    </a:cxn>
                    <a:cxn ang="T120">
                      <a:pos x="T76" y="T77"/>
                    </a:cxn>
                    <a:cxn ang="T121">
                      <a:pos x="T78" y="T79"/>
                    </a:cxn>
                    <a:cxn ang="T122">
                      <a:pos x="T80" y="T81"/>
                    </a:cxn>
                  </a:cxnLst>
                  <a:rect l="T123" t="T124" r="T125" b="T126"/>
                  <a:pathLst>
                    <a:path w="717" h="756">
                      <a:moveTo>
                        <a:pt x="0" y="756"/>
                      </a:moveTo>
                      <a:lnTo>
                        <a:pt x="52" y="167"/>
                      </a:lnTo>
                      <a:lnTo>
                        <a:pt x="64" y="384"/>
                      </a:lnTo>
                      <a:lnTo>
                        <a:pt x="90" y="103"/>
                      </a:lnTo>
                      <a:lnTo>
                        <a:pt x="116" y="519"/>
                      </a:lnTo>
                      <a:lnTo>
                        <a:pt x="135" y="487"/>
                      </a:lnTo>
                      <a:lnTo>
                        <a:pt x="135" y="359"/>
                      </a:lnTo>
                      <a:lnTo>
                        <a:pt x="167" y="71"/>
                      </a:lnTo>
                      <a:lnTo>
                        <a:pt x="192" y="244"/>
                      </a:lnTo>
                      <a:lnTo>
                        <a:pt x="205" y="96"/>
                      </a:lnTo>
                      <a:lnTo>
                        <a:pt x="218" y="615"/>
                      </a:lnTo>
                      <a:lnTo>
                        <a:pt x="244" y="397"/>
                      </a:lnTo>
                      <a:lnTo>
                        <a:pt x="282" y="519"/>
                      </a:lnTo>
                      <a:lnTo>
                        <a:pt x="308" y="308"/>
                      </a:lnTo>
                      <a:lnTo>
                        <a:pt x="333" y="442"/>
                      </a:lnTo>
                      <a:lnTo>
                        <a:pt x="346" y="352"/>
                      </a:lnTo>
                      <a:lnTo>
                        <a:pt x="365" y="384"/>
                      </a:lnTo>
                      <a:lnTo>
                        <a:pt x="378" y="135"/>
                      </a:lnTo>
                      <a:lnTo>
                        <a:pt x="391" y="301"/>
                      </a:lnTo>
                      <a:lnTo>
                        <a:pt x="384" y="519"/>
                      </a:lnTo>
                      <a:lnTo>
                        <a:pt x="404" y="679"/>
                      </a:lnTo>
                      <a:lnTo>
                        <a:pt x="429" y="628"/>
                      </a:lnTo>
                      <a:lnTo>
                        <a:pt x="442" y="480"/>
                      </a:lnTo>
                      <a:lnTo>
                        <a:pt x="455" y="391"/>
                      </a:lnTo>
                      <a:lnTo>
                        <a:pt x="436" y="506"/>
                      </a:lnTo>
                      <a:lnTo>
                        <a:pt x="461" y="352"/>
                      </a:lnTo>
                      <a:lnTo>
                        <a:pt x="474" y="455"/>
                      </a:lnTo>
                      <a:lnTo>
                        <a:pt x="493" y="519"/>
                      </a:lnTo>
                      <a:lnTo>
                        <a:pt x="512" y="410"/>
                      </a:lnTo>
                      <a:lnTo>
                        <a:pt x="532" y="186"/>
                      </a:lnTo>
                      <a:lnTo>
                        <a:pt x="544" y="231"/>
                      </a:lnTo>
                      <a:lnTo>
                        <a:pt x="570" y="148"/>
                      </a:lnTo>
                      <a:lnTo>
                        <a:pt x="576" y="301"/>
                      </a:lnTo>
                      <a:lnTo>
                        <a:pt x="576" y="730"/>
                      </a:lnTo>
                      <a:lnTo>
                        <a:pt x="647" y="0"/>
                      </a:lnTo>
                      <a:lnTo>
                        <a:pt x="647" y="250"/>
                      </a:lnTo>
                      <a:lnTo>
                        <a:pt x="660" y="333"/>
                      </a:lnTo>
                      <a:lnTo>
                        <a:pt x="685" y="192"/>
                      </a:lnTo>
                      <a:lnTo>
                        <a:pt x="711" y="340"/>
                      </a:lnTo>
                      <a:lnTo>
                        <a:pt x="698" y="429"/>
                      </a:lnTo>
                      <a:lnTo>
                        <a:pt x="717" y="461"/>
                      </a:lnTo>
                    </a:path>
                  </a:pathLst>
                </a:custGeom>
                <a:noFill/>
                <a:ln w="9525">
                  <a:solidFill>
                    <a:srgbClr val="FF0000"/>
                  </a:solidFill>
                  <a:round/>
                  <a:headEnd/>
                  <a:tailEnd/>
                </a:ln>
              </p:spPr>
              <p:txBody>
                <a:bodyPr/>
                <a:lstStyle/>
                <a:p>
                  <a:endParaRPr lang="en-GB" sz="1600"/>
                </a:p>
              </p:txBody>
            </p:sp>
            <p:sp>
              <p:nvSpPr>
                <p:cNvPr id="14425" name="Freeform 352"/>
                <p:cNvSpPr>
                  <a:spLocks/>
                </p:cNvSpPr>
                <p:nvPr/>
              </p:nvSpPr>
              <p:spPr bwMode="auto">
                <a:xfrm flipV="1">
                  <a:off x="4385" y="1138"/>
                  <a:ext cx="313" cy="756"/>
                </a:xfrm>
                <a:custGeom>
                  <a:avLst/>
                  <a:gdLst>
                    <a:gd name="T0" fmla="*/ 0 w 717"/>
                    <a:gd name="T1" fmla="*/ 756 h 756"/>
                    <a:gd name="T2" fmla="*/ 4 w 717"/>
                    <a:gd name="T3" fmla="*/ 167 h 756"/>
                    <a:gd name="T4" fmla="*/ 5 w 717"/>
                    <a:gd name="T5" fmla="*/ 384 h 756"/>
                    <a:gd name="T6" fmla="*/ 7 w 717"/>
                    <a:gd name="T7" fmla="*/ 103 h 756"/>
                    <a:gd name="T8" fmla="*/ 10 w 717"/>
                    <a:gd name="T9" fmla="*/ 519 h 756"/>
                    <a:gd name="T10" fmla="*/ 11 w 717"/>
                    <a:gd name="T11" fmla="*/ 487 h 756"/>
                    <a:gd name="T12" fmla="*/ 11 w 717"/>
                    <a:gd name="T13" fmla="*/ 359 h 756"/>
                    <a:gd name="T14" fmla="*/ 14 w 717"/>
                    <a:gd name="T15" fmla="*/ 71 h 756"/>
                    <a:gd name="T16" fmla="*/ 16 w 717"/>
                    <a:gd name="T17" fmla="*/ 244 h 756"/>
                    <a:gd name="T18" fmla="*/ 17 w 717"/>
                    <a:gd name="T19" fmla="*/ 96 h 756"/>
                    <a:gd name="T20" fmla="*/ 18 w 717"/>
                    <a:gd name="T21" fmla="*/ 615 h 756"/>
                    <a:gd name="T22" fmla="*/ 21 w 717"/>
                    <a:gd name="T23" fmla="*/ 397 h 756"/>
                    <a:gd name="T24" fmla="*/ 24 w 717"/>
                    <a:gd name="T25" fmla="*/ 519 h 756"/>
                    <a:gd name="T26" fmla="*/ 25 w 717"/>
                    <a:gd name="T27" fmla="*/ 308 h 756"/>
                    <a:gd name="T28" fmla="*/ 28 w 717"/>
                    <a:gd name="T29" fmla="*/ 442 h 756"/>
                    <a:gd name="T30" fmla="*/ 29 w 717"/>
                    <a:gd name="T31" fmla="*/ 352 h 756"/>
                    <a:gd name="T32" fmla="*/ 30 w 717"/>
                    <a:gd name="T33" fmla="*/ 384 h 756"/>
                    <a:gd name="T34" fmla="*/ 31 w 717"/>
                    <a:gd name="T35" fmla="*/ 135 h 756"/>
                    <a:gd name="T36" fmla="*/ 33 w 717"/>
                    <a:gd name="T37" fmla="*/ 301 h 756"/>
                    <a:gd name="T38" fmla="*/ 32 w 717"/>
                    <a:gd name="T39" fmla="*/ 519 h 756"/>
                    <a:gd name="T40" fmla="*/ 34 w 717"/>
                    <a:gd name="T41" fmla="*/ 679 h 756"/>
                    <a:gd name="T42" fmla="*/ 36 w 717"/>
                    <a:gd name="T43" fmla="*/ 628 h 756"/>
                    <a:gd name="T44" fmla="*/ 37 w 717"/>
                    <a:gd name="T45" fmla="*/ 480 h 756"/>
                    <a:gd name="T46" fmla="*/ 38 w 717"/>
                    <a:gd name="T47" fmla="*/ 391 h 756"/>
                    <a:gd name="T48" fmla="*/ 36 w 717"/>
                    <a:gd name="T49" fmla="*/ 506 h 756"/>
                    <a:gd name="T50" fmla="*/ 38 w 717"/>
                    <a:gd name="T51" fmla="*/ 352 h 756"/>
                    <a:gd name="T52" fmla="*/ 39 w 717"/>
                    <a:gd name="T53" fmla="*/ 455 h 756"/>
                    <a:gd name="T54" fmla="*/ 41 w 717"/>
                    <a:gd name="T55" fmla="*/ 519 h 756"/>
                    <a:gd name="T56" fmla="*/ 43 w 717"/>
                    <a:gd name="T57" fmla="*/ 410 h 756"/>
                    <a:gd name="T58" fmla="*/ 44 w 717"/>
                    <a:gd name="T59" fmla="*/ 186 h 756"/>
                    <a:gd name="T60" fmla="*/ 45 w 717"/>
                    <a:gd name="T61" fmla="*/ 231 h 756"/>
                    <a:gd name="T62" fmla="*/ 48 w 717"/>
                    <a:gd name="T63" fmla="*/ 148 h 756"/>
                    <a:gd name="T64" fmla="*/ 48 w 717"/>
                    <a:gd name="T65" fmla="*/ 301 h 756"/>
                    <a:gd name="T66" fmla="*/ 48 w 717"/>
                    <a:gd name="T67" fmla="*/ 730 h 756"/>
                    <a:gd name="T68" fmla="*/ 54 w 717"/>
                    <a:gd name="T69" fmla="*/ 0 h 756"/>
                    <a:gd name="T70" fmla="*/ 54 w 717"/>
                    <a:gd name="T71" fmla="*/ 250 h 756"/>
                    <a:gd name="T72" fmla="*/ 55 w 717"/>
                    <a:gd name="T73" fmla="*/ 333 h 756"/>
                    <a:gd name="T74" fmla="*/ 57 w 717"/>
                    <a:gd name="T75" fmla="*/ 192 h 756"/>
                    <a:gd name="T76" fmla="*/ 59 w 717"/>
                    <a:gd name="T77" fmla="*/ 340 h 756"/>
                    <a:gd name="T78" fmla="*/ 58 w 717"/>
                    <a:gd name="T79" fmla="*/ 429 h 756"/>
                    <a:gd name="T80" fmla="*/ 60 w 717"/>
                    <a:gd name="T81" fmla="*/ 461 h 756"/>
                    <a:gd name="T82" fmla="*/ 0 60000 65536"/>
                    <a:gd name="T83" fmla="*/ 0 60000 65536"/>
                    <a:gd name="T84" fmla="*/ 0 60000 65536"/>
                    <a:gd name="T85" fmla="*/ 0 60000 65536"/>
                    <a:gd name="T86" fmla="*/ 0 60000 65536"/>
                    <a:gd name="T87" fmla="*/ 0 60000 65536"/>
                    <a:gd name="T88" fmla="*/ 0 60000 65536"/>
                    <a:gd name="T89" fmla="*/ 0 60000 65536"/>
                    <a:gd name="T90" fmla="*/ 0 60000 65536"/>
                    <a:gd name="T91" fmla="*/ 0 60000 65536"/>
                    <a:gd name="T92" fmla="*/ 0 60000 65536"/>
                    <a:gd name="T93" fmla="*/ 0 60000 65536"/>
                    <a:gd name="T94" fmla="*/ 0 60000 65536"/>
                    <a:gd name="T95" fmla="*/ 0 60000 65536"/>
                    <a:gd name="T96" fmla="*/ 0 60000 65536"/>
                    <a:gd name="T97" fmla="*/ 0 60000 65536"/>
                    <a:gd name="T98" fmla="*/ 0 60000 65536"/>
                    <a:gd name="T99" fmla="*/ 0 60000 65536"/>
                    <a:gd name="T100" fmla="*/ 0 60000 65536"/>
                    <a:gd name="T101" fmla="*/ 0 60000 65536"/>
                    <a:gd name="T102" fmla="*/ 0 60000 65536"/>
                    <a:gd name="T103" fmla="*/ 0 60000 65536"/>
                    <a:gd name="T104" fmla="*/ 0 60000 65536"/>
                    <a:gd name="T105" fmla="*/ 0 60000 65536"/>
                    <a:gd name="T106" fmla="*/ 0 60000 65536"/>
                    <a:gd name="T107" fmla="*/ 0 60000 65536"/>
                    <a:gd name="T108" fmla="*/ 0 60000 65536"/>
                    <a:gd name="T109" fmla="*/ 0 60000 65536"/>
                    <a:gd name="T110" fmla="*/ 0 60000 65536"/>
                    <a:gd name="T111" fmla="*/ 0 60000 65536"/>
                    <a:gd name="T112" fmla="*/ 0 60000 65536"/>
                    <a:gd name="T113" fmla="*/ 0 60000 65536"/>
                    <a:gd name="T114" fmla="*/ 0 60000 65536"/>
                    <a:gd name="T115" fmla="*/ 0 60000 65536"/>
                    <a:gd name="T116" fmla="*/ 0 60000 65536"/>
                    <a:gd name="T117" fmla="*/ 0 60000 65536"/>
                    <a:gd name="T118" fmla="*/ 0 60000 65536"/>
                    <a:gd name="T119" fmla="*/ 0 60000 65536"/>
                    <a:gd name="T120" fmla="*/ 0 60000 65536"/>
                    <a:gd name="T121" fmla="*/ 0 60000 65536"/>
                    <a:gd name="T122" fmla="*/ 0 60000 65536"/>
                    <a:gd name="T123" fmla="*/ 0 w 717"/>
                    <a:gd name="T124" fmla="*/ 0 h 756"/>
                    <a:gd name="T125" fmla="*/ 717 w 717"/>
                    <a:gd name="T126" fmla="*/ 756 h 756"/>
                  </a:gdLst>
                  <a:ahLst/>
                  <a:cxnLst>
                    <a:cxn ang="T82">
                      <a:pos x="T0" y="T1"/>
                    </a:cxn>
                    <a:cxn ang="T83">
                      <a:pos x="T2" y="T3"/>
                    </a:cxn>
                    <a:cxn ang="T84">
                      <a:pos x="T4" y="T5"/>
                    </a:cxn>
                    <a:cxn ang="T85">
                      <a:pos x="T6" y="T7"/>
                    </a:cxn>
                    <a:cxn ang="T86">
                      <a:pos x="T8" y="T9"/>
                    </a:cxn>
                    <a:cxn ang="T87">
                      <a:pos x="T10" y="T11"/>
                    </a:cxn>
                    <a:cxn ang="T88">
                      <a:pos x="T12" y="T13"/>
                    </a:cxn>
                    <a:cxn ang="T89">
                      <a:pos x="T14" y="T15"/>
                    </a:cxn>
                    <a:cxn ang="T90">
                      <a:pos x="T16" y="T17"/>
                    </a:cxn>
                    <a:cxn ang="T91">
                      <a:pos x="T18" y="T19"/>
                    </a:cxn>
                    <a:cxn ang="T92">
                      <a:pos x="T20" y="T21"/>
                    </a:cxn>
                    <a:cxn ang="T93">
                      <a:pos x="T22" y="T23"/>
                    </a:cxn>
                    <a:cxn ang="T94">
                      <a:pos x="T24" y="T25"/>
                    </a:cxn>
                    <a:cxn ang="T95">
                      <a:pos x="T26" y="T27"/>
                    </a:cxn>
                    <a:cxn ang="T96">
                      <a:pos x="T28" y="T29"/>
                    </a:cxn>
                    <a:cxn ang="T97">
                      <a:pos x="T30" y="T31"/>
                    </a:cxn>
                    <a:cxn ang="T98">
                      <a:pos x="T32" y="T33"/>
                    </a:cxn>
                    <a:cxn ang="T99">
                      <a:pos x="T34" y="T35"/>
                    </a:cxn>
                    <a:cxn ang="T100">
                      <a:pos x="T36" y="T37"/>
                    </a:cxn>
                    <a:cxn ang="T101">
                      <a:pos x="T38" y="T39"/>
                    </a:cxn>
                    <a:cxn ang="T102">
                      <a:pos x="T40" y="T41"/>
                    </a:cxn>
                    <a:cxn ang="T103">
                      <a:pos x="T42" y="T43"/>
                    </a:cxn>
                    <a:cxn ang="T104">
                      <a:pos x="T44" y="T45"/>
                    </a:cxn>
                    <a:cxn ang="T105">
                      <a:pos x="T46" y="T47"/>
                    </a:cxn>
                    <a:cxn ang="T106">
                      <a:pos x="T48" y="T49"/>
                    </a:cxn>
                    <a:cxn ang="T107">
                      <a:pos x="T50" y="T51"/>
                    </a:cxn>
                    <a:cxn ang="T108">
                      <a:pos x="T52" y="T53"/>
                    </a:cxn>
                    <a:cxn ang="T109">
                      <a:pos x="T54" y="T55"/>
                    </a:cxn>
                    <a:cxn ang="T110">
                      <a:pos x="T56" y="T57"/>
                    </a:cxn>
                    <a:cxn ang="T111">
                      <a:pos x="T58" y="T59"/>
                    </a:cxn>
                    <a:cxn ang="T112">
                      <a:pos x="T60" y="T61"/>
                    </a:cxn>
                    <a:cxn ang="T113">
                      <a:pos x="T62" y="T63"/>
                    </a:cxn>
                    <a:cxn ang="T114">
                      <a:pos x="T64" y="T65"/>
                    </a:cxn>
                    <a:cxn ang="T115">
                      <a:pos x="T66" y="T67"/>
                    </a:cxn>
                    <a:cxn ang="T116">
                      <a:pos x="T68" y="T69"/>
                    </a:cxn>
                    <a:cxn ang="T117">
                      <a:pos x="T70" y="T71"/>
                    </a:cxn>
                    <a:cxn ang="T118">
                      <a:pos x="T72" y="T73"/>
                    </a:cxn>
                    <a:cxn ang="T119">
                      <a:pos x="T74" y="T75"/>
                    </a:cxn>
                    <a:cxn ang="T120">
                      <a:pos x="T76" y="T77"/>
                    </a:cxn>
                    <a:cxn ang="T121">
                      <a:pos x="T78" y="T79"/>
                    </a:cxn>
                    <a:cxn ang="T122">
                      <a:pos x="T80" y="T81"/>
                    </a:cxn>
                  </a:cxnLst>
                  <a:rect l="T123" t="T124" r="T125" b="T126"/>
                  <a:pathLst>
                    <a:path w="717" h="756">
                      <a:moveTo>
                        <a:pt x="0" y="756"/>
                      </a:moveTo>
                      <a:lnTo>
                        <a:pt x="52" y="167"/>
                      </a:lnTo>
                      <a:lnTo>
                        <a:pt x="64" y="384"/>
                      </a:lnTo>
                      <a:lnTo>
                        <a:pt x="90" y="103"/>
                      </a:lnTo>
                      <a:lnTo>
                        <a:pt x="116" y="519"/>
                      </a:lnTo>
                      <a:lnTo>
                        <a:pt x="135" y="487"/>
                      </a:lnTo>
                      <a:lnTo>
                        <a:pt x="135" y="359"/>
                      </a:lnTo>
                      <a:lnTo>
                        <a:pt x="167" y="71"/>
                      </a:lnTo>
                      <a:lnTo>
                        <a:pt x="192" y="244"/>
                      </a:lnTo>
                      <a:lnTo>
                        <a:pt x="205" y="96"/>
                      </a:lnTo>
                      <a:lnTo>
                        <a:pt x="218" y="615"/>
                      </a:lnTo>
                      <a:lnTo>
                        <a:pt x="244" y="397"/>
                      </a:lnTo>
                      <a:lnTo>
                        <a:pt x="282" y="519"/>
                      </a:lnTo>
                      <a:lnTo>
                        <a:pt x="308" y="308"/>
                      </a:lnTo>
                      <a:lnTo>
                        <a:pt x="333" y="442"/>
                      </a:lnTo>
                      <a:lnTo>
                        <a:pt x="346" y="352"/>
                      </a:lnTo>
                      <a:lnTo>
                        <a:pt x="365" y="384"/>
                      </a:lnTo>
                      <a:lnTo>
                        <a:pt x="378" y="135"/>
                      </a:lnTo>
                      <a:lnTo>
                        <a:pt x="391" y="301"/>
                      </a:lnTo>
                      <a:lnTo>
                        <a:pt x="384" y="519"/>
                      </a:lnTo>
                      <a:lnTo>
                        <a:pt x="404" y="679"/>
                      </a:lnTo>
                      <a:lnTo>
                        <a:pt x="429" y="628"/>
                      </a:lnTo>
                      <a:lnTo>
                        <a:pt x="442" y="480"/>
                      </a:lnTo>
                      <a:lnTo>
                        <a:pt x="455" y="391"/>
                      </a:lnTo>
                      <a:lnTo>
                        <a:pt x="436" y="506"/>
                      </a:lnTo>
                      <a:lnTo>
                        <a:pt x="461" y="352"/>
                      </a:lnTo>
                      <a:lnTo>
                        <a:pt x="474" y="455"/>
                      </a:lnTo>
                      <a:lnTo>
                        <a:pt x="493" y="519"/>
                      </a:lnTo>
                      <a:lnTo>
                        <a:pt x="512" y="410"/>
                      </a:lnTo>
                      <a:lnTo>
                        <a:pt x="532" y="186"/>
                      </a:lnTo>
                      <a:lnTo>
                        <a:pt x="544" y="231"/>
                      </a:lnTo>
                      <a:lnTo>
                        <a:pt x="570" y="148"/>
                      </a:lnTo>
                      <a:lnTo>
                        <a:pt x="576" y="301"/>
                      </a:lnTo>
                      <a:lnTo>
                        <a:pt x="576" y="730"/>
                      </a:lnTo>
                      <a:lnTo>
                        <a:pt x="647" y="0"/>
                      </a:lnTo>
                      <a:lnTo>
                        <a:pt x="647" y="250"/>
                      </a:lnTo>
                      <a:lnTo>
                        <a:pt x="660" y="333"/>
                      </a:lnTo>
                      <a:lnTo>
                        <a:pt x="685" y="192"/>
                      </a:lnTo>
                      <a:lnTo>
                        <a:pt x="711" y="340"/>
                      </a:lnTo>
                      <a:lnTo>
                        <a:pt x="698" y="429"/>
                      </a:lnTo>
                      <a:lnTo>
                        <a:pt x="717" y="461"/>
                      </a:lnTo>
                    </a:path>
                  </a:pathLst>
                </a:custGeom>
                <a:noFill/>
                <a:ln w="9525">
                  <a:solidFill>
                    <a:srgbClr val="FF0000"/>
                  </a:solidFill>
                  <a:round/>
                  <a:headEnd/>
                  <a:tailEnd/>
                </a:ln>
              </p:spPr>
              <p:txBody>
                <a:bodyPr/>
                <a:lstStyle/>
                <a:p>
                  <a:endParaRPr lang="en-GB" sz="1600"/>
                </a:p>
              </p:txBody>
            </p:sp>
            <p:sp>
              <p:nvSpPr>
                <p:cNvPr id="14426" name="Freeform 353"/>
                <p:cNvSpPr>
                  <a:spLocks/>
                </p:cNvSpPr>
                <p:nvPr/>
              </p:nvSpPr>
              <p:spPr bwMode="auto">
                <a:xfrm flipH="1">
                  <a:off x="4698" y="1100"/>
                  <a:ext cx="313" cy="756"/>
                </a:xfrm>
                <a:custGeom>
                  <a:avLst/>
                  <a:gdLst>
                    <a:gd name="T0" fmla="*/ 0 w 717"/>
                    <a:gd name="T1" fmla="*/ 756 h 756"/>
                    <a:gd name="T2" fmla="*/ 4 w 717"/>
                    <a:gd name="T3" fmla="*/ 167 h 756"/>
                    <a:gd name="T4" fmla="*/ 5 w 717"/>
                    <a:gd name="T5" fmla="*/ 384 h 756"/>
                    <a:gd name="T6" fmla="*/ 7 w 717"/>
                    <a:gd name="T7" fmla="*/ 103 h 756"/>
                    <a:gd name="T8" fmla="*/ 10 w 717"/>
                    <a:gd name="T9" fmla="*/ 519 h 756"/>
                    <a:gd name="T10" fmla="*/ 11 w 717"/>
                    <a:gd name="T11" fmla="*/ 487 h 756"/>
                    <a:gd name="T12" fmla="*/ 11 w 717"/>
                    <a:gd name="T13" fmla="*/ 359 h 756"/>
                    <a:gd name="T14" fmla="*/ 14 w 717"/>
                    <a:gd name="T15" fmla="*/ 71 h 756"/>
                    <a:gd name="T16" fmla="*/ 16 w 717"/>
                    <a:gd name="T17" fmla="*/ 244 h 756"/>
                    <a:gd name="T18" fmla="*/ 17 w 717"/>
                    <a:gd name="T19" fmla="*/ 96 h 756"/>
                    <a:gd name="T20" fmla="*/ 18 w 717"/>
                    <a:gd name="T21" fmla="*/ 615 h 756"/>
                    <a:gd name="T22" fmla="*/ 21 w 717"/>
                    <a:gd name="T23" fmla="*/ 397 h 756"/>
                    <a:gd name="T24" fmla="*/ 24 w 717"/>
                    <a:gd name="T25" fmla="*/ 519 h 756"/>
                    <a:gd name="T26" fmla="*/ 25 w 717"/>
                    <a:gd name="T27" fmla="*/ 308 h 756"/>
                    <a:gd name="T28" fmla="*/ 28 w 717"/>
                    <a:gd name="T29" fmla="*/ 442 h 756"/>
                    <a:gd name="T30" fmla="*/ 29 w 717"/>
                    <a:gd name="T31" fmla="*/ 352 h 756"/>
                    <a:gd name="T32" fmla="*/ 30 w 717"/>
                    <a:gd name="T33" fmla="*/ 384 h 756"/>
                    <a:gd name="T34" fmla="*/ 31 w 717"/>
                    <a:gd name="T35" fmla="*/ 135 h 756"/>
                    <a:gd name="T36" fmla="*/ 33 w 717"/>
                    <a:gd name="T37" fmla="*/ 301 h 756"/>
                    <a:gd name="T38" fmla="*/ 32 w 717"/>
                    <a:gd name="T39" fmla="*/ 519 h 756"/>
                    <a:gd name="T40" fmla="*/ 34 w 717"/>
                    <a:gd name="T41" fmla="*/ 679 h 756"/>
                    <a:gd name="T42" fmla="*/ 36 w 717"/>
                    <a:gd name="T43" fmla="*/ 628 h 756"/>
                    <a:gd name="T44" fmla="*/ 37 w 717"/>
                    <a:gd name="T45" fmla="*/ 480 h 756"/>
                    <a:gd name="T46" fmla="*/ 38 w 717"/>
                    <a:gd name="T47" fmla="*/ 391 h 756"/>
                    <a:gd name="T48" fmla="*/ 36 w 717"/>
                    <a:gd name="T49" fmla="*/ 506 h 756"/>
                    <a:gd name="T50" fmla="*/ 38 w 717"/>
                    <a:gd name="T51" fmla="*/ 352 h 756"/>
                    <a:gd name="T52" fmla="*/ 39 w 717"/>
                    <a:gd name="T53" fmla="*/ 455 h 756"/>
                    <a:gd name="T54" fmla="*/ 41 w 717"/>
                    <a:gd name="T55" fmla="*/ 519 h 756"/>
                    <a:gd name="T56" fmla="*/ 43 w 717"/>
                    <a:gd name="T57" fmla="*/ 410 h 756"/>
                    <a:gd name="T58" fmla="*/ 44 w 717"/>
                    <a:gd name="T59" fmla="*/ 186 h 756"/>
                    <a:gd name="T60" fmla="*/ 45 w 717"/>
                    <a:gd name="T61" fmla="*/ 231 h 756"/>
                    <a:gd name="T62" fmla="*/ 48 w 717"/>
                    <a:gd name="T63" fmla="*/ 148 h 756"/>
                    <a:gd name="T64" fmla="*/ 48 w 717"/>
                    <a:gd name="T65" fmla="*/ 301 h 756"/>
                    <a:gd name="T66" fmla="*/ 48 w 717"/>
                    <a:gd name="T67" fmla="*/ 730 h 756"/>
                    <a:gd name="T68" fmla="*/ 54 w 717"/>
                    <a:gd name="T69" fmla="*/ 0 h 756"/>
                    <a:gd name="T70" fmla="*/ 54 w 717"/>
                    <a:gd name="T71" fmla="*/ 250 h 756"/>
                    <a:gd name="T72" fmla="*/ 55 w 717"/>
                    <a:gd name="T73" fmla="*/ 333 h 756"/>
                    <a:gd name="T74" fmla="*/ 57 w 717"/>
                    <a:gd name="T75" fmla="*/ 192 h 756"/>
                    <a:gd name="T76" fmla="*/ 59 w 717"/>
                    <a:gd name="T77" fmla="*/ 340 h 756"/>
                    <a:gd name="T78" fmla="*/ 58 w 717"/>
                    <a:gd name="T79" fmla="*/ 429 h 756"/>
                    <a:gd name="T80" fmla="*/ 60 w 717"/>
                    <a:gd name="T81" fmla="*/ 461 h 756"/>
                    <a:gd name="T82" fmla="*/ 0 60000 65536"/>
                    <a:gd name="T83" fmla="*/ 0 60000 65536"/>
                    <a:gd name="T84" fmla="*/ 0 60000 65536"/>
                    <a:gd name="T85" fmla="*/ 0 60000 65536"/>
                    <a:gd name="T86" fmla="*/ 0 60000 65536"/>
                    <a:gd name="T87" fmla="*/ 0 60000 65536"/>
                    <a:gd name="T88" fmla="*/ 0 60000 65536"/>
                    <a:gd name="T89" fmla="*/ 0 60000 65536"/>
                    <a:gd name="T90" fmla="*/ 0 60000 65536"/>
                    <a:gd name="T91" fmla="*/ 0 60000 65536"/>
                    <a:gd name="T92" fmla="*/ 0 60000 65536"/>
                    <a:gd name="T93" fmla="*/ 0 60000 65536"/>
                    <a:gd name="T94" fmla="*/ 0 60000 65536"/>
                    <a:gd name="T95" fmla="*/ 0 60000 65536"/>
                    <a:gd name="T96" fmla="*/ 0 60000 65536"/>
                    <a:gd name="T97" fmla="*/ 0 60000 65536"/>
                    <a:gd name="T98" fmla="*/ 0 60000 65536"/>
                    <a:gd name="T99" fmla="*/ 0 60000 65536"/>
                    <a:gd name="T100" fmla="*/ 0 60000 65536"/>
                    <a:gd name="T101" fmla="*/ 0 60000 65536"/>
                    <a:gd name="T102" fmla="*/ 0 60000 65536"/>
                    <a:gd name="T103" fmla="*/ 0 60000 65536"/>
                    <a:gd name="T104" fmla="*/ 0 60000 65536"/>
                    <a:gd name="T105" fmla="*/ 0 60000 65536"/>
                    <a:gd name="T106" fmla="*/ 0 60000 65536"/>
                    <a:gd name="T107" fmla="*/ 0 60000 65536"/>
                    <a:gd name="T108" fmla="*/ 0 60000 65536"/>
                    <a:gd name="T109" fmla="*/ 0 60000 65536"/>
                    <a:gd name="T110" fmla="*/ 0 60000 65536"/>
                    <a:gd name="T111" fmla="*/ 0 60000 65536"/>
                    <a:gd name="T112" fmla="*/ 0 60000 65536"/>
                    <a:gd name="T113" fmla="*/ 0 60000 65536"/>
                    <a:gd name="T114" fmla="*/ 0 60000 65536"/>
                    <a:gd name="T115" fmla="*/ 0 60000 65536"/>
                    <a:gd name="T116" fmla="*/ 0 60000 65536"/>
                    <a:gd name="T117" fmla="*/ 0 60000 65536"/>
                    <a:gd name="T118" fmla="*/ 0 60000 65536"/>
                    <a:gd name="T119" fmla="*/ 0 60000 65536"/>
                    <a:gd name="T120" fmla="*/ 0 60000 65536"/>
                    <a:gd name="T121" fmla="*/ 0 60000 65536"/>
                    <a:gd name="T122" fmla="*/ 0 60000 65536"/>
                    <a:gd name="T123" fmla="*/ 0 w 717"/>
                    <a:gd name="T124" fmla="*/ 0 h 756"/>
                    <a:gd name="T125" fmla="*/ 717 w 717"/>
                    <a:gd name="T126" fmla="*/ 756 h 756"/>
                  </a:gdLst>
                  <a:ahLst/>
                  <a:cxnLst>
                    <a:cxn ang="T82">
                      <a:pos x="T0" y="T1"/>
                    </a:cxn>
                    <a:cxn ang="T83">
                      <a:pos x="T2" y="T3"/>
                    </a:cxn>
                    <a:cxn ang="T84">
                      <a:pos x="T4" y="T5"/>
                    </a:cxn>
                    <a:cxn ang="T85">
                      <a:pos x="T6" y="T7"/>
                    </a:cxn>
                    <a:cxn ang="T86">
                      <a:pos x="T8" y="T9"/>
                    </a:cxn>
                    <a:cxn ang="T87">
                      <a:pos x="T10" y="T11"/>
                    </a:cxn>
                    <a:cxn ang="T88">
                      <a:pos x="T12" y="T13"/>
                    </a:cxn>
                    <a:cxn ang="T89">
                      <a:pos x="T14" y="T15"/>
                    </a:cxn>
                    <a:cxn ang="T90">
                      <a:pos x="T16" y="T17"/>
                    </a:cxn>
                    <a:cxn ang="T91">
                      <a:pos x="T18" y="T19"/>
                    </a:cxn>
                    <a:cxn ang="T92">
                      <a:pos x="T20" y="T21"/>
                    </a:cxn>
                    <a:cxn ang="T93">
                      <a:pos x="T22" y="T23"/>
                    </a:cxn>
                    <a:cxn ang="T94">
                      <a:pos x="T24" y="T25"/>
                    </a:cxn>
                    <a:cxn ang="T95">
                      <a:pos x="T26" y="T27"/>
                    </a:cxn>
                    <a:cxn ang="T96">
                      <a:pos x="T28" y="T29"/>
                    </a:cxn>
                    <a:cxn ang="T97">
                      <a:pos x="T30" y="T31"/>
                    </a:cxn>
                    <a:cxn ang="T98">
                      <a:pos x="T32" y="T33"/>
                    </a:cxn>
                    <a:cxn ang="T99">
                      <a:pos x="T34" y="T35"/>
                    </a:cxn>
                    <a:cxn ang="T100">
                      <a:pos x="T36" y="T37"/>
                    </a:cxn>
                    <a:cxn ang="T101">
                      <a:pos x="T38" y="T39"/>
                    </a:cxn>
                    <a:cxn ang="T102">
                      <a:pos x="T40" y="T41"/>
                    </a:cxn>
                    <a:cxn ang="T103">
                      <a:pos x="T42" y="T43"/>
                    </a:cxn>
                    <a:cxn ang="T104">
                      <a:pos x="T44" y="T45"/>
                    </a:cxn>
                    <a:cxn ang="T105">
                      <a:pos x="T46" y="T47"/>
                    </a:cxn>
                    <a:cxn ang="T106">
                      <a:pos x="T48" y="T49"/>
                    </a:cxn>
                    <a:cxn ang="T107">
                      <a:pos x="T50" y="T51"/>
                    </a:cxn>
                    <a:cxn ang="T108">
                      <a:pos x="T52" y="T53"/>
                    </a:cxn>
                    <a:cxn ang="T109">
                      <a:pos x="T54" y="T55"/>
                    </a:cxn>
                    <a:cxn ang="T110">
                      <a:pos x="T56" y="T57"/>
                    </a:cxn>
                    <a:cxn ang="T111">
                      <a:pos x="T58" y="T59"/>
                    </a:cxn>
                    <a:cxn ang="T112">
                      <a:pos x="T60" y="T61"/>
                    </a:cxn>
                    <a:cxn ang="T113">
                      <a:pos x="T62" y="T63"/>
                    </a:cxn>
                    <a:cxn ang="T114">
                      <a:pos x="T64" y="T65"/>
                    </a:cxn>
                    <a:cxn ang="T115">
                      <a:pos x="T66" y="T67"/>
                    </a:cxn>
                    <a:cxn ang="T116">
                      <a:pos x="T68" y="T69"/>
                    </a:cxn>
                    <a:cxn ang="T117">
                      <a:pos x="T70" y="T71"/>
                    </a:cxn>
                    <a:cxn ang="T118">
                      <a:pos x="T72" y="T73"/>
                    </a:cxn>
                    <a:cxn ang="T119">
                      <a:pos x="T74" y="T75"/>
                    </a:cxn>
                    <a:cxn ang="T120">
                      <a:pos x="T76" y="T77"/>
                    </a:cxn>
                    <a:cxn ang="T121">
                      <a:pos x="T78" y="T79"/>
                    </a:cxn>
                    <a:cxn ang="T122">
                      <a:pos x="T80" y="T81"/>
                    </a:cxn>
                  </a:cxnLst>
                  <a:rect l="T123" t="T124" r="T125" b="T126"/>
                  <a:pathLst>
                    <a:path w="717" h="756">
                      <a:moveTo>
                        <a:pt x="0" y="756"/>
                      </a:moveTo>
                      <a:lnTo>
                        <a:pt x="52" y="167"/>
                      </a:lnTo>
                      <a:lnTo>
                        <a:pt x="64" y="384"/>
                      </a:lnTo>
                      <a:lnTo>
                        <a:pt x="90" y="103"/>
                      </a:lnTo>
                      <a:lnTo>
                        <a:pt x="116" y="519"/>
                      </a:lnTo>
                      <a:lnTo>
                        <a:pt x="135" y="487"/>
                      </a:lnTo>
                      <a:lnTo>
                        <a:pt x="135" y="359"/>
                      </a:lnTo>
                      <a:lnTo>
                        <a:pt x="167" y="71"/>
                      </a:lnTo>
                      <a:lnTo>
                        <a:pt x="192" y="244"/>
                      </a:lnTo>
                      <a:lnTo>
                        <a:pt x="205" y="96"/>
                      </a:lnTo>
                      <a:lnTo>
                        <a:pt x="218" y="615"/>
                      </a:lnTo>
                      <a:lnTo>
                        <a:pt x="244" y="397"/>
                      </a:lnTo>
                      <a:lnTo>
                        <a:pt x="282" y="519"/>
                      </a:lnTo>
                      <a:lnTo>
                        <a:pt x="308" y="308"/>
                      </a:lnTo>
                      <a:lnTo>
                        <a:pt x="333" y="442"/>
                      </a:lnTo>
                      <a:lnTo>
                        <a:pt x="346" y="352"/>
                      </a:lnTo>
                      <a:lnTo>
                        <a:pt x="365" y="384"/>
                      </a:lnTo>
                      <a:lnTo>
                        <a:pt x="378" y="135"/>
                      </a:lnTo>
                      <a:lnTo>
                        <a:pt x="391" y="301"/>
                      </a:lnTo>
                      <a:lnTo>
                        <a:pt x="384" y="519"/>
                      </a:lnTo>
                      <a:lnTo>
                        <a:pt x="404" y="679"/>
                      </a:lnTo>
                      <a:lnTo>
                        <a:pt x="429" y="628"/>
                      </a:lnTo>
                      <a:lnTo>
                        <a:pt x="442" y="480"/>
                      </a:lnTo>
                      <a:lnTo>
                        <a:pt x="455" y="391"/>
                      </a:lnTo>
                      <a:lnTo>
                        <a:pt x="436" y="506"/>
                      </a:lnTo>
                      <a:lnTo>
                        <a:pt x="461" y="352"/>
                      </a:lnTo>
                      <a:lnTo>
                        <a:pt x="474" y="455"/>
                      </a:lnTo>
                      <a:lnTo>
                        <a:pt x="493" y="519"/>
                      </a:lnTo>
                      <a:lnTo>
                        <a:pt x="512" y="410"/>
                      </a:lnTo>
                      <a:lnTo>
                        <a:pt x="532" y="186"/>
                      </a:lnTo>
                      <a:lnTo>
                        <a:pt x="544" y="231"/>
                      </a:lnTo>
                      <a:lnTo>
                        <a:pt x="570" y="148"/>
                      </a:lnTo>
                      <a:lnTo>
                        <a:pt x="576" y="301"/>
                      </a:lnTo>
                      <a:lnTo>
                        <a:pt x="576" y="730"/>
                      </a:lnTo>
                      <a:lnTo>
                        <a:pt x="647" y="0"/>
                      </a:lnTo>
                      <a:lnTo>
                        <a:pt x="647" y="250"/>
                      </a:lnTo>
                      <a:lnTo>
                        <a:pt x="660" y="333"/>
                      </a:lnTo>
                      <a:lnTo>
                        <a:pt x="685" y="192"/>
                      </a:lnTo>
                      <a:lnTo>
                        <a:pt x="711" y="340"/>
                      </a:lnTo>
                      <a:lnTo>
                        <a:pt x="698" y="429"/>
                      </a:lnTo>
                      <a:lnTo>
                        <a:pt x="717" y="461"/>
                      </a:lnTo>
                    </a:path>
                  </a:pathLst>
                </a:custGeom>
                <a:noFill/>
                <a:ln w="9525">
                  <a:solidFill>
                    <a:srgbClr val="FF0000"/>
                  </a:solidFill>
                  <a:round/>
                  <a:headEnd/>
                  <a:tailEnd/>
                </a:ln>
              </p:spPr>
              <p:txBody>
                <a:bodyPr/>
                <a:lstStyle/>
                <a:p>
                  <a:endParaRPr lang="en-GB" sz="1600"/>
                </a:p>
              </p:txBody>
            </p:sp>
          </p:grpSp>
        </p:grpSp>
        <p:grpSp>
          <p:nvGrpSpPr>
            <p:cNvPr id="14419" name="Group 354"/>
            <p:cNvGrpSpPr>
              <a:grpSpLocks/>
            </p:cNvGrpSpPr>
            <p:nvPr/>
          </p:nvGrpSpPr>
          <p:grpSpPr bwMode="auto">
            <a:xfrm>
              <a:off x="3958" y="1842"/>
              <a:ext cx="525" cy="173"/>
              <a:chOff x="3404" y="1080"/>
              <a:chExt cx="1755" cy="819"/>
            </a:xfrm>
          </p:grpSpPr>
          <p:grpSp>
            <p:nvGrpSpPr>
              <p:cNvPr id="14420" name="Group 355"/>
              <p:cNvGrpSpPr>
                <a:grpSpLocks/>
              </p:cNvGrpSpPr>
              <p:nvPr/>
            </p:nvGrpSpPr>
            <p:grpSpPr bwMode="auto">
              <a:xfrm>
                <a:off x="3404" y="1080"/>
                <a:ext cx="590" cy="801"/>
                <a:chOff x="3462" y="1100"/>
                <a:chExt cx="1549" cy="801"/>
              </a:xfrm>
            </p:grpSpPr>
            <p:sp>
              <p:nvSpPr>
                <p:cNvPr id="14414" name="Freeform 356"/>
                <p:cNvSpPr>
                  <a:spLocks/>
                </p:cNvSpPr>
                <p:nvPr/>
              </p:nvSpPr>
              <p:spPr bwMode="auto">
                <a:xfrm>
                  <a:off x="3462" y="1126"/>
                  <a:ext cx="313" cy="756"/>
                </a:xfrm>
                <a:custGeom>
                  <a:avLst/>
                  <a:gdLst>
                    <a:gd name="T0" fmla="*/ 0 w 717"/>
                    <a:gd name="T1" fmla="*/ 756 h 756"/>
                    <a:gd name="T2" fmla="*/ 4 w 717"/>
                    <a:gd name="T3" fmla="*/ 167 h 756"/>
                    <a:gd name="T4" fmla="*/ 5 w 717"/>
                    <a:gd name="T5" fmla="*/ 384 h 756"/>
                    <a:gd name="T6" fmla="*/ 7 w 717"/>
                    <a:gd name="T7" fmla="*/ 103 h 756"/>
                    <a:gd name="T8" fmla="*/ 10 w 717"/>
                    <a:gd name="T9" fmla="*/ 519 h 756"/>
                    <a:gd name="T10" fmla="*/ 11 w 717"/>
                    <a:gd name="T11" fmla="*/ 487 h 756"/>
                    <a:gd name="T12" fmla="*/ 11 w 717"/>
                    <a:gd name="T13" fmla="*/ 359 h 756"/>
                    <a:gd name="T14" fmla="*/ 14 w 717"/>
                    <a:gd name="T15" fmla="*/ 71 h 756"/>
                    <a:gd name="T16" fmla="*/ 16 w 717"/>
                    <a:gd name="T17" fmla="*/ 244 h 756"/>
                    <a:gd name="T18" fmla="*/ 17 w 717"/>
                    <a:gd name="T19" fmla="*/ 96 h 756"/>
                    <a:gd name="T20" fmla="*/ 18 w 717"/>
                    <a:gd name="T21" fmla="*/ 615 h 756"/>
                    <a:gd name="T22" fmla="*/ 21 w 717"/>
                    <a:gd name="T23" fmla="*/ 397 h 756"/>
                    <a:gd name="T24" fmla="*/ 24 w 717"/>
                    <a:gd name="T25" fmla="*/ 519 h 756"/>
                    <a:gd name="T26" fmla="*/ 25 w 717"/>
                    <a:gd name="T27" fmla="*/ 308 h 756"/>
                    <a:gd name="T28" fmla="*/ 28 w 717"/>
                    <a:gd name="T29" fmla="*/ 442 h 756"/>
                    <a:gd name="T30" fmla="*/ 29 w 717"/>
                    <a:gd name="T31" fmla="*/ 352 h 756"/>
                    <a:gd name="T32" fmla="*/ 30 w 717"/>
                    <a:gd name="T33" fmla="*/ 384 h 756"/>
                    <a:gd name="T34" fmla="*/ 31 w 717"/>
                    <a:gd name="T35" fmla="*/ 135 h 756"/>
                    <a:gd name="T36" fmla="*/ 33 w 717"/>
                    <a:gd name="T37" fmla="*/ 301 h 756"/>
                    <a:gd name="T38" fmla="*/ 32 w 717"/>
                    <a:gd name="T39" fmla="*/ 519 h 756"/>
                    <a:gd name="T40" fmla="*/ 34 w 717"/>
                    <a:gd name="T41" fmla="*/ 679 h 756"/>
                    <a:gd name="T42" fmla="*/ 36 w 717"/>
                    <a:gd name="T43" fmla="*/ 628 h 756"/>
                    <a:gd name="T44" fmla="*/ 37 w 717"/>
                    <a:gd name="T45" fmla="*/ 480 h 756"/>
                    <a:gd name="T46" fmla="*/ 38 w 717"/>
                    <a:gd name="T47" fmla="*/ 391 h 756"/>
                    <a:gd name="T48" fmla="*/ 36 w 717"/>
                    <a:gd name="T49" fmla="*/ 506 h 756"/>
                    <a:gd name="T50" fmla="*/ 38 w 717"/>
                    <a:gd name="T51" fmla="*/ 352 h 756"/>
                    <a:gd name="T52" fmla="*/ 39 w 717"/>
                    <a:gd name="T53" fmla="*/ 455 h 756"/>
                    <a:gd name="T54" fmla="*/ 41 w 717"/>
                    <a:gd name="T55" fmla="*/ 519 h 756"/>
                    <a:gd name="T56" fmla="*/ 43 w 717"/>
                    <a:gd name="T57" fmla="*/ 410 h 756"/>
                    <a:gd name="T58" fmla="*/ 44 w 717"/>
                    <a:gd name="T59" fmla="*/ 186 h 756"/>
                    <a:gd name="T60" fmla="*/ 45 w 717"/>
                    <a:gd name="T61" fmla="*/ 231 h 756"/>
                    <a:gd name="T62" fmla="*/ 48 w 717"/>
                    <a:gd name="T63" fmla="*/ 148 h 756"/>
                    <a:gd name="T64" fmla="*/ 48 w 717"/>
                    <a:gd name="T65" fmla="*/ 301 h 756"/>
                    <a:gd name="T66" fmla="*/ 48 w 717"/>
                    <a:gd name="T67" fmla="*/ 730 h 756"/>
                    <a:gd name="T68" fmla="*/ 54 w 717"/>
                    <a:gd name="T69" fmla="*/ 0 h 756"/>
                    <a:gd name="T70" fmla="*/ 54 w 717"/>
                    <a:gd name="T71" fmla="*/ 250 h 756"/>
                    <a:gd name="T72" fmla="*/ 55 w 717"/>
                    <a:gd name="T73" fmla="*/ 333 h 756"/>
                    <a:gd name="T74" fmla="*/ 57 w 717"/>
                    <a:gd name="T75" fmla="*/ 192 h 756"/>
                    <a:gd name="T76" fmla="*/ 59 w 717"/>
                    <a:gd name="T77" fmla="*/ 340 h 756"/>
                    <a:gd name="T78" fmla="*/ 58 w 717"/>
                    <a:gd name="T79" fmla="*/ 429 h 756"/>
                    <a:gd name="T80" fmla="*/ 60 w 717"/>
                    <a:gd name="T81" fmla="*/ 461 h 756"/>
                    <a:gd name="T82" fmla="*/ 0 60000 65536"/>
                    <a:gd name="T83" fmla="*/ 0 60000 65536"/>
                    <a:gd name="T84" fmla="*/ 0 60000 65536"/>
                    <a:gd name="T85" fmla="*/ 0 60000 65536"/>
                    <a:gd name="T86" fmla="*/ 0 60000 65536"/>
                    <a:gd name="T87" fmla="*/ 0 60000 65536"/>
                    <a:gd name="T88" fmla="*/ 0 60000 65536"/>
                    <a:gd name="T89" fmla="*/ 0 60000 65536"/>
                    <a:gd name="T90" fmla="*/ 0 60000 65536"/>
                    <a:gd name="T91" fmla="*/ 0 60000 65536"/>
                    <a:gd name="T92" fmla="*/ 0 60000 65536"/>
                    <a:gd name="T93" fmla="*/ 0 60000 65536"/>
                    <a:gd name="T94" fmla="*/ 0 60000 65536"/>
                    <a:gd name="T95" fmla="*/ 0 60000 65536"/>
                    <a:gd name="T96" fmla="*/ 0 60000 65536"/>
                    <a:gd name="T97" fmla="*/ 0 60000 65536"/>
                    <a:gd name="T98" fmla="*/ 0 60000 65536"/>
                    <a:gd name="T99" fmla="*/ 0 60000 65536"/>
                    <a:gd name="T100" fmla="*/ 0 60000 65536"/>
                    <a:gd name="T101" fmla="*/ 0 60000 65536"/>
                    <a:gd name="T102" fmla="*/ 0 60000 65536"/>
                    <a:gd name="T103" fmla="*/ 0 60000 65536"/>
                    <a:gd name="T104" fmla="*/ 0 60000 65536"/>
                    <a:gd name="T105" fmla="*/ 0 60000 65536"/>
                    <a:gd name="T106" fmla="*/ 0 60000 65536"/>
                    <a:gd name="T107" fmla="*/ 0 60000 65536"/>
                    <a:gd name="T108" fmla="*/ 0 60000 65536"/>
                    <a:gd name="T109" fmla="*/ 0 60000 65536"/>
                    <a:gd name="T110" fmla="*/ 0 60000 65536"/>
                    <a:gd name="T111" fmla="*/ 0 60000 65536"/>
                    <a:gd name="T112" fmla="*/ 0 60000 65536"/>
                    <a:gd name="T113" fmla="*/ 0 60000 65536"/>
                    <a:gd name="T114" fmla="*/ 0 60000 65536"/>
                    <a:gd name="T115" fmla="*/ 0 60000 65536"/>
                    <a:gd name="T116" fmla="*/ 0 60000 65536"/>
                    <a:gd name="T117" fmla="*/ 0 60000 65536"/>
                    <a:gd name="T118" fmla="*/ 0 60000 65536"/>
                    <a:gd name="T119" fmla="*/ 0 60000 65536"/>
                    <a:gd name="T120" fmla="*/ 0 60000 65536"/>
                    <a:gd name="T121" fmla="*/ 0 60000 65536"/>
                    <a:gd name="T122" fmla="*/ 0 60000 65536"/>
                    <a:gd name="T123" fmla="*/ 0 w 717"/>
                    <a:gd name="T124" fmla="*/ 0 h 756"/>
                    <a:gd name="T125" fmla="*/ 717 w 717"/>
                    <a:gd name="T126" fmla="*/ 756 h 756"/>
                  </a:gdLst>
                  <a:ahLst/>
                  <a:cxnLst>
                    <a:cxn ang="T82">
                      <a:pos x="T0" y="T1"/>
                    </a:cxn>
                    <a:cxn ang="T83">
                      <a:pos x="T2" y="T3"/>
                    </a:cxn>
                    <a:cxn ang="T84">
                      <a:pos x="T4" y="T5"/>
                    </a:cxn>
                    <a:cxn ang="T85">
                      <a:pos x="T6" y="T7"/>
                    </a:cxn>
                    <a:cxn ang="T86">
                      <a:pos x="T8" y="T9"/>
                    </a:cxn>
                    <a:cxn ang="T87">
                      <a:pos x="T10" y="T11"/>
                    </a:cxn>
                    <a:cxn ang="T88">
                      <a:pos x="T12" y="T13"/>
                    </a:cxn>
                    <a:cxn ang="T89">
                      <a:pos x="T14" y="T15"/>
                    </a:cxn>
                    <a:cxn ang="T90">
                      <a:pos x="T16" y="T17"/>
                    </a:cxn>
                    <a:cxn ang="T91">
                      <a:pos x="T18" y="T19"/>
                    </a:cxn>
                    <a:cxn ang="T92">
                      <a:pos x="T20" y="T21"/>
                    </a:cxn>
                    <a:cxn ang="T93">
                      <a:pos x="T22" y="T23"/>
                    </a:cxn>
                    <a:cxn ang="T94">
                      <a:pos x="T24" y="T25"/>
                    </a:cxn>
                    <a:cxn ang="T95">
                      <a:pos x="T26" y="T27"/>
                    </a:cxn>
                    <a:cxn ang="T96">
                      <a:pos x="T28" y="T29"/>
                    </a:cxn>
                    <a:cxn ang="T97">
                      <a:pos x="T30" y="T31"/>
                    </a:cxn>
                    <a:cxn ang="T98">
                      <a:pos x="T32" y="T33"/>
                    </a:cxn>
                    <a:cxn ang="T99">
                      <a:pos x="T34" y="T35"/>
                    </a:cxn>
                    <a:cxn ang="T100">
                      <a:pos x="T36" y="T37"/>
                    </a:cxn>
                    <a:cxn ang="T101">
                      <a:pos x="T38" y="T39"/>
                    </a:cxn>
                    <a:cxn ang="T102">
                      <a:pos x="T40" y="T41"/>
                    </a:cxn>
                    <a:cxn ang="T103">
                      <a:pos x="T42" y="T43"/>
                    </a:cxn>
                    <a:cxn ang="T104">
                      <a:pos x="T44" y="T45"/>
                    </a:cxn>
                    <a:cxn ang="T105">
                      <a:pos x="T46" y="T47"/>
                    </a:cxn>
                    <a:cxn ang="T106">
                      <a:pos x="T48" y="T49"/>
                    </a:cxn>
                    <a:cxn ang="T107">
                      <a:pos x="T50" y="T51"/>
                    </a:cxn>
                    <a:cxn ang="T108">
                      <a:pos x="T52" y="T53"/>
                    </a:cxn>
                    <a:cxn ang="T109">
                      <a:pos x="T54" y="T55"/>
                    </a:cxn>
                    <a:cxn ang="T110">
                      <a:pos x="T56" y="T57"/>
                    </a:cxn>
                    <a:cxn ang="T111">
                      <a:pos x="T58" y="T59"/>
                    </a:cxn>
                    <a:cxn ang="T112">
                      <a:pos x="T60" y="T61"/>
                    </a:cxn>
                    <a:cxn ang="T113">
                      <a:pos x="T62" y="T63"/>
                    </a:cxn>
                    <a:cxn ang="T114">
                      <a:pos x="T64" y="T65"/>
                    </a:cxn>
                    <a:cxn ang="T115">
                      <a:pos x="T66" y="T67"/>
                    </a:cxn>
                    <a:cxn ang="T116">
                      <a:pos x="T68" y="T69"/>
                    </a:cxn>
                    <a:cxn ang="T117">
                      <a:pos x="T70" y="T71"/>
                    </a:cxn>
                    <a:cxn ang="T118">
                      <a:pos x="T72" y="T73"/>
                    </a:cxn>
                    <a:cxn ang="T119">
                      <a:pos x="T74" y="T75"/>
                    </a:cxn>
                    <a:cxn ang="T120">
                      <a:pos x="T76" y="T77"/>
                    </a:cxn>
                    <a:cxn ang="T121">
                      <a:pos x="T78" y="T79"/>
                    </a:cxn>
                    <a:cxn ang="T122">
                      <a:pos x="T80" y="T81"/>
                    </a:cxn>
                  </a:cxnLst>
                  <a:rect l="T123" t="T124" r="T125" b="T126"/>
                  <a:pathLst>
                    <a:path w="717" h="756">
                      <a:moveTo>
                        <a:pt x="0" y="756"/>
                      </a:moveTo>
                      <a:lnTo>
                        <a:pt x="52" y="167"/>
                      </a:lnTo>
                      <a:lnTo>
                        <a:pt x="64" y="384"/>
                      </a:lnTo>
                      <a:lnTo>
                        <a:pt x="90" y="103"/>
                      </a:lnTo>
                      <a:lnTo>
                        <a:pt x="116" y="519"/>
                      </a:lnTo>
                      <a:lnTo>
                        <a:pt x="135" y="487"/>
                      </a:lnTo>
                      <a:lnTo>
                        <a:pt x="135" y="359"/>
                      </a:lnTo>
                      <a:lnTo>
                        <a:pt x="167" y="71"/>
                      </a:lnTo>
                      <a:lnTo>
                        <a:pt x="192" y="244"/>
                      </a:lnTo>
                      <a:lnTo>
                        <a:pt x="205" y="96"/>
                      </a:lnTo>
                      <a:lnTo>
                        <a:pt x="218" y="615"/>
                      </a:lnTo>
                      <a:lnTo>
                        <a:pt x="244" y="397"/>
                      </a:lnTo>
                      <a:lnTo>
                        <a:pt x="282" y="519"/>
                      </a:lnTo>
                      <a:lnTo>
                        <a:pt x="308" y="308"/>
                      </a:lnTo>
                      <a:lnTo>
                        <a:pt x="333" y="442"/>
                      </a:lnTo>
                      <a:lnTo>
                        <a:pt x="346" y="352"/>
                      </a:lnTo>
                      <a:lnTo>
                        <a:pt x="365" y="384"/>
                      </a:lnTo>
                      <a:lnTo>
                        <a:pt x="378" y="135"/>
                      </a:lnTo>
                      <a:lnTo>
                        <a:pt x="391" y="301"/>
                      </a:lnTo>
                      <a:lnTo>
                        <a:pt x="384" y="519"/>
                      </a:lnTo>
                      <a:lnTo>
                        <a:pt x="404" y="679"/>
                      </a:lnTo>
                      <a:lnTo>
                        <a:pt x="429" y="628"/>
                      </a:lnTo>
                      <a:lnTo>
                        <a:pt x="442" y="480"/>
                      </a:lnTo>
                      <a:lnTo>
                        <a:pt x="455" y="391"/>
                      </a:lnTo>
                      <a:lnTo>
                        <a:pt x="436" y="506"/>
                      </a:lnTo>
                      <a:lnTo>
                        <a:pt x="461" y="352"/>
                      </a:lnTo>
                      <a:lnTo>
                        <a:pt x="474" y="455"/>
                      </a:lnTo>
                      <a:lnTo>
                        <a:pt x="493" y="519"/>
                      </a:lnTo>
                      <a:lnTo>
                        <a:pt x="512" y="410"/>
                      </a:lnTo>
                      <a:lnTo>
                        <a:pt x="532" y="186"/>
                      </a:lnTo>
                      <a:lnTo>
                        <a:pt x="544" y="231"/>
                      </a:lnTo>
                      <a:lnTo>
                        <a:pt x="570" y="148"/>
                      </a:lnTo>
                      <a:lnTo>
                        <a:pt x="576" y="301"/>
                      </a:lnTo>
                      <a:lnTo>
                        <a:pt x="576" y="730"/>
                      </a:lnTo>
                      <a:lnTo>
                        <a:pt x="647" y="0"/>
                      </a:lnTo>
                      <a:lnTo>
                        <a:pt x="647" y="250"/>
                      </a:lnTo>
                      <a:lnTo>
                        <a:pt x="660" y="333"/>
                      </a:lnTo>
                      <a:lnTo>
                        <a:pt x="685" y="192"/>
                      </a:lnTo>
                      <a:lnTo>
                        <a:pt x="711" y="340"/>
                      </a:lnTo>
                      <a:lnTo>
                        <a:pt x="698" y="429"/>
                      </a:lnTo>
                      <a:lnTo>
                        <a:pt x="717" y="461"/>
                      </a:lnTo>
                    </a:path>
                  </a:pathLst>
                </a:custGeom>
                <a:noFill/>
                <a:ln w="9525">
                  <a:solidFill>
                    <a:srgbClr val="FF0000"/>
                  </a:solidFill>
                  <a:round/>
                  <a:headEnd/>
                  <a:tailEnd/>
                </a:ln>
              </p:spPr>
              <p:txBody>
                <a:bodyPr/>
                <a:lstStyle/>
                <a:p>
                  <a:endParaRPr lang="en-GB" sz="1600"/>
                </a:p>
              </p:txBody>
            </p:sp>
            <p:sp>
              <p:nvSpPr>
                <p:cNvPr id="14415" name="Freeform 357"/>
                <p:cNvSpPr>
                  <a:spLocks/>
                </p:cNvSpPr>
                <p:nvPr/>
              </p:nvSpPr>
              <p:spPr bwMode="auto">
                <a:xfrm flipH="1" flipV="1">
                  <a:off x="3770" y="1145"/>
                  <a:ext cx="313" cy="756"/>
                </a:xfrm>
                <a:custGeom>
                  <a:avLst/>
                  <a:gdLst>
                    <a:gd name="T0" fmla="*/ 0 w 717"/>
                    <a:gd name="T1" fmla="*/ 756 h 756"/>
                    <a:gd name="T2" fmla="*/ 4 w 717"/>
                    <a:gd name="T3" fmla="*/ 167 h 756"/>
                    <a:gd name="T4" fmla="*/ 5 w 717"/>
                    <a:gd name="T5" fmla="*/ 384 h 756"/>
                    <a:gd name="T6" fmla="*/ 7 w 717"/>
                    <a:gd name="T7" fmla="*/ 103 h 756"/>
                    <a:gd name="T8" fmla="*/ 10 w 717"/>
                    <a:gd name="T9" fmla="*/ 519 h 756"/>
                    <a:gd name="T10" fmla="*/ 11 w 717"/>
                    <a:gd name="T11" fmla="*/ 487 h 756"/>
                    <a:gd name="T12" fmla="*/ 11 w 717"/>
                    <a:gd name="T13" fmla="*/ 359 h 756"/>
                    <a:gd name="T14" fmla="*/ 14 w 717"/>
                    <a:gd name="T15" fmla="*/ 71 h 756"/>
                    <a:gd name="T16" fmla="*/ 16 w 717"/>
                    <a:gd name="T17" fmla="*/ 244 h 756"/>
                    <a:gd name="T18" fmla="*/ 17 w 717"/>
                    <a:gd name="T19" fmla="*/ 96 h 756"/>
                    <a:gd name="T20" fmla="*/ 18 w 717"/>
                    <a:gd name="T21" fmla="*/ 615 h 756"/>
                    <a:gd name="T22" fmla="*/ 21 w 717"/>
                    <a:gd name="T23" fmla="*/ 397 h 756"/>
                    <a:gd name="T24" fmla="*/ 24 w 717"/>
                    <a:gd name="T25" fmla="*/ 519 h 756"/>
                    <a:gd name="T26" fmla="*/ 25 w 717"/>
                    <a:gd name="T27" fmla="*/ 308 h 756"/>
                    <a:gd name="T28" fmla="*/ 28 w 717"/>
                    <a:gd name="T29" fmla="*/ 442 h 756"/>
                    <a:gd name="T30" fmla="*/ 29 w 717"/>
                    <a:gd name="T31" fmla="*/ 352 h 756"/>
                    <a:gd name="T32" fmla="*/ 30 w 717"/>
                    <a:gd name="T33" fmla="*/ 384 h 756"/>
                    <a:gd name="T34" fmla="*/ 31 w 717"/>
                    <a:gd name="T35" fmla="*/ 135 h 756"/>
                    <a:gd name="T36" fmla="*/ 33 w 717"/>
                    <a:gd name="T37" fmla="*/ 301 h 756"/>
                    <a:gd name="T38" fmla="*/ 32 w 717"/>
                    <a:gd name="T39" fmla="*/ 519 h 756"/>
                    <a:gd name="T40" fmla="*/ 34 w 717"/>
                    <a:gd name="T41" fmla="*/ 679 h 756"/>
                    <a:gd name="T42" fmla="*/ 36 w 717"/>
                    <a:gd name="T43" fmla="*/ 628 h 756"/>
                    <a:gd name="T44" fmla="*/ 37 w 717"/>
                    <a:gd name="T45" fmla="*/ 480 h 756"/>
                    <a:gd name="T46" fmla="*/ 38 w 717"/>
                    <a:gd name="T47" fmla="*/ 391 h 756"/>
                    <a:gd name="T48" fmla="*/ 36 w 717"/>
                    <a:gd name="T49" fmla="*/ 506 h 756"/>
                    <a:gd name="T50" fmla="*/ 38 w 717"/>
                    <a:gd name="T51" fmla="*/ 352 h 756"/>
                    <a:gd name="T52" fmla="*/ 39 w 717"/>
                    <a:gd name="T53" fmla="*/ 455 h 756"/>
                    <a:gd name="T54" fmla="*/ 41 w 717"/>
                    <a:gd name="T55" fmla="*/ 519 h 756"/>
                    <a:gd name="T56" fmla="*/ 43 w 717"/>
                    <a:gd name="T57" fmla="*/ 410 h 756"/>
                    <a:gd name="T58" fmla="*/ 44 w 717"/>
                    <a:gd name="T59" fmla="*/ 186 h 756"/>
                    <a:gd name="T60" fmla="*/ 45 w 717"/>
                    <a:gd name="T61" fmla="*/ 231 h 756"/>
                    <a:gd name="T62" fmla="*/ 48 w 717"/>
                    <a:gd name="T63" fmla="*/ 148 h 756"/>
                    <a:gd name="T64" fmla="*/ 48 w 717"/>
                    <a:gd name="T65" fmla="*/ 301 h 756"/>
                    <a:gd name="T66" fmla="*/ 48 w 717"/>
                    <a:gd name="T67" fmla="*/ 730 h 756"/>
                    <a:gd name="T68" fmla="*/ 54 w 717"/>
                    <a:gd name="T69" fmla="*/ 0 h 756"/>
                    <a:gd name="T70" fmla="*/ 54 w 717"/>
                    <a:gd name="T71" fmla="*/ 250 h 756"/>
                    <a:gd name="T72" fmla="*/ 55 w 717"/>
                    <a:gd name="T73" fmla="*/ 333 h 756"/>
                    <a:gd name="T74" fmla="*/ 57 w 717"/>
                    <a:gd name="T75" fmla="*/ 192 h 756"/>
                    <a:gd name="T76" fmla="*/ 59 w 717"/>
                    <a:gd name="T77" fmla="*/ 340 h 756"/>
                    <a:gd name="T78" fmla="*/ 58 w 717"/>
                    <a:gd name="T79" fmla="*/ 429 h 756"/>
                    <a:gd name="T80" fmla="*/ 60 w 717"/>
                    <a:gd name="T81" fmla="*/ 461 h 756"/>
                    <a:gd name="T82" fmla="*/ 0 60000 65536"/>
                    <a:gd name="T83" fmla="*/ 0 60000 65536"/>
                    <a:gd name="T84" fmla="*/ 0 60000 65536"/>
                    <a:gd name="T85" fmla="*/ 0 60000 65536"/>
                    <a:gd name="T86" fmla="*/ 0 60000 65536"/>
                    <a:gd name="T87" fmla="*/ 0 60000 65536"/>
                    <a:gd name="T88" fmla="*/ 0 60000 65536"/>
                    <a:gd name="T89" fmla="*/ 0 60000 65536"/>
                    <a:gd name="T90" fmla="*/ 0 60000 65536"/>
                    <a:gd name="T91" fmla="*/ 0 60000 65536"/>
                    <a:gd name="T92" fmla="*/ 0 60000 65536"/>
                    <a:gd name="T93" fmla="*/ 0 60000 65536"/>
                    <a:gd name="T94" fmla="*/ 0 60000 65536"/>
                    <a:gd name="T95" fmla="*/ 0 60000 65536"/>
                    <a:gd name="T96" fmla="*/ 0 60000 65536"/>
                    <a:gd name="T97" fmla="*/ 0 60000 65536"/>
                    <a:gd name="T98" fmla="*/ 0 60000 65536"/>
                    <a:gd name="T99" fmla="*/ 0 60000 65536"/>
                    <a:gd name="T100" fmla="*/ 0 60000 65536"/>
                    <a:gd name="T101" fmla="*/ 0 60000 65536"/>
                    <a:gd name="T102" fmla="*/ 0 60000 65536"/>
                    <a:gd name="T103" fmla="*/ 0 60000 65536"/>
                    <a:gd name="T104" fmla="*/ 0 60000 65536"/>
                    <a:gd name="T105" fmla="*/ 0 60000 65536"/>
                    <a:gd name="T106" fmla="*/ 0 60000 65536"/>
                    <a:gd name="T107" fmla="*/ 0 60000 65536"/>
                    <a:gd name="T108" fmla="*/ 0 60000 65536"/>
                    <a:gd name="T109" fmla="*/ 0 60000 65536"/>
                    <a:gd name="T110" fmla="*/ 0 60000 65536"/>
                    <a:gd name="T111" fmla="*/ 0 60000 65536"/>
                    <a:gd name="T112" fmla="*/ 0 60000 65536"/>
                    <a:gd name="T113" fmla="*/ 0 60000 65536"/>
                    <a:gd name="T114" fmla="*/ 0 60000 65536"/>
                    <a:gd name="T115" fmla="*/ 0 60000 65536"/>
                    <a:gd name="T116" fmla="*/ 0 60000 65536"/>
                    <a:gd name="T117" fmla="*/ 0 60000 65536"/>
                    <a:gd name="T118" fmla="*/ 0 60000 65536"/>
                    <a:gd name="T119" fmla="*/ 0 60000 65536"/>
                    <a:gd name="T120" fmla="*/ 0 60000 65536"/>
                    <a:gd name="T121" fmla="*/ 0 60000 65536"/>
                    <a:gd name="T122" fmla="*/ 0 60000 65536"/>
                    <a:gd name="T123" fmla="*/ 0 w 717"/>
                    <a:gd name="T124" fmla="*/ 0 h 756"/>
                    <a:gd name="T125" fmla="*/ 717 w 717"/>
                    <a:gd name="T126" fmla="*/ 756 h 756"/>
                  </a:gdLst>
                  <a:ahLst/>
                  <a:cxnLst>
                    <a:cxn ang="T82">
                      <a:pos x="T0" y="T1"/>
                    </a:cxn>
                    <a:cxn ang="T83">
                      <a:pos x="T2" y="T3"/>
                    </a:cxn>
                    <a:cxn ang="T84">
                      <a:pos x="T4" y="T5"/>
                    </a:cxn>
                    <a:cxn ang="T85">
                      <a:pos x="T6" y="T7"/>
                    </a:cxn>
                    <a:cxn ang="T86">
                      <a:pos x="T8" y="T9"/>
                    </a:cxn>
                    <a:cxn ang="T87">
                      <a:pos x="T10" y="T11"/>
                    </a:cxn>
                    <a:cxn ang="T88">
                      <a:pos x="T12" y="T13"/>
                    </a:cxn>
                    <a:cxn ang="T89">
                      <a:pos x="T14" y="T15"/>
                    </a:cxn>
                    <a:cxn ang="T90">
                      <a:pos x="T16" y="T17"/>
                    </a:cxn>
                    <a:cxn ang="T91">
                      <a:pos x="T18" y="T19"/>
                    </a:cxn>
                    <a:cxn ang="T92">
                      <a:pos x="T20" y="T21"/>
                    </a:cxn>
                    <a:cxn ang="T93">
                      <a:pos x="T22" y="T23"/>
                    </a:cxn>
                    <a:cxn ang="T94">
                      <a:pos x="T24" y="T25"/>
                    </a:cxn>
                    <a:cxn ang="T95">
                      <a:pos x="T26" y="T27"/>
                    </a:cxn>
                    <a:cxn ang="T96">
                      <a:pos x="T28" y="T29"/>
                    </a:cxn>
                    <a:cxn ang="T97">
                      <a:pos x="T30" y="T31"/>
                    </a:cxn>
                    <a:cxn ang="T98">
                      <a:pos x="T32" y="T33"/>
                    </a:cxn>
                    <a:cxn ang="T99">
                      <a:pos x="T34" y="T35"/>
                    </a:cxn>
                    <a:cxn ang="T100">
                      <a:pos x="T36" y="T37"/>
                    </a:cxn>
                    <a:cxn ang="T101">
                      <a:pos x="T38" y="T39"/>
                    </a:cxn>
                    <a:cxn ang="T102">
                      <a:pos x="T40" y="T41"/>
                    </a:cxn>
                    <a:cxn ang="T103">
                      <a:pos x="T42" y="T43"/>
                    </a:cxn>
                    <a:cxn ang="T104">
                      <a:pos x="T44" y="T45"/>
                    </a:cxn>
                    <a:cxn ang="T105">
                      <a:pos x="T46" y="T47"/>
                    </a:cxn>
                    <a:cxn ang="T106">
                      <a:pos x="T48" y="T49"/>
                    </a:cxn>
                    <a:cxn ang="T107">
                      <a:pos x="T50" y="T51"/>
                    </a:cxn>
                    <a:cxn ang="T108">
                      <a:pos x="T52" y="T53"/>
                    </a:cxn>
                    <a:cxn ang="T109">
                      <a:pos x="T54" y="T55"/>
                    </a:cxn>
                    <a:cxn ang="T110">
                      <a:pos x="T56" y="T57"/>
                    </a:cxn>
                    <a:cxn ang="T111">
                      <a:pos x="T58" y="T59"/>
                    </a:cxn>
                    <a:cxn ang="T112">
                      <a:pos x="T60" y="T61"/>
                    </a:cxn>
                    <a:cxn ang="T113">
                      <a:pos x="T62" y="T63"/>
                    </a:cxn>
                    <a:cxn ang="T114">
                      <a:pos x="T64" y="T65"/>
                    </a:cxn>
                    <a:cxn ang="T115">
                      <a:pos x="T66" y="T67"/>
                    </a:cxn>
                    <a:cxn ang="T116">
                      <a:pos x="T68" y="T69"/>
                    </a:cxn>
                    <a:cxn ang="T117">
                      <a:pos x="T70" y="T71"/>
                    </a:cxn>
                    <a:cxn ang="T118">
                      <a:pos x="T72" y="T73"/>
                    </a:cxn>
                    <a:cxn ang="T119">
                      <a:pos x="T74" y="T75"/>
                    </a:cxn>
                    <a:cxn ang="T120">
                      <a:pos x="T76" y="T77"/>
                    </a:cxn>
                    <a:cxn ang="T121">
                      <a:pos x="T78" y="T79"/>
                    </a:cxn>
                    <a:cxn ang="T122">
                      <a:pos x="T80" y="T81"/>
                    </a:cxn>
                  </a:cxnLst>
                  <a:rect l="T123" t="T124" r="T125" b="T126"/>
                  <a:pathLst>
                    <a:path w="717" h="756">
                      <a:moveTo>
                        <a:pt x="0" y="756"/>
                      </a:moveTo>
                      <a:lnTo>
                        <a:pt x="52" y="167"/>
                      </a:lnTo>
                      <a:lnTo>
                        <a:pt x="64" y="384"/>
                      </a:lnTo>
                      <a:lnTo>
                        <a:pt x="90" y="103"/>
                      </a:lnTo>
                      <a:lnTo>
                        <a:pt x="116" y="519"/>
                      </a:lnTo>
                      <a:lnTo>
                        <a:pt x="135" y="487"/>
                      </a:lnTo>
                      <a:lnTo>
                        <a:pt x="135" y="359"/>
                      </a:lnTo>
                      <a:lnTo>
                        <a:pt x="167" y="71"/>
                      </a:lnTo>
                      <a:lnTo>
                        <a:pt x="192" y="244"/>
                      </a:lnTo>
                      <a:lnTo>
                        <a:pt x="205" y="96"/>
                      </a:lnTo>
                      <a:lnTo>
                        <a:pt x="218" y="615"/>
                      </a:lnTo>
                      <a:lnTo>
                        <a:pt x="244" y="397"/>
                      </a:lnTo>
                      <a:lnTo>
                        <a:pt x="282" y="519"/>
                      </a:lnTo>
                      <a:lnTo>
                        <a:pt x="308" y="308"/>
                      </a:lnTo>
                      <a:lnTo>
                        <a:pt x="333" y="442"/>
                      </a:lnTo>
                      <a:lnTo>
                        <a:pt x="346" y="352"/>
                      </a:lnTo>
                      <a:lnTo>
                        <a:pt x="365" y="384"/>
                      </a:lnTo>
                      <a:lnTo>
                        <a:pt x="378" y="135"/>
                      </a:lnTo>
                      <a:lnTo>
                        <a:pt x="391" y="301"/>
                      </a:lnTo>
                      <a:lnTo>
                        <a:pt x="384" y="519"/>
                      </a:lnTo>
                      <a:lnTo>
                        <a:pt x="404" y="679"/>
                      </a:lnTo>
                      <a:lnTo>
                        <a:pt x="429" y="628"/>
                      </a:lnTo>
                      <a:lnTo>
                        <a:pt x="442" y="480"/>
                      </a:lnTo>
                      <a:lnTo>
                        <a:pt x="455" y="391"/>
                      </a:lnTo>
                      <a:lnTo>
                        <a:pt x="436" y="506"/>
                      </a:lnTo>
                      <a:lnTo>
                        <a:pt x="461" y="352"/>
                      </a:lnTo>
                      <a:lnTo>
                        <a:pt x="474" y="455"/>
                      </a:lnTo>
                      <a:lnTo>
                        <a:pt x="493" y="519"/>
                      </a:lnTo>
                      <a:lnTo>
                        <a:pt x="512" y="410"/>
                      </a:lnTo>
                      <a:lnTo>
                        <a:pt x="532" y="186"/>
                      </a:lnTo>
                      <a:lnTo>
                        <a:pt x="544" y="231"/>
                      </a:lnTo>
                      <a:lnTo>
                        <a:pt x="570" y="148"/>
                      </a:lnTo>
                      <a:lnTo>
                        <a:pt x="576" y="301"/>
                      </a:lnTo>
                      <a:lnTo>
                        <a:pt x="576" y="730"/>
                      </a:lnTo>
                      <a:lnTo>
                        <a:pt x="647" y="0"/>
                      </a:lnTo>
                      <a:lnTo>
                        <a:pt x="647" y="250"/>
                      </a:lnTo>
                      <a:lnTo>
                        <a:pt x="660" y="333"/>
                      </a:lnTo>
                      <a:lnTo>
                        <a:pt x="685" y="192"/>
                      </a:lnTo>
                      <a:lnTo>
                        <a:pt x="711" y="340"/>
                      </a:lnTo>
                      <a:lnTo>
                        <a:pt x="698" y="429"/>
                      </a:lnTo>
                      <a:lnTo>
                        <a:pt x="717" y="461"/>
                      </a:lnTo>
                    </a:path>
                  </a:pathLst>
                </a:custGeom>
                <a:noFill/>
                <a:ln w="9525">
                  <a:solidFill>
                    <a:srgbClr val="FF0000"/>
                  </a:solidFill>
                  <a:round/>
                  <a:headEnd/>
                  <a:tailEnd/>
                </a:ln>
              </p:spPr>
              <p:txBody>
                <a:bodyPr/>
                <a:lstStyle/>
                <a:p>
                  <a:endParaRPr lang="en-GB" sz="1600"/>
                </a:p>
              </p:txBody>
            </p:sp>
            <p:sp>
              <p:nvSpPr>
                <p:cNvPr id="14416" name="Freeform 358"/>
                <p:cNvSpPr>
                  <a:spLocks/>
                </p:cNvSpPr>
                <p:nvPr/>
              </p:nvSpPr>
              <p:spPr bwMode="auto">
                <a:xfrm flipH="1">
                  <a:off x="4077" y="1119"/>
                  <a:ext cx="313" cy="756"/>
                </a:xfrm>
                <a:custGeom>
                  <a:avLst/>
                  <a:gdLst>
                    <a:gd name="T0" fmla="*/ 0 w 717"/>
                    <a:gd name="T1" fmla="*/ 756 h 756"/>
                    <a:gd name="T2" fmla="*/ 4 w 717"/>
                    <a:gd name="T3" fmla="*/ 167 h 756"/>
                    <a:gd name="T4" fmla="*/ 5 w 717"/>
                    <a:gd name="T5" fmla="*/ 384 h 756"/>
                    <a:gd name="T6" fmla="*/ 7 w 717"/>
                    <a:gd name="T7" fmla="*/ 103 h 756"/>
                    <a:gd name="T8" fmla="*/ 10 w 717"/>
                    <a:gd name="T9" fmla="*/ 519 h 756"/>
                    <a:gd name="T10" fmla="*/ 11 w 717"/>
                    <a:gd name="T11" fmla="*/ 487 h 756"/>
                    <a:gd name="T12" fmla="*/ 11 w 717"/>
                    <a:gd name="T13" fmla="*/ 359 h 756"/>
                    <a:gd name="T14" fmla="*/ 14 w 717"/>
                    <a:gd name="T15" fmla="*/ 71 h 756"/>
                    <a:gd name="T16" fmla="*/ 16 w 717"/>
                    <a:gd name="T17" fmla="*/ 244 h 756"/>
                    <a:gd name="T18" fmla="*/ 17 w 717"/>
                    <a:gd name="T19" fmla="*/ 96 h 756"/>
                    <a:gd name="T20" fmla="*/ 18 w 717"/>
                    <a:gd name="T21" fmla="*/ 615 h 756"/>
                    <a:gd name="T22" fmla="*/ 21 w 717"/>
                    <a:gd name="T23" fmla="*/ 397 h 756"/>
                    <a:gd name="T24" fmla="*/ 24 w 717"/>
                    <a:gd name="T25" fmla="*/ 519 h 756"/>
                    <a:gd name="T26" fmla="*/ 25 w 717"/>
                    <a:gd name="T27" fmla="*/ 308 h 756"/>
                    <a:gd name="T28" fmla="*/ 28 w 717"/>
                    <a:gd name="T29" fmla="*/ 442 h 756"/>
                    <a:gd name="T30" fmla="*/ 29 w 717"/>
                    <a:gd name="T31" fmla="*/ 352 h 756"/>
                    <a:gd name="T32" fmla="*/ 30 w 717"/>
                    <a:gd name="T33" fmla="*/ 384 h 756"/>
                    <a:gd name="T34" fmla="*/ 31 w 717"/>
                    <a:gd name="T35" fmla="*/ 135 h 756"/>
                    <a:gd name="T36" fmla="*/ 33 w 717"/>
                    <a:gd name="T37" fmla="*/ 301 h 756"/>
                    <a:gd name="T38" fmla="*/ 32 w 717"/>
                    <a:gd name="T39" fmla="*/ 519 h 756"/>
                    <a:gd name="T40" fmla="*/ 34 w 717"/>
                    <a:gd name="T41" fmla="*/ 679 h 756"/>
                    <a:gd name="T42" fmla="*/ 36 w 717"/>
                    <a:gd name="T43" fmla="*/ 628 h 756"/>
                    <a:gd name="T44" fmla="*/ 37 w 717"/>
                    <a:gd name="T45" fmla="*/ 480 h 756"/>
                    <a:gd name="T46" fmla="*/ 38 w 717"/>
                    <a:gd name="T47" fmla="*/ 391 h 756"/>
                    <a:gd name="T48" fmla="*/ 36 w 717"/>
                    <a:gd name="T49" fmla="*/ 506 h 756"/>
                    <a:gd name="T50" fmla="*/ 38 w 717"/>
                    <a:gd name="T51" fmla="*/ 352 h 756"/>
                    <a:gd name="T52" fmla="*/ 39 w 717"/>
                    <a:gd name="T53" fmla="*/ 455 h 756"/>
                    <a:gd name="T54" fmla="*/ 41 w 717"/>
                    <a:gd name="T55" fmla="*/ 519 h 756"/>
                    <a:gd name="T56" fmla="*/ 43 w 717"/>
                    <a:gd name="T57" fmla="*/ 410 h 756"/>
                    <a:gd name="T58" fmla="*/ 44 w 717"/>
                    <a:gd name="T59" fmla="*/ 186 h 756"/>
                    <a:gd name="T60" fmla="*/ 45 w 717"/>
                    <a:gd name="T61" fmla="*/ 231 h 756"/>
                    <a:gd name="T62" fmla="*/ 48 w 717"/>
                    <a:gd name="T63" fmla="*/ 148 h 756"/>
                    <a:gd name="T64" fmla="*/ 48 w 717"/>
                    <a:gd name="T65" fmla="*/ 301 h 756"/>
                    <a:gd name="T66" fmla="*/ 48 w 717"/>
                    <a:gd name="T67" fmla="*/ 730 h 756"/>
                    <a:gd name="T68" fmla="*/ 54 w 717"/>
                    <a:gd name="T69" fmla="*/ 0 h 756"/>
                    <a:gd name="T70" fmla="*/ 54 w 717"/>
                    <a:gd name="T71" fmla="*/ 250 h 756"/>
                    <a:gd name="T72" fmla="*/ 55 w 717"/>
                    <a:gd name="T73" fmla="*/ 333 h 756"/>
                    <a:gd name="T74" fmla="*/ 57 w 717"/>
                    <a:gd name="T75" fmla="*/ 192 h 756"/>
                    <a:gd name="T76" fmla="*/ 59 w 717"/>
                    <a:gd name="T77" fmla="*/ 340 h 756"/>
                    <a:gd name="T78" fmla="*/ 58 w 717"/>
                    <a:gd name="T79" fmla="*/ 429 h 756"/>
                    <a:gd name="T80" fmla="*/ 60 w 717"/>
                    <a:gd name="T81" fmla="*/ 461 h 756"/>
                    <a:gd name="T82" fmla="*/ 0 60000 65536"/>
                    <a:gd name="T83" fmla="*/ 0 60000 65536"/>
                    <a:gd name="T84" fmla="*/ 0 60000 65536"/>
                    <a:gd name="T85" fmla="*/ 0 60000 65536"/>
                    <a:gd name="T86" fmla="*/ 0 60000 65536"/>
                    <a:gd name="T87" fmla="*/ 0 60000 65536"/>
                    <a:gd name="T88" fmla="*/ 0 60000 65536"/>
                    <a:gd name="T89" fmla="*/ 0 60000 65536"/>
                    <a:gd name="T90" fmla="*/ 0 60000 65536"/>
                    <a:gd name="T91" fmla="*/ 0 60000 65536"/>
                    <a:gd name="T92" fmla="*/ 0 60000 65536"/>
                    <a:gd name="T93" fmla="*/ 0 60000 65536"/>
                    <a:gd name="T94" fmla="*/ 0 60000 65536"/>
                    <a:gd name="T95" fmla="*/ 0 60000 65536"/>
                    <a:gd name="T96" fmla="*/ 0 60000 65536"/>
                    <a:gd name="T97" fmla="*/ 0 60000 65536"/>
                    <a:gd name="T98" fmla="*/ 0 60000 65536"/>
                    <a:gd name="T99" fmla="*/ 0 60000 65536"/>
                    <a:gd name="T100" fmla="*/ 0 60000 65536"/>
                    <a:gd name="T101" fmla="*/ 0 60000 65536"/>
                    <a:gd name="T102" fmla="*/ 0 60000 65536"/>
                    <a:gd name="T103" fmla="*/ 0 60000 65536"/>
                    <a:gd name="T104" fmla="*/ 0 60000 65536"/>
                    <a:gd name="T105" fmla="*/ 0 60000 65536"/>
                    <a:gd name="T106" fmla="*/ 0 60000 65536"/>
                    <a:gd name="T107" fmla="*/ 0 60000 65536"/>
                    <a:gd name="T108" fmla="*/ 0 60000 65536"/>
                    <a:gd name="T109" fmla="*/ 0 60000 65536"/>
                    <a:gd name="T110" fmla="*/ 0 60000 65536"/>
                    <a:gd name="T111" fmla="*/ 0 60000 65536"/>
                    <a:gd name="T112" fmla="*/ 0 60000 65536"/>
                    <a:gd name="T113" fmla="*/ 0 60000 65536"/>
                    <a:gd name="T114" fmla="*/ 0 60000 65536"/>
                    <a:gd name="T115" fmla="*/ 0 60000 65536"/>
                    <a:gd name="T116" fmla="*/ 0 60000 65536"/>
                    <a:gd name="T117" fmla="*/ 0 60000 65536"/>
                    <a:gd name="T118" fmla="*/ 0 60000 65536"/>
                    <a:gd name="T119" fmla="*/ 0 60000 65536"/>
                    <a:gd name="T120" fmla="*/ 0 60000 65536"/>
                    <a:gd name="T121" fmla="*/ 0 60000 65536"/>
                    <a:gd name="T122" fmla="*/ 0 60000 65536"/>
                    <a:gd name="T123" fmla="*/ 0 w 717"/>
                    <a:gd name="T124" fmla="*/ 0 h 756"/>
                    <a:gd name="T125" fmla="*/ 717 w 717"/>
                    <a:gd name="T126" fmla="*/ 756 h 756"/>
                  </a:gdLst>
                  <a:ahLst/>
                  <a:cxnLst>
                    <a:cxn ang="T82">
                      <a:pos x="T0" y="T1"/>
                    </a:cxn>
                    <a:cxn ang="T83">
                      <a:pos x="T2" y="T3"/>
                    </a:cxn>
                    <a:cxn ang="T84">
                      <a:pos x="T4" y="T5"/>
                    </a:cxn>
                    <a:cxn ang="T85">
                      <a:pos x="T6" y="T7"/>
                    </a:cxn>
                    <a:cxn ang="T86">
                      <a:pos x="T8" y="T9"/>
                    </a:cxn>
                    <a:cxn ang="T87">
                      <a:pos x="T10" y="T11"/>
                    </a:cxn>
                    <a:cxn ang="T88">
                      <a:pos x="T12" y="T13"/>
                    </a:cxn>
                    <a:cxn ang="T89">
                      <a:pos x="T14" y="T15"/>
                    </a:cxn>
                    <a:cxn ang="T90">
                      <a:pos x="T16" y="T17"/>
                    </a:cxn>
                    <a:cxn ang="T91">
                      <a:pos x="T18" y="T19"/>
                    </a:cxn>
                    <a:cxn ang="T92">
                      <a:pos x="T20" y="T21"/>
                    </a:cxn>
                    <a:cxn ang="T93">
                      <a:pos x="T22" y="T23"/>
                    </a:cxn>
                    <a:cxn ang="T94">
                      <a:pos x="T24" y="T25"/>
                    </a:cxn>
                    <a:cxn ang="T95">
                      <a:pos x="T26" y="T27"/>
                    </a:cxn>
                    <a:cxn ang="T96">
                      <a:pos x="T28" y="T29"/>
                    </a:cxn>
                    <a:cxn ang="T97">
                      <a:pos x="T30" y="T31"/>
                    </a:cxn>
                    <a:cxn ang="T98">
                      <a:pos x="T32" y="T33"/>
                    </a:cxn>
                    <a:cxn ang="T99">
                      <a:pos x="T34" y="T35"/>
                    </a:cxn>
                    <a:cxn ang="T100">
                      <a:pos x="T36" y="T37"/>
                    </a:cxn>
                    <a:cxn ang="T101">
                      <a:pos x="T38" y="T39"/>
                    </a:cxn>
                    <a:cxn ang="T102">
                      <a:pos x="T40" y="T41"/>
                    </a:cxn>
                    <a:cxn ang="T103">
                      <a:pos x="T42" y="T43"/>
                    </a:cxn>
                    <a:cxn ang="T104">
                      <a:pos x="T44" y="T45"/>
                    </a:cxn>
                    <a:cxn ang="T105">
                      <a:pos x="T46" y="T47"/>
                    </a:cxn>
                    <a:cxn ang="T106">
                      <a:pos x="T48" y="T49"/>
                    </a:cxn>
                    <a:cxn ang="T107">
                      <a:pos x="T50" y="T51"/>
                    </a:cxn>
                    <a:cxn ang="T108">
                      <a:pos x="T52" y="T53"/>
                    </a:cxn>
                    <a:cxn ang="T109">
                      <a:pos x="T54" y="T55"/>
                    </a:cxn>
                    <a:cxn ang="T110">
                      <a:pos x="T56" y="T57"/>
                    </a:cxn>
                    <a:cxn ang="T111">
                      <a:pos x="T58" y="T59"/>
                    </a:cxn>
                    <a:cxn ang="T112">
                      <a:pos x="T60" y="T61"/>
                    </a:cxn>
                    <a:cxn ang="T113">
                      <a:pos x="T62" y="T63"/>
                    </a:cxn>
                    <a:cxn ang="T114">
                      <a:pos x="T64" y="T65"/>
                    </a:cxn>
                    <a:cxn ang="T115">
                      <a:pos x="T66" y="T67"/>
                    </a:cxn>
                    <a:cxn ang="T116">
                      <a:pos x="T68" y="T69"/>
                    </a:cxn>
                    <a:cxn ang="T117">
                      <a:pos x="T70" y="T71"/>
                    </a:cxn>
                    <a:cxn ang="T118">
                      <a:pos x="T72" y="T73"/>
                    </a:cxn>
                    <a:cxn ang="T119">
                      <a:pos x="T74" y="T75"/>
                    </a:cxn>
                    <a:cxn ang="T120">
                      <a:pos x="T76" y="T77"/>
                    </a:cxn>
                    <a:cxn ang="T121">
                      <a:pos x="T78" y="T79"/>
                    </a:cxn>
                    <a:cxn ang="T122">
                      <a:pos x="T80" y="T81"/>
                    </a:cxn>
                  </a:cxnLst>
                  <a:rect l="T123" t="T124" r="T125" b="T126"/>
                  <a:pathLst>
                    <a:path w="717" h="756">
                      <a:moveTo>
                        <a:pt x="0" y="756"/>
                      </a:moveTo>
                      <a:lnTo>
                        <a:pt x="52" y="167"/>
                      </a:lnTo>
                      <a:lnTo>
                        <a:pt x="64" y="384"/>
                      </a:lnTo>
                      <a:lnTo>
                        <a:pt x="90" y="103"/>
                      </a:lnTo>
                      <a:lnTo>
                        <a:pt x="116" y="519"/>
                      </a:lnTo>
                      <a:lnTo>
                        <a:pt x="135" y="487"/>
                      </a:lnTo>
                      <a:lnTo>
                        <a:pt x="135" y="359"/>
                      </a:lnTo>
                      <a:lnTo>
                        <a:pt x="167" y="71"/>
                      </a:lnTo>
                      <a:lnTo>
                        <a:pt x="192" y="244"/>
                      </a:lnTo>
                      <a:lnTo>
                        <a:pt x="205" y="96"/>
                      </a:lnTo>
                      <a:lnTo>
                        <a:pt x="218" y="615"/>
                      </a:lnTo>
                      <a:lnTo>
                        <a:pt x="244" y="397"/>
                      </a:lnTo>
                      <a:lnTo>
                        <a:pt x="282" y="519"/>
                      </a:lnTo>
                      <a:lnTo>
                        <a:pt x="308" y="308"/>
                      </a:lnTo>
                      <a:lnTo>
                        <a:pt x="333" y="442"/>
                      </a:lnTo>
                      <a:lnTo>
                        <a:pt x="346" y="352"/>
                      </a:lnTo>
                      <a:lnTo>
                        <a:pt x="365" y="384"/>
                      </a:lnTo>
                      <a:lnTo>
                        <a:pt x="378" y="135"/>
                      </a:lnTo>
                      <a:lnTo>
                        <a:pt x="391" y="301"/>
                      </a:lnTo>
                      <a:lnTo>
                        <a:pt x="384" y="519"/>
                      </a:lnTo>
                      <a:lnTo>
                        <a:pt x="404" y="679"/>
                      </a:lnTo>
                      <a:lnTo>
                        <a:pt x="429" y="628"/>
                      </a:lnTo>
                      <a:lnTo>
                        <a:pt x="442" y="480"/>
                      </a:lnTo>
                      <a:lnTo>
                        <a:pt x="455" y="391"/>
                      </a:lnTo>
                      <a:lnTo>
                        <a:pt x="436" y="506"/>
                      </a:lnTo>
                      <a:lnTo>
                        <a:pt x="461" y="352"/>
                      </a:lnTo>
                      <a:lnTo>
                        <a:pt x="474" y="455"/>
                      </a:lnTo>
                      <a:lnTo>
                        <a:pt x="493" y="519"/>
                      </a:lnTo>
                      <a:lnTo>
                        <a:pt x="512" y="410"/>
                      </a:lnTo>
                      <a:lnTo>
                        <a:pt x="532" y="186"/>
                      </a:lnTo>
                      <a:lnTo>
                        <a:pt x="544" y="231"/>
                      </a:lnTo>
                      <a:lnTo>
                        <a:pt x="570" y="148"/>
                      </a:lnTo>
                      <a:lnTo>
                        <a:pt x="576" y="301"/>
                      </a:lnTo>
                      <a:lnTo>
                        <a:pt x="576" y="730"/>
                      </a:lnTo>
                      <a:lnTo>
                        <a:pt x="647" y="0"/>
                      </a:lnTo>
                      <a:lnTo>
                        <a:pt x="647" y="250"/>
                      </a:lnTo>
                      <a:lnTo>
                        <a:pt x="660" y="333"/>
                      </a:lnTo>
                      <a:lnTo>
                        <a:pt x="685" y="192"/>
                      </a:lnTo>
                      <a:lnTo>
                        <a:pt x="711" y="340"/>
                      </a:lnTo>
                      <a:lnTo>
                        <a:pt x="698" y="429"/>
                      </a:lnTo>
                      <a:lnTo>
                        <a:pt x="717" y="461"/>
                      </a:lnTo>
                    </a:path>
                  </a:pathLst>
                </a:custGeom>
                <a:noFill/>
                <a:ln w="9525">
                  <a:solidFill>
                    <a:srgbClr val="FF0000"/>
                  </a:solidFill>
                  <a:round/>
                  <a:headEnd/>
                  <a:tailEnd/>
                </a:ln>
              </p:spPr>
              <p:txBody>
                <a:bodyPr/>
                <a:lstStyle/>
                <a:p>
                  <a:endParaRPr lang="en-GB" sz="1600"/>
                </a:p>
              </p:txBody>
            </p:sp>
            <p:sp>
              <p:nvSpPr>
                <p:cNvPr id="14417" name="Freeform 359"/>
                <p:cNvSpPr>
                  <a:spLocks/>
                </p:cNvSpPr>
                <p:nvPr/>
              </p:nvSpPr>
              <p:spPr bwMode="auto">
                <a:xfrm flipV="1">
                  <a:off x="4385" y="1138"/>
                  <a:ext cx="313" cy="756"/>
                </a:xfrm>
                <a:custGeom>
                  <a:avLst/>
                  <a:gdLst>
                    <a:gd name="T0" fmla="*/ 0 w 717"/>
                    <a:gd name="T1" fmla="*/ 756 h 756"/>
                    <a:gd name="T2" fmla="*/ 4 w 717"/>
                    <a:gd name="T3" fmla="*/ 167 h 756"/>
                    <a:gd name="T4" fmla="*/ 5 w 717"/>
                    <a:gd name="T5" fmla="*/ 384 h 756"/>
                    <a:gd name="T6" fmla="*/ 7 w 717"/>
                    <a:gd name="T7" fmla="*/ 103 h 756"/>
                    <a:gd name="T8" fmla="*/ 10 w 717"/>
                    <a:gd name="T9" fmla="*/ 519 h 756"/>
                    <a:gd name="T10" fmla="*/ 11 w 717"/>
                    <a:gd name="T11" fmla="*/ 487 h 756"/>
                    <a:gd name="T12" fmla="*/ 11 w 717"/>
                    <a:gd name="T13" fmla="*/ 359 h 756"/>
                    <a:gd name="T14" fmla="*/ 14 w 717"/>
                    <a:gd name="T15" fmla="*/ 71 h 756"/>
                    <a:gd name="T16" fmla="*/ 16 w 717"/>
                    <a:gd name="T17" fmla="*/ 244 h 756"/>
                    <a:gd name="T18" fmla="*/ 17 w 717"/>
                    <a:gd name="T19" fmla="*/ 96 h 756"/>
                    <a:gd name="T20" fmla="*/ 18 w 717"/>
                    <a:gd name="T21" fmla="*/ 615 h 756"/>
                    <a:gd name="T22" fmla="*/ 21 w 717"/>
                    <a:gd name="T23" fmla="*/ 397 h 756"/>
                    <a:gd name="T24" fmla="*/ 24 w 717"/>
                    <a:gd name="T25" fmla="*/ 519 h 756"/>
                    <a:gd name="T26" fmla="*/ 25 w 717"/>
                    <a:gd name="T27" fmla="*/ 308 h 756"/>
                    <a:gd name="T28" fmla="*/ 28 w 717"/>
                    <a:gd name="T29" fmla="*/ 442 h 756"/>
                    <a:gd name="T30" fmla="*/ 29 w 717"/>
                    <a:gd name="T31" fmla="*/ 352 h 756"/>
                    <a:gd name="T32" fmla="*/ 30 w 717"/>
                    <a:gd name="T33" fmla="*/ 384 h 756"/>
                    <a:gd name="T34" fmla="*/ 31 w 717"/>
                    <a:gd name="T35" fmla="*/ 135 h 756"/>
                    <a:gd name="T36" fmla="*/ 33 w 717"/>
                    <a:gd name="T37" fmla="*/ 301 h 756"/>
                    <a:gd name="T38" fmla="*/ 32 w 717"/>
                    <a:gd name="T39" fmla="*/ 519 h 756"/>
                    <a:gd name="T40" fmla="*/ 34 w 717"/>
                    <a:gd name="T41" fmla="*/ 679 h 756"/>
                    <a:gd name="T42" fmla="*/ 36 w 717"/>
                    <a:gd name="T43" fmla="*/ 628 h 756"/>
                    <a:gd name="T44" fmla="*/ 37 w 717"/>
                    <a:gd name="T45" fmla="*/ 480 h 756"/>
                    <a:gd name="T46" fmla="*/ 38 w 717"/>
                    <a:gd name="T47" fmla="*/ 391 h 756"/>
                    <a:gd name="T48" fmla="*/ 36 w 717"/>
                    <a:gd name="T49" fmla="*/ 506 h 756"/>
                    <a:gd name="T50" fmla="*/ 38 w 717"/>
                    <a:gd name="T51" fmla="*/ 352 h 756"/>
                    <a:gd name="T52" fmla="*/ 39 w 717"/>
                    <a:gd name="T53" fmla="*/ 455 h 756"/>
                    <a:gd name="T54" fmla="*/ 41 w 717"/>
                    <a:gd name="T55" fmla="*/ 519 h 756"/>
                    <a:gd name="T56" fmla="*/ 43 w 717"/>
                    <a:gd name="T57" fmla="*/ 410 h 756"/>
                    <a:gd name="T58" fmla="*/ 44 w 717"/>
                    <a:gd name="T59" fmla="*/ 186 h 756"/>
                    <a:gd name="T60" fmla="*/ 45 w 717"/>
                    <a:gd name="T61" fmla="*/ 231 h 756"/>
                    <a:gd name="T62" fmla="*/ 48 w 717"/>
                    <a:gd name="T63" fmla="*/ 148 h 756"/>
                    <a:gd name="T64" fmla="*/ 48 w 717"/>
                    <a:gd name="T65" fmla="*/ 301 h 756"/>
                    <a:gd name="T66" fmla="*/ 48 w 717"/>
                    <a:gd name="T67" fmla="*/ 730 h 756"/>
                    <a:gd name="T68" fmla="*/ 54 w 717"/>
                    <a:gd name="T69" fmla="*/ 0 h 756"/>
                    <a:gd name="T70" fmla="*/ 54 w 717"/>
                    <a:gd name="T71" fmla="*/ 250 h 756"/>
                    <a:gd name="T72" fmla="*/ 55 w 717"/>
                    <a:gd name="T73" fmla="*/ 333 h 756"/>
                    <a:gd name="T74" fmla="*/ 57 w 717"/>
                    <a:gd name="T75" fmla="*/ 192 h 756"/>
                    <a:gd name="T76" fmla="*/ 59 w 717"/>
                    <a:gd name="T77" fmla="*/ 340 h 756"/>
                    <a:gd name="T78" fmla="*/ 58 w 717"/>
                    <a:gd name="T79" fmla="*/ 429 h 756"/>
                    <a:gd name="T80" fmla="*/ 60 w 717"/>
                    <a:gd name="T81" fmla="*/ 461 h 756"/>
                    <a:gd name="T82" fmla="*/ 0 60000 65536"/>
                    <a:gd name="T83" fmla="*/ 0 60000 65536"/>
                    <a:gd name="T84" fmla="*/ 0 60000 65536"/>
                    <a:gd name="T85" fmla="*/ 0 60000 65536"/>
                    <a:gd name="T86" fmla="*/ 0 60000 65536"/>
                    <a:gd name="T87" fmla="*/ 0 60000 65536"/>
                    <a:gd name="T88" fmla="*/ 0 60000 65536"/>
                    <a:gd name="T89" fmla="*/ 0 60000 65536"/>
                    <a:gd name="T90" fmla="*/ 0 60000 65536"/>
                    <a:gd name="T91" fmla="*/ 0 60000 65536"/>
                    <a:gd name="T92" fmla="*/ 0 60000 65536"/>
                    <a:gd name="T93" fmla="*/ 0 60000 65536"/>
                    <a:gd name="T94" fmla="*/ 0 60000 65536"/>
                    <a:gd name="T95" fmla="*/ 0 60000 65536"/>
                    <a:gd name="T96" fmla="*/ 0 60000 65536"/>
                    <a:gd name="T97" fmla="*/ 0 60000 65536"/>
                    <a:gd name="T98" fmla="*/ 0 60000 65536"/>
                    <a:gd name="T99" fmla="*/ 0 60000 65536"/>
                    <a:gd name="T100" fmla="*/ 0 60000 65536"/>
                    <a:gd name="T101" fmla="*/ 0 60000 65536"/>
                    <a:gd name="T102" fmla="*/ 0 60000 65536"/>
                    <a:gd name="T103" fmla="*/ 0 60000 65536"/>
                    <a:gd name="T104" fmla="*/ 0 60000 65536"/>
                    <a:gd name="T105" fmla="*/ 0 60000 65536"/>
                    <a:gd name="T106" fmla="*/ 0 60000 65536"/>
                    <a:gd name="T107" fmla="*/ 0 60000 65536"/>
                    <a:gd name="T108" fmla="*/ 0 60000 65536"/>
                    <a:gd name="T109" fmla="*/ 0 60000 65536"/>
                    <a:gd name="T110" fmla="*/ 0 60000 65536"/>
                    <a:gd name="T111" fmla="*/ 0 60000 65536"/>
                    <a:gd name="T112" fmla="*/ 0 60000 65536"/>
                    <a:gd name="T113" fmla="*/ 0 60000 65536"/>
                    <a:gd name="T114" fmla="*/ 0 60000 65536"/>
                    <a:gd name="T115" fmla="*/ 0 60000 65536"/>
                    <a:gd name="T116" fmla="*/ 0 60000 65536"/>
                    <a:gd name="T117" fmla="*/ 0 60000 65536"/>
                    <a:gd name="T118" fmla="*/ 0 60000 65536"/>
                    <a:gd name="T119" fmla="*/ 0 60000 65536"/>
                    <a:gd name="T120" fmla="*/ 0 60000 65536"/>
                    <a:gd name="T121" fmla="*/ 0 60000 65536"/>
                    <a:gd name="T122" fmla="*/ 0 60000 65536"/>
                    <a:gd name="T123" fmla="*/ 0 w 717"/>
                    <a:gd name="T124" fmla="*/ 0 h 756"/>
                    <a:gd name="T125" fmla="*/ 717 w 717"/>
                    <a:gd name="T126" fmla="*/ 756 h 756"/>
                  </a:gdLst>
                  <a:ahLst/>
                  <a:cxnLst>
                    <a:cxn ang="T82">
                      <a:pos x="T0" y="T1"/>
                    </a:cxn>
                    <a:cxn ang="T83">
                      <a:pos x="T2" y="T3"/>
                    </a:cxn>
                    <a:cxn ang="T84">
                      <a:pos x="T4" y="T5"/>
                    </a:cxn>
                    <a:cxn ang="T85">
                      <a:pos x="T6" y="T7"/>
                    </a:cxn>
                    <a:cxn ang="T86">
                      <a:pos x="T8" y="T9"/>
                    </a:cxn>
                    <a:cxn ang="T87">
                      <a:pos x="T10" y="T11"/>
                    </a:cxn>
                    <a:cxn ang="T88">
                      <a:pos x="T12" y="T13"/>
                    </a:cxn>
                    <a:cxn ang="T89">
                      <a:pos x="T14" y="T15"/>
                    </a:cxn>
                    <a:cxn ang="T90">
                      <a:pos x="T16" y="T17"/>
                    </a:cxn>
                    <a:cxn ang="T91">
                      <a:pos x="T18" y="T19"/>
                    </a:cxn>
                    <a:cxn ang="T92">
                      <a:pos x="T20" y="T21"/>
                    </a:cxn>
                    <a:cxn ang="T93">
                      <a:pos x="T22" y="T23"/>
                    </a:cxn>
                    <a:cxn ang="T94">
                      <a:pos x="T24" y="T25"/>
                    </a:cxn>
                    <a:cxn ang="T95">
                      <a:pos x="T26" y="T27"/>
                    </a:cxn>
                    <a:cxn ang="T96">
                      <a:pos x="T28" y="T29"/>
                    </a:cxn>
                    <a:cxn ang="T97">
                      <a:pos x="T30" y="T31"/>
                    </a:cxn>
                    <a:cxn ang="T98">
                      <a:pos x="T32" y="T33"/>
                    </a:cxn>
                    <a:cxn ang="T99">
                      <a:pos x="T34" y="T35"/>
                    </a:cxn>
                    <a:cxn ang="T100">
                      <a:pos x="T36" y="T37"/>
                    </a:cxn>
                    <a:cxn ang="T101">
                      <a:pos x="T38" y="T39"/>
                    </a:cxn>
                    <a:cxn ang="T102">
                      <a:pos x="T40" y="T41"/>
                    </a:cxn>
                    <a:cxn ang="T103">
                      <a:pos x="T42" y="T43"/>
                    </a:cxn>
                    <a:cxn ang="T104">
                      <a:pos x="T44" y="T45"/>
                    </a:cxn>
                    <a:cxn ang="T105">
                      <a:pos x="T46" y="T47"/>
                    </a:cxn>
                    <a:cxn ang="T106">
                      <a:pos x="T48" y="T49"/>
                    </a:cxn>
                    <a:cxn ang="T107">
                      <a:pos x="T50" y="T51"/>
                    </a:cxn>
                    <a:cxn ang="T108">
                      <a:pos x="T52" y="T53"/>
                    </a:cxn>
                    <a:cxn ang="T109">
                      <a:pos x="T54" y="T55"/>
                    </a:cxn>
                    <a:cxn ang="T110">
                      <a:pos x="T56" y="T57"/>
                    </a:cxn>
                    <a:cxn ang="T111">
                      <a:pos x="T58" y="T59"/>
                    </a:cxn>
                    <a:cxn ang="T112">
                      <a:pos x="T60" y="T61"/>
                    </a:cxn>
                    <a:cxn ang="T113">
                      <a:pos x="T62" y="T63"/>
                    </a:cxn>
                    <a:cxn ang="T114">
                      <a:pos x="T64" y="T65"/>
                    </a:cxn>
                    <a:cxn ang="T115">
                      <a:pos x="T66" y="T67"/>
                    </a:cxn>
                    <a:cxn ang="T116">
                      <a:pos x="T68" y="T69"/>
                    </a:cxn>
                    <a:cxn ang="T117">
                      <a:pos x="T70" y="T71"/>
                    </a:cxn>
                    <a:cxn ang="T118">
                      <a:pos x="T72" y="T73"/>
                    </a:cxn>
                    <a:cxn ang="T119">
                      <a:pos x="T74" y="T75"/>
                    </a:cxn>
                    <a:cxn ang="T120">
                      <a:pos x="T76" y="T77"/>
                    </a:cxn>
                    <a:cxn ang="T121">
                      <a:pos x="T78" y="T79"/>
                    </a:cxn>
                    <a:cxn ang="T122">
                      <a:pos x="T80" y="T81"/>
                    </a:cxn>
                  </a:cxnLst>
                  <a:rect l="T123" t="T124" r="T125" b="T126"/>
                  <a:pathLst>
                    <a:path w="717" h="756">
                      <a:moveTo>
                        <a:pt x="0" y="756"/>
                      </a:moveTo>
                      <a:lnTo>
                        <a:pt x="52" y="167"/>
                      </a:lnTo>
                      <a:lnTo>
                        <a:pt x="64" y="384"/>
                      </a:lnTo>
                      <a:lnTo>
                        <a:pt x="90" y="103"/>
                      </a:lnTo>
                      <a:lnTo>
                        <a:pt x="116" y="519"/>
                      </a:lnTo>
                      <a:lnTo>
                        <a:pt x="135" y="487"/>
                      </a:lnTo>
                      <a:lnTo>
                        <a:pt x="135" y="359"/>
                      </a:lnTo>
                      <a:lnTo>
                        <a:pt x="167" y="71"/>
                      </a:lnTo>
                      <a:lnTo>
                        <a:pt x="192" y="244"/>
                      </a:lnTo>
                      <a:lnTo>
                        <a:pt x="205" y="96"/>
                      </a:lnTo>
                      <a:lnTo>
                        <a:pt x="218" y="615"/>
                      </a:lnTo>
                      <a:lnTo>
                        <a:pt x="244" y="397"/>
                      </a:lnTo>
                      <a:lnTo>
                        <a:pt x="282" y="519"/>
                      </a:lnTo>
                      <a:lnTo>
                        <a:pt x="308" y="308"/>
                      </a:lnTo>
                      <a:lnTo>
                        <a:pt x="333" y="442"/>
                      </a:lnTo>
                      <a:lnTo>
                        <a:pt x="346" y="352"/>
                      </a:lnTo>
                      <a:lnTo>
                        <a:pt x="365" y="384"/>
                      </a:lnTo>
                      <a:lnTo>
                        <a:pt x="378" y="135"/>
                      </a:lnTo>
                      <a:lnTo>
                        <a:pt x="391" y="301"/>
                      </a:lnTo>
                      <a:lnTo>
                        <a:pt x="384" y="519"/>
                      </a:lnTo>
                      <a:lnTo>
                        <a:pt x="404" y="679"/>
                      </a:lnTo>
                      <a:lnTo>
                        <a:pt x="429" y="628"/>
                      </a:lnTo>
                      <a:lnTo>
                        <a:pt x="442" y="480"/>
                      </a:lnTo>
                      <a:lnTo>
                        <a:pt x="455" y="391"/>
                      </a:lnTo>
                      <a:lnTo>
                        <a:pt x="436" y="506"/>
                      </a:lnTo>
                      <a:lnTo>
                        <a:pt x="461" y="352"/>
                      </a:lnTo>
                      <a:lnTo>
                        <a:pt x="474" y="455"/>
                      </a:lnTo>
                      <a:lnTo>
                        <a:pt x="493" y="519"/>
                      </a:lnTo>
                      <a:lnTo>
                        <a:pt x="512" y="410"/>
                      </a:lnTo>
                      <a:lnTo>
                        <a:pt x="532" y="186"/>
                      </a:lnTo>
                      <a:lnTo>
                        <a:pt x="544" y="231"/>
                      </a:lnTo>
                      <a:lnTo>
                        <a:pt x="570" y="148"/>
                      </a:lnTo>
                      <a:lnTo>
                        <a:pt x="576" y="301"/>
                      </a:lnTo>
                      <a:lnTo>
                        <a:pt x="576" y="730"/>
                      </a:lnTo>
                      <a:lnTo>
                        <a:pt x="647" y="0"/>
                      </a:lnTo>
                      <a:lnTo>
                        <a:pt x="647" y="250"/>
                      </a:lnTo>
                      <a:lnTo>
                        <a:pt x="660" y="333"/>
                      </a:lnTo>
                      <a:lnTo>
                        <a:pt x="685" y="192"/>
                      </a:lnTo>
                      <a:lnTo>
                        <a:pt x="711" y="340"/>
                      </a:lnTo>
                      <a:lnTo>
                        <a:pt x="698" y="429"/>
                      </a:lnTo>
                      <a:lnTo>
                        <a:pt x="717" y="461"/>
                      </a:lnTo>
                    </a:path>
                  </a:pathLst>
                </a:custGeom>
                <a:noFill/>
                <a:ln w="9525">
                  <a:solidFill>
                    <a:srgbClr val="FF0000"/>
                  </a:solidFill>
                  <a:round/>
                  <a:headEnd/>
                  <a:tailEnd/>
                </a:ln>
              </p:spPr>
              <p:txBody>
                <a:bodyPr/>
                <a:lstStyle/>
                <a:p>
                  <a:endParaRPr lang="en-GB" sz="1600"/>
                </a:p>
              </p:txBody>
            </p:sp>
            <p:sp>
              <p:nvSpPr>
                <p:cNvPr id="14418" name="Freeform 360"/>
                <p:cNvSpPr>
                  <a:spLocks/>
                </p:cNvSpPr>
                <p:nvPr/>
              </p:nvSpPr>
              <p:spPr bwMode="auto">
                <a:xfrm flipH="1">
                  <a:off x="4698" y="1100"/>
                  <a:ext cx="313" cy="756"/>
                </a:xfrm>
                <a:custGeom>
                  <a:avLst/>
                  <a:gdLst>
                    <a:gd name="T0" fmla="*/ 0 w 717"/>
                    <a:gd name="T1" fmla="*/ 756 h 756"/>
                    <a:gd name="T2" fmla="*/ 4 w 717"/>
                    <a:gd name="T3" fmla="*/ 167 h 756"/>
                    <a:gd name="T4" fmla="*/ 5 w 717"/>
                    <a:gd name="T5" fmla="*/ 384 h 756"/>
                    <a:gd name="T6" fmla="*/ 7 w 717"/>
                    <a:gd name="T7" fmla="*/ 103 h 756"/>
                    <a:gd name="T8" fmla="*/ 10 w 717"/>
                    <a:gd name="T9" fmla="*/ 519 h 756"/>
                    <a:gd name="T10" fmla="*/ 11 w 717"/>
                    <a:gd name="T11" fmla="*/ 487 h 756"/>
                    <a:gd name="T12" fmla="*/ 11 w 717"/>
                    <a:gd name="T13" fmla="*/ 359 h 756"/>
                    <a:gd name="T14" fmla="*/ 14 w 717"/>
                    <a:gd name="T15" fmla="*/ 71 h 756"/>
                    <a:gd name="T16" fmla="*/ 16 w 717"/>
                    <a:gd name="T17" fmla="*/ 244 h 756"/>
                    <a:gd name="T18" fmla="*/ 17 w 717"/>
                    <a:gd name="T19" fmla="*/ 96 h 756"/>
                    <a:gd name="T20" fmla="*/ 18 w 717"/>
                    <a:gd name="T21" fmla="*/ 615 h 756"/>
                    <a:gd name="T22" fmla="*/ 21 w 717"/>
                    <a:gd name="T23" fmla="*/ 397 h 756"/>
                    <a:gd name="T24" fmla="*/ 24 w 717"/>
                    <a:gd name="T25" fmla="*/ 519 h 756"/>
                    <a:gd name="T26" fmla="*/ 25 w 717"/>
                    <a:gd name="T27" fmla="*/ 308 h 756"/>
                    <a:gd name="T28" fmla="*/ 28 w 717"/>
                    <a:gd name="T29" fmla="*/ 442 h 756"/>
                    <a:gd name="T30" fmla="*/ 29 w 717"/>
                    <a:gd name="T31" fmla="*/ 352 h 756"/>
                    <a:gd name="T32" fmla="*/ 30 w 717"/>
                    <a:gd name="T33" fmla="*/ 384 h 756"/>
                    <a:gd name="T34" fmla="*/ 31 w 717"/>
                    <a:gd name="T35" fmla="*/ 135 h 756"/>
                    <a:gd name="T36" fmla="*/ 33 w 717"/>
                    <a:gd name="T37" fmla="*/ 301 h 756"/>
                    <a:gd name="T38" fmla="*/ 32 w 717"/>
                    <a:gd name="T39" fmla="*/ 519 h 756"/>
                    <a:gd name="T40" fmla="*/ 34 w 717"/>
                    <a:gd name="T41" fmla="*/ 679 h 756"/>
                    <a:gd name="T42" fmla="*/ 36 w 717"/>
                    <a:gd name="T43" fmla="*/ 628 h 756"/>
                    <a:gd name="T44" fmla="*/ 37 w 717"/>
                    <a:gd name="T45" fmla="*/ 480 h 756"/>
                    <a:gd name="T46" fmla="*/ 38 w 717"/>
                    <a:gd name="T47" fmla="*/ 391 h 756"/>
                    <a:gd name="T48" fmla="*/ 36 w 717"/>
                    <a:gd name="T49" fmla="*/ 506 h 756"/>
                    <a:gd name="T50" fmla="*/ 38 w 717"/>
                    <a:gd name="T51" fmla="*/ 352 h 756"/>
                    <a:gd name="T52" fmla="*/ 39 w 717"/>
                    <a:gd name="T53" fmla="*/ 455 h 756"/>
                    <a:gd name="T54" fmla="*/ 41 w 717"/>
                    <a:gd name="T55" fmla="*/ 519 h 756"/>
                    <a:gd name="T56" fmla="*/ 43 w 717"/>
                    <a:gd name="T57" fmla="*/ 410 h 756"/>
                    <a:gd name="T58" fmla="*/ 44 w 717"/>
                    <a:gd name="T59" fmla="*/ 186 h 756"/>
                    <a:gd name="T60" fmla="*/ 45 w 717"/>
                    <a:gd name="T61" fmla="*/ 231 h 756"/>
                    <a:gd name="T62" fmla="*/ 48 w 717"/>
                    <a:gd name="T63" fmla="*/ 148 h 756"/>
                    <a:gd name="T64" fmla="*/ 48 w 717"/>
                    <a:gd name="T65" fmla="*/ 301 h 756"/>
                    <a:gd name="T66" fmla="*/ 48 w 717"/>
                    <a:gd name="T67" fmla="*/ 730 h 756"/>
                    <a:gd name="T68" fmla="*/ 54 w 717"/>
                    <a:gd name="T69" fmla="*/ 0 h 756"/>
                    <a:gd name="T70" fmla="*/ 54 w 717"/>
                    <a:gd name="T71" fmla="*/ 250 h 756"/>
                    <a:gd name="T72" fmla="*/ 55 w 717"/>
                    <a:gd name="T73" fmla="*/ 333 h 756"/>
                    <a:gd name="T74" fmla="*/ 57 w 717"/>
                    <a:gd name="T75" fmla="*/ 192 h 756"/>
                    <a:gd name="T76" fmla="*/ 59 w 717"/>
                    <a:gd name="T77" fmla="*/ 340 h 756"/>
                    <a:gd name="T78" fmla="*/ 58 w 717"/>
                    <a:gd name="T79" fmla="*/ 429 h 756"/>
                    <a:gd name="T80" fmla="*/ 60 w 717"/>
                    <a:gd name="T81" fmla="*/ 461 h 756"/>
                    <a:gd name="T82" fmla="*/ 0 60000 65536"/>
                    <a:gd name="T83" fmla="*/ 0 60000 65536"/>
                    <a:gd name="T84" fmla="*/ 0 60000 65536"/>
                    <a:gd name="T85" fmla="*/ 0 60000 65536"/>
                    <a:gd name="T86" fmla="*/ 0 60000 65536"/>
                    <a:gd name="T87" fmla="*/ 0 60000 65536"/>
                    <a:gd name="T88" fmla="*/ 0 60000 65536"/>
                    <a:gd name="T89" fmla="*/ 0 60000 65536"/>
                    <a:gd name="T90" fmla="*/ 0 60000 65536"/>
                    <a:gd name="T91" fmla="*/ 0 60000 65536"/>
                    <a:gd name="T92" fmla="*/ 0 60000 65536"/>
                    <a:gd name="T93" fmla="*/ 0 60000 65536"/>
                    <a:gd name="T94" fmla="*/ 0 60000 65536"/>
                    <a:gd name="T95" fmla="*/ 0 60000 65536"/>
                    <a:gd name="T96" fmla="*/ 0 60000 65536"/>
                    <a:gd name="T97" fmla="*/ 0 60000 65536"/>
                    <a:gd name="T98" fmla="*/ 0 60000 65536"/>
                    <a:gd name="T99" fmla="*/ 0 60000 65536"/>
                    <a:gd name="T100" fmla="*/ 0 60000 65536"/>
                    <a:gd name="T101" fmla="*/ 0 60000 65536"/>
                    <a:gd name="T102" fmla="*/ 0 60000 65536"/>
                    <a:gd name="T103" fmla="*/ 0 60000 65536"/>
                    <a:gd name="T104" fmla="*/ 0 60000 65536"/>
                    <a:gd name="T105" fmla="*/ 0 60000 65536"/>
                    <a:gd name="T106" fmla="*/ 0 60000 65536"/>
                    <a:gd name="T107" fmla="*/ 0 60000 65536"/>
                    <a:gd name="T108" fmla="*/ 0 60000 65536"/>
                    <a:gd name="T109" fmla="*/ 0 60000 65536"/>
                    <a:gd name="T110" fmla="*/ 0 60000 65536"/>
                    <a:gd name="T111" fmla="*/ 0 60000 65536"/>
                    <a:gd name="T112" fmla="*/ 0 60000 65536"/>
                    <a:gd name="T113" fmla="*/ 0 60000 65536"/>
                    <a:gd name="T114" fmla="*/ 0 60000 65536"/>
                    <a:gd name="T115" fmla="*/ 0 60000 65536"/>
                    <a:gd name="T116" fmla="*/ 0 60000 65536"/>
                    <a:gd name="T117" fmla="*/ 0 60000 65536"/>
                    <a:gd name="T118" fmla="*/ 0 60000 65536"/>
                    <a:gd name="T119" fmla="*/ 0 60000 65536"/>
                    <a:gd name="T120" fmla="*/ 0 60000 65536"/>
                    <a:gd name="T121" fmla="*/ 0 60000 65536"/>
                    <a:gd name="T122" fmla="*/ 0 60000 65536"/>
                    <a:gd name="T123" fmla="*/ 0 w 717"/>
                    <a:gd name="T124" fmla="*/ 0 h 756"/>
                    <a:gd name="T125" fmla="*/ 717 w 717"/>
                    <a:gd name="T126" fmla="*/ 756 h 756"/>
                  </a:gdLst>
                  <a:ahLst/>
                  <a:cxnLst>
                    <a:cxn ang="T82">
                      <a:pos x="T0" y="T1"/>
                    </a:cxn>
                    <a:cxn ang="T83">
                      <a:pos x="T2" y="T3"/>
                    </a:cxn>
                    <a:cxn ang="T84">
                      <a:pos x="T4" y="T5"/>
                    </a:cxn>
                    <a:cxn ang="T85">
                      <a:pos x="T6" y="T7"/>
                    </a:cxn>
                    <a:cxn ang="T86">
                      <a:pos x="T8" y="T9"/>
                    </a:cxn>
                    <a:cxn ang="T87">
                      <a:pos x="T10" y="T11"/>
                    </a:cxn>
                    <a:cxn ang="T88">
                      <a:pos x="T12" y="T13"/>
                    </a:cxn>
                    <a:cxn ang="T89">
                      <a:pos x="T14" y="T15"/>
                    </a:cxn>
                    <a:cxn ang="T90">
                      <a:pos x="T16" y="T17"/>
                    </a:cxn>
                    <a:cxn ang="T91">
                      <a:pos x="T18" y="T19"/>
                    </a:cxn>
                    <a:cxn ang="T92">
                      <a:pos x="T20" y="T21"/>
                    </a:cxn>
                    <a:cxn ang="T93">
                      <a:pos x="T22" y="T23"/>
                    </a:cxn>
                    <a:cxn ang="T94">
                      <a:pos x="T24" y="T25"/>
                    </a:cxn>
                    <a:cxn ang="T95">
                      <a:pos x="T26" y="T27"/>
                    </a:cxn>
                    <a:cxn ang="T96">
                      <a:pos x="T28" y="T29"/>
                    </a:cxn>
                    <a:cxn ang="T97">
                      <a:pos x="T30" y="T31"/>
                    </a:cxn>
                    <a:cxn ang="T98">
                      <a:pos x="T32" y="T33"/>
                    </a:cxn>
                    <a:cxn ang="T99">
                      <a:pos x="T34" y="T35"/>
                    </a:cxn>
                    <a:cxn ang="T100">
                      <a:pos x="T36" y="T37"/>
                    </a:cxn>
                    <a:cxn ang="T101">
                      <a:pos x="T38" y="T39"/>
                    </a:cxn>
                    <a:cxn ang="T102">
                      <a:pos x="T40" y="T41"/>
                    </a:cxn>
                    <a:cxn ang="T103">
                      <a:pos x="T42" y="T43"/>
                    </a:cxn>
                    <a:cxn ang="T104">
                      <a:pos x="T44" y="T45"/>
                    </a:cxn>
                    <a:cxn ang="T105">
                      <a:pos x="T46" y="T47"/>
                    </a:cxn>
                    <a:cxn ang="T106">
                      <a:pos x="T48" y="T49"/>
                    </a:cxn>
                    <a:cxn ang="T107">
                      <a:pos x="T50" y="T51"/>
                    </a:cxn>
                    <a:cxn ang="T108">
                      <a:pos x="T52" y="T53"/>
                    </a:cxn>
                    <a:cxn ang="T109">
                      <a:pos x="T54" y="T55"/>
                    </a:cxn>
                    <a:cxn ang="T110">
                      <a:pos x="T56" y="T57"/>
                    </a:cxn>
                    <a:cxn ang="T111">
                      <a:pos x="T58" y="T59"/>
                    </a:cxn>
                    <a:cxn ang="T112">
                      <a:pos x="T60" y="T61"/>
                    </a:cxn>
                    <a:cxn ang="T113">
                      <a:pos x="T62" y="T63"/>
                    </a:cxn>
                    <a:cxn ang="T114">
                      <a:pos x="T64" y="T65"/>
                    </a:cxn>
                    <a:cxn ang="T115">
                      <a:pos x="T66" y="T67"/>
                    </a:cxn>
                    <a:cxn ang="T116">
                      <a:pos x="T68" y="T69"/>
                    </a:cxn>
                    <a:cxn ang="T117">
                      <a:pos x="T70" y="T71"/>
                    </a:cxn>
                    <a:cxn ang="T118">
                      <a:pos x="T72" y="T73"/>
                    </a:cxn>
                    <a:cxn ang="T119">
                      <a:pos x="T74" y="T75"/>
                    </a:cxn>
                    <a:cxn ang="T120">
                      <a:pos x="T76" y="T77"/>
                    </a:cxn>
                    <a:cxn ang="T121">
                      <a:pos x="T78" y="T79"/>
                    </a:cxn>
                    <a:cxn ang="T122">
                      <a:pos x="T80" y="T81"/>
                    </a:cxn>
                  </a:cxnLst>
                  <a:rect l="T123" t="T124" r="T125" b="T126"/>
                  <a:pathLst>
                    <a:path w="717" h="756">
                      <a:moveTo>
                        <a:pt x="0" y="756"/>
                      </a:moveTo>
                      <a:lnTo>
                        <a:pt x="52" y="167"/>
                      </a:lnTo>
                      <a:lnTo>
                        <a:pt x="64" y="384"/>
                      </a:lnTo>
                      <a:lnTo>
                        <a:pt x="90" y="103"/>
                      </a:lnTo>
                      <a:lnTo>
                        <a:pt x="116" y="519"/>
                      </a:lnTo>
                      <a:lnTo>
                        <a:pt x="135" y="487"/>
                      </a:lnTo>
                      <a:lnTo>
                        <a:pt x="135" y="359"/>
                      </a:lnTo>
                      <a:lnTo>
                        <a:pt x="167" y="71"/>
                      </a:lnTo>
                      <a:lnTo>
                        <a:pt x="192" y="244"/>
                      </a:lnTo>
                      <a:lnTo>
                        <a:pt x="205" y="96"/>
                      </a:lnTo>
                      <a:lnTo>
                        <a:pt x="218" y="615"/>
                      </a:lnTo>
                      <a:lnTo>
                        <a:pt x="244" y="397"/>
                      </a:lnTo>
                      <a:lnTo>
                        <a:pt x="282" y="519"/>
                      </a:lnTo>
                      <a:lnTo>
                        <a:pt x="308" y="308"/>
                      </a:lnTo>
                      <a:lnTo>
                        <a:pt x="333" y="442"/>
                      </a:lnTo>
                      <a:lnTo>
                        <a:pt x="346" y="352"/>
                      </a:lnTo>
                      <a:lnTo>
                        <a:pt x="365" y="384"/>
                      </a:lnTo>
                      <a:lnTo>
                        <a:pt x="378" y="135"/>
                      </a:lnTo>
                      <a:lnTo>
                        <a:pt x="391" y="301"/>
                      </a:lnTo>
                      <a:lnTo>
                        <a:pt x="384" y="519"/>
                      </a:lnTo>
                      <a:lnTo>
                        <a:pt x="404" y="679"/>
                      </a:lnTo>
                      <a:lnTo>
                        <a:pt x="429" y="628"/>
                      </a:lnTo>
                      <a:lnTo>
                        <a:pt x="442" y="480"/>
                      </a:lnTo>
                      <a:lnTo>
                        <a:pt x="455" y="391"/>
                      </a:lnTo>
                      <a:lnTo>
                        <a:pt x="436" y="506"/>
                      </a:lnTo>
                      <a:lnTo>
                        <a:pt x="461" y="352"/>
                      </a:lnTo>
                      <a:lnTo>
                        <a:pt x="474" y="455"/>
                      </a:lnTo>
                      <a:lnTo>
                        <a:pt x="493" y="519"/>
                      </a:lnTo>
                      <a:lnTo>
                        <a:pt x="512" y="410"/>
                      </a:lnTo>
                      <a:lnTo>
                        <a:pt x="532" y="186"/>
                      </a:lnTo>
                      <a:lnTo>
                        <a:pt x="544" y="231"/>
                      </a:lnTo>
                      <a:lnTo>
                        <a:pt x="570" y="148"/>
                      </a:lnTo>
                      <a:lnTo>
                        <a:pt x="576" y="301"/>
                      </a:lnTo>
                      <a:lnTo>
                        <a:pt x="576" y="730"/>
                      </a:lnTo>
                      <a:lnTo>
                        <a:pt x="647" y="0"/>
                      </a:lnTo>
                      <a:lnTo>
                        <a:pt x="647" y="250"/>
                      </a:lnTo>
                      <a:lnTo>
                        <a:pt x="660" y="333"/>
                      </a:lnTo>
                      <a:lnTo>
                        <a:pt x="685" y="192"/>
                      </a:lnTo>
                      <a:lnTo>
                        <a:pt x="711" y="340"/>
                      </a:lnTo>
                      <a:lnTo>
                        <a:pt x="698" y="429"/>
                      </a:lnTo>
                      <a:lnTo>
                        <a:pt x="717" y="461"/>
                      </a:lnTo>
                    </a:path>
                  </a:pathLst>
                </a:custGeom>
                <a:noFill/>
                <a:ln w="9525">
                  <a:solidFill>
                    <a:srgbClr val="FF0000"/>
                  </a:solidFill>
                  <a:round/>
                  <a:headEnd/>
                  <a:tailEnd/>
                </a:ln>
              </p:spPr>
              <p:txBody>
                <a:bodyPr/>
                <a:lstStyle/>
                <a:p>
                  <a:endParaRPr lang="en-GB" sz="1600"/>
                </a:p>
              </p:txBody>
            </p:sp>
          </p:grpSp>
          <p:grpSp>
            <p:nvGrpSpPr>
              <p:cNvPr id="14421" name="Group 361"/>
              <p:cNvGrpSpPr>
                <a:grpSpLocks/>
              </p:cNvGrpSpPr>
              <p:nvPr/>
            </p:nvGrpSpPr>
            <p:grpSpPr bwMode="auto">
              <a:xfrm flipH="1">
                <a:off x="3986" y="1092"/>
                <a:ext cx="590" cy="801"/>
                <a:chOff x="3462" y="1100"/>
                <a:chExt cx="1549" cy="801"/>
              </a:xfrm>
            </p:grpSpPr>
            <p:sp>
              <p:nvSpPr>
                <p:cNvPr id="14409" name="Freeform 362"/>
                <p:cNvSpPr>
                  <a:spLocks/>
                </p:cNvSpPr>
                <p:nvPr/>
              </p:nvSpPr>
              <p:spPr bwMode="auto">
                <a:xfrm>
                  <a:off x="3462" y="1126"/>
                  <a:ext cx="313" cy="756"/>
                </a:xfrm>
                <a:custGeom>
                  <a:avLst/>
                  <a:gdLst>
                    <a:gd name="T0" fmla="*/ 0 w 717"/>
                    <a:gd name="T1" fmla="*/ 756 h 756"/>
                    <a:gd name="T2" fmla="*/ 4 w 717"/>
                    <a:gd name="T3" fmla="*/ 167 h 756"/>
                    <a:gd name="T4" fmla="*/ 5 w 717"/>
                    <a:gd name="T5" fmla="*/ 384 h 756"/>
                    <a:gd name="T6" fmla="*/ 7 w 717"/>
                    <a:gd name="T7" fmla="*/ 103 h 756"/>
                    <a:gd name="T8" fmla="*/ 10 w 717"/>
                    <a:gd name="T9" fmla="*/ 519 h 756"/>
                    <a:gd name="T10" fmla="*/ 11 w 717"/>
                    <a:gd name="T11" fmla="*/ 487 h 756"/>
                    <a:gd name="T12" fmla="*/ 11 w 717"/>
                    <a:gd name="T13" fmla="*/ 359 h 756"/>
                    <a:gd name="T14" fmla="*/ 14 w 717"/>
                    <a:gd name="T15" fmla="*/ 71 h 756"/>
                    <a:gd name="T16" fmla="*/ 16 w 717"/>
                    <a:gd name="T17" fmla="*/ 244 h 756"/>
                    <a:gd name="T18" fmla="*/ 17 w 717"/>
                    <a:gd name="T19" fmla="*/ 96 h 756"/>
                    <a:gd name="T20" fmla="*/ 18 w 717"/>
                    <a:gd name="T21" fmla="*/ 615 h 756"/>
                    <a:gd name="T22" fmla="*/ 21 w 717"/>
                    <a:gd name="T23" fmla="*/ 397 h 756"/>
                    <a:gd name="T24" fmla="*/ 24 w 717"/>
                    <a:gd name="T25" fmla="*/ 519 h 756"/>
                    <a:gd name="T26" fmla="*/ 25 w 717"/>
                    <a:gd name="T27" fmla="*/ 308 h 756"/>
                    <a:gd name="T28" fmla="*/ 28 w 717"/>
                    <a:gd name="T29" fmla="*/ 442 h 756"/>
                    <a:gd name="T30" fmla="*/ 29 w 717"/>
                    <a:gd name="T31" fmla="*/ 352 h 756"/>
                    <a:gd name="T32" fmla="*/ 30 w 717"/>
                    <a:gd name="T33" fmla="*/ 384 h 756"/>
                    <a:gd name="T34" fmla="*/ 31 w 717"/>
                    <a:gd name="T35" fmla="*/ 135 h 756"/>
                    <a:gd name="T36" fmla="*/ 33 w 717"/>
                    <a:gd name="T37" fmla="*/ 301 h 756"/>
                    <a:gd name="T38" fmla="*/ 32 w 717"/>
                    <a:gd name="T39" fmla="*/ 519 h 756"/>
                    <a:gd name="T40" fmla="*/ 34 w 717"/>
                    <a:gd name="T41" fmla="*/ 679 h 756"/>
                    <a:gd name="T42" fmla="*/ 36 w 717"/>
                    <a:gd name="T43" fmla="*/ 628 h 756"/>
                    <a:gd name="T44" fmla="*/ 37 w 717"/>
                    <a:gd name="T45" fmla="*/ 480 h 756"/>
                    <a:gd name="T46" fmla="*/ 38 w 717"/>
                    <a:gd name="T47" fmla="*/ 391 h 756"/>
                    <a:gd name="T48" fmla="*/ 36 w 717"/>
                    <a:gd name="T49" fmla="*/ 506 h 756"/>
                    <a:gd name="T50" fmla="*/ 38 w 717"/>
                    <a:gd name="T51" fmla="*/ 352 h 756"/>
                    <a:gd name="T52" fmla="*/ 39 w 717"/>
                    <a:gd name="T53" fmla="*/ 455 h 756"/>
                    <a:gd name="T54" fmla="*/ 41 w 717"/>
                    <a:gd name="T55" fmla="*/ 519 h 756"/>
                    <a:gd name="T56" fmla="*/ 43 w 717"/>
                    <a:gd name="T57" fmla="*/ 410 h 756"/>
                    <a:gd name="T58" fmla="*/ 44 w 717"/>
                    <a:gd name="T59" fmla="*/ 186 h 756"/>
                    <a:gd name="T60" fmla="*/ 45 w 717"/>
                    <a:gd name="T61" fmla="*/ 231 h 756"/>
                    <a:gd name="T62" fmla="*/ 48 w 717"/>
                    <a:gd name="T63" fmla="*/ 148 h 756"/>
                    <a:gd name="T64" fmla="*/ 48 w 717"/>
                    <a:gd name="T65" fmla="*/ 301 h 756"/>
                    <a:gd name="T66" fmla="*/ 48 w 717"/>
                    <a:gd name="T67" fmla="*/ 730 h 756"/>
                    <a:gd name="T68" fmla="*/ 54 w 717"/>
                    <a:gd name="T69" fmla="*/ 0 h 756"/>
                    <a:gd name="T70" fmla="*/ 54 w 717"/>
                    <a:gd name="T71" fmla="*/ 250 h 756"/>
                    <a:gd name="T72" fmla="*/ 55 w 717"/>
                    <a:gd name="T73" fmla="*/ 333 h 756"/>
                    <a:gd name="T74" fmla="*/ 57 w 717"/>
                    <a:gd name="T75" fmla="*/ 192 h 756"/>
                    <a:gd name="T76" fmla="*/ 59 w 717"/>
                    <a:gd name="T77" fmla="*/ 340 h 756"/>
                    <a:gd name="T78" fmla="*/ 58 w 717"/>
                    <a:gd name="T79" fmla="*/ 429 h 756"/>
                    <a:gd name="T80" fmla="*/ 60 w 717"/>
                    <a:gd name="T81" fmla="*/ 461 h 756"/>
                    <a:gd name="T82" fmla="*/ 0 60000 65536"/>
                    <a:gd name="T83" fmla="*/ 0 60000 65536"/>
                    <a:gd name="T84" fmla="*/ 0 60000 65536"/>
                    <a:gd name="T85" fmla="*/ 0 60000 65536"/>
                    <a:gd name="T86" fmla="*/ 0 60000 65536"/>
                    <a:gd name="T87" fmla="*/ 0 60000 65536"/>
                    <a:gd name="T88" fmla="*/ 0 60000 65536"/>
                    <a:gd name="T89" fmla="*/ 0 60000 65536"/>
                    <a:gd name="T90" fmla="*/ 0 60000 65536"/>
                    <a:gd name="T91" fmla="*/ 0 60000 65536"/>
                    <a:gd name="T92" fmla="*/ 0 60000 65536"/>
                    <a:gd name="T93" fmla="*/ 0 60000 65536"/>
                    <a:gd name="T94" fmla="*/ 0 60000 65536"/>
                    <a:gd name="T95" fmla="*/ 0 60000 65536"/>
                    <a:gd name="T96" fmla="*/ 0 60000 65536"/>
                    <a:gd name="T97" fmla="*/ 0 60000 65536"/>
                    <a:gd name="T98" fmla="*/ 0 60000 65536"/>
                    <a:gd name="T99" fmla="*/ 0 60000 65536"/>
                    <a:gd name="T100" fmla="*/ 0 60000 65536"/>
                    <a:gd name="T101" fmla="*/ 0 60000 65536"/>
                    <a:gd name="T102" fmla="*/ 0 60000 65536"/>
                    <a:gd name="T103" fmla="*/ 0 60000 65536"/>
                    <a:gd name="T104" fmla="*/ 0 60000 65536"/>
                    <a:gd name="T105" fmla="*/ 0 60000 65536"/>
                    <a:gd name="T106" fmla="*/ 0 60000 65536"/>
                    <a:gd name="T107" fmla="*/ 0 60000 65536"/>
                    <a:gd name="T108" fmla="*/ 0 60000 65536"/>
                    <a:gd name="T109" fmla="*/ 0 60000 65536"/>
                    <a:gd name="T110" fmla="*/ 0 60000 65536"/>
                    <a:gd name="T111" fmla="*/ 0 60000 65536"/>
                    <a:gd name="T112" fmla="*/ 0 60000 65536"/>
                    <a:gd name="T113" fmla="*/ 0 60000 65536"/>
                    <a:gd name="T114" fmla="*/ 0 60000 65536"/>
                    <a:gd name="T115" fmla="*/ 0 60000 65536"/>
                    <a:gd name="T116" fmla="*/ 0 60000 65536"/>
                    <a:gd name="T117" fmla="*/ 0 60000 65536"/>
                    <a:gd name="T118" fmla="*/ 0 60000 65536"/>
                    <a:gd name="T119" fmla="*/ 0 60000 65536"/>
                    <a:gd name="T120" fmla="*/ 0 60000 65536"/>
                    <a:gd name="T121" fmla="*/ 0 60000 65536"/>
                    <a:gd name="T122" fmla="*/ 0 60000 65536"/>
                    <a:gd name="T123" fmla="*/ 0 w 717"/>
                    <a:gd name="T124" fmla="*/ 0 h 756"/>
                    <a:gd name="T125" fmla="*/ 717 w 717"/>
                    <a:gd name="T126" fmla="*/ 756 h 756"/>
                  </a:gdLst>
                  <a:ahLst/>
                  <a:cxnLst>
                    <a:cxn ang="T82">
                      <a:pos x="T0" y="T1"/>
                    </a:cxn>
                    <a:cxn ang="T83">
                      <a:pos x="T2" y="T3"/>
                    </a:cxn>
                    <a:cxn ang="T84">
                      <a:pos x="T4" y="T5"/>
                    </a:cxn>
                    <a:cxn ang="T85">
                      <a:pos x="T6" y="T7"/>
                    </a:cxn>
                    <a:cxn ang="T86">
                      <a:pos x="T8" y="T9"/>
                    </a:cxn>
                    <a:cxn ang="T87">
                      <a:pos x="T10" y="T11"/>
                    </a:cxn>
                    <a:cxn ang="T88">
                      <a:pos x="T12" y="T13"/>
                    </a:cxn>
                    <a:cxn ang="T89">
                      <a:pos x="T14" y="T15"/>
                    </a:cxn>
                    <a:cxn ang="T90">
                      <a:pos x="T16" y="T17"/>
                    </a:cxn>
                    <a:cxn ang="T91">
                      <a:pos x="T18" y="T19"/>
                    </a:cxn>
                    <a:cxn ang="T92">
                      <a:pos x="T20" y="T21"/>
                    </a:cxn>
                    <a:cxn ang="T93">
                      <a:pos x="T22" y="T23"/>
                    </a:cxn>
                    <a:cxn ang="T94">
                      <a:pos x="T24" y="T25"/>
                    </a:cxn>
                    <a:cxn ang="T95">
                      <a:pos x="T26" y="T27"/>
                    </a:cxn>
                    <a:cxn ang="T96">
                      <a:pos x="T28" y="T29"/>
                    </a:cxn>
                    <a:cxn ang="T97">
                      <a:pos x="T30" y="T31"/>
                    </a:cxn>
                    <a:cxn ang="T98">
                      <a:pos x="T32" y="T33"/>
                    </a:cxn>
                    <a:cxn ang="T99">
                      <a:pos x="T34" y="T35"/>
                    </a:cxn>
                    <a:cxn ang="T100">
                      <a:pos x="T36" y="T37"/>
                    </a:cxn>
                    <a:cxn ang="T101">
                      <a:pos x="T38" y="T39"/>
                    </a:cxn>
                    <a:cxn ang="T102">
                      <a:pos x="T40" y="T41"/>
                    </a:cxn>
                    <a:cxn ang="T103">
                      <a:pos x="T42" y="T43"/>
                    </a:cxn>
                    <a:cxn ang="T104">
                      <a:pos x="T44" y="T45"/>
                    </a:cxn>
                    <a:cxn ang="T105">
                      <a:pos x="T46" y="T47"/>
                    </a:cxn>
                    <a:cxn ang="T106">
                      <a:pos x="T48" y="T49"/>
                    </a:cxn>
                    <a:cxn ang="T107">
                      <a:pos x="T50" y="T51"/>
                    </a:cxn>
                    <a:cxn ang="T108">
                      <a:pos x="T52" y="T53"/>
                    </a:cxn>
                    <a:cxn ang="T109">
                      <a:pos x="T54" y="T55"/>
                    </a:cxn>
                    <a:cxn ang="T110">
                      <a:pos x="T56" y="T57"/>
                    </a:cxn>
                    <a:cxn ang="T111">
                      <a:pos x="T58" y="T59"/>
                    </a:cxn>
                    <a:cxn ang="T112">
                      <a:pos x="T60" y="T61"/>
                    </a:cxn>
                    <a:cxn ang="T113">
                      <a:pos x="T62" y="T63"/>
                    </a:cxn>
                    <a:cxn ang="T114">
                      <a:pos x="T64" y="T65"/>
                    </a:cxn>
                    <a:cxn ang="T115">
                      <a:pos x="T66" y="T67"/>
                    </a:cxn>
                    <a:cxn ang="T116">
                      <a:pos x="T68" y="T69"/>
                    </a:cxn>
                    <a:cxn ang="T117">
                      <a:pos x="T70" y="T71"/>
                    </a:cxn>
                    <a:cxn ang="T118">
                      <a:pos x="T72" y="T73"/>
                    </a:cxn>
                    <a:cxn ang="T119">
                      <a:pos x="T74" y="T75"/>
                    </a:cxn>
                    <a:cxn ang="T120">
                      <a:pos x="T76" y="T77"/>
                    </a:cxn>
                    <a:cxn ang="T121">
                      <a:pos x="T78" y="T79"/>
                    </a:cxn>
                    <a:cxn ang="T122">
                      <a:pos x="T80" y="T81"/>
                    </a:cxn>
                  </a:cxnLst>
                  <a:rect l="T123" t="T124" r="T125" b="T126"/>
                  <a:pathLst>
                    <a:path w="717" h="756">
                      <a:moveTo>
                        <a:pt x="0" y="756"/>
                      </a:moveTo>
                      <a:lnTo>
                        <a:pt x="52" y="167"/>
                      </a:lnTo>
                      <a:lnTo>
                        <a:pt x="64" y="384"/>
                      </a:lnTo>
                      <a:lnTo>
                        <a:pt x="90" y="103"/>
                      </a:lnTo>
                      <a:lnTo>
                        <a:pt x="116" y="519"/>
                      </a:lnTo>
                      <a:lnTo>
                        <a:pt x="135" y="487"/>
                      </a:lnTo>
                      <a:lnTo>
                        <a:pt x="135" y="359"/>
                      </a:lnTo>
                      <a:lnTo>
                        <a:pt x="167" y="71"/>
                      </a:lnTo>
                      <a:lnTo>
                        <a:pt x="192" y="244"/>
                      </a:lnTo>
                      <a:lnTo>
                        <a:pt x="205" y="96"/>
                      </a:lnTo>
                      <a:lnTo>
                        <a:pt x="218" y="615"/>
                      </a:lnTo>
                      <a:lnTo>
                        <a:pt x="244" y="397"/>
                      </a:lnTo>
                      <a:lnTo>
                        <a:pt x="282" y="519"/>
                      </a:lnTo>
                      <a:lnTo>
                        <a:pt x="308" y="308"/>
                      </a:lnTo>
                      <a:lnTo>
                        <a:pt x="333" y="442"/>
                      </a:lnTo>
                      <a:lnTo>
                        <a:pt x="346" y="352"/>
                      </a:lnTo>
                      <a:lnTo>
                        <a:pt x="365" y="384"/>
                      </a:lnTo>
                      <a:lnTo>
                        <a:pt x="378" y="135"/>
                      </a:lnTo>
                      <a:lnTo>
                        <a:pt x="391" y="301"/>
                      </a:lnTo>
                      <a:lnTo>
                        <a:pt x="384" y="519"/>
                      </a:lnTo>
                      <a:lnTo>
                        <a:pt x="404" y="679"/>
                      </a:lnTo>
                      <a:lnTo>
                        <a:pt x="429" y="628"/>
                      </a:lnTo>
                      <a:lnTo>
                        <a:pt x="442" y="480"/>
                      </a:lnTo>
                      <a:lnTo>
                        <a:pt x="455" y="391"/>
                      </a:lnTo>
                      <a:lnTo>
                        <a:pt x="436" y="506"/>
                      </a:lnTo>
                      <a:lnTo>
                        <a:pt x="461" y="352"/>
                      </a:lnTo>
                      <a:lnTo>
                        <a:pt x="474" y="455"/>
                      </a:lnTo>
                      <a:lnTo>
                        <a:pt x="493" y="519"/>
                      </a:lnTo>
                      <a:lnTo>
                        <a:pt x="512" y="410"/>
                      </a:lnTo>
                      <a:lnTo>
                        <a:pt x="532" y="186"/>
                      </a:lnTo>
                      <a:lnTo>
                        <a:pt x="544" y="231"/>
                      </a:lnTo>
                      <a:lnTo>
                        <a:pt x="570" y="148"/>
                      </a:lnTo>
                      <a:lnTo>
                        <a:pt x="576" y="301"/>
                      </a:lnTo>
                      <a:lnTo>
                        <a:pt x="576" y="730"/>
                      </a:lnTo>
                      <a:lnTo>
                        <a:pt x="647" y="0"/>
                      </a:lnTo>
                      <a:lnTo>
                        <a:pt x="647" y="250"/>
                      </a:lnTo>
                      <a:lnTo>
                        <a:pt x="660" y="333"/>
                      </a:lnTo>
                      <a:lnTo>
                        <a:pt x="685" y="192"/>
                      </a:lnTo>
                      <a:lnTo>
                        <a:pt x="711" y="340"/>
                      </a:lnTo>
                      <a:lnTo>
                        <a:pt x="698" y="429"/>
                      </a:lnTo>
                      <a:lnTo>
                        <a:pt x="717" y="461"/>
                      </a:lnTo>
                    </a:path>
                  </a:pathLst>
                </a:custGeom>
                <a:noFill/>
                <a:ln w="9525">
                  <a:solidFill>
                    <a:srgbClr val="FF0000"/>
                  </a:solidFill>
                  <a:round/>
                  <a:headEnd/>
                  <a:tailEnd/>
                </a:ln>
              </p:spPr>
              <p:txBody>
                <a:bodyPr/>
                <a:lstStyle/>
                <a:p>
                  <a:endParaRPr lang="en-GB" sz="1600"/>
                </a:p>
              </p:txBody>
            </p:sp>
            <p:sp>
              <p:nvSpPr>
                <p:cNvPr id="14410" name="Freeform 363"/>
                <p:cNvSpPr>
                  <a:spLocks/>
                </p:cNvSpPr>
                <p:nvPr/>
              </p:nvSpPr>
              <p:spPr bwMode="auto">
                <a:xfrm flipH="1" flipV="1">
                  <a:off x="3770" y="1145"/>
                  <a:ext cx="313" cy="756"/>
                </a:xfrm>
                <a:custGeom>
                  <a:avLst/>
                  <a:gdLst>
                    <a:gd name="T0" fmla="*/ 0 w 717"/>
                    <a:gd name="T1" fmla="*/ 756 h 756"/>
                    <a:gd name="T2" fmla="*/ 4 w 717"/>
                    <a:gd name="T3" fmla="*/ 167 h 756"/>
                    <a:gd name="T4" fmla="*/ 5 w 717"/>
                    <a:gd name="T5" fmla="*/ 384 h 756"/>
                    <a:gd name="T6" fmla="*/ 7 w 717"/>
                    <a:gd name="T7" fmla="*/ 103 h 756"/>
                    <a:gd name="T8" fmla="*/ 10 w 717"/>
                    <a:gd name="T9" fmla="*/ 519 h 756"/>
                    <a:gd name="T10" fmla="*/ 11 w 717"/>
                    <a:gd name="T11" fmla="*/ 487 h 756"/>
                    <a:gd name="T12" fmla="*/ 11 w 717"/>
                    <a:gd name="T13" fmla="*/ 359 h 756"/>
                    <a:gd name="T14" fmla="*/ 14 w 717"/>
                    <a:gd name="T15" fmla="*/ 71 h 756"/>
                    <a:gd name="T16" fmla="*/ 16 w 717"/>
                    <a:gd name="T17" fmla="*/ 244 h 756"/>
                    <a:gd name="T18" fmla="*/ 17 w 717"/>
                    <a:gd name="T19" fmla="*/ 96 h 756"/>
                    <a:gd name="T20" fmla="*/ 18 w 717"/>
                    <a:gd name="T21" fmla="*/ 615 h 756"/>
                    <a:gd name="T22" fmla="*/ 21 w 717"/>
                    <a:gd name="T23" fmla="*/ 397 h 756"/>
                    <a:gd name="T24" fmla="*/ 24 w 717"/>
                    <a:gd name="T25" fmla="*/ 519 h 756"/>
                    <a:gd name="T26" fmla="*/ 25 w 717"/>
                    <a:gd name="T27" fmla="*/ 308 h 756"/>
                    <a:gd name="T28" fmla="*/ 28 w 717"/>
                    <a:gd name="T29" fmla="*/ 442 h 756"/>
                    <a:gd name="T30" fmla="*/ 29 w 717"/>
                    <a:gd name="T31" fmla="*/ 352 h 756"/>
                    <a:gd name="T32" fmla="*/ 30 w 717"/>
                    <a:gd name="T33" fmla="*/ 384 h 756"/>
                    <a:gd name="T34" fmla="*/ 31 w 717"/>
                    <a:gd name="T35" fmla="*/ 135 h 756"/>
                    <a:gd name="T36" fmla="*/ 33 w 717"/>
                    <a:gd name="T37" fmla="*/ 301 h 756"/>
                    <a:gd name="T38" fmla="*/ 32 w 717"/>
                    <a:gd name="T39" fmla="*/ 519 h 756"/>
                    <a:gd name="T40" fmla="*/ 34 w 717"/>
                    <a:gd name="T41" fmla="*/ 679 h 756"/>
                    <a:gd name="T42" fmla="*/ 36 w 717"/>
                    <a:gd name="T43" fmla="*/ 628 h 756"/>
                    <a:gd name="T44" fmla="*/ 37 w 717"/>
                    <a:gd name="T45" fmla="*/ 480 h 756"/>
                    <a:gd name="T46" fmla="*/ 38 w 717"/>
                    <a:gd name="T47" fmla="*/ 391 h 756"/>
                    <a:gd name="T48" fmla="*/ 36 w 717"/>
                    <a:gd name="T49" fmla="*/ 506 h 756"/>
                    <a:gd name="T50" fmla="*/ 38 w 717"/>
                    <a:gd name="T51" fmla="*/ 352 h 756"/>
                    <a:gd name="T52" fmla="*/ 39 w 717"/>
                    <a:gd name="T53" fmla="*/ 455 h 756"/>
                    <a:gd name="T54" fmla="*/ 41 w 717"/>
                    <a:gd name="T55" fmla="*/ 519 h 756"/>
                    <a:gd name="T56" fmla="*/ 43 w 717"/>
                    <a:gd name="T57" fmla="*/ 410 h 756"/>
                    <a:gd name="T58" fmla="*/ 44 w 717"/>
                    <a:gd name="T59" fmla="*/ 186 h 756"/>
                    <a:gd name="T60" fmla="*/ 45 w 717"/>
                    <a:gd name="T61" fmla="*/ 231 h 756"/>
                    <a:gd name="T62" fmla="*/ 48 w 717"/>
                    <a:gd name="T63" fmla="*/ 148 h 756"/>
                    <a:gd name="T64" fmla="*/ 48 w 717"/>
                    <a:gd name="T65" fmla="*/ 301 h 756"/>
                    <a:gd name="T66" fmla="*/ 48 w 717"/>
                    <a:gd name="T67" fmla="*/ 730 h 756"/>
                    <a:gd name="T68" fmla="*/ 54 w 717"/>
                    <a:gd name="T69" fmla="*/ 0 h 756"/>
                    <a:gd name="T70" fmla="*/ 54 w 717"/>
                    <a:gd name="T71" fmla="*/ 250 h 756"/>
                    <a:gd name="T72" fmla="*/ 55 w 717"/>
                    <a:gd name="T73" fmla="*/ 333 h 756"/>
                    <a:gd name="T74" fmla="*/ 57 w 717"/>
                    <a:gd name="T75" fmla="*/ 192 h 756"/>
                    <a:gd name="T76" fmla="*/ 59 w 717"/>
                    <a:gd name="T77" fmla="*/ 340 h 756"/>
                    <a:gd name="T78" fmla="*/ 58 w 717"/>
                    <a:gd name="T79" fmla="*/ 429 h 756"/>
                    <a:gd name="T80" fmla="*/ 60 w 717"/>
                    <a:gd name="T81" fmla="*/ 461 h 756"/>
                    <a:gd name="T82" fmla="*/ 0 60000 65536"/>
                    <a:gd name="T83" fmla="*/ 0 60000 65536"/>
                    <a:gd name="T84" fmla="*/ 0 60000 65536"/>
                    <a:gd name="T85" fmla="*/ 0 60000 65536"/>
                    <a:gd name="T86" fmla="*/ 0 60000 65536"/>
                    <a:gd name="T87" fmla="*/ 0 60000 65536"/>
                    <a:gd name="T88" fmla="*/ 0 60000 65536"/>
                    <a:gd name="T89" fmla="*/ 0 60000 65536"/>
                    <a:gd name="T90" fmla="*/ 0 60000 65536"/>
                    <a:gd name="T91" fmla="*/ 0 60000 65536"/>
                    <a:gd name="T92" fmla="*/ 0 60000 65536"/>
                    <a:gd name="T93" fmla="*/ 0 60000 65536"/>
                    <a:gd name="T94" fmla="*/ 0 60000 65536"/>
                    <a:gd name="T95" fmla="*/ 0 60000 65536"/>
                    <a:gd name="T96" fmla="*/ 0 60000 65536"/>
                    <a:gd name="T97" fmla="*/ 0 60000 65536"/>
                    <a:gd name="T98" fmla="*/ 0 60000 65536"/>
                    <a:gd name="T99" fmla="*/ 0 60000 65536"/>
                    <a:gd name="T100" fmla="*/ 0 60000 65536"/>
                    <a:gd name="T101" fmla="*/ 0 60000 65536"/>
                    <a:gd name="T102" fmla="*/ 0 60000 65536"/>
                    <a:gd name="T103" fmla="*/ 0 60000 65536"/>
                    <a:gd name="T104" fmla="*/ 0 60000 65536"/>
                    <a:gd name="T105" fmla="*/ 0 60000 65536"/>
                    <a:gd name="T106" fmla="*/ 0 60000 65536"/>
                    <a:gd name="T107" fmla="*/ 0 60000 65536"/>
                    <a:gd name="T108" fmla="*/ 0 60000 65536"/>
                    <a:gd name="T109" fmla="*/ 0 60000 65536"/>
                    <a:gd name="T110" fmla="*/ 0 60000 65536"/>
                    <a:gd name="T111" fmla="*/ 0 60000 65536"/>
                    <a:gd name="T112" fmla="*/ 0 60000 65536"/>
                    <a:gd name="T113" fmla="*/ 0 60000 65536"/>
                    <a:gd name="T114" fmla="*/ 0 60000 65536"/>
                    <a:gd name="T115" fmla="*/ 0 60000 65536"/>
                    <a:gd name="T116" fmla="*/ 0 60000 65536"/>
                    <a:gd name="T117" fmla="*/ 0 60000 65536"/>
                    <a:gd name="T118" fmla="*/ 0 60000 65536"/>
                    <a:gd name="T119" fmla="*/ 0 60000 65536"/>
                    <a:gd name="T120" fmla="*/ 0 60000 65536"/>
                    <a:gd name="T121" fmla="*/ 0 60000 65536"/>
                    <a:gd name="T122" fmla="*/ 0 60000 65536"/>
                    <a:gd name="T123" fmla="*/ 0 w 717"/>
                    <a:gd name="T124" fmla="*/ 0 h 756"/>
                    <a:gd name="T125" fmla="*/ 717 w 717"/>
                    <a:gd name="T126" fmla="*/ 756 h 756"/>
                  </a:gdLst>
                  <a:ahLst/>
                  <a:cxnLst>
                    <a:cxn ang="T82">
                      <a:pos x="T0" y="T1"/>
                    </a:cxn>
                    <a:cxn ang="T83">
                      <a:pos x="T2" y="T3"/>
                    </a:cxn>
                    <a:cxn ang="T84">
                      <a:pos x="T4" y="T5"/>
                    </a:cxn>
                    <a:cxn ang="T85">
                      <a:pos x="T6" y="T7"/>
                    </a:cxn>
                    <a:cxn ang="T86">
                      <a:pos x="T8" y="T9"/>
                    </a:cxn>
                    <a:cxn ang="T87">
                      <a:pos x="T10" y="T11"/>
                    </a:cxn>
                    <a:cxn ang="T88">
                      <a:pos x="T12" y="T13"/>
                    </a:cxn>
                    <a:cxn ang="T89">
                      <a:pos x="T14" y="T15"/>
                    </a:cxn>
                    <a:cxn ang="T90">
                      <a:pos x="T16" y="T17"/>
                    </a:cxn>
                    <a:cxn ang="T91">
                      <a:pos x="T18" y="T19"/>
                    </a:cxn>
                    <a:cxn ang="T92">
                      <a:pos x="T20" y="T21"/>
                    </a:cxn>
                    <a:cxn ang="T93">
                      <a:pos x="T22" y="T23"/>
                    </a:cxn>
                    <a:cxn ang="T94">
                      <a:pos x="T24" y="T25"/>
                    </a:cxn>
                    <a:cxn ang="T95">
                      <a:pos x="T26" y="T27"/>
                    </a:cxn>
                    <a:cxn ang="T96">
                      <a:pos x="T28" y="T29"/>
                    </a:cxn>
                    <a:cxn ang="T97">
                      <a:pos x="T30" y="T31"/>
                    </a:cxn>
                    <a:cxn ang="T98">
                      <a:pos x="T32" y="T33"/>
                    </a:cxn>
                    <a:cxn ang="T99">
                      <a:pos x="T34" y="T35"/>
                    </a:cxn>
                    <a:cxn ang="T100">
                      <a:pos x="T36" y="T37"/>
                    </a:cxn>
                    <a:cxn ang="T101">
                      <a:pos x="T38" y="T39"/>
                    </a:cxn>
                    <a:cxn ang="T102">
                      <a:pos x="T40" y="T41"/>
                    </a:cxn>
                    <a:cxn ang="T103">
                      <a:pos x="T42" y="T43"/>
                    </a:cxn>
                    <a:cxn ang="T104">
                      <a:pos x="T44" y="T45"/>
                    </a:cxn>
                    <a:cxn ang="T105">
                      <a:pos x="T46" y="T47"/>
                    </a:cxn>
                    <a:cxn ang="T106">
                      <a:pos x="T48" y="T49"/>
                    </a:cxn>
                    <a:cxn ang="T107">
                      <a:pos x="T50" y="T51"/>
                    </a:cxn>
                    <a:cxn ang="T108">
                      <a:pos x="T52" y="T53"/>
                    </a:cxn>
                    <a:cxn ang="T109">
                      <a:pos x="T54" y="T55"/>
                    </a:cxn>
                    <a:cxn ang="T110">
                      <a:pos x="T56" y="T57"/>
                    </a:cxn>
                    <a:cxn ang="T111">
                      <a:pos x="T58" y="T59"/>
                    </a:cxn>
                    <a:cxn ang="T112">
                      <a:pos x="T60" y="T61"/>
                    </a:cxn>
                    <a:cxn ang="T113">
                      <a:pos x="T62" y="T63"/>
                    </a:cxn>
                    <a:cxn ang="T114">
                      <a:pos x="T64" y="T65"/>
                    </a:cxn>
                    <a:cxn ang="T115">
                      <a:pos x="T66" y="T67"/>
                    </a:cxn>
                    <a:cxn ang="T116">
                      <a:pos x="T68" y="T69"/>
                    </a:cxn>
                    <a:cxn ang="T117">
                      <a:pos x="T70" y="T71"/>
                    </a:cxn>
                    <a:cxn ang="T118">
                      <a:pos x="T72" y="T73"/>
                    </a:cxn>
                    <a:cxn ang="T119">
                      <a:pos x="T74" y="T75"/>
                    </a:cxn>
                    <a:cxn ang="T120">
                      <a:pos x="T76" y="T77"/>
                    </a:cxn>
                    <a:cxn ang="T121">
                      <a:pos x="T78" y="T79"/>
                    </a:cxn>
                    <a:cxn ang="T122">
                      <a:pos x="T80" y="T81"/>
                    </a:cxn>
                  </a:cxnLst>
                  <a:rect l="T123" t="T124" r="T125" b="T126"/>
                  <a:pathLst>
                    <a:path w="717" h="756">
                      <a:moveTo>
                        <a:pt x="0" y="756"/>
                      </a:moveTo>
                      <a:lnTo>
                        <a:pt x="52" y="167"/>
                      </a:lnTo>
                      <a:lnTo>
                        <a:pt x="64" y="384"/>
                      </a:lnTo>
                      <a:lnTo>
                        <a:pt x="90" y="103"/>
                      </a:lnTo>
                      <a:lnTo>
                        <a:pt x="116" y="519"/>
                      </a:lnTo>
                      <a:lnTo>
                        <a:pt x="135" y="487"/>
                      </a:lnTo>
                      <a:lnTo>
                        <a:pt x="135" y="359"/>
                      </a:lnTo>
                      <a:lnTo>
                        <a:pt x="167" y="71"/>
                      </a:lnTo>
                      <a:lnTo>
                        <a:pt x="192" y="244"/>
                      </a:lnTo>
                      <a:lnTo>
                        <a:pt x="205" y="96"/>
                      </a:lnTo>
                      <a:lnTo>
                        <a:pt x="218" y="615"/>
                      </a:lnTo>
                      <a:lnTo>
                        <a:pt x="244" y="397"/>
                      </a:lnTo>
                      <a:lnTo>
                        <a:pt x="282" y="519"/>
                      </a:lnTo>
                      <a:lnTo>
                        <a:pt x="308" y="308"/>
                      </a:lnTo>
                      <a:lnTo>
                        <a:pt x="333" y="442"/>
                      </a:lnTo>
                      <a:lnTo>
                        <a:pt x="346" y="352"/>
                      </a:lnTo>
                      <a:lnTo>
                        <a:pt x="365" y="384"/>
                      </a:lnTo>
                      <a:lnTo>
                        <a:pt x="378" y="135"/>
                      </a:lnTo>
                      <a:lnTo>
                        <a:pt x="391" y="301"/>
                      </a:lnTo>
                      <a:lnTo>
                        <a:pt x="384" y="519"/>
                      </a:lnTo>
                      <a:lnTo>
                        <a:pt x="404" y="679"/>
                      </a:lnTo>
                      <a:lnTo>
                        <a:pt x="429" y="628"/>
                      </a:lnTo>
                      <a:lnTo>
                        <a:pt x="442" y="480"/>
                      </a:lnTo>
                      <a:lnTo>
                        <a:pt x="455" y="391"/>
                      </a:lnTo>
                      <a:lnTo>
                        <a:pt x="436" y="506"/>
                      </a:lnTo>
                      <a:lnTo>
                        <a:pt x="461" y="352"/>
                      </a:lnTo>
                      <a:lnTo>
                        <a:pt x="474" y="455"/>
                      </a:lnTo>
                      <a:lnTo>
                        <a:pt x="493" y="519"/>
                      </a:lnTo>
                      <a:lnTo>
                        <a:pt x="512" y="410"/>
                      </a:lnTo>
                      <a:lnTo>
                        <a:pt x="532" y="186"/>
                      </a:lnTo>
                      <a:lnTo>
                        <a:pt x="544" y="231"/>
                      </a:lnTo>
                      <a:lnTo>
                        <a:pt x="570" y="148"/>
                      </a:lnTo>
                      <a:lnTo>
                        <a:pt x="576" y="301"/>
                      </a:lnTo>
                      <a:lnTo>
                        <a:pt x="576" y="730"/>
                      </a:lnTo>
                      <a:lnTo>
                        <a:pt x="647" y="0"/>
                      </a:lnTo>
                      <a:lnTo>
                        <a:pt x="647" y="250"/>
                      </a:lnTo>
                      <a:lnTo>
                        <a:pt x="660" y="333"/>
                      </a:lnTo>
                      <a:lnTo>
                        <a:pt x="685" y="192"/>
                      </a:lnTo>
                      <a:lnTo>
                        <a:pt x="711" y="340"/>
                      </a:lnTo>
                      <a:lnTo>
                        <a:pt x="698" y="429"/>
                      </a:lnTo>
                      <a:lnTo>
                        <a:pt x="717" y="461"/>
                      </a:lnTo>
                    </a:path>
                  </a:pathLst>
                </a:custGeom>
                <a:noFill/>
                <a:ln w="9525">
                  <a:solidFill>
                    <a:srgbClr val="FF0000"/>
                  </a:solidFill>
                  <a:round/>
                  <a:headEnd/>
                  <a:tailEnd/>
                </a:ln>
              </p:spPr>
              <p:txBody>
                <a:bodyPr/>
                <a:lstStyle/>
                <a:p>
                  <a:endParaRPr lang="en-GB" sz="1600"/>
                </a:p>
              </p:txBody>
            </p:sp>
            <p:sp>
              <p:nvSpPr>
                <p:cNvPr id="14411" name="Freeform 364"/>
                <p:cNvSpPr>
                  <a:spLocks/>
                </p:cNvSpPr>
                <p:nvPr/>
              </p:nvSpPr>
              <p:spPr bwMode="auto">
                <a:xfrm flipH="1">
                  <a:off x="4077" y="1119"/>
                  <a:ext cx="313" cy="756"/>
                </a:xfrm>
                <a:custGeom>
                  <a:avLst/>
                  <a:gdLst>
                    <a:gd name="T0" fmla="*/ 0 w 717"/>
                    <a:gd name="T1" fmla="*/ 756 h 756"/>
                    <a:gd name="T2" fmla="*/ 4 w 717"/>
                    <a:gd name="T3" fmla="*/ 167 h 756"/>
                    <a:gd name="T4" fmla="*/ 5 w 717"/>
                    <a:gd name="T5" fmla="*/ 384 h 756"/>
                    <a:gd name="T6" fmla="*/ 7 w 717"/>
                    <a:gd name="T7" fmla="*/ 103 h 756"/>
                    <a:gd name="T8" fmla="*/ 10 w 717"/>
                    <a:gd name="T9" fmla="*/ 519 h 756"/>
                    <a:gd name="T10" fmla="*/ 11 w 717"/>
                    <a:gd name="T11" fmla="*/ 487 h 756"/>
                    <a:gd name="T12" fmla="*/ 11 w 717"/>
                    <a:gd name="T13" fmla="*/ 359 h 756"/>
                    <a:gd name="T14" fmla="*/ 14 w 717"/>
                    <a:gd name="T15" fmla="*/ 71 h 756"/>
                    <a:gd name="T16" fmla="*/ 16 w 717"/>
                    <a:gd name="T17" fmla="*/ 244 h 756"/>
                    <a:gd name="T18" fmla="*/ 17 w 717"/>
                    <a:gd name="T19" fmla="*/ 96 h 756"/>
                    <a:gd name="T20" fmla="*/ 18 w 717"/>
                    <a:gd name="T21" fmla="*/ 615 h 756"/>
                    <a:gd name="T22" fmla="*/ 21 w 717"/>
                    <a:gd name="T23" fmla="*/ 397 h 756"/>
                    <a:gd name="T24" fmla="*/ 24 w 717"/>
                    <a:gd name="T25" fmla="*/ 519 h 756"/>
                    <a:gd name="T26" fmla="*/ 25 w 717"/>
                    <a:gd name="T27" fmla="*/ 308 h 756"/>
                    <a:gd name="T28" fmla="*/ 28 w 717"/>
                    <a:gd name="T29" fmla="*/ 442 h 756"/>
                    <a:gd name="T30" fmla="*/ 29 w 717"/>
                    <a:gd name="T31" fmla="*/ 352 h 756"/>
                    <a:gd name="T32" fmla="*/ 30 w 717"/>
                    <a:gd name="T33" fmla="*/ 384 h 756"/>
                    <a:gd name="T34" fmla="*/ 31 w 717"/>
                    <a:gd name="T35" fmla="*/ 135 h 756"/>
                    <a:gd name="T36" fmla="*/ 33 w 717"/>
                    <a:gd name="T37" fmla="*/ 301 h 756"/>
                    <a:gd name="T38" fmla="*/ 32 w 717"/>
                    <a:gd name="T39" fmla="*/ 519 h 756"/>
                    <a:gd name="T40" fmla="*/ 34 w 717"/>
                    <a:gd name="T41" fmla="*/ 679 h 756"/>
                    <a:gd name="T42" fmla="*/ 36 w 717"/>
                    <a:gd name="T43" fmla="*/ 628 h 756"/>
                    <a:gd name="T44" fmla="*/ 37 w 717"/>
                    <a:gd name="T45" fmla="*/ 480 h 756"/>
                    <a:gd name="T46" fmla="*/ 38 w 717"/>
                    <a:gd name="T47" fmla="*/ 391 h 756"/>
                    <a:gd name="T48" fmla="*/ 36 w 717"/>
                    <a:gd name="T49" fmla="*/ 506 h 756"/>
                    <a:gd name="T50" fmla="*/ 38 w 717"/>
                    <a:gd name="T51" fmla="*/ 352 h 756"/>
                    <a:gd name="T52" fmla="*/ 39 w 717"/>
                    <a:gd name="T53" fmla="*/ 455 h 756"/>
                    <a:gd name="T54" fmla="*/ 41 w 717"/>
                    <a:gd name="T55" fmla="*/ 519 h 756"/>
                    <a:gd name="T56" fmla="*/ 43 w 717"/>
                    <a:gd name="T57" fmla="*/ 410 h 756"/>
                    <a:gd name="T58" fmla="*/ 44 w 717"/>
                    <a:gd name="T59" fmla="*/ 186 h 756"/>
                    <a:gd name="T60" fmla="*/ 45 w 717"/>
                    <a:gd name="T61" fmla="*/ 231 h 756"/>
                    <a:gd name="T62" fmla="*/ 48 w 717"/>
                    <a:gd name="T63" fmla="*/ 148 h 756"/>
                    <a:gd name="T64" fmla="*/ 48 w 717"/>
                    <a:gd name="T65" fmla="*/ 301 h 756"/>
                    <a:gd name="T66" fmla="*/ 48 w 717"/>
                    <a:gd name="T67" fmla="*/ 730 h 756"/>
                    <a:gd name="T68" fmla="*/ 54 w 717"/>
                    <a:gd name="T69" fmla="*/ 0 h 756"/>
                    <a:gd name="T70" fmla="*/ 54 w 717"/>
                    <a:gd name="T71" fmla="*/ 250 h 756"/>
                    <a:gd name="T72" fmla="*/ 55 w 717"/>
                    <a:gd name="T73" fmla="*/ 333 h 756"/>
                    <a:gd name="T74" fmla="*/ 57 w 717"/>
                    <a:gd name="T75" fmla="*/ 192 h 756"/>
                    <a:gd name="T76" fmla="*/ 59 w 717"/>
                    <a:gd name="T77" fmla="*/ 340 h 756"/>
                    <a:gd name="T78" fmla="*/ 58 w 717"/>
                    <a:gd name="T79" fmla="*/ 429 h 756"/>
                    <a:gd name="T80" fmla="*/ 60 w 717"/>
                    <a:gd name="T81" fmla="*/ 461 h 756"/>
                    <a:gd name="T82" fmla="*/ 0 60000 65536"/>
                    <a:gd name="T83" fmla="*/ 0 60000 65536"/>
                    <a:gd name="T84" fmla="*/ 0 60000 65536"/>
                    <a:gd name="T85" fmla="*/ 0 60000 65536"/>
                    <a:gd name="T86" fmla="*/ 0 60000 65536"/>
                    <a:gd name="T87" fmla="*/ 0 60000 65536"/>
                    <a:gd name="T88" fmla="*/ 0 60000 65536"/>
                    <a:gd name="T89" fmla="*/ 0 60000 65536"/>
                    <a:gd name="T90" fmla="*/ 0 60000 65536"/>
                    <a:gd name="T91" fmla="*/ 0 60000 65536"/>
                    <a:gd name="T92" fmla="*/ 0 60000 65536"/>
                    <a:gd name="T93" fmla="*/ 0 60000 65536"/>
                    <a:gd name="T94" fmla="*/ 0 60000 65536"/>
                    <a:gd name="T95" fmla="*/ 0 60000 65536"/>
                    <a:gd name="T96" fmla="*/ 0 60000 65536"/>
                    <a:gd name="T97" fmla="*/ 0 60000 65536"/>
                    <a:gd name="T98" fmla="*/ 0 60000 65536"/>
                    <a:gd name="T99" fmla="*/ 0 60000 65536"/>
                    <a:gd name="T100" fmla="*/ 0 60000 65536"/>
                    <a:gd name="T101" fmla="*/ 0 60000 65536"/>
                    <a:gd name="T102" fmla="*/ 0 60000 65536"/>
                    <a:gd name="T103" fmla="*/ 0 60000 65536"/>
                    <a:gd name="T104" fmla="*/ 0 60000 65536"/>
                    <a:gd name="T105" fmla="*/ 0 60000 65536"/>
                    <a:gd name="T106" fmla="*/ 0 60000 65536"/>
                    <a:gd name="T107" fmla="*/ 0 60000 65536"/>
                    <a:gd name="T108" fmla="*/ 0 60000 65536"/>
                    <a:gd name="T109" fmla="*/ 0 60000 65536"/>
                    <a:gd name="T110" fmla="*/ 0 60000 65536"/>
                    <a:gd name="T111" fmla="*/ 0 60000 65536"/>
                    <a:gd name="T112" fmla="*/ 0 60000 65536"/>
                    <a:gd name="T113" fmla="*/ 0 60000 65536"/>
                    <a:gd name="T114" fmla="*/ 0 60000 65536"/>
                    <a:gd name="T115" fmla="*/ 0 60000 65536"/>
                    <a:gd name="T116" fmla="*/ 0 60000 65536"/>
                    <a:gd name="T117" fmla="*/ 0 60000 65536"/>
                    <a:gd name="T118" fmla="*/ 0 60000 65536"/>
                    <a:gd name="T119" fmla="*/ 0 60000 65536"/>
                    <a:gd name="T120" fmla="*/ 0 60000 65536"/>
                    <a:gd name="T121" fmla="*/ 0 60000 65536"/>
                    <a:gd name="T122" fmla="*/ 0 60000 65536"/>
                    <a:gd name="T123" fmla="*/ 0 w 717"/>
                    <a:gd name="T124" fmla="*/ 0 h 756"/>
                    <a:gd name="T125" fmla="*/ 717 w 717"/>
                    <a:gd name="T126" fmla="*/ 756 h 756"/>
                  </a:gdLst>
                  <a:ahLst/>
                  <a:cxnLst>
                    <a:cxn ang="T82">
                      <a:pos x="T0" y="T1"/>
                    </a:cxn>
                    <a:cxn ang="T83">
                      <a:pos x="T2" y="T3"/>
                    </a:cxn>
                    <a:cxn ang="T84">
                      <a:pos x="T4" y="T5"/>
                    </a:cxn>
                    <a:cxn ang="T85">
                      <a:pos x="T6" y="T7"/>
                    </a:cxn>
                    <a:cxn ang="T86">
                      <a:pos x="T8" y="T9"/>
                    </a:cxn>
                    <a:cxn ang="T87">
                      <a:pos x="T10" y="T11"/>
                    </a:cxn>
                    <a:cxn ang="T88">
                      <a:pos x="T12" y="T13"/>
                    </a:cxn>
                    <a:cxn ang="T89">
                      <a:pos x="T14" y="T15"/>
                    </a:cxn>
                    <a:cxn ang="T90">
                      <a:pos x="T16" y="T17"/>
                    </a:cxn>
                    <a:cxn ang="T91">
                      <a:pos x="T18" y="T19"/>
                    </a:cxn>
                    <a:cxn ang="T92">
                      <a:pos x="T20" y="T21"/>
                    </a:cxn>
                    <a:cxn ang="T93">
                      <a:pos x="T22" y="T23"/>
                    </a:cxn>
                    <a:cxn ang="T94">
                      <a:pos x="T24" y="T25"/>
                    </a:cxn>
                    <a:cxn ang="T95">
                      <a:pos x="T26" y="T27"/>
                    </a:cxn>
                    <a:cxn ang="T96">
                      <a:pos x="T28" y="T29"/>
                    </a:cxn>
                    <a:cxn ang="T97">
                      <a:pos x="T30" y="T31"/>
                    </a:cxn>
                    <a:cxn ang="T98">
                      <a:pos x="T32" y="T33"/>
                    </a:cxn>
                    <a:cxn ang="T99">
                      <a:pos x="T34" y="T35"/>
                    </a:cxn>
                    <a:cxn ang="T100">
                      <a:pos x="T36" y="T37"/>
                    </a:cxn>
                    <a:cxn ang="T101">
                      <a:pos x="T38" y="T39"/>
                    </a:cxn>
                    <a:cxn ang="T102">
                      <a:pos x="T40" y="T41"/>
                    </a:cxn>
                    <a:cxn ang="T103">
                      <a:pos x="T42" y="T43"/>
                    </a:cxn>
                    <a:cxn ang="T104">
                      <a:pos x="T44" y="T45"/>
                    </a:cxn>
                    <a:cxn ang="T105">
                      <a:pos x="T46" y="T47"/>
                    </a:cxn>
                    <a:cxn ang="T106">
                      <a:pos x="T48" y="T49"/>
                    </a:cxn>
                    <a:cxn ang="T107">
                      <a:pos x="T50" y="T51"/>
                    </a:cxn>
                    <a:cxn ang="T108">
                      <a:pos x="T52" y="T53"/>
                    </a:cxn>
                    <a:cxn ang="T109">
                      <a:pos x="T54" y="T55"/>
                    </a:cxn>
                    <a:cxn ang="T110">
                      <a:pos x="T56" y="T57"/>
                    </a:cxn>
                    <a:cxn ang="T111">
                      <a:pos x="T58" y="T59"/>
                    </a:cxn>
                    <a:cxn ang="T112">
                      <a:pos x="T60" y="T61"/>
                    </a:cxn>
                    <a:cxn ang="T113">
                      <a:pos x="T62" y="T63"/>
                    </a:cxn>
                    <a:cxn ang="T114">
                      <a:pos x="T64" y="T65"/>
                    </a:cxn>
                    <a:cxn ang="T115">
                      <a:pos x="T66" y="T67"/>
                    </a:cxn>
                    <a:cxn ang="T116">
                      <a:pos x="T68" y="T69"/>
                    </a:cxn>
                    <a:cxn ang="T117">
                      <a:pos x="T70" y="T71"/>
                    </a:cxn>
                    <a:cxn ang="T118">
                      <a:pos x="T72" y="T73"/>
                    </a:cxn>
                    <a:cxn ang="T119">
                      <a:pos x="T74" y="T75"/>
                    </a:cxn>
                    <a:cxn ang="T120">
                      <a:pos x="T76" y="T77"/>
                    </a:cxn>
                    <a:cxn ang="T121">
                      <a:pos x="T78" y="T79"/>
                    </a:cxn>
                    <a:cxn ang="T122">
                      <a:pos x="T80" y="T81"/>
                    </a:cxn>
                  </a:cxnLst>
                  <a:rect l="T123" t="T124" r="T125" b="T126"/>
                  <a:pathLst>
                    <a:path w="717" h="756">
                      <a:moveTo>
                        <a:pt x="0" y="756"/>
                      </a:moveTo>
                      <a:lnTo>
                        <a:pt x="52" y="167"/>
                      </a:lnTo>
                      <a:lnTo>
                        <a:pt x="64" y="384"/>
                      </a:lnTo>
                      <a:lnTo>
                        <a:pt x="90" y="103"/>
                      </a:lnTo>
                      <a:lnTo>
                        <a:pt x="116" y="519"/>
                      </a:lnTo>
                      <a:lnTo>
                        <a:pt x="135" y="487"/>
                      </a:lnTo>
                      <a:lnTo>
                        <a:pt x="135" y="359"/>
                      </a:lnTo>
                      <a:lnTo>
                        <a:pt x="167" y="71"/>
                      </a:lnTo>
                      <a:lnTo>
                        <a:pt x="192" y="244"/>
                      </a:lnTo>
                      <a:lnTo>
                        <a:pt x="205" y="96"/>
                      </a:lnTo>
                      <a:lnTo>
                        <a:pt x="218" y="615"/>
                      </a:lnTo>
                      <a:lnTo>
                        <a:pt x="244" y="397"/>
                      </a:lnTo>
                      <a:lnTo>
                        <a:pt x="282" y="519"/>
                      </a:lnTo>
                      <a:lnTo>
                        <a:pt x="308" y="308"/>
                      </a:lnTo>
                      <a:lnTo>
                        <a:pt x="333" y="442"/>
                      </a:lnTo>
                      <a:lnTo>
                        <a:pt x="346" y="352"/>
                      </a:lnTo>
                      <a:lnTo>
                        <a:pt x="365" y="384"/>
                      </a:lnTo>
                      <a:lnTo>
                        <a:pt x="378" y="135"/>
                      </a:lnTo>
                      <a:lnTo>
                        <a:pt x="391" y="301"/>
                      </a:lnTo>
                      <a:lnTo>
                        <a:pt x="384" y="519"/>
                      </a:lnTo>
                      <a:lnTo>
                        <a:pt x="404" y="679"/>
                      </a:lnTo>
                      <a:lnTo>
                        <a:pt x="429" y="628"/>
                      </a:lnTo>
                      <a:lnTo>
                        <a:pt x="442" y="480"/>
                      </a:lnTo>
                      <a:lnTo>
                        <a:pt x="455" y="391"/>
                      </a:lnTo>
                      <a:lnTo>
                        <a:pt x="436" y="506"/>
                      </a:lnTo>
                      <a:lnTo>
                        <a:pt x="461" y="352"/>
                      </a:lnTo>
                      <a:lnTo>
                        <a:pt x="474" y="455"/>
                      </a:lnTo>
                      <a:lnTo>
                        <a:pt x="493" y="519"/>
                      </a:lnTo>
                      <a:lnTo>
                        <a:pt x="512" y="410"/>
                      </a:lnTo>
                      <a:lnTo>
                        <a:pt x="532" y="186"/>
                      </a:lnTo>
                      <a:lnTo>
                        <a:pt x="544" y="231"/>
                      </a:lnTo>
                      <a:lnTo>
                        <a:pt x="570" y="148"/>
                      </a:lnTo>
                      <a:lnTo>
                        <a:pt x="576" y="301"/>
                      </a:lnTo>
                      <a:lnTo>
                        <a:pt x="576" y="730"/>
                      </a:lnTo>
                      <a:lnTo>
                        <a:pt x="647" y="0"/>
                      </a:lnTo>
                      <a:lnTo>
                        <a:pt x="647" y="250"/>
                      </a:lnTo>
                      <a:lnTo>
                        <a:pt x="660" y="333"/>
                      </a:lnTo>
                      <a:lnTo>
                        <a:pt x="685" y="192"/>
                      </a:lnTo>
                      <a:lnTo>
                        <a:pt x="711" y="340"/>
                      </a:lnTo>
                      <a:lnTo>
                        <a:pt x="698" y="429"/>
                      </a:lnTo>
                      <a:lnTo>
                        <a:pt x="717" y="461"/>
                      </a:lnTo>
                    </a:path>
                  </a:pathLst>
                </a:custGeom>
                <a:noFill/>
                <a:ln w="9525">
                  <a:solidFill>
                    <a:srgbClr val="FF0000"/>
                  </a:solidFill>
                  <a:round/>
                  <a:headEnd/>
                  <a:tailEnd/>
                </a:ln>
              </p:spPr>
              <p:txBody>
                <a:bodyPr/>
                <a:lstStyle/>
                <a:p>
                  <a:endParaRPr lang="en-GB" sz="1600"/>
                </a:p>
              </p:txBody>
            </p:sp>
            <p:sp>
              <p:nvSpPr>
                <p:cNvPr id="14412" name="Freeform 365"/>
                <p:cNvSpPr>
                  <a:spLocks/>
                </p:cNvSpPr>
                <p:nvPr/>
              </p:nvSpPr>
              <p:spPr bwMode="auto">
                <a:xfrm flipV="1">
                  <a:off x="4385" y="1138"/>
                  <a:ext cx="313" cy="756"/>
                </a:xfrm>
                <a:custGeom>
                  <a:avLst/>
                  <a:gdLst>
                    <a:gd name="T0" fmla="*/ 0 w 717"/>
                    <a:gd name="T1" fmla="*/ 756 h 756"/>
                    <a:gd name="T2" fmla="*/ 4 w 717"/>
                    <a:gd name="T3" fmla="*/ 167 h 756"/>
                    <a:gd name="T4" fmla="*/ 5 w 717"/>
                    <a:gd name="T5" fmla="*/ 384 h 756"/>
                    <a:gd name="T6" fmla="*/ 7 w 717"/>
                    <a:gd name="T7" fmla="*/ 103 h 756"/>
                    <a:gd name="T8" fmla="*/ 10 w 717"/>
                    <a:gd name="T9" fmla="*/ 519 h 756"/>
                    <a:gd name="T10" fmla="*/ 11 w 717"/>
                    <a:gd name="T11" fmla="*/ 487 h 756"/>
                    <a:gd name="T12" fmla="*/ 11 w 717"/>
                    <a:gd name="T13" fmla="*/ 359 h 756"/>
                    <a:gd name="T14" fmla="*/ 14 w 717"/>
                    <a:gd name="T15" fmla="*/ 71 h 756"/>
                    <a:gd name="T16" fmla="*/ 16 w 717"/>
                    <a:gd name="T17" fmla="*/ 244 h 756"/>
                    <a:gd name="T18" fmla="*/ 17 w 717"/>
                    <a:gd name="T19" fmla="*/ 96 h 756"/>
                    <a:gd name="T20" fmla="*/ 18 w 717"/>
                    <a:gd name="T21" fmla="*/ 615 h 756"/>
                    <a:gd name="T22" fmla="*/ 21 w 717"/>
                    <a:gd name="T23" fmla="*/ 397 h 756"/>
                    <a:gd name="T24" fmla="*/ 24 w 717"/>
                    <a:gd name="T25" fmla="*/ 519 h 756"/>
                    <a:gd name="T26" fmla="*/ 25 w 717"/>
                    <a:gd name="T27" fmla="*/ 308 h 756"/>
                    <a:gd name="T28" fmla="*/ 28 w 717"/>
                    <a:gd name="T29" fmla="*/ 442 h 756"/>
                    <a:gd name="T30" fmla="*/ 29 w 717"/>
                    <a:gd name="T31" fmla="*/ 352 h 756"/>
                    <a:gd name="T32" fmla="*/ 30 w 717"/>
                    <a:gd name="T33" fmla="*/ 384 h 756"/>
                    <a:gd name="T34" fmla="*/ 31 w 717"/>
                    <a:gd name="T35" fmla="*/ 135 h 756"/>
                    <a:gd name="T36" fmla="*/ 33 w 717"/>
                    <a:gd name="T37" fmla="*/ 301 h 756"/>
                    <a:gd name="T38" fmla="*/ 32 w 717"/>
                    <a:gd name="T39" fmla="*/ 519 h 756"/>
                    <a:gd name="T40" fmla="*/ 34 w 717"/>
                    <a:gd name="T41" fmla="*/ 679 h 756"/>
                    <a:gd name="T42" fmla="*/ 36 w 717"/>
                    <a:gd name="T43" fmla="*/ 628 h 756"/>
                    <a:gd name="T44" fmla="*/ 37 w 717"/>
                    <a:gd name="T45" fmla="*/ 480 h 756"/>
                    <a:gd name="T46" fmla="*/ 38 w 717"/>
                    <a:gd name="T47" fmla="*/ 391 h 756"/>
                    <a:gd name="T48" fmla="*/ 36 w 717"/>
                    <a:gd name="T49" fmla="*/ 506 h 756"/>
                    <a:gd name="T50" fmla="*/ 38 w 717"/>
                    <a:gd name="T51" fmla="*/ 352 h 756"/>
                    <a:gd name="T52" fmla="*/ 39 w 717"/>
                    <a:gd name="T53" fmla="*/ 455 h 756"/>
                    <a:gd name="T54" fmla="*/ 41 w 717"/>
                    <a:gd name="T55" fmla="*/ 519 h 756"/>
                    <a:gd name="T56" fmla="*/ 43 w 717"/>
                    <a:gd name="T57" fmla="*/ 410 h 756"/>
                    <a:gd name="T58" fmla="*/ 44 w 717"/>
                    <a:gd name="T59" fmla="*/ 186 h 756"/>
                    <a:gd name="T60" fmla="*/ 45 w 717"/>
                    <a:gd name="T61" fmla="*/ 231 h 756"/>
                    <a:gd name="T62" fmla="*/ 48 w 717"/>
                    <a:gd name="T63" fmla="*/ 148 h 756"/>
                    <a:gd name="T64" fmla="*/ 48 w 717"/>
                    <a:gd name="T65" fmla="*/ 301 h 756"/>
                    <a:gd name="T66" fmla="*/ 48 w 717"/>
                    <a:gd name="T67" fmla="*/ 730 h 756"/>
                    <a:gd name="T68" fmla="*/ 54 w 717"/>
                    <a:gd name="T69" fmla="*/ 0 h 756"/>
                    <a:gd name="T70" fmla="*/ 54 w 717"/>
                    <a:gd name="T71" fmla="*/ 250 h 756"/>
                    <a:gd name="T72" fmla="*/ 55 w 717"/>
                    <a:gd name="T73" fmla="*/ 333 h 756"/>
                    <a:gd name="T74" fmla="*/ 57 w 717"/>
                    <a:gd name="T75" fmla="*/ 192 h 756"/>
                    <a:gd name="T76" fmla="*/ 59 w 717"/>
                    <a:gd name="T77" fmla="*/ 340 h 756"/>
                    <a:gd name="T78" fmla="*/ 58 w 717"/>
                    <a:gd name="T79" fmla="*/ 429 h 756"/>
                    <a:gd name="T80" fmla="*/ 60 w 717"/>
                    <a:gd name="T81" fmla="*/ 461 h 756"/>
                    <a:gd name="T82" fmla="*/ 0 60000 65536"/>
                    <a:gd name="T83" fmla="*/ 0 60000 65536"/>
                    <a:gd name="T84" fmla="*/ 0 60000 65536"/>
                    <a:gd name="T85" fmla="*/ 0 60000 65536"/>
                    <a:gd name="T86" fmla="*/ 0 60000 65536"/>
                    <a:gd name="T87" fmla="*/ 0 60000 65536"/>
                    <a:gd name="T88" fmla="*/ 0 60000 65536"/>
                    <a:gd name="T89" fmla="*/ 0 60000 65536"/>
                    <a:gd name="T90" fmla="*/ 0 60000 65536"/>
                    <a:gd name="T91" fmla="*/ 0 60000 65536"/>
                    <a:gd name="T92" fmla="*/ 0 60000 65536"/>
                    <a:gd name="T93" fmla="*/ 0 60000 65536"/>
                    <a:gd name="T94" fmla="*/ 0 60000 65536"/>
                    <a:gd name="T95" fmla="*/ 0 60000 65536"/>
                    <a:gd name="T96" fmla="*/ 0 60000 65536"/>
                    <a:gd name="T97" fmla="*/ 0 60000 65536"/>
                    <a:gd name="T98" fmla="*/ 0 60000 65536"/>
                    <a:gd name="T99" fmla="*/ 0 60000 65536"/>
                    <a:gd name="T100" fmla="*/ 0 60000 65536"/>
                    <a:gd name="T101" fmla="*/ 0 60000 65536"/>
                    <a:gd name="T102" fmla="*/ 0 60000 65536"/>
                    <a:gd name="T103" fmla="*/ 0 60000 65536"/>
                    <a:gd name="T104" fmla="*/ 0 60000 65536"/>
                    <a:gd name="T105" fmla="*/ 0 60000 65536"/>
                    <a:gd name="T106" fmla="*/ 0 60000 65536"/>
                    <a:gd name="T107" fmla="*/ 0 60000 65536"/>
                    <a:gd name="T108" fmla="*/ 0 60000 65536"/>
                    <a:gd name="T109" fmla="*/ 0 60000 65536"/>
                    <a:gd name="T110" fmla="*/ 0 60000 65536"/>
                    <a:gd name="T111" fmla="*/ 0 60000 65536"/>
                    <a:gd name="T112" fmla="*/ 0 60000 65536"/>
                    <a:gd name="T113" fmla="*/ 0 60000 65536"/>
                    <a:gd name="T114" fmla="*/ 0 60000 65536"/>
                    <a:gd name="T115" fmla="*/ 0 60000 65536"/>
                    <a:gd name="T116" fmla="*/ 0 60000 65536"/>
                    <a:gd name="T117" fmla="*/ 0 60000 65536"/>
                    <a:gd name="T118" fmla="*/ 0 60000 65536"/>
                    <a:gd name="T119" fmla="*/ 0 60000 65536"/>
                    <a:gd name="T120" fmla="*/ 0 60000 65536"/>
                    <a:gd name="T121" fmla="*/ 0 60000 65536"/>
                    <a:gd name="T122" fmla="*/ 0 60000 65536"/>
                    <a:gd name="T123" fmla="*/ 0 w 717"/>
                    <a:gd name="T124" fmla="*/ 0 h 756"/>
                    <a:gd name="T125" fmla="*/ 717 w 717"/>
                    <a:gd name="T126" fmla="*/ 756 h 756"/>
                  </a:gdLst>
                  <a:ahLst/>
                  <a:cxnLst>
                    <a:cxn ang="T82">
                      <a:pos x="T0" y="T1"/>
                    </a:cxn>
                    <a:cxn ang="T83">
                      <a:pos x="T2" y="T3"/>
                    </a:cxn>
                    <a:cxn ang="T84">
                      <a:pos x="T4" y="T5"/>
                    </a:cxn>
                    <a:cxn ang="T85">
                      <a:pos x="T6" y="T7"/>
                    </a:cxn>
                    <a:cxn ang="T86">
                      <a:pos x="T8" y="T9"/>
                    </a:cxn>
                    <a:cxn ang="T87">
                      <a:pos x="T10" y="T11"/>
                    </a:cxn>
                    <a:cxn ang="T88">
                      <a:pos x="T12" y="T13"/>
                    </a:cxn>
                    <a:cxn ang="T89">
                      <a:pos x="T14" y="T15"/>
                    </a:cxn>
                    <a:cxn ang="T90">
                      <a:pos x="T16" y="T17"/>
                    </a:cxn>
                    <a:cxn ang="T91">
                      <a:pos x="T18" y="T19"/>
                    </a:cxn>
                    <a:cxn ang="T92">
                      <a:pos x="T20" y="T21"/>
                    </a:cxn>
                    <a:cxn ang="T93">
                      <a:pos x="T22" y="T23"/>
                    </a:cxn>
                    <a:cxn ang="T94">
                      <a:pos x="T24" y="T25"/>
                    </a:cxn>
                    <a:cxn ang="T95">
                      <a:pos x="T26" y="T27"/>
                    </a:cxn>
                    <a:cxn ang="T96">
                      <a:pos x="T28" y="T29"/>
                    </a:cxn>
                    <a:cxn ang="T97">
                      <a:pos x="T30" y="T31"/>
                    </a:cxn>
                    <a:cxn ang="T98">
                      <a:pos x="T32" y="T33"/>
                    </a:cxn>
                    <a:cxn ang="T99">
                      <a:pos x="T34" y="T35"/>
                    </a:cxn>
                    <a:cxn ang="T100">
                      <a:pos x="T36" y="T37"/>
                    </a:cxn>
                    <a:cxn ang="T101">
                      <a:pos x="T38" y="T39"/>
                    </a:cxn>
                    <a:cxn ang="T102">
                      <a:pos x="T40" y="T41"/>
                    </a:cxn>
                    <a:cxn ang="T103">
                      <a:pos x="T42" y="T43"/>
                    </a:cxn>
                    <a:cxn ang="T104">
                      <a:pos x="T44" y="T45"/>
                    </a:cxn>
                    <a:cxn ang="T105">
                      <a:pos x="T46" y="T47"/>
                    </a:cxn>
                    <a:cxn ang="T106">
                      <a:pos x="T48" y="T49"/>
                    </a:cxn>
                    <a:cxn ang="T107">
                      <a:pos x="T50" y="T51"/>
                    </a:cxn>
                    <a:cxn ang="T108">
                      <a:pos x="T52" y="T53"/>
                    </a:cxn>
                    <a:cxn ang="T109">
                      <a:pos x="T54" y="T55"/>
                    </a:cxn>
                    <a:cxn ang="T110">
                      <a:pos x="T56" y="T57"/>
                    </a:cxn>
                    <a:cxn ang="T111">
                      <a:pos x="T58" y="T59"/>
                    </a:cxn>
                    <a:cxn ang="T112">
                      <a:pos x="T60" y="T61"/>
                    </a:cxn>
                    <a:cxn ang="T113">
                      <a:pos x="T62" y="T63"/>
                    </a:cxn>
                    <a:cxn ang="T114">
                      <a:pos x="T64" y="T65"/>
                    </a:cxn>
                    <a:cxn ang="T115">
                      <a:pos x="T66" y="T67"/>
                    </a:cxn>
                    <a:cxn ang="T116">
                      <a:pos x="T68" y="T69"/>
                    </a:cxn>
                    <a:cxn ang="T117">
                      <a:pos x="T70" y="T71"/>
                    </a:cxn>
                    <a:cxn ang="T118">
                      <a:pos x="T72" y="T73"/>
                    </a:cxn>
                    <a:cxn ang="T119">
                      <a:pos x="T74" y="T75"/>
                    </a:cxn>
                    <a:cxn ang="T120">
                      <a:pos x="T76" y="T77"/>
                    </a:cxn>
                    <a:cxn ang="T121">
                      <a:pos x="T78" y="T79"/>
                    </a:cxn>
                    <a:cxn ang="T122">
                      <a:pos x="T80" y="T81"/>
                    </a:cxn>
                  </a:cxnLst>
                  <a:rect l="T123" t="T124" r="T125" b="T126"/>
                  <a:pathLst>
                    <a:path w="717" h="756">
                      <a:moveTo>
                        <a:pt x="0" y="756"/>
                      </a:moveTo>
                      <a:lnTo>
                        <a:pt x="52" y="167"/>
                      </a:lnTo>
                      <a:lnTo>
                        <a:pt x="64" y="384"/>
                      </a:lnTo>
                      <a:lnTo>
                        <a:pt x="90" y="103"/>
                      </a:lnTo>
                      <a:lnTo>
                        <a:pt x="116" y="519"/>
                      </a:lnTo>
                      <a:lnTo>
                        <a:pt x="135" y="487"/>
                      </a:lnTo>
                      <a:lnTo>
                        <a:pt x="135" y="359"/>
                      </a:lnTo>
                      <a:lnTo>
                        <a:pt x="167" y="71"/>
                      </a:lnTo>
                      <a:lnTo>
                        <a:pt x="192" y="244"/>
                      </a:lnTo>
                      <a:lnTo>
                        <a:pt x="205" y="96"/>
                      </a:lnTo>
                      <a:lnTo>
                        <a:pt x="218" y="615"/>
                      </a:lnTo>
                      <a:lnTo>
                        <a:pt x="244" y="397"/>
                      </a:lnTo>
                      <a:lnTo>
                        <a:pt x="282" y="519"/>
                      </a:lnTo>
                      <a:lnTo>
                        <a:pt x="308" y="308"/>
                      </a:lnTo>
                      <a:lnTo>
                        <a:pt x="333" y="442"/>
                      </a:lnTo>
                      <a:lnTo>
                        <a:pt x="346" y="352"/>
                      </a:lnTo>
                      <a:lnTo>
                        <a:pt x="365" y="384"/>
                      </a:lnTo>
                      <a:lnTo>
                        <a:pt x="378" y="135"/>
                      </a:lnTo>
                      <a:lnTo>
                        <a:pt x="391" y="301"/>
                      </a:lnTo>
                      <a:lnTo>
                        <a:pt x="384" y="519"/>
                      </a:lnTo>
                      <a:lnTo>
                        <a:pt x="404" y="679"/>
                      </a:lnTo>
                      <a:lnTo>
                        <a:pt x="429" y="628"/>
                      </a:lnTo>
                      <a:lnTo>
                        <a:pt x="442" y="480"/>
                      </a:lnTo>
                      <a:lnTo>
                        <a:pt x="455" y="391"/>
                      </a:lnTo>
                      <a:lnTo>
                        <a:pt x="436" y="506"/>
                      </a:lnTo>
                      <a:lnTo>
                        <a:pt x="461" y="352"/>
                      </a:lnTo>
                      <a:lnTo>
                        <a:pt x="474" y="455"/>
                      </a:lnTo>
                      <a:lnTo>
                        <a:pt x="493" y="519"/>
                      </a:lnTo>
                      <a:lnTo>
                        <a:pt x="512" y="410"/>
                      </a:lnTo>
                      <a:lnTo>
                        <a:pt x="532" y="186"/>
                      </a:lnTo>
                      <a:lnTo>
                        <a:pt x="544" y="231"/>
                      </a:lnTo>
                      <a:lnTo>
                        <a:pt x="570" y="148"/>
                      </a:lnTo>
                      <a:lnTo>
                        <a:pt x="576" y="301"/>
                      </a:lnTo>
                      <a:lnTo>
                        <a:pt x="576" y="730"/>
                      </a:lnTo>
                      <a:lnTo>
                        <a:pt x="647" y="0"/>
                      </a:lnTo>
                      <a:lnTo>
                        <a:pt x="647" y="250"/>
                      </a:lnTo>
                      <a:lnTo>
                        <a:pt x="660" y="333"/>
                      </a:lnTo>
                      <a:lnTo>
                        <a:pt x="685" y="192"/>
                      </a:lnTo>
                      <a:lnTo>
                        <a:pt x="711" y="340"/>
                      </a:lnTo>
                      <a:lnTo>
                        <a:pt x="698" y="429"/>
                      </a:lnTo>
                      <a:lnTo>
                        <a:pt x="717" y="461"/>
                      </a:lnTo>
                    </a:path>
                  </a:pathLst>
                </a:custGeom>
                <a:noFill/>
                <a:ln w="9525">
                  <a:solidFill>
                    <a:srgbClr val="FF0000"/>
                  </a:solidFill>
                  <a:round/>
                  <a:headEnd/>
                  <a:tailEnd/>
                </a:ln>
              </p:spPr>
              <p:txBody>
                <a:bodyPr/>
                <a:lstStyle/>
                <a:p>
                  <a:endParaRPr lang="en-GB" sz="1600"/>
                </a:p>
              </p:txBody>
            </p:sp>
            <p:sp>
              <p:nvSpPr>
                <p:cNvPr id="14413" name="Freeform 366"/>
                <p:cNvSpPr>
                  <a:spLocks/>
                </p:cNvSpPr>
                <p:nvPr/>
              </p:nvSpPr>
              <p:spPr bwMode="auto">
                <a:xfrm flipH="1">
                  <a:off x="4698" y="1100"/>
                  <a:ext cx="313" cy="756"/>
                </a:xfrm>
                <a:custGeom>
                  <a:avLst/>
                  <a:gdLst>
                    <a:gd name="T0" fmla="*/ 0 w 717"/>
                    <a:gd name="T1" fmla="*/ 756 h 756"/>
                    <a:gd name="T2" fmla="*/ 4 w 717"/>
                    <a:gd name="T3" fmla="*/ 167 h 756"/>
                    <a:gd name="T4" fmla="*/ 5 w 717"/>
                    <a:gd name="T5" fmla="*/ 384 h 756"/>
                    <a:gd name="T6" fmla="*/ 7 w 717"/>
                    <a:gd name="T7" fmla="*/ 103 h 756"/>
                    <a:gd name="T8" fmla="*/ 10 w 717"/>
                    <a:gd name="T9" fmla="*/ 519 h 756"/>
                    <a:gd name="T10" fmla="*/ 11 w 717"/>
                    <a:gd name="T11" fmla="*/ 487 h 756"/>
                    <a:gd name="T12" fmla="*/ 11 w 717"/>
                    <a:gd name="T13" fmla="*/ 359 h 756"/>
                    <a:gd name="T14" fmla="*/ 14 w 717"/>
                    <a:gd name="T15" fmla="*/ 71 h 756"/>
                    <a:gd name="T16" fmla="*/ 16 w 717"/>
                    <a:gd name="T17" fmla="*/ 244 h 756"/>
                    <a:gd name="T18" fmla="*/ 17 w 717"/>
                    <a:gd name="T19" fmla="*/ 96 h 756"/>
                    <a:gd name="T20" fmla="*/ 18 w 717"/>
                    <a:gd name="T21" fmla="*/ 615 h 756"/>
                    <a:gd name="T22" fmla="*/ 21 w 717"/>
                    <a:gd name="T23" fmla="*/ 397 h 756"/>
                    <a:gd name="T24" fmla="*/ 24 w 717"/>
                    <a:gd name="T25" fmla="*/ 519 h 756"/>
                    <a:gd name="T26" fmla="*/ 25 w 717"/>
                    <a:gd name="T27" fmla="*/ 308 h 756"/>
                    <a:gd name="T28" fmla="*/ 28 w 717"/>
                    <a:gd name="T29" fmla="*/ 442 h 756"/>
                    <a:gd name="T30" fmla="*/ 29 w 717"/>
                    <a:gd name="T31" fmla="*/ 352 h 756"/>
                    <a:gd name="T32" fmla="*/ 30 w 717"/>
                    <a:gd name="T33" fmla="*/ 384 h 756"/>
                    <a:gd name="T34" fmla="*/ 31 w 717"/>
                    <a:gd name="T35" fmla="*/ 135 h 756"/>
                    <a:gd name="T36" fmla="*/ 33 w 717"/>
                    <a:gd name="T37" fmla="*/ 301 h 756"/>
                    <a:gd name="T38" fmla="*/ 32 w 717"/>
                    <a:gd name="T39" fmla="*/ 519 h 756"/>
                    <a:gd name="T40" fmla="*/ 34 w 717"/>
                    <a:gd name="T41" fmla="*/ 679 h 756"/>
                    <a:gd name="T42" fmla="*/ 36 w 717"/>
                    <a:gd name="T43" fmla="*/ 628 h 756"/>
                    <a:gd name="T44" fmla="*/ 37 w 717"/>
                    <a:gd name="T45" fmla="*/ 480 h 756"/>
                    <a:gd name="T46" fmla="*/ 38 w 717"/>
                    <a:gd name="T47" fmla="*/ 391 h 756"/>
                    <a:gd name="T48" fmla="*/ 36 w 717"/>
                    <a:gd name="T49" fmla="*/ 506 h 756"/>
                    <a:gd name="T50" fmla="*/ 38 w 717"/>
                    <a:gd name="T51" fmla="*/ 352 h 756"/>
                    <a:gd name="T52" fmla="*/ 39 w 717"/>
                    <a:gd name="T53" fmla="*/ 455 h 756"/>
                    <a:gd name="T54" fmla="*/ 41 w 717"/>
                    <a:gd name="T55" fmla="*/ 519 h 756"/>
                    <a:gd name="T56" fmla="*/ 43 w 717"/>
                    <a:gd name="T57" fmla="*/ 410 h 756"/>
                    <a:gd name="T58" fmla="*/ 44 w 717"/>
                    <a:gd name="T59" fmla="*/ 186 h 756"/>
                    <a:gd name="T60" fmla="*/ 45 w 717"/>
                    <a:gd name="T61" fmla="*/ 231 h 756"/>
                    <a:gd name="T62" fmla="*/ 48 w 717"/>
                    <a:gd name="T63" fmla="*/ 148 h 756"/>
                    <a:gd name="T64" fmla="*/ 48 w 717"/>
                    <a:gd name="T65" fmla="*/ 301 h 756"/>
                    <a:gd name="T66" fmla="*/ 48 w 717"/>
                    <a:gd name="T67" fmla="*/ 730 h 756"/>
                    <a:gd name="T68" fmla="*/ 54 w 717"/>
                    <a:gd name="T69" fmla="*/ 0 h 756"/>
                    <a:gd name="T70" fmla="*/ 54 w 717"/>
                    <a:gd name="T71" fmla="*/ 250 h 756"/>
                    <a:gd name="T72" fmla="*/ 55 w 717"/>
                    <a:gd name="T73" fmla="*/ 333 h 756"/>
                    <a:gd name="T74" fmla="*/ 57 w 717"/>
                    <a:gd name="T75" fmla="*/ 192 h 756"/>
                    <a:gd name="T76" fmla="*/ 59 w 717"/>
                    <a:gd name="T77" fmla="*/ 340 h 756"/>
                    <a:gd name="T78" fmla="*/ 58 w 717"/>
                    <a:gd name="T79" fmla="*/ 429 h 756"/>
                    <a:gd name="T80" fmla="*/ 60 w 717"/>
                    <a:gd name="T81" fmla="*/ 461 h 756"/>
                    <a:gd name="T82" fmla="*/ 0 60000 65536"/>
                    <a:gd name="T83" fmla="*/ 0 60000 65536"/>
                    <a:gd name="T84" fmla="*/ 0 60000 65536"/>
                    <a:gd name="T85" fmla="*/ 0 60000 65536"/>
                    <a:gd name="T86" fmla="*/ 0 60000 65536"/>
                    <a:gd name="T87" fmla="*/ 0 60000 65536"/>
                    <a:gd name="T88" fmla="*/ 0 60000 65536"/>
                    <a:gd name="T89" fmla="*/ 0 60000 65536"/>
                    <a:gd name="T90" fmla="*/ 0 60000 65536"/>
                    <a:gd name="T91" fmla="*/ 0 60000 65536"/>
                    <a:gd name="T92" fmla="*/ 0 60000 65536"/>
                    <a:gd name="T93" fmla="*/ 0 60000 65536"/>
                    <a:gd name="T94" fmla="*/ 0 60000 65536"/>
                    <a:gd name="T95" fmla="*/ 0 60000 65536"/>
                    <a:gd name="T96" fmla="*/ 0 60000 65536"/>
                    <a:gd name="T97" fmla="*/ 0 60000 65536"/>
                    <a:gd name="T98" fmla="*/ 0 60000 65536"/>
                    <a:gd name="T99" fmla="*/ 0 60000 65536"/>
                    <a:gd name="T100" fmla="*/ 0 60000 65536"/>
                    <a:gd name="T101" fmla="*/ 0 60000 65536"/>
                    <a:gd name="T102" fmla="*/ 0 60000 65536"/>
                    <a:gd name="T103" fmla="*/ 0 60000 65536"/>
                    <a:gd name="T104" fmla="*/ 0 60000 65536"/>
                    <a:gd name="T105" fmla="*/ 0 60000 65536"/>
                    <a:gd name="T106" fmla="*/ 0 60000 65536"/>
                    <a:gd name="T107" fmla="*/ 0 60000 65536"/>
                    <a:gd name="T108" fmla="*/ 0 60000 65536"/>
                    <a:gd name="T109" fmla="*/ 0 60000 65536"/>
                    <a:gd name="T110" fmla="*/ 0 60000 65536"/>
                    <a:gd name="T111" fmla="*/ 0 60000 65536"/>
                    <a:gd name="T112" fmla="*/ 0 60000 65536"/>
                    <a:gd name="T113" fmla="*/ 0 60000 65536"/>
                    <a:gd name="T114" fmla="*/ 0 60000 65536"/>
                    <a:gd name="T115" fmla="*/ 0 60000 65536"/>
                    <a:gd name="T116" fmla="*/ 0 60000 65536"/>
                    <a:gd name="T117" fmla="*/ 0 60000 65536"/>
                    <a:gd name="T118" fmla="*/ 0 60000 65536"/>
                    <a:gd name="T119" fmla="*/ 0 60000 65536"/>
                    <a:gd name="T120" fmla="*/ 0 60000 65536"/>
                    <a:gd name="T121" fmla="*/ 0 60000 65536"/>
                    <a:gd name="T122" fmla="*/ 0 60000 65536"/>
                    <a:gd name="T123" fmla="*/ 0 w 717"/>
                    <a:gd name="T124" fmla="*/ 0 h 756"/>
                    <a:gd name="T125" fmla="*/ 717 w 717"/>
                    <a:gd name="T126" fmla="*/ 756 h 756"/>
                  </a:gdLst>
                  <a:ahLst/>
                  <a:cxnLst>
                    <a:cxn ang="T82">
                      <a:pos x="T0" y="T1"/>
                    </a:cxn>
                    <a:cxn ang="T83">
                      <a:pos x="T2" y="T3"/>
                    </a:cxn>
                    <a:cxn ang="T84">
                      <a:pos x="T4" y="T5"/>
                    </a:cxn>
                    <a:cxn ang="T85">
                      <a:pos x="T6" y="T7"/>
                    </a:cxn>
                    <a:cxn ang="T86">
                      <a:pos x="T8" y="T9"/>
                    </a:cxn>
                    <a:cxn ang="T87">
                      <a:pos x="T10" y="T11"/>
                    </a:cxn>
                    <a:cxn ang="T88">
                      <a:pos x="T12" y="T13"/>
                    </a:cxn>
                    <a:cxn ang="T89">
                      <a:pos x="T14" y="T15"/>
                    </a:cxn>
                    <a:cxn ang="T90">
                      <a:pos x="T16" y="T17"/>
                    </a:cxn>
                    <a:cxn ang="T91">
                      <a:pos x="T18" y="T19"/>
                    </a:cxn>
                    <a:cxn ang="T92">
                      <a:pos x="T20" y="T21"/>
                    </a:cxn>
                    <a:cxn ang="T93">
                      <a:pos x="T22" y="T23"/>
                    </a:cxn>
                    <a:cxn ang="T94">
                      <a:pos x="T24" y="T25"/>
                    </a:cxn>
                    <a:cxn ang="T95">
                      <a:pos x="T26" y="T27"/>
                    </a:cxn>
                    <a:cxn ang="T96">
                      <a:pos x="T28" y="T29"/>
                    </a:cxn>
                    <a:cxn ang="T97">
                      <a:pos x="T30" y="T31"/>
                    </a:cxn>
                    <a:cxn ang="T98">
                      <a:pos x="T32" y="T33"/>
                    </a:cxn>
                    <a:cxn ang="T99">
                      <a:pos x="T34" y="T35"/>
                    </a:cxn>
                    <a:cxn ang="T100">
                      <a:pos x="T36" y="T37"/>
                    </a:cxn>
                    <a:cxn ang="T101">
                      <a:pos x="T38" y="T39"/>
                    </a:cxn>
                    <a:cxn ang="T102">
                      <a:pos x="T40" y="T41"/>
                    </a:cxn>
                    <a:cxn ang="T103">
                      <a:pos x="T42" y="T43"/>
                    </a:cxn>
                    <a:cxn ang="T104">
                      <a:pos x="T44" y="T45"/>
                    </a:cxn>
                    <a:cxn ang="T105">
                      <a:pos x="T46" y="T47"/>
                    </a:cxn>
                    <a:cxn ang="T106">
                      <a:pos x="T48" y="T49"/>
                    </a:cxn>
                    <a:cxn ang="T107">
                      <a:pos x="T50" y="T51"/>
                    </a:cxn>
                    <a:cxn ang="T108">
                      <a:pos x="T52" y="T53"/>
                    </a:cxn>
                    <a:cxn ang="T109">
                      <a:pos x="T54" y="T55"/>
                    </a:cxn>
                    <a:cxn ang="T110">
                      <a:pos x="T56" y="T57"/>
                    </a:cxn>
                    <a:cxn ang="T111">
                      <a:pos x="T58" y="T59"/>
                    </a:cxn>
                    <a:cxn ang="T112">
                      <a:pos x="T60" y="T61"/>
                    </a:cxn>
                    <a:cxn ang="T113">
                      <a:pos x="T62" y="T63"/>
                    </a:cxn>
                    <a:cxn ang="T114">
                      <a:pos x="T64" y="T65"/>
                    </a:cxn>
                    <a:cxn ang="T115">
                      <a:pos x="T66" y="T67"/>
                    </a:cxn>
                    <a:cxn ang="T116">
                      <a:pos x="T68" y="T69"/>
                    </a:cxn>
                    <a:cxn ang="T117">
                      <a:pos x="T70" y="T71"/>
                    </a:cxn>
                    <a:cxn ang="T118">
                      <a:pos x="T72" y="T73"/>
                    </a:cxn>
                    <a:cxn ang="T119">
                      <a:pos x="T74" y="T75"/>
                    </a:cxn>
                    <a:cxn ang="T120">
                      <a:pos x="T76" y="T77"/>
                    </a:cxn>
                    <a:cxn ang="T121">
                      <a:pos x="T78" y="T79"/>
                    </a:cxn>
                    <a:cxn ang="T122">
                      <a:pos x="T80" y="T81"/>
                    </a:cxn>
                  </a:cxnLst>
                  <a:rect l="T123" t="T124" r="T125" b="T126"/>
                  <a:pathLst>
                    <a:path w="717" h="756">
                      <a:moveTo>
                        <a:pt x="0" y="756"/>
                      </a:moveTo>
                      <a:lnTo>
                        <a:pt x="52" y="167"/>
                      </a:lnTo>
                      <a:lnTo>
                        <a:pt x="64" y="384"/>
                      </a:lnTo>
                      <a:lnTo>
                        <a:pt x="90" y="103"/>
                      </a:lnTo>
                      <a:lnTo>
                        <a:pt x="116" y="519"/>
                      </a:lnTo>
                      <a:lnTo>
                        <a:pt x="135" y="487"/>
                      </a:lnTo>
                      <a:lnTo>
                        <a:pt x="135" y="359"/>
                      </a:lnTo>
                      <a:lnTo>
                        <a:pt x="167" y="71"/>
                      </a:lnTo>
                      <a:lnTo>
                        <a:pt x="192" y="244"/>
                      </a:lnTo>
                      <a:lnTo>
                        <a:pt x="205" y="96"/>
                      </a:lnTo>
                      <a:lnTo>
                        <a:pt x="218" y="615"/>
                      </a:lnTo>
                      <a:lnTo>
                        <a:pt x="244" y="397"/>
                      </a:lnTo>
                      <a:lnTo>
                        <a:pt x="282" y="519"/>
                      </a:lnTo>
                      <a:lnTo>
                        <a:pt x="308" y="308"/>
                      </a:lnTo>
                      <a:lnTo>
                        <a:pt x="333" y="442"/>
                      </a:lnTo>
                      <a:lnTo>
                        <a:pt x="346" y="352"/>
                      </a:lnTo>
                      <a:lnTo>
                        <a:pt x="365" y="384"/>
                      </a:lnTo>
                      <a:lnTo>
                        <a:pt x="378" y="135"/>
                      </a:lnTo>
                      <a:lnTo>
                        <a:pt x="391" y="301"/>
                      </a:lnTo>
                      <a:lnTo>
                        <a:pt x="384" y="519"/>
                      </a:lnTo>
                      <a:lnTo>
                        <a:pt x="404" y="679"/>
                      </a:lnTo>
                      <a:lnTo>
                        <a:pt x="429" y="628"/>
                      </a:lnTo>
                      <a:lnTo>
                        <a:pt x="442" y="480"/>
                      </a:lnTo>
                      <a:lnTo>
                        <a:pt x="455" y="391"/>
                      </a:lnTo>
                      <a:lnTo>
                        <a:pt x="436" y="506"/>
                      </a:lnTo>
                      <a:lnTo>
                        <a:pt x="461" y="352"/>
                      </a:lnTo>
                      <a:lnTo>
                        <a:pt x="474" y="455"/>
                      </a:lnTo>
                      <a:lnTo>
                        <a:pt x="493" y="519"/>
                      </a:lnTo>
                      <a:lnTo>
                        <a:pt x="512" y="410"/>
                      </a:lnTo>
                      <a:lnTo>
                        <a:pt x="532" y="186"/>
                      </a:lnTo>
                      <a:lnTo>
                        <a:pt x="544" y="231"/>
                      </a:lnTo>
                      <a:lnTo>
                        <a:pt x="570" y="148"/>
                      </a:lnTo>
                      <a:lnTo>
                        <a:pt x="576" y="301"/>
                      </a:lnTo>
                      <a:lnTo>
                        <a:pt x="576" y="730"/>
                      </a:lnTo>
                      <a:lnTo>
                        <a:pt x="647" y="0"/>
                      </a:lnTo>
                      <a:lnTo>
                        <a:pt x="647" y="250"/>
                      </a:lnTo>
                      <a:lnTo>
                        <a:pt x="660" y="333"/>
                      </a:lnTo>
                      <a:lnTo>
                        <a:pt x="685" y="192"/>
                      </a:lnTo>
                      <a:lnTo>
                        <a:pt x="711" y="340"/>
                      </a:lnTo>
                      <a:lnTo>
                        <a:pt x="698" y="429"/>
                      </a:lnTo>
                      <a:lnTo>
                        <a:pt x="717" y="461"/>
                      </a:lnTo>
                    </a:path>
                  </a:pathLst>
                </a:custGeom>
                <a:noFill/>
                <a:ln w="9525">
                  <a:solidFill>
                    <a:srgbClr val="FF0000"/>
                  </a:solidFill>
                  <a:round/>
                  <a:headEnd/>
                  <a:tailEnd/>
                </a:ln>
              </p:spPr>
              <p:txBody>
                <a:bodyPr/>
                <a:lstStyle/>
                <a:p>
                  <a:endParaRPr lang="en-GB" sz="1600"/>
                </a:p>
              </p:txBody>
            </p:sp>
          </p:grpSp>
          <p:grpSp>
            <p:nvGrpSpPr>
              <p:cNvPr id="14437" name="Group 367"/>
              <p:cNvGrpSpPr>
                <a:grpSpLocks/>
              </p:cNvGrpSpPr>
              <p:nvPr/>
            </p:nvGrpSpPr>
            <p:grpSpPr bwMode="auto">
              <a:xfrm flipH="1">
                <a:off x="4569" y="1098"/>
                <a:ext cx="590" cy="801"/>
                <a:chOff x="3462" y="1100"/>
                <a:chExt cx="1549" cy="801"/>
              </a:xfrm>
            </p:grpSpPr>
            <p:sp>
              <p:nvSpPr>
                <p:cNvPr id="14404" name="Freeform 368"/>
                <p:cNvSpPr>
                  <a:spLocks/>
                </p:cNvSpPr>
                <p:nvPr/>
              </p:nvSpPr>
              <p:spPr bwMode="auto">
                <a:xfrm>
                  <a:off x="3462" y="1126"/>
                  <a:ext cx="313" cy="756"/>
                </a:xfrm>
                <a:custGeom>
                  <a:avLst/>
                  <a:gdLst>
                    <a:gd name="T0" fmla="*/ 0 w 717"/>
                    <a:gd name="T1" fmla="*/ 756 h 756"/>
                    <a:gd name="T2" fmla="*/ 4 w 717"/>
                    <a:gd name="T3" fmla="*/ 167 h 756"/>
                    <a:gd name="T4" fmla="*/ 5 w 717"/>
                    <a:gd name="T5" fmla="*/ 384 h 756"/>
                    <a:gd name="T6" fmla="*/ 7 w 717"/>
                    <a:gd name="T7" fmla="*/ 103 h 756"/>
                    <a:gd name="T8" fmla="*/ 10 w 717"/>
                    <a:gd name="T9" fmla="*/ 519 h 756"/>
                    <a:gd name="T10" fmla="*/ 11 w 717"/>
                    <a:gd name="T11" fmla="*/ 487 h 756"/>
                    <a:gd name="T12" fmla="*/ 11 w 717"/>
                    <a:gd name="T13" fmla="*/ 359 h 756"/>
                    <a:gd name="T14" fmla="*/ 14 w 717"/>
                    <a:gd name="T15" fmla="*/ 71 h 756"/>
                    <a:gd name="T16" fmla="*/ 16 w 717"/>
                    <a:gd name="T17" fmla="*/ 244 h 756"/>
                    <a:gd name="T18" fmla="*/ 17 w 717"/>
                    <a:gd name="T19" fmla="*/ 96 h 756"/>
                    <a:gd name="T20" fmla="*/ 18 w 717"/>
                    <a:gd name="T21" fmla="*/ 615 h 756"/>
                    <a:gd name="T22" fmla="*/ 21 w 717"/>
                    <a:gd name="T23" fmla="*/ 397 h 756"/>
                    <a:gd name="T24" fmla="*/ 24 w 717"/>
                    <a:gd name="T25" fmla="*/ 519 h 756"/>
                    <a:gd name="T26" fmla="*/ 25 w 717"/>
                    <a:gd name="T27" fmla="*/ 308 h 756"/>
                    <a:gd name="T28" fmla="*/ 28 w 717"/>
                    <a:gd name="T29" fmla="*/ 442 h 756"/>
                    <a:gd name="T30" fmla="*/ 29 w 717"/>
                    <a:gd name="T31" fmla="*/ 352 h 756"/>
                    <a:gd name="T32" fmla="*/ 30 w 717"/>
                    <a:gd name="T33" fmla="*/ 384 h 756"/>
                    <a:gd name="T34" fmla="*/ 31 w 717"/>
                    <a:gd name="T35" fmla="*/ 135 h 756"/>
                    <a:gd name="T36" fmla="*/ 33 w 717"/>
                    <a:gd name="T37" fmla="*/ 301 h 756"/>
                    <a:gd name="T38" fmla="*/ 32 w 717"/>
                    <a:gd name="T39" fmla="*/ 519 h 756"/>
                    <a:gd name="T40" fmla="*/ 34 w 717"/>
                    <a:gd name="T41" fmla="*/ 679 h 756"/>
                    <a:gd name="T42" fmla="*/ 36 w 717"/>
                    <a:gd name="T43" fmla="*/ 628 h 756"/>
                    <a:gd name="T44" fmla="*/ 37 w 717"/>
                    <a:gd name="T45" fmla="*/ 480 h 756"/>
                    <a:gd name="T46" fmla="*/ 38 w 717"/>
                    <a:gd name="T47" fmla="*/ 391 h 756"/>
                    <a:gd name="T48" fmla="*/ 36 w 717"/>
                    <a:gd name="T49" fmla="*/ 506 h 756"/>
                    <a:gd name="T50" fmla="*/ 38 w 717"/>
                    <a:gd name="T51" fmla="*/ 352 h 756"/>
                    <a:gd name="T52" fmla="*/ 39 w 717"/>
                    <a:gd name="T53" fmla="*/ 455 h 756"/>
                    <a:gd name="T54" fmla="*/ 41 w 717"/>
                    <a:gd name="T55" fmla="*/ 519 h 756"/>
                    <a:gd name="T56" fmla="*/ 43 w 717"/>
                    <a:gd name="T57" fmla="*/ 410 h 756"/>
                    <a:gd name="T58" fmla="*/ 44 w 717"/>
                    <a:gd name="T59" fmla="*/ 186 h 756"/>
                    <a:gd name="T60" fmla="*/ 45 w 717"/>
                    <a:gd name="T61" fmla="*/ 231 h 756"/>
                    <a:gd name="T62" fmla="*/ 48 w 717"/>
                    <a:gd name="T63" fmla="*/ 148 h 756"/>
                    <a:gd name="T64" fmla="*/ 48 w 717"/>
                    <a:gd name="T65" fmla="*/ 301 h 756"/>
                    <a:gd name="T66" fmla="*/ 48 w 717"/>
                    <a:gd name="T67" fmla="*/ 730 h 756"/>
                    <a:gd name="T68" fmla="*/ 54 w 717"/>
                    <a:gd name="T69" fmla="*/ 0 h 756"/>
                    <a:gd name="T70" fmla="*/ 54 w 717"/>
                    <a:gd name="T71" fmla="*/ 250 h 756"/>
                    <a:gd name="T72" fmla="*/ 55 w 717"/>
                    <a:gd name="T73" fmla="*/ 333 h 756"/>
                    <a:gd name="T74" fmla="*/ 57 w 717"/>
                    <a:gd name="T75" fmla="*/ 192 h 756"/>
                    <a:gd name="T76" fmla="*/ 59 w 717"/>
                    <a:gd name="T77" fmla="*/ 340 h 756"/>
                    <a:gd name="T78" fmla="*/ 58 w 717"/>
                    <a:gd name="T79" fmla="*/ 429 h 756"/>
                    <a:gd name="T80" fmla="*/ 60 w 717"/>
                    <a:gd name="T81" fmla="*/ 461 h 756"/>
                    <a:gd name="T82" fmla="*/ 0 60000 65536"/>
                    <a:gd name="T83" fmla="*/ 0 60000 65536"/>
                    <a:gd name="T84" fmla="*/ 0 60000 65536"/>
                    <a:gd name="T85" fmla="*/ 0 60000 65536"/>
                    <a:gd name="T86" fmla="*/ 0 60000 65536"/>
                    <a:gd name="T87" fmla="*/ 0 60000 65536"/>
                    <a:gd name="T88" fmla="*/ 0 60000 65536"/>
                    <a:gd name="T89" fmla="*/ 0 60000 65536"/>
                    <a:gd name="T90" fmla="*/ 0 60000 65536"/>
                    <a:gd name="T91" fmla="*/ 0 60000 65536"/>
                    <a:gd name="T92" fmla="*/ 0 60000 65536"/>
                    <a:gd name="T93" fmla="*/ 0 60000 65536"/>
                    <a:gd name="T94" fmla="*/ 0 60000 65536"/>
                    <a:gd name="T95" fmla="*/ 0 60000 65536"/>
                    <a:gd name="T96" fmla="*/ 0 60000 65536"/>
                    <a:gd name="T97" fmla="*/ 0 60000 65536"/>
                    <a:gd name="T98" fmla="*/ 0 60000 65536"/>
                    <a:gd name="T99" fmla="*/ 0 60000 65536"/>
                    <a:gd name="T100" fmla="*/ 0 60000 65536"/>
                    <a:gd name="T101" fmla="*/ 0 60000 65536"/>
                    <a:gd name="T102" fmla="*/ 0 60000 65536"/>
                    <a:gd name="T103" fmla="*/ 0 60000 65536"/>
                    <a:gd name="T104" fmla="*/ 0 60000 65536"/>
                    <a:gd name="T105" fmla="*/ 0 60000 65536"/>
                    <a:gd name="T106" fmla="*/ 0 60000 65536"/>
                    <a:gd name="T107" fmla="*/ 0 60000 65536"/>
                    <a:gd name="T108" fmla="*/ 0 60000 65536"/>
                    <a:gd name="T109" fmla="*/ 0 60000 65536"/>
                    <a:gd name="T110" fmla="*/ 0 60000 65536"/>
                    <a:gd name="T111" fmla="*/ 0 60000 65536"/>
                    <a:gd name="T112" fmla="*/ 0 60000 65536"/>
                    <a:gd name="T113" fmla="*/ 0 60000 65536"/>
                    <a:gd name="T114" fmla="*/ 0 60000 65536"/>
                    <a:gd name="T115" fmla="*/ 0 60000 65536"/>
                    <a:gd name="T116" fmla="*/ 0 60000 65536"/>
                    <a:gd name="T117" fmla="*/ 0 60000 65536"/>
                    <a:gd name="T118" fmla="*/ 0 60000 65536"/>
                    <a:gd name="T119" fmla="*/ 0 60000 65536"/>
                    <a:gd name="T120" fmla="*/ 0 60000 65536"/>
                    <a:gd name="T121" fmla="*/ 0 60000 65536"/>
                    <a:gd name="T122" fmla="*/ 0 60000 65536"/>
                    <a:gd name="T123" fmla="*/ 0 w 717"/>
                    <a:gd name="T124" fmla="*/ 0 h 756"/>
                    <a:gd name="T125" fmla="*/ 717 w 717"/>
                    <a:gd name="T126" fmla="*/ 756 h 756"/>
                  </a:gdLst>
                  <a:ahLst/>
                  <a:cxnLst>
                    <a:cxn ang="T82">
                      <a:pos x="T0" y="T1"/>
                    </a:cxn>
                    <a:cxn ang="T83">
                      <a:pos x="T2" y="T3"/>
                    </a:cxn>
                    <a:cxn ang="T84">
                      <a:pos x="T4" y="T5"/>
                    </a:cxn>
                    <a:cxn ang="T85">
                      <a:pos x="T6" y="T7"/>
                    </a:cxn>
                    <a:cxn ang="T86">
                      <a:pos x="T8" y="T9"/>
                    </a:cxn>
                    <a:cxn ang="T87">
                      <a:pos x="T10" y="T11"/>
                    </a:cxn>
                    <a:cxn ang="T88">
                      <a:pos x="T12" y="T13"/>
                    </a:cxn>
                    <a:cxn ang="T89">
                      <a:pos x="T14" y="T15"/>
                    </a:cxn>
                    <a:cxn ang="T90">
                      <a:pos x="T16" y="T17"/>
                    </a:cxn>
                    <a:cxn ang="T91">
                      <a:pos x="T18" y="T19"/>
                    </a:cxn>
                    <a:cxn ang="T92">
                      <a:pos x="T20" y="T21"/>
                    </a:cxn>
                    <a:cxn ang="T93">
                      <a:pos x="T22" y="T23"/>
                    </a:cxn>
                    <a:cxn ang="T94">
                      <a:pos x="T24" y="T25"/>
                    </a:cxn>
                    <a:cxn ang="T95">
                      <a:pos x="T26" y="T27"/>
                    </a:cxn>
                    <a:cxn ang="T96">
                      <a:pos x="T28" y="T29"/>
                    </a:cxn>
                    <a:cxn ang="T97">
                      <a:pos x="T30" y="T31"/>
                    </a:cxn>
                    <a:cxn ang="T98">
                      <a:pos x="T32" y="T33"/>
                    </a:cxn>
                    <a:cxn ang="T99">
                      <a:pos x="T34" y="T35"/>
                    </a:cxn>
                    <a:cxn ang="T100">
                      <a:pos x="T36" y="T37"/>
                    </a:cxn>
                    <a:cxn ang="T101">
                      <a:pos x="T38" y="T39"/>
                    </a:cxn>
                    <a:cxn ang="T102">
                      <a:pos x="T40" y="T41"/>
                    </a:cxn>
                    <a:cxn ang="T103">
                      <a:pos x="T42" y="T43"/>
                    </a:cxn>
                    <a:cxn ang="T104">
                      <a:pos x="T44" y="T45"/>
                    </a:cxn>
                    <a:cxn ang="T105">
                      <a:pos x="T46" y="T47"/>
                    </a:cxn>
                    <a:cxn ang="T106">
                      <a:pos x="T48" y="T49"/>
                    </a:cxn>
                    <a:cxn ang="T107">
                      <a:pos x="T50" y="T51"/>
                    </a:cxn>
                    <a:cxn ang="T108">
                      <a:pos x="T52" y="T53"/>
                    </a:cxn>
                    <a:cxn ang="T109">
                      <a:pos x="T54" y="T55"/>
                    </a:cxn>
                    <a:cxn ang="T110">
                      <a:pos x="T56" y="T57"/>
                    </a:cxn>
                    <a:cxn ang="T111">
                      <a:pos x="T58" y="T59"/>
                    </a:cxn>
                    <a:cxn ang="T112">
                      <a:pos x="T60" y="T61"/>
                    </a:cxn>
                    <a:cxn ang="T113">
                      <a:pos x="T62" y="T63"/>
                    </a:cxn>
                    <a:cxn ang="T114">
                      <a:pos x="T64" y="T65"/>
                    </a:cxn>
                    <a:cxn ang="T115">
                      <a:pos x="T66" y="T67"/>
                    </a:cxn>
                    <a:cxn ang="T116">
                      <a:pos x="T68" y="T69"/>
                    </a:cxn>
                    <a:cxn ang="T117">
                      <a:pos x="T70" y="T71"/>
                    </a:cxn>
                    <a:cxn ang="T118">
                      <a:pos x="T72" y="T73"/>
                    </a:cxn>
                    <a:cxn ang="T119">
                      <a:pos x="T74" y="T75"/>
                    </a:cxn>
                    <a:cxn ang="T120">
                      <a:pos x="T76" y="T77"/>
                    </a:cxn>
                    <a:cxn ang="T121">
                      <a:pos x="T78" y="T79"/>
                    </a:cxn>
                    <a:cxn ang="T122">
                      <a:pos x="T80" y="T81"/>
                    </a:cxn>
                  </a:cxnLst>
                  <a:rect l="T123" t="T124" r="T125" b="T126"/>
                  <a:pathLst>
                    <a:path w="717" h="756">
                      <a:moveTo>
                        <a:pt x="0" y="756"/>
                      </a:moveTo>
                      <a:lnTo>
                        <a:pt x="52" y="167"/>
                      </a:lnTo>
                      <a:lnTo>
                        <a:pt x="64" y="384"/>
                      </a:lnTo>
                      <a:lnTo>
                        <a:pt x="90" y="103"/>
                      </a:lnTo>
                      <a:lnTo>
                        <a:pt x="116" y="519"/>
                      </a:lnTo>
                      <a:lnTo>
                        <a:pt x="135" y="487"/>
                      </a:lnTo>
                      <a:lnTo>
                        <a:pt x="135" y="359"/>
                      </a:lnTo>
                      <a:lnTo>
                        <a:pt x="167" y="71"/>
                      </a:lnTo>
                      <a:lnTo>
                        <a:pt x="192" y="244"/>
                      </a:lnTo>
                      <a:lnTo>
                        <a:pt x="205" y="96"/>
                      </a:lnTo>
                      <a:lnTo>
                        <a:pt x="218" y="615"/>
                      </a:lnTo>
                      <a:lnTo>
                        <a:pt x="244" y="397"/>
                      </a:lnTo>
                      <a:lnTo>
                        <a:pt x="282" y="519"/>
                      </a:lnTo>
                      <a:lnTo>
                        <a:pt x="308" y="308"/>
                      </a:lnTo>
                      <a:lnTo>
                        <a:pt x="333" y="442"/>
                      </a:lnTo>
                      <a:lnTo>
                        <a:pt x="346" y="352"/>
                      </a:lnTo>
                      <a:lnTo>
                        <a:pt x="365" y="384"/>
                      </a:lnTo>
                      <a:lnTo>
                        <a:pt x="378" y="135"/>
                      </a:lnTo>
                      <a:lnTo>
                        <a:pt x="391" y="301"/>
                      </a:lnTo>
                      <a:lnTo>
                        <a:pt x="384" y="519"/>
                      </a:lnTo>
                      <a:lnTo>
                        <a:pt x="404" y="679"/>
                      </a:lnTo>
                      <a:lnTo>
                        <a:pt x="429" y="628"/>
                      </a:lnTo>
                      <a:lnTo>
                        <a:pt x="442" y="480"/>
                      </a:lnTo>
                      <a:lnTo>
                        <a:pt x="455" y="391"/>
                      </a:lnTo>
                      <a:lnTo>
                        <a:pt x="436" y="506"/>
                      </a:lnTo>
                      <a:lnTo>
                        <a:pt x="461" y="352"/>
                      </a:lnTo>
                      <a:lnTo>
                        <a:pt x="474" y="455"/>
                      </a:lnTo>
                      <a:lnTo>
                        <a:pt x="493" y="519"/>
                      </a:lnTo>
                      <a:lnTo>
                        <a:pt x="512" y="410"/>
                      </a:lnTo>
                      <a:lnTo>
                        <a:pt x="532" y="186"/>
                      </a:lnTo>
                      <a:lnTo>
                        <a:pt x="544" y="231"/>
                      </a:lnTo>
                      <a:lnTo>
                        <a:pt x="570" y="148"/>
                      </a:lnTo>
                      <a:lnTo>
                        <a:pt x="576" y="301"/>
                      </a:lnTo>
                      <a:lnTo>
                        <a:pt x="576" y="730"/>
                      </a:lnTo>
                      <a:lnTo>
                        <a:pt x="647" y="0"/>
                      </a:lnTo>
                      <a:lnTo>
                        <a:pt x="647" y="250"/>
                      </a:lnTo>
                      <a:lnTo>
                        <a:pt x="660" y="333"/>
                      </a:lnTo>
                      <a:lnTo>
                        <a:pt x="685" y="192"/>
                      </a:lnTo>
                      <a:lnTo>
                        <a:pt x="711" y="340"/>
                      </a:lnTo>
                      <a:lnTo>
                        <a:pt x="698" y="429"/>
                      </a:lnTo>
                      <a:lnTo>
                        <a:pt x="717" y="461"/>
                      </a:lnTo>
                    </a:path>
                  </a:pathLst>
                </a:custGeom>
                <a:noFill/>
                <a:ln w="9525">
                  <a:solidFill>
                    <a:srgbClr val="FF0000"/>
                  </a:solidFill>
                  <a:round/>
                  <a:headEnd/>
                  <a:tailEnd/>
                </a:ln>
              </p:spPr>
              <p:txBody>
                <a:bodyPr/>
                <a:lstStyle/>
                <a:p>
                  <a:endParaRPr lang="en-GB" sz="1600"/>
                </a:p>
              </p:txBody>
            </p:sp>
            <p:sp>
              <p:nvSpPr>
                <p:cNvPr id="14405" name="Freeform 369"/>
                <p:cNvSpPr>
                  <a:spLocks/>
                </p:cNvSpPr>
                <p:nvPr/>
              </p:nvSpPr>
              <p:spPr bwMode="auto">
                <a:xfrm flipH="1" flipV="1">
                  <a:off x="3770" y="1145"/>
                  <a:ext cx="313" cy="756"/>
                </a:xfrm>
                <a:custGeom>
                  <a:avLst/>
                  <a:gdLst>
                    <a:gd name="T0" fmla="*/ 0 w 717"/>
                    <a:gd name="T1" fmla="*/ 756 h 756"/>
                    <a:gd name="T2" fmla="*/ 4 w 717"/>
                    <a:gd name="T3" fmla="*/ 167 h 756"/>
                    <a:gd name="T4" fmla="*/ 5 w 717"/>
                    <a:gd name="T5" fmla="*/ 384 h 756"/>
                    <a:gd name="T6" fmla="*/ 7 w 717"/>
                    <a:gd name="T7" fmla="*/ 103 h 756"/>
                    <a:gd name="T8" fmla="*/ 10 w 717"/>
                    <a:gd name="T9" fmla="*/ 519 h 756"/>
                    <a:gd name="T10" fmla="*/ 11 w 717"/>
                    <a:gd name="T11" fmla="*/ 487 h 756"/>
                    <a:gd name="T12" fmla="*/ 11 w 717"/>
                    <a:gd name="T13" fmla="*/ 359 h 756"/>
                    <a:gd name="T14" fmla="*/ 14 w 717"/>
                    <a:gd name="T15" fmla="*/ 71 h 756"/>
                    <a:gd name="T16" fmla="*/ 16 w 717"/>
                    <a:gd name="T17" fmla="*/ 244 h 756"/>
                    <a:gd name="T18" fmla="*/ 17 w 717"/>
                    <a:gd name="T19" fmla="*/ 96 h 756"/>
                    <a:gd name="T20" fmla="*/ 18 w 717"/>
                    <a:gd name="T21" fmla="*/ 615 h 756"/>
                    <a:gd name="T22" fmla="*/ 21 w 717"/>
                    <a:gd name="T23" fmla="*/ 397 h 756"/>
                    <a:gd name="T24" fmla="*/ 24 w 717"/>
                    <a:gd name="T25" fmla="*/ 519 h 756"/>
                    <a:gd name="T26" fmla="*/ 25 w 717"/>
                    <a:gd name="T27" fmla="*/ 308 h 756"/>
                    <a:gd name="T28" fmla="*/ 28 w 717"/>
                    <a:gd name="T29" fmla="*/ 442 h 756"/>
                    <a:gd name="T30" fmla="*/ 29 w 717"/>
                    <a:gd name="T31" fmla="*/ 352 h 756"/>
                    <a:gd name="T32" fmla="*/ 30 w 717"/>
                    <a:gd name="T33" fmla="*/ 384 h 756"/>
                    <a:gd name="T34" fmla="*/ 31 w 717"/>
                    <a:gd name="T35" fmla="*/ 135 h 756"/>
                    <a:gd name="T36" fmla="*/ 33 w 717"/>
                    <a:gd name="T37" fmla="*/ 301 h 756"/>
                    <a:gd name="T38" fmla="*/ 32 w 717"/>
                    <a:gd name="T39" fmla="*/ 519 h 756"/>
                    <a:gd name="T40" fmla="*/ 34 w 717"/>
                    <a:gd name="T41" fmla="*/ 679 h 756"/>
                    <a:gd name="T42" fmla="*/ 36 w 717"/>
                    <a:gd name="T43" fmla="*/ 628 h 756"/>
                    <a:gd name="T44" fmla="*/ 37 w 717"/>
                    <a:gd name="T45" fmla="*/ 480 h 756"/>
                    <a:gd name="T46" fmla="*/ 38 w 717"/>
                    <a:gd name="T47" fmla="*/ 391 h 756"/>
                    <a:gd name="T48" fmla="*/ 36 w 717"/>
                    <a:gd name="T49" fmla="*/ 506 h 756"/>
                    <a:gd name="T50" fmla="*/ 38 w 717"/>
                    <a:gd name="T51" fmla="*/ 352 h 756"/>
                    <a:gd name="T52" fmla="*/ 39 w 717"/>
                    <a:gd name="T53" fmla="*/ 455 h 756"/>
                    <a:gd name="T54" fmla="*/ 41 w 717"/>
                    <a:gd name="T55" fmla="*/ 519 h 756"/>
                    <a:gd name="T56" fmla="*/ 43 w 717"/>
                    <a:gd name="T57" fmla="*/ 410 h 756"/>
                    <a:gd name="T58" fmla="*/ 44 w 717"/>
                    <a:gd name="T59" fmla="*/ 186 h 756"/>
                    <a:gd name="T60" fmla="*/ 45 w 717"/>
                    <a:gd name="T61" fmla="*/ 231 h 756"/>
                    <a:gd name="T62" fmla="*/ 48 w 717"/>
                    <a:gd name="T63" fmla="*/ 148 h 756"/>
                    <a:gd name="T64" fmla="*/ 48 w 717"/>
                    <a:gd name="T65" fmla="*/ 301 h 756"/>
                    <a:gd name="T66" fmla="*/ 48 w 717"/>
                    <a:gd name="T67" fmla="*/ 730 h 756"/>
                    <a:gd name="T68" fmla="*/ 54 w 717"/>
                    <a:gd name="T69" fmla="*/ 0 h 756"/>
                    <a:gd name="T70" fmla="*/ 54 w 717"/>
                    <a:gd name="T71" fmla="*/ 250 h 756"/>
                    <a:gd name="T72" fmla="*/ 55 w 717"/>
                    <a:gd name="T73" fmla="*/ 333 h 756"/>
                    <a:gd name="T74" fmla="*/ 57 w 717"/>
                    <a:gd name="T75" fmla="*/ 192 h 756"/>
                    <a:gd name="T76" fmla="*/ 59 w 717"/>
                    <a:gd name="T77" fmla="*/ 340 h 756"/>
                    <a:gd name="T78" fmla="*/ 58 w 717"/>
                    <a:gd name="T79" fmla="*/ 429 h 756"/>
                    <a:gd name="T80" fmla="*/ 60 w 717"/>
                    <a:gd name="T81" fmla="*/ 461 h 756"/>
                    <a:gd name="T82" fmla="*/ 0 60000 65536"/>
                    <a:gd name="T83" fmla="*/ 0 60000 65536"/>
                    <a:gd name="T84" fmla="*/ 0 60000 65536"/>
                    <a:gd name="T85" fmla="*/ 0 60000 65536"/>
                    <a:gd name="T86" fmla="*/ 0 60000 65536"/>
                    <a:gd name="T87" fmla="*/ 0 60000 65536"/>
                    <a:gd name="T88" fmla="*/ 0 60000 65536"/>
                    <a:gd name="T89" fmla="*/ 0 60000 65536"/>
                    <a:gd name="T90" fmla="*/ 0 60000 65536"/>
                    <a:gd name="T91" fmla="*/ 0 60000 65536"/>
                    <a:gd name="T92" fmla="*/ 0 60000 65536"/>
                    <a:gd name="T93" fmla="*/ 0 60000 65536"/>
                    <a:gd name="T94" fmla="*/ 0 60000 65536"/>
                    <a:gd name="T95" fmla="*/ 0 60000 65536"/>
                    <a:gd name="T96" fmla="*/ 0 60000 65536"/>
                    <a:gd name="T97" fmla="*/ 0 60000 65536"/>
                    <a:gd name="T98" fmla="*/ 0 60000 65536"/>
                    <a:gd name="T99" fmla="*/ 0 60000 65536"/>
                    <a:gd name="T100" fmla="*/ 0 60000 65536"/>
                    <a:gd name="T101" fmla="*/ 0 60000 65536"/>
                    <a:gd name="T102" fmla="*/ 0 60000 65536"/>
                    <a:gd name="T103" fmla="*/ 0 60000 65536"/>
                    <a:gd name="T104" fmla="*/ 0 60000 65536"/>
                    <a:gd name="T105" fmla="*/ 0 60000 65536"/>
                    <a:gd name="T106" fmla="*/ 0 60000 65536"/>
                    <a:gd name="T107" fmla="*/ 0 60000 65536"/>
                    <a:gd name="T108" fmla="*/ 0 60000 65536"/>
                    <a:gd name="T109" fmla="*/ 0 60000 65536"/>
                    <a:gd name="T110" fmla="*/ 0 60000 65536"/>
                    <a:gd name="T111" fmla="*/ 0 60000 65536"/>
                    <a:gd name="T112" fmla="*/ 0 60000 65536"/>
                    <a:gd name="T113" fmla="*/ 0 60000 65536"/>
                    <a:gd name="T114" fmla="*/ 0 60000 65536"/>
                    <a:gd name="T115" fmla="*/ 0 60000 65536"/>
                    <a:gd name="T116" fmla="*/ 0 60000 65536"/>
                    <a:gd name="T117" fmla="*/ 0 60000 65536"/>
                    <a:gd name="T118" fmla="*/ 0 60000 65536"/>
                    <a:gd name="T119" fmla="*/ 0 60000 65536"/>
                    <a:gd name="T120" fmla="*/ 0 60000 65536"/>
                    <a:gd name="T121" fmla="*/ 0 60000 65536"/>
                    <a:gd name="T122" fmla="*/ 0 60000 65536"/>
                    <a:gd name="T123" fmla="*/ 0 w 717"/>
                    <a:gd name="T124" fmla="*/ 0 h 756"/>
                    <a:gd name="T125" fmla="*/ 717 w 717"/>
                    <a:gd name="T126" fmla="*/ 756 h 756"/>
                  </a:gdLst>
                  <a:ahLst/>
                  <a:cxnLst>
                    <a:cxn ang="T82">
                      <a:pos x="T0" y="T1"/>
                    </a:cxn>
                    <a:cxn ang="T83">
                      <a:pos x="T2" y="T3"/>
                    </a:cxn>
                    <a:cxn ang="T84">
                      <a:pos x="T4" y="T5"/>
                    </a:cxn>
                    <a:cxn ang="T85">
                      <a:pos x="T6" y="T7"/>
                    </a:cxn>
                    <a:cxn ang="T86">
                      <a:pos x="T8" y="T9"/>
                    </a:cxn>
                    <a:cxn ang="T87">
                      <a:pos x="T10" y="T11"/>
                    </a:cxn>
                    <a:cxn ang="T88">
                      <a:pos x="T12" y="T13"/>
                    </a:cxn>
                    <a:cxn ang="T89">
                      <a:pos x="T14" y="T15"/>
                    </a:cxn>
                    <a:cxn ang="T90">
                      <a:pos x="T16" y="T17"/>
                    </a:cxn>
                    <a:cxn ang="T91">
                      <a:pos x="T18" y="T19"/>
                    </a:cxn>
                    <a:cxn ang="T92">
                      <a:pos x="T20" y="T21"/>
                    </a:cxn>
                    <a:cxn ang="T93">
                      <a:pos x="T22" y="T23"/>
                    </a:cxn>
                    <a:cxn ang="T94">
                      <a:pos x="T24" y="T25"/>
                    </a:cxn>
                    <a:cxn ang="T95">
                      <a:pos x="T26" y="T27"/>
                    </a:cxn>
                    <a:cxn ang="T96">
                      <a:pos x="T28" y="T29"/>
                    </a:cxn>
                    <a:cxn ang="T97">
                      <a:pos x="T30" y="T31"/>
                    </a:cxn>
                    <a:cxn ang="T98">
                      <a:pos x="T32" y="T33"/>
                    </a:cxn>
                    <a:cxn ang="T99">
                      <a:pos x="T34" y="T35"/>
                    </a:cxn>
                    <a:cxn ang="T100">
                      <a:pos x="T36" y="T37"/>
                    </a:cxn>
                    <a:cxn ang="T101">
                      <a:pos x="T38" y="T39"/>
                    </a:cxn>
                    <a:cxn ang="T102">
                      <a:pos x="T40" y="T41"/>
                    </a:cxn>
                    <a:cxn ang="T103">
                      <a:pos x="T42" y="T43"/>
                    </a:cxn>
                    <a:cxn ang="T104">
                      <a:pos x="T44" y="T45"/>
                    </a:cxn>
                    <a:cxn ang="T105">
                      <a:pos x="T46" y="T47"/>
                    </a:cxn>
                    <a:cxn ang="T106">
                      <a:pos x="T48" y="T49"/>
                    </a:cxn>
                    <a:cxn ang="T107">
                      <a:pos x="T50" y="T51"/>
                    </a:cxn>
                    <a:cxn ang="T108">
                      <a:pos x="T52" y="T53"/>
                    </a:cxn>
                    <a:cxn ang="T109">
                      <a:pos x="T54" y="T55"/>
                    </a:cxn>
                    <a:cxn ang="T110">
                      <a:pos x="T56" y="T57"/>
                    </a:cxn>
                    <a:cxn ang="T111">
                      <a:pos x="T58" y="T59"/>
                    </a:cxn>
                    <a:cxn ang="T112">
                      <a:pos x="T60" y="T61"/>
                    </a:cxn>
                    <a:cxn ang="T113">
                      <a:pos x="T62" y="T63"/>
                    </a:cxn>
                    <a:cxn ang="T114">
                      <a:pos x="T64" y="T65"/>
                    </a:cxn>
                    <a:cxn ang="T115">
                      <a:pos x="T66" y="T67"/>
                    </a:cxn>
                    <a:cxn ang="T116">
                      <a:pos x="T68" y="T69"/>
                    </a:cxn>
                    <a:cxn ang="T117">
                      <a:pos x="T70" y="T71"/>
                    </a:cxn>
                    <a:cxn ang="T118">
                      <a:pos x="T72" y="T73"/>
                    </a:cxn>
                    <a:cxn ang="T119">
                      <a:pos x="T74" y="T75"/>
                    </a:cxn>
                    <a:cxn ang="T120">
                      <a:pos x="T76" y="T77"/>
                    </a:cxn>
                    <a:cxn ang="T121">
                      <a:pos x="T78" y="T79"/>
                    </a:cxn>
                    <a:cxn ang="T122">
                      <a:pos x="T80" y="T81"/>
                    </a:cxn>
                  </a:cxnLst>
                  <a:rect l="T123" t="T124" r="T125" b="T126"/>
                  <a:pathLst>
                    <a:path w="717" h="756">
                      <a:moveTo>
                        <a:pt x="0" y="756"/>
                      </a:moveTo>
                      <a:lnTo>
                        <a:pt x="52" y="167"/>
                      </a:lnTo>
                      <a:lnTo>
                        <a:pt x="64" y="384"/>
                      </a:lnTo>
                      <a:lnTo>
                        <a:pt x="90" y="103"/>
                      </a:lnTo>
                      <a:lnTo>
                        <a:pt x="116" y="519"/>
                      </a:lnTo>
                      <a:lnTo>
                        <a:pt x="135" y="487"/>
                      </a:lnTo>
                      <a:lnTo>
                        <a:pt x="135" y="359"/>
                      </a:lnTo>
                      <a:lnTo>
                        <a:pt x="167" y="71"/>
                      </a:lnTo>
                      <a:lnTo>
                        <a:pt x="192" y="244"/>
                      </a:lnTo>
                      <a:lnTo>
                        <a:pt x="205" y="96"/>
                      </a:lnTo>
                      <a:lnTo>
                        <a:pt x="218" y="615"/>
                      </a:lnTo>
                      <a:lnTo>
                        <a:pt x="244" y="397"/>
                      </a:lnTo>
                      <a:lnTo>
                        <a:pt x="282" y="519"/>
                      </a:lnTo>
                      <a:lnTo>
                        <a:pt x="308" y="308"/>
                      </a:lnTo>
                      <a:lnTo>
                        <a:pt x="333" y="442"/>
                      </a:lnTo>
                      <a:lnTo>
                        <a:pt x="346" y="352"/>
                      </a:lnTo>
                      <a:lnTo>
                        <a:pt x="365" y="384"/>
                      </a:lnTo>
                      <a:lnTo>
                        <a:pt x="378" y="135"/>
                      </a:lnTo>
                      <a:lnTo>
                        <a:pt x="391" y="301"/>
                      </a:lnTo>
                      <a:lnTo>
                        <a:pt x="384" y="519"/>
                      </a:lnTo>
                      <a:lnTo>
                        <a:pt x="404" y="679"/>
                      </a:lnTo>
                      <a:lnTo>
                        <a:pt x="429" y="628"/>
                      </a:lnTo>
                      <a:lnTo>
                        <a:pt x="442" y="480"/>
                      </a:lnTo>
                      <a:lnTo>
                        <a:pt x="455" y="391"/>
                      </a:lnTo>
                      <a:lnTo>
                        <a:pt x="436" y="506"/>
                      </a:lnTo>
                      <a:lnTo>
                        <a:pt x="461" y="352"/>
                      </a:lnTo>
                      <a:lnTo>
                        <a:pt x="474" y="455"/>
                      </a:lnTo>
                      <a:lnTo>
                        <a:pt x="493" y="519"/>
                      </a:lnTo>
                      <a:lnTo>
                        <a:pt x="512" y="410"/>
                      </a:lnTo>
                      <a:lnTo>
                        <a:pt x="532" y="186"/>
                      </a:lnTo>
                      <a:lnTo>
                        <a:pt x="544" y="231"/>
                      </a:lnTo>
                      <a:lnTo>
                        <a:pt x="570" y="148"/>
                      </a:lnTo>
                      <a:lnTo>
                        <a:pt x="576" y="301"/>
                      </a:lnTo>
                      <a:lnTo>
                        <a:pt x="576" y="730"/>
                      </a:lnTo>
                      <a:lnTo>
                        <a:pt x="647" y="0"/>
                      </a:lnTo>
                      <a:lnTo>
                        <a:pt x="647" y="250"/>
                      </a:lnTo>
                      <a:lnTo>
                        <a:pt x="660" y="333"/>
                      </a:lnTo>
                      <a:lnTo>
                        <a:pt x="685" y="192"/>
                      </a:lnTo>
                      <a:lnTo>
                        <a:pt x="711" y="340"/>
                      </a:lnTo>
                      <a:lnTo>
                        <a:pt x="698" y="429"/>
                      </a:lnTo>
                      <a:lnTo>
                        <a:pt x="717" y="461"/>
                      </a:lnTo>
                    </a:path>
                  </a:pathLst>
                </a:custGeom>
                <a:noFill/>
                <a:ln w="9525">
                  <a:solidFill>
                    <a:srgbClr val="FF0000"/>
                  </a:solidFill>
                  <a:round/>
                  <a:headEnd/>
                  <a:tailEnd/>
                </a:ln>
              </p:spPr>
              <p:txBody>
                <a:bodyPr/>
                <a:lstStyle/>
                <a:p>
                  <a:endParaRPr lang="en-GB" sz="1600"/>
                </a:p>
              </p:txBody>
            </p:sp>
            <p:sp>
              <p:nvSpPr>
                <p:cNvPr id="14406" name="Freeform 370"/>
                <p:cNvSpPr>
                  <a:spLocks/>
                </p:cNvSpPr>
                <p:nvPr/>
              </p:nvSpPr>
              <p:spPr bwMode="auto">
                <a:xfrm flipH="1">
                  <a:off x="4077" y="1119"/>
                  <a:ext cx="313" cy="756"/>
                </a:xfrm>
                <a:custGeom>
                  <a:avLst/>
                  <a:gdLst>
                    <a:gd name="T0" fmla="*/ 0 w 717"/>
                    <a:gd name="T1" fmla="*/ 756 h 756"/>
                    <a:gd name="T2" fmla="*/ 4 w 717"/>
                    <a:gd name="T3" fmla="*/ 167 h 756"/>
                    <a:gd name="T4" fmla="*/ 5 w 717"/>
                    <a:gd name="T5" fmla="*/ 384 h 756"/>
                    <a:gd name="T6" fmla="*/ 7 w 717"/>
                    <a:gd name="T7" fmla="*/ 103 h 756"/>
                    <a:gd name="T8" fmla="*/ 10 w 717"/>
                    <a:gd name="T9" fmla="*/ 519 h 756"/>
                    <a:gd name="T10" fmla="*/ 11 w 717"/>
                    <a:gd name="T11" fmla="*/ 487 h 756"/>
                    <a:gd name="T12" fmla="*/ 11 w 717"/>
                    <a:gd name="T13" fmla="*/ 359 h 756"/>
                    <a:gd name="T14" fmla="*/ 14 w 717"/>
                    <a:gd name="T15" fmla="*/ 71 h 756"/>
                    <a:gd name="T16" fmla="*/ 16 w 717"/>
                    <a:gd name="T17" fmla="*/ 244 h 756"/>
                    <a:gd name="T18" fmla="*/ 17 w 717"/>
                    <a:gd name="T19" fmla="*/ 96 h 756"/>
                    <a:gd name="T20" fmla="*/ 18 w 717"/>
                    <a:gd name="T21" fmla="*/ 615 h 756"/>
                    <a:gd name="T22" fmla="*/ 21 w 717"/>
                    <a:gd name="T23" fmla="*/ 397 h 756"/>
                    <a:gd name="T24" fmla="*/ 24 w 717"/>
                    <a:gd name="T25" fmla="*/ 519 h 756"/>
                    <a:gd name="T26" fmla="*/ 25 w 717"/>
                    <a:gd name="T27" fmla="*/ 308 h 756"/>
                    <a:gd name="T28" fmla="*/ 28 w 717"/>
                    <a:gd name="T29" fmla="*/ 442 h 756"/>
                    <a:gd name="T30" fmla="*/ 29 w 717"/>
                    <a:gd name="T31" fmla="*/ 352 h 756"/>
                    <a:gd name="T32" fmla="*/ 30 w 717"/>
                    <a:gd name="T33" fmla="*/ 384 h 756"/>
                    <a:gd name="T34" fmla="*/ 31 w 717"/>
                    <a:gd name="T35" fmla="*/ 135 h 756"/>
                    <a:gd name="T36" fmla="*/ 33 w 717"/>
                    <a:gd name="T37" fmla="*/ 301 h 756"/>
                    <a:gd name="T38" fmla="*/ 32 w 717"/>
                    <a:gd name="T39" fmla="*/ 519 h 756"/>
                    <a:gd name="T40" fmla="*/ 34 w 717"/>
                    <a:gd name="T41" fmla="*/ 679 h 756"/>
                    <a:gd name="T42" fmla="*/ 36 w 717"/>
                    <a:gd name="T43" fmla="*/ 628 h 756"/>
                    <a:gd name="T44" fmla="*/ 37 w 717"/>
                    <a:gd name="T45" fmla="*/ 480 h 756"/>
                    <a:gd name="T46" fmla="*/ 38 w 717"/>
                    <a:gd name="T47" fmla="*/ 391 h 756"/>
                    <a:gd name="T48" fmla="*/ 36 w 717"/>
                    <a:gd name="T49" fmla="*/ 506 h 756"/>
                    <a:gd name="T50" fmla="*/ 38 w 717"/>
                    <a:gd name="T51" fmla="*/ 352 h 756"/>
                    <a:gd name="T52" fmla="*/ 39 w 717"/>
                    <a:gd name="T53" fmla="*/ 455 h 756"/>
                    <a:gd name="T54" fmla="*/ 41 w 717"/>
                    <a:gd name="T55" fmla="*/ 519 h 756"/>
                    <a:gd name="T56" fmla="*/ 43 w 717"/>
                    <a:gd name="T57" fmla="*/ 410 h 756"/>
                    <a:gd name="T58" fmla="*/ 44 w 717"/>
                    <a:gd name="T59" fmla="*/ 186 h 756"/>
                    <a:gd name="T60" fmla="*/ 45 w 717"/>
                    <a:gd name="T61" fmla="*/ 231 h 756"/>
                    <a:gd name="T62" fmla="*/ 48 w 717"/>
                    <a:gd name="T63" fmla="*/ 148 h 756"/>
                    <a:gd name="T64" fmla="*/ 48 w 717"/>
                    <a:gd name="T65" fmla="*/ 301 h 756"/>
                    <a:gd name="T66" fmla="*/ 48 w 717"/>
                    <a:gd name="T67" fmla="*/ 730 h 756"/>
                    <a:gd name="T68" fmla="*/ 54 w 717"/>
                    <a:gd name="T69" fmla="*/ 0 h 756"/>
                    <a:gd name="T70" fmla="*/ 54 w 717"/>
                    <a:gd name="T71" fmla="*/ 250 h 756"/>
                    <a:gd name="T72" fmla="*/ 55 w 717"/>
                    <a:gd name="T73" fmla="*/ 333 h 756"/>
                    <a:gd name="T74" fmla="*/ 57 w 717"/>
                    <a:gd name="T75" fmla="*/ 192 h 756"/>
                    <a:gd name="T76" fmla="*/ 59 w 717"/>
                    <a:gd name="T77" fmla="*/ 340 h 756"/>
                    <a:gd name="T78" fmla="*/ 58 w 717"/>
                    <a:gd name="T79" fmla="*/ 429 h 756"/>
                    <a:gd name="T80" fmla="*/ 60 w 717"/>
                    <a:gd name="T81" fmla="*/ 461 h 756"/>
                    <a:gd name="T82" fmla="*/ 0 60000 65536"/>
                    <a:gd name="T83" fmla="*/ 0 60000 65536"/>
                    <a:gd name="T84" fmla="*/ 0 60000 65536"/>
                    <a:gd name="T85" fmla="*/ 0 60000 65536"/>
                    <a:gd name="T86" fmla="*/ 0 60000 65536"/>
                    <a:gd name="T87" fmla="*/ 0 60000 65536"/>
                    <a:gd name="T88" fmla="*/ 0 60000 65536"/>
                    <a:gd name="T89" fmla="*/ 0 60000 65536"/>
                    <a:gd name="T90" fmla="*/ 0 60000 65536"/>
                    <a:gd name="T91" fmla="*/ 0 60000 65536"/>
                    <a:gd name="T92" fmla="*/ 0 60000 65536"/>
                    <a:gd name="T93" fmla="*/ 0 60000 65536"/>
                    <a:gd name="T94" fmla="*/ 0 60000 65536"/>
                    <a:gd name="T95" fmla="*/ 0 60000 65536"/>
                    <a:gd name="T96" fmla="*/ 0 60000 65536"/>
                    <a:gd name="T97" fmla="*/ 0 60000 65536"/>
                    <a:gd name="T98" fmla="*/ 0 60000 65536"/>
                    <a:gd name="T99" fmla="*/ 0 60000 65536"/>
                    <a:gd name="T100" fmla="*/ 0 60000 65536"/>
                    <a:gd name="T101" fmla="*/ 0 60000 65536"/>
                    <a:gd name="T102" fmla="*/ 0 60000 65536"/>
                    <a:gd name="T103" fmla="*/ 0 60000 65536"/>
                    <a:gd name="T104" fmla="*/ 0 60000 65536"/>
                    <a:gd name="T105" fmla="*/ 0 60000 65536"/>
                    <a:gd name="T106" fmla="*/ 0 60000 65536"/>
                    <a:gd name="T107" fmla="*/ 0 60000 65536"/>
                    <a:gd name="T108" fmla="*/ 0 60000 65536"/>
                    <a:gd name="T109" fmla="*/ 0 60000 65536"/>
                    <a:gd name="T110" fmla="*/ 0 60000 65536"/>
                    <a:gd name="T111" fmla="*/ 0 60000 65536"/>
                    <a:gd name="T112" fmla="*/ 0 60000 65536"/>
                    <a:gd name="T113" fmla="*/ 0 60000 65536"/>
                    <a:gd name="T114" fmla="*/ 0 60000 65536"/>
                    <a:gd name="T115" fmla="*/ 0 60000 65536"/>
                    <a:gd name="T116" fmla="*/ 0 60000 65536"/>
                    <a:gd name="T117" fmla="*/ 0 60000 65536"/>
                    <a:gd name="T118" fmla="*/ 0 60000 65536"/>
                    <a:gd name="T119" fmla="*/ 0 60000 65536"/>
                    <a:gd name="T120" fmla="*/ 0 60000 65536"/>
                    <a:gd name="T121" fmla="*/ 0 60000 65536"/>
                    <a:gd name="T122" fmla="*/ 0 60000 65536"/>
                    <a:gd name="T123" fmla="*/ 0 w 717"/>
                    <a:gd name="T124" fmla="*/ 0 h 756"/>
                    <a:gd name="T125" fmla="*/ 717 w 717"/>
                    <a:gd name="T126" fmla="*/ 756 h 756"/>
                  </a:gdLst>
                  <a:ahLst/>
                  <a:cxnLst>
                    <a:cxn ang="T82">
                      <a:pos x="T0" y="T1"/>
                    </a:cxn>
                    <a:cxn ang="T83">
                      <a:pos x="T2" y="T3"/>
                    </a:cxn>
                    <a:cxn ang="T84">
                      <a:pos x="T4" y="T5"/>
                    </a:cxn>
                    <a:cxn ang="T85">
                      <a:pos x="T6" y="T7"/>
                    </a:cxn>
                    <a:cxn ang="T86">
                      <a:pos x="T8" y="T9"/>
                    </a:cxn>
                    <a:cxn ang="T87">
                      <a:pos x="T10" y="T11"/>
                    </a:cxn>
                    <a:cxn ang="T88">
                      <a:pos x="T12" y="T13"/>
                    </a:cxn>
                    <a:cxn ang="T89">
                      <a:pos x="T14" y="T15"/>
                    </a:cxn>
                    <a:cxn ang="T90">
                      <a:pos x="T16" y="T17"/>
                    </a:cxn>
                    <a:cxn ang="T91">
                      <a:pos x="T18" y="T19"/>
                    </a:cxn>
                    <a:cxn ang="T92">
                      <a:pos x="T20" y="T21"/>
                    </a:cxn>
                    <a:cxn ang="T93">
                      <a:pos x="T22" y="T23"/>
                    </a:cxn>
                    <a:cxn ang="T94">
                      <a:pos x="T24" y="T25"/>
                    </a:cxn>
                    <a:cxn ang="T95">
                      <a:pos x="T26" y="T27"/>
                    </a:cxn>
                    <a:cxn ang="T96">
                      <a:pos x="T28" y="T29"/>
                    </a:cxn>
                    <a:cxn ang="T97">
                      <a:pos x="T30" y="T31"/>
                    </a:cxn>
                    <a:cxn ang="T98">
                      <a:pos x="T32" y="T33"/>
                    </a:cxn>
                    <a:cxn ang="T99">
                      <a:pos x="T34" y="T35"/>
                    </a:cxn>
                    <a:cxn ang="T100">
                      <a:pos x="T36" y="T37"/>
                    </a:cxn>
                    <a:cxn ang="T101">
                      <a:pos x="T38" y="T39"/>
                    </a:cxn>
                    <a:cxn ang="T102">
                      <a:pos x="T40" y="T41"/>
                    </a:cxn>
                    <a:cxn ang="T103">
                      <a:pos x="T42" y="T43"/>
                    </a:cxn>
                    <a:cxn ang="T104">
                      <a:pos x="T44" y="T45"/>
                    </a:cxn>
                    <a:cxn ang="T105">
                      <a:pos x="T46" y="T47"/>
                    </a:cxn>
                    <a:cxn ang="T106">
                      <a:pos x="T48" y="T49"/>
                    </a:cxn>
                    <a:cxn ang="T107">
                      <a:pos x="T50" y="T51"/>
                    </a:cxn>
                    <a:cxn ang="T108">
                      <a:pos x="T52" y="T53"/>
                    </a:cxn>
                    <a:cxn ang="T109">
                      <a:pos x="T54" y="T55"/>
                    </a:cxn>
                    <a:cxn ang="T110">
                      <a:pos x="T56" y="T57"/>
                    </a:cxn>
                    <a:cxn ang="T111">
                      <a:pos x="T58" y="T59"/>
                    </a:cxn>
                    <a:cxn ang="T112">
                      <a:pos x="T60" y="T61"/>
                    </a:cxn>
                    <a:cxn ang="T113">
                      <a:pos x="T62" y="T63"/>
                    </a:cxn>
                    <a:cxn ang="T114">
                      <a:pos x="T64" y="T65"/>
                    </a:cxn>
                    <a:cxn ang="T115">
                      <a:pos x="T66" y="T67"/>
                    </a:cxn>
                    <a:cxn ang="T116">
                      <a:pos x="T68" y="T69"/>
                    </a:cxn>
                    <a:cxn ang="T117">
                      <a:pos x="T70" y="T71"/>
                    </a:cxn>
                    <a:cxn ang="T118">
                      <a:pos x="T72" y="T73"/>
                    </a:cxn>
                    <a:cxn ang="T119">
                      <a:pos x="T74" y="T75"/>
                    </a:cxn>
                    <a:cxn ang="T120">
                      <a:pos x="T76" y="T77"/>
                    </a:cxn>
                    <a:cxn ang="T121">
                      <a:pos x="T78" y="T79"/>
                    </a:cxn>
                    <a:cxn ang="T122">
                      <a:pos x="T80" y="T81"/>
                    </a:cxn>
                  </a:cxnLst>
                  <a:rect l="T123" t="T124" r="T125" b="T126"/>
                  <a:pathLst>
                    <a:path w="717" h="756">
                      <a:moveTo>
                        <a:pt x="0" y="756"/>
                      </a:moveTo>
                      <a:lnTo>
                        <a:pt x="52" y="167"/>
                      </a:lnTo>
                      <a:lnTo>
                        <a:pt x="64" y="384"/>
                      </a:lnTo>
                      <a:lnTo>
                        <a:pt x="90" y="103"/>
                      </a:lnTo>
                      <a:lnTo>
                        <a:pt x="116" y="519"/>
                      </a:lnTo>
                      <a:lnTo>
                        <a:pt x="135" y="487"/>
                      </a:lnTo>
                      <a:lnTo>
                        <a:pt x="135" y="359"/>
                      </a:lnTo>
                      <a:lnTo>
                        <a:pt x="167" y="71"/>
                      </a:lnTo>
                      <a:lnTo>
                        <a:pt x="192" y="244"/>
                      </a:lnTo>
                      <a:lnTo>
                        <a:pt x="205" y="96"/>
                      </a:lnTo>
                      <a:lnTo>
                        <a:pt x="218" y="615"/>
                      </a:lnTo>
                      <a:lnTo>
                        <a:pt x="244" y="397"/>
                      </a:lnTo>
                      <a:lnTo>
                        <a:pt x="282" y="519"/>
                      </a:lnTo>
                      <a:lnTo>
                        <a:pt x="308" y="308"/>
                      </a:lnTo>
                      <a:lnTo>
                        <a:pt x="333" y="442"/>
                      </a:lnTo>
                      <a:lnTo>
                        <a:pt x="346" y="352"/>
                      </a:lnTo>
                      <a:lnTo>
                        <a:pt x="365" y="384"/>
                      </a:lnTo>
                      <a:lnTo>
                        <a:pt x="378" y="135"/>
                      </a:lnTo>
                      <a:lnTo>
                        <a:pt x="391" y="301"/>
                      </a:lnTo>
                      <a:lnTo>
                        <a:pt x="384" y="519"/>
                      </a:lnTo>
                      <a:lnTo>
                        <a:pt x="404" y="679"/>
                      </a:lnTo>
                      <a:lnTo>
                        <a:pt x="429" y="628"/>
                      </a:lnTo>
                      <a:lnTo>
                        <a:pt x="442" y="480"/>
                      </a:lnTo>
                      <a:lnTo>
                        <a:pt x="455" y="391"/>
                      </a:lnTo>
                      <a:lnTo>
                        <a:pt x="436" y="506"/>
                      </a:lnTo>
                      <a:lnTo>
                        <a:pt x="461" y="352"/>
                      </a:lnTo>
                      <a:lnTo>
                        <a:pt x="474" y="455"/>
                      </a:lnTo>
                      <a:lnTo>
                        <a:pt x="493" y="519"/>
                      </a:lnTo>
                      <a:lnTo>
                        <a:pt x="512" y="410"/>
                      </a:lnTo>
                      <a:lnTo>
                        <a:pt x="532" y="186"/>
                      </a:lnTo>
                      <a:lnTo>
                        <a:pt x="544" y="231"/>
                      </a:lnTo>
                      <a:lnTo>
                        <a:pt x="570" y="148"/>
                      </a:lnTo>
                      <a:lnTo>
                        <a:pt x="576" y="301"/>
                      </a:lnTo>
                      <a:lnTo>
                        <a:pt x="576" y="730"/>
                      </a:lnTo>
                      <a:lnTo>
                        <a:pt x="647" y="0"/>
                      </a:lnTo>
                      <a:lnTo>
                        <a:pt x="647" y="250"/>
                      </a:lnTo>
                      <a:lnTo>
                        <a:pt x="660" y="333"/>
                      </a:lnTo>
                      <a:lnTo>
                        <a:pt x="685" y="192"/>
                      </a:lnTo>
                      <a:lnTo>
                        <a:pt x="711" y="340"/>
                      </a:lnTo>
                      <a:lnTo>
                        <a:pt x="698" y="429"/>
                      </a:lnTo>
                      <a:lnTo>
                        <a:pt x="717" y="461"/>
                      </a:lnTo>
                    </a:path>
                  </a:pathLst>
                </a:custGeom>
                <a:noFill/>
                <a:ln w="9525">
                  <a:solidFill>
                    <a:srgbClr val="FF0000"/>
                  </a:solidFill>
                  <a:round/>
                  <a:headEnd/>
                  <a:tailEnd/>
                </a:ln>
              </p:spPr>
              <p:txBody>
                <a:bodyPr/>
                <a:lstStyle/>
                <a:p>
                  <a:endParaRPr lang="en-GB" sz="1600"/>
                </a:p>
              </p:txBody>
            </p:sp>
            <p:sp>
              <p:nvSpPr>
                <p:cNvPr id="14407" name="Freeform 371"/>
                <p:cNvSpPr>
                  <a:spLocks/>
                </p:cNvSpPr>
                <p:nvPr/>
              </p:nvSpPr>
              <p:spPr bwMode="auto">
                <a:xfrm flipV="1">
                  <a:off x="4385" y="1138"/>
                  <a:ext cx="313" cy="756"/>
                </a:xfrm>
                <a:custGeom>
                  <a:avLst/>
                  <a:gdLst>
                    <a:gd name="T0" fmla="*/ 0 w 717"/>
                    <a:gd name="T1" fmla="*/ 756 h 756"/>
                    <a:gd name="T2" fmla="*/ 4 w 717"/>
                    <a:gd name="T3" fmla="*/ 167 h 756"/>
                    <a:gd name="T4" fmla="*/ 5 w 717"/>
                    <a:gd name="T5" fmla="*/ 384 h 756"/>
                    <a:gd name="T6" fmla="*/ 7 w 717"/>
                    <a:gd name="T7" fmla="*/ 103 h 756"/>
                    <a:gd name="T8" fmla="*/ 10 w 717"/>
                    <a:gd name="T9" fmla="*/ 519 h 756"/>
                    <a:gd name="T10" fmla="*/ 11 w 717"/>
                    <a:gd name="T11" fmla="*/ 487 h 756"/>
                    <a:gd name="T12" fmla="*/ 11 w 717"/>
                    <a:gd name="T13" fmla="*/ 359 h 756"/>
                    <a:gd name="T14" fmla="*/ 14 w 717"/>
                    <a:gd name="T15" fmla="*/ 71 h 756"/>
                    <a:gd name="T16" fmla="*/ 16 w 717"/>
                    <a:gd name="T17" fmla="*/ 244 h 756"/>
                    <a:gd name="T18" fmla="*/ 17 w 717"/>
                    <a:gd name="T19" fmla="*/ 96 h 756"/>
                    <a:gd name="T20" fmla="*/ 18 w 717"/>
                    <a:gd name="T21" fmla="*/ 615 h 756"/>
                    <a:gd name="T22" fmla="*/ 21 w 717"/>
                    <a:gd name="T23" fmla="*/ 397 h 756"/>
                    <a:gd name="T24" fmla="*/ 24 w 717"/>
                    <a:gd name="T25" fmla="*/ 519 h 756"/>
                    <a:gd name="T26" fmla="*/ 25 w 717"/>
                    <a:gd name="T27" fmla="*/ 308 h 756"/>
                    <a:gd name="T28" fmla="*/ 28 w 717"/>
                    <a:gd name="T29" fmla="*/ 442 h 756"/>
                    <a:gd name="T30" fmla="*/ 29 w 717"/>
                    <a:gd name="T31" fmla="*/ 352 h 756"/>
                    <a:gd name="T32" fmla="*/ 30 w 717"/>
                    <a:gd name="T33" fmla="*/ 384 h 756"/>
                    <a:gd name="T34" fmla="*/ 31 w 717"/>
                    <a:gd name="T35" fmla="*/ 135 h 756"/>
                    <a:gd name="T36" fmla="*/ 33 w 717"/>
                    <a:gd name="T37" fmla="*/ 301 h 756"/>
                    <a:gd name="T38" fmla="*/ 32 w 717"/>
                    <a:gd name="T39" fmla="*/ 519 h 756"/>
                    <a:gd name="T40" fmla="*/ 34 w 717"/>
                    <a:gd name="T41" fmla="*/ 679 h 756"/>
                    <a:gd name="T42" fmla="*/ 36 w 717"/>
                    <a:gd name="T43" fmla="*/ 628 h 756"/>
                    <a:gd name="T44" fmla="*/ 37 w 717"/>
                    <a:gd name="T45" fmla="*/ 480 h 756"/>
                    <a:gd name="T46" fmla="*/ 38 w 717"/>
                    <a:gd name="T47" fmla="*/ 391 h 756"/>
                    <a:gd name="T48" fmla="*/ 36 w 717"/>
                    <a:gd name="T49" fmla="*/ 506 h 756"/>
                    <a:gd name="T50" fmla="*/ 38 w 717"/>
                    <a:gd name="T51" fmla="*/ 352 h 756"/>
                    <a:gd name="T52" fmla="*/ 39 w 717"/>
                    <a:gd name="T53" fmla="*/ 455 h 756"/>
                    <a:gd name="T54" fmla="*/ 41 w 717"/>
                    <a:gd name="T55" fmla="*/ 519 h 756"/>
                    <a:gd name="T56" fmla="*/ 43 w 717"/>
                    <a:gd name="T57" fmla="*/ 410 h 756"/>
                    <a:gd name="T58" fmla="*/ 44 w 717"/>
                    <a:gd name="T59" fmla="*/ 186 h 756"/>
                    <a:gd name="T60" fmla="*/ 45 w 717"/>
                    <a:gd name="T61" fmla="*/ 231 h 756"/>
                    <a:gd name="T62" fmla="*/ 48 w 717"/>
                    <a:gd name="T63" fmla="*/ 148 h 756"/>
                    <a:gd name="T64" fmla="*/ 48 w 717"/>
                    <a:gd name="T65" fmla="*/ 301 h 756"/>
                    <a:gd name="T66" fmla="*/ 48 w 717"/>
                    <a:gd name="T67" fmla="*/ 730 h 756"/>
                    <a:gd name="T68" fmla="*/ 54 w 717"/>
                    <a:gd name="T69" fmla="*/ 0 h 756"/>
                    <a:gd name="T70" fmla="*/ 54 w 717"/>
                    <a:gd name="T71" fmla="*/ 250 h 756"/>
                    <a:gd name="T72" fmla="*/ 55 w 717"/>
                    <a:gd name="T73" fmla="*/ 333 h 756"/>
                    <a:gd name="T74" fmla="*/ 57 w 717"/>
                    <a:gd name="T75" fmla="*/ 192 h 756"/>
                    <a:gd name="T76" fmla="*/ 59 w 717"/>
                    <a:gd name="T77" fmla="*/ 340 h 756"/>
                    <a:gd name="T78" fmla="*/ 58 w 717"/>
                    <a:gd name="T79" fmla="*/ 429 h 756"/>
                    <a:gd name="T80" fmla="*/ 60 w 717"/>
                    <a:gd name="T81" fmla="*/ 461 h 756"/>
                    <a:gd name="T82" fmla="*/ 0 60000 65536"/>
                    <a:gd name="T83" fmla="*/ 0 60000 65536"/>
                    <a:gd name="T84" fmla="*/ 0 60000 65536"/>
                    <a:gd name="T85" fmla="*/ 0 60000 65536"/>
                    <a:gd name="T86" fmla="*/ 0 60000 65536"/>
                    <a:gd name="T87" fmla="*/ 0 60000 65536"/>
                    <a:gd name="T88" fmla="*/ 0 60000 65536"/>
                    <a:gd name="T89" fmla="*/ 0 60000 65536"/>
                    <a:gd name="T90" fmla="*/ 0 60000 65536"/>
                    <a:gd name="T91" fmla="*/ 0 60000 65536"/>
                    <a:gd name="T92" fmla="*/ 0 60000 65536"/>
                    <a:gd name="T93" fmla="*/ 0 60000 65536"/>
                    <a:gd name="T94" fmla="*/ 0 60000 65536"/>
                    <a:gd name="T95" fmla="*/ 0 60000 65536"/>
                    <a:gd name="T96" fmla="*/ 0 60000 65536"/>
                    <a:gd name="T97" fmla="*/ 0 60000 65536"/>
                    <a:gd name="T98" fmla="*/ 0 60000 65536"/>
                    <a:gd name="T99" fmla="*/ 0 60000 65536"/>
                    <a:gd name="T100" fmla="*/ 0 60000 65536"/>
                    <a:gd name="T101" fmla="*/ 0 60000 65536"/>
                    <a:gd name="T102" fmla="*/ 0 60000 65536"/>
                    <a:gd name="T103" fmla="*/ 0 60000 65536"/>
                    <a:gd name="T104" fmla="*/ 0 60000 65536"/>
                    <a:gd name="T105" fmla="*/ 0 60000 65536"/>
                    <a:gd name="T106" fmla="*/ 0 60000 65536"/>
                    <a:gd name="T107" fmla="*/ 0 60000 65536"/>
                    <a:gd name="T108" fmla="*/ 0 60000 65536"/>
                    <a:gd name="T109" fmla="*/ 0 60000 65536"/>
                    <a:gd name="T110" fmla="*/ 0 60000 65536"/>
                    <a:gd name="T111" fmla="*/ 0 60000 65536"/>
                    <a:gd name="T112" fmla="*/ 0 60000 65536"/>
                    <a:gd name="T113" fmla="*/ 0 60000 65536"/>
                    <a:gd name="T114" fmla="*/ 0 60000 65536"/>
                    <a:gd name="T115" fmla="*/ 0 60000 65536"/>
                    <a:gd name="T116" fmla="*/ 0 60000 65536"/>
                    <a:gd name="T117" fmla="*/ 0 60000 65536"/>
                    <a:gd name="T118" fmla="*/ 0 60000 65536"/>
                    <a:gd name="T119" fmla="*/ 0 60000 65536"/>
                    <a:gd name="T120" fmla="*/ 0 60000 65536"/>
                    <a:gd name="T121" fmla="*/ 0 60000 65536"/>
                    <a:gd name="T122" fmla="*/ 0 60000 65536"/>
                    <a:gd name="T123" fmla="*/ 0 w 717"/>
                    <a:gd name="T124" fmla="*/ 0 h 756"/>
                    <a:gd name="T125" fmla="*/ 717 w 717"/>
                    <a:gd name="T126" fmla="*/ 756 h 756"/>
                  </a:gdLst>
                  <a:ahLst/>
                  <a:cxnLst>
                    <a:cxn ang="T82">
                      <a:pos x="T0" y="T1"/>
                    </a:cxn>
                    <a:cxn ang="T83">
                      <a:pos x="T2" y="T3"/>
                    </a:cxn>
                    <a:cxn ang="T84">
                      <a:pos x="T4" y="T5"/>
                    </a:cxn>
                    <a:cxn ang="T85">
                      <a:pos x="T6" y="T7"/>
                    </a:cxn>
                    <a:cxn ang="T86">
                      <a:pos x="T8" y="T9"/>
                    </a:cxn>
                    <a:cxn ang="T87">
                      <a:pos x="T10" y="T11"/>
                    </a:cxn>
                    <a:cxn ang="T88">
                      <a:pos x="T12" y="T13"/>
                    </a:cxn>
                    <a:cxn ang="T89">
                      <a:pos x="T14" y="T15"/>
                    </a:cxn>
                    <a:cxn ang="T90">
                      <a:pos x="T16" y="T17"/>
                    </a:cxn>
                    <a:cxn ang="T91">
                      <a:pos x="T18" y="T19"/>
                    </a:cxn>
                    <a:cxn ang="T92">
                      <a:pos x="T20" y="T21"/>
                    </a:cxn>
                    <a:cxn ang="T93">
                      <a:pos x="T22" y="T23"/>
                    </a:cxn>
                    <a:cxn ang="T94">
                      <a:pos x="T24" y="T25"/>
                    </a:cxn>
                    <a:cxn ang="T95">
                      <a:pos x="T26" y="T27"/>
                    </a:cxn>
                    <a:cxn ang="T96">
                      <a:pos x="T28" y="T29"/>
                    </a:cxn>
                    <a:cxn ang="T97">
                      <a:pos x="T30" y="T31"/>
                    </a:cxn>
                    <a:cxn ang="T98">
                      <a:pos x="T32" y="T33"/>
                    </a:cxn>
                    <a:cxn ang="T99">
                      <a:pos x="T34" y="T35"/>
                    </a:cxn>
                    <a:cxn ang="T100">
                      <a:pos x="T36" y="T37"/>
                    </a:cxn>
                    <a:cxn ang="T101">
                      <a:pos x="T38" y="T39"/>
                    </a:cxn>
                    <a:cxn ang="T102">
                      <a:pos x="T40" y="T41"/>
                    </a:cxn>
                    <a:cxn ang="T103">
                      <a:pos x="T42" y="T43"/>
                    </a:cxn>
                    <a:cxn ang="T104">
                      <a:pos x="T44" y="T45"/>
                    </a:cxn>
                    <a:cxn ang="T105">
                      <a:pos x="T46" y="T47"/>
                    </a:cxn>
                    <a:cxn ang="T106">
                      <a:pos x="T48" y="T49"/>
                    </a:cxn>
                    <a:cxn ang="T107">
                      <a:pos x="T50" y="T51"/>
                    </a:cxn>
                    <a:cxn ang="T108">
                      <a:pos x="T52" y="T53"/>
                    </a:cxn>
                    <a:cxn ang="T109">
                      <a:pos x="T54" y="T55"/>
                    </a:cxn>
                    <a:cxn ang="T110">
                      <a:pos x="T56" y="T57"/>
                    </a:cxn>
                    <a:cxn ang="T111">
                      <a:pos x="T58" y="T59"/>
                    </a:cxn>
                    <a:cxn ang="T112">
                      <a:pos x="T60" y="T61"/>
                    </a:cxn>
                    <a:cxn ang="T113">
                      <a:pos x="T62" y="T63"/>
                    </a:cxn>
                    <a:cxn ang="T114">
                      <a:pos x="T64" y="T65"/>
                    </a:cxn>
                    <a:cxn ang="T115">
                      <a:pos x="T66" y="T67"/>
                    </a:cxn>
                    <a:cxn ang="T116">
                      <a:pos x="T68" y="T69"/>
                    </a:cxn>
                    <a:cxn ang="T117">
                      <a:pos x="T70" y="T71"/>
                    </a:cxn>
                    <a:cxn ang="T118">
                      <a:pos x="T72" y="T73"/>
                    </a:cxn>
                    <a:cxn ang="T119">
                      <a:pos x="T74" y="T75"/>
                    </a:cxn>
                    <a:cxn ang="T120">
                      <a:pos x="T76" y="T77"/>
                    </a:cxn>
                    <a:cxn ang="T121">
                      <a:pos x="T78" y="T79"/>
                    </a:cxn>
                    <a:cxn ang="T122">
                      <a:pos x="T80" y="T81"/>
                    </a:cxn>
                  </a:cxnLst>
                  <a:rect l="T123" t="T124" r="T125" b="T126"/>
                  <a:pathLst>
                    <a:path w="717" h="756">
                      <a:moveTo>
                        <a:pt x="0" y="756"/>
                      </a:moveTo>
                      <a:lnTo>
                        <a:pt x="52" y="167"/>
                      </a:lnTo>
                      <a:lnTo>
                        <a:pt x="64" y="384"/>
                      </a:lnTo>
                      <a:lnTo>
                        <a:pt x="90" y="103"/>
                      </a:lnTo>
                      <a:lnTo>
                        <a:pt x="116" y="519"/>
                      </a:lnTo>
                      <a:lnTo>
                        <a:pt x="135" y="487"/>
                      </a:lnTo>
                      <a:lnTo>
                        <a:pt x="135" y="359"/>
                      </a:lnTo>
                      <a:lnTo>
                        <a:pt x="167" y="71"/>
                      </a:lnTo>
                      <a:lnTo>
                        <a:pt x="192" y="244"/>
                      </a:lnTo>
                      <a:lnTo>
                        <a:pt x="205" y="96"/>
                      </a:lnTo>
                      <a:lnTo>
                        <a:pt x="218" y="615"/>
                      </a:lnTo>
                      <a:lnTo>
                        <a:pt x="244" y="397"/>
                      </a:lnTo>
                      <a:lnTo>
                        <a:pt x="282" y="519"/>
                      </a:lnTo>
                      <a:lnTo>
                        <a:pt x="308" y="308"/>
                      </a:lnTo>
                      <a:lnTo>
                        <a:pt x="333" y="442"/>
                      </a:lnTo>
                      <a:lnTo>
                        <a:pt x="346" y="352"/>
                      </a:lnTo>
                      <a:lnTo>
                        <a:pt x="365" y="384"/>
                      </a:lnTo>
                      <a:lnTo>
                        <a:pt x="378" y="135"/>
                      </a:lnTo>
                      <a:lnTo>
                        <a:pt x="391" y="301"/>
                      </a:lnTo>
                      <a:lnTo>
                        <a:pt x="384" y="519"/>
                      </a:lnTo>
                      <a:lnTo>
                        <a:pt x="404" y="679"/>
                      </a:lnTo>
                      <a:lnTo>
                        <a:pt x="429" y="628"/>
                      </a:lnTo>
                      <a:lnTo>
                        <a:pt x="442" y="480"/>
                      </a:lnTo>
                      <a:lnTo>
                        <a:pt x="455" y="391"/>
                      </a:lnTo>
                      <a:lnTo>
                        <a:pt x="436" y="506"/>
                      </a:lnTo>
                      <a:lnTo>
                        <a:pt x="461" y="352"/>
                      </a:lnTo>
                      <a:lnTo>
                        <a:pt x="474" y="455"/>
                      </a:lnTo>
                      <a:lnTo>
                        <a:pt x="493" y="519"/>
                      </a:lnTo>
                      <a:lnTo>
                        <a:pt x="512" y="410"/>
                      </a:lnTo>
                      <a:lnTo>
                        <a:pt x="532" y="186"/>
                      </a:lnTo>
                      <a:lnTo>
                        <a:pt x="544" y="231"/>
                      </a:lnTo>
                      <a:lnTo>
                        <a:pt x="570" y="148"/>
                      </a:lnTo>
                      <a:lnTo>
                        <a:pt x="576" y="301"/>
                      </a:lnTo>
                      <a:lnTo>
                        <a:pt x="576" y="730"/>
                      </a:lnTo>
                      <a:lnTo>
                        <a:pt x="647" y="0"/>
                      </a:lnTo>
                      <a:lnTo>
                        <a:pt x="647" y="250"/>
                      </a:lnTo>
                      <a:lnTo>
                        <a:pt x="660" y="333"/>
                      </a:lnTo>
                      <a:lnTo>
                        <a:pt x="685" y="192"/>
                      </a:lnTo>
                      <a:lnTo>
                        <a:pt x="711" y="340"/>
                      </a:lnTo>
                      <a:lnTo>
                        <a:pt x="698" y="429"/>
                      </a:lnTo>
                      <a:lnTo>
                        <a:pt x="717" y="461"/>
                      </a:lnTo>
                    </a:path>
                  </a:pathLst>
                </a:custGeom>
                <a:noFill/>
                <a:ln w="9525">
                  <a:solidFill>
                    <a:srgbClr val="FF0000"/>
                  </a:solidFill>
                  <a:round/>
                  <a:headEnd/>
                  <a:tailEnd/>
                </a:ln>
              </p:spPr>
              <p:txBody>
                <a:bodyPr/>
                <a:lstStyle/>
                <a:p>
                  <a:endParaRPr lang="en-GB" sz="1600"/>
                </a:p>
              </p:txBody>
            </p:sp>
            <p:sp>
              <p:nvSpPr>
                <p:cNvPr id="14408" name="Freeform 372"/>
                <p:cNvSpPr>
                  <a:spLocks/>
                </p:cNvSpPr>
                <p:nvPr/>
              </p:nvSpPr>
              <p:spPr bwMode="auto">
                <a:xfrm flipH="1">
                  <a:off x="4698" y="1100"/>
                  <a:ext cx="313" cy="756"/>
                </a:xfrm>
                <a:custGeom>
                  <a:avLst/>
                  <a:gdLst>
                    <a:gd name="T0" fmla="*/ 0 w 717"/>
                    <a:gd name="T1" fmla="*/ 756 h 756"/>
                    <a:gd name="T2" fmla="*/ 4 w 717"/>
                    <a:gd name="T3" fmla="*/ 167 h 756"/>
                    <a:gd name="T4" fmla="*/ 5 w 717"/>
                    <a:gd name="T5" fmla="*/ 384 h 756"/>
                    <a:gd name="T6" fmla="*/ 7 w 717"/>
                    <a:gd name="T7" fmla="*/ 103 h 756"/>
                    <a:gd name="T8" fmla="*/ 10 w 717"/>
                    <a:gd name="T9" fmla="*/ 519 h 756"/>
                    <a:gd name="T10" fmla="*/ 11 w 717"/>
                    <a:gd name="T11" fmla="*/ 487 h 756"/>
                    <a:gd name="T12" fmla="*/ 11 w 717"/>
                    <a:gd name="T13" fmla="*/ 359 h 756"/>
                    <a:gd name="T14" fmla="*/ 14 w 717"/>
                    <a:gd name="T15" fmla="*/ 71 h 756"/>
                    <a:gd name="T16" fmla="*/ 16 w 717"/>
                    <a:gd name="T17" fmla="*/ 244 h 756"/>
                    <a:gd name="T18" fmla="*/ 17 w 717"/>
                    <a:gd name="T19" fmla="*/ 96 h 756"/>
                    <a:gd name="T20" fmla="*/ 18 w 717"/>
                    <a:gd name="T21" fmla="*/ 615 h 756"/>
                    <a:gd name="T22" fmla="*/ 21 w 717"/>
                    <a:gd name="T23" fmla="*/ 397 h 756"/>
                    <a:gd name="T24" fmla="*/ 24 w 717"/>
                    <a:gd name="T25" fmla="*/ 519 h 756"/>
                    <a:gd name="T26" fmla="*/ 25 w 717"/>
                    <a:gd name="T27" fmla="*/ 308 h 756"/>
                    <a:gd name="T28" fmla="*/ 28 w 717"/>
                    <a:gd name="T29" fmla="*/ 442 h 756"/>
                    <a:gd name="T30" fmla="*/ 29 w 717"/>
                    <a:gd name="T31" fmla="*/ 352 h 756"/>
                    <a:gd name="T32" fmla="*/ 30 w 717"/>
                    <a:gd name="T33" fmla="*/ 384 h 756"/>
                    <a:gd name="T34" fmla="*/ 31 w 717"/>
                    <a:gd name="T35" fmla="*/ 135 h 756"/>
                    <a:gd name="T36" fmla="*/ 33 w 717"/>
                    <a:gd name="T37" fmla="*/ 301 h 756"/>
                    <a:gd name="T38" fmla="*/ 32 w 717"/>
                    <a:gd name="T39" fmla="*/ 519 h 756"/>
                    <a:gd name="T40" fmla="*/ 34 w 717"/>
                    <a:gd name="T41" fmla="*/ 679 h 756"/>
                    <a:gd name="T42" fmla="*/ 36 w 717"/>
                    <a:gd name="T43" fmla="*/ 628 h 756"/>
                    <a:gd name="T44" fmla="*/ 37 w 717"/>
                    <a:gd name="T45" fmla="*/ 480 h 756"/>
                    <a:gd name="T46" fmla="*/ 38 w 717"/>
                    <a:gd name="T47" fmla="*/ 391 h 756"/>
                    <a:gd name="T48" fmla="*/ 36 w 717"/>
                    <a:gd name="T49" fmla="*/ 506 h 756"/>
                    <a:gd name="T50" fmla="*/ 38 w 717"/>
                    <a:gd name="T51" fmla="*/ 352 h 756"/>
                    <a:gd name="T52" fmla="*/ 39 w 717"/>
                    <a:gd name="T53" fmla="*/ 455 h 756"/>
                    <a:gd name="T54" fmla="*/ 41 w 717"/>
                    <a:gd name="T55" fmla="*/ 519 h 756"/>
                    <a:gd name="T56" fmla="*/ 43 w 717"/>
                    <a:gd name="T57" fmla="*/ 410 h 756"/>
                    <a:gd name="T58" fmla="*/ 44 w 717"/>
                    <a:gd name="T59" fmla="*/ 186 h 756"/>
                    <a:gd name="T60" fmla="*/ 45 w 717"/>
                    <a:gd name="T61" fmla="*/ 231 h 756"/>
                    <a:gd name="T62" fmla="*/ 48 w 717"/>
                    <a:gd name="T63" fmla="*/ 148 h 756"/>
                    <a:gd name="T64" fmla="*/ 48 w 717"/>
                    <a:gd name="T65" fmla="*/ 301 h 756"/>
                    <a:gd name="T66" fmla="*/ 48 w 717"/>
                    <a:gd name="T67" fmla="*/ 730 h 756"/>
                    <a:gd name="T68" fmla="*/ 54 w 717"/>
                    <a:gd name="T69" fmla="*/ 0 h 756"/>
                    <a:gd name="T70" fmla="*/ 54 w 717"/>
                    <a:gd name="T71" fmla="*/ 250 h 756"/>
                    <a:gd name="T72" fmla="*/ 55 w 717"/>
                    <a:gd name="T73" fmla="*/ 333 h 756"/>
                    <a:gd name="T74" fmla="*/ 57 w 717"/>
                    <a:gd name="T75" fmla="*/ 192 h 756"/>
                    <a:gd name="T76" fmla="*/ 59 w 717"/>
                    <a:gd name="T77" fmla="*/ 340 h 756"/>
                    <a:gd name="T78" fmla="*/ 58 w 717"/>
                    <a:gd name="T79" fmla="*/ 429 h 756"/>
                    <a:gd name="T80" fmla="*/ 60 w 717"/>
                    <a:gd name="T81" fmla="*/ 461 h 756"/>
                    <a:gd name="T82" fmla="*/ 0 60000 65536"/>
                    <a:gd name="T83" fmla="*/ 0 60000 65536"/>
                    <a:gd name="T84" fmla="*/ 0 60000 65536"/>
                    <a:gd name="T85" fmla="*/ 0 60000 65536"/>
                    <a:gd name="T86" fmla="*/ 0 60000 65536"/>
                    <a:gd name="T87" fmla="*/ 0 60000 65536"/>
                    <a:gd name="T88" fmla="*/ 0 60000 65536"/>
                    <a:gd name="T89" fmla="*/ 0 60000 65536"/>
                    <a:gd name="T90" fmla="*/ 0 60000 65536"/>
                    <a:gd name="T91" fmla="*/ 0 60000 65536"/>
                    <a:gd name="T92" fmla="*/ 0 60000 65536"/>
                    <a:gd name="T93" fmla="*/ 0 60000 65536"/>
                    <a:gd name="T94" fmla="*/ 0 60000 65536"/>
                    <a:gd name="T95" fmla="*/ 0 60000 65536"/>
                    <a:gd name="T96" fmla="*/ 0 60000 65536"/>
                    <a:gd name="T97" fmla="*/ 0 60000 65536"/>
                    <a:gd name="T98" fmla="*/ 0 60000 65536"/>
                    <a:gd name="T99" fmla="*/ 0 60000 65536"/>
                    <a:gd name="T100" fmla="*/ 0 60000 65536"/>
                    <a:gd name="T101" fmla="*/ 0 60000 65536"/>
                    <a:gd name="T102" fmla="*/ 0 60000 65536"/>
                    <a:gd name="T103" fmla="*/ 0 60000 65536"/>
                    <a:gd name="T104" fmla="*/ 0 60000 65536"/>
                    <a:gd name="T105" fmla="*/ 0 60000 65536"/>
                    <a:gd name="T106" fmla="*/ 0 60000 65536"/>
                    <a:gd name="T107" fmla="*/ 0 60000 65536"/>
                    <a:gd name="T108" fmla="*/ 0 60000 65536"/>
                    <a:gd name="T109" fmla="*/ 0 60000 65536"/>
                    <a:gd name="T110" fmla="*/ 0 60000 65536"/>
                    <a:gd name="T111" fmla="*/ 0 60000 65536"/>
                    <a:gd name="T112" fmla="*/ 0 60000 65536"/>
                    <a:gd name="T113" fmla="*/ 0 60000 65536"/>
                    <a:gd name="T114" fmla="*/ 0 60000 65536"/>
                    <a:gd name="T115" fmla="*/ 0 60000 65536"/>
                    <a:gd name="T116" fmla="*/ 0 60000 65536"/>
                    <a:gd name="T117" fmla="*/ 0 60000 65536"/>
                    <a:gd name="T118" fmla="*/ 0 60000 65536"/>
                    <a:gd name="T119" fmla="*/ 0 60000 65536"/>
                    <a:gd name="T120" fmla="*/ 0 60000 65536"/>
                    <a:gd name="T121" fmla="*/ 0 60000 65536"/>
                    <a:gd name="T122" fmla="*/ 0 60000 65536"/>
                    <a:gd name="T123" fmla="*/ 0 w 717"/>
                    <a:gd name="T124" fmla="*/ 0 h 756"/>
                    <a:gd name="T125" fmla="*/ 717 w 717"/>
                    <a:gd name="T126" fmla="*/ 756 h 756"/>
                  </a:gdLst>
                  <a:ahLst/>
                  <a:cxnLst>
                    <a:cxn ang="T82">
                      <a:pos x="T0" y="T1"/>
                    </a:cxn>
                    <a:cxn ang="T83">
                      <a:pos x="T2" y="T3"/>
                    </a:cxn>
                    <a:cxn ang="T84">
                      <a:pos x="T4" y="T5"/>
                    </a:cxn>
                    <a:cxn ang="T85">
                      <a:pos x="T6" y="T7"/>
                    </a:cxn>
                    <a:cxn ang="T86">
                      <a:pos x="T8" y="T9"/>
                    </a:cxn>
                    <a:cxn ang="T87">
                      <a:pos x="T10" y="T11"/>
                    </a:cxn>
                    <a:cxn ang="T88">
                      <a:pos x="T12" y="T13"/>
                    </a:cxn>
                    <a:cxn ang="T89">
                      <a:pos x="T14" y="T15"/>
                    </a:cxn>
                    <a:cxn ang="T90">
                      <a:pos x="T16" y="T17"/>
                    </a:cxn>
                    <a:cxn ang="T91">
                      <a:pos x="T18" y="T19"/>
                    </a:cxn>
                    <a:cxn ang="T92">
                      <a:pos x="T20" y="T21"/>
                    </a:cxn>
                    <a:cxn ang="T93">
                      <a:pos x="T22" y="T23"/>
                    </a:cxn>
                    <a:cxn ang="T94">
                      <a:pos x="T24" y="T25"/>
                    </a:cxn>
                    <a:cxn ang="T95">
                      <a:pos x="T26" y="T27"/>
                    </a:cxn>
                    <a:cxn ang="T96">
                      <a:pos x="T28" y="T29"/>
                    </a:cxn>
                    <a:cxn ang="T97">
                      <a:pos x="T30" y="T31"/>
                    </a:cxn>
                    <a:cxn ang="T98">
                      <a:pos x="T32" y="T33"/>
                    </a:cxn>
                    <a:cxn ang="T99">
                      <a:pos x="T34" y="T35"/>
                    </a:cxn>
                    <a:cxn ang="T100">
                      <a:pos x="T36" y="T37"/>
                    </a:cxn>
                    <a:cxn ang="T101">
                      <a:pos x="T38" y="T39"/>
                    </a:cxn>
                    <a:cxn ang="T102">
                      <a:pos x="T40" y="T41"/>
                    </a:cxn>
                    <a:cxn ang="T103">
                      <a:pos x="T42" y="T43"/>
                    </a:cxn>
                    <a:cxn ang="T104">
                      <a:pos x="T44" y="T45"/>
                    </a:cxn>
                    <a:cxn ang="T105">
                      <a:pos x="T46" y="T47"/>
                    </a:cxn>
                    <a:cxn ang="T106">
                      <a:pos x="T48" y="T49"/>
                    </a:cxn>
                    <a:cxn ang="T107">
                      <a:pos x="T50" y="T51"/>
                    </a:cxn>
                    <a:cxn ang="T108">
                      <a:pos x="T52" y="T53"/>
                    </a:cxn>
                    <a:cxn ang="T109">
                      <a:pos x="T54" y="T55"/>
                    </a:cxn>
                    <a:cxn ang="T110">
                      <a:pos x="T56" y="T57"/>
                    </a:cxn>
                    <a:cxn ang="T111">
                      <a:pos x="T58" y="T59"/>
                    </a:cxn>
                    <a:cxn ang="T112">
                      <a:pos x="T60" y="T61"/>
                    </a:cxn>
                    <a:cxn ang="T113">
                      <a:pos x="T62" y="T63"/>
                    </a:cxn>
                    <a:cxn ang="T114">
                      <a:pos x="T64" y="T65"/>
                    </a:cxn>
                    <a:cxn ang="T115">
                      <a:pos x="T66" y="T67"/>
                    </a:cxn>
                    <a:cxn ang="T116">
                      <a:pos x="T68" y="T69"/>
                    </a:cxn>
                    <a:cxn ang="T117">
                      <a:pos x="T70" y="T71"/>
                    </a:cxn>
                    <a:cxn ang="T118">
                      <a:pos x="T72" y="T73"/>
                    </a:cxn>
                    <a:cxn ang="T119">
                      <a:pos x="T74" y="T75"/>
                    </a:cxn>
                    <a:cxn ang="T120">
                      <a:pos x="T76" y="T77"/>
                    </a:cxn>
                    <a:cxn ang="T121">
                      <a:pos x="T78" y="T79"/>
                    </a:cxn>
                    <a:cxn ang="T122">
                      <a:pos x="T80" y="T81"/>
                    </a:cxn>
                  </a:cxnLst>
                  <a:rect l="T123" t="T124" r="T125" b="T126"/>
                  <a:pathLst>
                    <a:path w="717" h="756">
                      <a:moveTo>
                        <a:pt x="0" y="756"/>
                      </a:moveTo>
                      <a:lnTo>
                        <a:pt x="52" y="167"/>
                      </a:lnTo>
                      <a:lnTo>
                        <a:pt x="64" y="384"/>
                      </a:lnTo>
                      <a:lnTo>
                        <a:pt x="90" y="103"/>
                      </a:lnTo>
                      <a:lnTo>
                        <a:pt x="116" y="519"/>
                      </a:lnTo>
                      <a:lnTo>
                        <a:pt x="135" y="487"/>
                      </a:lnTo>
                      <a:lnTo>
                        <a:pt x="135" y="359"/>
                      </a:lnTo>
                      <a:lnTo>
                        <a:pt x="167" y="71"/>
                      </a:lnTo>
                      <a:lnTo>
                        <a:pt x="192" y="244"/>
                      </a:lnTo>
                      <a:lnTo>
                        <a:pt x="205" y="96"/>
                      </a:lnTo>
                      <a:lnTo>
                        <a:pt x="218" y="615"/>
                      </a:lnTo>
                      <a:lnTo>
                        <a:pt x="244" y="397"/>
                      </a:lnTo>
                      <a:lnTo>
                        <a:pt x="282" y="519"/>
                      </a:lnTo>
                      <a:lnTo>
                        <a:pt x="308" y="308"/>
                      </a:lnTo>
                      <a:lnTo>
                        <a:pt x="333" y="442"/>
                      </a:lnTo>
                      <a:lnTo>
                        <a:pt x="346" y="352"/>
                      </a:lnTo>
                      <a:lnTo>
                        <a:pt x="365" y="384"/>
                      </a:lnTo>
                      <a:lnTo>
                        <a:pt x="378" y="135"/>
                      </a:lnTo>
                      <a:lnTo>
                        <a:pt x="391" y="301"/>
                      </a:lnTo>
                      <a:lnTo>
                        <a:pt x="384" y="519"/>
                      </a:lnTo>
                      <a:lnTo>
                        <a:pt x="404" y="679"/>
                      </a:lnTo>
                      <a:lnTo>
                        <a:pt x="429" y="628"/>
                      </a:lnTo>
                      <a:lnTo>
                        <a:pt x="442" y="480"/>
                      </a:lnTo>
                      <a:lnTo>
                        <a:pt x="455" y="391"/>
                      </a:lnTo>
                      <a:lnTo>
                        <a:pt x="436" y="506"/>
                      </a:lnTo>
                      <a:lnTo>
                        <a:pt x="461" y="352"/>
                      </a:lnTo>
                      <a:lnTo>
                        <a:pt x="474" y="455"/>
                      </a:lnTo>
                      <a:lnTo>
                        <a:pt x="493" y="519"/>
                      </a:lnTo>
                      <a:lnTo>
                        <a:pt x="512" y="410"/>
                      </a:lnTo>
                      <a:lnTo>
                        <a:pt x="532" y="186"/>
                      </a:lnTo>
                      <a:lnTo>
                        <a:pt x="544" y="231"/>
                      </a:lnTo>
                      <a:lnTo>
                        <a:pt x="570" y="148"/>
                      </a:lnTo>
                      <a:lnTo>
                        <a:pt x="576" y="301"/>
                      </a:lnTo>
                      <a:lnTo>
                        <a:pt x="576" y="730"/>
                      </a:lnTo>
                      <a:lnTo>
                        <a:pt x="647" y="0"/>
                      </a:lnTo>
                      <a:lnTo>
                        <a:pt x="647" y="250"/>
                      </a:lnTo>
                      <a:lnTo>
                        <a:pt x="660" y="333"/>
                      </a:lnTo>
                      <a:lnTo>
                        <a:pt x="685" y="192"/>
                      </a:lnTo>
                      <a:lnTo>
                        <a:pt x="711" y="340"/>
                      </a:lnTo>
                      <a:lnTo>
                        <a:pt x="698" y="429"/>
                      </a:lnTo>
                      <a:lnTo>
                        <a:pt x="717" y="461"/>
                      </a:lnTo>
                    </a:path>
                  </a:pathLst>
                </a:custGeom>
                <a:noFill/>
                <a:ln w="9525">
                  <a:solidFill>
                    <a:srgbClr val="FF0000"/>
                  </a:solidFill>
                  <a:round/>
                  <a:headEnd/>
                  <a:tailEnd/>
                </a:ln>
              </p:spPr>
              <p:txBody>
                <a:bodyPr/>
                <a:lstStyle/>
                <a:p>
                  <a:endParaRPr lang="en-GB" sz="1600"/>
                </a:p>
              </p:txBody>
            </p:sp>
          </p:grpSp>
        </p:grpSp>
        <p:grpSp>
          <p:nvGrpSpPr>
            <p:cNvPr id="14438" name="Group 373"/>
            <p:cNvGrpSpPr>
              <a:grpSpLocks/>
            </p:cNvGrpSpPr>
            <p:nvPr/>
          </p:nvGrpSpPr>
          <p:grpSpPr bwMode="auto">
            <a:xfrm>
              <a:off x="4449" y="1842"/>
              <a:ext cx="525" cy="173"/>
              <a:chOff x="3404" y="1080"/>
              <a:chExt cx="1755" cy="819"/>
            </a:xfrm>
          </p:grpSpPr>
          <p:grpSp>
            <p:nvGrpSpPr>
              <p:cNvPr id="14439" name="Group 374"/>
              <p:cNvGrpSpPr>
                <a:grpSpLocks/>
              </p:cNvGrpSpPr>
              <p:nvPr/>
            </p:nvGrpSpPr>
            <p:grpSpPr bwMode="auto">
              <a:xfrm>
                <a:off x="3404" y="1080"/>
                <a:ext cx="590" cy="801"/>
                <a:chOff x="3462" y="1100"/>
                <a:chExt cx="1549" cy="801"/>
              </a:xfrm>
            </p:grpSpPr>
            <p:sp>
              <p:nvSpPr>
                <p:cNvPr id="14396" name="Freeform 375"/>
                <p:cNvSpPr>
                  <a:spLocks/>
                </p:cNvSpPr>
                <p:nvPr/>
              </p:nvSpPr>
              <p:spPr bwMode="auto">
                <a:xfrm>
                  <a:off x="3462" y="1126"/>
                  <a:ext cx="313" cy="756"/>
                </a:xfrm>
                <a:custGeom>
                  <a:avLst/>
                  <a:gdLst>
                    <a:gd name="T0" fmla="*/ 0 w 717"/>
                    <a:gd name="T1" fmla="*/ 756 h 756"/>
                    <a:gd name="T2" fmla="*/ 4 w 717"/>
                    <a:gd name="T3" fmla="*/ 167 h 756"/>
                    <a:gd name="T4" fmla="*/ 5 w 717"/>
                    <a:gd name="T5" fmla="*/ 384 h 756"/>
                    <a:gd name="T6" fmla="*/ 7 w 717"/>
                    <a:gd name="T7" fmla="*/ 103 h 756"/>
                    <a:gd name="T8" fmla="*/ 10 w 717"/>
                    <a:gd name="T9" fmla="*/ 519 h 756"/>
                    <a:gd name="T10" fmla="*/ 11 w 717"/>
                    <a:gd name="T11" fmla="*/ 487 h 756"/>
                    <a:gd name="T12" fmla="*/ 11 w 717"/>
                    <a:gd name="T13" fmla="*/ 359 h 756"/>
                    <a:gd name="T14" fmla="*/ 14 w 717"/>
                    <a:gd name="T15" fmla="*/ 71 h 756"/>
                    <a:gd name="T16" fmla="*/ 16 w 717"/>
                    <a:gd name="T17" fmla="*/ 244 h 756"/>
                    <a:gd name="T18" fmla="*/ 17 w 717"/>
                    <a:gd name="T19" fmla="*/ 96 h 756"/>
                    <a:gd name="T20" fmla="*/ 18 w 717"/>
                    <a:gd name="T21" fmla="*/ 615 h 756"/>
                    <a:gd name="T22" fmla="*/ 21 w 717"/>
                    <a:gd name="T23" fmla="*/ 397 h 756"/>
                    <a:gd name="T24" fmla="*/ 24 w 717"/>
                    <a:gd name="T25" fmla="*/ 519 h 756"/>
                    <a:gd name="T26" fmla="*/ 25 w 717"/>
                    <a:gd name="T27" fmla="*/ 308 h 756"/>
                    <a:gd name="T28" fmla="*/ 28 w 717"/>
                    <a:gd name="T29" fmla="*/ 442 h 756"/>
                    <a:gd name="T30" fmla="*/ 29 w 717"/>
                    <a:gd name="T31" fmla="*/ 352 h 756"/>
                    <a:gd name="T32" fmla="*/ 30 w 717"/>
                    <a:gd name="T33" fmla="*/ 384 h 756"/>
                    <a:gd name="T34" fmla="*/ 31 w 717"/>
                    <a:gd name="T35" fmla="*/ 135 h 756"/>
                    <a:gd name="T36" fmla="*/ 33 w 717"/>
                    <a:gd name="T37" fmla="*/ 301 h 756"/>
                    <a:gd name="T38" fmla="*/ 32 w 717"/>
                    <a:gd name="T39" fmla="*/ 519 h 756"/>
                    <a:gd name="T40" fmla="*/ 34 w 717"/>
                    <a:gd name="T41" fmla="*/ 679 h 756"/>
                    <a:gd name="T42" fmla="*/ 36 w 717"/>
                    <a:gd name="T43" fmla="*/ 628 h 756"/>
                    <a:gd name="T44" fmla="*/ 37 w 717"/>
                    <a:gd name="T45" fmla="*/ 480 h 756"/>
                    <a:gd name="T46" fmla="*/ 38 w 717"/>
                    <a:gd name="T47" fmla="*/ 391 h 756"/>
                    <a:gd name="T48" fmla="*/ 36 w 717"/>
                    <a:gd name="T49" fmla="*/ 506 h 756"/>
                    <a:gd name="T50" fmla="*/ 38 w 717"/>
                    <a:gd name="T51" fmla="*/ 352 h 756"/>
                    <a:gd name="T52" fmla="*/ 39 w 717"/>
                    <a:gd name="T53" fmla="*/ 455 h 756"/>
                    <a:gd name="T54" fmla="*/ 41 w 717"/>
                    <a:gd name="T55" fmla="*/ 519 h 756"/>
                    <a:gd name="T56" fmla="*/ 43 w 717"/>
                    <a:gd name="T57" fmla="*/ 410 h 756"/>
                    <a:gd name="T58" fmla="*/ 44 w 717"/>
                    <a:gd name="T59" fmla="*/ 186 h 756"/>
                    <a:gd name="T60" fmla="*/ 45 w 717"/>
                    <a:gd name="T61" fmla="*/ 231 h 756"/>
                    <a:gd name="T62" fmla="*/ 48 w 717"/>
                    <a:gd name="T63" fmla="*/ 148 h 756"/>
                    <a:gd name="T64" fmla="*/ 48 w 717"/>
                    <a:gd name="T65" fmla="*/ 301 h 756"/>
                    <a:gd name="T66" fmla="*/ 48 w 717"/>
                    <a:gd name="T67" fmla="*/ 730 h 756"/>
                    <a:gd name="T68" fmla="*/ 54 w 717"/>
                    <a:gd name="T69" fmla="*/ 0 h 756"/>
                    <a:gd name="T70" fmla="*/ 54 w 717"/>
                    <a:gd name="T71" fmla="*/ 250 h 756"/>
                    <a:gd name="T72" fmla="*/ 55 w 717"/>
                    <a:gd name="T73" fmla="*/ 333 h 756"/>
                    <a:gd name="T74" fmla="*/ 57 w 717"/>
                    <a:gd name="T75" fmla="*/ 192 h 756"/>
                    <a:gd name="T76" fmla="*/ 59 w 717"/>
                    <a:gd name="T77" fmla="*/ 340 h 756"/>
                    <a:gd name="T78" fmla="*/ 58 w 717"/>
                    <a:gd name="T79" fmla="*/ 429 h 756"/>
                    <a:gd name="T80" fmla="*/ 60 w 717"/>
                    <a:gd name="T81" fmla="*/ 461 h 756"/>
                    <a:gd name="T82" fmla="*/ 0 60000 65536"/>
                    <a:gd name="T83" fmla="*/ 0 60000 65536"/>
                    <a:gd name="T84" fmla="*/ 0 60000 65536"/>
                    <a:gd name="T85" fmla="*/ 0 60000 65536"/>
                    <a:gd name="T86" fmla="*/ 0 60000 65536"/>
                    <a:gd name="T87" fmla="*/ 0 60000 65536"/>
                    <a:gd name="T88" fmla="*/ 0 60000 65536"/>
                    <a:gd name="T89" fmla="*/ 0 60000 65536"/>
                    <a:gd name="T90" fmla="*/ 0 60000 65536"/>
                    <a:gd name="T91" fmla="*/ 0 60000 65536"/>
                    <a:gd name="T92" fmla="*/ 0 60000 65536"/>
                    <a:gd name="T93" fmla="*/ 0 60000 65536"/>
                    <a:gd name="T94" fmla="*/ 0 60000 65536"/>
                    <a:gd name="T95" fmla="*/ 0 60000 65536"/>
                    <a:gd name="T96" fmla="*/ 0 60000 65536"/>
                    <a:gd name="T97" fmla="*/ 0 60000 65536"/>
                    <a:gd name="T98" fmla="*/ 0 60000 65536"/>
                    <a:gd name="T99" fmla="*/ 0 60000 65536"/>
                    <a:gd name="T100" fmla="*/ 0 60000 65536"/>
                    <a:gd name="T101" fmla="*/ 0 60000 65536"/>
                    <a:gd name="T102" fmla="*/ 0 60000 65536"/>
                    <a:gd name="T103" fmla="*/ 0 60000 65536"/>
                    <a:gd name="T104" fmla="*/ 0 60000 65536"/>
                    <a:gd name="T105" fmla="*/ 0 60000 65536"/>
                    <a:gd name="T106" fmla="*/ 0 60000 65536"/>
                    <a:gd name="T107" fmla="*/ 0 60000 65536"/>
                    <a:gd name="T108" fmla="*/ 0 60000 65536"/>
                    <a:gd name="T109" fmla="*/ 0 60000 65536"/>
                    <a:gd name="T110" fmla="*/ 0 60000 65536"/>
                    <a:gd name="T111" fmla="*/ 0 60000 65536"/>
                    <a:gd name="T112" fmla="*/ 0 60000 65536"/>
                    <a:gd name="T113" fmla="*/ 0 60000 65536"/>
                    <a:gd name="T114" fmla="*/ 0 60000 65536"/>
                    <a:gd name="T115" fmla="*/ 0 60000 65536"/>
                    <a:gd name="T116" fmla="*/ 0 60000 65536"/>
                    <a:gd name="T117" fmla="*/ 0 60000 65536"/>
                    <a:gd name="T118" fmla="*/ 0 60000 65536"/>
                    <a:gd name="T119" fmla="*/ 0 60000 65536"/>
                    <a:gd name="T120" fmla="*/ 0 60000 65536"/>
                    <a:gd name="T121" fmla="*/ 0 60000 65536"/>
                    <a:gd name="T122" fmla="*/ 0 60000 65536"/>
                    <a:gd name="T123" fmla="*/ 0 w 717"/>
                    <a:gd name="T124" fmla="*/ 0 h 756"/>
                    <a:gd name="T125" fmla="*/ 717 w 717"/>
                    <a:gd name="T126" fmla="*/ 756 h 756"/>
                  </a:gdLst>
                  <a:ahLst/>
                  <a:cxnLst>
                    <a:cxn ang="T82">
                      <a:pos x="T0" y="T1"/>
                    </a:cxn>
                    <a:cxn ang="T83">
                      <a:pos x="T2" y="T3"/>
                    </a:cxn>
                    <a:cxn ang="T84">
                      <a:pos x="T4" y="T5"/>
                    </a:cxn>
                    <a:cxn ang="T85">
                      <a:pos x="T6" y="T7"/>
                    </a:cxn>
                    <a:cxn ang="T86">
                      <a:pos x="T8" y="T9"/>
                    </a:cxn>
                    <a:cxn ang="T87">
                      <a:pos x="T10" y="T11"/>
                    </a:cxn>
                    <a:cxn ang="T88">
                      <a:pos x="T12" y="T13"/>
                    </a:cxn>
                    <a:cxn ang="T89">
                      <a:pos x="T14" y="T15"/>
                    </a:cxn>
                    <a:cxn ang="T90">
                      <a:pos x="T16" y="T17"/>
                    </a:cxn>
                    <a:cxn ang="T91">
                      <a:pos x="T18" y="T19"/>
                    </a:cxn>
                    <a:cxn ang="T92">
                      <a:pos x="T20" y="T21"/>
                    </a:cxn>
                    <a:cxn ang="T93">
                      <a:pos x="T22" y="T23"/>
                    </a:cxn>
                    <a:cxn ang="T94">
                      <a:pos x="T24" y="T25"/>
                    </a:cxn>
                    <a:cxn ang="T95">
                      <a:pos x="T26" y="T27"/>
                    </a:cxn>
                    <a:cxn ang="T96">
                      <a:pos x="T28" y="T29"/>
                    </a:cxn>
                    <a:cxn ang="T97">
                      <a:pos x="T30" y="T31"/>
                    </a:cxn>
                    <a:cxn ang="T98">
                      <a:pos x="T32" y="T33"/>
                    </a:cxn>
                    <a:cxn ang="T99">
                      <a:pos x="T34" y="T35"/>
                    </a:cxn>
                    <a:cxn ang="T100">
                      <a:pos x="T36" y="T37"/>
                    </a:cxn>
                    <a:cxn ang="T101">
                      <a:pos x="T38" y="T39"/>
                    </a:cxn>
                    <a:cxn ang="T102">
                      <a:pos x="T40" y="T41"/>
                    </a:cxn>
                    <a:cxn ang="T103">
                      <a:pos x="T42" y="T43"/>
                    </a:cxn>
                    <a:cxn ang="T104">
                      <a:pos x="T44" y="T45"/>
                    </a:cxn>
                    <a:cxn ang="T105">
                      <a:pos x="T46" y="T47"/>
                    </a:cxn>
                    <a:cxn ang="T106">
                      <a:pos x="T48" y="T49"/>
                    </a:cxn>
                    <a:cxn ang="T107">
                      <a:pos x="T50" y="T51"/>
                    </a:cxn>
                    <a:cxn ang="T108">
                      <a:pos x="T52" y="T53"/>
                    </a:cxn>
                    <a:cxn ang="T109">
                      <a:pos x="T54" y="T55"/>
                    </a:cxn>
                    <a:cxn ang="T110">
                      <a:pos x="T56" y="T57"/>
                    </a:cxn>
                    <a:cxn ang="T111">
                      <a:pos x="T58" y="T59"/>
                    </a:cxn>
                    <a:cxn ang="T112">
                      <a:pos x="T60" y="T61"/>
                    </a:cxn>
                    <a:cxn ang="T113">
                      <a:pos x="T62" y="T63"/>
                    </a:cxn>
                    <a:cxn ang="T114">
                      <a:pos x="T64" y="T65"/>
                    </a:cxn>
                    <a:cxn ang="T115">
                      <a:pos x="T66" y="T67"/>
                    </a:cxn>
                    <a:cxn ang="T116">
                      <a:pos x="T68" y="T69"/>
                    </a:cxn>
                    <a:cxn ang="T117">
                      <a:pos x="T70" y="T71"/>
                    </a:cxn>
                    <a:cxn ang="T118">
                      <a:pos x="T72" y="T73"/>
                    </a:cxn>
                    <a:cxn ang="T119">
                      <a:pos x="T74" y="T75"/>
                    </a:cxn>
                    <a:cxn ang="T120">
                      <a:pos x="T76" y="T77"/>
                    </a:cxn>
                    <a:cxn ang="T121">
                      <a:pos x="T78" y="T79"/>
                    </a:cxn>
                    <a:cxn ang="T122">
                      <a:pos x="T80" y="T81"/>
                    </a:cxn>
                  </a:cxnLst>
                  <a:rect l="T123" t="T124" r="T125" b="T126"/>
                  <a:pathLst>
                    <a:path w="717" h="756">
                      <a:moveTo>
                        <a:pt x="0" y="756"/>
                      </a:moveTo>
                      <a:lnTo>
                        <a:pt x="52" y="167"/>
                      </a:lnTo>
                      <a:lnTo>
                        <a:pt x="64" y="384"/>
                      </a:lnTo>
                      <a:lnTo>
                        <a:pt x="90" y="103"/>
                      </a:lnTo>
                      <a:lnTo>
                        <a:pt x="116" y="519"/>
                      </a:lnTo>
                      <a:lnTo>
                        <a:pt x="135" y="487"/>
                      </a:lnTo>
                      <a:lnTo>
                        <a:pt x="135" y="359"/>
                      </a:lnTo>
                      <a:lnTo>
                        <a:pt x="167" y="71"/>
                      </a:lnTo>
                      <a:lnTo>
                        <a:pt x="192" y="244"/>
                      </a:lnTo>
                      <a:lnTo>
                        <a:pt x="205" y="96"/>
                      </a:lnTo>
                      <a:lnTo>
                        <a:pt x="218" y="615"/>
                      </a:lnTo>
                      <a:lnTo>
                        <a:pt x="244" y="397"/>
                      </a:lnTo>
                      <a:lnTo>
                        <a:pt x="282" y="519"/>
                      </a:lnTo>
                      <a:lnTo>
                        <a:pt x="308" y="308"/>
                      </a:lnTo>
                      <a:lnTo>
                        <a:pt x="333" y="442"/>
                      </a:lnTo>
                      <a:lnTo>
                        <a:pt x="346" y="352"/>
                      </a:lnTo>
                      <a:lnTo>
                        <a:pt x="365" y="384"/>
                      </a:lnTo>
                      <a:lnTo>
                        <a:pt x="378" y="135"/>
                      </a:lnTo>
                      <a:lnTo>
                        <a:pt x="391" y="301"/>
                      </a:lnTo>
                      <a:lnTo>
                        <a:pt x="384" y="519"/>
                      </a:lnTo>
                      <a:lnTo>
                        <a:pt x="404" y="679"/>
                      </a:lnTo>
                      <a:lnTo>
                        <a:pt x="429" y="628"/>
                      </a:lnTo>
                      <a:lnTo>
                        <a:pt x="442" y="480"/>
                      </a:lnTo>
                      <a:lnTo>
                        <a:pt x="455" y="391"/>
                      </a:lnTo>
                      <a:lnTo>
                        <a:pt x="436" y="506"/>
                      </a:lnTo>
                      <a:lnTo>
                        <a:pt x="461" y="352"/>
                      </a:lnTo>
                      <a:lnTo>
                        <a:pt x="474" y="455"/>
                      </a:lnTo>
                      <a:lnTo>
                        <a:pt x="493" y="519"/>
                      </a:lnTo>
                      <a:lnTo>
                        <a:pt x="512" y="410"/>
                      </a:lnTo>
                      <a:lnTo>
                        <a:pt x="532" y="186"/>
                      </a:lnTo>
                      <a:lnTo>
                        <a:pt x="544" y="231"/>
                      </a:lnTo>
                      <a:lnTo>
                        <a:pt x="570" y="148"/>
                      </a:lnTo>
                      <a:lnTo>
                        <a:pt x="576" y="301"/>
                      </a:lnTo>
                      <a:lnTo>
                        <a:pt x="576" y="730"/>
                      </a:lnTo>
                      <a:lnTo>
                        <a:pt x="647" y="0"/>
                      </a:lnTo>
                      <a:lnTo>
                        <a:pt x="647" y="250"/>
                      </a:lnTo>
                      <a:lnTo>
                        <a:pt x="660" y="333"/>
                      </a:lnTo>
                      <a:lnTo>
                        <a:pt x="685" y="192"/>
                      </a:lnTo>
                      <a:lnTo>
                        <a:pt x="711" y="340"/>
                      </a:lnTo>
                      <a:lnTo>
                        <a:pt x="698" y="429"/>
                      </a:lnTo>
                      <a:lnTo>
                        <a:pt x="717" y="461"/>
                      </a:lnTo>
                    </a:path>
                  </a:pathLst>
                </a:custGeom>
                <a:noFill/>
                <a:ln w="9525">
                  <a:solidFill>
                    <a:srgbClr val="FF0000"/>
                  </a:solidFill>
                  <a:round/>
                  <a:headEnd/>
                  <a:tailEnd/>
                </a:ln>
              </p:spPr>
              <p:txBody>
                <a:bodyPr/>
                <a:lstStyle/>
                <a:p>
                  <a:endParaRPr lang="en-GB" sz="1600"/>
                </a:p>
              </p:txBody>
            </p:sp>
            <p:sp>
              <p:nvSpPr>
                <p:cNvPr id="14397" name="Freeform 376"/>
                <p:cNvSpPr>
                  <a:spLocks/>
                </p:cNvSpPr>
                <p:nvPr/>
              </p:nvSpPr>
              <p:spPr bwMode="auto">
                <a:xfrm flipH="1" flipV="1">
                  <a:off x="3770" y="1145"/>
                  <a:ext cx="313" cy="756"/>
                </a:xfrm>
                <a:custGeom>
                  <a:avLst/>
                  <a:gdLst>
                    <a:gd name="T0" fmla="*/ 0 w 717"/>
                    <a:gd name="T1" fmla="*/ 756 h 756"/>
                    <a:gd name="T2" fmla="*/ 4 w 717"/>
                    <a:gd name="T3" fmla="*/ 167 h 756"/>
                    <a:gd name="T4" fmla="*/ 5 w 717"/>
                    <a:gd name="T5" fmla="*/ 384 h 756"/>
                    <a:gd name="T6" fmla="*/ 7 w 717"/>
                    <a:gd name="T7" fmla="*/ 103 h 756"/>
                    <a:gd name="T8" fmla="*/ 10 w 717"/>
                    <a:gd name="T9" fmla="*/ 519 h 756"/>
                    <a:gd name="T10" fmla="*/ 11 w 717"/>
                    <a:gd name="T11" fmla="*/ 487 h 756"/>
                    <a:gd name="T12" fmla="*/ 11 w 717"/>
                    <a:gd name="T13" fmla="*/ 359 h 756"/>
                    <a:gd name="T14" fmla="*/ 14 w 717"/>
                    <a:gd name="T15" fmla="*/ 71 h 756"/>
                    <a:gd name="T16" fmla="*/ 16 w 717"/>
                    <a:gd name="T17" fmla="*/ 244 h 756"/>
                    <a:gd name="T18" fmla="*/ 17 w 717"/>
                    <a:gd name="T19" fmla="*/ 96 h 756"/>
                    <a:gd name="T20" fmla="*/ 18 w 717"/>
                    <a:gd name="T21" fmla="*/ 615 h 756"/>
                    <a:gd name="T22" fmla="*/ 21 w 717"/>
                    <a:gd name="T23" fmla="*/ 397 h 756"/>
                    <a:gd name="T24" fmla="*/ 24 w 717"/>
                    <a:gd name="T25" fmla="*/ 519 h 756"/>
                    <a:gd name="T26" fmla="*/ 25 w 717"/>
                    <a:gd name="T27" fmla="*/ 308 h 756"/>
                    <a:gd name="T28" fmla="*/ 28 w 717"/>
                    <a:gd name="T29" fmla="*/ 442 h 756"/>
                    <a:gd name="T30" fmla="*/ 29 w 717"/>
                    <a:gd name="T31" fmla="*/ 352 h 756"/>
                    <a:gd name="T32" fmla="*/ 30 w 717"/>
                    <a:gd name="T33" fmla="*/ 384 h 756"/>
                    <a:gd name="T34" fmla="*/ 31 w 717"/>
                    <a:gd name="T35" fmla="*/ 135 h 756"/>
                    <a:gd name="T36" fmla="*/ 33 w 717"/>
                    <a:gd name="T37" fmla="*/ 301 h 756"/>
                    <a:gd name="T38" fmla="*/ 32 w 717"/>
                    <a:gd name="T39" fmla="*/ 519 h 756"/>
                    <a:gd name="T40" fmla="*/ 34 w 717"/>
                    <a:gd name="T41" fmla="*/ 679 h 756"/>
                    <a:gd name="T42" fmla="*/ 36 w 717"/>
                    <a:gd name="T43" fmla="*/ 628 h 756"/>
                    <a:gd name="T44" fmla="*/ 37 w 717"/>
                    <a:gd name="T45" fmla="*/ 480 h 756"/>
                    <a:gd name="T46" fmla="*/ 38 w 717"/>
                    <a:gd name="T47" fmla="*/ 391 h 756"/>
                    <a:gd name="T48" fmla="*/ 36 w 717"/>
                    <a:gd name="T49" fmla="*/ 506 h 756"/>
                    <a:gd name="T50" fmla="*/ 38 w 717"/>
                    <a:gd name="T51" fmla="*/ 352 h 756"/>
                    <a:gd name="T52" fmla="*/ 39 w 717"/>
                    <a:gd name="T53" fmla="*/ 455 h 756"/>
                    <a:gd name="T54" fmla="*/ 41 w 717"/>
                    <a:gd name="T55" fmla="*/ 519 h 756"/>
                    <a:gd name="T56" fmla="*/ 43 w 717"/>
                    <a:gd name="T57" fmla="*/ 410 h 756"/>
                    <a:gd name="T58" fmla="*/ 44 w 717"/>
                    <a:gd name="T59" fmla="*/ 186 h 756"/>
                    <a:gd name="T60" fmla="*/ 45 w 717"/>
                    <a:gd name="T61" fmla="*/ 231 h 756"/>
                    <a:gd name="T62" fmla="*/ 48 w 717"/>
                    <a:gd name="T63" fmla="*/ 148 h 756"/>
                    <a:gd name="T64" fmla="*/ 48 w 717"/>
                    <a:gd name="T65" fmla="*/ 301 h 756"/>
                    <a:gd name="T66" fmla="*/ 48 w 717"/>
                    <a:gd name="T67" fmla="*/ 730 h 756"/>
                    <a:gd name="T68" fmla="*/ 54 w 717"/>
                    <a:gd name="T69" fmla="*/ 0 h 756"/>
                    <a:gd name="T70" fmla="*/ 54 w 717"/>
                    <a:gd name="T71" fmla="*/ 250 h 756"/>
                    <a:gd name="T72" fmla="*/ 55 w 717"/>
                    <a:gd name="T73" fmla="*/ 333 h 756"/>
                    <a:gd name="T74" fmla="*/ 57 w 717"/>
                    <a:gd name="T75" fmla="*/ 192 h 756"/>
                    <a:gd name="T76" fmla="*/ 59 w 717"/>
                    <a:gd name="T77" fmla="*/ 340 h 756"/>
                    <a:gd name="T78" fmla="*/ 58 w 717"/>
                    <a:gd name="T79" fmla="*/ 429 h 756"/>
                    <a:gd name="T80" fmla="*/ 60 w 717"/>
                    <a:gd name="T81" fmla="*/ 461 h 756"/>
                    <a:gd name="T82" fmla="*/ 0 60000 65536"/>
                    <a:gd name="T83" fmla="*/ 0 60000 65536"/>
                    <a:gd name="T84" fmla="*/ 0 60000 65536"/>
                    <a:gd name="T85" fmla="*/ 0 60000 65536"/>
                    <a:gd name="T86" fmla="*/ 0 60000 65536"/>
                    <a:gd name="T87" fmla="*/ 0 60000 65536"/>
                    <a:gd name="T88" fmla="*/ 0 60000 65536"/>
                    <a:gd name="T89" fmla="*/ 0 60000 65536"/>
                    <a:gd name="T90" fmla="*/ 0 60000 65536"/>
                    <a:gd name="T91" fmla="*/ 0 60000 65536"/>
                    <a:gd name="T92" fmla="*/ 0 60000 65536"/>
                    <a:gd name="T93" fmla="*/ 0 60000 65536"/>
                    <a:gd name="T94" fmla="*/ 0 60000 65536"/>
                    <a:gd name="T95" fmla="*/ 0 60000 65536"/>
                    <a:gd name="T96" fmla="*/ 0 60000 65536"/>
                    <a:gd name="T97" fmla="*/ 0 60000 65536"/>
                    <a:gd name="T98" fmla="*/ 0 60000 65536"/>
                    <a:gd name="T99" fmla="*/ 0 60000 65536"/>
                    <a:gd name="T100" fmla="*/ 0 60000 65536"/>
                    <a:gd name="T101" fmla="*/ 0 60000 65536"/>
                    <a:gd name="T102" fmla="*/ 0 60000 65536"/>
                    <a:gd name="T103" fmla="*/ 0 60000 65536"/>
                    <a:gd name="T104" fmla="*/ 0 60000 65536"/>
                    <a:gd name="T105" fmla="*/ 0 60000 65536"/>
                    <a:gd name="T106" fmla="*/ 0 60000 65536"/>
                    <a:gd name="T107" fmla="*/ 0 60000 65536"/>
                    <a:gd name="T108" fmla="*/ 0 60000 65536"/>
                    <a:gd name="T109" fmla="*/ 0 60000 65536"/>
                    <a:gd name="T110" fmla="*/ 0 60000 65536"/>
                    <a:gd name="T111" fmla="*/ 0 60000 65536"/>
                    <a:gd name="T112" fmla="*/ 0 60000 65536"/>
                    <a:gd name="T113" fmla="*/ 0 60000 65536"/>
                    <a:gd name="T114" fmla="*/ 0 60000 65536"/>
                    <a:gd name="T115" fmla="*/ 0 60000 65536"/>
                    <a:gd name="T116" fmla="*/ 0 60000 65536"/>
                    <a:gd name="T117" fmla="*/ 0 60000 65536"/>
                    <a:gd name="T118" fmla="*/ 0 60000 65536"/>
                    <a:gd name="T119" fmla="*/ 0 60000 65536"/>
                    <a:gd name="T120" fmla="*/ 0 60000 65536"/>
                    <a:gd name="T121" fmla="*/ 0 60000 65536"/>
                    <a:gd name="T122" fmla="*/ 0 60000 65536"/>
                    <a:gd name="T123" fmla="*/ 0 w 717"/>
                    <a:gd name="T124" fmla="*/ 0 h 756"/>
                    <a:gd name="T125" fmla="*/ 717 w 717"/>
                    <a:gd name="T126" fmla="*/ 756 h 756"/>
                  </a:gdLst>
                  <a:ahLst/>
                  <a:cxnLst>
                    <a:cxn ang="T82">
                      <a:pos x="T0" y="T1"/>
                    </a:cxn>
                    <a:cxn ang="T83">
                      <a:pos x="T2" y="T3"/>
                    </a:cxn>
                    <a:cxn ang="T84">
                      <a:pos x="T4" y="T5"/>
                    </a:cxn>
                    <a:cxn ang="T85">
                      <a:pos x="T6" y="T7"/>
                    </a:cxn>
                    <a:cxn ang="T86">
                      <a:pos x="T8" y="T9"/>
                    </a:cxn>
                    <a:cxn ang="T87">
                      <a:pos x="T10" y="T11"/>
                    </a:cxn>
                    <a:cxn ang="T88">
                      <a:pos x="T12" y="T13"/>
                    </a:cxn>
                    <a:cxn ang="T89">
                      <a:pos x="T14" y="T15"/>
                    </a:cxn>
                    <a:cxn ang="T90">
                      <a:pos x="T16" y="T17"/>
                    </a:cxn>
                    <a:cxn ang="T91">
                      <a:pos x="T18" y="T19"/>
                    </a:cxn>
                    <a:cxn ang="T92">
                      <a:pos x="T20" y="T21"/>
                    </a:cxn>
                    <a:cxn ang="T93">
                      <a:pos x="T22" y="T23"/>
                    </a:cxn>
                    <a:cxn ang="T94">
                      <a:pos x="T24" y="T25"/>
                    </a:cxn>
                    <a:cxn ang="T95">
                      <a:pos x="T26" y="T27"/>
                    </a:cxn>
                    <a:cxn ang="T96">
                      <a:pos x="T28" y="T29"/>
                    </a:cxn>
                    <a:cxn ang="T97">
                      <a:pos x="T30" y="T31"/>
                    </a:cxn>
                    <a:cxn ang="T98">
                      <a:pos x="T32" y="T33"/>
                    </a:cxn>
                    <a:cxn ang="T99">
                      <a:pos x="T34" y="T35"/>
                    </a:cxn>
                    <a:cxn ang="T100">
                      <a:pos x="T36" y="T37"/>
                    </a:cxn>
                    <a:cxn ang="T101">
                      <a:pos x="T38" y="T39"/>
                    </a:cxn>
                    <a:cxn ang="T102">
                      <a:pos x="T40" y="T41"/>
                    </a:cxn>
                    <a:cxn ang="T103">
                      <a:pos x="T42" y="T43"/>
                    </a:cxn>
                    <a:cxn ang="T104">
                      <a:pos x="T44" y="T45"/>
                    </a:cxn>
                    <a:cxn ang="T105">
                      <a:pos x="T46" y="T47"/>
                    </a:cxn>
                    <a:cxn ang="T106">
                      <a:pos x="T48" y="T49"/>
                    </a:cxn>
                    <a:cxn ang="T107">
                      <a:pos x="T50" y="T51"/>
                    </a:cxn>
                    <a:cxn ang="T108">
                      <a:pos x="T52" y="T53"/>
                    </a:cxn>
                    <a:cxn ang="T109">
                      <a:pos x="T54" y="T55"/>
                    </a:cxn>
                    <a:cxn ang="T110">
                      <a:pos x="T56" y="T57"/>
                    </a:cxn>
                    <a:cxn ang="T111">
                      <a:pos x="T58" y="T59"/>
                    </a:cxn>
                    <a:cxn ang="T112">
                      <a:pos x="T60" y="T61"/>
                    </a:cxn>
                    <a:cxn ang="T113">
                      <a:pos x="T62" y="T63"/>
                    </a:cxn>
                    <a:cxn ang="T114">
                      <a:pos x="T64" y="T65"/>
                    </a:cxn>
                    <a:cxn ang="T115">
                      <a:pos x="T66" y="T67"/>
                    </a:cxn>
                    <a:cxn ang="T116">
                      <a:pos x="T68" y="T69"/>
                    </a:cxn>
                    <a:cxn ang="T117">
                      <a:pos x="T70" y="T71"/>
                    </a:cxn>
                    <a:cxn ang="T118">
                      <a:pos x="T72" y="T73"/>
                    </a:cxn>
                    <a:cxn ang="T119">
                      <a:pos x="T74" y="T75"/>
                    </a:cxn>
                    <a:cxn ang="T120">
                      <a:pos x="T76" y="T77"/>
                    </a:cxn>
                    <a:cxn ang="T121">
                      <a:pos x="T78" y="T79"/>
                    </a:cxn>
                    <a:cxn ang="T122">
                      <a:pos x="T80" y="T81"/>
                    </a:cxn>
                  </a:cxnLst>
                  <a:rect l="T123" t="T124" r="T125" b="T126"/>
                  <a:pathLst>
                    <a:path w="717" h="756">
                      <a:moveTo>
                        <a:pt x="0" y="756"/>
                      </a:moveTo>
                      <a:lnTo>
                        <a:pt x="52" y="167"/>
                      </a:lnTo>
                      <a:lnTo>
                        <a:pt x="64" y="384"/>
                      </a:lnTo>
                      <a:lnTo>
                        <a:pt x="90" y="103"/>
                      </a:lnTo>
                      <a:lnTo>
                        <a:pt x="116" y="519"/>
                      </a:lnTo>
                      <a:lnTo>
                        <a:pt x="135" y="487"/>
                      </a:lnTo>
                      <a:lnTo>
                        <a:pt x="135" y="359"/>
                      </a:lnTo>
                      <a:lnTo>
                        <a:pt x="167" y="71"/>
                      </a:lnTo>
                      <a:lnTo>
                        <a:pt x="192" y="244"/>
                      </a:lnTo>
                      <a:lnTo>
                        <a:pt x="205" y="96"/>
                      </a:lnTo>
                      <a:lnTo>
                        <a:pt x="218" y="615"/>
                      </a:lnTo>
                      <a:lnTo>
                        <a:pt x="244" y="397"/>
                      </a:lnTo>
                      <a:lnTo>
                        <a:pt x="282" y="519"/>
                      </a:lnTo>
                      <a:lnTo>
                        <a:pt x="308" y="308"/>
                      </a:lnTo>
                      <a:lnTo>
                        <a:pt x="333" y="442"/>
                      </a:lnTo>
                      <a:lnTo>
                        <a:pt x="346" y="352"/>
                      </a:lnTo>
                      <a:lnTo>
                        <a:pt x="365" y="384"/>
                      </a:lnTo>
                      <a:lnTo>
                        <a:pt x="378" y="135"/>
                      </a:lnTo>
                      <a:lnTo>
                        <a:pt x="391" y="301"/>
                      </a:lnTo>
                      <a:lnTo>
                        <a:pt x="384" y="519"/>
                      </a:lnTo>
                      <a:lnTo>
                        <a:pt x="404" y="679"/>
                      </a:lnTo>
                      <a:lnTo>
                        <a:pt x="429" y="628"/>
                      </a:lnTo>
                      <a:lnTo>
                        <a:pt x="442" y="480"/>
                      </a:lnTo>
                      <a:lnTo>
                        <a:pt x="455" y="391"/>
                      </a:lnTo>
                      <a:lnTo>
                        <a:pt x="436" y="506"/>
                      </a:lnTo>
                      <a:lnTo>
                        <a:pt x="461" y="352"/>
                      </a:lnTo>
                      <a:lnTo>
                        <a:pt x="474" y="455"/>
                      </a:lnTo>
                      <a:lnTo>
                        <a:pt x="493" y="519"/>
                      </a:lnTo>
                      <a:lnTo>
                        <a:pt x="512" y="410"/>
                      </a:lnTo>
                      <a:lnTo>
                        <a:pt x="532" y="186"/>
                      </a:lnTo>
                      <a:lnTo>
                        <a:pt x="544" y="231"/>
                      </a:lnTo>
                      <a:lnTo>
                        <a:pt x="570" y="148"/>
                      </a:lnTo>
                      <a:lnTo>
                        <a:pt x="576" y="301"/>
                      </a:lnTo>
                      <a:lnTo>
                        <a:pt x="576" y="730"/>
                      </a:lnTo>
                      <a:lnTo>
                        <a:pt x="647" y="0"/>
                      </a:lnTo>
                      <a:lnTo>
                        <a:pt x="647" y="250"/>
                      </a:lnTo>
                      <a:lnTo>
                        <a:pt x="660" y="333"/>
                      </a:lnTo>
                      <a:lnTo>
                        <a:pt x="685" y="192"/>
                      </a:lnTo>
                      <a:lnTo>
                        <a:pt x="711" y="340"/>
                      </a:lnTo>
                      <a:lnTo>
                        <a:pt x="698" y="429"/>
                      </a:lnTo>
                      <a:lnTo>
                        <a:pt x="717" y="461"/>
                      </a:lnTo>
                    </a:path>
                  </a:pathLst>
                </a:custGeom>
                <a:noFill/>
                <a:ln w="9525">
                  <a:solidFill>
                    <a:srgbClr val="FF0000"/>
                  </a:solidFill>
                  <a:round/>
                  <a:headEnd/>
                  <a:tailEnd/>
                </a:ln>
              </p:spPr>
              <p:txBody>
                <a:bodyPr/>
                <a:lstStyle/>
                <a:p>
                  <a:endParaRPr lang="en-GB" sz="1600"/>
                </a:p>
              </p:txBody>
            </p:sp>
            <p:sp>
              <p:nvSpPr>
                <p:cNvPr id="14398" name="Freeform 377"/>
                <p:cNvSpPr>
                  <a:spLocks/>
                </p:cNvSpPr>
                <p:nvPr/>
              </p:nvSpPr>
              <p:spPr bwMode="auto">
                <a:xfrm flipH="1">
                  <a:off x="4077" y="1119"/>
                  <a:ext cx="313" cy="756"/>
                </a:xfrm>
                <a:custGeom>
                  <a:avLst/>
                  <a:gdLst>
                    <a:gd name="T0" fmla="*/ 0 w 717"/>
                    <a:gd name="T1" fmla="*/ 756 h 756"/>
                    <a:gd name="T2" fmla="*/ 4 w 717"/>
                    <a:gd name="T3" fmla="*/ 167 h 756"/>
                    <a:gd name="T4" fmla="*/ 5 w 717"/>
                    <a:gd name="T5" fmla="*/ 384 h 756"/>
                    <a:gd name="T6" fmla="*/ 7 w 717"/>
                    <a:gd name="T7" fmla="*/ 103 h 756"/>
                    <a:gd name="T8" fmla="*/ 10 w 717"/>
                    <a:gd name="T9" fmla="*/ 519 h 756"/>
                    <a:gd name="T10" fmla="*/ 11 w 717"/>
                    <a:gd name="T11" fmla="*/ 487 h 756"/>
                    <a:gd name="T12" fmla="*/ 11 w 717"/>
                    <a:gd name="T13" fmla="*/ 359 h 756"/>
                    <a:gd name="T14" fmla="*/ 14 w 717"/>
                    <a:gd name="T15" fmla="*/ 71 h 756"/>
                    <a:gd name="T16" fmla="*/ 16 w 717"/>
                    <a:gd name="T17" fmla="*/ 244 h 756"/>
                    <a:gd name="T18" fmla="*/ 17 w 717"/>
                    <a:gd name="T19" fmla="*/ 96 h 756"/>
                    <a:gd name="T20" fmla="*/ 18 w 717"/>
                    <a:gd name="T21" fmla="*/ 615 h 756"/>
                    <a:gd name="T22" fmla="*/ 21 w 717"/>
                    <a:gd name="T23" fmla="*/ 397 h 756"/>
                    <a:gd name="T24" fmla="*/ 24 w 717"/>
                    <a:gd name="T25" fmla="*/ 519 h 756"/>
                    <a:gd name="T26" fmla="*/ 25 w 717"/>
                    <a:gd name="T27" fmla="*/ 308 h 756"/>
                    <a:gd name="T28" fmla="*/ 28 w 717"/>
                    <a:gd name="T29" fmla="*/ 442 h 756"/>
                    <a:gd name="T30" fmla="*/ 29 w 717"/>
                    <a:gd name="T31" fmla="*/ 352 h 756"/>
                    <a:gd name="T32" fmla="*/ 30 w 717"/>
                    <a:gd name="T33" fmla="*/ 384 h 756"/>
                    <a:gd name="T34" fmla="*/ 31 w 717"/>
                    <a:gd name="T35" fmla="*/ 135 h 756"/>
                    <a:gd name="T36" fmla="*/ 33 w 717"/>
                    <a:gd name="T37" fmla="*/ 301 h 756"/>
                    <a:gd name="T38" fmla="*/ 32 w 717"/>
                    <a:gd name="T39" fmla="*/ 519 h 756"/>
                    <a:gd name="T40" fmla="*/ 34 w 717"/>
                    <a:gd name="T41" fmla="*/ 679 h 756"/>
                    <a:gd name="T42" fmla="*/ 36 w 717"/>
                    <a:gd name="T43" fmla="*/ 628 h 756"/>
                    <a:gd name="T44" fmla="*/ 37 w 717"/>
                    <a:gd name="T45" fmla="*/ 480 h 756"/>
                    <a:gd name="T46" fmla="*/ 38 w 717"/>
                    <a:gd name="T47" fmla="*/ 391 h 756"/>
                    <a:gd name="T48" fmla="*/ 36 w 717"/>
                    <a:gd name="T49" fmla="*/ 506 h 756"/>
                    <a:gd name="T50" fmla="*/ 38 w 717"/>
                    <a:gd name="T51" fmla="*/ 352 h 756"/>
                    <a:gd name="T52" fmla="*/ 39 w 717"/>
                    <a:gd name="T53" fmla="*/ 455 h 756"/>
                    <a:gd name="T54" fmla="*/ 41 w 717"/>
                    <a:gd name="T55" fmla="*/ 519 h 756"/>
                    <a:gd name="T56" fmla="*/ 43 w 717"/>
                    <a:gd name="T57" fmla="*/ 410 h 756"/>
                    <a:gd name="T58" fmla="*/ 44 w 717"/>
                    <a:gd name="T59" fmla="*/ 186 h 756"/>
                    <a:gd name="T60" fmla="*/ 45 w 717"/>
                    <a:gd name="T61" fmla="*/ 231 h 756"/>
                    <a:gd name="T62" fmla="*/ 48 w 717"/>
                    <a:gd name="T63" fmla="*/ 148 h 756"/>
                    <a:gd name="T64" fmla="*/ 48 w 717"/>
                    <a:gd name="T65" fmla="*/ 301 h 756"/>
                    <a:gd name="T66" fmla="*/ 48 w 717"/>
                    <a:gd name="T67" fmla="*/ 730 h 756"/>
                    <a:gd name="T68" fmla="*/ 54 w 717"/>
                    <a:gd name="T69" fmla="*/ 0 h 756"/>
                    <a:gd name="T70" fmla="*/ 54 w 717"/>
                    <a:gd name="T71" fmla="*/ 250 h 756"/>
                    <a:gd name="T72" fmla="*/ 55 w 717"/>
                    <a:gd name="T73" fmla="*/ 333 h 756"/>
                    <a:gd name="T74" fmla="*/ 57 w 717"/>
                    <a:gd name="T75" fmla="*/ 192 h 756"/>
                    <a:gd name="T76" fmla="*/ 59 w 717"/>
                    <a:gd name="T77" fmla="*/ 340 h 756"/>
                    <a:gd name="T78" fmla="*/ 58 w 717"/>
                    <a:gd name="T79" fmla="*/ 429 h 756"/>
                    <a:gd name="T80" fmla="*/ 60 w 717"/>
                    <a:gd name="T81" fmla="*/ 461 h 756"/>
                    <a:gd name="T82" fmla="*/ 0 60000 65536"/>
                    <a:gd name="T83" fmla="*/ 0 60000 65536"/>
                    <a:gd name="T84" fmla="*/ 0 60000 65536"/>
                    <a:gd name="T85" fmla="*/ 0 60000 65536"/>
                    <a:gd name="T86" fmla="*/ 0 60000 65536"/>
                    <a:gd name="T87" fmla="*/ 0 60000 65536"/>
                    <a:gd name="T88" fmla="*/ 0 60000 65536"/>
                    <a:gd name="T89" fmla="*/ 0 60000 65536"/>
                    <a:gd name="T90" fmla="*/ 0 60000 65536"/>
                    <a:gd name="T91" fmla="*/ 0 60000 65536"/>
                    <a:gd name="T92" fmla="*/ 0 60000 65536"/>
                    <a:gd name="T93" fmla="*/ 0 60000 65536"/>
                    <a:gd name="T94" fmla="*/ 0 60000 65536"/>
                    <a:gd name="T95" fmla="*/ 0 60000 65536"/>
                    <a:gd name="T96" fmla="*/ 0 60000 65536"/>
                    <a:gd name="T97" fmla="*/ 0 60000 65536"/>
                    <a:gd name="T98" fmla="*/ 0 60000 65536"/>
                    <a:gd name="T99" fmla="*/ 0 60000 65536"/>
                    <a:gd name="T100" fmla="*/ 0 60000 65536"/>
                    <a:gd name="T101" fmla="*/ 0 60000 65536"/>
                    <a:gd name="T102" fmla="*/ 0 60000 65536"/>
                    <a:gd name="T103" fmla="*/ 0 60000 65536"/>
                    <a:gd name="T104" fmla="*/ 0 60000 65536"/>
                    <a:gd name="T105" fmla="*/ 0 60000 65536"/>
                    <a:gd name="T106" fmla="*/ 0 60000 65536"/>
                    <a:gd name="T107" fmla="*/ 0 60000 65536"/>
                    <a:gd name="T108" fmla="*/ 0 60000 65536"/>
                    <a:gd name="T109" fmla="*/ 0 60000 65536"/>
                    <a:gd name="T110" fmla="*/ 0 60000 65536"/>
                    <a:gd name="T111" fmla="*/ 0 60000 65536"/>
                    <a:gd name="T112" fmla="*/ 0 60000 65536"/>
                    <a:gd name="T113" fmla="*/ 0 60000 65536"/>
                    <a:gd name="T114" fmla="*/ 0 60000 65536"/>
                    <a:gd name="T115" fmla="*/ 0 60000 65536"/>
                    <a:gd name="T116" fmla="*/ 0 60000 65536"/>
                    <a:gd name="T117" fmla="*/ 0 60000 65536"/>
                    <a:gd name="T118" fmla="*/ 0 60000 65536"/>
                    <a:gd name="T119" fmla="*/ 0 60000 65536"/>
                    <a:gd name="T120" fmla="*/ 0 60000 65536"/>
                    <a:gd name="T121" fmla="*/ 0 60000 65536"/>
                    <a:gd name="T122" fmla="*/ 0 60000 65536"/>
                    <a:gd name="T123" fmla="*/ 0 w 717"/>
                    <a:gd name="T124" fmla="*/ 0 h 756"/>
                    <a:gd name="T125" fmla="*/ 717 w 717"/>
                    <a:gd name="T126" fmla="*/ 756 h 756"/>
                  </a:gdLst>
                  <a:ahLst/>
                  <a:cxnLst>
                    <a:cxn ang="T82">
                      <a:pos x="T0" y="T1"/>
                    </a:cxn>
                    <a:cxn ang="T83">
                      <a:pos x="T2" y="T3"/>
                    </a:cxn>
                    <a:cxn ang="T84">
                      <a:pos x="T4" y="T5"/>
                    </a:cxn>
                    <a:cxn ang="T85">
                      <a:pos x="T6" y="T7"/>
                    </a:cxn>
                    <a:cxn ang="T86">
                      <a:pos x="T8" y="T9"/>
                    </a:cxn>
                    <a:cxn ang="T87">
                      <a:pos x="T10" y="T11"/>
                    </a:cxn>
                    <a:cxn ang="T88">
                      <a:pos x="T12" y="T13"/>
                    </a:cxn>
                    <a:cxn ang="T89">
                      <a:pos x="T14" y="T15"/>
                    </a:cxn>
                    <a:cxn ang="T90">
                      <a:pos x="T16" y="T17"/>
                    </a:cxn>
                    <a:cxn ang="T91">
                      <a:pos x="T18" y="T19"/>
                    </a:cxn>
                    <a:cxn ang="T92">
                      <a:pos x="T20" y="T21"/>
                    </a:cxn>
                    <a:cxn ang="T93">
                      <a:pos x="T22" y="T23"/>
                    </a:cxn>
                    <a:cxn ang="T94">
                      <a:pos x="T24" y="T25"/>
                    </a:cxn>
                    <a:cxn ang="T95">
                      <a:pos x="T26" y="T27"/>
                    </a:cxn>
                    <a:cxn ang="T96">
                      <a:pos x="T28" y="T29"/>
                    </a:cxn>
                    <a:cxn ang="T97">
                      <a:pos x="T30" y="T31"/>
                    </a:cxn>
                    <a:cxn ang="T98">
                      <a:pos x="T32" y="T33"/>
                    </a:cxn>
                    <a:cxn ang="T99">
                      <a:pos x="T34" y="T35"/>
                    </a:cxn>
                    <a:cxn ang="T100">
                      <a:pos x="T36" y="T37"/>
                    </a:cxn>
                    <a:cxn ang="T101">
                      <a:pos x="T38" y="T39"/>
                    </a:cxn>
                    <a:cxn ang="T102">
                      <a:pos x="T40" y="T41"/>
                    </a:cxn>
                    <a:cxn ang="T103">
                      <a:pos x="T42" y="T43"/>
                    </a:cxn>
                    <a:cxn ang="T104">
                      <a:pos x="T44" y="T45"/>
                    </a:cxn>
                    <a:cxn ang="T105">
                      <a:pos x="T46" y="T47"/>
                    </a:cxn>
                    <a:cxn ang="T106">
                      <a:pos x="T48" y="T49"/>
                    </a:cxn>
                    <a:cxn ang="T107">
                      <a:pos x="T50" y="T51"/>
                    </a:cxn>
                    <a:cxn ang="T108">
                      <a:pos x="T52" y="T53"/>
                    </a:cxn>
                    <a:cxn ang="T109">
                      <a:pos x="T54" y="T55"/>
                    </a:cxn>
                    <a:cxn ang="T110">
                      <a:pos x="T56" y="T57"/>
                    </a:cxn>
                    <a:cxn ang="T111">
                      <a:pos x="T58" y="T59"/>
                    </a:cxn>
                    <a:cxn ang="T112">
                      <a:pos x="T60" y="T61"/>
                    </a:cxn>
                    <a:cxn ang="T113">
                      <a:pos x="T62" y="T63"/>
                    </a:cxn>
                    <a:cxn ang="T114">
                      <a:pos x="T64" y="T65"/>
                    </a:cxn>
                    <a:cxn ang="T115">
                      <a:pos x="T66" y="T67"/>
                    </a:cxn>
                    <a:cxn ang="T116">
                      <a:pos x="T68" y="T69"/>
                    </a:cxn>
                    <a:cxn ang="T117">
                      <a:pos x="T70" y="T71"/>
                    </a:cxn>
                    <a:cxn ang="T118">
                      <a:pos x="T72" y="T73"/>
                    </a:cxn>
                    <a:cxn ang="T119">
                      <a:pos x="T74" y="T75"/>
                    </a:cxn>
                    <a:cxn ang="T120">
                      <a:pos x="T76" y="T77"/>
                    </a:cxn>
                    <a:cxn ang="T121">
                      <a:pos x="T78" y="T79"/>
                    </a:cxn>
                    <a:cxn ang="T122">
                      <a:pos x="T80" y="T81"/>
                    </a:cxn>
                  </a:cxnLst>
                  <a:rect l="T123" t="T124" r="T125" b="T126"/>
                  <a:pathLst>
                    <a:path w="717" h="756">
                      <a:moveTo>
                        <a:pt x="0" y="756"/>
                      </a:moveTo>
                      <a:lnTo>
                        <a:pt x="52" y="167"/>
                      </a:lnTo>
                      <a:lnTo>
                        <a:pt x="64" y="384"/>
                      </a:lnTo>
                      <a:lnTo>
                        <a:pt x="90" y="103"/>
                      </a:lnTo>
                      <a:lnTo>
                        <a:pt x="116" y="519"/>
                      </a:lnTo>
                      <a:lnTo>
                        <a:pt x="135" y="487"/>
                      </a:lnTo>
                      <a:lnTo>
                        <a:pt x="135" y="359"/>
                      </a:lnTo>
                      <a:lnTo>
                        <a:pt x="167" y="71"/>
                      </a:lnTo>
                      <a:lnTo>
                        <a:pt x="192" y="244"/>
                      </a:lnTo>
                      <a:lnTo>
                        <a:pt x="205" y="96"/>
                      </a:lnTo>
                      <a:lnTo>
                        <a:pt x="218" y="615"/>
                      </a:lnTo>
                      <a:lnTo>
                        <a:pt x="244" y="397"/>
                      </a:lnTo>
                      <a:lnTo>
                        <a:pt x="282" y="519"/>
                      </a:lnTo>
                      <a:lnTo>
                        <a:pt x="308" y="308"/>
                      </a:lnTo>
                      <a:lnTo>
                        <a:pt x="333" y="442"/>
                      </a:lnTo>
                      <a:lnTo>
                        <a:pt x="346" y="352"/>
                      </a:lnTo>
                      <a:lnTo>
                        <a:pt x="365" y="384"/>
                      </a:lnTo>
                      <a:lnTo>
                        <a:pt x="378" y="135"/>
                      </a:lnTo>
                      <a:lnTo>
                        <a:pt x="391" y="301"/>
                      </a:lnTo>
                      <a:lnTo>
                        <a:pt x="384" y="519"/>
                      </a:lnTo>
                      <a:lnTo>
                        <a:pt x="404" y="679"/>
                      </a:lnTo>
                      <a:lnTo>
                        <a:pt x="429" y="628"/>
                      </a:lnTo>
                      <a:lnTo>
                        <a:pt x="442" y="480"/>
                      </a:lnTo>
                      <a:lnTo>
                        <a:pt x="455" y="391"/>
                      </a:lnTo>
                      <a:lnTo>
                        <a:pt x="436" y="506"/>
                      </a:lnTo>
                      <a:lnTo>
                        <a:pt x="461" y="352"/>
                      </a:lnTo>
                      <a:lnTo>
                        <a:pt x="474" y="455"/>
                      </a:lnTo>
                      <a:lnTo>
                        <a:pt x="493" y="519"/>
                      </a:lnTo>
                      <a:lnTo>
                        <a:pt x="512" y="410"/>
                      </a:lnTo>
                      <a:lnTo>
                        <a:pt x="532" y="186"/>
                      </a:lnTo>
                      <a:lnTo>
                        <a:pt x="544" y="231"/>
                      </a:lnTo>
                      <a:lnTo>
                        <a:pt x="570" y="148"/>
                      </a:lnTo>
                      <a:lnTo>
                        <a:pt x="576" y="301"/>
                      </a:lnTo>
                      <a:lnTo>
                        <a:pt x="576" y="730"/>
                      </a:lnTo>
                      <a:lnTo>
                        <a:pt x="647" y="0"/>
                      </a:lnTo>
                      <a:lnTo>
                        <a:pt x="647" y="250"/>
                      </a:lnTo>
                      <a:lnTo>
                        <a:pt x="660" y="333"/>
                      </a:lnTo>
                      <a:lnTo>
                        <a:pt x="685" y="192"/>
                      </a:lnTo>
                      <a:lnTo>
                        <a:pt x="711" y="340"/>
                      </a:lnTo>
                      <a:lnTo>
                        <a:pt x="698" y="429"/>
                      </a:lnTo>
                      <a:lnTo>
                        <a:pt x="717" y="461"/>
                      </a:lnTo>
                    </a:path>
                  </a:pathLst>
                </a:custGeom>
                <a:noFill/>
                <a:ln w="9525">
                  <a:solidFill>
                    <a:srgbClr val="FF0000"/>
                  </a:solidFill>
                  <a:round/>
                  <a:headEnd/>
                  <a:tailEnd/>
                </a:ln>
              </p:spPr>
              <p:txBody>
                <a:bodyPr/>
                <a:lstStyle/>
                <a:p>
                  <a:endParaRPr lang="en-GB" sz="1600"/>
                </a:p>
              </p:txBody>
            </p:sp>
            <p:sp>
              <p:nvSpPr>
                <p:cNvPr id="14399" name="Freeform 378"/>
                <p:cNvSpPr>
                  <a:spLocks/>
                </p:cNvSpPr>
                <p:nvPr/>
              </p:nvSpPr>
              <p:spPr bwMode="auto">
                <a:xfrm flipV="1">
                  <a:off x="4385" y="1138"/>
                  <a:ext cx="313" cy="756"/>
                </a:xfrm>
                <a:custGeom>
                  <a:avLst/>
                  <a:gdLst>
                    <a:gd name="T0" fmla="*/ 0 w 717"/>
                    <a:gd name="T1" fmla="*/ 756 h 756"/>
                    <a:gd name="T2" fmla="*/ 4 w 717"/>
                    <a:gd name="T3" fmla="*/ 167 h 756"/>
                    <a:gd name="T4" fmla="*/ 5 w 717"/>
                    <a:gd name="T5" fmla="*/ 384 h 756"/>
                    <a:gd name="T6" fmla="*/ 7 w 717"/>
                    <a:gd name="T7" fmla="*/ 103 h 756"/>
                    <a:gd name="T8" fmla="*/ 10 w 717"/>
                    <a:gd name="T9" fmla="*/ 519 h 756"/>
                    <a:gd name="T10" fmla="*/ 11 w 717"/>
                    <a:gd name="T11" fmla="*/ 487 h 756"/>
                    <a:gd name="T12" fmla="*/ 11 w 717"/>
                    <a:gd name="T13" fmla="*/ 359 h 756"/>
                    <a:gd name="T14" fmla="*/ 14 w 717"/>
                    <a:gd name="T15" fmla="*/ 71 h 756"/>
                    <a:gd name="T16" fmla="*/ 16 w 717"/>
                    <a:gd name="T17" fmla="*/ 244 h 756"/>
                    <a:gd name="T18" fmla="*/ 17 w 717"/>
                    <a:gd name="T19" fmla="*/ 96 h 756"/>
                    <a:gd name="T20" fmla="*/ 18 w 717"/>
                    <a:gd name="T21" fmla="*/ 615 h 756"/>
                    <a:gd name="T22" fmla="*/ 21 w 717"/>
                    <a:gd name="T23" fmla="*/ 397 h 756"/>
                    <a:gd name="T24" fmla="*/ 24 w 717"/>
                    <a:gd name="T25" fmla="*/ 519 h 756"/>
                    <a:gd name="T26" fmla="*/ 25 w 717"/>
                    <a:gd name="T27" fmla="*/ 308 h 756"/>
                    <a:gd name="T28" fmla="*/ 28 w 717"/>
                    <a:gd name="T29" fmla="*/ 442 h 756"/>
                    <a:gd name="T30" fmla="*/ 29 w 717"/>
                    <a:gd name="T31" fmla="*/ 352 h 756"/>
                    <a:gd name="T32" fmla="*/ 30 w 717"/>
                    <a:gd name="T33" fmla="*/ 384 h 756"/>
                    <a:gd name="T34" fmla="*/ 31 w 717"/>
                    <a:gd name="T35" fmla="*/ 135 h 756"/>
                    <a:gd name="T36" fmla="*/ 33 w 717"/>
                    <a:gd name="T37" fmla="*/ 301 h 756"/>
                    <a:gd name="T38" fmla="*/ 32 w 717"/>
                    <a:gd name="T39" fmla="*/ 519 h 756"/>
                    <a:gd name="T40" fmla="*/ 34 w 717"/>
                    <a:gd name="T41" fmla="*/ 679 h 756"/>
                    <a:gd name="T42" fmla="*/ 36 w 717"/>
                    <a:gd name="T43" fmla="*/ 628 h 756"/>
                    <a:gd name="T44" fmla="*/ 37 w 717"/>
                    <a:gd name="T45" fmla="*/ 480 h 756"/>
                    <a:gd name="T46" fmla="*/ 38 w 717"/>
                    <a:gd name="T47" fmla="*/ 391 h 756"/>
                    <a:gd name="T48" fmla="*/ 36 w 717"/>
                    <a:gd name="T49" fmla="*/ 506 h 756"/>
                    <a:gd name="T50" fmla="*/ 38 w 717"/>
                    <a:gd name="T51" fmla="*/ 352 h 756"/>
                    <a:gd name="T52" fmla="*/ 39 w 717"/>
                    <a:gd name="T53" fmla="*/ 455 h 756"/>
                    <a:gd name="T54" fmla="*/ 41 w 717"/>
                    <a:gd name="T55" fmla="*/ 519 h 756"/>
                    <a:gd name="T56" fmla="*/ 43 w 717"/>
                    <a:gd name="T57" fmla="*/ 410 h 756"/>
                    <a:gd name="T58" fmla="*/ 44 w 717"/>
                    <a:gd name="T59" fmla="*/ 186 h 756"/>
                    <a:gd name="T60" fmla="*/ 45 w 717"/>
                    <a:gd name="T61" fmla="*/ 231 h 756"/>
                    <a:gd name="T62" fmla="*/ 48 w 717"/>
                    <a:gd name="T63" fmla="*/ 148 h 756"/>
                    <a:gd name="T64" fmla="*/ 48 w 717"/>
                    <a:gd name="T65" fmla="*/ 301 h 756"/>
                    <a:gd name="T66" fmla="*/ 48 w 717"/>
                    <a:gd name="T67" fmla="*/ 730 h 756"/>
                    <a:gd name="T68" fmla="*/ 54 w 717"/>
                    <a:gd name="T69" fmla="*/ 0 h 756"/>
                    <a:gd name="T70" fmla="*/ 54 w 717"/>
                    <a:gd name="T71" fmla="*/ 250 h 756"/>
                    <a:gd name="T72" fmla="*/ 55 w 717"/>
                    <a:gd name="T73" fmla="*/ 333 h 756"/>
                    <a:gd name="T74" fmla="*/ 57 w 717"/>
                    <a:gd name="T75" fmla="*/ 192 h 756"/>
                    <a:gd name="T76" fmla="*/ 59 w 717"/>
                    <a:gd name="T77" fmla="*/ 340 h 756"/>
                    <a:gd name="T78" fmla="*/ 58 w 717"/>
                    <a:gd name="T79" fmla="*/ 429 h 756"/>
                    <a:gd name="T80" fmla="*/ 60 w 717"/>
                    <a:gd name="T81" fmla="*/ 461 h 756"/>
                    <a:gd name="T82" fmla="*/ 0 60000 65536"/>
                    <a:gd name="T83" fmla="*/ 0 60000 65536"/>
                    <a:gd name="T84" fmla="*/ 0 60000 65536"/>
                    <a:gd name="T85" fmla="*/ 0 60000 65536"/>
                    <a:gd name="T86" fmla="*/ 0 60000 65536"/>
                    <a:gd name="T87" fmla="*/ 0 60000 65536"/>
                    <a:gd name="T88" fmla="*/ 0 60000 65536"/>
                    <a:gd name="T89" fmla="*/ 0 60000 65536"/>
                    <a:gd name="T90" fmla="*/ 0 60000 65536"/>
                    <a:gd name="T91" fmla="*/ 0 60000 65536"/>
                    <a:gd name="T92" fmla="*/ 0 60000 65536"/>
                    <a:gd name="T93" fmla="*/ 0 60000 65536"/>
                    <a:gd name="T94" fmla="*/ 0 60000 65536"/>
                    <a:gd name="T95" fmla="*/ 0 60000 65536"/>
                    <a:gd name="T96" fmla="*/ 0 60000 65536"/>
                    <a:gd name="T97" fmla="*/ 0 60000 65536"/>
                    <a:gd name="T98" fmla="*/ 0 60000 65536"/>
                    <a:gd name="T99" fmla="*/ 0 60000 65536"/>
                    <a:gd name="T100" fmla="*/ 0 60000 65536"/>
                    <a:gd name="T101" fmla="*/ 0 60000 65536"/>
                    <a:gd name="T102" fmla="*/ 0 60000 65536"/>
                    <a:gd name="T103" fmla="*/ 0 60000 65536"/>
                    <a:gd name="T104" fmla="*/ 0 60000 65536"/>
                    <a:gd name="T105" fmla="*/ 0 60000 65536"/>
                    <a:gd name="T106" fmla="*/ 0 60000 65536"/>
                    <a:gd name="T107" fmla="*/ 0 60000 65536"/>
                    <a:gd name="T108" fmla="*/ 0 60000 65536"/>
                    <a:gd name="T109" fmla="*/ 0 60000 65536"/>
                    <a:gd name="T110" fmla="*/ 0 60000 65536"/>
                    <a:gd name="T111" fmla="*/ 0 60000 65536"/>
                    <a:gd name="T112" fmla="*/ 0 60000 65536"/>
                    <a:gd name="T113" fmla="*/ 0 60000 65536"/>
                    <a:gd name="T114" fmla="*/ 0 60000 65536"/>
                    <a:gd name="T115" fmla="*/ 0 60000 65536"/>
                    <a:gd name="T116" fmla="*/ 0 60000 65536"/>
                    <a:gd name="T117" fmla="*/ 0 60000 65536"/>
                    <a:gd name="T118" fmla="*/ 0 60000 65536"/>
                    <a:gd name="T119" fmla="*/ 0 60000 65536"/>
                    <a:gd name="T120" fmla="*/ 0 60000 65536"/>
                    <a:gd name="T121" fmla="*/ 0 60000 65536"/>
                    <a:gd name="T122" fmla="*/ 0 60000 65536"/>
                    <a:gd name="T123" fmla="*/ 0 w 717"/>
                    <a:gd name="T124" fmla="*/ 0 h 756"/>
                    <a:gd name="T125" fmla="*/ 717 w 717"/>
                    <a:gd name="T126" fmla="*/ 756 h 756"/>
                  </a:gdLst>
                  <a:ahLst/>
                  <a:cxnLst>
                    <a:cxn ang="T82">
                      <a:pos x="T0" y="T1"/>
                    </a:cxn>
                    <a:cxn ang="T83">
                      <a:pos x="T2" y="T3"/>
                    </a:cxn>
                    <a:cxn ang="T84">
                      <a:pos x="T4" y="T5"/>
                    </a:cxn>
                    <a:cxn ang="T85">
                      <a:pos x="T6" y="T7"/>
                    </a:cxn>
                    <a:cxn ang="T86">
                      <a:pos x="T8" y="T9"/>
                    </a:cxn>
                    <a:cxn ang="T87">
                      <a:pos x="T10" y="T11"/>
                    </a:cxn>
                    <a:cxn ang="T88">
                      <a:pos x="T12" y="T13"/>
                    </a:cxn>
                    <a:cxn ang="T89">
                      <a:pos x="T14" y="T15"/>
                    </a:cxn>
                    <a:cxn ang="T90">
                      <a:pos x="T16" y="T17"/>
                    </a:cxn>
                    <a:cxn ang="T91">
                      <a:pos x="T18" y="T19"/>
                    </a:cxn>
                    <a:cxn ang="T92">
                      <a:pos x="T20" y="T21"/>
                    </a:cxn>
                    <a:cxn ang="T93">
                      <a:pos x="T22" y="T23"/>
                    </a:cxn>
                    <a:cxn ang="T94">
                      <a:pos x="T24" y="T25"/>
                    </a:cxn>
                    <a:cxn ang="T95">
                      <a:pos x="T26" y="T27"/>
                    </a:cxn>
                    <a:cxn ang="T96">
                      <a:pos x="T28" y="T29"/>
                    </a:cxn>
                    <a:cxn ang="T97">
                      <a:pos x="T30" y="T31"/>
                    </a:cxn>
                    <a:cxn ang="T98">
                      <a:pos x="T32" y="T33"/>
                    </a:cxn>
                    <a:cxn ang="T99">
                      <a:pos x="T34" y="T35"/>
                    </a:cxn>
                    <a:cxn ang="T100">
                      <a:pos x="T36" y="T37"/>
                    </a:cxn>
                    <a:cxn ang="T101">
                      <a:pos x="T38" y="T39"/>
                    </a:cxn>
                    <a:cxn ang="T102">
                      <a:pos x="T40" y="T41"/>
                    </a:cxn>
                    <a:cxn ang="T103">
                      <a:pos x="T42" y="T43"/>
                    </a:cxn>
                    <a:cxn ang="T104">
                      <a:pos x="T44" y="T45"/>
                    </a:cxn>
                    <a:cxn ang="T105">
                      <a:pos x="T46" y="T47"/>
                    </a:cxn>
                    <a:cxn ang="T106">
                      <a:pos x="T48" y="T49"/>
                    </a:cxn>
                    <a:cxn ang="T107">
                      <a:pos x="T50" y="T51"/>
                    </a:cxn>
                    <a:cxn ang="T108">
                      <a:pos x="T52" y="T53"/>
                    </a:cxn>
                    <a:cxn ang="T109">
                      <a:pos x="T54" y="T55"/>
                    </a:cxn>
                    <a:cxn ang="T110">
                      <a:pos x="T56" y="T57"/>
                    </a:cxn>
                    <a:cxn ang="T111">
                      <a:pos x="T58" y="T59"/>
                    </a:cxn>
                    <a:cxn ang="T112">
                      <a:pos x="T60" y="T61"/>
                    </a:cxn>
                    <a:cxn ang="T113">
                      <a:pos x="T62" y="T63"/>
                    </a:cxn>
                    <a:cxn ang="T114">
                      <a:pos x="T64" y="T65"/>
                    </a:cxn>
                    <a:cxn ang="T115">
                      <a:pos x="T66" y="T67"/>
                    </a:cxn>
                    <a:cxn ang="T116">
                      <a:pos x="T68" y="T69"/>
                    </a:cxn>
                    <a:cxn ang="T117">
                      <a:pos x="T70" y="T71"/>
                    </a:cxn>
                    <a:cxn ang="T118">
                      <a:pos x="T72" y="T73"/>
                    </a:cxn>
                    <a:cxn ang="T119">
                      <a:pos x="T74" y="T75"/>
                    </a:cxn>
                    <a:cxn ang="T120">
                      <a:pos x="T76" y="T77"/>
                    </a:cxn>
                    <a:cxn ang="T121">
                      <a:pos x="T78" y="T79"/>
                    </a:cxn>
                    <a:cxn ang="T122">
                      <a:pos x="T80" y="T81"/>
                    </a:cxn>
                  </a:cxnLst>
                  <a:rect l="T123" t="T124" r="T125" b="T126"/>
                  <a:pathLst>
                    <a:path w="717" h="756">
                      <a:moveTo>
                        <a:pt x="0" y="756"/>
                      </a:moveTo>
                      <a:lnTo>
                        <a:pt x="52" y="167"/>
                      </a:lnTo>
                      <a:lnTo>
                        <a:pt x="64" y="384"/>
                      </a:lnTo>
                      <a:lnTo>
                        <a:pt x="90" y="103"/>
                      </a:lnTo>
                      <a:lnTo>
                        <a:pt x="116" y="519"/>
                      </a:lnTo>
                      <a:lnTo>
                        <a:pt x="135" y="487"/>
                      </a:lnTo>
                      <a:lnTo>
                        <a:pt x="135" y="359"/>
                      </a:lnTo>
                      <a:lnTo>
                        <a:pt x="167" y="71"/>
                      </a:lnTo>
                      <a:lnTo>
                        <a:pt x="192" y="244"/>
                      </a:lnTo>
                      <a:lnTo>
                        <a:pt x="205" y="96"/>
                      </a:lnTo>
                      <a:lnTo>
                        <a:pt x="218" y="615"/>
                      </a:lnTo>
                      <a:lnTo>
                        <a:pt x="244" y="397"/>
                      </a:lnTo>
                      <a:lnTo>
                        <a:pt x="282" y="519"/>
                      </a:lnTo>
                      <a:lnTo>
                        <a:pt x="308" y="308"/>
                      </a:lnTo>
                      <a:lnTo>
                        <a:pt x="333" y="442"/>
                      </a:lnTo>
                      <a:lnTo>
                        <a:pt x="346" y="352"/>
                      </a:lnTo>
                      <a:lnTo>
                        <a:pt x="365" y="384"/>
                      </a:lnTo>
                      <a:lnTo>
                        <a:pt x="378" y="135"/>
                      </a:lnTo>
                      <a:lnTo>
                        <a:pt x="391" y="301"/>
                      </a:lnTo>
                      <a:lnTo>
                        <a:pt x="384" y="519"/>
                      </a:lnTo>
                      <a:lnTo>
                        <a:pt x="404" y="679"/>
                      </a:lnTo>
                      <a:lnTo>
                        <a:pt x="429" y="628"/>
                      </a:lnTo>
                      <a:lnTo>
                        <a:pt x="442" y="480"/>
                      </a:lnTo>
                      <a:lnTo>
                        <a:pt x="455" y="391"/>
                      </a:lnTo>
                      <a:lnTo>
                        <a:pt x="436" y="506"/>
                      </a:lnTo>
                      <a:lnTo>
                        <a:pt x="461" y="352"/>
                      </a:lnTo>
                      <a:lnTo>
                        <a:pt x="474" y="455"/>
                      </a:lnTo>
                      <a:lnTo>
                        <a:pt x="493" y="519"/>
                      </a:lnTo>
                      <a:lnTo>
                        <a:pt x="512" y="410"/>
                      </a:lnTo>
                      <a:lnTo>
                        <a:pt x="532" y="186"/>
                      </a:lnTo>
                      <a:lnTo>
                        <a:pt x="544" y="231"/>
                      </a:lnTo>
                      <a:lnTo>
                        <a:pt x="570" y="148"/>
                      </a:lnTo>
                      <a:lnTo>
                        <a:pt x="576" y="301"/>
                      </a:lnTo>
                      <a:lnTo>
                        <a:pt x="576" y="730"/>
                      </a:lnTo>
                      <a:lnTo>
                        <a:pt x="647" y="0"/>
                      </a:lnTo>
                      <a:lnTo>
                        <a:pt x="647" y="250"/>
                      </a:lnTo>
                      <a:lnTo>
                        <a:pt x="660" y="333"/>
                      </a:lnTo>
                      <a:lnTo>
                        <a:pt x="685" y="192"/>
                      </a:lnTo>
                      <a:lnTo>
                        <a:pt x="711" y="340"/>
                      </a:lnTo>
                      <a:lnTo>
                        <a:pt x="698" y="429"/>
                      </a:lnTo>
                      <a:lnTo>
                        <a:pt x="717" y="461"/>
                      </a:lnTo>
                    </a:path>
                  </a:pathLst>
                </a:custGeom>
                <a:noFill/>
                <a:ln w="9525">
                  <a:solidFill>
                    <a:srgbClr val="FF0000"/>
                  </a:solidFill>
                  <a:round/>
                  <a:headEnd/>
                  <a:tailEnd/>
                </a:ln>
              </p:spPr>
              <p:txBody>
                <a:bodyPr/>
                <a:lstStyle/>
                <a:p>
                  <a:endParaRPr lang="en-GB" sz="1600"/>
                </a:p>
              </p:txBody>
            </p:sp>
            <p:sp>
              <p:nvSpPr>
                <p:cNvPr id="14400" name="Freeform 379"/>
                <p:cNvSpPr>
                  <a:spLocks/>
                </p:cNvSpPr>
                <p:nvPr/>
              </p:nvSpPr>
              <p:spPr bwMode="auto">
                <a:xfrm flipH="1">
                  <a:off x="4698" y="1100"/>
                  <a:ext cx="313" cy="756"/>
                </a:xfrm>
                <a:custGeom>
                  <a:avLst/>
                  <a:gdLst>
                    <a:gd name="T0" fmla="*/ 0 w 717"/>
                    <a:gd name="T1" fmla="*/ 756 h 756"/>
                    <a:gd name="T2" fmla="*/ 4 w 717"/>
                    <a:gd name="T3" fmla="*/ 167 h 756"/>
                    <a:gd name="T4" fmla="*/ 5 w 717"/>
                    <a:gd name="T5" fmla="*/ 384 h 756"/>
                    <a:gd name="T6" fmla="*/ 7 w 717"/>
                    <a:gd name="T7" fmla="*/ 103 h 756"/>
                    <a:gd name="T8" fmla="*/ 10 w 717"/>
                    <a:gd name="T9" fmla="*/ 519 h 756"/>
                    <a:gd name="T10" fmla="*/ 11 w 717"/>
                    <a:gd name="T11" fmla="*/ 487 h 756"/>
                    <a:gd name="T12" fmla="*/ 11 w 717"/>
                    <a:gd name="T13" fmla="*/ 359 h 756"/>
                    <a:gd name="T14" fmla="*/ 14 w 717"/>
                    <a:gd name="T15" fmla="*/ 71 h 756"/>
                    <a:gd name="T16" fmla="*/ 16 w 717"/>
                    <a:gd name="T17" fmla="*/ 244 h 756"/>
                    <a:gd name="T18" fmla="*/ 17 w 717"/>
                    <a:gd name="T19" fmla="*/ 96 h 756"/>
                    <a:gd name="T20" fmla="*/ 18 w 717"/>
                    <a:gd name="T21" fmla="*/ 615 h 756"/>
                    <a:gd name="T22" fmla="*/ 21 w 717"/>
                    <a:gd name="T23" fmla="*/ 397 h 756"/>
                    <a:gd name="T24" fmla="*/ 24 w 717"/>
                    <a:gd name="T25" fmla="*/ 519 h 756"/>
                    <a:gd name="T26" fmla="*/ 25 w 717"/>
                    <a:gd name="T27" fmla="*/ 308 h 756"/>
                    <a:gd name="T28" fmla="*/ 28 w 717"/>
                    <a:gd name="T29" fmla="*/ 442 h 756"/>
                    <a:gd name="T30" fmla="*/ 29 w 717"/>
                    <a:gd name="T31" fmla="*/ 352 h 756"/>
                    <a:gd name="T32" fmla="*/ 30 w 717"/>
                    <a:gd name="T33" fmla="*/ 384 h 756"/>
                    <a:gd name="T34" fmla="*/ 31 w 717"/>
                    <a:gd name="T35" fmla="*/ 135 h 756"/>
                    <a:gd name="T36" fmla="*/ 33 w 717"/>
                    <a:gd name="T37" fmla="*/ 301 h 756"/>
                    <a:gd name="T38" fmla="*/ 32 w 717"/>
                    <a:gd name="T39" fmla="*/ 519 h 756"/>
                    <a:gd name="T40" fmla="*/ 34 w 717"/>
                    <a:gd name="T41" fmla="*/ 679 h 756"/>
                    <a:gd name="T42" fmla="*/ 36 w 717"/>
                    <a:gd name="T43" fmla="*/ 628 h 756"/>
                    <a:gd name="T44" fmla="*/ 37 w 717"/>
                    <a:gd name="T45" fmla="*/ 480 h 756"/>
                    <a:gd name="T46" fmla="*/ 38 w 717"/>
                    <a:gd name="T47" fmla="*/ 391 h 756"/>
                    <a:gd name="T48" fmla="*/ 36 w 717"/>
                    <a:gd name="T49" fmla="*/ 506 h 756"/>
                    <a:gd name="T50" fmla="*/ 38 w 717"/>
                    <a:gd name="T51" fmla="*/ 352 h 756"/>
                    <a:gd name="T52" fmla="*/ 39 w 717"/>
                    <a:gd name="T53" fmla="*/ 455 h 756"/>
                    <a:gd name="T54" fmla="*/ 41 w 717"/>
                    <a:gd name="T55" fmla="*/ 519 h 756"/>
                    <a:gd name="T56" fmla="*/ 43 w 717"/>
                    <a:gd name="T57" fmla="*/ 410 h 756"/>
                    <a:gd name="T58" fmla="*/ 44 w 717"/>
                    <a:gd name="T59" fmla="*/ 186 h 756"/>
                    <a:gd name="T60" fmla="*/ 45 w 717"/>
                    <a:gd name="T61" fmla="*/ 231 h 756"/>
                    <a:gd name="T62" fmla="*/ 48 w 717"/>
                    <a:gd name="T63" fmla="*/ 148 h 756"/>
                    <a:gd name="T64" fmla="*/ 48 w 717"/>
                    <a:gd name="T65" fmla="*/ 301 h 756"/>
                    <a:gd name="T66" fmla="*/ 48 w 717"/>
                    <a:gd name="T67" fmla="*/ 730 h 756"/>
                    <a:gd name="T68" fmla="*/ 54 w 717"/>
                    <a:gd name="T69" fmla="*/ 0 h 756"/>
                    <a:gd name="T70" fmla="*/ 54 w 717"/>
                    <a:gd name="T71" fmla="*/ 250 h 756"/>
                    <a:gd name="T72" fmla="*/ 55 w 717"/>
                    <a:gd name="T73" fmla="*/ 333 h 756"/>
                    <a:gd name="T74" fmla="*/ 57 w 717"/>
                    <a:gd name="T75" fmla="*/ 192 h 756"/>
                    <a:gd name="T76" fmla="*/ 59 w 717"/>
                    <a:gd name="T77" fmla="*/ 340 h 756"/>
                    <a:gd name="T78" fmla="*/ 58 w 717"/>
                    <a:gd name="T79" fmla="*/ 429 h 756"/>
                    <a:gd name="T80" fmla="*/ 60 w 717"/>
                    <a:gd name="T81" fmla="*/ 461 h 756"/>
                    <a:gd name="T82" fmla="*/ 0 60000 65536"/>
                    <a:gd name="T83" fmla="*/ 0 60000 65536"/>
                    <a:gd name="T84" fmla="*/ 0 60000 65536"/>
                    <a:gd name="T85" fmla="*/ 0 60000 65536"/>
                    <a:gd name="T86" fmla="*/ 0 60000 65536"/>
                    <a:gd name="T87" fmla="*/ 0 60000 65536"/>
                    <a:gd name="T88" fmla="*/ 0 60000 65536"/>
                    <a:gd name="T89" fmla="*/ 0 60000 65536"/>
                    <a:gd name="T90" fmla="*/ 0 60000 65536"/>
                    <a:gd name="T91" fmla="*/ 0 60000 65536"/>
                    <a:gd name="T92" fmla="*/ 0 60000 65536"/>
                    <a:gd name="T93" fmla="*/ 0 60000 65536"/>
                    <a:gd name="T94" fmla="*/ 0 60000 65536"/>
                    <a:gd name="T95" fmla="*/ 0 60000 65536"/>
                    <a:gd name="T96" fmla="*/ 0 60000 65536"/>
                    <a:gd name="T97" fmla="*/ 0 60000 65536"/>
                    <a:gd name="T98" fmla="*/ 0 60000 65536"/>
                    <a:gd name="T99" fmla="*/ 0 60000 65536"/>
                    <a:gd name="T100" fmla="*/ 0 60000 65536"/>
                    <a:gd name="T101" fmla="*/ 0 60000 65536"/>
                    <a:gd name="T102" fmla="*/ 0 60000 65536"/>
                    <a:gd name="T103" fmla="*/ 0 60000 65536"/>
                    <a:gd name="T104" fmla="*/ 0 60000 65536"/>
                    <a:gd name="T105" fmla="*/ 0 60000 65536"/>
                    <a:gd name="T106" fmla="*/ 0 60000 65536"/>
                    <a:gd name="T107" fmla="*/ 0 60000 65536"/>
                    <a:gd name="T108" fmla="*/ 0 60000 65536"/>
                    <a:gd name="T109" fmla="*/ 0 60000 65536"/>
                    <a:gd name="T110" fmla="*/ 0 60000 65536"/>
                    <a:gd name="T111" fmla="*/ 0 60000 65536"/>
                    <a:gd name="T112" fmla="*/ 0 60000 65536"/>
                    <a:gd name="T113" fmla="*/ 0 60000 65536"/>
                    <a:gd name="T114" fmla="*/ 0 60000 65536"/>
                    <a:gd name="T115" fmla="*/ 0 60000 65536"/>
                    <a:gd name="T116" fmla="*/ 0 60000 65536"/>
                    <a:gd name="T117" fmla="*/ 0 60000 65536"/>
                    <a:gd name="T118" fmla="*/ 0 60000 65536"/>
                    <a:gd name="T119" fmla="*/ 0 60000 65536"/>
                    <a:gd name="T120" fmla="*/ 0 60000 65536"/>
                    <a:gd name="T121" fmla="*/ 0 60000 65536"/>
                    <a:gd name="T122" fmla="*/ 0 60000 65536"/>
                    <a:gd name="T123" fmla="*/ 0 w 717"/>
                    <a:gd name="T124" fmla="*/ 0 h 756"/>
                    <a:gd name="T125" fmla="*/ 717 w 717"/>
                    <a:gd name="T126" fmla="*/ 756 h 756"/>
                  </a:gdLst>
                  <a:ahLst/>
                  <a:cxnLst>
                    <a:cxn ang="T82">
                      <a:pos x="T0" y="T1"/>
                    </a:cxn>
                    <a:cxn ang="T83">
                      <a:pos x="T2" y="T3"/>
                    </a:cxn>
                    <a:cxn ang="T84">
                      <a:pos x="T4" y="T5"/>
                    </a:cxn>
                    <a:cxn ang="T85">
                      <a:pos x="T6" y="T7"/>
                    </a:cxn>
                    <a:cxn ang="T86">
                      <a:pos x="T8" y="T9"/>
                    </a:cxn>
                    <a:cxn ang="T87">
                      <a:pos x="T10" y="T11"/>
                    </a:cxn>
                    <a:cxn ang="T88">
                      <a:pos x="T12" y="T13"/>
                    </a:cxn>
                    <a:cxn ang="T89">
                      <a:pos x="T14" y="T15"/>
                    </a:cxn>
                    <a:cxn ang="T90">
                      <a:pos x="T16" y="T17"/>
                    </a:cxn>
                    <a:cxn ang="T91">
                      <a:pos x="T18" y="T19"/>
                    </a:cxn>
                    <a:cxn ang="T92">
                      <a:pos x="T20" y="T21"/>
                    </a:cxn>
                    <a:cxn ang="T93">
                      <a:pos x="T22" y="T23"/>
                    </a:cxn>
                    <a:cxn ang="T94">
                      <a:pos x="T24" y="T25"/>
                    </a:cxn>
                    <a:cxn ang="T95">
                      <a:pos x="T26" y="T27"/>
                    </a:cxn>
                    <a:cxn ang="T96">
                      <a:pos x="T28" y="T29"/>
                    </a:cxn>
                    <a:cxn ang="T97">
                      <a:pos x="T30" y="T31"/>
                    </a:cxn>
                    <a:cxn ang="T98">
                      <a:pos x="T32" y="T33"/>
                    </a:cxn>
                    <a:cxn ang="T99">
                      <a:pos x="T34" y="T35"/>
                    </a:cxn>
                    <a:cxn ang="T100">
                      <a:pos x="T36" y="T37"/>
                    </a:cxn>
                    <a:cxn ang="T101">
                      <a:pos x="T38" y="T39"/>
                    </a:cxn>
                    <a:cxn ang="T102">
                      <a:pos x="T40" y="T41"/>
                    </a:cxn>
                    <a:cxn ang="T103">
                      <a:pos x="T42" y="T43"/>
                    </a:cxn>
                    <a:cxn ang="T104">
                      <a:pos x="T44" y="T45"/>
                    </a:cxn>
                    <a:cxn ang="T105">
                      <a:pos x="T46" y="T47"/>
                    </a:cxn>
                    <a:cxn ang="T106">
                      <a:pos x="T48" y="T49"/>
                    </a:cxn>
                    <a:cxn ang="T107">
                      <a:pos x="T50" y="T51"/>
                    </a:cxn>
                    <a:cxn ang="T108">
                      <a:pos x="T52" y="T53"/>
                    </a:cxn>
                    <a:cxn ang="T109">
                      <a:pos x="T54" y="T55"/>
                    </a:cxn>
                    <a:cxn ang="T110">
                      <a:pos x="T56" y="T57"/>
                    </a:cxn>
                    <a:cxn ang="T111">
                      <a:pos x="T58" y="T59"/>
                    </a:cxn>
                    <a:cxn ang="T112">
                      <a:pos x="T60" y="T61"/>
                    </a:cxn>
                    <a:cxn ang="T113">
                      <a:pos x="T62" y="T63"/>
                    </a:cxn>
                    <a:cxn ang="T114">
                      <a:pos x="T64" y="T65"/>
                    </a:cxn>
                    <a:cxn ang="T115">
                      <a:pos x="T66" y="T67"/>
                    </a:cxn>
                    <a:cxn ang="T116">
                      <a:pos x="T68" y="T69"/>
                    </a:cxn>
                    <a:cxn ang="T117">
                      <a:pos x="T70" y="T71"/>
                    </a:cxn>
                    <a:cxn ang="T118">
                      <a:pos x="T72" y="T73"/>
                    </a:cxn>
                    <a:cxn ang="T119">
                      <a:pos x="T74" y="T75"/>
                    </a:cxn>
                    <a:cxn ang="T120">
                      <a:pos x="T76" y="T77"/>
                    </a:cxn>
                    <a:cxn ang="T121">
                      <a:pos x="T78" y="T79"/>
                    </a:cxn>
                    <a:cxn ang="T122">
                      <a:pos x="T80" y="T81"/>
                    </a:cxn>
                  </a:cxnLst>
                  <a:rect l="T123" t="T124" r="T125" b="T126"/>
                  <a:pathLst>
                    <a:path w="717" h="756">
                      <a:moveTo>
                        <a:pt x="0" y="756"/>
                      </a:moveTo>
                      <a:lnTo>
                        <a:pt x="52" y="167"/>
                      </a:lnTo>
                      <a:lnTo>
                        <a:pt x="64" y="384"/>
                      </a:lnTo>
                      <a:lnTo>
                        <a:pt x="90" y="103"/>
                      </a:lnTo>
                      <a:lnTo>
                        <a:pt x="116" y="519"/>
                      </a:lnTo>
                      <a:lnTo>
                        <a:pt x="135" y="487"/>
                      </a:lnTo>
                      <a:lnTo>
                        <a:pt x="135" y="359"/>
                      </a:lnTo>
                      <a:lnTo>
                        <a:pt x="167" y="71"/>
                      </a:lnTo>
                      <a:lnTo>
                        <a:pt x="192" y="244"/>
                      </a:lnTo>
                      <a:lnTo>
                        <a:pt x="205" y="96"/>
                      </a:lnTo>
                      <a:lnTo>
                        <a:pt x="218" y="615"/>
                      </a:lnTo>
                      <a:lnTo>
                        <a:pt x="244" y="397"/>
                      </a:lnTo>
                      <a:lnTo>
                        <a:pt x="282" y="519"/>
                      </a:lnTo>
                      <a:lnTo>
                        <a:pt x="308" y="308"/>
                      </a:lnTo>
                      <a:lnTo>
                        <a:pt x="333" y="442"/>
                      </a:lnTo>
                      <a:lnTo>
                        <a:pt x="346" y="352"/>
                      </a:lnTo>
                      <a:lnTo>
                        <a:pt x="365" y="384"/>
                      </a:lnTo>
                      <a:lnTo>
                        <a:pt x="378" y="135"/>
                      </a:lnTo>
                      <a:lnTo>
                        <a:pt x="391" y="301"/>
                      </a:lnTo>
                      <a:lnTo>
                        <a:pt x="384" y="519"/>
                      </a:lnTo>
                      <a:lnTo>
                        <a:pt x="404" y="679"/>
                      </a:lnTo>
                      <a:lnTo>
                        <a:pt x="429" y="628"/>
                      </a:lnTo>
                      <a:lnTo>
                        <a:pt x="442" y="480"/>
                      </a:lnTo>
                      <a:lnTo>
                        <a:pt x="455" y="391"/>
                      </a:lnTo>
                      <a:lnTo>
                        <a:pt x="436" y="506"/>
                      </a:lnTo>
                      <a:lnTo>
                        <a:pt x="461" y="352"/>
                      </a:lnTo>
                      <a:lnTo>
                        <a:pt x="474" y="455"/>
                      </a:lnTo>
                      <a:lnTo>
                        <a:pt x="493" y="519"/>
                      </a:lnTo>
                      <a:lnTo>
                        <a:pt x="512" y="410"/>
                      </a:lnTo>
                      <a:lnTo>
                        <a:pt x="532" y="186"/>
                      </a:lnTo>
                      <a:lnTo>
                        <a:pt x="544" y="231"/>
                      </a:lnTo>
                      <a:lnTo>
                        <a:pt x="570" y="148"/>
                      </a:lnTo>
                      <a:lnTo>
                        <a:pt x="576" y="301"/>
                      </a:lnTo>
                      <a:lnTo>
                        <a:pt x="576" y="730"/>
                      </a:lnTo>
                      <a:lnTo>
                        <a:pt x="647" y="0"/>
                      </a:lnTo>
                      <a:lnTo>
                        <a:pt x="647" y="250"/>
                      </a:lnTo>
                      <a:lnTo>
                        <a:pt x="660" y="333"/>
                      </a:lnTo>
                      <a:lnTo>
                        <a:pt x="685" y="192"/>
                      </a:lnTo>
                      <a:lnTo>
                        <a:pt x="711" y="340"/>
                      </a:lnTo>
                      <a:lnTo>
                        <a:pt x="698" y="429"/>
                      </a:lnTo>
                      <a:lnTo>
                        <a:pt x="717" y="461"/>
                      </a:lnTo>
                    </a:path>
                  </a:pathLst>
                </a:custGeom>
                <a:noFill/>
                <a:ln w="9525">
                  <a:solidFill>
                    <a:srgbClr val="FF0000"/>
                  </a:solidFill>
                  <a:round/>
                  <a:headEnd/>
                  <a:tailEnd/>
                </a:ln>
              </p:spPr>
              <p:txBody>
                <a:bodyPr/>
                <a:lstStyle/>
                <a:p>
                  <a:endParaRPr lang="en-GB" sz="1600"/>
                </a:p>
              </p:txBody>
            </p:sp>
          </p:grpSp>
          <p:grpSp>
            <p:nvGrpSpPr>
              <p:cNvPr id="14455" name="Group 380"/>
              <p:cNvGrpSpPr>
                <a:grpSpLocks/>
              </p:cNvGrpSpPr>
              <p:nvPr/>
            </p:nvGrpSpPr>
            <p:grpSpPr bwMode="auto">
              <a:xfrm flipH="1">
                <a:off x="3986" y="1092"/>
                <a:ext cx="590" cy="801"/>
                <a:chOff x="3462" y="1100"/>
                <a:chExt cx="1549" cy="801"/>
              </a:xfrm>
            </p:grpSpPr>
            <p:sp>
              <p:nvSpPr>
                <p:cNvPr id="14391" name="Freeform 381"/>
                <p:cNvSpPr>
                  <a:spLocks/>
                </p:cNvSpPr>
                <p:nvPr/>
              </p:nvSpPr>
              <p:spPr bwMode="auto">
                <a:xfrm>
                  <a:off x="3462" y="1126"/>
                  <a:ext cx="313" cy="756"/>
                </a:xfrm>
                <a:custGeom>
                  <a:avLst/>
                  <a:gdLst>
                    <a:gd name="T0" fmla="*/ 0 w 717"/>
                    <a:gd name="T1" fmla="*/ 756 h 756"/>
                    <a:gd name="T2" fmla="*/ 4 w 717"/>
                    <a:gd name="T3" fmla="*/ 167 h 756"/>
                    <a:gd name="T4" fmla="*/ 5 w 717"/>
                    <a:gd name="T5" fmla="*/ 384 h 756"/>
                    <a:gd name="T6" fmla="*/ 7 w 717"/>
                    <a:gd name="T7" fmla="*/ 103 h 756"/>
                    <a:gd name="T8" fmla="*/ 10 w 717"/>
                    <a:gd name="T9" fmla="*/ 519 h 756"/>
                    <a:gd name="T10" fmla="*/ 11 w 717"/>
                    <a:gd name="T11" fmla="*/ 487 h 756"/>
                    <a:gd name="T12" fmla="*/ 11 w 717"/>
                    <a:gd name="T13" fmla="*/ 359 h 756"/>
                    <a:gd name="T14" fmla="*/ 14 w 717"/>
                    <a:gd name="T15" fmla="*/ 71 h 756"/>
                    <a:gd name="T16" fmla="*/ 16 w 717"/>
                    <a:gd name="T17" fmla="*/ 244 h 756"/>
                    <a:gd name="T18" fmla="*/ 17 w 717"/>
                    <a:gd name="T19" fmla="*/ 96 h 756"/>
                    <a:gd name="T20" fmla="*/ 18 w 717"/>
                    <a:gd name="T21" fmla="*/ 615 h 756"/>
                    <a:gd name="T22" fmla="*/ 21 w 717"/>
                    <a:gd name="T23" fmla="*/ 397 h 756"/>
                    <a:gd name="T24" fmla="*/ 24 w 717"/>
                    <a:gd name="T25" fmla="*/ 519 h 756"/>
                    <a:gd name="T26" fmla="*/ 25 w 717"/>
                    <a:gd name="T27" fmla="*/ 308 h 756"/>
                    <a:gd name="T28" fmla="*/ 28 w 717"/>
                    <a:gd name="T29" fmla="*/ 442 h 756"/>
                    <a:gd name="T30" fmla="*/ 29 w 717"/>
                    <a:gd name="T31" fmla="*/ 352 h 756"/>
                    <a:gd name="T32" fmla="*/ 30 w 717"/>
                    <a:gd name="T33" fmla="*/ 384 h 756"/>
                    <a:gd name="T34" fmla="*/ 31 w 717"/>
                    <a:gd name="T35" fmla="*/ 135 h 756"/>
                    <a:gd name="T36" fmla="*/ 33 w 717"/>
                    <a:gd name="T37" fmla="*/ 301 h 756"/>
                    <a:gd name="T38" fmla="*/ 32 w 717"/>
                    <a:gd name="T39" fmla="*/ 519 h 756"/>
                    <a:gd name="T40" fmla="*/ 34 w 717"/>
                    <a:gd name="T41" fmla="*/ 679 h 756"/>
                    <a:gd name="T42" fmla="*/ 36 w 717"/>
                    <a:gd name="T43" fmla="*/ 628 h 756"/>
                    <a:gd name="T44" fmla="*/ 37 w 717"/>
                    <a:gd name="T45" fmla="*/ 480 h 756"/>
                    <a:gd name="T46" fmla="*/ 38 w 717"/>
                    <a:gd name="T47" fmla="*/ 391 h 756"/>
                    <a:gd name="T48" fmla="*/ 36 w 717"/>
                    <a:gd name="T49" fmla="*/ 506 h 756"/>
                    <a:gd name="T50" fmla="*/ 38 w 717"/>
                    <a:gd name="T51" fmla="*/ 352 h 756"/>
                    <a:gd name="T52" fmla="*/ 39 w 717"/>
                    <a:gd name="T53" fmla="*/ 455 h 756"/>
                    <a:gd name="T54" fmla="*/ 41 w 717"/>
                    <a:gd name="T55" fmla="*/ 519 h 756"/>
                    <a:gd name="T56" fmla="*/ 43 w 717"/>
                    <a:gd name="T57" fmla="*/ 410 h 756"/>
                    <a:gd name="T58" fmla="*/ 44 w 717"/>
                    <a:gd name="T59" fmla="*/ 186 h 756"/>
                    <a:gd name="T60" fmla="*/ 45 w 717"/>
                    <a:gd name="T61" fmla="*/ 231 h 756"/>
                    <a:gd name="T62" fmla="*/ 48 w 717"/>
                    <a:gd name="T63" fmla="*/ 148 h 756"/>
                    <a:gd name="T64" fmla="*/ 48 w 717"/>
                    <a:gd name="T65" fmla="*/ 301 h 756"/>
                    <a:gd name="T66" fmla="*/ 48 w 717"/>
                    <a:gd name="T67" fmla="*/ 730 h 756"/>
                    <a:gd name="T68" fmla="*/ 54 w 717"/>
                    <a:gd name="T69" fmla="*/ 0 h 756"/>
                    <a:gd name="T70" fmla="*/ 54 w 717"/>
                    <a:gd name="T71" fmla="*/ 250 h 756"/>
                    <a:gd name="T72" fmla="*/ 55 w 717"/>
                    <a:gd name="T73" fmla="*/ 333 h 756"/>
                    <a:gd name="T74" fmla="*/ 57 w 717"/>
                    <a:gd name="T75" fmla="*/ 192 h 756"/>
                    <a:gd name="T76" fmla="*/ 59 w 717"/>
                    <a:gd name="T77" fmla="*/ 340 h 756"/>
                    <a:gd name="T78" fmla="*/ 58 w 717"/>
                    <a:gd name="T79" fmla="*/ 429 h 756"/>
                    <a:gd name="T80" fmla="*/ 60 w 717"/>
                    <a:gd name="T81" fmla="*/ 461 h 756"/>
                    <a:gd name="T82" fmla="*/ 0 60000 65536"/>
                    <a:gd name="T83" fmla="*/ 0 60000 65536"/>
                    <a:gd name="T84" fmla="*/ 0 60000 65536"/>
                    <a:gd name="T85" fmla="*/ 0 60000 65536"/>
                    <a:gd name="T86" fmla="*/ 0 60000 65536"/>
                    <a:gd name="T87" fmla="*/ 0 60000 65536"/>
                    <a:gd name="T88" fmla="*/ 0 60000 65536"/>
                    <a:gd name="T89" fmla="*/ 0 60000 65536"/>
                    <a:gd name="T90" fmla="*/ 0 60000 65536"/>
                    <a:gd name="T91" fmla="*/ 0 60000 65536"/>
                    <a:gd name="T92" fmla="*/ 0 60000 65536"/>
                    <a:gd name="T93" fmla="*/ 0 60000 65536"/>
                    <a:gd name="T94" fmla="*/ 0 60000 65536"/>
                    <a:gd name="T95" fmla="*/ 0 60000 65536"/>
                    <a:gd name="T96" fmla="*/ 0 60000 65536"/>
                    <a:gd name="T97" fmla="*/ 0 60000 65536"/>
                    <a:gd name="T98" fmla="*/ 0 60000 65536"/>
                    <a:gd name="T99" fmla="*/ 0 60000 65536"/>
                    <a:gd name="T100" fmla="*/ 0 60000 65536"/>
                    <a:gd name="T101" fmla="*/ 0 60000 65536"/>
                    <a:gd name="T102" fmla="*/ 0 60000 65536"/>
                    <a:gd name="T103" fmla="*/ 0 60000 65536"/>
                    <a:gd name="T104" fmla="*/ 0 60000 65536"/>
                    <a:gd name="T105" fmla="*/ 0 60000 65536"/>
                    <a:gd name="T106" fmla="*/ 0 60000 65536"/>
                    <a:gd name="T107" fmla="*/ 0 60000 65536"/>
                    <a:gd name="T108" fmla="*/ 0 60000 65536"/>
                    <a:gd name="T109" fmla="*/ 0 60000 65536"/>
                    <a:gd name="T110" fmla="*/ 0 60000 65536"/>
                    <a:gd name="T111" fmla="*/ 0 60000 65536"/>
                    <a:gd name="T112" fmla="*/ 0 60000 65536"/>
                    <a:gd name="T113" fmla="*/ 0 60000 65536"/>
                    <a:gd name="T114" fmla="*/ 0 60000 65536"/>
                    <a:gd name="T115" fmla="*/ 0 60000 65536"/>
                    <a:gd name="T116" fmla="*/ 0 60000 65536"/>
                    <a:gd name="T117" fmla="*/ 0 60000 65536"/>
                    <a:gd name="T118" fmla="*/ 0 60000 65536"/>
                    <a:gd name="T119" fmla="*/ 0 60000 65536"/>
                    <a:gd name="T120" fmla="*/ 0 60000 65536"/>
                    <a:gd name="T121" fmla="*/ 0 60000 65536"/>
                    <a:gd name="T122" fmla="*/ 0 60000 65536"/>
                    <a:gd name="T123" fmla="*/ 0 w 717"/>
                    <a:gd name="T124" fmla="*/ 0 h 756"/>
                    <a:gd name="T125" fmla="*/ 717 w 717"/>
                    <a:gd name="T126" fmla="*/ 756 h 756"/>
                  </a:gdLst>
                  <a:ahLst/>
                  <a:cxnLst>
                    <a:cxn ang="T82">
                      <a:pos x="T0" y="T1"/>
                    </a:cxn>
                    <a:cxn ang="T83">
                      <a:pos x="T2" y="T3"/>
                    </a:cxn>
                    <a:cxn ang="T84">
                      <a:pos x="T4" y="T5"/>
                    </a:cxn>
                    <a:cxn ang="T85">
                      <a:pos x="T6" y="T7"/>
                    </a:cxn>
                    <a:cxn ang="T86">
                      <a:pos x="T8" y="T9"/>
                    </a:cxn>
                    <a:cxn ang="T87">
                      <a:pos x="T10" y="T11"/>
                    </a:cxn>
                    <a:cxn ang="T88">
                      <a:pos x="T12" y="T13"/>
                    </a:cxn>
                    <a:cxn ang="T89">
                      <a:pos x="T14" y="T15"/>
                    </a:cxn>
                    <a:cxn ang="T90">
                      <a:pos x="T16" y="T17"/>
                    </a:cxn>
                    <a:cxn ang="T91">
                      <a:pos x="T18" y="T19"/>
                    </a:cxn>
                    <a:cxn ang="T92">
                      <a:pos x="T20" y="T21"/>
                    </a:cxn>
                    <a:cxn ang="T93">
                      <a:pos x="T22" y="T23"/>
                    </a:cxn>
                    <a:cxn ang="T94">
                      <a:pos x="T24" y="T25"/>
                    </a:cxn>
                    <a:cxn ang="T95">
                      <a:pos x="T26" y="T27"/>
                    </a:cxn>
                    <a:cxn ang="T96">
                      <a:pos x="T28" y="T29"/>
                    </a:cxn>
                    <a:cxn ang="T97">
                      <a:pos x="T30" y="T31"/>
                    </a:cxn>
                    <a:cxn ang="T98">
                      <a:pos x="T32" y="T33"/>
                    </a:cxn>
                    <a:cxn ang="T99">
                      <a:pos x="T34" y="T35"/>
                    </a:cxn>
                    <a:cxn ang="T100">
                      <a:pos x="T36" y="T37"/>
                    </a:cxn>
                    <a:cxn ang="T101">
                      <a:pos x="T38" y="T39"/>
                    </a:cxn>
                    <a:cxn ang="T102">
                      <a:pos x="T40" y="T41"/>
                    </a:cxn>
                    <a:cxn ang="T103">
                      <a:pos x="T42" y="T43"/>
                    </a:cxn>
                    <a:cxn ang="T104">
                      <a:pos x="T44" y="T45"/>
                    </a:cxn>
                    <a:cxn ang="T105">
                      <a:pos x="T46" y="T47"/>
                    </a:cxn>
                    <a:cxn ang="T106">
                      <a:pos x="T48" y="T49"/>
                    </a:cxn>
                    <a:cxn ang="T107">
                      <a:pos x="T50" y="T51"/>
                    </a:cxn>
                    <a:cxn ang="T108">
                      <a:pos x="T52" y="T53"/>
                    </a:cxn>
                    <a:cxn ang="T109">
                      <a:pos x="T54" y="T55"/>
                    </a:cxn>
                    <a:cxn ang="T110">
                      <a:pos x="T56" y="T57"/>
                    </a:cxn>
                    <a:cxn ang="T111">
                      <a:pos x="T58" y="T59"/>
                    </a:cxn>
                    <a:cxn ang="T112">
                      <a:pos x="T60" y="T61"/>
                    </a:cxn>
                    <a:cxn ang="T113">
                      <a:pos x="T62" y="T63"/>
                    </a:cxn>
                    <a:cxn ang="T114">
                      <a:pos x="T64" y="T65"/>
                    </a:cxn>
                    <a:cxn ang="T115">
                      <a:pos x="T66" y="T67"/>
                    </a:cxn>
                    <a:cxn ang="T116">
                      <a:pos x="T68" y="T69"/>
                    </a:cxn>
                    <a:cxn ang="T117">
                      <a:pos x="T70" y="T71"/>
                    </a:cxn>
                    <a:cxn ang="T118">
                      <a:pos x="T72" y="T73"/>
                    </a:cxn>
                    <a:cxn ang="T119">
                      <a:pos x="T74" y="T75"/>
                    </a:cxn>
                    <a:cxn ang="T120">
                      <a:pos x="T76" y="T77"/>
                    </a:cxn>
                    <a:cxn ang="T121">
                      <a:pos x="T78" y="T79"/>
                    </a:cxn>
                    <a:cxn ang="T122">
                      <a:pos x="T80" y="T81"/>
                    </a:cxn>
                  </a:cxnLst>
                  <a:rect l="T123" t="T124" r="T125" b="T126"/>
                  <a:pathLst>
                    <a:path w="717" h="756">
                      <a:moveTo>
                        <a:pt x="0" y="756"/>
                      </a:moveTo>
                      <a:lnTo>
                        <a:pt x="52" y="167"/>
                      </a:lnTo>
                      <a:lnTo>
                        <a:pt x="64" y="384"/>
                      </a:lnTo>
                      <a:lnTo>
                        <a:pt x="90" y="103"/>
                      </a:lnTo>
                      <a:lnTo>
                        <a:pt x="116" y="519"/>
                      </a:lnTo>
                      <a:lnTo>
                        <a:pt x="135" y="487"/>
                      </a:lnTo>
                      <a:lnTo>
                        <a:pt x="135" y="359"/>
                      </a:lnTo>
                      <a:lnTo>
                        <a:pt x="167" y="71"/>
                      </a:lnTo>
                      <a:lnTo>
                        <a:pt x="192" y="244"/>
                      </a:lnTo>
                      <a:lnTo>
                        <a:pt x="205" y="96"/>
                      </a:lnTo>
                      <a:lnTo>
                        <a:pt x="218" y="615"/>
                      </a:lnTo>
                      <a:lnTo>
                        <a:pt x="244" y="397"/>
                      </a:lnTo>
                      <a:lnTo>
                        <a:pt x="282" y="519"/>
                      </a:lnTo>
                      <a:lnTo>
                        <a:pt x="308" y="308"/>
                      </a:lnTo>
                      <a:lnTo>
                        <a:pt x="333" y="442"/>
                      </a:lnTo>
                      <a:lnTo>
                        <a:pt x="346" y="352"/>
                      </a:lnTo>
                      <a:lnTo>
                        <a:pt x="365" y="384"/>
                      </a:lnTo>
                      <a:lnTo>
                        <a:pt x="378" y="135"/>
                      </a:lnTo>
                      <a:lnTo>
                        <a:pt x="391" y="301"/>
                      </a:lnTo>
                      <a:lnTo>
                        <a:pt x="384" y="519"/>
                      </a:lnTo>
                      <a:lnTo>
                        <a:pt x="404" y="679"/>
                      </a:lnTo>
                      <a:lnTo>
                        <a:pt x="429" y="628"/>
                      </a:lnTo>
                      <a:lnTo>
                        <a:pt x="442" y="480"/>
                      </a:lnTo>
                      <a:lnTo>
                        <a:pt x="455" y="391"/>
                      </a:lnTo>
                      <a:lnTo>
                        <a:pt x="436" y="506"/>
                      </a:lnTo>
                      <a:lnTo>
                        <a:pt x="461" y="352"/>
                      </a:lnTo>
                      <a:lnTo>
                        <a:pt x="474" y="455"/>
                      </a:lnTo>
                      <a:lnTo>
                        <a:pt x="493" y="519"/>
                      </a:lnTo>
                      <a:lnTo>
                        <a:pt x="512" y="410"/>
                      </a:lnTo>
                      <a:lnTo>
                        <a:pt x="532" y="186"/>
                      </a:lnTo>
                      <a:lnTo>
                        <a:pt x="544" y="231"/>
                      </a:lnTo>
                      <a:lnTo>
                        <a:pt x="570" y="148"/>
                      </a:lnTo>
                      <a:lnTo>
                        <a:pt x="576" y="301"/>
                      </a:lnTo>
                      <a:lnTo>
                        <a:pt x="576" y="730"/>
                      </a:lnTo>
                      <a:lnTo>
                        <a:pt x="647" y="0"/>
                      </a:lnTo>
                      <a:lnTo>
                        <a:pt x="647" y="250"/>
                      </a:lnTo>
                      <a:lnTo>
                        <a:pt x="660" y="333"/>
                      </a:lnTo>
                      <a:lnTo>
                        <a:pt x="685" y="192"/>
                      </a:lnTo>
                      <a:lnTo>
                        <a:pt x="711" y="340"/>
                      </a:lnTo>
                      <a:lnTo>
                        <a:pt x="698" y="429"/>
                      </a:lnTo>
                      <a:lnTo>
                        <a:pt x="717" y="461"/>
                      </a:lnTo>
                    </a:path>
                  </a:pathLst>
                </a:custGeom>
                <a:noFill/>
                <a:ln w="9525">
                  <a:solidFill>
                    <a:srgbClr val="FF0000"/>
                  </a:solidFill>
                  <a:round/>
                  <a:headEnd/>
                  <a:tailEnd/>
                </a:ln>
              </p:spPr>
              <p:txBody>
                <a:bodyPr/>
                <a:lstStyle/>
                <a:p>
                  <a:endParaRPr lang="en-GB" sz="1600"/>
                </a:p>
              </p:txBody>
            </p:sp>
            <p:sp>
              <p:nvSpPr>
                <p:cNvPr id="14392" name="Freeform 382"/>
                <p:cNvSpPr>
                  <a:spLocks/>
                </p:cNvSpPr>
                <p:nvPr/>
              </p:nvSpPr>
              <p:spPr bwMode="auto">
                <a:xfrm flipH="1" flipV="1">
                  <a:off x="3770" y="1145"/>
                  <a:ext cx="313" cy="756"/>
                </a:xfrm>
                <a:custGeom>
                  <a:avLst/>
                  <a:gdLst>
                    <a:gd name="T0" fmla="*/ 0 w 717"/>
                    <a:gd name="T1" fmla="*/ 756 h 756"/>
                    <a:gd name="T2" fmla="*/ 4 w 717"/>
                    <a:gd name="T3" fmla="*/ 167 h 756"/>
                    <a:gd name="T4" fmla="*/ 5 w 717"/>
                    <a:gd name="T5" fmla="*/ 384 h 756"/>
                    <a:gd name="T6" fmla="*/ 7 w 717"/>
                    <a:gd name="T7" fmla="*/ 103 h 756"/>
                    <a:gd name="T8" fmla="*/ 10 w 717"/>
                    <a:gd name="T9" fmla="*/ 519 h 756"/>
                    <a:gd name="T10" fmla="*/ 11 w 717"/>
                    <a:gd name="T11" fmla="*/ 487 h 756"/>
                    <a:gd name="T12" fmla="*/ 11 w 717"/>
                    <a:gd name="T13" fmla="*/ 359 h 756"/>
                    <a:gd name="T14" fmla="*/ 14 w 717"/>
                    <a:gd name="T15" fmla="*/ 71 h 756"/>
                    <a:gd name="T16" fmla="*/ 16 w 717"/>
                    <a:gd name="T17" fmla="*/ 244 h 756"/>
                    <a:gd name="T18" fmla="*/ 17 w 717"/>
                    <a:gd name="T19" fmla="*/ 96 h 756"/>
                    <a:gd name="T20" fmla="*/ 18 w 717"/>
                    <a:gd name="T21" fmla="*/ 615 h 756"/>
                    <a:gd name="T22" fmla="*/ 21 w 717"/>
                    <a:gd name="T23" fmla="*/ 397 h 756"/>
                    <a:gd name="T24" fmla="*/ 24 w 717"/>
                    <a:gd name="T25" fmla="*/ 519 h 756"/>
                    <a:gd name="T26" fmla="*/ 25 w 717"/>
                    <a:gd name="T27" fmla="*/ 308 h 756"/>
                    <a:gd name="T28" fmla="*/ 28 w 717"/>
                    <a:gd name="T29" fmla="*/ 442 h 756"/>
                    <a:gd name="T30" fmla="*/ 29 w 717"/>
                    <a:gd name="T31" fmla="*/ 352 h 756"/>
                    <a:gd name="T32" fmla="*/ 30 w 717"/>
                    <a:gd name="T33" fmla="*/ 384 h 756"/>
                    <a:gd name="T34" fmla="*/ 31 w 717"/>
                    <a:gd name="T35" fmla="*/ 135 h 756"/>
                    <a:gd name="T36" fmla="*/ 33 w 717"/>
                    <a:gd name="T37" fmla="*/ 301 h 756"/>
                    <a:gd name="T38" fmla="*/ 32 w 717"/>
                    <a:gd name="T39" fmla="*/ 519 h 756"/>
                    <a:gd name="T40" fmla="*/ 34 w 717"/>
                    <a:gd name="T41" fmla="*/ 679 h 756"/>
                    <a:gd name="T42" fmla="*/ 36 w 717"/>
                    <a:gd name="T43" fmla="*/ 628 h 756"/>
                    <a:gd name="T44" fmla="*/ 37 w 717"/>
                    <a:gd name="T45" fmla="*/ 480 h 756"/>
                    <a:gd name="T46" fmla="*/ 38 w 717"/>
                    <a:gd name="T47" fmla="*/ 391 h 756"/>
                    <a:gd name="T48" fmla="*/ 36 w 717"/>
                    <a:gd name="T49" fmla="*/ 506 h 756"/>
                    <a:gd name="T50" fmla="*/ 38 w 717"/>
                    <a:gd name="T51" fmla="*/ 352 h 756"/>
                    <a:gd name="T52" fmla="*/ 39 w 717"/>
                    <a:gd name="T53" fmla="*/ 455 h 756"/>
                    <a:gd name="T54" fmla="*/ 41 w 717"/>
                    <a:gd name="T55" fmla="*/ 519 h 756"/>
                    <a:gd name="T56" fmla="*/ 43 w 717"/>
                    <a:gd name="T57" fmla="*/ 410 h 756"/>
                    <a:gd name="T58" fmla="*/ 44 w 717"/>
                    <a:gd name="T59" fmla="*/ 186 h 756"/>
                    <a:gd name="T60" fmla="*/ 45 w 717"/>
                    <a:gd name="T61" fmla="*/ 231 h 756"/>
                    <a:gd name="T62" fmla="*/ 48 w 717"/>
                    <a:gd name="T63" fmla="*/ 148 h 756"/>
                    <a:gd name="T64" fmla="*/ 48 w 717"/>
                    <a:gd name="T65" fmla="*/ 301 h 756"/>
                    <a:gd name="T66" fmla="*/ 48 w 717"/>
                    <a:gd name="T67" fmla="*/ 730 h 756"/>
                    <a:gd name="T68" fmla="*/ 54 w 717"/>
                    <a:gd name="T69" fmla="*/ 0 h 756"/>
                    <a:gd name="T70" fmla="*/ 54 w 717"/>
                    <a:gd name="T71" fmla="*/ 250 h 756"/>
                    <a:gd name="T72" fmla="*/ 55 w 717"/>
                    <a:gd name="T73" fmla="*/ 333 h 756"/>
                    <a:gd name="T74" fmla="*/ 57 w 717"/>
                    <a:gd name="T75" fmla="*/ 192 h 756"/>
                    <a:gd name="T76" fmla="*/ 59 w 717"/>
                    <a:gd name="T77" fmla="*/ 340 h 756"/>
                    <a:gd name="T78" fmla="*/ 58 w 717"/>
                    <a:gd name="T79" fmla="*/ 429 h 756"/>
                    <a:gd name="T80" fmla="*/ 60 w 717"/>
                    <a:gd name="T81" fmla="*/ 461 h 756"/>
                    <a:gd name="T82" fmla="*/ 0 60000 65536"/>
                    <a:gd name="T83" fmla="*/ 0 60000 65536"/>
                    <a:gd name="T84" fmla="*/ 0 60000 65536"/>
                    <a:gd name="T85" fmla="*/ 0 60000 65536"/>
                    <a:gd name="T86" fmla="*/ 0 60000 65536"/>
                    <a:gd name="T87" fmla="*/ 0 60000 65536"/>
                    <a:gd name="T88" fmla="*/ 0 60000 65536"/>
                    <a:gd name="T89" fmla="*/ 0 60000 65536"/>
                    <a:gd name="T90" fmla="*/ 0 60000 65536"/>
                    <a:gd name="T91" fmla="*/ 0 60000 65536"/>
                    <a:gd name="T92" fmla="*/ 0 60000 65536"/>
                    <a:gd name="T93" fmla="*/ 0 60000 65536"/>
                    <a:gd name="T94" fmla="*/ 0 60000 65536"/>
                    <a:gd name="T95" fmla="*/ 0 60000 65536"/>
                    <a:gd name="T96" fmla="*/ 0 60000 65536"/>
                    <a:gd name="T97" fmla="*/ 0 60000 65536"/>
                    <a:gd name="T98" fmla="*/ 0 60000 65536"/>
                    <a:gd name="T99" fmla="*/ 0 60000 65536"/>
                    <a:gd name="T100" fmla="*/ 0 60000 65536"/>
                    <a:gd name="T101" fmla="*/ 0 60000 65536"/>
                    <a:gd name="T102" fmla="*/ 0 60000 65536"/>
                    <a:gd name="T103" fmla="*/ 0 60000 65536"/>
                    <a:gd name="T104" fmla="*/ 0 60000 65536"/>
                    <a:gd name="T105" fmla="*/ 0 60000 65536"/>
                    <a:gd name="T106" fmla="*/ 0 60000 65536"/>
                    <a:gd name="T107" fmla="*/ 0 60000 65536"/>
                    <a:gd name="T108" fmla="*/ 0 60000 65536"/>
                    <a:gd name="T109" fmla="*/ 0 60000 65536"/>
                    <a:gd name="T110" fmla="*/ 0 60000 65536"/>
                    <a:gd name="T111" fmla="*/ 0 60000 65536"/>
                    <a:gd name="T112" fmla="*/ 0 60000 65536"/>
                    <a:gd name="T113" fmla="*/ 0 60000 65536"/>
                    <a:gd name="T114" fmla="*/ 0 60000 65536"/>
                    <a:gd name="T115" fmla="*/ 0 60000 65536"/>
                    <a:gd name="T116" fmla="*/ 0 60000 65536"/>
                    <a:gd name="T117" fmla="*/ 0 60000 65536"/>
                    <a:gd name="T118" fmla="*/ 0 60000 65536"/>
                    <a:gd name="T119" fmla="*/ 0 60000 65536"/>
                    <a:gd name="T120" fmla="*/ 0 60000 65536"/>
                    <a:gd name="T121" fmla="*/ 0 60000 65536"/>
                    <a:gd name="T122" fmla="*/ 0 60000 65536"/>
                    <a:gd name="T123" fmla="*/ 0 w 717"/>
                    <a:gd name="T124" fmla="*/ 0 h 756"/>
                    <a:gd name="T125" fmla="*/ 717 w 717"/>
                    <a:gd name="T126" fmla="*/ 756 h 756"/>
                  </a:gdLst>
                  <a:ahLst/>
                  <a:cxnLst>
                    <a:cxn ang="T82">
                      <a:pos x="T0" y="T1"/>
                    </a:cxn>
                    <a:cxn ang="T83">
                      <a:pos x="T2" y="T3"/>
                    </a:cxn>
                    <a:cxn ang="T84">
                      <a:pos x="T4" y="T5"/>
                    </a:cxn>
                    <a:cxn ang="T85">
                      <a:pos x="T6" y="T7"/>
                    </a:cxn>
                    <a:cxn ang="T86">
                      <a:pos x="T8" y="T9"/>
                    </a:cxn>
                    <a:cxn ang="T87">
                      <a:pos x="T10" y="T11"/>
                    </a:cxn>
                    <a:cxn ang="T88">
                      <a:pos x="T12" y="T13"/>
                    </a:cxn>
                    <a:cxn ang="T89">
                      <a:pos x="T14" y="T15"/>
                    </a:cxn>
                    <a:cxn ang="T90">
                      <a:pos x="T16" y="T17"/>
                    </a:cxn>
                    <a:cxn ang="T91">
                      <a:pos x="T18" y="T19"/>
                    </a:cxn>
                    <a:cxn ang="T92">
                      <a:pos x="T20" y="T21"/>
                    </a:cxn>
                    <a:cxn ang="T93">
                      <a:pos x="T22" y="T23"/>
                    </a:cxn>
                    <a:cxn ang="T94">
                      <a:pos x="T24" y="T25"/>
                    </a:cxn>
                    <a:cxn ang="T95">
                      <a:pos x="T26" y="T27"/>
                    </a:cxn>
                    <a:cxn ang="T96">
                      <a:pos x="T28" y="T29"/>
                    </a:cxn>
                    <a:cxn ang="T97">
                      <a:pos x="T30" y="T31"/>
                    </a:cxn>
                    <a:cxn ang="T98">
                      <a:pos x="T32" y="T33"/>
                    </a:cxn>
                    <a:cxn ang="T99">
                      <a:pos x="T34" y="T35"/>
                    </a:cxn>
                    <a:cxn ang="T100">
                      <a:pos x="T36" y="T37"/>
                    </a:cxn>
                    <a:cxn ang="T101">
                      <a:pos x="T38" y="T39"/>
                    </a:cxn>
                    <a:cxn ang="T102">
                      <a:pos x="T40" y="T41"/>
                    </a:cxn>
                    <a:cxn ang="T103">
                      <a:pos x="T42" y="T43"/>
                    </a:cxn>
                    <a:cxn ang="T104">
                      <a:pos x="T44" y="T45"/>
                    </a:cxn>
                    <a:cxn ang="T105">
                      <a:pos x="T46" y="T47"/>
                    </a:cxn>
                    <a:cxn ang="T106">
                      <a:pos x="T48" y="T49"/>
                    </a:cxn>
                    <a:cxn ang="T107">
                      <a:pos x="T50" y="T51"/>
                    </a:cxn>
                    <a:cxn ang="T108">
                      <a:pos x="T52" y="T53"/>
                    </a:cxn>
                    <a:cxn ang="T109">
                      <a:pos x="T54" y="T55"/>
                    </a:cxn>
                    <a:cxn ang="T110">
                      <a:pos x="T56" y="T57"/>
                    </a:cxn>
                    <a:cxn ang="T111">
                      <a:pos x="T58" y="T59"/>
                    </a:cxn>
                    <a:cxn ang="T112">
                      <a:pos x="T60" y="T61"/>
                    </a:cxn>
                    <a:cxn ang="T113">
                      <a:pos x="T62" y="T63"/>
                    </a:cxn>
                    <a:cxn ang="T114">
                      <a:pos x="T64" y="T65"/>
                    </a:cxn>
                    <a:cxn ang="T115">
                      <a:pos x="T66" y="T67"/>
                    </a:cxn>
                    <a:cxn ang="T116">
                      <a:pos x="T68" y="T69"/>
                    </a:cxn>
                    <a:cxn ang="T117">
                      <a:pos x="T70" y="T71"/>
                    </a:cxn>
                    <a:cxn ang="T118">
                      <a:pos x="T72" y="T73"/>
                    </a:cxn>
                    <a:cxn ang="T119">
                      <a:pos x="T74" y="T75"/>
                    </a:cxn>
                    <a:cxn ang="T120">
                      <a:pos x="T76" y="T77"/>
                    </a:cxn>
                    <a:cxn ang="T121">
                      <a:pos x="T78" y="T79"/>
                    </a:cxn>
                    <a:cxn ang="T122">
                      <a:pos x="T80" y="T81"/>
                    </a:cxn>
                  </a:cxnLst>
                  <a:rect l="T123" t="T124" r="T125" b="T126"/>
                  <a:pathLst>
                    <a:path w="717" h="756">
                      <a:moveTo>
                        <a:pt x="0" y="756"/>
                      </a:moveTo>
                      <a:lnTo>
                        <a:pt x="52" y="167"/>
                      </a:lnTo>
                      <a:lnTo>
                        <a:pt x="64" y="384"/>
                      </a:lnTo>
                      <a:lnTo>
                        <a:pt x="90" y="103"/>
                      </a:lnTo>
                      <a:lnTo>
                        <a:pt x="116" y="519"/>
                      </a:lnTo>
                      <a:lnTo>
                        <a:pt x="135" y="487"/>
                      </a:lnTo>
                      <a:lnTo>
                        <a:pt x="135" y="359"/>
                      </a:lnTo>
                      <a:lnTo>
                        <a:pt x="167" y="71"/>
                      </a:lnTo>
                      <a:lnTo>
                        <a:pt x="192" y="244"/>
                      </a:lnTo>
                      <a:lnTo>
                        <a:pt x="205" y="96"/>
                      </a:lnTo>
                      <a:lnTo>
                        <a:pt x="218" y="615"/>
                      </a:lnTo>
                      <a:lnTo>
                        <a:pt x="244" y="397"/>
                      </a:lnTo>
                      <a:lnTo>
                        <a:pt x="282" y="519"/>
                      </a:lnTo>
                      <a:lnTo>
                        <a:pt x="308" y="308"/>
                      </a:lnTo>
                      <a:lnTo>
                        <a:pt x="333" y="442"/>
                      </a:lnTo>
                      <a:lnTo>
                        <a:pt x="346" y="352"/>
                      </a:lnTo>
                      <a:lnTo>
                        <a:pt x="365" y="384"/>
                      </a:lnTo>
                      <a:lnTo>
                        <a:pt x="378" y="135"/>
                      </a:lnTo>
                      <a:lnTo>
                        <a:pt x="391" y="301"/>
                      </a:lnTo>
                      <a:lnTo>
                        <a:pt x="384" y="519"/>
                      </a:lnTo>
                      <a:lnTo>
                        <a:pt x="404" y="679"/>
                      </a:lnTo>
                      <a:lnTo>
                        <a:pt x="429" y="628"/>
                      </a:lnTo>
                      <a:lnTo>
                        <a:pt x="442" y="480"/>
                      </a:lnTo>
                      <a:lnTo>
                        <a:pt x="455" y="391"/>
                      </a:lnTo>
                      <a:lnTo>
                        <a:pt x="436" y="506"/>
                      </a:lnTo>
                      <a:lnTo>
                        <a:pt x="461" y="352"/>
                      </a:lnTo>
                      <a:lnTo>
                        <a:pt x="474" y="455"/>
                      </a:lnTo>
                      <a:lnTo>
                        <a:pt x="493" y="519"/>
                      </a:lnTo>
                      <a:lnTo>
                        <a:pt x="512" y="410"/>
                      </a:lnTo>
                      <a:lnTo>
                        <a:pt x="532" y="186"/>
                      </a:lnTo>
                      <a:lnTo>
                        <a:pt x="544" y="231"/>
                      </a:lnTo>
                      <a:lnTo>
                        <a:pt x="570" y="148"/>
                      </a:lnTo>
                      <a:lnTo>
                        <a:pt x="576" y="301"/>
                      </a:lnTo>
                      <a:lnTo>
                        <a:pt x="576" y="730"/>
                      </a:lnTo>
                      <a:lnTo>
                        <a:pt x="647" y="0"/>
                      </a:lnTo>
                      <a:lnTo>
                        <a:pt x="647" y="250"/>
                      </a:lnTo>
                      <a:lnTo>
                        <a:pt x="660" y="333"/>
                      </a:lnTo>
                      <a:lnTo>
                        <a:pt x="685" y="192"/>
                      </a:lnTo>
                      <a:lnTo>
                        <a:pt x="711" y="340"/>
                      </a:lnTo>
                      <a:lnTo>
                        <a:pt x="698" y="429"/>
                      </a:lnTo>
                      <a:lnTo>
                        <a:pt x="717" y="461"/>
                      </a:lnTo>
                    </a:path>
                  </a:pathLst>
                </a:custGeom>
                <a:noFill/>
                <a:ln w="9525">
                  <a:solidFill>
                    <a:srgbClr val="FF0000"/>
                  </a:solidFill>
                  <a:round/>
                  <a:headEnd/>
                  <a:tailEnd/>
                </a:ln>
              </p:spPr>
              <p:txBody>
                <a:bodyPr/>
                <a:lstStyle/>
                <a:p>
                  <a:endParaRPr lang="en-GB" sz="1600"/>
                </a:p>
              </p:txBody>
            </p:sp>
            <p:sp>
              <p:nvSpPr>
                <p:cNvPr id="14393" name="Freeform 383"/>
                <p:cNvSpPr>
                  <a:spLocks/>
                </p:cNvSpPr>
                <p:nvPr/>
              </p:nvSpPr>
              <p:spPr bwMode="auto">
                <a:xfrm flipH="1">
                  <a:off x="4077" y="1119"/>
                  <a:ext cx="313" cy="756"/>
                </a:xfrm>
                <a:custGeom>
                  <a:avLst/>
                  <a:gdLst>
                    <a:gd name="T0" fmla="*/ 0 w 717"/>
                    <a:gd name="T1" fmla="*/ 756 h 756"/>
                    <a:gd name="T2" fmla="*/ 4 w 717"/>
                    <a:gd name="T3" fmla="*/ 167 h 756"/>
                    <a:gd name="T4" fmla="*/ 5 w 717"/>
                    <a:gd name="T5" fmla="*/ 384 h 756"/>
                    <a:gd name="T6" fmla="*/ 7 w 717"/>
                    <a:gd name="T7" fmla="*/ 103 h 756"/>
                    <a:gd name="T8" fmla="*/ 10 w 717"/>
                    <a:gd name="T9" fmla="*/ 519 h 756"/>
                    <a:gd name="T10" fmla="*/ 11 w 717"/>
                    <a:gd name="T11" fmla="*/ 487 h 756"/>
                    <a:gd name="T12" fmla="*/ 11 w 717"/>
                    <a:gd name="T13" fmla="*/ 359 h 756"/>
                    <a:gd name="T14" fmla="*/ 14 w 717"/>
                    <a:gd name="T15" fmla="*/ 71 h 756"/>
                    <a:gd name="T16" fmla="*/ 16 w 717"/>
                    <a:gd name="T17" fmla="*/ 244 h 756"/>
                    <a:gd name="T18" fmla="*/ 17 w 717"/>
                    <a:gd name="T19" fmla="*/ 96 h 756"/>
                    <a:gd name="T20" fmla="*/ 18 w 717"/>
                    <a:gd name="T21" fmla="*/ 615 h 756"/>
                    <a:gd name="T22" fmla="*/ 21 w 717"/>
                    <a:gd name="T23" fmla="*/ 397 h 756"/>
                    <a:gd name="T24" fmla="*/ 24 w 717"/>
                    <a:gd name="T25" fmla="*/ 519 h 756"/>
                    <a:gd name="T26" fmla="*/ 25 w 717"/>
                    <a:gd name="T27" fmla="*/ 308 h 756"/>
                    <a:gd name="T28" fmla="*/ 28 w 717"/>
                    <a:gd name="T29" fmla="*/ 442 h 756"/>
                    <a:gd name="T30" fmla="*/ 29 w 717"/>
                    <a:gd name="T31" fmla="*/ 352 h 756"/>
                    <a:gd name="T32" fmla="*/ 30 w 717"/>
                    <a:gd name="T33" fmla="*/ 384 h 756"/>
                    <a:gd name="T34" fmla="*/ 31 w 717"/>
                    <a:gd name="T35" fmla="*/ 135 h 756"/>
                    <a:gd name="T36" fmla="*/ 33 w 717"/>
                    <a:gd name="T37" fmla="*/ 301 h 756"/>
                    <a:gd name="T38" fmla="*/ 32 w 717"/>
                    <a:gd name="T39" fmla="*/ 519 h 756"/>
                    <a:gd name="T40" fmla="*/ 34 w 717"/>
                    <a:gd name="T41" fmla="*/ 679 h 756"/>
                    <a:gd name="T42" fmla="*/ 36 w 717"/>
                    <a:gd name="T43" fmla="*/ 628 h 756"/>
                    <a:gd name="T44" fmla="*/ 37 w 717"/>
                    <a:gd name="T45" fmla="*/ 480 h 756"/>
                    <a:gd name="T46" fmla="*/ 38 w 717"/>
                    <a:gd name="T47" fmla="*/ 391 h 756"/>
                    <a:gd name="T48" fmla="*/ 36 w 717"/>
                    <a:gd name="T49" fmla="*/ 506 h 756"/>
                    <a:gd name="T50" fmla="*/ 38 w 717"/>
                    <a:gd name="T51" fmla="*/ 352 h 756"/>
                    <a:gd name="T52" fmla="*/ 39 w 717"/>
                    <a:gd name="T53" fmla="*/ 455 h 756"/>
                    <a:gd name="T54" fmla="*/ 41 w 717"/>
                    <a:gd name="T55" fmla="*/ 519 h 756"/>
                    <a:gd name="T56" fmla="*/ 43 w 717"/>
                    <a:gd name="T57" fmla="*/ 410 h 756"/>
                    <a:gd name="T58" fmla="*/ 44 w 717"/>
                    <a:gd name="T59" fmla="*/ 186 h 756"/>
                    <a:gd name="T60" fmla="*/ 45 w 717"/>
                    <a:gd name="T61" fmla="*/ 231 h 756"/>
                    <a:gd name="T62" fmla="*/ 48 w 717"/>
                    <a:gd name="T63" fmla="*/ 148 h 756"/>
                    <a:gd name="T64" fmla="*/ 48 w 717"/>
                    <a:gd name="T65" fmla="*/ 301 h 756"/>
                    <a:gd name="T66" fmla="*/ 48 w 717"/>
                    <a:gd name="T67" fmla="*/ 730 h 756"/>
                    <a:gd name="T68" fmla="*/ 54 w 717"/>
                    <a:gd name="T69" fmla="*/ 0 h 756"/>
                    <a:gd name="T70" fmla="*/ 54 w 717"/>
                    <a:gd name="T71" fmla="*/ 250 h 756"/>
                    <a:gd name="T72" fmla="*/ 55 w 717"/>
                    <a:gd name="T73" fmla="*/ 333 h 756"/>
                    <a:gd name="T74" fmla="*/ 57 w 717"/>
                    <a:gd name="T75" fmla="*/ 192 h 756"/>
                    <a:gd name="T76" fmla="*/ 59 w 717"/>
                    <a:gd name="T77" fmla="*/ 340 h 756"/>
                    <a:gd name="T78" fmla="*/ 58 w 717"/>
                    <a:gd name="T79" fmla="*/ 429 h 756"/>
                    <a:gd name="T80" fmla="*/ 60 w 717"/>
                    <a:gd name="T81" fmla="*/ 461 h 756"/>
                    <a:gd name="T82" fmla="*/ 0 60000 65536"/>
                    <a:gd name="T83" fmla="*/ 0 60000 65536"/>
                    <a:gd name="T84" fmla="*/ 0 60000 65536"/>
                    <a:gd name="T85" fmla="*/ 0 60000 65536"/>
                    <a:gd name="T86" fmla="*/ 0 60000 65536"/>
                    <a:gd name="T87" fmla="*/ 0 60000 65536"/>
                    <a:gd name="T88" fmla="*/ 0 60000 65536"/>
                    <a:gd name="T89" fmla="*/ 0 60000 65536"/>
                    <a:gd name="T90" fmla="*/ 0 60000 65536"/>
                    <a:gd name="T91" fmla="*/ 0 60000 65536"/>
                    <a:gd name="T92" fmla="*/ 0 60000 65536"/>
                    <a:gd name="T93" fmla="*/ 0 60000 65536"/>
                    <a:gd name="T94" fmla="*/ 0 60000 65536"/>
                    <a:gd name="T95" fmla="*/ 0 60000 65536"/>
                    <a:gd name="T96" fmla="*/ 0 60000 65536"/>
                    <a:gd name="T97" fmla="*/ 0 60000 65536"/>
                    <a:gd name="T98" fmla="*/ 0 60000 65536"/>
                    <a:gd name="T99" fmla="*/ 0 60000 65536"/>
                    <a:gd name="T100" fmla="*/ 0 60000 65536"/>
                    <a:gd name="T101" fmla="*/ 0 60000 65536"/>
                    <a:gd name="T102" fmla="*/ 0 60000 65536"/>
                    <a:gd name="T103" fmla="*/ 0 60000 65536"/>
                    <a:gd name="T104" fmla="*/ 0 60000 65536"/>
                    <a:gd name="T105" fmla="*/ 0 60000 65536"/>
                    <a:gd name="T106" fmla="*/ 0 60000 65536"/>
                    <a:gd name="T107" fmla="*/ 0 60000 65536"/>
                    <a:gd name="T108" fmla="*/ 0 60000 65536"/>
                    <a:gd name="T109" fmla="*/ 0 60000 65536"/>
                    <a:gd name="T110" fmla="*/ 0 60000 65536"/>
                    <a:gd name="T111" fmla="*/ 0 60000 65536"/>
                    <a:gd name="T112" fmla="*/ 0 60000 65536"/>
                    <a:gd name="T113" fmla="*/ 0 60000 65536"/>
                    <a:gd name="T114" fmla="*/ 0 60000 65536"/>
                    <a:gd name="T115" fmla="*/ 0 60000 65536"/>
                    <a:gd name="T116" fmla="*/ 0 60000 65536"/>
                    <a:gd name="T117" fmla="*/ 0 60000 65536"/>
                    <a:gd name="T118" fmla="*/ 0 60000 65536"/>
                    <a:gd name="T119" fmla="*/ 0 60000 65536"/>
                    <a:gd name="T120" fmla="*/ 0 60000 65536"/>
                    <a:gd name="T121" fmla="*/ 0 60000 65536"/>
                    <a:gd name="T122" fmla="*/ 0 60000 65536"/>
                    <a:gd name="T123" fmla="*/ 0 w 717"/>
                    <a:gd name="T124" fmla="*/ 0 h 756"/>
                    <a:gd name="T125" fmla="*/ 717 w 717"/>
                    <a:gd name="T126" fmla="*/ 756 h 756"/>
                  </a:gdLst>
                  <a:ahLst/>
                  <a:cxnLst>
                    <a:cxn ang="T82">
                      <a:pos x="T0" y="T1"/>
                    </a:cxn>
                    <a:cxn ang="T83">
                      <a:pos x="T2" y="T3"/>
                    </a:cxn>
                    <a:cxn ang="T84">
                      <a:pos x="T4" y="T5"/>
                    </a:cxn>
                    <a:cxn ang="T85">
                      <a:pos x="T6" y="T7"/>
                    </a:cxn>
                    <a:cxn ang="T86">
                      <a:pos x="T8" y="T9"/>
                    </a:cxn>
                    <a:cxn ang="T87">
                      <a:pos x="T10" y="T11"/>
                    </a:cxn>
                    <a:cxn ang="T88">
                      <a:pos x="T12" y="T13"/>
                    </a:cxn>
                    <a:cxn ang="T89">
                      <a:pos x="T14" y="T15"/>
                    </a:cxn>
                    <a:cxn ang="T90">
                      <a:pos x="T16" y="T17"/>
                    </a:cxn>
                    <a:cxn ang="T91">
                      <a:pos x="T18" y="T19"/>
                    </a:cxn>
                    <a:cxn ang="T92">
                      <a:pos x="T20" y="T21"/>
                    </a:cxn>
                    <a:cxn ang="T93">
                      <a:pos x="T22" y="T23"/>
                    </a:cxn>
                    <a:cxn ang="T94">
                      <a:pos x="T24" y="T25"/>
                    </a:cxn>
                    <a:cxn ang="T95">
                      <a:pos x="T26" y="T27"/>
                    </a:cxn>
                    <a:cxn ang="T96">
                      <a:pos x="T28" y="T29"/>
                    </a:cxn>
                    <a:cxn ang="T97">
                      <a:pos x="T30" y="T31"/>
                    </a:cxn>
                    <a:cxn ang="T98">
                      <a:pos x="T32" y="T33"/>
                    </a:cxn>
                    <a:cxn ang="T99">
                      <a:pos x="T34" y="T35"/>
                    </a:cxn>
                    <a:cxn ang="T100">
                      <a:pos x="T36" y="T37"/>
                    </a:cxn>
                    <a:cxn ang="T101">
                      <a:pos x="T38" y="T39"/>
                    </a:cxn>
                    <a:cxn ang="T102">
                      <a:pos x="T40" y="T41"/>
                    </a:cxn>
                    <a:cxn ang="T103">
                      <a:pos x="T42" y="T43"/>
                    </a:cxn>
                    <a:cxn ang="T104">
                      <a:pos x="T44" y="T45"/>
                    </a:cxn>
                    <a:cxn ang="T105">
                      <a:pos x="T46" y="T47"/>
                    </a:cxn>
                    <a:cxn ang="T106">
                      <a:pos x="T48" y="T49"/>
                    </a:cxn>
                    <a:cxn ang="T107">
                      <a:pos x="T50" y="T51"/>
                    </a:cxn>
                    <a:cxn ang="T108">
                      <a:pos x="T52" y="T53"/>
                    </a:cxn>
                    <a:cxn ang="T109">
                      <a:pos x="T54" y="T55"/>
                    </a:cxn>
                    <a:cxn ang="T110">
                      <a:pos x="T56" y="T57"/>
                    </a:cxn>
                    <a:cxn ang="T111">
                      <a:pos x="T58" y="T59"/>
                    </a:cxn>
                    <a:cxn ang="T112">
                      <a:pos x="T60" y="T61"/>
                    </a:cxn>
                    <a:cxn ang="T113">
                      <a:pos x="T62" y="T63"/>
                    </a:cxn>
                    <a:cxn ang="T114">
                      <a:pos x="T64" y="T65"/>
                    </a:cxn>
                    <a:cxn ang="T115">
                      <a:pos x="T66" y="T67"/>
                    </a:cxn>
                    <a:cxn ang="T116">
                      <a:pos x="T68" y="T69"/>
                    </a:cxn>
                    <a:cxn ang="T117">
                      <a:pos x="T70" y="T71"/>
                    </a:cxn>
                    <a:cxn ang="T118">
                      <a:pos x="T72" y="T73"/>
                    </a:cxn>
                    <a:cxn ang="T119">
                      <a:pos x="T74" y="T75"/>
                    </a:cxn>
                    <a:cxn ang="T120">
                      <a:pos x="T76" y="T77"/>
                    </a:cxn>
                    <a:cxn ang="T121">
                      <a:pos x="T78" y="T79"/>
                    </a:cxn>
                    <a:cxn ang="T122">
                      <a:pos x="T80" y="T81"/>
                    </a:cxn>
                  </a:cxnLst>
                  <a:rect l="T123" t="T124" r="T125" b="T126"/>
                  <a:pathLst>
                    <a:path w="717" h="756">
                      <a:moveTo>
                        <a:pt x="0" y="756"/>
                      </a:moveTo>
                      <a:lnTo>
                        <a:pt x="52" y="167"/>
                      </a:lnTo>
                      <a:lnTo>
                        <a:pt x="64" y="384"/>
                      </a:lnTo>
                      <a:lnTo>
                        <a:pt x="90" y="103"/>
                      </a:lnTo>
                      <a:lnTo>
                        <a:pt x="116" y="519"/>
                      </a:lnTo>
                      <a:lnTo>
                        <a:pt x="135" y="487"/>
                      </a:lnTo>
                      <a:lnTo>
                        <a:pt x="135" y="359"/>
                      </a:lnTo>
                      <a:lnTo>
                        <a:pt x="167" y="71"/>
                      </a:lnTo>
                      <a:lnTo>
                        <a:pt x="192" y="244"/>
                      </a:lnTo>
                      <a:lnTo>
                        <a:pt x="205" y="96"/>
                      </a:lnTo>
                      <a:lnTo>
                        <a:pt x="218" y="615"/>
                      </a:lnTo>
                      <a:lnTo>
                        <a:pt x="244" y="397"/>
                      </a:lnTo>
                      <a:lnTo>
                        <a:pt x="282" y="519"/>
                      </a:lnTo>
                      <a:lnTo>
                        <a:pt x="308" y="308"/>
                      </a:lnTo>
                      <a:lnTo>
                        <a:pt x="333" y="442"/>
                      </a:lnTo>
                      <a:lnTo>
                        <a:pt x="346" y="352"/>
                      </a:lnTo>
                      <a:lnTo>
                        <a:pt x="365" y="384"/>
                      </a:lnTo>
                      <a:lnTo>
                        <a:pt x="378" y="135"/>
                      </a:lnTo>
                      <a:lnTo>
                        <a:pt x="391" y="301"/>
                      </a:lnTo>
                      <a:lnTo>
                        <a:pt x="384" y="519"/>
                      </a:lnTo>
                      <a:lnTo>
                        <a:pt x="404" y="679"/>
                      </a:lnTo>
                      <a:lnTo>
                        <a:pt x="429" y="628"/>
                      </a:lnTo>
                      <a:lnTo>
                        <a:pt x="442" y="480"/>
                      </a:lnTo>
                      <a:lnTo>
                        <a:pt x="455" y="391"/>
                      </a:lnTo>
                      <a:lnTo>
                        <a:pt x="436" y="506"/>
                      </a:lnTo>
                      <a:lnTo>
                        <a:pt x="461" y="352"/>
                      </a:lnTo>
                      <a:lnTo>
                        <a:pt x="474" y="455"/>
                      </a:lnTo>
                      <a:lnTo>
                        <a:pt x="493" y="519"/>
                      </a:lnTo>
                      <a:lnTo>
                        <a:pt x="512" y="410"/>
                      </a:lnTo>
                      <a:lnTo>
                        <a:pt x="532" y="186"/>
                      </a:lnTo>
                      <a:lnTo>
                        <a:pt x="544" y="231"/>
                      </a:lnTo>
                      <a:lnTo>
                        <a:pt x="570" y="148"/>
                      </a:lnTo>
                      <a:lnTo>
                        <a:pt x="576" y="301"/>
                      </a:lnTo>
                      <a:lnTo>
                        <a:pt x="576" y="730"/>
                      </a:lnTo>
                      <a:lnTo>
                        <a:pt x="647" y="0"/>
                      </a:lnTo>
                      <a:lnTo>
                        <a:pt x="647" y="250"/>
                      </a:lnTo>
                      <a:lnTo>
                        <a:pt x="660" y="333"/>
                      </a:lnTo>
                      <a:lnTo>
                        <a:pt x="685" y="192"/>
                      </a:lnTo>
                      <a:lnTo>
                        <a:pt x="711" y="340"/>
                      </a:lnTo>
                      <a:lnTo>
                        <a:pt x="698" y="429"/>
                      </a:lnTo>
                      <a:lnTo>
                        <a:pt x="717" y="461"/>
                      </a:lnTo>
                    </a:path>
                  </a:pathLst>
                </a:custGeom>
                <a:noFill/>
                <a:ln w="9525">
                  <a:solidFill>
                    <a:srgbClr val="FF0000"/>
                  </a:solidFill>
                  <a:round/>
                  <a:headEnd/>
                  <a:tailEnd/>
                </a:ln>
              </p:spPr>
              <p:txBody>
                <a:bodyPr/>
                <a:lstStyle/>
                <a:p>
                  <a:endParaRPr lang="en-GB" sz="1600"/>
                </a:p>
              </p:txBody>
            </p:sp>
            <p:sp>
              <p:nvSpPr>
                <p:cNvPr id="14394" name="Freeform 384"/>
                <p:cNvSpPr>
                  <a:spLocks/>
                </p:cNvSpPr>
                <p:nvPr/>
              </p:nvSpPr>
              <p:spPr bwMode="auto">
                <a:xfrm flipV="1">
                  <a:off x="4385" y="1138"/>
                  <a:ext cx="313" cy="756"/>
                </a:xfrm>
                <a:custGeom>
                  <a:avLst/>
                  <a:gdLst>
                    <a:gd name="T0" fmla="*/ 0 w 717"/>
                    <a:gd name="T1" fmla="*/ 756 h 756"/>
                    <a:gd name="T2" fmla="*/ 4 w 717"/>
                    <a:gd name="T3" fmla="*/ 167 h 756"/>
                    <a:gd name="T4" fmla="*/ 5 w 717"/>
                    <a:gd name="T5" fmla="*/ 384 h 756"/>
                    <a:gd name="T6" fmla="*/ 7 w 717"/>
                    <a:gd name="T7" fmla="*/ 103 h 756"/>
                    <a:gd name="T8" fmla="*/ 10 w 717"/>
                    <a:gd name="T9" fmla="*/ 519 h 756"/>
                    <a:gd name="T10" fmla="*/ 11 w 717"/>
                    <a:gd name="T11" fmla="*/ 487 h 756"/>
                    <a:gd name="T12" fmla="*/ 11 w 717"/>
                    <a:gd name="T13" fmla="*/ 359 h 756"/>
                    <a:gd name="T14" fmla="*/ 14 w 717"/>
                    <a:gd name="T15" fmla="*/ 71 h 756"/>
                    <a:gd name="T16" fmla="*/ 16 w 717"/>
                    <a:gd name="T17" fmla="*/ 244 h 756"/>
                    <a:gd name="T18" fmla="*/ 17 w 717"/>
                    <a:gd name="T19" fmla="*/ 96 h 756"/>
                    <a:gd name="T20" fmla="*/ 18 w 717"/>
                    <a:gd name="T21" fmla="*/ 615 h 756"/>
                    <a:gd name="T22" fmla="*/ 21 w 717"/>
                    <a:gd name="T23" fmla="*/ 397 h 756"/>
                    <a:gd name="T24" fmla="*/ 24 w 717"/>
                    <a:gd name="T25" fmla="*/ 519 h 756"/>
                    <a:gd name="T26" fmla="*/ 25 w 717"/>
                    <a:gd name="T27" fmla="*/ 308 h 756"/>
                    <a:gd name="T28" fmla="*/ 28 w 717"/>
                    <a:gd name="T29" fmla="*/ 442 h 756"/>
                    <a:gd name="T30" fmla="*/ 29 w 717"/>
                    <a:gd name="T31" fmla="*/ 352 h 756"/>
                    <a:gd name="T32" fmla="*/ 30 w 717"/>
                    <a:gd name="T33" fmla="*/ 384 h 756"/>
                    <a:gd name="T34" fmla="*/ 31 w 717"/>
                    <a:gd name="T35" fmla="*/ 135 h 756"/>
                    <a:gd name="T36" fmla="*/ 33 w 717"/>
                    <a:gd name="T37" fmla="*/ 301 h 756"/>
                    <a:gd name="T38" fmla="*/ 32 w 717"/>
                    <a:gd name="T39" fmla="*/ 519 h 756"/>
                    <a:gd name="T40" fmla="*/ 34 w 717"/>
                    <a:gd name="T41" fmla="*/ 679 h 756"/>
                    <a:gd name="T42" fmla="*/ 36 w 717"/>
                    <a:gd name="T43" fmla="*/ 628 h 756"/>
                    <a:gd name="T44" fmla="*/ 37 w 717"/>
                    <a:gd name="T45" fmla="*/ 480 h 756"/>
                    <a:gd name="T46" fmla="*/ 38 w 717"/>
                    <a:gd name="T47" fmla="*/ 391 h 756"/>
                    <a:gd name="T48" fmla="*/ 36 w 717"/>
                    <a:gd name="T49" fmla="*/ 506 h 756"/>
                    <a:gd name="T50" fmla="*/ 38 w 717"/>
                    <a:gd name="T51" fmla="*/ 352 h 756"/>
                    <a:gd name="T52" fmla="*/ 39 w 717"/>
                    <a:gd name="T53" fmla="*/ 455 h 756"/>
                    <a:gd name="T54" fmla="*/ 41 w 717"/>
                    <a:gd name="T55" fmla="*/ 519 h 756"/>
                    <a:gd name="T56" fmla="*/ 43 w 717"/>
                    <a:gd name="T57" fmla="*/ 410 h 756"/>
                    <a:gd name="T58" fmla="*/ 44 w 717"/>
                    <a:gd name="T59" fmla="*/ 186 h 756"/>
                    <a:gd name="T60" fmla="*/ 45 w 717"/>
                    <a:gd name="T61" fmla="*/ 231 h 756"/>
                    <a:gd name="T62" fmla="*/ 48 w 717"/>
                    <a:gd name="T63" fmla="*/ 148 h 756"/>
                    <a:gd name="T64" fmla="*/ 48 w 717"/>
                    <a:gd name="T65" fmla="*/ 301 h 756"/>
                    <a:gd name="T66" fmla="*/ 48 w 717"/>
                    <a:gd name="T67" fmla="*/ 730 h 756"/>
                    <a:gd name="T68" fmla="*/ 54 w 717"/>
                    <a:gd name="T69" fmla="*/ 0 h 756"/>
                    <a:gd name="T70" fmla="*/ 54 w 717"/>
                    <a:gd name="T71" fmla="*/ 250 h 756"/>
                    <a:gd name="T72" fmla="*/ 55 w 717"/>
                    <a:gd name="T73" fmla="*/ 333 h 756"/>
                    <a:gd name="T74" fmla="*/ 57 w 717"/>
                    <a:gd name="T75" fmla="*/ 192 h 756"/>
                    <a:gd name="T76" fmla="*/ 59 w 717"/>
                    <a:gd name="T77" fmla="*/ 340 h 756"/>
                    <a:gd name="T78" fmla="*/ 58 w 717"/>
                    <a:gd name="T79" fmla="*/ 429 h 756"/>
                    <a:gd name="T80" fmla="*/ 60 w 717"/>
                    <a:gd name="T81" fmla="*/ 461 h 756"/>
                    <a:gd name="T82" fmla="*/ 0 60000 65536"/>
                    <a:gd name="T83" fmla="*/ 0 60000 65536"/>
                    <a:gd name="T84" fmla="*/ 0 60000 65536"/>
                    <a:gd name="T85" fmla="*/ 0 60000 65536"/>
                    <a:gd name="T86" fmla="*/ 0 60000 65536"/>
                    <a:gd name="T87" fmla="*/ 0 60000 65536"/>
                    <a:gd name="T88" fmla="*/ 0 60000 65536"/>
                    <a:gd name="T89" fmla="*/ 0 60000 65536"/>
                    <a:gd name="T90" fmla="*/ 0 60000 65536"/>
                    <a:gd name="T91" fmla="*/ 0 60000 65536"/>
                    <a:gd name="T92" fmla="*/ 0 60000 65536"/>
                    <a:gd name="T93" fmla="*/ 0 60000 65536"/>
                    <a:gd name="T94" fmla="*/ 0 60000 65536"/>
                    <a:gd name="T95" fmla="*/ 0 60000 65536"/>
                    <a:gd name="T96" fmla="*/ 0 60000 65536"/>
                    <a:gd name="T97" fmla="*/ 0 60000 65536"/>
                    <a:gd name="T98" fmla="*/ 0 60000 65536"/>
                    <a:gd name="T99" fmla="*/ 0 60000 65536"/>
                    <a:gd name="T100" fmla="*/ 0 60000 65536"/>
                    <a:gd name="T101" fmla="*/ 0 60000 65536"/>
                    <a:gd name="T102" fmla="*/ 0 60000 65536"/>
                    <a:gd name="T103" fmla="*/ 0 60000 65536"/>
                    <a:gd name="T104" fmla="*/ 0 60000 65536"/>
                    <a:gd name="T105" fmla="*/ 0 60000 65536"/>
                    <a:gd name="T106" fmla="*/ 0 60000 65536"/>
                    <a:gd name="T107" fmla="*/ 0 60000 65536"/>
                    <a:gd name="T108" fmla="*/ 0 60000 65536"/>
                    <a:gd name="T109" fmla="*/ 0 60000 65536"/>
                    <a:gd name="T110" fmla="*/ 0 60000 65536"/>
                    <a:gd name="T111" fmla="*/ 0 60000 65536"/>
                    <a:gd name="T112" fmla="*/ 0 60000 65536"/>
                    <a:gd name="T113" fmla="*/ 0 60000 65536"/>
                    <a:gd name="T114" fmla="*/ 0 60000 65536"/>
                    <a:gd name="T115" fmla="*/ 0 60000 65536"/>
                    <a:gd name="T116" fmla="*/ 0 60000 65536"/>
                    <a:gd name="T117" fmla="*/ 0 60000 65536"/>
                    <a:gd name="T118" fmla="*/ 0 60000 65536"/>
                    <a:gd name="T119" fmla="*/ 0 60000 65536"/>
                    <a:gd name="T120" fmla="*/ 0 60000 65536"/>
                    <a:gd name="T121" fmla="*/ 0 60000 65536"/>
                    <a:gd name="T122" fmla="*/ 0 60000 65536"/>
                    <a:gd name="T123" fmla="*/ 0 w 717"/>
                    <a:gd name="T124" fmla="*/ 0 h 756"/>
                    <a:gd name="T125" fmla="*/ 717 w 717"/>
                    <a:gd name="T126" fmla="*/ 756 h 756"/>
                  </a:gdLst>
                  <a:ahLst/>
                  <a:cxnLst>
                    <a:cxn ang="T82">
                      <a:pos x="T0" y="T1"/>
                    </a:cxn>
                    <a:cxn ang="T83">
                      <a:pos x="T2" y="T3"/>
                    </a:cxn>
                    <a:cxn ang="T84">
                      <a:pos x="T4" y="T5"/>
                    </a:cxn>
                    <a:cxn ang="T85">
                      <a:pos x="T6" y="T7"/>
                    </a:cxn>
                    <a:cxn ang="T86">
                      <a:pos x="T8" y="T9"/>
                    </a:cxn>
                    <a:cxn ang="T87">
                      <a:pos x="T10" y="T11"/>
                    </a:cxn>
                    <a:cxn ang="T88">
                      <a:pos x="T12" y="T13"/>
                    </a:cxn>
                    <a:cxn ang="T89">
                      <a:pos x="T14" y="T15"/>
                    </a:cxn>
                    <a:cxn ang="T90">
                      <a:pos x="T16" y="T17"/>
                    </a:cxn>
                    <a:cxn ang="T91">
                      <a:pos x="T18" y="T19"/>
                    </a:cxn>
                    <a:cxn ang="T92">
                      <a:pos x="T20" y="T21"/>
                    </a:cxn>
                    <a:cxn ang="T93">
                      <a:pos x="T22" y="T23"/>
                    </a:cxn>
                    <a:cxn ang="T94">
                      <a:pos x="T24" y="T25"/>
                    </a:cxn>
                    <a:cxn ang="T95">
                      <a:pos x="T26" y="T27"/>
                    </a:cxn>
                    <a:cxn ang="T96">
                      <a:pos x="T28" y="T29"/>
                    </a:cxn>
                    <a:cxn ang="T97">
                      <a:pos x="T30" y="T31"/>
                    </a:cxn>
                    <a:cxn ang="T98">
                      <a:pos x="T32" y="T33"/>
                    </a:cxn>
                    <a:cxn ang="T99">
                      <a:pos x="T34" y="T35"/>
                    </a:cxn>
                    <a:cxn ang="T100">
                      <a:pos x="T36" y="T37"/>
                    </a:cxn>
                    <a:cxn ang="T101">
                      <a:pos x="T38" y="T39"/>
                    </a:cxn>
                    <a:cxn ang="T102">
                      <a:pos x="T40" y="T41"/>
                    </a:cxn>
                    <a:cxn ang="T103">
                      <a:pos x="T42" y="T43"/>
                    </a:cxn>
                    <a:cxn ang="T104">
                      <a:pos x="T44" y="T45"/>
                    </a:cxn>
                    <a:cxn ang="T105">
                      <a:pos x="T46" y="T47"/>
                    </a:cxn>
                    <a:cxn ang="T106">
                      <a:pos x="T48" y="T49"/>
                    </a:cxn>
                    <a:cxn ang="T107">
                      <a:pos x="T50" y="T51"/>
                    </a:cxn>
                    <a:cxn ang="T108">
                      <a:pos x="T52" y="T53"/>
                    </a:cxn>
                    <a:cxn ang="T109">
                      <a:pos x="T54" y="T55"/>
                    </a:cxn>
                    <a:cxn ang="T110">
                      <a:pos x="T56" y="T57"/>
                    </a:cxn>
                    <a:cxn ang="T111">
                      <a:pos x="T58" y="T59"/>
                    </a:cxn>
                    <a:cxn ang="T112">
                      <a:pos x="T60" y="T61"/>
                    </a:cxn>
                    <a:cxn ang="T113">
                      <a:pos x="T62" y="T63"/>
                    </a:cxn>
                    <a:cxn ang="T114">
                      <a:pos x="T64" y="T65"/>
                    </a:cxn>
                    <a:cxn ang="T115">
                      <a:pos x="T66" y="T67"/>
                    </a:cxn>
                    <a:cxn ang="T116">
                      <a:pos x="T68" y="T69"/>
                    </a:cxn>
                    <a:cxn ang="T117">
                      <a:pos x="T70" y="T71"/>
                    </a:cxn>
                    <a:cxn ang="T118">
                      <a:pos x="T72" y="T73"/>
                    </a:cxn>
                    <a:cxn ang="T119">
                      <a:pos x="T74" y="T75"/>
                    </a:cxn>
                    <a:cxn ang="T120">
                      <a:pos x="T76" y="T77"/>
                    </a:cxn>
                    <a:cxn ang="T121">
                      <a:pos x="T78" y="T79"/>
                    </a:cxn>
                    <a:cxn ang="T122">
                      <a:pos x="T80" y="T81"/>
                    </a:cxn>
                  </a:cxnLst>
                  <a:rect l="T123" t="T124" r="T125" b="T126"/>
                  <a:pathLst>
                    <a:path w="717" h="756">
                      <a:moveTo>
                        <a:pt x="0" y="756"/>
                      </a:moveTo>
                      <a:lnTo>
                        <a:pt x="52" y="167"/>
                      </a:lnTo>
                      <a:lnTo>
                        <a:pt x="64" y="384"/>
                      </a:lnTo>
                      <a:lnTo>
                        <a:pt x="90" y="103"/>
                      </a:lnTo>
                      <a:lnTo>
                        <a:pt x="116" y="519"/>
                      </a:lnTo>
                      <a:lnTo>
                        <a:pt x="135" y="487"/>
                      </a:lnTo>
                      <a:lnTo>
                        <a:pt x="135" y="359"/>
                      </a:lnTo>
                      <a:lnTo>
                        <a:pt x="167" y="71"/>
                      </a:lnTo>
                      <a:lnTo>
                        <a:pt x="192" y="244"/>
                      </a:lnTo>
                      <a:lnTo>
                        <a:pt x="205" y="96"/>
                      </a:lnTo>
                      <a:lnTo>
                        <a:pt x="218" y="615"/>
                      </a:lnTo>
                      <a:lnTo>
                        <a:pt x="244" y="397"/>
                      </a:lnTo>
                      <a:lnTo>
                        <a:pt x="282" y="519"/>
                      </a:lnTo>
                      <a:lnTo>
                        <a:pt x="308" y="308"/>
                      </a:lnTo>
                      <a:lnTo>
                        <a:pt x="333" y="442"/>
                      </a:lnTo>
                      <a:lnTo>
                        <a:pt x="346" y="352"/>
                      </a:lnTo>
                      <a:lnTo>
                        <a:pt x="365" y="384"/>
                      </a:lnTo>
                      <a:lnTo>
                        <a:pt x="378" y="135"/>
                      </a:lnTo>
                      <a:lnTo>
                        <a:pt x="391" y="301"/>
                      </a:lnTo>
                      <a:lnTo>
                        <a:pt x="384" y="519"/>
                      </a:lnTo>
                      <a:lnTo>
                        <a:pt x="404" y="679"/>
                      </a:lnTo>
                      <a:lnTo>
                        <a:pt x="429" y="628"/>
                      </a:lnTo>
                      <a:lnTo>
                        <a:pt x="442" y="480"/>
                      </a:lnTo>
                      <a:lnTo>
                        <a:pt x="455" y="391"/>
                      </a:lnTo>
                      <a:lnTo>
                        <a:pt x="436" y="506"/>
                      </a:lnTo>
                      <a:lnTo>
                        <a:pt x="461" y="352"/>
                      </a:lnTo>
                      <a:lnTo>
                        <a:pt x="474" y="455"/>
                      </a:lnTo>
                      <a:lnTo>
                        <a:pt x="493" y="519"/>
                      </a:lnTo>
                      <a:lnTo>
                        <a:pt x="512" y="410"/>
                      </a:lnTo>
                      <a:lnTo>
                        <a:pt x="532" y="186"/>
                      </a:lnTo>
                      <a:lnTo>
                        <a:pt x="544" y="231"/>
                      </a:lnTo>
                      <a:lnTo>
                        <a:pt x="570" y="148"/>
                      </a:lnTo>
                      <a:lnTo>
                        <a:pt x="576" y="301"/>
                      </a:lnTo>
                      <a:lnTo>
                        <a:pt x="576" y="730"/>
                      </a:lnTo>
                      <a:lnTo>
                        <a:pt x="647" y="0"/>
                      </a:lnTo>
                      <a:lnTo>
                        <a:pt x="647" y="250"/>
                      </a:lnTo>
                      <a:lnTo>
                        <a:pt x="660" y="333"/>
                      </a:lnTo>
                      <a:lnTo>
                        <a:pt x="685" y="192"/>
                      </a:lnTo>
                      <a:lnTo>
                        <a:pt x="711" y="340"/>
                      </a:lnTo>
                      <a:lnTo>
                        <a:pt x="698" y="429"/>
                      </a:lnTo>
                      <a:lnTo>
                        <a:pt x="717" y="461"/>
                      </a:lnTo>
                    </a:path>
                  </a:pathLst>
                </a:custGeom>
                <a:noFill/>
                <a:ln w="9525">
                  <a:solidFill>
                    <a:srgbClr val="FF0000"/>
                  </a:solidFill>
                  <a:round/>
                  <a:headEnd/>
                  <a:tailEnd/>
                </a:ln>
              </p:spPr>
              <p:txBody>
                <a:bodyPr/>
                <a:lstStyle/>
                <a:p>
                  <a:endParaRPr lang="en-GB" sz="1600"/>
                </a:p>
              </p:txBody>
            </p:sp>
            <p:sp>
              <p:nvSpPr>
                <p:cNvPr id="14395" name="Freeform 385"/>
                <p:cNvSpPr>
                  <a:spLocks/>
                </p:cNvSpPr>
                <p:nvPr/>
              </p:nvSpPr>
              <p:spPr bwMode="auto">
                <a:xfrm flipH="1">
                  <a:off x="4698" y="1100"/>
                  <a:ext cx="313" cy="756"/>
                </a:xfrm>
                <a:custGeom>
                  <a:avLst/>
                  <a:gdLst>
                    <a:gd name="T0" fmla="*/ 0 w 717"/>
                    <a:gd name="T1" fmla="*/ 756 h 756"/>
                    <a:gd name="T2" fmla="*/ 4 w 717"/>
                    <a:gd name="T3" fmla="*/ 167 h 756"/>
                    <a:gd name="T4" fmla="*/ 5 w 717"/>
                    <a:gd name="T5" fmla="*/ 384 h 756"/>
                    <a:gd name="T6" fmla="*/ 7 w 717"/>
                    <a:gd name="T7" fmla="*/ 103 h 756"/>
                    <a:gd name="T8" fmla="*/ 10 w 717"/>
                    <a:gd name="T9" fmla="*/ 519 h 756"/>
                    <a:gd name="T10" fmla="*/ 11 w 717"/>
                    <a:gd name="T11" fmla="*/ 487 h 756"/>
                    <a:gd name="T12" fmla="*/ 11 w 717"/>
                    <a:gd name="T13" fmla="*/ 359 h 756"/>
                    <a:gd name="T14" fmla="*/ 14 w 717"/>
                    <a:gd name="T15" fmla="*/ 71 h 756"/>
                    <a:gd name="T16" fmla="*/ 16 w 717"/>
                    <a:gd name="T17" fmla="*/ 244 h 756"/>
                    <a:gd name="T18" fmla="*/ 17 w 717"/>
                    <a:gd name="T19" fmla="*/ 96 h 756"/>
                    <a:gd name="T20" fmla="*/ 18 w 717"/>
                    <a:gd name="T21" fmla="*/ 615 h 756"/>
                    <a:gd name="T22" fmla="*/ 21 w 717"/>
                    <a:gd name="T23" fmla="*/ 397 h 756"/>
                    <a:gd name="T24" fmla="*/ 24 w 717"/>
                    <a:gd name="T25" fmla="*/ 519 h 756"/>
                    <a:gd name="T26" fmla="*/ 25 w 717"/>
                    <a:gd name="T27" fmla="*/ 308 h 756"/>
                    <a:gd name="T28" fmla="*/ 28 w 717"/>
                    <a:gd name="T29" fmla="*/ 442 h 756"/>
                    <a:gd name="T30" fmla="*/ 29 w 717"/>
                    <a:gd name="T31" fmla="*/ 352 h 756"/>
                    <a:gd name="T32" fmla="*/ 30 w 717"/>
                    <a:gd name="T33" fmla="*/ 384 h 756"/>
                    <a:gd name="T34" fmla="*/ 31 w 717"/>
                    <a:gd name="T35" fmla="*/ 135 h 756"/>
                    <a:gd name="T36" fmla="*/ 33 w 717"/>
                    <a:gd name="T37" fmla="*/ 301 h 756"/>
                    <a:gd name="T38" fmla="*/ 32 w 717"/>
                    <a:gd name="T39" fmla="*/ 519 h 756"/>
                    <a:gd name="T40" fmla="*/ 34 w 717"/>
                    <a:gd name="T41" fmla="*/ 679 h 756"/>
                    <a:gd name="T42" fmla="*/ 36 w 717"/>
                    <a:gd name="T43" fmla="*/ 628 h 756"/>
                    <a:gd name="T44" fmla="*/ 37 w 717"/>
                    <a:gd name="T45" fmla="*/ 480 h 756"/>
                    <a:gd name="T46" fmla="*/ 38 w 717"/>
                    <a:gd name="T47" fmla="*/ 391 h 756"/>
                    <a:gd name="T48" fmla="*/ 36 w 717"/>
                    <a:gd name="T49" fmla="*/ 506 h 756"/>
                    <a:gd name="T50" fmla="*/ 38 w 717"/>
                    <a:gd name="T51" fmla="*/ 352 h 756"/>
                    <a:gd name="T52" fmla="*/ 39 w 717"/>
                    <a:gd name="T53" fmla="*/ 455 h 756"/>
                    <a:gd name="T54" fmla="*/ 41 w 717"/>
                    <a:gd name="T55" fmla="*/ 519 h 756"/>
                    <a:gd name="T56" fmla="*/ 43 w 717"/>
                    <a:gd name="T57" fmla="*/ 410 h 756"/>
                    <a:gd name="T58" fmla="*/ 44 w 717"/>
                    <a:gd name="T59" fmla="*/ 186 h 756"/>
                    <a:gd name="T60" fmla="*/ 45 w 717"/>
                    <a:gd name="T61" fmla="*/ 231 h 756"/>
                    <a:gd name="T62" fmla="*/ 48 w 717"/>
                    <a:gd name="T63" fmla="*/ 148 h 756"/>
                    <a:gd name="T64" fmla="*/ 48 w 717"/>
                    <a:gd name="T65" fmla="*/ 301 h 756"/>
                    <a:gd name="T66" fmla="*/ 48 w 717"/>
                    <a:gd name="T67" fmla="*/ 730 h 756"/>
                    <a:gd name="T68" fmla="*/ 54 w 717"/>
                    <a:gd name="T69" fmla="*/ 0 h 756"/>
                    <a:gd name="T70" fmla="*/ 54 w 717"/>
                    <a:gd name="T71" fmla="*/ 250 h 756"/>
                    <a:gd name="T72" fmla="*/ 55 w 717"/>
                    <a:gd name="T73" fmla="*/ 333 h 756"/>
                    <a:gd name="T74" fmla="*/ 57 w 717"/>
                    <a:gd name="T75" fmla="*/ 192 h 756"/>
                    <a:gd name="T76" fmla="*/ 59 w 717"/>
                    <a:gd name="T77" fmla="*/ 340 h 756"/>
                    <a:gd name="T78" fmla="*/ 58 w 717"/>
                    <a:gd name="T79" fmla="*/ 429 h 756"/>
                    <a:gd name="T80" fmla="*/ 60 w 717"/>
                    <a:gd name="T81" fmla="*/ 461 h 756"/>
                    <a:gd name="T82" fmla="*/ 0 60000 65536"/>
                    <a:gd name="T83" fmla="*/ 0 60000 65536"/>
                    <a:gd name="T84" fmla="*/ 0 60000 65536"/>
                    <a:gd name="T85" fmla="*/ 0 60000 65536"/>
                    <a:gd name="T86" fmla="*/ 0 60000 65536"/>
                    <a:gd name="T87" fmla="*/ 0 60000 65536"/>
                    <a:gd name="T88" fmla="*/ 0 60000 65536"/>
                    <a:gd name="T89" fmla="*/ 0 60000 65536"/>
                    <a:gd name="T90" fmla="*/ 0 60000 65536"/>
                    <a:gd name="T91" fmla="*/ 0 60000 65536"/>
                    <a:gd name="T92" fmla="*/ 0 60000 65536"/>
                    <a:gd name="T93" fmla="*/ 0 60000 65536"/>
                    <a:gd name="T94" fmla="*/ 0 60000 65536"/>
                    <a:gd name="T95" fmla="*/ 0 60000 65536"/>
                    <a:gd name="T96" fmla="*/ 0 60000 65536"/>
                    <a:gd name="T97" fmla="*/ 0 60000 65536"/>
                    <a:gd name="T98" fmla="*/ 0 60000 65536"/>
                    <a:gd name="T99" fmla="*/ 0 60000 65536"/>
                    <a:gd name="T100" fmla="*/ 0 60000 65536"/>
                    <a:gd name="T101" fmla="*/ 0 60000 65536"/>
                    <a:gd name="T102" fmla="*/ 0 60000 65536"/>
                    <a:gd name="T103" fmla="*/ 0 60000 65536"/>
                    <a:gd name="T104" fmla="*/ 0 60000 65536"/>
                    <a:gd name="T105" fmla="*/ 0 60000 65536"/>
                    <a:gd name="T106" fmla="*/ 0 60000 65536"/>
                    <a:gd name="T107" fmla="*/ 0 60000 65536"/>
                    <a:gd name="T108" fmla="*/ 0 60000 65536"/>
                    <a:gd name="T109" fmla="*/ 0 60000 65536"/>
                    <a:gd name="T110" fmla="*/ 0 60000 65536"/>
                    <a:gd name="T111" fmla="*/ 0 60000 65536"/>
                    <a:gd name="T112" fmla="*/ 0 60000 65536"/>
                    <a:gd name="T113" fmla="*/ 0 60000 65536"/>
                    <a:gd name="T114" fmla="*/ 0 60000 65536"/>
                    <a:gd name="T115" fmla="*/ 0 60000 65536"/>
                    <a:gd name="T116" fmla="*/ 0 60000 65536"/>
                    <a:gd name="T117" fmla="*/ 0 60000 65536"/>
                    <a:gd name="T118" fmla="*/ 0 60000 65536"/>
                    <a:gd name="T119" fmla="*/ 0 60000 65536"/>
                    <a:gd name="T120" fmla="*/ 0 60000 65536"/>
                    <a:gd name="T121" fmla="*/ 0 60000 65536"/>
                    <a:gd name="T122" fmla="*/ 0 60000 65536"/>
                    <a:gd name="T123" fmla="*/ 0 w 717"/>
                    <a:gd name="T124" fmla="*/ 0 h 756"/>
                    <a:gd name="T125" fmla="*/ 717 w 717"/>
                    <a:gd name="T126" fmla="*/ 756 h 756"/>
                  </a:gdLst>
                  <a:ahLst/>
                  <a:cxnLst>
                    <a:cxn ang="T82">
                      <a:pos x="T0" y="T1"/>
                    </a:cxn>
                    <a:cxn ang="T83">
                      <a:pos x="T2" y="T3"/>
                    </a:cxn>
                    <a:cxn ang="T84">
                      <a:pos x="T4" y="T5"/>
                    </a:cxn>
                    <a:cxn ang="T85">
                      <a:pos x="T6" y="T7"/>
                    </a:cxn>
                    <a:cxn ang="T86">
                      <a:pos x="T8" y="T9"/>
                    </a:cxn>
                    <a:cxn ang="T87">
                      <a:pos x="T10" y="T11"/>
                    </a:cxn>
                    <a:cxn ang="T88">
                      <a:pos x="T12" y="T13"/>
                    </a:cxn>
                    <a:cxn ang="T89">
                      <a:pos x="T14" y="T15"/>
                    </a:cxn>
                    <a:cxn ang="T90">
                      <a:pos x="T16" y="T17"/>
                    </a:cxn>
                    <a:cxn ang="T91">
                      <a:pos x="T18" y="T19"/>
                    </a:cxn>
                    <a:cxn ang="T92">
                      <a:pos x="T20" y="T21"/>
                    </a:cxn>
                    <a:cxn ang="T93">
                      <a:pos x="T22" y="T23"/>
                    </a:cxn>
                    <a:cxn ang="T94">
                      <a:pos x="T24" y="T25"/>
                    </a:cxn>
                    <a:cxn ang="T95">
                      <a:pos x="T26" y="T27"/>
                    </a:cxn>
                    <a:cxn ang="T96">
                      <a:pos x="T28" y="T29"/>
                    </a:cxn>
                    <a:cxn ang="T97">
                      <a:pos x="T30" y="T31"/>
                    </a:cxn>
                    <a:cxn ang="T98">
                      <a:pos x="T32" y="T33"/>
                    </a:cxn>
                    <a:cxn ang="T99">
                      <a:pos x="T34" y="T35"/>
                    </a:cxn>
                    <a:cxn ang="T100">
                      <a:pos x="T36" y="T37"/>
                    </a:cxn>
                    <a:cxn ang="T101">
                      <a:pos x="T38" y="T39"/>
                    </a:cxn>
                    <a:cxn ang="T102">
                      <a:pos x="T40" y="T41"/>
                    </a:cxn>
                    <a:cxn ang="T103">
                      <a:pos x="T42" y="T43"/>
                    </a:cxn>
                    <a:cxn ang="T104">
                      <a:pos x="T44" y="T45"/>
                    </a:cxn>
                    <a:cxn ang="T105">
                      <a:pos x="T46" y="T47"/>
                    </a:cxn>
                    <a:cxn ang="T106">
                      <a:pos x="T48" y="T49"/>
                    </a:cxn>
                    <a:cxn ang="T107">
                      <a:pos x="T50" y="T51"/>
                    </a:cxn>
                    <a:cxn ang="T108">
                      <a:pos x="T52" y="T53"/>
                    </a:cxn>
                    <a:cxn ang="T109">
                      <a:pos x="T54" y="T55"/>
                    </a:cxn>
                    <a:cxn ang="T110">
                      <a:pos x="T56" y="T57"/>
                    </a:cxn>
                    <a:cxn ang="T111">
                      <a:pos x="T58" y="T59"/>
                    </a:cxn>
                    <a:cxn ang="T112">
                      <a:pos x="T60" y="T61"/>
                    </a:cxn>
                    <a:cxn ang="T113">
                      <a:pos x="T62" y="T63"/>
                    </a:cxn>
                    <a:cxn ang="T114">
                      <a:pos x="T64" y="T65"/>
                    </a:cxn>
                    <a:cxn ang="T115">
                      <a:pos x="T66" y="T67"/>
                    </a:cxn>
                    <a:cxn ang="T116">
                      <a:pos x="T68" y="T69"/>
                    </a:cxn>
                    <a:cxn ang="T117">
                      <a:pos x="T70" y="T71"/>
                    </a:cxn>
                    <a:cxn ang="T118">
                      <a:pos x="T72" y="T73"/>
                    </a:cxn>
                    <a:cxn ang="T119">
                      <a:pos x="T74" y="T75"/>
                    </a:cxn>
                    <a:cxn ang="T120">
                      <a:pos x="T76" y="T77"/>
                    </a:cxn>
                    <a:cxn ang="T121">
                      <a:pos x="T78" y="T79"/>
                    </a:cxn>
                    <a:cxn ang="T122">
                      <a:pos x="T80" y="T81"/>
                    </a:cxn>
                  </a:cxnLst>
                  <a:rect l="T123" t="T124" r="T125" b="T126"/>
                  <a:pathLst>
                    <a:path w="717" h="756">
                      <a:moveTo>
                        <a:pt x="0" y="756"/>
                      </a:moveTo>
                      <a:lnTo>
                        <a:pt x="52" y="167"/>
                      </a:lnTo>
                      <a:lnTo>
                        <a:pt x="64" y="384"/>
                      </a:lnTo>
                      <a:lnTo>
                        <a:pt x="90" y="103"/>
                      </a:lnTo>
                      <a:lnTo>
                        <a:pt x="116" y="519"/>
                      </a:lnTo>
                      <a:lnTo>
                        <a:pt x="135" y="487"/>
                      </a:lnTo>
                      <a:lnTo>
                        <a:pt x="135" y="359"/>
                      </a:lnTo>
                      <a:lnTo>
                        <a:pt x="167" y="71"/>
                      </a:lnTo>
                      <a:lnTo>
                        <a:pt x="192" y="244"/>
                      </a:lnTo>
                      <a:lnTo>
                        <a:pt x="205" y="96"/>
                      </a:lnTo>
                      <a:lnTo>
                        <a:pt x="218" y="615"/>
                      </a:lnTo>
                      <a:lnTo>
                        <a:pt x="244" y="397"/>
                      </a:lnTo>
                      <a:lnTo>
                        <a:pt x="282" y="519"/>
                      </a:lnTo>
                      <a:lnTo>
                        <a:pt x="308" y="308"/>
                      </a:lnTo>
                      <a:lnTo>
                        <a:pt x="333" y="442"/>
                      </a:lnTo>
                      <a:lnTo>
                        <a:pt x="346" y="352"/>
                      </a:lnTo>
                      <a:lnTo>
                        <a:pt x="365" y="384"/>
                      </a:lnTo>
                      <a:lnTo>
                        <a:pt x="378" y="135"/>
                      </a:lnTo>
                      <a:lnTo>
                        <a:pt x="391" y="301"/>
                      </a:lnTo>
                      <a:lnTo>
                        <a:pt x="384" y="519"/>
                      </a:lnTo>
                      <a:lnTo>
                        <a:pt x="404" y="679"/>
                      </a:lnTo>
                      <a:lnTo>
                        <a:pt x="429" y="628"/>
                      </a:lnTo>
                      <a:lnTo>
                        <a:pt x="442" y="480"/>
                      </a:lnTo>
                      <a:lnTo>
                        <a:pt x="455" y="391"/>
                      </a:lnTo>
                      <a:lnTo>
                        <a:pt x="436" y="506"/>
                      </a:lnTo>
                      <a:lnTo>
                        <a:pt x="461" y="352"/>
                      </a:lnTo>
                      <a:lnTo>
                        <a:pt x="474" y="455"/>
                      </a:lnTo>
                      <a:lnTo>
                        <a:pt x="493" y="519"/>
                      </a:lnTo>
                      <a:lnTo>
                        <a:pt x="512" y="410"/>
                      </a:lnTo>
                      <a:lnTo>
                        <a:pt x="532" y="186"/>
                      </a:lnTo>
                      <a:lnTo>
                        <a:pt x="544" y="231"/>
                      </a:lnTo>
                      <a:lnTo>
                        <a:pt x="570" y="148"/>
                      </a:lnTo>
                      <a:lnTo>
                        <a:pt x="576" y="301"/>
                      </a:lnTo>
                      <a:lnTo>
                        <a:pt x="576" y="730"/>
                      </a:lnTo>
                      <a:lnTo>
                        <a:pt x="647" y="0"/>
                      </a:lnTo>
                      <a:lnTo>
                        <a:pt x="647" y="250"/>
                      </a:lnTo>
                      <a:lnTo>
                        <a:pt x="660" y="333"/>
                      </a:lnTo>
                      <a:lnTo>
                        <a:pt x="685" y="192"/>
                      </a:lnTo>
                      <a:lnTo>
                        <a:pt x="711" y="340"/>
                      </a:lnTo>
                      <a:lnTo>
                        <a:pt x="698" y="429"/>
                      </a:lnTo>
                      <a:lnTo>
                        <a:pt x="717" y="461"/>
                      </a:lnTo>
                    </a:path>
                  </a:pathLst>
                </a:custGeom>
                <a:noFill/>
                <a:ln w="9525">
                  <a:solidFill>
                    <a:srgbClr val="FF0000"/>
                  </a:solidFill>
                  <a:round/>
                  <a:headEnd/>
                  <a:tailEnd/>
                </a:ln>
              </p:spPr>
              <p:txBody>
                <a:bodyPr/>
                <a:lstStyle/>
                <a:p>
                  <a:endParaRPr lang="en-GB" sz="1600"/>
                </a:p>
              </p:txBody>
            </p:sp>
          </p:grpSp>
          <p:grpSp>
            <p:nvGrpSpPr>
              <p:cNvPr id="14456" name="Group 386"/>
              <p:cNvGrpSpPr>
                <a:grpSpLocks/>
              </p:cNvGrpSpPr>
              <p:nvPr/>
            </p:nvGrpSpPr>
            <p:grpSpPr bwMode="auto">
              <a:xfrm flipH="1">
                <a:off x="4569" y="1098"/>
                <a:ext cx="590" cy="801"/>
                <a:chOff x="3462" y="1100"/>
                <a:chExt cx="1549" cy="801"/>
              </a:xfrm>
            </p:grpSpPr>
            <p:sp>
              <p:nvSpPr>
                <p:cNvPr id="14386" name="Freeform 387"/>
                <p:cNvSpPr>
                  <a:spLocks/>
                </p:cNvSpPr>
                <p:nvPr/>
              </p:nvSpPr>
              <p:spPr bwMode="auto">
                <a:xfrm>
                  <a:off x="3462" y="1126"/>
                  <a:ext cx="313" cy="756"/>
                </a:xfrm>
                <a:custGeom>
                  <a:avLst/>
                  <a:gdLst>
                    <a:gd name="T0" fmla="*/ 0 w 717"/>
                    <a:gd name="T1" fmla="*/ 756 h 756"/>
                    <a:gd name="T2" fmla="*/ 4 w 717"/>
                    <a:gd name="T3" fmla="*/ 167 h 756"/>
                    <a:gd name="T4" fmla="*/ 5 w 717"/>
                    <a:gd name="T5" fmla="*/ 384 h 756"/>
                    <a:gd name="T6" fmla="*/ 7 w 717"/>
                    <a:gd name="T7" fmla="*/ 103 h 756"/>
                    <a:gd name="T8" fmla="*/ 10 w 717"/>
                    <a:gd name="T9" fmla="*/ 519 h 756"/>
                    <a:gd name="T10" fmla="*/ 11 w 717"/>
                    <a:gd name="T11" fmla="*/ 487 h 756"/>
                    <a:gd name="T12" fmla="*/ 11 w 717"/>
                    <a:gd name="T13" fmla="*/ 359 h 756"/>
                    <a:gd name="T14" fmla="*/ 14 w 717"/>
                    <a:gd name="T15" fmla="*/ 71 h 756"/>
                    <a:gd name="T16" fmla="*/ 16 w 717"/>
                    <a:gd name="T17" fmla="*/ 244 h 756"/>
                    <a:gd name="T18" fmla="*/ 17 w 717"/>
                    <a:gd name="T19" fmla="*/ 96 h 756"/>
                    <a:gd name="T20" fmla="*/ 18 w 717"/>
                    <a:gd name="T21" fmla="*/ 615 h 756"/>
                    <a:gd name="T22" fmla="*/ 21 w 717"/>
                    <a:gd name="T23" fmla="*/ 397 h 756"/>
                    <a:gd name="T24" fmla="*/ 24 w 717"/>
                    <a:gd name="T25" fmla="*/ 519 h 756"/>
                    <a:gd name="T26" fmla="*/ 25 w 717"/>
                    <a:gd name="T27" fmla="*/ 308 h 756"/>
                    <a:gd name="T28" fmla="*/ 28 w 717"/>
                    <a:gd name="T29" fmla="*/ 442 h 756"/>
                    <a:gd name="T30" fmla="*/ 29 w 717"/>
                    <a:gd name="T31" fmla="*/ 352 h 756"/>
                    <a:gd name="T32" fmla="*/ 30 w 717"/>
                    <a:gd name="T33" fmla="*/ 384 h 756"/>
                    <a:gd name="T34" fmla="*/ 31 w 717"/>
                    <a:gd name="T35" fmla="*/ 135 h 756"/>
                    <a:gd name="T36" fmla="*/ 33 w 717"/>
                    <a:gd name="T37" fmla="*/ 301 h 756"/>
                    <a:gd name="T38" fmla="*/ 32 w 717"/>
                    <a:gd name="T39" fmla="*/ 519 h 756"/>
                    <a:gd name="T40" fmla="*/ 34 w 717"/>
                    <a:gd name="T41" fmla="*/ 679 h 756"/>
                    <a:gd name="T42" fmla="*/ 36 w 717"/>
                    <a:gd name="T43" fmla="*/ 628 h 756"/>
                    <a:gd name="T44" fmla="*/ 37 w 717"/>
                    <a:gd name="T45" fmla="*/ 480 h 756"/>
                    <a:gd name="T46" fmla="*/ 38 w 717"/>
                    <a:gd name="T47" fmla="*/ 391 h 756"/>
                    <a:gd name="T48" fmla="*/ 36 w 717"/>
                    <a:gd name="T49" fmla="*/ 506 h 756"/>
                    <a:gd name="T50" fmla="*/ 38 w 717"/>
                    <a:gd name="T51" fmla="*/ 352 h 756"/>
                    <a:gd name="T52" fmla="*/ 39 w 717"/>
                    <a:gd name="T53" fmla="*/ 455 h 756"/>
                    <a:gd name="T54" fmla="*/ 41 w 717"/>
                    <a:gd name="T55" fmla="*/ 519 h 756"/>
                    <a:gd name="T56" fmla="*/ 43 w 717"/>
                    <a:gd name="T57" fmla="*/ 410 h 756"/>
                    <a:gd name="T58" fmla="*/ 44 w 717"/>
                    <a:gd name="T59" fmla="*/ 186 h 756"/>
                    <a:gd name="T60" fmla="*/ 45 w 717"/>
                    <a:gd name="T61" fmla="*/ 231 h 756"/>
                    <a:gd name="T62" fmla="*/ 48 w 717"/>
                    <a:gd name="T63" fmla="*/ 148 h 756"/>
                    <a:gd name="T64" fmla="*/ 48 w 717"/>
                    <a:gd name="T65" fmla="*/ 301 h 756"/>
                    <a:gd name="T66" fmla="*/ 48 w 717"/>
                    <a:gd name="T67" fmla="*/ 730 h 756"/>
                    <a:gd name="T68" fmla="*/ 54 w 717"/>
                    <a:gd name="T69" fmla="*/ 0 h 756"/>
                    <a:gd name="T70" fmla="*/ 54 w 717"/>
                    <a:gd name="T71" fmla="*/ 250 h 756"/>
                    <a:gd name="T72" fmla="*/ 55 w 717"/>
                    <a:gd name="T73" fmla="*/ 333 h 756"/>
                    <a:gd name="T74" fmla="*/ 57 w 717"/>
                    <a:gd name="T75" fmla="*/ 192 h 756"/>
                    <a:gd name="T76" fmla="*/ 59 w 717"/>
                    <a:gd name="T77" fmla="*/ 340 h 756"/>
                    <a:gd name="T78" fmla="*/ 58 w 717"/>
                    <a:gd name="T79" fmla="*/ 429 h 756"/>
                    <a:gd name="T80" fmla="*/ 60 w 717"/>
                    <a:gd name="T81" fmla="*/ 461 h 756"/>
                    <a:gd name="T82" fmla="*/ 0 60000 65536"/>
                    <a:gd name="T83" fmla="*/ 0 60000 65536"/>
                    <a:gd name="T84" fmla="*/ 0 60000 65536"/>
                    <a:gd name="T85" fmla="*/ 0 60000 65536"/>
                    <a:gd name="T86" fmla="*/ 0 60000 65536"/>
                    <a:gd name="T87" fmla="*/ 0 60000 65536"/>
                    <a:gd name="T88" fmla="*/ 0 60000 65536"/>
                    <a:gd name="T89" fmla="*/ 0 60000 65536"/>
                    <a:gd name="T90" fmla="*/ 0 60000 65536"/>
                    <a:gd name="T91" fmla="*/ 0 60000 65536"/>
                    <a:gd name="T92" fmla="*/ 0 60000 65536"/>
                    <a:gd name="T93" fmla="*/ 0 60000 65536"/>
                    <a:gd name="T94" fmla="*/ 0 60000 65536"/>
                    <a:gd name="T95" fmla="*/ 0 60000 65536"/>
                    <a:gd name="T96" fmla="*/ 0 60000 65536"/>
                    <a:gd name="T97" fmla="*/ 0 60000 65536"/>
                    <a:gd name="T98" fmla="*/ 0 60000 65536"/>
                    <a:gd name="T99" fmla="*/ 0 60000 65536"/>
                    <a:gd name="T100" fmla="*/ 0 60000 65536"/>
                    <a:gd name="T101" fmla="*/ 0 60000 65536"/>
                    <a:gd name="T102" fmla="*/ 0 60000 65536"/>
                    <a:gd name="T103" fmla="*/ 0 60000 65536"/>
                    <a:gd name="T104" fmla="*/ 0 60000 65536"/>
                    <a:gd name="T105" fmla="*/ 0 60000 65536"/>
                    <a:gd name="T106" fmla="*/ 0 60000 65536"/>
                    <a:gd name="T107" fmla="*/ 0 60000 65536"/>
                    <a:gd name="T108" fmla="*/ 0 60000 65536"/>
                    <a:gd name="T109" fmla="*/ 0 60000 65536"/>
                    <a:gd name="T110" fmla="*/ 0 60000 65536"/>
                    <a:gd name="T111" fmla="*/ 0 60000 65536"/>
                    <a:gd name="T112" fmla="*/ 0 60000 65536"/>
                    <a:gd name="T113" fmla="*/ 0 60000 65536"/>
                    <a:gd name="T114" fmla="*/ 0 60000 65536"/>
                    <a:gd name="T115" fmla="*/ 0 60000 65536"/>
                    <a:gd name="T116" fmla="*/ 0 60000 65536"/>
                    <a:gd name="T117" fmla="*/ 0 60000 65536"/>
                    <a:gd name="T118" fmla="*/ 0 60000 65536"/>
                    <a:gd name="T119" fmla="*/ 0 60000 65536"/>
                    <a:gd name="T120" fmla="*/ 0 60000 65536"/>
                    <a:gd name="T121" fmla="*/ 0 60000 65536"/>
                    <a:gd name="T122" fmla="*/ 0 60000 65536"/>
                    <a:gd name="T123" fmla="*/ 0 w 717"/>
                    <a:gd name="T124" fmla="*/ 0 h 756"/>
                    <a:gd name="T125" fmla="*/ 717 w 717"/>
                    <a:gd name="T126" fmla="*/ 756 h 756"/>
                  </a:gdLst>
                  <a:ahLst/>
                  <a:cxnLst>
                    <a:cxn ang="T82">
                      <a:pos x="T0" y="T1"/>
                    </a:cxn>
                    <a:cxn ang="T83">
                      <a:pos x="T2" y="T3"/>
                    </a:cxn>
                    <a:cxn ang="T84">
                      <a:pos x="T4" y="T5"/>
                    </a:cxn>
                    <a:cxn ang="T85">
                      <a:pos x="T6" y="T7"/>
                    </a:cxn>
                    <a:cxn ang="T86">
                      <a:pos x="T8" y="T9"/>
                    </a:cxn>
                    <a:cxn ang="T87">
                      <a:pos x="T10" y="T11"/>
                    </a:cxn>
                    <a:cxn ang="T88">
                      <a:pos x="T12" y="T13"/>
                    </a:cxn>
                    <a:cxn ang="T89">
                      <a:pos x="T14" y="T15"/>
                    </a:cxn>
                    <a:cxn ang="T90">
                      <a:pos x="T16" y="T17"/>
                    </a:cxn>
                    <a:cxn ang="T91">
                      <a:pos x="T18" y="T19"/>
                    </a:cxn>
                    <a:cxn ang="T92">
                      <a:pos x="T20" y="T21"/>
                    </a:cxn>
                    <a:cxn ang="T93">
                      <a:pos x="T22" y="T23"/>
                    </a:cxn>
                    <a:cxn ang="T94">
                      <a:pos x="T24" y="T25"/>
                    </a:cxn>
                    <a:cxn ang="T95">
                      <a:pos x="T26" y="T27"/>
                    </a:cxn>
                    <a:cxn ang="T96">
                      <a:pos x="T28" y="T29"/>
                    </a:cxn>
                    <a:cxn ang="T97">
                      <a:pos x="T30" y="T31"/>
                    </a:cxn>
                    <a:cxn ang="T98">
                      <a:pos x="T32" y="T33"/>
                    </a:cxn>
                    <a:cxn ang="T99">
                      <a:pos x="T34" y="T35"/>
                    </a:cxn>
                    <a:cxn ang="T100">
                      <a:pos x="T36" y="T37"/>
                    </a:cxn>
                    <a:cxn ang="T101">
                      <a:pos x="T38" y="T39"/>
                    </a:cxn>
                    <a:cxn ang="T102">
                      <a:pos x="T40" y="T41"/>
                    </a:cxn>
                    <a:cxn ang="T103">
                      <a:pos x="T42" y="T43"/>
                    </a:cxn>
                    <a:cxn ang="T104">
                      <a:pos x="T44" y="T45"/>
                    </a:cxn>
                    <a:cxn ang="T105">
                      <a:pos x="T46" y="T47"/>
                    </a:cxn>
                    <a:cxn ang="T106">
                      <a:pos x="T48" y="T49"/>
                    </a:cxn>
                    <a:cxn ang="T107">
                      <a:pos x="T50" y="T51"/>
                    </a:cxn>
                    <a:cxn ang="T108">
                      <a:pos x="T52" y="T53"/>
                    </a:cxn>
                    <a:cxn ang="T109">
                      <a:pos x="T54" y="T55"/>
                    </a:cxn>
                    <a:cxn ang="T110">
                      <a:pos x="T56" y="T57"/>
                    </a:cxn>
                    <a:cxn ang="T111">
                      <a:pos x="T58" y="T59"/>
                    </a:cxn>
                    <a:cxn ang="T112">
                      <a:pos x="T60" y="T61"/>
                    </a:cxn>
                    <a:cxn ang="T113">
                      <a:pos x="T62" y="T63"/>
                    </a:cxn>
                    <a:cxn ang="T114">
                      <a:pos x="T64" y="T65"/>
                    </a:cxn>
                    <a:cxn ang="T115">
                      <a:pos x="T66" y="T67"/>
                    </a:cxn>
                    <a:cxn ang="T116">
                      <a:pos x="T68" y="T69"/>
                    </a:cxn>
                    <a:cxn ang="T117">
                      <a:pos x="T70" y="T71"/>
                    </a:cxn>
                    <a:cxn ang="T118">
                      <a:pos x="T72" y="T73"/>
                    </a:cxn>
                    <a:cxn ang="T119">
                      <a:pos x="T74" y="T75"/>
                    </a:cxn>
                    <a:cxn ang="T120">
                      <a:pos x="T76" y="T77"/>
                    </a:cxn>
                    <a:cxn ang="T121">
                      <a:pos x="T78" y="T79"/>
                    </a:cxn>
                    <a:cxn ang="T122">
                      <a:pos x="T80" y="T81"/>
                    </a:cxn>
                  </a:cxnLst>
                  <a:rect l="T123" t="T124" r="T125" b="T126"/>
                  <a:pathLst>
                    <a:path w="717" h="756">
                      <a:moveTo>
                        <a:pt x="0" y="756"/>
                      </a:moveTo>
                      <a:lnTo>
                        <a:pt x="52" y="167"/>
                      </a:lnTo>
                      <a:lnTo>
                        <a:pt x="64" y="384"/>
                      </a:lnTo>
                      <a:lnTo>
                        <a:pt x="90" y="103"/>
                      </a:lnTo>
                      <a:lnTo>
                        <a:pt x="116" y="519"/>
                      </a:lnTo>
                      <a:lnTo>
                        <a:pt x="135" y="487"/>
                      </a:lnTo>
                      <a:lnTo>
                        <a:pt x="135" y="359"/>
                      </a:lnTo>
                      <a:lnTo>
                        <a:pt x="167" y="71"/>
                      </a:lnTo>
                      <a:lnTo>
                        <a:pt x="192" y="244"/>
                      </a:lnTo>
                      <a:lnTo>
                        <a:pt x="205" y="96"/>
                      </a:lnTo>
                      <a:lnTo>
                        <a:pt x="218" y="615"/>
                      </a:lnTo>
                      <a:lnTo>
                        <a:pt x="244" y="397"/>
                      </a:lnTo>
                      <a:lnTo>
                        <a:pt x="282" y="519"/>
                      </a:lnTo>
                      <a:lnTo>
                        <a:pt x="308" y="308"/>
                      </a:lnTo>
                      <a:lnTo>
                        <a:pt x="333" y="442"/>
                      </a:lnTo>
                      <a:lnTo>
                        <a:pt x="346" y="352"/>
                      </a:lnTo>
                      <a:lnTo>
                        <a:pt x="365" y="384"/>
                      </a:lnTo>
                      <a:lnTo>
                        <a:pt x="378" y="135"/>
                      </a:lnTo>
                      <a:lnTo>
                        <a:pt x="391" y="301"/>
                      </a:lnTo>
                      <a:lnTo>
                        <a:pt x="384" y="519"/>
                      </a:lnTo>
                      <a:lnTo>
                        <a:pt x="404" y="679"/>
                      </a:lnTo>
                      <a:lnTo>
                        <a:pt x="429" y="628"/>
                      </a:lnTo>
                      <a:lnTo>
                        <a:pt x="442" y="480"/>
                      </a:lnTo>
                      <a:lnTo>
                        <a:pt x="455" y="391"/>
                      </a:lnTo>
                      <a:lnTo>
                        <a:pt x="436" y="506"/>
                      </a:lnTo>
                      <a:lnTo>
                        <a:pt x="461" y="352"/>
                      </a:lnTo>
                      <a:lnTo>
                        <a:pt x="474" y="455"/>
                      </a:lnTo>
                      <a:lnTo>
                        <a:pt x="493" y="519"/>
                      </a:lnTo>
                      <a:lnTo>
                        <a:pt x="512" y="410"/>
                      </a:lnTo>
                      <a:lnTo>
                        <a:pt x="532" y="186"/>
                      </a:lnTo>
                      <a:lnTo>
                        <a:pt x="544" y="231"/>
                      </a:lnTo>
                      <a:lnTo>
                        <a:pt x="570" y="148"/>
                      </a:lnTo>
                      <a:lnTo>
                        <a:pt x="576" y="301"/>
                      </a:lnTo>
                      <a:lnTo>
                        <a:pt x="576" y="730"/>
                      </a:lnTo>
                      <a:lnTo>
                        <a:pt x="647" y="0"/>
                      </a:lnTo>
                      <a:lnTo>
                        <a:pt x="647" y="250"/>
                      </a:lnTo>
                      <a:lnTo>
                        <a:pt x="660" y="333"/>
                      </a:lnTo>
                      <a:lnTo>
                        <a:pt x="685" y="192"/>
                      </a:lnTo>
                      <a:lnTo>
                        <a:pt x="711" y="340"/>
                      </a:lnTo>
                      <a:lnTo>
                        <a:pt x="698" y="429"/>
                      </a:lnTo>
                      <a:lnTo>
                        <a:pt x="717" y="461"/>
                      </a:lnTo>
                    </a:path>
                  </a:pathLst>
                </a:custGeom>
                <a:noFill/>
                <a:ln w="9525">
                  <a:solidFill>
                    <a:srgbClr val="FF0000"/>
                  </a:solidFill>
                  <a:round/>
                  <a:headEnd/>
                  <a:tailEnd/>
                </a:ln>
              </p:spPr>
              <p:txBody>
                <a:bodyPr/>
                <a:lstStyle/>
                <a:p>
                  <a:endParaRPr lang="en-GB" sz="1600"/>
                </a:p>
              </p:txBody>
            </p:sp>
            <p:sp>
              <p:nvSpPr>
                <p:cNvPr id="14387" name="Freeform 388"/>
                <p:cNvSpPr>
                  <a:spLocks/>
                </p:cNvSpPr>
                <p:nvPr/>
              </p:nvSpPr>
              <p:spPr bwMode="auto">
                <a:xfrm flipH="1" flipV="1">
                  <a:off x="3770" y="1145"/>
                  <a:ext cx="313" cy="756"/>
                </a:xfrm>
                <a:custGeom>
                  <a:avLst/>
                  <a:gdLst>
                    <a:gd name="T0" fmla="*/ 0 w 717"/>
                    <a:gd name="T1" fmla="*/ 756 h 756"/>
                    <a:gd name="T2" fmla="*/ 4 w 717"/>
                    <a:gd name="T3" fmla="*/ 167 h 756"/>
                    <a:gd name="T4" fmla="*/ 5 w 717"/>
                    <a:gd name="T5" fmla="*/ 384 h 756"/>
                    <a:gd name="T6" fmla="*/ 7 w 717"/>
                    <a:gd name="T7" fmla="*/ 103 h 756"/>
                    <a:gd name="T8" fmla="*/ 10 w 717"/>
                    <a:gd name="T9" fmla="*/ 519 h 756"/>
                    <a:gd name="T10" fmla="*/ 11 w 717"/>
                    <a:gd name="T11" fmla="*/ 487 h 756"/>
                    <a:gd name="T12" fmla="*/ 11 w 717"/>
                    <a:gd name="T13" fmla="*/ 359 h 756"/>
                    <a:gd name="T14" fmla="*/ 14 w 717"/>
                    <a:gd name="T15" fmla="*/ 71 h 756"/>
                    <a:gd name="T16" fmla="*/ 16 w 717"/>
                    <a:gd name="T17" fmla="*/ 244 h 756"/>
                    <a:gd name="T18" fmla="*/ 17 w 717"/>
                    <a:gd name="T19" fmla="*/ 96 h 756"/>
                    <a:gd name="T20" fmla="*/ 18 w 717"/>
                    <a:gd name="T21" fmla="*/ 615 h 756"/>
                    <a:gd name="T22" fmla="*/ 21 w 717"/>
                    <a:gd name="T23" fmla="*/ 397 h 756"/>
                    <a:gd name="T24" fmla="*/ 24 w 717"/>
                    <a:gd name="T25" fmla="*/ 519 h 756"/>
                    <a:gd name="T26" fmla="*/ 25 w 717"/>
                    <a:gd name="T27" fmla="*/ 308 h 756"/>
                    <a:gd name="T28" fmla="*/ 28 w 717"/>
                    <a:gd name="T29" fmla="*/ 442 h 756"/>
                    <a:gd name="T30" fmla="*/ 29 w 717"/>
                    <a:gd name="T31" fmla="*/ 352 h 756"/>
                    <a:gd name="T32" fmla="*/ 30 w 717"/>
                    <a:gd name="T33" fmla="*/ 384 h 756"/>
                    <a:gd name="T34" fmla="*/ 31 w 717"/>
                    <a:gd name="T35" fmla="*/ 135 h 756"/>
                    <a:gd name="T36" fmla="*/ 33 w 717"/>
                    <a:gd name="T37" fmla="*/ 301 h 756"/>
                    <a:gd name="T38" fmla="*/ 32 w 717"/>
                    <a:gd name="T39" fmla="*/ 519 h 756"/>
                    <a:gd name="T40" fmla="*/ 34 w 717"/>
                    <a:gd name="T41" fmla="*/ 679 h 756"/>
                    <a:gd name="T42" fmla="*/ 36 w 717"/>
                    <a:gd name="T43" fmla="*/ 628 h 756"/>
                    <a:gd name="T44" fmla="*/ 37 w 717"/>
                    <a:gd name="T45" fmla="*/ 480 h 756"/>
                    <a:gd name="T46" fmla="*/ 38 w 717"/>
                    <a:gd name="T47" fmla="*/ 391 h 756"/>
                    <a:gd name="T48" fmla="*/ 36 w 717"/>
                    <a:gd name="T49" fmla="*/ 506 h 756"/>
                    <a:gd name="T50" fmla="*/ 38 w 717"/>
                    <a:gd name="T51" fmla="*/ 352 h 756"/>
                    <a:gd name="T52" fmla="*/ 39 w 717"/>
                    <a:gd name="T53" fmla="*/ 455 h 756"/>
                    <a:gd name="T54" fmla="*/ 41 w 717"/>
                    <a:gd name="T55" fmla="*/ 519 h 756"/>
                    <a:gd name="T56" fmla="*/ 43 w 717"/>
                    <a:gd name="T57" fmla="*/ 410 h 756"/>
                    <a:gd name="T58" fmla="*/ 44 w 717"/>
                    <a:gd name="T59" fmla="*/ 186 h 756"/>
                    <a:gd name="T60" fmla="*/ 45 w 717"/>
                    <a:gd name="T61" fmla="*/ 231 h 756"/>
                    <a:gd name="T62" fmla="*/ 48 w 717"/>
                    <a:gd name="T63" fmla="*/ 148 h 756"/>
                    <a:gd name="T64" fmla="*/ 48 w 717"/>
                    <a:gd name="T65" fmla="*/ 301 h 756"/>
                    <a:gd name="T66" fmla="*/ 48 w 717"/>
                    <a:gd name="T67" fmla="*/ 730 h 756"/>
                    <a:gd name="T68" fmla="*/ 54 w 717"/>
                    <a:gd name="T69" fmla="*/ 0 h 756"/>
                    <a:gd name="T70" fmla="*/ 54 w 717"/>
                    <a:gd name="T71" fmla="*/ 250 h 756"/>
                    <a:gd name="T72" fmla="*/ 55 w 717"/>
                    <a:gd name="T73" fmla="*/ 333 h 756"/>
                    <a:gd name="T74" fmla="*/ 57 w 717"/>
                    <a:gd name="T75" fmla="*/ 192 h 756"/>
                    <a:gd name="T76" fmla="*/ 59 w 717"/>
                    <a:gd name="T77" fmla="*/ 340 h 756"/>
                    <a:gd name="T78" fmla="*/ 58 w 717"/>
                    <a:gd name="T79" fmla="*/ 429 h 756"/>
                    <a:gd name="T80" fmla="*/ 60 w 717"/>
                    <a:gd name="T81" fmla="*/ 461 h 756"/>
                    <a:gd name="T82" fmla="*/ 0 60000 65536"/>
                    <a:gd name="T83" fmla="*/ 0 60000 65536"/>
                    <a:gd name="T84" fmla="*/ 0 60000 65536"/>
                    <a:gd name="T85" fmla="*/ 0 60000 65536"/>
                    <a:gd name="T86" fmla="*/ 0 60000 65536"/>
                    <a:gd name="T87" fmla="*/ 0 60000 65536"/>
                    <a:gd name="T88" fmla="*/ 0 60000 65536"/>
                    <a:gd name="T89" fmla="*/ 0 60000 65536"/>
                    <a:gd name="T90" fmla="*/ 0 60000 65536"/>
                    <a:gd name="T91" fmla="*/ 0 60000 65536"/>
                    <a:gd name="T92" fmla="*/ 0 60000 65536"/>
                    <a:gd name="T93" fmla="*/ 0 60000 65536"/>
                    <a:gd name="T94" fmla="*/ 0 60000 65536"/>
                    <a:gd name="T95" fmla="*/ 0 60000 65536"/>
                    <a:gd name="T96" fmla="*/ 0 60000 65536"/>
                    <a:gd name="T97" fmla="*/ 0 60000 65536"/>
                    <a:gd name="T98" fmla="*/ 0 60000 65536"/>
                    <a:gd name="T99" fmla="*/ 0 60000 65536"/>
                    <a:gd name="T100" fmla="*/ 0 60000 65536"/>
                    <a:gd name="T101" fmla="*/ 0 60000 65536"/>
                    <a:gd name="T102" fmla="*/ 0 60000 65536"/>
                    <a:gd name="T103" fmla="*/ 0 60000 65536"/>
                    <a:gd name="T104" fmla="*/ 0 60000 65536"/>
                    <a:gd name="T105" fmla="*/ 0 60000 65536"/>
                    <a:gd name="T106" fmla="*/ 0 60000 65536"/>
                    <a:gd name="T107" fmla="*/ 0 60000 65536"/>
                    <a:gd name="T108" fmla="*/ 0 60000 65536"/>
                    <a:gd name="T109" fmla="*/ 0 60000 65536"/>
                    <a:gd name="T110" fmla="*/ 0 60000 65536"/>
                    <a:gd name="T111" fmla="*/ 0 60000 65536"/>
                    <a:gd name="T112" fmla="*/ 0 60000 65536"/>
                    <a:gd name="T113" fmla="*/ 0 60000 65536"/>
                    <a:gd name="T114" fmla="*/ 0 60000 65536"/>
                    <a:gd name="T115" fmla="*/ 0 60000 65536"/>
                    <a:gd name="T116" fmla="*/ 0 60000 65536"/>
                    <a:gd name="T117" fmla="*/ 0 60000 65536"/>
                    <a:gd name="T118" fmla="*/ 0 60000 65536"/>
                    <a:gd name="T119" fmla="*/ 0 60000 65536"/>
                    <a:gd name="T120" fmla="*/ 0 60000 65536"/>
                    <a:gd name="T121" fmla="*/ 0 60000 65536"/>
                    <a:gd name="T122" fmla="*/ 0 60000 65536"/>
                    <a:gd name="T123" fmla="*/ 0 w 717"/>
                    <a:gd name="T124" fmla="*/ 0 h 756"/>
                    <a:gd name="T125" fmla="*/ 717 w 717"/>
                    <a:gd name="T126" fmla="*/ 756 h 756"/>
                  </a:gdLst>
                  <a:ahLst/>
                  <a:cxnLst>
                    <a:cxn ang="T82">
                      <a:pos x="T0" y="T1"/>
                    </a:cxn>
                    <a:cxn ang="T83">
                      <a:pos x="T2" y="T3"/>
                    </a:cxn>
                    <a:cxn ang="T84">
                      <a:pos x="T4" y="T5"/>
                    </a:cxn>
                    <a:cxn ang="T85">
                      <a:pos x="T6" y="T7"/>
                    </a:cxn>
                    <a:cxn ang="T86">
                      <a:pos x="T8" y="T9"/>
                    </a:cxn>
                    <a:cxn ang="T87">
                      <a:pos x="T10" y="T11"/>
                    </a:cxn>
                    <a:cxn ang="T88">
                      <a:pos x="T12" y="T13"/>
                    </a:cxn>
                    <a:cxn ang="T89">
                      <a:pos x="T14" y="T15"/>
                    </a:cxn>
                    <a:cxn ang="T90">
                      <a:pos x="T16" y="T17"/>
                    </a:cxn>
                    <a:cxn ang="T91">
                      <a:pos x="T18" y="T19"/>
                    </a:cxn>
                    <a:cxn ang="T92">
                      <a:pos x="T20" y="T21"/>
                    </a:cxn>
                    <a:cxn ang="T93">
                      <a:pos x="T22" y="T23"/>
                    </a:cxn>
                    <a:cxn ang="T94">
                      <a:pos x="T24" y="T25"/>
                    </a:cxn>
                    <a:cxn ang="T95">
                      <a:pos x="T26" y="T27"/>
                    </a:cxn>
                    <a:cxn ang="T96">
                      <a:pos x="T28" y="T29"/>
                    </a:cxn>
                    <a:cxn ang="T97">
                      <a:pos x="T30" y="T31"/>
                    </a:cxn>
                    <a:cxn ang="T98">
                      <a:pos x="T32" y="T33"/>
                    </a:cxn>
                    <a:cxn ang="T99">
                      <a:pos x="T34" y="T35"/>
                    </a:cxn>
                    <a:cxn ang="T100">
                      <a:pos x="T36" y="T37"/>
                    </a:cxn>
                    <a:cxn ang="T101">
                      <a:pos x="T38" y="T39"/>
                    </a:cxn>
                    <a:cxn ang="T102">
                      <a:pos x="T40" y="T41"/>
                    </a:cxn>
                    <a:cxn ang="T103">
                      <a:pos x="T42" y="T43"/>
                    </a:cxn>
                    <a:cxn ang="T104">
                      <a:pos x="T44" y="T45"/>
                    </a:cxn>
                    <a:cxn ang="T105">
                      <a:pos x="T46" y="T47"/>
                    </a:cxn>
                    <a:cxn ang="T106">
                      <a:pos x="T48" y="T49"/>
                    </a:cxn>
                    <a:cxn ang="T107">
                      <a:pos x="T50" y="T51"/>
                    </a:cxn>
                    <a:cxn ang="T108">
                      <a:pos x="T52" y="T53"/>
                    </a:cxn>
                    <a:cxn ang="T109">
                      <a:pos x="T54" y="T55"/>
                    </a:cxn>
                    <a:cxn ang="T110">
                      <a:pos x="T56" y="T57"/>
                    </a:cxn>
                    <a:cxn ang="T111">
                      <a:pos x="T58" y="T59"/>
                    </a:cxn>
                    <a:cxn ang="T112">
                      <a:pos x="T60" y="T61"/>
                    </a:cxn>
                    <a:cxn ang="T113">
                      <a:pos x="T62" y="T63"/>
                    </a:cxn>
                    <a:cxn ang="T114">
                      <a:pos x="T64" y="T65"/>
                    </a:cxn>
                    <a:cxn ang="T115">
                      <a:pos x="T66" y="T67"/>
                    </a:cxn>
                    <a:cxn ang="T116">
                      <a:pos x="T68" y="T69"/>
                    </a:cxn>
                    <a:cxn ang="T117">
                      <a:pos x="T70" y="T71"/>
                    </a:cxn>
                    <a:cxn ang="T118">
                      <a:pos x="T72" y="T73"/>
                    </a:cxn>
                    <a:cxn ang="T119">
                      <a:pos x="T74" y="T75"/>
                    </a:cxn>
                    <a:cxn ang="T120">
                      <a:pos x="T76" y="T77"/>
                    </a:cxn>
                    <a:cxn ang="T121">
                      <a:pos x="T78" y="T79"/>
                    </a:cxn>
                    <a:cxn ang="T122">
                      <a:pos x="T80" y="T81"/>
                    </a:cxn>
                  </a:cxnLst>
                  <a:rect l="T123" t="T124" r="T125" b="T126"/>
                  <a:pathLst>
                    <a:path w="717" h="756">
                      <a:moveTo>
                        <a:pt x="0" y="756"/>
                      </a:moveTo>
                      <a:lnTo>
                        <a:pt x="52" y="167"/>
                      </a:lnTo>
                      <a:lnTo>
                        <a:pt x="64" y="384"/>
                      </a:lnTo>
                      <a:lnTo>
                        <a:pt x="90" y="103"/>
                      </a:lnTo>
                      <a:lnTo>
                        <a:pt x="116" y="519"/>
                      </a:lnTo>
                      <a:lnTo>
                        <a:pt x="135" y="487"/>
                      </a:lnTo>
                      <a:lnTo>
                        <a:pt x="135" y="359"/>
                      </a:lnTo>
                      <a:lnTo>
                        <a:pt x="167" y="71"/>
                      </a:lnTo>
                      <a:lnTo>
                        <a:pt x="192" y="244"/>
                      </a:lnTo>
                      <a:lnTo>
                        <a:pt x="205" y="96"/>
                      </a:lnTo>
                      <a:lnTo>
                        <a:pt x="218" y="615"/>
                      </a:lnTo>
                      <a:lnTo>
                        <a:pt x="244" y="397"/>
                      </a:lnTo>
                      <a:lnTo>
                        <a:pt x="282" y="519"/>
                      </a:lnTo>
                      <a:lnTo>
                        <a:pt x="308" y="308"/>
                      </a:lnTo>
                      <a:lnTo>
                        <a:pt x="333" y="442"/>
                      </a:lnTo>
                      <a:lnTo>
                        <a:pt x="346" y="352"/>
                      </a:lnTo>
                      <a:lnTo>
                        <a:pt x="365" y="384"/>
                      </a:lnTo>
                      <a:lnTo>
                        <a:pt x="378" y="135"/>
                      </a:lnTo>
                      <a:lnTo>
                        <a:pt x="391" y="301"/>
                      </a:lnTo>
                      <a:lnTo>
                        <a:pt x="384" y="519"/>
                      </a:lnTo>
                      <a:lnTo>
                        <a:pt x="404" y="679"/>
                      </a:lnTo>
                      <a:lnTo>
                        <a:pt x="429" y="628"/>
                      </a:lnTo>
                      <a:lnTo>
                        <a:pt x="442" y="480"/>
                      </a:lnTo>
                      <a:lnTo>
                        <a:pt x="455" y="391"/>
                      </a:lnTo>
                      <a:lnTo>
                        <a:pt x="436" y="506"/>
                      </a:lnTo>
                      <a:lnTo>
                        <a:pt x="461" y="352"/>
                      </a:lnTo>
                      <a:lnTo>
                        <a:pt x="474" y="455"/>
                      </a:lnTo>
                      <a:lnTo>
                        <a:pt x="493" y="519"/>
                      </a:lnTo>
                      <a:lnTo>
                        <a:pt x="512" y="410"/>
                      </a:lnTo>
                      <a:lnTo>
                        <a:pt x="532" y="186"/>
                      </a:lnTo>
                      <a:lnTo>
                        <a:pt x="544" y="231"/>
                      </a:lnTo>
                      <a:lnTo>
                        <a:pt x="570" y="148"/>
                      </a:lnTo>
                      <a:lnTo>
                        <a:pt x="576" y="301"/>
                      </a:lnTo>
                      <a:lnTo>
                        <a:pt x="576" y="730"/>
                      </a:lnTo>
                      <a:lnTo>
                        <a:pt x="647" y="0"/>
                      </a:lnTo>
                      <a:lnTo>
                        <a:pt x="647" y="250"/>
                      </a:lnTo>
                      <a:lnTo>
                        <a:pt x="660" y="333"/>
                      </a:lnTo>
                      <a:lnTo>
                        <a:pt x="685" y="192"/>
                      </a:lnTo>
                      <a:lnTo>
                        <a:pt x="711" y="340"/>
                      </a:lnTo>
                      <a:lnTo>
                        <a:pt x="698" y="429"/>
                      </a:lnTo>
                      <a:lnTo>
                        <a:pt x="717" y="461"/>
                      </a:lnTo>
                    </a:path>
                  </a:pathLst>
                </a:custGeom>
                <a:noFill/>
                <a:ln w="9525">
                  <a:solidFill>
                    <a:srgbClr val="FF0000"/>
                  </a:solidFill>
                  <a:round/>
                  <a:headEnd/>
                  <a:tailEnd/>
                </a:ln>
              </p:spPr>
              <p:txBody>
                <a:bodyPr/>
                <a:lstStyle/>
                <a:p>
                  <a:endParaRPr lang="en-GB" sz="1600"/>
                </a:p>
              </p:txBody>
            </p:sp>
            <p:sp>
              <p:nvSpPr>
                <p:cNvPr id="14388" name="Freeform 389"/>
                <p:cNvSpPr>
                  <a:spLocks/>
                </p:cNvSpPr>
                <p:nvPr/>
              </p:nvSpPr>
              <p:spPr bwMode="auto">
                <a:xfrm flipH="1">
                  <a:off x="4077" y="1119"/>
                  <a:ext cx="313" cy="756"/>
                </a:xfrm>
                <a:custGeom>
                  <a:avLst/>
                  <a:gdLst>
                    <a:gd name="T0" fmla="*/ 0 w 717"/>
                    <a:gd name="T1" fmla="*/ 756 h 756"/>
                    <a:gd name="T2" fmla="*/ 4 w 717"/>
                    <a:gd name="T3" fmla="*/ 167 h 756"/>
                    <a:gd name="T4" fmla="*/ 5 w 717"/>
                    <a:gd name="T5" fmla="*/ 384 h 756"/>
                    <a:gd name="T6" fmla="*/ 7 w 717"/>
                    <a:gd name="T7" fmla="*/ 103 h 756"/>
                    <a:gd name="T8" fmla="*/ 10 w 717"/>
                    <a:gd name="T9" fmla="*/ 519 h 756"/>
                    <a:gd name="T10" fmla="*/ 11 w 717"/>
                    <a:gd name="T11" fmla="*/ 487 h 756"/>
                    <a:gd name="T12" fmla="*/ 11 w 717"/>
                    <a:gd name="T13" fmla="*/ 359 h 756"/>
                    <a:gd name="T14" fmla="*/ 14 w 717"/>
                    <a:gd name="T15" fmla="*/ 71 h 756"/>
                    <a:gd name="T16" fmla="*/ 16 w 717"/>
                    <a:gd name="T17" fmla="*/ 244 h 756"/>
                    <a:gd name="T18" fmla="*/ 17 w 717"/>
                    <a:gd name="T19" fmla="*/ 96 h 756"/>
                    <a:gd name="T20" fmla="*/ 18 w 717"/>
                    <a:gd name="T21" fmla="*/ 615 h 756"/>
                    <a:gd name="T22" fmla="*/ 21 w 717"/>
                    <a:gd name="T23" fmla="*/ 397 h 756"/>
                    <a:gd name="T24" fmla="*/ 24 w 717"/>
                    <a:gd name="T25" fmla="*/ 519 h 756"/>
                    <a:gd name="T26" fmla="*/ 25 w 717"/>
                    <a:gd name="T27" fmla="*/ 308 h 756"/>
                    <a:gd name="T28" fmla="*/ 28 w 717"/>
                    <a:gd name="T29" fmla="*/ 442 h 756"/>
                    <a:gd name="T30" fmla="*/ 29 w 717"/>
                    <a:gd name="T31" fmla="*/ 352 h 756"/>
                    <a:gd name="T32" fmla="*/ 30 w 717"/>
                    <a:gd name="T33" fmla="*/ 384 h 756"/>
                    <a:gd name="T34" fmla="*/ 31 w 717"/>
                    <a:gd name="T35" fmla="*/ 135 h 756"/>
                    <a:gd name="T36" fmla="*/ 33 w 717"/>
                    <a:gd name="T37" fmla="*/ 301 h 756"/>
                    <a:gd name="T38" fmla="*/ 32 w 717"/>
                    <a:gd name="T39" fmla="*/ 519 h 756"/>
                    <a:gd name="T40" fmla="*/ 34 w 717"/>
                    <a:gd name="T41" fmla="*/ 679 h 756"/>
                    <a:gd name="T42" fmla="*/ 36 w 717"/>
                    <a:gd name="T43" fmla="*/ 628 h 756"/>
                    <a:gd name="T44" fmla="*/ 37 w 717"/>
                    <a:gd name="T45" fmla="*/ 480 h 756"/>
                    <a:gd name="T46" fmla="*/ 38 w 717"/>
                    <a:gd name="T47" fmla="*/ 391 h 756"/>
                    <a:gd name="T48" fmla="*/ 36 w 717"/>
                    <a:gd name="T49" fmla="*/ 506 h 756"/>
                    <a:gd name="T50" fmla="*/ 38 w 717"/>
                    <a:gd name="T51" fmla="*/ 352 h 756"/>
                    <a:gd name="T52" fmla="*/ 39 w 717"/>
                    <a:gd name="T53" fmla="*/ 455 h 756"/>
                    <a:gd name="T54" fmla="*/ 41 w 717"/>
                    <a:gd name="T55" fmla="*/ 519 h 756"/>
                    <a:gd name="T56" fmla="*/ 43 w 717"/>
                    <a:gd name="T57" fmla="*/ 410 h 756"/>
                    <a:gd name="T58" fmla="*/ 44 w 717"/>
                    <a:gd name="T59" fmla="*/ 186 h 756"/>
                    <a:gd name="T60" fmla="*/ 45 w 717"/>
                    <a:gd name="T61" fmla="*/ 231 h 756"/>
                    <a:gd name="T62" fmla="*/ 48 w 717"/>
                    <a:gd name="T63" fmla="*/ 148 h 756"/>
                    <a:gd name="T64" fmla="*/ 48 w 717"/>
                    <a:gd name="T65" fmla="*/ 301 h 756"/>
                    <a:gd name="T66" fmla="*/ 48 w 717"/>
                    <a:gd name="T67" fmla="*/ 730 h 756"/>
                    <a:gd name="T68" fmla="*/ 54 w 717"/>
                    <a:gd name="T69" fmla="*/ 0 h 756"/>
                    <a:gd name="T70" fmla="*/ 54 w 717"/>
                    <a:gd name="T71" fmla="*/ 250 h 756"/>
                    <a:gd name="T72" fmla="*/ 55 w 717"/>
                    <a:gd name="T73" fmla="*/ 333 h 756"/>
                    <a:gd name="T74" fmla="*/ 57 w 717"/>
                    <a:gd name="T75" fmla="*/ 192 h 756"/>
                    <a:gd name="T76" fmla="*/ 59 w 717"/>
                    <a:gd name="T77" fmla="*/ 340 h 756"/>
                    <a:gd name="T78" fmla="*/ 58 w 717"/>
                    <a:gd name="T79" fmla="*/ 429 h 756"/>
                    <a:gd name="T80" fmla="*/ 60 w 717"/>
                    <a:gd name="T81" fmla="*/ 461 h 756"/>
                    <a:gd name="T82" fmla="*/ 0 60000 65536"/>
                    <a:gd name="T83" fmla="*/ 0 60000 65536"/>
                    <a:gd name="T84" fmla="*/ 0 60000 65536"/>
                    <a:gd name="T85" fmla="*/ 0 60000 65536"/>
                    <a:gd name="T86" fmla="*/ 0 60000 65536"/>
                    <a:gd name="T87" fmla="*/ 0 60000 65536"/>
                    <a:gd name="T88" fmla="*/ 0 60000 65536"/>
                    <a:gd name="T89" fmla="*/ 0 60000 65536"/>
                    <a:gd name="T90" fmla="*/ 0 60000 65536"/>
                    <a:gd name="T91" fmla="*/ 0 60000 65536"/>
                    <a:gd name="T92" fmla="*/ 0 60000 65536"/>
                    <a:gd name="T93" fmla="*/ 0 60000 65536"/>
                    <a:gd name="T94" fmla="*/ 0 60000 65536"/>
                    <a:gd name="T95" fmla="*/ 0 60000 65536"/>
                    <a:gd name="T96" fmla="*/ 0 60000 65536"/>
                    <a:gd name="T97" fmla="*/ 0 60000 65536"/>
                    <a:gd name="T98" fmla="*/ 0 60000 65536"/>
                    <a:gd name="T99" fmla="*/ 0 60000 65536"/>
                    <a:gd name="T100" fmla="*/ 0 60000 65536"/>
                    <a:gd name="T101" fmla="*/ 0 60000 65536"/>
                    <a:gd name="T102" fmla="*/ 0 60000 65536"/>
                    <a:gd name="T103" fmla="*/ 0 60000 65536"/>
                    <a:gd name="T104" fmla="*/ 0 60000 65536"/>
                    <a:gd name="T105" fmla="*/ 0 60000 65536"/>
                    <a:gd name="T106" fmla="*/ 0 60000 65536"/>
                    <a:gd name="T107" fmla="*/ 0 60000 65536"/>
                    <a:gd name="T108" fmla="*/ 0 60000 65536"/>
                    <a:gd name="T109" fmla="*/ 0 60000 65536"/>
                    <a:gd name="T110" fmla="*/ 0 60000 65536"/>
                    <a:gd name="T111" fmla="*/ 0 60000 65536"/>
                    <a:gd name="T112" fmla="*/ 0 60000 65536"/>
                    <a:gd name="T113" fmla="*/ 0 60000 65536"/>
                    <a:gd name="T114" fmla="*/ 0 60000 65536"/>
                    <a:gd name="T115" fmla="*/ 0 60000 65536"/>
                    <a:gd name="T116" fmla="*/ 0 60000 65536"/>
                    <a:gd name="T117" fmla="*/ 0 60000 65536"/>
                    <a:gd name="T118" fmla="*/ 0 60000 65536"/>
                    <a:gd name="T119" fmla="*/ 0 60000 65536"/>
                    <a:gd name="T120" fmla="*/ 0 60000 65536"/>
                    <a:gd name="T121" fmla="*/ 0 60000 65536"/>
                    <a:gd name="T122" fmla="*/ 0 60000 65536"/>
                    <a:gd name="T123" fmla="*/ 0 w 717"/>
                    <a:gd name="T124" fmla="*/ 0 h 756"/>
                    <a:gd name="T125" fmla="*/ 717 w 717"/>
                    <a:gd name="T126" fmla="*/ 756 h 756"/>
                  </a:gdLst>
                  <a:ahLst/>
                  <a:cxnLst>
                    <a:cxn ang="T82">
                      <a:pos x="T0" y="T1"/>
                    </a:cxn>
                    <a:cxn ang="T83">
                      <a:pos x="T2" y="T3"/>
                    </a:cxn>
                    <a:cxn ang="T84">
                      <a:pos x="T4" y="T5"/>
                    </a:cxn>
                    <a:cxn ang="T85">
                      <a:pos x="T6" y="T7"/>
                    </a:cxn>
                    <a:cxn ang="T86">
                      <a:pos x="T8" y="T9"/>
                    </a:cxn>
                    <a:cxn ang="T87">
                      <a:pos x="T10" y="T11"/>
                    </a:cxn>
                    <a:cxn ang="T88">
                      <a:pos x="T12" y="T13"/>
                    </a:cxn>
                    <a:cxn ang="T89">
                      <a:pos x="T14" y="T15"/>
                    </a:cxn>
                    <a:cxn ang="T90">
                      <a:pos x="T16" y="T17"/>
                    </a:cxn>
                    <a:cxn ang="T91">
                      <a:pos x="T18" y="T19"/>
                    </a:cxn>
                    <a:cxn ang="T92">
                      <a:pos x="T20" y="T21"/>
                    </a:cxn>
                    <a:cxn ang="T93">
                      <a:pos x="T22" y="T23"/>
                    </a:cxn>
                    <a:cxn ang="T94">
                      <a:pos x="T24" y="T25"/>
                    </a:cxn>
                    <a:cxn ang="T95">
                      <a:pos x="T26" y="T27"/>
                    </a:cxn>
                    <a:cxn ang="T96">
                      <a:pos x="T28" y="T29"/>
                    </a:cxn>
                    <a:cxn ang="T97">
                      <a:pos x="T30" y="T31"/>
                    </a:cxn>
                    <a:cxn ang="T98">
                      <a:pos x="T32" y="T33"/>
                    </a:cxn>
                    <a:cxn ang="T99">
                      <a:pos x="T34" y="T35"/>
                    </a:cxn>
                    <a:cxn ang="T100">
                      <a:pos x="T36" y="T37"/>
                    </a:cxn>
                    <a:cxn ang="T101">
                      <a:pos x="T38" y="T39"/>
                    </a:cxn>
                    <a:cxn ang="T102">
                      <a:pos x="T40" y="T41"/>
                    </a:cxn>
                    <a:cxn ang="T103">
                      <a:pos x="T42" y="T43"/>
                    </a:cxn>
                    <a:cxn ang="T104">
                      <a:pos x="T44" y="T45"/>
                    </a:cxn>
                    <a:cxn ang="T105">
                      <a:pos x="T46" y="T47"/>
                    </a:cxn>
                    <a:cxn ang="T106">
                      <a:pos x="T48" y="T49"/>
                    </a:cxn>
                    <a:cxn ang="T107">
                      <a:pos x="T50" y="T51"/>
                    </a:cxn>
                    <a:cxn ang="T108">
                      <a:pos x="T52" y="T53"/>
                    </a:cxn>
                    <a:cxn ang="T109">
                      <a:pos x="T54" y="T55"/>
                    </a:cxn>
                    <a:cxn ang="T110">
                      <a:pos x="T56" y="T57"/>
                    </a:cxn>
                    <a:cxn ang="T111">
                      <a:pos x="T58" y="T59"/>
                    </a:cxn>
                    <a:cxn ang="T112">
                      <a:pos x="T60" y="T61"/>
                    </a:cxn>
                    <a:cxn ang="T113">
                      <a:pos x="T62" y="T63"/>
                    </a:cxn>
                    <a:cxn ang="T114">
                      <a:pos x="T64" y="T65"/>
                    </a:cxn>
                    <a:cxn ang="T115">
                      <a:pos x="T66" y="T67"/>
                    </a:cxn>
                    <a:cxn ang="T116">
                      <a:pos x="T68" y="T69"/>
                    </a:cxn>
                    <a:cxn ang="T117">
                      <a:pos x="T70" y="T71"/>
                    </a:cxn>
                    <a:cxn ang="T118">
                      <a:pos x="T72" y="T73"/>
                    </a:cxn>
                    <a:cxn ang="T119">
                      <a:pos x="T74" y="T75"/>
                    </a:cxn>
                    <a:cxn ang="T120">
                      <a:pos x="T76" y="T77"/>
                    </a:cxn>
                    <a:cxn ang="T121">
                      <a:pos x="T78" y="T79"/>
                    </a:cxn>
                    <a:cxn ang="T122">
                      <a:pos x="T80" y="T81"/>
                    </a:cxn>
                  </a:cxnLst>
                  <a:rect l="T123" t="T124" r="T125" b="T126"/>
                  <a:pathLst>
                    <a:path w="717" h="756">
                      <a:moveTo>
                        <a:pt x="0" y="756"/>
                      </a:moveTo>
                      <a:lnTo>
                        <a:pt x="52" y="167"/>
                      </a:lnTo>
                      <a:lnTo>
                        <a:pt x="64" y="384"/>
                      </a:lnTo>
                      <a:lnTo>
                        <a:pt x="90" y="103"/>
                      </a:lnTo>
                      <a:lnTo>
                        <a:pt x="116" y="519"/>
                      </a:lnTo>
                      <a:lnTo>
                        <a:pt x="135" y="487"/>
                      </a:lnTo>
                      <a:lnTo>
                        <a:pt x="135" y="359"/>
                      </a:lnTo>
                      <a:lnTo>
                        <a:pt x="167" y="71"/>
                      </a:lnTo>
                      <a:lnTo>
                        <a:pt x="192" y="244"/>
                      </a:lnTo>
                      <a:lnTo>
                        <a:pt x="205" y="96"/>
                      </a:lnTo>
                      <a:lnTo>
                        <a:pt x="218" y="615"/>
                      </a:lnTo>
                      <a:lnTo>
                        <a:pt x="244" y="397"/>
                      </a:lnTo>
                      <a:lnTo>
                        <a:pt x="282" y="519"/>
                      </a:lnTo>
                      <a:lnTo>
                        <a:pt x="308" y="308"/>
                      </a:lnTo>
                      <a:lnTo>
                        <a:pt x="333" y="442"/>
                      </a:lnTo>
                      <a:lnTo>
                        <a:pt x="346" y="352"/>
                      </a:lnTo>
                      <a:lnTo>
                        <a:pt x="365" y="384"/>
                      </a:lnTo>
                      <a:lnTo>
                        <a:pt x="378" y="135"/>
                      </a:lnTo>
                      <a:lnTo>
                        <a:pt x="391" y="301"/>
                      </a:lnTo>
                      <a:lnTo>
                        <a:pt x="384" y="519"/>
                      </a:lnTo>
                      <a:lnTo>
                        <a:pt x="404" y="679"/>
                      </a:lnTo>
                      <a:lnTo>
                        <a:pt x="429" y="628"/>
                      </a:lnTo>
                      <a:lnTo>
                        <a:pt x="442" y="480"/>
                      </a:lnTo>
                      <a:lnTo>
                        <a:pt x="455" y="391"/>
                      </a:lnTo>
                      <a:lnTo>
                        <a:pt x="436" y="506"/>
                      </a:lnTo>
                      <a:lnTo>
                        <a:pt x="461" y="352"/>
                      </a:lnTo>
                      <a:lnTo>
                        <a:pt x="474" y="455"/>
                      </a:lnTo>
                      <a:lnTo>
                        <a:pt x="493" y="519"/>
                      </a:lnTo>
                      <a:lnTo>
                        <a:pt x="512" y="410"/>
                      </a:lnTo>
                      <a:lnTo>
                        <a:pt x="532" y="186"/>
                      </a:lnTo>
                      <a:lnTo>
                        <a:pt x="544" y="231"/>
                      </a:lnTo>
                      <a:lnTo>
                        <a:pt x="570" y="148"/>
                      </a:lnTo>
                      <a:lnTo>
                        <a:pt x="576" y="301"/>
                      </a:lnTo>
                      <a:lnTo>
                        <a:pt x="576" y="730"/>
                      </a:lnTo>
                      <a:lnTo>
                        <a:pt x="647" y="0"/>
                      </a:lnTo>
                      <a:lnTo>
                        <a:pt x="647" y="250"/>
                      </a:lnTo>
                      <a:lnTo>
                        <a:pt x="660" y="333"/>
                      </a:lnTo>
                      <a:lnTo>
                        <a:pt x="685" y="192"/>
                      </a:lnTo>
                      <a:lnTo>
                        <a:pt x="711" y="340"/>
                      </a:lnTo>
                      <a:lnTo>
                        <a:pt x="698" y="429"/>
                      </a:lnTo>
                      <a:lnTo>
                        <a:pt x="717" y="461"/>
                      </a:lnTo>
                    </a:path>
                  </a:pathLst>
                </a:custGeom>
                <a:noFill/>
                <a:ln w="9525">
                  <a:solidFill>
                    <a:srgbClr val="FF0000"/>
                  </a:solidFill>
                  <a:round/>
                  <a:headEnd/>
                  <a:tailEnd/>
                </a:ln>
              </p:spPr>
              <p:txBody>
                <a:bodyPr/>
                <a:lstStyle/>
                <a:p>
                  <a:endParaRPr lang="en-GB" sz="1600"/>
                </a:p>
              </p:txBody>
            </p:sp>
            <p:sp>
              <p:nvSpPr>
                <p:cNvPr id="14389" name="Freeform 390"/>
                <p:cNvSpPr>
                  <a:spLocks/>
                </p:cNvSpPr>
                <p:nvPr/>
              </p:nvSpPr>
              <p:spPr bwMode="auto">
                <a:xfrm flipV="1">
                  <a:off x="4385" y="1138"/>
                  <a:ext cx="313" cy="756"/>
                </a:xfrm>
                <a:custGeom>
                  <a:avLst/>
                  <a:gdLst>
                    <a:gd name="T0" fmla="*/ 0 w 717"/>
                    <a:gd name="T1" fmla="*/ 756 h 756"/>
                    <a:gd name="T2" fmla="*/ 4 w 717"/>
                    <a:gd name="T3" fmla="*/ 167 h 756"/>
                    <a:gd name="T4" fmla="*/ 5 w 717"/>
                    <a:gd name="T5" fmla="*/ 384 h 756"/>
                    <a:gd name="T6" fmla="*/ 7 w 717"/>
                    <a:gd name="T7" fmla="*/ 103 h 756"/>
                    <a:gd name="T8" fmla="*/ 10 w 717"/>
                    <a:gd name="T9" fmla="*/ 519 h 756"/>
                    <a:gd name="T10" fmla="*/ 11 w 717"/>
                    <a:gd name="T11" fmla="*/ 487 h 756"/>
                    <a:gd name="T12" fmla="*/ 11 w 717"/>
                    <a:gd name="T13" fmla="*/ 359 h 756"/>
                    <a:gd name="T14" fmla="*/ 14 w 717"/>
                    <a:gd name="T15" fmla="*/ 71 h 756"/>
                    <a:gd name="T16" fmla="*/ 16 w 717"/>
                    <a:gd name="T17" fmla="*/ 244 h 756"/>
                    <a:gd name="T18" fmla="*/ 17 w 717"/>
                    <a:gd name="T19" fmla="*/ 96 h 756"/>
                    <a:gd name="T20" fmla="*/ 18 w 717"/>
                    <a:gd name="T21" fmla="*/ 615 h 756"/>
                    <a:gd name="T22" fmla="*/ 21 w 717"/>
                    <a:gd name="T23" fmla="*/ 397 h 756"/>
                    <a:gd name="T24" fmla="*/ 24 w 717"/>
                    <a:gd name="T25" fmla="*/ 519 h 756"/>
                    <a:gd name="T26" fmla="*/ 25 w 717"/>
                    <a:gd name="T27" fmla="*/ 308 h 756"/>
                    <a:gd name="T28" fmla="*/ 28 w 717"/>
                    <a:gd name="T29" fmla="*/ 442 h 756"/>
                    <a:gd name="T30" fmla="*/ 29 w 717"/>
                    <a:gd name="T31" fmla="*/ 352 h 756"/>
                    <a:gd name="T32" fmla="*/ 30 w 717"/>
                    <a:gd name="T33" fmla="*/ 384 h 756"/>
                    <a:gd name="T34" fmla="*/ 31 w 717"/>
                    <a:gd name="T35" fmla="*/ 135 h 756"/>
                    <a:gd name="T36" fmla="*/ 33 w 717"/>
                    <a:gd name="T37" fmla="*/ 301 h 756"/>
                    <a:gd name="T38" fmla="*/ 32 w 717"/>
                    <a:gd name="T39" fmla="*/ 519 h 756"/>
                    <a:gd name="T40" fmla="*/ 34 w 717"/>
                    <a:gd name="T41" fmla="*/ 679 h 756"/>
                    <a:gd name="T42" fmla="*/ 36 w 717"/>
                    <a:gd name="T43" fmla="*/ 628 h 756"/>
                    <a:gd name="T44" fmla="*/ 37 w 717"/>
                    <a:gd name="T45" fmla="*/ 480 h 756"/>
                    <a:gd name="T46" fmla="*/ 38 w 717"/>
                    <a:gd name="T47" fmla="*/ 391 h 756"/>
                    <a:gd name="T48" fmla="*/ 36 w 717"/>
                    <a:gd name="T49" fmla="*/ 506 h 756"/>
                    <a:gd name="T50" fmla="*/ 38 w 717"/>
                    <a:gd name="T51" fmla="*/ 352 h 756"/>
                    <a:gd name="T52" fmla="*/ 39 w 717"/>
                    <a:gd name="T53" fmla="*/ 455 h 756"/>
                    <a:gd name="T54" fmla="*/ 41 w 717"/>
                    <a:gd name="T55" fmla="*/ 519 h 756"/>
                    <a:gd name="T56" fmla="*/ 43 w 717"/>
                    <a:gd name="T57" fmla="*/ 410 h 756"/>
                    <a:gd name="T58" fmla="*/ 44 w 717"/>
                    <a:gd name="T59" fmla="*/ 186 h 756"/>
                    <a:gd name="T60" fmla="*/ 45 w 717"/>
                    <a:gd name="T61" fmla="*/ 231 h 756"/>
                    <a:gd name="T62" fmla="*/ 48 w 717"/>
                    <a:gd name="T63" fmla="*/ 148 h 756"/>
                    <a:gd name="T64" fmla="*/ 48 w 717"/>
                    <a:gd name="T65" fmla="*/ 301 h 756"/>
                    <a:gd name="T66" fmla="*/ 48 w 717"/>
                    <a:gd name="T67" fmla="*/ 730 h 756"/>
                    <a:gd name="T68" fmla="*/ 54 w 717"/>
                    <a:gd name="T69" fmla="*/ 0 h 756"/>
                    <a:gd name="T70" fmla="*/ 54 w 717"/>
                    <a:gd name="T71" fmla="*/ 250 h 756"/>
                    <a:gd name="T72" fmla="*/ 55 w 717"/>
                    <a:gd name="T73" fmla="*/ 333 h 756"/>
                    <a:gd name="T74" fmla="*/ 57 w 717"/>
                    <a:gd name="T75" fmla="*/ 192 h 756"/>
                    <a:gd name="T76" fmla="*/ 59 w 717"/>
                    <a:gd name="T77" fmla="*/ 340 h 756"/>
                    <a:gd name="T78" fmla="*/ 58 w 717"/>
                    <a:gd name="T79" fmla="*/ 429 h 756"/>
                    <a:gd name="T80" fmla="*/ 60 w 717"/>
                    <a:gd name="T81" fmla="*/ 461 h 756"/>
                    <a:gd name="T82" fmla="*/ 0 60000 65536"/>
                    <a:gd name="T83" fmla="*/ 0 60000 65536"/>
                    <a:gd name="T84" fmla="*/ 0 60000 65536"/>
                    <a:gd name="T85" fmla="*/ 0 60000 65536"/>
                    <a:gd name="T86" fmla="*/ 0 60000 65536"/>
                    <a:gd name="T87" fmla="*/ 0 60000 65536"/>
                    <a:gd name="T88" fmla="*/ 0 60000 65536"/>
                    <a:gd name="T89" fmla="*/ 0 60000 65536"/>
                    <a:gd name="T90" fmla="*/ 0 60000 65536"/>
                    <a:gd name="T91" fmla="*/ 0 60000 65536"/>
                    <a:gd name="T92" fmla="*/ 0 60000 65536"/>
                    <a:gd name="T93" fmla="*/ 0 60000 65536"/>
                    <a:gd name="T94" fmla="*/ 0 60000 65536"/>
                    <a:gd name="T95" fmla="*/ 0 60000 65536"/>
                    <a:gd name="T96" fmla="*/ 0 60000 65536"/>
                    <a:gd name="T97" fmla="*/ 0 60000 65536"/>
                    <a:gd name="T98" fmla="*/ 0 60000 65536"/>
                    <a:gd name="T99" fmla="*/ 0 60000 65536"/>
                    <a:gd name="T100" fmla="*/ 0 60000 65536"/>
                    <a:gd name="T101" fmla="*/ 0 60000 65536"/>
                    <a:gd name="T102" fmla="*/ 0 60000 65536"/>
                    <a:gd name="T103" fmla="*/ 0 60000 65536"/>
                    <a:gd name="T104" fmla="*/ 0 60000 65536"/>
                    <a:gd name="T105" fmla="*/ 0 60000 65536"/>
                    <a:gd name="T106" fmla="*/ 0 60000 65536"/>
                    <a:gd name="T107" fmla="*/ 0 60000 65536"/>
                    <a:gd name="T108" fmla="*/ 0 60000 65536"/>
                    <a:gd name="T109" fmla="*/ 0 60000 65536"/>
                    <a:gd name="T110" fmla="*/ 0 60000 65536"/>
                    <a:gd name="T111" fmla="*/ 0 60000 65536"/>
                    <a:gd name="T112" fmla="*/ 0 60000 65536"/>
                    <a:gd name="T113" fmla="*/ 0 60000 65536"/>
                    <a:gd name="T114" fmla="*/ 0 60000 65536"/>
                    <a:gd name="T115" fmla="*/ 0 60000 65536"/>
                    <a:gd name="T116" fmla="*/ 0 60000 65536"/>
                    <a:gd name="T117" fmla="*/ 0 60000 65536"/>
                    <a:gd name="T118" fmla="*/ 0 60000 65536"/>
                    <a:gd name="T119" fmla="*/ 0 60000 65536"/>
                    <a:gd name="T120" fmla="*/ 0 60000 65536"/>
                    <a:gd name="T121" fmla="*/ 0 60000 65536"/>
                    <a:gd name="T122" fmla="*/ 0 60000 65536"/>
                    <a:gd name="T123" fmla="*/ 0 w 717"/>
                    <a:gd name="T124" fmla="*/ 0 h 756"/>
                    <a:gd name="T125" fmla="*/ 717 w 717"/>
                    <a:gd name="T126" fmla="*/ 756 h 756"/>
                  </a:gdLst>
                  <a:ahLst/>
                  <a:cxnLst>
                    <a:cxn ang="T82">
                      <a:pos x="T0" y="T1"/>
                    </a:cxn>
                    <a:cxn ang="T83">
                      <a:pos x="T2" y="T3"/>
                    </a:cxn>
                    <a:cxn ang="T84">
                      <a:pos x="T4" y="T5"/>
                    </a:cxn>
                    <a:cxn ang="T85">
                      <a:pos x="T6" y="T7"/>
                    </a:cxn>
                    <a:cxn ang="T86">
                      <a:pos x="T8" y="T9"/>
                    </a:cxn>
                    <a:cxn ang="T87">
                      <a:pos x="T10" y="T11"/>
                    </a:cxn>
                    <a:cxn ang="T88">
                      <a:pos x="T12" y="T13"/>
                    </a:cxn>
                    <a:cxn ang="T89">
                      <a:pos x="T14" y="T15"/>
                    </a:cxn>
                    <a:cxn ang="T90">
                      <a:pos x="T16" y="T17"/>
                    </a:cxn>
                    <a:cxn ang="T91">
                      <a:pos x="T18" y="T19"/>
                    </a:cxn>
                    <a:cxn ang="T92">
                      <a:pos x="T20" y="T21"/>
                    </a:cxn>
                    <a:cxn ang="T93">
                      <a:pos x="T22" y="T23"/>
                    </a:cxn>
                    <a:cxn ang="T94">
                      <a:pos x="T24" y="T25"/>
                    </a:cxn>
                    <a:cxn ang="T95">
                      <a:pos x="T26" y="T27"/>
                    </a:cxn>
                    <a:cxn ang="T96">
                      <a:pos x="T28" y="T29"/>
                    </a:cxn>
                    <a:cxn ang="T97">
                      <a:pos x="T30" y="T31"/>
                    </a:cxn>
                    <a:cxn ang="T98">
                      <a:pos x="T32" y="T33"/>
                    </a:cxn>
                    <a:cxn ang="T99">
                      <a:pos x="T34" y="T35"/>
                    </a:cxn>
                    <a:cxn ang="T100">
                      <a:pos x="T36" y="T37"/>
                    </a:cxn>
                    <a:cxn ang="T101">
                      <a:pos x="T38" y="T39"/>
                    </a:cxn>
                    <a:cxn ang="T102">
                      <a:pos x="T40" y="T41"/>
                    </a:cxn>
                    <a:cxn ang="T103">
                      <a:pos x="T42" y="T43"/>
                    </a:cxn>
                    <a:cxn ang="T104">
                      <a:pos x="T44" y="T45"/>
                    </a:cxn>
                    <a:cxn ang="T105">
                      <a:pos x="T46" y="T47"/>
                    </a:cxn>
                    <a:cxn ang="T106">
                      <a:pos x="T48" y="T49"/>
                    </a:cxn>
                    <a:cxn ang="T107">
                      <a:pos x="T50" y="T51"/>
                    </a:cxn>
                    <a:cxn ang="T108">
                      <a:pos x="T52" y="T53"/>
                    </a:cxn>
                    <a:cxn ang="T109">
                      <a:pos x="T54" y="T55"/>
                    </a:cxn>
                    <a:cxn ang="T110">
                      <a:pos x="T56" y="T57"/>
                    </a:cxn>
                    <a:cxn ang="T111">
                      <a:pos x="T58" y="T59"/>
                    </a:cxn>
                    <a:cxn ang="T112">
                      <a:pos x="T60" y="T61"/>
                    </a:cxn>
                    <a:cxn ang="T113">
                      <a:pos x="T62" y="T63"/>
                    </a:cxn>
                    <a:cxn ang="T114">
                      <a:pos x="T64" y="T65"/>
                    </a:cxn>
                    <a:cxn ang="T115">
                      <a:pos x="T66" y="T67"/>
                    </a:cxn>
                    <a:cxn ang="T116">
                      <a:pos x="T68" y="T69"/>
                    </a:cxn>
                    <a:cxn ang="T117">
                      <a:pos x="T70" y="T71"/>
                    </a:cxn>
                    <a:cxn ang="T118">
                      <a:pos x="T72" y="T73"/>
                    </a:cxn>
                    <a:cxn ang="T119">
                      <a:pos x="T74" y="T75"/>
                    </a:cxn>
                    <a:cxn ang="T120">
                      <a:pos x="T76" y="T77"/>
                    </a:cxn>
                    <a:cxn ang="T121">
                      <a:pos x="T78" y="T79"/>
                    </a:cxn>
                    <a:cxn ang="T122">
                      <a:pos x="T80" y="T81"/>
                    </a:cxn>
                  </a:cxnLst>
                  <a:rect l="T123" t="T124" r="T125" b="T126"/>
                  <a:pathLst>
                    <a:path w="717" h="756">
                      <a:moveTo>
                        <a:pt x="0" y="756"/>
                      </a:moveTo>
                      <a:lnTo>
                        <a:pt x="52" y="167"/>
                      </a:lnTo>
                      <a:lnTo>
                        <a:pt x="64" y="384"/>
                      </a:lnTo>
                      <a:lnTo>
                        <a:pt x="90" y="103"/>
                      </a:lnTo>
                      <a:lnTo>
                        <a:pt x="116" y="519"/>
                      </a:lnTo>
                      <a:lnTo>
                        <a:pt x="135" y="487"/>
                      </a:lnTo>
                      <a:lnTo>
                        <a:pt x="135" y="359"/>
                      </a:lnTo>
                      <a:lnTo>
                        <a:pt x="167" y="71"/>
                      </a:lnTo>
                      <a:lnTo>
                        <a:pt x="192" y="244"/>
                      </a:lnTo>
                      <a:lnTo>
                        <a:pt x="205" y="96"/>
                      </a:lnTo>
                      <a:lnTo>
                        <a:pt x="218" y="615"/>
                      </a:lnTo>
                      <a:lnTo>
                        <a:pt x="244" y="397"/>
                      </a:lnTo>
                      <a:lnTo>
                        <a:pt x="282" y="519"/>
                      </a:lnTo>
                      <a:lnTo>
                        <a:pt x="308" y="308"/>
                      </a:lnTo>
                      <a:lnTo>
                        <a:pt x="333" y="442"/>
                      </a:lnTo>
                      <a:lnTo>
                        <a:pt x="346" y="352"/>
                      </a:lnTo>
                      <a:lnTo>
                        <a:pt x="365" y="384"/>
                      </a:lnTo>
                      <a:lnTo>
                        <a:pt x="378" y="135"/>
                      </a:lnTo>
                      <a:lnTo>
                        <a:pt x="391" y="301"/>
                      </a:lnTo>
                      <a:lnTo>
                        <a:pt x="384" y="519"/>
                      </a:lnTo>
                      <a:lnTo>
                        <a:pt x="404" y="679"/>
                      </a:lnTo>
                      <a:lnTo>
                        <a:pt x="429" y="628"/>
                      </a:lnTo>
                      <a:lnTo>
                        <a:pt x="442" y="480"/>
                      </a:lnTo>
                      <a:lnTo>
                        <a:pt x="455" y="391"/>
                      </a:lnTo>
                      <a:lnTo>
                        <a:pt x="436" y="506"/>
                      </a:lnTo>
                      <a:lnTo>
                        <a:pt x="461" y="352"/>
                      </a:lnTo>
                      <a:lnTo>
                        <a:pt x="474" y="455"/>
                      </a:lnTo>
                      <a:lnTo>
                        <a:pt x="493" y="519"/>
                      </a:lnTo>
                      <a:lnTo>
                        <a:pt x="512" y="410"/>
                      </a:lnTo>
                      <a:lnTo>
                        <a:pt x="532" y="186"/>
                      </a:lnTo>
                      <a:lnTo>
                        <a:pt x="544" y="231"/>
                      </a:lnTo>
                      <a:lnTo>
                        <a:pt x="570" y="148"/>
                      </a:lnTo>
                      <a:lnTo>
                        <a:pt x="576" y="301"/>
                      </a:lnTo>
                      <a:lnTo>
                        <a:pt x="576" y="730"/>
                      </a:lnTo>
                      <a:lnTo>
                        <a:pt x="647" y="0"/>
                      </a:lnTo>
                      <a:lnTo>
                        <a:pt x="647" y="250"/>
                      </a:lnTo>
                      <a:lnTo>
                        <a:pt x="660" y="333"/>
                      </a:lnTo>
                      <a:lnTo>
                        <a:pt x="685" y="192"/>
                      </a:lnTo>
                      <a:lnTo>
                        <a:pt x="711" y="340"/>
                      </a:lnTo>
                      <a:lnTo>
                        <a:pt x="698" y="429"/>
                      </a:lnTo>
                      <a:lnTo>
                        <a:pt x="717" y="461"/>
                      </a:lnTo>
                    </a:path>
                  </a:pathLst>
                </a:custGeom>
                <a:noFill/>
                <a:ln w="9525">
                  <a:solidFill>
                    <a:srgbClr val="FF0000"/>
                  </a:solidFill>
                  <a:round/>
                  <a:headEnd/>
                  <a:tailEnd/>
                </a:ln>
              </p:spPr>
              <p:txBody>
                <a:bodyPr/>
                <a:lstStyle/>
                <a:p>
                  <a:endParaRPr lang="en-GB" sz="1600"/>
                </a:p>
              </p:txBody>
            </p:sp>
            <p:sp>
              <p:nvSpPr>
                <p:cNvPr id="14390" name="Freeform 391"/>
                <p:cNvSpPr>
                  <a:spLocks/>
                </p:cNvSpPr>
                <p:nvPr/>
              </p:nvSpPr>
              <p:spPr bwMode="auto">
                <a:xfrm flipH="1">
                  <a:off x="4698" y="1100"/>
                  <a:ext cx="313" cy="756"/>
                </a:xfrm>
                <a:custGeom>
                  <a:avLst/>
                  <a:gdLst>
                    <a:gd name="T0" fmla="*/ 0 w 717"/>
                    <a:gd name="T1" fmla="*/ 756 h 756"/>
                    <a:gd name="T2" fmla="*/ 4 w 717"/>
                    <a:gd name="T3" fmla="*/ 167 h 756"/>
                    <a:gd name="T4" fmla="*/ 5 w 717"/>
                    <a:gd name="T5" fmla="*/ 384 h 756"/>
                    <a:gd name="T6" fmla="*/ 7 w 717"/>
                    <a:gd name="T7" fmla="*/ 103 h 756"/>
                    <a:gd name="T8" fmla="*/ 10 w 717"/>
                    <a:gd name="T9" fmla="*/ 519 h 756"/>
                    <a:gd name="T10" fmla="*/ 11 w 717"/>
                    <a:gd name="T11" fmla="*/ 487 h 756"/>
                    <a:gd name="T12" fmla="*/ 11 w 717"/>
                    <a:gd name="T13" fmla="*/ 359 h 756"/>
                    <a:gd name="T14" fmla="*/ 14 w 717"/>
                    <a:gd name="T15" fmla="*/ 71 h 756"/>
                    <a:gd name="T16" fmla="*/ 16 w 717"/>
                    <a:gd name="T17" fmla="*/ 244 h 756"/>
                    <a:gd name="T18" fmla="*/ 17 w 717"/>
                    <a:gd name="T19" fmla="*/ 96 h 756"/>
                    <a:gd name="T20" fmla="*/ 18 w 717"/>
                    <a:gd name="T21" fmla="*/ 615 h 756"/>
                    <a:gd name="T22" fmla="*/ 21 w 717"/>
                    <a:gd name="T23" fmla="*/ 397 h 756"/>
                    <a:gd name="T24" fmla="*/ 24 w 717"/>
                    <a:gd name="T25" fmla="*/ 519 h 756"/>
                    <a:gd name="T26" fmla="*/ 25 w 717"/>
                    <a:gd name="T27" fmla="*/ 308 h 756"/>
                    <a:gd name="T28" fmla="*/ 28 w 717"/>
                    <a:gd name="T29" fmla="*/ 442 h 756"/>
                    <a:gd name="T30" fmla="*/ 29 w 717"/>
                    <a:gd name="T31" fmla="*/ 352 h 756"/>
                    <a:gd name="T32" fmla="*/ 30 w 717"/>
                    <a:gd name="T33" fmla="*/ 384 h 756"/>
                    <a:gd name="T34" fmla="*/ 31 w 717"/>
                    <a:gd name="T35" fmla="*/ 135 h 756"/>
                    <a:gd name="T36" fmla="*/ 33 w 717"/>
                    <a:gd name="T37" fmla="*/ 301 h 756"/>
                    <a:gd name="T38" fmla="*/ 32 w 717"/>
                    <a:gd name="T39" fmla="*/ 519 h 756"/>
                    <a:gd name="T40" fmla="*/ 34 w 717"/>
                    <a:gd name="T41" fmla="*/ 679 h 756"/>
                    <a:gd name="T42" fmla="*/ 36 w 717"/>
                    <a:gd name="T43" fmla="*/ 628 h 756"/>
                    <a:gd name="T44" fmla="*/ 37 w 717"/>
                    <a:gd name="T45" fmla="*/ 480 h 756"/>
                    <a:gd name="T46" fmla="*/ 38 w 717"/>
                    <a:gd name="T47" fmla="*/ 391 h 756"/>
                    <a:gd name="T48" fmla="*/ 36 w 717"/>
                    <a:gd name="T49" fmla="*/ 506 h 756"/>
                    <a:gd name="T50" fmla="*/ 38 w 717"/>
                    <a:gd name="T51" fmla="*/ 352 h 756"/>
                    <a:gd name="T52" fmla="*/ 39 w 717"/>
                    <a:gd name="T53" fmla="*/ 455 h 756"/>
                    <a:gd name="T54" fmla="*/ 41 w 717"/>
                    <a:gd name="T55" fmla="*/ 519 h 756"/>
                    <a:gd name="T56" fmla="*/ 43 w 717"/>
                    <a:gd name="T57" fmla="*/ 410 h 756"/>
                    <a:gd name="T58" fmla="*/ 44 w 717"/>
                    <a:gd name="T59" fmla="*/ 186 h 756"/>
                    <a:gd name="T60" fmla="*/ 45 w 717"/>
                    <a:gd name="T61" fmla="*/ 231 h 756"/>
                    <a:gd name="T62" fmla="*/ 48 w 717"/>
                    <a:gd name="T63" fmla="*/ 148 h 756"/>
                    <a:gd name="T64" fmla="*/ 48 w 717"/>
                    <a:gd name="T65" fmla="*/ 301 h 756"/>
                    <a:gd name="T66" fmla="*/ 48 w 717"/>
                    <a:gd name="T67" fmla="*/ 730 h 756"/>
                    <a:gd name="T68" fmla="*/ 54 w 717"/>
                    <a:gd name="T69" fmla="*/ 0 h 756"/>
                    <a:gd name="T70" fmla="*/ 54 w 717"/>
                    <a:gd name="T71" fmla="*/ 250 h 756"/>
                    <a:gd name="T72" fmla="*/ 55 w 717"/>
                    <a:gd name="T73" fmla="*/ 333 h 756"/>
                    <a:gd name="T74" fmla="*/ 57 w 717"/>
                    <a:gd name="T75" fmla="*/ 192 h 756"/>
                    <a:gd name="T76" fmla="*/ 59 w 717"/>
                    <a:gd name="T77" fmla="*/ 340 h 756"/>
                    <a:gd name="T78" fmla="*/ 58 w 717"/>
                    <a:gd name="T79" fmla="*/ 429 h 756"/>
                    <a:gd name="T80" fmla="*/ 60 w 717"/>
                    <a:gd name="T81" fmla="*/ 461 h 756"/>
                    <a:gd name="T82" fmla="*/ 0 60000 65536"/>
                    <a:gd name="T83" fmla="*/ 0 60000 65536"/>
                    <a:gd name="T84" fmla="*/ 0 60000 65536"/>
                    <a:gd name="T85" fmla="*/ 0 60000 65536"/>
                    <a:gd name="T86" fmla="*/ 0 60000 65536"/>
                    <a:gd name="T87" fmla="*/ 0 60000 65536"/>
                    <a:gd name="T88" fmla="*/ 0 60000 65536"/>
                    <a:gd name="T89" fmla="*/ 0 60000 65536"/>
                    <a:gd name="T90" fmla="*/ 0 60000 65536"/>
                    <a:gd name="T91" fmla="*/ 0 60000 65536"/>
                    <a:gd name="T92" fmla="*/ 0 60000 65536"/>
                    <a:gd name="T93" fmla="*/ 0 60000 65536"/>
                    <a:gd name="T94" fmla="*/ 0 60000 65536"/>
                    <a:gd name="T95" fmla="*/ 0 60000 65536"/>
                    <a:gd name="T96" fmla="*/ 0 60000 65536"/>
                    <a:gd name="T97" fmla="*/ 0 60000 65536"/>
                    <a:gd name="T98" fmla="*/ 0 60000 65536"/>
                    <a:gd name="T99" fmla="*/ 0 60000 65536"/>
                    <a:gd name="T100" fmla="*/ 0 60000 65536"/>
                    <a:gd name="T101" fmla="*/ 0 60000 65536"/>
                    <a:gd name="T102" fmla="*/ 0 60000 65536"/>
                    <a:gd name="T103" fmla="*/ 0 60000 65536"/>
                    <a:gd name="T104" fmla="*/ 0 60000 65536"/>
                    <a:gd name="T105" fmla="*/ 0 60000 65536"/>
                    <a:gd name="T106" fmla="*/ 0 60000 65536"/>
                    <a:gd name="T107" fmla="*/ 0 60000 65536"/>
                    <a:gd name="T108" fmla="*/ 0 60000 65536"/>
                    <a:gd name="T109" fmla="*/ 0 60000 65536"/>
                    <a:gd name="T110" fmla="*/ 0 60000 65536"/>
                    <a:gd name="T111" fmla="*/ 0 60000 65536"/>
                    <a:gd name="T112" fmla="*/ 0 60000 65536"/>
                    <a:gd name="T113" fmla="*/ 0 60000 65536"/>
                    <a:gd name="T114" fmla="*/ 0 60000 65536"/>
                    <a:gd name="T115" fmla="*/ 0 60000 65536"/>
                    <a:gd name="T116" fmla="*/ 0 60000 65536"/>
                    <a:gd name="T117" fmla="*/ 0 60000 65536"/>
                    <a:gd name="T118" fmla="*/ 0 60000 65536"/>
                    <a:gd name="T119" fmla="*/ 0 60000 65536"/>
                    <a:gd name="T120" fmla="*/ 0 60000 65536"/>
                    <a:gd name="T121" fmla="*/ 0 60000 65536"/>
                    <a:gd name="T122" fmla="*/ 0 60000 65536"/>
                    <a:gd name="T123" fmla="*/ 0 w 717"/>
                    <a:gd name="T124" fmla="*/ 0 h 756"/>
                    <a:gd name="T125" fmla="*/ 717 w 717"/>
                    <a:gd name="T126" fmla="*/ 756 h 756"/>
                  </a:gdLst>
                  <a:ahLst/>
                  <a:cxnLst>
                    <a:cxn ang="T82">
                      <a:pos x="T0" y="T1"/>
                    </a:cxn>
                    <a:cxn ang="T83">
                      <a:pos x="T2" y="T3"/>
                    </a:cxn>
                    <a:cxn ang="T84">
                      <a:pos x="T4" y="T5"/>
                    </a:cxn>
                    <a:cxn ang="T85">
                      <a:pos x="T6" y="T7"/>
                    </a:cxn>
                    <a:cxn ang="T86">
                      <a:pos x="T8" y="T9"/>
                    </a:cxn>
                    <a:cxn ang="T87">
                      <a:pos x="T10" y="T11"/>
                    </a:cxn>
                    <a:cxn ang="T88">
                      <a:pos x="T12" y="T13"/>
                    </a:cxn>
                    <a:cxn ang="T89">
                      <a:pos x="T14" y="T15"/>
                    </a:cxn>
                    <a:cxn ang="T90">
                      <a:pos x="T16" y="T17"/>
                    </a:cxn>
                    <a:cxn ang="T91">
                      <a:pos x="T18" y="T19"/>
                    </a:cxn>
                    <a:cxn ang="T92">
                      <a:pos x="T20" y="T21"/>
                    </a:cxn>
                    <a:cxn ang="T93">
                      <a:pos x="T22" y="T23"/>
                    </a:cxn>
                    <a:cxn ang="T94">
                      <a:pos x="T24" y="T25"/>
                    </a:cxn>
                    <a:cxn ang="T95">
                      <a:pos x="T26" y="T27"/>
                    </a:cxn>
                    <a:cxn ang="T96">
                      <a:pos x="T28" y="T29"/>
                    </a:cxn>
                    <a:cxn ang="T97">
                      <a:pos x="T30" y="T31"/>
                    </a:cxn>
                    <a:cxn ang="T98">
                      <a:pos x="T32" y="T33"/>
                    </a:cxn>
                    <a:cxn ang="T99">
                      <a:pos x="T34" y="T35"/>
                    </a:cxn>
                    <a:cxn ang="T100">
                      <a:pos x="T36" y="T37"/>
                    </a:cxn>
                    <a:cxn ang="T101">
                      <a:pos x="T38" y="T39"/>
                    </a:cxn>
                    <a:cxn ang="T102">
                      <a:pos x="T40" y="T41"/>
                    </a:cxn>
                    <a:cxn ang="T103">
                      <a:pos x="T42" y="T43"/>
                    </a:cxn>
                    <a:cxn ang="T104">
                      <a:pos x="T44" y="T45"/>
                    </a:cxn>
                    <a:cxn ang="T105">
                      <a:pos x="T46" y="T47"/>
                    </a:cxn>
                    <a:cxn ang="T106">
                      <a:pos x="T48" y="T49"/>
                    </a:cxn>
                    <a:cxn ang="T107">
                      <a:pos x="T50" y="T51"/>
                    </a:cxn>
                    <a:cxn ang="T108">
                      <a:pos x="T52" y="T53"/>
                    </a:cxn>
                    <a:cxn ang="T109">
                      <a:pos x="T54" y="T55"/>
                    </a:cxn>
                    <a:cxn ang="T110">
                      <a:pos x="T56" y="T57"/>
                    </a:cxn>
                    <a:cxn ang="T111">
                      <a:pos x="T58" y="T59"/>
                    </a:cxn>
                    <a:cxn ang="T112">
                      <a:pos x="T60" y="T61"/>
                    </a:cxn>
                    <a:cxn ang="T113">
                      <a:pos x="T62" y="T63"/>
                    </a:cxn>
                    <a:cxn ang="T114">
                      <a:pos x="T64" y="T65"/>
                    </a:cxn>
                    <a:cxn ang="T115">
                      <a:pos x="T66" y="T67"/>
                    </a:cxn>
                    <a:cxn ang="T116">
                      <a:pos x="T68" y="T69"/>
                    </a:cxn>
                    <a:cxn ang="T117">
                      <a:pos x="T70" y="T71"/>
                    </a:cxn>
                    <a:cxn ang="T118">
                      <a:pos x="T72" y="T73"/>
                    </a:cxn>
                    <a:cxn ang="T119">
                      <a:pos x="T74" y="T75"/>
                    </a:cxn>
                    <a:cxn ang="T120">
                      <a:pos x="T76" y="T77"/>
                    </a:cxn>
                    <a:cxn ang="T121">
                      <a:pos x="T78" y="T79"/>
                    </a:cxn>
                    <a:cxn ang="T122">
                      <a:pos x="T80" y="T81"/>
                    </a:cxn>
                  </a:cxnLst>
                  <a:rect l="T123" t="T124" r="T125" b="T126"/>
                  <a:pathLst>
                    <a:path w="717" h="756">
                      <a:moveTo>
                        <a:pt x="0" y="756"/>
                      </a:moveTo>
                      <a:lnTo>
                        <a:pt x="52" y="167"/>
                      </a:lnTo>
                      <a:lnTo>
                        <a:pt x="64" y="384"/>
                      </a:lnTo>
                      <a:lnTo>
                        <a:pt x="90" y="103"/>
                      </a:lnTo>
                      <a:lnTo>
                        <a:pt x="116" y="519"/>
                      </a:lnTo>
                      <a:lnTo>
                        <a:pt x="135" y="487"/>
                      </a:lnTo>
                      <a:lnTo>
                        <a:pt x="135" y="359"/>
                      </a:lnTo>
                      <a:lnTo>
                        <a:pt x="167" y="71"/>
                      </a:lnTo>
                      <a:lnTo>
                        <a:pt x="192" y="244"/>
                      </a:lnTo>
                      <a:lnTo>
                        <a:pt x="205" y="96"/>
                      </a:lnTo>
                      <a:lnTo>
                        <a:pt x="218" y="615"/>
                      </a:lnTo>
                      <a:lnTo>
                        <a:pt x="244" y="397"/>
                      </a:lnTo>
                      <a:lnTo>
                        <a:pt x="282" y="519"/>
                      </a:lnTo>
                      <a:lnTo>
                        <a:pt x="308" y="308"/>
                      </a:lnTo>
                      <a:lnTo>
                        <a:pt x="333" y="442"/>
                      </a:lnTo>
                      <a:lnTo>
                        <a:pt x="346" y="352"/>
                      </a:lnTo>
                      <a:lnTo>
                        <a:pt x="365" y="384"/>
                      </a:lnTo>
                      <a:lnTo>
                        <a:pt x="378" y="135"/>
                      </a:lnTo>
                      <a:lnTo>
                        <a:pt x="391" y="301"/>
                      </a:lnTo>
                      <a:lnTo>
                        <a:pt x="384" y="519"/>
                      </a:lnTo>
                      <a:lnTo>
                        <a:pt x="404" y="679"/>
                      </a:lnTo>
                      <a:lnTo>
                        <a:pt x="429" y="628"/>
                      </a:lnTo>
                      <a:lnTo>
                        <a:pt x="442" y="480"/>
                      </a:lnTo>
                      <a:lnTo>
                        <a:pt x="455" y="391"/>
                      </a:lnTo>
                      <a:lnTo>
                        <a:pt x="436" y="506"/>
                      </a:lnTo>
                      <a:lnTo>
                        <a:pt x="461" y="352"/>
                      </a:lnTo>
                      <a:lnTo>
                        <a:pt x="474" y="455"/>
                      </a:lnTo>
                      <a:lnTo>
                        <a:pt x="493" y="519"/>
                      </a:lnTo>
                      <a:lnTo>
                        <a:pt x="512" y="410"/>
                      </a:lnTo>
                      <a:lnTo>
                        <a:pt x="532" y="186"/>
                      </a:lnTo>
                      <a:lnTo>
                        <a:pt x="544" y="231"/>
                      </a:lnTo>
                      <a:lnTo>
                        <a:pt x="570" y="148"/>
                      </a:lnTo>
                      <a:lnTo>
                        <a:pt x="576" y="301"/>
                      </a:lnTo>
                      <a:lnTo>
                        <a:pt x="576" y="730"/>
                      </a:lnTo>
                      <a:lnTo>
                        <a:pt x="647" y="0"/>
                      </a:lnTo>
                      <a:lnTo>
                        <a:pt x="647" y="250"/>
                      </a:lnTo>
                      <a:lnTo>
                        <a:pt x="660" y="333"/>
                      </a:lnTo>
                      <a:lnTo>
                        <a:pt x="685" y="192"/>
                      </a:lnTo>
                      <a:lnTo>
                        <a:pt x="711" y="340"/>
                      </a:lnTo>
                      <a:lnTo>
                        <a:pt x="698" y="429"/>
                      </a:lnTo>
                      <a:lnTo>
                        <a:pt x="717" y="461"/>
                      </a:lnTo>
                    </a:path>
                  </a:pathLst>
                </a:custGeom>
                <a:noFill/>
                <a:ln w="9525">
                  <a:solidFill>
                    <a:srgbClr val="FF0000"/>
                  </a:solidFill>
                  <a:round/>
                  <a:headEnd/>
                  <a:tailEnd/>
                </a:ln>
              </p:spPr>
              <p:txBody>
                <a:bodyPr/>
                <a:lstStyle/>
                <a:p>
                  <a:endParaRPr lang="en-GB" sz="1600"/>
                </a:p>
              </p:txBody>
            </p:sp>
          </p:grpSp>
        </p:grpSp>
        <p:grpSp>
          <p:nvGrpSpPr>
            <p:cNvPr id="14457" name="Group 392"/>
            <p:cNvGrpSpPr>
              <a:grpSpLocks/>
            </p:cNvGrpSpPr>
            <p:nvPr/>
          </p:nvGrpSpPr>
          <p:grpSpPr bwMode="auto">
            <a:xfrm>
              <a:off x="4940" y="1842"/>
              <a:ext cx="525" cy="173"/>
              <a:chOff x="3404" y="1080"/>
              <a:chExt cx="1755" cy="819"/>
            </a:xfrm>
          </p:grpSpPr>
          <p:grpSp>
            <p:nvGrpSpPr>
              <p:cNvPr id="14473" name="Group 393"/>
              <p:cNvGrpSpPr>
                <a:grpSpLocks/>
              </p:cNvGrpSpPr>
              <p:nvPr/>
            </p:nvGrpSpPr>
            <p:grpSpPr bwMode="auto">
              <a:xfrm>
                <a:off x="3404" y="1080"/>
                <a:ext cx="590" cy="801"/>
                <a:chOff x="3462" y="1100"/>
                <a:chExt cx="1549" cy="801"/>
              </a:xfrm>
            </p:grpSpPr>
            <p:sp>
              <p:nvSpPr>
                <p:cNvPr id="14378" name="Freeform 394"/>
                <p:cNvSpPr>
                  <a:spLocks/>
                </p:cNvSpPr>
                <p:nvPr/>
              </p:nvSpPr>
              <p:spPr bwMode="auto">
                <a:xfrm>
                  <a:off x="3462" y="1126"/>
                  <a:ext cx="313" cy="756"/>
                </a:xfrm>
                <a:custGeom>
                  <a:avLst/>
                  <a:gdLst>
                    <a:gd name="T0" fmla="*/ 0 w 717"/>
                    <a:gd name="T1" fmla="*/ 756 h 756"/>
                    <a:gd name="T2" fmla="*/ 4 w 717"/>
                    <a:gd name="T3" fmla="*/ 167 h 756"/>
                    <a:gd name="T4" fmla="*/ 5 w 717"/>
                    <a:gd name="T5" fmla="*/ 384 h 756"/>
                    <a:gd name="T6" fmla="*/ 7 w 717"/>
                    <a:gd name="T7" fmla="*/ 103 h 756"/>
                    <a:gd name="T8" fmla="*/ 10 w 717"/>
                    <a:gd name="T9" fmla="*/ 519 h 756"/>
                    <a:gd name="T10" fmla="*/ 11 w 717"/>
                    <a:gd name="T11" fmla="*/ 487 h 756"/>
                    <a:gd name="T12" fmla="*/ 11 w 717"/>
                    <a:gd name="T13" fmla="*/ 359 h 756"/>
                    <a:gd name="T14" fmla="*/ 14 w 717"/>
                    <a:gd name="T15" fmla="*/ 71 h 756"/>
                    <a:gd name="T16" fmla="*/ 16 w 717"/>
                    <a:gd name="T17" fmla="*/ 244 h 756"/>
                    <a:gd name="T18" fmla="*/ 17 w 717"/>
                    <a:gd name="T19" fmla="*/ 96 h 756"/>
                    <a:gd name="T20" fmla="*/ 18 w 717"/>
                    <a:gd name="T21" fmla="*/ 615 h 756"/>
                    <a:gd name="T22" fmla="*/ 21 w 717"/>
                    <a:gd name="T23" fmla="*/ 397 h 756"/>
                    <a:gd name="T24" fmla="*/ 24 w 717"/>
                    <a:gd name="T25" fmla="*/ 519 h 756"/>
                    <a:gd name="T26" fmla="*/ 25 w 717"/>
                    <a:gd name="T27" fmla="*/ 308 h 756"/>
                    <a:gd name="T28" fmla="*/ 28 w 717"/>
                    <a:gd name="T29" fmla="*/ 442 h 756"/>
                    <a:gd name="T30" fmla="*/ 29 w 717"/>
                    <a:gd name="T31" fmla="*/ 352 h 756"/>
                    <a:gd name="T32" fmla="*/ 30 w 717"/>
                    <a:gd name="T33" fmla="*/ 384 h 756"/>
                    <a:gd name="T34" fmla="*/ 31 w 717"/>
                    <a:gd name="T35" fmla="*/ 135 h 756"/>
                    <a:gd name="T36" fmla="*/ 33 w 717"/>
                    <a:gd name="T37" fmla="*/ 301 h 756"/>
                    <a:gd name="T38" fmla="*/ 32 w 717"/>
                    <a:gd name="T39" fmla="*/ 519 h 756"/>
                    <a:gd name="T40" fmla="*/ 34 w 717"/>
                    <a:gd name="T41" fmla="*/ 679 h 756"/>
                    <a:gd name="T42" fmla="*/ 36 w 717"/>
                    <a:gd name="T43" fmla="*/ 628 h 756"/>
                    <a:gd name="T44" fmla="*/ 37 w 717"/>
                    <a:gd name="T45" fmla="*/ 480 h 756"/>
                    <a:gd name="T46" fmla="*/ 38 w 717"/>
                    <a:gd name="T47" fmla="*/ 391 h 756"/>
                    <a:gd name="T48" fmla="*/ 36 w 717"/>
                    <a:gd name="T49" fmla="*/ 506 h 756"/>
                    <a:gd name="T50" fmla="*/ 38 w 717"/>
                    <a:gd name="T51" fmla="*/ 352 h 756"/>
                    <a:gd name="T52" fmla="*/ 39 w 717"/>
                    <a:gd name="T53" fmla="*/ 455 h 756"/>
                    <a:gd name="T54" fmla="*/ 41 w 717"/>
                    <a:gd name="T55" fmla="*/ 519 h 756"/>
                    <a:gd name="T56" fmla="*/ 43 w 717"/>
                    <a:gd name="T57" fmla="*/ 410 h 756"/>
                    <a:gd name="T58" fmla="*/ 44 w 717"/>
                    <a:gd name="T59" fmla="*/ 186 h 756"/>
                    <a:gd name="T60" fmla="*/ 45 w 717"/>
                    <a:gd name="T61" fmla="*/ 231 h 756"/>
                    <a:gd name="T62" fmla="*/ 48 w 717"/>
                    <a:gd name="T63" fmla="*/ 148 h 756"/>
                    <a:gd name="T64" fmla="*/ 48 w 717"/>
                    <a:gd name="T65" fmla="*/ 301 h 756"/>
                    <a:gd name="T66" fmla="*/ 48 w 717"/>
                    <a:gd name="T67" fmla="*/ 730 h 756"/>
                    <a:gd name="T68" fmla="*/ 54 w 717"/>
                    <a:gd name="T69" fmla="*/ 0 h 756"/>
                    <a:gd name="T70" fmla="*/ 54 w 717"/>
                    <a:gd name="T71" fmla="*/ 250 h 756"/>
                    <a:gd name="T72" fmla="*/ 55 w 717"/>
                    <a:gd name="T73" fmla="*/ 333 h 756"/>
                    <a:gd name="T74" fmla="*/ 57 w 717"/>
                    <a:gd name="T75" fmla="*/ 192 h 756"/>
                    <a:gd name="T76" fmla="*/ 59 w 717"/>
                    <a:gd name="T77" fmla="*/ 340 h 756"/>
                    <a:gd name="T78" fmla="*/ 58 w 717"/>
                    <a:gd name="T79" fmla="*/ 429 h 756"/>
                    <a:gd name="T80" fmla="*/ 60 w 717"/>
                    <a:gd name="T81" fmla="*/ 461 h 756"/>
                    <a:gd name="T82" fmla="*/ 0 60000 65536"/>
                    <a:gd name="T83" fmla="*/ 0 60000 65536"/>
                    <a:gd name="T84" fmla="*/ 0 60000 65536"/>
                    <a:gd name="T85" fmla="*/ 0 60000 65536"/>
                    <a:gd name="T86" fmla="*/ 0 60000 65536"/>
                    <a:gd name="T87" fmla="*/ 0 60000 65536"/>
                    <a:gd name="T88" fmla="*/ 0 60000 65536"/>
                    <a:gd name="T89" fmla="*/ 0 60000 65536"/>
                    <a:gd name="T90" fmla="*/ 0 60000 65536"/>
                    <a:gd name="T91" fmla="*/ 0 60000 65536"/>
                    <a:gd name="T92" fmla="*/ 0 60000 65536"/>
                    <a:gd name="T93" fmla="*/ 0 60000 65536"/>
                    <a:gd name="T94" fmla="*/ 0 60000 65536"/>
                    <a:gd name="T95" fmla="*/ 0 60000 65536"/>
                    <a:gd name="T96" fmla="*/ 0 60000 65536"/>
                    <a:gd name="T97" fmla="*/ 0 60000 65536"/>
                    <a:gd name="T98" fmla="*/ 0 60000 65536"/>
                    <a:gd name="T99" fmla="*/ 0 60000 65536"/>
                    <a:gd name="T100" fmla="*/ 0 60000 65536"/>
                    <a:gd name="T101" fmla="*/ 0 60000 65536"/>
                    <a:gd name="T102" fmla="*/ 0 60000 65536"/>
                    <a:gd name="T103" fmla="*/ 0 60000 65536"/>
                    <a:gd name="T104" fmla="*/ 0 60000 65536"/>
                    <a:gd name="T105" fmla="*/ 0 60000 65536"/>
                    <a:gd name="T106" fmla="*/ 0 60000 65536"/>
                    <a:gd name="T107" fmla="*/ 0 60000 65536"/>
                    <a:gd name="T108" fmla="*/ 0 60000 65536"/>
                    <a:gd name="T109" fmla="*/ 0 60000 65536"/>
                    <a:gd name="T110" fmla="*/ 0 60000 65536"/>
                    <a:gd name="T111" fmla="*/ 0 60000 65536"/>
                    <a:gd name="T112" fmla="*/ 0 60000 65536"/>
                    <a:gd name="T113" fmla="*/ 0 60000 65536"/>
                    <a:gd name="T114" fmla="*/ 0 60000 65536"/>
                    <a:gd name="T115" fmla="*/ 0 60000 65536"/>
                    <a:gd name="T116" fmla="*/ 0 60000 65536"/>
                    <a:gd name="T117" fmla="*/ 0 60000 65536"/>
                    <a:gd name="T118" fmla="*/ 0 60000 65536"/>
                    <a:gd name="T119" fmla="*/ 0 60000 65536"/>
                    <a:gd name="T120" fmla="*/ 0 60000 65536"/>
                    <a:gd name="T121" fmla="*/ 0 60000 65536"/>
                    <a:gd name="T122" fmla="*/ 0 60000 65536"/>
                    <a:gd name="T123" fmla="*/ 0 w 717"/>
                    <a:gd name="T124" fmla="*/ 0 h 756"/>
                    <a:gd name="T125" fmla="*/ 717 w 717"/>
                    <a:gd name="T126" fmla="*/ 756 h 756"/>
                  </a:gdLst>
                  <a:ahLst/>
                  <a:cxnLst>
                    <a:cxn ang="T82">
                      <a:pos x="T0" y="T1"/>
                    </a:cxn>
                    <a:cxn ang="T83">
                      <a:pos x="T2" y="T3"/>
                    </a:cxn>
                    <a:cxn ang="T84">
                      <a:pos x="T4" y="T5"/>
                    </a:cxn>
                    <a:cxn ang="T85">
                      <a:pos x="T6" y="T7"/>
                    </a:cxn>
                    <a:cxn ang="T86">
                      <a:pos x="T8" y="T9"/>
                    </a:cxn>
                    <a:cxn ang="T87">
                      <a:pos x="T10" y="T11"/>
                    </a:cxn>
                    <a:cxn ang="T88">
                      <a:pos x="T12" y="T13"/>
                    </a:cxn>
                    <a:cxn ang="T89">
                      <a:pos x="T14" y="T15"/>
                    </a:cxn>
                    <a:cxn ang="T90">
                      <a:pos x="T16" y="T17"/>
                    </a:cxn>
                    <a:cxn ang="T91">
                      <a:pos x="T18" y="T19"/>
                    </a:cxn>
                    <a:cxn ang="T92">
                      <a:pos x="T20" y="T21"/>
                    </a:cxn>
                    <a:cxn ang="T93">
                      <a:pos x="T22" y="T23"/>
                    </a:cxn>
                    <a:cxn ang="T94">
                      <a:pos x="T24" y="T25"/>
                    </a:cxn>
                    <a:cxn ang="T95">
                      <a:pos x="T26" y="T27"/>
                    </a:cxn>
                    <a:cxn ang="T96">
                      <a:pos x="T28" y="T29"/>
                    </a:cxn>
                    <a:cxn ang="T97">
                      <a:pos x="T30" y="T31"/>
                    </a:cxn>
                    <a:cxn ang="T98">
                      <a:pos x="T32" y="T33"/>
                    </a:cxn>
                    <a:cxn ang="T99">
                      <a:pos x="T34" y="T35"/>
                    </a:cxn>
                    <a:cxn ang="T100">
                      <a:pos x="T36" y="T37"/>
                    </a:cxn>
                    <a:cxn ang="T101">
                      <a:pos x="T38" y="T39"/>
                    </a:cxn>
                    <a:cxn ang="T102">
                      <a:pos x="T40" y="T41"/>
                    </a:cxn>
                    <a:cxn ang="T103">
                      <a:pos x="T42" y="T43"/>
                    </a:cxn>
                    <a:cxn ang="T104">
                      <a:pos x="T44" y="T45"/>
                    </a:cxn>
                    <a:cxn ang="T105">
                      <a:pos x="T46" y="T47"/>
                    </a:cxn>
                    <a:cxn ang="T106">
                      <a:pos x="T48" y="T49"/>
                    </a:cxn>
                    <a:cxn ang="T107">
                      <a:pos x="T50" y="T51"/>
                    </a:cxn>
                    <a:cxn ang="T108">
                      <a:pos x="T52" y="T53"/>
                    </a:cxn>
                    <a:cxn ang="T109">
                      <a:pos x="T54" y="T55"/>
                    </a:cxn>
                    <a:cxn ang="T110">
                      <a:pos x="T56" y="T57"/>
                    </a:cxn>
                    <a:cxn ang="T111">
                      <a:pos x="T58" y="T59"/>
                    </a:cxn>
                    <a:cxn ang="T112">
                      <a:pos x="T60" y="T61"/>
                    </a:cxn>
                    <a:cxn ang="T113">
                      <a:pos x="T62" y="T63"/>
                    </a:cxn>
                    <a:cxn ang="T114">
                      <a:pos x="T64" y="T65"/>
                    </a:cxn>
                    <a:cxn ang="T115">
                      <a:pos x="T66" y="T67"/>
                    </a:cxn>
                    <a:cxn ang="T116">
                      <a:pos x="T68" y="T69"/>
                    </a:cxn>
                    <a:cxn ang="T117">
                      <a:pos x="T70" y="T71"/>
                    </a:cxn>
                    <a:cxn ang="T118">
                      <a:pos x="T72" y="T73"/>
                    </a:cxn>
                    <a:cxn ang="T119">
                      <a:pos x="T74" y="T75"/>
                    </a:cxn>
                    <a:cxn ang="T120">
                      <a:pos x="T76" y="T77"/>
                    </a:cxn>
                    <a:cxn ang="T121">
                      <a:pos x="T78" y="T79"/>
                    </a:cxn>
                    <a:cxn ang="T122">
                      <a:pos x="T80" y="T81"/>
                    </a:cxn>
                  </a:cxnLst>
                  <a:rect l="T123" t="T124" r="T125" b="T126"/>
                  <a:pathLst>
                    <a:path w="717" h="756">
                      <a:moveTo>
                        <a:pt x="0" y="756"/>
                      </a:moveTo>
                      <a:lnTo>
                        <a:pt x="52" y="167"/>
                      </a:lnTo>
                      <a:lnTo>
                        <a:pt x="64" y="384"/>
                      </a:lnTo>
                      <a:lnTo>
                        <a:pt x="90" y="103"/>
                      </a:lnTo>
                      <a:lnTo>
                        <a:pt x="116" y="519"/>
                      </a:lnTo>
                      <a:lnTo>
                        <a:pt x="135" y="487"/>
                      </a:lnTo>
                      <a:lnTo>
                        <a:pt x="135" y="359"/>
                      </a:lnTo>
                      <a:lnTo>
                        <a:pt x="167" y="71"/>
                      </a:lnTo>
                      <a:lnTo>
                        <a:pt x="192" y="244"/>
                      </a:lnTo>
                      <a:lnTo>
                        <a:pt x="205" y="96"/>
                      </a:lnTo>
                      <a:lnTo>
                        <a:pt x="218" y="615"/>
                      </a:lnTo>
                      <a:lnTo>
                        <a:pt x="244" y="397"/>
                      </a:lnTo>
                      <a:lnTo>
                        <a:pt x="282" y="519"/>
                      </a:lnTo>
                      <a:lnTo>
                        <a:pt x="308" y="308"/>
                      </a:lnTo>
                      <a:lnTo>
                        <a:pt x="333" y="442"/>
                      </a:lnTo>
                      <a:lnTo>
                        <a:pt x="346" y="352"/>
                      </a:lnTo>
                      <a:lnTo>
                        <a:pt x="365" y="384"/>
                      </a:lnTo>
                      <a:lnTo>
                        <a:pt x="378" y="135"/>
                      </a:lnTo>
                      <a:lnTo>
                        <a:pt x="391" y="301"/>
                      </a:lnTo>
                      <a:lnTo>
                        <a:pt x="384" y="519"/>
                      </a:lnTo>
                      <a:lnTo>
                        <a:pt x="404" y="679"/>
                      </a:lnTo>
                      <a:lnTo>
                        <a:pt x="429" y="628"/>
                      </a:lnTo>
                      <a:lnTo>
                        <a:pt x="442" y="480"/>
                      </a:lnTo>
                      <a:lnTo>
                        <a:pt x="455" y="391"/>
                      </a:lnTo>
                      <a:lnTo>
                        <a:pt x="436" y="506"/>
                      </a:lnTo>
                      <a:lnTo>
                        <a:pt x="461" y="352"/>
                      </a:lnTo>
                      <a:lnTo>
                        <a:pt x="474" y="455"/>
                      </a:lnTo>
                      <a:lnTo>
                        <a:pt x="493" y="519"/>
                      </a:lnTo>
                      <a:lnTo>
                        <a:pt x="512" y="410"/>
                      </a:lnTo>
                      <a:lnTo>
                        <a:pt x="532" y="186"/>
                      </a:lnTo>
                      <a:lnTo>
                        <a:pt x="544" y="231"/>
                      </a:lnTo>
                      <a:lnTo>
                        <a:pt x="570" y="148"/>
                      </a:lnTo>
                      <a:lnTo>
                        <a:pt x="576" y="301"/>
                      </a:lnTo>
                      <a:lnTo>
                        <a:pt x="576" y="730"/>
                      </a:lnTo>
                      <a:lnTo>
                        <a:pt x="647" y="0"/>
                      </a:lnTo>
                      <a:lnTo>
                        <a:pt x="647" y="250"/>
                      </a:lnTo>
                      <a:lnTo>
                        <a:pt x="660" y="333"/>
                      </a:lnTo>
                      <a:lnTo>
                        <a:pt x="685" y="192"/>
                      </a:lnTo>
                      <a:lnTo>
                        <a:pt x="711" y="340"/>
                      </a:lnTo>
                      <a:lnTo>
                        <a:pt x="698" y="429"/>
                      </a:lnTo>
                      <a:lnTo>
                        <a:pt x="717" y="461"/>
                      </a:lnTo>
                    </a:path>
                  </a:pathLst>
                </a:custGeom>
                <a:noFill/>
                <a:ln w="9525">
                  <a:solidFill>
                    <a:srgbClr val="FF0000"/>
                  </a:solidFill>
                  <a:round/>
                  <a:headEnd/>
                  <a:tailEnd/>
                </a:ln>
              </p:spPr>
              <p:txBody>
                <a:bodyPr/>
                <a:lstStyle/>
                <a:p>
                  <a:endParaRPr lang="en-GB" sz="1600"/>
                </a:p>
              </p:txBody>
            </p:sp>
            <p:sp>
              <p:nvSpPr>
                <p:cNvPr id="14379" name="Freeform 395"/>
                <p:cNvSpPr>
                  <a:spLocks/>
                </p:cNvSpPr>
                <p:nvPr/>
              </p:nvSpPr>
              <p:spPr bwMode="auto">
                <a:xfrm flipH="1" flipV="1">
                  <a:off x="3770" y="1145"/>
                  <a:ext cx="313" cy="756"/>
                </a:xfrm>
                <a:custGeom>
                  <a:avLst/>
                  <a:gdLst>
                    <a:gd name="T0" fmla="*/ 0 w 717"/>
                    <a:gd name="T1" fmla="*/ 756 h 756"/>
                    <a:gd name="T2" fmla="*/ 4 w 717"/>
                    <a:gd name="T3" fmla="*/ 167 h 756"/>
                    <a:gd name="T4" fmla="*/ 5 w 717"/>
                    <a:gd name="T5" fmla="*/ 384 h 756"/>
                    <a:gd name="T6" fmla="*/ 7 w 717"/>
                    <a:gd name="T7" fmla="*/ 103 h 756"/>
                    <a:gd name="T8" fmla="*/ 10 w 717"/>
                    <a:gd name="T9" fmla="*/ 519 h 756"/>
                    <a:gd name="T10" fmla="*/ 11 w 717"/>
                    <a:gd name="T11" fmla="*/ 487 h 756"/>
                    <a:gd name="T12" fmla="*/ 11 w 717"/>
                    <a:gd name="T13" fmla="*/ 359 h 756"/>
                    <a:gd name="T14" fmla="*/ 14 w 717"/>
                    <a:gd name="T15" fmla="*/ 71 h 756"/>
                    <a:gd name="T16" fmla="*/ 16 w 717"/>
                    <a:gd name="T17" fmla="*/ 244 h 756"/>
                    <a:gd name="T18" fmla="*/ 17 w 717"/>
                    <a:gd name="T19" fmla="*/ 96 h 756"/>
                    <a:gd name="T20" fmla="*/ 18 w 717"/>
                    <a:gd name="T21" fmla="*/ 615 h 756"/>
                    <a:gd name="T22" fmla="*/ 21 w 717"/>
                    <a:gd name="T23" fmla="*/ 397 h 756"/>
                    <a:gd name="T24" fmla="*/ 24 w 717"/>
                    <a:gd name="T25" fmla="*/ 519 h 756"/>
                    <a:gd name="T26" fmla="*/ 25 w 717"/>
                    <a:gd name="T27" fmla="*/ 308 h 756"/>
                    <a:gd name="T28" fmla="*/ 28 w 717"/>
                    <a:gd name="T29" fmla="*/ 442 h 756"/>
                    <a:gd name="T30" fmla="*/ 29 w 717"/>
                    <a:gd name="T31" fmla="*/ 352 h 756"/>
                    <a:gd name="T32" fmla="*/ 30 w 717"/>
                    <a:gd name="T33" fmla="*/ 384 h 756"/>
                    <a:gd name="T34" fmla="*/ 31 w 717"/>
                    <a:gd name="T35" fmla="*/ 135 h 756"/>
                    <a:gd name="T36" fmla="*/ 33 w 717"/>
                    <a:gd name="T37" fmla="*/ 301 h 756"/>
                    <a:gd name="T38" fmla="*/ 32 w 717"/>
                    <a:gd name="T39" fmla="*/ 519 h 756"/>
                    <a:gd name="T40" fmla="*/ 34 w 717"/>
                    <a:gd name="T41" fmla="*/ 679 h 756"/>
                    <a:gd name="T42" fmla="*/ 36 w 717"/>
                    <a:gd name="T43" fmla="*/ 628 h 756"/>
                    <a:gd name="T44" fmla="*/ 37 w 717"/>
                    <a:gd name="T45" fmla="*/ 480 h 756"/>
                    <a:gd name="T46" fmla="*/ 38 w 717"/>
                    <a:gd name="T47" fmla="*/ 391 h 756"/>
                    <a:gd name="T48" fmla="*/ 36 w 717"/>
                    <a:gd name="T49" fmla="*/ 506 h 756"/>
                    <a:gd name="T50" fmla="*/ 38 w 717"/>
                    <a:gd name="T51" fmla="*/ 352 h 756"/>
                    <a:gd name="T52" fmla="*/ 39 w 717"/>
                    <a:gd name="T53" fmla="*/ 455 h 756"/>
                    <a:gd name="T54" fmla="*/ 41 w 717"/>
                    <a:gd name="T55" fmla="*/ 519 h 756"/>
                    <a:gd name="T56" fmla="*/ 43 w 717"/>
                    <a:gd name="T57" fmla="*/ 410 h 756"/>
                    <a:gd name="T58" fmla="*/ 44 w 717"/>
                    <a:gd name="T59" fmla="*/ 186 h 756"/>
                    <a:gd name="T60" fmla="*/ 45 w 717"/>
                    <a:gd name="T61" fmla="*/ 231 h 756"/>
                    <a:gd name="T62" fmla="*/ 48 w 717"/>
                    <a:gd name="T63" fmla="*/ 148 h 756"/>
                    <a:gd name="T64" fmla="*/ 48 w 717"/>
                    <a:gd name="T65" fmla="*/ 301 h 756"/>
                    <a:gd name="T66" fmla="*/ 48 w 717"/>
                    <a:gd name="T67" fmla="*/ 730 h 756"/>
                    <a:gd name="T68" fmla="*/ 54 w 717"/>
                    <a:gd name="T69" fmla="*/ 0 h 756"/>
                    <a:gd name="T70" fmla="*/ 54 w 717"/>
                    <a:gd name="T71" fmla="*/ 250 h 756"/>
                    <a:gd name="T72" fmla="*/ 55 w 717"/>
                    <a:gd name="T73" fmla="*/ 333 h 756"/>
                    <a:gd name="T74" fmla="*/ 57 w 717"/>
                    <a:gd name="T75" fmla="*/ 192 h 756"/>
                    <a:gd name="T76" fmla="*/ 59 w 717"/>
                    <a:gd name="T77" fmla="*/ 340 h 756"/>
                    <a:gd name="T78" fmla="*/ 58 w 717"/>
                    <a:gd name="T79" fmla="*/ 429 h 756"/>
                    <a:gd name="T80" fmla="*/ 60 w 717"/>
                    <a:gd name="T81" fmla="*/ 461 h 756"/>
                    <a:gd name="T82" fmla="*/ 0 60000 65536"/>
                    <a:gd name="T83" fmla="*/ 0 60000 65536"/>
                    <a:gd name="T84" fmla="*/ 0 60000 65536"/>
                    <a:gd name="T85" fmla="*/ 0 60000 65536"/>
                    <a:gd name="T86" fmla="*/ 0 60000 65536"/>
                    <a:gd name="T87" fmla="*/ 0 60000 65536"/>
                    <a:gd name="T88" fmla="*/ 0 60000 65536"/>
                    <a:gd name="T89" fmla="*/ 0 60000 65536"/>
                    <a:gd name="T90" fmla="*/ 0 60000 65536"/>
                    <a:gd name="T91" fmla="*/ 0 60000 65536"/>
                    <a:gd name="T92" fmla="*/ 0 60000 65536"/>
                    <a:gd name="T93" fmla="*/ 0 60000 65536"/>
                    <a:gd name="T94" fmla="*/ 0 60000 65536"/>
                    <a:gd name="T95" fmla="*/ 0 60000 65536"/>
                    <a:gd name="T96" fmla="*/ 0 60000 65536"/>
                    <a:gd name="T97" fmla="*/ 0 60000 65536"/>
                    <a:gd name="T98" fmla="*/ 0 60000 65536"/>
                    <a:gd name="T99" fmla="*/ 0 60000 65536"/>
                    <a:gd name="T100" fmla="*/ 0 60000 65536"/>
                    <a:gd name="T101" fmla="*/ 0 60000 65536"/>
                    <a:gd name="T102" fmla="*/ 0 60000 65536"/>
                    <a:gd name="T103" fmla="*/ 0 60000 65536"/>
                    <a:gd name="T104" fmla="*/ 0 60000 65536"/>
                    <a:gd name="T105" fmla="*/ 0 60000 65536"/>
                    <a:gd name="T106" fmla="*/ 0 60000 65536"/>
                    <a:gd name="T107" fmla="*/ 0 60000 65536"/>
                    <a:gd name="T108" fmla="*/ 0 60000 65536"/>
                    <a:gd name="T109" fmla="*/ 0 60000 65536"/>
                    <a:gd name="T110" fmla="*/ 0 60000 65536"/>
                    <a:gd name="T111" fmla="*/ 0 60000 65536"/>
                    <a:gd name="T112" fmla="*/ 0 60000 65536"/>
                    <a:gd name="T113" fmla="*/ 0 60000 65536"/>
                    <a:gd name="T114" fmla="*/ 0 60000 65536"/>
                    <a:gd name="T115" fmla="*/ 0 60000 65536"/>
                    <a:gd name="T116" fmla="*/ 0 60000 65536"/>
                    <a:gd name="T117" fmla="*/ 0 60000 65536"/>
                    <a:gd name="T118" fmla="*/ 0 60000 65536"/>
                    <a:gd name="T119" fmla="*/ 0 60000 65536"/>
                    <a:gd name="T120" fmla="*/ 0 60000 65536"/>
                    <a:gd name="T121" fmla="*/ 0 60000 65536"/>
                    <a:gd name="T122" fmla="*/ 0 60000 65536"/>
                    <a:gd name="T123" fmla="*/ 0 w 717"/>
                    <a:gd name="T124" fmla="*/ 0 h 756"/>
                    <a:gd name="T125" fmla="*/ 717 w 717"/>
                    <a:gd name="T126" fmla="*/ 756 h 756"/>
                  </a:gdLst>
                  <a:ahLst/>
                  <a:cxnLst>
                    <a:cxn ang="T82">
                      <a:pos x="T0" y="T1"/>
                    </a:cxn>
                    <a:cxn ang="T83">
                      <a:pos x="T2" y="T3"/>
                    </a:cxn>
                    <a:cxn ang="T84">
                      <a:pos x="T4" y="T5"/>
                    </a:cxn>
                    <a:cxn ang="T85">
                      <a:pos x="T6" y="T7"/>
                    </a:cxn>
                    <a:cxn ang="T86">
                      <a:pos x="T8" y="T9"/>
                    </a:cxn>
                    <a:cxn ang="T87">
                      <a:pos x="T10" y="T11"/>
                    </a:cxn>
                    <a:cxn ang="T88">
                      <a:pos x="T12" y="T13"/>
                    </a:cxn>
                    <a:cxn ang="T89">
                      <a:pos x="T14" y="T15"/>
                    </a:cxn>
                    <a:cxn ang="T90">
                      <a:pos x="T16" y="T17"/>
                    </a:cxn>
                    <a:cxn ang="T91">
                      <a:pos x="T18" y="T19"/>
                    </a:cxn>
                    <a:cxn ang="T92">
                      <a:pos x="T20" y="T21"/>
                    </a:cxn>
                    <a:cxn ang="T93">
                      <a:pos x="T22" y="T23"/>
                    </a:cxn>
                    <a:cxn ang="T94">
                      <a:pos x="T24" y="T25"/>
                    </a:cxn>
                    <a:cxn ang="T95">
                      <a:pos x="T26" y="T27"/>
                    </a:cxn>
                    <a:cxn ang="T96">
                      <a:pos x="T28" y="T29"/>
                    </a:cxn>
                    <a:cxn ang="T97">
                      <a:pos x="T30" y="T31"/>
                    </a:cxn>
                    <a:cxn ang="T98">
                      <a:pos x="T32" y="T33"/>
                    </a:cxn>
                    <a:cxn ang="T99">
                      <a:pos x="T34" y="T35"/>
                    </a:cxn>
                    <a:cxn ang="T100">
                      <a:pos x="T36" y="T37"/>
                    </a:cxn>
                    <a:cxn ang="T101">
                      <a:pos x="T38" y="T39"/>
                    </a:cxn>
                    <a:cxn ang="T102">
                      <a:pos x="T40" y="T41"/>
                    </a:cxn>
                    <a:cxn ang="T103">
                      <a:pos x="T42" y="T43"/>
                    </a:cxn>
                    <a:cxn ang="T104">
                      <a:pos x="T44" y="T45"/>
                    </a:cxn>
                    <a:cxn ang="T105">
                      <a:pos x="T46" y="T47"/>
                    </a:cxn>
                    <a:cxn ang="T106">
                      <a:pos x="T48" y="T49"/>
                    </a:cxn>
                    <a:cxn ang="T107">
                      <a:pos x="T50" y="T51"/>
                    </a:cxn>
                    <a:cxn ang="T108">
                      <a:pos x="T52" y="T53"/>
                    </a:cxn>
                    <a:cxn ang="T109">
                      <a:pos x="T54" y="T55"/>
                    </a:cxn>
                    <a:cxn ang="T110">
                      <a:pos x="T56" y="T57"/>
                    </a:cxn>
                    <a:cxn ang="T111">
                      <a:pos x="T58" y="T59"/>
                    </a:cxn>
                    <a:cxn ang="T112">
                      <a:pos x="T60" y="T61"/>
                    </a:cxn>
                    <a:cxn ang="T113">
                      <a:pos x="T62" y="T63"/>
                    </a:cxn>
                    <a:cxn ang="T114">
                      <a:pos x="T64" y="T65"/>
                    </a:cxn>
                    <a:cxn ang="T115">
                      <a:pos x="T66" y="T67"/>
                    </a:cxn>
                    <a:cxn ang="T116">
                      <a:pos x="T68" y="T69"/>
                    </a:cxn>
                    <a:cxn ang="T117">
                      <a:pos x="T70" y="T71"/>
                    </a:cxn>
                    <a:cxn ang="T118">
                      <a:pos x="T72" y="T73"/>
                    </a:cxn>
                    <a:cxn ang="T119">
                      <a:pos x="T74" y="T75"/>
                    </a:cxn>
                    <a:cxn ang="T120">
                      <a:pos x="T76" y="T77"/>
                    </a:cxn>
                    <a:cxn ang="T121">
                      <a:pos x="T78" y="T79"/>
                    </a:cxn>
                    <a:cxn ang="T122">
                      <a:pos x="T80" y="T81"/>
                    </a:cxn>
                  </a:cxnLst>
                  <a:rect l="T123" t="T124" r="T125" b="T126"/>
                  <a:pathLst>
                    <a:path w="717" h="756">
                      <a:moveTo>
                        <a:pt x="0" y="756"/>
                      </a:moveTo>
                      <a:lnTo>
                        <a:pt x="52" y="167"/>
                      </a:lnTo>
                      <a:lnTo>
                        <a:pt x="64" y="384"/>
                      </a:lnTo>
                      <a:lnTo>
                        <a:pt x="90" y="103"/>
                      </a:lnTo>
                      <a:lnTo>
                        <a:pt x="116" y="519"/>
                      </a:lnTo>
                      <a:lnTo>
                        <a:pt x="135" y="487"/>
                      </a:lnTo>
                      <a:lnTo>
                        <a:pt x="135" y="359"/>
                      </a:lnTo>
                      <a:lnTo>
                        <a:pt x="167" y="71"/>
                      </a:lnTo>
                      <a:lnTo>
                        <a:pt x="192" y="244"/>
                      </a:lnTo>
                      <a:lnTo>
                        <a:pt x="205" y="96"/>
                      </a:lnTo>
                      <a:lnTo>
                        <a:pt x="218" y="615"/>
                      </a:lnTo>
                      <a:lnTo>
                        <a:pt x="244" y="397"/>
                      </a:lnTo>
                      <a:lnTo>
                        <a:pt x="282" y="519"/>
                      </a:lnTo>
                      <a:lnTo>
                        <a:pt x="308" y="308"/>
                      </a:lnTo>
                      <a:lnTo>
                        <a:pt x="333" y="442"/>
                      </a:lnTo>
                      <a:lnTo>
                        <a:pt x="346" y="352"/>
                      </a:lnTo>
                      <a:lnTo>
                        <a:pt x="365" y="384"/>
                      </a:lnTo>
                      <a:lnTo>
                        <a:pt x="378" y="135"/>
                      </a:lnTo>
                      <a:lnTo>
                        <a:pt x="391" y="301"/>
                      </a:lnTo>
                      <a:lnTo>
                        <a:pt x="384" y="519"/>
                      </a:lnTo>
                      <a:lnTo>
                        <a:pt x="404" y="679"/>
                      </a:lnTo>
                      <a:lnTo>
                        <a:pt x="429" y="628"/>
                      </a:lnTo>
                      <a:lnTo>
                        <a:pt x="442" y="480"/>
                      </a:lnTo>
                      <a:lnTo>
                        <a:pt x="455" y="391"/>
                      </a:lnTo>
                      <a:lnTo>
                        <a:pt x="436" y="506"/>
                      </a:lnTo>
                      <a:lnTo>
                        <a:pt x="461" y="352"/>
                      </a:lnTo>
                      <a:lnTo>
                        <a:pt x="474" y="455"/>
                      </a:lnTo>
                      <a:lnTo>
                        <a:pt x="493" y="519"/>
                      </a:lnTo>
                      <a:lnTo>
                        <a:pt x="512" y="410"/>
                      </a:lnTo>
                      <a:lnTo>
                        <a:pt x="532" y="186"/>
                      </a:lnTo>
                      <a:lnTo>
                        <a:pt x="544" y="231"/>
                      </a:lnTo>
                      <a:lnTo>
                        <a:pt x="570" y="148"/>
                      </a:lnTo>
                      <a:lnTo>
                        <a:pt x="576" y="301"/>
                      </a:lnTo>
                      <a:lnTo>
                        <a:pt x="576" y="730"/>
                      </a:lnTo>
                      <a:lnTo>
                        <a:pt x="647" y="0"/>
                      </a:lnTo>
                      <a:lnTo>
                        <a:pt x="647" y="250"/>
                      </a:lnTo>
                      <a:lnTo>
                        <a:pt x="660" y="333"/>
                      </a:lnTo>
                      <a:lnTo>
                        <a:pt x="685" y="192"/>
                      </a:lnTo>
                      <a:lnTo>
                        <a:pt x="711" y="340"/>
                      </a:lnTo>
                      <a:lnTo>
                        <a:pt x="698" y="429"/>
                      </a:lnTo>
                      <a:lnTo>
                        <a:pt x="717" y="461"/>
                      </a:lnTo>
                    </a:path>
                  </a:pathLst>
                </a:custGeom>
                <a:noFill/>
                <a:ln w="9525">
                  <a:solidFill>
                    <a:srgbClr val="FF0000"/>
                  </a:solidFill>
                  <a:round/>
                  <a:headEnd/>
                  <a:tailEnd/>
                </a:ln>
              </p:spPr>
              <p:txBody>
                <a:bodyPr/>
                <a:lstStyle/>
                <a:p>
                  <a:endParaRPr lang="en-GB" sz="1600"/>
                </a:p>
              </p:txBody>
            </p:sp>
            <p:sp>
              <p:nvSpPr>
                <p:cNvPr id="14380" name="Freeform 396"/>
                <p:cNvSpPr>
                  <a:spLocks/>
                </p:cNvSpPr>
                <p:nvPr/>
              </p:nvSpPr>
              <p:spPr bwMode="auto">
                <a:xfrm flipH="1">
                  <a:off x="4077" y="1119"/>
                  <a:ext cx="313" cy="756"/>
                </a:xfrm>
                <a:custGeom>
                  <a:avLst/>
                  <a:gdLst>
                    <a:gd name="T0" fmla="*/ 0 w 717"/>
                    <a:gd name="T1" fmla="*/ 756 h 756"/>
                    <a:gd name="T2" fmla="*/ 4 w 717"/>
                    <a:gd name="T3" fmla="*/ 167 h 756"/>
                    <a:gd name="T4" fmla="*/ 5 w 717"/>
                    <a:gd name="T5" fmla="*/ 384 h 756"/>
                    <a:gd name="T6" fmla="*/ 7 w 717"/>
                    <a:gd name="T7" fmla="*/ 103 h 756"/>
                    <a:gd name="T8" fmla="*/ 10 w 717"/>
                    <a:gd name="T9" fmla="*/ 519 h 756"/>
                    <a:gd name="T10" fmla="*/ 11 w 717"/>
                    <a:gd name="T11" fmla="*/ 487 h 756"/>
                    <a:gd name="T12" fmla="*/ 11 w 717"/>
                    <a:gd name="T13" fmla="*/ 359 h 756"/>
                    <a:gd name="T14" fmla="*/ 14 w 717"/>
                    <a:gd name="T15" fmla="*/ 71 h 756"/>
                    <a:gd name="T16" fmla="*/ 16 w 717"/>
                    <a:gd name="T17" fmla="*/ 244 h 756"/>
                    <a:gd name="T18" fmla="*/ 17 w 717"/>
                    <a:gd name="T19" fmla="*/ 96 h 756"/>
                    <a:gd name="T20" fmla="*/ 18 w 717"/>
                    <a:gd name="T21" fmla="*/ 615 h 756"/>
                    <a:gd name="T22" fmla="*/ 21 w 717"/>
                    <a:gd name="T23" fmla="*/ 397 h 756"/>
                    <a:gd name="T24" fmla="*/ 24 w 717"/>
                    <a:gd name="T25" fmla="*/ 519 h 756"/>
                    <a:gd name="T26" fmla="*/ 25 w 717"/>
                    <a:gd name="T27" fmla="*/ 308 h 756"/>
                    <a:gd name="T28" fmla="*/ 28 w 717"/>
                    <a:gd name="T29" fmla="*/ 442 h 756"/>
                    <a:gd name="T30" fmla="*/ 29 w 717"/>
                    <a:gd name="T31" fmla="*/ 352 h 756"/>
                    <a:gd name="T32" fmla="*/ 30 w 717"/>
                    <a:gd name="T33" fmla="*/ 384 h 756"/>
                    <a:gd name="T34" fmla="*/ 31 w 717"/>
                    <a:gd name="T35" fmla="*/ 135 h 756"/>
                    <a:gd name="T36" fmla="*/ 33 w 717"/>
                    <a:gd name="T37" fmla="*/ 301 h 756"/>
                    <a:gd name="T38" fmla="*/ 32 w 717"/>
                    <a:gd name="T39" fmla="*/ 519 h 756"/>
                    <a:gd name="T40" fmla="*/ 34 w 717"/>
                    <a:gd name="T41" fmla="*/ 679 h 756"/>
                    <a:gd name="T42" fmla="*/ 36 w 717"/>
                    <a:gd name="T43" fmla="*/ 628 h 756"/>
                    <a:gd name="T44" fmla="*/ 37 w 717"/>
                    <a:gd name="T45" fmla="*/ 480 h 756"/>
                    <a:gd name="T46" fmla="*/ 38 w 717"/>
                    <a:gd name="T47" fmla="*/ 391 h 756"/>
                    <a:gd name="T48" fmla="*/ 36 w 717"/>
                    <a:gd name="T49" fmla="*/ 506 h 756"/>
                    <a:gd name="T50" fmla="*/ 38 w 717"/>
                    <a:gd name="T51" fmla="*/ 352 h 756"/>
                    <a:gd name="T52" fmla="*/ 39 w 717"/>
                    <a:gd name="T53" fmla="*/ 455 h 756"/>
                    <a:gd name="T54" fmla="*/ 41 w 717"/>
                    <a:gd name="T55" fmla="*/ 519 h 756"/>
                    <a:gd name="T56" fmla="*/ 43 w 717"/>
                    <a:gd name="T57" fmla="*/ 410 h 756"/>
                    <a:gd name="T58" fmla="*/ 44 w 717"/>
                    <a:gd name="T59" fmla="*/ 186 h 756"/>
                    <a:gd name="T60" fmla="*/ 45 w 717"/>
                    <a:gd name="T61" fmla="*/ 231 h 756"/>
                    <a:gd name="T62" fmla="*/ 48 w 717"/>
                    <a:gd name="T63" fmla="*/ 148 h 756"/>
                    <a:gd name="T64" fmla="*/ 48 w 717"/>
                    <a:gd name="T65" fmla="*/ 301 h 756"/>
                    <a:gd name="T66" fmla="*/ 48 w 717"/>
                    <a:gd name="T67" fmla="*/ 730 h 756"/>
                    <a:gd name="T68" fmla="*/ 54 w 717"/>
                    <a:gd name="T69" fmla="*/ 0 h 756"/>
                    <a:gd name="T70" fmla="*/ 54 w 717"/>
                    <a:gd name="T71" fmla="*/ 250 h 756"/>
                    <a:gd name="T72" fmla="*/ 55 w 717"/>
                    <a:gd name="T73" fmla="*/ 333 h 756"/>
                    <a:gd name="T74" fmla="*/ 57 w 717"/>
                    <a:gd name="T75" fmla="*/ 192 h 756"/>
                    <a:gd name="T76" fmla="*/ 59 w 717"/>
                    <a:gd name="T77" fmla="*/ 340 h 756"/>
                    <a:gd name="T78" fmla="*/ 58 w 717"/>
                    <a:gd name="T79" fmla="*/ 429 h 756"/>
                    <a:gd name="T80" fmla="*/ 60 w 717"/>
                    <a:gd name="T81" fmla="*/ 461 h 756"/>
                    <a:gd name="T82" fmla="*/ 0 60000 65536"/>
                    <a:gd name="T83" fmla="*/ 0 60000 65536"/>
                    <a:gd name="T84" fmla="*/ 0 60000 65536"/>
                    <a:gd name="T85" fmla="*/ 0 60000 65536"/>
                    <a:gd name="T86" fmla="*/ 0 60000 65536"/>
                    <a:gd name="T87" fmla="*/ 0 60000 65536"/>
                    <a:gd name="T88" fmla="*/ 0 60000 65536"/>
                    <a:gd name="T89" fmla="*/ 0 60000 65536"/>
                    <a:gd name="T90" fmla="*/ 0 60000 65536"/>
                    <a:gd name="T91" fmla="*/ 0 60000 65536"/>
                    <a:gd name="T92" fmla="*/ 0 60000 65536"/>
                    <a:gd name="T93" fmla="*/ 0 60000 65536"/>
                    <a:gd name="T94" fmla="*/ 0 60000 65536"/>
                    <a:gd name="T95" fmla="*/ 0 60000 65536"/>
                    <a:gd name="T96" fmla="*/ 0 60000 65536"/>
                    <a:gd name="T97" fmla="*/ 0 60000 65536"/>
                    <a:gd name="T98" fmla="*/ 0 60000 65536"/>
                    <a:gd name="T99" fmla="*/ 0 60000 65536"/>
                    <a:gd name="T100" fmla="*/ 0 60000 65536"/>
                    <a:gd name="T101" fmla="*/ 0 60000 65536"/>
                    <a:gd name="T102" fmla="*/ 0 60000 65536"/>
                    <a:gd name="T103" fmla="*/ 0 60000 65536"/>
                    <a:gd name="T104" fmla="*/ 0 60000 65536"/>
                    <a:gd name="T105" fmla="*/ 0 60000 65536"/>
                    <a:gd name="T106" fmla="*/ 0 60000 65536"/>
                    <a:gd name="T107" fmla="*/ 0 60000 65536"/>
                    <a:gd name="T108" fmla="*/ 0 60000 65536"/>
                    <a:gd name="T109" fmla="*/ 0 60000 65536"/>
                    <a:gd name="T110" fmla="*/ 0 60000 65536"/>
                    <a:gd name="T111" fmla="*/ 0 60000 65536"/>
                    <a:gd name="T112" fmla="*/ 0 60000 65536"/>
                    <a:gd name="T113" fmla="*/ 0 60000 65536"/>
                    <a:gd name="T114" fmla="*/ 0 60000 65536"/>
                    <a:gd name="T115" fmla="*/ 0 60000 65536"/>
                    <a:gd name="T116" fmla="*/ 0 60000 65536"/>
                    <a:gd name="T117" fmla="*/ 0 60000 65536"/>
                    <a:gd name="T118" fmla="*/ 0 60000 65536"/>
                    <a:gd name="T119" fmla="*/ 0 60000 65536"/>
                    <a:gd name="T120" fmla="*/ 0 60000 65536"/>
                    <a:gd name="T121" fmla="*/ 0 60000 65536"/>
                    <a:gd name="T122" fmla="*/ 0 60000 65536"/>
                    <a:gd name="T123" fmla="*/ 0 w 717"/>
                    <a:gd name="T124" fmla="*/ 0 h 756"/>
                    <a:gd name="T125" fmla="*/ 717 w 717"/>
                    <a:gd name="T126" fmla="*/ 756 h 756"/>
                  </a:gdLst>
                  <a:ahLst/>
                  <a:cxnLst>
                    <a:cxn ang="T82">
                      <a:pos x="T0" y="T1"/>
                    </a:cxn>
                    <a:cxn ang="T83">
                      <a:pos x="T2" y="T3"/>
                    </a:cxn>
                    <a:cxn ang="T84">
                      <a:pos x="T4" y="T5"/>
                    </a:cxn>
                    <a:cxn ang="T85">
                      <a:pos x="T6" y="T7"/>
                    </a:cxn>
                    <a:cxn ang="T86">
                      <a:pos x="T8" y="T9"/>
                    </a:cxn>
                    <a:cxn ang="T87">
                      <a:pos x="T10" y="T11"/>
                    </a:cxn>
                    <a:cxn ang="T88">
                      <a:pos x="T12" y="T13"/>
                    </a:cxn>
                    <a:cxn ang="T89">
                      <a:pos x="T14" y="T15"/>
                    </a:cxn>
                    <a:cxn ang="T90">
                      <a:pos x="T16" y="T17"/>
                    </a:cxn>
                    <a:cxn ang="T91">
                      <a:pos x="T18" y="T19"/>
                    </a:cxn>
                    <a:cxn ang="T92">
                      <a:pos x="T20" y="T21"/>
                    </a:cxn>
                    <a:cxn ang="T93">
                      <a:pos x="T22" y="T23"/>
                    </a:cxn>
                    <a:cxn ang="T94">
                      <a:pos x="T24" y="T25"/>
                    </a:cxn>
                    <a:cxn ang="T95">
                      <a:pos x="T26" y="T27"/>
                    </a:cxn>
                    <a:cxn ang="T96">
                      <a:pos x="T28" y="T29"/>
                    </a:cxn>
                    <a:cxn ang="T97">
                      <a:pos x="T30" y="T31"/>
                    </a:cxn>
                    <a:cxn ang="T98">
                      <a:pos x="T32" y="T33"/>
                    </a:cxn>
                    <a:cxn ang="T99">
                      <a:pos x="T34" y="T35"/>
                    </a:cxn>
                    <a:cxn ang="T100">
                      <a:pos x="T36" y="T37"/>
                    </a:cxn>
                    <a:cxn ang="T101">
                      <a:pos x="T38" y="T39"/>
                    </a:cxn>
                    <a:cxn ang="T102">
                      <a:pos x="T40" y="T41"/>
                    </a:cxn>
                    <a:cxn ang="T103">
                      <a:pos x="T42" y="T43"/>
                    </a:cxn>
                    <a:cxn ang="T104">
                      <a:pos x="T44" y="T45"/>
                    </a:cxn>
                    <a:cxn ang="T105">
                      <a:pos x="T46" y="T47"/>
                    </a:cxn>
                    <a:cxn ang="T106">
                      <a:pos x="T48" y="T49"/>
                    </a:cxn>
                    <a:cxn ang="T107">
                      <a:pos x="T50" y="T51"/>
                    </a:cxn>
                    <a:cxn ang="T108">
                      <a:pos x="T52" y="T53"/>
                    </a:cxn>
                    <a:cxn ang="T109">
                      <a:pos x="T54" y="T55"/>
                    </a:cxn>
                    <a:cxn ang="T110">
                      <a:pos x="T56" y="T57"/>
                    </a:cxn>
                    <a:cxn ang="T111">
                      <a:pos x="T58" y="T59"/>
                    </a:cxn>
                    <a:cxn ang="T112">
                      <a:pos x="T60" y="T61"/>
                    </a:cxn>
                    <a:cxn ang="T113">
                      <a:pos x="T62" y="T63"/>
                    </a:cxn>
                    <a:cxn ang="T114">
                      <a:pos x="T64" y="T65"/>
                    </a:cxn>
                    <a:cxn ang="T115">
                      <a:pos x="T66" y="T67"/>
                    </a:cxn>
                    <a:cxn ang="T116">
                      <a:pos x="T68" y="T69"/>
                    </a:cxn>
                    <a:cxn ang="T117">
                      <a:pos x="T70" y="T71"/>
                    </a:cxn>
                    <a:cxn ang="T118">
                      <a:pos x="T72" y="T73"/>
                    </a:cxn>
                    <a:cxn ang="T119">
                      <a:pos x="T74" y="T75"/>
                    </a:cxn>
                    <a:cxn ang="T120">
                      <a:pos x="T76" y="T77"/>
                    </a:cxn>
                    <a:cxn ang="T121">
                      <a:pos x="T78" y="T79"/>
                    </a:cxn>
                    <a:cxn ang="T122">
                      <a:pos x="T80" y="T81"/>
                    </a:cxn>
                  </a:cxnLst>
                  <a:rect l="T123" t="T124" r="T125" b="T126"/>
                  <a:pathLst>
                    <a:path w="717" h="756">
                      <a:moveTo>
                        <a:pt x="0" y="756"/>
                      </a:moveTo>
                      <a:lnTo>
                        <a:pt x="52" y="167"/>
                      </a:lnTo>
                      <a:lnTo>
                        <a:pt x="64" y="384"/>
                      </a:lnTo>
                      <a:lnTo>
                        <a:pt x="90" y="103"/>
                      </a:lnTo>
                      <a:lnTo>
                        <a:pt x="116" y="519"/>
                      </a:lnTo>
                      <a:lnTo>
                        <a:pt x="135" y="487"/>
                      </a:lnTo>
                      <a:lnTo>
                        <a:pt x="135" y="359"/>
                      </a:lnTo>
                      <a:lnTo>
                        <a:pt x="167" y="71"/>
                      </a:lnTo>
                      <a:lnTo>
                        <a:pt x="192" y="244"/>
                      </a:lnTo>
                      <a:lnTo>
                        <a:pt x="205" y="96"/>
                      </a:lnTo>
                      <a:lnTo>
                        <a:pt x="218" y="615"/>
                      </a:lnTo>
                      <a:lnTo>
                        <a:pt x="244" y="397"/>
                      </a:lnTo>
                      <a:lnTo>
                        <a:pt x="282" y="519"/>
                      </a:lnTo>
                      <a:lnTo>
                        <a:pt x="308" y="308"/>
                      </a:lnTo>
                      <a:lnTo>
                        <a:pt x="333" y="442"/>
                      </a:lnTo>
                      <a:lnTo>
                        <a:pt x="346" y="352"/>
                      </a:lnTo>
                      <a:lnTo>
                        <a:pt x="365" y="384"/>
                      </a:lnTo>
                      <a:lnTo>
                        <a:pt x="378" y="135"/>
                      </a:lnTo>
                      <a:lnTo>
                        <a:pt x="391" y="301"/>
                      </a:lnTo>
                      <a:lnTo>
                        <a:pt x="384" y="519"/>
                      </a:lnTo>
                      <a:lnTo>
                        <a:pt x="404" y="679"/>
                      </a:lnTo>
                      <a:lnTo>
                        <a:pt x="429" y="628"/>
                      </a:lnTo>
                      <a:lnTo>
                        <a:pt x="442" y="480"/>
                      </a:lnTo>
                      <a:lnTo>
                        <a:pt x="455" y="391"/>
                      </a:lnTo>
                      <a:lnTo>
                        <a:pt x="436" y="506"/>
                      </a:lnTo>
                      <a:lnTo>
                        <a:pt x="461" y="352"/>
                      </a:lnTo>
                      <a:lnTo>
                        <a:pt x="474" y="455"/>
                      </a:lnTo>
                      <a:lnTo>
                        <a:pt x="493" y="519"/>
                      </a:lnTo>
                      <a:lnTo>
                        <a:pt x="512" y="410"/>
                      </a:lnTo>
                      <a:lnTo>
                        <a:pt x="532" y="186"/>
                      </a:lnTo>
                      <a:lnTo>
                        <a:pt x="544" y="231"/>
                      </a:lnTo>
                      <a:lnTo>
                        <a:pt x="570" y="148"/>
                      </a:lnTo>
                      <a:lnTo>
                        <a:pt x="576" y="301"/>
                      </a:lnTo>
                      <a:lnTo>
                        <a:pt x="576" y="730"/>
                      </a:lnTo>
                      <a:lnTo>
                        <a:pt x="647" y="0"/>
                      </a:lnTo>
                      <a:lnTo>
                        <a:pt x="647" y="250"/>
                      </a:lnTo>
                      <a:lnTo>
                        <a:pt x="660" y="333"/>
                      </a:lnTo>
                      <a:lnTo>
                        <a:pt x="685" y="192"/>
                      </a:lnTo>
                      <a:lnTo>
                        <a:pt x="711" y="340"/>
                      </a:lnTo>
                      <a:lnTo>
                        <a:pt x="698" y="429"/>
                      </a:lnTo>
                      <a:lnTo>
                        <a:pt x="717" y="461"/>
                      </a:lnTo>
                    </a:path>
                  </a:pathLst>
                </a:custGeom>
                <a:noFill/>
                <a:ln w="9525">
                  <a:solidFill>
                    <a:srgbClr val="FF0000"/>
                  </a:solidFill>
                  <a:round/>
                  <a:headEnd/>
                  <a:tailEnd/>
                </a:ln>
              </p:spPr>
              <p:txBody>
                <a:bodyPr/>
                <a:lstStyle/>
                <a:p>
                  <a:endParaRPr lang="en-GB" sz="1600"/>
                </a:p>
              </p:txBody>
            </p:sp>
            <p:sp>
              <p:nvSpPr>
                <p:cNvPr id="14381" name="Freeform 397"/>
                <p:cNvSpPr>
                  <a:spLocks/>
                </p:cNvSpPr>
                <p:nvPr/>
              </p:nvSpPr>
              <p:spPr bwMode="auto">
                <a:xfrm flipV="1">
                  <a:off x="4385" y="1138"/>
                  <a:ext cx="313" cy="756"/>
                </a:xfrm>
                <a:custGeom>
                  <a:avLst/>
                  <a:gdLst>
                    <a:gd name="T0" fmla="*/ 0 w 717"/>
                    <a:gd name="T1" fmla="*/ 756 h 756"/>
                    <a:gd name="T2" fmla="*/ 4 w 717"/>
                    <a:gd name="T3" fmla="*/ 167 h 756"/>
                    <a:gd name="T4" fmla="*/ 5 w 717"/>
                    <a:gd name="T5" fmla="*/ 384 h 756"/>
                    <a:gd name="T6" fmla="*/ 7 w 717"/>
                    <a:gd name="T7" fmla="*/ 103 h 756"/>
                    <a:gd name="T8" fmla="*/ 10 w 717"/>
                    <a:gd name="T9" fmla="*/ 519 h 756"/>
                    <a:gd name="T10" fmla="*/ 11 w 717"/>
                    <a:gd name="T11" fmla="*/ 487 h 756"/>
                    <a:gd name="T12" fmla="*/ 11 w 717"/>
                    <a:gd name="T13" fmla="*/ 359 h 756"/>
                    <a:gd name="T14" fmla="*/ 14 w 717"/>
                    <a:gd name="T15" fmla="*/ 71 h 756"/>
                    <a:gd name="T16" fmla="*/ 16 w 717"/>
                    <a:gd name="T17" fmla="*/ 244 h 756"/>
                    <a:gd name="T18" fmla="*/ 17 w 717"/>
                    <a:gd name="T19" fmla="*/ 96 h 756"/>
                    <a:gd name="T20" fmla="*/ 18 w 717"/>
                    <a:gd name="T21" fmla="*/ 615 h 756"/>
                    <a:gd name="T22" fmla="*/ 21 w 717"/>
                    <a:gd name="T23" fmla="*/ 397 h 756"/>
                    <a:gd name="T24" fmla="*/ 24 w 717"/>
                    <a:gd name="T25" fmla="*/ 519 h 756"/>
                    <a:gd name="T26" fmla="*/ 25 w 717"/>
                    <a:gd name="T27" fmla="*/ 308 h 756"/>
                    <a:gd name="T28" fmla="*/ 28 w 717"/>
                    <a:gd name="T29" fmla="*/ 442 h 756"/>
                    <a:gd name="T30" fmla="*/ 29 w 717"/>
                    <a:gd name="T31" fmla="*/ 352 h 756"/>
                    <a:gd name="T32" fmla="*/ 30 w 717"/>
                    <a:gd name="T33" fmla="*/ 384 h 756"/>
                    <a:gd name="T34" fmla="*/ 31 w 717"/>
                    <a:gd name="T35" fmla="*/ 135 h 756"/>
                    <a:gd name="T36" fmla="*/ 33 w 717"/>
                    <a:gd name="T37" fmla="*/ 301 h 756"/>
                    <a:gd name="T38" fmla="*/ 32 w 717"/>
                    <a:gd name="T39" fmla="*/ 519 h 756"/>
                    <a:gd name="T40" fmla="*/ 34 w 717"/>
                    <a:gd name="T41" fmla="*/ 679 h 756"/>
                    <a:gd name="T42" fmla="*/ 36 w 717"/>
                    <a:gd name="T43" fmla="*/ 628 h 756"/>
                    <a:gd name="T44" fmla="*/ 37 w 717"/>
                    <a:gd name="T45" fmla="*/ 480 h 756"/>
                    <a:gd name="T46" fmla="*/ 38 w 717"/>
                    <a:gd name="T47" fmla="*/ 391 h 756"/>
                    <a:gd name="T48" fmla="*/ 36 w 717"/>
                    <a:gd name="T49" fmla="*/ 506 h 756"/>
                    <a:gd name="T50" fmla="*/ 38 w 717"/>
                    <a:gd name="T51" fmla="*/ 352 h 756"/>
                    <a:gd name="T52" fmla="*/ 39 w 717"/>
                    <a:gd name="T53" fmla="*/ 455 h 756"/>
                    <a:gd name="T54" fmla="*/ 41 w 717"/>
                    <a:gd name="T55" fmla="*/ 519 h 756"/>
                    <a:gd name="T56" fmla="*/ 43 w 717"/>
                    <a:gd name="T57" fmla="*/ 410 h 756"/>
                    <a:gd name="T58" fmla="*/ 44 w 717"/>
                    <a:gd name="T59" fmla="*/ 186 h 756"/>
                    <a:gd name="T60" fmla="*/ 45 w 717"/>
                    <a:gd name="T61" fmla="*/ 231 h 756"/>
                    <a:gd name="T62" fmla="*/ 48 w 717"/>
                    <a:gd name="T63" fmla="*/ 148 h 756"/>
                    <a:gd name="T64" fmla="*/ 48 w 717"/>
                    <a:gd name="T65" fmla="*/ 301 h 756"/>
                    <a:gd name="T66" fmla="*/ 48 w 717"/>
                    <a:gd name="T67" fmla="*/ 730 h 756"/>
                    <a:gd name="T68" fmla="*/ 54 w 717"/>
                    <a:gd name="T69" fmla="*/ 0 h 756"/>
                    <a:gd name="T70" fmla="*/ 54 w 717"/>
                    <a:gd name="T71" fmla="*/ 250 h 756"/>
                    <a:gd name="T72" fmla="*/ 55 w 717"/>
                    <a:gd name="T73" fmla="*/ 333 h 756"/>
                    <a:gd name="T74" fmla="*/ 57 w 717"/>
                    <a:gd name="T75" fmla="*/ 192 h 756"/>
                    <a:gd name="T76" fmla="*/ 59 w 717"/>
                    <a:gd name="T77" fmla="*/ 340 h 756"/>
                    <a:gd name="T78" fmla="*/ 58 w 717"/>
                    <a:gd name="T79" fmla="*/ 429 h 756"/>
                    <a:gd name="T80" fmla="*/ 60 w 717"/>
                    <a:gd name="T81" fmla="*/ 461 h 756"/>
                    <a:gd name="T82" fmla="*/ 0 60000 65536"/>
                    <a:gd name="T83" fmla="*/ 0 60000 65536"/>
                    <a:gd name="T84" fmla="*/ 0 60000 65536"/>
                    <a:gd name="T85" fmla="*/ 0 60000 65536"/>
                    <a:gd name="T86" fmla="*/ 0 60000 65536"/>
                    <a:gd name="T87" fmla="*/ 0 60000 65536"/>
                    <a:gd name="T88" fmla="*/ 0 60000 65536"/>
                    <a:gd name="T89" fmla="*/ 0 60000 65536"/>
                    <a:gd name="T90" fmla="*/ 0 60000 65536"/>
                    <a:gd name="T91" fmla="*/ 0 60000 65536"/>
                    <a:gd name="T92" fmla="*/ 0 60000 65536"/>
                    <a:gd name="T93" fmla="*/ 0 60000 65536"/>
                    <a:gd name="T94" fmla="*/ 0 60000 65536"/>
                    <a:gd name="T95" fmla="*/ 0 60000 65536"/>
                    <a:gd name="T96" fmla="*/ 0 60000 65536"/>
                    <a:gd name="T97" fmla="*/ 0 60000 65536"/>
                    <a:gd name="T98" fmla="*/ 0 60000 65536"/>
                    <a:gd name="T99" fmla="*/ 0 60000 65536"/>
                    <a:gd name="T100" fmla="*/ 0 60000 65536"/>
                    <a:gd name="T101" fmla="*/ 0 60000 65536"/>
                    <a:gd name="T102" fmla="*/ 0 60000 65536"/>
                    <a:gd name="T103" fmla="*/ 0 60000 65536"/>
                    <a:gd name="T104" fmla="*/ 0 60000 65536"/>
                    <a:gd name="T105" fmla="*/ 0 60000 65536"/>
                    <a:gd name="T106" fmla="*/ 0 60000 65536"/>
                    <a:gd name="T107" fmla="*/ 0 60000 65536"/>
                    <a:gd name="T108" fmla="*/ 0 60000 65536"/>
                    <a:gd name="T109" fmla="*/ 0 60000 65536"/>
                    <a:gd name="T110" fmla="*/ 0 60000 65536"/>
                    <a:gd name="T111" fmla="*/ 0 60000 65536"/>
                    <a:gd name="T112" fmla="*/ 0 60000 65536"/>
                    <a:gd name="T113" fmla="*/ 0 60000 65536"/>
                    <a:gd name="T114" fmla="*/ 0 60000 65536"/>
                    <a:gd name="T115" fmla="*/ 0 60000 65536"/>
                    <a:gd name="T116" fmla="*/ 0 60000 65536"/>
                    <a:gd name="T117" fmla="*/ 0 60000 65536"/>
                    <a:gd name="T118" fmla="*/ 0 60000 65536"/>
                    <a:gd name="T119" fmla="*/ 0 60000 65536"/>
                    <a:gd name="T120" fmla="*/ 0 60000 65536"/>
                    <a:gd name="T121" fmla="*/ 0 60000 65536"/>
                    <a:gd name="T122" fmla="*/ 0 60000 65536"/>
                    <a:gd name="T123" fmla="*/ 0 w 717"/>
                    <a:gd name="T124" fmla="*/ 0 h 756"/>
                    <a:gd name="T125" fmla="*/ 717 w 717"/>
                    <a:gd name="T126" fmla="*/ 756 h 756"/>
                  </a:gdLst>
                  <a:ahLst/>
                  <a:cxnLst>
                    <a:cxn ang="T82">
                      <a:pos x="T0" y="T1"/>
                    </a:cxn>
                    <a:cxn ang="T83">
                      <a:pos x="T2" y="T3"/>
                    </a:cxn>
                    <a:cxn ang="T84">
                      <a:pos x="T4" y="T5"/>
                    </a:cxn>
                    <a:cxn ang="T85">
                      <a:pos x="T6" y="T7"/>
                    </a:cxn>
                    <a:cxn ang="T86">
                      <a:pos x="T8" y="T9"/>
                    </a:cxn>
                    <a:cxn ang="T87">
                      <a:pos x="T10" y="T11"/>
                    </a:cxn>
                    <a:cxn ang="T88">
                      <a:pos x="T12" y="T13"/>
                    </a:cxn>
                    <a:cxn ang="T89">
                      <a:pos x="T14" y="T15"/>
                    </a:cxn>
                    <a:cxn ang="T90">
                      <a:pos x="T16" y="T17"/>
                    </a:cxn>
                    <a:cxn ang="T91">
                      <a:pos x="T18" y="T19"/>
                    </a:cxn>
                    <a:cxn ang="T92">
                      <a:pos x="T20" y="T21"/>
                    </a:cxn>
                    <a:cxn ang="T93">
                      <a:pos x="T22" y="T23"/>
                    </a:cxn>
                    <a:cxn ang="T94">
                      <a:pos x="T24" y="T25"/>
                    </a:cxn>
                    <a:cxn ang="T95">
                      <a:pos x="T26" y="T27"/>
                    </a:cxn>
                    <a:cxn ang="T96">
                      <a:pos x="T28" y="T29"/>
                    </a:cxn>
                    <a:cxn ang="T97">
                      <a:pos x="T30" y="T31"/>
                    </a:cxn>
                    <a:cxn ang="T98">
                      <a:pos x="T32" y="T33"/>
                    </a:cxn>
                    <a:cxn ang="T99">
                      <a:pos x="T34" y="T35"/>
                    </a:cxn>
                    <a:cxn ang="T100">
                      <a:pos x="T36" y="T37"/>
                    </a:cxn>
                    <a:cxn ang="T101">
                      <a:pos x="T38" y="T39"/>
                    </a:cxn>
                    <a:cxn ang="T102">
                      <a:pos x="T40" y="T41"/>
                    </a:cxn>
                    <a:cxn ang="T103">
                      <a:pos x="T42" y="T43"/>
                    </a:cxn>
                    <a:cxn ang="T104">
                      <a:pos x="T44" y="T45"/>
                    </a:cxn>
                    <a:cxn ang="T105">
                      <a:pos x="T46" y="T47"/>
                    </a:cxn>
                    <a:cxn ang="T106">
                      <a:pos x="T48" y="T49"/>
                    </a:cxn>
                    <a:cxn ang="T107">
                      <a:pos x="T50" y="T51"/>
                    </a:cxn>
                    <a:cxn ang="T108">
                      <a:pos x="T52" y="T53"/>
                    </a:cxn>
                    <a:cxn ang="T109">
                      <a:pos x="T54" y="T55"/>
                    </a:cxn>
                    <a:cxn ang="T110">
                      <a:pos x="T56" y="T57"/>
                    </a:cxn>
                    <a:cxn ang="T111">
                      <a:pos x="T58" y="T59"/>
                    </a:cxn>
                    <a:cxn ang="T112">
                      <a:pos x="T60" y="T61"/>
                    </a:cxn>
                    <a:cxn ang="T113">
                      <a:pos x="T62" y="T63"/>
                    </a:cxn>
                    <a:cxn ang="T114">
                      <a:pos x="T64" y="T65"/>
                    </a:cxn>
                    <a:cxn ang="T115">
                      <a:pos x="T66" y="T67"/>
                    </a:cxn>
                    <a:cxn ang="T116">
                      <a:pos x="T68" y="T69"/>
                    </a:cxn>
                    <a:cxn ang="T117">
                      <a:pos x="T70" y="T71"/>
                    </a:cxn>
                    <a:cxn ang="T118">
                      <a:pos x="T72" y="T73"/>
                    </a:cxn>
                    <a:cxn ang="T119">
                      <a:pos x="T74" y="T75"/>
                    </a:cxn>
                    <a:cxn ang="T120">
                      <a:pos x="T76" y="T77"/>
                    </a:cxn>
                    <a:cxn ang="T121">
                      <a:pos x="T78" y="T79"/>
                    </a:cxn>
                    <a:cxn ang="T122">
                      <a:pos x="T80" y="T81"/>
                    </a:cxn>
                  </a:cxnLst>
                  <a:rect l="T123" t="T124" r="T125" b="T126"/>
                  <a:pathLst>
                    <a:path w="717" h="756">
                      <a:moveTo>
                        <a:pt x="0" y="756"/>
                      </a:moveTo>
                      <a:lnTo>
                        <a:pt x="52" y="167"/>
                      </a:lnTo>
                      <a:lnTo>
                        <a:pt x="64" y="384"/>
                      </a:lnTo>
                      <a:lnTo>
                        <a:pt x="90" y="103"/>
                      </a:lnTo>
                      <a:lnTo>
                        <a:pt x="116" y="519"/>
                      </a:lnTo>
                      <a:lnTo>
                        <a:pt x="135" y="487"/>
                      </a:lnTo>
                      <a:lnTo>
                        <a:pt x="135" y="359"/>
                      </a:lnTo>
                      <a:lnTo>
                        <a:pt x="167" y="71"/>
                      </a:lnTo>
                      <a:lnTo>
                        <a:pt x="192" y="244"/>
                      </a:lnTo>
                      <a:lnTo>
                        <a:pt x="205" y="96"/>
                      </a:lnTo>
                      <a:lnTo>
                        <a:pt x="218" y="615"/>
                      </a:lnTo>
                      <a:lnTo>
                        <a:pt x="244" y="397"/>
                      </a:lnTo>
                      <a:lnTo>
                        <a:pt x="282" y="519"/>
                      </a:lnTo>
                      <a:lnTo>
                        <a:pt x="308" y="308"/>
                      </a:lnTo>
                      <a:lnTo>
                        <a:pt x="333" y="442"/>
                      </a:lnTo>
                      <a:lnTo>
                        <a:pt x="346" y="352"/>
                      </a:lnTo>
                      <a:lnTo>
                        <a:pt x="365" y="384"/>
                      </a:lnTo>
                      <a:lnTo>
                        <a:pt x="378" y="135"/>
                      </a:lnTo>
                      <a:lnTo>
                        <a:pt x="391" y="301"/>
                      </a:lnTo>
                      <a:lnTo>
                        <a:pt x="384" y="519"/>
                      </a:lnTo>
                      <a:lnTo>
                        <a:pt x="404" y="679"/>
                      </a:lnTo>
                      <a:lnTo>
                        <a:pt x="429" y="628"/>
                      </a:lnTo>
                      <a:lnTo>
                        <a:pt x="442" y="480"/>
                      </a:lnTo>
                      <a:lnTo>
                        <a:pt x="455" y="391"/>
                      </a:lnTo>
                      <a:lnTo>
                        <a:pt x="436" y="506"/>
                      </a:lnTo>
                      <a:lnTo>
                        <a:pt x="461" y="352"/>
                      </a:lnTo>
                      <a:lnTo>
                        <a:pt x="474" y="455"/>
                      </a:lnTo>
                      <a:lnTo>
                        <a:pt x="493" y="519"/>
                      </a:lnTo>
                      <a:lnTo>
                        <a:pt x="512" y="410"/>
                      </a:lnTo>
                      <a:lnTo>
                        <a:pt x="532" y="186"/>
                      </a:lnTo>
                      <a:lnTo>
                        <a:pt x="544" y="231"/>
                      </a:lnTo>
                      <a:lnTo>
                        <a:pt x="570" y="148"/>
                      </a:lnTo>
                      <a:lnTo>
                        <a:pt x="576" y="301"/>
                      </a:lnTo>
                      <a:lnTo>
                        <a:pt x="576" y="730"/>
                      </a:lnTo>
                      <a:lnTo>
                        <a:pt x="647" y="0"/>
                      </a:lnTo>
                      <a:lnTo>
                        <a:pt x="647" y="250"/>
                      </a:lnTo>
                      <a:lnTo>
                        <a:pt x="660" y="333"/>
                      </a:lnTo>
                      <a:lnTo>
                        <a:pt x="685" y="192"/>
                      </a:lnTo>
                      <a:lnTo>
                        <a:pt x="711" y="340"/>
                      </a:lnTo>
                      <a:lnTo>
                        <a:pt x="698" y="429"/>
                      </a:lnTo>
                      <a:lnTo>
                        <a:pt x="717" y="461"/>
                      </a:lnTo>
                    </a:path>
                  </a:pathLst>
                </a:custGeom>
                <a:noFill/>
                <a:ln w="9525">
                  <a:solidFill>
                    <a:srgbClr val="FF0000"/>
                  </a:solidFill>
                  <a:round/>
                  <a:headEnd/>
                  <a:tailEnd/>
                </a:ln>
              </p:spPr>
              <p:txBody>
                <a:bodyPr/>
                <a:lstStyle/>
                <a:p>
                  <a:endParaRPr lang="en-GB" sz="1600"/>
                </a:p>
              </p:txBody>
            </p:sp>
            <p:sp>
              <p:nvSpPr>
                <p:cNvPr id="14382" name="Freeform 398"/>
                <p:cNvSpPr>
                  <a:spLocks/>
                </p:cNvSpPr>
                <p:nvPr/>
              </p:nvSpPr>
              <p:spPr bwMode="auto">
                <a:xfrm flipH="1">
                  <a:off x="4698" y="1100"/>
                  <a:ext cx="313" cy="756"/>
                </a:xfrm>
                <a:custGeom>
                  <a:avLst/>
                  <a:gdLst>
                    <a:gd name="T0" fmla="*/ 0 w 717"/>
                    <a:gd name="T1" fmla="*/ 756 h 756"/>
                    <a:gd name="T2" fmla="*/ 4 w 717"/>
                    <a:gd name="T3" fmla="*/ 167 h 756"/>
                    <a:gd name="T4" fmla="*/ 5 w 717"/>
                    <a:gd name="T5" fmla="*/ 384 h 756"/>
                    <a:gd name="T6" fmla="*/ 7 w 717"/>
                    <a:gd name="T7" fmla="*/ 103 h 756"/>
                    <a:gd name="T8" fmla="*/ 10 w 717"/>
                    <a:gd name="T9" fmla="*/ 519 h 756"/>
                    <a:gd name="T10" fmla="*/ 11 w 717"/>
                    <a:gd name="T11" fmla="*/ 487 h 756"/>
                    <a:gd name="T12" fmla="*/ 11 w 717"/>
                    <a:gd name="T13" fmla="*/ 359 h 756"/>
                    <a:gd name="T14" fmla="*/ 14 w 717"/>
                    <a:gd name="T15" fmla="*/ 71 h 756"/>
                    <a:gd name="T16" fmla="*/ 16 w 717"/>
                    <a:gd name="T17" fmla="*/ 244 h 756"/>
                    <a:gd name="T18" fmla="*/ 17 w 717"/>
                    <a:gd name="T19" fmla="*/ 96 h 756"/>
                    <a:gd name="T20" fmla="*/ 18 w 717"/>
                    <a:gd name="T21" fmla="*/ 615 h 756"/>
                    <a:gd name="T22" fmla="*/ 21 w 717"/>
                    <a:gd name="T23" fmla="*/ 397 h 756"/>
                    <a:gd name="T24" fmla="*/ 24 w 717"/>
                    <a:gd name="T25" fmla="*/ 519 h 756"/>
                    <a:gd name="T26" fmla="*/ 25 w 717"/>
                    <a:gd name="T27" fmla="*/ 308 h 756"/>
                    <a:gd name="T28" fmla="*/ 28 w 717"/>
                    <a:gd name="T29" fmla="*/ 442 h 756"/>
                    <a:gd name="T30" fmla="*/ 29 w 717"/>
                    <a:gd name="T31" fmla="*/ 352 h 756"/>
                    <a:gd name="T32" fmla="*/ 30 w 717"/>
                    <a:gd name="T33" fmla="*/ 384 h 756"/>
                    <a:gd name="T34" fmla="*/ 31 w 717"/>
                    <a:gd name="T35" fmla="*/ 135 h 756"/>
                    <a:gd name="T36" fmla="*/ 33 w 717"/>
                    <a:gd name="T37" fmla="*/ 301 h 756"/>
                    <a:gd name="T38" fmla="*/ 32 w 717"/>
                    <a:gd name="T39" fmla="*/ 519 h 756"/>
                    <a:gd name="T40" fmla="*/ 34 w 717"/>
                    <a:gd name="T41" fmla="*/ 679 h 756"/>
                    <a:gd name="T42" fmla="*/ 36 w 717"/>
                    <a:gd name="T43" fmla="*/ 628 h 756"/>
                    <a:gd name="T44" fmla="*/ 37 w 717"/>
                    <a:gd name="T45" fmla="*/ 480 h 756"/>
                    <a:gd name="T46" fmla="*/ 38 w 717"/>
                    <a:gd name="T47" fmla="*/ 391 h 756"/>
                    <a:gd name="T48" fmla="*/ 36 w 717"/>
                    <a:gd name="T49" fmla="*/ 506 h 756"/>
                    <a:gd name="T50" fmla="*/ 38 w 717"/>
                    <a:gd name="T51" fmla="*/ 352 h 756"/>
                    <a:gd name="T52" fmla="*/ 39 w 717"/>
                    <a:gd name="T53" fmla="*/ 455 h 756"/>
                    <a:gd name="T54" fmla="*/ 41 w 717"/>
                    <a:gd name="T55" fmla="*/ 519 h 756"/>
                    <a:gd name="T56" fmla="*/ 43 w 717"/>
                    <a:gd name="T57" fmla="*/ 410 h 756"/>
                    <a:gd name="T58" fmla="*/ 44 w 717"/>
                    <a:gd name="T59" fmla="*/ 186 h 756"/>
                    <a:gd name="T60" fmla="*/ 45 w 717"/>
                    <a:gd name="T61" fmla="*/ 231 h 756"/>
                    <a:gd name="T62" fmla="*/ 48 w 717"/>
                    <a:gd name="T63" fmla="*/ 148 h 756"/>
                    <a:gd name="T64" fmla="*/ 48 w 717"/>
                    <a:gd name="T65" fmla="*/ 301 h 756"/>
                    <a:gd name="T66" fmla="*/ 48 w 717"/>
                    <a:gd name="T67" fmla="*/ 730 h 756"/>
                    <a:gd name="T68" fmla="*/ 54 w 717"/>
                    <a:gd name="T69" fmla="*/ 0 h 756"/>
                    <a:gd name="T70" fmla="*/ 54 w 717"/>
                    <a:gd name="T71" fmla="*/ 250 h 756"/>
                    <a:gd name="T72" fmla="*/ 55 w 717"/>
                    <a:gd name="T73" fmla="*/ 333 h 756"/>
                    <a:gd name="T74" fmla="*/ 57 w 717"/>
                    <a:gd name="T75" fmla="*/ 192 h 756"/>
                    <a:gd name="T76" fmla="*/ 59 w 717"/>
                    <a:gd name="T77" fmla="*/ 340 h 756"/>
                    <a:gd name="T78" fmla="*/ 58 w 717"/>
                    <a:gd name="T79" fmla="*/ 429 h 756"/>
                    <a:gd name="T80" fmla="*/ 60 w 717"/>
                    <a:gd name="T81" fmla="*/ 461 h 756"/>
                    <a:gd name="T82" fmla="*/ 0 60000 65536"/>
                    <a:gd name="T83" fmla="*/ 0 60000 65536"/>
                    <a:gd name="T84" fmla="*/ 0 60000 65536"/>
                    <a:gd name="T85" fmla="*/ 0 60000 65536"/>
                    <a:gd name="T86" fmla="*/ 0 60000 65536"/>
                    <a:gd name="T87" fmla="*/ 0 60000 65536"/>
                    <a:gd name="T88" fmla="*/ 0 60000 65536"/>
                    <a:gd name="T89" fmla="*/ 0 60000 65536"/>
                    <a:gd name="T90" fmla="*/ 0 60000 65536"/>
                    <a:gd name="T91" fmla="*/ 0 60000 65536"/>
                    <a:gd name="T92" fmla="*/ 0 60000 65536"/>
                    <a:gd name="T93" fmla="*/ 0 60000 65536"/>
                    <a:gd name="T94" fmla="*/ 0 60000 65536"/>
                    <a:gd name="T95" fmla="*/ 0 60000 65536"/>
                    <a:gd name="T96" fmla="*/ 0 60000 65536"/>
                    <a:gd name="T97" fmla="*/ 0 60000 65536"/>
                    <a:gd name="T98" fmla="*/ 0 60000 65536"/>
                    <a:gd name="T99" fmla="*/ 0 60000 65536"/>
                    <a:gd name="T100" fmla="*/ 0 60000 65536"/>
                    <a:gd name="T101" fmla="*/ 0 60000 65536"/>
                    <a:gd name="T102" fmla="*/ 0 60000 65536"/>
                    <a:gd name="T103" fmla="*/ 0 60000 65536"/>
                    <a:gd name="T104" fmla="*/ 0 60000 65536"/>
                    <a:gd name="T105" fmla="*/ 0 60000 65536"/>
                    <a:gd name="T106" fmla="*/ 0 60000 65536"/>
                    <a:gd name="T107" fmla="*/ 0 60000 65536"/>
                    <a:gd name="T108" fmla="*/ 0 60000 65536"/>
                    <a:gd name="T109" fmla="*/ 0 60000 65536"/>
                    <a:gd name="T110" fmla="*/ 0 60000 65536"/>
                    <a:gd name="T111" fmla="*/ 0 60000 65536"/>
                    <a:gd name="T112" fmla="*/ 0 60000 65536"/>
                    <a:gd name="T113" fmla="*/ 0 60000 65536"/>
                    <a:gd name="T114" fmla="*/ 0 60000 65536"/>
                    <a:gd name="T115" fmla="*/ 0 60000 65536"/>
                    <a:gd name="T116" fmla="*/ 0 60000 65536"/>
                    <a:gd name="T117" fmla="*/ 0 60000 65536"/>
                    <a:gd name="T118" fmla="*/ 0 60000 65536"/>
                    <a:gd name="T119" fmla="*/ 0 60000 65536"/>
                    <a:gd name="T120" fmla="*/ 0 60000 65536"/>
                    <a:gd name="T121" fmla="*/ 0 60000 65536"/>
                    <a:gd name="T122" fmla="*/ 0 60000 65536"/>
                    <a:gd name="T123" fmla="*/ 0 w 717"/>
                    <a:gd name="T124" fmla="*/ 0 h 756"/>
                    <a:gd name="T125" fmla="*/ 717 w 717"/>
                    <a:gd name="T126" fmla="*/ 756 h 756"/>
                  </a:gdLst>
                  <a:ahLst/>
                  <a:cxnLst>
                    <a:cxn ang="T82">
                      <a:pos x="T0" y="T1"/>
                    </a:cxn>
                    <a:cxn ang="T83">
                      <a:pos x="T2" y="T3"/>
                    </a:cxn>
                    <a:cxn ang="T84">
                      <a:pos x="T4" y="T5"/>
                    </a:cxn>
                    <a:cxn ang="T85">
                      <a:pos x="T6" y="T7"/>
                    </a:cxn>
                    <a:cxn ang="T86">
                      <a:pos x="T8" y="T9"/>
                    </a:cxn>
                    <a:cxn ang="T87">
                      <a:pos x="T10" y="T11"/>
                    </a:cxn>
                    <a:cxn ang="T88">
                      <a:pos x="T12" y="T13"/>
                    </a:cxn>
                    <a:cxn ang="T89">
                      <a:pos x="T14" y="T15"/>
                    </a:cxn>
                    <a:cxn ang="T90">
                      <a:pos x="T16" y="T17"/>
                    </a:cxn>
                    <a:cxn ang="T91">
                      <a:pos x="T18" y="T19"/>
                    </a:cxn>
                    <a:cxn ang="T92">
                      <a:pos x="T20" y="T21"/>
                    </a:cxn>
                    <a:cxn ang="T93">
                      <a:pos x="T22" y="T23"/>
                    </a:cxn>
                    <a:cxn ang="T94">
                      <a:pos x="T24" y="T25"/>
                    </a:cxn>
                    <a:cxn ang="T95">
                      <a:pos x="T26" y="T27"/>
                    </a:cxn>
                    <a:cxn ang="T96">
                      <a:pos x="T28" y="T29"/>
                    </a:cxn>
                    <a:cxn ang="T97">
                      <a:pos x="T30" y="T31"/>
                    </a:cxn>
                    <a:cxn ang="T98">
                      <a:pos x="T32" y="T33"/>
                    </a:cxn>
                    <a:cxn ang="T99">
                      <a:pos x="T34" y="T35"/>
                    </a:cxn>
                    <a:cxn ang="T100">
                      <a:pos x="T36" y="T37"/>
                    </a:cxn>
                    <a:cxn ang="T101">
                      <a:pos x="T38" y="T39"/>
                    </a:cxn>
                    <a:cxn ang="T102">
                      <a:pos x="T40" y="T41"/>
                    </a:cxn>
                    <a:cxn ang="T103">
                      <a:pos x="T42" y="T43"/>
                    </a:cxn>
                    <a:cxn ang="T104">
                      <a:pos x="T44" y="T45"/>
                    </a:cxn>
                    <a:cxn ang="T105">
                      <a:pos x="T46" y="T47"/>
                    </a:cxn>
                    <a:cxn ang="T106">
                      <a:pos x="T48" y="T49"/>
                    </a:cxn>
                    <a:cxn ang="T107">
                      <a:pos x="T50" y="T51"/>
                    </a:cxn>
                    <a:cxn ang="T108">
                      <a:pos x="T52" y="T53"/>
                    </a:cxn>
                    <a:cxn ang="T109">
                      <a:pos x="T54" y="T55"/>
                    </a:cxn>
                    <a:cxn ang="T110">
                      <a:pos x="T56" y="T57"/>
                    </a:cxn>
                    <a:cxn ang="T111">
                      <a:pos x="T58" y="T59"/>
                    </a:cxn>
                    <a:cxn ang="T112">
                      <a:pos x="T60" y="T61"/>
                    </a:cxn>
                    <a:cxn ang="T113">
                      <a:pos x="T62" y="T63"/>
                    </a:cxn>
                    <a:cxn ang="T114">
                      <a:pos x="T64" y="T65"/>
                    </a:cxn>
                    <a:cxn ang="T115">
                      <a:pos x="T66" y="T67"/>
                    </a:cxn>
                    <a:cxn ang="T116">
                      <a:pos x="T68" y="T69"/>
                    </a:cxn>
                    <a:cxn ang="T117">
                      <a:pos x="T70" y="T71"/>
                    </a:cxn>
                    <a:cxn ang="T118">
                      <a:pos x="T72" y="T73"/>
                    </a:cxn>
                    <a:cxn ang="T119">
                      <a:pos x="T74" y="T75"/>
                    </a:cxn>
                    <a:cxn ang="T120">
                      <a:pos x="T76" y="T77"/>
                    </a:cxn>
                    <a:cxn ang="T121">
                      <a:pos x="T78" y="T79"/>
                    </a:cxn>
                    <a:cxn ang="T122">
                      <a:pos x="T80" y="T81"/>
                    </a:cxn>
                  </a:cxnLst>
                  <a:rect l="T123" t="T124" r="T125" b="T126"/>
                  <a:pathLst>
                    <a:path w="717" h="756">
                      <a:moveTo>
                        <a:pt x="0" y="756"/>
                      </a:moveTo>
                      <a:lnTo>
                        <a:pt x="52" y="167"/>
                      </a:lnTo>
                      <a:lnTo>
                        <a:pt x="64" y="384"/>
                      </a:lnTo>
                      <a:lnTo>
                        <a:pt x="90" y="103"/>
                      </a:lnTo>
                      <a:lnTo>
                        <a:pt x="116" y="519"/>
                      </a:lnTo>
                      <a:lnTo>
                        <a:pt x="135" y="487"/>
                      </a:lnTo>
                      <a:lnTo>
                        <a:pt x="135" y="359"/>
                      </a:lnTo>
                      <a:lnTo>
                        <a:pt x="167" y="71"/>
                      </a:lnTo>
                      <a:lnTo>
                        <a:pt x="192" y="244"/>
                      </a:lnTo>
                      <a:lnTo>
                        <a:pt x="205" y="96"/>
                      </a:lnTo>
                      <a:lnTo>
                        <a:pt x="218" y="615"/>
                      </a:lnTo>
                      <a:lnTo>
                        <a:pt x="244" y="397"/>
                      </a:lnTo>
                      <a:lnTo>
                        <a:pt x="282" y="519"/>
                      </a:lnTo>
                      <a:lnTo>
                        <a:pt x="308" y="308"/>
                      </a:lnTo>
                      <a:lnTo>
                        <a:pt x="333" y="442"/>
                      </a:lnTo>
                      <a:lnTo>
                        <a:pt x="346" y="352"/>
                      </a:lnTo>
                      <a:lnTo>
                        <a:pt x="365" y="384"/>
                      </a:lnTo>
                      <a:lnTo>
                        <a:pt x="378" y="135"/>
                      </a:lnTo>
                      <a:lnTo>
                        <a:pt x="391" y="301"/>
                      </a:lnTo>
                      <a:lnTo>
                        <a:pt x="384" y="519"/>
                      </a:lnTo>
                      <a:lnTo>
                        <a:pt x="404" y="679"/>
                      </a:lnTo>
                      <a:lnTo>
                        <a:pt x="429" y="628"/>
                      </a:lnTo>
                      <a:lnTo>
                        <a:pt x="442" y="480"/>
                      </a:lnTo>
                      <a:lnTo>
                        <a:pt x="455" y="391"/>
                      </a:lnTo>
                      <a:lnTo>
                        <a:pt x="436" y="506"/>
                      </a:lnTo>
                      <a:lnTo>
                        <a:pt x="461" y="352"/>
                      </a:lnTo>
                      <a:lnTo>
                        <a:pt x="474" y="455"/>
                      </a:lnTo>
                      <a:lnTo>
                        <a:pt x="493" y="519"/>
                      </a:lnTo>
                      <a:lnTo>
                        <a:pt x="512" y="410"/>
                      </a:lnTo>
                      <a:lnTo>
                        <a:pt x="532" y="186"/>
                      </a:lnTo>
                      <a:lnTo>
                        <a:pt x="544" y="231"/>
                      </a:lnTo>
                      <a:lnTo>
                        <a:pt x="570" y="148"/>
                      </a:lnTo>
                      <a:lnTo>
                        <a:pt x="576" y="301"/>
                      </a:lnTo>
                      <a:lnTo>
                        <a:pt x="576" y="730"/>
                      </a:lnTo>
                      <a:lnTo>
                        <a:pt x="647" y="0"/>
                      </a:lnTo>
                      <a:lnTo>
                        <a:pt x="647" y="250"/>
                      </a:lnTo>
                      <a:lnTo>
                        <a:pt x="660" y="333"/>
                      </a:lnTo>
                      <a:lnTo>
                        <a:pt x="685" y="192"/>
                      </a:lnTo>
                      <a:lnTo>
                        <a:pt x="711" y="340"/>
                      </a:lnTo>
                      <a:lnTo>
                        <a:pt x="698" y="429"/>
                      </a:lnTo>
                      <a:lnTo>
                        <a:pt x="717" y="461"/>
                      </a:lnTo>
                    </a:path>
                  </a:pathLst>
                </a:custGeom>
                <a:noFill/>
                <a:ln w="9525">
                  <a:solidFill>
                    <a:srgbClr val="FF0000"/>
                  </a:solidFill>
                  <a:round/>
                  <a:headEnd/>
                  <a:tailEnd/>
                </a:ln>
              </p:spPr>
              <p:txBody>
                <a:bodyPr/>
                <a:lstStyle/>
                <a:p>
                  <a:endParaRPr lang="en-GB" sz="1600"/>
                </a:p>
              </p:txBody>
            </p:sp>
          </p:grpSp>
          <p:grpSp>
            <p:nvGrpSpPr>
              <p:cNvPr id="14474" name="Group 399"/>
              <p:cNvGrpSpPr>
                <a:grpSpLocks/>
              </p:cNvGrpSpPr>
              <p:nvPr/>
            </p:nvGrpSpPr>
            <p:grpSpPr bwMode="auto">
              <a:xfrm flipH="1">
                <a:off x="3986" y="1092"/>
                <a:ext cx="590" cy="801"/>
                <a:chOff x="3462" y="1100"/>
                <a:chExt cx="1549" cy="801"/>
              </a:xfrm>
            </p:grpSpPr>
            <p:sp>
              <p:nvSpPr>
                <p:cNvPr id="14373" name="Freeform 400"/>
                <p:cNvSpPr>
                  <a:spLocks/>
                </p:cNvSpPr>
                <p:nvPr/>
              </p:nvSpPr>
              <p:spPr bwMode="auto">
                <a:xfrm>
                  <a:off x="3462" y="1126"/>
                  <a:ext cx="313" cy="756"/>
                </a:xfrm>
                <a:custGeom>
                  <a:avLst/>
                  <a:gdLst>
                    <a:gd name="T0" fmla="*/ 0 w 717"/>
                    <a:gd name="T1" fmla="*/ 756 h 756"/>
                    <a:gd name="T2" fmla="*/ 4 w 717"/>
                    <a:gd name="T3" fmla="*/ 167 h 756"/>
                    <a:gd name="T4" fmla="*/ 5 w 717"/>
                    <a:gd name="T5" fmla="*/ 384 h 756"/>
                    <a:gd name="T6" fmla="*/ 7 w 717"/>
                    <a:gd name="T7" fmla="*/ 103 h 756"/>
                    <a:gd name="T8" fmla="*/ 10 w 717"/>
                    <a:gd name="T9" fmla="*/ 519 h 756"/>
                    <a:gd name="T10" fmla="*/ 11 w 717"/>
                    <a:gd name="T11" fmla="*/ 487 h 756"/>
                    <a:gd name="T12" fmla="*/ 11 w 717"/>
                    <a:gd name="T13" fmla="*/ 359 h 756"/>
                    <a:gd name="T14" fmla="*/ 14 w 717"/>
                    <a:gd name="T15" fmla="*/ 71 h 756"/>
                    <a:gd name="T16" fmla="*/ 16 w 717"/>
                    <a:gd name="T17" fmla="*/ 244 h 756"/>
                    <a:gd name="T18" fmla="*/ 17 w 717"/>
                    <a:gd name="T19" fmla="*/ 96 h 756"/>
                    <a:gd name="T20" fmla="*/ 18 w 717"/>
                    <a:gd name="T21" fmla="*/ 615 h 756"/>
                    <a:gd name="T22" fmla="*/ 21 w 717"/>
                    <a:gd name="T23" fmla="*/ 397 h 756"/>
                    <a:gd name="T24" fmla="*/ 24 w 717"/>
                    <a:gd name="T25" fmla="*/ 519 h 756"/>
                    <a:gd name="T26" fmla="*/ 25 w 717"/>
                    <a:gd name="T27" fmla="*/ 308 h 756"/>
                    <a:gd name="T28" fmla="*/ 28 w 717"/>
                    <a:gd name="T29" fmla="*/ 442 h 756"/>
                    <a:gd name="T30" fmla="*/ 29 w 717"/>
                    <a:gd name="T31" fmla="*/ 352 h 756"/>
                    <a:gd name="T32" fmla="*/ 30 w 717"/>
                    <a:gd name="T33" fmla="*/ 384 h 756"/>
                    <a:gd name="T34" fmla="*/ 31 w 717"/>
                    <a:gd name="T35" fmla="*/ 135 h 756"/>
                    <a:gd name="T36" fmla="*/ 33 w 717"/>
                    <a:gd name="T37" fmla="*/ 301 h 756"/>
                    <a:gd name="T38" fmla="*/ 32 w 717"/>
                    <a:gd name="T39" fmla="*/ 519 h 756"/>
                    <a:gd name="T40" fmla="*/ 34 w 717"/>
                    <a:gd name="T41" fmla="*/ 679 h 756"/>
                    <a:gd name="T42" fmla="*/ 36 w 717"/>
                    <a:gd name="T43" fmla="*/ 628 h 756"/>
                    <a:gd name="T44" fmla="*/ 37 w 717"/>
                    <a:gd name="T45" fmla="*/ 480 h 756"/>
                    <a:gd name="T46" fmla="*/ 38 w 717"/>
                    <a:gd name="T47" fmla="*/ 391 h 756"/>
                    <a:gd name="T48" fmla="*/ 36 w 717"/>
                    <a:gd name="T49" fmla="*/ 506 h 756"/>
                    <a:gd name="T50" fmla="*/ 38 w 717"/>
                    <a:gd name="T51" fmla="*/ 352 h 756"/>
                    <a:gd name="T52" fmla="*/ 39 w 717"/>
                    <a:gd name="T53" fmla="*/ 455 h 756"/>
                    <a:gd name="T54" fmla="*/ 41 w 717"/>
                    <a:gd name="T55" fmla="*/ 519 h 756"/>
                    <a:gd name="T56" fmla="*/ 43 w 717"/>
                    <a:gd name="T57" fmla="*/ 410 h 756"/>
                    <a:gd name="T58" fmla="*/ 44 w 717"/>
                    <a:gd name="T59" fmla="*/ 186 h 756"/>
                    <a:gd name="T60" fmla="*/ 45 w 717"/>
                    <a:gd name="T61" fmla="*/ 231 h 756"/>
                    <a:gd name="T62" fmla="*/ 48 w 717"/>
                    <a:gd name="T63" fmla="*/ 148 h 756"/>
                    <a:gd name="T64" fmla="*/ 48 w 717"/>
                    <a:gd name="T65" fmla="*/ 301 h 756"/>
                    <a:gd name="T66" fmla="*/ 48 w 717"/>
                    <a:gd name="T67" fmla="*/ 730 h 756"/>
                    <a:gd name="T68" fmla="*/ 54 w 717"/>
                    <a:gd name="T69" fmla="*/ 0 h 756"/>
                    <a:gd name="T70" fmla="*/ 54 w 717"/>
                    <a:gd name="T71" fmla="*/ 250 h 756"/>
                    <a:gd name="T72" fmla="*/ 55 w 717"/>
                    <a:gd name="T73" fmla="*/ 333 h 756"/>
                    <a:gd name="T74" fmla="*/ 57 w 717"/>
                    <a:gd name="T75" fmla="*/ 192 h 756"/>
                    <a:gd name="T76" fmla="*/ 59 w 717"/>
                    <a:gd name="T77" fmla="*/ 340 h 756"/>
                    <a:gd name="T78" fmla="*/ 58 w 717"/>
                    <a:gd name="T79" fmla="*/ 429 h 756"/>
                    <a:gd name="T80" fmla="*/ 60 w 717"/>
                    <a:gd name="T81" fmla="*/ 461 h 756"/>
                    <a:gd name="T82" fmla="*/ 0 60000 65536"/>
                    <a:gd name="T83" fmla="*/ 0 60000 65536"/>
                    <a:gd name="T84" fmla="*/ 0 60000 65536"/>
                    <a:gd name="T85" fmla="*/ 0 60000 65536"/>
                    <a:gd name="T86" fmla="*/ 0 60000 65536"/>
                    <a:gd name="T87" fmla="*/ 0 60000 65536"/>
                    <a:gd name="T88" fmla="*/ 0 60000 65536"/>
                    <a:gd name="T89" fmla="*/ 0 60000 65536"/>
                    <a:gd name="T90" fmla="*/ 0 60000 65536"/>
                    <a:gd name="T91" fmla="*/ 0 60000 65536"/>
                    <a:gd name="T92" fmla="*/ 0 60000 65536"/>
                    <a:gd name="T93" fmla="*/ 0 60000 65536"/>
                    <a:gd name="T94" fmla="*/ 0 60000 65536"/>
                    <a:gd name="T95" fmla="*/ 0 60000 65536"/>
                    <a:gd name="T96" fmla="*/ 0 60000 65536"/>
                    <a:gd name="T97" fmla="*/ 0 60000 65536"/>
                    <a:gd name="T98" fmla="*/ 0 60000 65536"/>
                    <a:gd name="T99" fmla="*/ 0 60000 65536"/>
                    <a:gd name="T100" fmla="*/ 0 60000 65536"/>
                    <a:gd name="T101" fmla="*/ 0 60000 65536"/>
                    <a:gd name="T102" fmla="*/ 0 60000 65536"/>
                    <a:gd name="T103" fmla="*/ 0 60000 65536"/>
                    <a:gd name="T104" fmla="*/ 0 60000 65536"/>
                    <a:gd name="T105" fmla="*/ 0 60000 65536"/>
                    <a:gd name="T106" fmla="*/ 0 60000 65536"/>
                    <a:gd name="T107" fmla="*/ 0 60000 65536"/>
                    <a:gd name="T108" fmla="*/ 0 60000 65536"/>
                    <a:gd name="T109" fmla="*/ 0 60000 65536"/>
                    <a:gd name="T110" fmla="*/ 0 60000 65536"/>
                    <a:gd name="T111" fmla="*/ 0 60000 65536"/>
                    <a:gd name="T112" fmla="*/ 0 60000 65536"/>
                    <a:gd name="T113" fmla="*/ 0 60000 65536"/>
                    <a:gd name="T114" fmla="*/ 0 60000 65536"/>
                    <a:gd name="T115" fmla="*/ 0 60000 65536"/>
                    <a:gd name="T116" fmla="*/ 0 60000 65536"/>
                    <a:gd name="T117" fmla="*/ 0 60000 65536"/>
                    <a:gd name="T118" fmla="*/ 0 60000 65536"/>
                    <a:gd name="T119" fmla="*/ 0 60000 65536"/>
                    <a:gd name="T120" fmla="*/ 0 60000 65536"/>
                    <a:gd name="T121" fmla="*/ 0 60000 65536"/>
                    <a:gd name="T122" fmla="*/ 0 60000 65536"/>
                    <a:gd name="T123" fmla="*/ 0 w 717"/>
                    <a:gd name="T124" fmla="*/ 0 h 756"/>
                    <a:gd name="T125" fmla="*/ 717 w 717"/>
                    <a:gd name="T126" fmla="*/ 756 h 756"/>
                  </a:gdLst>
                  <a:ahLst/>
                  <a:cxnLst>
                    <a:cxn ang="T82">
                      <a:pos x="T0" y="T1"/>
                    </a:cxn>
                    <a:cxn ang="T83">
                      <a:pos x="T2" y="T3"/>
                    </a:cxn>
                    <a:cxn ang="T84">
                      <a:pos x="T4" y="T5"/>
                    </a:cxn>
                    <a:cxn ang="T85">
                      <a:pos x="T6" y="T7"/>
                    </a:cxn>
                    <a:cxn ang="T86">
                      <a:pos x="T8" y="T9"/>
                    </a:cxn>
                    <a:cxn ang="T87">
                      <a:pos x="T10" y="T11"/>
                    </a:cxn>
                    <a:cxn ang="T88">
                      <a:pos x="T12" y="T13"/>
                    </a:cxn>
                    <a:cxn ang="T89">
                      <a:pos x="T14" y="T15"/>
                    </a:cxn>
                    <a:cxn ang="T90">
                      <a:pos x="T16" y="T17"/>
                    </a:cxn>
                    <a:cxn ang="T91">
                      <a:pos x="T18" y="T19"/>
                    </a:cxn>
                    <a:cxn ang="T92">
                      <a:pos x="T20" y="T21"/>
                    </a:cxn>
                    <a:cxn ang="T93">
                      <a:pos x="T22" y="T23"/>
                    </a:cxn>
                    <a:cxn ang="T94">
                      <a:pos x="T24" y="T25"/>
                    </a:cxn>
                    <a:cxn ang="T95">
                      <a:pos x="T26" y="T27"/>
                    </a:cxn>
                    <a:cxn ang="T96">
                      <a:pos x="T28" y="T29"/>
                    </a:cxn>
                    <a:cxn ang="T97">
                      <a:pos x="T30" y="T31"/>
                    </a:cxn>
                    <a:cxn ang="T98">
                      <a:pos x="T32" y="T33"/>
                    </a:cxn>
                    <a:cxn ang="T99">
                      <a:pos x="T34" y="T35"/>
                    </a:cxn>
                    <a:cxn ang="T100">
                      <a:pos x="T36" y="T37"/>
                    </a:cxn>
                    <a:cxn ang="T101">
                      <a:pos x="T38" y="T39"/>
                    </a:cxn>
                    <a:cxn ang="T102">
                      <a:pos x="T40" y="T41"/>
                    </a:cxn>
                    <a:cxn ang="T103">
                      <a:pos x="T42" y="T43"/>
                    </a:cxn>
                    <a:cxn ang="T104">
                      <a:pos x="T44" y="T45"/>
                    </a:cxn>
                    <a:cxn ang="T105">
                      <a:pos x="T46" y="T47"/>
                    </a:cxn>
                    <a:cxn ang="T106">
                      <a:pos x="T48" y="T49"/>
                    </a:cxn>
                    <a:cxn ang="T107">
                      <a:pos x="T50" y="T51"/>
                    </a:cxn>
                    <a:cxn ang="T108">
                      <a:pos x="T52" y="T53"/>
                    </a:cxn>
                    <a:cxn ang="T109">
                      <a:pos x="T54" y="T55"/>
                    </a:cxn>
                    <a:cxn ang="T110">
                      <a:pos x="T56" y="T57"/>
                    </a:cxn>
                    <a:cxn ang="T111">
                      <a:pos x="T58" y="T59"/>
                    </a:cxn>
                    <a:cxn ang="T112">
                      <a:pos x="T60" y="T61"/>
                    </a:cxn>
                    <a:cxn ang="T113">
                      <a:pos x="T62" y="T63"/>
                    </a:cxn>
                    <a:cxn ang="T114">
                      <a:pos x="T64" y="T65"/>
                    </a:cxn>
                    <a:cxn ang="T115">
                      <a:pos x="T66" y="T67"/>
                    </a:cxn>
                    <a:cxn ang="T116">
                      <a:pos x="T68" y="T69"/>
                    </a:cxn>
                    <a:cxn ang="T117">
                      <a:pos x="T70" y="T71"/>
                    </a:cxn>
                    <a:cxn ang="T118">
                      <a:pos x="T72" y="T73"/>
                    </a:cxn>
                    <a:cxn ang="T119">
                      <a:pos x="T74" y="T75"/>
                    </a:cxn>
                    <a:cxn ang="T120">
                      <a:pos x="T76" y="T77"/>
                    </a:cxn>
                    <a:cxn ang="T121">
                      <a:pos x="T78" y="T79"/>
                    </a:cxn>
                    <a:cxn ang="T122">
                      <a:pos x="T80" y="T81"/>
                    </a:cxn>
                  </a:cxnLst>
                  <a:rect l="T123" t="T124" r="T125" b="T126"/>
                  <a:pathLst>
                    <a:path w="717" h="756">
                      <a:moveTo>
                        <a:pt x="0" y="756"/>
                      </a:moveTo>
                      <a:lnTo>
                        <a:pt x="52" y="167"/>
                      </a:lnTo>
                      <a:lnTo>
                        <a:pt x="64" y="384"/>
                      </a:lnTo>
                      <a:lnTo>
                        <a:pt x="90" y="103"/>
                      </a:lnTo>
                      <a:lnTo>
                        <a:pt x="116" y="519"/>
                      </a:lnTo>
                      <a:lnTo>
                        <a:pt x="135" y="487"/>
                      </a:lnTo>
                      <a:lnTo>
                        <a:pt x="135" y="359"/>
                      </a:lnTo>
                      <a:lnTo>
                        <a:pt x="167" y="71"/>
                      </a:lnTo>
                      <a:lnTo>
                        <a:pt x="192" y="244"/>
                      </a:lnTo>
                      <a:lnTo>
                        <a:pt x="205" y="96"/>
                      </a:lnTo>
                      <a:lnTo>
                        <a:pt x="218" y="615"/>
                      </a:lnTo>
                      <a:lnTo>
                        <a:pt x="244" y="397"/>
                      </a:lnTo>
                      <a:lnTo>
                        <a:pt x="282" y="519"/>
                      </a:lnTo>
                      <a:lnTo>
                        <a:pt x="308" y="308"/>
                      </a:lnTo>
                      <a:lnTo>
                        <a:pt x="333" y="442"/>
                      </a:lnTo>
                      <a:lnTo>
                        <a:pt x="346" y="352"/>
                      </a:lnTo>
                      <a:lnTo>
                        <a:pt x="365" y="384"/>
                      </a:lnTo>
                      <a:lnTo>
                        <a:pt x="378" y="135"/>
                      </a:lnTo>
                      <a:lnTo>
                        <a:pt x="391" y="301"/>
                      </a:lnTo>
                      <a:lnTo>
                        <a:pt x="384" y="519"/>
                      </a:lnTo>
                      <a:lnTo>
                        <a:pt x="404" y="679"/>
                      </a:lnTo>
                      <a:lnTo>
                        <a:pt x="429" y="628"/>
                      </a:lnTo>
                      <a:lnTo>
                        <a:pt x="442" y="480"/>
                      </a:lnTo>
                      <a:lnTo>
                        <a:pt x="455" y="391"/>
                      </a:lnTo>
                      <a:lnTo>
                        <a:pt x="436" y="506"/>
                      </a:lnTo>
                      <a:lnTo>
                        <a:pt x="461" y="352"/>
                      </a:lnTo>
                      <a:lnTo>
                        <a:pt x="474" y="455"/>
                      </a:lnTo>
                      <a:lnTo>
                        <a:pt x="493" y="519"/>
                      </a:lnTo>
                      <a:lnTo>
                        <a:pt x="512" y="410"/>
                      </a:lnTo>
                      <a:lnTo>
                        <a:pt x="532" y="186"/>
                      </a:lnTo>
                      <a:lnTo>
                        <a:pt x="544" y="231"/>
                      </a:lnTo>
                      <a:lnTo>
                        <a:pt x="570" y="148"/>
                      </a:lnTo>
                      <a:lnTo>
                        <a:pt x="576" y="301"/>
                      </a:lnTo>
                      <a:lnTo>
                        <a:pt x="576" y="730"/>
                      </a:lnTo>
                      <a:lnTo>
                        <a:pt x="647" y="0"/>
                      </a:lnTo>
                      <a:lnTo>
                        <a:pt x="647" y="250"/>
                      </a:lnTo>
                      <a:lnTo>
                        <a:pt x="660" y="333"/>
                      </a:lnTo>
                      <a:lnTo>
                        <a:pt x="685" y="192"/>
                      </a:lnTo>
                      <a:lnTo>
                        <a:pt x="711" y="340"/>
                      </a:lnTo>
                      <a:lnTo>
                        <a:pt x="698" y="429"/>
                      </a:lnTo>
                      <a:lnTo>
                        <a:pt x="717" y="461"/>
                      </a:lnTo>
                    </a:path>
                  </a:pathLst>
                </a:custGeom>
                <a:noFill/>
                <a:ln w="9525">
                  <a:solidFill>
                    <a:srgbClr val="FF0000"/>
                  </a:solidFill>
                  <a:round/>
                  <a:headEnd/>
                  <a:tailEnd/>
                </a:ln>
              </p:spPr>
              <p:txBody>
                <a:bodyPr/>
                <a:lstStyle/>
                <a:p>
                  <a:endParaRPr lang="en-GB" sz="1600"/>
                </a:p>
              </p:txBody>
            </p:sp>
            <p:sp>
              <p:nvSpPr>
                <p:cNvPr id="14374" name="Freeform 401"/>
                <p:cNvSpPr>
                  <a:spLocks/>
                </p:cNvSpPr>
                <p:nvPr/>
              </p:nvSpPr>
              <p:spPr bwMode="auto">
                <a:xfrm flipH="1" flipV="1">
                  <a:off x="3770" y="1145"/>
                  <a:ext cx="313" cy="756"/>
                </a:xfrm>
                <a:custGeom>
                  <a:avLst/>
                  <a:gdLst>
                    <a:gd name="T0" fmla="*/ 0 w 717"/>
                    <a:gd name="T1" fmla="*/ 756 h 756"/>
                    <a:gd name="T2" fmla="*/ 4 w 717"/>
                    <a:gd name="T3" fmla="*/ 167 h 756"/>
                    <a:gd name="T4" fmla="*/ 5 w 717"/>
                    <a:gd name="T5" fmla="*/ 384 h 756"/>
                    <a:gd name="T6" fmla="*/ 7 w 717"/>
                    <a:gd name="T7" fmla="*/ 103 h 756"/>
                    <a:gd name="T8" fmla="*/ 10 w 717"/>
                    <a:gd name="T9" fmla="*/ 519 h 756"/>
                    <a:gd name="T10" fmla="*/ 11 w 717"/>
                    <a:gd name="T11" fmla="*/ 487 h 756"/>
                    <a:gd name="T12" fmla="*/ 11 w 717"/>
                    <a:gd name="T13" fmla="*/ 359 h 756"/>
                    <a:gd name="T14" fmla="*/ 14 w 717"/>
                    <a:gd name="T15" fmla="*/ 71 h 756"/>
                    <a:gd name="T16" fmla="*/ 16 w 717"/>
                    <a:gd name="T17" fmla="*/ 244 h 756"/>
                    <a:gd name="T18" fmla="*/ 17 w 717"/>
                    <a:gd name="T19" fmla="*/ 96 h 756"/>
                    <a:gd name="T20" fmla="*/ 18 w 717"/>
                    <a:gd name="T21" fmla="*/ 615 h 756"/>
                    <a:gd name="T22" fmla="*/ 21 w 717"/>
                    <a:gd name="T23" fmla="*/ 397 h 756"/>
                    <a:gd name="T24" fmla="*/ 24 w 717"/>
                    <a:gd name="T25" fmla="*/ 519 h 756"/>
                    <a:gd name="T26" fmla="*/ 25 w 717"/>
                    <a:gd name="T27" fmla="*/ 308 h 756"/>
                    <a:gd name="T28" fmla="*/ 28 w 717"/>
                    <a:gd name="T29" fmla="*/ 442 h 756"/>
                    <a:gd name="T30" fmla="*/ 29 w 717"/>
                    <a:gd name="T31" fmla="*/ 352 h 756"/>
                    <a:gd name="T32" fmla="*/ 30 w 717"/>
                    <a:gd name="T33" fmla="*/ 384 h 756"/>
                    <a:gd name="T34" fmla="*/ 31 w 717"/>
                    <a:gd name="T35" fmla="*/ 135 h 756"/>
                    <a:gd name="T36" fmla="*/ 33 w 717"/>
                    <a:gd name="T37" fmla="*/ 301 h 756"/>
                    <a:gd name="T38" fmla="*/ 32 w 717"/>
                    <a:gd name="T39" fmla="*/ 519 h 756"/>
                    <a:gd name="T40" fmla="*/ 34 w 717"/>
                    <a:gd name="T41" fmla="*/ 679 h 756"/>
                    <a:gd name="T42" fmla="*/ 36 w 717"/>
                    <a:gd name="T43" fmla="*/ 628 h 756"/>
                    <a:gd name="T44" fmla="*/ 37 w 717"/>
                    <a:gd name="T45" fmla="*/ 480 h 756"/>
                    <a:gd name="T46" fmla="*/ 38 w 717"/>
                    <a:gd name="T47" fmla="*/ 391 h 756"/>
                    <a:gd name="T48" fmla="*/ 36 w 717"/>
                    <a:gd name="T49" fmla="*/ 506 h 756"/>
                    <a:gd name="T50" fmla="*/ 38 w 717"/>
                    <a:gd name="T51" fmla="*/ 352 h 756"/>
                    <a:gd name="T52" fmla="*/ 39 w 717"/>
                    <a:gd name="T53" fmla="*/ 455 h 756"/>
                    <a:gd name="T54" fmla="*/ 41 w 717"/>
                    <a:gd name="T55" fmla="*/ 519 h 756"/>
                    <a:gd name="T56" fmla="*/ 43 w 717"/>
                    <a:gd name="T57" fmla="*/ 410 h 756"/>
                    <a:gd name="T58" fmla="*/ 44 w 717"/>
                    <a:gd name="T59" fmla="*/ 186 h 756"/>
                    <a:gd name="T60" fmla="*/ 45 w 717"/>
                    <a:gd name="T61" fmla="*/ 231 h 756"/>
                    <a:gd name="T62" fmla="*/ 48 w 717"/>
                    <a:gd name="T63" fmla="*/ 148 h 756"/>
                    <a:gd name="T64" fmla="*/ 48 w 717"/>
                    <a:gd name="T65" fmla="*/ 301 h 756"/>
                    <a:gd name="T66" fmla="*/ 48 w 717"/>
                    <a:gd name="T67" fmla="*/ 730 h 756"/>
                    <a:gd name="T68" fmla="*/ 54 w 717"/>
                    <a:gd name="T69" fmla="*/ 0 h 756"/>
                    <a:gd name="T70" fmla="*/ 54 w 717"/>
                    <a:gd name="T71" fmla="*/ 250 h 756"/>
                    <a:gd name="T72" fmla="*/ 55 w 717"/>
                    <a:gd name="T73" fmla="*/ 333 h 756"/>
                    <a:gd name="T74" fmla="*/ 57 w 717"/>
                    <a:gd name="T75" fmla="*/ 192 h 756"/>
                    <a:gd name="T76" fmla="*/ 59 w 717"/>
                    <a:gd name="T77" fmla="*/ 340 h 756"/>
                    <a:gd name="T78" fmla="*/ 58 w 717"/>
                    <a:gd name="T79" fmla="*/ 429 h 756"/>
                    <a:gd name="T80" fmla="*/ 60 w 717"/>
                    <a:gd name="T81" fmla="*/ 461 h 756"/>
                    <a:gd name="T82" fmla="*/ 0 60000 65536"/>
                    <a:gd name="T83" fmla="*/ 0 60000 65536"/>
                    <a:gd name="T84" fmla="*/ 0 60000 65536"/>
                    <a:gd name="T85" fmla="*/ 0 60000 65536"/>
                    <a:gd name="T86" fmla="*/ 0 60000 65536"/>
                    <a:gd name="T87" fmla="*/ 0 60000 65536"/>
                    <a:gd name="T88" fmla="*/ 0 60000 65536"/>
                    <a:gd name="T89" fmla="*/ 0 60000 65536"/>
                    <a:gd name="T90" fmla="*/ 0 60000 65536"/>
                    <a:gd name="T91" fmla="*/ 0 60000 65536"/>
                    <a:gd name="T92" fmla="*/ 0 60000 65536"/>
                    <a:gd name="T93" fmla="*/ 0 60000 65536"/>
                    <a:gd name="T94" fmla="*/ 0 60000 65536"/>
                    <a:gd name="T95" fmla="*/ 0 60000 65536"/>
                    <a:gd name="T96" fmla="*/ 0 60000 65536"/>
                    <a:gd name="T97" fmla="*/ 0 60000 65536"/>
                    <a:gd name="T98" fmla="*/ 0 60000 65536"/>
                    <a:gd name="T99" fmla="*/ 0 60000 65536"/>
                    <a:gd name="T100" fmla="*/ 0 60000 65536"/>
                    <a:gd name="T101" fmla="*/ 0 60000 65536"/>
                    <a:gd name="T102" fmla="*/ 0 60000 65536"/>
                    <a:gd name="T103" fmla="*/ 0 60000 65536"/>
                    <a:gd name="T104" fmla="*/ 0 60000 65536"/>
                    <a:gd name="T105" fmla="*/ 0 60000 65536"/>
                    <a:gd name="T106" fmla="*/ 0 60000 65536"/>
                    <a:gd name="T107" fmla="*/ 0 60000 65536"/>
                    <a:gd name="T108" fmla="*/ 0 60000 65536"/>
                    <a:gd name="T109" fmla="*/ 0 60000 65536"/>
                    <a:gd name="T110" fmla="*/ 0 60000 65536"/>
                    <a:gd name="T111" fmla="*/ 0 60000 65536"/>
                    <a:gd name="T112" fmla="*/ 0 60000 65536"/>
                    <a:gd name="T113" fmla="*/ 0 60000 65536"/>
                    <a:gd name="T114" fmla="*/ 0 60000 65536"/>
                    <a:gd name="T115" fmla="*/ 0 60000 65536"/>
                    <a:gd name="T116" fmla="*/ 0 60000 65536"/>
                    <a:gd name="T117" fmla="*/ 0 60000 65536"/>
                    <a:gd name="T118" fmla="*/ 0 60000 65536"/>
                    <a:gd name="T119" fmla="*/ 0 60000 65536"/>
                    <a:gd name="T120" fmla="*/ 0 60000 65536"/>
                    <a:gd name="T121" fmla="*/ 0 60000 65536"/>
                    <a:gd name="T122" fmla="*/ 0 60000 65536"/>
                    <a:gd name="T123" fmla="*/ 0 w 717"/>
                    <a:gd name="T124" fmla="*/ 0 h 756"/>
                    <a:gd name="T125" fmla="*/ 717 w 717"/>
                    <a:gd name="T126" fmla="*/ 756 h 756"/>
                  </a:gdLst>
                  <a:ahLst/>
                  <a:cxnLst>
                    <a:cxn ang="T82">
                      <a:pos x="T0" y="T1"/>
                    </a:cxn>
                    <a:cxn ang="T83">
                      <a:pos x="T2" y="T3"/>
                    </a:cxn>
                    <a:cxn ang="T84">
                      <a:pos x="T4" y="T5"/>
                    </a:cxn>
                    <a:cxn ang="T85">
                      <a:pos x="T6" y="T7"/>
                    </a:cxn>
                    <a:cxn ang="T86">
                      <a:pos x="T8" y="T9"/>
                    </a:cxn>
                    <a:cxn ang="T87">
                      <a:pos x="T10" y="T11"/>
                    </a:cxn>
                    <a:cxn ang="T88">
                      <a:pos x="T12" y="T13"/>
                    </a:cxn>
                    <a:cxn ang="T89">
                      <a:pos x="T14" y="T15"/>
                    </a:cxn>
                    <a:cxn ang="T90">
                      <a:pos x="T16" y="T17"/>
                    </a:cxn>
                    <a:cxn ang="T91">
                      <a:pos x="T18" y="T19"/>
                    </a:cxn>
                    <a:cxn ang="T92">
                      <a:pos x="T20" y="T21"/>
                    </a:cxn>
                    <a:cxn ang="T93">
                      <a:pos x="T22" y="T23"/>
                    </a:cxn>
                    <a:cxn ang="T94">
                      <a:pos x="T24" y="T25"/>
                    </a:cxn>
                    <a:cxn ang="T95">
                      <a:pos x="T26" y="T27"/>
                    </a:cxn>
                    <a:cxn ang="T96">
                      <a:pos x="T28" y="T29"/>
                    </a:cxn>
                    <a:cxn ang="T97">
                      <a:pos x="T30" y="T31"/>
                    </a:cxn>
                    <a:cxn ang="T98">
                      <a:pos x="T32" y="T33"/>
                    </a:cxn>
                    <a:cxn ang="T99">
                      <a:pos x="T34" y="T35"/>
                    </a:cxn>
                    <a:cxn ang="T100">
                      <a:pos x="T36" y="T37"/>
                    </a:cxn>
                    <a:cxn ang="T101">
                      <a:pos x="T38" y="T39"/>
                    </a:cxn>
                    <a:cxn ang="T102">
                      <a:pos x="T40" y="T41"/>
                    </a:cxn>
                    <a:cxn ang="T103">
                      <a:pos x="T42" y="T43"/>
                    </a:cxn>
                    <a:cxn ang="T104">
                      <a:pos x="T44" y="T45"/>
                    </a:cxn>
                    <a:cxn ang="T105">
                      <a:pos x="T46" y="T47"/>
                    </a:cxn>
                    <a:cxn ang="T106">
                      <a:pos x="T48" y="T49"/>
                    </a:cxn>
                    <a:cxn ang="T107">
                      <a:pos x="T50" y="T51"/>
                    </a:cxn>
                    <a:cxn ang="T108">
                      <a:pos x="T52" y="T53"/>
                    </a:cxn>
                    <a:cxn ang="T109">
                      <a:pos x="T54" y="T55"/>
                    </a:cxn>
                    <a:cxn ang="T110">
                      <a:pos x="T56" y="T57"/>
                    </a:cxn>
                    <a:cxn ang="T111">
                      <a:pos x="T58" y="T59"/>
                    </a:cxn>
                    <a:cxn ang="T112">
                      <a:pos x="T60" y="T61"/>
                    </a:cxn>
                    <a:cxn ang="T113">
                      <a:pos x="T62" y="T63"/>
                    </a:cxn>
                    <a:cxn ang="T114">
                      <a:pos x="T64" y="T65"/>
                    </a:cxn>
                    <a:cxn ang="T115">
                      <a:pos x="T66" y="T67"/>
                    </a:cxn>
                    <a:cxn ang="T116">
                      <a:pos x="T68" y="T69"/>
                    </a:cxn>
                    <a:cxn ang="T117">
                      <a:pos x="T70" y="T71"/>
                    </a:cxn>
                    <a:cxn ang="T118">
                      <a:pos x="T72" y="T73"/>
                    </a:cxn>
                    <a:cxn ang="T119">
                      <a:pos x="T74" y="T75"/>
                    </a:cxn>
                    <a:cxn ang="T120">
                      <a:pos x="T76" y="T77"/>
                    </a:cxn>
                    <a:cxn ang="T121">
                      <a:pos x="T78" y="T79"/>
                    </a:cxn>
                    <a:cxn ang="T122">
                      <a:pos x="T80" y="T81"/>
                    </a:cxn>
                  </a:cxnLst>
                  <a:rect l="T123" t="T124" r="T125" b="T126"/>
                  <a:pathLst>
                    <a:path w="717" h="756">
                      <a:moveTo>
                        <a:pt x="0" y="756"/>
                      </a:moveTo>
                      <a:lnTo>
                        <a:pt x="52" y="167"/>
                      </a:lnTo>
                      <a:lnTo>
                        <a:pt x="64" y="384"/>
                      </a:lnTo>
                      <a:lnTo>
                        <a:pt x="90" y="103"/>
                      </a:lnTo>
                      <a:lnTo>
                        <a:pt x="116" y="519"/>
                      </a:lnTo>
                      <a:lnTo>
                        <a:pt x="135" y="487"/>
                      </a:lnTo>
                      <a:lnTo>
                        <a:pt x="135" y="359"/>
                      </a:lnTo>
                      <a:lnTo>
                        <a:pt x="167" y="71"/>
                      </a:lnTo>
                      <a:lnTo>
                        <a:pt x="192" y="244"/>
                      </a:lnTo>
                      <a:lnTo>
                        <a:pt x="205" y="96"/>
                      </a:lnTo>
                      <a:lnTo>
                        <a:pt x="218" y="615"/>
                      </a:lnTo>
                      <a:lnTo>
                        <a:pt x="244" y="397"/>
                      </a:lnTo>
                      <a:lnTo>
                        <a:pt x="282" y="519"/>
                      </a:lnTo>
                      <a:lnTo>
                        <a:pt x="308" y="308"/>
                      </a:lnTo>
                      <a:lnTo>
                        <a:pt x="333" y="442"/>
                      </a:lnTo>
                      <a:lnTo>
                        <a:pt x="346" y="352"/>
                      </a:lnTo>
                      <a:lnTo>
                        <a:pt x="365" y="384"/>
                      </a:lnTo>
                      <a:lnTo>
                        <a:pt x="378" y="135"/>
                      </a:lnTo>
                      <a:lnTo>
                        <a:pt x="391" y="301"/>
                      </a:lnTo>
                      <a:lnTo>
                        <a:pt x="384" y="519"/>
                      </a:lnTo>
                      <a:lnTo>
                        <a:pt x="404" y="679"/>
                      </a:lnTo>
                      <a:lnTo>
                        <a:pt x="429" y="628"/>
                      </a:lnTo>
                      <a:lnTo>
                        <a:pt x="442" y="480"/>
                      </a:lnTo>
                      <a:lnTo>
                        <a:pt x="455" y="391"/>
                      </a:lnTo>
                      <a:lnTo>
                        <a:pt x="436" y="506"/>
                      </a:lnTo>
                      <a:lnTo>
                        <a:pt x="461" y="352"/>
                      </a:lnTo>
                      <a:lnTo>
                        <a:pt x="474" y="455"/>
                      </a:lnTo>
                      <a:lnTo>
                        <a:pt x="493" y="519"/>
                      </a:lnTo>
                      <a:lnTo>
                        <a:pt x="512" y="410"/>
                      </a:lnTo>
                      <a:lnTo>
                        <a:pt x="532" y="186"/>
                      </a:lnTo>
                      <a:lnTo>
                        <a:pt x="544" y="231"/>
                      </a:lnTo>
                      <a:lnTo>
                        <a:pt x="570" y="148"/>
                      </a:lnTo>
                      <a:lnTo>
                        <a:pt x="576" y="301"/>
                      </a:lnTo>
                      <a:lnTo>
                        <a:pt x="576" y="730"/>
                      </a:lnTo>
                      <a:lnTo>
                        <a:pt x="647" y="0"/>
                      </a:lnTo>
                      <a:lnTo>
                        <a:pt x="647" y="250"/>
                      </a:lnTo>
                      <a:lnTo>
                        <a:pt x="660" y="333"/>
                      </a:lnTo>
                      <a:lnTo>
                        <a:pt x="685" y="192"/>
                      </a:lnTo>
                      <a:lnTo>
                        <a:pt x="711" y="340"/>
                      </a:lnTo>
                      <a:lnTo>
                        <a:pt x="698" y="429"/>
                      </a:lnTo>
                      <a:lnTo>
                        <a:pt x="717" y="461"/>
                      </a:lnTo>
                    </a:path>
                  </a:pathLst>
                </a:custGeom>
                <a:noFill/>
                <a:ln w="9525">
                  <a:solidFill>
                    <a:srgbClr val="FF0000"/>
                  </a:solidFill>
                  <a:round/>
                  <a:headEnd/>
                  <a:tailEnd/>
                </a:ln>
              </p:spPr>
              <p:txBody>
                <a:bodyPr/>
                <a:lstStyle/>
                <a:p>
                  <a:endParaRPr lang="en-GB" sz="1600"/>
                </a:p>
              </p:txBody>
            </p:sp>
            <p:sp>
              <p:nvSpPr>
                <p:cNvPr id="14375" name="Freeform 402"/>
                <p:cNvSpPr>
                  <a:spLocks/>
                </p:cNvSpPr>
                <p:nvPr/>
              </p:nvSpPr>
              <p:spPr bwMode="auto">
                <a:xfrm flipH="1">
                  <a:off x="4077" y="1119"/>
                  <a:ext cx="313" cy="756"/>
                </a:xfrm>
                <a:custGeom>
                  <a:avLst/>
                  <a:gdLst>
                    <a:gd name="T0" fmla="*/ 0 w 717"/>
                    <a:gd name="T1" fmla="*/ 756 h 756"/>
                    <a:gd name="T2" fmla="*/ 4 w 717"/>
                    <a:gd name="T3" fmla="*/ 167 h 756"/>
                    <a:gd name="T4" fmla="*/ 5 w 717"/>
                    <a:gd name="T5" fmla="*/ 384 h 756"/>
                    <a:gd name="T6" fmla="*/ 7 w 717"/>
                    <a:gd name="T7" fmla="*/ 103 h 756"/>
                    <a:gd name="T8" fmla="*/ 10 w 717"/>
                    <a:gd name="T9" fmla="*/ 519 h 756"/>
                    <a:gd name="T10" fmla="*/ 11 w 717"/>
                    <a:gd name="T11" fmla="*/ 487 h 756"/>
                    <a:gd name="T12" fmla="*/ 11 w 717"/>
                    <a:gd name="T13" fmla="*/ 359 h 756"/>
                    <a:gd name="T14" fmla="*/ 14 w 717"/>
                    <a:gd name="T15" fmla="*/ 71 h 756"/>
                    <a:gd name="T16" fmla="*/ 16 w 717"/>
                    <a:gd name="T17" fmla="*/ 244 h 756"/>
                    <a:gd name="T18" fmla="*/ 17 w 717"/>
                    <a:gd name="T19" fmla="*/ 96 h 756"/>
                    <a:gd name="T20" fmla="*/ 18 w 717"/>
                    <a:gd name="T21" fmla="*/ 615 h 756"/>
                    <a:gd name="T22" fmla="*/ 21 w 717"/>
                    <a:gd name="T23" fmla="*/ 397 h 756"/>
                    <a:gd name="T24" fmla="*/ 24 w 717"/>
                    <a:gd name="T25" fmla="*/ 519 h 756"/>
                    <a:gd name="T26" fmla="*/ 25 w 717"/>
                    <a:gd name="T27" fmla="*/ 308 h 756"/>
                    <a:gd name="T28" fmla="*/ 28 w 717"/>
                    <a:gd name="T29" fmla="*/ 442 h 756"/>
                    <a:gd name="T30" fmla="*/ 29 w 717"/>
                    <a:gd name="T31" fmla="*/ 352 h 756"/>
                    <a:gd name="T32" fmla="*/ 30 w 717"/>
                    <a:gd name="T33" fmla="*/ 384 h 756"/>
                    <a:gd name="T34" fmla="*/ 31 w 717"/>
                    <a:gd name="T35" fmla="*/ 135 h 756"/>
                    <a:gd name="T36" fmla="*/ 33 w 717"/>
                    <a:gd name="T37" fmla="*/ 301 h 756"/>
                    <a:gd name="T38" fmla="*/ 32 w 717"/>
                    <a:gd name="T39" fmla="*/ 519 h 756"/>
                    <a:gd name="T40" fmla="*/ 34 w 717"/>
                    <a:gd name="T41" fmla="*/ 679 h 756"/>
                    <a:gd name="T42" fmla="*/ 36 w 717"/>
                    <a:gd name="T43" fmla="*/ 628 h 756"/>
                    <a:gd name="T44" fmla="*/ 37 w 717"/>
                    <a:gd name="T45" fmla="*/ 480 h 756"/>
                    <a:gd name="T46" fmla="*/ 38 w 717"/>
                    <a:gd name="T47" fmla="*/ 391 h 756"/>
                    <a:gd name="T48" fmla="*/ 36 w 717"/>
                    <a:gd name="T49" fmla="*/ 506 h 756"/>
                    <a:gd name="T50" fmla="*/ 38 w 717"/>
                    <a:gd name="T51" fmla="*/ 352 h 756"/>
                    <a:gd name="T52" fmla="*/ 39 w 717"/>
                    <a:gd name="T53" fmla="*/ 455 h 756"/>
                    <a:gd name="T54" fmla="*/ 41 w 717"/>
                    <a:gd name="T55" fmla="*/ 519 h 756"/>
                    <a:gd name="T56" fmla="*/ 43 w 717"/>
                    <a:gd name="T57" fmla="*/ 410 h 756"/>
                    <a:gd name="T58" fmla="*/ 44 w 717"/>
                    <a:gd name="T59" fmla="*/ 186 h 756"/>
                    <a:gd name="T60" fmla="*/ 45 w 717"/>
                    <a:gd name="T61" fmla="*/ 231 h 756"/>
                    <a:gd name="T62" fmla="*/ 48 w 717"/>
                    <a:gd name="T63" fmla="*/ 148 h 756"/>
                    <a:gd name="T64" fmla="*/ 48 w 717"/>
                    <a:gd name="T65" fmla="*/ 301 h 756"/>
                    <a:gd name="T66" fmla="*/ 48 w 717"/>
                    <a:gd name="T67" fmla="*/ 730 h 756"/>
                    <a:gd name="T68" fmla="*/ 54 w 717"/>
                    <a:gd name="T69" fmla="*/ 0 h 756"/>
                    <a:gd name="T70" fmla="*/ 54 w 717"/>
                    <a:gd name="T71" fmla="*/ 250 h 756"/>
                    <a:gd name="T72" fmla="*/ 55 w 717"/>
                    <a:gd name="T73" fmla="*/ 333 h 756"/>
                    <a:gd name="T74" fmla="*/ 57 w 717"/>
                    <a:gd name="T75" fmla="*/ 192 h 756"/>
                    <a:gd name="T76" fmla="*/ 59 w 717"/>
                    <a:gd name="T77" fmla="*/ 340 h 756"/>
                    <a:gd name="T78" fmla="*/ 58 w 717"/>
                    <a:gd name="T79" fmla="*/ 429 h 756"/>
                    <a:gd name="T80" fmla="*/ 60 w 717"/>
                    <a:gd name="T81" fmla="*/ 461 h 756"/>
                    <a:gd name="T82" fmla="*/ 0 60000 65536"/>
                    <a:gd name="T83" fmla="*/ 0 60000 65536"/>
                    <a:gd name="T84" fmla="*/ 0 60000 65536"/>
                    <a:gd name="T85" fmla="*/ 0 60000 65536"/>
                    <a:gd name="T86" fmla="*/ 0 60000 65536"/>
                    <a:gd name="T87" fmla="*/ 0 60000 65536"/>
                    <a:gd name="T88" fmla="*/ 0 60000 65536"/>
                    <a:gd name="T89" fmla="*/ 0 60000 65536"/>
                    <a:gd name="T90" fmla="*/ 0 60000 65536"/>
                    <a:gd name="T91" fmla="*/ 0 60000 65536"/>
                    <a:gd name="T92" fmla="*/ 0 60000 65536"/>
                    <a:gd name="T93" fmla="*/ 0 60000 65536"/>
                    <a:gd name="T94" fmla="*/ 0 60000 65536"/>
                    <a:gd name="T95" fmla="*/ 0 60000 65536"/>
                    <a:gd name="T96" fmla="*/ 0 60000 65536"/>
                    <a:gd name="T97" fmla="*/ 0 60000 65536"/>
                    <a:gd name="T98" fmla="*/ 0 60000 65536"/>
                    <a:gd name="T99" fmla="*/ 0 60000 65536"/>
                    <a:gd name="T100" fmla="*/ 0 60000 65536"/>
                    <a:gd name="T101" fmla="*/ 0 60000 65536"/>
                    <a:gd name="T102" fmla="*/ 0 60000 65536"/>
                    <a:gd name="T103" fmla="*/ 0 60000 65536"/>
                    <a:gd name="T104" fmla="*/ 0 60000 65536"/>
                    <a:gd name="T105" fmla="*/ 0 60000 65536"/>
                    <a:gd name="T106" fmla="*/ 0 60000 65536"/>
                    <a:gd name="T107" fmla="*/ 0 60000 65536"/>
                    <a:gd name="T108" fmla="*/ 0 60000 65536"/>
                    <a:gd name="T109" fmla="*/ 0 60000 65536"/>
                    <a:gd name="T110" fmla="*/ 0 60000 65536"/>
                    <a:gd name="T111" fmla="*/ 0 60000 65536"/>
                    <a:gd name="T112" fmla="*/ 0 60000 65536"/>
                    <a:gd name="T113" fmla="*/ 0 60000 65536"/>
                    <a:gd name="T114" fmla="*/ 0 60000 65536"/>
                    <a:gd name="T115" fmla="*/ 0 60000 65536"/>
                    <a:gd name="T116" fmla="*/ 0 60000 65536"/>
                    <a:gd name="T117" fmla="*/ 0 60000 65536"/>
                    <a:gd name="T118" fmla="*/ 0 60000 65536"/>
                    <a:gd name="T119" fmla="*/ 0 60000 65536"/>
                    <a:gd name="T120" fmla="*/ 0 60000 65536"/>
                    <a:gd name="T121" fmla="*/ 0 60000 65536"/>
                    <a:gd name="T122" fmla="*/ 0 60000 65536"/>
                    <a:gd name="T123" fmla="*/ 0 w 717"/>
                    <a:gd name="T124" fmla="*/ 0 h 756"/>
                    <a:gd name="T125" fmla="*/ 717 w 717"/>
                    <a:gd name="T126" fmla="*/ 756 h 756"/>
                  </a:gdLst>
                  <a:ahLst/>
                  <a:cxnLst>
                    <a:cxn ang="T82">
                      <a:pos x="T0" y="T1"/>
                    </a:cxn>
                    <a:cxn ang="T83">
                      <a:pos x="T2" y="T3"/>
                    </a:cxn>
                    <a:cxn ang="T84">
                      <a:pos x="T4" y="T5"/>
                    </a:cxn>
                    <a:cxn ang="T85">
                      <a:pos x="T6" y="T7"/>
                    </a:cxn>
                    <a:cxn ang="T86">
                      <a:pos x="T8" y="T9"/>
                    </a:cxn>
                    <a:cxn ang="T87">
                      <a:pos x="T10" y="T11"/>
                    </a:cxn>
                    <a:cxn ang="T88">
                      <a:pos x="T12" y="T13"/>
                    </a:cxn>
                    <a:cxn ang="T89">
                      <a:pos x="T14" y="T15"/>
                    </a:cxn>
                    <a:cxn ang="T90">
                      <a:pos x="T16" y="T17"/>
                    </a:cxn>
                    <a:cxn ang="T91">
                      <a:pos x="T18" y="T19"/>
                    </a:cxn>
                    <a:cxn ang="T92">
                      <a:pos x="T20" y="T21"/>
                    </a:cxn>
                    <a:cxn ang="T93">
                      <a:pos x="T22" y="T23"/>
                    </a:cxn>
                    <a:cxn ang="T94">
                      <a:pos x="T24" y="T25"/>
                    </a:cxn>
                    <a:cxn ang="T95">
                      <a:pos x="T26" y="T27"/>
                    </a:cxn>
                    <a:cxn ang="T96">
                      <a:pos x="T28" y="T29"/>
                    </a:cxn>
                    <a:cxn ang="T97">
                      <a:pos x="T30" y="T31"/>
                    </a:cxn>
                    <a:cxn ang="T98">
                      <a:pos x="T32" y="T33"/>
                    </a:cxn>
                    <a:cxn ang="T99">
                      <a:pos x="T34" y="T35"/>
                    </a:cxn>
                    <a:cxn ang="T100">
                      <a:pos x="T36" y="T37"/>
                    </a:cxn>
                    <a:cxn ang="T101">
                      <a:pos x="T38" y="T39"/>
                    </a:cxn>
                    <a:cxn ang="T102">
                      <a:pos x="T40" y="T41"/>
                    </a:cxn>
                    <a:cxn ang="T103">
                      <a:pos x="T42" y="T43"/>
                    </a:cxn>
                    <a:cxn ang="T104">
                      <a:pos x="T44" y="T45"/>
                    </a:cxn>
                    <a:cxn ang="T105">
                      <a:pos x="T46" y="T47"/>
                    </a:cxn>
                    <a:cxn ang="T106">
                      <a:pos x="T48" y="T49"/>
                    </a:cxn>
                    <a:cxn ang="T107">
                      <a:pos x="T50" y="T51"/>
                    </a:cxn>
                    <a:cxn ang="T108">
                      <a:pos x="T52" y="T53"/>
                    </a:cxn>
                    <a:cxn ang="T109">
                      <a:pos x="T54" y="T55"/>
                    </a:cxn>
                    <a:cxn ang="T110">
                      <a:pos x="T56" y="T57"/>
                    </a:cxn>
                    <a:cxn ang="T111">
                      <a:pos x="T58" y="T59"/>
                    </a:cxn>
                    <a:cxn ang="T112">
                      <a:pos x="T60" y="T61"/>
                    </a:cxn>
                    <a:cxn ang="T113">
                      <a:pos x="T62" y="T63"/>
                    </a:cxn>
                    <a:cxn ang="T114">
                      <a:pos x="T64" y="T65"/>
                    </a:cxn>
                    <a:cxn ang="T115">
                      <a:pos x="T66" y="T67"/>
                    </a:cxn>
                    <a:cxn ang="T116">
                      <a:pos x="T68" y="T69"/>
                    </a:cxn>
                    <a:cxn ang="T117">
                      <a:pos x="T70" y="T71"/>
                    </a:cxn>
                    <a:cxn ang="T118">
                      <a:pos x="T72" y="T73"/>
                    </a:cxn>
                    <a:cxn ang="T119">
                      <a:pos x="T74" y="T75"/>
                    </a:cxn>
                    <a:cxn ang="T120">
                      <a:pos x="T76" y="T77"/>
                    </a:cxn>
                    <a:cxn ang="T121">
                      <a:pos x="T78" y="T79"/>
                    </a:cxn>
                    <a:cxn ang="T122">
                      <a:pos x="T80" y="T81"/>
                    </a:cxn>
                  </a:cxnLst>
                  <a:rect l="T123" t="T124" r="T125" b="T126"/>
                  <a:pathLst>
                    <a:path w="717" h="756">
                      <a:moveTo>
                        <a:pt x="0" y="756"/>
                      </a:moveTo>
                      <a:lnTo>
                        <a:pt x="52" y="167"/>
                      </a:lnTo>
                      <a:lnTo>
                        <a:pt x="64" y="384"/>
                      </a:lnTo>
                      <a:lnTo>
                        <a:pt x="90" y="103"/>
                      </a:lnTo>
                      <a:lnTo>
                        <a:pt x="116" y="519"/>
                      </a:lnTo>
                      <a:lnTo>
                        <a:pt x="135" y="487"/>
                      </a:lnTo>
                      <a:lnTo>
                        <a:pt x="135" y="359"/>
                      </a:lnTo>
                      <a:lnTo>
                        <a:pt x="167" y="71"/>
                      </a:lnTo>
                      <a:lnTo>
                        <a:pt x="192" y="244"/>
                      </a:lnTo>
                      <a:lnTo>
                        <a:pt x="205" y="96"/>
                      </a:lnTo>
                      <a:lnTo>
                        <a:pt x="218" y="615"/>
                      </a:lnTo>
                      <a:lnTo>
                        <a:pt x="244" y="397"/>
                      </a:lnTo>
                      <a:lnTo>
                        <a:pt x="282" y="519"/>
                      </a:lnTo>
                      <a:lnTo>
                        <a:pt x="308" y="308"/>
                      </a:lnTo>
                      <a:lnTo>
                        <a:pt x="333" y="442"/>
                      </a:lnTo>
                      <a:lnTo>
                        <a:pt x="346" y="352"/>
                      </a:lnTo>
                      <a:lnTo>
                        <a:pt x="365" y="384"/>
                      </a:lnTo>
                      <a:lnTo>
                        <a:pt x="378" y="135"/>
                      </a:lnTo>
                      <a:lnTo>
                        <a:pt x="391" y="301"/>
                      </a:lnTo>
                      <a:lnTo>
                        <a:pt x="384" y="519"/>
                      </a:lnTo>
                      <a:lnTo>
                        <a:pt x="404" y="679"/>
                      </a:lnTo>
                      <a:lnTo>
                        <a:pt x="429" y="628"/>
                      </a:lnTo>
                      <a:lnTo>
                        <a:pt x="442" y="480"/>
                      </a:lnTo>
                      <a:lnTo>
                        <a:pt x="455" y="391"/>
                      </a:lnTo>
                      <a:lnTo>
                        <a:pt x="436" y="506"/>
                      </a:lnTo>
                      <a:lnTo>
                        <a:pt x="461" y="352"/>
                      </a:lnTo>
                      <a:lnTo>
                        <a:pt x="474" y="455"/>
                      </a:lnTo>
                      <a:lnTo>
                        <a:pt x="493" y="519"/>
                      </a:lnTo>
                      <a:lnTo>
                        <a:pt x="512" y="410"/>
                      </a:lnTo>
                      <a:lnTo>
                        <a:pt x="532" y="186"/>
                      </a:lnTo>
                      <a:lnTo>
                        <a:pt x="544" y="231"/>
                      </a:lnTo>
                      <a:lnTo>
                        <a:pt x="570" y="148"/>
                      </a:lnTo>
                      <a:lnTo>
                        <a:pt x="576" y="301"/>
                      </a:lnTo>
                      <a:lnTo>
                        <a:pt x="576" y="730"/>
                      </a:lnTo>
                      <a:lnTo>
                        <a:pt x="647" y="0"/>
                      </a:lnTo>
                      <a:lnTo>
                        <a:pt x="647" y="250"/>
                      </a:lnTo>
                      <a:lnTo>
                        <a:pt x="660" y="333"/>
                      </a:lnTo>
                      <a:lnTo>
                        <a:pt x="685" y="192"/>
                      </a:lnTo>
                      <a:lnTo>
                        <a:pt x="711" y="340"/>
                      </a:lnTo>
                      <a:lnTo>
                        <a:pt x="698" y="429"/>
                      </a:lnTo>
                      <a:lnTo>
                        <a:pt x="717" y="461"/>
                      </a:lnTo>
                    </a:path>
                  </a:pathLst>
                </a:custGeom>
                <a:noFill/>
                <a:ln w="9525">
                  <a:solidFill>
                    <a:srgbClr val="FF0000"/>
                  </a:solidFill>
                  <a:round/>
                  <a:headEnd/>
                  <a:tailEnd/>
                </a:ln>
              </p:spPr>
              <p:txBody>
                <a:bodyPr/>
                <a:lstStyle/>
                <a:p>
                  <a:endParaRPr lang="en-GB" sz="1600"/>
                </a:p>
              </p:txBody>
            </p:sp>
            <p:sp>
              <p:nvSpPr>
                <p:cNvPr id="14376" name="Freeform 403"/>
                <p:cNvSpPr>
                  <a:spLocks/>
                </p:cNvSpPr>
                <p:nvPr/>
              </p:nvSpPr>
              <p:spPr bwMode="auto">
                <a:xfrm flipV="1">
                  <a:off x="4385" y="1138"/>
                  <a:ext cx="313" cy="756"/>
                </a:xfrm>
                <a:custGeom>
                  <a:avLst/>
                  <a:gdLst>
                    <a:gd name="T0" fmla="*/ 0 w 717"/>
                    <a:gd name="T1" fmla="*/ 756 h 756"/>
                    <a:gd name="T2" fmla="*/ 4 w 717"/>
                    <a:gd name="T3" fmla="*/ 167 h 756"/>
                    <a:gd name="T4" fmla="*/ 5 w 717"/>
                    <a:gd name="T5" fmla="*/ 384 h 756"/>
                    <a:gd name="T6" fmla="*/ 7 w 717"/>
                    <a:gd name="T7" fmla="*/ 103 h 756"/>
                    <a:gd name="T8" fmla="*/ 10 w 717"/>
                    <a:gd name="T9" fmla="*/ 519 h 756"/>
                    <a:gd name="T10" fmla="*/ 11 w 717"/>
                    <a:gd name="T11" fmla="*/ 487 h 756"/>
                    <a:gd name="T12" fmla="*/ 11 w 717"/>
                    <a:gd name="T13" fmla="*/ 359 h 756"/>
                    <a:gd name="T14" fmla="*/ 14 w 717"/>
                    <a:gd name="T15" fmla="*/ 71 h 756"/>
                    <a:gd name="T16" fmla="*/ 16 w 717"/>
                    <a:gd name="T17" fmla="*/ 244 h 756"/>
                    <a:gd name="T18" fmla="*/ 17 w 717"/>
                    <a:gd name="T19" fmla="*/ 96 h 756"/>
                    <a:gd name="T20" fmla="*/ 18 w 717"/>
                    <a:gd name="T21" fmla="*/ 615 h 756"/>
                    <a:gd name="T22" fmla="*/ 21 w 717"/>
                    <a:gd name="T23" fmla="*/ 397 h 756"/>
                    <a:gd name="T24" fmla="*/ 24 w 717"/>
                    <a:gd name="T25" fmla="*/ 519 h 756"/>
                    <a:gd name="T26" fmla="*/ 25 w 717"/>
                    <a:gd name="T27" fmla="*/ 308 h 756"/>
                    <a:gd name="T28" fmla="*/ 28 w 717"/>
                    <a:gd name="T29" fmla="*/ 442 h 756"/>
                    <a:gd name="T30" fmla="*/ 29 w 717"/>
                    <a:gd name="T31" fmla="*/ 352 h 756"/>
                    <a:gd name="T32" fmla="*/ 30 w 717"/>
                    <a:gd name="T33" fmla="*/ 384 h 756"/>
                    <a:gd name="T34" fmla="*/ 31 w 717"/>
                    <a:gd name="T35" fmla="*/ 135 h 756"/>
                    <a:gd name="T36" fmla="*/ 33 w 717"/>
                    <a:gd name="T37" fmla="*/ 301 h 756"/>
                    <a:gd name="T38" fmla="*/ 32 w 717"/>
                    <a:gd name="T39" fmla="*/ 519 h 756"/>
                    <a:gd name="T40" fmla="*/ 34 w 717"/>
                    <a:gd name="T41" fmla="*/ 679 h 756"/>
                    <a:gd name="T42" fmla="*/ 36 w 717"/>
                    <a:gd name="T43" fmla="*/ 628 h 756"/>
                    <a:gd name="T44" fmla="*/ 37 w 717"/>
                    <a:gd name="T45" fmla="*/ 480 h 756"/>
                    <a:gd name="T46" fmla="*/ 38 w 717"/>
                    <a:gd name="T47" fmla="*/ 391 h 756"/>
                    <a:gd name="T48" fmla="*/ 36 w 717"/>
                    <a:gd name="T49" fmla="*/ 506 h 756"/>
                    <a:gd name="T50" fmla="*/ 38 w 717"/>
                    <a:gd name="T51" fmla="*/ 352 h 756"/>
                    <a:gd name="T52" fmla="*/ 39 w 717"/>
                    <a:gd name="T53" fmla="*/ 455 h 756"/>
                    <a:gd name="T54" fmla="*/ 41 w 717"/>
                    <a:gd name="T55" fmla="*/ 519 h 756"/>
                    <a:gd name="T56" fmla="*/ 43 w 717"/>
                    <a:gd name="T57" fmla="*/ 410 h 756"/>
                    <a:gd name="T58" fmla="*/ 44 w 717"/>
                    <a:gd name="T59" fmla="*/ 186 h 756"/>
                    <a:gd name="T60" fmla="*/ 45 w 717"/>
                    <a:gd name="T61" fmla="*/ 231 h 756"/>
                    <a:gd name="T62" fmla="*/ 48 w 717"/>
                    <a:gd name="T63" fmla="*/ 148 h 756"/>
                    <a:gd name="T64" fmla="*/ 48 w 717"/>
                    <a:gd name="T65" fmla="*/ 301 h 756"/>
                    <a:gd name="T66" fmla="*/ 48 w 717"/>
                    <a:gd name="T67" fmla="*/ 730 h 756"/>
                    <a:gd name="T68" fmla="*/ 54 w 717"/>
                    <a:gd name="T69" fmla="*/ 0 h 756"/>
                    <a:gd name="T70" fmla="*/ 54 w 717"/>
                    <a:gd name="T71" fmla="*/ 250 h 756"/>
                    <a:gd name="T72" fmla="*/ 55 w 717"/>
                    <a:gd name="T73" fmla="*/ 333 h 756"/>
                    <a:gd name="T74" fmla="*/ 57 w 717"/>
                    <a:gd name="T75" fmla="*/ 192 h 756"/>
                    <a:gd name="T76" fmla="*/ 59 w 717"/>
                    <a:gd name="T77" fmla="*/ 340 h 756"/>
                    <a:gd name="T78" fmla="*/ 58 w 717"/>
                    <a:gd name="T79" fmla="*/ 429 h 756"/>
                    <a:gd name="T80" fmla="*/ 60 w 717"/>
                    <a:gd name="T81" fmla="*/ 461 h 756"/>
                    <a:gd name="T82" fmla="*/ 0 60000 65536"/>
                    <a:gd name="T83" fmla="*/ 0 60000 65536"/>
                    <a:gd name="T84" fmla="*/ 0 60000 65536"/>
                    <a:gd name="T85" fmla="*/ 0 60000 65536"/>
                    <a:gd name="T86" fmla="*/ 0 60000 65536"/>
                    <a:gd name="T87" fmla="*/ 0 60000 65536"/>
                    <a:gd name="T88" fmla="*/ 0 60000 65536"/>
                    <a:gd name="T89" fmla="*/ 0 60000 65536"/>
                    <a:gd name="T90" fmla="*/ 0 60000 65536"/>
                    <a:gd name="T91" fmla="*/ 0 60000 65536"/>
                    <a:gd name="T92" fmla="*/ 0 60000 65536"/>
                    <a:gd name="T93" fmla="*/ 0 60000 65536"/>
                    <a:gd name="T94" fmla="*/ 0 60000 65536"/>
                    <a:gd name="T95" fmla="*/ 0 60000 65536"/>
                    <a:gd name="T96" fmla="*/ 0 60000 65536"/>
                    <a:gd name="T97" fmla="*/ 0 60000 65536"/>
                    <a:gd name="T98" fmla="*/ 0 60000 65536"/>
                    <a:gd name="T99" fmla="*/ 0 60000 65536"/>
                    <a:gd name="T100" fmla="*/ 0 60000 65536"/>
                    <a:gd name="T101" fmla="*/ 0 60000 65536"/>
                    <a:gd name="T102" fmla="*/ 0 60000 65536"/>
                    <a:gd name="T103" fmla="*/ 0 60000 65536"/>
                    <a:gd name="T104" fmla="*/ 0 60000 65536"/>
                    <a:gd name="T105" fmla="*/ 0 60000 65536"/>
                    <a:gd name="T106" fmla="*/ 0 60000 65536"/>
                    <a:gd name="T107" fmla="*/ 0 60000 65536"/>
                    <a:gd name="T108" fmla="*/ 0 60000 65536"/>
                    <a:gd name="T109" fmla="*/ 0 60000 65536"/>
                    <a:gd name="T110" fmla="*/ 0 60000 65536"/>
                    <a:gd name="T111" fmla="*/ 0 60000 65536"/>
                    <a:gd name="T112" fmla="*/ 0 60000 65536"/>
                    <a:gd name="T113" fmla="*/ 0 60000 65536"/>
                    <a:gd name="T114" fmla="*/ 0 60000 65536"/>
                    <a:gd name="T115" fmla="*/ 0 60000 65536"/>
                    <a:gd name="T116" fmla="*/ 0 60000 65536"/>
                    <a:gd name="T117" fmla="*/ 0 60000 65536"/>
                    <a:gd name="T118" fmla="*/ 0 60000 65536"/>
                    <a:gd name="T119" fmla="*/ 0 60000 65536"/>
                    <a:gd name="T120" fmla="*/ 0 60000 65536"/>
                    <a:gd name="T121" fmla="*/ 0 60000 65536"/>
                    <a:gd name="T122" fmla="*/ 0 60000 65536"/>
                    <a:gd name="T123" fmla="*/ 0 w 717"/>
                    <a:gd name="T124" fmla="*/ 0 h 756"/>
                    <a:gd name="T125" fmla="*/ 717 w 717"/>
                    <a:gd name="T126" fmla="*/ 756 h 756"/>
                  </a:gdLst>
                  <a:ahLst/>
                  <a:cxnLst>
                    <a:cxn ang="T82">
                      <a:pos x="T0" y="T1"/>
                    </a:cxn>
                    <a:cxn ang="T83">
                      <a:pos x="T2" y="T3"/>
                    </a:cxn>
                    <a:cxn ang="T84">
                      <a:pos x="T4" y="T5"/>
                    </a:cxn>
                    <a:cxn ang="T85">
                      <a:pos x="T6" y="T7"/>
                    </a:cxn>
                    <a:cxn ang="T86">
                      <a:pos x="T8" y="T9"/>
                    </a:cxn>
                    <a:cxn ang="T87">
                      <a:pos x="T10" y="T11"/>
                    </a:cxn>
                    <a:cxn ang="T88">
                      <a:pos x="T12" y="T13"/>
                    </a:cxn>
                    <a:cxn ang="T89">
                      <a:pos x="T14" y="T15"/>
                    </a:cxn>
                    <a:cxn ang="T90">
                      <a:pos x="T16" y="T17"/>
                    </a:cxn>
                    <a:cxn ang="T91">
                      <a:pos x="T18" y="T19"/>
                    </a:cxn>
                    <a:cxn ang="T92">
                      <a:pos x="T20" y="T21"/>
                    </a:cxn>
                    <a:cxn ang="T93">
                      <a:pos x="T22" y="T23"/>
                    </a:cxn>
                    <a:cxn ang="T94">
                      <a:pos x="T24" y="T25"/>
                    </a:cxn>
                    <a:cxn ang="T95">
                      <a:pos x="T26" y="T27"/>
                    </a:cxn>
                    <a:cxn ang="T96">
                      <a:pos x="T28" y="T29"/>
                    </a:cxn>
                    <a:cxn ang="T97">
                      <a:pos x="T30" y="T31"/>
                    </a:cxn>
                    <a:cxn ang="T98">
                      <a:pos x="T32" y="T33"/>
                    </a:cxn>
                    <a:cxn ang="T99">
                      <a:pos x="T34" y="T35"/>
                    </a:cxn>
                    <a:cxn ang="T100">
                      <a:pos x="T36" y="T37"/>
                    </a:cxn>
                    <a:cxn ang="T101">
                      <a:pos x="T38" y="T39"/>
                    </a:cxn>
                    <a:cxn ang="T102">
                      <a:pos x="T40" y="T41"/>
                    </a:cxn>
                    <a:cxn ang="T103">
                      <a:pos x="T42" y="T43"/>
                    </a:cxn>
                    <a:cxn ang="T104">
                      <a:pos x="T44" y="T45"/>
                    </a:cxn>
                    <a:cxn ang="T105">
                      <a:pos x="T46" y="T47"/>
                    </a:cxn>
                    <a:cxn ang="T106">
                      <a:pos x="T48" y="T49"/>
                    </a:cxn>
                    <a:cxn ang="T107">
                      <a:pos x="T50" y="T51"/>
                    </a:cxn>
                    <a:cxn ang="T108">
                      <a:pos x="T52" y="T53"/>
                    </a:cxn>
                    <a:cxn ang="T109">
                      <a:pos x="T54" y="T55"/>
                    </a:cxn>
                    <a:cxn ang="T110">
                      <a:pos x="T56" y="T57"/>
                    </a:cxn>
                    <a:cxn ang="T111">
                      <a:pos x="T58" y="T59"/>
                    </a:cxn>
                    <a:cxn ang="T112">
                      <a:pos x="T60" y="T61"/>
                    </a:cxn>
                    <a:cxn ang="T113">
                      <a:pos x="T62" y="T63"/>
                    </a:cxn>
                    <a:cxn ang="T114">
                      <a:pos x="T64" y="T65"/>
                    </a:cxn>
                    <a:cxn ang="T115">
                      <a:pos x="T66" y="T67"/>
                    </a:cxn>
                    <a:cxn ang="T116">
                      <a:pos x="T68" y="T69"/>
                    </a:cxn>
                    <a:cxn ang="T117">
                      <a:pos x="T70" y="T71"/>
                    </a:cxn>
                    <a:cxn ang="T118">
                      <a:pos x="T72" y="T73"/>
                    </a:cxn>
                    <a:cxn ang="T119">
                      <a:pos x="T74" y="T75"/>
                    </a:cxn>
                    <a:cxn ang="T120">
                      <a:pos x="T76" y="T77"/>
                    </a:cxn>
                    <a:cxn ang="T121">
                      <a:pos x="T78" y="T79"/>
                    </a:cxn>
                    <a:cxn ang="T122">
                      <a:pos x="T80" y="T81"/>
                    </a:cxn>
                  </a:cxnLst>
                  <a:rect l="T123" t="T124" r="T125" b="T126"/>
                  <a:pathLst>
                    <a:path w="717" h="756">
                      <a:moveTo>
                        <a:pt x="0" y="756"/>
                      </a:moveTo>
                      <a:lnTo>
                        <a:pt x="52" y="167"/>
                      </a:lnTo>
                      <a:lnTo>
                        <a:pt x="64" y="384"/>
                      </a:lnTo>
                      <a:lnTo>
                        <a:pt x="90" y="103"/>
                      </a:lnTo>
                      <a:lnTo>
                        <a:pt x="116" y="519"/>
                      </a:lnTo>
                      <a:lnTo>
                        <a:pt x="135" y="487"/>
                      </a:lnTo>
                      <a:lnTo>
                        <a:pt x="135" y="359"/>
                      </a:lnTo>
                      <a:lnTo>
                        <a:pt x="167" y="71"/>
                      </a:lnTo>
                      <a:lnTo>
                        <a:pt x="192" y="244"/>
                      </a:lnTo>
                      <a:lnTo>
                        <a:pt x="205" y="96"/>
                      </a:lnTo>
                      <a:lnTo>
                        <a:pt x="218" y="615"/>
                      </a:lnTo>
                      <a:lnTo>
                        <a:pt x="244" y="397"/>
                      </a:lnTo>
                      <a:lnTo>
                        <a:pt x="282" y="519"/>
                      </a:lnTo>
                      <a:lnTo>
                        <a:pt x="308" y="308"/>
                      </a:lnTo>
                      <a:lnTo>
                        <a:pt x="333" y="442"/>
                      </a:lnTo>
                      <a:lnTo>
                        <a:pt x="346" y="352"/>
                      </a:lnTo>
                      <a:lnTo>
                        <a:pt x="365" y="384"/>
                      </a:lnTo>
                      <a:lnTo>
                        <a:pt x="378" y="135"/>
                      </a:lnTo>
                      <a:lnTo>
                        <a:pt x="391" y="301"/>
                      </a:lnTo>
                      <a:lnTo>
                        <a:pt x="384" y="519"/>
                      </a:lnTo>
                      <a:lnTo>
                        <a:pt x="404" y="679"/>
                      </a:lnTo>
                      <a:lnTo>
                        <a:pt x="429" y="628"/>
                      </a:lnTo>
                      <a:lnTo>
                        <a:pt x="442" y="480"/>
                      </a:lnTo>
                      <a:lnTo>
                        <a:pt x="455" y="391"/>
                      </a:lnTo>
                      <a:lnTo>
                        <a:pt x="436" y="506"/>
                      </a:lnTo>
                      <a:lnTo>
                        <a:pt x="461" y="352"/>
                      </a:lnTo>
                      <a:lnTo>
                        <a:pt x="474" y="455"/>
                      </a:lnTo>
                      <a:lnTo>
                        <a:pt x="493" y="519"/>
                      </a:lnTo>
                      <a:lnTo>
                        <a:pt x="512" y="410"/>
                      </a:lnTo>
                      <a:lnTo>
                        <a:pt x="532" y="186"/>
                      </a:lnTo>
                      <a:lnTo>
                        <a:pt x="544" y="231"/>
                      </a:lnTo>
                      <a:lnTo>
                        <a:pt x="570" y="148"/>
                      </a:lnTo>
                      <a:lnTo>
                        <a:pt x="576" y="301"/>
                      </a:lnTo>
                      <a:lnTo>
                        <a:pt x="576" y="730"/>
                      </a:lnTo>
                      <a:lnTo>
                        <a:pt x="647" y="0"/>
                      </a:lnTo>
                      <a:lnTo>
                        <a:pt x="647" y="250"/>
                      </a:lnTo>
                      <a:lnTo>
                        <a:pt x="660" y="333"/>
                      </a:lnTo>
                      <a:lnTo>
                        <a:pt x="685" y="192"/>
                      </a:lnTo>
                      <a:lnTo>
                        <a:pt x="711" y="340"/>
                      </a:lnTo>
                      <a:lnTo>
                        <a:pt x="698" y="429"/>
                      </a:lnTo>
                      <a:lnTo>
                        <a:pt x="717" y="461"/>
                      </a:lnTo>
                    </a:path>
                  </a:pathLst>
                </a:custGeom>
                <a:noFill/>
                <a:ln w="9525">
                  <a:solidFill>
                    <a:srgbClr val="FF0000"/>
                  </a:solidFill>
                  <a:round/>
                  <a:headEnd/>
                  <a:tailEnd/>
                </a:ln>
              </p:spPr>
              <p:txBody>
                <a:bodyPr/>
                <a:lstStyle/>
                <a:p>
                  <a:endParaRPr lang="en-GB" sz="1600"/>
                </a:p>
              </p:txBody>
            </p:sp>
            <p:sp>
              <p:nvSpPr>
                <p:cNvPr id="14377" name="Freeform 404"/>
                <p:cNvSpPr>
                  <a:spLocks/>
                </p:cNvSpPr>
                <p:nvPr/>
              </p:nvSpPr>
              <p:spPr bwMode="auto">
                <a:xfrm flipH="1">
                  <a:off x="4698" y="1100"/>
                  <a:ext cx="313" cy="756"/>
                </a:xfrm>
                <a:custGeom>
                  <a:avLst/>
                  <a:gdLst>
                    <a:gd name="T0" fmla="*/ 0 w 717"/>
                    <a:gd name="T1" fmla="*/ 756 h 756"/>
                    <a:gd name="T2" fmla="*/ 4 w 717"/>
                    <a:gd name="T3" fmla="*/ 167 h 756"/>
                    <a:gd name="T4" fmla="*/ 5 w 717"/>
                    <a:gd name="T5" fmla="*/ 384 h 756"/>
                    <a:gd name="T6" fmla="*/ 7 w 717"/>
                    <a:gd name="T7" fmla="*/ 103 h 756"/>
                    <a:gd name="T8" fmla="*/ 10 w 717"/>
                    <a:gd name="T9" fmla="*/ 519 h 756"/>
                    <a:gd name="T10" fmla="*/ 11 w 717"/>
                    <a:gd name="T11" fmla="*/ 487 h 756"/>
                    <a:gd name="T12" fmla="*/ 11 w 717"/>
                    <a:gd name="T13" fmla="*/ 359 h 756"/>
                    <a:gd name="T14" fmla="*/ 14 w 717"/>
                    <a:gd name="T15" fmla="*/ 71 h 756"/>
                    <a:gd name="T16" fmla="*/ 16 w 717"/>
                    <a:gd name="T17" fmla="*/ 244 h 756"/>
                    <a:gd name="T18" fmla="*/ 17 w 717"/>
                    <a:gd name="T19" fmla="*/ 96 h 756"/>
                    <a:gd name="T20" fmla="*/ 18 w 717"/>
                    <a:gd name="T21" fmla="*/ 615 h 756"/>
                    <a:gd name="T22" fmla="*/ 21 w 717"/>
                    <a:gd name="T23" fmla="*/ 397 h 756"/>
                    <a:gd name="T24" fmla="*/ 24 w 717"/>
                    <a:gd name="T25" fmla="*/ 519 h 756"/>
                    <a:gd name="T26" fmla="*/ 25 w 717"/>
                    <a:gd name="T27" fmla="*/ 308 h 756"/>
                    <a:gd name="T28" fmla="*/ 28 w 717"/>
                    <a:gd name="T29" fmla="*/ 442 h 756"/>
                    <a:gd name="T30" fmla="*/ 29 w 717"/>
                    <a:gd name="T31" fmla="*/ 352 h 756"/>
                    <a:gd name="T32" fmla="*/ 30 w 717"/>
                    <a:gd name="T33" fmla="*/ 384 h 756"/>
                    <a:gd name="T34" fmla="*/ 31 w 717"/>
                    <a:gd name="T35" fmla="*/ 135 h 756"/>
                    <a:gd name="T36" fmla="*/ 33 w 717"/>
                    <a:gd name="T37" fmla="*/ 301 h 756"/>
                    <a:gd name="T38" fmla="*/ 32 w 717"/>
                    <a:gd name="T39" fmla="*/ 519 h 756"/>
                    <a:gd name="T40" fmla="*/ 34 w 717"/>
                    <a:gd name="T41" fmla="*/ 679 h 756"/>
                    <a:gd name="T42" fmla="*/ 36 w 717"/>
                    <a:gd name="T43" fmla="*/ 628 h 756"/>
                    <a:gd name="T44" fmla="*/ 37 w 717"/>
                    <a:gd name="T45" fmla="*/ 480 h 756"/>
                    <a:gd name="T46" fmla="*/ 38 w 717"/>
                    <a:gd name="T47" fmla="*/ 391 h 756"/>
                    <a:gd name="T48" fmla="*/ 36 w 717"/>
                    <a:gd name="T49" fmla="*/ 506 h 756"/>
                    <a:gd name="T50" fmla="*/ 38 w 717"/>
                    <a:gd name="T51" fmla="*/ 352 h 756"/>
                    <a:gd name="T52" fmla="*/ 39 w 717"/>
                    <a:gd name="T53" fmla="*/ 455 h 756"/>
                    <a:gd name="T54" fmla="*/ 41 w 717"/>
                    <a:gd name="T55" fmla="*/ 519 h 756"/>
                    <a:gd name="T56" fmla="*/ 43 w 717"/>
                    <a:gd name="T57" fmla="*/ 410 h 756"/>
                    <a:gd name="T58" fmla="*/ 44 w 717"/>
                    <a:gd name="T59" fmla="*/ 186 h 756"/>
                    <a:gd name="T60" fmla="*/ 45 w 717"/>
                    <a:gd name="T61" fmla="*/ 231 h 756"/>
                    <a:gd name="T62" fmla="*/ 48 w 717"/>
                    <a:gd name="T63" fmla="*/ 148 h 756"/>
                    <a:gd name="T64" fmla="*/ 48 w 717"/>
                    <a:gd name="T65" fmla="*/ 301 h 756"/>
                    <a:gd name="T66" fmla="*/ 48 w 717"/>
                    <a:gd name="T67" fmla="*/ 730 h 756"/>
                    <a:gd name="T68" fmla="*/ 54 w 717"/>
                    <a:gd name="T69" fmla="*/ 0 h 756"/>
                    <a:gd name="T70" fmla="*/ 54 w 717"/>
                    <a:gd name="T71" fmla="*/ 250 h 756"/>
                    <a:gd name="T72" fmla="*/ 55 w 717"/>
                    <a:gd name="T73" fmla="*/ 333 h 756"/>
                    <a:gd name="T74" fmla="*/ 57 w 717"/>
                    <a:gd name="T75" fmla="*/ 192 h 756"/>
                    <a:gd name="T76" fmla="*/ 59 w 717"/>
                    <a:gd name="T77" fmla="*/ 340 h 756"/>
                    <a:gd name="T78" fmla="*/ 58 w 717"/>
                    <a:gd name="T79" fmla="*/ 429 h 756"/>
                    <a:gd name="T80" fmla="*/ 60 w 717"/>
                    <a:gd name="T81" fmla="*/ 461 h 756"/>
                    <a:gd name="T82" fmla="*/ 0 60000 65536"/>
                    <a:gd name="T83" fmla="*/ 0 60000 65536"/>
                    <a:gd name="T84" fmla="*/ 0 60000 65536"/>
                    <a:gd name="T85" fmla="*/ 0 60000 65536"/>
                    <a:gd name="T86" fmla="*/ 0 60000 65536"/>
                    <a:gd name="T87" fmla="*/ 0 60000 65536"/>
                    <a:gd name="T88" fmla="*/ 0 60000 65536"/>
                    <a:gd name="T89" fmla="*/ 0 60000 65536"/>
                    <a:gd name="T90" fmla="*/ 0 60000 65536"/>
                    <a:gd name="T91" fmla="*/ 0 60000 65536"/>
                    <a:gd name="T92" fmla="*/ 0 60000 65536"/>
                    <a:gd name="T93" fmla="*/ 0 60000 65536"/>
                    <a:gd name="T94" fmla="*/ 0 60000 65536"/>
                    <a:gd name="T95" fmla="*/ 0 60000 65536"/>
                    <a:gd name="T96" fmla="*/ 0 60000 65536"/>
                    <a:gd name="T97" fmla="*/ 0 60000 65536"/>
                    <a:gd name="T98" fmla="*/ 0 60000 65536"/>
                    <a:gd name="T99" fmla="*/ 0 60000 65536"/>
                    <a:gd name="T100" fmla="*/ 0 60000 65536"/>
                    <a:gd name="T101" fmla="*/ 0 60000 65536"/>
                    <a:gd name="T102" fmla="*/ 0 60000 65536"/>
                    <a:gd name="T103" fmla="*/ 0 60000 65536"/>
                    <a:gd name="T104" fmla="*/ 0 60000 65536"/>
                    <a:gd name="T105" fmla="*/ 0 60000 65536"/>
                    <a:gd name="T106" fmla="*/ 0 60000 65536"/>
                    <a:gd name="T107" fmla="*/ 0 60000 65536"/>
                    <a:gd name="T108" fmla="*/ 0 60000 65536"/>
                    <a:gd name="T109" fmla="*/ 0 60000 65536"/>
                    <a:gd name="T110" fmla="*/ 0 60000 65536"/>
                    <a:gd name="T111" fmla="*/ 0 60000 65536"/>
                    <a:gd name="T112" fmla="*/ 0 60000 65536"/>
                    <a:gd name="T113" fmla="*/ 0 60000 65536"/>
                    <a:gd name="T114" fmla="*/ 0 60000 65536"/>
                    <a:gd name="T115" fmla="*/ 0 60000 65536"/>
                    <a:gd name="T116" fmla="*/ 0 60000 65536"/>
                    <a:gd name="T117" fmla="*/ 0 60000 65536"/>
                    <a:gd name="T118" fmla="*/ 0 60000 65536"/>
                    <a:gd name="T119" fmla="*/ 0 60000 65536"/>
                    <a:gd name="T120" fmla="*/ 0 60000 65536"/>
                    <a:gd name="T121" fmla="*/ 0 60000 65536"/>
                    <a:gd name="T122" fmla="*/ 0 60000 65536"/>
                    <a:gd name="T123" fmla="*/ 0 w 717"/>
                    <a:gd name="T124" fmla="*/ 0 h 756"/>
                    <a:gd name="T125" fmla="*/ 717 w 717"/>
                    <a:gd name="T126" fmla="*/ 756 h 756"/>
                  </a:gdLst>
                  <a:ahLst/>
                  <a:cxnLst>
                    <a:cxn ang="T82">
                      <a:pos x="T0" y="T1"/>
                    </a:cxn>
                    <a:cxn ang="T83">
                      <a:pos x="T2" y="T3"/>
                    </a:cxn>
                    <a:cxn ang="T84">
                      <a:pos x="T4" y="T5"/>
                    </a:cxn>
                    <a:cxn ang="T85">
                      <a:pos x="T6" y="T7"/>
                    </a:cxn>
                    <a:cxn ang="T86">
                      <a:pos x="T8" y="T9"/>
                    </a:cxn>
                    <a:cxn ang="T87">
                      <a:pos x="T10" y="T11"/>
                    </a:cxn>
                    <a:cxn ang="T88">
                      <a:pos x="T12" y="T13"/>
                    </a:cxn>
                    <a:cxn ang="T89">
                      <a:pos x="T14" y="T15"/>
                    </a:cxn>
                    <a:cxn ang="T90">
                      <a:pos x="T16" y="T17"/>
                    </a:cxn>
                    <a:cxn ang="T91">
                      <a:pos x="T18" y="T19"/>
                    </a:cxn>
                    <a:cxn ang="T92">
                      <a:pos x="T20" y="T21"/>
                    </a:cxn>
                    <a:cxn ang="T93">
                      <a:pos x="T22" y="T23"/>
                    </a:cxn>
                    <a:cxn ang="T94">
                      <a:pos x="T24" y="T25"/>
                    </a:cxn>
                    <a:cxn ang="T95">
                      <a:pos x="T26" y="T27"/>
                    </a:cxn>
                    <a:cxn ang="T96">
                      <a:pos x="T28" y="T29"/>
                    </a:cxn>
                    <a:cxn ang="T97">
                      <a:pos x="T30" y="T31"/>
                    </a:cxn>
                    <a:cxn ang="T98">
                      <a:pos x="T32" y="T33"/>
                    </a:cxn>
                    <a:cxn ang="T99">
                      <a:pos x="T34" y="T35"/>
                    </a:cxn>
                    <a:cxn ang="T100">
                      <a:pos x="T36" y="T37"/>
                    </a:cxn>
                    <a:cxn ang="T101">
                      <a:pos x="T38" y="T39"/>
                    </a:cxn>
                    <a:cxn ang="T102">
                      <a:pos x="T40" y="T41"/>
                    </a:cxn>
                    <a:cxn ang="T103">
                      <a:pos x="T42" y="T43"/>
                    </a:cxn>
                    <a:cxn ang="T104">
                      <a:pos x="T44" y="T45"/>
                    </a:cxn>
                    <a:cxn ang="T105">
                      <a:pos x="T46" y="T47"/>
                    </a:cxn>
                    <a:cxn ang="T106">
                      <a:pos x="T48" y="T49"/>
                    </a:cxn>
                    <a:cxn ang="T107">
                      <a:pos x="T50" y="T51"/>
                    </a:cxn>
                    <a:cxn ang="T108">
                      <a:pos x="T52" y="T53"/>
                    </a:cxn>
                    <a:cxn ang="T109">
                      <a:pos x="T54" y="T55"/>
                    </a:cxn>
                    <a:cxn ang="T110">
                      <a:pos x="T56" y="T57"/>
                    </a:cxn>
                    <a:cxn ang="T111">
                      <a:pos x="T58" y="T59"/>
                    </a:cxn>
                    <a:cxn ang="T112">
                      <a:pos x="T60" y="T61"/>
                    </a:cxn>
                    <a:cxn ang="T113">
                      <a:pos x="T62" y="T63"/>
                    </a:cxn>
                    <a:cxn ang="T114">
                      <a:pos x="T64" y="T65"/>
                    </a:cxn>
                    <a:cxn ang="T115">
                      <a:pos x="T66" y="T67"/>
                    </a:cxn>
                    <a:cxn ang="T116">
                      <a:pos x="T68" y="T69"/>
                    </a:cxn>
                    <a:cxn ang="T117">
                      <a:pos x="T70" y="T71"/>
                    </a:cxn>
                    <a:cxn ang="T118">
                      <a:pos x="T72" y="T73"/>
                    </a:cxn>
                    <a:cxn ang="T119">
                      <a:pos x="T74" y="T75"/>
                    </a:cxn>
                    <a:cxn ang="T120">
                      <a:pos x="T76" y="T77"/>
                    </a:cxn>
                    <a:cxn ang="T121">
                      <a:pos x="T78" y="T79"/>
                    </a:cxn>
                    <a:cxn ang="T122">
                      <a:pos x="T80" y="T81"/>
                    </a:cxn>
                  </a:cxnLst>
                  <a:rect l="T123" t="T124" r="T125" b="T126"/>
                  <a:pathLst>
                    <a:path w="717" h="756">
                      <a:moveTo>
                        <a:pt x="0" y="756"/>
                      </a:moveTo>
                      <a:lnTo>
                        <a:pt x="52" y="167"/>
                      </a:lnTo>
                      <a:lnTo>
                        <a:pt x="64" y="384"/>
                      </a:lnTo>
                      <a:lnTo>
                        <a:pt x="90" y="103"/>
                      </a:lnTo>
                      <a:lnTo>
                        <a:pt x="116" y="519"/>
                      </a:lnTo>
                      <a:lnTo>
                        <a:pt x="135" y="487"/>
                      </a:lnTo>
                      <a:lnTo>
                        <a:pt x="135" y="359"/>
                      </a:lnTo>
                      <a:lnTo>
                        <a:pt x="167" y="71"/>
                      </a:lnTo>
                      <a:lnTo>
                        <a:pt x="192" y="244"/>
                      </a:lnTo>
                      <a:lnTo>
                        <a:pt x="205" y="96"/>
                      </a:lnTo>
                      <a:lnTo>
                        <a:pt x="218" y="615"/>
                      </a:lnTo>
                      <a:lnTo>
                        <a:pt x="244" y="397"/>
                      </a:lnTo>
                      <a:lnTo>
                        <a:pt x="282" y="519"/>
                      </a:lnTo>
                      <a:lnTo>
                        <a:pt x="308" y="308"/>
                      </a:lnTo>
                      <a:lnTo>
                        <a:pt x="333" y="442"/>
                      </a:lnTo>
                      <a:lnTo>
                        <a:pt x="346" y="352"/>
                      </a:lnTo>
                      <a:lnTo>
                        <a:pt x="365" y="384"/>
                      </a:lnTo>
                      <a:lnTo>
                        <a:pt x="378" y="135"/>
                      </a:lnTo>
                      <a:lnTo>
                        <a:pt x="391" y="301"/>
                      </a:lnTo>
                      <a:lnTo>
                        <a:pt x="384" y="519"/>
                      </a:lnTo>
                      <a:lnTo>
                        <a:pt x="404" y="679"/>
                      </a:lnTo>
                      <a:lnTo>
                        <a:pt x="429" y="628"/>
                      </a:lnTo>
                      <a:lnTo>
                        <a:pt x="442" y="480"/>
                      </a:lnTo>
                      <a:lnTo>
                        <a:pt x="455" y="391"/>
                      </a:lnTo>
                      <a:lnTo>
                        <a:pt x="436" y="506"/>
                      </a:lnTo>
                      <a:lnTo>
                        <a:pt x="461" y="352"/>
                      </a:lnTo>
                      <a:lnTo>
                        <a:pt x="474" y="455"/>
                      </a:lnTo>
                      <a:lnTo>
                        <a:pt x="493" y="519"/>
                      </a:lnTo>
                      <a:lnTo>
                        <a:pt x="512" y="410"/>
                      </a:lnTo>
                      <a:lnTo>
                        <a:pt x="532" y="186"/>
                      </a:lnTo>
                      <a:lnTo>
                        <a:pt x="544" y="231"/>
                      </a:lnTo>
                      <a:lnTo>
                        <a:pt x="570" y="148"/>
                      </a:lnTo>
                      <a:lnTo>
                        <a:pt x="576" y="301"/>
                      </a:lnTo>
                      <a:lnTo>
                        <a:pt x="576" y="730"/>
                      </a:lnTo>
                      <a:lnTo>
                        <a:pt x="647" y="0"/>
                      </a:lnTo>
                      <a:lnTo>
                        <a:pt x="647" y="250"/>
                      </a:lnTo>
                      <a:lnTo>
                        <a:pt x="660" y="333"/>
                      </a:lnTo>
                      <a:lnTo>
                        <a:pt x="685" y="192"/>
                      </a:lnTo>
                      <a:lnTo>
                        <a:pt x="711" y="340"/>
                      </a:lnTo>
                      <a:lnTo>
                        <a:pt x="698" y="429"/>
                      </a:lnTo>
                      <a:lnTo>
                        <a:pt x="717" y="461"/>
                      </a:lnTo>
                    </a:path>
                  </a:pathLst>
                </a:custGeom>
                <a:noFill/>
                <a:ln w="9525">
                  <a:solidFill>
                    <a:srgbClr val="FF0000"/>
                  </a:solidFill>
                  <a:round/>
                  <a:headEnd/>
                  <a:tailEnd/>
                </a:ln>
              </p:spPr>
              <p:txBody>
                <a:bodyPr/>
                <a:lstStyle/>
                <a:p>
                  <a:endParaRPr lang="en-GB" sz="1600"/>
                </a:p>
              </p:txBody>
            </p:sp>
          </p:grpSp>
          <p:grpSp>
            <p:nvGrpSpPr>
              <p:cNvPr id="14475" name="Group 405"/>
              <p:cNvGrpSpPr>
                <a:grpSpLocks/>
              </p:cNvGrpSpPr>
              <p:nvPr/>
            </p:nvGrpSpPr>
            <p:grpSpPr bwMode="auto">
              <a:xfrm flipH="1">
                <a:off x="4569" y="1098"/>
                <a:ext cx="590" cy="801"/>
                <a:chOff x="3462" y="1100"/>
                <a:chExt cx="1549" cy="801"/>
              </a:xfrm>
            </p:grpSpPr>
            <p:sp>
              <p:nvSpPr>
                <p:cNvPr id="14368" name="Freeform 406"/>
                <p:cNvSpPr>
                  <a:spLocks/>
                </p:cNvSpPr>
                <p:nvPr/>
              </p:nvSpPr>
              <p:spPr bwMode="auto">
                <a:xfrm>
                  <a:off x="3462" y="1126"/>
                  <a:ext cx="313" cy="756"/>
                </a:xfrm>
                <a:custGeom>
                  <a:avLst/>
                  <a:gdLst>
                    <a:gd name="T0" fmla="*/ 0 w 717"/>
                    <a:gd name="T1" fmla="*/ 756 h 756"/>
                    <a:gd name="T2" fmla="*/ 4 w 717"/>
                    <a:gd name="T3" fmla="*/ 167 h 756"/>
                    <a:gd name="T4" fmla="*/ 5 w 717"/>
                    <a:gd name="T5" fmla="*/ 384 h 756"/>
                    <a:gd name="T6" fmla="*/ 7 w 717"/>
                    <a:gd name="T7" fmla="*/ 103 h 756"/>
                    <a:gd name="T8" fmla="*/ 10 w 717"/>
                    <a:gd name="T9" fmla="*/ 519 h 756"/>
                    <a:gd name="T10" fmla="*/ 11 w 717"/>
                    <a:gd name="T11" fmla="*/ 487 h 756"/>
                    <a:gd name="T12" fmla="*/ 11 w 717"/>
                    <a:gd name="T13" fmla="*/ 359 h 756"/>
                    <a:gd name="T14" fmla="*/ 14 w 717"/>
                    <a:gd name="T15" fmla="*/ 71 h 756"/>
                    <a:gd name="T16" fmla="*/ 16 w 717"/>
                    <a:gd name="T17" fmla="*/ 244 h 756"/>
                    <a:gd name="T18" fmla="*/ 17 w 717"/>
                    <a:gd name="T19" fmla="*/ 96 h 756"/>
                    <a:gd name="T20" fmla="*/ 18 w 717"/>
                    <a:gd name="T21" fmla="*/ 615 h 756"/>
                    <a:gd name="T22" fmla="*/ 21 w 717"/>
                    <a:gd name="T23" fmla="*/ 397 h 756"/>
                    <a:gd name="T24" fmla="*/ 24 w 717"/>
                    <a:gd name="T25" fmla="*/ 519 h 756"/>
                    <a:gd name="T26" fmla="*/ 25 w 717"/>
                    <a:gd name="T27" fmla="*/ 308 h 756"/>
                    <a:gd name="T28" fmla="*/ 28 w 717"/>
                    <a:gd name="T29" fmla="*/ 442 h 756"/>
                    <a:gd name="T30" fmla="*/ 29 w 717"/>
                    <a:gd name="T31" fmla="*/ 352 h 756"/>
                    <a:gd name="T32" fmla="*/ 30 w 717"/>
                    <a:gd name="T33" fmla="*/ 384 h 756"/>
                    <a:gd name="T34" fmla="*/ 31 w 717"/>
                    <a:gd name="T35" fmla="*/ 135 h 756"/>
                    <a:gd name="T36" fmla="*/ 33 w 717"/>
                    <a:gd name="T37" fmla="*/ 301 h 756"/>
                    <a:gd name="T38" fmla="*/ 32 w 717"/>
                    <a:gd name="T39" fmla="*/ 519 h 756"/>
                    <a:gd name="T40" fmla="*/ 34 w 717"/>
                    <a:gd name="T41" fmla="*/ 679 h 756"/>
                    <a:gd name="T42" fmla="*/ 36 w 717"/>
                    <a:gd name="T43" fmla="*/ 628 h 756"/>
                    <a:gd name="T44" fmla="*/ 37 w 717"/>
                    <a:gd name="T45" fmla="*/ 480 h 756"/>
                    <a:gd name="T46" fmla="*/ 38 w 717"/>
                    <a:gd name="T47" fmla="*/ 391 h 756"/>
                    <a:gd name="T48" fmla="*/ 36 w 717"/>
                    <a:gd name="T49" fmla="*/ 506 h 756"/>
                    <a:gd name="T50" fmla="*/ 38 w 717"/>
                    <a:gd name="T51" fmla="*/ 352 h 756"/>
                    <a:gd name="T52" fmla="*/ 39 w 717"/>
                    <a:gd name="T53" fmla="*/ 455 h 756"/>
                    <a:gd name="T54" fmla="*/ 41 w 717"/>
                    <a:gd name="T55" fmla="*/ 519 h 756"/>
                    <a:gd name="T56" fmla="*/ 43 w 717"/>
                    <a:gd name="T57" fmla="*/ 410 h 756"/>
                    <a:gd name="T58" fmla="*/ 44 w 717"/>
                    <a:gd name="T59" fmla="*/ 186 h 756"/>
                    <a:gd name="T60" fmla="*/ 45 w 717"/>
                    <a:gd name="T61" fmla="*/ 231 h 756"/>
                    <a:gd name="T62" fmla="*/ 48 w 717"/>
                    <a:gd name="T63" fmla="*/ 148 h 756"/>
                    <a:gd name="T64" fmla="*/ 48 w 717"/>
                    <a:gd name="T65" fmla="*/ 301 h 756"/>
                    <a:gd name="T66" fmla="*/ 48 w 717"/>
                    <a:gd name="T67" fmla="*/ 730 h 756"/>
                    <a:gd name="T68" fmla="*/ 54 w 717"/>
                    <a:gd name="T69" fmla="*/ 0 h 756"/>
                    <a:gd name="T70" fmla="*/ 54 w 717"/>
                    <a:gd name="T71" fmla="*/ 250 h 756"/>
                    <a:gd name="T72" fmla="*/ 55 w 717"/>
                    <a:gd name="T73" fmla="*/ 333 h 756"/>
                    <a:gd name="T74" fmla="*/ 57 w 717"/>
                    <a:gd name="T75" fmla="*/ 192 h 756"/>
                    <a:gd name="T76" fmla="*/ 59 w 717"/>
                    <a:gd name="T77" fmla="*/ 340 h 756"/>
                    <a:gd name="T78" fmla="*/ 58 w 717"/>
                    <a:gd name="T79" fmla="*/ 429 h 756"/>
                    <a:gd name="T80" fmla="*/ 60 w 717"/>
                    <a:gd name="T81" fmla="*/ 461 h 756"/>
                    <a:gd name="T82" fmla="*/ 0 60000 65536"/>
                    <a:gd name="T83" fmla="*/ 0 60000 65536"/>
                    <a:gd name="T84" fmla="*/ 0 60000 65536"/>
                    <a:gd name="T85" fmla="*/ 0 60000 65536"/>
                    <a:gd name="T86" fmla="*/ 0 60000 65536"/>
                    <a:gd name="T87" fmla="*/ 0 60000 65536"/>
                    <a:gd name="T88" fmla="*/ 0 60000 65536"/>
                    <a:gd name="T89" fmla="*/ 0 60000 65536"/>
                    <a:gd name="T90" fmla="*/ 0 60000 65536"/>
                    <a:gd name="T91" fmla="*/ 0 60000 65536"/>
                    <a:gd name="T92" fmla="*/ 0 60000 65536"/>
                    <a:gd name="T93" fmla="*/ 0 60000 65536"/>
                    <a:gd name="T94" fmla="*/ 0 60000 65536"/>
                    <a:gd name="T95" fmla="*/ 0 60000 65536"/>
                    <a:gd name="T96" fmla="*/ 0 60000 65536"/>
                    <a:gd name="T97" fmla="*/ 0 60000 65536"/>
                    <a:gd name="T98" fmla="*/ 0 60000 65536"/>
                    <a:gd name="T99" fmla="*/ 0 60000 65536"/>
                    <a:gd name="T100" fmla="*/ 0 60000 65536"/>
                    <a:gd name="T101" fmla="*/ 0 60000 65536"/>
                    <a:gd name="T102" fmla="*/ 0 60000 65536"/>
                    <a:gd name="T103" fmla="*/ 0 60000 65536"/>
                    <a:gd name="T104" fmla="*/ 0 60000 65536"/>
                    <a:gd name="T105" fmla="*/ 0 60000 65536"/>
                    <a:gd name="T106" fmla="*/ 0 60000 65536"/>
                    <a:gd name="T107" fmla="*/ 0 60000 65536"/>
                    <a:gd name="T108" fmla="*/ 0 60000 65536"/>
                    <a:gd name="T109" fmla="*/ 0 60000 65536"/>
                    <a:gd name="T110" fmla="*/ 0 60000 65536"/>
                    <a:gd name="T111" fmla="*/ 0 60000 65536"/>
                    <a:gd name="T112" fmla="*/ 0 60000 65536"/>
                    <a:gd name="T113" fmla="*/ 0 60000 65536"/>
                    <a:gd name="T114" fmla="*/ 0 60000 65536"/>
                    <a:gd name="T115" fmla="*/ 0 60000 65536"/>
                    <a:gd name="T116" fmla="*/ 0 60000 65536"/>
                    <a:gd name="T117" fmla="*/ 0 60000 65536"/>
                    <a:gd name="T118" fmla="*/ 0 60000 65536"/>
                    <a:gd name="T119" fmla="*/ 0 60000 65536"/>
                    <a:gd name="T120" fmla="*/ 0 60000 65536"/>
                    <a:gd name="T121" fmla="*/ 0 60000 65536"/>
                    <a:gd name="T122" fmla="*/ 0 60000 65536"/>
                    <a:gd name="T123" fmla="*/ 0 w 717"/>
                    <a:gd name="T124" fmla="*/ 0 h 756"/>
                    <a:gd name="T125" fmla="*/ 717 w 717"/>
                    <a:gd name="T126" fmla="*/ 756 h 756"/>
                  </a:gdLst>
                  <a:ahLst/>
                  <a:cxnLst>
                    <a:cxn ang="T82">
                      <a:pos x="T0" y="T1"/>
                    </a:cxn>
                    <a:cxn ang="T83">
                      <a:pos x="T2" y="T3"/>
                    </a:cxn>
                    <a:cxn ang="T84">
                      <a:pos x="T4" y="T5"/>
                    </a:cxn>
                    <a:cxn ang="T85">
                      <a:pos x="T6" y="T7"/>
                    </a:cxn>
                    <a:cxn ang="T86">
                      <a:pos x="T8" y="T9"/>
                    </a:cxn>
                    <a:cxn ang="T87">
                      <a:pos x="T10" y="T11"/>
                    </a:cxn>
                    <a:cxn ang="T88">
                      <a:pos x="T12" y="T13"/>
                    </a:cxn>
                    <a:cxn ang="T89">
                      <a:pos x="T14" y="T15"/>
                    </a:cxn>
                    <a:cxn ang="T90">
                      <a:pos x="T16" y="T17"/>
                    </a:cxn>
                    <a:cxn ang="T91">
                      <a:pos x="T18" y="T19"/>
                    </a:cxn>
                    <a:cxn ang="T92">
                      <a:pos x="T20" y="T21"/>
                    </a:cxn>
                    <a:cxn ang="T93">
                      <a:pos x="T22" y="T23"/>
                    </a:cxn>
                    <a:cxn ang="T94">
                      <a:pos x="T24" y="T25"/>
                    </a:cxn>
                    <a:cxn ang="T95">
                      <a:pos x="T26" y="T27"/>
                    </a:cxn>
                    <a:cxn ang="T96">
                      <a:pos x="T28" y="T29"/>
                    </a:cxn>
                    <a:cxn ang="T97">
                      <a:pos x="T30" y="T31"/>
                    </a:cxn>
                    <a:cxn ang="T98">
                      <a:pos x="T32" y="T33"/>
                    </a:cxn>
                    <a:cxn ang="T99">
                      <a:pos x="T34" y="T35"/>
                    </a:cxn>
                    <a:cxn ang="T100">
                      <a:pos x="T36" y="T37"/>
                    </a:cxn>
                    <a:cxn ang="T101">
                      <a:pos x="T38" y="T39"/>
                    </a:cxn>
                    <a:cxn ang="T102">
                      <a:pos x="T40" y="T41"/>
                    </a:cxn>
                    <a:cxn ang="T103">
                      <a:pos x="T42" y="T43"/>
                    </a:cxn>
                    <a:cxn ang="T104">
                      <a:pos x="T44" y="T45"/>
                    </a:cxn>
                    <a:cxn ang="T105">
                      <a:pos x="T46" y="T47"/>
                    </a:cxn>
                    <a:cxn ang="T106">
                      <a:pos x="T48" y="T49"/>
                    </a:cxn>
                    <a:cxn ang="T107">
                      <a:pos x="T50" y="T51"/>
                    </a:cxn>
                    <a:cxn ang="T108">
                      <a:pos x="T52" y="T53"/>
                    </a:cxn>
                    <a:cxn ang="T109">
                      <a:pos x="T54" y="T55"/>
                    </a:cxn>
                    <a:cxn ang="T110">
                      <a:pos x="T56" y="T57"/>
                    </a:cxn>
                    <a:cxn ang="T111">
                      <a:pos x="T58" y="T59"/>
                    </a:cxn>
                    <a:cxn ang="T112">
                      <a:pos x="T60" y="T61"/>
                    </a:cxn>
                    <a:cxn ang="T113">
                      <a:pos x="T62" y="T63"/>
                    </a:cxn>
                    <a:cxn ang="T114">
                      <a:pos x="T64" y="T65"/>
                    </a:cxn>
                    <a:cxn ang="T115">
                      <a:pos x="T66" y="T67"/>
                    </a:cxn>
                    <a:cxn ang="T116">
                      <a:pos x="T68" y="T69"/>
                    </a:cxn>
                    <a:cxn ang="T117">
                      <a:pos x="T70" y="T71"/>
                    </a:cxn>
                    <a:cxn ang="T118">
                      <a:pos x="T72" y="T73"/>
                    </a:cxn>
                    <a:cxn ang="T119">
                      <a:pos x="T74" y="T75"/>
                    </a:cxn>
                    <a:cxn ang="T120">
                      <a:pos x="T76" y="T77"/>
                    </a:cxn>
                    <a:cxn ang="T121">
                      <a:pos x="T78" y="T79"/>
                    </a:cxn>
                    <a:cxn ang="T122">
                      <a:pos x="T80" y="T81"/>
                    </a:cxn>
                  </a:cxnLst>
                  <a:rect l="T123" t="T124" r="T125" b="T126"/>
                  <a:pathLst>
                    <a:path w="717" h="756">
                      <a:moveTo>
                        <a:pt x="0" y="756"/>
                      </a:moveTo>
                      <a:lnTo>
                        <a:pt x="52" y="167"/>
                      </a:lnTo>
                      <a:lnTo>
                        <a:pt x="64" y="384"/>
                      </a:lnTo>
                      <a:lnTo>
                        <a:pt x="90" y="103"/>
                      </a:lnTo>
                      <a:lnTo>
                        <a:pt x="116" y="519"/>
                      </a:lnTo>
                      <a:lnTo>
                        <a:pt x="135" y="487"/>
                      </a:lnTo>
                      <a:lnTo>
                        <a:pt x="135" y="359"/>
                      </a:lnTo>
                      <a:lnTo>
                        <a:pt x="167" y="71"/>
                      </a:lnTo>
                      <a:lnTo>
                        <a:pt x="192" y="244"/>
                      </a:lnTo>
                      <a:lnTo>
                        <a:pt x="205" y="96"/>
                      </a:lnTo>
                      <a:lnTo>
                        <a:pt x="218" y="615"/>
                      </a:lnTo>
                      <a:lnTo>
                        <a:pt x="244" y="397"/>
                      </a:lnTo>
                      <a:lnTo>
                        <a:pt x="282" y="519"/>
                      </a:lnTo>
                      <a:lnTo>
                        <a:pt x="308" y="308"/>
                      </a:lnTo>
                      <a:lnTo>
                        <a:pt x="333" y="442"/>
                      </a:lnTo>
                      <a:lnTo>
                        <a:pt x="346" y="352"/>
                      </a:lnTo>
                      <a:lnTo>
                        <a:pt x="365" y="384"/>
                      </a:lnTo>
                      <a:lnTo>
                        <a:pt x="378" y="135"/>
                      </a:lnTo>
                      <a:lnTo>
                        <a:pt x="391" y="301"/>
                      </a:lnTo>
                      <a:lnTo>
                        <a:pt x="384" y="519"/>
                      </a:lnTo>
                      <a:lnTo>
                        <a:pt x="404" y="679"/>
                      </a:lnTo>
                      <a:lnTo>
                        <a:pt x="429" y="628"/>
                      </a:lnTo>
                      <a:lnTo>
                        <a:pt x="442" y="480"/>
                      </a:lnTo>
                      <a:lnTo>
                        <a:pt x="455" y="391"/>
                      </a:lnTo>
                      <a:lnTo>
                        <a:pt x="436" y="506"/>
                      </a:lnTo>
                      <a:lnTo>
                        <a:pt x="461" y="352"/>
                      </a:lnTo>
                      <a:lnTo>
                        <a:pt x="474" y="455"/>
                      </a:lnTo>
                      <a:lnTo>
                        <a:pt x="493" y="519"/>
                      </a:lnTo>
                      <a:lnTo>
                        <a:pt x="512" y="410"/>
                      </a:lnTo>
                      <a:lnTo>
                        <a:pt x="532" y="186"/>
                      </a:lnTo>
                      <a:lnTo>
                        <a:pt x="544" y="231"/>
                      </a:lnTo>
                      <a:lnTo>
                        <a:pt x="570" y="148"/>
                      </a:lnTo>
                      <a:lnTo>
                        <a:pt x="576" y="301"/>
                      </a:lnTo>
                      <a:lnTo>
                        <a:pt x="576" y="730"/>
                      </a:lnTo>
                      <a:lnTo>
                        <a:pt x="647" y="0"/>
                      </a:lnTo>
                      <a:lnTo>
                        <a:pt x="647" y="250"/>
                      </a:lnTo>
                      <a:lnTo>
                        <a:pt x="660" y="333"/>
                      </a:lnTo>
                      <a:lnTo>
                        <a:pt x="685" y="192"/>
                      </a:lnTo>
                      <a:lnTo>
                        <a:pt x="711" y="340"/>
                      </a:lnTo>
                      <a:lnTo>
                        <a:pt x="698" y="429"/>
                      </a:lnTo>
                      <a:lnTo>
                        <a:pt x="717" y="461"/>
                      </a:lnTo>
                    </a:path>
                  </a:pathLst>
                </a:custGeom>
                <a:noFill/>
                <a:ln w="9525">
                  <a:solidFill>
                    <a:srgbClr val="FF0000"/>
                  </a:solidFill>
                  <a:round/>
                  <a:headEnd/>
                  <a:tailEnd/>
                </a:ln>
              </p:spPr>
              <p:txBody>
                <a:bodyPr/>
                <a:lstStyle/>
                <a:p>
                  <a:endParaRPr lang="en-GB" sz="1600"/>
                </a:p>
              </p:txBody>
            </p:sp>
            <p:sp>
              <p:nvSpPr>
                <p:cNvPr id="14369" name="Freeform 407"/>
                <p:cNvSpPr>
                  <a:spLocks/>
                </p:cNvSpPr>
                <p:nvPr/>
              </p:nvSpPr>
              <p:spPr bwMode="auto">
                <a:xfrm flipH="1" flipV="1">
                  <a:off x="3770" y="1145"/>
                  <a:ext cx="313" cy="756"/>
                </a:xfrm>
                <a:custGeom>
                  <a:avLst/>
                  <a:gdLst>
                    <a:gd name="T0" fmla="*/ 0 w 717"/>
                    <a:gd name="T1" fmla="*/ 756 h 756"/>
                    <a:gd name="T2" fmla="*/ 4 w 717"/>
                    <a:gd name="T3" fmla="*/ 167 h 756"/>
                    <a:gd name="T4" fmla="*/ 5 w 717"/>
                    <a:gd name="T5" fmla="*/ 384 h 756"/>
                    <a:gd name="T6" fmla="*/ 7 w 717"/>
                    <a:gd name="T7" fmla="*/ 103 h 756"/>
                    <a:gd name="T8" fmla="*/ 10 w 717"/>
                    <a:gd name="T9" fmla="*/ 519 h 756"/>
                    <a:gd name="T10" fmla="*/ 11 w 717"/>
                    <a:gd name="T11" fmla="*/ 487 h 756"/>
                    <a:gd name="T12" fmla="*/ 11 w 717"/>
                    <a:gd name="T13" fmla="*/ 359 h 756"/>
                    <a:gd name="T14" fmla="*/ 14 w 717"/>
                    <a:gd name="T15" fmla="*/ 71 h 756"/>
                    <a:gd name="T16" fmla="*/ 16 w 717"/>
                    <a:gd name="T17" fmla="*/ 244 h 756"/>
                    <a:gd name="T18" fmla="*/ 17 w 717"/>
                    <a:gd name="T19" fmla="*/ 96 h 756"/>
                    <a:gd name="T20" fmla="*/ 18 w 717"/>
                    <a:gd name="T21" fmla="*/ 615 h 756"/>
                    <a:gd name="T22" fmla="*/ 21 w 717"/>
                    <a:gd name="T23" fmla="*/ 397 h 756"/>
                    <a:gd name="T24" fmla="*/ 24 w 717"/>
                    <a:gd name="T25" fmla="*/ 519 h 756"/>
                    <a:gd name="T26" fmla="*/ 25 w 717"/>
                    <a:gd name="T27" fmla="*/ 308 h 756"/>
                    <a:gd name="T28" fmla="*/ 28 w 717"/>
                    <a:gd name="T29" fmla="*/ 442 h 756"/>
                    <a:gd name="T30" fmla="*/ 29 w 717"/>
                    <a:gd name="T31" fmla="*/ 352 h 756"/>
                    <a:gd name="T32" fmla="*/ 30 w 717"/>
                    <a:gd name="T33" fmla="*/ 384 h 756"/>
                    <a:gd name="T34" fmla="*/ 31 w 717"/>
                    <a:gd name="T35" fmla="*/ 135 h 756"/>
                    <a:gd name="T36" fmla="*/ 33 w 717"/>
                    <a:gd name="T37" fmla="*/ 301 h 756"/>
                    <a:gd name="T38" fmla="*/ 32 w 717"/>
                    <a:gd name="T39" fmla="*/ 519 h 756"/>
                    <a:gd name="T40" fmla="*/ 34 w 717"/>
                    <a:gd name="T41" fmla="*/ 679 h 756"/>
                    <a:gd name="T42" fmla="*/ 36 w 717"/>
                    <a:gd name="T43" fmla="*/ 628 h 756"/>
                    <a:gd name="T44" fmla="*/ 37 w 717"/>
                    <a:gd name="T45" fmla="*/ 480 h 756"/>
                    <a:gd name="T46" fmla="*/ 38 w 717"/>
                    <a:gd name="T47" fmla="*/ 391 h 756"/>
                    <a:gd name="T48" fmla="*/ 36 w 717"/>
                    <a:gd name="T49" fmla="*/ 506 h 756"/>
                    <a:gd name="T50" fmla="*/ 38 w 717"/>
                    <a:gd name="T51" fmla="*/ 352 h 756"/>
                    <a:gd name="T52" fmla="*/ 39 w 717"/>
                    <a:gd name="T53" fmla="*/ 455 h 756"/>
                    <a:gd name="T54" fmla="*/ 41 w 717"/>
                    <a:gd name="T55" fmla="*/ 519 h 756"/>
                    <a:gd name="T56" fmla="*/ 43 w 717"/>
                    <a:gd name="T57" fmla="*/ 410 h 756"/>
                    <a:gd name="T58" fmla="*/ 44 w 717"/>
                    <a:gd name="T59" fmla="*/ 186 h 756"/>
                    <a:gd name="T60" fmla="*/ 45 w 717"/>
                    <a:gd name="T61" fmla="*/ 231 h 756"/>
                    <a:gd name="T62" fmla="*/ 48 w 717"/>
                    <a:gd name="T63" fmla="*/ 148 h 756"/>
                    <a:gd name="T64" fmla="*/ 48 w 717"/>
                    <a:gd name="T65" fmla="*/ 301 h 756"/>
                    <a:gd name="T66" fmla="*/ 48 w 717"/>
                    <a:gd name="T67" fmla="*/ 730 h 756"/>
                    <a:gd name="T68" fmla="*/ 54 w 717"/>
                    <a:gd name="T69" fmla="*/ 0 h 756"/>
                    <a:gd name="T70" fmla="*/ 54 w 717"/>
                    <a:gd name="T71" fmla="*/ 250 h 756"/>
                    <a:gd name="T72" fmla="*/ 55 w 717"/>
                    <a:gd name="T73" fmla="*/ 333 h 756"/>
                    <a:gd name="T74" fmla="*/ 57 w 717"/>
                    <a:gd name="T75" fmla="*/ 192 h 756"/>
                    <a:gd name="T76" fmla="*/ 59 w 717"/>
                    <a:gd name="T77" fmla="*/ 340 h 756"/>
                    <a:gd name="T78" fmla="*/ 58 w 717"/>
                    <a:gd name="T79" fmla="*/ 429 h 756"/>
                    <a:gd name="T80" fmla="*/ 60 w 717"/>
                    <a:gd name="T81" fmla="*/ 461 h 756"/>
                    <a:gd name="T82" fmla="*/ 0 60000 65536"/>
                    <a:gd name="T83" fmla="*/ 0 60000 65536"/>
                    <a:gd name="T84" fmla="*/ 0 60000 65536"/>
                    <a:gd name="T85" fmla="*/ 0 60000 65536"/>
                    <a:gd name="T86" fmla="*/ 0 60000 65536"/>
                    <a:gd name="T87" fmla="*/ 0 60000 65536"/>
                    <a:gd name="T88" fmla="*/ 0 60000 65536"/>
                    <a:gd name="T89" fmla="*/ 0 60000 65536"/>
                    <a:gd name="T90" fmla="*/ 0 60000 65536"/>
                    <a:gd name="T91" fmla="*/ 0 60000 65536"/>
                    <a:gd name="T92" fmla="*/ 0 60000 65536"/>
                    <a:gd name="T93" fmla="*/ 0 60000 65536"/>
                    <a:gd name="T94" fmla="*/ 0 60000 65536"/>
                    <a:gd name="T95" fmla="*/ 0 60000 65536"/>
                    <a:gd name="T96" fmla="*/ 0 60000 65536"/>
                    <a:gd name="T97" fmla="*/ 0 60000 65536"/>
                    <a:gd name="T98" fmla="*/ 0 60000 65536"/>
                    <a:gd name="T99" fmla="*/ 0 60000 65536"/>
                    <a:gd name="T100" fmla="*/ 0 60000 65536"/>
                    <a:gd name="T101" fmla="*/ 0 60000 65536"/>
                    <a:gd name="T102" fmla="*/ 0 60000 65536"/>
                    <a:gd name="T103" fmla="*/ 0 60000 65536"/>
                    <a:gd name="T104" fmla="*/ 0 60000 65536"/>
                    <a:gd name="T105" fmla="*/ 0 60000 65536"/>
                    <a:gd name="T106" fmla="*/ 0 60000 65536"/>
                    <a:gd name="T107" fmla="*/ 0 60000 65536"/>
                    <a:gd name="T108" fmla="*/ 0 60000 65536"/>
                    <a:gd name="T109" fmla="*/ 0 60000 65536"/>
                    <a:gd name="T110" fmla="*/ 0 60000 65536"/>
                    <a:gd name="T111" fmla="*/ 0 60000 65536"/>
                    <a:gd name="T112" fmla="*/ 0 60000 65536"/>
                    <a:gd name="T113" fmla="*/ 0 60000 65536"/>
                    <a:gd name="T114" fmla="*/ 0 60000 65536"/>
                    <a:gd name="T115" fmla="*/ 0 60000 65536"/>
                    <a:gd name="T116" fmla="*/ 0 60000 65536"/>
                    <a:gd name="T117" fmla="*/ 0 60000 65536"/>
                    <a:gd name="T118" fmla="*/ 0 60000 65536"/>
                    <a:gd name="T119" fmla="*/ 0 60000 65536"/>
                    <a:gd name="T120" fmla="*/ 0 60000 65536"/>
                    <a:gd name="T121" fmla="*/ 0 60000 65536"/>
                    <a:gd name="T122" fmla="*/ 0 60000 65536"/>
                    <a:gd name="T123" fmla="*/ 0 w 717"/>
                    <a:gd name="T124" fmla="*/ 0 h 756"/>
                    <a:gd name="T125" fmla="*/ 717 w 717"/>
                    <a:gd name="T126" fmla="*/ 756 h 756"/>
                  </a:gdLst>
                  <a:ahLst/>
                  <a:cxnLst>
                    <a:cxn ang="T82">
                      <a:pos x="T0" y="T1"/>
                    </a:cxn>
                    <a:cxn ang="T83">
                      <a:pos x="T2" y="T3"/>
                    </a:cxn>
                    <a:cxn ang="T84">
                      <a:pos x="T4" y="T5"/>
                    </a:cxn>
                    <a:cxn ang="T85">
                      <a:pos x="T6" y="T7"/>
                    </a:cxn>
                    <a:cxn ang="T86">
                      <a:pos x="T8" y="T9"/>
                    </a:cxn>
                    <a:cxn ang="T87">
                      <a:pos x="T10" y="T11"/>
                    </a:cxn>
                    <a:cxn ang="T88">
                      <a:pos x="T12" y="T13"/>
                    </a:cxn>
                    <a:cxn ang="T89">
                      <a:pos x="T14" y="T15"/>
                    </a:cxn>
                    <a:cxn ang="T90">
                      <a:pos x="T16" y="T17"/>
                    </a:cxn>
                    <a:cxn ang="T91">
                      <a:pos x="T18" y="T19"/>
                    </a:cxn>
                    <a:cxn ang="T92">
                      <a:pos x="T20" y="T21"/>
                    </a:cxn>
                    <a:cxn ang="T93">
                      <a:pos x="T22" y="T23"/>
                    </a:cxn>
                    <a:cxn ang="T94">
                      <a:pos x="T24" y="T25"/>
                    </a:cxn>
                    <a:cxn ang="T95">
                      <a:pos x="T26" y="T27"/>
                    </a:cxn>
                    <a:cxn ang="T96">
                      <a:pos x="T28" y="T29"/>
                    </a:cxn>
                    <a:cxn ang="T97">
                      <a:pos x="T30" y="T31"/>
                    </a:cxn>
                    <a:cxn ang="T98">
                      <a:pos x="T32" y="T33"/>
                    </a:cxn>
                    <a:cxn ang="T99">
                      <a:pos x="T34" y="T35"/>
                    </a:cxn>
                    <a:cxn ang="T100">
                      <a:pos x="T36" y="T37"/>
                    </a:cxn>
                    <a:cxn ang="T101">
                      <a:pos x="T38" y="T39"/>
                    </a:cxn>
                    <a:cxn ang="T102">
                      <a:pos x="T40" y="T41"/>
                    </a:cxn>
                    <a:cxn ang="T103">
                      <a:pos x="T42" y="T43"/>
                    </a:cxn>
                    <a:cxn ang="T104">
                      <a:pos x="T44" y="T45"/>
                    </a:cxn>
                    <a:cxn ang="T105">
                      <a:pos x="T46" y="T47"/>
                    </a:cxn>
                    <a:cxn ang="T106">
                      <a:pos x="T48" y="T49"/>
                    </a:cxn>
                    <a:cxn ang="T107">
                      <a:pos x="T50" y="T51"/>
                    </a:cxn>
                    <a:cxn ang="T108">
                      <a:pos x="T52" y="T53"/>
                    </a:cxn>
                    <a:cxn ang="T109">
                      <a:pos x="T54" y="T55"/>
                    </a:cxn>
                    <a:cxn ang="T110">
                      <a:pos x="T56" y="T57"/>
                    </a:cxn>
                    <a:cxn ang="T111">
                      <a:pos x="T58" y="T59"/>
                    </a:cxn>
                    <a:cxn ang="T112">
                      <a:pos x="T60" y="T61"/>
                    </a:cxn>
                    <a:cxn ang="T113">
                      <a:pos x="T62" y="T63"/>
                    </a:cxn>
                    <a:cxn ang="T114">
                      <a:pos x="T64" y="T65"/>
                    </a:cxn>
                    <a:cxn ang="T115">
                      <a:pos x="T66" y="T67"/>
                    </a:cxn>
                    <a:cxn ang="T116">
                      <a:pos x="T68" y="T69"/>
                    </a:cxn>
                    <a:cxn ang="T117">
                      <a:pos x="T70" y="T71"/>
                    </a:cxn>
                    <a:cxn ang="T118">
                      <a:pos x="T72" y="T73"/>
                    </a:cxn>
                    <a:cxn ang="T119">
                      <a:pos x="T74" y="T75"/>
                    </a:cxn>
                    <a:cxn ang="T120">
                      <a:pos x="T76" y="T77"/>
                    </a:cxn>
                    <a:cxn ang="T121">
                      <a:pos x="T78" y="T79"/>
                    </a:cxn>
                    <a:cxn ang="T122">
                      <a:pos x="T80" y="T81"/>
                    </a:cxn>
                  </a:cxnLst>
                  <a:rect l="T123" t="T124" r="T125" b="T126"/>
                  <a:pathLst>
                    <a:path w="717" h="756">
                      <a:moveTo>
                        <a:pt x="0" y="756"/>
                      </a:moveTo>
                      <a:lnTo>
                        <a:pt x="52" y="167"/>
                      </a:lnTo>
                      <a:lnTo>
                        <a:pt x="64" y="384"/>
                      </a:lnTo>
                      <a:lnTo>
                        <a:pt x="90" y="103"/>
                      </a:lnTo>
                      <a:lnTo>
                        <a:pt x="116" y="519"/>
                      </a:lnTo>
                      <a:lnTo>
                        <a:pt x="135" y="487"/>
                      </a:lnTo>
                      <a:lnTo>
                        <a:pt x="135" y="359"/>
                      </a:lnTo>
                      <a:lnTo>
                        <a:pt x="167" y="71"/>
                      </a:lnTo>
                      <a:lnTo>
                        <a:pt x="192" y="244"/>
                      </a:lnTo>
                      <a:lnTo>
                        <a:pt x="205" y="96"/>
                      </a:lnTo>
                      <a:lnTo>
                        <a:pt x="218" y="615"/>
                      </a:lnTo>
                      <a:lnTo>
                        <a:pt x="244" y="397"/>
                      </a:lnTo>
                      <a:lnTo>
                        <a:pt x="282" y="519"/>
                      </a:lnTo>
                      <a:lnTo>
                        <a:pt x="308" y="308"/>
                      </a:lnTo>
                      <a:lnTo>
                        <a:pt x="333" y="442"/>
                      </a:lnTo>
                      <a:lnTo>
                        <a:pt x="346" y="352"/>
                      </a:lnTo>
                      <a:lnTo>
                        <a:pt x="365" y="384"/>
                      </a:lnTo>
                      <a:lnTo>
                        <a:pt x="378" y="135"/>
                      </a:lnTo>
                      <a:lnTo>
                        <a:pt x="391" y="301"/>
                      </a:lnTo>
                      <a:lnTo>
                        <a:pt x="384" y="519"/>
                      </a:lnTo>
                      <a:lnTo>
                        <a:pt x="404" y="679"/>
                      </a:lnTo>
                      <a:lnTo>
                        <a:pt x="429" y="628"/>
                      </a:lnTo>
                      <a:lnTo>
                        <a:pt x="442" y="480"/>
                      </a:lnTo>
                      <a:lnTo>
                        <a:pt x="455" y="391"/>
                      </a:lnTo>
                      <a:lnTo>
                        <a:pt x="436" y="506"/>
                      </a:lnTo>
                      <a:lnTo>
                        <a:pt x="461" y="352"/>
                      </a:lnTo>
                      <a:lnTo>
                        <a:pt x="474" y="455"/>
                      </a:lnTo>
                      <a:lnTo>
                        <a:pt x="493" y="519"/>
                      </a:lnTo>
                      <a:lnTo>
                        <a:pt x="512" y="410"/>
                      </a:lnTo>
                      <a:lnTo>
                        <a:pt x="532" y="186"/>
                      </a:lnTo>
                      <a:lnTo>
                        <a:pt x="544" y="231"/>
                      </a:lnTo>
                      <a:lnTo>
                        <a:pt x="570" y="148"/>
                      </a:lnTo>
                      <a:lnTo>
                        <a:pt x="576" y="301"/>
                      </a:lnTo>
                      <a:lnTo>
                        <a:pt x="576" y="730"/>
                      </a:lnTo>
                      <a:lnTo>
                        <a:pt x="647" y="0"/>
                      </a:lnTo>
                      <a:lnTo>
                        <a:pt x="647" y="250"/>
                      </a:lnTo>
                      <a:lnTo>
                        <a:pt x="660" y="333"/>
                      </a:lnTo>
                      <a:lnTo>
                        <a:pt x="685" y="192"/>
                      </a:lnTo>
                      <a:lnTo>
                        <a:pt x="711" y="340"/>
                      </a:lnTo>
                      <a:lnTo>
                        <a:pt x="698" y="429"/>
                      </a:lnTo>
                      <a:lnTo>
                        <a:pt x="717" y="461"/>
                      </a:lnTo>
                    </a:path>
                  </a:pathLst>
                </a:custGeom>
                <a:noFill/>
                <a:ln w="9525">
                  <a:solidFill>
                    <a:srgbClr val="FF0000"/>
                  </a:solidFill>
                  <a:round/>
                  <a:headEnd/>
                  <a:tailEnd/>
                </a:ln>
              </p:spPr>
              <p:txBody>
                <a:bodyPr/>
                <a:lstStyle/>
                <a:p>
                  <a:endParaRPr lang="en-GB" sz="1600"/>
                </a:p>
              </p:txBody>
            </p:sp>
            <p:sp>
              <p:nvSpPr>
                <p:cNvPr id="14370" name="Freeform 408"/>
                <p:cNvSpPr>
                  <a:spLocks/>
                </p:cNvSpPr>
                <p:nvPr/>
              </p:nvSpPr>
              <p:spPr bwMode="auto">
                <a:xfrm flipH="1">
                  <a:off x="4077" y="1119"/>
                  <a:ext cx="313" cy="756"/>
                </a:xfrm>
                <a:custGeom>
                  <a:avLst/>
                  <a:gdLst>
                    <a:gd name="T0" fmla="*/ 0 w 717"/>
                    <a:gd name="T1" fmla="*/ 756 h 756"/>
                    <a:gd name="T2" fmla="*/ 4 w 717"/>
                    <a:gd name="T3" fmla="*/ 167 h 756"/>
                    <a:gd name="T4" fmla="*/ 5 w 717"/>
                    <a:gd name="T5" fmla="*/ 384 h 756"/>
                    <a:gd name="T6" fmla="*/ 7 w 717"/>
                    <a:gd name="T7" fmla="*/ 103 h 756"/>
                    <a:gd name="T8" fmla="*/ 10 w 717"/>
                    <a:gd name="T9" fmla="*/ 519 h 756"/>
                    <a:gd name="T10" fmla="*/ 11 w 717"/>
                    <a:gd name="T11" fmla="*/ 487 h 756"/>
                    <a:gd name="T12" fmla="*/ 11 w 717"/>
                    <a:gd name="T13" fmla="*/ 359 h 756"/>
                    <a:gd name="T14" fmla="*/ 14 w 717"/>
                    <a:gd name="T15" fmla="*/ 71 h 756"/>
                    <a:gd name="T16" fmla="*/ 16 w 717"/>
                    <a:gd name="T17" fmla="*/ 244 h 756"/>
                    <a:gd name="T18" fmla="*/ 17 w 717"/>
                    <a:gd name="T19" fmla="*/ 96 h 756"/>
                    <a:gd name="T20" fmla="*/ 18 w 717"/>
                    <a:gd name="T21" fmla="*/ 615 h 756"/>
                    <a:gd name="T22" fmla="*/ 21 w 717"/>
                    <a:gd name="T23" fmla="*/ 397 h 756"/>
                    <a:gd name="T24" fmla="*/ 24 w 717"/>
                    <a:gd name="T25" fmla="*/ 519 h 756"/>
                    <a:gd name="T26" fmla="*/ 25 w 717"/>
                    <a:gd name="T27" fmla="*/ 308 h 756"/>
                    <a:gd name="T28" fmla="*/ 28 w 717"/>
                    <a:gd name="T29" fmla="*/ 442 h 756"/>
                    <a:gd name="T30" fmla="*/ 29 w 717"/>
                    <a:gd name="T31" fmla="*/ 352 h 756"/>
                    <a:gd name="T32" fmla="*/ 30 w 717"/>
                    <a:gd name="T33" fmla="*/ 384 h 756"/>
                    <a:gd name="T34" fmla="*/ 31 w 717"/>
                    <a:gd name="T35" fmla="*/ 135 h 756"/>
                    <a:gd name="T36" fmla="*/ 33 w 717"/>
                    <a:gd name="T37" fmla="*/ 301 h 756"/>
                    <a:gd name="T38" fmla="*/ 32 w 717"/>
                    <a:gd name="T39" fmla="*/ 519 h 756"/>
                    <a:gd name="T40" fmla="*/ 34 w 717"/>
                    <a:gd name="T41" fmla="*/ 679 h 756"/>
                    <a:gd name="T42" fmla="*/ 36 w 717"/>
                    <a:gd name="T43" fmla="*/ 628 h 756"/>
                    <a:gd name="T44" fmla="*/ 37 w 717"/>
                    <a:gd name="T45" fmla="*/ 480 h 756"/>
                    <a:gd name="T46" fmla="*/ 38 w 717"/>
                    <a:gd name="T47" fmla="*/ 391 h 756"/>
                    <a:gd name="T48" fmla="*/ 36 w 717"/>
                    <a:gd name="T49" fmla="*/ 506 h 756"/>
                    <a:gd name="T50" fmla="*/ 38 w 717"/>
                    <a:gd name="T51" fmla="*/ 352 h 756"/>
                    <a:gd name="T52" fmla="*/ 39 w 717"/>
                    <a:gd name="T53" fmla="*/ 455 h 756"/>
                    <a:gd name="T54" fmla="*/ 41 w 717"/>
                    <a:gd name="T55" fmla="*/ 519 h 756"/>
                    <a:gd name="T56" fmla="*/ 43 w 717"/>
                    <a:gd name="T57" fmla="*/ 410 h 756"/>
                    <a:gd name="T58" fmla="*/ 44 w 717"/>
                    <a:gd name="T59" fmla="*/ 186 h 756"/>
                    <a:gd name="T60" fmla="*/ 45 w 717"/>
                    <a:gd name="T61" fmla="*/ 231 h 756"/>
                    <a:gd name="T62" fmla="*/ 48 w 717"/>
                    <a:gd name="T63" fmla="*/ 148 h 756"/>
                    <a:gd name="T64" fmla="*/ 48 w 717"/>
                    <a:gd name="T65" fmla="*/ 301 h 756"/>
                    <a:gd name="T66" fmla="*/ 48 w 717"/>
                    <a:gd name="T67" fmla="*/ 730 h 756"/>
                    <a:gd name="T68" fmla="*/ 54 w 717"/>
                    <a:gd name="T69" fmla="*/ 0 h 756"/>
                    <a:gd name="T70" fmla="*/ 54 w 717"/>
                    <a:gd name="T71" fmla="*/ 250 h 756"/>
                    <a:gd name="T72" fmla="*/ 55 w 717"/>
                    <a:gd name="T73" fmla="*/ 333 h 756"/>
                    <a:gd name="T74" fmla="*/ 57 w 717"/>
                    <a:gd name="T75" fmla="*/ 192 h 756"/>
                    <a:gd name="T76" fmla="*/ 59 w 717"/>
                    <a:gd name="T77" fmla="*/ 340 h 756"/>
                    <a:gd name="T78" fmla="*/ 58 w 717"/>
                    <a:gd name="T79" fmla="*/ 429 h 756"/>
                    <a:gd name="T80" fmla="*/ 60 w 717"/>
                    <a:gd name="T81" fmla="*/ 461 h 756"/>
                    <a:gd name="T82" fmla="*/ 0 60000 65536"/>
                    <a:gd name="T83" fmla="*/ 0 60000 65536"/>
                    <a:gd name="T84" fmla="*/ 0 60000 65536"/>
                    <a:gd name="T85" fmla="*/ 0 60000 65536"/>
                    <a:gd name="T86" fmla="*/ 0 60000 65536"/>
                    <a:gd name="T87" fmla="*/ 0 60000 65536"/>
                    <a:gd name="T88" fmla="*/ 0 60000 65536"/>
                    <a:gd name="T89" fmla="*/ 0 60000 65536"/>
                    <a:gd name="T90" fmla="*/ 0 60000 65536"/>
                    <a:gd name="T91" fmla="*/ 0 60000 65536"/>
                    <a:gd name="T92" fmla="*/ 0 60000 65536"/>
                    <a:gd name="T93" fmla="*/ 0 60000 65536"/>
                    <a:gd name="T94" fmla="*/ 0 60000 65536"/>
                    <a:gd name="T95" fmla="*/ 0 60000 65536"/>
                    <a:gd name="T96" fmla="*/ 0 60000 65536"/>
                    <a:gd name="T97" fmla="*/ 0 60000 65536"/>
                    <a:gd name="T98" fmla="*/ 0 60000 65536"/>
                    <a:gd name="T99" fmla="*/ 0 60000 65536"/>
                    <a:gd name="T100" fmla="*/ 0 60000 65536"/>
                    <a:gd name="T101" fmla="*/ 0 60000 65536"/>
                    <a:gd name="T102" fmla="*/ 0 60000 65536"/>
                    <a:gd name="T103" fmla="*/ 0 60000 65536"/>
                    <a:gd name="T104" fmla="*/ 0 60000 65536"/>
                    <a:gd name="T105" fmla="*/ 0 60000 65536"/>
                    <a:gd name="T106" fmla="*/ 0 60000 65536"/>
                    <a:gd name="T107" fmla="*/ 0 60000 65536"/>
                    <a:gd name="T108" fmla="*/ 0 60000 65536"/>
                    <a:gd name="T109" fmla="*/ 0 60000 65536"/>
                    <a:gd name="T110" fmla="*/ 0 60000 65536"/>
                    <a:gd name="T111" fmla="*/ 0 60000 65536"/>
                    <a:gd name="T112" fmla="*/ 0 60000 65536"/>
                    <a:gd name="T113" fmla="*/ 0 60000 65536"/>
                    <a:gd name="T114" fmla="*/ 0 60000 65536"/>
                    <a:gd name="T115" fmla="*/ 0 60000 65536"/>
                    <a:gd name="T116" fmla="*/ 0 60000 65536"/>
                    <a:gd name="T117" fmla="*/ 0 60000 65536"/>
                    <a:gd name="T118" fmla="*/ 0 60000 65536"/>
                    <a:gd name="T119" fmla="*/ 0 60000 65536"/>
                    <a:gd name="T120" fmla="*/ 0 60000 65536"/>
                    <a:gd name="T121" fmla="*/ 0 60000 65536"/>
                    <a:gd name="T122" fmla="*/ 0 60000 65536"/>
                    <a:gd name="T123" fmla="*/ 0 w 717"/>
                    <a:gd name="T124" fmla="*/ 0 h 756"/>
                    <a:gd name="T125" fmla="*/ 717 w 717"/>
                    <a:gd name="T126" fmla="*/ 756 h 756"/>
                  </a:gdLst>
                  <a:ahLst/>
                  <a:cxnLst>
                    <a:cxn ang="T82">
                      <a:pos x="T0" y="T1"/>
                    </a:cxn>
                    <a:cxn ang="T83">
                      <a:pos x="T2" y="T3"/>
                    </a:cxn>
                    <a:cxn ang="T84">
                      <a:pos x="T4" y="T5"/>
                    </a:cxn>
                    <a:cxn ang="T85">
                      <a:pos x="T6" y="T7"/>
                    </a:cxn>
                    <a:cxn ang="T86">
                      <a:pos x="T8" y="T9"/>
                    </a:cxn>
                    <a:cxn ang="T87">
                      <a:pos x="T10" y="T11"/>
                    </a:cxn>
                    <a:cxn ang="T88">
                      <a:pos x="T12" y="T13"/>
                    </a:cxn>
                    <a:cxn ang="T89">
                      <a:pos x="T14" y="T15"/>
                    </a:cxn>
                    <a:cxn ang="T90">
                      <a:pos x="T16" y="T17"/>
                    </a:cxn>
                    <a:cxn ang="T91">
                      <a:pos x="T18" y="T19"/>
                    </a:cxn>
                    <a:cxn ang="T92">
                      <a:pos x="T20" y="T21"/>
                    </a:cxn>
                    <a:cxn ang="T93">
                      <a:pos x="T22" y="T23"/>
                    </a:cxn>
                    <a:cxn ang="T94">
                      <a:pos x="T24" y="T25"/>
                    </a:cxn>
                    <a:cxn ang="T95">
                      <a:pos x="T26" y="T27"/>
                    </a:cxn>
                    <a:cxn ang="T96">
                      <a:pos x="T28" y="T29"/>
                    </a:cxn>
                    <a:cxn ang="T97">
                      <a:pos x="T30" y="T31"/>
                    </a:cxn>
                    <a:cxn ang="T98">
                      <a:pos x="T32" y="T33"/>
                    </a:cxn>
                    <a:cxn ang="T99">
                      <a:pos x="T34" y="T35"/>
                    </a:cxn>
                    <a:cxn ang="T100">
                      <a:pos x="T36" y="T37"/>
                    </a:cxn>
                    <a:cxn ang="T101">
                      <a:pos x="T38" y="T39"/>
                    </a:cxn>
                    <a:cxn ang="T102">
                      <a:pos x="T40" y="T41"/>
                    </a:cxn>
                    <a:cxn ang="T103">
                      <a:pos x="T42" y="T43"/>
                    </a:cxn>
                    <a:cxn ang="T104">
                      <a:pos x="T44" y="T45"/>
                    </a:cxn>
                    <a:cxn ang="T105">
                      <a:pos x="T46" y="T47"/>
                    </a:cxn>
                    <a:cxn ang="T106">
                      <a:pos x="T48" y="T49"/>
                    </a:cxn>
                    <a:cxn ang="T107">
                      <a:pos x="T50" y="T51"/>
                    </a:cxn>
                    <a:cxn ang="T108">
                      <a:pos x="T52" y="T53"/>
                    </a:cxn>
                    <a:cxn ang="T109">
                      <a:pos x="T54" y="T55"/>
                    </a:cxn>
                    <a:cxn ang="T110">
                      <a:pos x="T56" y="T57"/>
                    </a:cxn>
                    <a:cxn ang="T111">
                      <a:pos x="T58" y="T59"/>
                    </a:cxn>
                    <a:cxn ang="T112">
                      <a:pos x="T60" y="T61"/>
                    </a:cxn>
                    <a:cxn ang="T113">
                      <a:pos x="T62" y="T63"/>
                    </a:cxn>
                    <a:cxn ang="T114">
                      <a:pos x="T64" y="T65"/>
                    </a:cxn>
                    <a:cxn ang="T115">
                      <a:pos x="T66" y="T67"/>
                    </a:cxn>
                    <a:cxn ang="T116">
                      <a:pos x="T68" y="T69"/>
                    </a:cxn>
                    <a:cxn ang="T117">
                      <a:pos x="T70" y="T71"/>
                    </a:cxn>
                    <a:cxn ang="T118">
                      <a:pos x="T72" y="T73"/>
                    </a:cxn>
                    <a:cxn ang="T119">
                      <a:pos x="T74" y="T75"/>
                    </a:cxn>
                    <a:cxn ang="T120">
                      <a:pos x="T76" y="T77"/>
                    </a:cxn>
                    <a:cxn ang="T121">
                      <a:pos x="T78" y="T79"/>
                    </a:cxn>
                    <a:cxn ang="T122">
                      <a:pos x="T80" y="T81"/>
                    </a:cxn>
                  </a:cxnLst>
                  <a:rect l="T123" t="T124" r="T125" b="T126"/>
                  <a:pathLst>
                    <a:path w="717" h="756">
                      <a:moveTo>
                        <a:pt x="0" y="756"/>
                      </a:moveTo>
                      <a:lnTo>
                        <a:pt x="52" y="167"/>
                      </a:lnTo>
                      <a:lnTo>
                        <a:pt x="64" y="384"/>
                      </a:lnTo>
                      <a:lnTo>
                        <a:pt x="90" y="103"/>
                      </a:lnTo>
                      <a:lnTo>
                        <a:pt x="116" y="519"/>
                      </a:lnTo>
                      <a:lnTo>
                        <a:pt x="135" y="487"/>
                      </a:lnTo>
                      <a:lnTo>
                        <a:pt x="135" y="359"/>
                      </a:lnTo>
                      <a:lnTo>
                        <a:pt x="167" y="71"/>
                      </a:lnTo>
                      <a:lnTo>
                        <a:pt x="192" y="244"/>
                      </a:lnTo>
                      <a:lnTo>
                        <a:pt x="205" y="96"/>
                      </a:lnTo>
                      <a:lnTo>
                        <a:pt x="218" y="615"/>
                      </a:lnTo>
                      <a:lnTo>
                        <a:pt x="244" y="397"/>
                      </a:lnTo>
                      <a:lnTo>
                        <a:pt x="282" y="519"/>
                      </a:lnTo>
                      <a:lnTo>
                        <a:pt x="308" y="308"/>
                      </a:lnTo>
                      <a:lnTo>
                        <a:pt x="333" y="442"/>
                      </a:lnTo>
                      <a:lnTo>
                        <a:pt x="346" y="352"/>
                      </a:lnTo>
                      <a:lnTo>
                        <a:pt x="365" y="384"/>
                      </a:lnTo>
                      <a:lnTo>
                        <a:pt x="378" y="135"/>
                      </a:lnTo>
                      <a:lnTo>
                        <a:pt x="391" y="301"/>
                      </a:lnTo>
                      <a:lnTo>
                        <a:pt x="384" y="519"/>
                      </a:lnTo>
                      <a:lnTo>
                        <a:pt x="404" y="679"/>
                      </a:lnTo>
                      <a:lnTo>
                        <a:pt x="429" y="628"/>
                      </a:lnTo>
                      <a:lnTo>
                        <a:pt x="442" y="480"/>
                      </a:lnTo>
                      <a:lnTo>
                        <a:pt x="455" y="391"/>
                      </a:lnTo>
                      <a:lnTo>
                        <a:pt x="436" y="506"/>
                      </a:lnTo>
                      <a:lnTo>
                        <a:pt x="461" y="352"/>
                      </a:lnTo>
                      <a:lnTo>
                        <a:pt x="474" y="455"/>
                      </a:lnTo>
                      <a:lnTo>
                        <a:pt x="493" y="519"/>
                      </a:lnTo>
                      <a:lnTo>
                        <a:pt x="512" y="410"/>
                      </a:lnTo>
                      <a:lnTo>
                        <a:pt x="532" y="186"/>
                      </a:lnTo>
                      <a:lnTo>
                        <a:pt x="544" y="231"/>
                      </a:lnTo>
                      <a:lnTo>
                        <a:pt x="570" y="148"/>
                      </a:lnTo>
                      <a:lnTo>
                        <a:pt x="576" y="301"/>
                      </a:lnTo>
                      <a:lnTo>
                        <a:pt x="576" y="730"/>
                      </a:lnTo>
                      <a:lnTo>
                        <a:pt x="647" y="0"/>
                      </a:lnTo>
                      <a:lnTo>
                        <a:pt x="647" y="250"/>
                      </a:lnTo>
                      <a:lnTo>
                        <a:pt x="660" y="333"/>
                      </a:lnTo>
                      <a:lnTo>
                        <a:pt x="685" y="192"/>
                      </a:lnTo>
                      <a:lnTo>
                        <a:pt x="711" y="340"/>
                      </a:lnTo>
                      <a:lnTo>
                        <a:pt x="698" y="429"/>
                      </a:lnTo>
                      <a:lnTo>
                        <a:pt x="717" y="461"/>
                      </a:lnTo>
                    </a:path>
                  </a:pathLst>
                </a:custGeom>
                <a:noFill/>
                <a:ln w="9525">
                  <a:solidFill>
                    <a:srgbClr val="FF0000"/>
                  </a:solidFill>
                  <a:round/>
                  <a:headEnd/>
                  <a:tailEnd/>
                </a:ln>
              </p:spPr>
              <p:txBody>
                <a:bodyPr/>
                <a:lstStyle/>
                <a:p>
                  <a:endParaRPr lang="en-GB" sz="1600"/>
                </a:p>
              </p:txBody>
            </p:sp>
            <p:sp>
              <p:nvSpPr>
                <p:cNvPr id="14371" name="Freeform 409"/>
                <p:cNvSpPr>
                  <a:spLocks/>
                </p:cNvSpPr>
                <p:nvPr/>
              </p:nvSpPr>
              <p:spPr bwMode="auto">
                <a:xfrm flipV="1">
                  <a:off x="4385" y="1138"/>
                  <a:ext cx="313" cy="756"/>
                </a:xfrm>
                <a:custGeom>
                  <a:avLst/>
                  <a:gdLst>
                    <a:gd name="T0" fmla="*/ 0 w 717"/>
                    <a:gd name="T1" fmla="*/ 756 h 756"/>
                    <a:gd name="T2" fmla="*/ 4 w 717"/>
                    <a:gd name="T3" fmla="*/ 167 h 756"/>
                    <a:gd name="T4" fmla="*/ 5 w 717"/>
                    <a:gd name="T5" fmla="*/ 384 h 756"/>
                    <a:gd name="T6" fmla="*/ 7 w 717"/>
                    <a:gd name="T7" fmla="*/ 103 h 756"/>
                    <a:gd name="T8" fmla="*/ 10 w 717"/>
                    <a:gd name="T9" fmla="*/ 519 h 756"/>
                    <a:gd name="T10" fmla="*/ 11 w 717"/>
                    <a:gd name="T11" fmla="*/ 487 h 756"/>
                    <a:gd name="T12" fmla="*/ 11 w 717"/>
                    <a:gd name="T13" fmla="*/ 359 h 756"/>
                    <a:gd name="T14" fmla="*/ 14 w 717"/>
                    <a:gd name="T15" fmla="*/ 71 h 756"/>
                    <a:gd name="T16" fmla="*/ 16 w 717"/>
                    <a:gd name="T17" fmla="*/ 244 h 756"/>
                    <a:gd name="T18" fmla="*/ 17 w 717"/>
                    <a:gd name="T19" fmla="*/ 96 h 756"/>
                    <a:gd name="T20" fmla="*/ 18 w 717"/>
                    <a:gd name="T21" fmla="*/ 615 h 756"/>
                    <a:gd name="T22" fmla="*/ 21 w 717"/>
                    <a:gd name="T23" fmla="*/ 397 h 756"/>
                    <a:gd name="T24" fmla="*/ 24 w 717"/>
                    <a:gd name="T25" fmla="*/ 519 h 756"/>
                    <a:gd name="T26" fmla="*/ 25 w 717"/>
                    <a:gd name="T27" fmla="*/ 308 h 756"/>
                    <a:gd name="T28" fmla="*/ 28 w 717"/>
                    <a:gd name="T29" fmla="*/ 442 h 756"/>
                    <a:gd name="T30" fmla="*/ 29 w 717"/>
                    <a:gd name="T31" fmla="*/ 352 h 756"/>
                    <a:gd name="T32" fmla="*/ 30 w 717"/>
                    <a:gd name="T33" fmla="*/ 384 h 756"/>
                    <a:gd name="T34" fmla="*/ 31 w 717"/>
                    <a:gd name="T35" fmla="*/ 135 h 756"/>
                    <a:gd name="T36" fmla="*/ 33 w 717"/>
                    <a:gd name="T37" fmla="*/ 301 h 756"/>
                    <a:gd name="T38" fmla="*/ 32 w 717"/>
                    <a:gd name="T39" fmla="*/ 519 h 756"/>
                    <a:gd name="T40" fmla="*/ 34 w 717"/>
                    <a:gd name="T41" fmla="*/ 679 h 756"/>
                    <a:gd name="T42" fmla="*/ 36 w 717"/>
                    <a:gd name="T43" fmla="*/ 628 h 756"/>
                    <a:gd name="T44" fmla="*/ 37 w 717"/>
                    <a:gd name="T45" fmla="*/ 480 h 756"/>
                    <a:gd name="T46" fmla="*/ 38 w 717"/>
                    <a:gd name="T47" fmla="*/ 391 h 756"/>
                    <a:gd name="T48" fmla="*/ 36 w 717"/>
                    <a:gd name="T49" fmla="*/ 506 h 756"/>
                    <a:gd name="T50" fmla="*/ 38 w 717"/>
                    <a:gd name="T51" fmla="*/ 352 h 756"/>
                    <a:gd name="T52" fmla="*/ 39 w 717"/>
                    <a:gd name="T53" fmla="*/ 455 h 756"/>
                    <a:gd name="T54" fmla="*/ 41 w 717"/>
                    <a:gd name="T55" fmla="*/ 519 h 756"/>
                    <a:gd name="T56" fmla="*/ 43 w 717"/>
                    <a:gd name="T57" fmla="*/ 410 h 756"/>
                    <a:gd name="T58" fmla="*/ 44 w 717"/>
                    <a:gd name="T59" fmla="*/ 186 h 756"/>
                    <a:gd name="T60" fmla="*/ 45 w 717"/>
                    <a:gd name="T61" fmla="*/ 231 h 756"/>
                    <a:gd name="T62" fmla="*/ 48 w 717"/>
                    <a:gd name="T63" fmla="*/ 148 h 756"/>
                    <a:gd name="T64" fmla="*/ 48 w 717"/>
                    <a:gd name="T65" fmla="*/ 301 h 756"/>
                    <a:gd name="T66" fmla="*/ 48 w 717"/>
                    <a:gd name="T67" fmla="*/ 730 h 756"/>
                    <a:gd name="T68" fmla="*/ 54 w 717"/>
                    <a:gd name="T69" fmla="*/ 0 h 756"/>
                    <a:gd name="T70" fmla="*/ 54 w 717"/>
                    <a:gd name="T71" fmla="*/ 250 h 756"/>
                    <a:gd name="T72" fmla="*/ 55 w 717"/>
                    <a:gd name="T73" fmla="*/ 333 h 756"/>
                    <a:gd name="T74" fmla="*/ 57 w 717"/>
                    <a:gd name="T75" fmla="*/ 192 h 756"/>
                    <a:gd name="T76" fmla="*/ 59 w 717"/>
                    <a:gd name="T77" fmla="*/ 340 h 756"/>
                    <a:gd name="T78" fmla="*/ 58 w 717"/>
                    <a:gd name="T79" fmla="*/ 429 h 756"/>
                    <a:gd name="T80" fmla="*/ 60 w 717"/>
                    <a:gd name="T81" fmla="*/ 461 h 756"/>
                    <a:gd name="T82" fmla="*/ 0 60000 65536"/>
                    <a:gd name="T83" fmla="*/ 0 60000 65536"/>
                    <a:gd name="T84" fmla="*/ 0 60000 65536"/>
                    <a:gd name="T85" fmla="*/ 0 60000 65536"/>
                    <a:gd name="T86" fmla="*/ 0 60000 65536"/>
                    <a:gd name="T87" fmla="*/ 0 60000 65536"/>
                    <a:gd name="T88" fmla="*/ 0 60000 65536"/>
                    <a:gd name="T89" fmla="*/ 0 60000 65536"/>
                    <a:gd name="T90" fmla="*/ 0 60000 65536"/>
                    <a:gd name="T91" fmla="*/ 0 60000 65536"/>
                    <a:gd name="T92" fmla="*/ 0 60000 65536"/>
                    <a:gd name="T93" fmla="*/ 0 60000 65536"/>
                    <a:gd name="T94" fmla="*/ 0 60000 65536"/>
                    <a:gd name="T95" fmla="*/ 0 60000 65536"/>
                    <a:gd name="T96" fmla="*/ 0 60000 65536"/>
                    <a:gd name="T97" fmla="*/ 0 60000 65536"/>
                    <a:gd name="T98" fmla="*/ 0 60000 65536"/>
                    <a:gd name="T99" fmla="*/ 0 60000 65536"/>
                    <a:gd name="T100" fmla="*/ 0 60000 65536"/>
                    <a:gd name="T101" fmla="*/ 0 60000 65536"/>
                    <a:gd name="T102" fmla="*/ 0 60000 65536"/>
                    <a:gd name="T103" fmla="*/ 0 60000 65536"/>
                    <a:gd name="T104" fmla="*/ 0 60000 65536"/>
                    <a:gd name="T105" fmla="*/ 0 60000 65536"/>
                    <a:gd name="T106" fmla="*/ 0 60000 65536"/>
                    <a:gd name="T107" fmla="*/ 0 60000 65536"/>
                    <a:gd name="T108" fmla="*/ 0 60000 65536"/>
                    <a:gd name="T109" fmla="*/ 0 60000 65536"/>
                    <a:gd name="T110" fmla="*/ 0 60000 65536"/>
                    <a:gd name="T111" fmla="*/ 0 60000 65536"/>
                    <a:gd name="T112" fmla="*/ 0 60000 65536"/>
                    <a:gd name="T113" fmla="*/ 0 60000 65536"/>
                    <a:gd name="T114" fmla="*/ 0 60000 65536"/>
                    <a:gd name="T115" fmla="*/ 0 60000 65536"/>
                    <a:gd name="T116" fmla="*/ 0 60000 65536"/>
                    <a:gd name="T117" fmla="*/ 0 60000 65536"/>
                    <a:gd name="T118" fmla="*/ 0 60000 65536"/>
                    <a:gd name="T119" fmla="*/ 0 60000 65536"/>
                    <a:gd name="T120" fmla="*/ 0 60000 65536"/>
                    <a:gd name="T121" fmla="*/ 0 60000 65536"/>
                    <a:gd name="T122" fmla="*/ 0 60000 65536"/>
                    <a:gd name="T123" fmla="*/ 0 w 717"/>
                    <a:gd name="T124" fmla="*/ 0 h 756"/>
                    <a:gd name="T125" fmla="*/ 717 w 717"/>
                    <a:gd name="T126" fmla="*/ 756 h 756"/>
                  </a:gdLst>
                  <a:ahLst/>
                  <a:cxnLst>
                    <a:cxn ang="T82">
                      <a:pos x="T0" y="T1"/>
                    </a:cxn>
                    <a:cxn ang="T83">
                      <a:pos x="T2" y="T3"/>
                    </a:cxn>
                    <a:cxn ang="T84">
                      <a:pos x="T4" y="T5"/>
                    </a:cxn>
                    <a:cxn ang="T85">
                      <a:pos x="T6" y="T7"/>
                    </a:cxn>
                    <a:cxn ang="T86">
                      <a:pos x="T8" y="T9"/>
                    </a:cxn>
                    <a:cxn ang="T87">
                      <a:pos x="T10" y="T11"/>
                    </a:cxn>
                    <a:cxn ang="T88">
                      <a:pos x="T12" y="T13"/>
                    </a:cxn>
                    <a:cxn ang="T89">
                      <a:pos x="T14" y="T15"/>
                    </a:cxn>
                    <a:cxn ang="T90">
                      <a:pos x="T16" y="T17"/>
                    </a:cxn>
                    <a:cxn ang="T91">
                      <a:pos x="T18" y="T19"/>
                    </a:cxn>
                    <a:cxn ang="T92">
                      <a:pos x="T20" y="T21"/>
                    </a:cxn>
                    <a:cxn ang="T93">
                      <a:pos x="T22" y="T23"/>
                    </a:cxn>
                    <a:cxn ang="T94">
                      <a:pos x="T24" y="T25"/>
                    </a:cxn>
                    <a:cxn ang="T95">
                      <a:pos x="T26" y="T27"/>
                    </a:cxn>
                    <a:cxn ang="T96">
                      <a:pos x="T28" y="T29"/>
                    </a:cxn>
                    <a:cxn ang="T97">
                      <a:pos x="T30" y="T31"/>
                    </a:cxn>
                    <a:cxn ang="T98">
                      <a:pos x="T32" y="T33"/>
                    </a:cxn>
                    <a:cxn ang="T99">
                      <a:pos x="T34" y="T35"/>
                    </a:cxn>
                    <a:cxn ang="T100">
                      <a:pos x="T36" y="T37"/>
                    </a:cxn>
                    <a:cxn ang="T101">
                      <a:pos x="T38" y="T39"/>
                    </a:cxn>
                    <a:cxn ang="T102">
                      <a:pos x="T40" y="T41"/>
                    </a:cxn>
                    <a:cxn ang="T103">
                      <a:pos x="T42" y="T43"/>
                    </a:cxn>
                    <a:cxn ang="T104">
                      <a:pos x="T44" y="T45"/>
                    </a:cxn>
                    <a:cxn ang="T105">
                      <a:pos x="T46" y="T47"/>
                    </a:cxn>
                    <a:cxn ang="T106">
                      <a:pos x="T48" y="T49"/>
                    </a:cxn>
                    <a:cxn ang="T107">
                      <a:pos x="T50" y="T51"/>
                    </a:cxn>
                    <a:cxn ang="T108">
                      <a:pos x="T52" y="T53"/>
                    </a:cxn>
                    <a:cxn ang="T109">
                      <a:pos x="T54" y="T55"/>
                    </a:cxn>
                    <a:cxn ang="T110">
                      <a:pos x="T56" y="T57"/>
                    </a:cxn>
                    <a:cxn ang="T111">
                      <a:pos x="T58" y="T59"/>
                    </a:cxn>
                    <a:cxn ang="T112">
                      <a:pos x="T60" y="T61"/>
                    </a:cxn>
                    <a:cxn ang="T113">
                      <a:pos x="T62" y="T63"/>
                    </a:cxn>
                    <a:cxn ang="T114">
                      <a:pos x="T64" y="T65"/>
                    </a:cxn>
                    <a:cxn ang="T115">
                      <a:pos x="T66" y="T67"/>
                    </a:cxn>
                    <a:cxn ang="T116">
                      <a:pos x="T68" y="T69"/>
                    </a:cxn>
                    <a:cxn ang="T117">
                      <a:pos x="T70" y="T71"/>
                    </a:cxn>
                    <a:cxn ang="T118">
                      <a:pos x="T72" y="T73"/>
                    </a:cxn>
                    <a:cxn ang="T119">
                      <a:pos x="T74" y="T75"/>
                    </a:cxn>
                    <a:cxn ang="T120">
                      <a:pos x="T76" y="T77"/>
                    </a:cxn>
                    <a:cxn ang="T121">
                      <a:pos x="T78" y="T79"/>
                    </a:cxn>
                    <a:cxn ang="T122">
                      <a:pos x="T80" y="T81"/>
                    </a:cxn>
                  </a:cxnLst>
                  <a:rect l="T123" t="T124" r="T125" b="T126"/>
                  <a:pathLst>
                    <a:path w="717" h="756">
                      <a:moveTo>
                        <a:pt x="0" y="756"/>
                      </a:moveTo>
                      <a:lnTo>
                        <a:pt x="52" y="167"/>
                      </a:lnTo>
                      <a:lnTo>
                        <a:pt x="64" y="384"/>
                      </a:lnTo>
                      <a:lnTo>
                        <a:pt x="90" y="103"/>
                      </a:lnTo>
                      <a:lnTo>
                        <a:pt x="116" y="519"/>
                      </a:lnTo>
                      <a:lnTo>
                        <a:pt x="135" y="487"/>
                      </a:lnTo>
                      <a:lnTo>
                        <a:pt x="135" y="359"/>
                      </a:lnTo>
                      <a:lnTo>
                        <a:pt x="167" y="71"/>
                      </a:lnTo>
                      <a:lnTo>
                        <a:pt x="192" y="244"/>
                      </a:lnTo>
                      <a:lnTo>
                        <a:pt x="205" y="96"/>
                      </a:lnTo>
                      <a:lnTo>
                        <a:pt x="218" y="615"/>
                      </a:lnTo>
                      <a:lnTo>
                        <a:pt x="244" y="397"/>
                      </a:lnTo>
                      <a:lnTo>
                        <a:pt x="282" y="519"/>
                      </a:lnTo>
                      <a:lnTo>
                        <a:pt x="308" y="308"/>
                      </a:lnTo>
                      <a:lnTo>
                        <a:pt x="333" y="442"/>
                      </a:lnTo>
                      <a:lnTo>
                        <a:pt x="346" y="352"/>
                      </a:lnTo>
                      <a:lnTo>
                        <a:pt x="365" y="384"/>
                      </a:lnTo>
                      <a:lnTo>
                        <a:pt x="378" y="135"/>
                      </a:lnTo>
                      <a:lnTo>
                        <a:pt x="391" y="301"/>
                      </a:lnTo>
                      <a:lnTo>
                        <a:pt x="384" y="519"/>
                      </a:lnTo>
                      <a:lnTo>
                        <a:pt x="404" y="679"/>
                      </a:lnTo>
                      <a:lnTo>
                        <a:pt x="429" y="628"/>
                      </a:lnTo>
                      <a:lnTo>
                        <a:pt x="442" y="480"/>
                      </a:lnTo>
                      <a:lnTo>
                        <a:pt x="455" y="391"/>
                      </a:lnTo>
                      <a:lnTo>
                        <a:pt x="436" y="506"/>
                      </a:lnTo>
                      <a:lnTo>
                        <a:pt x="461" y="352"/>
                      </a:lnTo>
                      <a:lnTo>
                        <a:pt x="474" y="455"/>
                      </a:lnTo>
                      <a:lnTo>
                        <a:pt x="493" y="519"/>
                      </a:lnTo>
                      <a:lnTo>
                        <a:pt x="512" y="410"/>
                      </a:lnTo>
                      <a:lnTo>
                        <a:pt x="532" y="186"/>
                      </a:lnTo>
                      <a:lnTo>
                        <a:pt x="544" y="231"/>
                      </a:lnTo>
                      <a:lnTo>
                        <a:pt x="570" y="148"/>
                      </a:lnTo>
                      <a:lnTo>
                        <a:pt x="576" y="301"/>
                      </a:lnTo>
                      <a:lnTo>
                        <a:pt x="576" y="730"/>
                      </a:lnTo>
                      <a:lnTo>
                        <a:pt x="647" y="0"/>
                      </a:lnTo>
                      <a:lnTo>
                        <a:pt x="647" y="250"/>
                      </a:lnTo>
                      <a:lnTo>
                        <a:pt x="660" y="333"/>
                      </a:lnTo>
                      <a:lnTo>
                        <a:pt x="685" y="192"/>
                      </a:lnTo>
                      <a:lnTo>
                        <a:pt x="711" y="340"/>
                      </a:lnTo>
                      <a:lnTo>
                        <a:pt x="698" y="429"/>
                      </a:lnTo>
                      <a:lnTo>
                        <a:pt x="717" y="461"/>
                      </a:lnTo>
                    </a:path>
                  </a:pathLst>
                </a:custGeom>
                <a:noFill/>
                <a:ln w="9525">
                  <a:solidFill>
                    <a:srgbClr val="FF0000"/>
                  </a:solidFill>
                  <a:round/>
                  <a:headEnd/>
                  <a:tailEnd/>
                </a:ln>
              </p:spPr>
              <p:txBody>
                <a:bodyPr/>
                <a:lstStyle/>
                <a:p>
                  <a:endParaRPr lang="en-GB" sz="1600"/>
                </a:p>
              </p:txBody>
            </p:sp>
            <p:sp>
              <p:nvSpPr>
                <p:cNvPr id="14372" name="Freeform 410"/>
                <p:cNvSpPr>
                  <a:spLocks/>
                </p:cNvSpPr>
                <p:nvPr/>
              </p:nvSpPr>
              <p:spPr bwMode="auto">
                <a:xfrm flipH="1">
                  <a:off x="4698" y="1100"/>
                  <a:ext cx="313" cy="756"/>
                </a:xfrm>
                <a:custGeom>
                  <a:avLst/>
                  <a:gdLst>
                    <a:gd name="T0" fmla="*/ 0 w 717"/>
                    <a:gd name="T1" fmla="*/ 756 h 756"/>
                    <a:gd name="T2" fmla="*/ 4 w 717"/>
                    <a:gd name="T3" fmla="*/ 167 h 756"/>
                    <a:gd name="T4" fmla="*/ 5 w 717"/>
                    <a:gd name="T5" fmla="*/ 384 h 756"/>
                    <a:gd name="T6" fmla="*/ 7 w 717"/>
                    <a:gd name="T7" fmla="*/ 103 h 756"/>
                    <a:gd name="T8" fmla="*/ 10 w 717"/>
                    <a:gd name="T9" fmla="*/ 519 h 756"/>
                    <a:gd name="T10" fmla="*/ 11 w 717"/>
                    <a:gd name="T11" fmla="*/ 487 h 756"/>
                    <a:gd name="T12" fmla="*/ 11 w 717"/>
                    <a:gd name="T13" fmla="*/ 359 h 756"/>
                    <a:gd name="T14" fmla="*/ 14 w 717"/>
                    <a:gd name="T15" fmla="*/ 71 h 756"/>
                    <a:gd name="T16" fmla="*/ 16 w 717"/>
                    <a:gd name="T17" fmla="*/ 244 h 756"/>
                    <a:gd name="T18" fmla="*/ 17 w 717"/>
                    <a:gd name="T19" fmla="*/ 96 h 756"/>
                    <a:gd name="T20" fmla="*/ 18 w 717"/>
                    <a:gd name="T21" fmla="*/ 615 h 756"/>
                    <a:gd name="T22" fmla="*/ 21 w 717"/>
                    <a:gd name="T23" fmla="*/ 397 h 756"/>
                    <a:gd name="T24" fmla="*/ 24 w 717"/>
                    <a:gd name="T25" fmla="*/ 519 h 756"/>
                    <a:gd name="T26" fmla="*/ 25 w 717"/>
                    <a:gd name="T27" fmla="*/ 308 h 756"/>
                    <a:gd name="T28" fmla="*/ 28 w 717"/>
                    <a:gd name="T29" fmla="*/ 442 h 756"/>
                    <a:gd name="T30" fmla="*/ 29 w 717"/>
                    <a:gd name="T31" fmla="*/ 352 h 756"/>
                    <a:gd name="T32" fmla="*/ 30 w 717"/>
                    <a:gd name="T33" fmla="*/ 384 h 756"/>
                    <a:gd name="T34" fmla="*/ 31 w 717"/>
                    <a:gd name="T35" fmla="*/ 135 h 756"/>
                    <a:gd name="T36" fmla="*/ 33 w 717"/>
                    <a:gd name="T37" fmla="*/ 301 h 756"/>
                    <a:gd name="T38" fmla="*/ 32 w 717"/>
                    <a:gd name="T39" fmla="*/ 519 h 756"/>
                    <a:gd name="T40" fmla="*/ 34 w 717"/>
                    <a:gd name="T41" fmla="*/ 679 h 756"/>
                    <a:gd name="T42" fmla="*/ 36 w 717"/>
                    <a:gd name="T43" fmla="*/ 628 h 756"/>
                    <a:gd name="T44" fmla="*/ 37 w 717"/>
                    <a:gd name="T45" fmla="*/ 480 h 756"/>
                    <a:gd name="T46" fmla="*/ 38 w 717"/>
                    <a:gd name="T47" fmla="*/ 391 h 756"/>
                    <a:gd name="T48" fmla="*/ 36 w 717"/>
                    <a:gd name="T49" fmla="*/ 506 h 756"/>
                    <a:gd name="T50" fmla="*/ 38 w 717"/>
                    <a:gd name="T51" fmla="*/ 352 h 756"/>
                    <a:gd name="T52" fmla="*/ 39 w 717"/>
                    <a:gd name="T53" fmla="*/ 455 h 756"/>
                    <a:gd name="T54" fmla="*/ 41 w 717"/>
                    <a:gd name="T55" fmla="*/ 519 h 756"/>
                    <a:gd name="T56" fmla="*/ 43 w 717"/>
                    <a:gd name="T57" fmla="*/ 410 h 756"/>
                    <a:gd name="T58" fmla="*/ 44 w 717"/>
                    <a:gd name="T59" fmla="*/ 186 h 756"/>
                    <a:gd name="T60" fmla="*/ 45 w 717"/>
                    <a:gd name="T61" fmla="*/ 231 h 756"/>
                    <a:gd name="T62" fmla="*/ 48 w 717"/>
                    <a:gd name="T63" fmla="*/ 148 h 756"/>
                    <a:gd name="T64" fmla="*/ 48 w 717"/>
                    <a:gd name="T65" fmla="*/ 301 h 756"/>
                    <a:gd name="T66" fmla="*/ 48 w 717"/>
                    <a:gd name="T67" fmla="*/ 730 h 756"/>
                    <a:gd name="T68" fmla="*/ 54 w 717"/>
                    <a:gd name="T69" fmla="*/ 0 h 756"/>
                    <a:gd name="T70" fmla="*/ 54 w 717"/>
                    <a:gd name="T71" fmla="*/ 250 h 756"/>
                    <a:gd name="T72" fmla="*/ 55 w 717"/>
                    <a:gd name="T73" fmla="*/ 333 h 756"/>
                    <a:gd name="T74" fmla="*/ 57 w 717"/>
                    <a:gd name="T75" fmla="*/ 192 h 756"/>
                    <a:gd name="T76" fmla="*/ 59 w 717"/>
                    <a:gd name="T77" fmla="*/ 340 h 756"/>
                    <a:gd name="T78" fmla="*/ 58 w 717"/>
                    <a:gd name="T79" fmla="*/ 429 h 756"/>
                    <a:gd name="T80" fmla="*/ 60 w 717"/>
                    <a:gd name="T81" fmla="*/ 461 h 756"/>
                    <a:gd name="T82" fmla="*/ 0 60000 65536"/>
                    <a:gd name="T83" fmla="*/ 0 60000 65536"/>
                    <a:gd name="T84" fmla="*/ 0 60000 65536"/>
                    <a:gd name="T85" fmla="*/ 0 60000 65536"/>
                    <a:gd name="T86" fmla="*/ 0 60000 65536"/>
                    <a:gd name="T87" fmla="*/ 0 60000 65536"/>
                    <a:gd name="T88" fmla="*/ 0 60000 65536"/>
                    <a:gd name="T89" fmla="*/ 0 60000 65536"/>
                    <a:gd name="T90" fmla="*/ 0 60000 65536"/>
                    <a:gd name="T91" fmla="*/ 0 60000 65536"/>
                    <a:gd name="T92" fmla="*/ 0 60000 65536"/>
                    <a:gd name="T93" fmla="*/ 0 60000 65536"/>
                    <a:gd name="T94" fmla="*/ 0 60000 65536"/>
                    <a:gd name="T95" fmla="*/ 0 60000 65536"/>
                    <a:gd name="T96" fmla="*/ 0 60000 65536"/>
                    <a:gd name="T97" fmla="*/ 0 60000 65536"/>
                    <a:gd name="T98" fmla="*/ 0 60000 65536"/>
                    <a:gd name="T99" fmla="*/ 0 60000 65536"/>
                    <a:gd name="T100" fmla="*/ 0 60000 65536"/>
                    <a:gd name="T101" fmla="*/ 0 60000 65536"/>
                    <a:gd name="T102" fmla="*/ 0 60000 65536"/>
                    <a:gd name="T103" fmla="*/ 0 60000 65536"/>
                    <a:gd name="T104" fmla="*/ 0 60000 65536"/>
                    <a:gd name="T105" fmla="*/ 0 60000 65536"/>
                    <a:gd name="T106" fmla="*/ 0 60000 65536"/>
                    <a:gd name="T107" fmla="*/ 0 60000 65536"/>
                    <a:gd name="T108" fmla="*/ 0 60000 65536"/>
                    <a:gd name="T109" fmla="*/ 0 60000 65536"/>
                    <a:gd name="T110" fmla="*/ 0 60000 65536"/>
                    <a:gd name="T111" fmla="*/ 0 60000 65536"/>
                    <a:gd name="T112" fmla="*/ 0 60000 65536"/>
                    <a:gd name="T113" fmla="*/ 0 60000 65536"/>
                    <a:gd name="T114" fmla="*/ 0 60000 65536"/>
                    <a:gd name="T115" fmla="*/ 0 60000 65536"/>
                    <a:gd name="T116" fmla="*/ 0 60000 65536"/>
                    <a:gd name="T117" fmla="*/ 0 60000 65536"/>
                    <a:gd name="T118" fmla="*/ 0 60000 65536"/>
                    <a:gd name="T119" fmla="*/ 0 60000 65536"/>
                    <a:gd name="T120" fmla="*/ 0 60000 65536"/>
                    <a:gd name="T121" fmla="*/ 0 60000 65536"/>
                    <a:gd name="T122" fmla="*/ 0 60000 65536"/>
                    <a:gd name="T123" fmla="*/ 0 w 717"/>
                    <a:gd name="T124" fmla="*/ 0 h 756"/>
                    <a:gd name="T125" fmla="*/ 717 w 717"/>
                    <a:gd name="T126" fmla="*/ 756 h 756"/>
                  </a:gdLst>
                  <a:ahLst/>
                  <a:cxnLst>
                    <a:cxn ang="T82">
                      <a:pos x="T0" y="T1"/>
                    </a:cxn>
                    <a:cxn ang="T83">
                      <a:pos x="T2" y="T3"/>
                    </a:cxn>
                    <a:cxn ang="T84">
                      <a:pos x="T4" y="T5"/>
                    </a:cxn>
                    <a:cxn ang="T85">
                      <a:pos x="T6" y="T7"/>
                    </a:cxn>
                    <a:cxn ang="T86">
                      <a:pos x="T8" y="T9"/>
                    </a:cxn>
                    <a:cxn ang="T87">
                      <a:pos x="T10" y="T11"/>
                    </a:cxn>
                    <a:cxn ang="T88">
                      <a:pos x="T12" y="T13"/>
                    </a:cxn>
                    <a:cxn ang="T89">
                      <a:pos x="T14" y="T15"/>
                    </a:cxn>
                    <a:cxn ang="T90">
                      <a:pos x="T16" y="T17"/>
                    </a:cxn>
                    <a:cxn ang="T91">
                      <a:pos x="T18" y="T19"/>
                    </a:cxn>
                    <a:cxn ang="T92">
                      <a:pos x="T20" y="T21"/>
                    </a:cxn>
                    <a:cxn ang="T93">
                      <a:pos x="T22" y="T23"/>
                    </a:cxn>
                    <a:cxn ang="T94">
                      <a:pos x="T24" y="T25"/>
                    </a:cxn>
                    <a:cxn ang="T95">
                      <a:pos x="T26" y="T27"/>
                    </a:cxn>
                    <a:cxn ang="T96">
                      <a:pos x="T28" y="T29"/>
                    </a:cxn>
                    <a:cxn ang="T97">
                      <a:pos x="T30" y="T31"/>
                    </a:cxn>
                    <a:cxn ang="T98">
                      <a:pos x="T32" y="T33"/>
                    </a:cxn>
                    <a:cxn ang="T99">
                      <a:pos x="T34" y="T35"/>
                    </a:cxn>
                    <a:cxn ang="T100">
                      <a:pos x="T36" y="T37"/>
                    </a:cxn>
                    <a:cxn ang="T101">
                      <a:pos x="T38" y="T39"/>
                    </a:cxn>
                    <a:cxn ang="T102">
                      <a:pos x="T40" y="T41"/>
                    </a:cxn>
                    <a:cxn ang="T103">
                      <a:pos x="T42" y="T43"/>
                    </a:cxn>
                    <a:cxn ang="T104">
                      <a:pos x="T44" y="T45"/>
                    </a:cxn>
                    <a:cxn ang="T105">
                      <a:pos x="T46" y="T47"/>
                    </a:cxn>
                    <a:cxn ang="T106">
                      <a:pos x="T48" y="T49"/>
                    </a:cxn>
                    <a:cxn ang="T107">
                      <a:pos x="T50" y="T51"/>
                    </a:cxn>
                    <a:cxn ang="T108">
                      <a:pos x="T52" y="T53"/>
                    </a:cxn>
                    <a:cxn ang="T109">
                      <a:pos x="T54" y="T55"/>
                    </a:cxn>
                    <a:cxn ang="T110">
                      <a:pos x="T56" y="T57"/>
                    </a:cxn>
                    <a:cxn ang="T111">
                      <a:pos x="T58" y="T59"/>
                    </a:cxn>
                    <a:cxn ang="T112">
                      <a:pos x="T60" y="T61"/>
                    </a:cxn>
                    <a:cxn ang="T113">
                      <a:pos x="T62" y="T63"/>
                    </a:cxn>
                    <a:cxn ang="T114">
                      <a:pos x="T64" y="T65"/>
                    </a:cxn>
                    <a:cxn ang="T115">
                      <a:pos x="T66" y="T67"/>
                    </a:cxn>
                    <a:cxn ang="T116">
                      <a:pos x="T68" y="T69"/>
                    </a:cxn>
                    <a:cxn ang="T117">
                      <a:pos x="T70" y="T71"/>
                    </a:cxn>
                    <a:cxn ang="T118">
                      <a:pos x="T72" y="T73"/>
                    </a:cxn>
                    <a:cxn ang="T119">
                      <a:pos x="T74" y="T75"/>
                    </a:cxn>
                    <a:cxn ang="T120">
                      <a:pos x="T76" y="T77"/>
                    </a:cxn>
                    <a:cxn ang="T121">
                      <a:pos x="T78" y="T79"/>
                    </a:cxn>
                    <a:cxn ang="T122">
                      <a:pos x="T80" y="T81"/>
                    </a:cxn>
                  </a:cxnLst>
                  <a:rect l="T123" t="T124" r="T125" b="T126"/>
                  <a:pathLst>
                    <a:path w="717" h="756">
                      <a:moveTo>
                        <a:pt x="0" y="756"/>
                      </a:moveTo>
                      <a:lnTo>
                        <a:pt x="52" y="167"/>
                      </a:lnTo>
                      <a:lnTo>
                        <a:pt x="64" y="384"/>
                      </a:lnTo>
                      <a:lnTo>
                        <a:pt x="90" y="103"/>
                      </a:lnTo>
                      <a:lnTo>
                        <a:pt x="116" y="519"/>
                      </a:lnTo>
                      <a:lnTo>
                        <a:pt x="135" y="487"/>
                      </a:lnTo>
                      <a:lnTo>
                        <a:pt x="135" y="359"/>
                      </a:lnTo>
                      <a:lnTo>
                        <a:pt x="167" y="71"/>
                      </a:lnTo>
                      <a:lnTo>
                        <a:pt x="192" y="244"/>
                      </a:lnTo>
                      <a:lnTo>
                        <a:pt x="205" y="96"/>
                      </a:lnTo>
                      <a:lnTo>
                        <a:pt x="218" y="615"/>
                      </a:lnTo>
                      <a:lnTo>
                        <a:pt x="244" y="397"/>
                      </a:lnTo>
                      <a:lnTo>
                        <a:pt x="282" y="519"/>
                      </a:lnTo>
                      <a:lnTo>
                        <a:pt x="308" y="308"/>
                      </a:lnTo>
                      <a:lnTo>
                        <a:pt x="333" y="442"/>
                      </a:lnTo>
                      <a:lnTo>
                        <a:pt x="346" y="352"/>
                      </a:lnTo>
                      <a:lnTo>
                        <a:pt x="365" y="384"/>
                      </a:lnTo>
                      <a:lnTo>
                        <a:pt x="378" y="135"/>
                      </a:lnTo>
                      <a:lnTo>
                        <a:pt x="391" y="301"/>
                      </a:lnTo>
                      <a:lnTo>
                        <a:pt x="384" y="519"/>
                      </a:lnTo>
                      <a:lnTo>
                        <a:pt x="404" y="679"/>
                      </a:lnTo>
                      <a:lnTo>
                        <a:pt x="429" y="628"/>
                      </a:lnTo>
                      <a:lnTo>
                        <a:pt x="442" y="480"/>
                      </a:lnTo>
                      <a:lnTo>
                        <a:pt x="455" y="391"/>
                      </a:lnTo>
                      <a:lnTo>
                        <a:pt x="436" y="506"/>
                      </a:lnTo>
                      <a:lnTo>
                        <a:pt x="461" y="352"/>
                      </a:lnTo>
                      <a:lnTo>
                        <a:pt x="474" y="455"/>
                      </a:lnTo>
                      <a:lnTo>
                        <a:pt x="493" y="519"/>
                      </a:lnTo>
                      <a:lnTo>
                        <a:pt x="512" y="410"/>
                      </a:lnTo>
                      <a:lnTo>
                        <a:pt x="532" y="186"/>
                      </a:lnTo>
                      <a:lnTo>
                        <a:pt x="544" y="231"/>
                      </a:lnTo>
                      <a:lnTo>
                        <a:pt x="570" y="148"/>
                      </a:lnTo>
                      <a:lnTo>
                        <a:pt x="576" y="301"/>
                      </a:lnTo>
                      <a:lnTo>
                        <a:pt x="576" y="730"/>
                      </a:lnTo>
                      <a:lnTo>
                        <a:pt x="647" y="0"/>
                      </a:lnTo>
                      <a:lnTo>
                        <a:pt x="647" y="250"/>
                      </a:lnTo>
                      <a:lnTo>
                        <a:pt x="660" y="333"/>
                      </a:lnTo>
                      <a:lnTo>
                        <a:pt x="685" y="192"/>
                      </a:lnTo>
                      <a:lnTo>
                        <a:pt x="711" y="340"/>
                      </a:lnTo>
                      <a:lnTo>
                        <a:pt x="698" y="429"/>
                      </a:lnTo>
                      <a:lnTo>
                        <a:pt x="717" y="461"/>
                      </a:lnTo>
                    </a:path>
                  </a:pathLst>
                </a:custGeom>
                <a:noFill/>
                <a:ln w="9525">
                  <a:solidFill>
                    <a:srgbClr val="FF0000"/>
                  </a:solidFill>
                  <a:round/>
                  <a:headEnd/>
                  <a:tailEnd/>
                </a:ln>
              </p:spPr>
              <p:txBody>
                <a:bodyPr/>
                <a:lstStyle/>
                <a:p>
                  <a:endParaRPr lang="en-GB" sz="1600"/>
                </a:p>
              </p:txBody>
            </p:sp>
          </p:grpSp>
        </p:grpSp>
      </p:grpSp>
      <p:sp>
        <p:nvSpPr>
          <p:cNvPr id="14343" name="Rectangle 419"/>
          <p:cNvSpPr>
            <a:spLocks noChangeArrowheads="1"/>
          </p:cNvSpPr>
          <p:nvPr/>
        </p:nvSpPr>
        <p:spPr bwMode="auto">
          <a:xfrm>
            <a:off x="468313" y="5805488"/>
            <a:ext cx="5543550" cy="431800"/>
          </a:xfrm>
          <a:prstGeom prst="rect">
            <a:avLst/>
          </a:prstGeom>
          <a:solidFill>
            <a:srgbClr val="FF0000"/>
          </a:solidFill>
          <a:ln w="9525" algn="ctr">
            <a:solidFill>
              <a:srgbClr val="FF0000"/>
            </a:solidFill>
            <a:miter lim="800000"/>
            <a:headEnd/>
            <a:tailEnd/>
          </a:ln>
        </p:spPr>
        <p:txBody>
          <a:bodyPr wrap="none" anchor="ctr"/>
          <a:lstStyle/>
          <a:p>
            <a:endParaRPr lang="en-US" sz="1600"/>
          </a:p>
        </p:txBody>
      </p:sp>
      <p:sp>
        <p:nvSpPr>
          <p:cNvPr id="14344" name="Rectangle 420"/>
          <p:cNvSpPr>
            <a:spLocks noChangeArrowheads="1"/>
          </p:cNvSpPr>
          <p:nvPr/>
        </p:nvSpPr>
        <p:spPr bwMode="auto">
          <a:xfrm>
            <a:off x="6011863" y="5516563"/>
            <a:ext cx="576262" cy="720725"/>
          </a:xfrm>
          <a:prstGeom prst="rect">
            <a:avLst/>
          </a:prstGeom>
          <a:solidFill>
            <a:schemeClr val="bg1"/>
          </a:solidFill>
          <a:ln w="9525" algn="ctr">
            <a:noFill/>
            <a:miter lim="800000"/>
            <a:headEnd/>
            <a:tailEnd/>
          </a:ln>
        </p:spPr>
        <p:txBody>
          <a:bodyPr wrap="none" anchor="ctr"/>
          <a:lstStyle/>
          <a:p>
            <a:endParaRPr lang="en-US" sz="1600"/>
          </a:p>
        </p:txBody>
      </p:sp>
      <p:grpSp>
        <p:nvGrpSpPr>
          <p:cNvPr id="14491" name="Group 416"/>
          <p:cNvGrpSpPr>
            <a:grpSpLocks/>
          </p:cNvGrpSpPr>
          <p:nvPr/>
        </p:nvGrpSpPr>
        <p:grpSpPr bwMode="auto">
          <a:xfrm>
            <a:off x="468313" y="1844675"/>
            <a:ext cx="5543550" cy="4392613"/>
            <a:chOff x="527" y="1752"/>
            <a:chExt cx="4947" cy="2177"/>
          </a:xfrm>
        </p:grpSpPr>
        <p:sp>
          <p:nvSpPr>
            <p:cNvPr id="14351" name="Rectangle 9"/>
            <p:cNvSpPr>
              <a:spLocks noChangeArrowheads="1"/>
            </p:cNvSpPr>
            <p:nvPr/>
          </p:nvSpPr>
          <p:spPr bwMode="auto">
            <a:xfrm>
              <a:off x="527" y="1752"/>
              <a:ext cx="330" cy="2177"/>
            </a:xfrm>
            <a:prstGeom prst="rect">
              <a:avLst/>
            </a:prstGeom>
            <a:noFill/>
            <a:ln w="19050" algn="ctr">
              <a:solidFill>
                <a:schemeClr val="accent2"/>
              </a:solidFill>
              <a:miter lim="800000"/>
              <a:headEnd/>
              <a:tailEnd/>
            </a:ln>
          </p:spPr>
          <p:txBody>
            <a:bodyPr wrap="none" anchor="ctr"/>
            <a:lstStyle/>
            <a:p>
              <a:endParaRPr lang="en-US" sz="1600"/>
            </a:p>
          </p:txBody>
        </p:sp>
        <p:sp>
          <p:nvSpPr>
            <p:cNvPr id="14352" name="Rectangle 11"/>
            <p:cNvSpPr>
              <a:spLocks noChangeArrowheads="1"/>
            </p:cNvSpPr>
            <p:nvPr/>
          </p:nvSpPr>
          <p:spPr bwMode="auto">
            <a:xfrm>
              <a:off x="857" y="1752"/>
              <a:ext cx="659" cy="2177"/>
            </a:xfrm>
            <a:prstGeom prst="rect">
              <a:avLst/>
            </a:prstGeom>
            <a:noFill/>
            <a:ln w="19050" algn="ctr">
              <a:solidFill>
                <a:schemeClr val="accent2"/>
              </a:solidFill>
              <a:miter lim="800000"/>
              <a:headEnd/>
              <a:tailEnd/>
            </a:ln>
          </p:spPr>
          <p:txBody>
            <a:bodyPr wrap="none" anchor="ctr"/>
            <a:lstStyle/>
            <a:p>
              <a:endParaRPr lang="en-US" sz="1600"/>
            </a:p>
          </p:txBody>
        </p:sp>
        <p:sp>
          <p:nvSpPr>
            <p:cNvPr id="14353" name="Rectangle 12"/>
            <p:cNvSpPr>
              <a:spLocks noChangeArrowheads="1"/>
            </p:cNvSpPr>
            <p:nvPr/>
          </p:nvSpPr>
          <p:spPr bwMode="auto">
            <a:xfrm>
              <a:off x="1516" y="1752"/>
              <a:ext cx="1318" cy="2177"/>
            </a:xfrm>
            <a:prstGeom prst="rect">
              <a:avLst/>
            </a:prstGeom>
            <a:noFill/>
            <a:ln w="19050" algn="ctr">
              <a:solidFill>
                <a:schemeClr val="accent2"/>
              </a:solidFill>
              <a:miter lim="800000"/>
              <a:headEnd/>
              <a:tailEnd/>
            </a:ln>
          </p:spPr>
          <p:txBody>
            <a:bodyPr wrap="none" anchor="ctr"/>
            <a:lstStyle/>
            <a:p>
              <a:endParaRPr lang="en-US" sz="1600"/>
            </a:p>
          </p:txBody>
        </p:sp>
        <p:sp>
          <p:nvSpPr>
            <p:cNvPr id="14354" name="Rectangle 19"/>
            <p:cNvSpPr>
              <a:spLocks noChangeArrowheads="1"/>
            </p:cNvSpPr>
            <p:nvPr/>
          </p:nvSpPr>
          <p:spPr bwMode="auto">
            <a:xfrm>
              <a:off x="2835" y="1752"/>
              <a:ext cx="2639" cy="2167"/>
            </a:xfrm>
            <a:prstGeom prst="rect">
              <a:avLst/>
            </a:prstGeom>
            <a:noFill/>
            <a:ln w="19050" algn="ctr">
              <a:solidFill>
                <a:schemeClr val="accent2"/>
              </a:solidFill>
              <a:miter lim="800000"/>
              <a:headEnd/>
              <a:tailEnd/>
            </a:ln>
          </p:spPr>
          <p:txBody>
            <a:bodyPr wrap="none" anchor="ctr"/>
            <a:lstStyle/>
            <a:p>
              <a:endParaRPr lang="en-US" sz="1600"/>
            </a:p>
          </p:txBody>
        </p:sp>
      </p:grpSp>
      <p:sp>
        <p:nvSpPr>
          <p:cNvPr id="14346" name="Rectangle 421"/>
          <p:cNvSpPr>
            <a:spLocks noChangeArrowheads="1"/>
          </p:cNvSpPr>
          <p:nvPr/>
        </p:nvSpPr>
        <p:spPr bwMode="auto">
          <a:xfrm>
            <a:off x="6115050" y="1146175"/>
            <a:ext cx="2847975" cy="1384995"/>
          </a:xfrm>
          <a:prstGeom prst="rect">
            <a:avLst/>
          </a:prstGeom>
          <a:solidFill>
            <a:srgbClr val="FFFFFF">
              <a:alpha val="79999"/>
            </a:srgbClr>
          </a:solidFill>
          <a:ln w="9525" algn="ctr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pPr marL="176213" indent="-176213">
              <a:spcBef>
                <a:spcPct val="50000"/>
              </a:spcBef>
            </a:pPr>
            <a:r>
              <a:rPr lang="en-GB" sz="1200"/>
              <a:t>WHITE NOISE </a:t>
            </a:r>
          </a:p>
          <a:p>
            <a:pPr marL="176213" indent="-176213">
              <a:spcBef>
                <a:spcPct val="50000"/>
              </a:spcBef>
              <a:buFontTx/>
              <a:buChar char="•"/>
            </a:pPr>
            <a:r>
              <a:rPr lang="en-GB" sz="1200" b="0"/>
              <a:t>has an increased intensity of 3dB for each octave increase</a:t>
            </a:r>
          </a:p>
          <a:p>
            <a:pPr marL="176213" indent="-176213">
              <a:spcBef>
                <a:spcPct val="50000"/>
              </a:spcBef>
              <a:buFontTx/>
              <a:buChar char="•"/>
            </a:pPr>
            <a:r>
              <a:rPr lang="en-GB" sz="1200" b="0"/>
              <a:t>because each octave is twice the frequency range of the previous octave</a:t>
            </a:r>
            <a:endParaRPr lang="en-US" sz="1200" b="0"/>
          </a:p>
        </p:txBody>
      </p:sp>
      <p:sp>
        <p:nvSpPr>
          <p:cNvPr id="14347" name="Text Box 16"/>
          <p:cNvSpPr txBox="1">
            <a:spLocks noChangeArrowheads="1"/>
          </p:cNvSpPr>
          <p:nvPr/>
        </p:nvSpPr>
        <p:spPr bwMode="auto">
          <a:xfrm>
            <a:off x="107950" y="6308725"/>
            <a:ext cx="5636479" cy="276999"/>
          </a:xfrm>
          <a:prstGeom prst="rect">
            <a:avLst/>
          </a:prstGeom>
          <a:noFill/>
          <a:ln w="9525" algn="ctr">
            <a:noFill/>
            <a:miter lim="800000"/>
            <a:headEnd/>
            <a:tailEnd/>
          </a:ln>
        </p:spPr>
        <p:txBody>
          <a:bodyPr wrap="none">
            <a:spAutoFit/>
          </a:bodyPr>
          <a:lstStyle/>
          <a:p>
            <a:r>
              <a:rPr lang="en-GB" sz="1200"/>
              <a:t>100…200……400……………….800…………………………………..1.6KHz….</a:t>
            </a:r>
            <a:endParaRPr lang="en-US" sz="1200"/>
          </a:p>
        </p:txBody>
      </p:sp>
      <p:sp>
        <p:nvSpPr>
          <p:cNvPr id="14348" name="Rectangle 22"/>
          <p:cNvSpPr>
            <a:spLocks noChangeArrowheads="1"/>
          </p:cNvSpPr>
          <p:nvPr/>
        </p:nvSpPr>
        <p:spPr bwMode="auto">
          <a:xfrm>
            <a:off x="6443663" y="6308725"/>
            <a:ext cx="1435100" cy="276999"/>
          </a:xfrm>
          <a:prstGeom prst="rect">
            <a:avLst/>
          </a:prstGeom>
          <a:noFill/>
          <a:ln w="9525" algn="ctr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r>
              <a:rPr lang="en-GB" sz="1200"/>
              <a:t>freq (Hz) </a:t>
            </a:r>
            <a:endParaRPr lang="en-US" sz="1200"/>
          </a:p>
        </p:txBody>
      </p:sp>
      <p:sp>
        <p:nvSpPr>
          <p:cNvPr id="14349" name="Text Box 21"/>
          <p:cNvSpPr txBox="1">
            <a:spLocks noChangeArrowheads="1"/>
          </p:cNvSpPr>
          <p:nvPr/>
        </p:nvSpPr>
        <p:spPr bwMode="auto">
          <a:xfrm>
            <a:off x="395288" y="5734050"/>
            <a:ext cx="5761514" cy="276999"/>
          </a:xfrm>
          <a:prstGeom prst="rect">
            <a:avLst/>
          </a:prstGeom>
          <a:noFill/>
          <a:ln w="9525" algn="ctr">
            <a:noFill/>
            <a:miter lim="800000"/>
            <a:headEnd/>
            <a:tailEnd/>
          </a:ln>
        </p:spPr>
        <p:txBody>
          <a:bodyPr wrap="none">
            <a:spAutoFit/>
          </a:bodyPr>
          <a:lstStyle/>
          <a:p>
            <a:r>
              <a:rPr lang="en-GB" sz="1200"/>
              <a:t>   1….....…2…………………..3…………………………………………4 …. octaves</a:t>
            </a:r>
            <a:endParaRPr lang="en-US" sz="1200"/>
          </a:p>
        </p:txBody>
      </p:sp>
      <p:sp>
        <p:nvSpPr>
          <p:cNvPr id="14350" name="Text Box 422"/>
          <p:cNvSpPr txBox="1">
            <a:spLocks noChangeArrowheads="1"/>
          </p:cNvSpPr>
          <p:nvPr/>
        </p:nvSpPr>
        <p:spPr bwMode="auto">
          <a:xfrm>
            <a:off x="6143625" y="2990850"/>
            <a:ext cx="2733675" cy="2123658"/>
          </a:xfrm>
          <a:prstGeom prst="rect">
            <a:avLst/>
          </a:prstGeom>
          <a:solidFill>
            <a:srgbClr val="FFFFFF">
              <a:alpha val="79999"/>
            </a:srgbClr>
          </a:solidFill>
          <a:ln w="9525" algn="ctr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pPr marL="176213" indent="-176213"/>
            <a:r>
              <a:rPr lang="en-GB" sz="1200"/>
              <a:t>PINK NOISE</a:t>
            </a:r>
          </a:p>
          <a:p>
            <a:pPr marL="176213" indent="-176213">
              <a:buFontTx/>
              <a:buChar char="•"/>
            </a:pPr>
            <a:r>
              <a:rPr lang="en-GB" sz="1200" b="0"/>
              <a:t>power density drops 3dB intensity per octave</a:t>
            </a:r>
          </a:p>
          <a:p>
            <a:pPr marL="176213" indent="-176213">
              <a:buFontTx/>
              <a:buChar char="•"/>
            </a:pPr>
            <a:r>
              <a:rPr lang="en-GB" sz="1200" b="0"/>
              <a:t>therefore amount of power is the same in octave ranges:  </a:t>
            </a:r>
          </a:p>
          <a:p>
            <a:pPr marL="176213" indent="-176213">
              <a:buFontTx/>
              <a:buChar char="•"/>
            </a:pPr>
            <a:r>
              <a:rPr lang="en-GB" sz="1200" b="0"/>
              <a:t>e.g. power in range 100 – 200 Hz</a:t>
            </a:r>
          </a:p>
          <a:p>
            <a:pPr marL="176213" indent="-176213"/>
            <a:r>
              <a:rPr lang="en-GB" sz="1200" b="0"/>
              <a:t>	   = power in range  1KHz – 2 KHz</a:t>
            </a:r>
          </a:p>
          <a:p>
            <a:pPr marL="176213" indent="-176213">
              <a:buFontTx/>
              <a:buChar char="•"/>
            </a:pPr>
            <a:r>
              <a:rPr lang="en-GB" sz="1200" b="0"/>
              <a:t>therefore is useful for audio measurements</a:t>
            </a:r>
            <a:endParaRPr lang="en-US" sz="1200" b="0"/>
          </a:p>
        </p:txBody>
      </p:sp>
    </p:spTree>
    <p:extLst>
      <p:ext uri="{BB962C8B-B14F-4D97-AF65-F5344CB8AC3E}">
        <p14:creationId xmlns:p14="http://schemas.microsoft.com/office/powerpoint/2010/main" val="1071253020"/>
      </p:ext>
    </p:extLst>
  </p:cSld>
  <p:clrMapOvr>
    <a:masterClrMapping/>
  </p:clrMapOvr>
</p:sld>
</file>

<file path=ppt/slides/slide5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5362" name="Picture 4"/>
          <p:cNvPicPr>
            <a:picLocks noChangeAspect="1" noChangeArrowheads="1"/>
          </p:cNvPicPr>
          <p:nvPr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430213" y="2857500"/>
            <a:ext cx="3656012" cy="2359025"/>
          </a:xfrm>
          <a:prstGeom prst="rect">
            <a:avLst/>
          </a:prstGeom>
          <a:noFill/>
          <a:ln w="9525" algn="ctr">
            <a:noFill/>
            <a:miter lim="800000"/>
            <a:headEnd/>
            <a:tailEnd/>
          </a:ln>
        </p:spPr>
      </p:pic>
      <p:sp>
        <p:nvSpPr>
          <p:cNvPr id="15363" name="Text Box 5"/>
          <p:cNvSpPr txBox="1">
            <a:spLocks noChangeArrowheads="1"/>
          </p:cNvSpPr>
          <p:nvPr/>
        </p:nvSpPr>
        <p:spPr bwMode="auto">
          <a:xfrm>
            <a:off x="430213" y="365125"/>
            <a:ext cx="4575175" cy="457200"/>
          </a:xfrm>
          <a:prstGeom prst="rect">
            <a:avLst/>
          </a:prstGeom>
          <a:noFill/>
          <a:ln w="9525" algn="ctr">
            <a:noFill/>
            <a:miter lim="800000"/>
            <a:headEnd/>
            <a:tailEnd/>
          </a:ln>
        </p:spPr>
        <p:txBody>
          <a:bodyPr wrap="none">
            <a:spAutoFit/>
          </a:bodyPr>
          <a:lstStyle/>
          <a:p>
            <a:r>
              <a:rPr lang="en-GB" sz="2400" b="1" dirty="0"/>
              <a:t>Frequency and Time Domains</a:t>
            </a:r>
            <a:endParaRPr lang="en-US" sz="2400" b="1" dirty="0"/>
          </a:p>
        </p:txBody>
      </p:sp>
      <p:sp>
        <p:nvSpPr>
          <p:cNvPr id="15364" name="Text Box 6"/>
          <p:cNvSpPr txBox="1">
            <a:spLocks noChangeArrowheads="1"/>
          </p:cNvSpPr>
          <p:nvPr/>
        </p:nvSpPr>
        <p:spPr bwMode="auto">
          <a:xfrm>
            <a:off x="430213" y="1028700"/>
            <a:ext cx="3862387" cy="1569660"/>
          </a:xfrm>
          <a:prstGeom prst="rect">
            <a:avLst/>
          </a:prstGeom>
          <a:noFill/>
          <a:ln w="9525" algn="ctr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pPr>
              <a:lnSpc>
                <a:spcPct val="150000"/>
              </a:lnSpc>
            </a:pPr>
            <a:r>
              <a:rPr lang="en-GB" sz="1600" b="0" dirty="0"/>
              <a:t>This response (from the previous slide) is of intensity over the frequency range  … i.e. observed in the </a:t>
            </a:r>
            <a:r>
              <a:rPr lang="en-GB" sz="1600" b="0" dirty="0" err="1"/>
              <a:t>the</a:t>
            </a:r>
            <a:r>
              <a:rPr lang="en-GB" sz="1600" b="0" dirty="0"/>
              <a:t> frequency domain</a:t>
            </a:r>
            <a:endParaRPr lang="en-US" sz="1600" b="0" dirty="0"/>
          </a:p>
        </p:txBody>
      </p:sp>
      <p:sp>
        <p:nvSpPr>
          <p:cNvPr id="15365" name="Text Box 8"/>
          <p:cNvSpPr txBox="1">
            <a:spLocks noChangeArrowheads="1"/>
          </p:cNvSpPr>
          <p:nvPr/>
        </p:nvSpPr>
        <p:spPr bwMode="auto">
          <a:xfrm>
            <a:off x="430213" y="5584825"/>
            <a:ext cx="3830637" cy="830997"/>
          </a:xfrm>
          <a:prstGeom prst="rect">
            <a:avLst/>
          </a:prstGeom>
          <a:noFill/>
          <a:ln w="9525" algn="ctr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pPr>
              <a:lnSpc>
                <a:spcPct val="150000"/>
              </a:lnSpc>
            </a:pPr>
            <a:r>
              <a:rPr lang="en-GB" sz="1600" b="0" dirty="0"/>
              <a:t>This is a snapshot in time of the frequency domain</a:t>
            </a:r>
            <a:endParaRPr lang="en-US" sz="1600" b="0" dirty="0"/>
          </a:p>
        </p:txBody>
      </p:sp>
      <p:grpSp>
        <p:nvGrpSpPr>
          <p:cNvPr id="2" name="Group 34"/>
          <p:cNvGrpSpPr>
            <a:grpSpLocks/>
          </p:cNvGrpSpPr>
          <p:nvPr/>
        </p:nvGrpSpPr>
        <p:grpSpPr bwMode="auto">
          <a:xfrm>
            <a:off x="5281612" y="2857500"/>
            <a:ext cx="3048000" cy="2093912"/>
            <a:chOff x="3079" y="1466"/>
            <a:chExt cx="1920" cy="1319"/>
          </a:xfrm>
        </p:grpSpPr>
        <p:sp>
          <p:nvSpPr>
            <p:cNvPr id="15371" name="Line 9"/>
            <p:cNvSpPr>
              <a:spLocks noChangeShapeType="1"/>
            </p:cNvSpPr>
            <p:nvPr/>
          </p:nvSpPr>
          <p:spPr bwMode="auto">
            <a:xfrm>
              <a:off x="3079" y="2131"/>
              <a:ext cx="1920" cy="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</p:spPr>
          <p:txBody>
            <a:bodyPr/>
            <a:lstStyle/>
            <a:p>
              <a:endParaRPr lang="en-GB" sz="1600"/>
            </a:p>
          </p:txBody>
        </p:sp>
        <p:sp>
          <p:nvSpPr>
            <p:cNvPr id="15372" name="Line 10"/>
            <p:cNvSpPr>
              <a:spLocks noChangeShapeType="1"/>
            </p:cNvSpPr>
            <p:nvPr/>
          </p:nvSpPr>
          <p:spPr bwMode="auto">
            <a:xfrm flipH="1">
              <a:off x="3111" y="1466"/>
              <a:ext cx="0" cy="1319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</p:spPr>
          <p:txBody>
            <a:bodyPr/>
            <a:lstStyle/>
            <a:p>
              <a:endParaRPr lang="en-GB" sz="1600"/>
            </a:p>
          </p:txBody>
        </p:sp>
        <p:grpSp>
          <p:nvGrpSpPr>
            <p:cNvPr id="3" name="Group 33"/>
            <p:cNvGrpSpPr>
              <a:grpSpLocks/>
            </p:cNvGrpSpPr>
            <p:nvPr/>
          </p:nvGrpSpPr>
          <p:grpSpPr bwMode="auto">
            <a:xfrm>
              <a:off x="3142" y="1708"/>
              <a:ext cx="1755" cy="819"/>
              <a:chOff x="3404" y="1080"/>
              <a:chExt cx="1755" cy="819"/>
            </a:xfrm>
          </p:grpSpPr>
          <p:grpSp>
            <p:nvGrpSpPr>
              <p:cNvPr id="4" name="Group 20"/>
              <p:cNvGrpSpPr>
                <a:grpSpLocks/>
              </p:cNvGrpSpPr>
              <p:nvPr/>
            </p:nvGrpSpPr>
            <p:grpSpPr bwMode="auto">
              <a:xfrm>
                <a:off x="3404" y="1080"/>
                <a:ext cx="590" cy="801"/>
                <a:chOff x="3462" y="1100"/>
                <a:chExt cx="1549" cy="801"/>
              </a:xfrm>
            </p:grpSpPr>
            <p:sp>
              <p:nvSpPr>
                <p:cNvPr id="15387" name="Freeform 13"/>
                <p:cNvSpPr>
                  <a:spLocks/>
                </p:cNvSpPr>
                <p:nvPr/>
              </p:nvSpPr>
              <p:spPr bwMode="auto">
                <a:xfrm>
                  <a:off x="3462" y="1126"/>
                  <a:ext cx="313" cy="756"/>
                </a:xfrm>
                <a:custGeom>
                  <a:avLst/>
                  <a:gdLst>
                    <a:gd name="T0" fmla="*/ 0 w 717"/>
                    <a:gd name="T1" fmla="*/ 756 h 756"/>
                    <a:gd name="T2" fmla="*/ 4 w 717"/>
                    <a:gd name="T3" fmla="*/ 167 h 756"/>
                    <a:gd name="T4" fmla="*/ 5 w 717"/>
                    <a:gd name="T5" fmla="*/ 384 h 756"/>
                    <a:gd name="T6" fmla="*/ 7 w 717"/>
                    <a:gd name="T7" fmla="*/ 103 h 756"/>
                    <a:gd name="T8" fmla="*/ 10 w 717"/>
                    <a:gd name="T9" fmla="*/ 519 h 756"/>
                    <a:gd name="T10" fmla="*/ 11 w 717"/>
                    <a:gd name="T11" fmla="*/ 487 h 756"/>
                    <a:gd name="T12" fmla="*/ 11 w 717"/>
                    <a:gd name="T13" fmla="*/ 359 h 756"/>
                    <a:gd name="T14" fmla="*/ 14 w 717"/>
                    <a:gd name="T15" fmla="*/ 71 h 756"/>
                    <a:gd name="T16" fmla="*/ 16 w 717"/>
                    <a:gd name="T17" fmla="*/ 244 h 756"/>
                    <a:gd name="T18" fmla="*/ 17 w 717"/>
                    <a:gd name="T19" fmla="*/ 96 h 756"/>
                    <a:gd name="T20" fmla="*/ 18 w 717"/>
                    <a:gd name="T21" fmla="*/ 615 h 756"/>
                    <a:gd name="T22" fmla="*/ 21 w 717"/>
                    <a:gd name="T23" fmla="*/ 397 h 756"/>
                    <a:gd name="T24" fmla="*/ 24 w 717"/>
                    <a:gd name="T25" fmla="*/ 519 h 756"/>
                    <a:gd name="T26" fmla="*/ 25 w 717"/>
                    <a:gd name="T27" fmla="*/ 308 h 756"/>
                    <a:gd name="T28" fmla="*/ 28 w 717"/>
                    <a:gd name="T29" fmla="*/ 442 h 756"/>
                    <a:gd name="T30" fmla="*/ 29 w 717"/>
                    <a:gd name="T31" fmla="*/ 352 h 756"/>
                    <a:gd name="T32" fmla="*/ 30 w 717"/>
                    <a:gd name="T33" fmla="*/ 384 h 756"/>
                    <a:gd name="T34" fmla="*/ 31 w 717"/>
                    <a:gd name="T35" fmla="*/ 135 h 756"/>
                    <a:gd name="T36" fmla="*/ 33 w 717"/>
                    <a:gd name="T37" fmla="*/ 301 h 756"/>
                    <a:gd name="T38" fmla="*/ 32 w 717"/>
                    <a:gd name="T39" fmla="*/ 519 h 756"/>
                    <a:gd name="T40" fmla="*/ 34 w 717"/>
                    <a:gd name="T41" fmla="*/ 679 h 756"/>
                    <a:gd name="T42" fmla="*/ 36 w 717"/>
                    <a:gd name="T43" fmla="*/ 628 h 756"/>
                    <a:gd name="T44" fmla="*/ 37 w 717"/>
                    <a:gd name="T45" fmla="*/ 480 h 756"/>
                    <a:gd name="T46" fmla="*/ 38 w 717"/>
                    <a:gd name="T47" fmla="*/ 391 h 756"/>
                    <a:gd name="T48" fmla="*/ 36 w 717"/>
                    <a:gd name="T49" fmla="*/ 506 h 756"/>
                    <a:gd name="T50" fmla="*/ 38 w 717"/>
                    <a:gd name="T51" fmla="*/ 352 h 756"/>
                    <a:gd name="T52" fmla="*/ 39 w 717"/>
                    <a:gd name="T53" fmla="*/ 455 h 756"/>
                    <a:gd name="T54" fmla="*/ 41 w 717"/>
                    <a:gd name="T55" fmla="*/ 519 h 756"/>
                    <a:gd name="T56" fmla="*/ 43 w 717"/>
                    <a:gd name="T57" fmla="*/ 410 h 756"/>
                    <a:gd name="T58" fmla="*/ 44 w 717"/>
                    <a:gd name="T59" fmla="*/ 186 h 756"/>
                    <a:gd name="T60" fmla="*/ 45 w 717"/>
                    <a:gd name="T61" fmla="*/ 231 h 756"/>
                    <a:gd name="T62" fmla="*/ 48 w 717"/>
                    <a:gd name="T63" fmla="*/ 148 h 756"/>
                    <a:gd name="T64" fmla="*/ 48 w 717"/>
                    <a:gd name="T65" fmla="*/ 301 h 756"/>
                    <a:gd name="T66" fmla="*/ 48 w 717"/>
                    <a:gd name="T67" fmla="*/ 730 h 756"/>
                    <a:gd name="T68" fmla="*/ 54 w 717"/>
                    <a:gd name="T69" fmla="*/ 0 h 756"/>
                    <a:gd name="T70" fmla="*/ 54 w 717"/>
                    <a:gd name="T71" fmla="*/ 250 h 756"/>
                    <a:gd name="T72" fmla="*/ 55 w 717"/>
                    <a:gd name="T73" fmla="*/ 333 h 756"/>
                    <a:gd name="T74" fmla="*/ 57 w 717"/>
                    <a:gd name="T75" fmla="*/ 192 h 756"/>
                    <a:gd name="T76" fmla="*/ 59 w 717"/>
                    <a:gd name="T77" fmla="*/ 340 h 756"/>
                    <a:gd name="T78" fmla="*/ 58 w 717"/>
                    <a:gd name="T79" fmla="*/ 429 h 756"/>
                    <a:gd name="T80" fmla="*/ 60 w 717"/>
                    <a:gd name="T81" fmla="*/ 461 h 756"/>
                    <a:gd name="T82" fmla="*/ 0 60000 65536"/>
                    <a:gd name="T83" fmla="*/ 0 60000 65536"/>
                    <a:gd name="T84" fmla="*/ 0 60000 65536"/>
                    <a:gd name="T85" fmla="*/ 0 60000 65536"/>
                    <a:gd name="T86" fmla="*/ 0 60000 65536"/>
                    <a:gd name="T87" fmla="*/ 0 60000 65536"/>
                    <a:gd name="T88" fmla="*/ 0 60000 65536"/>
                    <a:gd name="T89" fmla="*/ 0 60000 65536"/>
                    <a:gd name="T90" fmla="*/ 0 60000 65536"/>
                    <a:gd name="T91" fmla="*/ 0 60000 65536"/>
                    <a:gd name="T92" fmla="*/ 0 60000 65536"/>
                    <a:gd name="T93" fmla="*/ 0 60000 65536"/>
                    <a:gd name="T94" fmla="*/ 0 60000 65536"/>
                    <a:gd name="T95" fmla="*/ 0 60000 65536"/>
                    <a:gd name="T96" fmla="*/ 0 60000 65536"/>
                    <a:gd name="T97" fmla="*/ 0 60000 65536"/>
                    <a:gd name="T98" fmla="*/ 0 60000 65536"/>
                    <a:gd name="T99" fmla="*/ 0 60000 65536"/>
                    <a:gd name="T100" fmla="*/ 0 60000 65536"/>
                    <a:gd name="T101" fmla="*/ 0 60000 65536"/>
                    <a:gd name="T102" fmla="*/ 0 60000 65536"/>
                    <a:gd name="T103" fmla="*/ 0 60000 65536"/>
                    <a:gd name="T104" fmla="*/ 0 60000 65536"/>
                    <a:gd name="T105" fmla="*/ 0 60000 65536"/>
                    <a:gd name="T106" fmla="*/ 0 60000 65536"/>
                    <a:gd name="T107" fmla="*/ 0 60000 65536"/>
                    <a:gd name="T108" fmla="*/ 0 60000 65536"/>
                    <a:gd name="T109" fmla="*/ 0 60000 65536"/>
                    <a:gd name="T110" fmla="*/ 0 60000 65536"/>
                    <a:gd name="T111" fmla="*/ 0 60000 65536"/>
                    <a:gd name="T112" fmla="*/ 0 60000 65536"/>
                    <a:gd name="T113" fmla="*/ 0 60000 65536"/>
                    <a:gd name="T114" fmla="*/ 0 60000 65536"/>
                    <a:gd name="T115" fmla="*/ 0 60000 65536"/>
                    <a:gd name="T116" fmla="*/ 0 60000 65536"/>
                    <a:gd name="T117" fmla="*/ 0 60000 65536"/>
                    <a:gd name="T118" fmla="*/ 0 60000 65536"/>
                    <a:gd name="T119" fmla="*/ 0 60000 65536"/>
                    <a:gd name="T120" fmla="*/ 0 60000 65536"/>
                    <a:gd name="T121" fmla="*/ 0 60000 65536"/>
                    <a:gd name="T122" fmla="*/ 0 60000 65536"/>
                    <a:gd name="T123" fmla="*/ 0 w 717"/>
                    <a:gd name="T124" fmla="*/ 0 h 756"/>
                    <a:gd name="T125" fmla="*/ 717 w 717"/>
                    <a:gd name="T126" fmla="*/ 756 h 756"/>
                  </a:gdLst>
                  <a:ahLst/>
                  <a:cxnLst>
                    <a:cxn ang="T82">
                      <a:pos x="T0" y="T1"/>
                    </a:cxn>
                    <a:cxn ang="T83">
                      <a:pos x="T2" y="T3"/>
                    </a:cxn>
                    <a:cxn ang="T84">
                      <a:pos x="T4" y="T5"/>
                    </a:cxn>
                    <a:cxn ang="T85">
                      <a:pos x="T6" y="T7"/>
                    </a:cxn>
                    <a:cxn ang="T86">
                      <a:pos x="T8" y="T9"/>
                    </a:cxn>
                    <a:cxn ang="T87">
                      <a:pos x="T10" y="T11"/>
                    </a:cxn>
                    <a:cxn ang="T88">
                      <a:pos x="T12" y="T13"/>
                    </a:cxn>
                    <a:cxn ang="T89">
                      <a:pos x="T14" y="T15"/>
                    </a:cxn>
                    <a:cxn ang="T90">
                      <a:pos x="T16" y="T17"/>
                    </a:cxn>
                    <a:cxn ang="T91">
                      <a:pos x="T18" y="T19"/>
                    </a:cxn>
                    <a:cxn ang="T92">
                      <a:pos x="T20" y="T21"/>
                    </a:cxn>
                    <a:cxn ang="T93">
                      <a:pos x="T22" y="T23"/>
                    </a:cxn>
                    <a:cxn ang="T94">
                      <a:pos x="T24" y="T25"/>
                    </a:cxn>
                    <a:cxn ang="T95">
                      <a:pos x="T26" y="T27"/>
                    </a:cxn>
                    <a:cxn ang="T96">
                      <a:pos x="T28" y="T29"/>
                    </a:cxn>
                    <a:cxn ang="T97">
                      <a:pos x="T30" y="T31"/>
                    </a:cxn>
                    <a:cxn ang="T98">
                      <a:pos x="T32" y="T33"/>
                    </a:cxn>
                    <a:cxn ang="T99">
                      <a:pos x="T34" y="T35"/>
                    </a:cxn>
                    <a:cxn ang="T100">
                      <a:pos x="T36" y="T37"/>
                    </a:cxn>
                    <a:cxn ang="T101">
                      <a:pos x="T38" y="T39"/>
                    </a:cxn>
                    <a:cxn ang="T102">
                      <a:pos x="T40" y="T41"/>
                    </a:cxn>
                    <a:cxn ang="T103">
                      <a:pos x="T42" y="T43"/>
                    </a:cxn>
                    <a:cxn ang="T104">
                      <a:pos x="T44" y="T45"/>
                    </a:cxn>
                    <a:cxn ang="T105">
                      <a:pos x="T46" y="T47"/>
                    </a:cxn>
                    <a:cxn ang="T106">
                      <a:pos x="T48" y="T49"/>
                    </a:cxn>
                    <a:cxn ang="T107">
                      <a:pos x="T50" y="T51"/>
                    </a:cxn>
                    <a:cxn ang="T108">
                      <a:pos x="T52" y="T53"/>
                    </a:cxn>
                    <a:cxn ang="T109">
                      <a:pos x="T54" y="T55"/>
                    </a:cxn>
                    <a:cxn ang="T110">
                      <a:pos x="T56" y="T57"/>
                    </a:cxn>
                    <a:cxn ang="T111">
                      <a:pos x="T58" y="T59"/>
                    </a:cxn>
                    <a:cxn ang="T112">
                      <a:pos x="T60" y="T61"/>
                    </a:cxn>
                    <a:cxn ang="T113">
                      <a:pos x="T62" y="T63"/>
                    </a:cxn>
                    <a:cxn ang="T114">
                      <a:pos x="T64" y="T65"/>
                    </a:cxn>
                    <a:cxn ang="T115">
                      <a:pos x="T66" y="T67"/>
                    </a:cxn>
                    <a:cxn ang="T116">
                      <a:pos x="T68" y="T69"/>
                    </a:cxn>
                    <a:cxn ang="T117">
                      <a:pos x="T70" y="T71"/>
                    </a:cxn>
                    <a:cxn ang="T118">
                      <a:pos x="T72" y="T73"/>
                    </a:cxn>
                    <a:cxn ang="T119">
                      <a:pos x="T74" y="T75"/>
                    </a:cxn>
                    <a:cxn ang="T120">
                      <a:pos x="T76" y="T77"/>
                    </a:cxn>
                    <a:cxn ang="T121">
                      <a:pos x="T78" y="T79"/>
                    </a:cxn>
                    <a:cxn ang="T122">
                      <a:pos x="T80" y="T81"/>
                    </a:cxn>
                  </a:cxnLst>
                  <a:rect l="T123" t="T124" r="T125" b="T126"/>
                  <a:pathLst>
                    <a:path w="717" h="756">
                      <a:moveTo>
                        <a:pt x="0" y="756"/>
                      </a:moveTo>
                      <a:lnTo>
                        <a:pt x="52" y="167"/>
                      </a:lnTo>
                      <a:lnTo>
                        <a:pt x="64" y="384"/>
                      </a:lnTo>
                      <a:lnTo>
                        <a:pt x="90" y="103"/>
                      </a:lnTo>
                      <a:lnTo>
                        <a:pt x="116" y="519"/>
                      </a:lnTo>
                      <a:lnTo>
                        <a:pt x="135" y="487"/>
                      </a:lnTo>
                      <a:lnTo>
                        <a:pt x="135" y="359"/>
                      </a:lnTo>
                      <a:lnTo>
                        <a:pt x="167" y="71"/>
                      </a:lnTo>
                      <a:lnTo>
                        <a:pt x="192" y="244"/>
                      </a:lnTo>
                      <a:lnTo>
                        <a:pt x="205" y="96"/>
                      </a:lnTo>
                      <a:lnTo>
                        <a:pt x="218" y="615"/>
                      </a:lnTo>
                      <a:lnTo>
                        <a:pt x="244" y="397"/>
                      </a:lnTo>
                      <a:lnTo>
                        <a:pt x="282" y="519"/>
                      </a:lnTo>
                      <a:lnTo>
                        <a:pt x="308" y="308"/>
                      </a:lnTo>
                      <a:lnTo>
                        <a:pt x="333" y="442"/>
                      </a:lnTo>
                      <a:lnTo>
                        <a:pt x="346" y="352"/>
                      </a:lnTo>
                      <a:lnTo>
                        <a:pt x="365" y="384"/>
                      </a:lnTo>
                      <a:lnTo>
                        <a:pt x="378" y="135"/>
                      </a:lnTo>
                      <a:lnTo>
                        <a:pt x="391" y="301"/>
                      </a:lnTo>
                      <a:lnTo>
                        <a:pt x="384" y="519"/>
                      </a:lnTo>
                      <a:lnTo>
                        <a:pt x="404" y="679"/>
                      </a:lnTo>
                      <a:lnTo>
                        <a:pt x="429" y="628"/>
                      </a:lnTo>
                      <a:lnTo>
                        <a:pt x="442" y="480"/>
                      </a:lnTo>
                      <a:lnTo>
                        <a:pt x="455" y="391"/>
                      </a:lnTo>
                      <a:lnTo>
                        <a:pt x="436" y="506"/>
                      </a:lnTo>
                      <a:lnTo>
                        <a:pt x="461" y="352"/>
                      </a:lnTo>
                      <a:lnTo>
                        <a:pt x="474" y="455"/>
                      </a:lnTo>
                      <a:lnTo>
                        <a:pt x="493" y="519"/>
                      </a:lnTo>
                      <a:lnTo>
                        <a:pt x="512" y="410"/>
                      </a:lnTo>
                      <a:lnTo>
                        <a:pt x="532" y="186"/>
                      </a:lnTo>
                      <a:lnTo>
                        <a:pt x="544" y="231"/>
                      </a:lnTo>
                      <a:lnTo>
                        <a:pt x="570" y="148"/>
                      </a:lnTo>
                      <a:lnTo>
                        <a:pt x="576" y="301"/>
                      </a:lnTo>
                      <a:lnTo>
                        <a:pt x="576" y="730"/>
                      </a:lnTo>
                      <a:lnTo>
                        <a:pt x="647" y="0"/>
                      </a:lnTo>
                      <a:lnTo>
                        <a:pt x="647" y="250"/>
                      </a:lnTo>
                      <a:lnTo>
                        <a:pt x="660" y="333"/>
                      </a:lnTo>
                      <a:lnTo>
                        <a:pt x="685" y="192"/>
                      </a:lnTo>
                      <a:lnTo>
                        <a:pt x="711" y="340"/>
                      </a:lnTo>
                      <a:lnTo>
                        <a:pt x="698" y="429"/>
                      </a:lnTo>
                      <a:lnTo>
                        <a:pt x="717" y="461"/>
                      </a:lnTo>
                    </a:path>
                  </a:pathLst>
                </a:custGeom>
                <a:noFill/>
                <a:ln w="9525">
                  <a:solidFill>
                    <a:srgbClr val="0079F2"/>
                  </a:solidFill>
                  <a:round/>
                  <a:headEnd/>
                  <a:tailEnd/>
                </a:ln>
              </p:spPr>
              <p:txBody>
                <a:bodyPr/>
                <a:lstStyle/>
                <a:p>
                  <a:endParaRPr lang="en-GB" sz="1600"/>
                </a:p>
              </p:txBody>
            </p:sp>
            <p:sp>
              <p:nvSpPr>
                <p:cNvPr id="15388" name="Freeform 14"/>
                <p:cNvSpPr>
                  <a:spLocks/>
                </p:cNvSpPr>
                <p:nvPr/>
              </p:nvSpPr>
              <p:spPr bwMode="auto">
                <a:xfrm flipH="1" flipV="1">
                  <a:off x="3770" y="1145"/>
                  <a:ext cx="313" cy="756"/>
                </a:xfrm>
                <a:custGeom>
                  <a:avLst/>
                  <a:gdLst>
                    <a:gd name="T0" fmla="*/ 0 w 717"/>
                    <a:gd name="T1" fmla="*/ 756 h 756"/>
                    <a:gd name="T2" fmla="*/ 4 w 717"/>
                    <a:gd name="T3" fmla="*/ 167 h 756"/>
                    <a:gd name="T4" fmla="*/ 5 w 717"/>
                    <a:gd name="T5" fmla="*/ 384 h 756"/>
                    <a:gd name="T6" fmla="*/ 7 w 717"/>
                    <a:gd name="T7" fmla="*/ 103 h 756"/>
                    <a:gd name="T8" fmla="*/ 10 w 717"/>
                    <a:gd name="T9" fmla="*/ 519 h 756"/>
                    <a:gd name="T10" fmla="*/ 11 w 717"/>
                    <a:gd name="T11" fmla="*/ 487 h 756"/>
                    <a:gd name="T12" fmla="*/ 11 w 717"/>
                    <a:gd name="T13" fmla="*/ 359 h 756"/>
                    <a:gd name="T14" fmla="*/ 14 w 717"/>
                    <a:gd name="T15" fmla="*/ 71 h 756"/>
                    <a:gd name="T16" fmla="*/ 16 w 717"/>
                    <a:gd name="T17" fmla="*/ 244 h 756"/>
                    <a:gd name="T18" fmla="*/ 17 w 717"/>
                    <a:gd name="T19" fmla="*/ 96 h 756"/>
                    <a:gd name="T20" fmla="*/ 18 w 717"/>
                    <a:gd name="T21" fmla="*/ 615 h 756"/>
                    <a:gd name="T22" fmla="*/ 21 w 717"/>
                    <a:gd name="T23" fmla="*/ 397 h 756"/>
                    <a:gd name="T24" fmla="*/ 24 w 717"/>
                    <a:gd name="T25" fmla="*/ 519 h 756"/>
                    <a:gd name="T26" fmla="*/ 25 w 717"/>
                    <a:gd name="T27" fmla="*/ 308 h 756"/>
                    <a:gd name="T28" fmla="*/ 28 w 717"/>
                    <a:gd name="T29" fmla="*/ 442 h 756"/>
                    <a:gd name="T30" fmla="*/ 29 w 717"/>
                    <a:gd name="T31" fmla="*/ 352 h 756"/>
                    <a:gd name="T32" fmla="*/ 30 w 717"/>
                    <a:gd name="T33" fmla="*/ 384 h 756"/>
                    <a:gd name="T34" fmla="*/ 31 w 717"/>
                    <a:gd name="T35" fmla="*/ 135 h 756"/>
                    <a:gd name="T36" fmla="*/ 33 w 717"/>
                    <a:gd name="T37" fmla="*/ 301 h 756"/>
                    <a:gd name="T38" fmla="*/ 32 w 717"/>
                    <a:gd name="T39" fmla="*/ 519 h 756"/>
                    <a:gd name="T40" fmla="*/ 34 w 717"/>
                    <a:gd name="T41" fmla="*/ 679 h 756"/>
                    <a:gd name="T42" fmla="*/ 36 w 717"/>
                    <a:gd name="T43" fmla="*/ 628 h 756"/>
                    <a:gd name="T44" fmla="*/ 37 w 717"/>
                    <a:gd name="T45" fmla="*/ 480 h 756"/>
                    <a:gd name="T46" fmla="*/ 38 w 717"/>
                    <a:gd name="T47" fmla="*/ 391 h 756"/>
                    <a:gd name="T48" fmla="*/ 36 w 717"/>
                    <a:gd name="T49" fmla="*/ 506 h 756"/>
                    <a:gd name="T50" fmla="*/ 38 w 717"/>
                    <a:gd name="T51" fmla="*/ 352 h 756"/>
                    <a:gd name="T52" fmla="*/ 39 w 717"/>
                    <a:gd name="T53" fmla="*/ 455 h 756"/>
                    <a:gd name="T54" fmla="*/ 41 w 717"/>
                    <a:gd name="T55" fmla="*/ 519 h 756"/>
                    <a:gd name="T56" fmla="*/ 43 w 717"/>
                    <a:gd name="T57" fmla="*/ 410 h 756"/>
                    <a:gd name="T58" fmla="*/ 44 w 717"/>
                    <a:gd name="T59" fmla="*/ 186 h 756"/>
                    <a:gd name="T60" fmla="*/ 45 w 717"/>
                    <a:gd name="T61" fmla="*/ 231 h 756"/>
                    <a:gd name="T62" fmla="*/ 48 w 717"/>
                    <a:gd name="T63" fmla="*/ 148 h 756"/>
                    <a:gd name="T64" fmla="*/ 48 w 717"/>
                    <a:gd name="T65" fmla="*/ 301 h 756"/>
                    <a:gd name="T66" fmla="*/ 48 w 717"/>
                    <a:gd name="T67" fmla="*/ 730 h 756"/>
                    <a:gd name="T68" fmla="*/ 54 w 717"/>
                    <a:gd name="T69" fmla="*/ 0 h 756"/>
                    <a:gd name="T70" fmla="*/ 54 w 717"/>
                    <a:gd name="T71" fmla="*/ 250 h 756"/>
                    <a:gd name="T72" fmla="*/ 55 w 717"/>
                    <a:gd name="T73" fmla="*/ 333 h 756"/>
                    <a:gd name="T74" fmla="*/ 57 w 717"/>
                    <a:gd name="T75" fmla="*/ 192 h 756"/>
                    <a:gd name="T76" fmla="*/ 59 w 717"/>
                    <a:gd name="T77" fmla="*/ 340 h 756"/>
                    <a:gd name="T78" fmla="*/ 58 w 717"/>
                    <a:gd name="T79" fmla="*/ 429 h 756"/>
                    <a:gd name="T80" fmla="*/ 60 w 717"/>
                    <a:gd name="T81" fmla="*/ 461 h 756"/>
                    <a:gd name="T82" fmla="*/ 0 60000 65536"/>
                    <a:gd name="T83" fmla="*/ 0 60000 65536"/>
                    <a:gd name="T84" fmla="*/ 0 60000 65536"/>
                    <a:gd name="T85" fmla="*/ 0 60000 65536"/>
                    <a:gd name="T86" fmla="*/ 0 60000 65536"/>
                    <a:gd name="T87" fmla="*/ 0 60000 65536"/>
                    <a:gd name="T88" fmla="*/ 0 60000 65536"/>
                    <a:gd name="T89" fmla="*/ 0 60000 65536"/>
                    <a:gd name="T90" fmla="*/ 0 60000 65536"/>
                    <a:gd name="T91" fmla="*/ 0 60000 65536"/>
                    <a:gd name="T92" fmla="*/ 0 60000 65536"/>
                    <a:gd name="T93" fmla="*/ 0 60000 65536"/>
                    <a:gd name="T94" fmla="*/ 0 60000 65536"/>
                    <a:gd name="T95" fmla="*/ 0 60000 65536"/>
                    <a:gd name="T96" fmla="*/ 0 60000 65536"/>
                    <a:gd name="T97" fmla="*/ 0 60000 65536"/>
                    <a:gd name="T98" fmla="*/ 0 60000 65536"/>
                    <a:gd name="T99" fmla="*/ 0 60000 65536"/>
                    <a:gd name="T100" fmla="*/ 0 60000 65536"/>
                    <a:gd name="T101" fmla="*/ 0 60000 65536"/>
                    <a:gd name="T102" fmla="*/ 0 60000 65536"/>
                    <a:gd name="T103" fmla="*/ 0 60000 65536"/>
                    <a:gd name="T104" fmla="*/ 0 60000 65536"/>
                    <a:gd name="T105" fmla="*/ 0 60000 65536"/>
                    <a:gd name="T106" fmla="*/ 0 60000 65536"/>
                    <a:gd name="T107" fmla="*/ 0 60000 65536"/>
                    <a:gd name="T108" fmla="*/ 0 60000 65536"/>
                    <a:gd name="T109" fmla="*/ 0 60000 65536"/>
                    <a:gd name="T110" fmla="*/ 0 60000 65536"/>
                    <a:gd name="T111" fmla="*/ 0 60000 65536"/>
                    <a:gd name="T112" fmla="*/ 0 60000 65536"/>
                    <a:gd name="T113" fmla="*/ 0 60000 65536"/>
                    <a:gd name="T114" fmla="*/ 0 60000 65536"/>
                    <a:gd name="T115" fmla="*/ 0 60000 65536"/>
                    <a:gd name="T116" fmla="*/ 0 60000 65536"/>
                    <a:gd name="T117" fmla="*/ 0 60000 65536"/>
                    <a:gd name="T118" fmla="*/ 0 60000 65536"/>
                    <a:gd name="T119" fmla="*/ 0 60000 65536"/>
                    <a:gd name="T120" fmla="*/ 0 60000 65536"/>
                    <a:gd name="T121" fmla="*/ 0 60000 65536"/>
                    <a:gd name="T122" fmla="*/ 0 60000 65536"/>
                    <a:gd name="T123" fmla="*/ 0 w 717"/>
                    <a:gd name="T124" fmla="*/ 0 h 756"/>
                    <a:gd name="T125" fmla="*/ 717 w 717"/>
                    <a:gd name="T126" fmla="*/ 756 h 756"/>
                  </a:gdLst>
                  <a:ahLst/>
                  <a:cxnLst>
                    <a:cxn ang="T82">
                      <a:pos x="T0" y="T1"/>
                    </a:cxn>
                    <a:cxn ang="T83">
                      <a:pos x="T2" y="T3"/>
                    </a:cxn>
                    <a:cxn ang="T84">
                      <a:pos x="T4" y="T5"/>
                    </a:cxn>
                    <a:cxn ang="T85">
                      <a:pos x="T6" y="T7"/>
                    </a:cxn>
                    <a:cxn ang="T86">
                      <a:pos x="T8" y="T9"/>
                    </a:cxn>
                    <a:cxn ang="T87">
                      <a:pos x="T10" y="T11"/>
                    </a:cxn>
                    <a:cxn ang="T88">
                      <a:pos x="T12" y="T13"/>
                    </a:cxn>
                    <a:cxn ang="T89">
                      <a:pos x="T14" y="T15"/>
                    </a:cxn>
                    <a:cxn ang="T90">
                      <a:pos x="T16" y="T17"/>
                    </a:cxn>
                    <a:cxn ang="T91">
                      <a:pos x="T18" y="T19"/>
                    </a:cxn>
                    <a:cxn ang="T92">
                      <a:pos x="T20" y="T21"/>
                    </a:cxn>
                    <a:cxn ang="T93">
                      <a:pos x="T22" y="T23"/>
                    </a:cxn>
                    <a:cxn ang="T94">
                      <a:pos x="T24" y="T25"/>
                    </a:cxn>
                    <a:cxn ang="T95">
                      <a:pos x="T26" y="T27"/>
                    </a:cxn>
                    <a:cxn ang="T96">
                      <a:pos x="T28" y="T29"/>
                    </a:cxn>
                    <a:cxn ang="T97">
                      <a:pos x="T30" y="T31"/>
                    </a:cxn>
                    <a:cxn ang="T98">
                      <a:pos x="T32" y="T33"/>
                    </a:cxn>
                    <a:cxn ang="T99">
                      <a:pos x="T34" y="T35"/>
                    </a:cxn>
                    <a:cxn ang="T100">
                      <a:pos x="T36" y="T37"/>
                    </a:cxn>
                    <a:cxn ang="T101">
                      <a:pos x="T38" y="T39"/>
                    </a:cxn>
                    <a:cxn ang="T102">
                      <a:pos x="T40" y="T41"/>
                    </a:cxn>
                    <a:cxn ang="T103">
                      <a:pos x="T42" y="T43"/>
                    </a:cxn>
                    <a:cxn ang="T104">
                      <a:pos x="T44" y="T45"/>
                    </a:cxn>
                    <a:cxn ang="T105">
                      <a:pos x="T46" y="T47"/>
                    </a:cxn>
                    <a:cxn ang="T106">
                      <a:pos x="T48" y="T49"/>
                    </a:cxn>
                    <a:cxn ang="T107">
                      <a:pos x="T50" y="T51"/>
                    </a:cxn>
                    <a:cxn ang="T108">
                      <a:pos x="T52" y="T53"/>
                    </a:cxn>
                    <a:cxn ang="T109">
                      <a:pos x="T54" y="T55"/>
                    </a:cxn>
                    <a:cxn ang="T110">
                      <a:pos x="T56" y="T57"/>
                    </a:cxn>
                    <a:cxn ang="T111">
                      <a:pos x="T58" y="T59"/>
                    </a:cxn>
                    <a:cxn ang="T112">
                      <a:pos x="T60" y="T61"/>
                    </a:cxn>
                    <a:cxn ang="T113">
                      <a:pos x="T62" y="T63"/>
                    </a:cxn>
                    <a:cxn ang="T114">
                      <a:pos x="T64" y="T65"/>
                    </a:cxn>
                    <a:cxn ang="T115">
                      <a:pos x="T66" y="T67"/>
                    </a:cxn>
                    <a:cxn ang="T116">
                      <a:pos x="T68" y="T69"/>
                    </a:cxn>
                    <a:cxn ang="T117">
                      <a:pos x="T70" y="T71"/>
                    </a:cxn>
                    <a:cxn ang="T118">
                      <a:pos x="T72" y="T73"/>
                    </a:cxn>
                    <a:cxn ang="T119">
                      <a:pos x="T74" y="T75"/>
                    </a:cxn>
                    <a:cxn ang="T120">
                      <a:pos x="T76" y="T77"/>
                    </a:cxn>
                    <a:cxn ang="T121">
                      <a:pos x="T78" y="T79"/>
                    </a:cxn>
                    <a:cxn ang="T122">
                      <a:pos x="T80" y="T81"/>
                    </a:cxn>
                  </a:cxnLst>
                  <a:rect l="T123" t="T124" r="T125" b="T126"/>
                  <a:pathLst>
                    <a:path w="717" h="756">
                      <a:moveTo>
                        <a:pt x="0" y="756"/>
                      </a:moveTo>
                      <a:lnTo>
                        <a:pt x="52" y="167"/>
                      </a:lnTo>
                      <a:lnTo>
                        <a:pt x="64" y="384"/>
                      </a:lnTo>
                      <a:lnTo>
                        <a:pt x="90" y="103"/>
                      </a:lnTo>
                      <a:lnTo>
                        <a:pt x="116" y="519"/>
                      </a:lnTo>
                      <a:lnTo>
                        <a:pt x="135" y="487"/>
                      </a:lnTo>
                      <a:lnTo>
                        <a:pt x="135" y="359"/>
                      </a:lnTo>
                      <a:lnTo>
                        <a:pt x="167" y="71"/>
                      </a:lnTo>
                      <a:lnTo>
                        <a:pt x="192" y="244"/>
                      </a:lnTo>
                      <a:lnTo>
                        <a:pt x="205" y="96"/>
                      </a:lnTo>
                      <a:lnTo>
                        <a:pt x="218" y="615"/>
                      </a:lnTo>
                      <a:lnTo>
                        <a:pt x="244" y="397"/>
                      </a:lnTo>
                      <a:lnTo>
                        <a:pt x="282" y="519"/>
                      </a:lnTo>
                      <a:lnTo>
                        <a:pt x="308" y="308"/>
                      </a:lnTo>
                      <a:lnTo>
                        <a:pt x="333" y="442"/>
                      </a:lnTo>
                      <a:lnTo>
                        <a:pt x="346" y="352"/>
                      </a:lnTo>
                      <a:lnTo>
                        <a:pt x="365" y="384"/>
                      </a:lnTo>
                      <a:lnTo>
                        <a:pt x="378" y="135"/>
                      </a:lnTo>
                      <a:lnTo>
                        <a:pt x="391" y="301"/>
                      </a:lnTo>
                      <a:lnTo>
                        <a:pt x="384" y="519"/>
                      </a:lnTo>
                      <a:lnTo>
                        <a:pt x="404" y="679"/>
                      </a:lnTo>
                      <a:lnTo>
                        <a:pt x="429" y="628"/>
                      </a:lnTo>
                      <a:lnTo>
                        <a:pt x="442" y="480"/>
                      </a:lnTo>
                      <a:lnTo>
                        <a:pt x="455" y="391"/>
                      </a:lnTo>
                      <a:lnTo>
                        <a:pt x="436" y="506"/>
                      </a:lnTo>
                      <a:lnTo>
                        <a:pt x="461" y="352"/>
                      </a:lnTo>
                      <a:lnTo>
                        <a:pt x="474" y="455"/>
                      </a:lnTo>
                      <a:lnTo>
                        <a:pt x="493" y="519"/>
                      </a:lnTo>
                      <a:lnTo>
                        <a:pt x="512" y="410"/>
                      </a:lnTo>
                      <a:lnTo>
                        <a:pt x="532" y="186"/>
                      </a:lnTo>
                      <a:lnTo>
                        <a:pt x="544" y="231"/>
                      </a:lnTo>
                      <a:lnTo>
                        <a:pt x="570" y="148"/>
                      </a:lnTo>
                      <a:lnTo>
                        <a:pt x="576" y="301"/>
                      </a:lnTo>
                      <a:lnTo>
                        <a:pt x="576" y="730"/>
                      </a:lnTo>
                      <a:lnTo>
                        <a:pt x="647" y="0"/>
                      </a:lnTo>
                      <a:lnTo>
                        <a:pt x="647" y="250"/>
                      </a:lnTo>
                      <a:lnTo>
                        <a:pt x="660" y="333"/>
                      </a:lnTo>
                      <a:lnTo>
                        <a:pt x="685" y="192"/>
                      </a:lnTo>
                      <a:lnTo>
                        <a:pt x="711" y="340"/>
                      </a:lnTo>
                      <a:lnTo>
                        <a:pt x="698" y="429"/>
                      </a:lnTo>
                      <a:lnTo>
                        <a:pt x="717" y="461"/>
                      </a:lnTo>
                    </a:path>
                  </a:pathLst>
                </a:custGeom>
                <a:noFill/>
                <a:ln w="9525">
                  <a:solidFill>
                    <a:srgbClr val="0079F2"/>
                  </a:solidFill>
                  <a:round/>
                  <a:headEnd/>
                  <a:tailEnd/>
                </a:ln>
              </p:spPr>
              <p:txBody>
                <a:bodyPr/>
                <a:lstStyle/>
                <a:p>
                  <a:endParaRPr lang="en-GB" sz="1600"/>
                </a:p>
              </p:txBody>
            </p:sp>
            <p:sp>
              <p:nvSpPr>
                <p:cNvPr id="15389" name="Freeform 15"/>
                <p:cNvSpPr>
                  <a:spLocks/>
                </p:cNvSpPr>
                <p:nvPr/>
              </p:nvSpPr>
              <p:spPr bwMode="auto">
                <a:xfrm flipH="1">
                  <a:off x="4077" y="1119"/>
                  <a:ext cx="313" cy="756"/>
                </a:xfrm>
                <a:custGeom>
                  <a:avLst/>
                  <a:gdLst>
                    <a:gd name="T0" fmla="*/ 0 w 717"/>
                    <a:gd name="T1" fmla="*/ 756 h 756"/>
                    <a:gd name="T2" fmla="*/ 4 w 717"/>
                    <a:gd name="T3" fmla="*/ 167 h 756"/>
                    <a:gd name="T4" fmla="*/ 5 w 717"/>
                    <a:gd name="T5" fmla="*/ 384 h 756"/>
                    <a:gd name="T6" fmla="*/ 7 w 717"/>
                    <a:gd name="T7" fmla="*/ 103 h 756"/>
                    <a:gd name="T8" fmla="*/ 10 w 717"/>
                    <a:gd name="T9" fmla="*/ 519 h 756"/>
                    <a:gd name="T10" fmla="*/ 11 w 717"/>
                    <a:gd name="T11" fmla="*/ 487 h 756"/>
                    <a:gd name="T12" fmla="*/ 11 w 717"/>
                    <a:gd name="T13" fmla="*/ 359 h 756"/>
                    <a:gd name="T14" fmla="*/ 14 w 717"/>
                    <a:gd name="T15" fmla="*/ 71 h 756"/>
                    <a:gd name="T16" fmla="*/ 16 w 717"/>
                    <a:gd name="T17" fmla="*/ 244 h 756"/>
                    <a:gd name="T18" fmla="*/ 17 w 717"/>
                    <a:gd name="T19" fmla="*/ 96 h 756"/>
                    <a:gd name="T20" fmla="*/ 18 w 717"/>
                    <a:gd name="T21" fmla="*/ 615 h 756"/>
                    <a:gd name="T22" fmla="*/ 21 w 717"/>
                    <a:gd name="T23" fmla="*/ 397 h 756"/>
                    <a:gd name="T24" fmla="*/ 24 w 717"/>
                    <a:gd name="T25" fmla="*/ 519 h 756"/>
                    <a:gd name="T26" fmla="*/ 25 w 717"/>
                    <a:gd name="T27" fmla="*/ 308 h 756"/>
                    <a:gd name="T28" fmla="*/ 28 w 717"/>
                    <a:gd name="T29" fmla="*/ 442 h 756"/>
                    <a:gd name="T30" fmla="*/ 29 w 717"/>
                    <a:gd name="T31" fmla="*/ 352 h 756"/>
                    <a:gd name="T32" fmla="*/ 30 w 717"/>
                    <a:gd name="T33" fmla="*/ 384 h 756"/>
                    <a:gd name="T34" fmla="*/ 31 w 717"/>
                    <a:gd name="T35" fmla="*/ 135 h 756"/>
                    <a:gd name="T36" fmla="*/ 33 w 717"/>
                    <a:gd name="T37" fmla="*/ 301 h 756"/>
                    <a:gd name="T38" fmla="*/ 32 w 717"/>
                    <a:gd name="T39" fmla="*/ 519 h 756"/>
                    <a:gd name="T40" fmla="*/ 34 w 717"/>
                    <a:gd name="T41" fmla="*/ 679 h 756"/>
                    <a:gd name="T42" fmla="*/ 36 w 717"/>
                    <a:gd name="T43" fmla="*/ 628 h 756"/>
                    <a:gd name="T44" fmla="*/ 37 w 717"/>
                    <a:gd name="T45" fmla="*/ 480 h 756"/>
                    <a:gd name="T46" fmla="*/ 38 w 717"/>
                    <a:gd name="T47" fmla="*/ 391 h 756"/>
                    <a:gd name="T48" fmla="*/ 36 w 717"/>
                    <a:gd name="T49" fmla="*/ 506 h 756"/>
                    <a:gd name="T50" fmla="*/ 38 w 717"/>
                    <a:gd name="T51" fmla="*/ 352 h 756"/>
                    <a:gd name="T52" fmla="*/ 39 w 717"/>
                    <a:gd name="T53" fmla="*/ 455 h 756"/>
                    <a:gd name="T54" fmla="*/ 41 w 717"/>
                    <a:gd name="T55" fmla="*/ 519 h 756"/>
                    <a:gd name="T56" fmla="*/ 43 w 717"/>
                    <a:gd name="T57" fmla="*/ 410 h 756"/>
                    <a:gd name="T58" fmla="*/ 44 w 717"/>
                    <a:gd name="T59" fmla="*/ 186 h 756"/>
                    <a:gd name="T60" fmla="*/ 45 w 717"/>
                    <a:gd name="T61" fmla="*/ 231 h 756"/>
                    <a:gd name="T62" fmla="*/ 48 w 717"/>
                    <a:gd name="T63" fmla="*/ 148 h 756"/>
                    <a:gd name="T64" fmla="*/ 48 w 717"/>
                    <a:gd name="T65" fmla="*/ 301 h 756"/>
                    <a:gd name="T66" fmla="*/ 48 w 717"/>
                    <a:gd name="T67" fmla="*/ 730 h 756"/>
                    <a:gd name="T68" fmla="*/ 54 w 717"/>
                    <a:gd name="T69" fmla="*/ 0 h 756"/>
                    <a:gd name="T70" fmla="*/ 54 w 717"/>
                    <a:gd name="T71" fmla="*/ 250 h 756"/>
                    <a:gd name="T72" fmla="*/ 55 w 717"/>
                    <a:gd name="T73" fmla="*/ 333 h 756"/>
                    <a:gd name="T74" fmla="*/ 57 w 717"/>
                    <a:gd name="T75" fmla="*/ 192 h 756"/>
                    <a:gd name="T76" fmla="*/ 59 w 717"/>
                    <a:gd name="T77" fmla="*/ 340 h 756"/>
                    <a:gd name="T78" fmla="*/ 58 w 717"/>
                    <a:gd name="T79" fmla="*/ 429 h 756"/>
                    <a:gd name="T80" fmla="*/ 60 w 717"/>
                    <a:gd name="T81" fmla="*/ 461 h 756"/>
                    <a:gd name="T82" fmla="*/ 0 60000 65536"/>
                    <a:gd name="T83" fmla="*/ 0 60000 65536"/>
                    <a:gd name="T84" fmla="*/ 0 60000 65536"/>
                    <a:gd name="T85" fmla="*/ 0 60000 65536"/>
                    <a:gd name="T86" fmla="*/ 0 60000 65536"/>
                    <a:gd name="T87" fmla="*/ 0 60000 65536"/>
                    <a:gd name="T88" fmla="*/ 0 60000 65536"/>
                    <a:gd name="T89" fmla="*/ 0 60000 65536"/>
                    <a:gd name="T90" fmla="*/ 0 60000 65536"/>
                    <a:gd name="T91" fmla="*/ 0 60000 65536"/>
                    <a:gd name="T92" fmla="*/ 0 60000 65536"/>
                    <a:gd name="T93" fmla="*/ 0 60000 65536"/>
                    <a:gd name="T94" fmla="*/ 0 60000 65536"/>
                    <a:gd name="T95" fmla="*/ 0 60000 65536"/>
                    <a:gd name="T96" fmla="*/ 0 60000 65536"/>
                    <a:gd name="T97" fmla="*/ 0 60000 65536"/>
                    <a:gd name="T98" fmla="*/ 0 60000 65536"/>
                    <a:gd name="T99" fmla="*/ 0 60000 65536"/>
                    <a:gd name="T100" fmla="*/ 0 60000 65536"/>
                    <a:gd name="T101" fmla="*/ 0 60000 65536"/>
                    <a:gd name="T102" fmla="*/ 0 60000 65536"/>
                    <a:gd name="T103" fmla="*/ 0 60000 65536"/>
                    <a:gd name="T104" fmla="*/ 0 60000 65536"/>
                    <a:gd name="T105" fmla="*/ 0 60000 65536"/>
                    <a:gd name="T106" fmla="*/ 0 60000 65536"/>
                    <a:gd name="T107" fmla="*/ 0 60000 65536"/>
                    <a:gd name="T108" fmla="*/ 0 60000 65536"/>
                    <a:gd name="T109" fmla="*/ 0 60000 65536"/>
                    <a:gd name="T110" fmla="*/ 0 60000 65536"/>
                    <a:gd name="T111" fmla="*/ 0 60000 65536"/>
                    <a:gd name="T112" fmla="*/ 0 60000 65536"/>
                    <a:gd name="T113" fmla="*/ 0 60000 65536"/>
                    <a:gd name="T114" fmla="*/ 0 60000 65536"/>
                    <a:gd name="T115" fmla="*/ 0 60000 65536"/>
                    <a:gd name="T116" fmla="*/ 0 60000 65536"/>
                    <a:gd name="T117" fmla="*/ 0 60000 65536"/>
                    <a:gd name="T118" fmla="*/ 0 60000 65536"/>
                    <a:gd name="T119" fmla="*/ 0 60000 65536"/>
                    <a:gd name="T120" fmla="*/ 0 60000 65536"/>
                    <a:gd name="T121" fmla="*/ 0 60000 65536"/>
                    <a:gd name="T122" fmla="*/ 0 60000 65536"/>
                    <a:gd name="T123" fmla="*/ 0 w 717"/>
                    <a:gd name="T124" fmla="*/ 0 h 756"/>
                    <a:gd name="T125" fmla="*/ 717 w 717"/>
                    <a:gd name="T126" fmla="*/ 756 h 756"/>
                  </a:gdLst>
                  <a:ahLst/>
                  <a:cxnLst>
                    <a:cxn ang="T82">
                      <a:pos x="T0" y="T1"/>
                    </a:cxn>
                    <a:cxn ang="T83">
                      <a:pos x="T2" y="T3"/>
                    </a:cxn>
                    <a:cxn ang="T84">
                      <a:pos x="T4" y="T5"/>
                    </a:cxn>
                    <a:cxn ang="T85">
                      <a:pos x="T6" y="T7"/>
                    </a:cxn>
                    <a:cxn ang="T86">
                      <a:pos x="T8" y="T9"/>
                    </a:cxn>
                    <a:cxn ang="T87">
                      <a:pos x="T10" y="T11"/>
                    </a:cxn>
                    <a:cxn ang="T88">
                      <a:pos x="T12" y="T13"/>
                    </a:cxn>
                    <a:cxn ang="T89">
                      <a:pos x="T14" y="T15"/>
                    </a:cxn>
                    <a:cxn ang="T90">
                      <a:pos x="T16" y="T17"/>
                    </a:cxn>
                    <a:cxn ang="T91">
                      <a:pos x="T18" y="T19"/>
                    </a:cxn>
                    <a:cxn ang="T92">
                      <a:pos x="T20" y="T21"/>
                    </a:cxn>
                    <a:cxn ang="T93">
                      <a:pos x="T22" y="T23"/>
                    </a:cxn>
                    <a:cxn ang="T94">
                      <a:pos x="T24" y="T25"/>
                    </a:cxn>
                    <a:cxn ang="T95">
                      <a:pos x="T26" y="T27"/>
                    </a:cxn>
                    <a:cxn ang="T96">
                      <a:pos x="T28" y="T29"/>
                    </a:cxn>
                    <a:cxn ang="T97">
                      <a:pos x="T30" y="T31"/>
                    </a:cxn>
                    <a:cxn ang="T98">
                      <a:pos x="T32" y="T33"/>
                    </a:cxn>
                    <a:cxn ang="T99">
                      <a:pos x="T34" y="T35"/>
                    </a:cxn>
                    <a:cxn ang="T100">
                      <a:pos x="T36" y="T37"/>
                    </a:cxn>
                    <a:cxn ang="T101">
                      <a:pos x="T38" y="T39"/>
                    </a:cxn>
                    <a:cxn ang="T102">
                      <a:pos x="T40" y="T41"/>
                    </a:cxn>
                    <a:cxn ang="T103">
                      <a:pos x="T42" y="T43"/>
                    </a:cxn>
                    <a:cxn ang="T104">
                      <a:pos x="T44" y="T45"/>
                    </a:cxn>
                    <a:cxn ang="T105">
                      <a:pos x="T46" y="T47"/>
                    </a:cxn>
                    <a:cxn ang="T106">
                      <a:pos x="T48" y="T49"/>
                    </a:cxn>
                    <a:cxn ang="T107">
                      <a:pos x="T50" y="T51"/>
                    </a:cxn>
                    <a:cxn ang="T108">
                      <a:pos x="T52" y="T53"/>
                    </a:cxn>
                    <a:cxn ang="T109">
                      <a:pos x="T54" y="T55"/>
                    </a:cxn>
                    <a:cxn ang="T110">
                      <a:pos x="T56" y="T57"/>
                    </a:cxn>
                    <a:cxn ang="T111">
                      <a:pos x="T58" y="T59"/>
                    </a:cxn>
                    <a:cxn ang="T112">
                      <a:pos x="T60" y="T61"/>
                    </a:cxn>
                    <a:cxn ang="T113">
                      <a:pos x="T62" y="T63"/>
                    </a:cxn>
                    <a:cxn ang="T114">
                      <a:pos x="T64" y="T65"/>
                    </a:cxn>
                    <a:cxn ang="T115">
                      <a:pos x="T66" y="T67"/>
                    </a:cxn>
                    <a:cxn ang="T116">
                      <a:pos x="T68" y="T69"/>
                    </a:cxn>
                    <a:cxn ang="T117">
                      <a:pos x="T70" y="T71"/>
                    </a:cxn>
                    <a:cxn ang="T118">
                      <a:pos x="T72" y="T73"/>
                    </a:cxn>
                    <a:cxn ang="T119">
                      <a:pos x="T74" y="T75"/>
                    </a:cxn>
                    <a:cxn ang="T120">
                      <a:pos x="T76" y="T77"/>
                    </a:cxn>
                    <a:cxn ang="T121">
                      <a:pos x="T78" y="T79"/>
                    </a:cxn>
                    <a:cxn ang="T122">
                      <a:pos x="T80" y="T81"/>
                    </a:cxn>
                  </a:cxnLst>
                  <a:rect l="T123" t="T124" r="T125" b="T126"/>
                  <a:pathLst>
                    <a:path w="717" h="756">
                      <a:moveTo>
                        <a:pt x="0" y="756"/>
                      </a:moveTo>
                      <a:lnTo>
                        <a:pt x="52" y="167"/>
                      </a:lnTo>
                      <a:lnTo>
                        <a:pt x="64" y="384"/>
                      </a:lnTo>
                      <a:lnTo>
                        <a:pt x="90" y="103"/>
                      </a:lnTo>
                      <a:lnTo>
                        <a:pt x="116" y="519"/>
                      </a:lnTo>
                      <a:lnTo>
                        <a:pt x="135" y="487"/>
                      </a:lnTo>
                      <a:lnTo>
                        <a:pt x="135" y="359"/>
                      </a:lnTo>
                      <a:lnTo>
                        <a:pt x="167" y="71"/>
                      </a:lnTo>
                      <a:lnTo>
                        <a:pt x="192" y="244"/>
                      </a:lnTo>
                      <a:lnTo>
                        <a:pt x="205" y="96"/>
                      </a:lnTo>
                      <a:lnTo>
                        <a:pt x="218" y="615"/>
                      </a:lnTo>
                      <a:lnTo>
                        <a:pt x="244" y="397"/>
                      </a:lnTo>
                      <a:lnTo>
                        <a:pt x="282" y="519"/>
                      </a:lnTo>
                      <a:lnTo>
                        <a:pt x="308" y="308"/>
                      </a:lnTo>
                      <a:lnTo>
                        <a:pt x="333" y="442"/>
                      </a:lnTo>
                      <a:lnTo>
                        <a:pt x="346" y="352"/>
                      </a:lnTo>
                      <a:lnTo>
                        <a:pt x="365" y="384"/>
                      </a:lnTo>
                      <a:lnTo>
                        <a:pt x="378" y="135"/>
                      </a:lnTo>
                      <a:lnTo>
                        <a:pt x="391" y="301"/>
                      </a:lnTo>
                      <a:lnTo>
                        <a:pt x="384" y="519"/>
                      </a:lnTo>
                      <a:lnTo>
                        <a:pt x="404" y="679"/>
                      </a:lnTo>
                      <a:lnTo>
                        <a:pt x="429" y="628"/>
                      </a:lnTo>
                      <a:lnTo>
                        <a:pt x="442" y="480"/>
                      </a:lnTo>
                      <a:lnTo>
                        <a:pt x="455" y="391"/>
                      </a:lnTo>
                      <a:lnTo>
                        <a:pt x="436" y="506"/>
                      </a:lnTo>
                      <a:lnTo>
                        <a:pt x="461" y="352"/>
                      </a:lnTo>
                      <a:lnTo>
                        <a:pt x="474" y="455"/>
                      </a:lnTo>
                      <a:lnTo>
                        <a:pt x="493" y="519"/>
                      </a:lnTo>
                      <a:lnTo>
                        <a:pt x="512" y="410"/>
                      </a:lnTo>
                      <a:lnTo>
                        <a:pt x="532" y="186"/>
                      </a:lnTo>
                      <a:lnTo>
                        <a:pt x="544" y="231"/>
                      </a:lnTo>
                      <a:lnTo>
                        <a:pt x="570" y="148"/>
                      </a:lnTo>
                      <a:lnTo>
                        <a:pt x="576" y="301"/>
                      </a:lnTo>
                      <a:lnTo>
                        <a:pt x="576" y="730"/>
                      </a:lnTo>
                      <a:lnTo>
                        <a:pt x="647" y="0"/>
                      </a:lnTo>
                      <a:lnTo>
                        <a:pt x="647" y="250"/>
                      </a:lnTo>
                      <a:lnTo>
                        <a:pt x="660" y="333"/>
                      </a:lnTo>
                      <a:lnTo>
                        <a:pt x="685" y="192"/>
                      </a:lnTo>
                      <a:lnTo>
                        <a:pt x="711" y="340"/>
                      </a:lnTo>
                      <a:lnTo>
                        <a:pt x="698" y="429"/>
                      </a:lnTo>
                      <a:lnTo>
                        <a:pt x="717" y="461"/>
                      </a:lnTo>
                    </a:path>
                  </a:pathLst>
                </a:custGeom>
                <a:noFill/>
                <a:ln w="9525">
                  <a:solidFill>
                    <a:srgbClr val="0079F2"/>
                  </a:solidFill>
                  <a:round/>
                  <a:headEnd/>
                  <a:tailEnd/>
                </a:ln>
              </p:spPr>
              <p:txBody>
                <a:bodyPr/>
                <a:lstStyle/>
                <a:p>
                  <a:endParaRPr lang="en-GB" sz="1600"/>
                </a:p>
              </p:txBody>
            </p:sp>
            <p:sp>
              <p:nvSpPr>
                <p:cNvPr id="15390" name="Freeform 16"/>
                <p:cNvSpPr>
                  <a:spLocks/>
                </p:cNvSpPr>
                <p:nvPr/>
              </p:nvSpPr>
              <p:spPr bwMode="auto">
                <a:xfrm flipV="1">
                  <a:off x="4385" y="1138"/>
                  <a:ext cx="313" cy="756"/>
                </a:xfrm>
                <a:custGeom>
                  <a:avLst/>
                  <a:gdLst>
                    <a:gd name="T0" fmla="*/ 0 w 717"/>
                    <a:gd name="T1" fmla="*/ 756 h 756"/>
                    <a:gd name="T2" fmla="*/ 4 w 717"/>
                    <a:gd name="T3" fmla="*/ 167 h 756"/>
                    <a:gd name="T4" fmla="*/ 5 w 717"/>
                    <a:gd name="T5" fmla="*/ 384 h 756"/>
                    <a:gd name="T6" fmla="*/ 7 w 717"/>
                    <a:gd name="T7" fmla="*/ 103 h 756"/>
                    <a:gd name="T8" fmla="*/ 10 w 717"/>
                    <a:gd name="T9" fmla="*/ 519 h 756"/>
                    <a:gd name="T10" fmla="*/ 11 w 717"/>
                    <a:gd name="T11" fmla="*/ 487 h 756"/>
                    <a:gd name="T12" fmla="*/ 11 w 717"/>
                    <a:gd name="T13" fmla="*/ 359 h 756"/>
                    <a:gd name="T14" fmla="*/ 14 w 717"/>
                    <a:gd name="T15" fmla="*/ 71 h 756"/>
                    <a:gd name="T16" fmla="*/ 16 w 717"/>
                    <a:gd name="T17" fmla="*/ 244 h 756"/>
                    <a:gd name="T18" fmla="*/ 17 w 717"/>
                    <a:gd name="T19" fmla="*/ 96 h 756"/>
                    <a:gd name="T20" fmla="*/ 18 w 717"/>
                    <a:gd name="T21" fmla="*/ 615 h 756"/>
                    <a:gd name="T22" fmla="*/ 21 w 717"/>
                    <a:gd name="T23" fmla="*/ 397 h 756"/>
                    <a:gd name="T24" fmla="*/ 24 w 717"/>
                    <a:gd name="T25" fmla="*/ 519 h 756"/>
                    <a:gd name="T26" fmla="*/ 25 w 717"/>
                    <a:gd name="T27" fmla="*/ 308 h 756"/>
                    <a:gd name="T28" fmla="*/ 28 w 717"/>
                    <a:gd name="T29" fmla="*/ 442 h 756"/>
                    <a:gd name="T30" fmla="*/ 29 w 717"/>
                    <a:gd name="T31" fmla="*/ 352 h 756"/>
                    <a:gd name="T32" fmla="*/ 30 w 717"/>
                    <a:gd name="T33" fmla="*/ 384 h 756"/>
                    <a:gd name="T34" fmla="*/ 31 w 717"/>
                    <a:gd name="T35" fmla="*/ 135 h 756"/>
                    <a:gd name="T36" fmla="*/ 33 w 717"/>
                    <a:gd name="T37" fmla="*/ 301 h 756"/>
                    <a:gd name="T38" fmla="*/ 32 w 717"/>
                    <a:gd name="T39" fmla="*/ 519 h 756"/>
                    <a:gd name="T40" fmla="*/ 34 w 717"/>
                    <a:gd name="T41" fmla="*/ 679 h 756"/>
                    <a:gd name="T42" fmla="*/ 36 w 717"/>
                    <a:gd name="T43" fmla="*/ 628 h 756"/>
                    <a:gd name="T44" fmla="*/ 37 w 717"/>
                    <a:gd name="T45" fmla="*/ 480 h 756"/>
                    <a:gd name="T46" fmla="*/ 38 w 717"/>
                    <a:gd name="T47" fmla="*/ 391 h 756"/>
                    <a:gd name="T48" fmla="*/ 36 w 717"/>
                    <a:gd name="T49" fmla="*/ 506 h 756"/>
                    <a:gd name="T50" fmla="*/ 38 w 717"/>
                    <a:gd name="T51" fmla="*/ 352 h 756"/>
                    <a:gd name="T52" fmla="*/ 39 w 717"/>
                    <a:gd name="T53" fmla="*/ 455 h 756"/>
                    <a:gd name="T54" fmla="*/ 41 w 717"/>
                    <a:gd name="T55" fmla="*/ 519 h 756"/>
                    <a:gd name="T56" fmla="*/ 43 w 717"/>
                    <a:gd name="T57" fmla="*/ 410 h 756"/>
                    <a:gd name="T58" fmla="*/ 44 w 717"/>
                    <a:gd name="T59" fmla="*/ 186 h 756"/>
                    <a:gd name="T60" fmla="*/ 45 w 717"/>
                    <a:gd name="T61" fmla="*/ 231 h 756"/>
                    <a:gd name="T62" fmla="*/ 48 w 717"/>
                    <a:gd name="T63" fmla="*/ 148 h 756"/>
                    <a:gd name="T64" fmla="*/ 48 w 717"/>
                    <a:gd name="T65" fmla="*/ 301 h 756"/>
                    <a:gd name="T66" fmla="*/ 48 w 717"/>
                    <a:gd name="T67" fmla="*/ 730 h 756"/>
                    <a:gd name="T68" fmla="*/ 54 w 717"/>
                    <a:gd name="T69" fmla="*/ 0 h 756"/>
                    <a:gd name="T70" fmla="*/ 54 w 717"/>
                    <a:gd name="T71" fmla="*/ 250 h 756"/>
                    <a:gd name="T72" fmla="*/ 55 w 717"/>
                    <a:gd name="T73" fmla="*/ 333 h 756"/>
                    <a:gd name="T74" fmla="*/ 57 w 717"/>
                    <a:gd name="T75" fmla="*/ 192 h 756"/>
                    <a:gd name="T76" fmla="*/ 59 w 717"/>
                    <a:gd name="T77" fmla="*/ 340 h 756"/>
                    <a:gd name="T78" fmla="*/ 58 w 717"/>
                    <a:gd name="T79" fmla="*/ 429 h 756"/>
                    <a:gd name="T80" fmla="*/ 60 w 717"/>
                    <a:gd name="T81" fmla="*/ 461 h 756"/>
                    <a:gd name="T82" fmla="*/ 0 60000 65536"/>
                    <a:gd name="T83" fmla="*/ 0 60000 65536"/>
                    <a:gd name="T84" fmla="*/ 0 60000 65536"/>
                    <a:gd name="T85" fmla="*/ 0 60000 65536"/>
                    <a:gd name="T86" fmla="*/ 0 60000 65536"/>
                    <a:gd name="T87" fmla="*/ 0 60000 65536"/>
                    <a:gd name="T88" fmla="*/ 0 60000 65536"/>
                    <a:gd name="T89" fmla="*/ 0 60000 65536"/>
                    <a:gd name="T90" fmla="*/ 0 60000 65536"/>
                    <a:gd name="T91" fmla="*/ 0 60000 65536"/>
                    <a:gd name="T92" fmla="*/ 0 60000 65536"/>
                    <a:gd name="T93" fmla="*/ 0 60000 65536"/>
                    <a:gd name="T94" fmla="*/ 0 60000 65536"/>
                    <a:gd name="T95" fmla="*/ 0 60000 65536"/>
                    <a:gd name="T96" fmla="*/ 0 60000 65536"/>
                    <a:gd name="T97" fmla="*/ 0 60000 65536"/>
                    <a:gd name="T98" fmla="*/ 0 60000 65536"/>
                    <a:gd name="T99" fmla="*/ 0 60000 65536"/>
                    <a:gd name="T100" fmla="*/ 0 60000 65536"/>
                    <a:gd name="T101" fmla="*/ 0 60000 65536"/>
                    <a:gd name="T102" fmla="*/ 0 60000 65536"/>
                    <a:gd name="T103" fmla="*/ 0 60000 65536"/>
                    <a:gd name="T104" fmla="*/ 0 60000 65536"/>
                    <a:gd name="T105" fmla="*/ 0 60000 65536"/>
                    <a:gd name="T106" fmla="*/ 0 60000 65536"/>
                    <a:gd name="T107" fmla="*/ 0 60000 65536"/>
                    <a:gd name="T108" fmla="*/ 0 60000 65536"/>
                    <a:gd name="T109" fmla="*/ 0 60000 65536"/>
                    <a:gd name="T110" fmla="*/ 0 60000 65536"/>
                    <a:gd name="T111" fmla="*/ 0 60000 65536"/>
                    <a:gd name="T112" fmla="*/ 0 60000 65536"/>
                    <a:gd name="T113" fmla="*/ 0 60000 65536"/>
                    <a:gd name="T114" fmla="*/ 0 60000 65536"/>
                    <a:gd name="T115" fmla="*/ 0 60000 65536"/>
                    <a:gd name="T116" fmla="*/ 0 60000 65536"/>
                    <a:gd name="T117" fmla="*/ 0 60000 65536"/>
                    <a:gd name="T118" fmla="*/ 0 60000 65536"/>
                    <a:gd name="T119" fmla="*/ 0 60000 65536"/>
                    <a:gd name="T120" fmla="*/ 0 60000 65536"/>
                    <a:gd name="T121" fmla="*/ 0 60000 65536"/>
                    <a:gd name="T122" fmla="*/ 0 60000 65536"/>
                    <a:gd name="T123" fmla="*/ 0 w 717"/>
                    <a:gd name="T124" fmla="*/ 0 h 756"/>
                    <a:gd name="T125" fmla="*/ 717 w 717"/>
                    <a:gd name="T126" fmla="*/ 756 h 756"/>
                  </a:gdLst>
                  <a:ahLst/>
                  <a:cxnLst>
                    <a:cxn ang="T82">
                      <a:pos x="T0" y="T1"/>
                    </a:cxn>
                    <a:cxn ang="T83">
                      <a:pos x="T2" y="T3"/>
                    </a:cxn>
                    <a:cxn ang="T84">
                      <a:pos x="T4" y="T5"/>
                    </a:cxn>
                    <a:cxn ang="T85">
                      <a:pos x="T6" y="T7"/>
                    </a:cxn>
                    <a:cxn ang="T86">
                      <a:pos x="T8" y="T9"/>
                    </a:cxn>
                    <a:cxn ang="T87">
                      <a:pos x="T10" y="T11"/>
                    </a:cxn>
                    <a:cxn ang="T88">
                      <a:pos x="T12" y="T13"/>
                    </a:cxn>
                    <a:cxn ang="T89">
                      <a:pos x="T14" y="T15"/>
                    </a:cxn>
                    <a:cxn ang="T90">
                      <a:pos x="T16" y="T17"/>
                    </a:cxn>
                    <a:cxn ang="T91">
                      <a:pos x="T18" y="T19"/>
                    </a:cxn>
                    <a:cxn ang="T92">
                      <a:pos x="T20" y="T21"/>
                    </a:cxn>
                    <a:cxn ang="T93">
                      <a:pos x="T22" y="T23"/>
                    </a:cxn>
                    <a:cxn ang="T94">
                      <a:pos x="T24" y="T25"/>
                    </a:cxn>
                    <a:cxn ang="T95">
                      <a:pos x="T26" y="T27"/>
                    </a:cxn>
                    <a:cxn ang="T96">
                      <a:pos x="T28" y="T29"/>
                    </a:cxn>
                    <a:cxn ang="T97">
                      <a:pos x="T30" y="T31"/>
                    </a:cxn>
                    <a:cxn ang="T98">
                      <a:pos x="T32" y="T33"/>
                    </a:cxn>
                    <a:cxn ang="T99">
                      <a:pos x="T34" y="T35"/>
                    </a:cxn>
                    <a:cxn ang="T100">
                      <a:pos x="T36" y="T37"/>
                    </a:cxn>
                    <a:cxn ang="T101">
                      <a:pos x="T38" y="T39"/>
                    </a:cxn>
                    <a:cxn ang="T102">
                      <a:pos x="T40" y="T41"/>
                    </a:cxn>
                    <a:cxn ang="T103">
                      <a:pos x="T42" y="T43"/>
                    </a:cxn>
                    <a:cxn ang="T104">
                      <a:pos x="T44" y="T45"/>
                    </a:cxn>
                    <a:cxn ang="T105">
                      <a:pos x="T46" y="T47"/>
                    </a:cxn>
                    <a:cxn ang="T106">
                      <a:pos x="T48" y="T49"/>
                    </a:cxn>
                    <a:cxn ang="T107">
                      <a:pos x="T50" y="T51"/>
                    </a:cxn>
                    <a:cxn ang="T108">
                      <a:pos x="T52" y="T53"/>
                    </a:cxn>
                    <a:cxn ang="T109">
                      <a:pos x="T54" y="T55"/>
                    </a:cxn>
                    <a:cxn ang="T110">
                      <a:pos x="T56" y="T57"/>
                    </a:cxn>
                    <a:cxn ang="T111">
                      <a:pos x="T58" y="T59"/>
                    </a:cxn>
                    <a:cxn ang="T112">
                      <a:pos x="T60" y="T61"/>
                    </a:cxn>
                    <a:cxn ang="T113">
                      <a:pos x="T62" y="T63"/>
                    </a:cxn>
                    <a:cxn ang="T114">
                      <a:pos x="T64" y="T65"/>
                    </a:cxn>
                    <a:cxn ang="T115">
                      <a:pos x="T66" y="T67"/>
                    </a:cxn>
                    <a:cxn ang="T116">
                      <a:pos x="T68" y="T69"/>
                    </a:cxn>
                    <a:cxn ang="T117">
                      <a:pos x="T70" y="T71"/>
                    </a:cxn>
                    <a:cxn ang="T118">
                      <a:pos x="T72" y="T73"/>
                    </a:cxn>
                    <a:cxn ang="T119">
                      <a:pos x="T74" y="T75"/>
                    </a:cxn>
                    <a:cxn ang="T120">
                      <a:pos x="T76" y="T77"/>
                    </a:cxn>
                    <a:cxn ang="T121">
                      <a:pos x="T78" y="T79"/>
                    </a:cxn>
                    <a:cxn ang="T122">
                      <a:pos x="T80" y="T81"/>
                    </a:cxn>
                  </a:cxnLst>
                  <a:rect l="T123" t="T124" r="T125" b="T126"/>
                  <a:pathLst>
                    <a:path w="717" h="756">
                      <a:moveTo>
                        <a:pt x="0" y="756"/>
                      </a:moveTo>
                      <a:lnTo>
                        <a:pt x="52" y="167"/>
                      </a:lnTo>
                      <a:lnTo>
                        <a:pt x="64" y="384"/>
                      </a:lnTo>
                      <a:lnTo>
                        <a:pt x="90" y="103"/>
                      </a:lnTo>
                      <a:lnTo>
                        <a:pt x="116" y="519"/>
                      </a:lnTo>
                      <a:lnTo>
                        <a:pt x="135" y="487"/>
                      </a:lnTo>
                      <a:lnTo>
                        <a:pt x="135" y="359"/>
                      </a:lnTo>
                      <a:lnTo>
                        <a:pt x="167" y="71"/>
                      </a:lnTo>
                      <a:lnTo>
                        <a:pt x="192" y="244"/>
                      </a:lnTo>
                      <a:lnTo>
                        <a:pt x="205" y="96"/>
                      </a:lnTo>
                      <a:lnTo>
                        <a:pt x="218" y="615"/>
                      </a:lnTo>
                      <a:lnTo>
                        <a:pt x="244" y="397"/>
                      </a:lnTo>
                      <a:lnTo>
                        <a:pt x="282" y="519"/>
                      </a:lnTo>
                      <a:lnTo>
                        <a:pt x="308" y="308"/>
                      </a:lnTo>
                      <a:lnTo>
                        <a:pt x="333" y="442"/>
                      </a:lnTo>
                      <a:lnTo>
                        <a:pt x="346" y="352"/>
                      </a:lnTo>
                      <a:lnTo>
                        <a:pt x="365" y="384"/>
                      </a:lnTo>
                      <a:lnTo>
                        <a:pt x="378" y="135"/>
                      </a:lnTo>
                      <a:lnTo>
                        <a:pt x="391" y="301"/>
                      </a:lnTo>
                      <a:lnTo>
                        <a:pt x="384" y="519"/>
                      </a:lnTo>
                      <a:lnTo>
                        <a:pt x="404" y="679"/>
                      </a:lnTo>
                      <a:lnTo>
                        <a:pt x="429" y="628"/>
                      </a:lnTo>
                      <a:lnTo>
                        <a:pt x="442" y="480"/>
                      </a:lnTo>
                      <a:lnTo>
                        <a:pt x="455" y="391"/>
                      </a:lnTo>
                      <a:lnTo>
                        <a:pt x="436" y="506"/>
                      </a:lnTo>
                      <a:lnTo>
                        <a:pt x="461" y="352"/>
                      </a:lnTo>
                      <a:lnTo>
                        <a:pt x="474" y="455"/>
                      </a:lnTo>
                      <a:lnTo>
                        <a:pt x="493" y="519"/>
                      </a:lnTo>
                      <a:lnTo>
                        <a:pt x="512" y="410"/>
                      </a:lnTo>
                      <a:lnTo>
                        <a:pt x="532" y="186"/>
                      </a:lnTo>
                      <a:lnTo>
                        <a:pt x="544" y="231"/>
                      </a:lnTo>
                      <a:lnTo>
                        <a:pt x="570" y="148"/>
                      </a:lnTo>
                      <a:lnTo>
                        <a:pt x="576" y="301"/>
                      </a:lnTo>
                      <a:lnTo>
                        <a:pt x="576" y="730"/>
                      </a:lnTo>
                      <a:lnTo>
                        <a:pt x="647" y="0"/>
                      </a:lnTo>
                      <a:lnTo>
                        <a:pt x="647" y="250"/>
                      </a:lnTo>
                      <a:lnTo>
                        <a:pt x="660" y="333"/>
                      </a:lnTo>
                      <a:lnTo>
                        <a:pt x="685" y="192"/>
                      </a:lnTo>
                      <a:lnTo>
                        <a:pt x="711" y="340"/>
                      </a:lnTo>
                      <a:lnTo>
                        <a:pt x="698" y="429"/>
                      </a:lnTo>
                      <a:lnTo>
                        <a:pt x="717" y="461"/>
                      </a:lnTo>
                    </a:path>
                  </a:pathLst>
                </a:custGeom>
                <a:noFill/>
                <a:ln w="9525">
                  <a:solidFill>
                    <a:srgbClr val="0079F2"/>
                  </a:solidFill>
                  <a:round/>
                  <a:headEnd/>
                  <a:tailEnd/>
                </a:ln>
              </p:spPr>
              <p:txBody>
                <a:bodyPr/>
                <a:lstStyle/>
                <a:p>
                  <a:endParaRPr lang="en-GB" sz="1600"/>
                </a:p>
              </p:txBody>
            </p:sp>
            <p:sp>
              <p:nvSpPr>
                <p:cNvPr id="15391" name="Freeform 17"/>
                <p:cNvSpPr>
                  <a:spLocks/>
                </p:cNvSpPr>
                <p:nvPr/>
              </p:nvSpPr>
              <p:spPr bwMode="auto">
                <a:xfrm flipH="1">
                  <a:off x="4698" y="1100"/>
                  <a:ext cx="313" cy="756"/>
                </a:xfrm>
                <a:custGeom>
                  <a:avLst/>
                  <a:gdLst>
                    <a:gd name="T0" fmla="*/ 0 w 717"/>
                    <a:gd name="T1" fmla="*/ 756 h 756"/>
                    <a:gd name="T2" fmla="*/ 4 w 717"/>
                    <a:gd name="T3" fmla="*/ 167 h 756"/>
                    <a:gd name="T4" fmla="*/ 5 w 717"/>
                    <a:gd name="T5" fmla="*/ 384 h 756"/>
                    <a:gd name="T6" fmla="*/ 7 w 717"/>
                    <a:gd name="T7" fmla="*/ 103 h 756"/>
                    <a:gd name="T8" fmla="*/ 10 w 717"/>
                    <a:gd name="T9" fmla="*/ 519 h 756"/>
                    <a:gd name="T10" fmla="*/ 11 w 717"/>
                    <a:gd name="T11" fmla="*/ 487 h 756"/>
                    <a:gd name="T12" fmla="*/ 11 w 717"/>
                    <a:gd name="T13" fmla="*/ 359 h 756"/>
                    <a:gd name="T14" fmla="*/ 14 w 717"/>
                    <a:gd name="T15" fmla="*/ 71 h 756"/>
                    <a:gd name="T16" fmla="*/ 16 w 717"/>
                    <a:gd name="T17" fmla="*/ 244 h 756"/>
                    <a:gd name="T18" fmla="*/ 17 w 717"/>
                    <a:gd name="T19" fmla="*/ 96 h 756"/>
                    <a:gd name="T20" fmla="*/ 18 w 717"/>
                    <a:gd name="T21" fmla="*/ 615 h 756"/>
                    <a:gd name="T22" fmla="*/ 21 w 717"/>
                    <a:gd name="T23" fmla="*/ 397 h 756"/>
                    <a:gd name="T24" fmla="*/ 24 w 717"/>
                    <a:gd name="T25" fmla="*/ 519 h 756"/>
                    <a:gd name="T26" fmla="*/ 25 w 717"/>
                    <a:gd name="T27" fmla="*/ 308 h 756"/>
                    <a:gd name="T28" fmla="*/ 28 w 717"/>
                    <a:gd name="T29" fmla="*/ 442 h 756"/>
                    <a:gd name="T30" fmla="*/ 29 w 717"/>
                    <a:gd name="T31" fmla="*/ 352 h 756"/>
                    <a:gd name="T32" fmla="*/ 30 w 717"/>
                    <a:gd name="T33" fmla="*/ 384 h 756"/>
                    <a:gd name="T34" fmla="*/ 31 w 717"/>
                    <a:gd name="T35" fmla="*/ 135 h 756"/>
                    <a:gd name="T36" fmla="*/ 33 w 717"/>
                    <a:gd name="T37" fmla="*/ 301 h 756"/>
                    <a:gd name="T38" fmla="*/ 32 w 717"/>
                    <a:gd name="T39" fmla="*/ 519 h 756"/>
                    <a:gd name="T40" fmla="*/ 34 w 717"/>
                    <a:gd name="T41" fmla="*/ 679 h 756"/>
                    <a:gd name="T42" fmla="*/ 36 w 717"/>
                    <a:gd name="T43" fmla="*/ 628 h 756"/>
                    <a:gd name="T44" fmla="*/ 37 w 717"/>
                    <a:gd name="T45" fmla="*/ 480 h 756"/>
                    <a:gd name="T46" fmla="*/ 38 w 717"/>
                    <a:gd name="T47" fmla="*/ 391 h 756"/>
                    <a:gd name="T48" fmla="*/ 36 w 717"/>
                    <a:gd name="T49" fmla="*/ 506 h 756"/>
                    <a:gd name="T50" fmla="*/ 38 w 717"/>
                    <a:gd name="T51" fmla="*/ 352 h 756"/>
                    <a:gd name="T52" fmla="*/ 39 w 717"/>
                    <a:gd name="T53" fmla="*/ 455 h 756"/>
                    <a:gd name="T54" fmla="*/ 41 w 717"/>
                    <a:gd name="T55" fmla="*/ 519 h 756"/>
                    <a:gd name="T56" fmla="*/ 43 w 717"/>
                    <a:gd name="T57" fmla="*/ 410 h 756"/>
                    <a:gd name="T58" fmla="*/ 44 w 717"/>
                    <a:gd name="T59" fmla="*/ 186 h 756"/>
                    <a:gd name="T60" fmla="*/ 45 w 717"/>
                    <a:gd name="T61" fmla="*/ 231 h 756"/>
                    <a:gd name="T62" fmla="*/ 48 w 717"/>
                    <a:gd name="T63" fmla="*/ 148 h 756"/>
                    <a:gd name="T64" fmla="*/ 48 w 717"/>
                    <a:gd name="T65" fmla="*/ 301 h 756"/>
                    <a:gd name="T66" fmla="*/ 48 w 717"/>
                    <a:gd name="T67" fmla="*/ 730 h 756"/>
                    <a:gd name="T68" fmla="*/ 54 w 717"/>
                    <a:gd name="T69" fmla="*/ 0 h 756"/>
                    <a:gd name="T70" fmla="*/ 54 w 717"/>
                    <a:gd name="T71" fmla="*/ 250 h 756"/>
                    <a:gd name="T72" fmla="*/ 55 w 717"/>
                    <a:gd name="T73" fmla="*/ 333 h 756"/>
                    <a:gd name="T74" fmla="*/ 57 w 717"/>
                    <a:gd name="T75" fmla="*/ 192 h 756"/>
                    <a:gd name="T76" fmla="*/ 59 w 717"/>
                    <a:gd name="T77" fmla="*/ 340 h 756"/>
                    <a:gd name="T78" fmla="*/ 58 w 717"/>
                    <a:gd name="T79" fmla="*/ 429 h 756"/>
                    <a:gd name="T80" fmla="*/ 60 w 717"/>
                    <a:gd name="T81" fmla="*/ 461 h 756"/>
                    <a:gd name="T82" fmla="*/ 0 60000 65536"/>
                    <a:gd name="T83" fmla="*/ 0 60000 65536"/>
                    <a:gd name="T84" fmla="*/ 0 60000 65536"/>
                    <a:gd name="T85" fmla="*/ 0 60000 65536"/>
                    <a:gd name="T86" fmla="*/ 0 60000 65536"/>
                    <a:gd name="T87" fmla="*/ 0 60000 65536"/>
                    <a:gd name="T88" fmla="*/ 0 60000 65536"/>
                    <a:gd name="T89" fmla="*/ 0 60000 65536"/>
                    <a:gd name="T90" fmla="*/ 0 60000 65536"/>
                    <a:gd name="T91" fmla="*/ 0 60000 65536"/>
                    <a:gd name="T92" fmla="*/ 0 60000 65536"/>
                    <a:gd name="T93" fmla="*/ 0 60000 65536"/>
                    <a:gd name="T94" fmla="*/ 0 60000 65536"/>
                    <a:gd name="T95" fmla="*/ 0 60000 65536"/>
                    <a:gd name="T96" fmla="*/ 0 60000 65536"/>
                    <a:gd name="T97" fmla="*/ 0 60000 65536"/>
                    <a:gd name="T98" fmla="*/ 0 60000 65536"/>
                    <a:gd name="T99" fmla="*/ 0 60000 65536"/>
                    <a:gd name="T100" fmla="*/ 0 60000 65536"/>
                    <a:gd name="T101" fmla="*/ 0 60000 65536"/>
                    <a:gd name="T102" fmla="*/ 0 60000 65536"/>
                    <a:gd name="T103" fmla="*/ 0 60000 65536"/>
                    <a:gd name="T104" fmla="*/ 0 60000 65536"/>
                    <a:gd name="T105" fmla="*/ 0 60000 65536"/>
                    <a:gd name="T106" fmla="*/ 0 60000 65536"/>
                    <a:gd name="T107" fmla="*/ 0 60000 65536"/>
                    <a:gd name="T108" fmla="*/ 0 60000 65536"/>
                    <a:gd name="T109" fmla="*/ 0 60000 65536"/>
                    <a:gd name="T110" fmla="*/ 0 60000 65536"/>
                    <a:gd name="T111" fmla="*/ 0 60000 65536"/>
                    <a:gd name="T112" fmla="*/ 0 60000 65536"/>
                    <a:gd name="T113" fmla="*/ 0 60000 65536"/>
                    <a:gd name="T114" fmla="*/ 0 60000 65536"/>
                    <a:gd name="T115" fmla="*/ 0 60000 65536"/>
                    <a:gd name="T116" fmla="*/ 0 60000 65536"/>
                    <a:gd name="T117" fmla="*/ 0 60000 65536"/>
                    <a:gd name="T118" fmla="*/ 0 60000 65536"/>
                    <a:gd name="T119" fmla="*/ 0 60000 65536"/>
                    <a:gd name="T120" fmla="*/ 0 60000 65536"/>
                    <a:gd name="T121" fmla="*/ 0 60000 65536"/>
                    <a:gd name="T122" fmla="*/ 0 60000 65536"/>
                    <a:gd name="T123" fmla="*/ 0 w 717"/>
                    <a:gd name="T124" fmla="*/ 0 h 756"/>
                    <a:gd name="T125" fmla="*/ 717 w 717"/>
                    <a:gd name="T126" fmla="*/ 756 h 756"/>
                  </a:gdLst>
                  <a:ahLst/>
                  <a:cxnLst>
                    <a:cxn ang="T82">
                      <a:pos x="T0" y="T1"/>
                    </a:cxn>
                    <a:cxn ang="T83">
                      <a:pos x="T2" y="T3"/>
                    </a:cxn>
                    <a:cxn ang="T84">
                      <a:pos x="T4" y="T5"/>
                    </a:cxn>
                    <a:cxn ang="T85">
                      <a:pos x="T6" y="T7"/>
                    </a:cxn>
                    <a:cxn ang="T86">
                      <a:pos x="T8" y="T9"/>
                    </a:cxn>
                    <a:cxn ang="T87">
                      <a:pos x="T10" y="T11"/>
                    </a:cxn>
                    <a:cxn ang="T88">
                      <a:pos x="T12" y="T13"/>
                    </a:cxn>
                    <a:cxn ang="T89">
                      <a:pos x="T14" y="T15"/>
                    </a:cxn>
                    <a:cxn ang="T90">
                      <a:pos x="T16" y="T17"/>
                    </a:cxn>
                    <a:cxn ang="T91">
                      <a:pos x="T18" y="T19"/>
                    </a:cxn>
                    <a:cxn ang="T92">
                      <a:pos x="T20" y="T21"/>
                    </a:cxn>
                    <a:cxn ang="T93">
                      <a:pos x="T22" y="T23"/>
                    </a:cxn>
                    <a:cxn ang="T94">
                      <a:pos x="T24" y="T25"/>
                    </a:cxn>
                    <a:cxn ang="T95">
                      <a:pos x="T26" y="T27"/>
                    </a:cxn>
                    <a:cxn ang="T96">
                      <a:pos x="T28" y="T29"/>
                    </a:cxn>
                    <a:cxn ang="T97">
                      <a:pos x="T30" y="T31"/>
                    </a:cxn>
                    <a:cxn ang="T98">
                      <a:pos x="T32" y="T33"/>
                    </a:cxn>
                    <a:cxn ang="T99">
                      <a:pos x="T34" y="T35"/>
                    </a:cxn>
                    <a:cxn ang="T100">
                      <a:pos x="T36" y="T37"/>
                    </a:cxn>
                    <a:cxn ang="T101">
                      <a:pos x="T38" y="T39"/>
                    </a:cxn>
                    <a:cxn ang="T102">
                      <a:pos x="T40" y="T41"/>
                    </a:cxn>
                    <a:cxn ang="T103">
                      <a:pos x="T42" y="T43"/>
                    </a:cxn>
                    <a:cxn ang="T104">
                      <a:pos x="T44" y="T45"/>
                    </a:cxn>
                    <a:cxn ang="T105">
                      <a:pos x="T46" y="T47"/>
                    </a:cxn>
                    <a:cxn ang="T106">
                      <a:pos x="T48" y="T49"/>
                    </a:cxn>
                    <a:cxn ang="T107">
                      <a:pos x="T50" y="T51"/>
                    </a:cxn>
                    <a:cxn ang="T108">
                      <a:pos x="T52" y="T53"/>
                    </a:cxn>
                    <a:cxn ang="T109">
                      <a:pos x="T54" y="T55"/>
                    </a:cxn>
                    <a:cxn ang="T110">
                      <a:pos x="T56" y="T57"/>
                    </a:cxn>
                    <a:cxn ang="T111">
                      <a:pos x="T58" y="T59"/>
                    </a:cxn>
                    <a:cxn ang="T112">
                      <a:pos x="T60" y="T61"/>
                    </a:cxn>
                    <a:cxn ang="T113">
                      <a:pos x="T62" y="T63"/>
                    </a:cxn>
                    <a:cxn ang="T114">
                      <a:pos x="T64" y="T65"/>
                    </a:cxn>
                    <a:cxn ang="T115">
                      <a:pos x="T66" y="T67"/>
                    </a:cxn>
                    <a:cxn ang="T116">
                      <a:pos x="T68" y="T69"/>
                    </a:cxn>
                    <a:cxn ang="T117">
                      <a:pos x="T70" y="T71"/>
                    </a:cxn>
                    <a:cxn ang="T118">
                      <a:pos x="T72" y="T73"/>
                    </a:cxn>
                    <a:cxn ang="T119">
                      <a:pos x="T74" y="T75"/>
                    </a:cxn>
                    <a:cxn ang="T120">
                      <a:pos x="T76" y="T77"/>
                    </a:cxn>
                    <a:cxn ang="T121">
                      <a:pos x="T78" y="T79"/>
                    </a:cxn>
                    <a:cxn ang="T122">
                      <a:pos x="T80" y="T81"/>
                    </a:cxn>
                  </a:cxnLst>
                  <a:rect l="T123" t="T124" r="T125" b="T126"/>
                  <a:pathLst>
                    <a:path w="717" h="756">
                      <a:moveTo>
                        <a:pt x="0" y="756"/>
                      </a:moveTo>
                      <a:lnTo>
                        <a:pt x="52" y="167"/>
                      </a:lnTo>
                      <a:lnTo>
                        <a:pt x="64" y="384"/>
                      </a:lnTo>
                      <a:lnTo>
                        <a:pt x="90" y="103"/>
                      </a:lnTo>
                      <a:lnTo>
                        <a:pt x="116" y="519"/>
                      </a:lnTo>
                      <a:lnTo>
                        <a:pt x="135" y="487"/>
                      </a:lnTo>
                      <a:lnTo>
                        <a:pt x="135" y="359"/>
                      </a:lnTo>
                      <a:lnTo>
                        <a:pt x="167" y="71"/>
                      </a:lnTo>
                      <a:lnTo>
                        <a:pt x="192" y="244"/>
                      </a:lnTo>
                      <a:lnTo>
                        <a:pt x="205" y="96"/>
                      </a:lnTo>
                      <a:lnTo>
                        <a:pt x="218" y="615"/>
                      </a:lnTo>
                      <a:lnTo>
                        <a:pt x="244" y="397"/>
                      </a:lnTo>
                      <a:lnTo>
                        <a:pt x="282" y="519"/>
                      </a:lnTo>
                      <a:lnTo>
                        <a:pt x="308" y="308"/>
                      </a:lnTo>
                      <a:lnTo>
                        <a:pt x="333" y="442"/>
                      </a:lnTo>
                      <a:lnTo>
                        <a:pt x="346" y="352"/>
                      </a:lnTo>
                      <a:lnTo>
                        <a:pt x="365" y="384"/>
                      </a:lnTo>
                      <a:lnTo>
                        <a:pt x="378" y="135"/>
                      </a:lnTo>
                      <a:lnTo>
                        <a:pt x="391" y="301"/>
                      </a:lnTo>
                      <a:lnTo>
                        <a:pt x="384" y="519"/>
                      </a:lnTo>
                      <a:lnTo>
                        <a:pt x="404" y="679"/>
                      </a:lnTo>
                      <a:lnTo>
                        <a:pt x="429" y="628"/>
                      </a:lnTo>
                      <a:lnTo>
                        <a:pt x="442" y="480"/>
                      </a:lnTo>
                      <a:lnTo>
                        <a:pt x="455" y="391"/>
                      </a:lnTo>
                      <a:lnTo>
                        <a:pt x="436" y="506"/>
                      </a:lnTo>
                      <a:lnTo>
                        <a:pt x="461" y="352"/>
                      </a:lnTo>
                      <a:lnTo>
                        <a:pt x="474" y="455"/>
                      </a:lnTo>
                      <a:lnTo>
                        <a:pt x="493" y="519"/>
                      </a:lnTo>
                      <a:lnTo>
                        <a:pt x="512" y="410"/>
                      </a:lnTo>
                      <a:lnTo>
                        <a:pt x="532" y="186"/>
                      </a:lnTo>
                      <a:lnTo>
                        <a:pt x="544" y="231"/>
                      </a:lnTo>
                      <a:lnTo>
                        <a:pt x="570" y="148"/>
                      </a:lnTo>
                      <a:lnTo>
                        <a:pt x="576" y="301"/>
                      </a:lnTo>
                      <a:lnTo>
                        <a:pt x="576" y="730"/>
                      </a:lnTo>
                      <a:lnTo>
                        <a:pt x="647" y="0"/>
                      </a:lnTo>
                      <a:lnTo>
                        <a:pt x="647" y="250"/>
                      </a:lnTo>
                      <a:lnTo>
                        <a:pt x="660" y="333"/>
                      </a:lnTo>
                      <a:lnTo>
                        <a:pt x="685" y="192"/>
                      </a:lnTo>
                      <a:lnTo>
                        <a:pt x="711" y="340"/>
                      </a:lnTo>
                      <a:lnTo>
                        <a:pt x="698" y="429"/>
                      </a:lnTo>
                      <a:lnTo>
                        <a:pt x="717" y="461"/>
                      </a:lnTo>
                    </a:path>
                  </a:pathLst>
                </a:custGeom>
                <a:noFill/>
                <a:ln w="9525">
                  <a:solidFill>
                    <a:srgbClr val="0079F2"/>
                  </a:solidFill>
                  <a:round/>
                  <a:headEnd/>
                  <a:tailEnd/>
                </a:ln>
              </p:spPr>
              <p:txBody>
                <a:bodyPr/>
                <a:lstStyle/>
                <a:p>
                  <a:endParaRPr lang="en-GB" sz="1600"/>
                </a:p>
              </p:txBody>
            </p:sp>
          </p:grpSp>
          <p:grpSp>
            <p:nvGrpSpPr>
              <p:cNvPr id="5" name="Group 21"/>
              <p:cNvGrpSpPr>
                <a:grpSpLocks/>
              </p:cNvGrpSpPr>
              <p:nvPr/>
            </p:nvGrpSpPr>
            <p:grpSpPr bwMode="auto">
              <a:xfrm flipH="1">
                <a:off x="3986" y="1092"/>
                <a:ext cx="590" cy="801"/>
                <a:chOff x="3462" y="1100"/>
                <a:chExt cx="1549" cy="801"/>
              </a:xfrm>
            </p:grpSpPr>
            <p:sp>
              <p:nvSpPr>
                <p:cNvPr id="15382" name="Freeform 22"/>
                <p:cNvSpPr>
                  <a:spLocks/>
                </p:cNvSpPr>
                <p:nvPr/>
              </p:nvSpPr>
              <p:spPr bwMode="auto">
                <a:xfrm>
                  <a:off x="3462" y="1126"/>
                  <a:ext cx="313" cy="756"/>
                </a:xfrm>
                <a:custGeom>
                  <a:avLst/>
                  <a:gdLst>
                    <a:gd name="T0" fmla="*/ 0 w 717"/>
                    <a:gd name="T1" fmla="*/ 756 h 756"/>
                    <a:gd name="T2" fmla="*/ 4 w 717"/>
                    <a:gd name="T3" fmla="*/ 167 h 756"/>
                    <a:gd name="T4" fmla="*/ 5 w 717"/>
                    <a:gd name="T5" fmla="*/ 384 h 756"/>
                    <a:gd name="T6" fmla="*/ 7 w 717"/>
                    <a:gd name="T7" fmla="*/ 103 h 756"/>
                    <a:gd name="T8" fmla="*/ 10 w 717"/>
                    <a:gd name="T9" fmla="*/ 519 h 756"/>
                    <a:gd name="T10" fmla="*/ 11 w 717"/>
                    <a:gd name="T11" fmla="*/ 487 h 756"/>
                    <a:gd name="T12" fmla="*/ 11 w 717"/>
                    <a:gd name="T13" fmla="*/ 359 h 756"/>
                    <a:gd name="T14" fmla="*/ 14 w 717"/>
                    <a:gd name="T15" fmla="*/ 71 h 756"/>
                    <a:gd name="T16" fmla="*/ 16 w 717"/>
                    <a:gd name="T17" fmla="*/ 244 h 756"/>
                    <a:gd name="T18" fmla="*/ 17 w 717"/>
                    <a:gd name="T19" fmla="*/ 96 h 756"/>
                    <a:gd name="T20" fmla="*/ 18 w 717"/>
                    <a:gd name="T21" fmla="*/ 615 h 756"/>
                    <a:gd name="T22" fmla="*/ 21 w 717"/>
                    <a:gd name="T23" fmla="*/ 397 h 756"/>
                    <a:gd name="T24" fmla="*/ 24 w 717"/>
                    <a:gd name="T25" fmla="*/ 519 h 756"/>
                    <a:gd name="T26" fmla="*/ 25 w 717"/>
                    <a:gd name="T27" fmla="*/ 308 h 756"/>
                    <a:gd name="T28" fmla="*/ 28 w 717"/>
                    <a:gd name="T29" fmla="*/ 442 h 756"/>
                    <a:gd name="T30" fmla="*/ 29 w 717"/>
                    <a:gd name="T31" fmla="*/ 352 h 756"/>
                    <a:gd name="T32" fmla="*/ 30 w 717"/>
                    <a:gd name="T33" fmla="*/ 384 h 756"/>
                    <a:gd name="T34" fmla="*/ 31 w 717"/>
                    <a:gd name="T35" fmla="*/ 135 h 756"/>
                    <a:gd name="T36" fmla="*/ 33 w 717"/>
                    <a:gd name="T37" fmla="*/ 301 h 756"/>
                    <a:gd name="T38" fmla="*/ 32 w 717"/>
                    <a:gd name="T39" fmla="*/ 519 h 756"/>
                    <a:gd name="T40" fmla="*/ 34 w 717"/>
                    <a:gd name="T41" fmla="*/ 679 h 756"/>
                    <a:gd name="T42" fmla="*/ 36 w 717"/>
                    <a:gd name="T43" fmla="*/ 628 h 756"/>
                    <a:gd name="T44" fmla="*/ 37 w 717"/>
                    <a:gd name="T45" fmla="*/ 480 h 756"/>
                    <a:gd name="T46" fmla="*/ 38 w 717"/>
                    <a:gd name="T47" fmla="*/ 391 h 756"/>
                    <a:gd name="T48" fmla="*/ 36 w 717"/>
                    <a:gd name="T49" fmla="*/ 506 h 756"/>
                    <a:gd name="T50" fmla="*/ 38 w 717"/>
                    <a:gd name="T51" fmla="*/ 352 h 756"/>
                    <a:gd name="T52" fmla="*/ 39 w 717"/>
                    <a:gd name="T53" fmla="*/ 455 h 756"/>
                    <a:gd name="T54" fmla="*/ 41 w 717"/>
                    <a:gd name="T55" fmla="*/ 519 h 756"/>
                    <a:gd name="T56" fmla="*/ 43 w 717"/>
                    <a:gd name="T57" fmla="*/ 410 h 756"/>
                    <a:gd name="T58" fmla="*/ 44 w 717"/>
                    <a:gd name="T59" fmla="*/ 186 h 756"/>
                    <a:gd name="T60" fmla="*/ 45 w 717"/>
                    <a:gd name="T61" fmla="*/ 231 h 756"/>
                    <a:gd name="T62" fmla="*/ 48 w 717"/>
                    <a:gd name="T63" fmla="*/ 148 h 756"/>
                    <a:gd name="T64" fmla="*/ 48 w 717"/>
                    <a:gd name="T65" fmla="*/ 301 h 756"/>
                    <a:gd name="T66" fmla="*/ 48 w 717"/>
                    <a:gd name="T67" fmla="*/ 730 h 756"/>
                    <a:gd name="T68" fmla="*/ 54 w 717"/>
                    <a:gd name="T69" fmla="*/ 0 h 756"/>
                    <a:gd name="T70" fmla="*/ 54 w 717"/>
                    <a:gd name="T71" fmla="*/ 250 h 756"/>
                    <a:gd name="T72" fmla="*/ 55 w 717"/>
                    <a:gd name="T73" fmla="*/ 333 h 756"/>
                    <a:gd name="T74" fmla="*/ 57 w 717"/>
                    <a:gd name="T75" fmla="*/ 192 h 756"/>
                    <a:gd name="T76" fmla="*/ 59 w 717"/>
                    <a:gd name="T77" fmla="*/ 340 h 756"/>
                    <a:gd name="T78" fmla="*/ 58 w 717"/>
                    <a:gd name="T79" fmla="*/ 429 h 756"/>
                    <a:gd name="T80" fmla="*/ 60 w 717"/>
                    <a:gd name="T81" fmla="*/ 461 h 756"/>
                    <a:gd name="T82" fmla="*/ 0 60000 65536"/>
                    <a:gd name="T83" fmla="*/ 0 60000 65536"/>
                    <a:gd name="T84" fmla="*/ 0 60000 65536"/>
                    <a:gd name="T85" fmla="*/ 0 60000 65536"/>
                    <a:gd name="T86" fmla="*/ 0 60000 65536"/>
                    <a:gd name="T87" fmla="*/ 0 60000 65536"/>
                    <a:gd name="T88" fmla="*/ 0 60000 65536"/>
                    <a:gd name="T89" fmla="*/ 0 60000 65536"/>
                    <a:gd name="T90" fmla="*/ 0 60000 65536"/>
                    <a:gd name="T91" fmla="*/ 0 60000 65536"/>
                    <a:gd name="T92" fmla="*/ 0 60000 65536"/>
                    <a:gd name="T93" fmla="*/ 0 60000 65536"/>
                    <a:gd name="T94" fmla="*/ 0 60000 65536"/>
                    <a:gd name="T95" fmla="*/ 0 60000 65536"/>
                    <a:gd name="T96" fmla="*/ 0 60000 65536"/>
                    <a:gd name="T97" fmla="*/ 0 60000 65536"/>
                    <a:gd name="T98" fmla="*/ 0 60000 65536"/>
                    <a:gd name="T99" fmla="*/ 0 60000 65536"/>
                    <a:gd name="T100" fmla="*/ 0 60000 65536"/>
                    <a:gd name="T101" fmla="*/ 0 60000 65536"/>
                    <a:gd name="T102" fmla="*/ 0 60000 65536"/>
                    <a:gd name="T103" fmla="*/ 0 60000 65536"/>
                    <a:gd name="T104" fmla="*/ 0 60000 65536"/>
                    <a:gd name="T105" fmla="*/ 0 60000 65536"/>
                    <a:gd name="T106" fmla="*/ 0 60000 65536"/>
                    <a:gd name="T107" fmla="*/ 0 60000 65536"/>
                    <a:gd name="T108" fmla="*/ 0 60000 65536"/>
                    <a:gd name="T109" fmla="*/ 0 60000 65536"/>
                    <a:gd name="T110" fmla="*/ 0 60000 65536"/>
                    <a:gd name="T111" fmla="*/ 0 60000 65536"/>
                    <a:gd name="T112" fmla="*/ 0 60000 65536"/>
                    <a:gd name="T113" fmla="*/ 0 60000 65536"/>
                    <a:gd name="T114" fmla="*/ 0 60000 65536"/>
                    <a:gd name="T115" fmla="*/ 0 60000 65536"/>
                    <a:gd name="T116" fmla="*/ 0 60000 65536"/>
                    <a:gd name="T117" fmla="*/ 0 60000 65536"/>
                    <a:gd name="T118" fmla="*/ 0 60000 65536"/>
                    <a:gd name="T119" fmla="*/ 0 60000 65536"/>
                    <a:gd name="T120" fmla="*/ 0 60000 65536"/>
                    <a:gd name="T121" fmla="*/ 0 60000 65536"/>
                    <a:gd name="T122" fmla="*/ 0 60000 65536"/>
                    <a:gd name="T123" fmla="*/ 0 w 717"/>
                    <a:gd name="T124" fmla="*/ 0 h 756"/>
                    <a:gd name="T125" fmla="*/ 717 w 717"/>
                    <a:gd name="T126" fmla="*/ 756 h 756"/>
                  </a:gdLst>
                  <a:ahLst/>
                  <a:cxnLst>
                    <a:cxn ang="T82">
                      <a:pos x="T0" y="T1"/>
                    </a:cxn>
                    <a:cxn ang="T83">
                      <a:pos x="T2" y="T3"/>
                    </a:cxn>
                    <a:cxn ang="T84">
                      <a:pos x="T4" y="T5"/>
                    </a:cxn>
                    <a:cxn ang="T85">
                      <a:pos x="T6" y="T7"/>
                    </a:cxn>
                    <a:cxn ang="T86">
                      <a:pos x="T8" y="T9"/>
                    </a:cxn>
                    <a:cxn ang="T87">
                      <a:pos x="T10" y="T11"/>
                    </a:cxn>
                    <a:cxn ang="T88">
                      <a:pos x="T12" y="T13"/>
                    </a:cxn>
                    <a:cxn ang="T89">
                      <a:pos x="T14" y="T15"/>
                    </a:cxn>
                    <a:cxn ang="T90">
                      <a:pos x="T16" y="T17"/>
                    </a:cxn>
                    <a:cxn ang="T91">
                      <a:pos x="T18" y="T19"/>
                    </a:cxn>
                    <a:cxn ang="T92">
                      <a:pos x="T20" y="T21"/>
                    </a:cxn>
                    <a:cxn ang="T93">
                      <a:pos x="T22" y="T23"/>
                    </a:cxn>
                    <a:cxn ang="T94">
                      <a:pos x="T24" y="T25"/>
                    </a:cxn>
                    <a:cxn ang="T95">
                      <a:pos x="T26" y="T27"/>
                    </a:cxn>
                    <a:cxn ang="T96">
                      <a:pos x="T28" y="T29"/>
                    </a:cxn>
                    <a:cxn ang="T97">
                      <a:pos x="T30" y="T31"/>
                    </a:cxn>
                    <a:cxn ang="T98">
                      <a:pos x="T32" y="T33"/>
                    </a:cxn>
                    <a:cxn ang="T99">
                      <a:pos x="T34" y="T35"/>
                    </a:cxn>
                    <a:cxn ang="T100">
                      <a:pos x="T36" y="T37"/>
                    </a:cxn>
                    <a:cxn ang="T101">
                      <a:pos x="T38" y="T39"/>
                    </a:cxn>
                    <a:cxn ang="T102">
                      <a:pos x="T40" y="T41"/>
                    </a:cxn>
                    <a:cxn ang="T103">
                      <a:pos x="T42" y="T43"/>
                    </a:cxn>
                    <a:cxn ang="T104">
                      <a:pos x="T44" y="T45"/>
                    </a:cxn>
                    <a:cxn ang="T105">
                      <a:pos x="T46" y="T47"/>
                    </a:cxn>
                    <a:cxn ang="T106">
                      <a:pos x="T48" y="T49"/>
                    </a:cxn>
                    <a:cxn ang="T107">
                      <a:pos x="T50" y="T51"/>
                    </a:cxn>
                    <a:cxn ang="T108">
                      <a:pos x="T52" y="T53"/>
                    </a:cxn>
                    <a:cxn ang="T109">
                      <a:pos x="T54" y="T55"/>
                    </a:cxn>
                    <a:cxn ang="T110">
                      <a:pos x="T56" y="T57"/>
                    </a:cxn>
                    <a:cxn ang="T111">
                      <a:pos x="T58" y="T59"/>
                    </a:cxn>
                    <a:cxn ang="T112">
                      <a:pos x="T60" y="T61"/>
                    </a:cxn>
                    <a:cxn ang="T113">
                      <a:pos x="T62" y="T63"/>
                    </a:cxn>
                    <a:cxn ang="T114">
                      <a:pos x="T64" y="T65"/>
                    </a:cxn>
                    <a:cxn ang="T115">
                      <a:pos x="T66" y="T67"/>
                    </a:cxn>
                    <a:cxn ang="T116">
                      <a:pos x="T68" y="T69"/>
                    </a:cxn>
                    <a:cxn ang="T117">
                      <a:pos x="T70" y="T71"/>
                    </a:cxn>
                    <a:cxn ang="T118">
                      <a:pos x="T72" y="T73"/>
                    </a:cxn>
                    <a:cxn ang="T119">
                      <a:pos x="T74" y="T75"/>
                    </a:cxn>
                    <a:cxn ang="T120">
                      <a:pos x="T76" y="T77"/>
                    </a:cxn>
                    <a:cxn ang="T121">
                      <a:pos x="T78" y="T79"/>
                    </a:cxn>
                    <a:cxn ang="T122">
                      <a:pos x="T80" y="T81"/>
                    </a:cxn>
                  </a:cxnLst>
                  <a:rect l="T123" t="T124" r="T125" b="T126"/>
                  <a:pathLst>
                    <a:path w="717" h="756">
                      <a:moveTo>
                        <a:pt x="0" y="756"/>
                      </a:moveTo>
                      <a:lnTo>
                        <a:pt x="52" y="167"/>
                      </a:lnTo>
                      <a:lnTo>
                        <a:pt x="64" y="384"/>
                      </a:lnTo>
                      <a:lnTo>
                        <a:pt x="90" y="103"/>
                      </a:lnTo>
                      <a:lnTo>
                        <a:pt x="116" y="519"/>
                      </a:lnTo>
                      <a:lnTo>
                        <a:pt x="135" y="487"/>
                      </a:lnTo>
                      <a:lnTo>
                        <a:pt x="135" y="359"/>
                      </a:lnTo>
                      <a:lnTo>
                        <a:pt x="167" y="71"/>
                      </a:lnTo>
                      <a:lnTo>
                        <a:pt x="192" y="244"/>
                      </a:lnTo>
                      <a:lnTo>
                        <a:pt x="205" y="96"/>
                      </a:lnTo>
                      <a:lnTo>
                        <a:pt x="218" y="615"/>
                      </a:lnTo>
                      <a:lnTo>
                        <a:pt x="244" y="397"/>
                      </a:lnTo>
                      <a:lnTo>
                        <a:pt x="282" y="519"/>
                      </a:lnTo>
                      <a:lnTo>
                        <a:pt x="308" y="308"/>
                      </a:lnTo>
                      <a:lnTo>
                        <a:pt x="333" y="442"/>
                      </a:lnTo>
                      <a:lnTo>
                        <a:pt x="346" y="352"/>
                      </a:lnTo>
                      <a:lnTo>
                        <a:pt x="365" y="384"/>
                      </a:lnTo>
                      <a:lnTo>
                        <a:pt x="378" y="135"/>
                      </a:lnTo>
                      <a:lnTo>
                        <a:pt x="391" y="301"/>
                      </a:lnTo>
                      <a:lnTo>
                        <a:pt x="384" y="519"/>
                      </a:lnTo>
                      <a:lnTo>
                        <a:pt x="404" y="679"/>
                      </a:lnTo>
                      <a:lnTo>
                        <a:pt x="429" y="628"/>
                      </a:lnTo>
                      <a:lnTo>
                        <a:pt x="442" y="480"/>
                      </a:lnTo>
                      <a:lnTo>
                        <a:pt x="455" y="391"/>
                      </a:lnTo>
                      <a:lnTo>
                        <a:pt x="436" y="506"/>
                      </a:lnTo>
                      <a:lnTo>
                        <a:pt x="461" y="352"/>
                      </a:lnTo>
                      <a:lnTo>
                        <a:pt x="474" y="455"/>
                      </a:lnTo>
                      <a:lnTo>
                        <a:pt x="493" y="519"/>
                      </a:lnTo>
                      <a:lnTo>
                        <a:pt x="512" y="410"/>
                      </a:lnTo>
                      <a:lnTo>
                        <a:pt x="532" y="186"/>
                      </a:lnTo>
                      <a:lnTo>
                        <a:pt x="544" y="231"/>
                      </a:lnTo>
                      <a:lnTo>
                        <a:pt x="570" y="148"/>
                      </a:lnTo>
                      <a:lnTo>
                        <a:pt x="576" y="301"/>
                      </a:lnTo>
                      <a:lnTo>
                        <a:pt x="576" y="730"/>
                      </a:lnTo>
                      <a:lnTo>
                        <a:pt x="647" y="0"/>
                      </a:lnTo>
                      <a:lnTo>
                        <a:pt x="647" y="250"/>
                      </a:lnTo>
                      <a:lnTo>
                        <a:pt x="660" y="333"/>
                      </a:lnTo>
                      <a:lnTo>
                        <a:pt x="685" y="192"/>
                      </a:lnTo>
                      <a:lnTo>
                        <a:pt x="711" y="340"/>
                      </a:lnTo>
                      <a:lnTo>
                        <a:pt x="698" y="429"/>
                      </a:lnTo>
                      <a:lnTo>
                        <a:pt x="717" y="461"/>
                      </a:lnTo>
                    </a:path>
                  </a:pathLst>
                </a:custGeom>
                <a:noFill/>
                <a:ln w="9525">
                  <a:solidFill>
                    <a:srgbClr val="0079F2"/>
                  </a:solidFill>
                  <a:round/>
                  <a:headEnd/>
                  <a:tailEnd/>
                </a:ln>
              </p:spPr>
              <p:txBody>
                <a:bodyPr/>
                <a:lstStyle/>
                <a:p>
                  <a:endParaRPr lang="en-GB" sz="1600"/>
                </a:p>
              </p:txBody>
            </p:sp>
            <p:sp>
              <p:nvSpPr>
                <p:cNvPr id="15383" name="Freeform 23"/>
                <p:cNvSpPr>
                  <a:spLocks/>
                </p:cNvSpPr>
                <p:nvPr/>
              </p:nvSpPr>
              <p:spPr bwMode="auto">
                <a:xfrm flipH="1" flipV="1">
                  <a:off x="3770" y="1145"/>
                  <a:ext cx="313" cy="756"/>
                </a:xfrm>
                <a:custGeom>
                  <a:avLst/>
                  <a:gdLst>
                    <a:gd name="T0" fmla="*/ 0 w 717"/>
                    <a:gd name="T1" fmla="*/ 756 h 756"/>
                    <a:gd name="T2" fmla="*/ 4 w 717"/>
                    <a:gd name="T3" fmla="*/ 167 h 756"/>
                    <a:gd name="T4" fmla="*/ 5 w 717"/>
                    <a:gd name="T5" fmla="*/ 384 h 756"/>
                    <a:gd name="T6" fmla="*/ 7 w 717"/>
                    <a:gd name="T7" fmla="*/ 103 h 756"/>
                    <a:gd name="T8" fmla="*/ 10 w 717"/>
                    <a:gd name="T9" fmla="*/ 519 h 756"/>
                    <a:gd name="T10" fmla="*/ 11 w 717"/>
                    <a:gd name="T11" fmla="*/ 487 h 756"/>
                    <a:gd name="T12" fmla="*/ 11 w 717"/>
                    <a:gd name="T13" fmla="*/ 359 h 756"/>
                    <a:gd name="T14" fmla="*/ 14 w 717"/>
                    <a:gd name="T15" fmla="*/ 71 h 756"/>
                    <a:gd name="T16" fmla="*/ 16 w 717"/>
                    <a:gd name="T17" fmla="*/ 244 h 756"/>
                    <a:gd name="T18" fmla="*/ 17 w 717"/>
                    <a:gd name="T19" fmla="*/ 96 h 756"/>
                    <a:gd name="T20" fmla="*/ 18 w 717"/>
                    <a:gd name="T21" fmla="*/ 615 h 756"/>
                    <a:gd name="T22" fmla="*/ 21 w 717"/>
                    <a:gd name="T23" fmla="*/ 397 h 756"/>
                    <a:gd name="T24" fmla="*/ 24 w 717"/>
                    <a:gd name="T25" fmla="*/ 519 h 756"/>
                    <a:gd name="T26" fmla="*/ 25 w 717"/>
                    <a:gd name="T27" fmla="*/ 308 h 756"/>
                    <a:gd name="T28" fmla="*/ 28 w 717"/>
                    <a:gd name="T29" fmla="*/ 442 h 756"/>
                    <a:gd name="T30" fmla="*/ 29 w 717"/>
                    <a:gd name="T31" fmla="*/ 352 h 756"/>
                    <a:gd name="T32" fmla="*/ 30 w 717"/>
                    <a:gd name="T33" fmla="*/ 384 h 756"/>
                    <a:gd name="T34" fmla="*/ 31 w 717"/>
                    <a:gd name="T35" fmla="*/ 135 h 756"/>
                    <a:gd name="T36" fmla="*/ 33 w 717"/>
                    <a:gd name="T37" fmla="*/ 301 h 756"/>
                    <a:gd name="T38" fmla="*/ 32 w 717"/>
                    <a:gd name="T39" fmla="*/ 519 h 756"/>
                    <a:gd name="T40" fmla="*/ 34 w 717"/>
                    <a:gd name="T41" fmla="*/ 679 h 756"/>
                    <a:gd name="T42" fmla="*/ 36 w 717"/>
                    <a:gd name="T43" fmla="*/ 628 h 756"/>
                    <a:gd name="T44" fmla="*/ 37 w 717"/>
                    <a:gd name="T45" fmla="*/ 480 h 756"/>
                    <a:gd name="T46" fmla="*/ 38 w 717"/>
                    <a:gd name="T47" fmla="*/ 391 h 756"/>
                    <a:gd name="T48" fmla="*/ 36 w 717"/>
                    <a:gd name="T49" fmla="*/ 506 h 756"/>
                    <a:gd name="T50" fmla="*/ 38 w 717"/>
                    <a:gd name="T51" fmla="*/ 352 h 756"/>
                    <a:gd name="T52" fmla="*/ 39 w 717"/>
                    <a:gd name="T53" fmla="*/ 455 h 756"/>
                    <a:gd name="T54" fmla="*/ 41 w 717"/>
                    <a:gd name="T55" fmla="*/ 519 h 756"/>
                    <a:gd name="T56" fmla="*/ 43 w 717"/>
                    <a:gd name="T57" fmla="*/ 410 h 756"/>
                    <a:gd name="T58" fmla="*/ 44 w 717"/>
                    <a:gd name="T59" fmla="*/ 186 h 756"/>
                    <a:gd name="T60" fmla="*/ 45 w 717"/>
                    <a:gd name="T61" fmla="*/ 231 h 756"/>
                    <a:gd name="T62" fmla="*/ 48 w 717"/>
                    <a:gd name="T63" fmla="*/ 148 h 756"/>
                    <a:gd name="T64" fmla="*/ 48 w 717"/>
                    <a:gd name="T65" fmla="*/ 301 h 756"/>
                    <a:gd name="T66" fmla="*/ 48 w 717"/>
                    <a:gd name="T67" fmla="*/ 730 h 756"/>
                    <a:gd name="T68" fmla="*/ 54 w 717"/>
                    <a:gd name="T69" fmla="*/ 0 h 756"/>
                    <a:gd name="T70" fmla="*/ 54 w 717"/>
                    <a:gd name="T71" fmla="*/ 250 h 756"/>
                    <a:gd name="T72" fmla="*/ 55 w 717"/>
                    <a:gd name="T73" fmla="*/ 333 h 756"/>
                    <a:gd name="T74" fmla="*/ 57 w 717"/>
                    <a:gd name="T75" fmla="*/ 192 h 756"/>
                    <a:gd name="T76" fmla="*/ 59 w 717"/>
                    <a:gd name="T77" fmla="*/ 340 h 756"/>
                    <a:gd name="T78" fmla="*/ 58 w 717"/>
                    <a:gd name="T79" fmla="*/ 429 h 756"/>
                    <a:gd name="T80" fmla="*/ 60 w 717"/>
                    <a:gd name="T81" fmla="*/ 461 h 756"/>
                    <a:gd name="T82" fmla="*/ 0 60000 65536"/>
                    <a:gd name="T83" fmla="*/ 0 60000 65536"/>
                    <a:gd name="T84" fmla="*/ 0 60000 65536"/>
                    <a:gd name="T85" fmla="*/ 0 60000 65536"/>
                    <a:gd name="T86" fmla="*/ 0 60000 65536"/>
                    <a:gd name="T87" fmla="*/ 0 60000 65536"/>
                    <a:gd name="T88" fmla="*/ 0 60000 65536"/>
                    <a:gd name="T89" fmla="*/ 0 60000 65536"/>
                    <a:gd name="T90" fmla="*/ 0 60000 65536"/>
                    <a:gd name="T91" fmla="*/ 0 60000 65536"/>
                    <a:gd name="T92" fmla="*/ 0 60000 65536"/>
                    <a:gd name="T93" fmla="*/ 0 60000 65536"/>
                    <a:gd name="T94" fmla="*/ 0 60000 65536"/>
                    <a:gd name="T95" fmla="*/ 0 60000 65536"/>
                    <a:gd name="T96" fmla="*/ 0 60000 65536"/>
                    <a:gd name="T97" fmla="*/ 0 60000 65536"/>
                    <a:gd name="T98" fmla="*/ 0 60000 65536"/>
                    <a:gd name="T99" fmla="*/ 0 60000 65536"/>
                    <a:gd name="T100" fmla="*/ 0 60000 65536"/>
                    <a:gd name="T101" fmla="*/ 0 60000 65536"/>
                    <a:gd name="T102" fmla="*/ 0 60000 65536"/>
                    <a:gd name="T103" fmla="*/ 0 60000 65536"/>
                    <a:gd name="T104" fmla="*/ 0 60000 65536"/>
                    <a:gd name="T105" fmla="*/ 0 60000 65536"/>
                    <a:gd name="T106" fmla="*/ 0 60000 65536"/>
                    <a:gd name="T107" fmla="*/ 0 60000 65536"/>
                    <a:gd name="T108" fmla="*/ 0 60000 65536"/>
                    <a:gd name="T109" fmla="*/ 0 60000 65536"/>
                    <a:gd name="T110" fmla="*/ 0 60000 65536"/>
                    <a:gd name="T111" fmla="*/ 0 60000 65536"/>
                    <a:gd name="T112" fmla="*/ 0 60000 65536"/>
                    <a:gd name="T113" fmla="*/ 0 60000 65536"/>
                    <a:gd name="T114" fmla="*/ 0 60000 65536"/>
                    <a:gd name="T115" fmla="*/ 0 60000 65536"/>
                    <a:gd name="T116" fmla="*/ 0 60000 65536"/>
                    <a:gd name="T117" fmla="*/ 0 60000 65536"/>
                    <a:gd name="T118" fmla="*/ 0 60000 65536"/>
                    <a:gd name="T119" fmla="*/ 0 60000 65536"/>
                    <a:gd name="T120" fmla="*/ 0 60000 65536"/>
                    <a:gd name="T121" fmla="*/ 0 60000 65536"/>
                    <a:gd name="T122" fmla="*/ 0 60000 65536"/>
                    <a:gd name="T123" fmla="*/ 0 w 717"/>
                    <a:gd name="T124" fmla="*/ 0 h 756"/>
                    <a:gd name="T125" fmla="*/ 717 w 717"/>
                    <a:gd name="T126" fmla="*/ 756 h 756"/>
                  </a:gdLst>
                  <a:ahLst/>
                  <a:cxnLst>
                    <a:cxn ang="T82">
                      <a:pos x="T0" y="T1"/>
                    </a:cxn>
                    <a:cxn ang="T83">
                      <a:pos x="T2" y="T3"/>
                    </a:cxn>
                    <a:cxn ang="T84">
                      <a:pos x="T4" y="T5"/>
                    </a:cxn>
                    <a:cxn ang="T85">
                      <a:pos x="T6" y="T7"/>
                    </a:cxn>
                    <a:cxn ang="T86">
                      <a:pos x="T8" y="T9"/>
                    </a:cxn>
                    <a:cxn ang="T87">
                      <a:pos x="T10" y="T11"/>
                    </a:cxn>
                    <a:cxn ang="T88">
                      <a:pos x="T12" y="T13"/>
                    </a:cxn>
                    <a:cxn ang="T89">
                      <a:pos x="T14" y="T15"/>
                    </a:cxn>
                    <a:cxn ang="T90">
                      <a:pos x="T16" y="T17"/>
                    </a:cxn>
                    <a:cxn ang="T91">
                      <a:pos x="T18" y="T19"/>
                    </a:cxn>
                    <a:cxn ang="T92">
                      <a:pos x="T20" y="T21"/>
                    </a:cxn>
                    <a:cxn ang="T93">
                      <a:pos x="T22" y="T23"/>
                    </a:cxn>
                    <a:cxn ang="T94">
                      <a:pos x="T24" y="T25"/>
                    </a:cxn>
                    <a:cxn ang="T95">
                      <a:pos x="T26" y="T27"/>
                    </a:cxn>
                    <a:cxn ang="T96">
                      <a:pos x="T28" y="T29"/>
                    </a:cxn>
                    <a:cxn ang="T97">
                      <a:pos x="T30" y="T31"/>
                    </a:cxn>
                    <a:cxn ang="T98">
                      <a:pos x="T32" y="T33"/>
                    </a:cxn>
                    <a:cxn ang="T99">
                      <a:pos x="T34" y="T35"/>
                    </a:cxn>
                    <a:cxn ang="T100">
                      <a:pos x="T36" y="T37"/>
                    </a:cxn>
                    <a:cxn ang="T101">
                      <a:pos x="T38" y="T39"/>
                    </a:cxn>
                    <a:cxn ang="T102">
                      <a:pos x="T40" y="T41"/>
                    </a:cxn>
                    <a:cxn ang="T103">
                      <a:pos x="T42" y="T43"/>
                    </a:cxn>
                    <a:cxn ang="T104">
                      <a:pos x="T44" y="T45"/>
                    </a:cxn>
                    <a:cxn ang="T105">
                      <a:pos x="T46" y="T47"/>
                    </a:cxn>
                    <a:cxn ang="T106">
                      <a:pos x="T48" y="T49"/>
                    </a:cxn>
                    <a:cxn ang="T107">
                      <a:pos x="T50" y="T51"/>
                    </a:cxn>
                    <a:cxn ang="T108">
                      <a:pos x="T52" y="T53"/>
                    </a:cxn>
                    <a:cxn ang="T109">
                      <a:pos x="T54" y="T55"/>
                    </a:cxn>
                    <a:cxn ang="T110">
                      <a:pos x="T56" y="T57"/>
                    </a:cxn>
                    <a:cxn ang="T111">
                      <a:pos x="T58" y="T59"/>
                    </a:cxn>
                    <a:cxn ang="T112">
                      <a:pos x="T60" y="T61"/>
                    </a:cxn>
                    <a:cxn ang="T113">
                      <a:pos x="T62" y="T63"/>
                    </a:cxn>
                    <a:cxn ang="T114">
                      <a:pos x="T64" y="T65"/>
                    </a:cxn>
                    <a:cxn ang="T115">
                      <a:pos x="T66" y="T67"/>
                    </a:cxn>
                    <a:cxn ang="T116">
                      <a:pos x="T68" y="T69"/>
                    </a:cxn>
                    <a:cxn ang="T117">
                      <a:pos x="T70" y="T71"/>
                    </a:cxn>
                    <a:cxn ang="T118">
                      <a:pos x="T72" y="T73"/>
                    </a:cxn>
                    <a:cxn ang="T119">
                      <a:pos x="T74" y="T75"/>
                    </a:cxn>
                    <a:cxn ang="T120">
                      <a:pos x="T76" y="T77"/>
                    </a:cxn>
                    <a:cxn ang="T121">
                      <a:pos x="T78" y="T79"/>
                    </a:cxn>
                    <a:cxn ang="T122">
                      <a:pos x="T80" y="T81"/>
                    </a:cxn>
                  </a:cxnLst>
                  <a:rect l="T123" t="T124" r="T125" b="T126"/>
                  <a:pathLst>
                    <a:path w="717" h="756">
                      <a:moveTo>
                        <a:pt x="0" y="756"/>
                      </a:moveTo>
                      <a:lnTo>
                        <a:pt x="52" y="167"/>
                      </a:lnTo>
                      <a:lnTo>
                        <a:pt x="64" y="384"/>
                      </a:lnTo>
                      <a:lnTo>
                        <a:pt x="90" y="103"/>
                      </a:lnTo>
                      <a:lnTo>
                        <a:pt x="116" y="519"/>
                      </a:lnTo>
                      <a:lnTo>
                        <a:pt x="135" y="487"/>
                      </a:lnTo>
                      <a:lnTo>
                        <a:pt x="135" y="359"/>
                      </a:lnTo>
                      <a:lnTo>
                        <a:pt x="167" y="71"/>
                      </a:lnTo>
                      <a:lnTo>
                        <a:pt x="192" y="244"/>
                      </a:lnTo>
                      <a:lnTo>
                        <a:pt x="205" y="96"/>
                      </a:lnTo>
                      <a:lnTo>
                        <a:pt x="218" y="615"/>
                      </a:lnTo>
                      <a:lnTo>
                        <a:pt x="244" y="397"/>
                      </a:lnTo>
                      <a:lnTo>
                        <a:pt x="282" y="519"/>
                      </a:lnTo>
                      <a:lnTo>
                        <a:pt x="308" y="308"/>
                      </a:lnTo>
                      <a:lnTo>
                        <a:pt x="333" y="442"/>
                      </a:lnTo>
                      <a:lnTo>
                        <a:pt x="346" y="352"/>
                      </a:lnTo>
                      <a:lnTo>
                        <a:pt x="365" y="384"/>
                      </a:lnTo>
                      <a:lnTo>
                        <a:pt x="378" y="135"/>
                      </a:lnTo>
                      <a:lnTo>
                        <a:pt x="391" y="301"/>
                      </a:lnTo>
                      <a:lnTo>
                        <a:pt x="384" y="519"/>
                      </a:lnTo>
                      <a:lnTo>
                        <a:pt x="404" y="679"/>
                      </a:lnTo>
                      <a:lnTo>
                        <a:pt x="429" y="628"/>
                      </a:lnTo>
                      <a:lnTo>
                        <a:pt x="442" y="480"/>
                      </a:lnTo>
                      <a:lnTo>
                        <a:pt x="455" y="391"/>
                      </a:lnTo>
                      <a:lnTo>
                        <a:pt x="436" y="506"/>
                      </a:lnTo>
                      <a:lnTo>
                        <a:pt x="461" y="352"/>
                      </a:lnTo>
                      <a:lnTo>
                        <a:pt x="474" y="455"/>
                      </a:lnTo>
                      <a:lnTo>
                        <a:pt x="493" y="519"/>
                      </a:lnTo>
                      <a:lnTo>
                        <a:pt x="512" y="410"/>
                      </a:lnTo>
                      <a:lnTo>
                        <a:pt x="532" y="186"/>
                      </a:lnTo>
                      <a:lnTo>
                        <a:pt x="544" y="231"/>
                      </a:lnTo>
                      <a:lnTo>
                        <a:pt x="570" y="148"/>
                      </a:lnTo>
                      <a:lnTo>
                        <a:pt x="576" y="301"/>
                      </a:lnTo>
                      <a:lnTo>
                        <a:pt x="576" y="730"/>
                      </a:lnTo>
                      <a:lnTo>
                        <a:pt x="647" y="0"/>
                      </a:lnTo>
                      <a:lnTo>
                        <a:pt x="647" y="250"/>
                      </a:lnTo>
                      <a:lnTo>
                        <a:pt x="660" y="333"/>
                      </a:lnTo>
                      <a:lnTo>
                        <a:pt x="685" y="192"/>
                      </a:lnTo>
                      <a:lnTo>
                        <a:pt x="711" y="340"/>
                      </a:lnTo>
                      <a:lnTo>
                        <a:pt x="698" y="429"/>
                      </a:lnTo>
                      <a:lnTo>
                        <a:pt x="717" y="461"/>
                      </a:lnTo>
                    </a:path>
                  </a:pathLst>
                </a:custGeom>
                <a:noFill/>
                <a:ln w="9525">
                  <a:solidFill>
                    <a:srgbClr val="0079F2"/>
                  </a:solidFill>
                  <a:round/>
                  <a:headEnd/>
                  <a:tailEnd/>
                </a:ln>
              </p:spPr>
              <p:txBody>
                <a:bodyPr/>
                <a:lstStyle/>
                <a:p>
                  <a:endParaRPr lang="en-GB" sz="1600"/>
                </a:p>
              </p:txBody>
            </p:sp>
            <p:sp>
              <p:nvSpPr>
                <p:cNvPr id="15384" name="Freeform 24"/>
                <p:cNvSpPr>
                  <a:spLocks/>
                </p:cNvSpPr>
                <p:nvPr/>
              </p:nvSpPr>
              <p:spPr bwMode="auto">
                <a:xfrm flipH="1">
                  <a:off x="4077" y="1119"/>
                  <a:ext cx="313" cy="756"/>
                </a:xfrm>
                <a:custGeom>
                  <a:avLst/>
                  <a:gdLst>
                    <a:gd name="T0" fmla="*/ 0 w 717"/>
                    <a:gd name="T1" fmla="*/ 756 h 756"/>
                    <a:gd name="T2" fmla="*/ 4 w 717"/>
                    <a:gd name="T3" fmla="*/ 167 h 756"/>
                    <a:gd name="T4" fmla="*/ 5 w 717"/>
                    <a:gd name="T5" fmla="*/ 384 h 756"/>
                    <a:gd name="T6" fmla="*/ 7 w 717"/>
                    <a:gd name="T7" fmla="*/ 103 h 756"/>
                    <a:gd name="T8" fmla="*/ 10 w 717"/>
                    <a:gd name="T9" fmla="*/ 519 h 756"/>
                    <a:gd name="T10" fmla="*/ 11 w 717"/>
                    <a:gd name="T11" fmla="*/ 487 h 756"/>
                    <a:gd name="T12" fmla="*/ 11 w 717"/>
                    <a:gd name="T13" fmla="*/ 359 h 756"/>
                    <a:gd name="T14" fmla="*/ 14 w 717"/>
                    <a:gd name="T15" fmla="*/ 71 h 756"/>
                    <a:gd name="T16" fmla="*/ 16 w 717"/>
                    <a:gd name="T17" fmla="*/ 244 h 756"/>
                    <a:gd name="T18" fmla="*/ 17 w 717"/>
                    <a:gd name="T19" fmla="*/ 96 h 756"/>
                    <a:gd name="T20" fmla="*/ 18 w 717"/>
                    <a:gd name="T21" fmla="*/ 615 h 756"/>
                    <a:gd name="T22" fmla="*/ 21 w 717"/>
                    <a:gd name="T23" fmla="*/ 397 h 756"/>
                    <a:gd name="T24" fmla="*/ 24 w 717"/>
                    <a:gd name="T25" fmla="*/ 519 h 756"/>
                    <a:gd name="T26" fmla="*/ 25 w 717"/>
                    <a:gd name="T27" fmla="*/ 308 h 756"/>
                    <a:gd name="T28" fmla="*/ 28 w 717"/>
                    <a:gd name="T29" fmla="*/ 442 h 756"/>
                    <a:gd name="T30" fmla="*/ 29 w 717"/>
                    <a:gd name="T31" fmla="*/ 352 h 756"/>
                    <a:gd name="T32" fmla="*/ 30 w 717"/>
                    <a:gd name="T33" fmla="*/ 384 h 756"/>
                    <a:gd name="T34" fmla="*/ 31 w 717"/>
                    <a:gd name="T35" fmla="*/ 135 h 756"/>
                    <a:gd name="T36" fmla="*/ 33 w 717"/>
                    <a:gd name="T37" fmla="*/ 301 h 756"/>
                    <a:gd name="T38" fmla="*/ 32 w 717"/>
                    <a:gd name="T39" fmla="*/ 519 h 756"/>
                    <a:gd name="T40" fmla="*/ 34 w 717"/>
                    <a:gd name="T41" fmla="*/ 679 h 756"/>
                    <a:gd name="T42" fmla="*/ 36 w 717"/>
                    <a:gd name="T43" fmla="*/ 628 h 756"/>
                    <a:gd name="T44" fmla="*/ 37 w 717"/>
                    <a:gd name="T45" fmla="*/ 480 h 756"/>
                    <a:gd name="T46" fmla="*/ 38 w 717"/>
                    <a:gd name="T47" fmla="*/ 391 h 756"/>
                    <a:gd name="T48" fmla="*/ 36 w 717"/>
                    <a:gd name="T49" fmla="*/ 506 h 756"/>
                    <a:gd name="T50" fmla="*/ 38 w 717"/>
                    <a:gd name="T51" fmla="*/ 352 h 756"/>
                    <a:gd name="T52" fmla="*/ 39 w 717"/>
                    <a:gd name="T53" fmla="*/ 455 h 756"/>
                    <a:gd name="T54" fmla="*/ 41 w 717"/>
                    <a:gd name="T55" fmla="*/ 519 h 756"/>
                    <a:gd name="T56" fmla="*/ 43 w 717"/>
                    <a:gd name="T57" fmla="*/ 410 h 756"/>
                    <a:gd name="T58" fmla="*/ 44 w 717"/>
                    <a:gd name="T59" fmla="*/ 186 h 756"/>
                    <a:gd name="T60" fmla="*/ 45 w 717"/>
                    <a:gd name="T61" fmla="*/ 231 h 756"/>
                    <a:gd name="T62" fmla="*/ 48 w 717"/>
                    <a:gd name="T63" fmla="*/ 148 h 756"/>
                    <a:gd name="T64" fmla="*/ 48 w 717"/>
                    <a:gd name="T65" fmla="*/ 301 h 756"/>
                    <a:gd name="T66" fmla="*/ 48 w 717"/>
                    <a:gd name="T67" fmla="*/ 730 h 756"/>
                    <a:gd name="T68" fmla="*/ 54 w 717"/>
                    <a:gd name="T69" fmla="*/ 0 h 756"/>
                    <a:gd name="T70" fmla="*/ 54 w 717"/>
                    <a:gd name="T71" fmla="*/ 250 h 756"/>
                    <a:gd name="T72" fmla="*/ 55 w 717"/>
                    <a:gd name="T73" fmla="*/ 333 h 756"/>
                    <a:gd name="T74" fmla="*/ 57 w 717"/>
                    <a:gd name="T75" fmla="*/ 192 h 756"/>
                    <a:gd name="T76" fmla="*/ 59 w 717"/>
                    <a:gd name="T77" fmla="*/ 340 h 756"/>
                    <a:gd name="T78" fmla="*/ 58 w 717"/>
                    <a:gd name="T79" fmla="*/ 429 h 756"/>
                    <a:gd name="T80" fmla="*/ 60 w 717"/>
                    <a:gd name="T81" fmla="*/ 461 h 756"/>
                    <a:gd name="T82" fmla="*/ 0 60000 65536"/>
                    <a:gd name="T83" fmla="*/ 0 60000 65536"/>
                    <a:gd name="T84" fmla="*/ 0 60000 65536"/>
                    <a:gd name="T85" fmla="*/ 0 60000 65536"/>
                    <a:gd name="T86" fmla="*/ 0 60000 65536"/>
                    <a:gd name="T87" fmla="*/ 0 60000 65536"/>
                    <a:gd name="T88" fmla="*/ 0 60000 65536"/>
                    <a:gd name="T89" fmla="*/ 0 60000 65536"/>
                    <a:gd name="T90" fmla="*/ 0 60000 65536"/>
                    <a:gd name="T91" fmla="*/ 0 60000 65536"/>
                    <a:gd name="T92" fmla="*/ 0 60000 65536"/>
                    <a:gd name="T93" fmla="*/ 0 60000 65536"/>
                    <a:gd name="T94" fmla="*/ 0 60000 65536"/>
                    <a:gd name="T95" fmla="*/ 0 60000 65536"/>
                    <a:gd name="T96" fmla="*/ 0 60000 65536"/>
                    <a:gd name="T97" fmla="*/ 0 60000 65536"/>
                    <a:gd name="T98" fmla="*/ 0 60000 65536"/>
                    <a:gd name="T99" fmla="*/ 0 60000 65536"/>
                    <a:gd name="T100" fmla="*/ 0 60000 65536"/>
                    <a:gd name="T101" fmla="*/ 0 60000 65536"/>
                    <a:gd name="T102" fmla="*/ 0 60000 65536"/>
                    <a:gd name="T103" fmla="*/ 0 60000 65536"/>
                    <a:gd name="T104" fmla="*/ 0 60000 65536"/>
                    <a:gd name="T105" fmla="*/ 0 60000 65536"/>
                    <a:gd name="T106" fmla="*/ 0 60000 65536"/>
                    <a:gd name="T107" fmla="*/ 0 60000 65536"/>
                    <a:gd name="T108" fmla="*/ 0 60000 65536"/>
                    <a:gd name="T109" fmla="*/ 0 60000 65536"/>
                    <a:gd name="T110" fmla="*/ 0 60000 65536"/>
                    <a:gd name="T111" fmla="*/ 0 60000 65536"/>
                    <a:gd name="T112" fmla="*/ 0 60000 65536"/>
                    <a:gd name="T113" fmla="*/ 0 60000 65536"/>
                    <a:gd name="T114" fmla="*/ 0 60000 65536"/>
                    <a:gd name="T115" fmla="*/ 0 60000 65536"/>
                    <a:gd name="T116" fmla="*/ 0 60000 65536"/>
                    <a:gd name="T117" fmla="*/ 0 60000 65536"/>
                    <a:gd name="T118" fmla="*/ 0 60000 65536"/>
                    <a:gd name="T119" fmla="*/ 0 60000 65536"/>
                    <a:gd name="T120" fmla="*/ 0 60000 65536"/>
                    <a:gd name="T121" fmla="*/ 0 60000 65536"/>
                    <a:gd name="T122" fmla="*/ 0 60000 65536"/>
                    <a:gd name="T123" fmla="*/ 0 w 717"/>
                    <a:gd name="T124" fmla="*/ 0 h 756"/>
                    <a:gd name="T125" fmla="*/ 717 w 717"/>
                    <a:gd name="T126" fmla="*/ 756 h 756"/>
                  </a:gdLst>
                  <a:ahLst/>
                  <a:cxnLst>
                    <a:cxn ang="T82">
                      <a:pos x="T0" y="T1"/>
                    </a:cxn>
                    <a:cxn ang="T83">
                      <a:pos x="T2" y="T3"/>
                    </a:cxn>
                    <a:cxn ang="T84">
                      <a:pos x="T4" y="T5"/>
                    </a:cxn>
                    <a:cxn ang="T85">
                      <a:pos x="T6" y="T7"/>
                    </a:cxn>
                    <a:cxn ang="T86">
                      <a:pos x="T8" y="T9"/>
                    </a:cxn>
                    <a:cxn ang="T87">
                      <a:pos x="T10" y="T11"/>
                    </a:cxn>
                    <a:cxn ang="T88">
                      <a:pos x="T12" y="T13"/>
                    </a:cxn>
                    <a:cxn ang="T89">
                      <a:pos x="T14" y="T15"/>
                    </a:cxn>
                    <a:cxn ang="T90">
                      <a:pos x="T16" y="T17"/>
                    </a:cxn>
                    <a:cxn ang="T91">
                      <a:pos x="T18" y="T19"/>
                    </a:cxn>
                    <a:cxn ang="T92">
                      <a:pos x="T20" y="T21"/>
                    </a:cxn>
                    <a:cxn ang="T93">
                      <a:pos x="T22" y="T23"/>
                    </a:cxn>
                    <a:cxn ang="T94">
                      <a:pos x="T24" y="T25"/>
                    </a:cxn>
                    <a:cxn ang="T95">
                      <a:pos x="T26" y="T27"/>
                    </a:cxn>
                    <a:cxn ang="T96">
                      <a:pos x="T28" y="T29"/>
                    </a:cxn>
                    <a:cxn ang="T97">
                      <a:pos x="T30" y="T31"/>
                    </a:cxn>
                    <a:cxn ang="T98">
                      <a:pos x="T32" y="T33"/>
                    </a:cxn>
                    <a:cxn ang="T99">
                      <a:pos x="T34" y="T35"/>
                    </a:cxn>
                    <a:cxn ang="T100">
                      <a:pos x="T36" y="T37"/>
                    </a:cxn>
                    <a:cxn ang="T101">
                      <a:pos x="T38" y="T39"/>
                    </a:cxn>
                    <a:cxn ang="T102">
                      <a:pos x="T40" y="T41"/>
                    </a:cxn>
                    <a:cxn ang="T103">
                      <a:pos x="T42" y="T43"/>
                    </a:cxn>
                    <a:cxn ang="T104">
                      <a:pos x="T44" y="T45"/>
                    </a:cxn>
                    <a:cxn ang="T105">
                      <a:pos x="T46" y="T47"/>
                    </a:cxn>
                    <a:cxn ang="T106">
                      <a:pos x="T48" y="T49"/>
                    </a:cxn>
                    <a:cxn ang="T107">
                      <a:pos x="T50" y="T51"/>
                    </a:cxn>
                    <a:cxn ang="T108">
                      <a:pos x="T52" y="T53"/>
                    </a:cxn>
                    <a:cxn ang="T109">
                      <a:pos x="T54" y="T55"/>
                    </a:cxn>
                    <a:cxn ang="T110">
                      <a:pos x="T56" y="T57"/>
                    </a:cxn>
                    <a:cxn ang="T111">
                      <a:pos x="T58" y="T59"/>
                    </a:cxn>
                    <a:cxn ang="T112">
                      <a:pos x="T60" y="T61"/>
                    </a:cxn>
                    <a:cxn ang="T113">
                      <a:pos x="T62" y="T63"/>
                    </a:cxn>
                    <a:cxn ang="T114">
                      <a:pos x="T64" y="T65"/>
                    </a:cxn>
                    <a:cxn ang="T115">
                      <a:pos x="T66" y="T67"/>
                    </a:cxn>
                    <a:cxn ang="T116">
                      <a:pos x="T68" y="T69"/>
                    </a:cxn>
                    <a:cxn ang="T117">
                      <a:pos x="T70" y="T71"/>
                    </a:cxn>
                    <a:cxn ang="T118">
                      <a:pos x="T72" y="T73"/>
                    </a:cxn>
                    <a:cxn ang="T119">
                      <a:pos x="T74" y="T75"/>
                    </a:cxn>
                    <a:cxn ang="T120">
                      <a:pos x="T76" y="T77"/>
                    </a:cxn>
                    <a:cxn ang="T121">
                      <a:pos x="T78" y="T79"/>
                    </a:cxn>
                    <a:cxn ang="T122">
                      <a:pos x="T80" y="T81"/>
                    </a:cxn>
                  </a:cxnLst>
                  <a:rect l="T123" t="T124" r="T125" b="T126"/>
                  <a:pathLst>
                    <a:path w="717" h="756">
                      <a:moveTo>
                        <a:pt x="0" y="756"/>
                      </a:moveTo>
                      <a:lnTo>
                        <a:pt x="52" y="167"/>
                      </a:lnTo>
                      <a:lnTo>
                        <a:pt x="64" y="384"/>
                      </a:lnTo>
                      <a:lnTo>
                        <a:pt x="90" y="103"/>
                      </a:lnTo>
                      <a:lnTo>
                        <a:pt x="116" y="519"/>
                      </a:lnTo>
                      <a:lnTo>
                        <a:pt x="135" y="487"/>
                      </a:lnTo>
                      <a:lnTo>
                        <a:pt x="135" y="359"/>
                      </a:lnTo>
                      <a:lnTo>
                        <a:pt x="167" y="71"/>
                      </a:lnTo>
                      <a:lnTo>
                        <a:pt x="192" y="244"/>
                      </a:lnTo>
                      <a:lnTo>
                        <a:pt x="205" y="96"/>
                      </a:lnTo>
                      <a:lnTo>
                        <a:pt x="218" y="615"/>
                      </a:lnTo>
                      <a:lnTo>
                        <a:pt x="244" y="397"/>
                      </a:lnTo>
                      <a:lnTo>
                        <a:pt x="282" y="519"/>
                      </a:lnTo>
                      <a:lnTo>
                        <a:pt x="308" y="308"/>
                      </a:lnTo>
                      <a:lnTo>
                        <a:pt x="333" y="442"/>
                      </a:lnTo>
                      <a:lnTo>
                        <a:pt x="346" y="352"/>
                      </a:lnTo>
                      <a:lnTo>
                        <a:pt x="365" y="384"/>
                      </a:lnTo>
                      <a:lnTo>
                        <a:pt x="378" y="135"/>
                      </a:lnTo>
                      <a:lnTo>
                        <a:pt x="391" y="301"/>
                      </a:lnTo>
                      <a:lnTo>
                        <a:pt x="384" y="519"/>
                      </a:lnTo>
                      <a:lnTo>
                        <a:pt x="404" y="679"/>
                      </a:lnTo>
                      <a:lnTo>
                        <a:pt x="429" y="628"/>
                      </a:lnTo>
                      <a:lnTo>
                        <a:pt x="442" y="480"/>
                      </a:lnTo>
                      <a:lnTo>
                        <a:pt x="455" y="391"/>
                      </a:lnTo>
                      <a:lnTo>
                        <a:pt x="436" y="506"/>
                      </a:lnTo>
                      <a:lnTo>
                        <a:pt x="461" y="352"/>
                      </a:lnTo>
                      <a:lnTo>
                        <a:pt x="474" y="455"/>
                      </a:lnTo>
                      <a:lnTo>
                        <a:pt x="493" y="519"/>
                      </a:lnTo>
                      <a:lnTo>
                        <a:pt x="512" y="410"/>
                      </a:lnTo>
                      <a:lnTo>
                        <a:pt x="532" y="186"/>
                      </a:lnTo>
                      <a:lnTo>
                        <a:pt x="544" y="231"/>
                      </a:lnTo>
                      <a:lnTo>
                        <a:pt x="570" y="148"/>
                      </a:lnTo>
                      <a:lnTo>
                        <a:pt x="576" y="301"/>
                      </a:lnTo>
                      <a:lnTo>
                        <a:pt x="576" y="730"/>
                      </a:lnTo>
                      <a:lnTo>
                        <a:pt x="647" y="0"/>
                      </a:lnTo>
                      <a:lnTo>
                        <a:pt x="647" y="250"/>
                      </a:lnTo>
                      <a:lnTo>
                        <a:pt x="660" y="333"/>
                      </a:lnTo>
                      <a:lnTo>
                        <a:pt x="685" y="192"/>
                      </a:lnTo>
                      <a:lnTo>
                        <a:pt x="711" y="340"/>
                      </a:lnTo>
                      <a:lnTo>
                        <a:pt x="698" y="429"/>
                      </a:lnTo>
                      <a:lnTo>
                        <a:pt x="717" y="461"/>
                      </a:lnTo>
                    </a:path>
                  </a:pathLst>
                </a:custGeom>
                <a:noFill/>
                <a:ln w="9525">
                  <a:solidFill>
                    <a:srgbClr val="0079F2"/>
                  </a:solidFill>
                  <a:round/>
                  <a:headEnd/>
                  <a:tailEnd/>
                </a:ln>
              </p:spPr>
              <p:txBody>
                <a:bodyPr/>
                <a:lstStyle/>
                <a:p>
                  <a:endParaRPr lang="en-GB" sz="1600"/>
                </a:p>
              </p:txBody>
            </p:sp>
            <p:sp>
              <p:nvSpPr>
                <p:cNvPr id="15385" name="Freeform 25"/>
                <p:cNvSpPr>
                  <a:spLocks/>
                </p:cNvSpPr>
                <p:nvPr/>
              </p:nvSpPr>
              <p:spPr bwMode="auto">
                <a:xfrm flipV="1">
                  <a:off x="4385" y="1138"/>
                  <a:ext cx="313" cy="756"/>
                </a:xfrm>
                <a:custGeom>
                  <a:avLst/>
                  <a:gdLst>
                    <a:gd name="T0" fmla="*/ 0 w 717"/>
                    <a:gd name="T1" fmla="*/ 756 h 756"/>
                    <a:gd name="T2" fmla="*/ 4 w 717"/>
                    <a:gd name="T3" fmla="*/ 167 h 756"/>
                    <a:gd name="T4" fmla="*/ 5 w 717"/>
                    <a:gd name="T5" fmla="*/ 384 h 756"/>
                    <a:gd name="T6" fmla="*/ 7 w 717"/>
                    <a:gd name="T7" fmla="*/ 103 h 756"/>
                    <a:gd name="T8" fmla="*/ 10 w 717"/>
                    <a:gd name="T9" fmla="*/ 519 h 756"/>
                    <a:gd name="T10" fmla="*/ 11 w 717"/>
                    <a:gd name="T11" fmla="*/ 487 h 756"/>
                    <a:gd name="T12" fmla="*/ 11 w 717"/>
                    <a:gd name="T13" fmla="*/ 359 h 756"/>
                    <a:gd name="T14" fmla="*/ 14 w 717"/>
                    <a:gd name="T15" fmla="*/ 71 h 756"/>
                    <a:gd name="T16" fmla="*/ 16 w 717"/>
                    <a:gd name="T17" fmla="*/ 244 h 756"/>
                    <a:gd name="T18" fmla="*/ 17 w 717"/>
                    <a:gd name="T19" fmla="*/ 96 h 756"/>
                    <a:gd name="T20" fmla="*/ 18 w 717"/>
                    <a:gd name="T21" fmla="*/ 615 h 756"/>
                    <a:gd name="T22" fmla="*/ 21 w 717"/>
                    <a:gd name="T23" fmla="*/ 397 h 756"/>
                    <a:gd name="T24" fmla="*/ 24 w 717"/>
                    <a:gd name="T25" fmla="*/ 519 h 756"/>
                    <a:gd name="T26" fmla="*/ 25 w 717"/>
                    <a:gd name="T27" fmla="*/ 308 h 756"/>
                    <a:gd name="T28" fmla="*/ 28 w 717"/>
                    <a:gd name="T29" fmla="*/ 442 h 756"/>
                    <a:gd name="T30" fmla="*/ 29 w 717"/>
                    <a:gd name="T31" fmla="*/ 352 h 756"/>
                    <a:gd name="T32" fmla="*/ 30 w 717"/>
                    <a:gd name="T33" fmla="*/ 384 h 756"/>
                    <a:gd name="T34" fmla="*/ 31 w 717"/>
                    <a:gd name="T35" fmla="*/ 135 h 756"/>
                    <a:gd name="T36" fmla="*/ 33 w 717"/>
                    <a:gd name="T37" fmla="*/ 301 h 756"/>
                    <a:gd name="T38" fmla="*/ 32 w 717"/>
                    <a:gd name="T39" fmla="*/ 519 h 756"/>
                    <a:gd name="T40" fmla="*/ 34 w 717"/>
                    <a:gd name="T41" fmla="*/ 679 h 756"/>
                    <a:gd name="T42" fmla="*/ 36 w 717"/>
                    <a:gd name="T43" fmla="*/ 628 h 756"/>
                    <a:gd name="T44" fmla="*/ 37 w 717"/>
                    <a:gd name="T45" fmla="*/ 480 h 756"/>
                    <a:gd name="T46" fmla="*/ 38 w 717"/>
                    <a:gd name="T47" fmla="*/ 391 h 756"/>
                    <a:gd name="T48" fmla="*/ 36 w 717"/>
                    <a:gd name="T49" fmla="*/ 506 h 756"/>
                    <a:gd name="T50" fmla="*/ 38 w 717"/>
                    <a:gd name="T51" fmla="*/ 352 h 756"/>
                    <a:gd name="T52" fmla="*/ 39 w 717"/>
                    <a:gd name="T53" fmla="*/ 455 h 756"/>
                    <a:gd name="T54" fmla="*/ 41 w 717"/>
                    <a:gd name="T55" fmla="*/ 519 h 756"/>
                    <a:gd name="T56" fmla="*/ 43 w 717"/>
                    <a:gd name="T57" fmla="*/ 410 h 756"/>
                    <a:gd name="T58" fmla="*/ 44 w 717"/>
                    <a:gd name="T59" fmla="*/ 186 h 756"/>
                    <a:gd name="T60" fmla="*/ 45 w 717"/>
                    <a:gd name="T61" fmla="*/ 231 h 756"/>
                    <a:gd name="T62" fmla="*/ 48 w 717"/>
                    <a:gd name="T63" fmla="*/ 148 h 756"/>
                    <a:gd name="T64" fmla="*/ 48 w 717"/>
                    <a:gd name="T65" fmla="*/ 301 h 756"/>
                    <a:gd name="T66" fmla="*/ 48 w 717"/>
                    <a:gd name="T67" fmla="*/ 730 h 756"/>
                    <a:gd name="T68" fmla="*/ 54 w 717"/>
                    <a:gd name="T69" fmla="*/ 0 h 756"/>
                    <a:gd name="T70" fmla="*/ 54 w 717"/>
                    <a:gd name="T71" fmla="*/ 250 h 756"/>
                    <a:gd name="T72" fmla="*/ 55 w 717"/>
                    <a:gd name="T73" fmla="*/ 333 h 756"/>
                    <a:gd name="T74" fmla="*/ 57 w 717"/>
                    <a:gd name="T75" fmla="*/ 192 h 756"/>
                    <a:gd name="T76" fmla="*/ 59 w 717"/>
                    <a:gd name="T77" fmla="*/ 340 h 756"/>
                    <a:gd name="T78" fmla="*/ 58 w 717"/>
                    <a:gd name="T79" fmla="*/ 429 h 756"/>
                    <a:gd name="T80" fmla="*/ 60 w 717"/>
                    <a:gd name="T81" fmla="*/ 461 h 756"/>
                    <a:gd name="T82" fmla="*/ 0 60000 65536"/>
                    <a:gd name="T83" fmla="*/ 0 60000 65536"/>
                    <a:gd name="T84" fmla="*/ 0 60000 65536"/>
                    <a:gd name="T85" fmla="*/ 0 60000 65536"/>
                    <a:gd name="T86" fmla="*/ 0 60000 65536"/>
                    <a:gd name="T87" fmla="*/ 0 60000 65536"/>
                    <a:gd name="T88" fmla="*/ 0 60000 65536"/>
                    <a:gd name="T89" fmla="*/ 0 60000 65536"/>
                    <a:gd name="T90" fmla="*/ 0 60000 65536"/>
                    <a:gd name="T91" fmla="*/ 0 60000 65536"/>
                    <a:gd name="T92" fmla="*/ 0 60000 65536"/>
                    <a:gd name="T93" fmla="*/ 0 60000 65536"/>
                    <a:gd name="T94" fmla="*/ 0 60000 65536"/>
                    <a:gd name="T95" fmla="*/ 0 60000 65536"/>
                    <a:gd name="T96" fmla="*/ 0 60000 65536"/>
                    <a:gd name="T97" fmla="*/ 0 60000 65536"/>
                    <a:gd name="T98" fmla="*/ 0 60000 65536"/>
                    <a:gd name="T99" fmla="*/ 0 60000 65536"/>
                    <a:gd name="T100" fmla="*/ 0 60000 65536"/>
                    <a:gd name="T101" fmla="*/ 0 60000 65536"/>
                    <a:gd name="T102" fmla="*/ 0 60000 65536"/>
                    <a:gd name="T103" fmla="*/ 0 60000 65536"/>
                    <a:gd name="T104" fmla="*/ 0 60000 65536"/>
                    <a:gd name="T105" fmla="*/ 0 60000 65536"/>
                    <a:gd name="T106" fmla="*/ 0 60000 65536"/>
                    <a:gd name="T107" fmla="*/ 0 60000 65536"/>
                    <a:gd name="T108" fmla="*/ 0 60000 65536"/>
                    <a:gd name="T109" fmla="*/ 0 60000 65536"/>
                    <a:gd name="T110" fmla="*/ 0 60000 65536"/>
                    <a:gd name="T111" fmla="*/ 0 60000 65536"/>
                    <a:gd name="T112" fmla="*/ 0 60000 65536"/>
                    <a:gd name="T113" fmla="*/ 0 60000 65536"/>
                    <a:gd name="T114" fmla="*/ 0 60000 65536"/>
                    <a:gd name="T115" fmla="*/ 0 60000 65536"/>
                    <a:gd name="T116" fmla="*/ 0 60000 65536"/>
                    <a:gd name="T117" fmla="*/ 0 60000 65536"/>
                    <a:gd name="T118" fmla="*/ 0 60000 65536"/>
                    <a:gd name="T119" fmla="*/ 0 60000 65536"/>
                    <a:gd name="T120" fmla="*/ 0 60000 65536"/>
                    <a:gd name="T121" fmla="*/ 0 60000 65536"/>
                    <a:gd name="T122" fmla="*/ 0 60000 65536"/>
                    <a:gd name="T123" fmla="*/ 0 w 717"/>
                    <a:gd name="T124" fmla="*/ 0 h 756"/>
                    <a:gd name="T125" fmla="*/ 717 w 717"/>
                    <a:gd name="T126" fmla="*/ 756 h 756"/>
                  </a:gdLst>
                  <a:ahLst/>
                  <a:cxnLst>
                    <a:cxn ang="T82">
                      <a:pos x="T0" y="T1"/>
                    </a:cxn>
                    <a:cxn ang="T83">
                      <a:pos x="T2" y="T3"/>
                    </a:cxn>
                    <a:cxn ang="T84">
                      <a:pos x="T4" y="T5"/>
                    </a:cxn>
                    <a:cxn ang="T85">
                      <a:pos x="T6" y="T7"/>
                    </a:cxn>
                    <a:cxn ang="T86">
                      <a:pos x="T8" y="T9"/>
                    </a:cxn>
                    <a:cxn ang="T87">
                      <a:pos x="T10" y="T11"/>
                    </a:cxn>
                    <a:cxn ang="T88">
                      <a:pos x="T12" y="T13"/>
                    </a:cxn>
                    <a:cxn ang="T89">
                      <a:pos x="T14" y="T15"/>
                    </a:cxn>
                    <a:cxn ang="T90">
                      <a:pos x="T16" y="T17"/>
                    </a:cxn>
                    <a:cxn ang="T91">
                      <a:pos x="T18" y="T19"/>
                    </a:cxn>
                    <a:cxn ang="T92">
                      <a:pos x="T20" y="T21"/>
                    </a:cxn>
                    <a:cxn ang="T93">
                      <a:pos x="T22" y="T23"/>
                    </a:cxn>
                    <a:cxn ang="T94">
                      <a:pos x="T24" y="T25"/>
                    </a:cxn>
                    <a:cxn ang="T95">
                      <a:pos x="T26" y="T27"/>
                    </a:cxn>
                    <a:cxn ang="T96">
                      <a:pos x="T28" y="T29"/>
                    </a:cxn>
                    <a:cxn ang="T97">
                      <a:pos x="T30" y="T31"/>
                    </a:cxn>
                    <a:cxn ang="T98">
                      <a:pos x="T32" y="T33"/>
                    </a:cxn>
                    <a:cxn ang="T99">
                      <a:pos x="T34" y="T35"/>
                    </a:cxn>
                    <a:cxn ang="T100">
                      <a:pos x="T36" y="T37"/>
                    </a:cxn>
                    <a:cxn ang="T101">
                      <a:pos x="T38" y="T39"/>
                    </a:cxn>
                    <a:cxn ang="T102">
                      <a:pos x="T40" y="T41"/>
                    </a:cxn>
                    <a:cxn ang="T103">
                      <a:pos x="T42" y="T43"/>
                    </a:cxn>
                    <a:cxn ang="T104">
                      <a:pos x="T44" y="T45"/>
                    </a:cxn>
                    <a:cxn ang="T105">
                      <a:pos x="T46" y="T47"/>
                    </a:cxn>
                    <a:cxn ang="T106">
                      <a:pos x="T48" y="T49"/>
                    </a:cxn>
                    <a:cxn ang="T107">
                      <a:pos x="T50" y="T51"/>
                    </a:cxn>
                    <a:cxn ang="T108">
                      <a:pos x="T52" y="T53"/>
                    </a:cxn>
                    <a:cxn ang="T109">
                      <a:pos x="T54" y="T55"/>
                    </a:cxn>
                    <a:cxn ang="T110">
                      <a:pos x="T56" y="T57"/>
                    </a:cxn>
                    <a:cxn ang="T111">
                      <a:pos x="T58" y="T59"/>
                    </a:cxn>
                    <a:cxn ang="T112">
                      <a:pos x="T60" y="T61"/>
                    </a:cxn>
                    <a:cxn ang="T113">
                      <a:pos x="T62" y="T63"/>
                    </a:cxn>
                    <a:cxn ang="T114">
                      <a:pos x="T64" y="T65"/>
                    </a:cxn>
                    <a:cxn ang="T115">
                      <a:pos x="T66" y="T67"/>
                    </a:cxn>
                    <a:cxn ang="T116">
                      <a:pos x="T68" y="T69"/>
                    </a:cxn>
                    <a:cxn ang="T117">
                      <a:pos x="T70" y="T71"/>
                    </a:cxn>
                    <a:cxn ang="T118">
                      <a:pos x="T72" y="T73"/>
                    </a:cxn>
                    <a:cxn ang="T119">
                      <a:pos x="T74" y="T75"/>
                    </a:cxn>
                    <a:cxn ang="T120">
                      <a:pos x="T76" y="T77"/>
                    </a:cxn>
                    <a:cxn ang="T121">
                      <a:pos x="T78" y="T79"/>
                    </a:cxn>
                    <a:cxn ang="T122">
                      <a:pos x="T80" y="T81"/>
                    </a:cxn>
                  </a:cxnLst>
                  <a:rect l="T123" t="T124" r="T125" b="T126"/>
                  <a:pathLst>
                    <a:path w="717" h="756">
                      <a:moveTo>
                        <a:pt x="0" y="756"/>
                      </a:moveTo>
                      <a:lnTo>
                        <a:pt x="52" y="167"/>
                      </a:lnTo>
                      <a:lnTo>
                        <a:pt x="64" y="384"/>
                      </a:lnTo>
                      <a:lnTo>
                        <a:pt x="90" y="103"/>
                      </a:lnTo>
                      <a:lnTo>
                        <a:pt x="116" y="519"/>
                      </a:lnTo>
                      <a:lnTo>
                        <a:pt x="135" y="487"/>
                      </a:lnTo>
                      <a:lnTo>
                        <a:pt x="135" y="359"/>
                      </a:lnTo>
                      <a:lnTo>
                        <a:pt x="167" y="71"/>
                      </a:lnTo>
                      <a:lnTo>
                        <a:pt x="192" y="244"/>
                      </a:lnTo>
                      <a:lnTo>
                        <a:pt x="205" y="96"/>
                      </a:lnTo>
                      <a:lnTo>
                        <a:pt x="218" y="615"/>
                      </a:lnTo>
                      <a:lnTo>
                        <a:pt x="244" y="397"/>
                      </a:lnTo>
                      <a:lnTo>
                        <a:pt x="282" y="519"/>
                      </a:lnTo>
                      <a:lnTo>
                        <a:pt x="308" y="308"/>
                      </a:lnTo>
                      <a:lnTo>
                        <a:pt x="333" y="442"/>
                      </a:lnTo>
                      <a:lnTo>
                        <a:pt x="346" y="352"/>
                      </a:lnTo>
                      <a:lnTo>
                        <a:pt x="365" y="384"/>
                      </a:lnTo>
                      <a:lnTo>
                        <a:pt x="378" y="135"/>
                      </a:lnTo>
                      <a:lnTo>
                        <a:pt x="391" y="301"/>
                      </a:lnTo>
                      <a:lnTo>
                        <a:pt x="384" y="519"/>
                      </a:lnTo>
                      <a:lnTo>
                        <a:pt x="404" y="679"/>
                      </a:lnTo>
                      <a:lnTo>
                        <a:pt x="429" y="628"/>
                      </a:lnTo>
                      <a:lnTo>
                        <a:pt x="442" y="480"/>
                      </a:lnTo>
                      <a:lnTo>
                        <a:pt x="455" y="391"/>
                      </a:lnTo>
                      <a:lnTo>
                        <a:pt x="436" y="506"/>
                      </a:lnTo>
                      <a:lnTo>
                        <a:pt x="461" y="352"/>
                      </a:lnTo>
                      <a:lnTo>
                        <a:pt x="474" y="455"/>
                      </a:lnTo>
                      <a:lnTo>
                        <a:pt x="493" y="519"/>
                      </a:lnTo>
                      <a:lnTo>
                        <a:pt x="512" y="410"/>
                      </a:lnTo>
                      <a:lnTo>
                        <a:pt x="532" y="186"/>
                      </a:lnTo>
                      <a:lnTo>
                        <a:pt x="544" y="231"/>
                      </a:lnTo>
                      <a:lnTo>
                        <a:pt x="570" y="148"/>
                      </a:lnTo>
                      <a:lnTo>
                        <a:pt x="576" y="301"/>
                      </a:lnTo>
                      <a:lnTo>
                        <a:pt x="576" y="730"/>
                      </a:lnTo>
                      <a:lnTo>
                        <a:pt x="647" y="0"/>
                      </a:lnTo>
                      <a:lnTo>
                        <a:pt x="647" y="250"/>
                      </a:lnTo>
                      <a:lnTo>
                        <a:pt x="660" y="333"/>
                      </a:lnTo>
                      <a:lnTo>
                        <a:pt x="685" y="192"/>
                      </a:lnTo>
                      <a:lnTo>
                        <a:pt x="711" y="340"/>
                      </a:lnTo>
                      <a:lnTo>
                        <a:pt x="698" y="429"/>
                      </a:lnTo>
                      <a:lnTo>
                        <a:pt x="717" y="461"/>
                      </a:lnTo>
                    </a:path>
                  </a:pathLst>
                </a:custGeom>
                <a:noFill/>
                <a:ln w="9525">
                  <a:solidFill>
                    <a:srgbClr val="0079F2"/>
                  </a:solidFill>
                  <a:round/>
                  <a:headEnd/>
                  <a:tailEnd/>
                </a:ln>
              </p:spPr>
              <p:txBody>
                <a:bodyPr/>
                <a:lstStyle/>
                <a:p>
                  <a:endParaRPr lang="en-GB" sz="1600"/>
                </a:p>
              </p:txBody>
            </p:sp>
            <p:sp>
              <p:nvSpPr>
                <p:cNvPr id="15386" name="Freeform 26"/>
                <p:cNvSpPr>
                  <a:spLocks/>
                </p:cNvSpPr>
                <p:nvPr/>
              </p:nvSpPr>
              <p:spPr bwMode="auto">
                <a:xfrm flipH="1">
                  <a:off x="4698" y="1100"/>
                  <a:ext cx="313" cy="756"/>
                </a:xfrm>
                <a:custGeom>
                  <a:avLst/>
                  <a:gdLst>
                    <a:gd name="T0" fmla="*/ 0 w 717"/>
                    <a:gd name="T1" fmla="*/ 756 h 756"/>
                    <a:gd name="T2" fmla="*/ 4 w 717"/>
                    <a:gd name="T3" fmla="*/ 167 h 756"/>
                    <a:gd name="T4" fmla="*/ 5 w 717"/>
                    <a:gd name="T5" fmla="*/ 384 h 756"/>
                    <a:gd name="T6" fmla="*/ 7 w 717"/>
                    <a:gd name="T7" fmla="*/ 103 h 756"/>
                    <a:gd name="T8" fmla="*/ 10 w 717"/>
                    <a:gd name="T9" fmla="*/ 519 h 756"/>
                    <a:gd name="T10" fmla="*/ 11 w 717"/>
                    <a:gd name="T11" fmla="*/ 487 h 756"/>
                    <a:gd name="T12" fmla="*/ 11 w 717"/>
                    <a:gd name="T13" fmla="*/ 359 h 756"/>
                    <a:gd name="T14" fmla="*/ 14 w 717"/>
                    <a:gd name="T15" fmla="*/ 71 h 756"/>
                    <a:gd name="T16" fmla="*/ 16 w 717"/>
                    <a:gd name="T17" fmla="*/ 244 h 756"/>
                    <a:gd name="T18" fmla="*/ 17 w 717"/>
                    <a:gd name="T19" fmla="*/ 96 h 756"/>
                    <a:gd name="T20" fmla="*/ 18 w 717"/>
                    <a:gd name="T21" fmla="*/ 615 h 756"/>
                    <a:gd name="T22" fmla="*/ 21 w 717"/>
                    <a:gd name="T23" fmla="*/ 397 h 756"/>
                    <a:gd name="T24" fmla="*/ 24 w 717"/>
                    <a:gd name="T25" fmla="*/ 519 h 756"/>
                    <a:gd name="T26" fmla="*/ 25 w 717"/>
                    <a:gd name="T27" fmla="*/ 308 h 756"/>
                    <a:gd name="T28" fmla="*/ 28 w 717"/>
                    <a:gd name="T29" fmla="*/ 442 h 756"/>
                    <a:gd name="T30" fmla="*/ 29 w 717"/>
                    <a:gd name="T31" fmla="*/ 352 h 756"/>
                    <a:gd name="T32" fmla="*/ 30 w 717"/>
                    <a:gd name="T33" fmla="*/ 384 h 756"/>
                    <a:gd name="T34" fmla="*/ 31 w 717"/>
                    <a:gd name="T35" fmla="*/ 135 h 756"/>
                    <a:gd name="T36" fmla="*/ 33 w 717"/>
                    <a:gd name="T37" fmla="*/ 301 h 756"/>
                    <a:gd name="T38" fmla="*/ 32 w 717"/>
                    <a:gd name="T39" fmla="*/ 519 h 756"/>
                    <a:gd name="T40" fmla="*/ 34 w 717"/>
                    <a:gd name="T41" fmla="*/ 679 h 756"/>
                    <a:gd name="T42" fmla="*/ 36 w 717"/>
                    <a:gd name="T43" fmla="*/ 628 h 756"/>
                    <a:gd name="T44" fmla="*/ 37 w 717"/>
                    <a:gd name="T45" fmla="*/ 480 h 756"/>
                    <a:gd name="T46" fmla="*/ 38 w 717"/>
                    <a:gd name="T47" fmla="*/ 391 h 756"/>
                    <a:gd name="T48" fmla="*/ 36 w 717"/>
                    <a:gd name="T49" fmla="*/ 506 h 756"/>
                    <a:gd name="T50" fmla="*/ 38 w 717"/>
                    <a:gd name="T51" fmla="*/ 352 h 756"/>
                    <a:gd name="T52" fmla="*/ 39 w 717"/>
                    <a:gd name="T53" fmla="*/ 455 h 756"/>
                    <a:gd name="T54" fmla="*/ 41 w 717"/>
                    <a:gd name="T55" fmla="*/ 519 h 756"/>
                    <a:gd name="T56" fmla="*/ 43 w 717"/>
                    <a:gd name="T57" fmla="*/ 410 h 756"/>
                    <a:gd name="T58" fmla="*/ 44 w 717"/>
                    <a:gd name="T59" fmla="*/ 186 h 756"/>
                    <a:gd name="T60" fmla="*/ 45 w 717"/>
                    <a:gd name="T61" fmla="*/ 231 h 756"/>
                    <a:gd name="T62" fmla="*/ 48 w 717"/>
                    <a:gd name="T63" fmla="*/ 148 h 756"/>
                    <a:gd name="T64" fmla="*/ 48 w 717"/>
                    <a:gd name="T65" fmla="*/ 301 h 756"/>
                    <a:gd name="T66" fmla="*/ 48 w 717"/>
                    <a:gd name="T67" fmla="*/ 730 h 756"/>
                    <a:gd name="T68" fmla="*/ 54 w 717"/>
                    <a:gd name="T69" fmla="*/ 0 h 756"/>
                    <a:gd name="T70" fmla="*/ 54 w 717"/>
                    <a:gd name="T71" fmla="*/ 250 h 756"/>
                    <a:gd name="T72" fmla="*/ 55 w 717"/>
                    <a:gd name="T73" fmla="*/ 333 h 756"/>
                    <a:gd name="T74" fmla="*/ 57 w 717"/>
                    <a:gd name="T75" fmla="*/ 192 h 756"/>
                    <a:gd name="T76" fmla="*/ 59 w 717"/>
                    <a:gd name="T77" fmla="*/ 340 h 756"/>
                    <a:gd name="T78" fmla="*/ 58 w 717"/>
                    <a:gd name="T79" fmla="*/ 429 h 756"/>
                    <a:gd name="T80" fmla="*/ 60 w 717"/>
                    <a:gd name="T81" fmla="*/ 461 h 756"/>
                    <a:gd name="T82" fmla="*/ 0 60000 65536"/>
                    <a:gd name="T83" fmla="*/ 0 60000 65536"/>
                    <a:gd name="T84" fmla="*/ 0 60000 65536"/>
                    <a:gd name="T85" fmla="*/ 0 60000 65536"/>
                    <a:gd name="T86" fmla="*/ 0 60000 65536"/>
                    <a:gd name="T87" fmla="*/ 0 60000 65536"/>
                    <a:gd name="T88" fmla="*/ 0 60000 65536"/>
                    <a:gd name="T89" fmla="*/ 0 60000 65536"/>
                    <a:gd name="T90" fmla="*/ 0 60000 65536"/>
                    <a:gd name="T91" fmla="*/ 0 60000 65536"/>
                    <a:gd name="T92" fmla="*/ 0 60000 65536"/>
                    <a:gd name="T93" fmla="*/ 0 60000 65536"/>
                    <a:gd name="T94" fmla="*/ 0 60000 65536"/>
                    <a:gd name="T95" fmla="*/ 0 60000 65536"/>
                    <a:gd name="T96" fmla="*/ 0 60000 65536"/>
                    <a:gd name="T97" fmla="*/ 0 60000 65536"/>
                    <a:gd name="T98" fmla="*/ 0 60000 65536"/>
                    <a:gd name="T99" fmla="*/ 0 60000 65536"/>
                    <a:gd name="T100" fmla="*/ 0 60000 65536"/>
                    <a:gd name="T101" fmla="*/ 0 60000 65536"/>
                    <a:gd name="T102" fmla="*/ 0 60000 65536"/>
                    <a:gd name="T103" fmla="*/ 0 60000 65536"/>
                    <a:gd name="T104" fmla="*/ 0 60000 65536"/>
                    <a:gd name="T105" fmla="*/ 0 60000 65536"/>
                    <a:gd name="T106" fmla="*/ 0 60000 65536"/>
                    <a:gd name="T107" fmla="*/ 0 60000 65536"/>
                    <a:gd name="T108" fmla="*/ 0 60000 65536"/>
                    <a:gd name="T109" fmla="*/ 0 60000 65536"/>
                    <a:gd name="T110" fmla="*/ 0 60000 65536"/>
                    <a:gd name="T111" fmla="*/ 0 60000 65536"/>
                    <a:gd name="T112" fmla="*/ 0 60000 65536"/>
                    <a:gd name="T113" fmla="*/ 0 60000 65536"/>
                    <a:gd name="T114" fmla="*/ 0 60000 65536"/>
                    <a:gd name="T115" fmla="*/ 0 60000 65536"/>
                    <a:gd name="T116" fmla="*/ 0 60000 65536"/>
                    <a:gd name="T117" fmla="*/ 0 60000 65536"/>
                    <a:gd name="T118" fmla="*/ 0 60000 65536"/>
                    <a:gd name="T119" fmla="*/ 0 60000 65536"/>
                    <a:gd name="T120" fmla="*/ 0 60000 65536"/>
                    <a:gd name="T121" fmla="*/ 0 60000 65536"/>
                    <a:gd name="T122" fmla="*/ 0 60000 65536"/>
                    <a:gd name="T123" fmla="*/ 0 w 717"/>
                    <a:gd name="T124" fmla="*/ 0 h 756"/>
                    <a:gd name="T125" fmla="*/ 717 w 717"/>
                    <a:gd name="T126" fmla="*/ 756 h 756"/>
                  </a:gdLst>
                  <a:ahLst/>
                  <a:cxnLst>
                    <a:cxn ang="T82">
                      <a:pos x="T0" y="T1"/>
                    </a:cxn>
                    <a:cxn ang="T83">
                      <a:pos x="T2" y="T3"/>
                    </a:cxn>
                    <a:cxn ang="T84">
                      <a:pos x="T4" y="T5"/>
                    </a:cxn>
                    <a:cxn ang="T85">
                      <a:pos x="T6" y="T7"/>
                    </a:cxn>
                    <a:cxn ang="T86">
                      <a:pos x="T8" y="T9"/>
                    </a:cxn>
                    <a:cxn ang="T87">
                      <a:pos x="T10" y="T11"/>
                    </a:cxn>
                    <a:cxn ang="T88">
                      <a:pos x="T12" y="T13"/>
                    </a:cxn>
                    <a:cxn ang="T89">
                      <a:pos x="T14" y="T15"/>
                    </a:cxn>
                    <a:cxn ang="T90">
                      <a:pos x="T16" y="T17"/>
                    </a:cxn>
                    <a:cxn ang="T91">
                      <a:pos x="T18" y="T19"/>
                    </a:cxn>
                    <a:cxn ang="T92">
                      <a:pos x="T20" y="T21"/>
                    </a:cxn>
                    <a:cxn ang="T93">
                      <a:pos x="T22" y="T23"/>
                    </a:cxn>
                    <a:cxn ang="T94">
                      <a:pos x="T24" y="T25"/>
                    </a:cxn>
                    <a:cxn ang="T95">
                      <a:pos x="T26" y="T27"/>
                    </a:cxn>
                    <a:cxn ang="T96">
                      <a:pos x="T28" y="T29"/>
                    </a:cxn>
                    <a:cxn ang="T97">
                      <a:pos x="T30" y="T31"/>
                    </a:cxn>
                    <a:cxn ang="T98">
                      <a:pos x="T32" y="T33"/>
                    </a:cxn>
                    <a:cxn ang="T99">
                      <a:pos x="T34" y="T35"/>
                    </a:cxn>
                    <a:cxn ang="T100">
                      <a:pos x="T36" y="T37"/>
                    </a:cxn>
                    <a:cxn ang="T101">
                      <a:pos x="T38" y="T39"/>
                    </a:cxn>
                    <a:cxn ang="T102">
                      <a:pos x="T40" y="T41"/>
                    </a:cxn>
                    <a:cxn ang="T103">
                      <a:pos x="T42" y="T43"/>
                    </a:cxn>
                    <a:cxn ang="T104">
                      <a:pos x="T44" y="T45"/>
                    </a:cxn>
                    <a:cxn ang="T105">
                      <a:pos x="T46" y="T47"/>
                    </a:cxn>
                    <a:cxn ang="T106">
                      <a:pos x="T48" y="T49"/>
                    </a:cxn>
                    <a:cxn ang="T107">
                      <a:pos x="T50" y="T51"/>
                    </a:cxn>
                    <a:cxn ang="T108">
                      <a:pos x="T52" y="T53"/>
                    </a:cxn>
                    <a:cxn ang="T109">
                      <a:pos x="T54" y="T55"/>
                    </a:cxn>
                    <a:cxn ang="T110">
                      <a:pos x="T56" y="T57"/>
                    </a:cxn>
                    <a:cxn ang="T111">
                      <a:pos x="T58" y="T59"/>
                    </a:cxn>
                    <a:cxn ang="T112">
                      <a:pos x="T60" y="T61"/>
                    </a:cxn>
                    <a:cxn ang="T113">
                      <a:pos x="T62" y="T63"/>
                    </a:cxn>
                    <a:cxn ang="T114">
                      <a:pos x="T64" y="T65"/>
                    </a:cxn>
                    <a:cxn ang="T115">
                      <a:pos x="T66" y="T67"/>
                    </a:cxn>
                    <a:cxn ang="T116">
                      <a:pos x="T68" y="T69"/>
                    </a:cxn>
                    <a:cxn ang="T117">
                      <a:pos x="T70" y="T71"/>
                    </a:cxn>
                    <a:cxn ang="T118">
                      <a:pos x="T72" y="T73"/>
                    </a:cxn>
                    <a:cxn ang="T119">
                      <a:pos x="T74" y="T75"/>
                    </a:cxn>
                    <a:cxn ang="T120">
                      <a:pos x="T76" y="T77"/>
                    </a:cxn>
                    <a:cxn ang="T121">
                      <a:pos x="T78" y="T79"/>
                    </a:cxn>
                    <a:cxn ang="T122">
                      <a:pos x="T80" y="T81"/>
                    </a:cxn>
                  </a:cxnLst>
                  <a:rect l="T123" t="T124" r="T125" b="T126"/>
                  <a:pathLst>
                    <a:path w="717" h="756">
                      <a:moveTo>
                        <a:pt x="0" y="756"/>
                      </a:moveTo>
                      <a:lnTo>
                        <a:pt x="52" y="167"/>
                      </a:lnTo>
                      <a:lnTo>
                        <a:pt x="64" y="384"/>
                      </a:lnTo>
                      <a:lnTo>
                        <a:pt x="90" y="103"/>
                      </a:lnTo>
                      <a:lnTo>
                        <a:pt x="116" y="519"/>
                      </a:lnTo>
                      <a:lnTo>
                        <a:pt x="135" y="487"/>
                      </a:lnTo>
                      <a:lnTo>
                        <a:pt x="135" y="359"/>
                      </a:lnTo>
                      <a:lnTo>
                        <a:pt x="167" y="71"/>
                      </a:lnTo>
                      <a:lnTo>
                        <a:pt x="192" y="244"/>
                      </a:lnTo>
                      <a:lnTo>
                        <a:pt x="205" y="96"/>
                      </a:lnTo>
                      <a:lnTo>
                        <a:pt x="218" y="615"/>
                      </a:lnTo>
                      <a:lnTo>
                        <a:pt x="244" y="397"/>
                      </a:lnTo>
                      <a:lnTo>
                        <a:pt x="282" y="519"/>
                      </a:lnTo>
                      <a:lnTo>
                        <a:pt x="308" y="308"/>
                      </a:lnTo>
                      <a:lnTo>
                        <a:pt x="333" y="442"/>
                      </a:lnTo>
                      <a:lnTo>
                        <a:pt x="346" y="352"/>
                      </a:lnTo>
                      <a:lnTo>
                        <a:pt x="365" y="384"/>
                      </a:lnTo>
                      <a:lnTo>
                        <a:pt x="378" y="135"/>
                      </a:lnTo>
                      <a:lnTo>
                        <a:pt x="391" y="301"/>
                      </a:lnTo>
                      <a:lnTo>
                        <a:pt x="384" y="519"/>
                      </a:lnTo>
                      <a:lnTo>
                        <a:pt x="404" y="679"/>
                      </a:lnTo>
                      <a:lnTo>
                        <a:pt x="429" y="628"/>
                      </a:lnTo>
                      <a:lnTo>
                        <a:pt x="442" y="480"/>
                      </a:lnTo>
                      <a:lnTo>
                        <a:pt x="455" y="391"/>
                      </a:lnTo>
                      <a:lnTo>
                        <a:pt x="436" y="506"/>
                      </a:lnTo>
                      <a:lnTo>
                        <a:pt x="461" y="352"/>
                      </a:lnTo>
                      <a:lnTo>
                        <a:pt x="474" y="455"/>
                      </a:lnTo>
                      <a:lnTo>
                        <a:pt x="493" y="519"/>
                      </a:lnTo>
                      <a:lnTo>
                        <a:pt x="512" y="410"/>
                      </a:lnTo>
                      <a:lnTo>
                        <a:pt x="532" y="186"/>
                      </a:lnTo>
                      <a:lnTo>
                        <a:pt x="544" y="231"/>
                      </a:lnTo>
                      <a:lnTo>
                        <a:pt x="570" y="148"/>
                      </a:lnTo>
                      <a:lnTo>
                        <a:pt x="576" y="301"/>
                      </a:lnTo>
                      <a:lnTo>
                        <a:pt x="576" y="730"/>
                      </a:lnTo>
                      <a:lnTo>
                        <a:pt x="647" y="0"/>
                      </a:lnTo>
                      <a:lnTo>
                        <a:pt x="647" y="250"/>
                      </a:lnTo>
                      <a:lnTo>
                        <a:pt x="660" y="333"/>
                      </a:lnTo>
                      <a:lnTo>
                        <a:pt x="685" y="192"/>
                      </a:lnTo>
                      <a:lnTo>
                        <a:pt x="711" y="340"/>
                      </a:lnTo>
                      <a:lnTo>
                        <a:pt x="698" y="429"/>
                      </a:lnTo>
                      <a:lnTo>
                        <a:pt x="717" y="461"/>
                      </a:lnTo>
                    </a:path>
                  </a:pathLst>
                </a:custGeom>
                <a:noFill/>
                <a:ln w="9525">
                  <a:solidFill>
                    <a:srgbClr val="0079F2"/>
                  </a:solidFill>
                  <a:round/>
                  <a:headEnd/>
                  <a:tailEnd/>
                </a:ln>
              </p:spPr>
              <p:txBody>
                <a:bodyPr/>
                <a:lstStyle/>
                <a:p>
                  <a:endParaRPr lang="en-GB" sz="1600"/>
                </a:p>
              </p:txBody>
            </p:sp>
          </p:grpSp>
          <p:grpSp>
            <p:nvGrpSpPr>
              <p:cNvPr id="6" name="Group 27"/>
              <p:cNvGrpSpPr>
                <a:grpSpLocks/>
              </p:cNvGrpSpPr>
              <p:nvPr/>
            </p:nvGrpSpPr>
            <p:grpSpPr bwMode="auto">
              <a:xfrm flipH="1">
                <a:off x="4569" y="1098"/>
                <a:ext cx="590" cy="801"/>
                <a:chOff x="3462" y="1100"/>
                <a:chExt cx="1549" cy="801"/>
              </a:xfrm>
            </p:grpSpPr>
            <p:sp>
              <p:nvSpPr>
                <p:cNvPr id="15377" name="Freeform 28"/>
                <p:cNvSpPr>
                  <a:spLocks/>
                </p:cNvSpPr>
                <p:nvPr/>
              </p:nvSpPr>
              <p:spPr bwMode="auto">
                <a:xfrm>
                  <a:off x="3462" y="1126"/>
                  <a:ext cx="313" cy="756"/>
                </a:xfrm>
                <a:custGeom>
                  <a:avLst/>
                  <a:gdLst>
                    <a:gd name="T0" fmla="*/ 0 w 717"/>
                    <a:gd name="T1" fmla="*/ 756 h 756"/>
                    <a:gd name="T2" fmla="*/ 4 w 717"/>
                    <a:gd name="T3" fmla="*/ 167 h 756"/>
                    <a:gd name="T4" fmla="*/ 5 w 717"/>
                    <a:gd name="T5" fmla="*/ 384 h 756"/>
                    <a:gd name="T6" fmla="*/ 7 w 717"/>
                    <a:gd name="T7" fmla="*/ 103 h 756"/>
                    <a:gd name="T8" fmla="*/ 10 w 717"/>
                    <a:gd name="T9" fmla="*/ 519 h 756"/>
                    <a:gd name="T10" fmla="*/ 11 w 717"/>
                    <a:gd name="T11" fmla="*/ 487 h 756"/>
                    <a:gd name="T12" fmla="*/ 11 w 717"/>
                    <a:gd name="T13" fmla="*/ 359 h 756"/>
                    <a:gd name="T14" fmla="*/ 14 w 717"/>
                    <a:gd name="T15" fmla="*/ 71 h 756"/>
                    <a:gd name="T16" fmla="*/ 16 w 717"/>
                    <a:gd name="T17" fmla="*/ 244 h 756"/>
                    <a:gd name="T18" fmla="*/ 17 w 717"/>
                    <a:gd name="T19" fmla="*/ 96 h 756"/>
                    <a:gd name="T20" fmla="*/ 18 w 717"/>
                    <a:gd name="T21" fmla="*/ 615 h 756"/>
                    <a:gd name="T22" fmla="*/ 21 w 717"/>
                    <a:gd name="T23" fmla="*/ 397 h 756"/>
                    <a:gd name="T24" fmla="*/ 24 w 717"/>
                    <a:gd name="T25" fmla="*/ 519 h 756"/>
                    <a:gd name="T26" fmla="*/ 25 w 717"/>
                    <a:gd name="T27" fmla="*/ 308 h 756"/>
                    <a:gd name="T28" fmla="*/ 28 w 717"/>
                    <a:gd name="T29" fmla="*/ 442 h 756"/>
                    <a:gd name="T30" fmla="*/ 29 w 717"/>
                    <a:gd name="T31" fmla="*/ 352 h 756"/>
                    <a:gd name="T32" fmla="*/ 30 w 717"/>
                    <a:gd name="T33" fmla="*/ 384 h 756"/>
                    <a:gd name="T34" fmla="*/ 31 w 717"/>
                    <a:gd name="T35" fmla="*/ 135 h 756"/>
                    <a:gd name="T36" fmla="*/ 33 w 717"/>
                    <a:gd name="T37" fmla="*/ 301 h 756"/>
                    <a:gd name="T38" fmla="*/ 32 w 717"/>
                    <a:gd name="T39" fmla="*/ 519 h 756"/>
                    <a:gd name="T40" fmla="*/ 34 w 717"/>
                    <a:gd name="T41" fmla="*/ 679 h 756"/>
                    <a:gd name="T42" fmla="*/ 36 w 717"/>
                    <a:gd name="T43" fmla="*/ 628 h 756"/>
                    <a:gd name="T44" fmla="*/ 37 w 717"/>
                    <a:gd name="T45" fmla="*/ 480 h 756"/>
                    <a:gd name="T46" fmla="*/ 38 w 717"/>
                    <a:gd name="T47" fmla="*/ 391 h 756"/>
                    <a:gd name="T48" fmla="*/ 36 w 717"/>
                    <a:gd name="T49" fmla="*/ 506 h 756"/>
                    <a:gd name="T50" fmla="*/ 38 w 717"/>
                    <a:gd name="T51" fmla="*/ 352 h 756"/>
                    <a:gd name="T52" fmla="*/ 39 w 717"/>
                    <a:gd name="T53" fmla="*/ 455 h 756"/>
                    <a:gd name="T54" fmla="*/ 41 w 717"/>
                    <a:gd name="T55" fmla="*/ 519 h 756"/>
                    <a:gd name="T56" fmla="*/ 43 w 717"/>
                    <a:gd name="T57" fmla="*/ 410 h 756"/>
                    <a:gd name="T58" fmla="*/ 44 w 717"/>
                    <a:gd name="T59" fmla="*/ 186 h 756"/>
                    <a:gd name="T60" fmla="*/ 45 w 717"/>
                    <a:gd name="T61" fmla="*/ 231 h 756"/>
                    <a:gd name="T62" fmla="*/ 48 w 717"/>
                    <a:gd name="T63" fmla="*/ 148 h 756"/>
                    <a:gd name="T64" fmla="*/ 48 w 717"/>
                    <a:gd name="T65" fmla="*/ 301 h 756"/>
                    <a:gd name="T66" fmla="*/ 48 w 717"/>
                    <a:gd name="T67" fmla="*/ 730 h 756"/>
                    <a:gd name="T68" fmla="*/ 54 w 717"/>
                    <a:gd name="T69" fmla="*/ 0 h 756"/>
                    <a:gd name="T70" fmla="*/ 54 w 717"/>
                    <a:gd name="T71" fmla="*/ 250 h 756"/>
                    <a:gd name="T72" fmla="*/ 55 w 717"/>
                    <a:gd name="T73" fmla="*/ 333 h 756"/>
                    <a:gd name="T74" fmla="*/ 57 w 717"/>
                    <a:gd name="T75" fmla="*/ 192 h 756"/>
                    <a:gd name="T76" fmla="*/ 59 w 717"/>
                    <a:gd name="T77" fmla="*/ 340 h 756"/>
                    <a:gd name="T78" fmla="*/ 58 w 717"/>
                    <a:gd name="T79" fmla="*/ 429 h 756"/>
                    <a:gd name="T80" fmla="*/ 60 w 717"/>
                    <a:gd name="T81" fmla="*/ 461 h 756"/>
                    <a:gd name="T82" fmla="*/ 0 60000 65536"/>
                    <a:gd name="T83" fmla="*/ 0 60000 65536"/>
                    <a:gd name="T84" fmla="*/ 0 60000 65536"/>
                    <a:gd name="T85" fmla="*/ 0 60000 65536"/>
                    <a:gd name="T86" fmla="*/ 0 60000 65536"/>
                    <a:gd name="T87" fmla="*/ 0 60000 65536"/>
                    <a:gd name="T88" fmla="*/ 0 60000 65536"/>
                    <a:gd name="T89" fmla="*/ 0 60000 65536"/>
                    <a:gd name="T90" fmla="*/ 0 60000 65536"/>
                    <a:gd name="T91" fmla="*/ 0 60000 65536"/>
                    <a:gd name="T92" fmla="*/ 0 60000 65536"/>
                    <a:gd name="T93" fmla="*/ 0 60000 65536"/>
                    <a:gd name="T94" fmla="*/ 0 60000 65536"/>
                    <a:gd name="T95" fmla="*/ 0 60000 65536"/>
                    <a:gd name="T96" fmla="*/ 0 60000 65536"/>
                    <a:gd name="T97" fmla="*/ 0 60000 65536"/>
                    <a:gd name="T98" fmla="*/ 0 60000 65536"/>
                    <a:gd name="T99" fmla="*/ 0 60000 65536"/>
                    <a:gd name="T100" fmla="*/ 0 60000 65536"/>
                    <a:gd name="T101" fmla="*/ 0 60000 65536"/>
                    <a:gd name="T102" fmla="*/ 0 60000 65536"/>
                    <a:gd name="T103" fmla="*/ 0 60000 65536"/>
                    <a:gd name="T104" fmla="*/ 0 60000 65536"/>
                    <a:gd name="T105" fmla="*/ 0 60000 65536"/>
                    <a:gd name="T106" fmla="*/ 0 60000 65536"/>
                    <a:gd name="T107" fmla="*/ 0 60000 65536"/>
                    <a:gd name="T108" fmla="*/ 0 60000 65536"/>
                    <a:gd name="T109" fmla="*/ 0 60000 65536"/>
                    <a:gd name="T110" fmla="*/ 0 60000 65536"/>
                    <a:gd name="T111" fmla="*/ 0 60000 65536"/>
                    <a:gd name="T112" fmla="*/ 0 60000 65536"/>
                    <a:gd name="T113" fmla="*/ 0 60000 65536"/>
                    <a:gd name="T114" fmla="*/ 0 60000 65536"/>
                    <a:gd name="T115" fmla="*/ 0 60000 65536"/>
                    <a:gd name="T116" fmla="*/ 0 60000 65536"/>
                    <a:gd name="T117" fmla="*/ 0 60000 65536"/>
                    <a:gd name="T118" fmla="*/ 0 60000 65536"/>
                    <a:gd name="T119" fmla="*/ 0 60000 65536"/>
                    <a:gd name="T120" fmla="*/ 0 60000 65536"/>
                    <a:gd name="T121" fmla="*/ 0 60000 65536"/>
                    <a:gd name="T122" fmla="*/ 0 60000 65536"/>
                    <a:gd name="T123" fmla="*/ 0 w 717"/>
                    <a:gd name="T124" fmla="*/ 0 h 756"/>
                    <a:gd name="T125" fmla="*/ 717 w 717"/>
                    <a:gd name="T126" fmla="*/ 756 h 756"/>
                  </a:gdLst>
                  <a:ahLst/>
                  <a:cxnLst>
                    <a:cxn ang="T82">
                      <a:pos x="T0" y="T1"/>
                    </a:cxn>
                    <a:cxn ang="T83">
                      <a:pos x="T2" y="T3"/>
                    </a:cxn>
                    <a:cxn ang="T84">
                      <a:pos x="T4" y="T5"/>
                    </a:cxn>
                    <a:cxn ang="T85">
                      <a:pos x="T6" y="T7"/>
                    </a:cxn>
                    <a:cxn ang="T86">
                      <a:pos x="T8" y="T9"/>
                    </a:cxn>
                    <a:cxn ang="T87">
                      <a:pos x="T10" y="T11"/>
                    </a:cxn>
                    <a:cxn ang="T88">
                      <a:pos x="T12" y="T13"/>
                    </a:cxn>
                    <a:cxn ang="T89">
                      <a:pos x="T14" y="T15"/>
                    </a:cxn>
                    <a:cxn ang="T90">
                      <a:pos x="T16" y="T17"/>
                    </a:cxn>
                    <a:cxn ang="T91">
                      <a:pos x="T18" y="T19"/>
                    </a:cxn>
                    <a:cxn ang="T92">
                      <a:pos x="T20" y="T21"/>
                    </a:cxn>
                    <a:cxn ang="T93">
                      <a:pos x="T22" y="T23"/>
                    </a:cxn>
                    <a:cxn ang="T94">
                      <a:pos x="T24" y="T25"/>
                    </a:cxn>
                    <a:cxn ang="T95">
                      <a:pos x="T26" y="T27"/>
                    </a:cxn>
                    <a:cxn ang="T96">
                      <a:pos x="T28" y="T29"/>
                    </a:cxn>
                    <a:cxn ang="T97">
                      <a:pos x="T30" y="T31"/>
                    </a:cxn>
                    <a:cxn ang="T98">
                      <a:pos x="T32" y="T33"/>
                    </a:cxn>
                    <a:cxn ang="T99">
                      <a:pos x="T34" y="T35"/>
                    </a:cxn>
                    <a:cxn ang="T100">
                      <a:pos x="T36" y="T37"/>
                    </a:cxn>
                    <a:cxn ang="T101">
                      <a:pos x="T38" y="T39"/>
                    </a:cxn>
                    <a:cxn ang="T102">
                      <a:pos x="T40" y="T41"/>
                    </a:cxn>
                    <a:cxn ang="T103">
                      <a:pos x="T42" y="T43"/>
                    </a:cxn>
                    <a:cxn ang="T104">
                      <a:pos x="T44" y="T45"/>
                    </a:cxn>
                    <a:cxn ang="T105">
                      <a:pos x="T46" y="T47"/>
                    </a:cxn>
                    <a:cxn ang="T106">
                      <a:pos x="T48" y="T49"/>
                    </a:cxn>
                    <a:cxn ang="T107">
                      <a:pos x="T50" y="T51"/>
                    </a:cxn>
                    <a:cxn ang="T108">
                      <a:pos x="T52" y="T53"/>
                    </a:cxn>
                    <a:cxn ang="T109">
                      <a:pos x="T54" y="T55"/>
                    </a:cxn>
                    <a:cxn ang="T110">
                      <a:pos x="T56" y="T57"/>
                    </a:cxn>
                    <a:cxn ang="T111">
                      <a:pos x="T58" y="T59"/>
                    </a:cxn>
                    <a:cxn ang="T112">
                      <a:pos x="T60" y="T61"/>
                    </a:cxn>
                    <a:cxn ang="T113">
                      <a:pos x="T62" y="T63"/>
                    </a:cxn>
                    <a:cxn ang="T114">
                      <a:pos x="T64" y="T65"/>
                    </a:cxn>
                    <a:cxn ang="T115">
                      <a:pos x="T66" y="T67"/>
                    </a:cxn>
                    <a:cxn ang="T116">
                      <a:pos x="T68" y="T69"/>
                    </a:cxn>
                    <a:cxn ang="T117">
                      <a:pos x="T70" y="T71"/>
                    </a:cxn>
                    <a:cxn ang="T118">
                      <a:pos x="T72" y="T73"/>
                    </a:cxn>
                    <a:cxn ang="T119">
                      <a:pos x="T74" y="T75"/>
                    </a:cxn>
                    <a:cxn ang="T120">
                      <a:pos x="T76" y="T77"/>
                    </a:cxn>
                    <a:cxn ang="T121">
                      <a:pos x="T78" y="T79"/>
                    </a:cxn>
                    <a:cxn ang="T122">
                      <a:pos x="T80" y="T81"/>
                    </a:cxn>
                  </a:cxnLst>
                  <a:rect l="T123" t="T124" r="T125" b="T126"/>
                  <a:pathLst>
                    <a:path w="717" h="756">
                      <a:moveTo>
                        <a:pt x="0" y="756"/>
                      </a:moveTo>
                      <a:lnTo>
                        <a:pt x="52" y="167"/>
                      </a:lnTo>
                      <a:lnTo>
                        <a:pt x="64" y="384"/>
                      </a:lnTo>
                      <a:lnTo>
                        <a:pt x="90" y="103"/>
                      </a:lnTo>
                      <a:lnTo>
                        <a:pt x="116" y="519"/>
                      </a:lnTo>
                      <a:lnTo>
                        <a:pt x="135" y="487"/>
                      </a:lnTo>
                      <a:lnTo>
                        <a:pt x="135" y="359"/>
                      </a:lnTo>
                      <a:lnTo>
                        <a:pt x="167" y="71"/>
                      </a:lnTo>
                      <a:lnTo>
                        <a:pt x="192" y="244"/>
                      </a:lnTo>
                      <a:lnTo>
                        <a:pt x="205" y="96"/>
                      </a:lnTo>
                      <a:lnTo>
                        <a:pt x="218" y="615"/>
                      </a:lnTo>
                      <a:lnTo>
                        <a:pt x="244" y="397"/>
                      </a:lnTo>
                      <a:lnTo>
                        <a:pt x="282" y="519"/>
                      </a:lnTo>
                      <a:lnTo>
                        <a:pt x="308" y="308"/>
                      </a:lnTo>
                      <a:lnTo>
                        <a:pt x="333" y="442"/>
                      </a:lnTo>
                      <a:lnTo>
                        <a:pt x="346" y="352"/>
                      </a:lnTo>
                      <a:lnTo>
                        <a:pt x="365" y="384"/>
                      </a:lnTo>
                      <a:lnTo>
                        <a:pt x="378" y="135"/>
                      </a:lnTo>
                      <a:lnTo>
                        <a:pt x="391" y="301"/>
                      </a:lnTo>
                      <a:lnTo>
                        <a:pt x="384" y="519"/>
                      </a:lnTo>
                      <a:lnTo>
                        <a:pt x="404" y="679"/>
                      </a:lnTo>
                      <a:lnTo>
                        <a:pt x="429" y="628"/>
                      </a:lnTo>
                      <a:lnTo>
                        <a:pt x="442" y="480"/>
                      </a:lnTo>
                      <a:lnTo>
                        <a:pt x="455" y="391"/>
                      </a:lnTo>
                      <a:lnTo>
                        <a:pt x="436" y="506"/>
                      </a:lnTo>
                      <a:lnTo>
                        <a:pt x="461" y="352"/>
                      </a:lnTo>
                      <a:lnTo>
                        <a:pt x="474" y="455"/>
                      </a:lnTo>
                      <a:lnTo>
                        <a:pt x="493" y="519"/>
                      </a:lnTo>
                      <a:lnTo>
                        <a:pt x="512" y="410"/>
                      </a:lnTo>
                      <a:lnTo>
                        <a:pt x="532" y="186"/>
                      </a:lnTo>
                      <a:lnTo>
                        <a:pt x="544" y="231"/>
                      </a:lnTo>
                      <a:lnTo>
                        <a:pt x="570" y="148"/>
                      </a:lnTo>
                      <a:lnTo>
                        <a:pt x="576" y="301"/>
                      </a:lnTo>
                      <a:lnTo>
                        <a:pt x="576" y="730"/>
                      </a:lnTo>
                      <a:lnTo>
                        <a:pt x="647" y="0"/>
                      </a:lnTo>
                      <a:lnTo>
                        <a:pt x="647" y="250"/>
                      </a:lnTo>
                      <a:lnTo>
                        <a:pt x="660" y="333"/>
                      </a:lnTo>
                      <a:lnTo>
                        <a:pt x="685" y="192"/>
                      </a:lnTo>
                      <a:lnTo>
                        <a:pt x="711" y="340"/>
                      </a:lnTo>
                      <a:lnTo>
                        <a:pt x="698" y="429"/>
                      </a:lnTo>
                      <a:lnTo>
                        <a:pt x="717" y="461"/>
                      </a:lnTo>
                    </a:path>
                  </a:pathLst>
                </a:custGeom>
                <a:noFill/>
                <a:ln w="9525">
                  <a:solidFill>
                    <a:srgbClr val="0079F2"/>
                  </a:solidFill>
                  <a:round/>
                  <a:headEnd/>
                  <a:tailEnd/>
                </a:ln>
              </p:spPr>
              <p:txBody>
                <a:bodyPr/>
                <a:lstStyle/>
                <a:p>
                  <a:endParaRPr lang="en-GB" sz="1600"/>
                </a:p>
              </p:txBody>
            </p:sp>
            <p:sp>
              <p:nvSpPr>
                <p:cNvPr id="15378" name="Freeform 29"/>
                <p:cNvSpPr>
                  <a:spLocks/>
                </p:cNvSpPr>
                <p:nvPr/>
              </p:nvSpPr>
              <p:spPr bwMode="auto">
                <a:xfrm flipH="1" flipV="1">
                  <a:off x="3770" y="1145"/>
                  <a:ext cx="313" cy="756"/>
                </a:xfrm>
                <a:custGeom>
                  <a:avLst/>
                  <a:gdLst>
                    <a:gd name="T0" fmla="*/ 0 w 717"/>
                    <a:gd name="T1" fmla="*/ 756 h 756"/>
                    <a:gd name="T2" fmla="*/ 4 w 717"/>
                    <a:gd name="T3" fmla="*/ 167 h 756"/>
                    <a:gd name="T4" fmla="*/ 5 w 717"/>
                    <a:gd name="T5" fmla="*/ 384 h 756"/>
                    <a:gd name="T6" fmla="*/ 7 w 717"/>
                    <a:gd name="T7" fmla="*/ 103 h 756"/>
                    <a:gd name="T8" fmla="*/ 10 w 717"/>
                    <a:gd name="T9" fmla="*/ 519 h 756"/>
                    <a:gd name="T10" fmla="*/ 11 w 717"/>
                    <a:gd name="T11" fmla="*/ 487 h 756"/>
                    <a:gd name="T12" fmla="*/ 11 w 717"/>
                    <a:gd name="T13" fmla="*/ 359 h 756"/>
                    <a:gd name="T14" fmla="*/ 14 w 717"/>
                    <a:gd name="T15" fmla="*/ 71 h 756"/>
                    <a:gd name="T16" fmla="*/ 16 w 717"/>
                    <a:gd name="T17" fmla="*/ 244 h 756"/>
                    <a:gd name="T18" fmla="*/ 17 w 717"/>
                    <a:gd name="T19" fmla="*/ 96 h 756"/>
                    <a:gd name="T20" fmla="*/ 18 w 717"/>
                    <a:gd name="T21" fmla="*/ 615 h 756"/>
                    <a:gd name="T22" fmla="*/ 21 w 717"/>
                    <a:gd name="T23" fmla="*/ 397 h 756"/>
                    <a:gd name="T24" fmla="*/ 24 w 717"/>
                    <a:gd name="T25" fmla="*/ 519 h 756"/>
                    <a:gd name="T26" fmla="*/ 25 w 717"/>
                    <a:gd name="T27" fmla="*/ 308 h 756"/>
                    <a:gd name="T28" fmla="*/ 28 w 717"/>
                    <a:gd name="T29" fmla="*/ 442 h 756"/>
                    <a:gd name="T30" fmla="*/ 29 w 717"/>
                    <a:gd name="T31" fmla="*/ 352 h 756"/>
                    <a:gd name="T32" fmla="*/ 30 w 717"/>
                    <a:gd name="T33" fmla="*/ 384 h 756"/>
                    <a:gd name="T34" fmla="*/ 31 w 717"/>
                    <a:gd name="T35" fmla="*/ 135 h 756"/>
                    <a:gd name="T36" fmla="*/ 33 w 717"/>
                    <a:gd name="T37" fmla="*/ 301 h 756"/>
                    <a:gd name="T38" fmla="*/ 32 w 717"/>
                    <a:gd name="T39" fmla="*/ 519 h 756"/>
                    <a:gd name="T40" fmla="*/ 34 w 717"/>
                    <a:gd name="T41" fmla="*/ 679 h 756"/>
                    <a:gd name="T42" fmla="*/ 36 w 717"/>
                    <a:gd name="T43" fmla="*/ 628 h 756"/>
                    <a:gd name="T44" fmla="*/ 37 w 717"/>
                    <a:gd name="T45" fmla="*/ 480 h 756"/>
                    <a:gd name="T46" fmla="*/ 38 w 717"/>
                    <a:gd name="T47" fmla="*/ 391 h 756"/>
                    <a:gd name="T48" fmla="*/ 36 w 717"/>
                    <a:gd name="T49" fmla="*/ 506 h 756"/>
                    <a:gd name="T50" fmla="*/ 38 w 717"/>
                    <a:gd name="T51" fmla="*/ 352 h 756"/>
                    <a:gd name="T52" fmla="*/ 39 w 717"/>
                    <a:gd name="T53" fmla="*/ 455 h 756"/>
                    <a:gd name="T54" fmla="*/ 41 w 717"/>
                    <a:gd name="T55" fmla="*/ 519 h 756"/>
                    <a:gd name="T56" fmla="*/ 43 w 717"/>
                    <a:gd name="T57" fmla="*/ 410 h 756"/>
                    <a:gd name="T58" fmla="*/ 44 w 717"/>
                    <a:gd name="T59" fmla="*/ 186 h 756"/>
                    <a:gd name="T60" fmla="*/ 45 w 717"/>
                    <a:gd name="T61" fmla="*/ 231 h 756"/>
                    <a:gd name="T62" fmla="*/ 48 w 717"/>
                    <a:gd name="T63" fmla="*/ 148 h 756"/>
                    <a:gd name="T64" fmla="*/ 48 w 717"/>
                    <a:gd name="T65" fmla="*/ 301 h 756"/>
                    <a:gd name="T66" fmla="*/ 48 w 717"/>
                    <a:gd name="T67" fmla="*/ 730 h 756"/>
                    <a:gd name="T68" fmla="*/ 54 w 717"/>
                    <a:gd name="T69" fmla="*/ 0 h 756"/>
                    <a:gd name="T70" fmla="*/ 54 w 717"/>
                    <a:gd name="T71" fmla="*/ 250 h 756"/>
                    <a:gd name="T72" fmla="*/ 55 w 717"/>
                    <a:gd name="T73" fmla="*/ 333 h 756"/>
                    <a:gd name="T74" fmla="*/ 57 w 717"/>
                    <a:gd name="T75" fmla="*/ 192 h 756"/>
                    <a:gd name="T76" fmla="*/ 59 w 717"/>
                    <a:gd name="T77" fmla="*/ 340 h 756"/>
                    <a:gd name="T78" fmla="*/ 58 w 717"/>
                    <a:gd name="T79" fmla="*/ 429 h 756"/>
                    <a:gd name="T80" fmla="*/ 60 w 717"/>
                    <a:gd name="T81" fmla="*/ 461 h 756"/>
                    <a:gd name="T82" fmla="*/ 0 60000 65536"/>
                    <a:gd name="T83" fmla="*/ 0 60000 65536"/>
                    <a:gd name="T84" fmla="*/ 0 60000 65536"/>
                    <a:gd name="T85" fmla="*/ 0 60000 65536"/>
                    <a:gd name="T86" fmla="*/ 0 60000 65536"/>
                    <a:gd name="T87" fmla="*/ 0 60000 65536"/>
                    <a:gd name="T88" fmla="*/ 0 60000 65536"/>
                    <a:gd name="T89" fmla="*/ 0 60000 65536"/>
                    <a:gd name="T90" fmla="*/ 0 60000 65536"/>
                    <a:gd name="T91" fmla="*/ 0 60000 65536"/>
                    <a:gd name="T92" fmla="*/ 0 60000 65536"/>
                    <a:gd name="T93" fmla="*/ 0 60000 65536"/>
                    <a:gd name="T94" fmla="*/ 0 60000 65536"/>
                    <a:gd name="T95" fmla="*/ 0 60000 65536"/>
                    <a:gd name="T96" fmla="*/ 0 60000 65536"/>
                    <a:gd name="T97" fmla="*/ 0 60000 65536"/>
                    <a:gd name="T98" fmla="*/ 0 60000 65536"/>
                    <a:gd name="T99" fmla="*/ 0 60000 65536"/>
                    <a:gd name="T100" fmla="*/ 0 60000 65536"/>
                    <a:gd name="T101" fmla="*/ 0 60000 65536"/>
                    <a:gd name="T102" fmla="*/ 0 60000 65536"/>
                    <a:gd name="T103" fmla="*/ 0 60000 65536"/>
                    <a:gd name="T104" fmla="*/ 0 60000 65536"/>
                    <a:gd name="T105" fmla="*/ 0 60000 65536"/>
                    <a:gd name="T106" fmla="*/ 0 60000 65536"/>
                    <a:gd name="T107" fmla="*/ 0 60000 65536"/>
                    <a:gd name="T108" fmla="*/ 0 60000 65536"/>
                    <a:gd name="T109" fmla="*/ 0 60000 65536"/>
                    <a:gd name="T110" fmla="*/ 0 60000 65536"/>
                    <a:gd name="T111" fmla="*/ 0 60000 65536"/>
                    <a:gd name="T112" fmla="*/ 0 60000 65536"/>
                    <a:gd name="T113" fmla="*/ 0 60000 65536"/>
                    <a:gd name="T114" fmla="*/ 0 60000 65536"/>
                    <a:gd name="T115" fmla="*/ 0 60000 65536"/>
                    <a:gd name="T116" fmla="*/ 0 60000 65536"/>
                    <a:gd name="T117" fmla="*/ 0 60000 65536"/>
                    <a:gd name="T118" fmla="*/ 0 60000 65536"/>
                    <a:gd name="T119" fmla="*/ 0 60000 65536"/>
                    <a:gd name="T120" fmla="*/ 0 60000 65536"/>
                    <a:gd name="T121" fmla="*/ 0 60000 65536"/>
                    <a:gd name="T122" fmla="*/ 0 60000 65536"/>
                    <a:gd name="T123" fmla="*/ 0 w 717"/>
                    <a:gd name="T124" fmla="*/ 0 h 756"/>
                    <a:gd name="T125" fmla="*/ 717 w 717"/>
                    <a:gd name="T126" fmla="*/ 756 h 756"/>
                  </a:gdLst>
                  <a:ahLst/>
                  <a:cxnLst>
                    <a:cxn ang="T82">
                      <a:pos x="T0" y="T1"/>
                    </a:cxn>
                    <a:cxn ang="T83">
                      <a:pos x="T2" y="T3"/>
                    </a:cxn>
                    <a:cxn ang="T84">
                      <a:pos x="T4" y="T5"/>
                    </a:cxn>
                    <a:cxn ang="T85">
                      <a:pos x="T6" y="T7"/>
                    </a:cxn>
                    <a:cxn ang="T86">
                      <a:pos x="T8" y="T9"/>
                    </a:cxn>
                    <a:cxn ang="T87">
                      <a:pos x="T10" y="T11"/>
                    </a:cxn>
                    <a:cxn ang="T88">
                      <a:pos x="T12" y="T13"/>
                    </a:cxn>
                    <a:cxn ang="T89">
                      <a:pos x="T14" y="T15"/>
                    </a:cxn>
                    <a:cxn ang="T90">
                      <a:pos x="T16" y="T17"/>
                    </a:cxn>
                    <a:cxn ang="T91">
                      <a:pos x="T18" y="T19"/>
                    </a:cxn>
                    <a:cxn ang="T92">
                      <a:pos x="T20" y="T21"/>
                    </a:cxn>
                    <a:cxn ang="T93">
                      <a:pos x="T22" y="T23"/>
                    </a:cxn>
                    <a:cxn ang="T94">
                      <a:pos x="T24" y="T25"/>
                    </a:cxn>
                    <a:cxn ang="T95">
                      <a:pos x="T26" y="T27"/>
                    </a:cxn>
                    <a:cxn ang="T96">
                      <a:pos x="T28" y="T29"/>
                    </a:cxn>
                    <a:cxn ang="T97">
                      <a:pos x="T30" y="T31"/>
                    </a:cxn>
                    <a:cxn ang="T98">
                      <a:pos x="T32" y="T33"/>
                    </a:cxn>
                    <a:cxn ang="T99">
                      <a:pos x="T34" y="T35"/>
                    </a:cxn>
                    <a:cxn ang="T100">
                      <a:pos x="T36" y="T37"/>
                    </a:cxn>
                    <a:cxn ang="T101">
                      <a:pos x="T38" y="T39"/>
                    </a:cxn>
                    <a:cxn ang="T102">
                      <a:pos x="T40" y="T41"/>
                    </a:cxn>
                    <a:cxn ang="T103">
                      <a:pos x="T42" y="T43"/>
                    </a:cxn>
                    <a:cxn ang="T104">
                      <a:pos x="T44" y="T45"/>
                    </a:cxn>
                    <a:cxn ang="T105">
                      <a:pos x="T46" y="T47"/>
                    </a:cxn>
                    <a:cxn ang="T106">
                      <a:pos x="T48" y="T49"/>
                    </a:cxn>
                    <a:cxn ang="T107">
                      <a:pos x="T50" y="T51"/>
                    </a:cxn>
                    <a:cxn ang="T108">
                      <a:pos x="T52" y="T53"/>
                    </a:cxn>
                    <a:cxn ang="T109">
                      <a:pos x="T54" y="T55"/>
                    </a:cxn>
                    <a:cxn ang="T110">
                      <a:pos x="T56" y="T57"/>
                    </a:cxn>
                    <a:cxn ang="T111">
                      <a:pos x="T58" y="T59"/>
                    </a:cxn>
                    <a:cxn ang="T112">
                      <a:pos x="T60" y="T61"/>
                    </a:cxn>
                    <a:cxn ang="T113">
                      <a:pos x="T62" y="T63"/>
                    </a:cxn>
                    <a:cxn ang="T114">
                      <a:pos x="T64" y="T65"/>
                    </a:cxn>
                    <a:cxn ang="T115">
                      <a:pos x="T66" y="T67"/>
                    </a:cxn>
                    <a:cxn ang="T116">
                      <a:pos x="T68" y="T69"/>
                    </a:cxn>
                    <a:cxn ang="T117">
                      <a:pos x="T70" y="T71"/>
                    </a:cxn>
                    <a:cxn ang="T118">
                      <a:pos x="T72" y="T73"/>
                    </a:cxn>
                    <a:cxn ang="T119">
                      <a:pos x="T74" y="T75"/>
                    </a:cxn>
                    <a:cxn ang="T120">
                      <a:pos x="T76" y="T77"/>
                    </a:cxn>
                    <a:cxn ang="T121">
                      <a:pos x="T78" y="T79"/>
                    </a:cxn>
                    <a:cxn ang="T122">
                      <a:pos x="T80" y="T81"/>
                    </a:cxn>
                  </a:cxnLst>
                  <a:rect l="T123" t="T124" r="T125" b="T126"/>
                  <a:pathLst>
                    <a:path w="717" h="756">
                      <a:moveTo>
                        <a:pt x="0" y="756"/>
                      </a:moveTo>
                      <a:lnTo>
                        <a:pt x="52" y="167"/>
                      </a:lnTo>
                      <a:lnTo>
                        <a:pt x="64" y="384"/>
                      </a:lnTo>
                      <a:lnTo>
                        <a:pt x="90" y="103"/>
                      </a:lnTo>
                      <a:lnTo>
                        <a:pt x="116" y="519"/>
                      </a:lnTo>
                      <a:lnTo>
                        <a:pt x="135" y="487"/>
                      </a:lnTo>
                      <a:lnTo>
                        <a:pt x="135" y="359"/>
                      </a:lnTo>
                      <a:lnTo>
                        <a:pt x="167" y="71"/>
                      </a:lnTo>
                      <a:lnTo>
                        <a:pt x="192" y="244"/>
                      </a:lnTo>
                      <a:lnTo>
                        <a:pt x="205" y="96"/>
                      </a:lnTo>
                      <a:lnTo>
                        <a:pt x="218" y="615"/>
                      </a:lnTo>
                      <a:lnTo>
                        <a:pt x="244" y="397"/>
                      </a:lnTo>
                      <a:lnTo>
                        <a:pt x="282" y="519"/>
                      </a:lnTo>
                      <a:lnTo>
                        <a:pt x="308" y="308"/>
                      </a:lnTo>
                      <a:lnTo>
                        <a:pt x="333" y="442"/>
                      </a:lnTo>
                      <a:lnTo>
                        <a:pt x="346" y="352"/>
                      </a:lnTo>
                      <a:lnTo>
                        <a:pt x="365" y="384"/>
                      </a:lnTo>
                      <a:lnTo>
                        <a:pt x="378" y="135"/>
                      </a:lnTo>
                      <a:lnTo>
                        <a:pt x="391" y="301"/>
                      </a:lnTo>
                      <a:lnTo>
                        <a:pt x="384" y="519"/>
                      </a:lnTo>
                      <a:lnTo>
                        <a:pt x="404" y="679"/>
                      </a:lnTo>
                      <a:lnTo>
                        <a:pt x="429" y="628"/>
                      </a:lnTo>
                      <a:lnTo>
                        <a:pt x="442" y="480"/>
                      </a:lnTo>
                      <a:lnTo>
                        <a:pt x="455" y="391"/>
                      </a:lnTo>
                      <a:lnTo>
                        <a:pt x="436" y="506"/>
                      </a:lnTo>
                      <a:lnTo>
                        <a:pt x="461" y="352"/>
                      </a:lnTo>
                      <a:lnTo>
                        <a:pt x="474" y="455"/>
                      </a:lnTo>
                      <a:lnTo>
                        <a:pt x="493" y="519"/>
                      </a:lnTo>
                      <a:lnTo>
                        <a:pt x="512" y="410"/>
                      </a:lnTo>
                      <a:lnTo>
                        <a:pt x="532" y="186"/>
                      </a:lnTo>
                      <a:lnTo>
                        <a:pt x="544" y="231"/>
                      </a:lnTo>
                      <a:lnTo>
                        <a:pt x="570" y="148"/>
                      </a:lnTo>
                      <a:lnTo>
                        <a:pt x="576" y="301"/>
                      </a:lnTo>
                      <a:lnTo>
                        <a:pt x="576" y="730"/>
                      </a:lnTo>
                      <a:lnTo>
                        <a:pt x="647" y="0"/>
                      </a:lnTo>
                      <a:lnTo>
                        <a:pt x="647" y="250"/>
                      </a:lnTo>
                      <a:lnTo>
                        <a:pt x="660" y="333"/>
                      </a:lnTo>
                      <a:lnTo>
                        <a:pt x="685" y="192"/>
                      </a:lnTo>
                      <a:lnTo>
                        <a:pt x="711" y="340"/>
                      </a:lnTo>
                      <a:lnTo>
                        <a:pt x="698" y="429"/>
                      </a:lnTo>
                      <a:lnTo>
                        <a:pt x="717" y="461"/>
                      </a:lnTo>
                    </a:path>
                  </a:pathLst>
                </a:custGeom>
                <a:noFill/>
                <a:ln w="9525">
                  <a:solidFill>
                    <a:srgbClr val="0079F2"/>
                  </a:solidFill>
                  <a:round/>
                  <a:headEnd/>
                  <a:tailEnd/>
                </a:ln>
              </p:spPr>
              <p:txBody>
                <a:bodyPr/>
                <a:lstStyle/>
                <a:p>
                  <a:endParaRPr lang="en-GB" sz="1600"/>
                </a:p>
              </p:txBody>
            </p:sp>
            <p:sp>
              <p:nvSpPr>
                <p:cNvPr id="15379" name="Freeform 30"/>
                <p:cNvSpPr>
                  <a:spLocks/>
                </p:cNvSpPr>
                <p:nvPr/>
              </p:nvSpPr>
              <p:spPr bwMode="auto">
                <a:xfrm flipH="1">
                  <a:off x="4077" y="1119"/>
                  <a:ext cx="313" cy="756"/>
                </a:xfrm>
                <a:custGeom>
                  <a:avLst/>
                  <a:gdLst>
                    <a:gd name="T0" fmla="*/ 0 w 717"/>
                    <a:gd name="T1" fmla="*/ 756 h 756"/>
                    <a:gd name="T2" fmla="*/ 4 w 717"/>
                    <a:gd name="T3" fmla="*/ 167 h 756"/>
                    <a:gd name="T4" fmla="*/ 5 w 717"/>
                    <a:gd name="T5" fmla="*/ 384 h 756"/>
                    <a:gd name="T6" fmla="*/ 7 w 717"/>
                    <a:gd name="T7" fmla="*/ 103 h 756"/>
                    <a:gd name="T8" fmla="*/ 10 w 717"/>
                    <a:gd name="T9" fmla="*/ 519 h 756"/>
                    <a:gd name="T10" fmla="*/ 11 w 717"/>
                    <a:gd name="T11" fmla="*/ 487 h 756"/>
                    <a:gd name="T12" fmla="*/ 11 w 717"/>
                    <a:gd name="T13" fmla="*/ 359 h 756"/>
                    <a:gd name="T14" fmla="*/ 14 w 717"/>
                    <a:gd name="T15" fmla="*/ 71 h 756"/>
                    <a:gd name="T16" fmla="*/ 16 w 717"/>
                    <a:gd name="T17" fmla="*/ 244 h 756"/>
                    <a:gd name="T18" fmla="*/ 17 w 717"/>
                    <a:gd name="T19" fmla="*/ 96 h 756"/>
                    <a:gd name="T20" fmla="*/ 18 w 717"/>
                    <a:gd name="T21" fmla="*/ 615 h 756"/>
                    <a:gd name="T22" fmla="*/ 21 w 717"/>
                    <a:gd name="T23" fmla="*/ 397 h 756"/>
                    <a:gd name="T24" fmla="*/ 24 w 717"/>
                    <a:gd name="T25" fmla="*/ 519 h 756"/>
                    <a:gd name="T26" fmla="*/ 25 w 717"/>
                    <a:gd name="T27" fmla="*/ 308 h 756"/>
                    <a:gd name="T28" fmla="*/ 28 w 717"/>
                    <a:gd name="T29" fmla="*/ 442 h 756"/>
                    <a:gd name="T30" fmla="*/ 29 w 717"/>
                    <a:gd name="T31" fmla="*/ 352 h 756"/>
                    <a:gd name="T32" fmla="*/ 30 w 717"/>
                    <a:gd name="T33" fmla="*/ 384 h 756"/>
                    <a:gd name="T34" fmla="*/ 31 w 717"/>
                    <a:gd name="T35" fmla="*/ 135 h 756"/>
                    <a:gd name="T36" fmla="*/ 33 w 717"/>
                    <a:gd name="T37" fmla="*/ 301 h 756"/>
                    <a:gd name="T38" fmla="*/ 32 w 717"/>
                    <a:gd name="T39" fmla="*/ 519 h 756"/>
                    <a:gd name="T40" fmla="*/ 34 w 717"/>
                    <a:gd name="T41" fmla="*/ 679 h 756"/>
                    <a:gd name="T42" fmla="*/ 36 w 717"/>
                    <a:gd name="T43" fmla="*/ 628 h 756"/>
                    <a:gd name="T44" fmla="*/ 37 w 717"/>
                    <a:gd name="T45" fmla="*/ 480 h 756"/>
                    <a:gd name="T46" fmla="*/ 38 w 717"/>
                    <a:gd name="T47" fmla="*/ 391 h 756"/>
                    <a:gd name="T48" fmla="*/ 36 w 717"/>
                    <a:gd name="T49" fmla="*/ 506 h 756"/>
                    <a:gd name="T50" fmla="*/ 38 w 717"/>
                    <a:gd name="T51" fmla="*/ 352 h 756"/>
                    <a:gd name="T52" fmla="*/ 39 w 717"/>
                    <a:gd name="T53" fmla="*/ 455 h 756"/>
                    <a:gd name="T54" fmla="*/ 41 w 717"/>
                    <a:gd name="T55" fmla="*/ 519 h 756"/>
                    <a:gd name="T56" fmla="*/ 43 w 717"/>
                    <a:gd name="T57" fmla="*/ 410 h 756"/>
                    <a:gd name="T58" fmla="*/ 44 w 717"/>
                    <a:gd name="T59" fmla="*/ 186 h 756"/>
                    <a:gd name="T60" fmla="*/ 45 w 717"/>
                    <a:gd name="T61" fmla="*/ 231 h 756"/>
                    <a:gd name="T62" fmla="*/ 48 w 717"/>
                    <a:gd name="T63" fmla="*/ 148 h 756"/>
                    <a:gd name="T64" fmla="*/ 48 w 717"/>
                    <a:gd name="T65" fmla="*/ 301 h 756"/>
                    <a:gd name="T66" fmla="*/ 48 w 717"/>
                    <a:gd name="T67" fmla="*/ 730 h 756"/>
                    <a:gd name="T68" fmla="*/ 54 w 717"/>
                    <a:gd name="T69" fmla="*/ 0 h 756"/>
                    <a:gd name="T70" fmla="*/ 54 w 717"/>
                    <a:gd name="T71" fmla="*/ 250 h 756"/>
                    <a:gd name="T72" fmla="*/ 55 w 717"/>
                    <a:gd name="T73" fmla="*/ 333 h 756"/>
                    <a:gd name="T74" fmla="*/ 57 w 717"/>
                    <a:gd name="T75" fmla="*/ 192 h 756"/>
                    <a:gd name="T76" fmla="*/ 59 w 717"/>
                    <a:gd name="T77" fmla="*/ 340 h 756"/>
                    <a:gd name="T78" fmla="*/ 58 w 717"/>
                    <a:gd name="T79" fmla="*/ 429 h 756"/>
                    <a:gd name="T80" fmla="*/ 60 w 717"/>
                    <a:gd name="T81" fmla="*/ 461 h 756"/>
                    <a:gd name="T82" fmla="*/ 0 60000 65536"/>
                    <a:gd name="T83" fmla="*/ 0 60000 65536"/>
                    <a:gd name="T84" fmla="*/ 0 60000 65536"/>
                    <a:gd name="T85" fmla="*/ 0 60000 65536"/>
                    <a:gd name="T86" fmla="*/ 0 60000 65536"/>
                    <a:gd name="T87" fmla="*/ 0 60000 65536"/>
                    <a:gd name="T88" fmla="*/ 0 60000 65536"/>
                    <a:gd name="T89" fmla="*/ 0 60000 65536"/>
                    <a:gd name="T90" fmla="*/ 0 60000 65536"/>
                    <a:gd name="T91" fmla="*/ 0 60000 65536"/>
                    <a:gd name="T92" fmla="*/ 0 60000 65536"/>
                    <a:gd name="T93" fmla="*/ 0 60000 65536"/>
                    <a:gd name="T94" fmla="*/ 0 60000 65536"/>
                    <a:gd name="T95" fmla="*/ 0 60000 65536"/>
                    <a:gd name="T96" fmla="*/ 0 60000 65536"/>
                    <a:gd name="T97" fmla="*/ 0 60000 65536"/>
                    <a:gd name="T98" fmla="*/ 0 60000 65536"/>
                    <a:gd name="T99" fmla="*/ 0 60000 65536"/>
                    <a:gd name="T100" fmla="*/ 0 60000 65536"/>
                    <a:gd name="T101" fmla="*/ 0 60000 65536"/>
                    <a:gd name="T102" fmla="*/ 0 60000 65536"/>
                    <a:gd name="T103" fmla="*/ 0 60000 65536"/>
                    <a:gd name="T104" fmla="*/ 0 60000 65536"/>
                    <a:gd name="T105" fmla="*/ 0 60000 65536"/>
                    <a:gd name="T106" fmla="*/ 0 60000 65536"/>
                    <a:gd name="T107" fmla="*/ 0 60000 65536"/>
                    <a:gd name="T108" fmla="*/ 0 60000 65536"/>
                    <a:gd name="T109" fmla="*/ 0 60000 65536"/>
                    <a:gd name="T110" fmla="*/ 0 60000 65536"/>
                    <a:gd name="T111" fmla="*/ 0 60000 65536"/>
                    <a:gd name="T112" fmla="*/ 0 60000 65536"/>
                    <a:gd name="T113" fmla="*/ 0 60000 65536"/>
                    <a:gd name="T114" fmla="*/ 0 60000 65536"/>
                    <a:gd name="T115" fmla="*/ 0 60000 65536"/>
                    <a:gd name="T116" fmla="*/ 0 60000 65536"/>
                    <a:gd name="T117" fmla="*/ 0 60000 65536"/>
                    <a:gd name="T118" fmla="*/ 0 60000 65536"/>
                    <a:gd name="T119" fmla="*/ 0 60000 65536"/>
                    <a:gd name="T120" fmla="*/ 0 60000 65536"/>
                    <a:gd name="T121" fmla="*/ 0 60000 65536"/>
                    <a:gd name="T122" fmla="*/ 0 60000 65536"/>
                    <a:gd name="T123" fmla="*/ 0 w 717"/>
                    <a:gd name="T124" fmla="*/ 0 h 756"/>
                    <a:gd name="T125" fmla="*/ 717 w 717"/>
                    <a:gd name="T126" fmla="*/ 756 h 756"/>
                  </a:gdLst>
                  <a:ahLst/>
                  <a:cxnLst>
                    <a:cxn ang="T82">
                      <a:pos x="T0" y="T1"/>
                    </a:cxn>
                    <a:cxn ang="T83">
                      <a:pos x="T2" y="T3"/>
                    </a:cxn>
                    <a:cxn ang="T84">
                      <a:pos x="T4" y="T5"/>
                    </a:cxn>
                    <a:cxn ang="T85">
                      <a:pos x="T6" y="T7"/>
                    </a:cxn>
                    <a:cxn ang="T86">
                      <a:pos x="T8" y="T9"/>
                    </a:cxn>
                    <a:cxn ang="T87">
                      <a:pos x="T10" y="T11"/>
                    </a:cxn>
                    <a:cxn ang="T88">
                      <a:pos x="T12" y="T13"/>
                    </a:cxn>
                    <a:cxn ang="T89">
                      <a:pos x="T14" y="T15"/>
                    </a:cxn>
                    <a:cxn ang="T90">
                      <a:pos x="T16" y="T17"/>
                    </a:cxn>
                    <a:cxn ang="T91">
                      <a:pos x="T18" y="T19"/>
                    </a:cxn>
                    <a:cxn ang="T92">
                      <a:pos x="T20" y="T21"/>
                    </a:cxn>
                    <a:cxn ang="T93">
                      <a:pos x="T22" y="T23"/>
                    </a:cxn>
                    <a:cxn ang="T94">
                      <a:pos x="T24" y="T25"/>
                    </a:cxn>
                    <a:cxn ang="T95">
                      <a:pos x="T26" y="T27"/>
                    </a:cxn>
                    <a:cxn ang="T96">
                      <a:pos x="T28" y="T29"/>
                    </a:cxn>
                    <a:cxn ang="T97">
                      <a:pos x="T30" y="T31"/>
                    </a:cxn>
                    <a:cxn ang="T98">
                      <a:pos x="T32" y="T33"/>
                    </a:cxn>
                    <a:cxn ang="T99">
                      <a:pos x="T34" y="T35"/>
                    </a:cxn>
                    <a:cxn ang="T100">
                      <a:pos x="T36" y="T37"/>
                    </a:cxn>
                    <a:cxn ang="T101">
                      <a:pos x="T38" y="T39"/>
                    </a:cxn>
                    <a:cxn ang="T102">
                      <a:pos x="T40" y="T41"/>
                    </a:cxn>
                    <a:cxn ang="T103">
                      <a:pos x="T42" y="T43"/>
                    </a:cxn>
                    <a:cxn ang="T104">
                      <a:pos x="T44" y="T45"/>
                    </a:cxn>
                    <a:cxn ang="T105">
                      <a:pos x="T46" y="T47"/>
                    </a:cxn>
                    <a:cxn ang="T106">
                      <a:pos x="T48" y="T49"/>
                    </a:cxn>
                    <a:cxn ang="T107">
                      <a:pos x="T50" y="T51"/>
                    </a:cxn>
                    <a:cxn ang="T108">
                      <a:pos x="T52" y="T53"/>
                    </a:cxn>
                    <a:cxn ang="T109">
                      <a:pos x="T54" y="T55"/>
                    </a:cxn>
                    <a:cxn ang="T110">
                      <a:pos x="T56" y="T57"/>
                    </a:cxn>
                    <a:cxn ang="T111">
                      <a:pos x="T58" y="T59"/>
                    </a:cxn>
                    <a:cxn ang="T112">
                      <a:pos x="T60" y="T61"/>
                    </a:cxn>
                    <a:cxn ang="T113">
                      <a:pos x="T62" y="T63"/>
                    </a:cxn>
                    <a:cxn ang="T114">
                      <a:pos x="T64" y="T65"/>
                    </a:cxn>
                    <a:cxn ang="T115">
                      <a:pos x="T66" y="T67"/>
                    </a:cxn>
                    <a:cxn ang="T116">
                      <a:pos x="T68" y="T69"/>
                    </a:cxn>
                    <a:cxn ang="T117">
                      <a:pos x="T70" y="T71"/>
                    </a:cxn>
                    <a:cxn ang="T118">
                      <a:pos x="T72" y="T73"/>
                    </a:cxn>
                    <a:cxn ang="T119">
                      <a:pos x="T74" y="T75"/>
                    </a:cxn>
                    <a:cxn ang="T120">
                      <a:pos x="T76" y="T77"/>
                    </a:cxn>
                    <a:cxn ang="T121">
                      <a:pos x="T78" y="T79"/>
                    </a:cxn>
                    <a:cxn ang="T122">
                      <a:pos x="T80" y="T81"/>
                    </a:cxn>
                  </a:cxnLst>
                  <a:rect l="T123" t="T124" r="T125" b="T126"/>
                  <a:pathLst>
                    <a:path w="717" h="756">
                      <a:moveTo>
                        <a:pt x="0" y="756"/>
                      </a:moveTo>
                      <a:lnTo>
                        <a:pt x="52" y="167"/>
                      </a:lnTo>
                      <a:lnTo>
                        <a:pt x="64" y="384"/>
                      </a:lnTo>
                      <a:lnTo>
                        <a:pt x="90" y="103"/>
                      </a:lnTo>
                      <a:lnTo>
                        <a:pt x="116" y="519"/>
                      </a:lnTo>
                      <a:lnTo>
                        <a:pt x="135" y="487"/>
                      </a:lnTo>
                      <a:lnTo>
                        <a:pt x="135" y="359"/>
                      </a:lnTo>
                      <a:lnTo>
                        <a:pt x="167" y="71"/>
                      </a:lnTo>
                      <a:lnTo>
                        <a:pt x="192" y="244"/>
                      </a:lnTo>
                      <a:lnTo>
                        <a:pt x="205" y="96"/>
                      </a:lnTo>
                      <a:lnTo>
                        <a:pt x="218" y="615"/>
                      </a:lnTo>
                      <a:lnTo>
                        <a:pt x="244" y="397"/>
                      </a:lnTo>
                      <a:lnTo>
                        <a:pt x="282" y="519"/>
                      </a:lnTo>
                      <a:lnTo>
                        <a:pt x="308" y="308"/>
                      </a:lnTo>
                      <a:lnTo>
                        <a:pt x="333" y="442"/>
                      </a:lnTo>
                      <a:lnTo>
                        <a:pt x="346" y="352"/>
                      </a:lnTo>
                      <a:lnTo>
                        <a:pt x="365" y="384"/>
                      </a:lnTo>
                      <a:lnTo>
                        <a:pt x="378" y="135"/>
                      </a:lnTo>
                      <a:lnTo>
                        <a:pt x="391" y="301"/>
                      </a:lnTo>
                      <a:lnTo>
                        <a:pt x="384" y="519"/>
                      </a:lnTo>
                      <a:lnTo>
                        <a:pt x="404" y="679"/>
                      </a:lnTo>
                      <a:lnTo>
                        <a:pt x="429" y="628"/>
                      </a:lnTo>
                      <a:lnTo>
                        <a:pt x="442" y="480"/>
                      </a:lnTo>
                      <a:lnTo>
                        <a:pt x="455" y="391"/>
                      </a:lnTo>
                      <a:lnTo>
                        <a:pt x="436" y="506"/>
                      </a:lnTo>
                      <a:lnTo>
                        <a:pt x="461" y="352"/>
                      </a:lnTo>
                      <a:lnTo>
                        <a:pt x="474" y="455"/>
                      </a:lnTo>
                      <a:lnTo>
                        <a:pt x="493" y="519"/>
                      </a:lnTo>
                      <a:lnTo>
                        <a:pt x="512" y="410"/>
                      </a:lnTo>
                      <a:lnTo>
                        <a:pt x="532" y="186"/>
                      </a:lnTo>
                      <a:lnTo>
                        <a:pt x="544" y="231"/>
                      </a:lnTo>
                      <a:lnTo>
                        <a:pt x="570" y="148"/>
                      </a:lnTo>
                      <a:lnTo>
                        <a:pt x="576" y="301"/>
                      </a:lnTo>
                      <a:lnTo>
                        <a:pt x="576" y="730"/>
                      </a:lnTo>
                      <a:lnTo>
                        <a:pt x="647" y="0"/>
                      </a:lnTo>
                      <a:lnTo>
                        <a:pt x="647" y="250"/>
                      </a:lnTo>
                      <a:lnTo>
                        <a:pt x="660" y="333"/>
                      </a:lnTo>
                      <a:lnTo>
                        <a:pt x="685" y="192"/>
                      </a:lnTo>
                      <a:lnTo>
                        <a:pt x="711" y="340"/>
                      </a:lnTo>
                      <a:lnTo>
                        <a:pt x="698" y="429"/>
                      </a:lnTo>
                      <a:lnTo>
                        <a:pt x="717" y="461"/>
                      </a:lnTo>
                    </a:path>
                  </a:pathLst>
                </a:custGeom>
                <a:noFill/>
                <a:ln w="9525">
                  <a:solidFill>
                    <a:srgbClr val="0079F2"/>
                  </a:solidFill>
                  <a:round/>
                  <a:headEnd/>
                  <a:tailEnd/>
                </a:ln>
              </p:spPr>
              <p:txBody>
                <a:bodyPr/>
                <a:lstStyle/>
                <a:p>
                  <a:endParaRPr lang="en-GB" sz="1600"/>
                </a:p>
              </p:txBody>
            </p:sp>
            <p:sp>
              <p:nvSpPr>
                <p:cNvPr id="15380" name="Freeform 31"/>
                <p:cNvSpPr>
                  <a:spLocks/>
                </p:cNvSpPr>
                <p:nvPr/>
              </p:nvSpPr>
              <p:spPr bwMode="auto">
                <a:xfrm flipV="1">
                  <a:off x="4385" y="1138"/>
                  <a:ext cx="313" cy="756"/>
                </a:xfrm>
                <a:custGeom>
                  <a:avLst/>
                  <a:gdLst>
                    <a:gd name="T0" fmla="*/ 0 w 717"/>
                    <a:gd name="T1" fmla="*/ 756 h 756"/>
                    <a:gd name="T2" fmla="*/ 4 w 717"/>
                    <a:gd name="T3" fmla="*/ 167 h 756"/>
                    <a:gd name="T4" fmla="*/ 5 w 717"/>
                    <a:gd name="T5" fmla="*/ 384 h 756"/>
                    <a:gd name="T6" fmla="*/ 7 w 717"/>
                    <a:gd name="T7" fmla="*/ 103 h 756"/>
                    <a:gd name="T8" fmla="*/ 10 w 717"/>
                    <a:gd name="T9" fmla="*/ 519 h 756"/>
                    <a:gd name="T10" fmla="*/ 11 w 717"/>
                    <a:gd name="T11" fmla="*/ 487 h 756"/>
                    <a:gd name="T12" fmla="*/ 11 w 717"/>
                    <a:gd name="T13" fmla="*/ 359 h 756"/>
                    <a:gd name="T14" fmla="*/ 14 w 717"/>
                    <a:gd name="T15" fmla="*/ 71 h 756"/>
                    <a:gd name="T16" fmla="*/ 16 w 717"/>
                    <a:gd name="T17" fmla="*/ 244 h 756"/>
                    <a:gd name="T18" fmla="*/ 17 w 717"/>
                    <a:gd name="T19" fmla="*/ 96 h 756"/>
                    <a:gd name="T20" fmla="*/ 18 w 717"/>
                    <a:gd name="T21" fmla="*/ 615 h 756"/>
                    <a:gd name="T22" fmla="*/ 21 w 717"/>
                    <a:gd name="T23" fmla="*/ 397 h 756"/>
                    <a:gd name="T24" fmla="*/ 24 w 717"/>
                    <a:gd name="T25" fmla="*/ 519 h 756"/>
                    <a:gd name="T26" fmla="*/ 25 w 717"/>
                    <a:gd name="T27" fmla="*/ 308 h 756"/>
                    <a:gd name="T28" fmla="*/ 28 w 717"/>
                    <a:gd name="T29" fmla="*/ 442 h 756"/>
                    <a:gd name="T30" fmla="*/ 29 w 717"/>
                    <a:gd name="T31" fmla="*/ 352 h 756"/>
                    <a:gd name="T32" fmla="*/ 30 w 717"/>
                    <a:gd name="T33" fmla="*/ 384 h 756"/>
                    <a:gd name="T34" fmla="*/ 31 w 717"/>
                    <a:gd name="T35" fmla="*/ 135 h 756"/>
                    <a:gd name="T36" fmla="*/ 33 w 717"/>
                    <a:gd name="T37" fmla="*/ 301 h 756"/>
                    <a:gd name="T38" fmla="*/ 32 w 717"/>
                    <a:gd name="T39" fmla="*/ 519 h 756"/>
                    <a:gd name="T40" fmla="*/ 34 w 717"/>
                    <a:gd name="T41" fmla="*/ 679 h 756"/>
                    <a:gd name="T42" fmla="*/ 36 w 717"/>
                    <a:gd name="T43" fmla="*/ 628 h 756"/>
                    <a:gd name="T44" fmla="*/ 37 w 717"/>
                    <a:gd name="T45" fmla="*/ 480 h 756"/>
                    <a:gd name="T46" fmla="*/ 38 w 717"/>
                    <a:gd name="T47" fmla="*/ 391 h 756"/>
                    <a:gd name="T48" fmla="*/ 36 w 717"/>
                    <a:gd name="T49" fmla="*/ 506 h 756"/>
                    <a:gd name="T50" fmla="*/ 38 w 717"/>
                    <a:gd name="T51" fmla="*/ 352 h 756"/>
                    <a:gd name="T52" fmla="*/ 39 w 717"/>
                    <a:gd name="T53" fmla="*/ 455 h 756"/>
                    <a:gd name="T54" fmla="*/ 41 w 717"/>
                    <a:gd name="T55" fmla="*/ 519 h 756"/>
                    <a:gd name="T56" fmla="*/ 43 w 717"/>
                    <a:gd name="T57" fmla="*/ 410 h 756"/>
                    <a:gd name="T58" fmla="*/ 44 w 717"/>
                    <a:gd name="T59" fmla="*/ 186 h 756"/>
                    <a:gd name="T60" fmla="*/ 45 w 717"/>
                    <a:gd name="T61" fmla="*/ 231 h 756"/>
                    <a:gd name="T62" fmla="*/ 48 w 717"/>
                    <a:gd name="T63" fmla="*/ 148 h 756"/>
                    <a:gd name="T64" fmla="*/ 48 w 717"/>
                    <a:gd name="T65" fmla="*/ 301 h 756"/>
                    <a:gd name="T66" fmla="*/ 48 w 717"/>
                    <a:gd name="T67" fmla="*/ 730 h 756"/>
                    <a:gd name="T68" fmla="*/ 54 w 717"/>
                    <a:gd name="T69" fmla="*/ 0 h 756"/>
                    <a:gd name="T70" fmla="*/ 54 w 717"/>
                    <a:gd name="T71" fmla="*/ 250 h 756"/>
                    <a:gd name="T72" fmla="*/ 55 w 717"/>
                    <a:gd name="T73" fmla="*/ 333 h 756"/>
                    <a:gd name="T74" fmla="*/ 57 w 717"/>
                    <a:gd name="T75" fmla="*/ 192 h 756"/>
                    <a:gd name="T76" fmla="*/ 59 w 717"/>
                    <a:gd name="T77" fmla="*/ 340 h 756"/>
                    <a:gd name="T78" fmla="*/ 58 w 717"/>
                    <a:gd name="T79" fmla="*/ 429 h 756"/>
                    <a:gd name="T80" fmla="*/ 60 w 717"/>
                    <a:gd name="T81" fmla="*/ 461 h 756"/>
                    <a:gd name="T82" fmla="*/ 0 60000 65536"/>
                    <a:gd name="T83" fmla="*/ 0 60000 65536"/>
                    <a:gd name="T84" fmla="*/ 0 60000 65536"/>
                    <a:gd name="T85" fmla="*/ 0 60000 65536"/>
                    <a:gd name="T86" fmla="*/ 0 60000 65536"/>
                    <a:gd name="T87" fmla="*/ 0 60000 65536"/>
                    <a:gd name="T88" fmla="*/ 0 60000 65536"/>
                    <a:gd name="T89" fmla="*/ 0 60000 65536"/>
                    <a:gd name="T90" fmla="*/ 0 60000 65536"/>
                    <a:gd name="T91" fmla="*/ 0 60000 65536"/>
                    <a:gd name="T92" fmla="*/ 0 60000 65536"/>
                    <a:gd name="T93" fmla="*/ 0 60000 65536"/>
                    <a:gd name="T94" fmla="*/ 0 60000 65536"/>
                    <a:gd name="T95" fmla="*/ 0 60000 65536"/>
                    <a:gd name="T96" fmla="*/ 0 60000 65536"/>
                    <a:gd name="T97" fmla="*/ 0 60000 65536"/>
                    <a:gd name="T98" fmla="*/ 0 60000 65536"/>
                    <a:gd name="T99" fmla="*/ 0 60000 65536"/>
                    <a:gd name="T100" fmla="*/ 0 60000 65536"/>
                    <a:gd name="T101" fmla="*/ 0 60000 65536"/>
                    <a:gd name="T102" fmla="*/ 0 60000 65536"/>
                    <a:gd name="T103" fmla="*/ 0 60000 65536"/>
                    <a:gd name="T104" fmla="*/ 0 60000 65536"/>
                    <a:gd name="T105" fmla="*/ 0 60000 65536"/>
                    <a:gd name="T106" fmla="*/ 0 60000 65536"/>
                    <a:gd name="T107" fmla="*/ 0 60000 65536"/>
                    <a:gd name="T108" fmla="*/ 0 60000 65536"/>
                    <a:gd name="T109" fmla="*/ 0 60000 65536"/>
                    <a:gd name="T110" fmla="*/ 0 60000 65536"/>
                    <a:gd name="T111" fmla="*/ 0 60000 65536"/>
                    <a:gd name="T112" fmla="*/ 0 60000 65536"/>
                    <a:gd name="T113" fmla="*/ 0 60000 65536"/>
                    <a:gd name="T114" fmla="*/ 0 60000 65536"/>
                    <a:gd name="T115" fmla="*/ 0 60000 65536"/>
                    <a:gd name="T116" fmla="*/ 0 60000 65536"/>
                    <a:gd name="T117" fmla="*/ 0 60000 65536"/>
                    <a:gd name="T118" fmla="*/ 0 60000 65536"/>
                    <a:gd name="T119" fmla="*/ 0 60000 65536"/>
                    <a:gd name="T120" fmla="*/ 0 60000 65536"/>
                    <a:gd name="T121" fmla="*/ 0 60000 65536"/>
                    <a:gd name="T122" fmla="*/ 0 60000 65536"/>
                    <a:gd name="T123" fmla="*/ 0 w 717"/>
                    <a:gd name="T124" fmla="*/ 0 h 756"/>
                    <a:gd name="T125" fmla="*/ 717 w 717"/>
                    <a:gd name="T126" fmla="*/ 756 h 756"/>
                  </a:gdLst>
                  <a:ahLst/>
                  <a:cxnLst>
                    <a:cxn ang="T82">
                      <a:pos x="T0" y="T1"/>
                    </a:cxn>
                    <a:cxn ang="T83">
                      <a:pos x="T2" y="T3"/>
                    </a:cxn>
                    <a:cxn ang="T84">
                      <a:pos x="T4" y="T5"/>
                    </a:cxn>
                    <a:cxn ang="T85">
                      <a:pos x="T6" y="T7"/>
                    </a:cxn>
                    <a:cxn ang="T86">
                      <a:pos x="T8" y="T9"/>
                    </a:cxn>
                    <a:cxn ang="T87">
                      <a:pos x="T10" y="T11"/>
                    </a:cxn>
                    <a:cxn ang="T88">
                      <a:pos x="T12" y="T13"/>
                    </a:cxn>
                    <a:cxn ang="T89">
                      <a:pos x="T14" y="T15"/>
                    </a:cxn>
                    <a:cxn ang="T90">
                      <a:pos x="T16" y="T17"/>
                    </a:cxn>
                    <a:cxn ang="T91">
                      <a:pos x="T18" y="T19"/>
                    </a:cxn>
                    <a:cxn ang="T92">
                      <a:pos x="T20" y="T21"/>
                    </a:cxn>
                    <a:cxn ang="T93">
                      <a:pos x="T22" y="T23"/>
                    </a:cxn>
                    <a:cxn ang="T94">
                      <a:pos x="T24" y="T25"/>
                    </a:cxn>
                    <a:cxn ang="T95">
                      <a:pos x="T26" y="T27"/>
                    </a:cxn>
                    <a:cxn ang="T96">
                      <a:pos x="T28" y="T29"/>
                    </a:cxn>
                    <a:cxn ang="T97">
                      <a:pos x="T30" y="T31"/>
                    </a:cxn>
                    <a:cxn ang="T98">
                      <a:pos x="T32" y="T33"/>
                    </a:cxn>
                    <a:cxn ang="T99">
                      <a:pos x="T34" y="T35"/>
                    </a:cxn>
                    <a:cxn ang="T100">
                      <a:pos x="T36" y="T37"/>
                    </a:cxn>
                    <a:cxn ang="T101">
                      <a:pos x="T38" y="T39"/>
                    </a:cxn>
                    <a:cxn ang="T102">
                      <a:pos x="T40" y="T41"/>
                    </a:cxn>
                    <a:cxn ang="T103">
                      <a:pos x="T42" y="T43"/>
                    </a:cxn>
                    <a:cxn ang="T104">
                      <a:pos x="T44" y="T45"/>
                    </a:cxn>
                    <a:cxn ang="T105">
                      <a:pos x="T46" y="T47"/>
                    </a:cxn>
                    <a:cxn ang="T106">
                      <a:pos x="T48" y="T49"/>
                    </a:cxn>
                    <a:cxn ang="T107">
                      <a:pos x="T50" y="T51"/>
                    </a:cxn>
                    <a:cxn ang="T108">
                      <a:pos x="T52" y="T53"/>
                    </a:cxn>
                    <a:cxn ang="T109">
                      <a:pos x="T54" y="T55"/>
                    </a:cxn>
                    <a:cxn ang="T110">
                      <a:pos x="T56" y="T57"/>
                    </a:cxn>
                    <a:cxn ang="T111">
                      <a:pos x="T58" y="T59"/>
                    </a:cxn>
                    <a:cxn ang="T112">
                      <a:pos x="T60" y="T61"/>
                    </a:cxn>
                    <a:cxn ang="T113">
                      <a:pos x="T62" y="T63"/>
                    </a:cxn>
                    <a:cxn ang="T114">
                      <a:pos x="T64" y="T65"/>
                    </a:cxn>
                    <a:cxn ang="T115">
                      <a:pos x="T66" y="T67"/>
                    </a:cxn>
                    <a:cxn ang="T116">
                      <a:pos x="T68" y="T69"/>
                    </a:cxn>
                    <a:cxn ang="T117">
                      <a:pos x="T70" y="T71"/>
                    </a:cxn>
                    <a:cxn ang="T118">
                      <a:pos x="T72" y="T73"/>
                    </a:cxn>
                    <a:cxn ang="T119">
                      <a:pos x="T74" y="T75"/>
                    </a:cxn>
                    <a:cxn ang="T120">
                      <a:pos x="T76" y="T77"/>
                    </a:cxn>
                    <a:cxn ang="T121">
                      <a:pos x="T78" y="T79"/>
                    </a:cxn>
                    <a:cxn ang="T122">
                      <a:pos x="T80" y="T81"/>
                    </a:cxn>
                  </a:cxnLst>
                  <a:rect l="T123" t="T124" r="T125" b="T126"/>
                  <a:pathLst>
                    <a:path w="717" h="756">
                      <a:moveTo>
                        <a:pt x="0" y="756"/>
                      </a:moveTo>
                      <a:lnTo>
                        <a:pt x="52" y="167"/>
                      </a:lnTo>
                      <a:lnTo>
                        <a:pt x="64" y="384"/>
                      </a:lnTo>
                      <a:lnTo>
                        <a:pt x="90" y="103"/>
                      </a:lnTo>
                      <a:lnTo>
                        <a:pt x="116" y="519"/>
                      </a:lnTo>
                      <a:lnTo>
                        <a:pt x="135" y="487"/>
                      </a:lnTo>
                      <a:lnTo>
                        <a:pt x="135" y="359"/>
                      </a:lnTo>
                      <a:lnTo>
                        <a:pt x="167" y="71"/>
                      </a:lnTo>
                      <a:lnTo>
                        <a:pt x="192" y="244"/>
                      </a:lnTo>
                      <a:lnTo>
                        <a:pt x="205" y="96"/>
                      </a:lnTo>
                      <a:lnTo>
                        <a:pt x="218" y="615"/>
                      </a:lnTo>
                      <a:lnTo>
                        <a:pt x="244" y="397"/>
                      </a:lnTo>
                      <a:lnTo>
                        <a:pt x="282" y="519"/>
                      </a:lnTo>
                      <a:lnTo>
                        <a:pt x="308" y="308"/>
                      </a:lnTo>
                      <a:lnTo>
                        <a:pt x="333" y="442"/>
                      </a:lnTo>
                      <a:lnTo>
                        <a:pt x="346" y="352"/>
                      </a:lnTo>
                      <a:lnTo>
                        <a:pt x="365" y="384"/>
                      </a:lnTo>
                      <a:lnTo>
                        <a:pt x="378" y="135"/>
                      </a:lnTo>
                      <a:lnTo>
                        <a:pt x="391" y="301"/>
                      </a:lnTo>
                      <a:lnTo>
                        <a:pt x="384" y="519"/>
                      </a:lnTo>
                      <a:lnTo>
                        <a:pt x="404" y="679"/>
                      </a:lnTo>
                      <a:lnTo>
                        <a:pt x="429" y="628"/>
                      </a:lnTo>
                      <a:lnTo>
                        <a:pt x="442" y="480"/>
                      </a:lnTo>
                      <a:lnTo>
                        <a:pt x="455" y="391"/>
                      </a:lnTo>
                      <a:lnTo>
                        <a:pt x="436" y="506"/>
                      </a:lnTo>
                      <a:lnTo>
                        <a:pt x="461" y="352"/>
                      </a:lnTo>
                      <a:lnTo>
                        <a:pt x="474" y="455"/>
                      </a:lnTo>
                      <a:lnTo>
                        <a:pt x="493" y="519"/>
                      </a:lnTo>
                      <a:lnTo>
                        <a:pt x="512" y="410"/>
                      </a:lnTo>
                      <a:lnTo>
                        <a:pt x="532" y="186"/>
                      </a:lnTo>
                      <a:lnTo>
                        <a:pt x="544" y="231"/>
                      </a:lnTo>
                      <a:lnTo>
                        <a:pt x="570" y="148"/>
                      </a:lnTo>
                      <a:lnTo>
                        <a:pt x="576" y="301"/>
                      </a:lnTo>
                      <a:lnTo>
                        <a:pt x="576" y="730"/>
                      </a:lnTo>
                      <a:lnTo>
                        <a:pt x="647" y="0"/>
                      </a:lnTo>
                      <a:lnTo>
                        <a:pt x="647" y="250"/>
                      </a:lnTo>
                      <a:lnTo>
                        <a:pt x="660" y="333"/>
                      </a:lnTo>
                      <a:lnTo>
                        <a:pt x="685" y="192"/>
                      </a:lnTo>
                      <a:lnTo>
                        <a:pt x="711" y="340"/>
                      </a:lnTo>
                      <a:lnTo>
                        <a:pt x="698" y="429"/>
                      </a:lnTo>
                      <a:lnTo>
                        <a:pt x="717" y="461"/>
                      </a:lnTo>
                    </a:path>
                  </a:pathLst>
                </a:custGeom>
                <a:noFill/>
                <a:ln w="9525">
                  <a:solidFill>
                    <a:srgbClr val="0079F2"/>
                  </a:solidFill>
                  <a:round/>
                  <a:headEnd/>
                  <a:tailEnd/>
                </a:ln>
              </p:spPr>
              <p:txBody>
                <a:bodyPr/>
                <a:lstStyle/>
                <a:p>
                  <a:endParaRPr lang="en-GB" sz="1600"/>
                </a:p>
              </p:txBody>
            </p:sp>
            <p:sp>
              <p:nvSpPr>
                <p:cNvPr id="15381" name="Freeform 32"/>
                <p:cNvSpPr>
                  <a:spLocks/>
                </p:cNvSpPr>
                <p:nvPr/>
              </p:nvSpPr>
              <p:spPr bwMode="auto">
                <a:xfrm flipH="1">
                  <a:off x="4698" y="1100"/>
                  <a:ext cx="313" cy="756"/>
                </a:xfrm>
                <a:custGeom>
                  <a:avLst/>
                  <a:gdLst>
                    <a:gd name="T0" fmla="*/ 0 w 717"/>
                    <a:gd name="T1" fmla="*/ 756 h 756"/>
                    <a:gd name="T2" fmla="*/ 4 w 717"/>
                    <a:gd name="T3" fmla="*/ 167 h 756"/>
                    <a:gd name="T4" fmla="*/ 5 w 717"/>
                    <a:gd name="T5" fmla="*/ 384 h 756"/>
                    <a:gd name="T6" fmla="*/ 7 w 717"/>
                    <a:gd name="T7" fmla="*/ 103 h 756"/>
                    <a:gd name="T8" fmla="*/ 10 w 717"/>
                    <a:gd name="T9" fmla="*/ 519 h 756"/>
                    <a:gd name="T10" fmla="*/ 11 w 717"/>
                    <a:gd name="T11" fmla="*/ 487 h 756"/>
                    <a:gd name="T12" fmla="*/ 11 w 717"/>
                    <a:gd name="T13" fmla="*/ 359 h 756"/>
                    <a:gd name="T14" fmla="*/ 14 w 717"/>
                    <a:gd name="T15" fmla="*/ 71 h 756"/>
                    <a:gd name="T16" fmla="*/ 16 w 717"/>
                    <a:gd name="T17" fmla="*/ 244 h 756"/>
                    <a:gd name="T18" fmla="*/ 17 w 717"/>
                    <a:gd name="T19" fmla="*/ 96 h 756"/>
                    <a:gd name="T20" fmla="*/ 18 w 717"/>
                    <a:gd name="T21" fmla="*/ 615 h 756"/>
                    <a:gd name="T22" fmla="*/ 21 w 717"/>
                    <a:gd name="T23" fmla="*/ 397 h 756"/>
                    <a:gd name="T24" fmla="*/ 24 w 717"/>
                    <a:gd name="T25" fmla="*/ 519 h 756"/>
                    <a:gd name="T26" fmla="*/ 25 w 717"/>
                    <a:gd name="T27" fmla="*/ 308 h 756"/>
                    <a:gd name="T28" fmla="*/ 28 w 717"/>
                    <a:gd name="T29" fmla="*/ 442 h 756"/>
                    <a:gd name="T30" fmla="*/ 29 w 717"/>
                    <a:gd name="T31" fmla="*/ 352 h 756"/>
                    <a:gd name="T32" fmla="*/ 30 w 717"/>
                    <a:gd name="T33" fmla="*/ 384 h 756"/>
                    <a:gd name="T34" fmla="*/ 31 w 717"/>
                    <a:gd name="T35" fmla="*/ 135 h 756"/>
                    <a:gd name="T36" fmla="*/ 33 w 717"/>
                    <a:gd name="T37" fmla="*/ 301 h 756"/>
                    <a:gd name="T38" fmla="*/ 32 w 717"/>
                    <a:gd name="T39" fmla="*/ 519 h 756"/>
                    <a:gd name="T40" fmla="*/ 34 w 717"/>
                    <a:gd name="T41" fmla="*/ 679 h 756"/>
                    <a:gd name="T42" fmla="*/ 36 w 717"/>
                    <a:gd name="T43" fmla="*/ 628 h 756"/>
                    <a:gd name="T44" fmla="*/ 37 w 717"/>
                    <a:gd name="T45" fmla="*/ 480 h 756"/>
                    <a:gd name="T46" fmla="*/ 38 w 717"/>
                    <a:gd name="T47" fmla="*/ 391 h 756"/>
                    <a:gd name="T48" fmla="*/ 36 w 717"/>
                    <a:gd name="T49" fmla="*/ 506 h 756"/>
                    <a:gd name="T50" fmla="*/ 38 w 717"/>
                    <a:gd name="T51" fmla="*/ 352 h 756"/>
                    <a:gd name="T52" fmla="*/ 39 w 717"/>
                    <a:gd name="T53" fmla="*/ 455 h 756"/>
                    <a:gd name="T54" fmla="*/ 41 w 717"/>
                    <a:gd name="T55" fmla="*/ 519 h 756"/>
                    <a:gd name="T56" fmla="*/ 43 w 717"/>
                    <a:gd name="T57" fmla="*/ 410 h 756"/>
                    <a:gd name="T58" fmla="*/ 44 w 717"/>
                    <a:gd name="T59" fmla="*/ 186 h 756"/>
                    <a:gd name="T60" fmla="*/ 45 w 717"/>
                    <a:gd name="T61" fmla="*/ 231 h 756"/>
                    <a:gd name="T62" fmla="*/ 48 w 717"/>
                    <a:gd name="T63" fmla="*/ 148 h 756"/>
                    <a:gd name="T64" fmla="*/ 48 w 717"/>
                    <a:gd name="T65" fmla="*/ 301 h 756"/>
                    <a:gd name="T66" fmla="*/ 48 w 717"/>
                    <a:gd name="T67" fmla="*/ 730 h 756"/>
                    <a:gd name="T68" fmla="*/ 54 w 717"/>
                    <a:gd name="T69" fmla="*/ 0 h 756"/>
                    <a:gd name="T70" fmla="*/ 54 w 717"/>
                    <a:gd name="T71" fmla="*/ 250 h 756"/>
                    <a:gd name="T72" fmla="*/ 55 w 717"/>
                    <a:gd name="T73" fmla="*/ 333 h 756"/>
                    <a:gd name="T74" fmla="*/ 57 w 717"/>
                    <a:gd name="T75" fmla="*/ 192 h 756"/>
                    <a:gd name="T76" fmla="*/ 59 w 717"/>
                    <a:gd name="T77" fmla="*/ 340 h 756"/>
                    <a:gd name="T78" fmla="*/ 58 w 717"/>
                    <a:gd name="T79" fmla="*/ 429 h 756"/>
                    <a:gd name="T80" fmla="*/ 60 w 717"/>
                    <a:gd name="T81" fmla="*/ 461 h 756"/>
                    <a:gd name="T82" fmla="*/ 0 60000 65536"/>
                    <a:gd name="T83" fmla="*/ 0 60000 65536"/>
                    <a:gd name="T84" fmla="*/ 0 60000 65536"/>
                    <a:gd name="T85" fmla="*/ 0 60000 65536"/>
                    <a:gd name="T86" fmla="*/ 0 60000 65536"/>
                    <a:gd name="T87" fmla="*/ 0 60000 65536"/>
                    <a:gd name="T88" fmla="*/ 0 60000 65536"/>
                    <a:gd name="T89" fmla="*/ 0 60000 65536"/>
                    <a:gd name="T90" fmla="*/ 0 60000 65536"/>
                    <a:gd name="T91" fmla="*/ 0 60000 65536"/>
                    <a:gd name="T92" fmla="*/ 0 60000 65536"/>
                    <a:gd name="T93" fmla="*/ 0 60000 65536"/>
                    <a:gd name="T94" fmla="*/ 0 60000 65536"/>
                    <a:gd name="T95" fmla="*/ 0 60000 65536"/>
                    <a:gd name="T96" fmla="*/ 0 60000 65536"/>
                    <a:gd name="T97" fmla="*/ 0 60000 65536"/>
                    <a:gd name="T98" fmla="*/ 0 60000 65536"/>
                    <a:gd name="T99" fmla="*/ 0 60000 65536"/>
                    <a:gd name="T100" fmla="*/ 0 60000 65536"/>
                    <a:gd name="T101" fmla="*/ 0 60000 65536"/>
                    <a:gd name="T102" fmla="*/ 0 60000 65536"/>
                    <a:gd name="T103" fmla="*/ 0 60000 65536"/>
                    <a:gd name="T104" fmla="*/ 0 60000 65536"/>
                    <a:gd name="T105" fmla="*/ 0 60000 65536"/>
                    <a:gd name="T106" fmla="*/ 0 60000 65536"/>
                    <a:gd name="T107" fmla="*/ 0 60000 65536"/>
                    <a:gd name="T108" fmla="*/ 0 60000 65536"/>
                    <a:gd name="T109" fmla="*/ 0 60000 65536"/>
                    <a:gd name="T110" fmla="*/ 0 60000 65536"/>
                    <a:gd name="T111" fmla="*/ 0 60000 65536"/>
                    <a:gd name="T112" fmla="*/ 0 60000 65536"/>
                    <a:gd name="T113" fmla="*/ 0 60000 65536"/>
                    <a:gd name="T114" fmla="*/ 0 60000 65536"/>
                    <a:gd name="T115" fmla="*/ 0 60000 65536"/>
                    <a:gd name="T116" fmla="*/ 0 60000 65536"/>
                    <a:gd name="T117" fmla="*/ 0 60000 65536"/>
                    <a:gd name="T118" fmla="*/ 0 60000 65536"/>
                    <a:gd name="T119" fmla="*/ 0 60000 65536"/>
                    <a:gd name="T120" fmla="*/ 0 60000 65536"/>
                    <a:gd name="T121" fmla="*/ 0 60000 65536"/>
                    <a:gd name="T122" fmla="*/ 0 60000 65536"/>
                    <a:gd name="T123" fmla="*/ 0 w 717"/>
                    <a:gd name="T124" fmla="*/ 0 h 756"/>
                    <a:gd name="T125" fmla="*/ 717 w 717"/>
                    <a:gd name="T126" fmla="*/ 756 h 756"/>
                  </a:gdLst>
                  <a:ahLst/>
                  <a:cxnLst>
                    <a:cxn ang="T82">
                      <a:pos x="T0" y="T1"/>
                    </a:cxn>
                    <a:cxn ang="T83">
                      <a:pos x="T2" y="T3"/>
                    </a:cxn>
                    <a:cxn ang="T84">
                      <a:pos x="T4" y="T5"/>
                    </a:cxn>
                    <a:cxn ang="T85">
                      <a:pos x="T6" y="T7"/>
                    </a:cxn>
                    <a:cxn ang="T86">
                      <a:pos x="T8" y="T9"/>
                    </a:cxn>
                    <a:cxn ang="T87">
                      <a:pos x="T10" y="T11"/>
                    </a:cxn>
                    <a:cxn ang="T88">
                      <a:pos x="T12" y="T13"/>
                    </a:cxn>
                    <a:cxn ang="T89">
                      <a:pos x="T14" y="T15"/>
                    </a:cxn>
                    <a:cxn ang="T90">
                      <a:pos x="T16" y="T17"/>
                    </a:cxn>
                    <a:cxn ang="T91">
                      <a:pos x="T18" y="T19"/>
                    </a:cxn>
                    <a:cxn ang="T92">
                      <a:pos x="T20" y="T21"/>
                    </a:cxn>
                    <a:cxn ang="T93">
                      <a:pos x="T22" y="T23"/>
                    </a:cxn>
                    <a:cxn ang="T94">
                      <a:pos x="T24" y="T25"/>
                    </a:cxn>
                    <a:cxn ang="T95">
                      <a:pos x="T26" y="T27"/>
                    </a:cxn>
                    <a:cxn ang="T96">
                      <a:pos x="T28" y="T29"/>
                    </a:cxn>
                    <a:cxn ang="T97">
                      <a:pos x="T30" y="T31"/>
                    </a:cxn>
                    <a:cxn ang="T98">
                      <a:pos x="T32" y="T33"/>
                    </a:cxn>
                    <a:cxn ang="T99">
                      <a:pos x="T34" y="T35"/>
                    </a:cxn>
                    <a:cxn ang="T100">
                      <a:pos x="T36" y="T37"/>
                    </a:cxn>
                    <a:cxn ang="T101">
                      <a:pos x="T38" y="T39"/>
                    </a:cxn>
                    <a:cxn ang="T102">
                      <a:pos x="T40" y="T41"/>
                    </a:cxn>
                    <a:cxn ang="T103">
                      <a:pos x="T42" y="T43"/>
                    </a:cxn>
                    <a:cxn ang="T104">
                      <a:pos x="T44" y="T45"/>
                    </a:cxn>
                    <a:cxn ang="T105">
                      <a:pos x="T46" y="T47"/>
                    </a:cxn>
                    <a:cxn ang="T106">
                      <a:pos x="T48" y="T49"/>
                    </a:cxn>
                    <a:cxn ang="T107">
                      <a:pos x="T50" y="T51"/>
                    </a:cxn>
                    <a:cxn ang="T108">
                      <a:pos x="T52" y="T53"/>
                    </a:cxn>
                    <a:cxn ang="T109">
                      <a:pos x="T54" y="T55"/>
                    </a:cxn>
                    <a:cxn ang="T110">
                      <a:pos x="T56" y="T57"/>
                    </a:cxn>
                    <a:cxn ang="T111">
                      <a:pos x="T58" y="T59"/>
                    </a:cxn>
                    <a:cxn ang="T112">
                      <a:pos x="T60" y="T61"/>
                    </a:cxn>
                    <a:cxn ang="T113">
                      <a:pos x="T62" y="T63"/>
                    </a:cxn>
                    <a:cxn ang="T114">
                      <a:pos x="T64" y="T65"/>
                    </a:cxn>
                    <a:cxn ang="T115">
                      <a:pos x="T66" y="T67"/>
                    </a:cxn>
                    <a:cxn ang="T116">
                      <a:pos x="T68" y="T69"/>
                    </a:cxn>
                    <a:cxn ang="T117">
                      <a:pos x="T70" y="T71"/>
                    </a:cxn>
                    <a:cxn ang="T118">
                      <a:pos x="T72" y="T73"/>
                    </a:cxn>
                    <a:cxn ang="T119">
                      <a:pos x="T74" y="T75"/>
                    </a:cxn>
                    <a:cxn ang="T120">
                      <a:pos x="T76" y="T77"/>
                    </a:cxn>
                    <a:cxn ang="T121">
                      <a:pos x="T78" y="T79"/>
                    </a:cxn>
                    <a:cxn ang="T122">
                      <a:pos x="T80" y="T81"/>
                    </a:cxn>
                  </a:cxnLst>
                  <a:rect l="T123" t="T124" r="T125" b="T126"/>
                  <a:pathLst>
                    <a:path w="717" h="756">
                      <a:moveTo>
                        <a:pt x="0" y="756"/>
                      </a:moveTo>
                      <a:lnTo>
                        <a:pt x="52" y="167"/>
                      </a:lnTo>
                      <a:lnTo>
                        <a:pt x="64" y="384"/>
                      </a:lnTo>
                      <a:lnTo>
                        <a:pt x="90" y="103"/>
                      </a:lnTo>
                      <a:lnTo>
                        <a:pt x="116" y="519"/>
                      </a:lnTo>
                      <a:lnTo>
                        <a:pt x="135" y="487"/>
                      </a:lnTo>
                      <a:lnTo>
                        <a:pt x="135" y="359"/>
                      </a:lnTo>
                      <a:lnTo>
                        <a:pt x="167" y="71"/>
                      </a:lnTo>
                      <a:lnTo>
                        <a:pt x="192" y="244"/>
                      </a:lnTo>
                      <a:lnTo>
                        <a:pt x="205" y="96"/>
                      </a:lnTo>
                      <a:lnTo>
                        <a:pt x="218" y="615"/>
                      </a:lnTo>
                      <a:lnTo>
                        <a:pt x="244" y="397"/>
                      </a:lnTo>
                      <a:lnTo>
                        <a:pt x="282" y="519"/>
                      </a:lnTo>
                      <a:lnTo>
                        <a:pt x="308" y="308"/>
                      </a:lnTo>
                      <a:lnTo>
                        <a:pt x="333" y="442"/>
                      </a:lnTo>
                      <a:lnTo>
                        <a:pt x="346" y="352"/>
                      </a:lnTo>
                      <a:lnTo>
                        <a:pt x="365" y="384"/>
                      </a:lnTo>
                      <a:lnTo>
                        <a:pt x="378" y="135"/>
                      </a:lnTo>
                      <a:lnTo>
                        <a:pt x="391" y="301"/>
                      </a:lnTo>
                      <a:lnTo>
                        <a:pt x="384" y="519"/>
                      </a:lnTo>
                      <a:lnTo>
                        <a:pt x="404" y="679"/>
                      </a:lnTo>
                      <a:lnTo>
                        <a:pt x="429" y="628"/>
                      </a:lnTo>
                      <a:lnTo>
                        <a:pt x="442" y="480"/>
                      </a:lnTo>
                      <a:lnTo>
                        <a:pt x="455" y="391"/>
                      </a:lnTo>
                      <a:lnTo>
                        <a:pt x="436" y="506"/>
                      </a:lnTo>
                      <a:lnTo>
                        <a:pt x="461" y="352"/>
                      </a:lnTo>
                      <a:lnTo>
                        <a:pt x="474" y="455"/>
                      </a:lnTo>
                      <a:lnTo>
                        <a:pt x="493" y="519"/>
                      </a:lnTo>
                      <a:lnTo>
                        <a:pt x="512" y="410"/>
                      </a:lnTo>
                      <a:lnTo>
                        <a:pt x="532" y="186"/>
                      </a:lnTo>
                      <a:lnTo>
                        <a:pt x="544" y="231"/>
                      </a:lnTo>
                      <a:lnTo>
                        <a:pt x="570" y="148"/>
                      </a:lnTo>
                      <a:lnTo>
                        <a:pt x="576" y="301"/>
                      </a:lnTo>
                      <a:lnTo>
                        <a:pt x="576" y="730"/>
                      </a:lnTo>
                      <a:lnTo>
                        <a:pt x="647" y="0"/>
                      </a:lnTo>
                      <a:lnTo>
                        <a:pt x="647" y="250"/>
                      </a:lnTo>
                      <a:lnTo>
                        <a:pt x="660" y="333"/>
                      </a:lnTo>
                      <a:lnTo>
                        <a:pt x="685" y="192"/>
                      </a:lnTo>
                      <a:lnTo>
                        <a:pt x="711" y="340"/>
                      </a:lnTo>
                      <a:lnTo>
                        <a:pt x="698" y="429"/>
                      </a:lnTo>
                      <a:lnTo>
                        <a:pt x="717" y="461"/>
                      </a:lnTo>
                    </a:path>
                  </a:pathLst>
                </a:custGeom>
                <a:noFill/>
                <a:ln w="9525">
                  <a:solidFill>
                    <a:srgbClr val="0079F2"/>
                  </a:solidFill>
                  <a:round/>
                  <a:headEnd/>
                  <a:tailEnd/>
                </a:ln>
              </p:spPr>
              <p:txBody>
                <a:bodyPr/>
                <a:lstStyle/>
                <a:p>
                  <a:endParaRPr lang="en-GB" sz="1600"/>
                </a:p>
              </p:txBody>
            </p:sp>
          </p:grpSp>
        </p:grpSp>
      </p:grpSp>
      <p:sp>
        <p:nvSpPr>
          <p:cNvPr id="15367" name="Text Box 35"/>
          <p:cNvSpPr txBox="1">
            <a:spLocks noChangeArrowheads="1"/>
          </p:cNvSpPr>
          <p:nvPr/>
        </p:nvSpPr>
        <p:spPr bwMode="auto">
          <a:xfrm rot="-5400000">
            <a:off x="4668029" y="3575899"/>
            <a:ext cx="1119217" cy="230832"/>
          </a:xfrm>
          <a:prstGeom prst="rect">
            <a:avLst/>
          </a:prstGeom>
          <a:noFill/>
          <a:ln w="9525" algn="ctr">
            <a:noFill/>
            <a:miter lim="800000"/>
            <a:headEnd/>
            <a:tailEnd/>
          </a:ln>
        </p:spPr>
        <p:txBody>
          <a:bodyPr wrap="none">
            <a:spAutoFit/>
          </a:bodyPr>
          <a:lstStyle/>
          <a:p>
            <a:r>
              <a:rPr lang="en-GB" sz="900" b="0"/>
              <a:t>signal amplitude</a:t>
            </a:r>
            <a:endParaRPr lang="en-US" sz="900" b="0"/>
          </a:p>
        </p:txBody>
      </p:sp>
      <p:sp>
        <p:nvSpPr>
          <p:cNvPr id="15368" name="Text Box 36"/>
          <p:cNvSpPr txBox="1">
            <a:spLocks noChangeArrowheads="1"/>
          </p:cNvSpPr>
          <p:nvPr/>
        </p:nvSpPr>
        <p:spPr bwMode="auto">
          <a:xfrm>
            <a:off x="7805738" y="4462840"/>
            <a:ext cx="433132" cy="230832"/>
          </a:xfrm>
          <a:prstGeom prst="rect">
            <a:avLst/>
          </a:prstGeom>
          <a:noFill/>
          <a:ln w="9525" algn="ctr">
            <a:noFill/>
            <a:miter lim="800000"/>
            <a:headEnd/>
            <a:tailEnd/>
          </a:ln>
        </p:spPr>
        <p:txBody>
          <a:bodyPr wrap="none">
            <a:spAutoFit/>
          </a:bodyPr>
          <a:lstStyle/>
          <a:p>
            <a:r>
              <a:rPr lang="en-GB" sz="900" b="0"/>
              <a:t>time</a:t>
            </a:r>
            <a:endParaRPr lang="en-US" sz="900" b="0"/>
          </a:p>
        </p:txBody>
      </p:sp>
      <p:sp>
        <p:nvSpPr>
          <p:cNvPr id="15369" name="Text Box 37"/>
          <p:cNvSpPr txBox="1">
            <a:spLocks noChangeArrowheads="1"/>
          </p:cNvSpPr>
          <p:nvPr/>
        </p:nvSpPr>
        <p:spPr bwMode="auto">
          <a:xfrm>
            <a:off x="5176837" y="1041968"/>
            <a:ext cx="3494087" cy="1569660"/>
          </a:xfrm>
          <a:prstGeom prst="rect">
            <a:avLst/>
          </a:prstGeom>
          <a:noFill/>
          <a:ln w="9525" algn="ctr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pPr>
              <a:lnSpc>
                <a:spcPct val="150000"/>
              </a:lnSpc>
            </a:pPr>
            <a:r>
              <a:rPr lang="en-GB" sz="1600" b="0" dirty="0"/>
              <a:t>Observing the noise-producing circuit over a period of time, we see only the changes in signal amplitude (i.e. intensity)</a:t>
            </a:r>
            <a:endParaRPr lang="en-US" sz="1600" b="0" dirty="0"/>
          </a:p>
        </p:txBody>
      </p:sp>
      <p:sp>
        <p:nvSpPr>
          <p:cNvPr id="15370" name="Line 39"/>
          <p:cNvSpPr>
            <a:spLocks noChangeShapeType="1"/>
          </p:cNvSpPr>
          <p:nvPr/>
        </p:nvSpPr>
        <p:spPr bwMode="auto">
          <a:xfrm>
            <a:off x="8188325" y="4578728"/>
            <a:ext cx="282575" cy="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 type="triangle" w="med" len="med"/>
          </a:ln>
        </p:spPr>
        <p:txBody>
          <a:bodyPr/>
          <a:lstStyle/>
          <a:p>
            <a:endParaRPr lang="en-GB" sz="1600"/>
          </a:p>
        </p:txBody>
      </p:sp>
    </p:spTree>
    <p:extLst>
      <p:ext uri="{BB962C8B-B14F-4D97-AF65-F5344CB8AC3E}">
        <p14:creationId xmlns:p14="http://schemas.microsoft.com/office/powerpoint/2010/main" val="3810550544"/>
      </p:ext>
    </p:extLst>
  </p:cSld>
  <p:clrMapOvr>
    <a:masterClrMapping/>
  </p:clrMapOvr>
</p:sld>
</file>

<file path=ppt/slides/slide6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6386" name="Picture 4"/>
          <p:cNvPicPr>
            <a:picLocks noChangeAspect="1" noChangeArrowheads="1"/>
          </p:cNvPicPr>
          <p:nvPr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430213" y="2274888"/>
            <a:ext cx="3656012" cy="2359025"/>
          </a:xfrm>
          <a:prstGeom prst="rect">
            <a:avLst/>
          </a:prstGeom>
          <a:noFill/>
          <a:ln w="9525" algn="ctr">
            <a:noFill/>
            <a:miter lim="800000"/>
            <a:headEnd/>
            <a:tailEnd/>
          </a:ln>
        </p:spPr>
      </p:pic>
      <p:sp>
        <p:nvSpPr>
          <p:cNvPr id="16387" name="Text Box 27"/>
          <p:cNvSpPr txBox="1">
            <a:spLocks noChangeArrowheads="1"/>
          </p:cNvSpPr>
          <p:nvPr/>
        </p:nvSpPr>
        <p:spPr bwMode="auto">
          <a:xfrm>
            <a:off x="430213" y="365125"/>
            <a:ext cx="3440112" cy="457200"/>
          </a:xfrm>
          <a:prstGeom prst="rect">
            <a:avLst/>
          </a:prstGeom>
          <a:noFill/>
          <a:ln w="9525" algn="ctr">
            <a:noFill/>
            <a:miter lim="800000"/>
            <a:headEnd/>
            <a:tailEnd/>
          </a:ln>
        </p:spPr>
        <p:txBody>
          <a:bodyPr wrap="none">
            <a:spAutoFit/>
          </a:bodyPr>
          <a:lstStyle/>
          <a:p>
            <a:r>
              <a:rPr lang="en-GB" sz="2400" b="1" dirty="0"/>
              <a:t>Noise is </a:t>
            </a:r>
            <a:r>
              <a:rPr lang="en-GB" sz="2400" b="1" dirty="0" err="1"/>
              <a:t>Probabalistic</a:t>
            </a:r>
            <a:r>
              <a:rPr lang="en-GB" sz="2400" b="1" dirty="0"/>
              <a:t> </a:t>
            </a:r>
            <a:endParaRPr lang="en-US" sz="2400" b="1" dirty="0"/>
          </a:p>
        </p:txBody>
      </p:sp>
      <p:sp>
        <p:nvSpPr>
          <p:cNvPr id="16388" name="Text Box 28"/>
          <p:cNvSpPr txBox="1">
            <a:spLocks noChangeArrowheads="1"/>
          </p:cNvSpPr>
          <p:nvPr/>
        </p:nvSpPr>
        <p:spPr bwMode="auto">
          <a:xfrm>
            <a:off x="468313" y="901363"/>
            <a:ext cx="3830637" cy="1477328"/>
          </a:xfrm>
          <a:prstGeom prst="rect">
            <a:avLst/>
          </a:prstGeom>
          <a:noFill/>
          <a:ln w="9525" algn="ctr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pPr>
              <a:lnSpc>
                <a:spcPct val="150000"/>
              </a:lnSpc>
            </a:pPr>
            <a:r>
              <a:rPr lang="en-GB" sz="1600" b="0" dirty="0"/>
              <a:t>i.e. – (below) - can’t be certain that intensity is at any specific value at any specific frequency</a:t>
            </a:r>
          </a:p>
          <a:p>
            <a:endParaRPr lang="en-US" sz="1600" b="0" dirty="0"/>
          </a:p>
        </p:txBody>
      </p:sp>
      <p:grpSp>
        <p:nvGrpSpPr>
          <p:cNvPr id="2" name="Group 29"/>
          <p:cNvGrpSpPr>
            <a:grpSpLocks/>
          </p:cNvGrpSpPr>
          <p:nvPr/>
        </p:nvGrpSpPr>
        <p:grpSpPr bwMode="auto">
          <a:xfrm>
            <a:off x="5376863" y="2347913"/>
            <a:ext cx="3048000" cy="2093912"/>
            <a:chOff x="3079" y="1466"/>
            <a:chExt cx="1920" cy="1319"/>
          </a:xfrm>
        </p:grpSpPr>
        <p:sp>
          <p:nvSpPr>
            <p:cNvPr id="16394" name="Line 30"/>
            <p:cNvSpPr>
              <a:spLocks noChangeShapeType="1"/>
            </p:cNvSpPr>
            <p:nvPr/>
          </p:nvSpPr>
          <p:spPr bwMode="auto">
            <a:xfrm>
              <a:off x="3079" y="2131"/>
              <a:ext cx="1920" cy="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</p:spPr>
          <p:txBody>
            <a:bodyPr/>
            <a:lstStyle/>
            <a:p>
              <a:endParaRPr lang="en-GB" sz="1600"/>
            </a:p>
          </p:txBody>
        </p:sp>
        <p:sp>
          <p:nvSpPr>
            <p:cNvPr id="16395" name="Line 31"/>
            <p:cNvSpPr>
              <a:spLocks noChangeShapeType="1"/>
            </p:cNvSpPr>
            <p:nvPr/>
          </p:nvSpPr>
          <p:spPr bwMode="auto">
            <a:xfrm flipH="1">
              <a:off x="3111" y="1466"/>
              <a:ext cx="0" cy="1319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</p:spPr>
          <p:txBody>
            <a:bodyPr/>
            <a:lstStyle/>
            <a:p>
              <a:endParaRPr lang="en-GB" sz="1600"/>
            </a:p>
          </p:txBody>
        </p:sp>
        <p:grpSp>
          <p:nvGrpSpPr>
            <p:cNvPr id="3" name="Group 32"/>
            <p:cNvGrpSpPr>
              <a:grpSpLocks/>
            </p:cNvGrpSpPr>
            <p:nvPr/>
          </p:nvGrpSpPr>
          <p:grpSpPr bwMode="auto">
            <a:xfrm>
              <a:off x="3142" y="1708"/>
              <a:ext cx="1755" cy="819"/>
              <a:chOff x="3404" y="1080"/>
              <a:chExt cx="1755" cy="819"/>
            </a:xfrm>
          </p:grpSpPr>
          <p:grpSp>
            <p:nvGrpSpPr>
              <p:cNvPr id="4" name="Group 33"/>
              <p:cNvGrpSpPr>
                <a:grpSpLocks/>
              </p:cNvGrpSpPr>
              <p:nvPr/>
            </p:nvGrpSpPr>
            <p:grpSpPr bwMode="auto">
              <a:xfrm>
                <a:off x="3404" y="1080"/>
                <a:ext cx="590" cy="801"/>
                <a:chOff x="3462" y="1100"/>
                <a:chExt cx="1549" cy="801"/>
              </a:xfrm>
            </p:grpSpPr>
            <p:sp>
              <p:nvSpPr>
                <p:cNvPr id="16410" name="Freeform 34"/>
                <p:cNvSpPr>
                  <a:spLocks/>
                </p:cNvSpPr>
                <p:nvPr/>
              </p:nvSpPr>
              <p:spPr bwMode="auto">
                <a:xfrm>
                  <a:off x="3462" y="1126"/>
                  <a:ext cx="313" cy="756"/>
                </a:xfrm>
                <a:custGeom>
                  <a:avLst/>
                  <a:gdLst>
                    <a:gd name="T0" fmla="*/ 0 w 717"/>
                    <a:gd name="T1" fmla="*/ 756 h 756"/>
                    <a:gd name="T2" fmla="*/ 4 w 717"/>
                    <a:gd name="T3" fmla="*/ 167 h 756"/>
                    <a:gd name="T4" fmla="*/ 5 w 717"/>
                    <a:gd name="T5" fmla="*/ 384 h 756"/>
                    <a:gd name="T6" fmla="*/ 7 w 717"/>
                    <a:gd name="T7" fmla="*/ 103 h 756"/>
                    <a:gd name="T8" fmla="*/ 10 w 717"/>
                    <a:gd name="T9" fmla="*/ 519 h 756"/>
                    <a:gd name="T10" fmla="*/ 11 w 717"/>
                    <a:gd name="T11" fmla="*/ 487 h 756"/>
                    <a:gd name="T12" fmla="*/ 11 w 717"/>
                    <a:gd name="T13" fmla="*/ 359 h 756"/>
                    <a:gd name="T14" fmla="*/ 14 w 717"/>
                    <a:gd name="T15" fmla="*/ 71 h 756"/>
                    <a:gd name="T16" fmla="*/ 16 w 717"/>
                    <a:gd name="T17" fmla="*/ 244 h 756"/>
                    <a:gd name="T18" fmla="*/ 17 w 717"/>
                    <a:gd name="T19" fmla="*/ 96 h 756"/>
                    <a:gd name="T20" fmla="*/ 18 w 717"/>
                    <a:gd name="T21" fmla="*/ 615 h 756"/>
                    <a:gd name="T22" fmla="*/ 21 w 717"/>
                    <a:gd name="T23" fmla="*/ 397 h 756"/>
                    <a:gd name="T24" fmla="*/ 24 w 717"/>
                    <a:gd name="T25" fmla="*/ 519 h 756"/>
                    <a:gd name="T26" fmla="*/ 25 w 717"/>
                    <a:gd name="T27" fmla="*/ 308 h 756"/>
                    <a:gd name="T28" fmla="*/ 28 w 717"/>
                    <a:gd name="T29" fmla="*/ 442 h 756"/>
                    <a:gd name="T30" fmla="*/ 29 w 717"/>
                    <a:gd name="T31" fmla="*/ 352 h 756"/>
                    <a:gd name="T32" fmla="*/ 30 w 717"/>
                    <a:gd name="T33" fmla="*/ 384 h 756"/>
                    <a:gd name="T34" fmla="*/ 31 w 717"/>
                    <a:gd name="T35" fmla="*/ 135 h 756"/>
                    <a:gd name="T36" fmla="*/ 33 w 717"/>
                    <a:gd name="T37" fmla="*/ 301 h 756"/>
                    <a:gd name="T38" fmla="*/ 32 w 717"/>
                    <a:gd name="T39" fmla="*/ 519 h 756"/>
                    <a:gd name="T40" fmla="*/ 34 w 717"/>
                    <a:gd name="T41" fmla="*/ 679 h 756"/>
                    <a:gd name="T42" fmla="*/ 36 w 717"/>
                    <a:gd name="T43" fmla="*/ 628 h 756"/>
                    <a:gd name="T44" fmla="*/ 37 w 717"/>
                    <a:gd name="T45" fmla="*/ 480 h 756"/>
                    <a:gd name="T46" fmla="*/ 38 w 717"/>
                    <a:gd name="T47" fmla="*/ 391 h 756"/>
                    <a:gd name="T48" fmla="*/ 36 w 717"/>
                    <a:gd name="T49" fmla="*/ 506 h 756"/>
                    <a:gd name="T50" fmla="*/ 38 w 717"/>
                    <a:gd name="T51" fmla="*/ 352 h 756"/>
                    <a:gd name="T52" fmla="*/ 39 w 717"/>
                    <a:gd name="T53" fmla="*/ 455 h 756"/>
                    <a:gd name="T54" fmla="*/ 41 w 717"/>
                    <a:gd name="T55" fmla="*/ 519 h 756"/>
                    <a:gd name="T56" fmla="*/ 43 w 717"/>
                    <a:gd name="T57" fmla="*/ 410 h 756"/>
                    <a:gd name="T58" fmla="*/ 44 w 717"/>
                    <a:gd name="T59" fmla="*/ 186 h 756"/>
                    <a:gd name="T60" fmla="*/ 45 w 717"/>
                    <a:gd name="T61" fmla="*/ 231 h 756"/>
                    <a:gd name="T62" fmla="*/ 48 w 717"/>
                    <a:gd name="T63" fmla="*/ 148 h 756"/>
                    <a:gd name="T64" fmla="*/ 48 w 717"/>
                    <a:gd name="T65" fmla="*/ 301 h 756"/>
                    <a:gd name="T66" fmla="*/ 48 w 717"/>
                    <a:gd name="T67" fmla="*/ 730 h 756"/>
                    <a:gd name="T68" fmla="*/ 54 w 717"/>
                    <a:gd name="T69" fmla="*/ 0 h 756"/>
                    <a:gd name="T70" fmla="*/ 54 w 717"/>
                    <a:gd name="T71" fmla="*/ 250 h 756"/>
                    <a:gd name="T72" fmla="*/ 55 w 717"/>
                    <a:gd name="T73" fmla="*/ 333 h 756"/>
                    <a:gd name="T74" fmla="*/ 57 w 717"/>
                    <a:gd name="T75" fmla="*/ 192 h 756"/>
                    <a:gd name="T76" fmla="*/ 59 w 717"/>
                    <a:gd name="T77" fmla="*/ 340 h 756"/>
                    <a:gd name="T78" fmla="*/ 58 w 717"/>
                    <a:gd name="T79" fmla="*/ 429 h 756"/>
                    <a:gd name="T80" fmla="*/ 60 w 717"/>
                    <a:gd name="T81" fmla="*/ 461 h 756"/>
                    <a:gd name="T82" fmla="*/ 0 60000 65536"/>
                    <a:gd name="T83" fmla="*/ 0 60000 65536"/>
                    <a:gd name="T84" fmla="*/ 0 60000 65536"/>
                    <a:gd name="T85" fmla="*/ 0 60000 65536"/>
                    <a:gd name="T86" fmla="*/ 0 60000 65536"/>
                    <a:gd name="T87" fmla="*/ 0 60000 65536"/>
                    <a:gd name="T88" fmla="*/ 0 60000 65536"/>
                    <a:gd name="T89" fmla="*/ 0 60000 65536"/>
                    <a:gd name="T90" fmla="*/ 0 60000 65536"/>
                    <a:gd name="T91" fmla="*/ 0 60000 65536"/>
                    <a:gd name="T92" fmla="*/ 0 60000 65536"/>
                    <a:gd name="T93" fmla="*/ 0 60000 65536"/>
                    <a:gd name="T94" fmla="*/ 0 60000 65536"/>
                    <a:gd name="T95" fmla="*/ 0 60000 65536"/>
                    <a:gd name="T96" fmla="*/ 0 60000 65536"/>
                    <a:gd name="T97" fmla="*/ 0 60000 65536"/>
                    <a:gd name="T98" fmla="*/ 0 60000 65536"/>
                    <a:gd name="T99" fmla="*/ 0 60000 65536"/>
                    <a:gd name="T100" fmla="*/ 0 60000 65536"/>
                    <a:gd name="T101" fmla="*/ 0 60000 65536"/>
                    <a:gd name="T102" fmla="*/ 0 60000 65536"/>
                    <a:gd name="T103" fmla="*/ 0 60000 65536"/>
                    <a:gd name="T104" fmla="*/ 0 60000 65536"/>
                    <a:gd name="T105" fmla="*/ 0 60000 65536"/>
                    <a:gd name="T106" fmla="*/ 0 60000 65536"/>
                    <a:gd name="T107" fmla="*/ 0 60000 65536"/>
                    <a:gd name="T108" fmla="*/ 0 60000 65536"/>
                    <a:gd name="T109" fmla="*/ 0 60000 65536"/>
                    <a:gd name="T110" fmla="*/ 0 60000 65536"/>
                    <a:gd name="T111" fmla="*/ 0 60000 65536"/>
                    <a:gd name="T112" fmla="*/ 0 60000 65536"/>
                    <a:gd name="T113" fmla="*/ 0 60000 65536"/>
                    <a:gd name="T114" fmla="*/ 0 60000 65536"/>
                    <a:gd name="T115" fmla="*/ 0 60000 65536"/>
                    <a:gd name="T116" fmla="*/ 0 60000 65536"/>
                    <a:gd name="T117" fmla="*/ 0 60000 65536"/>
                    <a:gd name="T118" fmla="*/ 0 60000 65536"/>
                    <a:gd name="T119" fmla="*/ 0 60000 65536"/>
                    <a:gd name="T120" fmla="*/ 0 60000 65536"/>
                    <a:gd name="T121" fmla="*/ 0 60000 65536"/>
                    <a:gd name="T122" fmla="*/ 0 60000 65536"/>
                    <a:gd name="T123" fmla="*/ 0 w 717"/>
                    <a:gd name="T124" fmla="*/ 0 h 756"/>
                    <a:gd name="T125" fmla="*/ 717 w 717"/>
                    <a:gd name="T126" fmla="*/ 756 h 756"/>
                  </a:gdLst>
                  <a:ahLst/>
                  <a:cxnLst>
                    <a:cxn ang="T82">
                      <a:pos x="T0" y="T1"/>
                    </a:cxn>
                    <a:cxn ang="T83">
                      <a:pos x="T2" y="T3"/>
                    </a:cxn>
                    <a:cxn ang="T84">
                      <a:pos x="T4" y="T5"/>
                    </a:cxn>
                    <a:cxn ang="T85">
                      <a:pos x="T6" y="T7"/>
                    </a:cxn>
                    <a:cxn ang="T86">
                      <a:pos x="T8" y="T9"/>
                    </a:cxn>
                    <a:cxn ang="T87">
                      <a:pos x="T10" y="T11"/>
                    </a:cxn>
                    <a:cxn ang="T88">
                      <a:pos x="T12" y="T13"/>
                    </a:cxn>
                    <a:cxn ang="T89">
                      <a:pos x="T14" y="T15"/>
                    </a:cxn>
                    <a:cxn ang="T90">
                      <a:pos x="T16" y="T17"/>
                    </a:cxn>
                    <a:cxn ang="T91">
                      <a:pos x="T18" y="T19"/>
                    </a:cxn>
                    <a:cxn ang="T92">
                      <a:pos x="T20" y="T21"/>
                    </a:cxn>
                    <a:cxn ang="T93">
                      <a:pos x="T22" y="T23"/>
                    </a:cxn>
                    <a:cxn ang="T94">
                      <a:pos x="T24" y="T25"/>
                    </a:cxn>
                    <a:cxn ang="T95">
                      <a:pos x="T26" y="T27"/>
                    </a:cxn>
                    <a:cxn ang="T96">
                      <a:pos x="T28" y="T29"/>
                    </a:cxn>
                    <a:cxn ang="T97">
                      <a:pos x="T30" y="T31"/>
                    </a:cxn>
                    <a:cxn ang="T98">
                      <a:pos x="T32" y="T33"/>
                    </a:cxn>
                    <a:cxn ang="T99">
                      <a:pos x="T34" y="T35"/>
                    </a:cxn>
                    <a:cxn ang="T100">
                      <a:pos x="T36" y="T37"/>
                    </a:cxn>
                    <a:cxn ang="T101">
                      <a:pos x="T38" y="T39"/>
                    </a:cxn>
                    <a:cxn ang="T102">
                      <a:pos x="T40" y="T41"/>
                    </a:cxn>
                    <a:cxn ang="T103">
                      <a:pos x="T42" y="T43"/>
                    </a:cxn>
                    <a:cxn ang="T104">
                      <a:pos x="T44" y="T45"/>
                    </a:cxn>
                    <a:cxn ang="T105">
                      <a:pos x="T46" y="T47"/>
                    </a:cxn>
                    <a:cxn ang="T106">
                      <a:pos x="T48" y="T49"/>
                    </a:cxn>
                    <a:cxn ang="T107">
                      <a:pos x="T50" y="T51"/>
                    </a:cxn>
                    <a:cxn ang="T108">
                      <a:pos x="T52" y="T53"/>
                    </a:cxn>
                    <a:cxn ang="T109">
                      <a:pos x="T54" y="T55"/>
                    </a:cxn>
                    <a:cxn ang="T110">
                      <a:pos x="T56" y="T57"/>
                    </a:cxn>
                    <a:cxn ang="T111">
                      <a:pos x="T58" y="T59"/>
                    </a:cxn>
                    <a:cxn ang="T112">
                      <a:pos x="T60" y="T61"/>
                    </a:cxn>
                    <a:cxn ang="T113">
                      <a:pos x="T62" y="T63"/>
                    </a:cxn>
                    <a:cxn ang="T114">
                      <a:pos x="T64" y="T65"/>
                    </a:cxn>
                    <a:cxn ang="T115">
                      <a:pos x="T66" y="T67"/>
                    </a:cxn>
                    <a:cxn ang="T116">
                      <a:pos x="T68" y="T69"/>
                    </a:cxn>
                    <a:cxn ang="T117">
                      <a:pos x="T70" y="T71"/>
                    </a:cxn>
                    <a:cxn ang="T118">
                      <a:pos x="T72" y="T73"/>
                    </a:cxn>
                    <a:cxn ang="T119">
                      <a:pos x="T74" y="T75"/>
                    </a:cxn>
                    <a:cxn ang="T120">
                      <a:pos x="T76" y="T77"/>
                    </a:cxn>
                    <a:cxn ang="T121">
                      <a:pos x="T78" y="T79"/>
                    </a:cxn>
                    <a:cxn ang="T122">
                      <a:pos x="T80" y="T81"/>
                    </a:cxn>
                  </a:cxnLst>
                  <a:rect l="T123" t="T124" r="T125" b="T126"/>
                  <a:pathLst>
                    <a:path w="717" h="756">
                      <a:moveTo>
                        <a:pt x="0" y="756"/>
                      </a:moveTo>
                      <a:lnTo>
                        <a:pt x="52" y="167"/>
                      </a:lnTo>
                      <a:lnTo>
                        <a:pt x="64" y="384"/>
                      </a:lnTo>
                      <a:lnTo>
                        <a:pt x="90" y="103"/>
                      </a:lnTo>
                      <a:lnTo>
                        <a:pt x="116" y="519"/>
                      </a:lnTo>
                      <a:lnTo>
                        <a:pt x="135" y="487"/>
                      </a:lnTo>
                      <a:lnTo>
                        <a:pt x="135" y="359"/>
                      </a:lnTo>
                      <a:lnTo>
                        <a:pt x="167" y="71"/>
                      </a:lnTo>
                      <a:lnTo>
                        <a:pt x="192" y="244"/>
                      </a:lnTo>
                      <a:lnTo>
                        <a:pt x="205" y="96"/>
                      </a:lnTo>
                      <a:lnTo>
                        <a:pt x="218" y="615"/>
                      </a:lnTo>
                      <a:lnTo>
                        <a:pt x="244" y="397"/>
                      </a:lnTo>
                      <a:lnTo>
                        <a:pt x="282" y="519"/>
                      </a:lnTo>
                      <a:lnTo>
                        <a:pt x="308" y="308"/>
                      </a:lnTo>
                      <a:lnTo>
                        <a:pt x="333" y="442"/>
                      </a:lnTo>
                      <a:lnTo>
                        <a:pt x="346" y="352"/>
                      </a:lnTo>
                      <a:lnTo>
                        <a:pt x="365" y="384"/>
                      </a:lnTo>
                      <a:lnTo>
                        <a:pt x="378" y="135"/>
                      </a:lnTo>
                      <a:lnTo>
                        <a:pt x="391" y="301"/>
                      </a:lnTo>
                      <a:lnTo>
                        <a:pt x="384" y="519"/>
                      </a:lnTo>
                      <a:lnTo>
                        <a:pt x="404" y="679"/>
                      </a:lnTo>
                      <a:lnTo>
                        <a:pt x="429" y="628"/>
                      </a:lnTo>
                      <a:lnTo>
                        <a:pt x="442" y="480"/>
                      </a:lnTo>
                      <a:lnTo>
                        <a:pt x="455" y="391"/>
                      </a:lnTo>
                      <a:lnTo>
                        <a:pt x="436" y="506"/>
                      </a:lnTo>
                      <a:lnTo>
                        <a:pt x="461" y="352"/>
                      </a:lnTo>
                      <a:lnTo>
                        <a:pt x="474" y="455"/>
                      </a:lnTo>
                      <a:lnTo>
                        <a:pt x="493" y="519"/>
                      </a:lnTo>
                      <a:lnTo>
                        <a:pt x="512" y="410"/>
                      </a:lnTo>
                      <a:lnTo>
                        <a:pt x="532" y="186"/>
                      </a:lnTo>
                      <a:lnTo>
                        <a:pt x="544" y="231"/>
                      </a:lnTo>
                      <a:lnTo>
                        <a:pt x="570" y="148"/>
                      </a:lnTo>
                      <a:lnTo>
                        <a:pt x="576" y="301"/>
                      </a:lnTo>
                      <a:lnTo>
                        <a:pt x="576" y="730"/>
                      </a:lnTo>
                      <a:lnTo>
                        <a:pt x="647" y="0"/>
                      </a:lnTo>
                      <a:lnTo>
                        <a:pt x="647" y="250"/>
                      </a:lnTo>
                      <a:lnTo>
                        <a:pt x="660" y="333"/>
                      </a:lnTo>
                      <a:lnTo>
                        <a:pt x="685" y="192"/>
                      </a:lnTo>
                      <a:lnTo>
                        <a:pt x="711" y="340"/>
                      </a:lnTo>
                      <a:lnTo>
                        <a:pt x="698" y="429"/>
                      </a:lnTo>
                      <a:lnTo>
                        <a:pt x="717" y="461"/>
                      </a:lnTo>
                    </a:path>
                  </a:pathLst>
                </a:custGeom>
                <a:noFill/>
                <a:ln w="9525">
                  <a:solidFill>
                    <a:srgbClr val="0079F2"/>
                  </a:solidFill>
                  <a:round/>
                  <a:headEnd/>
                  <a:tailEnd/>
                </a:ln>
              </p:spPr>
              <p:txBody>
                <a:bodyPr/>
                <a:lstStyle/>
                <a:p>
                  <a:endParaRPr lang="en-GB" sz="1600"/>
                </a:p>
              </p:txBody>
            </p:sp>
            <p:sp>
              <p:nvSpPr>
                <p:cNvPr id="16411" name="Freeform 35"/>
                <p:cNvSpPr>
                  <a:spLocks/>
                </p:cNvSpPr>
                <p:nvPr/>
              </p:nvSpPr>
              <p:spPr bwMode="auto">
                <a:xfrm flipH="1" flipV="1">
                  <a:off x="3770" y="1145"/>
                  <a:ext cx="313" cy="756"/>
                </a:xfrm>
                <a:custGeom>
                  <a:avLst/>
                  <a:gdLst>
                    <a:gd name="T0" fmla="*/ 0 w 717"/>
                    <a:gd name="T1" fmla="*/ 756 h 756"/>
                    <a:gd name="T2" fmla="*/ 4 w 717"/>
                    <a:gd name="T3" fmla="*/ 167 h 756"/>
                    <a:gd name="T4" fmla="*/ 5 w 717"/>
                    <a:gd name="T5" fmla="*/ 384 h 756"/>
                    <a:gd name="T6" fmla="*/ 7 w 717"/>
                    <a:gd name="T7" fmla="*/ 103 h 756"/>
                    <a:gd name="T8" fmla="*/ 10 w 717"/>
                    <a:gd name="T9" fmla="*/ 519 h 756"/>
                    <a:gd name="T10" fmla="*/ 11 w 717"/>
                    <a:gd name="T11" fmla="*/ 487 h 756"/>
                    <a:gd name="T12" fmla="*/ 11 w 717"/>
                    <a:gd name="T13" fmla="*/ 359 h 756"/>
                    <a:gd name="T14" fmla="*/ 14 w 717"/>
                    <a:gd name="T15" fmla="*/ 71 h 756"/>
                    <a:gd name="T16" fmla="*/ 16 w 717"/>
                    <a:gd name="T17" fmla="*/ 244 h 756"/>
                    <a:gd name="T18" fmla="*/ 17 w 717"/>
                    <a:gd name="T19" fmla="*/ 96 h 756"/>
                    <a:gd name="T20" fmla="*/ 18 w 717"/>
                    <a:gd name="T21" fmla="*/ 615 h 756"/>
                    <a:gd name="T22" fmla="*/ 21 w 717"/>
                    <a:gd name="T23" fmla="*/ 397 h 756"/>
                    <a:gd name="T24" fmla="*/ 24 w 717"/>
                    <a:gd name="T25" fmla="*/ 519 h 756"/>
                    <a:gd name="T26" fmla="*/ 25 w 717"/>
                    <a:gd name="T27" fmla="*/ 308 h 756"/>
                    <a:gd name="T28" fmla="*/ 28 w 717"/>
                    <a:gd name="T29" fmla="*/ 442 h 756"/>
                    <a:gd name="T30" fmla="*/ 29 w 717"/>
                    <a:gd name="T31" fmla="*/ 352 h 756"/>
                    <a:gd name="T32" fmla="*/ 30 w 717"/>
                    <a:gd name="T33" fmla="*/ 384 h 756"/>
                    <a:gd name="T34" fmla="*/ 31 w 717"/>
                    <a:gd name="T35" fmla="*/ 135 h 756"/>
                    <a:gd name="T36" fmla="*/ 33 w 717"/>
                    <a:gd name="T37" fmla="*/ 301 h 756"/>
                    <a:gd name="T38" fmla="*/ 32 w 717"/>
                    <a:gd name="T39" fmla="*/ 519 h 756"/>
                    <a:gd name="T40" fmla="*/ 34 w 717"/>
                    <a:gd name="T41" fmla="*/ 679 h 756"/>
                    <a:gd name="T42" fmla="*/ 36 w 717"/>
                    <a:gd name="T43" fmla="*/ 628 h 756"/>
                    <a:gd name="T44" fmla="*/ 37 w 717"/>
                    <a:gd name="T45" fmla="*/ 480 h 756"/>
                    <a:gd name="T46" fmla="*/ 38 w 717"/>
                    <a:gd name="T47" fmla="*/ 391 h 756"/>
                    <a:gd name="T48" fmla="*/ 36 w 717"/>
                    <a:gd name="T49" fmla="*/ 506 h 756"/>
                    <a:gd name="T50" fmla="*/ 38 w 717"/>
                    <a:gd name="T51" fmla="*/ 352 h 756"/>
                    <a:gd name="T52" fmla="*/ 39 w 717"/>
                    <a:gd name="T53" fmla="*/ 455 h 756"/>
                    <a:gd name="T54" fmla="*/ 41 w 717"/>
                    <a:gd name="T55" fmla="*/ 519 h 756"/>
                    <a:gd name="T56" fmla="*/ 43 w 717"/>
                    <a:gd name="T57" fmla="*/ 410 h 756"/>
                    <a:gd name="T58" fmla="*/ 44 w 717"/>
                    <a:gd name="T59" fmla="*/ 186 h 756"/>
                    <a:gd name="T60" fmla="*/ 45 w 717"/>
                    <a:gd name="T61" fmla="*/ 231 h 756"/>
                    <a:gd name="T62" fmla="*/ 48 w 717"/>
                    <a:gd name="T63" fmla="*/ 148 h 756"/>
                    <a:gd name="T64" fmla="*/ 48 w 717"/>
                    <a:gd name="T65" fmla="*/ 301 h 756"/>
                    <a:gd name="T66" fmla="*/ 48 w 717"/>
                    <a:gd name="T67" fmla="*/ 730 h 756"/>
                    <a:gd name="T68" fmla="*/ 54 w 717"/>
                    <a:gd name="T69" fmla="*/ 0 h 756"/>
                    <a:gd name="T70" fmla="*/ 54 w 717"/>
                    <a:gd name="T71" fmla="*/ 250 h 756"/>
                    <a:gd name="T72" fmla="*/ 55 w 717"/>
                    <a:gd name="T73" fmla="*/ 333 h 756"/>
                    <a:gd name="T74" fmla="*/ 57 w 717"/>
                    <a:gd name="T75" fmla="*/ 192 h 756"/>
                    <a:gd name="T76" fmla="*/ 59 w 717"/>
                    <a:gd name="T77" fmla="*/ 340 h 756"/>
                    <a:gd name="T78" fmla="*/ 58 w 717"/>
                    <a:gd name="T79" fmla="*/ 429 h 756"/>
                    <a:gd name="T80" fmla="*/ 60 w 717"/>
                    <a:gd name="T81" fmla="*/ 461 h 756"/>
                    <a:gd name="T82" fmla="*/ 0 60000 65536"/>
                    <a:gd name="T83" fmla="*/ 0 60000 65536"/>
                    <a:gd name="T84" fmla="*/ 0 60000 65536"/>
                    <a:gd name="T85" fmla="*/ 0 60000 65536"/>
                    <a:gd name="T86" fmla="*/ 0 60000 65536"/>
                    <a:gd name="T87" fmla="*/ 0 60000 65536"/>
                    <a:gd name="T88" fmla="*/ 0 60000 65536"/>
                    <a:gd name="T89" fmla="*/ 0 60000 65536"/>
                    <a:gd name="T90" fmla="*/ 0 60000 65536"/>
                    <a:gd name="T91" fmla="*/ 0 60000 65536"/>
                    <a:gd name="T92" fmla="*/ 0 60000 65536"/>
                    <a:gd name="T93" fmla="*/ 0 60000 65536"/>
                    <a:gd name="T94" fmla="*/ 0 60000 65536"/>
                    <a:gd name="T95" fmla="*/ 0 60000 65536"/>
                    <a:gd name="T96" fmla="*/ 0 60000 65536"/>
                    <a:gd name="T97" fmla="*/ 0 60000 65536"/>
                    <a:gd name="T98" fmla="*/ 0 60000 65536"/>
                    <a:gd name="T99" fmla="*/ 0 60000 65536"/>
                    <a:gd name="T100" fmla="*/ 0 60000 65536"/>
                    <a:gd name="T101" fmla="*/ 0 60000 65536"/>
                    <a:gd name="T102" fmla="*/ 0 60000 65536"/>
                    <a:gd name="T103" fmla="*/ 0 60000 65536"/>
                    <a:gd name="T104" fmla="*/ 0 60000 65536"/>
                    <a:gd name="T105" fmla="*/ 0 60000 65536"/>
                    <a:gd name="T106" fmla="*/ 0 60000 65536"/>
                    <a:gd name="T107" fmla="*/ 0 60000 65536"/>
                    <a:gd name="T108" fmla="*/ 0 60000 65536"/>
                    <a:gd name="T109" fmla="*/ 0 60000 65536"/>
                    <a:gd name="T110" fmla="*/ 0 60000 65536"/>
                    <a:gd name="T111" fmla="*/ 0 60000 65536"/>
                    <a:gd name="T112" fmla="*/ 0 60000 65536"/>
                    <a:gd name="T113" fmla="*/ 0 60000 65536"/>
                    <a:gd name="T114" fmla="*/ 0 60000 65536"/>
                    <a:gd name="T115" fmla="*/ 0 60000 65536"/>
                    <a:gd name="T116" fmla="*/ 0 60000 65536"/>
                    <a:gd name="T117" fmla="*/ 0 60000 65536"/>
                    <a:gd name="T118" fmla="*/ 0 60000 65536"/>
                    <a:gd name="T119" fmla="*/ 0 60000 65536"/>
                    <a:gd name="T120" fmla="*/ 0 60000 65536"/>
                    <a:gd name="T121" fmla="*/ 0 60000 65536"/>
                    <a:gd name="T122" fmla="*/ 0 60000 65536"/>
                    <a:gd name="T123" fmla="*/ 0 w 717"/>
                    <a:gd name="T124" fmla="*/ 0 h 756"/>
                    <a:gd name="T125" fmla="*/ 717 w 717"/>
                    <a:gd name="T126" fmla="*/ 756 h 756"/>
                  </a:gdLst>
                  <a:ahLst/>
                  <a:cxnLst>
                    <a:cxn ang="T82">
                      <a:pos x="T0" y="T1"/>
                    </a:cxn>
                    <a:cxn ang="T83">
                      <a:pos x="T2" y="T3"/>
                    </a:cxn>
                    <a:cxn ang="T84">
                      <a:pos x="T4" y="T5"/>
                    </a:cxn>
                    <a:cxn ang="T85">
                      <a:pos x="T6" y="T7"/>
                    </a:cxn>
                    <a:cxn ang="T86">
                      <a:pos x="T8" y="T9"/>
                    </a:cxn>
                    <a:cxn ang="T87">
                      <a:pos x="T10" y="T11"/>
                    </a:cxn>
                    <a:cxn ang="T88">
                      <a:pos x="T12" y="T13"/>
                    </a:cxn>
                    <a:cxn ang="T89">
                      <a:pos x="T14" y="T15"/>
                    </a:cxn>
                    <a:cxn ang="T90">
                      <a:pos x="T16" y="T17"/>
                    </a:cxn>
                    <a:cxn ang="T91">
                      <a:pos x="T18" y="T19"/>
                    </a:cxn>
                    <a:cxn ang="T92">
                      <a:pos x="T20" y="T21"/>
                    </a:cxn>
                    <a:cxn ang="T93">
                      <a:pos x="T22" y="T23"/>
                    </a:cxn>
                    <a:cxn ang="T94">
                      <a:pos x="T24" y="T25"/>
                    </a:cxn>
                    <a:cxn ang="T95">
                      <a:pos x="T26" y="T27"/>
                    </a:cxn>
                    <a:cxn ang="T96">
                      <a:pos x="T28" y="T29"/>
                    </a:cxn>
                    <a:cxn ang="T97">
                      <a:pos x="T30" y="T31"/>
                    </a:cxn>
                    <a:cxn ang="T98">
                      <a:pos x="T32" y="T33"/>
                    </a:cxn>
                    <a:cxn ang="T99">
                      <a:pos x="T34" y="T35"/>
                    </a:cxn>
                    <a:cxn ang="T100">
                      <a:pos x="T36" y="T37"/>
                    </a:cxn>
                    <a:cxn ang="T101">
                      <a:pos x="T38" y="T39"/>
                    </a:cxn>
                    <a:cxn ang="T102">
                      <a:pos x="T40" y="T41"/>
                    </a:cxn>
                    <a:cxn ang="T103">
                      <a:pos x="T42" y="T43"/>
                    </a:cxn>
                    <a:cxn ang="T104">
                      <a:pos x="T44" y="T45"/>
                    </a:cxn>
                    <a:cxn ang="T105">
                      <a:pos x="T46" y="T47"/>
                    </a:cxn>
                    <a:cxn ang="T106">
                      <a:pos x="T48" y="T49"/>
                    </a:cxn>
                    <a:cxn ang="T107">
                      <a:pos x="T50" y="T51"/>
                    </a:cxn>
                    <a:cxn ang="T108">
                      <a:pos x="T52" y="T53"/>
                    </a:cxn>
                    <a:cxn ang="T109">
                      <a:pos x="T54" y="T55"/>
                    </a:cxn>
                    <a:cxn ang="T110">
                      <a:pos x="T56" y="T57"/>
                    </a:cxn>
                    <a:cxn ang="T111">
                      <a:pos x="T58" y="T59"/>
                    </a:cxn>
                    <a:cxn ang="T112">
                      <a:pos x="T60" y="T61"/>
                    </a:cxn>
                    <a:cxn ang="T113">
                      <a:pos x="T62" y="T63"/>
                    </a:cxn>
                    <a:cxn ang="T114">
                      <a:pos x="T64" y="T65"/>
                    </a:cxn>
                    <a:cxn ang="T115">
                      <a:pos x="T66" y="T67"/>
                    </a:cxn>
                    <a:cxn ang="T116">
                      <a:pos x="T68" y="T69"/>
                    </a:cxn>
                    <a:cxn ang="T117">
                      <a:pos x="T70" y="T71"/>
                    </a:cxn>
                    <a:cxn ang="T118">
                      <a:pos x="T72" y="T73"/>
                    </a:cxn>
                    <a:cxn ang="T119">
                      <a:pos x="T74" y="T75"/>
                    </a:cxn>
                    <a:cxn ang="T120">
                      <a:pos x="T76" y="T77"/>
                    </a:cxn>
                    <a:cxn ang="T121">
                      <a:pos x="T78" y="T79"/>
                    </a:cxn>
                    <a:cxn ang="T122">
                      <a:pos x="T80" y="T81"/>
                    </a:cxn>
                  </a:cxnLst>
                  <a:rect l="T123" t="T124" r="T125" b="T126"/>
                  <a:pathLst>
                    <a:path w="717" h="756">
                      <a:moveTo>
                        <a:pt x="0" y="756"/>
                      </a:moveTo>
                      <a:lnTo>
                        <a:pt x="52" y="167"/>
                      </a:lnTo>
                      <a:lnTo>
                        <a:pt x="64" y="384"/>
                      </a:lnTo>
                      <a:lnTo>
                        <a:pt x="90" y="103"/>
                      </a:lnTo>
                      <a:lnTo>
                        <a:pt x="116" y="519"/>
                      </a:lnTo>
                      <a:lnTo>
                        <a:pt x="135" y="487"/>
                      </a:lnTo>
                      <a:lnTo>
                        <a:pt x="135" y="359"/>
                      </a:lnTo>
                      <a:lnTo>
                        <a:pt x="167" y="71"/>
                      </a:lnTo>
                      <a:lnTo>
                        <a:pt x="192" y="244"/>
                      </a:lnTo>
                      <a:lnTo>
                        <a:pt x="205" y="96"/>
                      </a:lnTo>
                      <a:lnTo>
                        <a:pt x="218" y="615"/>
                      </a:lnTo>
                      <a:lnTo>
                        <a:pt x="244" y="397"/>
                      </a:lnTo>
                      <a:lnTo>
                        <a:pt x="282" y="519"/>
                      </a:lnTo>
                      <a:lnTo>
                        <a:pt x="308" y="308"/>
                      </a:lnTo>
                      <a:lnTo>
                        <a:pt x="333" y="442"/>
                      </a:lnTo>
                      <a:lnTo>
                        <a:pt x="346" y="352"/>
                      </a:lnTo>
                      <a:lnTo>
                        <a:pt x="365" y="384"/>
                      </a:lnTo>
                      <a:lnTo>
                        <a:pt x="378" y="135"/>
                      </a:lnTo>
                      <a:lnTo>
                        <a:pt x="391" y="301"/>
                      </a:lnTo>
                      <a:lnTo>
                        <a:pt x="384" y="519"/>
                      </a:lnTo>
                      <a:lnTo>
                        <a:pt x="404" y="679"/>
                      </a:lnTo>
                      <a:lnTo>
                        <a:pt x="429" y="628"/>
                      </a:lnTo>
                      <a:lnTo>
                        <a:pt x="442" y="480"/>
                      </a:lnTo>
                      <a:lnTo>
                        <a:pt x="455" y="391"/>
                      </a:lnTo>
                      <a:lnTo>
                        <a:pt x="436" y="506"/>
                      </a:lnTo>
                      <a:lnTo>
                        <a:pt x="461" y="352"/>
                      </a:lnTo>
                      <a:lnTo>
                        <a:pt x="474" y="455"/>
                      </a:lnTo>
                      <a:lnTo>
                        <a:pt x="493" y="519"/>
                      </a:lnTo>
                      <a:lnTo>
                        <a:pt x="512" y="410"/>
                      </a:lnTo>
                      <a:lnTo>
                        <a:pt x="532" y="186"/>
                      </a:lnTo>
                      <a:lnTo>
                        <a:pt x="544" y="231"/>
                      </a:lnTo>
                      <a:lnTo>
                        <a:pt x="570" y="148"/>
                      </a:lnTo>
                      <a:lnTo>
                        <a:pt x="576" y="301"/>
                      </a:lnTo>
                      <a:lnTo>
                        <a:pt x="576" y="730"/>
                      </a:lnTo>
                      <a:lnTo>
                        <a:pt x="647" y="0"/>
                      </a:lnTo>
                      <a:lnTo>
                        <a:pt x="647" y="250"/>
                      </a:lnTo>
                      <a:lnTo>
                        <a:pt x="660" y="333"/>
                      </a:lnTo>
                      <a:lnTo>
                        <a:pt x="685" y="192"/>
                      </a:lnTo>
                      <a:lnTo>
                        <a:pt x="711" y="340"/>
                      </a:lnTo>
                      <a:lnTo>
                        <a:pt x="698" y="429"/>
                      </a:lnTo>
                      <a:lnTo>
                        <a:pt x="717" y="461"/>
                      </a:lnTo>
                    </a:path>
                  </a:pathLst>
                </a:custGeom>
                <a:noFill/>
                <a:ln w="9525">
                  <a:solidFill>
                    <a:srgbClr val="0079F2"/>
                  </a:solidFill>
                  <a:round/>
                  <a:headEnd/>
                  <a:tailEnd/>
                </a:ln>
              </p:spPr>
              <p:txBody>
                <a:bodyPr/>
                <a:lstStyle/>
                <a:p>
                  <a:endParaRPr lang="en-GB" sz="1600"/>
                </a:p>
              </p:txBody>
            </p:sp>
            <p:sp>
              <p:nvSpPr>
                <p:cNvPr id="16412" name="Freeform 36"/>
                <p:cNvSpPr>
                  <a:spLocks/>
                </p:cNvSpPr>
                <p:nvPr/>
              </p:nvSpPr>
              <p:spPr bwMode="auto">
                <a:xfrm flipH="1">
                  <a:off x="4077" y="1119"/>
                  <a:ext cx="313" cy="756"/>
                </a:xfrm>
                <a:custGeom>
                  <a:avLst/>
                  <a:gdLst>
                    <a:gd name="T0" fmla="*/ 0 w 717"/>
                    <a:gd name="T1" fmla="*/ 756 h 756"/>
                    <a:gd name="T2" fmla="*/ 4 w 717"/>
                    <a:gd name="T3" fmla="*/ 167 h 756"/>
                    <a:gd name="T4" fmla="*/ 5 w 717"/>
                    <a:gd name="T5" fmla="*/ 384 h 756"/>
                    <a:gd name="T6" fmla="*/ 7 w 717"/>
                    <a:gd name="T7" fmla="*/ 103 h 756"/>
                    <a:gd name="T8" fmla="*/ 10 w 717"/>
                    <a:gd name="T9" fmla="*/ 519 h 756"/>
                    <a:gd name="T10" fmla="*/ 11 w 717"/>
                    <a:gd name="T11" fmla="*/ 487 h 756"/>
                    <a:gd name="T12" fmla="*/ 11 w 717"/>
                    <a:gd name="T13" fmla="*/ 359 h 756"/>
                    <a:gd name="T14" fmla="*/ 14 w 717"/>
                    <a:gd name="T15" fmla="*/ 71 h 756"/>
                    <a:gd name="T16" fmla="*/ 16 w 717"/>
                    <a:gd name="T17" fmla="*/ 244 h 756"/>
                    <a:gd name="T18" fmla="*/ 17 w 717"/>
                    <a:gd name="T19" fmla="*/ 96 h 756"/>
                    <a:gd name="T20" fmla="*/ 18 w 717"/>
                    <a:gd name="T21" fmla="*/ 615 h 756"/>
                    <a:gd name="T22" fmla="*/ 21 w 717"/>
                    <a:gd name="T23" fmla="*/ 397 h 756"/>
                    <a:gd name="T24" fmla="*/ 24 w 717"/>
                    <a:gd name="T25" fmla="*/ 519 h 756"/>
                    <a:gd name="T26" fmla="*/ 25 w 717"/>
                    <a:gd name="T27" fmla="*/ 308 h 756"/>
                    <a:gd name="T28" fmla="*/ 28 w 717"/>
                    <a:gd name="T29" fmla="*/ 442 h 756"/>
                    <a:gd name="T30" fmla="*/ 29 w 717"/>
                    <a:gd name="T31" fmla="*/ 352 h 756"/>
                    <a:gd name="T32" fmla="*/ 30 w 717"/>
                    <a:gd name="T33" fmla="*/ 384 h 756"/>
                    <a:gd name="T34" fmla="*/ 31 w 717"/>
                    <a:gd name="T35" fmla="*/ 135 h 756"/>
                    <a:gd name="T36" fmla="*/ 33 w 717"/>
                    <a:gd name="T37" fmla="*/ 301 h 756"/>
                    <a:gd name="T38" fmla="*/ 32 w 717"/>
                    <a:gd name="T39" fmla="*/ 519 h 756"/>
                    <a:gd name="T40" fmla="*/ 34 w 717"/>
                    <a:gd name="T41" fmla="*/ 679 h 756"/>
                    <a:gd name="T42" fmla="*/ 36 w 717"/>
                    <a:gd name="T43" fmla="*/ 628 h 756"/>
                    <a:gd name="T44" fmla="*/ 37 w 717"/>
                    <a:gd name="T45" fmla="*/ 480 h 756"/>
                    <a:gd name="T46" fmla="*/ 38 w 717"/>
                    <a:gd name="T47" fmla="*/ 391 h 756"/>
                    <a:gd name="T48" fmla="*/ 36 w 717"/>
                    <a:gd name="T49" fmla="*/ 506 h 756"/>
                    <a:gd name="T50" fmla="*/ 38 w 717"/>
                    <a:gd name="T51" fmla="*/ 352 h 756"/>
                    <a:gd name="T52" fmla="*/ 39 w 717"/>
                    <a:gd name="T53" fmla="*/ 455 h 756"/>
                    <a:gd name="T54" fmla="*/ 41 w 717"/>
                    <a:gd name="T55" fmla="*/ 519 h 756"/>
                    <a:gd name="T56" fmla="*/ 43 w 717"/>
                    <a:gd name="T57" fmla="*/ 410 h 756"/>
                    <a:gd name="T58" fmla="*/ 44 w 717"/>
                    <a:gd name="T59" fmla="*/ 186 h 756"/>
                    <a:gd name="T60" fmla="*/ 45 w 717"/>
                    <a:gd name="T61" fmla="*/ 231 h 756"/>
                    <a:gd name="T62" fmla="*/ 48 w 717"/>
                    <a:gd name="T63" fmla="*/ 148 h 756"/>
                    <a:gd name="T64" fmla="*/ 48 w 717"/>
                    <a:gd name="T65" fmla="*/ 301 h 756"/>
                    <a:gd name="T66" fmla="*/ 48 w 717"/>
                    <a:gd name="T67" fmla="*/ 730 h 756"/>
                    <a:gd name="T68" fmla="*/ 54 w 717"/>
                    <a:gd name="T69" fmla="*/ 0 h 756"/>
                    <a:gd name="T70" fmla="*/ 54 w 717"/>
                    <a:gd name="T71" fmla="*/ 250 h 756"/>
                    <a:gd name="T72" fmla="*/ 55 w 717"/>
                    <a:gd name="T73" fmla="*/ 333 h 756"/>
                    <a:gd name="T74" fmla="*/ 57 w 717"/>
                    <a:gd name="T75" fmla="*/ 192 h 756"/>
                    <a:gd name="T76" fmla="*/ 59 w 717"/>
                    <a:gd name="T77" fmla="*/ 340 h 756"/>
                    <a:gd name="T78" fmla="*/ 58 w 717"/>
                    <a:gd name="T79" fmla="*/ 429 h 756"/>
                    <a:gd name="T80" fmla="*/ 60 w 717"/>
                    <a:gd name="T81" fmla="*/ 461 h 756"/>
                    <a:gd name="T82" fmla="*/ 0 60000 65536"/>
                    <a:gd name="T83" fmla="*/ 0 60000 65536"/>
                    <a:gd name="T84" fmla="*/ 0 60000 65536"/>
                    <a:gd name="T85" fmla="*/ 0 60000 65536"/>
                    <a:gd name="T86" fmla="*/ 0 60000 65536"/>
                    <a:gd name="T87" fmla="*/ 0 60000 65536"/>
                    <a:gd name="T88" fmla="*/ 0 60000 65536"/>
                    <a:gd name="T89" fmla="*/ 0 60000 65536"/>
                    <a:gd name="T90" fmla="*/ 0 60000 65536"/>
                    <a:gd name="T91" fmla="*/ 0 60000 65536"/>
                    <a:gd name="T92" fmla="*/ 0 60000 65536"/>
                    <a:gd name="T93" fmla="*/ 0 60000 65536"/>
                    <a:gd name="T94" fmla="*/ 0 60000 65536"/>
                    <a:gd name="T95" fmla="*/ 0 60000 65536"/>
                    <a:gd name="T96" fmla="*/ 0 60000 65536"/>
                    <a:gd name="T97" fmla="*/ 0 60000 65536"/>
                    <a:gd name="T98" fmla="*/ 0 60000 65536"/>
                    <a:gd name="T99" fmla="*/ 0 60000 65536"/>
                    <a:gd name="T100" fmla="*/ 0 60000 65536"/>
                    <a:gd name="T101" fmla="*/ 0 60000 65536"/>
                    <a:gd name="T102" fmla="*/ 0 60000 65536"/>
                    <a:gd name="T103" fmla="*/ 0 60000 65536"/>
                    <a:gd name="T104" fmla="*/ 0 60000 65536"/>
                    <a:gd name="T105" fmla="*/ 0 60000 65536"/>
                    <a:gd name="T106" fmla="*/ 0 60000 65536"/>
                    <a:gd name="T107" fmla="*/ 0 60000 65536"/>
                    <a:gd name="T108" fmla="*/ 0 60000 65536"/>
                    <a:gd name="T109" fmla="*/ 0 60000 65536"/>
                    <a:gd name="T110" fmla="*/ 0 60000 65536"/>
                    <a:gd name="T111" fmla="*/ 0 60000 65536"/>
                    <a:gd name="T112" fmla="*/ 0 60000 65536"/>
                    <a:gd name="T113" fmla="*/ 0 60000 65536"/>
                    <a:gd name="T114" fmla="*/ 0 60000 65536"/>
                    <a:gd name="T115" fmla="*/ 0 60000 65536"/>
                    <a:gd name="T116" fmla="*/ 0 60000 65536"/>
                    <a:gd name="T117" fmla="*/ 0 60000 65536"/>
                    <a:gd name="T118" fmla="*/ 0 60000 65536"/>
                    <a:gd name="T119" fmla="*/ 0 60000 65536"/>
                    <a:gd name="T120" fmla="*/ 0 60000 65536"/>
                    <a:gd name="T121" fmla="*/ 0 60000 65536"/>
                    <a:gd name="T122" fmla="*/ 0 60000 65536"/>
                    <a:gd name="T123" fmla="*/ 0 w 717"/>
                    <a:gd name="T124" fmla="*/ 0 h 756"/>
                    <a:gd name="T125" fmla="*/ 717 w 717"/>
                    <a:gd name="T126" fmla="*/ 756 h 756"/>
                  </a:gdLst>
                  <a:ahLst/>
                  <a:cxnLst>
                    <a:cxn ang="T82">
                      <a:pos x="T0" y="T1"/>
                    </a:cxn>
                    <a:cxn ang="T83">
                      <a:pos x="T2" y="T3"/>
                    </a:cxn>
                    <a:cxn ang="T84">
                      <a:pos x="T4" y="T5"/>
                    </a:cxn>
                    <a:cxn ang="T85">
                      <a:pos x="T6" y="T7"/>
                    </a:cxn>
                    <a:cxn ang="T86">
                      <a:pos x="T8" y="T9"/>
                    </a:cxn>
                    <a:cxn ang="T87">
                      <a:pos x="T10" y="T11"/>
                    </a:cxn>
                    <a:cxn ang="T88">
                      <a:pos x="T12" y="T13"/>
                    </a:cxn>
                    <a:cxn ang="T89">
                      <a:pos x="T14" y="T15"/>
                    </a:cxn>
                    <a:cxn ang="T90">
                      <a:pos x="T16" y="T17"/>
                    </a:cxn>
                    <a:cxn ang="T91">
                      <a:pos x="T18" y="T19"/>
                    </a:cxn>
                    <a:cxn ang="T92">
                      <a:pos x="T20" y="T21"/>
                    </a:cxn>
                    <a:cxn ang="T93">
                      <a:pos x="T22" y="T23"/>
                    </a:cxn>
                    <a:cxn ang="T94">
                      <a:pos x="T24" y="T25"/>
                    </a:cxn>
                    <a:cxn ang="T95">
                      <a:pos x="T26" y="T27"/>
                    </a:cxn>
                    <a:cxn ang="T96">
                      <a:pos x="T28" y="T29"/>
                    </a:cxn>
                    <a:cxn ang="T97">
                      <a:pos x="T30" y="T31"/>
                    </a:cxn>
                    <a:cxn ang="T98">
                      <a:pos x="T32" y="T33"/>
                    </a:cxn>
                    <a:cxn ang="T99">
                      <a:pos x="T34" y="T35"/>
                    </a:cxn>
                    <a:cxn ang="T100">
                      <a:pos x="T36" y="T37"/>
                    </a:cxn>
                    <a:cxn ang="T101">
                      <a:pos x="T38" y="T39"/>
                    </a:cxn>
                    <a:cxn ang="T102">
                      <a:pos x="T40" y="T41"/>
                    </a:cxn>
                    <a:cxn ang="T103">
                      <a:pos x="T42" y="T43"/>
                    </a:cxn>
                    <a:cxn ang="T104">
                      <a:pos x="T44" y="T45"/>
                    </a:cxn>
                    <a:cxn ang="T105">
                      <a:pos x="T46" y="T47"/>
                    </a:cxn>
                    <a:cxn ang="T106">
                      <a:pos x="T48" y="T49"/>
                    </a:cxn>
                    <a:cxn ang="T107">
                      <a:pos x="T50" y="T51"/>
                    </a:cxn>
                    <a:cxn ang="T108">
                      <a:pos x="T52" y="T53"/>
                    </a:cxn>
                    <a:cxn ang="T109">
                      <a:pos x="T54" y="T55"/>
                    </a:cxn>
                    <a:cxn ang="T110">
                      <a:pos x="T56" y="T57"/>
                    </a:cxn>
                    <a:cxn ang="T111">
                      <a:pos x="T58" y="T59"/>
                    </a:cxn>
                    <a:cxn ang="T112">
                      <a:pos x="T60" y="T61"/>
                    </a:cxn>
                    <a:cxn ang="T113">
                      <a:pos x="T62" y="T63"/>
                    </a:cxn>
                    <a:cxn ang="T114">
                      <a:pos x="T64" y="T65"/>
                    </a:cxn>
                    <a:cxn ang="T115">
                      <a:pos x="T66" y="T67"/>
                    </a:cxn>
                    <a:cxn ang="T116">
                      <a:pos x="T68" y="T69"/>
                    </a:cxn>
                    <a:cxn ang="T117">
                      <a:pos x="T70" y="T71"/>
                    </a:cxn>
                    <a:cxn ang="T118">
                      <a:pos x="T72" y="T73"/>
                    </a:cxn>
                    <a:cxn ang="T119">
                      <a:pos x="T74" y="T75"/>
                    </a:cxn>
                    <a:cxn ang="T120">
                      <a:pos x="T76" y="T77"/>
                    </a:cxn>
                    <a:cxn ang="T121">
                      <a:pos x="T78" y="T79"/>
                    </a:cxn>
                    <a:cxn ang="T122">
                      <a:pos x="T80" y="T81"/>
                    </a:cxn>
                  </a:cxnLst>
                  <a:rect l="T123" t="T124" r="T125" b="T126"/>
                  <a:pathLst>
                    <a:path w="717" h="756">
                      <a:moveTo>
                        <a:pt x="0" y="756"/>
                      </a:moveTo>
                      <a:lnTo>
                        <a:pt x="52" y="167"/>
                      </a:lnTo>
                      <a:lnTo>
                        <a:pt x="64" y="384"/>
                      </a:lnTo>
                      <a:lnTo>
                        <a:pt x="90" y="103"/>
                      </a:lnTo>
                      <a:lnTo>
                        <a:pt x="116" y="519"/>
                      </a:lnTo>
                      <a:lnTo>
                        <a:pt x="135" y="487"/>
                      </a:lnTo>
                      <a:lnTo>
                        <a:pt x="135" y="359"/>
                      </a:lnTo>
                      <a:lnTo>
                        <a:pt x="167" y="71"/>
                      </a:lnTo>
                      <a:lnTo>
                        <a:pt x="192" y="244"/>
                      </a:lnTo>
                      <a:lnTo>
                        <a:pt x="205" y="96"/>
                      </a:lnTo>
                      <a:lnTo>
                        <a:pt x="218" y="615"/>
                      </a:lnTo>
                      <a:lnTo>
                        <a:pt x="244" y="397"/>
                      </a:lnTo>
                      <a:lnTo>
                        <a:pt x="282" y="519"/>
                      </a:lnTo>
                      <a:lnTo>
                        <a:pt x="308" y="308"/>
                      </a:lnTo>
                      <a:lnTo>
                        <a:pt x="333" y="442"/>
                      </a:lnTo>
                      <a:lnTo>
                        <a:pt x="346" y="352"/>
                      </a:lnTo>
                      <a:lnTo>
                        <a:pt x="365" y="384"/>
                      </a:lnTo>
                      <a:lnTo>
                        <a:pt x="378" y="135"/>
                      </a:lnTo>
                      <a:lnTo>
                        <a:pt x="391" y="301"/>
                      </a:lnTo>
                      <a:lnTo>
                        <a:pt x="384" y="519"/>
                      </a:lnTo>
                      <a:lnTo>
                        <a:pt x="404" y="679"/>
                      </a:lnTo>
                      <a:lnTo>
                        <a:pt x="429" y="628"/>
                      </a:lnTo>
                      <a:lnTo>
                        <a:pt x="442" y="480"/>
                      </a:lnTo>
                      <a:lnTo>
                        <a:pt x="455" y="391"/>
                      </a:lnTo>
                      <a:lnTo>
                        <a:pt x="436" y="506"/>
                      </a:lnTo>
                      <a:lnTo>
                        <a:pt x="461" y="352"/>
                      </a:lnTo>
                      <a:lnTo>
                        <a:pt x="474" y="455"/>
                      </a:lnTo>
                      <a:lnTo>
                        <a:pt x="493" y="519"/>
                      </a:lnTo>
                      <a:lnTo>
                        <a:pt x="512" y="410"/>
                      </a:lnTo>
                      <a:lnTo>
                        <a:pt x="532" y="186"/>
                      </a:lnTo>
                      <a:lnTo>
                        <a:pt x="544" y="231"/>
                      </a:lnTo>
                      <a:lnTo>
                        <a:pt x="570" y="148"/>
                      </a:lnTo>
                      <a:lnTo>
                        <a:pt x="576" y="301"/>
                      </a:lnTo>
                      <a:lnTo>
                        <a:pt x="576" y="730"/>
                      </a:lnTo>
                      <a:lnTo>
                        <a:pt x="647" y="0"/>
                      </a:lnTo>
                      <a:lnTo>
                        <a:pt x="647" y="250"/>
                      </a:lnTo>
                      <a:lnTo>
                        <a:pt x="660" y="333"/>
                      </a:lnTo>
                      <a:lnTo>
                        <a:pt x="685" y="192"/>
                      </a:lnTo>
                      <a:lnTo>
                        <a:pt x="711" y="340"/>
                      </a:lnTo>
                      <a:lnTo>
                        <a:pt x="698" y="429"/>
                      </a:lnTo>
                      <a:lnTo>
                        <a:pt x="717" y="461"/>
                      </a:lnTo>
                    </a:path>
                  </a:pathLst>
                </a:custGeom>
                <a:noFill/>
                <a:ln w="9525">
                  <a:solidFill>
                    <a:srgbClr val="0079F2"/>
                  </a:solidFill>
                  <a:round/>
                  <a:headEnd/>
                  <a:tailEnd/>
                </a:ln>
              </p:spPr>
              <p:txBody>
                <a:bodyPr/>
                <a:lstStyle/>
                <a:p>
                  <a:endParaRPr lang="en-GB" sz="1600"/>
                </a:p>
              </p:txBody>
            </p:sp>
            <p:sp>
              <p:nvSpPr>
                <p:cNvPr id="16413" name="Freeform 37"/>
                <p:cNvSpPr>
                  <a:spLocks/>
                </p:cNvSpPr>
                <p:nvPr/>
              </p:nvSpPr>
              <p:spPr bwMode="auto">
                <a:xfrm flipV="1">
                  <a:off x="4385" y="1138"/>
                  <a:ext cx="313" cy="756"/>
                </a:xfrm>
                <a:custGeom>
                  <a:avLst/>
                  <a:gdLst>
                    <a:gd name="T0" fmla="*/ 0 w 717"/>
                    <a:gd name="T1" fmla="*/ 756 h 756"/>
                    <a:gd name="T2" fmla="*/ 4 w 717"/>
                    <a:gd name="T3" fmla="*/ 167 h 756"/>
                    <a:gd name="T4" fmla="*/ 5 w 717"/>
                    <a:gd name="T5" fmla="*/ 384 h 756"/>
                    <a:gd name="T6" fmla="*/ 7 w 717"/>
                    <a:gd name="T7" fmla="*/ 103 h 756"/>
                    <a:gd name="T8" fmla="*/ 10 w 717"/>
                    <a:gd name="T9" fmla="*/ 519 h 756"/>
                    <a:gd name="T10" fmla="*/ 11 w 717"/>
                    <a:gd name="T11" fmla="*/ 487 h 756"/>
                    <a:gd name="T12" fmla="*/ 11 w 717"/>
                    <a:gd name="T13" fmla="*/ 359 h 756"/>
                    <a:gd name="T14" fmla="*/ 14 w 717"/>
                    <a:gd name="T15" fmla="*/ 71 h 756"/>
                    <a:gd name="T16" fmla="*/ 16 w 717"/>
                    <a:gd name="T17" fmla="*/ 244 h 756"/>
                    <a:gd name="T18" fmla="*/ 17 w 717"/>
                    <a:gd name="T19" fmla="*/ 96 h 756"/>
                    <a:gd name="T20" fmla="*/ 18 w 717"/>
                    <a:gd name="T21" fmla="*/ 615 h 756"/>
                    <a:gd name="T22" fmla="*/ 21 w 717"/>
                    <a:gd name="T23" fmla="*/ 397 h 756"/>
                    <a:gd name="T24" fmla="*/ 24 w 717"/>
                    <a:gd name="T25" fmla="*/ 519 h 756"/>
                    <a:gd name="T26" fmla="*/ 25 w 717"/>
                    <a:gd name="T27" fmla="*/ 308 h 756"/>
                    <a:gd name="T28" fmla="*/ 28 w 717"/>
                    <a:gd name="T29" fmla="*/ 442 h 756"/>
                    <a:gd name="T30" fmla="*/ 29 w 717"/>
                    <a:gd name="T31" fmla="*/ 352 h 756"/>
                    <a:gd name="T32" fmla="*/ 30 w 717"/>
                    <a:gd name="T33" fmla="*/ 384 h 756"/>
                    <a:gd name="T34" fmla="*/ 31 w 717"/>
                    <a:gd name="T35" fmla="*/ 135 h 756"/>
                    <a:gd name="T36" fmla="*/ 33 w 717"/>
                    <a:gd name="T37" fmla="*/ 301 h 756"/>
                    <a:gd name="T38" fmla="*/ 32 w 717"/>
                    <a:gd name="T39" fmla="*/ 519 h 756"/>
                    <a:gd name="T40" fmla="*/ 34 w 717"/>
                    <a:gd name="T41" fmla="*/ 679 h 756"/>
                    <a:gd name="T42" fmla="*/ 36 w 717"/>
                    <a:gd name="T43" fmla="*/ 628 h 756"/>
                    <a:gd name="T44" fmla="*/ 37 w 717"/>
                    <a:gd name="T45" fmla="*/ 480 h 756"/>
                    <a:gd name="T46" fmla="*/ 38 w 717"/>
                    <a:gd name="T47" fmla="*/ 391 h 756"/>
                    <a:gd name="T48" fmla="*/ 36 w 717"/>
                    <a:gd name="T49" fmla="*/ 506 h 756"/>
                    <a:gd name="T50" fmla="*/ 38 w 717"/>
                    <a:gd name="T51" fmla="*/ 352 h 756"/>
                    <a:gd name="T52" fmla="*/ 39 w 717"/>
                    <a:gd name="T53" fmla="*/ 455 h 756"/>
                    <a:gd name="T54" fmla="*/ 41 w 717"/>
                    <a:gd name="T55" fmla="*/ 519 h 756"/>
                    <a:gd name="T56" fmla="*/ 43 w 717"/>
                    <a:gd name="T57" fmla="*/ 410 h 756"/>
                    <a:gd name="T58" fmla="*/ 44 w 717"/>
                    <a:gd name="T59" fmla="*/ 186 h 756"/>
                    <a:gd name="T60" fmla="*/ 45 w 717"/>
                    <a:gd name="T61" fmla="*/ 231 h 756"/>
                    <a:gd name="T62" fmla="*/ 48 w 717"/>
                    <a:gd name="T63" fmla="*/ 148 h 756"/>
                    <a:gd name="T64" fmla="*/ 48 w 717"/>
                    <a:gd name="T65" fmla="*/ 301 h 756"/>
                    <a:gd name="T66" fmla="*/ 48 w 717"/>
                    <a:gd name="T67" fmla="*/ 730 h 756"/>
                    <a:gd name="T68" fmla="*/ 54 w 717"/>
                    <a:gd name="T69" fmla="*/ 0 h 756"/>
                    <a:gd name="T70" fmla="*/ 54 w 717"/>
                    <a:gd name="T71" fmla="*/ 250 h 756"/>
                    <a:gd name="T72" fmla="*/ 55 w 717"/>
                    <a:gd name="T73" fmla="*/ 333 h 756"/>
                    <a:gd name="T74" fmla="*/ 57 w 717"/>
                    <a:gd name="T75" fmla="*/ 192 h 756"/>
                    <a:gd name="T76" fmla="*/ 59 w 717"/>
                    <a:gd name="T77" fmla="*/ 340 h 756"/>
                    <a:gd name="T78" fmla="*/ 58 w 717"/>
                    <a:gd name="T79" fmla="*/ 429 h 756"/>
                    <a:gd name="T80" fmla="*/ 60 w 717"/>
                    <a:gd name="T81" fmla="*/ 461 h 756"/>
                    <a:gd name="T82" fmla="*/ 0 60000 65536"/>
                    <a:gd name="T83" fmla="*/ 0 60000 65536"/>
                    <a:gd name="T84" fmla="*/ 0 60000 65536"/>
                    <a:gd name="T85" fmla="*/ 0 60000 65536"/>
                    <a:gd name="T86" fmla="*/ 0 60000 65536"/>
                    <a:gd name="T87" fmla="*/ 0 60000 65536"/>
                    <a:gd name="T88" fmla="*/ 0 60000 65536"/>
                    <a:gd name="T89" fmla="*/ 0 60000 65536"/>
                    <a:gd name="T90" fmla="*/ 0 60000 65536"/>
                    <a:gd name="T91" fmla="*/ 0 60000 65536"/>
                    <a:gd name="T92" fmla="*/ 0 60000 65536"/>
                    <a:gd name="T93" fmla="*/ 0 60000 65536"/>
                    <a:gd name="T94" fmla="*/ 0 60000 65536"/>
                    <a:gd name="T95" fmla="*/ 0 60000 65536"/>
                    <a:gd name="T96" fmla="*/ 0 60000 65536"/>
                    <a:gd name="T97" fmla="*/ 0 60000 65536"/>
                    <a:gd name="T98" fmla="*/ 0 60000 65536"/>
                    <a:gd name="T99" fmla="*/ 0 60000 65536"/>
                    <a:gd name="T100" fmla="*/ 0 60000 65536"/>
                    <a:gd name="T101" fmla="*/ 0 60000 65536"/>
                    <a:gd name="T102" fmla="*/ 0 60000 65536"/>
                    <a:gd name="T103" fmla="*/ 0 60000 65536"/>
                    <a:gd name="T104" fmla="*/ 0 60000 65536"/>
                    <a:gd name="T105" fmla="*/ 0 60000 65536"/>
                    <a:gd name="T106" fmla="*/ 0 60000 65536"/>
                    <a:gd name="T107" fmla="*/ 0 60000 65536"/>
                    <a:gd name="T108" fmla="*/ 0 60000 65536"/>
                    <a:gd name="T109" fmla="*/ 0 60000 65536"/>
                    <a:gd name="T110" fmla="*/ 0 60000 65536"/>
                    <a:gd name="T111" fmla="*/ 0 60000 65536"/>
                    <a:gd name="T112" fmla="*/ 0 60000 65536"/>
                    <a:gd name="T113" fmla="*/ 0 60000 65536"/>
                    <a:gd name="T114" fmla="*/ 0 60000 65536"/>
                    <a:gd name="T115" fmla="*/ 0 60000 65536"/>
                    <a:gd name="T116" fmla="*/ 0 60000 65536"/>
                    <a:gd name="T117" fmla="*/ 0 60000 65536"/>
                    <a:gd name="T118" fmla="*/ 0 60000 65536"/>
                    <a:gd name="T119" fmla="*/ 0 60000 65536"/>
                    <a:gd name="T120" fmla="*/ 0 60000 65536"/>
                    <a:gd name="T121" fmla="*/ 0 60000 65536"/>
                    <a:gd name="T122" fmla="*/ 0 60000 65536"/>
                    <a:gd name="T123" fmla="*/ 0 w 717"/>
                    <a:gd name="T124" fmla="*/ 0 h 756"/>
                    <a:gd name="T125" fmla="*/ 717 w 717"/>
                    <a:gd name="T126" fmla="*/ 756 h 756"/>
                  </a:gdLst>
                  <a:ahLst/>
                  <a:cxnLst>
                    <a:cxn ang="T82">
                      <a:pos x="T0" y="T1"/>
                    </a:cxn>
                    <a:cxn ang="T83">
                      <a:pos x="T2" y="T3"/>
                    </a:cxn>
                    <a:cxn ang="T84">
                      <a:pos x="T4" y="T5"/>
                    </a:cxn>
                    <a:cxn ang="T85">
                      <a:pos x="T6" y="T7"/>
                    </a:cxn>
                    <a:cxn ang="T86">
                      <a:pos x="T8" y="T9"/>
                    </a:cxn>
                    <a:cxn ang="T87">
                      <a:pos x="T10" y="T11"/>
                    </a:cxn>
                    <a:cxn ang="T88">
                      <a:pos x="T12" y="T13"/>
                    </a:cxn>
                    <a:cxn ang="T89">
                      <a:pos x="T14" y="T15"/>
                    </a:cxn>
                    <a:cxn ang="T90">
                      <a:pos x="T16" y="T17"/>
                    </a:cxn>
                    <a:cxn ang="T91">
                      <a:pos x="T18" y="T19"/>
                    </a:cxn>
                    <a:cxn ang="T92">
                      <a:pos x="T20" y="T21"/>
                    </a:cxn>
                    <a:cxn ang="T93">
                      <a:pos x="T22" y="T23"/>
                    </a:cxn>
                    <a:cxn ang="T94">
                      <a:pos x="T24" y="T25"/>
                    </a:cxn>
                    <a:cxn ang="T95">
                      <a:pos x="T26" y="T27"/>
                    </a:cxn>
                    <a:cxn ang="T96">
                      <a:pos x="T28" y="T29"/>
                    </a:cxn>
                    <a:cxn ang="T97">
                      <a:pos x="T30" y="T31"/>
                    </a:cxn>
                    <a:cxn ang="T98">
                      <a:pos x="T32" y="T33"/>
                    </a:cxn>
                    <a:cxn ang="T99">
                      <a:pos x="T34" y="T35"/>
                    </a:cxn>
                    <a:cxn ang="T100">
                      <a:pos x="T36" y="T37"/>
                    </a:cxn>
                    <a:cxn ang="T101">
                      <a:pos x="T38" y="T39"/>
                    </a:cxn>
                    <a:cxn ang="T102">
                      <a:pos x="T40" y="T41"/>
                    </a:cxn>
                    <a:cxn ang="T103">
                      <a:pos x="T42" y="T43"/>
                    </a:cxn>
                    <a:cxn ang="T104">
                      <a:pos x="T44" y="T45"/>
                    </a:cxn>
                    <a:cxn ang="T105">
                      <a:pos x="T46" y="T47"/>
                    </a:cxn>
                    <a:cxn ang="T106">
                      <a:pos x="T48" y="T49"/>
                    </a:cxn>
                    <a:cxn ang="T107">
                      <a:pos x="T50" y="T51"/>
                    </a:cxn>
                    <a:cxn ang="T108">
                      <a:pos x="T52" y="T53"/>
                    </a:cxn>
                    <a:cxn ang="T109">
                      <a:pos x="T54" y="T55"/>
                    </a:cxn>
                    <a:cxn ang="T110">
                      <a:pos x="T56" y="T57"/>
                    </a:cxn>
                    <a:cxn ang="T111">
                      <a:pos x="T58" y="T59"/>
                    </a:cxn>
                    <a:cxn ang="T112">
                      <a:pos x="T60" y="T61"/>
                    </a:cxn>
                    <a:cxn ang="T113">
                      <a:pos x="T62" y="T63"/>
                    </a:cxn>
                    <a:cxn ang="T114">
                      <a:pos x="T64" y="T65"/>
                    </a:cxn>
                    <a:cxn ang="T115">
                      <a:pos x="T66" y="T67"/>
                    </a:cxn>
                    <a:cxn ang="T116">
                      <a:pos x="T68" y="T69"/>
                    </a:cxn>
                    <a:cxn ang="T117">
                      <a:pos x="T70" y="T71"/>
                    </a:cxn>
                    <a:cxn ang="T118">
                      <a:pos x="T72" y="T73"/>
                    </a:cxn>
                    <a:cxn ang="T119">
                      <a:pos x="T74" y="T75"/>
                    </a:cxn>
                    <a:cxn ang="T120">
                      <a:pos x="T76" y="T77"/>
                    </a:cxn>
                    <a:cxn ang="T121">
                      <a:pos x="T78" y="T79"/>
                    </a:cxn>
                    <a:cxn ang="T122">
                      <a:pos x="T80" y="T81"/>
                    </a:cxn>
                  </a:cxnLst>
                  <a:rect l="T123" t="T124" r="T125" b="T126"/>
                  <a:pathLst>
                    <a:path w="717" h="756">
                      <a:moveTo>
                        <a:pt x="0" y="756"/>
                      </a:moveTo>
                      <a:lnTo>
                        <a:pt x="52" y="167"/>
                      </a:lnTo>
                      <a:lnTo>
                        <a:pt x="64" y="384"/>
                      </a:lnTo>
                      <a:lnTo>
                        <a:pt x="90" y="103"/>
                      </a:lnTo>
                      <a:lnTo>
                        <a:pt x="116" y="519"/>
                      </a:lnTo>
                      <a:lnTo>
                        <a:pt x="135" y="487"/>
                      </a:lnTo>
                      <a:lnTo>
                        <a:pt x="135" y="359"/>
                      </a:lnTo>
                      <a:lnTo>
                        <a:pt x="167" y="71"/>
                      </a:lnTo>
                      <a:lnTo>
                        <a:pt x="192" y="244"/>
                      </a:lnTo>
                      <a:lnTo>
                        <a:pt x="205" y="96"/>
                      </a:lnTo>
                      <a:lnTo>
                        <a:pt x="218" y="615"/>
                      </a:lnTo>
                      <a:lnTo>
                        <a:pt x="244" y="397"/>
                      </a:lnTo>
                      <a:lnTo>
                        <a:pt x="282" y="519"/>
                      </a:lnTo>
                      <a:lnTo>
                        <a:pt x="308" y="308"/>
                      </a:lnTo>
                      <a:lnTo>
                        <a:pt x="333" y="442"/>
                      </a:lnTo>
                      <a:lnTo>
                        <a:pt x="346" y="352"/>
                      </a:lnTo>
                      <a:lnTo>
                        <a:pt x="365" y="384"/>
                      </a:lnTo>
                      <a:lnTo>
                        <a:pt x="378" y="135"/>
                      </a:lnTo>
                      <a:lnTo>
                        <a:pt x="391" y="301"/>
                      </a:lnTo>
                      <a:lnTo>
                        <a:pt x="384" y="519"/>
                      </a:lnTo>
                      <a:lnTo>
                        <a:pt x="404" y="679"/>
                      </a:lnTo>
                      <a:lnTo>
                        <a:pt x="429" y="628"/>
                      </a:lnTo>
                      <a:lnTo>
                        <a:pt x="442" y="480"/>
                      </a:lnTo>
                      <a:lnTo>
                        <a:pt x="455" y="391"/>
                      </a:lnTo>
                      <a:lnTo>
                        <a:pt x="436" y="506"/>
                      </a:lnTo>
                      <a:lnTo>
                        <a:pt x="461" y="352"/>
                      </a:lnTo>
                      <a:lnTo>
                        <a:pt x="474" y="455"/>
                      </a:lnTo>
                      <a:lnTo>
                        <a:pt x="493" y="519"/>
                      </a:lnTo>
                      <a:lnTo>
                        <a:pt x="512" y="410"/>
                      </a:lnTo>
                      <a:lnTo>
                        <a:pt x="532" y="186"/>
                      </a:lnTo>
                      <a:lnTo>
                        <a:pt x="544" y="231"/>
                      </a:lnTo>
                      <a:lnTo>
                        <a:pt x="570" y="148"/>
                      </a:lnTo>
                      <a:lnTo>
                        <a:pt x="576" y="301"/>
                      </a:lnTo>
                      <a:lnTo>
                        <a:pt x="576" y="730"/>
                      </a:lnTo>
                      <a:lnTo>
                        <a:pt x="647" y="0"/>
                      </a:lnTo>
                      <a:lnTo>
                        <a:pt x="647" y="250"/>
                      </a:lnTo>
                      <a:lnTo>
                        <a:pt x="660" y="333"/>
                      </a:lnTo>
                      <a:lnTo>
                        <a:pt x="685" y="192"/>
                      </a:lnTo>
                      <a:lnTo>
                        <a:pt x="711" y="340"/>
                      </a:lnTo>
                      <a:lnTo>
                        <a:pt x="698" y="429"/>
                      </a:lnTo>
                      <a:lnTo>
                        <a:pt x="717" y="461"/>
                      </a:lnTo>
                    </a:path>
                  </a:pathLst>
                </a:custGeom>
                <a:noFill/>
                <a:ln w="9525">
                  <a:solidFill>
                    <a:srgbClr val="0079F2"/>
                  </a:solidFill>
                  <a:round/>
                  <a:headEnd/>
                  <a:tailEnd/>
                </a:ln>
              </p:spPr>
              <p:txBody>
                <a:bodyPr/>
                <a:lstStyle/>
                <a:p>
                  <a:endParaRPr lang="en-GB" sz="1600"/>
                </a:p>
              </p:txBody>
            </p:sp>
            <p:sp>
              <p:nvSpPr>
                <p:cNvPr id="16414" name="Freeform 38"/>
                <p:cNvSpPr>
                  <a:spLocks/>
                </p:cNvSpPr>
                <p:nvPr/>
              </p:nvSpPr>
              <p:spPr bwMode="auto">
                <a:xfrm flipH="1">
                  <a:off x="4698" y="1100"/>
                  <a:ext cx="313" cy="756"/>
                </a:xfrm>
                <a:custGeom>
                  <a:avLst/>
                  <a:gdLst>
                    <a:gd name="T0" fmla="*/ 0 w 717"/>
                    <a:gd name="T1" fmla="*/ 756 h 756"/>
                    <a:gd name="T2" fmla="*/ 4 w 717"/>
                    <a:gd name="T3" fmla="*/ 167 h 756"/>
                    <a:gd name="T4" fmla="*/ 5 w 717"/>
                    <a:gd name="T5" fmla="*/ 384 h 756"/>
                    <a:gd name="T6" fmla="*/ 7 w 717"/>
                    <a:gd name="T7" fmla="*/ 103 h 756"/>
                    <a:gd name="T8" fmla="*/ 10 w 717"/>
                    <a:gd name="T9" fmla="*/ 519 h 756"/>
                    <a:gd name="T10" fmla="*/ 11 w 717"/>
                    <a:gd name="T11" fmla="*/ 487 h 756"/>
                    <a:gd name="T12" fmla="*/ 11 w 717"/>
                    <a:gd name="T13" fmla="*/ 359 h 756"/>
                    <a:gd name="T14" fmla="*/ 14 w 717"/>
                    <a:gd name="T15" fmla="*/ 71 h 756"/>
                    <a:gd name="T16" fmla="*/ 16 w 717"/>
                    <a:gd name="T17" fmla="*/ 244 h 756"/>
                    <a:gd name="T18" fmla="*/ 17 w 717"/>
                    <a:gd name="T19" fmla="*/ 96 h 756"/>
                    <a:gd name="T20" fmla="*/ 18 w 717"/>
                    <a:gd name="T21" fmla="*/ 615 h 756"/>
                    <a:gd name="T22" fmla="*/ 21 w 717"/>
                    <a:gd name="T23" fmla="*/ 397 h 756"/>
                    <a:gd name="T24" fmla="*/ 24 w 717"/>
                    <a:gd name="T25" fmla="*/ 519 h 756"/>
                    <a:gd name="T26" fmla="*/ 25 w 717"/>
                    <a:gd name="T27" fmla="*/ 308 h 756"/>
                    <a:gd name="T28" fmla="*/ 28 w 717"/>
                    <a:gd name="T29" fmla="*/ 442 h 756"/>
                    <a:gd name="T30" fmla="*/ 29 w 717"/>
                    <a:gd name="T31" fmla="*/ 352 h 756"/>
                    <a:gd name="T32" fmla="*/ 30 w 717"/>
                    <a:gd name="T33" fmla="*/ 384 h 756"/>
                    <a:gd name="T34" fmla="*/ 31 w 717"/>
                    <a:gd name="T35" fmla="*/ 135 h 756"/>
                    <a:gd name="T36" fmla="*/ 33 w 717"/>
                    <a:gd name="T37" fmla="*/ 301 h 756"/>
                    <a:gd name="T38" fmla="*/ 32 w 717"/>
                    <a:gd name="T39" fmla="*/ 519 h 756"/>
                    <a:gd name="T40" fmla="*/ 34 w 717"/>
                    <a:gd name="T41" fmla="*/ 679 h 756"/>
                    <a:gd name="T42" fmla="*/ 36 w 717"/>
                    <a:gd name="T43" fmla="*/ 628 h 756"/>
                    <a:gd name="T44" fmla="*/ 37 w 717"/>
                    <a:gd name="T45" fmla="*/ 480 h 756"/>
                    <a:gd name="T46" fmla="*/ 38 w 717"/>
                    <a:gd name="T47" fmla="*/ 391 h 756"/>
                    <a:gd name="T48" fmla="*/ 36 w 717"/>
                    <a:gd name="T49" fmla="*/ 506 h 756"/>
                    <a:gd name="T50" fmla="*/ 38 w 717"/>
                    <a:gd name="T51" fmla="*/ 352 h 756"/>
                    <a:gd name="T52" fmla="*/ 39 w 717"/>
                    <a:gd name="T53" fmla="*/ 455 h 756"/>
                    <a:gd name="T54" fmla="*/ 41 w 717"/>
                    <a:gd name="T55" fmla="*/ 519 h 756"/>
                    <a:gd name="T56" fmla="*/ 43 w 717"/>
                    <a:gd name="T57" fmla="*/ 410 h 756"/>
                    <a:gd name="T58" fmla="*/ 44 w 717"/>
                    <a:gd name="T59" fmla="*/ 186 h 756"/>
                    <a:gd name="T60" fmla="*/ 45 w 717"/>
                    <a:gd name="T61" fmla="*/ 231 h 756"/>
                    <a:gd name="T62" fmla="*/ 48 w 717"/>
                    <a:gd name="T63" fmla="*/ 148 h 756"/>
                    <a:gd name="T64" fmla="*/ 48 w 717"/>
                    <a:gd name="T65" fmla="*/ 301 h 756"/>
                    <a:gd name="T66" fmla="*/ 48 w 717"/>
                    <a:gd name="T67" fmla="*/ 730 h 756"/>
                    <a:gd name="T68" fmla="*/ 54 w 717"/>
                    <a:gd name="T69" fmla="*/ 0 h 756"/>
                    <a:gd name="T70" fmla="*/ 54 w 717"/>
                    <a:gd name="T71" fmla="*/ 250 h 756"/>
                    <a:gd name="T72" fmla="*/ 55 w 717"/>
                    <a:gd name="T73" fmla="*/ 333 h 756"/>
                    <a:gd name="T74" fmla="*/ 57 w 717"/>
                    <a:gd name="T75" fmla="*/ 192 h 756"/>
                    <a:gd name="T76" fmla="*/ 59 w 717"/>
                    <a:gd name="T77" fmla="*/ 340 h 756"/>
                    <a:gd name="T78" fmla="*/ 58 w 717"/>
                    <a:gd name="T79" fmla="*/ 429 h 756"/>
                    <a:gd name="T80" fmla="*/ 60 w 717"/>
                    <a:gd name="T81" fmla="*/ 461 h 756"/>
                    <a:gd name="T82" fmla="*/ 0 60000 65536"/>
                    <a:gd name="T83" fmla="*/ 0 60000 65536"/>
                    <a:gd name="T84" fmla="*/ 0 60000 65536"/>
                    <a:gd name="T85" fmla="*/ 0 60000 65536"/>
                    <a:gd name="T86" fmla="*/ 0 60000 65536"/>
                    <a:gd name="T87" fmla="*/ 0 60000 65536"/>
                    <a:gd name="T88" fmla="*/ 0 60000 65536"/>
                    <a:gd name="T89" fmla="*/ 0 60000 65536"/>
                    <a:gd name="T90" fmla="*/ 0 60000 65536"/>
                    <a:gd name="T91" fmla="*/ 0 60000 65536"/>
                    <a:gd name="T92" fmla="*/ 0 60000 65536"/>
                    <a:gd name="T93" fmla="*/ 0 60000 65536"/>
                    <a:gd name="T94" fmla="*/ 0 60000 65536"/>
                    <a:gd name="T95" fmla="*/ 0 60000 65536"/>
                    <a:gd name="T96" fmla="*/ 0 60000 65536"/>
                    <a:gd name="T97" fmla="*/ 0 60000 65536"/>
                    <a:gd name="T98" fmla="*/ 0 60000 65536"/>
                    <a:gd name="T99" fmla="*/ 0 60000 65536"/>
                    <a:gd name="T100" fmla="*/ 0 60000 65536"/>
                    <a:gd name="T101" fmla="*/ 0 60000 65536"/>
                    <a:gd name="T102" fmla="*/ 0 60000 65536"/>
                    <a:gd name="T103" fmla="*/ 0 60000 65536"/>
                    <a:gd name="T104" fmla="*/ 0 60000 65536"/>
                    <a:gd name="T105" fmla="*/ 0 60000 65536"/>
                    <a:gd name="T106" fmla="*/ 0 60000 65536"/>
                    <a:gd name="T107" fmla="*/ 0 60000 65536"/>
                    <a:gd name="T108" fmla="*/ 0 60000 65536"/>
                    <a:gd name="T109" fmla="*/ 0 60000 65536"/>
                    <a:gd name="T110" fmla="*/ 0 60000 65536"/>
                    <a:gd name="T111" fmla="*/ 0 60000 65536"/>
                    <a:gd name="T112" fmla="*/ 0 60000 65536"/>
                    <a:gd name="T113" fmla="*/ 0 60000 65536"/>
                    <a:gd name="T114" fmla="*/ 0 60000 65536"/>
                    <a:gd name="T115" fmla="*/ 0 60000 65536"/>
                    <a:gd name="T116" fmla="*/ 0 60000 65536"/>
                    <a:gd name="T117" fmla="*/ 0 60000 65536"/>
                    <a:gd name="T118" fmla="*/ 0 60000 65536"/>
                    <a:gd name="T119" fmla="*/ 0 60000 65536"/>
                    <a:gd name="T120" fmla="*/ 0 60000 65536"/>
                    <a:gd name="T121" fmla="*/ 0 60000 65536"/>
                    <a:gd name="T122" fmla="*/ 0 60000 65536"/>
                    <a:gd name="T123" fmla="*/ 0 w 717"/>
                    <a:gd name="T124" fmla="*/ 0 h 756"/>
                    <a:gd name="T125" fmla="*/ 717 w 717"/>
                    <a:gd name="T126" fmla="*/ 756 h 756"/>
                  </a:gdLst>
                  <a:ahLst/>
                  <a:cxnLst>
                    <a:cxn ang="T82">
                      <a:pos x="T0" y="T1"/>
                    </a:cxn>
                    <a:cxn ang="T83">
                      <a:pos x="T2" y="T3"/>
                    </a:cxn>
                    <a:cxn ang="T84">
                      <a:pos x="T4" y="T5"/>
                    </a:cxn>
                    <a:cxn ang="T85">
                      <a:pos x="T6" y="T7"/>
                    </a:cxn>
                    <a:cxn ang="T86">
                      <a:pos x="T8" y="T9"/>
                    </a:cxn>
                    <a:cxn ang="T87">
                      <a:pos x="T10" y="T11"/>
                    </a:cxn>
                    <a:cxn ang="T88">
                      <a:pos x="T12" y="T13"/>
                    </a:cxn>
                    <a:cxn ang="T89">
                      <a:pos x="T14" y="T15"/>
                    </a:cxn>
                    <a:cxn ang="T90">
                      <a:pos x="T16" y="T17"/>
                    </a:cxn>
                    <a:cxn ang="T91">
                      <a:pos x="T18" y="T19"/>
                    </a:cxn>
                    <a:cxn ang="T92">
                      <a:pos x="T20" y="T21"/>
                    </a:cxn>
                    <a:cxn ang="T93">
                      <a:pos x="T22" y="T23"/>
                    </a:cxn>
                    <a:cxn ang="T94">
                      <a:pos x="T24" y="T25"/>
                    </a:cxn>
                    <a:cxn ang="T95">
                      <a:pos x="T26" y="T27"/>
                    </a:cxn>
                    <a:cxn ang="T96">
                      <a:pos x="T28" y="T29"/>
                    </a:cxn>
                    <a:cxn ang="T97">
                      <a:pos x="T30" y="T31"/>
                    </a:cxn>
                    <a:cxn ang="T98">
                      <a:pos x="T32" y="T33"/>
                    </a:cxn>
                    <a:cxn ang="T99">
                      <a:pos x="T34" y="T35"/>
                    </a:cxn>
                    <a:cxn ang="T100">
                      <a:pos x="T36" y="T37"/>
                    </a:cxn>
                    <a:cxn ang="T101">
                      <a:pos x="T38" y="T39"/>
                    </a:cxn>
                    <a:cxn ang="T102">
                      <a:pos x="T40" y="T41"/>
                    </a:cxn>
                    <a:cxn ang="T103">
                      <a:pos x="T42" y="T43"/>
                    </a:cxn>
                    <a:cxn ang="T104">
                      <a:pos x="T44" y="T45"/>
                    </a:cxn>
                    <a:cxn ang="T105">
                      <a:pos x="T46" y="T47"/>
                    </a:cxn>
                    <a:cxn ang="T106">
                      <a:pos x="T48" y="T49"/>
                    </a:cxn>
                    <a:cxn ang="T107">
                      <a:pos x="T50" y="T51"/>
                    </a:cxn>
                    <a:cxn ang="T108">
                      <a:pos x="T52" y="T53"/>
                    </a:cxn>
                    <a:cxn ang="T109">
                      <a:pos x="T54" y="T55"/>
                    </a:cxn>
                    <a:cxn ang="T110">
                      <a:pos x="T56" y="T57"/>
                    </a:cxn>
                    <a:cxn ang="T111">
                      <a:pos x="T58" y="T59"/>
                    </a:cxn>
                    <a:cxn ang="T112">
                      <a:pos x="T60" y="T61"/>
                    </a:cxn>
                    <a:cxn ang="T113">
                      <a:pos x="T62" y="T63"/>
                    </a:cxn>
                    <a:cxn ang="T114">
                      <a:pos x="T64" y="T65"/>
                    </a:cxn>
                    <a:cxn ang="T115">
                      <a:pos x="T66" y="T67"/>
                    </a:cxn>
                    <a:cxn ang="T116">
                      <a:pos x="T68" y="T69"/>
                    </a:cxn>
                    <a:cxn ang="T117">
                      <a:pos x="T70" y="T71"/>
                    </a:cxn>
                    <a:cxn ang="T118">
                      <a:pos x="T72" y="T73"/>
                    </a:cxn>
                    <a:cxn ang="T119">
                      <a:pos x="T74" y="T75"/>
                    </a:cxn>
                    <a:cxn ang="T120">
                      <a:pos x="T76" y="T77"/>
                    </a:cxn>
                    <a:cxn ang="T121">
                      <a:pos x="T78" y="T79"/>
                    </a:cxn>
                    <a:cxn ang="T122">
                      <a:pos x="T80" y="T81"/>
                    </a:cxn>
                  </a:cxnLst>
                  <a:rect l="T123" t="T124" r="T125" b="T126"/>
                  <a:pathLst>
                    <a:path w="717" h="756">
                      <a:moveTo>
                        <a:pt x="0" y="756"/>
                      </a:moveTo>
                      <a:lnTo>
                        <a:pt x="52" y="167"/>
                      </a:lnTo>
                      <a:lnTo>
                        <a:pt x="64" y="384"/>
                      </a:lnTo>
                      <a:lnTo>
                        <a:pt x="90" y="103"/>
                      </a:lnTo>
                      <a:lnTo>
                        <a:pt x="116" y="519"/>
                      </a:lnTo>
                      <a:lnTo>
                        <a:pt x="135" y="487"/>
                      </a:lnTo>
                      <a:lnTo>
                        <a:pt x="135" y="359"/>
                      </a:lnTo>
                      <a:lnTo>
                        <a:pt x="167" y="71"/>
                      </a:lnTo>
                      <a:lnTo>
                        <a:pt x="192" y="244"/>
                      </a:lnTo>
                      <a:lnTo>
                        <a:pt x="205" y="96"/>
                      </a:lnTo>
                      <a:lnTo>
                        <a:pt x="218" y="615"/>
                      </a:lnTo>
                      <a:lnTo>
                        <a:pt x="244" y="397"/>
                      </a:lnTo>
                      <a:lnTo>
                        <a:pt x="282" y="519"/>
                      </a:lnTo>
                      <a:lnTo>
                        <a:pt x="308" y="308"/>
                      </a:lnTo>
                      <a:lnTo>
                        <a:pt x="333" y="442"/>
                      </a:lnTo>
                      <a:lnTo>
                        <a:pt x="346" y="352"/>
                      </a:lnTo>
                      <a:lnTo>
                        <a:pt x="365" y="384"/>
                      </a:lnTo>
                      <a:lnTo>
                        <a:pt x="378" y="135"/>
                      </a:lnTo>
                      <a:lnTo>
                        <a:pt x="391" y="301"/>
                      </a:lnTo>
                      <a:lnTo>
                        <a:pt x="384" y="519"/>
                      </a:lnTo>
                      <a:lnTo>
                        <a:pt x="404" y="679"/>
                      </a:lnTo>
                      <a:lnTo>
                        <a:pt x="429" y="628"/>
                      </a:lnTo>
                      <a:lnTo>
                        <a:pt x="442" y="480"/>
                      </a:lnTo>
                      <a:lnTo>
                        <a:pt x="455" y="391"/>
                      </a:lnTo>
                      <a:lnTo>
                        <a:pt x="436" y="506"/>
                      </a:lnTo>
                      <a:lnTo>
                        <a:pt x="461" y="352"/>
                      </a:lnTo>
                      <a:lnTo>
                        <a:pt x="474" y="455"/>
                      </a:lnTo>
                      <a:lnTo>
                        <a:pt x="493" y="519"/>
                      </a:lnTo>
                      <a:lnTo>
                        <a:pt x="512" y="410"/>
                      </a:lnTo>
                      <a:lnTo>
                        <a:pt x="532" y="186"/>
                      </a:lnTo>
                      <a:lnTo>
                        <a:pt x="544" y="231"/>
                      </a:lnTo>
                      <a:lnTo>
                        <a:pt x="570" y="148"/>
                      </a:lnTo>
                      <a:lnTo>
                        <a:pt x="576" y="301"/>
                      </a:lnTo>
                      <a:lnTo>
                        <a:pt x="576" y="730"/>
                      </a:lnTo>
                      <a:lnTo>
                        <a:pt x="647" y="0"/>
                      </a:lnTo>
                      <a:lnTo>
                        <a:pt x="647" y="250"/>
                      </a:lnTo>
                      <a:lnTo>
                        <a:pt x="660" y="333"/>
                      </a:lnTo>
                      <a:lnTo>
                        <a:pt x="685" y="192"/>
                      </a:lnTo>
                      <a:lnTo>
                        <a:pt x="711" y="340"/>
                      </a:lnTo>
                      <a:lnTo>
                        <a:pt x="698" y="429"/>
                      </a:lnTo>
                      <a:lnTo>
                        <a:pt x="717" y="461"/>
                      </a:lnTo>
                    </a:path>
                  </a:pathLst>
                </a:custGeom>
                <a:noFill/>
                <a:ln w="9525">
                  <a:solidFill>
                    <a:srgbClr val="0079F2"/>
                  </a:solidFill>
                  <a:round/>
                  <a:headEnd/>
                  <a:tailEnd/>
                </a:ln>
              </p:spPr>
              <p:txBody>
                <a:bodyPr/>
                <a:lstStyle/>
                <a:p>
                  <a:endParaRPr lang="en-GB" sz="1600"/>
                </a:p>
              </p:txBody>
            </p:sp>
          </p:grpSp>
          <p:grpSp>
            <p:nvGrpSpPr>
              <p:cNvPr id="5" name="Group 39"/>
              <p:cNvGrpSpPr>
                <a:grpSpLocks/>
              </p:cNvGrpSpPr>
              <p:nvPr/>
            </p:nvGrpSpPr>
            <p:grpSpPr bwMode="auto">
              <a:xfrm flipH="1">
                <a:off x="3986" y="1092"/>
                <a:ext cx="590" cy="801"/>
                <a:chOff x="3462" y="1100"/>
                <a:chExt cx="1549" cy="801"/>
              </a:xfrm>
            </p:grpSpPr>
            <p:sp>
              <p:nvSpPr>
                <p:cNvPr id="16405" name="Freeform 40"/>
                <p:cNvSpPr>
                  <a:spLocks/>
                </p:cNvSpPr>
                <p:nvPr/>
              </p:nvSpPr>
              <p:spPr bwMode="auto">
                <a:xfrm>
                  <a:off x="3462" y="1126"/>
                  <a:ext cx="313" cy="756"/>
                </a:xfrm>
                <a:custGeom>
                  <a:avLst/>
                  <a:gdLst>
                    <a:gd name="T0" fmla="*/ 0 w 717"/>
                    <a:gd name="T1" fmla="*/ 756 h 756"/>
                    <a:gd name="T2" fmla="*/ 4 w 717"/>
                    <a:gd name="T3" fmla="*/ 167 h 756"/>
                    <a:gd name="T4" fmla="*/ 5 w 717"/>
                    <a:gd name="T5" fmla="*/ 384 h 756"/>
                    <a:gd name="T6" fmla="*/ 7 w 717"/>
                    <a:gd name="T7" fmla="*/ 103 h 756"/>
                    <a:gd name="T8" fmla="*/ 10 w 717"/>
                    <a:gd name="T9" fmla="*/ 519 h 756"/>
                    <a:gd name="T10" fmla="*/ 11 w 717"/>
                    <a:gd name="T11" fmla="*/ 487 h 756"/>
                    <a:gd name="T12" fmla="*/ 11 w 717"/>
                    <a:gd name="T13" fmla="*/ 359 h 756"/>
                    <a:gd name="T14" fmla="*/ 14 w 717"/>
                    <a:gd name="T15" fmla="*/ 71 h 756"/>
                    <a:gd name="T16" fmla="*/ 16 w 717"/>
                    <a:gd name="T17" fmla="*/ 244 h 756"/>
                    <a:gd name="T18" fmla="*/ 17 w 717"/>
                    <a:gd name="T19" fmla="*/ 96 h 756"/>
                    <a:gd name="T20" fmla="*/ 18 w 717"/>
                    <a:gd name="T21" fmla="*/ 615 h 756"/>
                    <a:gd name="T22" fmla="*/ 21 w 717"/>
                    <a:gd name="T23" fmla="*/ 397 h 756"/>
                    <a:gd name="T24" fmla="*/ 24 w 717"/>
                    <a:gd name="T25" fmla="*/ 519 h 756"/>
                    <a:gd name="T26" fmla="*/ 25 w 717"/>
                    <a:gd name="T27" fmla="*/ 308 h 756"/>
                    <a:gd name="T28" fmla="*/ 28 w 717"/>
                    <a:gd name="T29" fmla="*/ 442 h 756"/>
                    <a:gd name="T30" fmla="*/ 29 w 717"/>
                    <a:gd name="T31" fmla="*/ 352 h 756"/>
                    <a:gd name="T32" fmla="*/ 30 w 717"/>
                    <a:gd name="T33" fmla="*/ 384 h 756"/>
                    <a:gd name="T34" fmla="*/ 31 w 717"/>
                    <a:gd name="T35" fmla="*/ 135 h 756"/>
                    <a:gd name="T36" fmla="*/ 33 w 717"/>
                    <a:gd name="T37" fmla="*/ 301 h 756"/>
                    <a:gd name="T38" fmla="*/ 32 w 717"/>
                    <a:gd name="T39" fmla="*/ 519 h 756"/>
                    <a:gd name="T40" fmla="*/ 34 w 717"/>
                    <a:gd name="T41" fmla="*/ 679 h 756"/>
                    <a:gd name="T42" fmla="*/ 36 w 717"/>
                    <a:gd name="T43" fmla="*/ 628 h 756"/>
                    <a:gd name="T44" fmla="*/ 37 w 717"/>
                    <a:gd name="T45" fmla="*/ 480 h 756"/>
                    <a:gd name="T46" fmla="*/ 38 w 717"/>
                    <a:gd name="T47" fmla="*/ 391 h 756"/>
                    <a:gd name="T48" fmla="*/ 36 w 717"/>
                    <a:gd name="T49" fmla="*/ 506 h 756"/>
                    <a:gd name="T50" fmla="*/ 38 w 717"/>
                    <a:gd name="T51" fmla="*/ 352 h 756"/>
                    <a:gd name="T52" fmla="*/ 39 w 717"/>
                    <a:gd name="T53" fmla="*/ 455 h 756"/>
                    <a:gd name="T54" fmla="*/ 41 w 717"/>
                    <a:gd name="T55" fmla="*/ 519 h 756"/>
                    <a:gd name="T56" fmla="*/ 43 w 717"/>
                    <a:gd name="T57" fmla="*/ 410 h 756"/>
                    <a:gd name="T58" fmla="*/ 44 w 717"/>
                    <a:gd name="T59" fmla="*/ 186 h 756"/>
                    <a:gd name="T60" fmla="*/ 45 w 717"/>
                    <a:gd name="T61" fmla="*/ 231 h 756"/>
                    <a:gd name="T62" fmla="*/ 48 w 717"/>
                    <a:gd name="T63" fmla="*/ 148 h 756"/>
                    <a:gd name="T64" fmla="*/ 48 w 717"/>
                    <a:gd name="T65" fmla="*/ 301 h 756"/>
                    <a:gd name="T66" fmla="*/ 48 w 717"/>
                    <a:gd name="T67" fmla="*/ 730 h 756"/>
                    <a:gd name="T68" fmla="*/ 54 w 717"/>
                    <a:gd name="T69" fmla="*/ 0 h 756"/>
                    <a:gd name="T70" fmla="*/ 54 w 717"/>
                    <a:gd name="T71" fmla="*/ 250 h 756"/>
                    <a:gd name="T72" fmla="*/ 55 w 717"/>
                    <a:gd name="T73" fmla="*/ 333 h 756"/>
                    <a:gd name="T74" fmla="*/ 57 w 717"/>
                    <a:gd name="T75" fmla="*/ 192 h 756"/>
                    <a:gd name="T76" fmla="*/ 59 w 717"/>
                    <a:gd name="T77" fmla="*/ 340 h 756"/>
                    <a:gd name="T78" fmla="*/ 58 w 717"/>
                    <a:gd name="T79" fmla="*/ 429 h 756"/>
                    <a:gd name="T80" fmla="*/ 60 w 717"/>
                    <a:gd name="T81" fmla="*/ 461 h 756"/>
                    <a:gd name="T82" fmla="*/ 0 60000 65536"/>
                    <a:gd name="T83" fmla="*/ 0 60000 65536"/>
                    <a:gd name="T84" fmla="*/ 0 60000 65536"/>
                    <a:gd name="T85" fmla="*/ 0 60000 65536"/>
                    <a:gd name="T86" fmla="*/ 0 60000 65536"/>
                    <a:gd name="T87" fmla="*/ 0 60000 65536"/>
                    <a:gd name="T88" fmla="*/ 0 60000 65536"/>
                    <a:gd name="T89" fmla="*/ 0 60000 65536"/>
                    <a:gd name="T90" fmla="*/ 0 60000 65536"/>
                    <a:gd name="T91" fmla="*/ 0 60000 65536"/>
                    <a:gd name="T92" fmla="*/ 0 60000 65536"/>
                    <a:gd name="T93" fmla="*/ 0 60000 65536"/>
                    <a:gd name="T94" fmla="*/ 0 60000 65536"/>
                    <a:gd name="T95" fmla="*/ 0 60000 65536"/>
                    <a:gd name="T96" fmla="*/ 0 60000 65536"/>
                    <a:gd name="T97" fmla="*/ 0 60000 65536"/>
                    <a:gd name="T98" fmla="*/ 0 60000 65536"/>
                    <a:gd name="T99" fmla="*/ 0 60000 65536"/>
                    <a:gd name="T100" fmla="*/ 0 60000 65536"/>
                    <a:gd name="T101" fmla="*/ 0 60000 65536"/>
                    <a:gd name="T102" fmla="*/ 0 60000 65536"/>
                    <a:gd name="T103" fmla="*/ 0 60000 65536"/>
                    <a:gd name="T104" fmla="*/ 0 60000 65536"/>
                    <a:gd name="T105" fmla="*/ 0 60000 65536"/>
                    <a:gd name="T106" fmla="*/ 0 60000 65536"/>
                    <a:gd name="T107" fmla="*/ 0 60000 65536"/>
                    <a:gd name="T108" fmla="*/ 0 60000 65536"/>
                    <a:gd name="T109" fmla="*/ 0 60000 65536"/>
                    <a:gd name="T110" fmla="*/ 0 60000 65536"/>
                    <a:gd name="T111" fmla="*/ 0 60000 65536"/>
                    <a:gd name="T112" fmla="*/ 0 60000 65536"/>
                    <a:gd name="T113" fmla="*/ 0 60000 65536"/>
                    <a:gd name="T114" fmla="*/ 0 60000 65536"/>
                    <a:gd name="T115" fmla="*/ 0 60000 65536"/>
                    <a:gd name="T116" fmla="*/ 0 60000 65536"/>
                    <a:gd name="T117" fmla="*/ 0 60000 65536"/>
                    <a:gd name="T118" fmla="*/ 0 60000 65536"/>
                    <a:gd name="T119" fmla="*/ 0 60000 65536"/>
                    <a:gd name="T120" fmla="*/ 0 60000 65536"/>
                    <a:gd name="T121" fmla="*/ 0 60000 65536"/>
                    <a:gd name="T122" fmla="*/ 0 60000 65536"/>
                    <a:gd name="T123" fmla="*/ 0 w 717"/>
                    <a:gd name="T124" fmla="*/ 0 h 756"/>
                    <a:gd name="T125" fmla="*/ 717 w 717"/>
                    <a:gd name="T126" fmla="*/ 756 h 756"/>
                  </a:gdLst>
                  <a:ahLst/>
                  <a:cxnLst>
                    <a:cxn ang="T82">
                      <a:pos x="T0" y="T1"/>
                    </a:cxn>
                    <a:cxn ang="T83">
                      <a:pos x="T2" y="T3"/>
                    </a:cxn>
                    <a:cxn ang="T84">
                      <a:pos x="T4" y="T5"/>
                    </a:cxn>
                    <a:cxn ang="T85">
                      <a:pos x="T6" y="T7"/>
                    </a:cxn>
                    <a:cxn ang="T86">
                      <a:pos x="T8" y="T9"/>
                    </a:cxn>
                    <a:cxn ang="T87">
                      <a:pos x="T10" y="T11"/>
                    </a:cxn>
                    <a:cxn ang="T88">
                      <a:pos x="T12" y="T13"/>
                    </a:cxn>
                    <a:cxn ang="T89">
                      <a:pos x="T14" y="T15"/>
                    </a:cxn>
                    <a:cxn ang="T90">
                      <a:pos x="T16" y="T17"/>
                    </a:cxn>
                    <a:cxn ang="T91">
                      <a:pos x="T18" y="T19"/>
                    </a:cxn>
                    <a:cxn ang="T92">
                      <a:pos x="T20" y="T21"/>
                    </a:cxn>
                    <a:cxn ang="T93">
                      <a:pos x="T22" y="T23"/>
                    </a:cxn>
                    <a:cxn ang="T94">
                      <a:pos x="T24" y="T25"/>
                    </a:cxn>
                    <a:cxn ang="T95">
                      <a:pos x="T26" y="T27"/>
                    </a:cxn>
                    <a:cxn ang="T96">
                      <a:pos x="T28" y="T29"/>
                    </a:cxn>
                    <a:cxn ang="T97">
                      <a:pos x="T30" y="T31"/>
                    </a:cxn>
                    <a:cxn ang="T98">
                      <a:pos x="T32" y="T33"/>
                    </a:cxn>
                    <a:cxn ang="T99">
                      <a:pos x="T34" y="T35"/>
                    </a:cxn>
                    <a:cxn ang="T100">
                      <a:pos x="T36" y="T37"/>
                    </a:cxn>
                    <a:cxn ang="T101">
                      <a:pos x="T38" y="T39"/>
                    </a:cxn>
                    <a:cxn ang="T102">
                      <a:pos x="T40" y="T41"/>
                    </a:cxn>
                    <a:cxn ang="T103">
                      <a:pos x="T42" y="T43"/>
                    </a:cxn>
                    <a:cxn ang="T104">
                      <a:pos x="T44" y="T45"/>
                    </a:cxn>
                    <a:cxn ang="T105">
                      <a:pos x="T46" y="T47"/>
                    </a:cxn>
                    <a:cxn ang="T106">
                      <a:pos x="T48" y="T49"/>
                    </a:cxn>
                    <a:cxn ang="T107">
                      <a:pos x="T50" y="T51"/>
                    </a:cxn>
                    <a:cxn ang="T108">
                      <a:pos x="T52" y="T53"/>
                    </a:cxn>
                    <a:cxn ang="T109">
                      <a:pos x="T54" y="T55"/>
                    </a:cxn>
                    <a:cxn ang="T110">
                      <a:pos x="T56" y="T57"/>
                    </a:cxn>
                    <a:cxn ang="T111">
                      <a:pos x="T58" y="T59"/>
                    </a:cxn>
                    <a:cxn ang="T112">
                      <a:pos x="T60" y="T61"/>
                    </a:cxn>
                    <a:cxn ang="T113">
                      <a:pos x="T62" y="T63"/>
                    </a:cxn>
                    <a:cxn ang="T114">
                      <a:pos x="T64" y="T65"/>
                    </a:cxn>
                    <a:cxn ang="T115">
                      <a:pos x="T66" y="T67"/>
                    </a:cxn>
                    <a:cxn ang="T116">
                      <a:pos x="T68" y="T69"/>
                    </a:cxn>
                    <a:cxn ang="T117">
                      <a:pos x="T70" y="T71"/>
                    </a:cxn>
                    <a:cxn ang="T118">
                      <a:pos x="T72" y="T73"/>
                    </a:cxn>
                    <a:cxn ang="T119">
                      <a:pos x="T74" y="T75"/>
                    </a:cxn>
                    <a:cxn ang="T120">
                      <a:pos x="T76" y="T77"/>
                    </a:cxn>
                    <a:cxn ang="T121">
                      <a:pos x="T78" y="T79"/>
                    </a:cxn>
                    <a:cxn ang="T122">
                      <a:pos x="T80" y="T81"/>
                    </a:cxn>
                  </a:cxnLst>
                  <a:rect l="T123" t="T124" r="T125" b="T126"/>
                  <a:pathLst>
                    <a:path w="717" h="756">
                      <a:moveTo>
                        <a:pt x="0" y="756"/>
                      </a:moveTo>
                      <a:lnTo>
                        <a:pt x="52" y="167"/>
                      </a:lnTo>
                      <a:lnTo>
                        <a:pt x="64" y="384"/>
                      </a:lnTo>
                      <a:lnTo>
                        <a:pt x="90" y="103"/>
                      </a:lnTo>
                      <a:lnTo>
                        <a:pt x="116" y="519"/>
                      </a:lnTo>
                      <a:lnTo>
                        <a:pt x="135" y="487"/>
                      </a:lnTo>
                      <a:lnTo>
                        <a:pt x="135" y="359"/>
                      </a:lnTo>
                      <a:lnTo>
                        <a:pt x="167" y="71"/>
                      </a:lnTo>
                      <a:lnTo>
                        <a:pt x="192" y="244"/>
                      </a:lnTo>
                      <a:lnTo>
                        <a:pt x="205" y="96"/>
                      </a:lnTo>
                      <a:lnTo>
                        <a:pt x="218" y="615"/>
                      </a:lnTo>
                      <a:lnTo>
                        <a:pt x="244" y="397"/>
                      </a:lnTo>
                      <a:lnTo>
                        <a:pt x="282" y="519"/>
                      </a:lnTo>
                      <a:lnTo>
                        <a:pt x="308" y="308"/>
                      </a:lnTo>
                      <a:lnTo>
                        <a:pt x="333" y="442"/>
                      </a:lnTo>
                      <a:lnTo>
                        <a:pt x="346" y="352"/>
                      </a:lnTo>
                      <a:lnTo>
                        <a:pt x="365" y="384"/>
                      </a:lnTo>
                      <a:lnTo>
                        <a:pt x="378" y="135"/>
                      </a:lnTo>
                      <a:lnTo>
                        <a:pt x="391" y="301"/>
                      </a:lnTo>
                      <a:lnTo>
                        <a:pt x="384" y="519"/>
                      </a:lnTo>
                      <a:lnTo>
                        <a:pt x="404" y="679"/>
                      </a:lnTo>
                      <a:lnTo>
                        <a:pt x="429" y="628"/>
                      </a:lnTo>
                      <a:lnTo>
                        <a:pt x="442" y="480"/>
                      </a:lnTo>
                      <a:lnTo>
                        <a:pt x="455" y="391"/>
                      </a:lnTo>
                      <a:lnTo>
                        <a:pt x="436" y="506"/>
                      </a:lnTo>
                      <a:lnTo>
                        <a:pt x="461" y="352"/>
                      </a:lnTo>
                      <a:lnTo>
                        <a:pt x="474" y="455"/>
                      </a:lnTo>
                      <a:lnTo>
                        <a:pt x="493" y="519"/>
                      </a:lnTo>
                      <a:lnTo>
                        <a:pt x="512" y="410"/>
                      </a:lnTo>
                      <a:lnTo>
                        <a:pt x="532" y="186"/>
                      </a:lnTo>
                      <a:lnTo>
                        <a:pt x="544" y="231"/>
                      </a:lnTo>
                      <a:lnTo>
                        <a:pt x="570" y="148"/>
                      </a:lnTo>
                      <a:lnTo>
                        <a:pt x="576" y="301"/>
                      </a:lnTo>
                      <a:lnTo>
                        <a:pt x="576" y="730"/>
                      </a:lnTo>
                      <a:lnTo>
                        <a:pt x="647" y="0"/>
                      </a:lnTo>
                      <a:lnTo>
                        <a:pt x="647" y="250"/>
                      </a:lnTo>
                      <a:lnTo>
                        <a:pt x="660" y="333"/>
                      </a:lnTo>
                      <a:lnTo>
                        <a:pt x="685" y="192"/>
                      </a:lnTo>
                      <a:lnTo>
                        <a:pt x="711" y="340"/>
                      </a:lnTo>
                      <a:lnTo>
                        <a:pt x="698" y="429"/>
                      </a:lnTo>
                      <a:lnTo>
                        <a:pt x="717" y="461"/>
                      </a:lnTo>
                    </a:path>
                  </a:pathLst>
                </a:custGeom>
                <a:noFill/>
                <a:ln w="9525">
                  <a:solidFill>
                    <a:srgbClr val="0079F2"/>
                  </a:solidFill>
                  <a:round/>
                  <a:headEnd/>
                  <a:tailEnd/>
                </a:ln>
              </p:spPr>
              <p:txBody>
                <a:bodyPr/>
                <a:lstStyle/>
                <a:p>
                  <a:endParaRPr lang="en-GB" sz="1600"/>
                </a:p>
              </p:txBody>
            </p:sp>
            <p:sp>
              <p:nvSpPr>
                <p:cNvPr id="16406" name="Freeform 41"/>
                <p:cNvSpPr>
                  <a:spLocks/>
                </p:cNvSpPr>
                <p:nvPr/>
              </p:nvSpPr>
              <p:spPr bwMode="auto">
                <a:xfrm flipH="1" flipV="1">
                  <a:off x="3770" y="1145"/>
                  <a:ext cx="313" cy="756"/>
                </a:xfrm>
                <a:custGeom>
                  <a:avLst/>
                  <a:gdLst>
                    <a:gd name="T0" fmla="*/ 0 w 717"/>
                    <a:gd name="T1" fmla="*/ 756 h 756"/>
                    <a:gd name="T2" fmla="*/ 4 w 717"/>
                    <a:gd name="T3" fmla="*/ 167 h 756"/>
                    <a:gd name="T4" fmla="*/ 5 w 717"/>
                    <a:gd name="T5" fmla="*/ 384 h 756"/>
                    <a:gd name="T6" fmla="*/ 7 w 717"/>
                    <a:gd name="T7" fmla="*/ 103 h 756"/>
                    <a:gd name="T8" fmla="*/ 10 w 717"/>
                    <a:gd name="T9" fmla="*/ 519 h 756"/>
                    <a:gd name="T10" fmla="*/ 11 w 717"/>
                    <a:gd name="T11" fmla="*/ 487 h 756"/>
                    <a:gd name="T12" fmla="*/ 11 w 717"/>
                    <a:gd name="T13" fmla="*/ 359 h 756"/>
                    <a:gd name="T14" fmla="*/ 14 w 717"/>
                    <a:gd name="T15" fmla="*/ 71 h 756"/>
                    <a:gd name="T16" fmla="*/ 16 w 717"/>
                    <a:gd name="T17" fmla="*/ 244 h 756"/>
                    <a:gd name="T18" fmla="*/ 17 w 717"/>
                    <a:gd name="T19" fmla="*/ 96 h 756"/>
                    <a:gd name="T20" fmla="*/ 18 w 717"/>
                    <a:gd name="T21" fmla="*/ 615 h 756"/>
                    <a:gd name="T22" fmla="*/ 21 w 717"/>
                    <a:gd name="T23" fmla="*/ 397 h 756"/>
                    <a:gd name="T24" fmla="*/ 24 w 717"/>
                    <a:gd name="T25" fmla="*/ 519 h 756"/>
                    <a:gd name="T26" fmla="*/ 25 w 717"/>
                    <a:gd name="T27" fmla="*/ 308 h 756"/>
                    <a:gd name="T28" fmla="*/ 28 w 717"/>
                    <a:gd name="T29" fmla="*/ 442 h 756"/>
                    <a:gd name="T30" fmla="*/ 29 w 717"/>
                    <a:gd name="T31" fmla="*/ 352 h 756"/>
                    <a:gd name="T32" fmla="*/ 30 w 717"/>
                    <a:gd name="T33" fmla="*/ 384 h 756"/>
                    <a:gd name="T34" fmla="*/ 31 w 717"/>
                    <a:gd name="T35" fmla="*/ 135 h 756"/>
                    <a:gd name="T36" fmla="*/ 33 w 717"/>
                    <a:gd name="T37" fmla="*/ 301 h 756"/>
                    <a:gd name="T38" fmla="*/ 32 w 717"/>
                    <a:gd name="T39" fmla="*/ 519 h 756"/>
                    <a:gd name="T40" fmla="*/ 34 w 717"/>
                    <a:gd name="T41" fmla="*/ 679 h 756"/>
                    <a:gd name="T42" fmla="*/ 36 w 717"/>
                    <a:gd name="T43" fmla="*/ 628 h 756"/>
                    <a:gd name="T44" fmla="*/ 37 w 717"/>
                    <a:gd name="T45" fmla="*/ 480 h 756"/>
                    <a:gd name="T46" fmla="*/ 38 w 717"/>
                    <a:gd name="T47" fmla="*/ 391 h 756"/>
                    <a:gd name="T48" fmla="*/ 36 w 717"/>
                    <a:gd name="T49" fmla="*/ 506 h 756"/>
                    <a:gd name="T50" fmla="*/ 38 w 717"/>
                    <a:gd name="T51" fmla="*/ 352 h 756"/>
                    <a:gd name="T52" fmla="*/ 39 w 717"/>
                    <a:gd name="T53" fmla="*/ 455 h 756"/>
                    <a:gd name="T54" fmla="*/ 41 w 717"/>
                    <a:gd name="T55" fmla="*/ 519 h 756"/>
                    <a:gd name="T56" fmla="*/ 43 w 717"/>
                    <a:gd name="T57" fmla="*/ 410 h 756"/>
                    <a:gd name="T58" fmla="*/ 44 w 717"/>
                    <a:gd name="T59" fmla="*/ 186 h 756"/>
                    <a:gd name="T60" fmla="*/ 45 w 717"/>
                    <a:gd name="T61" fmla="*/ 231 h 756"/>
                    <a:gd name="T62" fmla="*/ 48 w 717"/>
                    <a:gd name="T63" fmla="*/ 148 h 756"/>
                    <a:gd name="T64" fmla="*/ 48 w 717"/>
                    <a:gd name="T65" fmla="*/ 301 h 756"/>
                    <a:gd name="T66" fmla="*/ 48 w 717"/>
                    <a:gd name="T67" fmla="*/ 730 h 756"/>
                    <a:gd name="T68" fmla="*/ 54 w 717"/>
                    <a:gd name="T69" fmla="*/ 0 h 756"/>
                    <a:gd name="T70" fmla="*/ 54 w 717"/>
                    <a:gd name="T71" fmla="*/ 250 h 756"/>
                    <a:gd name="T72" fmla="*/ 55 w 717"/>
                    <a:gd name="T73" fmla="*/ 333 h 756"/>
                    <a:gd name="T74" fmla="*/ 57 w 717"/>
                    <a:gd name="T75" fmla="*/ 192 h 756"/>
                    <a:gd name="T76" fmla="*/ 59 w 717"/>
                    <a:gd name="T77" fmla="*/ 340 h 756"/>
                    <a:gd name="T78" fmla="*/ 58 w 717"/>
                    <a:gd name="T79" fmla="*/ 429 h 756"/>
                    <a:gd name="T80" fmla="*/ 60 w 717"/>
                    <a:gd name="T81" fmla="*/ 461 h 756"/>
                    <a:gd name="T82" fmla="*/ 0 60000 65536"/>
                    <a:gd name="T83" fmla="*/ 0 60000 65536"/>
                    <a:gd name="T84" fmla="*/ 0 60000 65536"/>
                    <a:gd name="T85" fmla="*/ 0 60000 65536"/>
                    <a:gd name="T86" fmla="*/ 0 60000 65536"/>
                    <a:gd name="T87" fmla="*/ 0 60000 65536"/>
                    <a:gd name="T88" fmla="*/ 0 60000 65536"/>
                    <a:gd name="T89" fmla="*/ 0 60000 65536"/>
                    <a:gd name="T90" fmla="*/ 0 60000 65536"/>
                    <a:gd name="T91" fmla="*/ 0 60000 65536"/>
                    <a:gd name="T92" fmla="*/ 0 60000 65536"/>
                    <a:gd name="T93" fmla="*/ 0 60000 65536"/>
                    <a:gd name="T94" fmla="*/ 0 60000 65536"/>
                    <a:gd name="T95" fmla="*/ 0 60000 65536"/>
                    <a:gd name="T96" fmla="*/ 0 60000 65536"/>
                    <a:gd name="T97" fmla="*/ 0 60000 65536"/>
                    <a:gd name="T98" fmla="*/ 0 60000 65536"/>
                    <a:gd name="T99" fmla="*/ 0 60000 65536"/>
                    <a:gd name="T100" fmla="*/ 0 60000 65536"/>
                    <a:gd name="T101" fmla="*/ 0 60000 65536"/>
                    <a:gd name="T102" fmla="*/ 0 60000 65536"/>
                    <a:gd name="T103" fmla="*/ 0 60000 65536"/>
                    <a:gd name="T104" fmla="*/ 0 60000 65536"/>
                    <a:gd name="T105" fmla="*/ 0 60000 65536"/>
                    <a:gd name="T106" fmla="*/ 0 60000 65536"/>
                    <a:gd name="T107" fmla="*/ 0 60000 65536"/>
                    <a:gd name="T108" fmla="*/ 0 60000 65536"/>
                    <a:gd name="T109" fmla="*/ 0 60000 65536"/>
                    <a:gd name="T110" fmla="*/ 0 60000 65536"/>
                    <a:gd name="T111" fmla="*/ 0 60000 65536"/>
                    <a:gd name="T112" fmla="*/ 0 60000 65536"/>
                    <a:gd name="T113" fmla="*/ 0 60000 65536"/>
                    <a:gd name="T114" fmla="*/ 0 60000 65536"/>
                    <a:gd name="T115" fmla="*/ 0 60000 65536"/>
                    <a:gd name="T116" fmla="*/ 0 60000 65536"/>
                    <a:gd name="T117" fmla="*/ 0 60000 65536"/>
                    <a:gd name="T118" fmla="*/ 0 60000 65536"/>
                    <a:gd name="T119" fmla="*/ 0 60000 65536"/>
                    <a:gd name="T120" fmla="*/ 0 60000 65536"/>
                    <a:gd name="T121" fmla="*/ 0 60000 65536"/>
                    <a:gd name="T122" fmla="*/ 0 60000 65536"/>
                    <a:gd name="T123" fmla="*/ 0 w 717"/>
                    <a:gd name="T124" fmla="*/ 0 h 756"/>
                    <a:gd name="T125" fmla="*/ 717 w 717"/>
                    <a:gd name="T126" fmla="*/ 756 h 756"/>
                  </a:gdLst>
                  <a:ahLst/>
                  <a:cxnLst>
                    <a:cxn ang="T82">
                      <a:pos x="T0" y="T1"/>
                    </a:cxn>
                    <a:cxn ang="T83">
                      <a:pos x="T2" y="T3"/>
                    </a:cxn>
                    <a:cxn ang="T84">
                      <a:pos x="T4" y="T5"/>
                    </a:cxn>
                    <a:cxn ang="T85">
                      <a:pos x="T6" y="T7"/>
                    </a:cxn>
                    <a:cxn ang="T86">
                      <a:pos x="T8" y="T9"/>
                    </a:cxn>
                    <a:cxn ang="T87">
                      <a:pos x="T10" y="T11"/>
                    </a:cxn>
                    <a:cxn ang="T88">
                      <a:pos x="T12" y="T13"/>
                    </a:cxn>
                    <a:cxn ang="T89">
                      <a:pos x="T14" y="T15"/>
                    </a:cxn>
                    <a:cxn ang="T90">
                      <a:pos x="T16" y="T17"/>
                    </a:cxn>
                    <a:cxn ang="T91">
                      <a:pos x="T18" y="T19"/>
                    </a:cxn>
                    <a:cxn ang="T92">
                      <a:pos x="T20" y="T21"/>
                    </a:cxn>
                    <a:cxn ang="T93">
                      <a:pos x="T22" y="T23"/>
                    </a:cxn>
                    <a:cxn ang="T94">
                      <a:pos x="T24" y="T25"/>
                    </a:cxn>
                    <a:cxn ang="T95">
                      <a:pos x="T26" y="T27"/>
                    </a:cxn>
                    <a:cxn ang="T96">
                      <a:pos x="T28" y="T29"/>
                    </a:cxn>
                    <a:cxn ang="T97">
                      <a:pos x="T30" y="T31"/>
                    </a:cxn>
                    <a:cxn ang="T98">
                      <a:pos x="T32" y="T33"/>
                    </a:cxn>
                    <a:cxn ang="T99">
                      <a:pos x="T34" y="T35"/>
                    </a:cxn>
                    <a:cxn ang="T100">
                      <a:pos x="T36" y="T37"/>
                    </a:cxn>
                    <a:cxn ang="T101">
                      <a:pos x="T38" y="T39"/>
                    </a:cxn>
                    <a:cxn ang="T102">
                      <a:pos x="T40" y="T41"/>
                    </a:cxn>
                    <a:cxn ang="T103">
                      <a:pos x="T42" y="T43"/>
                    </a:cxn>
                    <a:cxn ang="T104">
                      <a:pos x="T44" y="T45"/>
                    </a:cxn>
                    <a:cxn ang="T105">
                      <a:pos x="T46" y="T47"/>
                    </a:cxn>
                    <a:cxn ang="T106">
                      <a:pos x="T48" y="T49"/>
                    </a:cxn>
                    <a:cxn ang="T107">
                      <a:pos x="T50" y="T51"/>
                    </a:cxn>
                    <a:cxn ang="T108">
                      <a:pos x="T52" y="T53"/>
                    </a:cxn>
                    <a:cxn ang="T109">
                      <a:pos x="T54" y="T55"/>
                    </a:cxn>
                    <a:cxn ang="T110">
                      <a:pos x="T56" y="T57"/>
                    </a:cxn>
                    <a:cxn ang="T111">
                      <a:pos x="T58" y="T59"/>
                    </a:cxn>
                    <a:cxn ang="T112">
                      <a:pos x="T60" y="T61"/>
                    </a:cxn>
                    <a:cxn ang="T113">
                      <a:pos x="T62" y="T63"/>
                    </a:cxn>
                    <a:cxn ang="T114">
                      <a:pos x="T64" y="T65"/>
                    </a:cxn>
                    <a:cxn ang="T115">
                      <a:pos x="T66" y="T67"/>
                    </a:cxn>
                    <a:cxn ang="T116">
                      <a:pos x="T68" y="T69"/>
                    </a:cxn>
                    <a:cxn ang="T117">
                      <a:pos x="T70" y="T71"/>
                    </a:cxn>
                    <a:cxn ang="T118">
                      <a:pos x="T72" y="T73"/>
                    </a:cxn>
                    <a:cxn ang="T119">
                      <a:pos x="T74" y="T75"/>
                    </a:cxn>
                    <a:cxn ang="T120">
                      <a:pos x="T76" y="T77"/>
                    </a:cxn>
                    <a:cxn ang="T121">
                      <a:pos x="T78" y="T79"/>
                    </a:cxn>
                    <a:cxn ang="T122">
                      <a:pos x="T80" y="T81"/>
                    </a:cxn>
                  </a:cxnLst>
                  <a:rect l="T123" t="T124" r="T125" b="T126"/>
                  <a:pathLst>
                    <a:path w="717" h="756">
                      <a:moveTo>
                        <a:pt x="0" y="756"/>
                      </a:moveTo>
                      <a:lnTo>
                        <a:pt x="52" y="167"/>
                      </a:lnTo>
                      <a:lnTo>
                        <a:pt x="64" y="384"/>
                      </a:lnTo>
                      <a:lnTo>
                        <a:pt x="90" y="103"/>
                      </a:lnTo>
                      <a:lnTo>
                        <a:pt x="116" y="519"/>
                      </a:lnTo>
                      <a:lnTo>
                        <a:pt x="135" y="487"/>
                      </a:lnTo>
                      <a:lnTo>
                        <a:pt x="135" y="359"/>
                      </a:lnTo>
                      <a:lnTo>
                        <a:pt x="167" y="71"/>
                      </a:lnTo>
                      <a:lnTo>
                        <a:pt x="192" y="244"/>
                      </a:lnTo>
                      <a:lnTo>
                        <a:pt x="205" y="96"/>
                      </a:lnTo>
                      <a:lnTo>
                        <a:pt x="218" y="615"/>
                      </a:lnTo>
                      <a:lnTo>
                        <a:pt x="244" y="397"/>
                      </a:lnTo>
                      <a:lnTo>
                        <a:pt x="282" y="519"/>
                      </a:lnTo>
                      <a:lnTo>
                        <a:pt x="308" y="308"/>
                      </a:lnTo>
                      <a:lnTo>
                        <a:pt x="333" y="442"/>
                      </a:lnTo>
                      <a:lnTo>
                        <a:pt x="346" y="352"/>
                      </a:lnTo>
                      <a:lnTo>
                        <a:pt x="365" y="384"/>
                      </a:lnTo>
                      <a:lnTo>
                        <a:pt x="378" y="135"/>
                      </a:lnTo>
                      <a:lnTo>
                        <a:pt x="391" y="301"/>
                      </a:lnTo>
                      <a:lnTo>
                        <a:pt x="384" y="519"/>
                      </a:lnTo>
                      <a:lnTo>
                        <a:pt x="404" y="679"/>
                      </a:lnTo>
                      <a:lnTo>
                        <a:pt x="429" y="628"/>
                      </a:lnTo>
                      <a:lnTo>
                        <a:pt x="442" y="480"/>
                      </a:lnTo>
                      <a:lnTo>
                        <a:pt x="455" y="391"/>
                      </a:lnTo>
                      <a:lnTo>
                        <a:pt x="436" y="506"/>
                      </a:lnTo>
                      <a:lnTo>
                        <a:pt x="461" y="352"/>
                      </a:lnTo>
                      <a:lnTo>
                        <a:pt x="474" y="455"/>
                      </a:lnTo>
                      <a:lnTo>
                        <a:pt x="493" y="519"/>
                      </a:lnTo>
                      <a:lnTo>
                        <a:pt x="512" y="410"/>
                      </a:lnTo>
                      <a:lnTo>
                        <a:pt x="532" y="186"/>
                      </a:lnTo>
                      <a:lnTo>
                        <a:pt x="544" y="231"/>
                      </a:lnTo>
                      <a:lnTo>
                        <a:pt x="570" y="148"/>
                      </a:lnTo>
                      <a:lnTo>
                        <a:pt x="576" y="301"/>
                      </a:lnTo>
                      <a:lnTo>
                        <a:pt x="576" y="730"/>
                      </a:lnTo>
                      <a:lnTo>
                        <a:pt x="647" y="0"/>
                      </a:lnTo>
                      <a:lnTo>
                        <a:pt x="647" y="250"/>
                      </a:lnTo>
                      <a:lnTo>
                        <a:pt x="660" y="333"/>
                      </a:lnTo>
                      <a:lnTo>
                        <a:pt x="685" y="192"/>
                      </a:lnTo>
                      <a:lnTo>
                        <a:pt x="711" y="340"/>
                      </a:lnTo>
                      <a:lnTo>
                        <a:pt x="698" y="429"/>
                      </a:lnTo>
                      <a:lnTo>
                        <a:pt x="717" y="461"/>
                      </a:lnTo>
                    </a:path>
                  </a:pathLst>
                </a:custGeom>
                <a:noFill/>
                <a:ln w="9525">
                  <a:solidFill>
                    <a:srgbClr val="0079F2"/>
                  </a:solidFill>
                  <a:round/>
                  <a:headEnd/>
                  <a:tailEnd/>
                </a:ln>
              </p:spPr>
              <p:txBody>
                <a:bodyPr/>
                <a:lstStyle/>
                <a:p>
                  <a:endParaRPr lang="en-GB" sz="1600"/>
                </a:p>
              </p:txBody>
            </p:sp>
            <p:sp>
              <p:nvSpPr>
                <p:cNvPr id="16407" name="Freeform 42"/>
                <p:cNvSpPr>
                  <a:spLocks/>
                </p:cNvSpPr>
                <p:nvPr/>
              </p:nvSpPr>
              <p:spPr bwMode="auto">
                <a:xfrm flipH="1">
                  <a:off x="4077" y="1119"/>
                  <a:ext cx="313" cy="756"/>
                </a:xfrm>
                <a:custGeom>
                  <a:avLst/>
                  <a:gdLst>
                    <a:gd name="T0" fmla="*/ 0 w 717"/>
                    <a:gd name="T1" fmla="*/ 756 h 756"/>
                    <a:gd name="T2" fmla="*/ 4 w 717"/>
                    <a:gd name="T3" fmla="*/ 167 h 756"/>
                    <a:gd name="T4" fmla="*/ 5 w 717"/>
                    <a:gd name="T5" fmla="*/ 384 h 756"/>
                    <a:gd name="T6" fmla="*/ 7 w 717"/>
                    <a:gd name="T7" fmla="*/ 103 h 756"/>
                    <a:gd name="T8" fmla="*/ 10 w 717"/>
                    <a:gd name="T9" fmla="*/ 519 h 756"/>
                    <a:gd name="T10" fmla="*/ 11 w 717"/>
                    <a:gd name="T11" fmla="*/ 487 h 756"/>
                    <a:gd name="T12" fmla="*/ 11 w 717"/>
                    <a:gd name="T13" fmla="*/ 359 h 756"/>
                    <a:gd name="T14" fmla="*/ 14 w 717"/>
                    <a:gd name="T15" fmla="*/ 71 h 756"/>
                    <a:gd name="T16" fmla="*/ 16 w 717"/>
                    <a:gd name="T17" fmla="*/ 244 h 756"/>
                    <a:gd name="T18" fmla="*/ 17 w 717"/>
                    <a:gd name="T19" fmla="*/ 96 h 756"/>
                    <a:gd name="T20" fmla="*/ 18 w 717"/>
                    <a:gd name="T21" fmla="*/ 615 h 756"/>
                    <a:gd name="T22" fmla="*/ 21 w 717"/>
                    <a:gd name="T23" fmla="*/ 397 h 756"/>
                    <a:gd name="T24" fmla="*/ 24 w 717"/>
                    <a:gd name="T25" fmla="*/ 519 h 756"/>
                    <a:gd name="T26" fmla="*/ 25 w 717"/>
                    <a:gd name="T27" fmla="*/ 308 h 756"/>
                    <a:gd name="T28" fmla="*/ 28 w 717"/>
                    <a:gd name="T29" fmla="*/ 442 h 756"/>
                    <a:gd name="T30" fmla="*/ 29 w 717"/>
                    <a:gd name="T31" fmla="*/ 352 h 756"/>
                    <a:gd name="T32" fmla="*/ 30 w 717"/>
                    <a:gd name="T33" fmla="*/ 384 h 756"/>
                    <a:gd name="T34" fmla="*/ 31 w 717"/>
                    <a:gd name="T35" fmla="*/ 135 h 756"/>
                    <a:gd name="T36" fmla="*/ 33 w 717"/>
                    <a:gd name="T37" fmla="*/ 301 h 756"/>
                    <a:gd name="T38" fmla="*/ 32 w 717"/>
                    <a:gd name="T39" fmla="*/ 519 h 756"/>
                    <a:gd name="T40" fmla="*/ 34 w 717"/>
                    <a:gd name="T41" fmla="*/ 679 h 756"/>
                    <a:gd name="T42" fmla="*/ 36 w 717"/>
                    <a:gd name="T43" fmla="*/ 628 h 756"/>
                    <a:gd name="T44" fmla="*/ 37 w 717"/>
                    <a:gd name="T45" fmla="*/ 480 h 756"/>
                    <a:gd name="T46" fmla="*/ 38 w 717"/>
                    <a:gd name="T47" fmla="*/ 391 h 756"/>
                    <a:gd name="T48" fmla="*/ 36 w 717"/>
                    <a:gd name="T49" fmla="*/ 506 h 756"/>
                    <a:gd name="T50" fmla="*/ 38 w 717"/>
                    <a:gd name="T51" fmla="*/ 352 h 756"/>
                    <a:gd name="T52" fmla="*/ 39 w 717"/>
                    <a:gd name="T53" fmla="*/ 455 h 756"/>
                    <a:gd name="T54" fmla="*/ 41 w 717"/>
                    <a:gd name="T55" fmla="*/ 519 h 756"/>
                    <a:gd name="T56" fmla="*/ 43 w 717"/>
                    <a:gd name="T57" fmla="*/ 410 h 756"/>
                    <a:gd name="T58" fmla="*/ 44 w 717"/>
                    <a:gd name="T59" fmla="*/ 186 h 756"/>
                    <a:gd name="T60" fmla="*/ 45 w 717"/>
                    <a:gd name="T61" fmla="*/ 231 h 756"/>
                    <a:gd name="T62" fmla="*/ 48 w 717"/>
                    <a:gd name="T63" fmla="*/ 148 h 756"/>
                    <a:gd name="T64" fmla="*/ 48 w 717"/>
                    <a:gd name="T65" fmla="*/ 301 h 756"/>
                    <a:gd name="T66" fmla="*/ 48 w 717"/>
                    <a:gd name="T67" fmla="*/ 730 h 756"/>
                    <a:gd name="T68" fmla="*/ 54 w 717"/>
                    <a:gd name="T69" fmla="*/ 0 h 756"/>
                    <a:gd name="T70" fmla="*/ 54 w 717"/>
                    <a:gd name="T71" fmla="*/ 250 h 756"/>
                    <a:gd name="T72" fmla="*/ 55 w 717"/>
                    <a:gd name="T73" fmla="*/ 333 h 756"/>
                    <a:gd name="T74" fmla="*/ 57 w 717"/>
                    <a:gd name="T75" fmla="*/ 192 h 756"/>
                    <a:gd name="T76" fmla="*/ 59 w 717"/>
                    <a:gd name="T77" fmla="*/ 340 h 756"/>
                    <a:gd name="T78" fmla="*/ 58 w 717"/>
                    <a:gd name="T79" fmla="*/ 429 h 756"/>
                    <a:gd name="T80" fmla="*/ 60 w 717"/>
                    <a:gd name="T81" fmla="*/ 461 h 756"/>
                    <a:gd name="T82" fmla="*/ 0 60000 65536"/>
                    <a:gd name="T83" fmla="*/ 0 60000 65536"/>
                    <a:gd name="T84" fmla="*/ 0 60000 65536"/>
                    <a:gd name="T85" fmla="*/ 0 60000 65536"/>
                    <a:gd name="T86" fmla="*/ 0 60000 65536"/>
                    <a:gd name="T87" fmla="*/ 0 60000 65536"/>
                    <a:gd name="T88" fmla="*/ 0 60000 65536"/>
                    <a:gd name="T89" fmla="*/ 0 60000 65536"/>
                    <a:gd name="T90" fmla="*/ 0 60000 65536"/>
                    <a:gd name="T91" fmla="*/ 0 60000 65536"/>
                    <a:gd name="T92" fmla="*/ 0 60000 65536"/>
                    <a:gd name="T93" fmla="*/ 0 60000 65536"/>
                    <a:gd name="T94" fmla="*/ 0 60000 65536"/>
                    <a:gd name="T95" fmla="*/ 0 60000 65536"/>
                    <a:gd name="T96" fmla="*/ 0 60000 65536"/>
                    <a:gd name="T97" fmla="*/ 0 60000 65536"/>
                    <a:gd name="T98" fmla="*/ 0 60000 65536"/>
                    <a:gd name="T99" fmla="*/ 0 60000 65536"/>
                    <a:gd name="T100" fmla="*/ 0 60000 65536"/>
                    <a:gd name="T101" fmla="*/ 0 60000 65536"/>
                    <a:gd name="T102" fmla="*/ 0 60000 65536"/>
                    <a:gd name="T103" fmla="*/ 0 60000 65536"/>
                    <a:gd name="T104" fmla="*/ 0 60000 65536"/>
                    <a:gd name="T105" fmla="*/ 0 60000 65536"/>
                    <a:gd name="T106" fmla="*/ 0 60000 65536"/>
                    <a:gd name="T107" fmla="*/ 0 60000 65536"/>
                    <a:gd name="T108" fmla="*/ 0 60000 65536"/>
                    <a:gd name="T109" fmla="*/ 0 60000 65536"/>
                    <a:gd name="T110" fmla="*/ 0 60000 65536"/>
                    <a:gd name="T111" fmla="*/ 0 60000 65536"/>
                    <a:gd name="T112" fmla="*/ 0 60000 65536"/>
                    <a:gd name="T113" fmla="*/ 0 60000 65536"/>
                    <a:gd name="T114" fmla="*/ 0 60000 65536"/>
                    <a:gd name="T115" fmla="*/ 0 60000 65536"/>
                    <a:gd name="T116" fmla="*/ 0 60000 65536"/>
                    <a:gd name="T117" fmla="*/ 0 60000 65536"/>
                    <a:gd name="T118" fmla="*/ 0 60000 65536"/>
                    <a:gd name="T119" fmla="*/ 0 60000 65536"/>
                    <a:gd name="T120" fmla="*/ 0 60000 65536"/>
                    <a:gd name="T121" fmla="*/ 0 60000 65536"/>
                    <a:gd name="T122" fmla="*/ 0 60000 65536"/>
                    <a:gd name="T123" fmla="*/ 0 w 717"/>
                    <a:gd name="T124" fmla="*/ 0 h 756"/>
                    <a:gd name="T125" fmla="*/ 717 w 717"/>
                    <a:gd name="T126" fmla="*/ 756 h 756"/>
                  </a:gdLst>
                  <a:ahLst/>
                  <a:cxnLst>
                    <a:cxn ang="T82">
                      <a:pos x="T0" y="T1"/>
                    </a:cxn>
                    <a:cxn ang="T83">
                      <a:pos x="T2" y="T3"/>
                    </a:cxn>
                    <a:cxn ang="T84">
                      <a:pos x="T4" y="T5"/>
                    </a:cxn>
                    <a:cxn ang="T85">
                      <a:pos x="T6" y="T7"/>
                    </a:cxn>
                    <a:cxn ang="T86">
                      <a:pos x="T8" y="T9"/>
                    </a:cxn>
                    <a:cxn ang="T87">
                      <a:pos x="T10" y="T11"/>
                    </a:cxn>
                    <a:cxn ang="T88">
                      <a:pos x="T12" y="T13"/>
                    </a:cxn>
                    <a:cxn ang="T89">
                      <a:pos x="T14" y="T15"/>
                    </a:cxn>
                    <a:cxn ang="T90">
                      <a:pos x="T16" y="T17"/>
                    </a:cxn>
                    <a:cxn ang="T91">
                      <a:pos x="T18" y="T19"/>
                    </a:cxn>
                    <a:cxn ang="T92">
                      <a:pos x="T20" y="T21"/>
                    </a:cxn>
                    <a:cxn ang="T93">
                      <a:pos x="T22" y="T23"/>
                    </a:cxn>
                    <a:cxn ang="T94">
                      <a:pos x="T24" y="T25"/>
                    </a:cxn>
                    <a:cxn ang="T95">
                      <a:pos x="T26" y="T27"/>
                    </a:cxn>
                    <a:cxn ang="T96">
                      <a:pos x="T28" y="T29"/>
                    </a:cxn>
                    <a:cxn ang="T97">
                      <a:pos x="T30" y="T31"/>
                    </a:cxn>
                    <a:cxn ang="T98">
                      <a:pos x="T32" y="T33"/>
                    </a:cxn>
                    <a:cxn ang="T99">
                      <a:pos x="T34" y="T35"/>
                    </a:cxn>
                    <a:cxn ang="T100">
                      <a:pos x="T36" y="T37"/>
                    </a:cxn>
                    <a:cxn ang="T101">
                      <a:pos x="T38" y="T39"/>
                    </a:cxn>
                    <a:cxn ang="T102">
                      <a:pos x="T40" y="T41"/>
                    </a:cxn>
                    <a:cxn ang="T103">
                      <a:pos x="T42" y="T43"/>
                    </a:cxn>
                    <a:cxn ang="T104">
                      <a:pos x="T44" y="T45"/>
                    </a:cxn>
                    <a:cxn ang="T105">
                      <a:pos x="T46" y="T47"/>
                    </a:cxn>
                    <a:cxn ang="T106">
                      <a:pos x="T48" y="T49"/>
                    </a:cxn>
                    <a:cxn ang="T107">
                      <a:pos x="T50" y="T51"/>
                    </a:cxn>
                    <a:cxn ang="T108">
                      <a:pos x="T52" y="T53"/>
                    </a:cxn>
                    <a:cxn ang="T109">
                      <a:pos x="T54" y="T55"/>
                    </a:cxn>
                    <a:cxn ang="T110">
                      <a:pos x="T56" y="T57"/>
                    </a:cxn>
                    <a:cxn ang="T111">
                      <a:pos x="T58" y="T59"/>
                    </a:cxn>
                    <a:cxn ang="T112">
                      <a:pos x="T60" y="T61"/>
                    </a:cxn>
                    <a:cxn ang="T113">
                      <a:pos x="T62" y="T63"/>
                    </a:cxn>
                    <a:cxn ang="T114">
                      <a:pos x="T64" y="T65"/>
                    </a:cxn>
                    <a:cxn ang="T115">
                      <a:pos x="T66" y="T67"/>
                    </a:cxn>
                    <a:cxn ang="T116">
                      <a:pos x="T68" y="T69"/>
                    </a:cxn>
                    <a:cxn ang="T117">
                      <a:pos x="T70" y="T71"/>
                    </a:cxn>
                    <a:cxn ang="T118">
                      <a:pos x="T72" y="T73"/>
                    </a:cxn>
                    <a:cxn ang="T119">
                      <a:pos x="T74" y="T75"/>
                    </a:cxn>
                    <a:cxn ang="T120">
                      <a:pos x="T76" y="T77"/>
                    </a:cxn>
                    <a:cxn ang="T121">
                      <a:pos x="T78" y="T79"/>
                    </a:cxn>
                    <a:cxn ang="T122">
                      <a:pos x="T80" y="T81"/>
                    </a:cxn>
                  </a:cxnLst>
                  <a:rect l="T123" t="T124" r="T125" b="T126"/>
                  <a:pathLst>
                    <a:path w="717" h="756">
                      <a:moveTo>
                        <a:pt x="0" y="756"/>
                      </a:moveTo>
                      <a:lnTo>
                        <a:pt x="52" y="167"/>
                      </a:lnTo>
                      <a:lnTo>
                        <a:pt x="64" y="384"/>
                      </a:lnTo>
                      <a:lnTo>
                        <a:pt x="90" y="103"/>
                      </a:lnTo>
                      <a:lnTo>
                        <a:pt x="116" y="519"/>
                      </a:lnTo>
                      <a:lnTo>
                        <a:pt x="135" y="487"/>
                      </a:lnTo>
                      <a:lnTo>
                        <a:pt x="135" y="359"/>
                      </a:lnTo>
                      <a:lnTo>
                        <a:pt x="167" y="71"/>
                      </a:lnTo>
                      <a:lnTo>
                        <a:pt x="192" y="244"/>
                      </a:lnTo>
                      <a:lnTo>
                        <a:pt x="205" y="96"/>
                      </a:lnTo>
                      <a:lnTo>
                        <a:pt x="218" y="615"/>
                      </a:lnTo>
                      <a:lnTo>
                        <a:pt x="244" y="397"/>
                      </a:lnTo>
                      <a:lnTo>
                        <a:pt x="282" y="519"/>
                      </a:lnTo>
                      <a:lnTo>
                        <a:pt x="308" y="308"/>
                      </a:lnTo>
                      <a:lnTo>
                        <a:pt x="333" y="442"/>
                      </a:lnTo>
                      <a:lnTo>
                        <a:pt x="346" y="352"/>
                      </a:lnTo>
                      <a:lnTo>
                        <a:pt x="365" y="384"/>
                      </a:lnTo>
                      <a:lnTo>
                        <a:pt x="378" y="135"/>
                      </a:lnTo>
                      <a:lnTo>
                        <a:pt x="391" y="301"/>
                      </a:lnTo>
                      <a:lnTo>
                        <a:pt x="384" y="519"/>
                      </a:lnTo>
                      <a:lnTo>
                        <a:pt x="404" y="679"/>
                      </a:lnTo>
                      <a:lnTo>
                        <a:pt x="429" y="628"/>
                      </a:lnTo>
                      <a:lnTo>
                        <a:pt x="442" y="480"/>
                      </a:lnTo>
                      <a:lnTo>
                        <a:pt x="455" y="391"/>
                      </a:lnTo>
                      <a:lnTo>
                        <a:pt x="436" y="506"/>
                      </a:lnTo>
                      <a:lnTo>
                        <a:pt x="461" y="352"/>
                      </a:lnTo>
                      <a:lnTo>
                        <a:pt x="474" y="455"/>
                      </a:lnTo>
                      <a:lnTo>
                        <a:pt x="493" y="519"/>
                      </a:lnTo>
                      <a:lnTo>
                        <a:pt x="512" y="410"/>
                      </a:lnTo>
                      <a:lnTo>
                        <a:pt x="532" y="186"/>
                      </a:lnTo>
                      <a:lnTo>
                        <a:pt x="544" y="231"/>
                      </a:lnTo>
                      <a:lnTo>
                        <a:pt x="570" y="148"/>
                      </a:lnTo>
                      <a:lnTo>
                        <a:pt x="576" y="301"/>
                      </a:lnTo>
                      <a:lnTo>
                        <a:pt x="576" y="730"/>
                      </a:lnTo>
                      <a:lnTo>
                        <a:pt x="647" y="0"/>
                      </a:lnTo>
                      <a:lnTo>
                        <a:pt x="647" y="250"/>
                      </a:lnTo>
                      <a:lnTo>
                        <a:pt x="660" y="333"/>
                      </a:lnTo>
                      <a:lnTo>
                        <a:pt x="685" y="192"/>
                      </a:lnTo>
                      <a:lnTo>
                        <a:pt x="711" y="340"/>
                      </a:lnTo>
                      <a:lnTo>
                        <a:pt x="698" y="429"/>
                      </a:lnTo>
                      <a:lnTo>
                        <a:pt x="717" y="461"/>
                      </a:lnTo>
                    </a:path>
                  </a:pathLst>
                </a:custGeom>
                <a:noFill/>
                <a:ln w="9525">
                  <a:solidFill>
                    <a:srgbClr val="0079F2"/>
                  </a:solidFill>
                  <a:round/>
                  <a:headEnd/>
                  <a:tailEnd/>
                </a:ln>
              </p:spPr>
              <p:txBody>
                <a:bodyPr/>
                <a:lstStyle/>
                <a:p>
                  <a:endParaRPr lang="en-GB" sz="1600"/>
                </a:p>
              </p:txBody>
            </p:sp>
            <p:sp>
              <p:nvSpPr>
                <p:cNvPr id="16408" name="Freeform 43"/>
                <p:cNvSpPr>
                  <a:spLocks/>
                </p:cNvSpPr>
                <p:nvPr/>
              </p:nvSpPr>
              <p:spPr bwMode="auto">
                <a:xfrm flipV="1">
                  <a:off x="4385" y="1138"/>
                  <a:ext cx="313" cy="756"/>
                </a:xfrm>
                <a:custGeom>
                  <a:avLst/>
                  <a:gdLst>
                    <a:gd name="T0" fmla="*/ 0 w 717"/>
                    <a:gd name="T1" fmla="*/ 756 h 756"/>
                    <a:gd name="T2" fmla="*/ 4 w 717"/>
                    <a:gd name="T3" fmla="*/ 167 h 756"/>
                    <a:gd name="T4" fmla="*/ 5 w 717"/>
                    <a:gd name="T5" fmla="*/ 384 h 756"/>
                    <a:gd name="T6" fmla="*/ 7 w 717"/>
                    <a:gd name="T7" fmla="*/ 103 h 756"/>
                    <a:gd name="T8" fmla="*/ 10 w 717"/>
                    <a:gd name="T9" fmla="*/ 519 h 756"/>
                    <a:gd name="T10" fmla="*/ 11 w 717"/>
                    <a:gd name="T11" fmla="*/ 487 h 756"/>
                    <a:gd name="T12" fmla="*/ 11 w 717"/>
                    <a:gd name="T13" fmla="*/ 359 h 756"/>
                    <a:gd name="T14" fmla="*/ 14 w 717"/>
                    <a:gd name="T15" fmla="*/ 71 h 756"/>
                    <a:gd name="T16" fmla="*/ 16 w 717"/>
                    <a:gd name="T17" fmla="*/ 244 h 756"/>
                    <a:gd name="T18" fmla="*/ 17 w 717"/>
                    <a:gd name="T19" fmla="*/ 96 h 756"/>
                    <a:gd name="T20" fmla="*/ 18 w 717"/>
                    <a:gd name="T21" fmla="*/ 615 h 756"/>
                    <a:gd name="T22" fmla="*/ 21 w 717"/>
                    <a:gd name="T23" fmla="*/ 397 h 756"/>
                    <a:gd name="T24" fmla="*/ 24 w 717"/>
                    <a:gd name="T25" fmla="*/ 519 h 756"/>
                    <a:gd name="T26" fmla="*/ 25 w 717"/>
                    <a:gd name="T27" fmla="*/ 308 h 756"/>
                    <a:gd name="T28" fmla="*/ 28 w 717"/>
                    <a:gd name="T29" fmla="*/ 442 h 756"/>
                    <a:gd name="T30" fmla="*/ 29 w 717"/>
                    <a:gd name="T31" fmla="*/ 352 h 756"/>
                    <a:gd name="T32" fmla="*/ 30 w 717"/>
                    <a:gd name="T33" fmla="*/ 384 h 756"/>
                    <a:gd name="T34" fmla="*/ 31 w 717"/>
                    <a:gd name="T35" fmla="*/ 135 h 756"/>
                    <a:gd name="T36" fmla="*/ 33 w 717"/>
                    <a:gd name="T37" fmla="*/ 301 h 756"/>
                    <a:gd name="T38" fmla="*/ 32 w 717"/>
                    <a:gd name="T39" fmla="*/ 519 h 756"/>
                    <a:gd name="T40" fmla="*/ 34 w 717"/>
                    <a:gd name="T41" fmla="*/ 679 h 756"/>
                    <a:gd name="T42" fmla="*/ 36 w 717"/>
                    <a:gd name="T43" fmla="*/ 628 h 756"/>
                    <a:gd name="T44" fmla="*/ 37 w 717"/>
                    <a:gd name="T45" fmla="*/ 480 h 756"/>
                    <a:gd name="T46" fmla="*/ 38 w 717"/>
                    <a:gd name="T47" fmla="*/ 391 h 756"/>
                    <a:gd name="T48" fmla="*/ 36 w 717"/>
                    <a:gd name="T49" fmla="*/ 506 h 756"/>
                    <a:gd name="T50" fmla="*/ 38 w 717"/>
                    <a:gd name="T51" fmla="*/ 352 h 756"/>
                    <a:gd name="T52" fmla="*/ 39 w 717"/>
                    <a:gd name="T53" fmla="*/ 455 h 756"/>
                    <a:gd name="T54" fmla="*/ 41 w 717"/>
                    <a:gd name="T55" fmla="*/ 519 h 756"/>
                    <a:gd name="T56" fmla="*/ 43 w 717"/>
                    <a:gd name="T57" fmla="*/ 410 h 756"/>
                    <a:gd name="T58" fmla="*/ 44 w 717"/>
                    <a:gd name="T59" fmla="*/ 186 h 756"/>
                    <a:gd name="T60" fmla="*/ 45 w 717"/>
                    <a:gd name="T61" fmla="*/ 231 h 756"/>
                    <a:gd name="T62" fmla="*/ 48 w 717"/>
                    <a:gd name="T63" fmla="*/ 148 h 756"/>
                    <a:gd name="T64" fmla="*/ 48 w 717"/>
                    <a:gd name="T65" fmla="*/ 301 h 756"/>
                    <a:gd name="T66" fmla="*/ 48 w 717"/>
                    <a:gd name="T67" fmla="*/ 730 h 756"/>
                    <a:gd name="T68" fmla="*/ 54 w 717"/>
                    <a:gd name="T69" fmla="*/ 0 h 756"/>
                    <a:gd name="T70" fmla="*/ 54 w 717"/>
                    <a:gd name="T71" fmla="*/ 250 h 756"/>
                    <a:gd name="T72" fmla="*/ 55 w 717"/>
                    <a:gd name="T73" fmla="*/ 333 h 756"/>
                    <a:gd name="T74" fmla="*/ 57 w 717"/>
                    <a:gd name="T75" fmla="*/ 192 h 756"/>
                    <a:gd name="T76" fmla="*/ 59 w 717"/>
                    <a:gd name="T77" fmla="*/ 340 h 756"/>
                    <a:gd name="T78" fmla="*/ 58 w 717"/>
                    <a:gd name="T79" fmla="*/ 429 h 756"/>
                    <a:gd name="T80" fmla="*/ 60 w 717"/>
                    <a:gd name="T81" fmla="*/ 461 h 756"/>
                    <a:gd name="T82" fmla="*/ 0 60000 65536"/>
                    <a:gd name="T83" fmla="*/ 0 60000 65536"/>
                    <a:gd name="T84" fmla="*/ 0 60000 65536"/>
                    <a:gd name="T85" fmla="*/ 0 60000 65536"/>
                    <a:gd name="T86" fmla="*/ 0 60000 65536"/>
                    <a:gd name="T87" fmla="*/ 0 60000 65536"/>
                    <a:gd name="T88" fmla="*/ 0 60000 65536"/>
                    <a:gd name="T89" fmla="*/ 0 60000 65536"/>
                    <a:gd name="T90" fmla="*/ 0 60000 65536"/>
                    <a:gd name="T91" fmla="*/ 0 60000 65536"/>
                    <a:gd name="T92" fmla="*/ 0 60000 65536"/>
                    <a:gd name="T93" fmla="*/ 0 60000 65536"/>
                    <a:gd name="T94" fmla="*/ 0 60000 65536"/>
                    <a:gd name="T95" fmla="*/ 0 60000 65536"/>
                    <a:gd name="T96" fmla="*/ 0 60000 65536"/>
                    <a:gd name="T97" fmla="*/ 0 60000 65536"/>
                    <a:gd name="T98" fmla="*/ 0 60000 65536"/>
                    <a:gd name="T99" fmla="*/ 0 60000 65536"/>
                    <a:gd name="T100" fmla="*/ 0 60000 65536"/>
                    <a:gd name="T101" fmla="*/ 0 60000 65536"/>
                    <a:gd name="T102" fmla="*/ 0 60000 65536"/>
                    <a:gd name="T103" fmla="*/ 0 60000 65536"/>
                    <a:gd name="T104" fmla="*/ 0 60000 65536"/>
                    <a:gd name="T105" fmla="*/ 0 60000 65536"/>
                    <a:gd name="T106" fmla="*/ 0 60000 65536"/>
                    <a:gd name="T107" fmla="*/ 0 60000 65536"/>
                    <a:gd name="T108" fmla="*/ 0 60000 65536"/>
                    <a:gd name="T109" fmla="*/ 0 60000 65536"/>
                    <a:gd name="T110" fmla="*/ 0 60000 65536"/>
                    <a:gd name="T111" fmla="*/ 0 60000 65536"/>
                    <a:gd name="T112" fmla="*/ 0 60000 65536"/>
                    <a:gd name="T113" fmla="*/ 0 60000 65536"/>
                    <a:gd name="T114" fmla="*/ 0 60000 65536"/>
                    <a:gd name="T115" fmla="*/ 0 60000 65536"/>
                    <a:gd name="T116" fmla="*/ 0 60000 65536"/>
                    <a:gd name="T117" fmla="*/ 0 60000 65536"/>
                    <a:gd name="T118" fmla="*/ 0 60000 65536"/>
                    <a:gd name="T119" fmla="*/ 0 60000 65536"/>
                    <a:gd name="T120" fmla="*/ 0 60000 65536"/>
                    <a:gd name="T121" fmla="*/ 0 60000 65536"/>
                    <a:gd name="T122" fmla="*/ 0 60000 65536"/>
                    <a:gd name="T123" fmla="*/ 0 w 717"/>
                    <a:gd name="T124" fmla="*/ 0 h 756"/>
                    <a:gd name="T125" fmla="*/ 717 w 717"/>
                    <a:gd name="T126" fmla="*/ 756 h 756"/>
                  </a:gdLst>
                  <a:ahLst/>
                  <a:cxnLst>
                    <a:cxn ang="T82">
                      <a:pos x="T0" y="T1"/>
                    </a:cxn>
                    <a:cxn ang="T83">
                      <a:pos x="T2" y="T3"/>
                    </a:cxn>
                    <a:cxn ang="T84">
                      <a:pos x="T4" y="T5"/>
                    </a:cxn>
                    <a:cxn ang="T85">
                      <a:pos x="T6" y="T7"/>
                    </a:cxn>
                    <a:cxn ang="T86">
                      <a:pos x="T8" y="T9"/>
                    </a:cxn>
                    <a:cxn ang="T87">
                      <a:pos x="T10" y="T11"/>
                    </a:cxn>
                    <a:cxn ang="T88">
                      <a:pos x="T12" y="T13"/>
                    </a:cxn>
                    <a:cxn ang="T89">
                      <a:pos x="T14" y="T15"/>
                    </a:cxn>
                    <a:cxn ang="T90">
                      <a:pos x="T16" y="T17"/>
                    </a:cxn>
                    <a:cxn ang="T91">
                      <a:pos x="T18" y="T19"/>
                    </a:cxn>
                    <a:cxn ang="T92">
                      <a:pos x="T20" y="T21"/>
                    </a:cxn>
                    <a:cxn ang="T93">
                      <a:pos x="T22" y="T23"/>
                    </a:cxn>
                    <a:cxn ang="T94">
                      <a:pos x="T24" y="T25"/>
                    </a:cxn>
                    <a:cxn ang="T95">
                      <a:pos x="T26" y="T27"/>
                    </a:cxn>
                    <a:cxn ang="T96">
                      <a:pos x="T28" y="T29"/>
                    </a:cxn>
                    <a:cxn ang="T97">
                      <a:pos x="T30" y="T31"/>
                    </a:cxn>
                    <a:cxn ang="T98">
                      <a:pos x="T32" y="T33"/>
                    </a:cxn>
                    <a:cxn ang="T99">
                      <a:pos x="T34" y="T35"/>
                    </a:cxn>
                    <a:cxn ang="T100">
                      <a:pos x="T36" y="T37"/>
                    </a:cxn>
                    <a:cxn ang="T101">
                      <a:pos x="T38" y="T39"/>
                    </a:cxn>
                    <a:cxn ang="T102">
                      <a:pos x="T40" y="T41"/>
                    </a:cxn>
                    <a:cxn ang="T103">
                      <a:pos x="T42" y="T43"/>
                    </a:cxn>
                    <a:cxn ang="T104">
                      <a:pos x="T44" y="T45"/>
                    </a:cxn>
                    <a:cxn ang="T105">
                      <a:pos x="T46" y="T47"/>
                    </a:cxn>
                    <a:cxn ang="T106">
                      <a:pos x="T48" y="T49"/>
                    </a:cxn>
                    <a:cxn ang="T107">
                      <a:pos x="T50" y="T51"/>
                    </a:cxn>
                    <a:cxn ang="T108">
                      <a:pos x="T52" y="T53"/>
                    </a:cxn>
                    <a:cxn ang="T109">
                      <a:pos x="T54" y="T55"/>
                    </a:cxn>
                    <a:cxn ang="T110">
                      <a:pos x="T56" y="T57"/>
                    </a:cxn>
                    <a:cxn ang="T111">
                      <a:pos x="T58" y="T59"/>
                    </a:cxn>
                    <a:cxn ang="T112">
                      <a:pos x="T60" y="T61"/>
                    </a:cxn>
                    <a:cxn ang="T113">
                      <a:pos x="T62" y="T63"/>
                    </a:cxn>
                    <a:cxn ang="T114">
                      <a:pos x="T64" y="T65"/>
                    </a:cxn>
                    <a:cxn ang="T115">
                      <a:pos x="T66" y="T67"/>
                    </a:cxn>
                    <a:cxn ang="T116">
                      <a:pos x="T68" y="T69"/>
                    </a:cxn>
                    <a:cxn ang="T117">
                      <a:pos x="T70" y="T71"/>
                    </a:cxn>
                    <a:cxn ang="T118">
                      <a:pos x="T72" y="T73"/>
                    </a:cxn>
                    <a:cxn ang="T119">
                      <a:pos x="T74" y="T75"/>
                    </a:cxn>
                    <a:cxn ang="T120">
                      <a:pos x="T76" y="T77"/>
                    </a:cxn>
                    <a:cxn ang="T121">
                      <a:pos x="T78" y="T79"/>
                    </a:cxn>
                    <a:cxn ang="T122">
                      <a:pos x="T80" y="T81"/>
                    </a:cxn>
                  </a:cxnLst>
                  <a:rect l="T123" t="T124" r="T125" b="T126"/>
                  <a:pathLst>
                    <a:path w="717" h="756">
                      <a:moveTo>
                        <a:pt x="0" y="756"/>
                      </a:moveTo>
                      <a:lnTo>
                        <a:pt x="52" y="167"/>
                      </a:lnTo>
                      <a:lnTo>
                        <a:pt x="64" y="384"/>
                      </a:lnTo>
                      <a:lnTo>
                        <a:pt x="90" y="103"/>
                      </a:lnTo>
                      <a:lnTo>
                        <a:pt x="116" y="519"/>
                      </a:lnTo>
                      <a:lnTo>
                        <a:pt x="135" y="487"/>
                      </a:lnTo>
                      <a:lnTo>
                        <a:pt x="135" y="359"/>
                      </a:lnTo>
                      <a:lnTo>
                        <a:pt x="167" y="71"/>
                      </a:lnTo>
                      <a:lnTo>
                        <a:pt x="192" y="244"/>
                      </a:lnTo>
                      <a:lnTo>
                        <a:pt x="205" y="96"/>
                      </a:lnTo>
                      <a:lnTo>
                        <a:pt x="218" y="615"/>
                      </a:lnTo>
                      <a:lnTo>
                        <a:pt x="244" y="397"/>
                      </a:lnTo>
                      <a:lnTo>
                        <a:pt x="282" y="519"/>
                      </a:lnTo>
                      <a:lnTo>
                        <a:pt x="308" y="308"/>
                      </a:lnTo>
                      <a:lnTo>
                        <a:pt x="333" y="442"/>
                      </a:lnTo>
                      <a:lnTo>
                        <a:pt x="346" y="352"/>
                      </a:lnTo>
                      <a:lnTo>
                        <a:pt x="365" y="384"/>
                      </a:lnTo>
                      <a:lnTo>
                        <a:pt x="378" y="135"/>
                      </a:lnTo>
                      <a:lnTo>
                        <a:pt x="391" y="301"/>
                      </a:lnTo>
                      <a:lnTo>
                        <a:pt x="384" y="519"/>
                      </a:lnTo>
                      <a:lnTo>
                        <a:pt x="404" y="679"/>
                      </a:lnTo>
                      <a:lnTo>
                        <a:pt x="429" y="628"/>
                      </a:lnTo>
                      <a:lnTo>
                        <a:pt x="442" y="480"/>
                      </a:lnTo>
                      <a:lnTo>
                        <a:pt x="455" y="391"/>
                      </a:lnTo>
                      <a:lnTo>
                        <a:pt x="436" y="506"/>
                      </a:lnTo>
                      <a:lnTo>
                        <a:pt x="461" y="352"/>
                      </a:lnTo>
                      <a:lnTo>
                        <a:pt x="474" y="455"/>
                      </a:lnTo>
                      <a:lnTo>
                        <a:pt x="493" y="519"/>
                      </a:lnTo>
                      <a:lnTo>
                        <a:pt x="512" y="410"/>
                      </a:lnTo>
                      <a:lnTo>
                        <a:pt x="532" y="186"/>
                      </a:lnTo>
                      <a:lnTo>
                        <a:pt x="544" y="231"/>
                      </a:lnTo>
                      <a:lnTo>
                        <a:pt x="570" y="148"/>
                      </a:lnTo>
                      <a:lnTo>
                        <a:pt x="576" y="301"/>
                      </a:lnTo>
                      <a:lnTo>
                        <a:pt x="576" y="730"/>
                      </a:lnTo>
                      <a:lnTo>
                        <a:pt x="647" y="0"/>
                      </a:lnTo>
                      <a:lnTo>
                        <a:pt x="647" y="250"/>
                      </a:lnTo>
                      <a:lnTo>
                        <a:pt x="660" y="333"/>
                      </a:lnTo>
                      <a:lnTo>
                        <a:pt x="685" y="192"/>
                      </a:lnTo>
                      <a:lnTo>
                        <a:pt x="711" y="340"/>
                      </a:lnTo>
                      <a:lnTo>
                        <a:pt x="698" y="429"/>
                      </a:lnTo>
                      <a:lnTo>
                        <a:pt x="717" y="461"/>
                      </a:lnTo>
                    </a:path>
                  </a:pathLst>
                </a:custGeom>
                <a:noFill/>
                <a:ln w="9525">
                  <a:solidFill>
                    <a:srgbClr val="0079F2"/>
                  </a:solidFill>
                  <a:round/>
                  <a:headEnd/>
                  <a:tailEnd/>
                </a:ln>
              </p:spPr>
              <p:txBody>
                <a:bodyPr/>
                <a:lstStyle/>
                <a:p>
                  <a:endParaRPr lang="en-GB" sz="1600"/>
                </a:p>
              </p:txBody>
            </p:sp>
            <p:sp>
              <p:nvSpPr>
                <p:cNvPr id="16409" name="Freeform 44"/>
                <p:cNvSpPr>
                  <a:spLocks/>
                </p:cNvSpPr>
                <p:nvPr/>
              </p:nvSpPr>
              <p:spPr bwMode="auto">
                <a:xfrm flipH="1">
                  <a:off x="4698" y="1100"/>
                  <a:ext cx="313" cy="756"/>
                </a:xfrm>
                <a:custGeom>
                  <a:avLst/>
                  <a:gdLst>
                    <a:gd name="T0" fmla="*/ 0 w 717"/>
                    <a:gd name="T1" fmla="*/ 756 h 756"/>
                    <a:gd name="T2" fmla="*/ 4 w 717"/>
                    <a:gd name="T3" fmla="*/ 167 h 756"/>
                    <a:gd name="T4" fmla="*/ 5 w 717"/>
                    <a:gd name="T5" fmla="*/ 384 h 756"/>
                    <a:gd name="T6" fmla="*/ 7 w 717"/>
                    <a:gd name="T7" fmla="*/ 103 h 756"/>
                    <a:gd name="T8" fmla="*/ 10 w 717"/>
                    <a:gd name="T9" fmla="*/ 519 h 756"/>
                    <a:gd name="T10" fmla="*/ 11 w 717"/>
                    <a:gd name="T11" fmla="*/ 487 h 756"/>
                    <a:gd name="T12" fmla="*/ 11 w 717"/>
                    <a:gd name="T13" fmla="*/ 359 h 756"/>
                    <a:gd name="T14" fmla="*/ 14 w 717"/>
                    <a:gd name="T15" fmla="*/ 71 h 756"/>
                    <a:gd name="T16" fmla="*/ 16 w 717"/>
                    <a:gd name="T17" fmla="*/ 244 h 756"/>
                    <a:gd name="T18" fmla="*/ 17 w 717"/>
                    <a:gd name="T19" fmla="*/ 96 h 756"/>
                    <a:gd name="T20" fmla="*/ 18 w 717"/>
                    <a:gd name="T21" fmla="*/ 615 h 756"/>
                    <a:gd name="T22" fmla="*/ 21 w 717"/>
                    <a:gd name="T23" fmla="*/ 397 h 756"/>
                    <a:gd name="T24" fmla="*/ 24 w 717"/>
                    <a:gd name="T25" fmla="*/ 519 h 756"/>
                    <a:gd name="T26" fmla="*/ 25 w 717"/>
                    <a:gd name="T27" fmla="*/ 308 h 756"/>
                    <a:gd name="T28" fmla="*/ 28 w 717"/>
                    <a:gd name="T29" fmla="*/ 442 h 756"/>
                    <a:gd name="T30" fmla="*/ 29 w 717"/>
                    <a:gd name="T31" fmla="*/ 352 h 756"/>
                    <a:gd name="T32" fmla="*/ 30 w 717"/>
                    <a:gd name="T33" fmla="*/ 384 h 756"/>
                    <a:gd name="T34" fmla="*/ 31 w 717"/>
                    <a:gd name="T35" fmla="*/ 135 h 756"/>
                    <a:gd name="T36" fmla="*/ 33 w 717"/>
                    <a:gd name="T37" fmla="*/ 301 h 756"/>
                    <a:gd name="T38" fmla="*/ 32 w 717"/>
                    <a:gd name="T39" fmla="*/ 519 h 756"/>
                    <a:gd name="T40" fmla="*/ 34 w 717"/>
                    <a:gd name="T41" fmla="*/ 679 h 756"/>
                    <a:gd name="T42" fmla="*/ 36 w 717"/>
                    <a:gd name="T43" fmla="*/ 628 h 756"/>
                    <a:gd name="T44" fmla="*/ 37 w 717"/>
                    <a:gd name="T45" fmla="*/ 480 h 756"/>
                    <a:gd name="T46" fmla="*/ 38 w 717"/>
                    <a:gd name="T47" fmla="*/ 391 h 756"/>
                    <a:gd name="T48" fmla="*/ 36 w 717"/>
                    <a:gd name="T49" fmla="*/ 506 h 756"/>
                    <a:gd name="T50" fmla="*/ 38 w 717"/>
                    <a:gd name="T51" fmla="*/ 352 h 756"/>
                    <a:gd name="T52" fmla="*/ 39 w 717"/>
                    <a:gd name="T53" fmla="*/ 455 h 756"/>
                    <a:gd name="T54" fmla="*/ 41 w 717"/>
                    <a:gd name="T55" fmla="*/ 519 h 756"/>
                    <a:gd name="T56" fmla="*/ 43 w 717"/>
                    <a:gd name="T57" fmla="*/ 410 h 756"/>
                    <a:gd name="T58" fmla="*/ 44 w 717"/>
                    <a:gd name="T59" fmla="*/ 186 h 756"/>
                    <a:gd name="T60" fmla="*/ 45 w 717"/>
                    <a:gd name="T61" fmla="*/ 231 h 756"/>
                    <a:gd name="T62" fmla="*/ 48 w 717"/>
                    <a:gd name="T63" fmla="*/ 148 h 756"/>
                    <a:gd name="T64" fmla="*/ 48 w 717"/>
                    <a:gd name="T65" fmla="*/ 301 h 756"/>
                    <a:gd name="T66" fmla="*/ 48 w 717"/>
                    <a:gd name="T67" fmla="*/ 730 h 756"/>
                    <a:gd name="T68" fmla="*/ 54 w 717"/>
                    <a:gd name="T69" fmla="*/ 0 h 756"/>
                    <a:gd name="T70" fmla="*/ 54 w 717"/>
                    <a:gd name="T71" fmla="*/ 250 h 756"/>
                    <a:gd name="T72" fmla="*/ 55 w 717"/>
                    <a:gd name="T73" fmla="*/ 333 h 756"/>
                    <a:gd name="T74" fmla="*/ 57 w 717"/>
                    <a:gd name="T75" fmla="*/ 192 h 756"/>
                    <a:gd name="T76" fmla="*/ 59 w 717"/>
                    <a:gd name="T77" fmla="*/ 340 h 756"/>
                    <a:gd name="T78" fmla="*/ 58 w 717"/>
                    <a:gd name="T79" fmla="*/ 429 h 756"/>
                    <a:gd name="T80" fmla="*/ 60 w 717"/>
                    <a:gd name="T81" fmla="*/ 461 h 756"/>
                    <a:gd name="T82" fmla="*/ 0 60000 65536"/>
                    <a:gd name="T83" fmla="*/ 0 60000 65536"/>
                    <a:gd name="T84" fmla="*/ 0 60000 65536"/>
                    <a:gd name="T85" fmla="*/ 0 60000 65536"/>
                    <a:gd name="T86" fmla="*/ 0 60000 65536"/>
                    <a:gd name="T87" fmla="*/ 0 60000 65536"/>
                    <a:gd name="T88" fmla="*/ 0 60000 65536"/>
                    <a:gd name="T89" fmla="*/ 0 60000 65536"/>
                    <a:gd name="T90" fmla="*/ 0 60000 65536"/>
                    <a:gd name="T91" fmla="*/ 0 60000 65536"/>
                    <a:gd name="T92" fmla="*/ 0 60000 65536"/>
                    <a:gd name="T93" fmla="*/ 0 60000 65536"/>
                    <a:gd name="T94" fmla="*/ 0 60000 65536"/>
                    <a:gd name="T95" fmla="*/ 0 60000 65536"/>
                    <a:gd name="T96" fmla="*/ 0 60000 65536"/>
                    <a:gd name="T97" fmla="*/ 0 60000 65536"/>
                    <a:gd name="T98" fmla="*/ 0 60000 65536"/>
                    <a:gd name="T99" fmla="*/ 0 60000 65536"/>
                    <a:gd name="T100" fmla="*/ 0 60000 65536"/>
                    <a:gd name="T101" fmla="*/ 0 60000 65536"/>
                    <a:gd name="T102" fmla="*/ 0 60000 65536"/>
                    <a:gd name="T103" fmla="*/ 0 60000 65536"/>
                    <a:gd name="T104" fmla="*/ 0 60000 65536"/>
                    <a:gd name="T105" fmla="*/ 0 60000 65536"/>
                    <a:gd name="T106" fmla="*/ 0 60000 65536"/>
                    <a:gd name="T107" fmla="*/ 0 60000 65536"/>
                    <a:gd name="T108" fmla="*/ 0 60000 65536"/>
                    <a:gd name="T109" fmla="*/ 0 60000 65536"/>
                    <a:gd name="T110" fmla="*/ 0 60000 65536"/>
                    <a:gd name="T111" fmla="*/ 0 60000 65536"/>
                    <a:gd name="T112" fmla="*/ 0 60000 65536"/>
                    <a:gd name="T113" fmla="*/ 0 60000 65536"/>
                    <a:gd name="T114" fmla="*/ 0 60000 65536"/>
                    <a:gd name="T115" fmla="*/ 0 60000 65536"/>
                    <a:gd name="T116" fmla="*/ 0 60000 65536"/>
                    <a:gd name="T117" fmla="*/ 0 60000 65536"/>
                    <a:gd name="T118" fmla="*/ 0 60000 65536"/>
                    <a:gd name="T119" fmla="*/ 0 60000 65536"/>
                    <a:gd name="T120" fmla="*/ 0 60000 65536"/>
                    <a:gd name="T121" fmla="*/ 0 60000 65536"/>
                    <a:gd name="T122" fmla="*/ 0 60000 65536"/>
                    <a:gd name="T123" fmla="*/ 0 w 717"/>
                    <a:gd name="T124" fmla="*/ 0 h 756"/>
                    <a:gd name="T125" fmla="*/ 717 w 717"/>
                    <a:gd name="T126" fmla="*/ 756 h 756"/>
                  </a:gdLst>
                  <a:ahLst/>
                  <a:cxnLst>
                    <a:cxn ang="T82">
                      <a:pos x="T0" y="T1"/>
                    </a:cxn>
                    <a:cxn ang="T83">
                      <a:pos x="T2" y="T3"/>
                    </a:cxn>
                    <a:cxn ang="T84">
                      <a:pos x="T4" y="T5"/>
                    </a:cxn>
                    <a:cxn ang="T85">
                      <a:pos x="T6" y="T7"/>
                    </a:cxn>
                    <a:cxn ang="T86">
                      <a:pos x="T8" y="T9"/>
                    </a:cxn>
                    <a:cxn ang="T87">
                      <a:pos x="T10" y="T11"/>
                    </a:cxn>
                    <a:cxn ang="T88">
                      <a:pos x="T12" y="T13"/>
                    </a:cxn>
                    <a:cxn ang="T89">
                      <a:pos x="T14" y="T15"/>
                    </a:cxn>
                    <a:cxn ang="T90">
                      <a:pos x="T16" y="T17"/>
                    </a:cxn>
                    <a:cxn ang="T91">
                      <a:pos x="T18" y="T19"/>
                    </a:cxn>
                    <a:cxn ang="T92">
                      <a:pos x="T20" y="T21"/>
                    </a:cxn>
                    <a:cxn ang="T93">
                      <a:pos x="T22" y="T23"/>
                    </a:cxn>
                    <a:cxn ang="T94">
                      <a:pos x="T24" y="T25"/>
                    </a:cxn>
                    <a:cxn ang="T95">
                      <a:pos x="T26" y="T27"/>
                    </a:cxn>
                    <a:cxn ang="T96">
                      <a:pos x="T28" y="T29"/>
                    </a:cxn>
                    <a:cxn ang="T97">
                      <a:pos x="T30" y="T31"/>
                    </a:cxn>
                    <a:cxn ang="T98">
                      <a:pos x="T32" y="T33"/>
                    </a:cxn>
                    <a:cxn ang="T99">
                      <a:pos x="T34" y="T35"/>
                    </a:cxn>
                    <a:cxn ang="T100">
                      <a:pos x="T36" y="T37"/>
                    </a:cxn>
                    <a:cxn ang="T101">
                      <a:pos x="T38" y="T39"/>
                    </a:cxn>
                    <a:cxn ang="T102">
                      <a:pos x="T40" y="T41"/>
                    </a:cxn>
                    <a:cxn ang="T103">
                      <a:pos x="T42" y="T43"/>
                    </a:cxn>
                    <a:cxn ang="T104">
                      <a:pos x="T44" y="T45"/>
                    </a:cxn>
                    <a:cxn ang="T105">
                      <a:pos x="T46" y="T47"/>
                    </a:cxn>
                    <a:cxn ang="T106">
                      <a:pos x="T48" y="T49"/>
                    </a:cxn>
                    <a:cxn ang="T107">
                      <a:pos x="T50" y="T51"/>
                    </a:cxn>
                    <a:cxn ang="T108">
                      <a:pos x="T52" y="T53"/>
                    </a:cxn>
                    <a:cxn ang="T109">
                      <a:pos x="T54" y="T55"/>
                    </a:cxn>
                    <a:cxn ang="T110">
                      <a:pos x="T56" y="T57"/>
                    </a:cxn>
                    <a:cxn ang="T111">
                      <a:pos x="T58" y="T59"/>
                    </a:cxn>
                    <a:cxn ang="T112">
                      <a:pos x="T60" y="T61"/>
                    </a:cxn>
                    <a:cxn ang="T113">
                      <a:pos x="T62" y="T63"/>
                    </a:cxn>
                    <a:cxn ang="T114">
                      <a:pos x="T64" y="T65"/>
                    </a:cxn>
                    <a:cxn ang="T115">
                      <a:pos x="T66" y="T67"/>
                    </a:cxn>
                    <a:cxn ang="T116">
                      <a:pos x="T68" y="T69"/>
                    </a:cxn>
                    <a:cxn ang="T117">
                      <a:pos x="T70" y="T71"/>
                    </a:cxn>
                    <a:cxn ang="T118">
                      <a:pos x="T72" y="T73"/>
                    </a:cxn>
                    <a:cxn ang="T119">
                      <a:pos x="T74" y="T75"/>
                    </a:cxn>
                    <a:cxn ang="T120">
                      <a:pos x="T76" y="T77"/>
                    </a:cxn>
                    <a:cxn ang="T121">
                      <a:pos x="T78" y="T79"/>
                    </a:cxn>
                    <a:cxn ang="T122">
                      <a:pos x="T80" y="T81"/>
                    </a:cxn>
                  </a:cxnLst>
                  <a:rect l="T123" t="T124" r="T125" b="T126"/>
                  <a:pathLst>
                    <a:path w="717" h="756">
                      <a:moveTo>
                        <a:pt x="0" y="756"/>
                      </a:moveTo>
                      <a:lnTo>
                        <a:pt x="52" y="167"/>
                      </a:lnTo>
                      <a:lnTo>
                        <a:pt x="64" y="384"/>
                      </a:lnTo>
                      <a:lnTo>
                        <a:pt x="90" y="103"/>
                      </a:lnTo>
                      <a:lnTo>
                        <a:pt x="116" y="519"/>
                      </a:lnTo>
                      <a:lnTo>
                        <a:pt x="135" y="487"/>
                      </a:lnTo>
                      <a:lnTo>
                        <a:pt x="135" y="359"/>
                      </a:lnTo>
                      <a:lnTo>
                        <a:pt x="167" y="71"/>
                      </a:lnTo>
                      <a:lnTo>
                        <a:pt x="192" y="244"/>
                      </a:lnTo>
                      <a:lnTo>
                        <a:pt x="205" y="96"/>
                      </a:lnTo>
                      <a:lnTo>
                        <a:pt x="218" y="615"/>
                      </a:lnTo>
                      <a:lnTo>
                        <a:pt x="244" y="397"/>
                      </a:lnTo>
                      <a:lnTo>
                        <a:pt x="282" y="519"/>
                      </a:lnTo>
                      <a:lnTo>
                        <a:pt x="308" y="308"/>
                      </a:lnTo>
                      <a:lnTo>
                        <a:pt x="333" y="442"/>
                      </a:lnTo>
                      <a:lnTo>
                        <a:pt x="346" y="352"/>
                      </a:lnTo>
                      <a:lnTo>
                        <a:pt x="365" y="384"/>
                      </a:lnTo>
                      <a:lnTo>
                        <a:pt x="378" y="135"/>
                      </a:lnTo>
                      <a:lnTo>
                        <a:pt x="391" y="301"/>
                      </a:lnTo>
                      <a:lnTo>
                        <a:pt x="384" y="519"/>
                      </a:lnTo>
                      <a:lnTo>
                        <a:pt x="404" y="679"/>
                      </a:lnTo>
                      <a:lnTo>
                        <a:pt x="429" y="628"/>
                      </a:lnTo>
                      <a:lnTo>
                        <a:pt x="442" y="480"/>
                      </a:lnTo>
                      <a:lnTo>
                        <a:pt x="455" y="391"/>
                      </a:lnTo>
                      <a:lnTo>
                        <a:pt x="436" y="506"/>
                      </a:lnTo>
                      <a:lnTo>
                        <a:pt x="461" y="352"/>
                      </a:lnTo>
                      <a:lnTo>
                        <a:pt x="474" y="455"/>
                      </a:lnTo>
                      <a:lnTo>
                        <a:pt x="493" y="519"/>
                      </a:lnTo>
                      <a:lnTo>
                        <a:pt x="512" y="410"/>
                      </a:lnTo>
                      <a:lnTo>
                        <a:pt x="532" y="186"/>
                      </a:lnTo>
                      <a:lnTo>
                        <a:pt x="544" y="231"/>
                      </a:lnTo>
                      <a:lnTo>
                        <a:pt x="570" y="148"/>
                      </a:lnTo>
                      <a:lnTo>
                        <a:pt x="576" y="301"/>
                      </a:lnTo>
                      <a:lnTo>
                        <a:pt x="576" y="730"/>
                      </a:lnTo>
                      <a:lnTo>
                        <a:pt x="647" y="0"/>
                      </a:lnTo>
                      <a:lnTo>
                        <a:pt x="647" y="250"/>
                      </a:lnTo>
                      <a:lnTo>
                        <a:pt x="660" y="333"/>
                      </a:lnTo>
                      <a:lnTo>
                        <a:pt x="685" y="192"/>
                      </a:lnTo>
                      <a:lnTo>
                        <a:pt x="711" y="340"/>
                      </a:lnTo>
                      <a:lnTo>
                        <a:pt x="698" y="429"/>
                      </a:lnTo>
                      <a:lnTo>
                        <a:pt x="717" y="461"/>
                      </a:lnTo>
                    </a:path>
                  </a:pathLst>
                </a:custGeom>
                <a:noFill/>
                <a:ln w="9525">
                  <a:solidFill>
                    <a:srgbClr val="0079F2"/>
                  </a:solidFill>
                  <a:round/>
                  <a:headEnd/>
                  <a:tailEnd/>
                </a:ln>
              </p:spPr>
              <p:txBody>
                <a:bodyPr/>
                <a:lstStyle/>
                <a:p>
                  <a:endParaRPr lang="en-GB" sz="1600"/>
                </a:p>
              </p:txBody>
            </p:sp>
          </p:grpSp>
          <p:grpSp>
            <p:nvGrpSpPr>
              <p:cNvPr id="6" name="Group 45"/>
              <p:cNvGrpSpPr>
                <a:grpSpLocks/>
              </p:cNvGrpSpPr>
              <p:nvPr/>
            </p:nvGrpSpPr>
            <p:grpSpPr bwMode="auto">
              <a:xfrm flipH="1">
                <a:off x="4569" y="1098"/>
                <a:ext cx="590" cy="801"/>
                <a:chOff x="3462" y="1100"/>
                <a:chExt cx="1549" cy="801"/>
              </a:xfrm>
            </p:grpSpPr>
            <p:sp>
              <p:nvSpPr>
                <p:cNvPr id="16400" name="Freeform 46"/>
                <p:cNvSpPr>
                  <a:spLocks/>
                </p:cNvSpPr>
                <p:nvPr/>
              </p:nvSpPr>
              <p:spPr bwMode="auto">
                <a:xfrm>
                  <a:off x="3462" y="1126"/>
                  <a:ext cx="313" cy="756"/>
                </a:xfrm>
                <a:custGeom>
                  <a:avLst/>
                  <a:gdLst>
                    <a:gd name="T0" fmla="*/ 0 w 717"/>
                    <a:gd name="T1" fmla="*/ 756 h 756"/>
                    <a:gd name="T2" fmla="*/ 4 w 717"/>
                    <a:gd name="T3" fmla="*/ 167 h 756"/>
                    <a:gd name="T4" fmla="*/ 5 w 717"/>
                    <a:gd name="T5" fmla="*/ 384 h 756"/>
                    <a:gd name="T6" fmla="*/ 7 w 717"/>
                    <a:gd name="T7" fmla="*/ 103 h 756"/>
                    <a:gd name="T8" fmla="*/ 10 w 717"/>
                    <a:gd name="T9" fmla="*/ 519 h 756"/>
                    <a:gd name="T10" fmla="*/ 11 w 717"/>
                    <a:gd name="T11" fmla="*/ 487 h 756"/>
                    <a:gd name="T12" fmla="*/ 11 w 717"/>
                    <a:gd name="T13" fmla="*/ 359 h 756"/>
                    <a:gd name="T14" fmla="*/ 14 w 717"/>
                    <a:gd name="T15" fmla="*/ 71 h 756"/>
                    <a:gd name="T16" fmla="*/ 16 w 717"/>
                    <a:gd name="T17" fmla="*/ 244 h 756"/>
                    <a:gd name="T18" fmla="*/ 17 w 717"/>
                    <a:gd name="T19" fmla="*/ 96 h 756"/>
                    <a:gd name="T20" fmla="*/ 18 w 717"/>
                    <a:gd name="T21" fmla="*/ 615 h 756"/>
                    <a:gd name="T22" fmla="*/ 21 w 717"/>
                    <a:gd name="T23" fmla="*/ 397 h 756"/>
                    <a:gd name="T24" fmla="*/ 24 w 717"/>
                    <a:gd name="T25" fmla="*/ 519 h 756"/>
                    <a:gd name="T26" fmla="*/ 25 w 717"/>
                    <a:gd name="T27" fmla="*/ 308 h 756"/>
                    <a:gd name="T28" fmla="*/ 28 w 717"/>
                    <a:gd name="T29" fmla="*/ 442 h 756"/>
                    <a:gd name="T30" fmla="*/ 29 w 717"/>
                    <a:gd name="T31" fmla="*/ 352 h 756"/>
                    <a:gd name="T32" fmla="*/ 30 w 717"/>
                    <a:gd name="T33" fmla="*/ 384 h 756"/>
                    <a:gd name="T34" fmla="*/ 31 w 717"/>
                    <a:gd name="T35" fmla="*/ 135 h 756"/>
                    <a:gd name="T36" fmla="*/ 33 w 717"/>
                    <a:gd name="T37" fmla="*/ 301 h 756"/>
                    <a:gd name="T38" fmla="*/ 32 w 717"/>
                    <a:gd name="T39" fmla="*/ 519 h 756"/>
                    <a:gd name="T40" fmla="*/ 34 w 717"/>
                    <a:gd name="T41" fmla="*/ 679 h 756"/>
                    <a:gd name="T42" fmla="*/ 36 w 717"/>
                    <a:gd name="T43" fmla="*/ 628 h 756"/>
                    <a:gd name="T44" fmla="*/ 37 w 717"/>
                    <a:gd name="T45" fmla="*/ 480 h 756"/>
                    <a:gd name="T46" fmla="*/ 38 w 717"/>
                    <a:gd name="T47" fmla="*/ 391 h 756"/>
                    <a:gd name="T48" fmla="*/ 36 w 717"/>
                    <a:gd name="T49" fmla="*/ 506 h 756"/>
                    <a:gd name="T50" fmla="*/ 38 w 717"/>
                    <a:gd name="T51" fmla="*/ 352 h 756"/>
                    <a:gd name="T52" fmla="*/ 39 w 717"/>
                    <a:gd name="T53" fmla="*/ 455 h 756"/>
                    <a:gd name="T54" fmla="*/ 41 w 717"/>
                    <a:gd name="T55" fmla="*/ 519 h 756"/>
                    <a:gd name="T56" fmla="*/ 43 w 717"/>
                    <a:gd name="T57" fmla="*/ 410 h 756"/>
                    <a:gd name="T58" fmla="*/ 44 w 717"/>
                    <a:gd name="T59" fmla="*/ 186 h 756"/>
                    <a:gd name="T60" fmla="*/ 45 w 717"/>
                    <a:gd name="T61" fmla="*/ 231 h 756"/>
                    <a:gd name="T62" fmla="*/ 48 w 717"/>
                    <a:gd name="T63" fmla="*/ 148 h 756"/>
                    <a:gd name="T64" fmla="*/ 48 w 717"/>
                    <a:gd name="T65" fmla="*/ 301 h 756"/>
                    <a:gd name="T66" fmla="*/ 48 w 717"/>
                    <a:gd name="T67" fmla="*/ 730 h 756"/>
                    <a:gd name="T68" fmla="*/ 54 w 717"/>
                    <a:gd name="T69" fmla="*/ 0 h 756"/>
                    <a:gd name="T70" fmla="*/ 54 w 717"/>
                    <a:gd name="T71" fmla="*/ 250 h 756"/>
                    <a:gd name="T72" fmla="*/ 55 w 717"/>
                    <a:gd name="T73" fmla="*/ 333 h 756"/>
                    <a:gd name="T74" fmla="*/ 57 w 717"/>
                    <a:gd name="T75" fmla="*/ 192 h 756"/>
                    <a:gd name="T76" fmla="*/ 59 w 717"/>
                    <a:gd name="T77" fmla="*/ 340 h 756"/>
                    <a:gd name="T78" fmla="*/ 58 w 717"/>
                    <a:gd name="T79" fmla="*/ 429 h 756"/>
                    <a:gd name="T80" fmla="*/ 60 w 717"/>
                    <a:gd name="T81" fmla="*/ 461 h 756"/>
                    <a:gd name="T82" fmla="*/ 0 60000 65536"/>
                    <a:gd name="T83" fmla="*/ 0 60000 65536"/>
                    <a:gd name="T84" fmla="*/ 0 60000 65536"/>
                    <a:gd name="T85" fmla="*/ 0 60000 65536"/>
                    <a:gd name="T86" fmla="*/ 0 60000 65536"/>
                    <a:gd name="T87" fmla="*/ 0 60000 65536"/>
                    <a:gd name="T88" fmla="*/ 0 60000 65536"/>
                    <a:gd name="T89" fmla="*/ 0 60000 65536"/>
                    <a:gd name="T90" fmla="*/ 0 60000 65536"/>
                    <a:gd name="T91" fmla="*/ 0 60000 65536"/>
                    <a:gd name="T92" fmla="*/ 0 60000 65536"/>
                    <a:gd name="T93" fmla="*/ 0 60000 65536"/>
                    <a:gd name="T94" fmla="*/ 0 60000 65536"/>
                    <a:gd name="T95" fmla="*/ 0 60000 65536"/>
                    <a:gd name="T96" fmla="*/ 0 60000 65536"/>
                    <a:gd name="T97" fmla="*/ 0 60000 65536"/>
                    <a:gd name="T98" fmla="*/ 0 60000 65536"/>
                    <a:gd name="T99" fmla="*/ 0 60000 65536"/>
                    <a:gd name="T100" fmla="*/ 0 60000 65536"/>
                    <a:gd name="T101" fmla="*/ 0 60000 65536"/>
                    <a:gd name="T102" fmla="*/ 0 60000 65536"/>
                    <a:gd name="T103" fmla="*/ 0 60000 65536"/>
                    <a:gd name="T104" fmla="*/ 0 60000 65536"/>
                    <a:gd name="T105" fmla="*/ 0 60000 65536"/>
                    <a:gd name="T106" fmla="*/ 0 60000 65536"/>
                    <a:gd name="T107" fmla="*/ 0 60000 65536"/>
                    <a:gd name="T108" fmla="*/ 0 60000 65536"/>
                    <a:gd name="T109" fmla="*/ 0 60000 65536"/>
                    <a:gd name="T110" fmla="*/ 0 60000 65536"/>
                    <a:gd name="T111" fmla="*/ 0 60000 65536"/>
                    <a:gd name="T112" fmla="*/ 0 60000 65536"/>
                    <a:gd name="T113" fmla="*/ 0 60000 65536"/>
                    <a:gd name="T114" fmla="*/ 0 60000 65536"/>
                    <a:gd name="T115" fmla="*/ 0 60000 65536"/>
                    <a:gd name="T116" fmla="*/ 0 60000 65536"/>
                    <a:gd name="T117" fmla="*/ 0 60000 65536"/>
                    <a:gd name="T118" fmla="*/ 0 60000 65536"/>
                    <a:gd name="T119" fmla="*/ 0 60000 65536"/>
                    <a:gd name="T120" fmla="*/ 0 60000 65536"/>
                    <a:gd name="T121" fmla="*/ 0 60000 65536"/>
                    <a:gd name="T122" fmla="*/ 0 60000 65536"/>
                    <a:gd name="T123" fmla="*/ 0 w 717"/>
                    <a:gd name="T124" fmla="*/ 0 h 756"/>
                    <a:gd name="T125" fmla="*/ 717 w 717"/>
                    <a:gd name="T126" fmla="*/ 756 h 756"/>
                  </a:gdLst>
                  <a:ahLst/>
                  <a:cxnLst>
                    <a:cxn ang="T82">
                      <a:pos x="T0" y="T1"/>
                    </a:cxn>
                    <a:cxn ang="T83">
                      <a:pos x="T2" y="T3"/>
                    </a:cxn>
                    <a:cxn ang="T84">
                      <a:pos x="T4" y="T5"/>
                    </a:cxn>
                    <a:cxn ang="T85">
                      <a:pos x="T6" y="T7"/>
                    </a:cxn>
                    <a:cxn ang="T86">
                      <a:pos x="T8" y="T9"/>
                    </a:cxn>
                    <a:cxn ang="T87">
                      <a:pos x="T10" y="T11"/>
                    </a:cxn>
                    <a:cxn ang="T88">
                      <a:pos x="T12" y="T13"/>
                    </a:cxn>
                    <a:cxn ang="T89">
                      <a:pos x="T14" y="T15"/>
                    </a:cxn>
                    <a:cxn ang="T90">
                      <a:pos x="T16" y="T17"/>
                    </a:cxn>
                    <a:cxn ang="T91">
                      <a:pos x="T18" y="T19"/>
                    </a:cxn>
                    <a:cxn ang="T92">
                      <a:pos x="T20" y="T21"/>
                    </a:cxn>
                    <a:cxn ang="T93">
                      <a:pos x="T22" y="T23"/>
                    </a:cxn>
                    <a:cxn ang="T94">
                      <a:pos x="T24" y="T25"/>
                    </a:cxn>
                    <a:cxn ang="T95">
                      <a:pos x="T26" y="T27"/>
                    </a:cxn>
                    <a:cxn ang="T96">
                      <a:pos x="T28" y="T29"/>
                    </a:cxn>
                    <a:cxn ang="T97">
                      <a:pos x="T30" y="T31"/>
                    </a:cxn>
                    <a:cxn ang="T98">
                      <a:pos x="T32" y="T33"/>
                    </a:cxn>
                    <a:cxn ang="T99">
                      <a:pos x="T34" y="T35"/>
                    </a:cxn>
                    <a:cxn ang="T100">
                      <a:pos x="T36" y="T37"/>
                    </a:cxn>
                    <a:cxn ang="T101">
                      <a:pos x="T38" y="T39"/>
                    </a:cxn>
                    <a:cxn ang="T102">
                      <a:pos x="T40" y="T41"/>
                    </a:cxn>
                    <a:cxn ang="T103">
                      <a:pos x="T42" y="T43"/>
                    </a:cxn>
                    <a:cxn ang="T104">
                      <a:pos x="T44" y="T45"/>
                    </a:cxn>
                    <a:cxn ang="T105">
                      <a:pos x="T46" y="T47"/>
                    </a:cxn>
                    <a:cxn ang="T106">
                      <a:pos x="T48" y="T49"/>
                    </a:cxn>
                    <a:cxn ang="T107">
                      <a:pos x="T50" y="T51"/>
                    </a:cxn>
                    <a:cxn ang="T108">
                      <a:pos x="T52" y="T53"/>
                    </a:cxn>
                    <a:cxn ang="T109">
                      <a:pos x="T54" y="T55"/>
                    </a:cxn>
                    <a:cxn ang="T110">
                      <a:pos x="T56" y="T57"/>
                    </a:cxn>
                    <a:cxn ang="T111">
                      <a:pos x="T58" y="T59"/>
                    </a:cxn>
                    <a:cxn ang="T112">
                      <a:pos x="T60" y="T61"/>
                    </a:cxn>
                    <a:cxn ang="T113">
                      <a:pos x="T62" y="T63"/>
                    </a:cxn>
                    <a:cxn ang="T114">
                      <a:pos x="T64" y="T65"/>
                    </a:cxn>
                    <a:cxn ang="T115">
                      <a:pos x="T66" y="T67"/>
                    </a:cxn>
                    <a:cxn ang="T116">
                      <a:pos x="T68" y="T69"/>
                    </a:cxn>
                    <a:cxn ang="T117">
                      <a:pos x="T70" y="T71"/>
                    </a:cxn>
                    <a:cxn ang="T118">
                      <a:pos x="T72" y="T73"/>
                    </a:cxn>
                    <a:cxn ang="T119">
                      <a:pos x="T74" y="T75"/>
                    </a:cxn>
                    <a:cxn ang="T120">
                      <a:pos x="T76" y="T77"/>
                    </a:cxn>
                    <a:cxn ang="T121">
                      <a:pos x="T78" y="T79"/>
                    </a:cxn>
                    <a:cxn ang="T122">
                      <a:pos x="T80" y="T81"/>
                    </a:cxn>
                  </a:cxnLst>
                  <a:rect l="T123" t="T124" r="T125" b="T126"/>
                  <a:pathLst>
                    <a:path w="717" h="756">
                      <a:moveTo>
                        <a:pt x="0" y="756"/>
                      </a:moveTo>
                      <a:lnTo>
                        <a:pt x="52" y="167"/>
                      </a:lnTo>
                      <a:lnTo>
                        <a:pt x="64" y="384"/>
                      </a:lnTo>
                      <a:lnTo>
                        <a:pt x="90" y="103"/>
                      </a:lnTo>
                      <a:lnTo>
                        <a:pt x="116" y="519"/>
                      </a:lnTo>
                      <a:lnTo>
                        <a:pt x="135" y="487"/>
                      </a:lnTo>
                      <a:lnTo>
                        <a:pt x="135" y="359"/>
                      </a:lnTo>
                      <a:lnTo>
                        <a:pt x="167" y="71"/>
                      </a:lnTo>
                      <a:lnTo>
                        <a:pt x="192" y="244"/>
                      </a:lnTo>
                      <a:lnTo>
                        <a:pt x="205" y="96"/>
                      </a:lnTo>
                      <a:lnTo>
                        <a:pt x="218" y="615"/>
                      </a:lnTo>
                      <a:lnTo>
                        <a:pt x="244" y="397"/>
                      </a:lnTo>
                      <a:lnTo>
                        <a:pt x="282" y="519"/>
                      </a:lnTo>
                      <a:lnTo>
                        <a:pt x="308" y="308"/>
                      </a:lnTo>
                      <a:lnTo>
                        <a:pt x="333" y="442"/>
                      </a:lnTo>
                      <a:lnTo>
                        <a:pt x="346" y="352"/>
                      </a:lnTo>
                      <a:lnTo>
                        <a:pt x="365" y="384"/>
                      </a:lnTo>
                      <a:lnTo>
                        <a:pt x="378" y="135"/>
                      </a:lnTo>
                      <a:lnTo>
                        <a:pt x="391" y="301"/>
                      </a:lnTo>
                      <a:lnTo>
                        <a:pt x="384" y="519"/>
                      </a:lnTo>
                      <a:lnTo>
                        <a:pt x="404" y="679"/>
                      </a:lnTo>
                      <a:lnTo>
                        <a:pt x="429" y="628"/>
                      </a:lnTo>
                      <a:lnTo>
                        <a:pt x="442" y="480"/>
                      </a:lnTo>
                      <a:lnTo>
                        <a:pt x="455" y="391"/>
                      </a:lnTo>
                      <a:lnTo>
                        <a:pt x="436" y="506"/>
                      </a:lnTo>
                      <a:lnTo>
                        <a:pt x="461" y="352"/>
                      </a:lnTo>
                      <a:lnTo>
                        <a:pt x="474" y="455"/>
                      </a:lnTo>
                      <a:lnTo>
                        <a:pt x="493" y="519"/>
                      </a:lnTo>
                      <a:lnTo>
                        <a:pt x="512" y="410"/>
                      </a:lnTo>
                      <a:lnTo>
                        <a:pt x="532" y="186"/>
                      </a:lnTo>
                      <a:lnTo>
                        <a:pt x="544" y="231"/>
                      </a:lnTo>
                      <a:lnTo>
                        <a:pt x="570" y="148"/>
                      </a:lnTo>
                      <a:lnTo>
                        <a:pt x="576" y="301"/>
                      </a:lnTo>
                      <a:lnTo>
                        <a:pt x="576" y="730"/>
                      </a:lnTo>
                      <a:lnTo>
                        <a:pt x="647" y="0"/>
                      </a:lnTo>
                      <a:lnTo>
                        <a:pt x="647" y="250"/>
                      </a:lnTo>
                      <a:lnTo>
                        <a:pt x="660" y="333"/>
                      </a:lnTo>
                      <a:lnTo>
                        <a:pt x="685" y="192"/>
                      </a:lnTo>
                      <a:lnTo>
                        <a:pt x="711" y="340"/>
                      </a:lnTo>
                      <a:lnTo>
                        <a:pt x="698" y="429"/>
                      </a:lnTo>
                      <a:lnTo>
                        <a:pt x="717" y="461"/>
                      </a:lnTo>
                    </a:path>
                  </a:pathLst>
                </a:custGeom>
                <a:noFill/>
                <a:ln w="9525">
                  <a:solidFill>
                    <a:srgbClr val="0079F2"/>
                  </a:solidFill>
                  <a:round/>
                  <a:headEnd/>
                  <a:tailEnd/>
                </a:ln>
              </p:spPr>
              <p:txBody>
                <a:bodyPr/>
                <a:lstStyle/>
                <a:p>
                  <a:endParaRPr lang="en-GB" sz="1600"/>
                </a:p>
              </p:txBody>
            </p:sp>
            <p:sp>
              <p:nvSpPr>
                <p:cNvPr id="16401" name="Freeform 47"/>
                <p:cNvSpPr>
                  <a:spLocks/>
                </p:cNvSpPr>
                <p:nvPr/>
              </p:nvSpPr>
              <p:spPr bwMode="auto">
                <a:xfrm flipH="1" flipV="1">
                  <a:off x="3770" y="1145"/>
                  <a:ext cx="313" cy="756"/>
                </a:xfrm>
                <a:custGeom>
                  <a:avLst/>
                  <a:gdLst>
                    <a:gd name="T0" fmla="*/ 0 w 717"/>
                    <a:gd name="T1" fmla="*/ 756 h 756"/>
                    <a:gd name="T2" fmla="*/ 4 w 717"/>
                    <a:gd name="T3" fmla="*/ 167 h 756"/>
                    <a:gd name="T4" fmla="*/ 5 w 717"/>
                    <a:gd name="T5" fmla="*/ 384 h 756"/>
                    <a:gd name="T6" fmla="*/ 7 w 717"/>
                    <a:gd name="T7" fmla="*/ 103 h 756"/>
                    <a:gd name="T8" fmla="*/ 10 w 717"/>
                    <a:gd name="T9" fmla="*/ 519 h 756"/>
                    <a:gd name="T10" fmla="*/ 11 w 717"/>
                    <a:gd name="T11" fmla="*/ 487 h 756"/>
                    <a:gd name="T12" fmla="*/ 11 w 717"/>
                    <a:gd name="T13" fmla="*/ 359 h 756"/>
                    <a:gd name="T14" fmla="*/ 14 w 717"/>
                    <a:gd name="T15" fmla="*/ 71 h 756"/>
                    <a:gd name="T16" fmla="*/ 16 w 717"/>
                    <a:gd name="T17" fmla="*/ 244 h 756"/>
                    <a:gd name="T18" fmla="*/ 17 w 717"/>
                    <a:gd name="T19" fmla="*/ 96 h 756"/>
                    <a:gd name="T20" fmla="*/ 18 w 717"/>
                    <a:gd name="T21" fmla="*/ 615 h 756"/>
                    <a:gd name="T22" fmla="*/ 21 w 717"/>
                    <a:gd name="T23" fmla="*/ 397 h 756"/>
                    <a:gd name="T24" fmla="*/ 24 w 717"/>
                    <a:gd name="T25" fmla="*/ 519 h 756"/>
                    <a:gd name="T26" fmla="*/ 25 w 717"/>
                    <a:gd name="T27" fmla="*/ 308 h 756"/>
                    <a:gd name="T28" fmla="*/ 28 w 717"/>
                    <a:gd name="T29" fmla="*/ 442 h 756"/>
                    <a:gd name="T30" fmla="*/ 29 w 717"/>
                    <a:gd name="T31" fmla="*/ 352 h 756"/>
                    <a:gd name="T32" fmla="*/ 30 w 717"/>
                    <a:gd name="T33" fmla="*/ 384 h 756"/>
                    <a:gd name="T34" fmla="*/ 31 w 717"/>
                    <a:gd name="T35" fmla="*/ 135 h 756"/>
                    <a:gd name="T36" fmla="*/ 33 w 717"/>
                    <a:gd name="T37" fmla="*/ 301 h 756"/>
                    <a:gd name="T38" fmla="*/ 32 w 717"/>
                    <a:gd name="T39" fmla="*/ 519 h 756"/>
                    <a:gd name="T40" fmla="*/ 34 w 717"/>
                    <a:gd name="T41" fmla="*/ 679 h 756"/>
                    <a:gd name="T42" fmla="*/ 36 w 717"/>
                    <a:gd name="T43" fmla="*/ 628 h 756"/>
                    <a:gd name="T44" fmla="*/ 37 w 717"/>
                    <a:gd name="T45" fmla="*/ 480 h 756"/>
                    <a:gd name="T46" fmla="*/ 38 w 717"/>
                    <a:gd name="T47" fmla="*/ 391 h 756"/>
                    <a:gd name="T48" fmla="*/ 36 w 717"/>
                    <a:gd name="T49" fmla="*/ 506 h 756"/>
                    <a:gd name="T50" fmla="*/ 38 w 717"/>
                    <a:gd name="T51" fmla="*/ 352 h 756"/>
                    <a:gd name="T52" fmla="*/ 39 w 717"/>
                    <a:gd name="T53" fmla="*/ 455 h 756"/>
                    <a:gd name="T54" fmla="*/ 41 w 717"/>
                    <a:gd name="T55" fmla="*/ 519 h 756"/>
                    <a:gd name="T56" fmla="*/ 43 w 717"/>
                    <a:gd name="T57" fmla="*/ 410 h 756"/>
                    <a:gd name="T58" fmla="*/ 44 w 717"/>
                    <a:gd name="T59" fmla="*/ 186 h 756"/>
                    <a:gd name="T60" fmla="*/ 45 w 717"/>
                    <a:gd name="T61" fmla="*/ 231 h 756"/>
                    <a:gd name="T62" fmla="*/ 48 w 717"/>
                    <a:gd name="T63" fmla="*/ 148 h 756"/>
                    <a:gd name="T64" fmla="*/ 48 w 717"/>
                    <a:gd name="T65" fmla="*/ 301 h 756"/>
                    <a:gd name="T66" fmla="*/ 48 w 717"/>
                    <a:gd name="T67" fmla="*/ 730 h 756"/>
                    <a:gd name="T68" fmla="*/ 54 w 717"/>
                    <a:gd name="T69" fmla="*/ 0 h 756"/>
                    <a:gd name="T70" fmla="*/ 54 w 717"/>
                    <a:gd name="T71" fmla="*/ 250 h 756"/>
                    <a:gd name="T72" fmla="*/ 55 w 717"/>
                    <a:gd name="T73" fmla="*/ 333 h 756"/>
                    <a:gd name="T74" fmla="*/ 57 w 717"/>
                    <a:gd name="T75" fmla="*/ 192 h 756"/>
                    <a:gd name="T76" fmla="*/ 59 w 717"/>
                    <a:gd name="T77" fmla="*/ 340 h 756"/>
                    <a:gd name="T78" fmla="*/ 58 w 717"/>
                    <a:gd name="T79" fmla="*/ 429 h 756"/>
                    <a:gd name="T80" fmla="*/ 60 w 717"/>
                    <a:gd name="T81" fmla="*/ 461 h 756"/>
                    <a:gd name="T82" fmla="*/ 0 60000 65536"/>
                    <a:gd name="T83" fmla="*/ 0 60000 65536"/>
                    <a:gd name="T84" fmla="*/ 0 60000 65536"/>
                    <a:gd name="T85" fmla="*/ 0 60000 65536"/>
                    <a:gd name="T86" fmla="*/ 0 60000 65536"/>
                    <a:gd name="T87" fmla="*/ 0 60000 65536"/>
                    <a:gd name="T88" fmla="*/ 0 60000 65536"/>
                    <a:gd name="T89" fmla="*/ 0 60000 65536"/>
                    <a:gd name="T90" fmla="*/ 0 60000 65536"/>
                    <a:gd name="T91" fmla="*/ 0 60000 65536"/>
                    <a:gd name="T92" fmla="*/ 0 60000 65536"/>
                    <a:gd name="T93" fmla="*/ 0 60000 65536"/>
                    <a:gd name="T94" fmla="*/ 0 60000 65536"/>
                    <a:gd name="T95" fmla="*/ 0 60000 65536"/>
                    <a:gd name="T96" fmla="*/ 0 60000 65536"/>
                    <a:gd name="T97" fmla="*/ 0 60000 65536"/>
                    <a:gd name="T98" fmla="*/ 0 60000 65536"/>
                    <a:gd name="T99" fmla="*/ 0 60000 65536"/>
                    <a:gd name="T100" fmla="*/ 0 60000 65536"/>
                    <a:gd name="T101" fmla="*/ 0 60000 65536"/>
                    <a:gd name="T102" fmla="*/ 0 60000 65536"/>
                    <a:gd name="T103" fmla="*/ 0 60000 65536"/>
                    <a:gd name="T104" fmla="*/ 0 60000 65536"/>
                    <a:gd name="T105" fmla="*/ 0 60000 65536"/>
                    <a:gd name="T106" fmla="*/ 0 60000 65536"/>
                    <a:gd name="T107" fmla="*/ 0 60000 65536"/>
                    <a:gd name="T108" fmla="*/ 0 60000 65536"/>
                    <a:gd name="T109" fmla="*/ 0 60000 65536"/>
                    <a:gd name="T110" fmla="*/ 0 60000 65536"/>
                    <a:gd name="T111" fmla="*/ 0 60000 65536"/>
                    <a:gd name="T112" fmla="*/ 0 60000 65536"/>
                    <a:gd name="T113" fmla="*/ 0 60000 65536"/>
                    <a:gd name="T114" fmla="*/ 0 60000 65536"/>
                    <a:gd name="T115" fmla="*/ 0 60000 65536"/>
                    <a:gd name="T116" fmla="*/ 0 60000 65536"/>
                    <a:gd name="T117" fmla="*/ 0 60000 65536"/>
                    <a:gd name="T118" fmla="*/ 0 60000 65536"/>
                    <a:gd name="T119" fmla="*/ 0 60000 65536"/>
                    <a:gd name="T120" fmla="*/ 0 60000 65536"/>
                    <a:gd name="T121" fmla="*/ 0 60000 65536"/>
                    <a:gd name="T122" fmla="*/ 0 60000 65536"/>
                    <a:gd name="T123" fmla="*/ 0 w 717"/>
                    <a:gd name="T124" fmla="*/ 0 h 756"/>
                    <a:gd name="T125" fmla="*/ 717 w 717"/>
                    <a:gd name="T126" fmla="*/ 756 h 756"/>
                  </a:gdLst>
                  <a:ahLst/>
                  <a:cxnLst>
                    <a:cxn ang="T82">
                      <a:pos x="T0" y="T1"/>
                    </a:cxn>
                    <a:cxn ang="T83">
                      <a:pos x="T2" y="T3"/>
                    </a:cxn>
                    <a:cxn ang="T84">
                      <a:pos x="T4" y="T5"/>
                    </a:cxn>
                    <a:cxn ang="T85">
                      <a:pos x="T6" y="T7"/>
                    </a:cxn>
                    <a:cxn ang="T86">
                      <a:pos x="T8" y="T9"/>
                    </a:cxn>
                    <a:cxn ang="T87">
                      <a:pos x="T10" y="T11"/>
                    </a:cxn>
                    <a:cxn ang="T88">
                      <a:pos x="T12" y="T13"/>
                    </a:cxn>
                    <a:cxn ang="T89">
                      <a:pos x="T14" y="T15"/>
                    </a:cxn>
                    <a:cxn ang="T90">
                      <a:pos x="T16" y="T17"/>
                    </a:cxn>
                    <a:cxn ang="T91">
                      <a:pos x="T18" y="T19"/>
                    </a:cxn>
                    <a:cxn ang="T92">
                      <a:pos x="T20" y="T21"/>
                    </a:cxn>
                    <a:cxn ang="T93">
                      <a:pos x="T22" y="T23"/>
                    </a:cxn>
                    <a:cxn ang="T94">
                      <a:pos x="T24" y="T25"/>
                    </a:cxn>
                    <a:cxn ang="T95">
                      <a:pos x="T26" y="T27"/>
                    </a:cxn>
                    <a:cxn ang="T96">
                      <a:pos x="T28" y="T29"/>
                    </a:cxn>
                    <a:cxn ang="T97">
                      <a:pos x="T30" y="T31"/>
                    </a:cxn>
                    <a:cxn ang="T98">
                      <a:pos x="T32" y="T33"/>
                    </a:cxn>
                    <a:cxn ang="T99">
                      <a:pos x="T34" y="T35"/>
                    </a:cxn>
                    <a:cxn ang="T100">
                      <a:pos x="T36" y="T37"/>
                    </a:cxn>
                    <a:cxn ang="T101">
                      <a:pos x="T38" y="T39"/>
                    </a:cxn>
                    <a:cxn ang="T102">
                      <a:pos x="T40" y="T41"/>
                    </a:cxn>
                    <a:cxn ang="T103">
                      <a:pos x="T42" y="T43"/>
                    </a:cxn>
                    <a:cxn ang="T104">
                      <a:pos x="T44" y="T45"/>
                    </a:cxn>
                    <a:cxn ang="T105">
                      <a:pos x="T46" y="T47"/>
                    </a:cxn>
                    <a:cxn ang="T106">
                      <a:pos x="T48" y="T49"/>
                    </a:cxn>
                    <a:cxn ang="T107">
                      <a:pos x="T50" y="T51"/>
                    </a:cxn>
                    <a:cxn ang="T108">
                      <a:pos x="T52" y="T53"/>
                    </a:cxn>
                    <a:cxn ang="T109">
                      <a:pos x="T54" y="T55"/>
                    </a:cxn>
                    <a:cxn ang="T110">
                      <a:pos x="T56" y="T57"/>
                    </a:cxn>
                    <a:cxn ang="T111">
                      <a:pos x="T58" y="T59"/>
                    </a:cxn>
                    <a:cxn ang="T112">
                      <a:pos x="T60" y="T61"/>
                    </a:cxn>
                    <a:cxn ang="T113">
                      <a:pos x="T62" y="T63"/>
                    </a:cxn>
                    <a:cxn ang="T114">
                      <a:pos x="T64" y="T65"/>
                    </a:cxn>
                    <a:cxn ang="T115">
                      <a:pos x="T66" y="T67"/>
                    </a:cxn>
                    <a:cxn ang="T116">
                      <a:pos x="T68" y="T69"/>
                    </a:cxn>
                    <a:cxn ang="T117">
                      <a:pos x="T70" y="T71"/>
                    </a:cxn>
                    <a:cxn ang="T118">
                      <a:pos x="T72" y="T73"/>
                    </a:cxn>
                    <a:cxn ang="T119">
                      <a:pos x="T74" y="T75"/>
                    </a:cxn>
                    <a:cxn ang="T120">
                      <a:pos x="T76" y="T77"/>
                    </a:cxn>
                    <a:cxn ang="T121">
                      <a:pos x="T78" y="T79"/>
                    </a:cxn>
                    <a:cxn ang="T122">
                      <a:pos x="T80" y="T81"/>
                    </a:cxn>
                  </a:cxnLst>
                  <a:rect l="T123" t="T124" r="T125" b="T126"/>
                  <a:pathLst>
                    <a:path w="717" h="756">
                      <a:moveTo>
                        <a:pt x="0" y="756"/>
                      </a:moveTo>
                      <a:lnTo>
                        <a:pt x="52" y="167"/>
                      </a:lnTo>
                      <a:lnTo>
                        <a:pt x="64" y="384"/>
                      </a:lnTo>
                      <a:lnTo>
                        <a:pt x="90" y="103"/>
                      </a:lnTo>
                      <a:lnTo>
                        <a:pt x="116" y="519"/>
                      </a:lnTo>
                      <a:lnTo>
                        <a:pt x="135" y="487"/>
                      </a:lnTo>
                      <a:lnTo>
                        <a:pt x="135" y="359"/>
                      </a:lnTo>
                      <a:lnTo>
                        <a:pt x="167" y="71"/>
                      </a:lnTo>
                      <a:lnTo>
                        <a:pt x="192" y="244"/>
                      </a:lnTo>
                      <a:lnTo>
                        <a:pt x="205" y="96"/>
                      </a:lnTo>
                      <a:lnTo>
                        <a:pt x="218" y="615"/>
                      </a:lnTo>
                      <a:lnTo>
                        <a:pt x="244" y="397"/>
                      </a:lnTo>
                      <a:lnTo>
                        <a:pt x="282" y="519"/>
                      </a:lnTo>
                      <a:lnTo>
                        <a:pt x="308" y="308"/>
                      </a:lnTo>
                      <a:lnTo>
                        <a:pt x="333" y="442"/>
                      </a:lnTo>
                      <a:lnTo>
                        <a:pt x="346" y="352"/>
                      </a:lnTo>
                      <a:lnTo>
                        <a:pt x="365" y="384"/>
                      </a:lnTo>
                      <a:lnTo>
                        <a:pt x="378" y="135"/>
                      </a:lnTo>
                      <a:lnTo>
                        <a:pt x="391" y="301"/>
                      </a:lnTo>
                      <a:lnTo>
                        <a:pt x="384" y="519"/>
                      </a:lnTo>
                      <a:lnTo>
                        <a:pt x="404" y="679"/>
                      </a:lnTo>
                      <a:lnTo>
                        <a:pt x="429" y="628"/>
                      </a:lnTo>
                      <a:lnTo>
                        <a:pt x="442" y="480"/>
                      </a:lnTo>
                      <a:lnTo>
                        <a:pt x="455" y="391"/>
                      </a:lnTo>
                      <a:lnTo>
                        <a:pt x="436" y="506"/>
                      </a:lnTo>
                      <a:lnTo>
                        <a:pt x="461" y="352"/>
                      </a:lnTo>
                      <a:lnTo>
                        <a:pt x="474" y="455"/>
                      </a:lnTo>
                      <a:lnTo>
                        <a:pt x="493" y="519"/>
                      </a:lnTo>
                      <a:lnTo>
                        <a:pt x="512" y="410"/>
                      </a:lnTo>
                      <a:lnTo>
                        <a:pt x="532" y="186"/>
                      </a:lnTo>
                      <a:lnTo>
                        <a:pt x="544" y="231"/>
                      </a:lnTo>
                      <a:lnTo>
                        <a:pt x="570" y="148"/>
                      </a:lnTo>
                      <a:lnTo>
                        <a:pt x="576" y="301"/>
                      </a:lnTo>
                      <a:lnTo>
                        <a:pt x="576" y="730"/>
                      </a:lnTo>
                      <a:lnTo>
                        <a:pt x="647" y="0"/>
                      </a:lnTo>
                      <a:lnTo>
                        <a:pt x="647" y="250"/>
                      </a:lnTo>
                      <a:lnTo>
                        <a:pt x="660" y="333"/>
                      </a:lnTo>
                      <a:lnTo>
                        <a:pt x="685" y="192"/>
                      </a:lnTo>
                      <a:lnTo>
                        <a:pt x="711" y="340"/>
                      </a:lnTo>
                      <a:lnTo>
                        <a:pt x="698" y="429"/>
                      </a:lnTo>
                      <a:lnTo>
                        <a:pt x="717" y="461"/>
                      </a:lnTo>
                    </a:path>
                  </a:pathLst>
                </a:custGeom>
                <a:noFill/>
                <a:ln w="9525">
                  <a:solidFill>
                    <a:srgbClr val="0079F2"/>
                  </a:solidFill>
                  <a:round/>
                  <a:headEnd/>
                  <a:tailEnd/>
                </a:ln>
              </p:spPr>
              <p:txBody>
                <a:bodyPr/>
                <a:lstStyle/>
                <a:p>
                  <a:endParaRPr lang="en-GB" sz="1600"/>
                </a:p>
              </p:txBody>
            </p:sp>
            <p:sp>
              <p:nvSpPr>
                <p:cNvPr id="16402" name="Freeform 48"/>
                <p:cNvSpPr>
                  <a:spLocks/>
                </p:cNvSpPr>
                <p:nvPr/>
              </p:nvSpPr>
              <p:spPr bwMode="auto">
                <a:xfrm flipH="1">
                  <a:off x="4077" y="1119"/>
                  <a:ext cx="313" cy="756"/>
                </a:xfrm>
                <a:custGeom>
                  <a:avLst/>
                  <a:gdLst>
                    <a:gd name="T0" fmla="*/ 0 w 717"/>
                    <a:gd name="T1" fmla="*/ 756 h 756"/>
                    <a:gd name="T2" fmla="*/ 4 w 717"/>
                    <a:gd name="T3" fmla="*/ 167 h 756"/>
                    <a:gd name="T4" fmla="*/ 5 w 717"/>
                    <a:gd name="T5" fmla="*/ 384 h 756"/>
                    <a:gd name="T6" fmla="*/ 7 w 717"/>
                    <a:gd name="T7" fmla="*/ 103 h 756"/>
                    <a:gd name="T8" fmla="*/ 10 w 717"/>
                    <a:gd name="T9" fmla="*/ 519 h 756"/>
                    <a:gd name="T10" fmla="*/ 11 w 717"/>
                    <a:gd name="T11" fmla="*/ 487 h 756"/>
                    <a:gd name="T12" fmla="*/ 11 w 717"/>
                    <a:gd name="T13" fmla="*/ 359 h 756"/>
                    <a:gd name="T14" fmla="*/ 14 w 717"/>
                    <a:gd name="T15" fmla="*/ 71 h 756"/>
                    <a:gd name="T16" fmla="*/ 16 w 717"/>
                    <a:gd name="T17" fmla="*/ 244 h 756"/>
                    <a:gd name="T18" fmla="*/ 17 w 717"/>
                    <a:gd name="T19" fmla="*/ 96 h 756"/>
                    <a:gd name="T20" fmla="*/ 18 w 717"/>
                    <a:gd name="T21" fmla="*/ 615 h 756"/>
                    <a:gd name="T22" fmla="*/ 21 w 717"/>
                    <a:gd name="T23" fmla="*/ 397 h 756"/>
                    <a:gd name="T24" fmla="*/ 24 w 717"/>
                    <a:gd name="T25" fmla="*/ 519 h 756"/>
                    <a:gd name="T26" fmla="*/ 25 w 717"/>
                    <a:gd name="T27" fmla="*/ 308 h 756"/>
                    <a:gd name="T28" fmla="*/ 28 w 717"/>
                    <a:gd name="T29" fmla="*/ 442 h 756"/>
                    <a:gd name="T30" fmla="*/ 29 w 717"/>
                    <a:gd name="T31" fmla="*/ 352 h 756"/>
                    <a:gd name="T32" fmla="*/ 30 w 717"/>
                    <a:gd name="T33" fmla="*/ 384 h 756"/>
                    <a:gd name="T34" fmla="*/ 31 w 717"/>
                    <a:gd name="T35" fmla="*/ 135 h 756"/>
                    <a:gd name="T36" fmla="*/ 33 w 717"/>
                    <a:gd name="T37" fmla="*/ 301 h 756"/>
                    <a:gd name="T38" fmla="*/ 32 w 717"/>
                    <a:gd name="T39" fmla="*/ 519 h 756"/>
                    <a:gd name="T40" fmla="*/ 34 w 717"/>
                    <a:gd name="T41" fmla="*/ 679 h 756"/>
                    <a:gd name="T42" fmla="*/ 36 w 717"/>
                    <a:gd name="T43" fmla="*/ 628 h 756"/>
                    <a:gd name="T44" fmla="*/ 37 w 717"/>
                    <a:gd name="T45" fmla="*/ 480 h 756"/>
                    <a:gd name="T46" fmla="*/ 38 w 717"/>
                    <a:gd name="T47" fmla="*/ 391 h 756"/>
                    <a:gd name="T48" fmla="*/ 36 w 717"/>
                    <a:gd name="T49" fmla="*/ 506 h 756"/>
                    <a:gd name="T50" fmla="*/ 38 w 717"/>
                    <a:gd name="T51" fmla="*/ 352 h 756"/>
                    <a:gd name="T52" fmla="*/ 39 w 717"/>
                    <a:gd name="T53" fmla="*/ 455 h 756"/>
                    <a:gd name="T54" fmla="*/ 41 w 717"/>
                    <a:gd name="T55" fmla="*/ 519 h 756"/>
                    <a:gd name="T56" fmla="*/ 43 w 717"/>
                    <a:gd name="T57" fmla="*/ 410 h 756"/>
                    <a:gd name="T58" fmla="*/ 44 w 717"/>
                    <a:gd name="T59" fmla="*/ 186 h 756"/>
                    <a:gd name="T60" fmla="*/ 45 w 717"/>
                    <a:gd name="T61" fmla="*/ 231 h 756"/>
                    <a:gd name="T62" fmla="*/ 48 w 717"/>
                    <a:gd name="T63" fmla="*/ 148 h 756"/>
                    <a:gd name="T64" fmla="*/ 48 w 717"/>
                    <a:gd name="T65" fmla="*/ 301 h 756"/>
                    <a:gd name="T66" fmla="*/ 48 w 717"/>
                    <a:gd name="T67" fmla="*/ 730 h 756"/>
                    <a:gd name="T68" fmla="*/ 54 w 717"/>
                    <a:gd name="T69" fmla="*/ 0 h 756"/>
                    <a:gd name="T70" fmla="*/ 54 w 717"/>
                    <a:gd name="T71" fmla="*/ 250 h 756"/>
                    <a:gd name="T72" fmla="*/ 55 w 717"/>
                    <a:gd name="T73" fmla="*/ 333 h 756"/>
                    <a:gd name="T74" fmla="*/ 57 w 717"/>
                    <a:gd name="T75" fmla="*/ 192 h 756"/>
                    <a:gd name="T76" fmla="*/ 59 w 717"/>
                    <a:gd name="T77" fmla="*/ 340 h 756"/>
                    <a:gd name="T78" fmla="*/ 58 w 717"/>
                    <a:gd name="T79" fmla="*/ 429 h 756"/>
                    <a:gd name="T80" fmla="*/ 60 w 717"/>
                    <a:gd name="T81" fmla="*/ 461 h 756"/>
                    <a:gd name="T82" fmla="*/ 0 60000 65536"/>
                    <a:gd name="T83" fmla="*/ 0 60000 65536"/>
                    <a:gd name="T84" fmla="*/ 0 60000 65536"/>
                    <a:gd name="T85" fmla="*/ 0 60000 65536"/>
                    <a:gd name="T86" fmla="*/ 0 60000 65536"/>
                    <a:gd name="T87" fmla="*/ 0 60000 65536"/>
                    <a:gd name="T88" fmla="*/ 0 60000 65536"/>
                    <a:gd name="T89" fmla="*/ 0 60000 65536"/>
                    <a:gd name="T90" fmla="*/ 0 60000 65536"/>
                    <a:gd name="T91" fmla="*/ 0 60000 65536"/>
                    <a:gd name="T92" fmla="*/ 0 60000 65536"/>
                    <a:gd name="T93" fmla="*/ 0 60000 65536"/>
                    <a:gd name="T94" fmla="*/ 0 60000 65536"/>
                    <a:gd name="T95" fmla="*/ 0 60000 65536"/>
                    <a:gd name="T96" fmla="*/ 0 60000 65536"/>
                    <a:gd name="T97" fmla="*/ 0 60000 65536"/>
                    <a:gd name="T98" fmla="*/ 0 60000 65536"/>
                    <a:gd name="T99" fmla="*/ 0 60000 65536"/>
                    <a:gd name="T100" fmla="*/ 0 60000 65536"/>
                    <a:gd name="T101" fmla="*/ 0 60000 65536"/>
                    <a:gd name="T102" fmla="*/ 0 60000 65536"/>
                    <a:gd name="T103" fmla="*/ 0 60000 65536"/>
                    <a:gd name="T104" fmla="*/ 0 60000 65536"/>
                    <a:gd name="T105" fmla="*/ 0 60000 65536"/>
                    <a:gd name="T106" fmla="*/ 0 60000 65536"/>
                    <a:gd name="T107" fmla="*/ 0 60000 65536"/>
                    <a:gd name="T108" fmla="*/ 0 60000 65536"/>
                    <a:gd name="T109" fmla="*/ 0 60000 65536"/>
                    <a:gd name="T110" fmla="*/ 0 60000 65536"/>
                    <a:gd name="T111" fmla="*/ 0 60000 65536"/>
                    <a:gd name="T112" fmla="*/ 0 60000 65536"/>
                    <a:gd name="T113" fmla="*/ 0 60000 65536"/>
                    <a:gd name="T114" fmla="*/ 0 60000 65536"/>
                    <a:gd name="T115" fmla="*/ 0 60000 65536"/>
                    <a:gd name="T116" fmla="*/ 0 60000 65536"/>
                    <a:gd name="T117" fmla="*/ 0 60000 65536"/>
                    <a:gd name="T118" fmla="*/ 0 60000 65536"/>
                    <a:gd name="T119" fmla="*/ 0 60000 65536"/>
                    <a:gd name="T120" fmla="*/ 0 60000 65536"/>
                    <a:gd name="T121" fmla="*/ 0 60000 65536"/>
                    <a:gd name="T122" fmla="*/ 0 60000 65536"/>
                    <a:gd name="T123" fmla="*/ 0 w 717"/>
                    <a:gd name="T124" fmla="*/ 0 h 756"/>
                    <a:gd name="T125" fmla="*/ 717 w 717"/>
                    <a:gd name="T126" fmla="*/ 756 h 756"/>
                  </a:gdLst>
                  <a:ahLst/>
                  <a:cxnLst>
                    <a:cxn ang="T82">
                      <a:pos x="T0" y="T1"/>
                    </a:cxn>
                    <a:cxn ang="T83">
                      <a:pos x="T2" y="T3"/>
                    </a:cxn>
                    <a:cxn ang="T84">
                      <a:pos x="T4" y="T5"/>
                    </a:cxn>
                    <a:cxn ang="T85">
                      <a:pos x="T6" y="T7"/>
                    </a:cxn>
                    <a:cxn ang="T86">
                      <a:pos x="T8" y="T9"/>
                    </a:cxn>
                    <a:cxn ang="T87">
                      <a:pos x="T10" y="T11"/>
                    </a:cxn>
                    <a:cxn ang="T88">
                      <a:pos x="T12" y="T13"/>
                    </a:cxn>
                    <a:cxn ang="T89">
                      <a:pos x="T14" y="T15"/>
                    </a:cxn>
                    <a:cxn ang="T90">
                      <a:pos x="T16" y="T17"/>
                    </a:cxn>
                    <a:cxn ang="T91">
                      <a:pos x="T18" y="T19"/>
                    </a:cxn>
                    <a:cxn ang="T92">
                      <a:pos x="T20" y="T21"/>
                    </a:cxn>
                    <a:cxn ang="T93">
                      <a:pos x="T22" y="T23"/>
                    </a:cxn>
                    <a:cxn ang="T94">
                      <a:pos x="T24" y="T25"/>
                    </a:cxn>
                    <a:cxn ang="T95">
                      <a:pos x="T26" y="T27"/>
                    </a:cxn>
                    <a:cxn ang="T96">
                      <a:pos x="T28" y="T29"/>
                    </a:cxn>
                    <a:cxn ang="T97">
                      <a:pos x="T30" y="T31"/>
                    </a:cxn>
                    <a:cxn ang="T98">
                      <a:pos x="T32" y="T33"/>
                    </a:cxn>
                    <a:cxn ang="T99">
                      <a:pos x="T34" y="T35"/>
                    </a:cxn>
                    <a:cxn ang="T100">
                      <a:pos x="T36" y="T37"/>
                    </a:cxn>
                    <a:cxn ang="T101">
                      <a:pos x="T38" y="T39"/>
                    </a:cxn>
                    <a:cxn ang="T102">
                      <a:pos x="T40" y="T41"/>
                    </a:cxn>
                    <a:cxn ang="T103">
                      <a:pos x="T42" y="T43"/>
                    </a:cxn>
                    <a:cxn ang="T104">
                      <a:pos x="T44" y="T45"/>
                    </a:cxn>
                    <a:cxn ang="T105">
                      <a:pos x="T46" y="T47"/>
                    </a:cxn>
                    <a:cxn ang="T106">
                      <a:pos x="T48" y="T49"/>
                    </a:cxn>
                    <a:cxn ang="T107">
                      <a:pos x="T50" y="T51"/>
                    </a:cxn>
                    <a:cxn ang="T108">
                      <a:pos x="T52" y="T53"/>
                    </a:cxn>
                    <a:cxn ang="T109">
                      <a:pos x="T54" y="T55"/>
                    </a:cxn>
                    <a:cxn ang="T110">
                      <a:pos x="T56" y="T57"/>
                    </a:cxn>
                    <a:cxn ang="T111">
                      <a:pos x="T58" y="T59"/>
                    </a:cxn>
                    <a:cxn ang="T112">
                      <a:pos x="T60" y="T61"/>
                    </a:cxn>
                    <a:cxn ang="T113">
                      <a:pos x="T62" y="T63"/>
                    </a:cxn>
                    <a:cxn ang="T114">
                      <a:pos x="T64" y="T65"/>
                    </a:cxn>
                    <a:cxn ang="T115">
                      <a:pos x="T66" y="T67"/>
                    </a:cxn>
                    <a:cxn ang="T116">
                      <a:pos x="T68" y="T69"/>
                    </a:cxn>
                    <a:cxn ang="T117">
                      <a:pos x="T70" y="T71"/>
                    </a:cxn>
                    <a:cxn ang="T118">
                      <a:pos x="T72" y="T73"/>
                    </a:cxn>
                    <a:cxn ang="T119">
                      <a:pos x="T74" y="T75"/>
                    </a:cxn>
                    <a:cxn ang="T120">
                      <a:pos x="T76" y="T77"/>
                    </a:cxn>
                    <a:cxn ang="T121">
                      <a:pos x="T78" y="T79"/>
                    </a:cxn>
                    <a:cxn ang="T122">
                      <a:pos x="T80" y="T81"/>
                    </a:cxn>
                  </a:cxnLst>
                  <a:rect l="T123" t="T124" r="T125" b="T126"/>
                  <a:pathLst>
                    <a:path w="717" h="756">
                      <a:moveTo>
                        <a:pt x="0" y="756"/>
                      </a:moveTo>
                      <a:lnTo>
                        <a:pt x="52" y="167"/>
                      </a:lnTo>
                      <a:lnTo>
                        <a:pt x="64" y="384"/>
                      </a:lnTo>
                      <a:lnTo>
                        <a:pt x="90" y="103"/>
                      </a:lnTo>
                      <a:lnTo>
                        <a:pt x="116" y="519"/>
                      </a:lnTo>
                      <a:lnTo>
                        <a:pt x="135" y="487"/>
                      </a:lnTo>
                      <a:lnTo>
                        <a:pt x="135" y="359"/>
                      </a:lnTo>
                      <a:lnTo>
                        <a:pt x="167" y="71"/>
                      </a:lnTo>
                      <a:lnTo>
                        <a:pt x="192" y="244"/>
                      </a:lnTo>
                      <a:lnTo>
                        <a:pt x="205" y="96"/>
                      </a:lnTo>
                      <a:lnTo>
                        <a:pt x="218" y="615"/>
                      </a:lnTo>
                      <a:lnTo>
                        <a:pt x="244" y="397"/>
                      </a:lnTo>
                      <a:lnTo>
                        <a:pt x="282" y="519"/>
                      </a:lnTo>
                      <a:lnTo>
                        <a:pt x="308" y="308"/>
                      </a:lnTo>
                      <a:lnTo>
                        <a:pt x="333" y="442"/>
                      </a:lnTo>
                      <a:lnTo>
                        <a:pt x="346" y="352"/>
                      </a:lnTo>
                      <a:lnTo>
                        <a:pt x="365" y="384"/>
                      </a:lnTo>
                      <a:lnTo>
                        <a:pt x="378" y="135"/>
                      </a:lnTo>
                      <a:lnTo>
                        <a:pt x="391" y="301"/>
                      </a:lnTo>
                      <a:lnTo>
                        <a:pt x="384" y="519"/>
                      </a:lnTo>
                      <a:lnTo>
                        <a:pt x="404" y="679"/>
                      </a:lnTo>
                      <a:lnTo>
                        <a:pt x="429" y="628"/>
                      </a:lnTo>
                      <a:lnTo>
                        <a:pt x="442" y="480"/>
                      </a:lnTo>
                      <a:lnTo>
                        <a:pt x="455" y="391"/>
                      </a:lnTo>
                      <a:lnTo>
                        <a:pt x="436" y="506"/>
                      </a:lnTo>
                      <a:lnTo>
                        <a:pt x="461" y="352"/>
                      </a:lnTo>
                      <a:lnTo>
                        <a:pt x="474" y="455"/>
                      </a:lnTo>
                      <a:lnTo>
                        <a:pt x="493" y="519"/>
                      </a:lnTo>
                      <a:lnTo>
                        <a:pt x="512" y="410"/>
                      </a:lnTo>
                      <a:lnTo>
                        <a:pt x="532" y="186"/>
                      </a:lnTo>
                      <a:lnTo>
                        <a:pt x="544" y="231"/>
                      </a:lnTo>
                      <a:lnTo>
                        <a:pt x="570" y="148"/>
                      </a:lnTo>
                      <a:lnTo>
                        <a:pt x="576" y="301"/>
                      </a:lnTo>
                      <a:lnTo>
                        <a:pt x="576" y="730"/>
                      </a:lnTo>
                      <a:lnTo>
                        <a:pt x="647" y="0"/>
                      </a:lnTo>
                      <a:lnTo>
                        <a:pt x="647" y="250"/>
                      </a:lnTo>
                      <a:lnTo>
                        <a:pt x="660" y="333"/>
                      </a:lnTo>
                      <a:lnTo>
                        <a:pt x="685" y="192"/>
                      </a:lnTo>
                      <a:lnTo>
                        <a:pt x="711" y="340"/>
                      </a:lnTo>
                      <a:lnTo>
                        <a:pt x="698" y="429"/>
                      </a:lnTo>
                      <a:lnTo>
                        <a:pt x="717" y="461"/>
                      </a:lnTo>
                    </a:path>
                  </a:pathLst>
                </a:custGeom>
                <a:noFill/>
                <a:ln w="9525">
                  <a:solidFill>
                    <a:srgbClr val="0079F2"/>
                  </a:solidFill>
                  <a:round/>
                  <a:headEnd/>
                  <a:tailEnd/>
                </a:ln>
              </p:spPr>
              <p:txBody>
                <a:bodyPr/>
                <a:lstStyle/>
                <a:p>
                  <a:endParaRPr lang="en-GB" sz="1600"/>
                </a:p>
              </p:txBody>
            </p:sp>
            <p:sp>
              <p:nvSpPr>
                <p:cNvPr id="16403" name="Freeform 49"/>
                <p:cNvSpPr>
                  <a:spLocks/>
                </p:cNvSpPr>
                <p:nvPr/>
              </p:nvSpPr>
              <p:spPr bwMode="auto">
                <a:xfrm flipV="1">
                  <a:off x="4385" y="1138"/>
                  <a:ext cx="313" cy="756"/>
                </a:xfrm>
                <a:custGeom>
                  <a:avLst/>
                  <a:gdLst>
                    <a:gd name="T0" fmla="*/ 0 w 717"/>
                    <a:gd name="T1" fmla="*/ 756 h 756"/>
                    <a:gd name="T2" fmla="*/ 4 w 717"/>
                    <a:gd name="T3" fmla="*/ 167 h 756"/>
                    <a:gd name="T4" fmla="*/ 5 w 717"/>
                    <a:gd name="T5" fmla="*/ 384 h 756"/>
                    <a:gd name="T6" fmla="*/ 7 w 717"/>
                    <a:gd name="T7" fmla="*/ 103 h 756"/>
                    <a:gd name="T8" fmla="*/ 10 w 717"/>
                    <a:gd name="T9" fmla="*/ 519 h 756"/>
                    <a:gd name="T10" fmla="*/ 11 w 717"/>
                    <a:gd name="T11" fmla="*/ 487 h 756"/>
                    <a:gd name="T12" fmla="*/ 11 w 717"/>
                    <a:gd name="T13" fmla="*/ 359 h 756"/>
                    <a:gd name="T14" fmla="*/ 14 w 717"/>
                    <a:gd name="T15" fmla="*/ 71 h 756"/>
                    <a:gd name="T16" fmla="*/ 16 w 717"/>
                    <a:gd name="T17" fmla="*/ 244 h 756"/>
                    <a:gd name="T18" fmla="*/ 17 w 717"/>
                    <a:gd name="T19" fmla="*/ 96 h 756"/>
                    <a:gd name="T20" fmla="*/ 18 w 717"/>
                    <a:gd name="T21" fmla="*/ 615 h 756"/>
                    <a:gd name="T22" fmla="*/ 21 w 717"/>
                    <a:gd name="T23" fmla="*/ 397 h 756"/>
                    <a:gd name="T24" fmla="*/ 24 w 717"/>
                    <a:gd name="T25" fmla="*/ 519 h 756"/>
                    <a:gd name="T26" fmla="*/ 25 w 717"/>
                    <a:gd name="T27" fmla="*/ 308 h 756"/>
                    <a:gd name="T28" fmla="*/ 28 w 717"/>
                    <a:gd name="T29" fmla="*/ 442 h 756"/>
                    <a:gd name="T30" fmla="*/ 29 w 717"/>
                    <a:gd name="T31" fmla="*/ 352 h 756"/>
                    <a:gd name="T32" fmla="*/ 30 w 717"/>
                    <a:gd name="T33" fmla="*/ 384 h 756"/>
                    <a:gd name="T34" fmla="*/ 31 w 717"/>
                    <a:gd name="T35" fmla="*/ 135 h 756"/>
                    <a:gd name="T36" fmla="*/ 33 w 717"/>
                    <a:gd name="T37" fmla="*/ 301 h 756"/>
                    <a:gd name="T38" fmla="*/ 32 w 717"/>
                    <a:gd name="T39" fmla="*/ 519 h 756"/>
                    <a:gd name="T40" fmla="*/ 34 w 717"/>
                    <a:gd name="T41" fmla="*/ 679 h 756"/>
                    <a:gd name="T42" fmla="*/ 36 w 717"/>
                    <a:gd name="T43" fmla="*/ 628 h 756"/>
                    <a:gd name="T44" fmla="*/ 37 w 717"/>
                    <a:gd name="T45" fmla="*/ 480 h 756"/>
                    <a:gd name="T46" fmla="*/ 38 w 717"/>
                    <a:gd name="T47" fmla="*/ 391 h 756"/>
                    <a:gd name="T48" fmla="*/ 36 w 717"/>
                    <a:gd name="T49" fmla="*/ 506 h 756"/>
                    <a:gd name="T50" fmla="*/ 38 w 717"/>
                    <a:gd name="T51" fmla="*/ 352 h 756"/>
                    <a:gd name="T52" fmla="*/ 39 w 717"/>
                    <a:gd name="T53" fmla="*/ 455 h 756"/>
                    <a:gd name="T54" fmla="*/ 41 w 717"/>
                    <a:gd name="T55" fmla="*/ 519 h 756"/>
                    <a:gd name="T56" fmla="*/ 43 w 717"/>
                    <a:gd name="T57" fmla="*/ 410 h 756"/>
                    <a:gd name="T58" fmla="*/ 44 w 717"/>
                    <a:gd name="T59" fmla="*/ 186 h 756"/>
                    <a:gd name="T60" fmla="*/ 45 w 717"/>
                    <a:gd name="T61" fmla="*/ 231 h 756"/>
                    <a:gd name="T62" fmla="*/ 48 w 717"/>
                    <a:gd name="T63" fmla="*/ 148 h 756"/>
                    <a:gd name="T64" fmla="*/ 48 w 717"/>
                    <a:gd name="T65" fmla="*/ 301 h 756"/>
                    <a:gd name="T66" fmla="*/ 48 w 717"/>
                    <a:gd name="T67" fmla="*/ 730 h 756"/>
                    <a:gd name="T68" fmla="*/ 54 w 717"/>
                    <a:gd name="T69" fmla="*/ 0 h 756"/>
                    <a:gd name="T70" fmla="*/ 54 w 717"/>
                    <a:gd name="T71" fmla="*/ 250 h 756"/>
                    <a:gd name="T72" fmla="*/ 55 w 717"/>
                    <a:gd name="T73" fmla="*/ 333 h 756"/>
                    <a:gd name="T74" fmla="*/ 57 w 717"/>
                    <a:gd name="T75" fmla="*/ 192 h 756"/>
                    <a:gd name="T76" fmla="*/ 59 w 717"/>
                    <a:gd name="T77" fmla="*/ 340 h 756"/>
                    <a:gd name="T78" fmla="*/ 58 w 717"/>
                    <a:gd name="T79" fmla="*/ 429 h 756"/>
                    <a:gd name="T80" fmla="*/ 60 w 717"/>
                    <a:gd name="T81" fmla="*/ 461 h 756"/>
                    <a:gd name="T82" fmla="*/ 0 60000 65536"/>
                    <a:gd name="T83" fmla="*/ 0 60000 65536"/>
                    <a:gd name="T84" fmla="*/ 0 60000 65536"/>
                    <a:gd name="T85" fmla="*/ 0 60000 65536"/>
                    <a:gd name="T86" fmla="*/ 0 60000 65536"/>
                    <a:gd name="T87" fmla="*/ 0 60000 65536"/>
                    <a:gd name="T88" fmla="*/ 0 60000 65536"/>
                    <a:gd name="T89" fmla="*/ 0 60000 65536"/>
                    <a:gd name="T90" fmla="*/ 0 60000 65536"/>
                    <a:gd name="T91" fmla="*/ 0 60000 65536"/>
                    <a:gd name="T92" fmla="*/ 0 60000 65536"/>
                    <a:gd name="T93" fmla="*/ 0 60000 65536"/>
                    <a:gd name="T94" fmla="*/ 0 60000 65536"/>
                    <a:gd name="T95" fmla="*/ 0 60000 65536"/>
                    <a:gd name="T96" fmla="*/ 0 60000 65536"/>
                    <a:gd name="T97" fmla="*/ 0 60000 65536"/>
                    <a:gd name="T98" fmla="*/ 0 60000 65536"/>
                    <a:gd name="T99" fmla="*/ 0 60000 65536"/>
                    <a:gd name="T100" fmla="*/ 0 60000 65536"/>
                    <a:gd name="T101" fmla="*/ 0 60000 65536"/>
                    <a:gd name="T102" fmla="*/ 0 60000 65536"/>
                    <a:gd name="T103" fmla="*/ 0 60000 65536"/>
                    <a:gd name="T104" fmla="*/ 0 60000 65536"/>
                    <a:gd name="T105" fmla="*/ 0 60000 65536"/>
                    <a:gd name="T106" fmla="*/ 0 60000 65536"/>
                    <a:gd name="T107" fmla="*/ 0 60000 65536"/>
                    <a:gd name="T108" fmla="*/ 0 60000 65536"/>
                    <a:gd name="T109" fmla="*/ 0 60000 65536"/>
                    <a:gd name="T110" fmla="*/ 0 60000 65536"/>
                    <a:gd name="T111" fmla="*/ 0 60000 65536"/>
                    <a:gd name="T112" fmla="*/ 0 60000 65536"/>
                    <a:gd name="T113" fmla="*/ 0 60000 65536"/>
                    <a:gd name="T114" fmla="*/ 0 60000 65536"/>
                    <a:gd name="T115" fmla="*/ 0 60000 65536"/>
                    <a:gd name="T116" fmla="*/ 0 60000 65536"/>
                    <a:gd name="T117" fmla="*/ 0 60000 65536"/>
                    <a:gd name="T118" fmla="*/ 0 60000 65536"/>
                    <a:gd name="T119" fmla="*/ 0 60000 65536"/>
                    <a:gd name="T120" fmla="*/ 0 60000 65536"/>
                    <a:gd name="T121" fmla="*/ 0 60000 65536"/>
                    <a:gd name="T122" fmla="*/ 0 60000 65536"/>
                    <a:gd name="T123" fmla="*/ 0 w 717"/>
                    <a:gd name="T124" fmla="*/ 0 h 756"/>
                    <a:gd name="T125" fmla="*/ 717 w 717"/>
                    <a:gd name="T126" fmla="*/ 756 h 756"/>
                  </a:gdLst>
                  <a:ahLst/>
                  <a:cxnLst>
                    <a:cxn ang="T82">
                      <a:pos x="T0" y="T1"/>
                    </a:cxn>
                    <a:cxn ang="T83">
                      <a:pos x="T2" y="T3"/>
                    </a:cxn>
                    <a:cxn ang="T84">
                      <a:pos x="T4" y="T5"/>
                    </a:cxn>
                    <a:cxn ang="T85">
                      <a:pos x="T6" y="T7"/>
                    </a:cxn>
                    <a:cxn ang="T86">
                      <a:pos x="T8" y="T9"/>
                    </a:cxn>
                    <a:cxn ang="T87">
                      <a:pos x="T10" y="T11"/>
                    </a:cxn>
                    <a:cxn ang="T88">
                      <a:pos x="T12" y="T13"/>
                    </a:cxn>
                    <a:cxn ang="T89">
                      <a:pos x="T14" y="T15"/>
                    </a:cxn>
                    <a:cxn ang="T90">
                      <a:pos x="T16" y="T17"/>
                    </a:cxn>
                    <a:cxn ang="T91">
                      <a:pos x="T18" y="T19"/>
                    </a:cxn>
                    <a:cxn ang="T92">
                      <a:pos x="T20" y="T21"/>
                    </a:cxn>
                    <a:cxn ang="T93">
                      <a:pos x="T22" y="T23"/>
                    </a:cxn>
                    <a:cxn ang="T94">
                      <a:pos x="T24" y="T25"/>
                    </a:cxn>
                    <a:cxn ang="T95">
                      <a:pos x="T26" y="T27"/>
                    </a:cxn>
                    <a:cxn ang="T96">
                      <a:pos x="T28" y="T29"/>
                    </a:cxn>
                    <a:cxn ang="T97">
                      <a:pos x="T30" y="T31"/>
                    </a:cxn>
                    <a:cxn ang="T98">
                      <a:pos x="T32" y="T33"/>
                    </a:cxn>
                    <a:cxn ang="T99">
                      <a:pos x="T34" y="T35"/>
                    </a:cxn>
                    <a:cxn ang="T100">
                      <a:pos x="T36" y="T37"/>
                    </a:cxn>
                    <a:cxn ang="T101">
                      <a:pos x="T38" y="T39"/>
                    </a:cxn>
                    <a:cxn ang="T102">
                      <a:pos x="T40" y="T41"/>
                    </a:cxn>
                    <a:cxn ang="T103">
                      <a:pos x="T42" y="T43"/>
                    </a:cxn>
                    <a:cxn ang="T104">
                      <a:pos x="T44" y="T45"/>
                    </a:cxn>
                    <a:cxn ang="T105">
                      <a:pos x="T46" y="T47"/>
                    </a:cxn>
                    <a:cxn ang="T106">
                      <a:pos x="T48" y="T49"/>
                    </a:cxn>
                    <a:cxn ang="T107">
                      <a:pos x="T50" y="T51"/>
                    </a:cxn>
                    <a:cxn ang="T108">
                      <a:pos x="T52" y="T53"/>
                    </a:cxn>
                    <a:cxn ang="T109">
                      <a:pos x="T54" y="T55"/>
                    </a:cxn>
                    <a:cxn ang="T110">
                      <a:pos x="T56" y="T57"/>
                    </a:cxn>
                    <a:cxn ang="T111">
                      <a:pos x="T58" y="T59"/>
                    </a:cxn>
                    <a:cxn ang="T112">
                      <a:pos x="T60" y="T61"/>
                    </a:cxn>
                    <a:cxn ang="T113">
                      <a:pos x="T62" y="T63"/>
                    </a:cxn>
                    <a:cxn ang="T114">
                      <a:pos x="T64" y="T65"/>
                    </a:cxn>
                    <a:cxn ang="T115">
                      <a:pos x="T66" y="T67"/>
                    </a:cxn>
                    <a:cxn ang="T116">
                      <a:pos x="T68" y="T69"/>
                    </a:cxn>
                    <a:cxn ang="T117">
                      <a:pos x="T70" y="T71"/>
                    </a:cxn>
                    <a:cxn ang="T118">
                      <a:pos x="T72" y="T73"/>
                    </a:cxn>
                    <a:cxn ang="T119">
                      <a:pos x="T74" y="T75"/>
                    </a:cxn>
                    <a:cxn ang="T120">
                      <a:pos x="T76" y="T77"/>
                    </a:cxn>
                    <a:cxn ang="T121">
                      <a:pos x="T78" y="T79"/>
                    </a:cxn>
                    <a:cxn ang="T122">
                      <a:pos x="T80" y="T81"/>
                    </a:cxn>
                  </a:cxnLst>
                  <a:rect l="T123" t="T124" r="T125" b="T126"/>
                  <a:pathLst>
                    <a:path w="717" h="756">
                      <a:moveTo>
                        <a:pt x="0" y="756"/>
                      </a:moveTo>
                      <a:lnTo>
                        <a:pt x="52" y="167"/>
                      </a:lnTo>
                      <a:lnTo>
                        <a:pt x="64" y="384"/>
                      </a:lnTo>
                      <a:lnTo>
                        <a:pt x="90" y="103"/>
                      </a:lnTo>
                      <a:lnTo>
                        <a:pt x="116" y="519"/>
                      </a:lnTo>
                      <a:lnTo>
                        <a:pt x="135" y="487"/>
                      </a:lnTo>
                      <a:lnTo>
                        <a:pt x="135" y="359"/>
                      </a:lnTo>
                      <a:lnTo>
                        <a:pt x="167" y="71"/>
                      </a:lnTo>
                      <a:lnTo>
                        <a:pt x="192" y="244"/>
                      </a:lnTo>
                      <a:lnTo>
                        <a:pt x="205" y="96"/>
                      </a:lnTo>
                      <a:lnTo>
                        <a:pt x="218" y="615"/>
                      </a:lnTo>
                      <a:lnTo>
                        <a:pt x="244" y="397"/>
                      </a:lnTo>
                      <a:lnTo>
                        <a:pt x="282" y="519"/>
                      </a:lnTo>
                      <a:lnTo>
                        <a:pt x="308" y="308"/>
                      </a:lnTo>
                      <a:lnTo>
                        <a:pt x="333" y="442"/>
                      </a:lnTo>
                      <a:lnTo>
                        <a:pt x="346" y="352"/>
                      </a:lnTo>
                      <a:lnTo>
                        <a:pt x="365" y="384"/>
                      </a:lnTo>
                      <a:lnTo>
                        <a:pt x="378" y="135"/>
                      </a:lnTo>
                      <a:lnTo>
                        <a:pt x="391" y="301"/>
                      </a:lnTo>
                      <a:lnTo>
                        <a:pt x="384" y="519"/>
                      </a:lnTo>
                      <a:lnTo>
                        <a:pt x="404" y="679"/>
                      </a:lnTo>
                      <a:lnTo>
                        <a:pt x="429" y="628"/>
                      </a:lnTo>
                      <a:lnTo>
                        <a:pt x="442" y="480"/>
                      </a:lnTo>
                      <a:lnTo>
                        <a:pt x="455" y="391"/>
                      </a:lnTo>
                      <a:lnTo>
                        <a:pt x="436" y="506"/>
                      </a:lnTo>
                      <a:lnTo>
                        <a:pt x="461" y="352"/>
                      </a:lnTo>
                      <a:lnTo>
                        <a:pt x="474" y="455"/>
                      </a:lnTo>
                      <a:lnTo>
                        <a:pt x="493" y="519"/>
                      </a:lnTo>
                      <a:lnTo>
                        <a:pt x="512" y="410"/>
                      </a:lnTo>
                      <a:lnTo>
                        <a:pt x="532" y="186"/>
                      </a:lnTo>
                      <a:lnTo>
                        <a:pt x="544" y="231"/>
                      </a:lnTo>
                      <a:lnTo>
                        <a:pt x="570" y="148"/>
                      </a:lnTo>
                      <a:lnTo>
                        <a:pt x="576" y="301"/>
                      </a:lnTo>
                      <a:lnTo>
                        <a:pt x="576" y="730"/>
                      </a:lnTo>
                      <a:lnTo>
                        <a:pt x="647" y="0"/>
                      </a:lnTo>
                      <a:lnTo>
                        <a:pt x="647" y="250"/>
                      </a:lnTo>
                      <a:lnTo>
                        <a:pt x="660" y="333"/>
                      </a:lnTo>
                      <a:lnTo>
                        <a:pt x="685" y="192"/>
                      </a:lnTo>
                      <a:lnTo>
                        <a:pt x="711" y="340"/>
                      </a:lnTo>
                      <a:lnTo>
                        <a:pt x="698" y="429"/>
                      </a:lnTo>
                      <a:lnTo>
                        <a:pt x="717" y="461"/>
                      </a:lnTo>
                    </a:path>
                  </a:pathLst>
                </a:custGeom>
                <a:noFill/>
                <a:ln w="9525">
                  <a:solidFill>
                    <a:srgbClr val="0079F2"/>
                  </a:solidFill>
                  <a:round/>
                  <a:headEnd/>
                  <a:tailEnd/>
                </a:ln>
              </p:spPr>
              <p:txBody>
                <a:bodyPr/>
                <a:lstStyle/>
                <a:p>
                  <a:endParaRPr lang="en-GB" sz="1600"/>
                </a:p>
              </p:txBody>
            </p:sp>
            <p:sp>
              <p:nvSpPr>
                <p:cNvPr id="16404" name="Freeform 50"/>
                <p:cNvSpPr>
                  <a:spLocks/>
                </p:cNvSpPr>
                <p:nvPr/>
              </p:nvSpPr>
              <p:spPr bwMode="auto">
                <a:xfrm flipH="1">
                  <a:off x="4698" y="1100"/>
                  <a:ext cx="313" cy="756"/>
                </a:xfrm>
                <a:custGeom>
                  <a:avLst/>
                  <a:gdLst>
                    <a:gd name="T0" fmla="*/ 0 w 717"/>
                    <a:gd name="T1" fmla="*/ 756 h 756"/>
                    <a:gd name="T2" fmla="*/ 4 w 717"/>
                    <a:gd name="T3" fmla="*/ 167 h 756"/>
                    <a:gd name="T4" fmla="*/ 5 w 717"/>
                    <a:gd name="T5" fmla="*/ 384 h 756"/>
                    <a:gd name="T6" fmla="*/ 7 w 717"/>
                    <a:gd name="T7" fmla="*/ 103 h 756"/>
                    <a:gd name="T8" fmla="*/ 10 w 717"/>
                    <a:gd name="T9" fmla="*/ 519 h 756"/>
                    <a:gd name="T10" fmla="*/ 11 w 717"/>
                    <a:gd name="T11" fmla="*/ 487 h 756"/>
                    <a:gd name="T12" fmla="*/ 11 w 717"/>
                    <a:gd name="T13" fmla="*/ 359 h 756"/>
                    <a:gd name="T14" fmla="*/ 14 w 717"/>
                    <a:gd name="T15" fmla="*/ 71 h 756"/>
                    <a:gd name="T16" fmla="*/ 16 w 717"/>
                    <a:gd name="T17" fmla="*/ 244 h 756"/>
                    <a:gd name="T18" fmla="*/ 17 w 717"/>
                    <a:gd name="T19" fmla="*/ 96 h 756"/>
                    <a:gd name="T20" fmla="*/ 18 w 717"/>
                    <a:gd name="T21" fmla="*/ 615 h 756"/>
                    <a:gd name="T22" fmla="*/ 21 w 717"/>
                    <a:gd name="T23" fmla="*/ 397 h 756"/>
                    <a:gd name="T24" fmla="*/ 24 w 717"/>
                    <a:gd name="T25" fmla="*/ 519 h 756"/>
                    <a:gd name="T26" fmla="*/ 25 w 717"/>
                    <a:gd name="T27" fmla="*/ 308 h 756"/>
                    <a:gd name="T28" fmla="*/ 28 w 717"/>
                    <a:gd name="T29" fmla="*/ 442 h 756"/>
                    <a:gd name="T30" fmla="*/ 29 w 717"/>
                    <a:gd name="T31" fmla="*/ 352 h 756"/>
                    <a:gd name="T32" fmla="*/ 30 w 717"/>
                    <a:gd name="T33" fmla="*/ 384 h 756"/>
                    <a:gd name="T34" fmla="*/ 31 w 717"/>
                    <a:gd name="T35" fmla="*/ 135 h 756"/>
                    <a:gd name="T36" fmla="*/ 33 w 717"/>
                    <a:gd name="T37" fmla="*/ 301 h 756"/>
                    <a:gd name="T38" fmla="*/ 32 w 717"/>
                    <a:gd name="T39" fmla="*/ 519 h 756"/>
                    <a:gd name="T40" fmla="*/ 34 w 717"/>
                    <a:gd name="T41" fmla="*/ 679 h 756"/>
                    <a:gd name="T42" fmla="*/ 36 w 717"/>
                    <a:gd name="T43" fmla="*/ 628 h 756"/>
                    <a:gd name="T44" fmla="*/ 37 w 717"/>
                    <a:gd name="T45" fmla="*/ 480 h 756"/>
                    <a:gd name="T46" fmla="*/ 38 w 717"/>
                    <a:gd name="T47" fmla="*/ 391 h 756"/>
                    <a:gd name="T48" fmla="*/ 36 w 717"/>
                    <a:gd name="T49" fmla="*/ 506 h 756"/>
                    <a:gd name="T50" fmla="*/ 38 w 717"/>
                    <a:gd name="T51" fmla="*/ 352 h 756"/>
                    <a:gd name="T52" fmla="*/ 39 w 717"/>
                    <a:gd name="T53" fmla="*/ 455 h 756"/>
                    <a:gd name="T54" fmla="*/ 41 w 717"/>
                    <a:gd name="T55" fmla="*/ 519 h 756"/>
                    <a:gd name="T56" fmla="*/ 43 w 717"/>
                    <a:gd name="T57" fmla="*/ 410 h 756"/>
                    <a:gd name="T58" fmla="*/ 44 w 717"/>
                    <a:gd name="T59" fmla="*/ 186 h 756"/>
                    <a:gd name="T60" fmla="*/ 45 w 717"/>
                    <a:gd name="T61" fmla="*/ 231 h 756"/>
                    <a:gd name="T62" fmla="*/ 48 w 717"/>
                    <a:gd name="T63" fmla="*/ 148 h 756"/>
                    <a:gd name="T64" fmla="*/ 48 w 717"/>
                    <a:gd name="T65" fmla="*/ 301 h 756"/>
                    <a:gd name="T66" fmla="*/ 48 w 717"/>
                    <a:gd name="T67" fmla="*/ 730 h 756"/>
                    <a:gd name="T68" fmla="*/ 54 w 717"/>
                    <a:gd name="T69" fmla="*/ 0 h 756"/>
                    <a:gd name="T70" fmla="*/ 54 w 717"/>
                    <a:gd name="T71" fmla="*/ 250 h 756"/>
                    <a:gd name="T72" fmla="*/ 55 w 717"/>
                    <a:gd name="T73" fmla="*/ 333 h 756"/>
                    <a:gd name="T74" fmla="*/ 57 w 717"/>
                    <a:gd name="T75" fmla="*/ 192 h 756"/>
                    <a:gd name="T76" fmla="*/ 59 w 717"/>
                    <a:gd name="T77" fmla="*/ 340 h 756"/>
                    <a:gd name="T78" fmla="*/ 58 w 717"/>
                    <a:gd name="T79" fmla="*/ 429 h 756"/>
                    <a:gd name="T80" fmla="*/ 60 w 717"/>
                    <a:gd name="T81" fmla="*/ 461 h 756"/>
                    <a:gd name="T82" fmla="*/ 0 60000 65536"/>
                    <a:gd name="T83" fmla="*/ 0 60000 65536"/>
                    <a:gd name="T84" fmla="*/ 0 60000 65536"/>
                    <a:gd name="T85" fmla="*/ 0 60000 65536"/>
                    <a:gd name="T86" fmla="*/ 0 60000 65536"/>
                    <a:gd name="T87" fmla="*/ 0 60000 65536"/>
                    <a:gd name="T88" fmla="*/ 0 60000 65536"/>
                    <a:gd name="T89" fmla="*/ 0 60000 65536"/>
                    <a:gd name="T90" fmla="*/ 0 60000 65536"/>
                    <a:gd name="T91" fmla="*/ 0 60000 65536"/>
                    <a:gd name="T92" fmla="*/ 0 60000 65536"/>
                    <a:gd name="T93" fmla="*/ 0 60000 65536"/>
                    <a:gd name="T94" fmla="*/ 0 60000 65536"/>
                    <a:gd name="T95" fmla="*/ 0 60000 65536"/>
                    <a:gd name="T96" fmla="*/ 0 60000 65536"/>
                    <a:gd name="T97" fmla="*/ 0 60000 65536"/>
                    <a:gd name="T98" fmla="*/ 0 60000 65536"/>
                    <a:gd name="T99" fmla="*/ 0 60000 65536"/>
                    <a:gd name="T100" fmla="*/ 0 60000 65536"/>
                    <a:gd name="T101" fmla="*/ 0 60000 65536"/>
                    <a:gd name="T102" fmla="*/ 0 60000 65536"/>
                    <a:gd name="T103" fmla="*/ 0 60000 65536"/>
                    <a:gd name="T104" fmla="*/ 0 60000 65536"/>
                    <a:gd name="T105" fmla="*/ 0 60000 65536"/>
                    <a:gd name="T106" fmla="*/ 0 60000 65536"/>
                    <a:gd name="T107" fmla="*/ 0 60000 65536"/>
                    <a:gd name="T108" fmla="*/ 0 60000 65536"/>
                    <a:gd name="T109" fmla="*/ 0 60000 65536"/>
                    <a:gd name="T110" fmla="*/ 0 60000 65536"/>
                    <a:gd name="T111" fmla="*/ 0 60000 65536"/>
                    <a:gd name="T112" fmla="*/ 0 60000 65536"/>
                    <a:gd name="T113" fmla="*/ 0 60000 65536"/>
                    <a:gd name="T114" fmla="*/ 0 60000 65536"/>
                    <a:gd name="T115" fmla="*/ 0 60000 65536"/>
                    <a:gd name="T116" fmla="*/ 0 60000 65536"/>
                    <a:gd name="T117" fmla="*/ 0 60000 65536"/>
                    <a:gd name="T118" fmla="*/ 0 60000 65536"/>
                    <a:gd name="T119" fmla="*/ 0 60000 65536"/>
                    <a:gd name="T120" fmla="*/ 0 60000 65536"/>
                    <a:gd name="T121" fmla="*/ 0 60000 65536"/>
                    <a:gd name="T122" fmla="*/ 0 60000 65536"/>
                    <a:gd name="T123" fmla="*/ 0 w 717"/>
                    <a:gd name="T124" fmla="*/ 0 h 756"/>
                    <a:gd name="T125" fmla="*/ 717 w 717"/>
                    <a:gd name="T126" fmla="*/ 756 h 756"/>
                  </a:gdLst>
                  <a:ahLst/>
                  <a:cxnLst>
                    <a:cxn ang="T82">
                      <a:pos x="T0" y="T1"/>
                    </a:cxn>
                    <a:cxn ang="T83">
                      <a:pos x="T2" y="T3"/>
                    </a:cxn>
                    <a:cxn ang="T84">
                      <a:pos x="T4" y="T5"/>
                    </a:cxn>
                    <a:cxn ang="T85">
                      <a:pos x="T6" y="T7"/>
                    </a:cxn>
                    <a:cxn ang="T86">
                      <a:pos x="T8" y="T9"/>
                    </a:cxn>
                    <a:cxn ang="T87">
                      <a:pos x="T10" y="T11"/>
                    </a:cxn>
                    <a:cxn ang="T88">
                      <a:pos x="T12" y="T13"/>
                    </a:cxn>
                    <a:cxn ang="T89">
                      <a:pos x="T14" y="T15"/>
                    </a:cxn>
                    <a:cxn ang="T90">
                      <a:pos x="T16" y="T17"/>
                    </a:cxn>
                    <a:cxn ang="T91">
                      <a:pos x="T18" y="T19"/>
                    </a:cxn>
                    <a:cxn ang="T92">
                      <a:pos x="T20" y="T21"/>
                    </a:cxn>
                    <a:cxn ang="T93">
                      <a:pos x="T22" y="T23"/>
                    </a:cxn>
                    <a:cxn ang="T94">
                      <a:pos x="T24" y="T25"/>
                    </a:cxn>
                    <a:cxn ang="T95">
                      <a:pos x="T26" y="T27"/>
                    </a:cxn>
                    <a:cxn ang="T96">
                      <a:pos x="T28" y="T29"/>
                    </a:cxn>
                    <a:cxn ang="T97">
                      <a:pos x="T30" y="T31"/>
                    </a:cxn>
                    <a:cxn ang="T98">
                      <a:pos x="T32" y="T33"/>
                    </a:cxn>
                    <a:cxn ang="T99">
                      <a:pos x="T34" y="T35"/>
                    </a:cxn>
                    <a:cxn ang="T100">
                      <a:pos x="T36" y="T37"/>
                    </a:cxn>
                    <a:cxn ang="T101">
                      <a:pos x="T38" y="T39"/>
                    </a:cxn>
                    <a:cxn ang="T102">
                      <a:pos x="T40" y="T41"/>
                    </a:cxn>
                    <a:cxn ang="T103">
                      <a:pos x="T42" y="T43"/>
                    </a:cxn>
                    <a:cxn ang="T104">
                      <a:pos x="T44" y="T45"/>
                    </a:cxn>
                    <a:cxn ang="T105">
                      <a:pos x="T46" y="T47"/>
                    </a:cxn>
                    <a:cxn ang="T106">
                      <a:pos x="T48" y="T49"/>
                    </a:cxn>
                    <a:cxn ang="T107">
                      <a:pos x="T50" y="T51"/>
                    </a:cxn>
                    <a:cxn ang="T108">
                      <a:pos x="T52" y="T53"/>
                    </a:cxn>
                    <a:cxn ang="T109">
                      <a:pos x="T54" y="T55"/>
                    </a:cxn>
                    <a:cxn ang="T110">
                      <a:pos x="T56" y="T57"/>
                    </a:cxn>
                    <a:cxn ang="T111">
                      <a:pos x="T58" y="T59"/>
                    </a:cxn>
                    <a:cxn ang="T112">
                      <a:pos x="T60" y="T61"/>
                    </a:cxn>
                    <a:cxn ang="T113">
                      <a:pos x="T62" y="T63"/>
                    </a:cxn>
                    <a:cxn ang="T114">
                      <a:pos x="T64" y="T65"/>
                    </a:cxn>
                    <a:cxn ang="T115">
                      <a:pos x="T66" y="T67"/>
                    </a:cxn>
                    <a:cxn ang="T116">
                      <a:pos x="T68" y="T69"/>
                    </a:cxn>
                    <a:cxn ang="T117">
                      <a:pos x="T70" y="T71"/>
                    </a:cxn>
                    <a:cxn ang="T118">
                      <a:pos x="T72" y="T73"/>
                    </a:cxn>
                    <a:cxn ang="T119">
                      <a:pos x="T74" y="T75"/>
                    </a:cxn>
                    <a:cxn ang="T120">
                      <a:pos x="T76" y="T77"/>
                    </a:cxn>
                    <a:cxn ang="T121">
                      <a:pos x="T78" y="T79"/>
                    </a:cxn>
                    <a:cxn ang="T122">
                      <a:pos x="T80" y="T81"/>
                    </a:cxn>
                  </a:cxnLst>
                  <a:rect l="T123" t="T124" r="T125" b="T126"/>
                  <a:pathLst>
                    <a:path w="717" h="756">
                      <a:moveTo>
                        <a:pt x="0" y="756"/>
                      </a:moveTo>
                      <a:lnTo>
                        <a:pt x="52" y="167"/>
                      </a:lnTo>
                      <a:lnTo>
                        <a:pt x="64" y="384"/>
                      </a:lnTo>
                      <a:lnTo>
                        <a:pt x="90" y="103"/>
                      </a:lnTo>
                      <a:lnTo>
                        <a:pt x="116" y="519"/>
                      </a:lnTo>
                      <a:lnTo>
                        <a:pt x="135" y="487"/>
                      </a:lnTo>
                      <a:lnTo>
                        <a:pt x="135" y="359"/>
                      </a:lnTo>
                      <a:lnTo>
                        <a:pt x="167" y="71"/>
                      </a:lnTo>
                      <a:lnTo>
                        <a:pt x="192" y="244"/>
                      </a:lnTo>
                      <a:lnTo>
                        <a:pt x="205" y="96"/>
                      </a:lnTo>
                      <a:lnTo>
                        <a:pt x="218" y="615"/>
                      </a:lnTo>
                      <a:lnTo>
                        <a:pt x="244" y="397"/>
                      </a:lnTo>
                      <a:lnTo>
                        <a:pt x="282" y="519"/>
                      </a:lnTo>
                      <a:lnTo>
                        <a:pt x="308" y="308"/>
                      </a:lnTo>
                      <a:lnTo>
                        <a:pt x="333" y="442"/>
                      </a:lnTo>
                      <a:lnTo>
                        <a:pt x="346" y="352"/>
                      </a:lnTo>
                      <a:lnTo>
                        <a:pt x="365" y="384"/>
                      </a:lnTo>
                      <a:lnTo>
                        <a:pt x="378" y="135"/>
                      </a:lnTo>
                      <a:lnTo>
                        <a:pt x="391" y="301"/>
                      </a:lnTo>
                      <a:lnTo>
                        <a:pt x="384" y="519"/>
                      </a:lnTo>
                      <a:lnTo>
                        <a:pt x="404" y="679"/>
                      </a:lnTo>
                      <a:lnTo>
                        <a:pt x="429" y="628"/>
                      </a:lnTo>
                      <a:lnTo>
                        <a:pt x="442" y="480"/>
                      </a:lnTo>
                      <a:lnTo>
                        <a:pt x="455" y="391"/>
                      </a:lnTo>
                      <a:lnTo>
                        <a:pt x="436" y="506"/>
                      </a:lnTo>
                      <a:lnTo>
                        <a:pt x="461" y="352"/>
                      </a:lnTo>
                      <a:lnTo>
                        <a:pt x="474" y="455"/>
                      </a:lnTo>
                      <a:lnTo>
                        <a:pt x="493" y="519"/>
                      </a:lnTo>
                      <a:lnTo>
                        <a:pt x="512" y="410"/>
                      </a:lnTo>
                      <a:lnTo>
                        <a:pt x="532" y="186"/>
                      </a:lnTo>
                      <a:lnTo>
                        <a:pt x="544" y="231"/>
                      </a:lnTo>
                      <a:lnTo>
                        <a:pt x="570" y="148"/>
                      </a:lnTo>
                      <a:lnTo>
                        <a:pt x="576" y="301"/>
                      </a:lnTo>
                      <a:lnTo>
                        <a:pt x="576" y="730"/>
                      </a:lnTo>
                      <a:lnTo>
                        <a:pt x="647" y="0"/>
                      </a:lnTo>
                      <a:lnTo>
                        <a:pt x="647" y="250"/>
                      </a:lnTo>
                      <a:lnTo>
                        <a:pt x="660" y="333"/>
                      </a:lnTo>
                      <a:lnTo>
                        <a:pt x="685" y="192"/>
                      </a:lnTo>
                      <a:lnTo>
                        <a:pt x="711" y="340"/>
                      </a:lnTo>
                      <a:lnTo>
                        <a:pt x="698" y="429"/>
                      </a:lnTo>
                      <a:lnTo>
                        <a:pt x="717" y="461"/>
                      </a:lnTo>
                    </a:path>
                  </a:pathLst>
                </a:custGeom>
                <a:noFill/>
                <a:ln w="9525">
                  <a:solidFill>
                    <a:srgbClr val="0079F2"/>
                  </a:solidFill>
                  <a:round/>
                  <a:headEnd/>
                  <a:tailEnd/>
                </a:ln>
              </p:spPr>
              <p:txBody>
                <a:bodyPr/>
                <a:lstStyle/>
                <a:p>
                  <a:endParaRPr lang="en-GB" sz="1600"/>
                </a:p>
              </p:txBody>
            </p:sp>
          </p:grpSp>
        </p:grpSp>
      </p:grpSp>
      <p:sp>
        <p:nvSpPr>
          <p:cNvPr id="16390" name="Text Box 51"/>
          <p:cNvSpPr txBox="1">
            <a:spLocks noChangeArrowheads="1"/>
          </p:cNvSpPr>
          <p:nvPr/>
        </p:nvSpPr>
        <p:spPr bwMode="auto">
          <a:xfrm>
            <a:off x="5392738" y="5002213"/>
            <a:ext cx="3325812" cy="1200329"/>
          </a:xfrm>
          <a:prstGeom prst="rect">
            <a:avLst/>
          </a:prstGeom>
          <a:noFill/>
          <a:ln w="9525" algn="ctr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pPr>
              <a:lnSpc>
                <a:spcPct val="150000"/>
              </a:lnSpc>
            </a:pPr>
            <a:r>
              <a:rPr lang="en-GB" sz="1600" b="0" dirty="0"/>
              <a:t>… or that noise voltage amplitude = any specific value at any specific time</a:t>
            </a:r>
            <a:endParaRPr lang="en-US" sz="1600" b="0" dirty="0"/>
          </a:p>
        </p:txBody>
      </p:sp>
      <p:sp>
        <p:nvSpPr>
          <p:cNvPr id="16391" name="Text Box 52"/>
          <p:cNvSpPr txBox="1">
            <a:spLocks noChangeArrowheads="1"/>
          </p:cNvSpPr>
          <p:nvPr/>
        </p:nvSpPr>
        <p:spPr bwMode="auto">
          <a:xfrm>
            <a:off x="7805738" y="4203700"/>
            <a:ext cx="433132" cy="230832"/>
          </a:xfrm>
          <a:prstGeom prst="rect">
            <a:avLst/>
          </a:prstGeom>
          <a:noFill/>
          <a:ln w="9525" algn="ctr">
            <a:noFill/>
            <a:miter lim="800000"/>
            <a:headEnd/>
            <a:tailEnd/>
          </a:ln>
        </p:spPr>
        <p:txBody>
          <a:bodyPr wrap="none">
            <a:spAutoFit/>
          </a:bodyPr>
          <a:lstStyle/>
          <a:p>
            <a:r>
              <a:rPr lang="en-GB" sz="900" b="0"/>
              <a:t>time</a:t>
            </a:r>
            <a:endParaRPr lang="en-US" sz="900" b="0"/>
          </a:p>
        </p:txBody>
      </p:sp>
      <p:sp>
        <p:nvSpPr>
          <p:cNvPr id="16392" name="Line 53"/>
          <p:cNvSpPr>
            <a:spLocks noChangeShapeType="1"/>
          </p:cNvSpPr>
          <p:nvPr/>
        </p:nvSpPr>
        <p:spPr bwMode="auto">
          <a:xfrm>
            <a:off x="8188325" y="4319588"/>
            <a:ext cx="282575" cy="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 type="triangle" w="med" len="med"/>
          </a:ln>
        </p:spPr>
        <p:txBody>
          <a:bodyPr/>
          <a:lstStyle/>
          <a:p>
            <a:endParaRPr lang="en-GB" sz="1600"/>
          </a:p>
        </p:txBody>
      </p:sp>
      <p:sp>
        <p:nvSpPr>
          <p:cNvPr id="16393" name="Text Box 54"/>
          <p:cNvSpPr txBox="1">
            <a:spLocks noChangeArrowheads="1"/>
          </p:cNvSpPr>
          <p:nvPr/>
        </p:nvSpPr>
        <p:spPr bwMode="auto">
          <a:xfrm rot="-5400000">
            <a:off x="4668029" y="3316759"/>
            <a:ext cx="1119217" cy="230832"/>
          </a:xfrm>
          <a:prstGeom prst="rect">
            <a:avLst/>
          </a:prstGeom>
          <a:noFill/>
          <a:ln w="9525" algn="ctr">
            <a:noFill/>
            <a:miter lim="800000"/>
            <a:headEnd/>
            <a:tailEnd/>
          </a:ln>
        </p:spPr>
        <p:txBody>
          <a:bodyPr wrap="none">
            <a:spAutoFit/>
          </a:bodyPr>
          <a:lstStyle/>
          <a:p>
            <a:r>
              <a:rPr lang="en-GB" sz="900" b="0"/>
              <a:t>signal amplitude</a:t>
            </a:r>
            <a:endParaRPr lang="en-US" sz="900" b="0"/>
          </a:p>
        </p:txBody>
      </p:sp>
    </p:spTree>
    <p:extLst>
      <p:ext uri="{BB962C8B-B14F-4D97-AF65-F5344CB8AC3E}">
        <p14:creationId xmlns:p14="http://schemas.microsoft.com/office/powerpoint/2010/main" val="1309119655"/>
      </p:ext>
    </p:extLst>
  </p:cSld>
  <p:clrMapOvr>
    <a:masterClrMapping/>
  </p:clrMapOvr>
</p:sld>
</file>

<file path=ppt/slides/slide6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4"/>
          <p:cNvGrpSpPr>
            <a:grpSpLocks/>
          </p:cNvGrpSpPr>
          <p:nvPr/>
        </p:nvGrpSpPr>
        <p:grpSpPr bwMode="auto">
          <a:xfrm>
            <a:off x="782638" y="1157288"/>
            <a:ext cx="6705600" cy="2359025"/>
            <a:chOff x="3079" y="1466"/>
            <a:chExt cx="1920" cy="1319"/>
          </a:xfrm>
        </p:grpSpPr>
        <p:sp>
          <p:nvSpPr>
            <p:cNvPr id="17413" name="Line 5"/>
            <p:cNvSpPr>
              <a:spLocks noChangeShapeType="1"/>
            </p:cNvSpPr>
            <p:nvPr/>
          </p:nvSpPr>
          <p:spPr bwMode="auto">
            <a:xfrm>
              <a:off x="3079" y="2131"/>
              <a:ext cx="1920" cy="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</p:spPr>
          <p:txBody>
            <a:bodyPr/>
            <a:lstStyle/>
            <a:p>
              <a:endParaRPr lang="en-GB"/>
            </a:p>
          </p:txBody>
        </p:sp>
        <p:sp>
          <p:nvSpPr>
            <p:cNvPr id="17414" name="Line 6"/>
            <p:cNvSpPr>
              <a:spLocks noChangeShapeType="1"/>
            </p:cNvSpPr>
            <p:nvPr/>
          </p:nvSpPr>
          <p:spPr bwMode="auto">
            <a:xfrm flipH="1">
              <a:off x="3111" y="1466"/>
              <a:ext cx="0" cy="1319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</p:spPr>
          <p:txBody>
            <a:bodyPr/>
            <a:lstStyle/>
            <a:p>
              <a:endParaRPr lang="en-GB"/>
            </a:p>
          </p:txBody>
        </p:sp>
        <p:grpSp>
          <p:nvGrpSpPr>
            <p:cNvPr id="3" name="Group 7"/>
            <p:cNvGrpSpPr>
              <a:grpSpLocks/>
            </p:cNvGrpSpPr>
            <p:nvPr/>
          </p:nvGrpSpPr>
          <p:grpSpPr bwMode="auto">
            <a:xfrm>
              <a:off x="3142" y="1708"/>
              <a:ext cx="1755" cy="819"/>
              <a:chOff x="3404" y="1080"/>
              <a:chExt cx="1755" cy="819"/>
            </a:xfrm>
          </p:grpSpPr>
          <p:grpSp>
            <p:nvGrpSpPr>
              <p:cNvPr id="4" name="Group 8"/>
              <p:cNvGrpSpPr>
                <a:grpSpLocks/>
              </p:cNvGrpSpPr>
              <p:nvPr/>
            </p:nvGrpSpPr>
            <p:grpSpPr bwMode="auto">
              <a:xfrm>
                <a:off x="3404" y="1080"/>
                <a:ext cx="590" cy="801"/>
                <a:chOff x="3462" y="1100"/>
                <a:chExt cx="1549" cy="801"/>
              </a:xfrm>
            </p:grpSpPr>
            <p:sp>
              <p:nvSpPr>
                <p:cNvPr id="17429" name="Freeform 9"/>
                <p:cNvSpPr>
                  <a:spLocks/>
                </p:cNvSpPr>
                <p:nvPr/>
              </p:nvSpPr>
              <p:spPr bwMode="auto">
                <a:xfrm>
                  <a:off x="3462" y="1126"/>
                  <a:ext cx="313" cy="756"/>
                </a:xfrm>
                <a:custGeom>
                  <a:avLst/>
                  <a:gdLst>
                    <a:gd name="T0" fmla="*/ 0 w 717"/>
                    <a:gd name="T1" fmla="*/ 756 h 756"/>
                    <a:gd name="T2" fmla="*/ 4 w 717"/>
                    <a:gd name="T3" fmla="*/ 167 h 756"/>
                    <a:gd name="T4" fmla="*/ 5 w 717"/>
                    <a:gd name="T5" fmla="*/ 384 h 756"/>
                    <a:gd name="T6" fmla="*/ 7 w 717"/>
                    <a:gd name="T7" fmla="*/ 103 h 756"/>
                    <a:gd name="T8" fmla="*/ 10 w 717"/>
                    <a:gd name="T9" fmla="*/ 519 h 756"/>
                    <a:gd name="T10" fmla="*/ 11 w 717"/>
                    <a:gd name="T11" fmla="*/ 487 h 756"/>
                    <a:gd name="T12" fmla="*/ 11 w 717"/>
                    <a:gd name="T13" fmla="*/ 359 h 756"/>
                    <a:gd name="T14" fmla="*/ 14 w 717"/>
                    <a:gd name="T15" fmla="*/ 71 h 756"/>
                    <a:gd name="T16" fmla="*/ 16 w 717"/>
                    <a:gd name="T17" fmla="*/ 244 h 756"/>
                    <a:gd name="T18" fmla="*/ 17 w 717"/>
                    <a:gd name="T19" fmla="*/ 96 h 756"/>
                    <a:gd name="T20" fmla="*/ 18 w 717"/>
                    <a:gd name="T21" fmla="*/ 615 h 756"/>
                    <a:gd name="T22" fmla="*/ 21 w 717"/>
                    <a:gd name="T23" fmla="*/ 397 h 756"/>
                    <a:gd name="T24" fmla="*/ 24 w 717"/>
                    <a:gd name="T25" fmla="*/ 519 h 756"/>
                    <a:gd name="T26" fmla="*/ 25 w 717"/>
                    <a:gd name="T27" fmla="*/ 308 h 756"/>
                    <a:gd name="T28" fmla="*/ 28 w 717"/>
                    <a:gd name="T29" fmla="*/ 442 h 756"/>
                    <a:gd name="T30" fmla="*/ 29 w 717"/>
                    <a:gd name="T31" fmla="*/ 352 h 756"/>
                    <a:gd name="T32" fmla="*/ 30 w 717"/>
                    <a:gd name="T33" fmla="*/ 384 h 756"/>
                    <a:gd name="T34" fmla="*/ 31 w 717"/>
                    <a:gd name="T35" fmla="*/ 135 h 756"/>
                    <a:gd name="T36" fmla="*/ 33 w 717"/>
                    <a:gd name="T37" fmla="*/ 301 h 756"/>
                    <a:gd name="T38" fmla="*/ 32 w 717"/>
                    <a:gd name="T39" fmla="*/ 519 h 756"/>
                    <a:gd name="T40" fmla="*/ 34 w 717"/>
                    <a:gd name="T41" fmla="*/ 679 h 756"/>
                    <a:gd name="T42" fmla="*/ 36 w 717"/>
                    <a:gd name="T43" fmla="*/ 628 h 756"/>
                    <a:gd name="T44" fmla="*/ 37 w 717"/>
                    <a:gd name="T45" fmla="*/ 480 h 756"/>
                    <a:gd name="T46" fmla="*/ 38 w 717"/>
                    <a:gd name="T47" fmla="*/ 391 h 756"/>
                    <a:gd name="T48" fmla="*/ 36 w 717"/>
                    <a:gd name="T49" fmla="*/ 506 h 756"/>
                    <a:gd name="T50" fmla="*/ 38 w 717"/>
                    <a:gd name="T51" fmla="*/ 352 h 756"/>
                    <a:gd name="T52" fmla="*/ 39 w 717"/>
                    <a:gd name="T53" fmla="*/ 455 h 756"/>
                    <a:gd name="T54" fmla="*/ 41 w 717"/>
                    <a:gd name="T55" fmla="*/ 519 h 756"/>
                    <a:gd name="T56" fmla="*/ 43 w 717"/>
                    <a:gd name="T57" fmla="*/ 410 h 756"/>
                    <a:gd name="T58" fmla="*/ 44 w 717"/>
                    <a:gd name="T59" fmla="*/ 186 h 756"/>
                    <a:gd name="T60" fmla="*/ 45 w 717"/>
                    <a:gd name="T61" fmla="*/ 231 h 756"/>
                    <a:gd name="T62" fmla="*/ 48 w 717"/>
                    <a:gd name="T63" fmla="*/ 148 h 756"/>
                    <a:gd name="T64" fmla="*/ 48 w 717"/>
                    <a:gd name="T65" fmla="*/ 301 h 756"/>
                    <a:gd name="T66" fmla="*/ 48 w 717"/>
                    <a:gd name="T67" fmla="*/ 730 h 756"/>
                    <a:gd name="T68" fmla="*/ 54 w 717"/>
                    <a:gd name="T69" fmla="*/ 0 h 756"/>
                    <a:gd name="T70" fmla="*/ 54 w 717"/>
                    <a:gd name="T71" fmla="*/ 250 h 756"/>
                    <a:gd name="T72" fmla="*/ 55 w 717"/>
                    <a:gd name="T73" fmla="*/ 333 h 756"/>
                    <a:gd name="T74" fmla="*/ 57 w 717"/>
                    <a:gd name="T75" fmla="*/ 192 h 756"/>
                    <a:gd name="T76" fmla="*/ 59 w 717"/>
                    <a:gd name="T77" fmla="*/ 340 h 756"/>
                    <a:gd name="T78" fmla="*/ 58 w 717"/>
                    <a:gd name="T79" fmla="*/ 429 h 756"/>
                    <a:gd name="T80" fmla="*/ 60 w 717"/>
                    <a:gd name="T81" fmla="*/ 461 h 756"/>
                    <a:gd name="T82" fmla="*/ 0 60000 65536"/>
                    <a:gd name="T83" fmla="*/ 0 60000 65536"/>
                    <a:gd name="T84" fmla="*/ 0 60000 65536"/>
                    <a:gd name="T85" fmla="*/ 0 60000 65536"/>
                    <a:gd name="T86" fmla="*/ 0 60000 65536"/>
                    <a:gd name="T87" fmla="*/ 0 60000 65536"/>
                    <a:gd name="T88" fmla="*/ 0 60000 65536"/>
                    <a:gd name="T89" fmla="*/ 0 60000 65536"/>
                    <a:gd name="T90" fmla="*/ 0 60000 65536"/>
                    <a:gd name="T91" fmla="*/ 0 60000 65536"/>
                    <a:gd name="T92" fmla="*/ 0 60000 65536"/>
                    <a:gd name="T93" fmla="*/ 0 60000 65536"/>
                    <a:gd name="T94" fmla="*/ 0 60000 65536"/>
                    <a:gd name="T95" fmla="*/ 0 60000 65536"/>
                    <a:gd name="T96" fmla="*/ 0 60000 65536"/>
                    <a:gd name="T97" fmla="*/ 0 60000 65536"/>
                    <a:gd name="T98" fmla="*/ 0 60000 65536"/>
                    <a:gd name="T99" fmla="*/ 0 60000 65536"/>
                    <a:gd name="T100" fmla="*/ 0 60000 65536"/>
                    <a:gd name="T101" fmla="*/ 0 60000 65536"/>
                    <a:gd name="T102" fmla="*/ 0 60000 65536"/>
                    <a:gd name="T103" fmla="*/ 0 60000 65536"/>
                    <a:gd name="T104" fmla="*/ 0 60000 65536"/>
                    <a:gd name="T105" fmla="*/ 0 60000 65536"/>
                    <a:gd name="T106" fmla="*/ 0 60000 65536"/>
                    <a:gd name="T107" fmla="*/ 0 60000 65536"/>
                    <a:gd name="T108" fmla="*/ 0 60000 65536"/>
                    <a:gd name="T109" fmla="*/ 0 60000 65536"/>
                    <a:gd name="T110" fmla="*/ 0 60000 65536"/>
                    <a:gd name="T111" fmla="*/ 0 60000 65536"/>
                    <a:gd name="T112" fmla="*/ 0 60000 65536"/>
                    <a:gd name="T113" fmla="*/ 0 60000 65536"/>
                    <a:gd name="T114" fmla="*/ 0 60000 65536"/>
                    <a:gd name="T115" fmla="*/ 0 60000 65536"/>
                    <a:gd name="T116" fmla="*/ 0 60000 65536"/>
                    <a:gd name="T117" fmla="*/ 0 60000 65536"/>
                    <a:gd name="T118" fmla="*/ 0 60000 65536"/>
                    <a:gd name="T119" fmla="*/ 0 60000 65536"/>
                    <a:gd name="T120" fmla="*/ 0 60000 65536"/>
                    <a:gd name="T121" fmla="*/ 0 60000 65536"/>
                    <a:gd name="T122" fmla="*/ 0 60000 65536"/>
                    <a:gd name="T123" fmla="*/ 0 w 717"/>
                    <a:gd name="T124" fmla="*/ 0 h 756"/>
                    <a:gd name="T125" fmla="*/ 717 w 717"/>
                    <a:gd name="T126" fmla="*/ 756 h 756"/>
                  </a:gdLst>
                  <a:ahLst/>
                  <a:cxnLst>
                    <a:cxn ang="T82">
                      <a:pos x="T0" y="T1"/>
                    </a:cxn>
                    <a:cxn ang="T83">
                      <a:pos x="T2" y="T3"/>
                    </a:cxn>
                    <a:cxn ang="T84">
                      <a:pos x="T4" y="T5"/>
                    </a:cxn>
                    <a:cxn ang="T85">
                      <a:pos x="T6" y="T7"/>
                    </a:cxn>
                    <a:cxn ang="T86">
                      <a:pos x="T8" y="T9"/>
                    </a:cxn>
                    <a:cxn ang="T87">
                      <a:pos x="T10" y="T11"/>
                    </a:cxn>
                    <a:cxn ang="T88">
                      <a:pos x="T12" y="T13"/>
                    </a:cxn>
                    <a:cxn ang="T89">
                      <a:pos x="T14" y="T15"/>
                    </a:cxn>
                    <a:cxn ang="T90">
                      <a:pos x="T16" y="T17"/>
                    </a:cxn>
                    <a:cxn ang="T91">
                      <a:pos x="T18" y="T19"/>
                    </a:cxn>
                    <a:cxn ang="T92">
                      <a:pos x="T20" y="T21"/>
                    </a:cxn>
                    <a:cxn ang="T93">
                      <a:pos x="T22" y="T23"/>
                    </a:cxn>
                    <a:cxn ang="T94">
                      <a:pos x="T24" y="T25"/>
                    </a:cxn>
                    <a:cxn ang="T95">
                      <a:pos x="T26" y="T27"/>
                    </a:cxn>
                    <a:cxn ang="T96">
                      <a:pos x="T28" y="T29"/>
                    </a:cxn>
                    <a:cxn ang="T97">
                      <a:pos x="T30" y="T31"/>
                    </a:cxn>
                    <a:cxn ang="T98">
                      <a:pos x="T32" y="T33"/>
                    </a:cxn>
                    <a:cxn ang="T99">
                      <a:pos x="T34" y="T35"/>
                    </a:cxn>
                    <a:cxn ang="T100">
                      <a:pos x="T36" y="T37"/>
                    </a:cxn>
                    <a:cxn ang="T101">
                      <a:pos x="T38" y="T39"/>
                    </a:cxn>
                    <a:cxn ang="T102">
                      <a:pos x="T40" y="T41"/>
                    </a:cxn>
                    <a:cxn ang="T103">
                      <a:pos x="T42" y="T43"/>
                    </a:cxn>
                    <a:cxn ang="T104">
                      <a:pos x="T44" y="T45"/>
                    </a:cxn>
                    <a:cxn ang="T105">
                      <a:pos x="T46" y="T47"/>
                    </a:cxn>
                    <a:cxn ang="T106">
                      <a:pos x="T48" y="T49"/>
                    </a:cxn>
                    <a:cxn ang="T107">
                      <a:pos x="T50" y="T51"/>
                    </a:cxn>
                    <a:cxn ang="T108">
                      <a:pos x="T52" y="T53"/>
                    </a:cxn>
                    <a:cxn ang="T109">
                      <a:pos x="T54" y="T55"/>
                    </a:cxn>
                    <a:cxn ang="T110">
                      <a:pos x="T56" y="T57"/>
                    </a:cxn>
                    <a:cxn ang="T111">
                      <a:pos x="T58" y="T59"/>
                    </a:cxn>
                    <a:cxn ang="T112">
                      <a:pos x="T60" y="T61"/>
                    </a:cxn>
                    <a:cxn ang="T113">
                      <a:pos x="T62" y="T63"/>
                    </a:cxn>
                    <a:cxn ang="T114">
                      <a:pos x="T64" y="T65"/>
                    </a:cxn>
                    <a:cxn ang="T115">
                      <a:pos x="T66" y="T67"/>
                    </a:cxn>
                    <a:cxn ang="T116">
                      <a:pos x="T68" y="T69"/>
                    </a:cxn>
                    <a:cxn ang="T117">
                      <a:pos x="T70" y="T71"/>
                    </a:cxn>
                    <a:cxn ang="T118">
                      <a:pos x="T72" y="T73"/>
                    </a:cxn>
                    <a:cxn ang="T119">
                      <a:pos x="T74" y="T75"/>
                    </a:cxn>
                    <a:cxn ang="T120">
                      <a:pos x="T76" y="T77"/>
                    </a:cxn>
                    <a:cxn ang="T121">
                      <a:pos x="T78" y="T79"/>
                    </a:cxn>
                    <a:cxn ang="T122">
                      <a:pos x="T80" y="T81"/>
                    </a:cxn>
                  </a:cxnLst>
                  <a:rect l="T123" t="T124" r="T125" b="T126"/>
                  <a:pathLst>
                    <a:path w="717" h="756">
                      <a:moveTo>
                        <a:pt x="0" y="756"/>
                      </a:moveTo>
                      <a:lnTo>
                        <a:pt x="52" y="167"/>
                      </a:lnTo>
                      <a:lnTo>
                        <a:pt x="64" y="384"/>
                      </a:lnTo>
                      <a:lnTo>
                        <a:pt x="90" y="103"/>
                      </a:lnTo>
                      <a:lnTo>
                        <a:pt x="116" y="519"/>
                      </a:lnTo>
                      <a:lnTo>
                        <a:pt x="135" y="487"/>
                      </a:lnTo>
                      <a:lnTo>
                        <a:pt x="135" y="359"/>
                      </a:lnTo>
                      <a:lnTo>
                        <a:pt x="167" y="71"/>
                      </a:lnTo>
                      <a:lnTo>
                        <a:pt x="192" y="244"/>
                      </a:lnTo>
                      <a:lnTo>
                        <a:pt x="205" y="96"/>
                      </a:lnTo>
                      <a:lnTo>
                        <a:pt x="218" y="615"/>
                      </a:lnTo>
                      <a:lnTo>
                        <a:pt x="244" y="397"/>
                      </a:lnTo>
                      <a:lnTo>
                        <a:pt x="282" y="519"/>
                      </a:lnTo>
                      <a:lnTo>
                        <a:pt x="308" y="308"/>
                      </a:lnTo>
                      <a:lnTo>
                        <a:pt x="333" y="442"/>
                      </a:lnTo>
                      <a:lnTo>
                        <a:pt x="346" y="352"/>
                      </a:lnTo>
                      <a:lnTo>
                        <a:pt x="365" y="384"/>
                      </a:lnTo>
                      <a:lnTo>
                        <a:pt x="378" y="135"/>
                      </a:lnTo>
                      <a:lnTo>
                        <a:pt x="391" y="301"/>
                      </a:lnTo>
                      <a:lnTo>
                        <a:pt x="384" y="519"/>
                      </a:lnTo>
                      <a:lnTo>
                        <a:pt x="404" y="679"/>
                      </a:lnTo>
                      <a:lnTo>
                        <a:pt x="429" y="628"/>
                      </a:lnTo>
                      <a:lnTo>
                        <a:pt x="442" y="480"/>
                      </a:lnTo>
                      <a:lnTo>
                        <a:pt x="455" y="391"/>
                      </a:lnTo>
                      <a:lnTo>
                        <a:pt x="436" y="506"/>
                      </a:lnTo>
                      <a:lnTo>
                        <a:pt x="461" y="352"/>
                      </a:lnTo>
                      <a:lnTo>
                        <a:pt x="474" y="455"/>
                      </a:lnTo>
                      <a:lnTo>
                        <a:pt x="493" y="519"/>
                      </a:lnTo>
                      <a:lnTo>
                        <a:pt x="512" y="410"/>
                      </a:lnTo>
                      <a:lnTo>
                        <a:pt x="532" y="186"/>
                      </a:lnTo>
                      <a:lnTo>
                        <a:pt x="544" y="231"/>
                      </a:lnTo>
                      <a:lnTo>
                        <a:pt x="570" y="148"/>
                      </a:lnTo>
                      <a:lnTo>
                        <a:pt x="576" y="301"/>
                      </a:lnTo>
                      <a:lnTo>
                        <a:pt x="576" y="730"/>
                      </a:lnTo>
                      <a:lnTo>
                        <a:pt x="647" y="0"/>
                      </a:lnTo>
                      <a:lnTo>
                        <a:pt x="647" y="250"/>
                      </a:lnTo>
                      <a:lnTo>
                        <a:pt x="660" y="333"/>
                      </a:lnTo>
                      <a:lnTo>
                        <a:pt x="685" y="192"/>
                      </a:lnTo>
                      <a:lnTo>
                        <a:pt x="711" y="340"/>
                      </a:lnTo>
                      <a:lnTo>
                        <a:pt x="698" y="429"/>
                      </a:lnTo>
                      <a:lnTo>
                        <a:pt x="717" y="461"/>
                      </a:lnTo>
                    </a:path>
                  </a:pathLst>
                </a:custGeom>
                <a:noFill/>
                <a:ln w="9525">
                  <a:solidFill>
                    <a:srgbClr val="0079F2"/>
                  </a:solidFill>
                  <a:round/>
                  <a:headEnd/>
                  <a:tailEnd/>
                </a:ln>
              </p:spPr>
              <p:txBody>
                <a:bodyPr/>
                <a:lstStyle/>
                <a:p>
                  <a:endParaRPr lang="en-GB"/>
                </a:p>
              </p:txBody>
            </p:sp>
            <p:sp>
              <p:nvSpPr>
                <p:cNvPr id="17430" name="Freeform 10"/>
                <p:cNvSpPr>
                  <a:spLocks/>
                </p:cNvSpPr>
                <p:nvPr/>
              </p:nvSpPr>
              <p:spPr bwMode="auto">
                <a:xfrm flipH="1" flipV="1">
                  <a:off x="3770" y="1145"/>
                  <a:ext cx="313" cy="756"/>
                </a:xfrm>
                <a:custGeom>
                  <a:avLst/>
                  <a:gdLst>
                    <a:gd name="T0" fmla="*/ 0 w 717"/>
                    <a:gd name="T1" fmla="*/ 756 h 756"/>
                    <a:gd name="T2" fmla="*/ 4 w 717"/>
                    <a:gd name="T3" fmla="*/ 167 h 756"/>
                    <a:gd name="T4" fmla="*/ 5 w 717"/>
                    <a:gd name="T5" fmla="*/ 384 h 756"/>
                    <a:gd name="T6" fmla="*/ 7 w 717"/>
                    <a:gd name="T7" fmla="*/ 103 h 756"/>
                    <a:gd name="T8" fmla="*/ 10 w 717"/>
                    <a:gd name="T9" fmla="*/ 519 h 756"/>
                    <a:gd name="T10" fmla="*/ 11 w 717"/>
                    <a:gd name="T11" fmla="*/ 487 h 756"/>
                    <a:gd name="T12" fmla="*/ 11 w 717"/>
                    <a:gd name="T13" fmla="*/ 359 h 756"/>
                    <a:gd name="T14" fmla="*/ 14 w 717"/>
                    <a:gd name="T15" fmla="*/ 71 h 756"/>
                    <a:gd name="T16" fmla="*/ 16 w 717"/>
                    <a:gd name="T17" fmla="*/ 244 h 756"/>
                    <a:gd name="T18" fmla="*/ 17 w 717"/>
                    <a:gd name="T19" fmla="*/ 96 h 756"/>
                    <a:gd name="T20" fmla="*/ 18 w 717"/>
                    <a:gd name="T21" fmla="*/ 615 h 756"/>
                    <a:gd name="T22" fmla="*/ 21 w 717"/>
                    <a:gd name="T23" fmla="*/ 397 h 756"/>
                    <a:gd name="T24" fmla="*/ 24 w 717"/>
                    <a:gd name="T25" fmla="*/ 519 h 756"/>
                    <a:gd name="T26" fmla="*/ 25 w 717"/>
                    <a:gd name="T27" fmla="*/ 308 h 756"/>
                    <a:gd name="T28" fmla="*/ 28 w 717"/>
                    <a:gd name="T29" fmla="*/ 442 h 756"/>
                    <a:gd name="T30" fmla="*/ 29 w 717"/>
                    <a:gd name="T31" fmla="*/ 352 h 756"/>
                    <a:gd name="T32" fmla="*/ 30 w 717"/>
                    <a:gd name="T33" fmla="*/ 384 h 756"/>
                    <a:gd name="T34" fmla="*/ 31 w 717"/>
                    <a:gd name="T35" fmla="*/ 135 h 756"/>
                    <a:gd name="T36" fmla="*/ 33 w 717"/>
                    <a:gd name="T37" fmla="*/ 301 h 756"/>
                    <a:gd name="T38" fmla="*/ 32 w 717"/>
                    <a:gd name="T39" fmla="*/ 519 h 756"/>
                    <a:gd name="T40" fmla="*/ 34 w 717"/>
                    <a:gd name="T41" fmla="*/ 679 h 756"/>
                    <a:gd name="T42" fmla="*/ 36 w 717"/>
                    <a:gd name="T43" fmla="*/ 628 h 756"/>
                    <a:gd name="T44" fmla="*/ 37 w 717"/>
                    <a:gd name="T45" fmla="*/ 480 h 756"/>
                    <a:gd name="T46" fmla="*/ 38 w 717"/>
                    <a:gd name="T47" fmla="*/ 391 h 756"/>
                    <a:gd name="T48" fmla="*/ 36 w 717"/>
                    <a:gd name="T49" fmla="*/ 506 h 756"/>
                    <a:gd name="T50" fmla="*/ 38 w 717"/>
                    <a:gd name="T51" fmla="*/ 352 h 756"/>
                    <a:gd name="T52" fmla="*/ 39 w 717"/>
                    <a:gd name="T53" fmla="*/ 455 h 756"/>
                    <a:gd name="T54" fmla="*/ 41 w 717"/>
                    <a:gd name="T55" fmla="*/ 519 h 756"/>
                    <a:gd name="T56" fmla="*/ 43 w 717"/>
                    <a:gd name="T57" fmla="*/ 410 h 756"/>
                    <a:gd name="T58" fmla="*/ 44 w 717"/>
                    <a:gd name="T59" fmla="*/ 186 h 756"/>
                    <a:gd name="T60" fmla="*/ 45 w 717"/>
                    <a:gd name="T61" fmla="*/ 231 h 756"/>
                    <a:gd name="T62" fmla="*/ 48 w 717"/>
                    <a:gd name="T63" fmla="*/ 148 h 756"/>
                    <a:gd name="T64" fmla="*/ 48 w 717"/>
                    <a:gd name="T65" fmla="*/ 301 h 756"/>
                    <a:gd name="T66" fmla="*/ 48 w 717"/>
                    <a:gd name="T67" fmla="*/ 730 h 756"/>
                    <a:gd name="T68" fmla="*/ 54 w 717"/>
                    <a:gd name="T69" fmla="*/ 0 h 756"/>
                    <a:gd name="T70" fmla="*/ 54 w 717"/>
                    <a:gd name="T71" fmla="*/ 250 h 756"/>
                    <a:gd name="T72" fmla="*/ 55 w 717"/>
                    <a:gd name="T73" fmla="*/ 333 h 756"/>
                    <a:gd name="T74" fmla="*/ 57 w 717"/>
                    <a:gd name="T75" fmla="*/ 192 h 756"/>
                    <a:gd name="T76" fmla="*/ 59 w 717"/>
                    <a:gd name="T77" fmla="*/ 340 h 756"/>
                    <a:gd name="T78" fmla="*/ 58 w 717"/>
                    <a:gd name="T79" fmla="*/ 429 h 756"/>
                    <a:gd name="T80" fmla="*/ 60 w 717"/>
                    <a:gd name="T81" fmla="*/ 461 h 756"/>
                    <a:gd name="T82" fmla="*/ 0 60000 65536"/>
                    <a:gd name="T83" fmla="*/ 0 60000 65536"/>
                    <a:gd name="T84" fmla="*/ 0 60000 65536"/>
                    <a:gd name="T85" fmla="*/ 0 60000 65536"/>
                    <a:gd name="T86" fmla="*/ 0 60000 65536"/>
                    <a:gd name="T87" fmla="*/ 0 60000 65536"/>
                    <a:gd name="T88" fmla="*/ 0 60000 65536"/>
                    <a:gd name="T89" fmla="*/ 0 60000 65536"/>
                    <a:gd name="T90" fmla="*/ 0 60000 65536"/>
                    <a:gd name="T91" fmla="*/ 0 60000 65536"/>
                    <a:gd name="T92" fmla="*/ 0 60000 65536"/>
                    <a:gd name="T93" fmla="*/ 0 60000 65536"/>
                    <a:gd name="T94" fmla="*/ 0 60000 65536"/>
                    <a:gd name="T95" fmla="*/ 0 60000 65536"/>
                    <a:gd name="T96" fmla="*/ 0 60000 65536"/>
                    <a:gd name="T97" fmla="*/ 0 60000 65536"/>
                    <a:gd name="T98" fmla="*/ 0 60000 65536"/>
                    <a:gd name="T99" fmla="*/ 0 60000 65536"/>
                    <a:gd name="T100" fmla="*/ 0 60000 65536"/>
                    <a:gd name="T101" fmla="*/ 0 60000 65536"/>
                    <a:gd name="T102" fmla="*/ 0 60000 65536"/>
                    <a:gd name="T103" fmla="*/ 0 60000 65536"/>
                    <a:gd name="T104" fmla="*/ 0 60000 65536"/>
                    <a:gd name="T105" fmla="*/ 0 60000 65536"/>
                    <a:gd name="T106" fmla="*/ 0 60000 65536"/>
                    <a:gd name="T107" fmla="*/ 0 60000 65536"/>
                    <a:gd name="T108" fmla="*/ 0 60000 65536"/>
                    <a:gd name="T109" fmla="*/ 0 60000 65536"/>
                    <a:gd name="T110" fmla="*/ 0 60000 65536"/>
                    <a:gd name="T111" fmla="*/ 0 60000 65536"/>
                    <a:gd name="T112" fmla="*/ 0 60000 65536"/>
                    <a:gd name="T113" fmla="*/ 0 60000 65536"/>
                    <a:gd name="T114" fmla="*/ 0 60000 65536"/>
                    <a:gd name="T115" fmla="*/ 0 60000 65536"/>
                    <a:gd name="T116" fmla="*/ 0 60000 65536"/>
                    <a:gd name="T117" fmla="*/ 0 60000 65536"/>
                    <a:gd name="T118" fmla="*/ 0 60000 65536"/>
                    <a:gd name="T119" fmla="*/ 0 60000 65536"/>
                    <a:gd name="T120" fmla="*/ 0 60000 65536"/>
                    <a:gd name="T121" fmla="*/ 0 60000 65536"/>
                    <a:gd name="T122" fmla="*/ 0 60000 65536"/>
                    <a:gd name="T123" fmla="*/ 0 w 717"/>
                    <a:gd name="T124" fmla="*/ 0 h 756"/>
                    <a:gd name="T125" fmla="*/ 717 w 717"/>
                    <a:gd name="T126" fmla="*/ 756 h 756"/>
                  </a:gdLst>
                  <a:ahLst/>
                  <a:cxnLst>
                    <a:cxn ang="T82">
                      <a:pos x="T0" y="T1"/>
                    </a:cxn>
                    <a:cxn ang="T83">
                      <a:pos x="T2" y="T3"/>
                    </a:cxn>
                    <a:cxn ang="T84">
                      <a:pos x="T4" y="T5"/>
                    </a:cxn>
                    <a:cxn ang="T85">
                      <a:pos x="T6" y="T7"/>
                    </a:cxn>
                    <a:cxn ang="T86">
                      <a:pos x="T8" y="T9"/>
                    </a:cxn>
                    <a:cxn ang="T87">
                      <a:pos x="T10" y="T11"/>
                    </a:cxn>
                    <a:cxn ang="T88">
                      <a:pos x="T12" y="T13"/>
                    </a:cxn>
                    <a:cxn ang="T89">
                      <a:pos x="T14" y="T15"/>
                    </a:cxn>
                    <a:cxn ang="T90">
                      <a:pos x="T16" y="T17"/>
                    </a:cxn>
                    <a:cxn ang="T91">
                      <a:pos x="T18" y="T19"/>
                    </a:cxn>
                    <a:cxn ang="T92">
                      <a:pos x="T20" y="T21"/>
                    </a:cxn>
                    <a:cxn ang="T93">
                      <a:pos x="T22" y="T23"/>
                    </a:cxn>
                    <a:cxn ang="T94">
                      <a:pos x="T24" y="T25"/>
                    </a:cxn>
                    <a:cxn ang="T95">
                      <a:pos x="T26" y="T27"/>
                    </a:cxn>
                    <a:cxn ang="T96">
                      <a:pos x="T28" y="T29"/>
                    </a:cxn>
                    <a:cxn ang="T97">
                      <a:pos x="T30" y="T31"/>
                    </a:cxn>
                    <a:cxn ang="T98">
                      <a:pos x="T32" y="T33"/>
                    </a:cxn>
                    <a:cxn ang="T99">
                      <a:pos x="T34" y="T35"/>
                    </a:cxn>
                    <a:cxn ang="T100">
                      <a:pos x="T36" y="T37"/>
                    </a:cxn>
                    <a:cxn ang="T101">
                      <a:pos x="T38" y="T39"/>
                    </a:cxn>
                    <a:cxn ang="T102">
                      <a:pos x="T40" y="T41"/>
                    </a:cxn>
                    <a:cxn ang="T103">
                      <a:pos x="T42" y="T43"/>
                    </a:cxn>
                    <a:cxn ang="T104">
                      <a:pos x="T44" y="T45"/>
                    </a:cxn>
                    <a:cxn ang="T105">
                      <a:pos x="T46" y="T47"/>
                    </a:cxn>
                    <a:cxn ang="T106">
                      <a:pos x="T48" y="T49"/>
                    </a:cxn>
                    <a:cxn ang="T107">
                      <a:pos x="T50" y="T51"/>
                    </a:cxn>
                    <a:cxn ang="T108">
                      <a:pos x="T52" y="T53"/>
                    </a:cxn>
                    <a:cxn ang="T109">
                      <a:pos x="T54" y="T55"/>
                    </a:cxn>
                    <a:cxn ang="T110">
                      <a:pos x="T56" y="T57"/>
                    </a:cxn>
                    <a:cxn ang="T111">
                      <a:pos x="T58" y="T59"/>
                    </a:cxn>
                    <a:cxn ang="T112">
                      <a:pos x="T60" y="T61"/>
                    </a:cxn>
                    <a:cxn ang="T113">
                      <a:pos x="T62" y="T63"/>
                    </a:cxn>
                    <a:cxn ang="T114">
                      <a:pos x="T64" y="T65"/>
                    </a:cxn>
                    <a:cxn ang="T115">
                      <a:pos x="T66" y="T67"/>
                    </a:cxn>
                    <a:cxn ang="T116">
                      <a:pos x="T68" y="T69"/>
                    </a:cxn>
                    <a:cxn ang="T117">
                      <a:pos x="T70" y="T71"/>
                    </a:cxn>
                    <a:cxn ang="T118">
                      <a:pos x="T72" y="T73"/>
                    </a:cxn>
                    <a:cxn ang="T119">
                      <a:pos x="T74" y="T75"/>
                    </a:cxn>
                    <a:cxn ang="T120">
                      <a:pos x="T76" y="T77"/>
                    </a:cxn>
                    <a:cxn ang="T121">
                      <a:pos x="T78" y="T79"/>
                    </a:cxn>
                    <a:cxn ang="T122">
                      <a:pos x="T80" y="T81"/>
                    </a:cxn>
                  </a:cxnLst>
                  <a:rect l="T123" t="T124" r="T125" b="T126"/>
                  <a:pathLst>
                    <a:path w="717" h="756">
                      <a:moveTo>
                        <a:pt x="0" y="756"/>
                      </a:moveTo>
                      <a:lnTo>
                        <a:pt x="52" y="167"/>
                      </a:lnTo>
                      <a:lnTo>
                        <a:pt x="64" y="384"/>
                      </a:lnTo>
                      <a:lnTo>
                        <a:pt x="90" y="103"/>
                      </a:lnTo>
                      <a:lnTo>
                        <a:pt x="116" y="519"/>
                      </a:lnTo>
                      <a:lnTo>
                        <a:pt x="135" y="487"/>
                      </a:lnTo>
                      <a:lnTo>
                        <a:pt x="135" y="359"/>
                      </a:lnTo>
                      <a:lnTo>
                        <a:pt x="167" y="71"/>
                      </a:lnTo>
                      <a:lnTo>
                        <a:pt x="192" y="244"/>
                      </a:lnTo>
                      <a:lnTo>
                        <a:pt x="205" y="96"/>
                      </a:lnTo>
                      <a:lnTo>
                        <a:pt x="218" y="615"/>
                      </a:lnTo>
                      <a:lnTo>
                        <a:pt x="244" y="397"/>
                      </a:lnTo>
                      <a:lnTo>
                        <a:pt x="282" y="519"/>
                      </a:lnTo>
                      <a:lnTo>
                        <a:pt x="308" y="308"/>
                      </a:lnTo>
                      <a:lnTo>
                        <a:pt x="333" y="442"/>
                      </a:lnTo>
                      <a:lnTo>
                        <a:pt x="346" y="352"/>
                      </a:lnTo>
                      <a:lnTo>
                        <a:pt x="365" y="384"/>
                      </a:lnTo>
                      <a:lnTo>
                        <a:pt x="378" y="135"/>
                      </a:lnTo>
                      <a:lnTo>
                        <a:pt x="391" y="301"/>
                      </a:lnTo>
                      <a:lnTo>
                        <a:pt x="384" y="519"/>
                      </a:lnTo>
                      <a:lnTo>
                        <a:pt x="404" y="679"/>
                      </a:lnTo>
                      <a:lnTo>
                        <a:pt x="429" y="628"/>
                      </a:lnTo>
                      <a:lnTo>
                        <a:pt x="442" y="480"/>
                      </a:lnTo>
                      <a:lnTo>
                        <a:pt x="455" y="391"/>
                      </a:lnTo>
                      <a:lnTo>
                        <a:pt x="436" y="506"/>
                      </a:lnTo>
                      <a:lnTo>
                        <a:pt x="461" y="352"/>
                      </a:lnTo>
                      <a:lnTo>
                        <a:pt x="474" y="455"/>
                      </a:lnTo>
                      <a:lnTo>
                        <a:pt x="493" y="519"/>
                      </a:lnTo>
                      <a:lnTo>
                        <a:pt x="512" y="410"/>
                      </a:lnTo>
                      <a:lnTo>
                        <a:pt x="532" y="186"/>
                      </a:lnTo>
                      <a:lnTo>
                        <a:pt x="544" y="231"/>
                      </a:lnTo>
                      <a:lnTo>
                        <a:pt x="570" y="148"/>
                      </a:lnTo>
                      <a:lnTo>
                        <a:pt x="576" y="301"/>
                      </a:lnTo>
                      <a:lnTo>
                        <a:pt x="576" y="730"/>
                      </a:lnTo>
                      <a:lnTo>
                        <a:pt x="647" y="0"/>
                      </a:lnTo>
                      <a:lnTo>
                        <a:pt x="647" y="250"/>
                      </a:lnTo>
                      <a:lnTo>
                        <a:pt x="660" y="333"/>
                      </a:lnTo>
                      <a:lnTo>
                        <a:pt x="685" y="192"/>
                      </a:lnTo>
                      <a:lnTo>
                        <a:pt x="711" y="340"/>
                      </a:lnTo>
                      <a:lnTo>
                        <a:pt x="698" y="429"/>
                      </a:lnTo>
                      <a:lnTo>
                        <a:pt x="717" y="461"/>
                      </a:lnTo>
                    </a:path>
                  </a:pathLst>
                </a:custGeom>
                <a:noFill/>
                <a:ln w="9525">
                  <a:solidFill>
                    <a:srgbClr val="0079F2"/>
                  </a:solidFill>
                  <a:round/>
                  <a:headEnd/>
                  <a:tailEnd/>
                </a:ln>
              </p:spPr>
              <p:txBody>
                <a:bodyPr/>
                <a:lstStyle/>
                <a:p>
                  <a:endParaRPr lang="en-GB"/>
                </a:p>
              </p:txBody>
            </p:sp>
            <p:sp>
              <p:nvSpPr>
                <p:cNvPr id="17431" name="Freeform 11"/>
                <p:cNvSpPr>
                  <a:spLocks/>
                </p:cNvSpPr>
                <p:nvPr/>
              </p:nvSpPr>
              <p:spPr bwMode="auto">
                <a:xfrm flipH="1">
                  <a:off x="4077" y="1119"/>
                  <a:ext cx="313" cy="756"/>
                </a:xfrm>
                <a:custGeom>
                  <a:avLst/>
                  <a:gdLst>
                    <a:gd name="T0" fmla="*/ 0 w 717"/>
                    <a:gd name="T1" fmla="*/ 756 h 756"/>
                    <a:gd name="T2" fmla="*/ 4 w 717"/>
                    <a:gd name="T3" fmla="*/ 167 h 756"/>
                    <a:gd name="T4" fmla="*/ 5 w 717"/>
                    <a:gd name="T5" fmla="*/ 384 h 756"/>
                    <a:gd name="T6" fmla="*/ 7 w 717"/>
                    <a:gd name="T7" fmla="*/ 103 h 756"/>
                    <a:gd name="T8" fmla="*/ 10 w 717"/>
                    <a:gd name="T9" fmla="*/ 519 h 756"/>
                    <a:gd name="T10" fmla="*/ 11 w 717"/>
                    <a:gd name="T11" fmla="*/ 487 h 756"/>
                    <a:gd name="T12" fmla="*/ 11 w 717"/>
                    <a:gd name="T13" fmla="*/ 359 h 756"/>
                    <a:gd name="T14" fmla="*/ 14 w 717"/>
                    <a:gd name="T15" fmla="*/ 71 h 756"/>
                    <a:gd name="T16" fmla="*/ 16 w 717"/>
                    <a:gd name="T17" fmla="*/ 244 h 756"/>
                    <a:gd name="T18" fmla="*/ 17 w 717"/>
                    <a:gd name="T19" fmla="*/ 96 h 756"/>
                    <a:gd name="T20" fmla="*/ 18 w 717"/>
                    <a:gd name="T21" fmla="*/ 615 h 756"/>
                    <a:gd name="T22" fmla="*/ 21 w 717"/>
                    <a:gd name="T23" fmla="*/ 397 h 756"/>
                    <a:gd name="T24" fmla="*/ 24 w 717"/>
                    <a:gd name="T25" fmla="*/ 519 h 756"/>
                    <a:gd name="T26" fmla="*/ 25 w 717"/>
                    <a:gd name="T27" fmla="*/ 308 h 756"/>
                    <a:gd name="T28" fmla="*/ 28 w 717"/>
                    <a:gd name="T29" fmla="*/ 442 h 756"/>
                    <a:gd name="T30" fmla="*/ 29 w 717"/>
                    <a:gd name="T31" fmla="*/ 352 h 756"/>
                    <a:gd name="T32" fmla="*/ 30 w 717"/>
                    <a:gd name="T33" fmla="*/ 384 h 756"/>
                    <a:gd name="T34" fmla="*/ 31 w 717"/>
                    <a:gd name="T35" fmla="*/ 135 h 756"/>
                    <a:gd name="T36" fmla="*/ 33 w 717"/>
                    <a:gd name="T37" fmla="*/ 301 h 756"/>
                    <a:gd name="T38" fmla="*/ 32 w 717"/>
                    <a:gd name="T39" fmla="*/ 519 h 756"/>
                    <a:gd name="T40" fmla="*/ 34 w 717"/>
                    <a:gd name="T41" fmla="*/ 679 h 756"/>
                    <a:gd name="T42" fmla="*/ 36 w 717"/>
                    <a:gd name="T43" fmla="*/ 628 h 756"/>
                    <a:gd name="T44" fmla="*/ 37 w 717"/>
                    <a:gd name="T45" fmla="*/ 480 h 756"/>
                    <a:gd name="T46" fmla="*/ 38 w 717"/>
                    <a:gd name="T47" fmla="*/ 391 h 756"/>
                    <a:gd name="T48" fmla="*/ 36 w 717"/>
                    <a:gd name="T49" fmla="*/ 506 h 756"/>
                    <a:gd name="T50" fmla="*/ 38 w 717"/>
                    <a:gd name="T51" fmla="*/ 352 h 756"/>
                    <a:gd name="T52" fmla="*/ 39 w 717"/>
                    <a:gd name="T53" fmla="*/ 455 h 756"/>
                    <a:gd name="T54" fmla="*/ 41 w 717"/>
                    <a:gd name="T55" fmla="*/ 519 h 756"/>
                    <a:gd name="T56" fmla="*/ 43 w 717"/>
                    <a:gd name="T57" fmla="*/ 410 h 756"/>
                    <a:gd name="T58" fmla="*/ 44 w 717"/>
                    <a:gd name="T59" fmla="*/ 186 h 756"/>
                    <a:gd name="T60" fmla="*/ 45 w 717"/>
                    <a:gd name="T61" fmla="*/ 231 h 756"/>
                    <a:gd name="T62" fmla="*/ 48 w 717"/>
                    <a:gd name="T63" fmla="*/ 148 h 756"/>
                    <a:gd name="T64" fmla="*/ 48 w 717"/>
                    <a:gd name="T65" fmla="*/ 301 h 756"/>
                    <a:gd name="T66" fmla="*/ 48 w 717"/>
                    <a:gd name="T67" fmla="*/ 730 h 756"/>
                    <a:gd name="T68" fmla="*/ 54 w 717"/>
                    <a:gd name="T69" fmla="*/ 0 h 756"/>
                    <a:gd name="T70" fmla="*/ 54 w 717"/>
                    <a:gd name="T71" fmla="*/ 250 h 756"/>
                    <a:gd name="T72" fmla="*/ 55 w 717"/>
                    <a:gd name="T73" fmla="*/ 333 h 756"/>
                    <a:gd name="T74" fmla="*/ 57 w 717"/>
                    <a:gd name="T75" fmla="*/ 192 h 756"/>
                    <a:gd name="T76" fmla="*/ 59 w 717"/>
                    <a:gd name="T77" fmla="*/ 340 h 756"/>
                    <a:gd name="T78" fmla="*/ 58 w 717"/>
                    <a:gd name="T79" fmla="*/ 429 h 756"/>
                    <a:gd name="T80" fmla="*/ 60 w 717"/>
                    <a:gd name="T81" fmla="*/ 461 h 756"/>
                    <a:gd name="T82" fmla="*/ 0 60000 65536"/>
                    <a:gd name="T83" fmla="*/ 0 60000 65536"/>
                    <a:gd name="T84" fmla="*/ 0 60000 65536"/>
                    <a:gd name="T85" fmla="*/ 0 60000 65536"/>
                    <a:gd name="T86" fmla="*/ 0 60000 65536"/>
                    <a:gd name="T87" fmla="*/ 0 60000 65536"/>
                    <a:gd name="T88" fmla="*/ 0 60000 65536"/>
                    <a:gd name="T89" fmla="*/ 0 60000 65536"/>
                    <a:gd name="T90" fmla="*/ 0 60000 65536"/>
                    <a:gd name="T91" fmla="*/ 0 60000 65536"/>
                    <a:gd name="T92" fmla="*/ 0 60000 65536"/>
                    <a:gd name="T93" fmla="*/ 0 60000 65536"/>
                    <a:gd name="T94" fmla="*/ 0 60000 65536"/>
                    <a:gd name="T95" fmla="*/ 0 60000 65536"/>
                    <a:gd name="T96" fmla="*/ 0 60000 65536"/>
                    <a:gd name="T97" fmla="*/ 0 60000 65536"/>
                    <a:gd name="T98" fmla="*/ 0 60000 65536"/>
                    <a:gd name="T99" fmla="*/ 0 60000 65536"/>
                    <a:gd name="T100" fmla="*/ 0 60000 65536"/>
                    <a:gd name="T101" fmla="*/ 0 60000 65536"/>
                    <a:gd name="T102" fmla="*/ 0 60000 65536"/>
                    <a:gd name="T103" fmla="*/ 0 60000 65536"/>
                    <a:gd name="T104" fmla="*/ 0 60000 65536"/>
                    <a:gd name="T105" fmla="*/ 0 60000 65536"/>
                    <a:gd name="T106" fmla="*/ 0 60000 65536"/>
                    <a:gd name="T107" fmla="*/ 0 60000 65536"/>
                    <a:gd name="T108" fmla="*/ 0 60000 65536"/>
                    <a:gd name="T109" fmla="*/ 0 60000 65536"/>
                    <a:gd name="T110" fmla="*/ 0 60000 65536"/>
                    <a:gd name="T111" fmla="*/ 0 60000 65536"/>
                    <a:gd name="T112" fmla="*/ 0 60000 65536"/>
                    <a:gd name="T113" fmla="*/ 0 60000 65536"/>
                    <a:gd name="T114" fmla="*/ 0 60000 65536"/>
                    <a:gd name="T115" fmla="*/ 0 60000 65536"/>
                    <a:gd name="T116" fmla="*/ 0 60000 65536"/>
                    <a:gd name="T117" fmla="*/ 0 60000 65536"/>
                    <a:gd name="T118" fmla="*/ 0 60000 65536"/>
                    <a:gd name="T119" fmla="*/ 0 60000 65536"/>
                    <a:gd name="T120" fmla="*/ 0 60000 65536"/>
                    <a:gd name="T121" fmla="*/ 0 60000 65536"/>
                    <a:gd name="T122" fmla="*/ 0 60000 65536"/>
                    <a:gd name="T123" fmla="*/ 0 w 717"/>
                    <a:gd name="T124" fmla="*/ 0 h 756"/>
                    <a:gd name="T125" fmla="*/ 717 w 717"/>
                    <a:gd name="T126" fmla="*/ 756 h 756"/>
                  </a:gdLst>
                  <a:ahLst/>
                  <a:cxnLst>
                    <a:cxn ang="T82">
                      <a:pos x="T0" y="T1"/>
                    </a:cxn>
                    <a:cxn ang="T83">
                      <a:pos x="T2" y="T3"/>
                    </a:cxn>
                    <a:cxn ang="T84">
                      <a:pos x="T4" y="T5"/>
                    </a:cxn>
                    <a:cxn ang="T85">
                      <a:pos x="T6" y="T7"/>
                    </a:cxn>
                    <a:cxn ang="T86">
                      <a:pos x="T8" y="T9"/>
                    </a:cxn>
                    <a:cxn ang="T87">
                      <a:pos x="T10" y="T11"/>
                    </a:cxn>
                    <a:cxn ang="T88">
                      <a:pos x="T12" y="T13"/>
                    </a:cxn>
                    <a:cxn ang="T89">
                      <a:pos x="T14" y="T15"/>
                    </a:cxn>
                    <a:cxn ang="T90">
                      <a:pos x="T16" y="T17"/>
                    </a:cxn>
                    <a:cxn ang="T91">
                      <a:pos x="T18" y="T19"/>
                    </a:cxn>
                    <a:cxn ang="T92">
                      <a:pos x="T20" y="T21"/>
                    </a:cxn>
                    <a:cxn ang="T93">
                      <a:pos x="T22" y="T23"/>
                    </a:cxn>
                    <a:cxn ang="T94">
                      <a:pos x="T24" y="T25"/>
                    </a:cxn>
                    <a:cxn ang="T95">
                      <a:pos x="T26" y="T27"/>
                    </a:cxn>
                    <a:cxn ang="T96">
                      <a:pos x="T28" y="T29"/>
                    </a:cxn>
                    <a:cxn ang="T97">
                      <a:pos x="T30" y="T31"/>
                    </a:cxn>
                    <a:cxn ang="T98">
                      <a:pos x="T32" y="T33"/>
                    </a:cxn>
                    <a:cxn ang="T99">
                      <a:pos x="T34" y="T35"/>
                    </a:cxn>
                    <a:cxn ang="T100">
                      <a:pos x="T36" y="T37"/>
                    </a:cxn>
                    <a:cxn ang="T101">
                      <a:pos x="T38" y="T39"/>
                    </a:cxn>
                    <a:cxn ang="T102">
                      <a:pos x="T40" y="T41"/>
                    </a:cxn>
                    <a:cxn ang="T103">
                      <a:pos x="T42" y="T43"/>
                    </a:cxn>
                    <a:cxn ang="T104">
                      <a:pos x="T44" y="T45"/>
                    </a:cxn>
                    <a:cxn ang="T105">
                      <a:pos x="T46" y="T47"/>
                    </a:cxn>
                    <a:cxn ang="T106">
                      <a:pos x="T48" y="T49"/>
                    </a:cxn>
                    <a:cxn ang="T107">
                      <a:pos x="T50" y="T51"/>
                    </a:cxn>
                    <a:cxn ang="T108">
                      <a:pos x="T52" y="T53"/>
                    </a:cxn>
                    <a:cxn ang="T109">
                      <a:pos x="T54" y="T55"/>
                    </a:cxn>
                    <a:cxn ang="T110">
                      <a:pos x="T56" y="T57"/>
                    </a:cxn>
                    <a:cxn ang="T111">
                      <a:pos x="T58" y="T59"/>
                    </a:cxn>
                    <a:cxn ang="T112">
                      <a:pos x="T60" y="T61"/>
                    </a:cxn>
                    <a:cxn ang="T113">
                      <a:pos x="T62" y="T63"/>
                    </a:cxn>
                    <a:cxn ang="T114">
                      <a:pos x="T64" y="T65"/>
                    </a:cxn>
                    <a:cxn ang="T115">
                      <a:pos x="T66" y="T67"/>
                    </a:cxn>
                    <a:cxn ang="T116">
                      <a:pos x="T68" y="T69"/>
                    </a:cxn>
                    <a:cxn ang="T117">
                      <a:pos x="T70" y="T71"/>
                    </a:cxn>
                    <a:cxn ang="T118">
                      <a:pos x="T72" y="T73"/>
                    </a:cxn>
                    <a:cxn ang="T119">
                      <a:pos x="T74" y="T75"/>
                    </a:cxn>
                    <a:cxn ang="T120">
                      <a:pos x="T76" y="T77"/>
                    </a:cxn>
                    <a:cxn ang="T121">
                      <a:pos x="T78" y="T79"/>
                    </a:cxn>
                    <a:cxn ang="T122">
                      <a:pos x="T80" y="T81"/>
                    </a:cxn>
                  </a:cxnLst>
                  <a:rect l="T123" t="T124" r="T125" b="T126"/>
                  <a:pathLst>
                    <a:path w="717" h="756">
                      <a:moveTo>
                        <a:pt x="0" y="756"/>
                      </a:moveTo>
                      <a:lnTo>
                        <a:pt x="52" y="167"/>
                      </a:lnTo>
                      <a:lnTo>
                        <a:pt x="64" y="384"/>
                      </a:lnTo>
                      <a:lnTo>
                        <a:pt x="90" y="103"/>
                      </a:lnTo>
                      <a:lnTo>
                        <a:pt x="116" y="519"/>
                      </a:lnTo>
                      <a:lnTo>
                        <a:pt x="135" y="487"/>
                      </a:lnTo>
                      <a:lnTo>
                        <a:pt x="135" y="359"/>
                      </a:lnTo>
                      <a:lnTo>
                        <a:pt x="167" y="71"/>
                      </a:lnTo>
                      <a:lnTo>
                        <a:pt x="192" y="244"/>
                      </a:lnTo>
                      <a:lnTo>
                        <a:pt x="205" y="96"/>
                      </a:lnTo>
                      <a:lnTo>
                        <a:pt x="218" y="615"/>
                      </a:lnTo>
                      <a:lnTo>
                        <a:pt x="244" y="397"/>
                      </a:lnTo>
                      <a:lnTo>
                        <a:pt x="282" y="519"/>
                      </a:lnTo>
                      <a:lnTo>
                        <a:pt x="308" y="308"/>
                      </a:lnTo>
                      <a:lnTo>
                        <a:pt x="333" y="442"/>
                      </a:lnTo>
                      <a:lnTo>
                        <a:pt x="346" y="352"/>
                      </a:lnTo>
                      <a:lnTo>
                        <a:pt x="365" y="384"/>
                      </a:lnTo>
                      <a:lnTo>
                        <a:pt x="378" y="135"/>
                      </a:lnTo>
                      <a:lnTo>
                        <a:pt x="391" y="301"/>
                      </a:lnTo>
                      <a:lnTo>
                        <a:pt x="384" y="519"/>
                      </a:lnTo>
                      <a:lnTo>
                        <a:pt x="404" y="679"/>
                      </a:lnTo>
                      <a:lnTo>
                        <a:pt x="429" y="628"/>
                      </a:lnTo>
                      <a:lnTo>
                        <a:pt x="442" y="480"/>
                      </a:lnTo>
                      <a:lnTo>
                        <a:pt x="455" y="391"/>
                      </a:lnTo>
                      <a:lnTo>
                        <a:pt x="436" y="506"/>
                      </a:lnTo>
                      <a:lnTo>
                        <a:pt x="461" y="352"/>
                      </a:lnTo>
                      <a:lnTo>
                        <a:pt x="474" y="455"/>
                      </a:lnTo>
                      <a:lnTo>
                        <a:pt x="493" y="519"/>
                      </a:lnTo>
                      <a:lnTo>
                        <a:pt x="512" y="410"/>
                      </a:lnTo>
                      <a:lnTo>
                        <a:pt x="532" y="186"/>
                      </a:lnTo>
                      <a:lnTo>
                        <a:pt x="544" y="231"/>
                      </a:lnTo>
                      <a:lnTo>
                        <a:pt x="570" y="148"/>
                      </a:lnTo>
                      <a:lnTo>
                        <a:pt x="576" y="301"/>
                      </a:lnTo>
                      <a:lnTo>
                        <a:pt x="576" y="730"/>
                      </a:lnTo>
                      <a:lnTo>
                        <a:pt x="647" y="0"/>
                      </a:lnTo>
                      <a:lnTo>
                        <a:pt x="647" y="250"/>
                      </a:lnTo>
                      <a:lnTo>
                        <a:pt x="660" y="333"/>
                      </a:lnTo>
                      <a:lnTo>
                        <a:pt x="685" y="192"/>
                      </a:lnTo>
                      <a:lnTo>
                        <a:pt x="711" y="340"/>
                      </a:lnTo>
                      <a:lnTo>
                        <a:pt x="698" y="429"/>
                      </a:lnTo>
                      <a:lnTo>
                        <a:pt x="717" y="461"/>
                      </a:lnTo>
                    </a:path>
                  </a:pathLst>
                </a:custGeom>
                <a:noFill/>
                <a:ln w="9525">
                  <a:solidFill>
                    <a:srgbClr val="0079F2"/>
                  </a:solidFill>
                  <a:round/>
                  <a:headEnd/>
                  <a:tailEnd/>
                </a:ln>
              </p:spPr>
              <p:txBody>
                <a:bodyPr/>
                <a:lstStyle/>
                <a:p>
                  <a:endParaRPr lang="en-GB"/>
                </a:p>
              </p:txBody>
            </p:sp>
            <p:sp>
              <p:nvSpPr>
                <p:cNvPr id="17432" name="Freeform 12"/>
                <p:cNvSpPr>
                  <a:spLocks/>
                </p:cNvSpPr>
                <p:nvPr/>
              </p:nvSpPr>
              <p:spPr bwMode="auto">
                <a:xfrm flipV="1">
                  <a:off x="4385" y="1138"/>
                  <a:ext cx="313" cy="756"/>
                </a:xfrm>
                <a:custGeom>
                  <a:avLst/>
                  <a:gdLst>
                    <a:gd name="T0" fmla="*/ 0 w 717"/>
                    <a:gd name="T1" fmla="*/ 756 h 756"/>
                    <a:gd name="T2" fmla="*/ 4 w 717"/>
                    <a:gd name="T3" fmla="*/ 167 h 756"/>
                    <a:gd name="T4" fmla="*/ 5 w 717"/>
                    <a:gd name="T5" fmla="*/ 384 h 756"/>
                    <a:gd name="T6" fmla="*/ 7 w 717"/>
                    <a:gd name="T7" fmla="*/ 103 h 756"/>
                    <a:gd name="T8" fmla="*/ 10 w 717"/>
                    <a:gd name="T9" fmla="*/ 519 h 756"/>
                    <a:gd name="T10" fmla="*/ 11 w 717"/>
                    <a:gd name="T11" fmla="*/ 487 h 756"/>
                    <a:gd name="T12" fmla="*/ 11 w 717"/>
                    <a:gd name="T13" fmla="*/ 359 h 756"/>
                    <a:gd name="T14" fmla="*/ 14 w 717"/>
                    <a:gd name="T15" fmla="*/ 71 h 756"/>
                    <a:gd name="T16" fmla="*/ 16 w 717"/>
                    <a:gd name="T17" fmla="*/ 244 h 756"/>
                    <a:gd name="T18" fmla="*/ 17 w 717"/>
                    <a:gd name="T19" fmla="*/ 96 h 756"/>
                    <a:gd name="T20" fmla="*/ 18 w 717"/>
                    <a:gd name="T21" fmla="*/ 615 h 756"/>
                    <a:gd name="T22" fmla="*/ 21 w 717"/>
                    <a:gd name="T23" fmla="*/ 397 h 756"/>
                    <a:gd name="T24" fmla="*/ 24 w 717"/>
                    <a:gd name="T25" fmla="*/ 519 h 756"/>
                    <a:gd name="T26" fmla="*/ 25 w 717"/>
                    <a:gd name="T27" fmla="*/ 308 h 756"/>
                    <a:gd name="T28" fmla="*/ 28 w 717"/>
                    <a:gd name="T29" fmla="*/ 442 h 756"/>
                    <a:gd name="T30" fmla="*/ 29 w 717"/>
                    <a:gd name="T31" fmla="*/ 352 h 756"/>
                    <a:gd name="T32" fmla="*/ 30 w 717"/>
                    <a:gd name="T33" fmla="*/ 384 h 756"/>
                    <a:gd name="T34" fmla="*/ 31 w 717"/>
                    <a:gd name="T35" fmla="*/ 135 h 756"/>
                    <a:gd name="T36" fmla="*/ 33 w 717"/>
                    <a:gd name="T37" fmla="*/ 301 h 756"/>
                    <a:gd name="T38" fmla="*/ 32 w 717"/>
                    <a:gd name="T39" fmla="*/ 519 h 756"/>
                    <a:gd name="T40" fmla="*/ 34 w 717"/>
                    <a:gd name="T41" fmla="*/ 679 h 756"/>
                    <a:gd name="T42" fmla="*/ 36 w 717"/>
                    <a:gd name="T43" fmla="*/ 628 h 756"/>
                    <a:gd name="T44" fmla="*/ 37 w 717"/>
                    <a:gd name="T45" fmla="*/ 480 h 756"/>
                    <a:gd name="T46" fmla="*/ 38 w 717"/>
                    <a:gd name="T47" fmla="*/ 391 h 756"/>
                    <a:gd name="T48" fmla="*/ 36 w 717"/>
                    <a:gd name="T49" fmla="*/ 506 h 756"/>
                    <a:gd name="T50" fmla="*/ 38 w 717"/>
                    <a:gd name="T51" fmla="*/ 352 h 756"/>
                    <a:gd name="T52" fmla="*/ 39 w 717"/>
                    <a:gd name="T53" fmla="*/ 455 h 756"/>
                    <a:gd name="T54" fmla="*/ 41 w 717"/>
                    <a:gd name="T55" fmla="*/ 519 h 756"/>
                    <a:gd name="T56" fmla="*/ 43 w 717"/>
                    <a:gd name="T57" fmla="*/ 410 h 756"/>
                    <a:gd name="T58" fmla="*/ 44 w 717"/>
                    <a:gd name="T59" fmla="*/ 186 h 756"/>
                    <a:gd name="T60" fmla="*/ 45 w 717"/>
                    <a:gd name="T61" fmla="*/ 231 h 756"/>
                    <a:gd name="T62" fmla="*/ 48 w 717"/>
                    <a:gd name="T63" fmla="*/ 148 h 756"/>
                    <a:gd name="T64" fmla="*/ 48 w 717"/>
                    <a:gd name="T65" fmla="*/ 301 h 756"/>
                    <a:gd name="T66" fmla="*/ 48 w 717"/>
                    <a:gd name="T67" fmla="*/ 730 h 756"/>
                    <a:gd name="T68" fmla="*/ 54 w 717"/>
                    <a:gd name="T69" fmla="*/ 0 h 756"/>
                    <a:gd name="T70" fmla="*/ 54 w 717"/>
                    <a:gd name="T71" fmla="*/ 250 h 756"/>
                    <a:gd name="T72" fmla="*/ 55 w 717"/>
                    <a:gd name="T73" fmla="*/ 333 h 756"/>
                    <a:gd name="T74" fmla="*/ 57 w 717"/>
                    <a:gd name="T75" fmla="*/ 192 h 756"/>
                    <a:gd name="T76" fmla="*/ 59 w 717"/>
                    <a:gd name="T77" fmla="*/ 340 h 756"/>
                    <a:gd name="T78" fmla="*/ 58 w 717"/>
                    <a:gd name="T79" fmla="*/ 429 h 756"/>
                    <a:gd name="T80" fmla="*/ 60 w 717"/>
                    <a:gd name="T81" fmla="*/ 461 h 756"/>
                    <a:gd name="T82" fmla="*/ 0 60000 65536"/>
                    <a:gd name="T83" fmla="*/ 0 60000 65536"/>
                    <a:gd name="T84" fmla="*/ 0 60000 65536"/>
                    <a:gd name="T85" fmla="*/ 0 60000 65536"/>
                    <a:gd name="T86" fmla="*/ 0 60000 65536"/>
                    <a:gd name="T87" fmla="*/ 0 60000 65536"/>
                    <a:gd name="T88" fmla="*/ 0 60000 65536"/>
                    <a:gd name="T89" fmla="*/ 0 60000 65536"/>
                    <a:gd name="T90" fmla="*/ 0 60000 65536"/>
                    <a:gd name="T91" fmla="*/ 0 60000 65536"/>
                    <a:gd name="T92" fmla="*/ 0 60000 65536"/>
                    <a:gd name="T93" fmla="*/ 0 60000 65536"/>
                    <a:gd name="T94" fmla="*/ 0 60000 65536"/>
                    <a:gd name="T95" fmla="*/ 0 60000 65536"/>
                    <a:gd name="T96" fmla="*/ 0 60000 65536"/>
                    <a:gd name="T97" fmla="*/ 0 60000 65536"/>
                    <a:gd name="T98" fmla="*/ 0 60000 65536"/>
                    <a:gd name="T99" fmla="*/ 0 60000 65536"/>
                    <a:gd name="T100" fmla="*/ 0 60000 65536"/>
                    <a:gd name="T101" fmla="*/ 0 60000 65536"/>
                    <a:gd name="T102" fmla="*/ 0 60000 65536"/>
                    <a:gd name="T103" fmla="*/ 0 60000 65536"/>
                    <a:gd name="T104" fmla="*/ 0 60000 65536"/>
                    <a:gd name="T105" fmla="*/ 0 60000 65536"/>
                    <a:gd name="T106" fmla="*/ 0 60000 65536"/>
                    <a:gd name="T107" fmla="*/ 0 60000 65536"/>
                    <a:gd name="T108" fmla="*/ 0 60000 65536"/>
                    <a:gd name="T109" fmla="*/ 0 60000 65536"/>
                    <a:gd name="T110" fmla="*/ 0 60000 65536"/>
                    <a:gd name="T111" fmla="*/ 0 60000 65536"/>
                    <a:gd name="T112" fmla="*/ 0 60000 65536"/>
                    <a:gd name="T113" fmla="*/ 0 60000 65536"/>
                    <a:gd name="T114" fmla="*/ 0 60000 65536"/>
                    <a:gd name="T115" fmla="*/ 0 60000 65536"/>
                    <a:gd name="T116" fmla="*/ 0 60000 65536"/>
                    <a:gd name="T117" fmla="*/ 0 60000 65536"/>
                    <a:gd name="T118" fmla="*/ 0 60000 65536"/>
                    <a:gd name="T119" fmla="*/ 0 60000 65536"/>
                    <a:gd name="T120" fmla="*/ 0 60000 65536"/>
                    <a:gd name="T121" fmla="*/ 0 60000 65536"/>
                    <a:gd name="T122" fmla="*/ 0 60000 65536"/>
                    <a:gd name="T123" fmla="*/ 0 w 717"/>
                    <a:gd name="T124" fmla="*/ 0 h 756"/>
                    <a:gd name="T125" fmla="*/ 717 w 717"/>
                    <a:gd name="T126" fmla="*/ 756 h 756"/>
                  </a:gdLst>
                  <a:ahLst/>
                  <a:cxnLst>
                    <a:cxn ang="T82">
                      <a:pos x="T0" y="T1"/>
                    </a:cxn>
                    <a:cxn ang="T83">
                      <a:pos x="T2" y="T3"/>
                    </a:cxn>
                    <a:cxn ang="T84">
                      <a:pos x="T4" y="T5"/>
                    </a:cxn>
                    <a:cxn ang="T85">
                      <a:pos x="T6" y="T7"/>
                    </a:cxn>
                    <a:cxn ang="T86">
                      <a:pos x="T8" y="T9"/>
                    </a:cxn>
                    <a:cxn ang="T87">
                      <a:pos x="T10" y="T11"/>
                    </a:cxn>
                    <a:cxn ang="T88">
                      <a:pos x="T12" y="T13"/>
                    </a:cxn>
                    <a:cxn ang="T89">
                      <a:pos x="T14" y="T15"/>
                    </a:cxn>
                    <a:cxn ang="T90">
                      <a:pos x="T16" y="T17"/>
                    </a:cxn>
                    <a:cxn ang="T91">
                      <a:pos x="T18" y="T19"/>
                    </a:cxn>
                    <a:cxn ang="T92">
                      <a:pos x="T20" y="T21"/>
                    </a:cxn>
                    <a:cxn ang="T93">
                      <a:pos x="T22" y="T23"/>
                    </a:cxn>
                    <a:cxn ang="T94">
                      <a:pos x="T24" y="T25"/>
                    </a:cxn>
                    <a:cxn ang="T95">
                      <a:pos x="T26" y="T27"/>
                    </a:cxn>
                    <a:cxn ang="T96">
                      <a:pos x="T28" y="T29"/>
                    </a:cxn>
                    <a:cxn ang="T97">
                      <a:pos x="T30" y="T31"/>
                    </a:cxn>
                    <a:cxn ang="T98">
                      <a:pos x="T32" y="T33"/>
                    </a:cxn>
                    <a:cxn ang="T99">
                      <a:pos x="T34" y="T35"/>
                    </a:cxn>
                    <a:cxn ang="T100">
                      <a:pos x="T36" y="T37"/>
                    </a:cxn>
                    <a:cxn ang="T101">
                      <a:pos x="T38" y="T39"/>
                    </a:cxn>
                    <a:cxn ang="T102">
                      <a:pos x="T40" y="T41"/>
                    </a:cxn>
                    <a:cxn ang="T103">
                      <a:pos x="T42" y="T43"/>
                    </a:cxn>
                    <a:cxn ang="T104">
                      <a:pos x="T44" y="T45"/>
                    </a:cxn>
                    <a:cxn ang="T105">
                      <a:pos x="T46" y="T47"/>
                    </a:cxn>
                    <a:cxn ang="T106">
                      <a:pos x="T48" y="T49"/>
                    </a:cxn>
                    <a:cxn ang="T107">
                      <a:pos x="T50" y="T51"/>
                    </a:cxn>
                    <a:cxn ang="T108">
                      <a:pos x="T52" y="T53"/>
                    </a:cxn>
                    <a:cxn ang="T109">
                      <a:pos x="T54" y="T55"/>
                    </a:cxn>
                    <a:cxn ang="T110">
                      <a:pos x="T56" y="T57"/>
                    </a:cxn>
                    <a:cxn ang="T111">
                      <a:pos x="T58" y="T59"/>
                    </a:cxn>
                    <a:cxn ang="T112">
                      <a:pos x="T60" y="T61"/>
                    </a:cxn>
                    <a:cxn ang="T113">
                      <a:pos x="T62" y="T63"/>
                    </a:cxn>
                    <a:cxn ang="T114">
                      <a:pos x="T64" y="T65"/>
                    </a:cxn>
                    <a:cxn ang="T115">
                      <a:pos x="T66" y="T67"/>
                    </a:cxn>
                    <a:cxn ang="T116">
                      <a:pos x="T68" y="T69"/>
                    </a:cxn>
                    <a:cxn ang="T117">
                      <a:pos x="T70" y="T71"/>
                    </a:cxn>
                    <a:cxn ang="T118">
                      <a:pos x="T72" y="T73"/>
                    </a:cxn>
                    <a:cxn ang="T119">
                      <a:pos x="T74" y="T75"/>
                    </a:cxn>
                    <a:cxn ang="T120">
                      <a:pos x="T76" y="T77"/>
                    </a:cxn>
                    <a:cxn ang="T121">
                      <a:pos x="T78" y="T79"/>
                    </a:cxn>
                    <a:cxn ang="T122">
                      <a:pos x="T80" y="T81"/>
                    </a:cxn>
                  </a:cxnLst>
                  <a:rect l="T123" t="T124" r="T125" b="T126"/>
                  <a:pathLst>
                    <a:path w="717" h="756">
                      <a:moveTo>
                        <a:pt x="0" y="756"/>
                      </a:moveTo>
                      <a:lnTo>
                        <a:pt x="52" y="167"/>
                      </a:lnTo>
                      <a:lnTo>
                        <a:pt x="64" y="384"/>
                      </a:lnTo>
                      <a:lnTo>
                        <a:pt x="90" y="103"/>
                      </a:lnTo>
                      <a:lnTo>
                        <a:pt x="116" y="519"/>
                      </a:lnTo>
                      <a:lnTo>
                        <a:pt x="135" y="487"/>
                      </a:lnTo>
                      <a:lnTo>
                        <a:pt x="135" y="359"/>
                      </a:lnTo>
                      <a:lnTo>
                        <a:pt x="167" y="71"/>
                      </a:lnTo>
                      <a:lnTo>
                        <a:pt x="192" y="244"/>
                      </a:lnTo>
                      <a:lnTo>
                        <a:pt x="205" y="96"/>
                      </a:lnTo>
                      <a:lnTo>
                        <a:pt x="218" y="615"/>
                      </a:lnTo>
                      <a:lnTo>
                        <a:pt x="244" y="397"/>
                      </a:lnTo>
                      <a:lnTo>
                        <a:pt x="282" y="519"/>
                      </a:lnTo>
                      <a:lnTo>
                        <a:pt x="308" y="308"/>
                      </a:lnTo>
                      <a:lnTo>
                        <a:pt x="333" y="442"/>
                      </a:lnTo>
                      <a:lnTo>
                        <a:pt x="346" y="352"/>
                      </a:lnTo>
                      <a:lnTo>
                        <a:pt x="365" y="384"/>
                      </a:lnTo>
                      <a:lnTo>
                        <a:pt x="378" y="135"/>
                      </a:lnTo>
                      <a:lnTo>
                        <a:pt x="391" y="301"/>
                      </a:lnTo>
                      <a:lnTo>
                        <a:pt x="384" y="519"/>
                      </a:lnTo>
                      <a:lnTo>
                        <a:pt x="404" y="679"/>
                      </a:lnTo>
                      <a:lnTo>
                        <a:pt x="429" y="628"/>
                      </a:lnTo>
                      <a:lnTo>
                        <a:pt x="442" y="480"/>
                      </a:lnTo>
                      <a:lnTo>
                        <a:pt x="455" y="391"/>
                      </a:lnTo>
                      <a:lnTo>
                        <a:pt x="436" y="506"/>
                      </a:lnTo>
                      <a:lnTo>
                        <a:pt x="461" y="352"/>
                      </a:lnTo>
                      <a:lnTo>
                        <a:pt x="474" y="455"/>
                      </a:lnTo>
                      <a:lnTo>
                        <a:pt x="493" y="519"/>
                      </a:lnTo>
                      <a:lnTo>
                        <a:pt x="512" y="410"/>
                      </a:lnTo>
                      <a:lnTo>
                        <a:pt x="532" y="186"/>
                      </a:lnTo>
                      <a:lnTo>
                        <a:pt x="544" y="231"/>
                      </a:lnTo>
                      <a:lnTo>
                        <a:pt x="570" y="148"/>
                      </a:lnTo>
                      <a:lnTo>
                        <a:pt x="576" y="301"/>
                      </a:lnTo>
                      <a:lnTo>
                        <a:pt x="576" y="730"/>
                      </a:lnTo>
                      <a:lnTo>
                        <a:pt x="647" y="0"/>
                      </a:lnTo>
                      <a:lnTo>
                        <a:pt x="647" y="250"/>
                      </a:lnTo>
                      <a:lnTo>
                        <a:pt x="660" y="333"/>
                      </a:lnTo>
                      <a:lnTo>
                        <a:pt x="685" y="192"/>
                      </a:lnTo>
                      <a:lnTo>
                        <a:pt x="711" y="340"/>
                      </a:lnTo>
                      <a:lnTo>
                        <a:pt x="698" y="429"/>
                      </a:lnTo>
                      <a:lnTo>
                        <a:pt x="717" y="461"/>
                      </a:lnTo>
                    </a:path>
                  </a:pathLst>
                </a:custGeom>
                <a:noFill/>
                <a:ln w="9525">
                  <a:solidFill>
                    <a:srgbClr val="0079F2"/>
                  </a:solidFill>
                  <a:round/>
                  <a:headEnd/>
                  <a:tailEnd/>
                </a:ln>
              </p:spPr>
              <p:txBody>
                <a:bodyPr/>
                <a:lstStyle/>
                <a:p>
                  <a:endParaRPr lang="en-GB"/>
                </a:p>
              </p:txBody>
            </p:sp>
            <p:sp>
              <p:nvSpPr>
                <p:cNvPr id="17433" name="Freeform 13"/>
                <p:cNvSpPr>
                  <a:spLocks/>
                </p:cNvSpPr>
                <p:nvPr/>
              </p:nvSpPr>
              <p:spPr bwMode="auto">
                <a:xfrm flipH="1">
                  <a:off x="4698" y="1100"/>
                  <a:ext cx="313" cy="756"/>
                </a:xfrm>
                <a:custGeom>
                  <a:avLst/>
                  <a:gdLst>
                    <a:gd name="T0" fmla="*/ 0 w 717"/>
                    <a:gd name="T1" fmla="*/ 756 h 756"/>
                    <a:gd name="T2" fmla="*/ 4 w 717"/>
                    <a:gd name="T3" fmla="*/ 167 h 756"/>
                    <a:gd name="T4" fmla="*/ 5 w 717"/>
                    <a:gd name="T5" fmla="*/ 384 h 756"/>
                    <a:gd name="T6" fmla="*/ 7 w 717"/>
                    <a:gd name="T7" fmla="*/ 103 h 756"/>
                    <a:gd name="T8" fmla="*/ 10 w 717"/>
                    <a:gd name="T9" fmla="*/ 519 h 756"/>
                    <a:gd name="T10" fmla="*/ 11 w 717"/>
                    <a:gd name="T11" fmla="*/ 487 h 756"/>
                    <a:gd name="T12" fmla="*/ 11 w 717"/>
                    <a:gd name="T13" fmla="*/ 359 h 756"/>
                    <a:gd name="T14" fmla="*/ 14 w 717"/>
                    <a:gd name="T15" fmla="*/ 71 h 756"/>
                    <a:gd name="T16" fmla="*/ 16 w 717"/>
                    <a:gd name="T17" fmla="*/ 244 h 756"/>
                    <a:gd name="T18" fmla="*/ 17 w 717"/>
                    <a:gd name="T19" fmla="*/ 96 h 756"/>
                    <a:gd name="T20" fmla="*/ 18 w 717"/>
                    <a:gd name="T21" fmla="*/ 615 h 756"/>
                    <a:gd name="T22" fmla="*/ 21 w 717"/>
                    <a:gd name="T23" fmla="*/ 397 h 756"/>
                    <a:gd name="T24" fmla="*/ 24 w 717"/>
                    <a:gd name="T25" fmla="*/ 519 h 756"/>
                    <a:gd name="T26" fmla="*/ 25 w 717"/>
                    <a:gd name="T27" fmla="*/ 308 h 756"/>
                    <a:gd name="T28" fmla="*/ 28 w 717"/>
                    <a:gd name="T29" fmla="*/ 442 h 756"/>
                    <a:gd name="T30" fmla="*/ 29 w 717"/>
                    <a:gd name="T31" fmla="*/ 352 h 756"/>
                    <a:gd name="T32" fmla="*/ 30 w 717"/>
                    <a:gd name="T33" fmla="*/ 384 h 756"/>
                    <a:gd name="T34" fmla="*/ 31 w 717"/>
                    <a:gd name="T35" fmla="*/ 135 h 756"/>
                    <a:gd name="T36" fmla="*/ 33 w 717"/>
                    <a:gd name="T37" fmla="*/ 301 h 756"/>
                    <a:gd name="T38" fmla="*/ 32 w 717"/>
                    <a:gd name="T39" fmla="*/ 519 h 756"/>
                    <a:gd name="T40" fmla="*/ 34 w 717"/>
                    <a:gd name="T41" fmla="*/ 679 h 756"/>
                    <a:gd name="T42" fmla="*/ 36 w 717"/>
                    <a:gd name="T43" fmla="*/ 628 h 756"/>
                    <a:gd name="T44" fmla="*/ 37 w 717"/>
                    <a:gd name="T45" fmla="*/ 480 h 756"/>
                    <a:gd name="T46" fmla="*/ 38 w 717"/>
                    <a:gd name="T47" fmla="*/ 391 h 756"/>
                    <a:gd name="T48" fmla="*/ 36 w 717"/>
                    <a:gd name="T49" fmla="*/ 506 h 756"/>
                    <a:gd name="T50" fmla="*/ 38 w 717"/>
                    <a:gd name="T51" fmla="*/ 352 h 756"/>
                    <a:gd name="T52" fmla="*/ 39 w 717"/>
                    <a:gd name="T53" fmla="*/ 455 h 756"/>
                    <a:gd name="T54" fmla="*/ 41 w 717"/>
                    <a:gd name="T55" fmla="*/ 519 h 756"/>
                    <a:gd name="T56" fmla="*/ 43 w 717"/>
                    <a:gd name="T57" fmla="*/ 410 h 756"/>
                    <a:gd name="T58" fmla="*/ 44 w 717"/>
                    <a:gd name="T59" fmla="*/ 186 h 756"/>
                    <a:gd name="T60" fmla="*/ 45 w 717"/>
                    <a:gd name="T61" fmla="*/ 231 h 756"/>
                    <a:gd name="T62" fmla="*/ 48 w 717"/>
                    <a:gd name="T63" fmla="*/ 148 h 756"/>
                    <a:gd name="T64" fmla="*/ 48 w 717"/>
                    <a:gd name="T65" fmla="*/ 301 h 756"/>
                    <a:gd name="T66" fmla="*/ 48 w 717"/>
                    <a:gd name="T67" fmla="*/ 730 h 756"/>
                    <a:gd name="T68" fmla="*/ 54 w 717"/>
                    <a:gd name="T69" fmla="*/ 0 h 756"/>
                    <a:gd name="T70" fmla="*/ 54 w 717"/>
                    <a:gd name="T71" fmla="*/ 250 h 756"/>
                    <a:gd name="T72" fmla="*/ 55 w 717"/>
                    <a:gd name="T73" fmla="*/ 333 h 756"/>
                    <a:gd name="T74" fmla="*/ 57 w 717"/>
                    <a:gd name="T75" fmla="*/ 192 h 756"/>
                    <a:gd name="T76" fmla="*/ 59 w 717"/>
                    <a:gd name="T77" fmla="*/ 340 h 756"/>
                    <a:gd name="T78" fmla="*/ 58 w 717"/>
                    <a:gd name="T79" fmla="*/ 429 h 756"/>
                    <a:gd name="T80" fmla="*/ 60 w 717"/>
                    <a:gd name="T81" fmla="*/ 461 h 756"/>
                    <a:gd name="T82" fmla="*/ 0 60000 65536"/>
                    <a:gd name="T83" fmla="*/ 0 60000 65536"/>
                    <a:gd name="T84" fmla="*/ 0 60000 65536"/>
                    <a:gd name="T85" fmla="*/ 0 60000 65536"/>
                    <a:gd name="T86" fmla="*/ 0 60000 65536"/>
                    <a:gd name="T87" fmla="*/ 0 60000 65536"/>
                    <a:gd name="T88" fmla="*/ 0 60000 65536"/>
                    <a:gd name="T89" fmla="*/ 0 60000 65536"/>
                    <a:gd name="T90" fmla="*/ 0 60000 65536"/>
                    <a:gd name="T91" fmla="*/ 0 60000 65536"/>
                    <a:gd name="T92" fmla="*/ 0 60000 65536"/>
                    <a:gd name="T93" fmla="*/ 0 60000 65536"/>
                    <a:gd name="T94" fmla="*/ 0 60000 65536"/>
                    <a:gd name="T95" fmla="*/ 0 60000 65536"/>
                    <a:gd name="T96" fmla="*/ 0 60000 65536"/>
                    <a:gd name="T97" fmla="*/ 0 60000 65536"/>
                    <a:gd name="T98" fmla="*/ 0 60000 65536"/>
                    <a:gd name="T99" fmla="*/ 0 60000 65536"/>
                    <a:gd name="T100" fmla="*/ 0 60000 65536"/>
                    <a:gd name="T101" fmla="*/ 0 60000 65536"/>
                    <a:gd name="T102" fmla="*/ 0 60000 65536"/>
                    <a:gd name="T103" fmla="*/ 0 60000 65536"/>
                    <a:gd name="T104" fmla="*/ 0 60000 65536"/>
                    <a:gd name="T105" fmla="*/ 0 60000 65536"/>
                    <a:gd name="T106" fmla="*/ 0 60000 65536"/>
                    <a:gd name="T107" fmla="*/ 0 60000 65536"/>
                    <a:gd name="T108" fmla="*/ 0 60000 65536"/>
                    <a:gd name="T109" fmla="*/ 0 60000 65536"/>
                    <a:gd name="T110" fmla="*/ 0 60000 65536"/>
                    <a:gd name="T111" fmla="*/ 0 60000 65536"/>
                    <a:gd name="T112" fmla="*/ 0 60000 65536"/>
                    <a:gd name="T113" fmla="*/ 0 60000 65536"/>
                    <a:gd name="T114" fmla="*/ 0 60000 65536"/>
                    <a:gd name="T115" fmla="*/ 0 60000 65536"/>
                    <a:gd name="T116" fmla="*/ 0 60000 65536"/>
                    <a:gd name="T117" fmla="*/ 0 60000 65536"/>
                    <a:gd name="T118" fmla="*/ 0 60000 65536"/>
                    <a:gd name="T119" fmla="*/ 0 60000 65536"/>
                    <a:gd name="T120" fmla="*/ 0 60000 65536"/>
                    <a:gd name="T121" fmla="*/ 0 60000 65536"/>
                    <a:gd name="T122" fmla="*/ 0 60000 65536"/>
                    <a:gd name="T123" fmla="*/ 0 w 717"/>
                    <a:gd name="T124" fmla="*/ 0 h 756"/>
                    <a:gd name="T125" fmla="*/ 717 w 717"/>
                    <a:gd name="T126" fmla="*/ 756 h 756"/>
                  </a:gdLst>
                  <a:ahLst/>
                  <a:cxnLst>
                    <a:cxn ang="T82">
                      <a:pos x="T0" y="T1"/>
                    </a:cxn>
                    <a:cxn ang="T83">
                      <a:pos x="T2" y="T3"/>
                    </a:cxn>
                    <a:cxn ang="T84">
                      <a:pos x="T4" y="T5"/>
                    </a:cxn>
                    <a:cxn ang="T85">
                      <a:pos x="T6" y="T7"/>
                    </a:cxn>
                    <a:cxn ang="T86">
                      <a:pos x="T8" y="T9"/>
                    </a:cxn>
                    <a:cxn ang="T87">
                      <a:pos x="T10" y="T11"/>
                    </a:cxn>
                    <a:cxn ang="T88">
                      <a:pos x="T12" y="T13"/>
                    </a:cxn>
                    <a:cxn ang="T89">
                      <a:pos x="T14" y="T15"/>
                    </a:cxn>
                    <a:cxn ang="T90">
                      <a:pos x="T16" y="T17"/>
                    </a:cxn>
                    <a:cxn ang="T91">
                      <a:pos x="T18" y="T19"/>
                    </a:cxn>
                    <a:cxn ang="T92">
                      <a:pos x="T20" y="T21"/>
                    </a:cxn>
                    <a:cxn ang="T93">
                      <a:pos x="T22" y="T23"/>
                    </a:cxn>
                    <a:cxn ang="T94">
                      <a:pos x="T24" y="T25"/>
                    </a:cxn>
                    <a:cxn ang="T95">
                      <a:pos x="T26" y="T27"/>
                    </a:cxn>
                    <a:cxn ang="T96">
                      <a:pos x="T28" y="T29"/>
                    </a:cxn>
                    <a:cxn ang="T97">
                      <a:pos x="T30" y="T31"/>
                    </a:cxn>
                    <a:cxn ang="T98">
                      <a:pos x="T32" y="T33"/>
                    </a:cxn>
                    <a:cxn ang="T99">
                      <a:pos x="T34" y="T35"/>
                    </a:cxn>
                    <a:cxn ang="T100">
                      <a:pos x="T36" y="T37"/>
                    </a:cxn>
                    <a:cxn ang="T101">
                      <a:pos x="T38" y="T39"/>
                    </a:cxn>
                    <a:cxn ang="T102">
                      <a:pos x="T40" y="T41"/>
                    </a:cxn>
                    <a:cxn ang="T103">
                      <a:pos x="T42" y="T43"/>
                    </a:cxn>
                    <a:cxn ang="T104">
                      <a:pos x="T44" y="T45"/>
                    </a:cxn>
                    <a:cxn ang="T105">
                      <a:pos x="T46" y="T47"/>
                    </a:cxn>
                    <a:cxn ang="T106">
                      <a:pos x="T48" y="T49"/>
                    </a:cxn>
                    <a:cxn ang="T107">
                      <a:pos x="T50" y="T51"/>
                    </a:cxn>
                    <a:cxn ang="T108">
                      <a:pos x="T52" y="T53"/>
                    </a:cxn>
                    <a:cxn ang="T109">
                      <a:pos x="T54" y="T55"/>
                    </a:cxn>
                    <a:cxn ang="T110">
                      <a:pos x="T56" y="T57"/>
                    </a:cxn>
                    <a:cxn ang="T111">
                      <a:pos x="T58" y="T59"/>
                    </a:cxn>
                    <a:cxn ang="T112">
                      <a:pos x="T60" y="T61"/>
                    </a:cxn>
                    <a:cxn ang="T113">
                      <a:pos x="T62" y="T63"/>
                    </a:cxn>
                    <a:cxn ang="T114">
                      <a:pos x="T64" y="T65"/>
                    </a:cxn>
                    <a:cxn ang="T115">
                      <a:pos x="T66" y="T67"/>
                    </a:cxn>
                    <a:cxn ang="T116">
                      <a:pos x="T68" y="T69"/>
                    </a:cxn>
                    <a:cxn ang="T117">
                      <a:pos x="T70" y="T71"/>
                    </a:cxn>
                    <a:cxn ang="T118">
                      <a:pos x="T72" y="T73"/>
                    </a:cxn>
                    <a:cxn ang="T119">
                      <a:pos x="T74" y="T75"/>
                    </a:cxn>
                    <a:cxn ang="T120">
                      <a:pos x="T76" y="T77"/>
                    </a:cxn>
                    <a:cxn ang="T121">
                      <a:pos x="T78" y="T79"/>
                    </a:cxn>
                    <a:cxn ang="T122">
                      <a:pos x="T80" y="T81"/>
                    </a:cxn>
                  </a:cxnLst>
                  <a:rect l="T123" t="T124" r="T125" b="T126"/>
                  <a:pathLst>
                    <a:path w="717" h="756">
                      <a:moveTo>
                        <a:pt x="0" y="756"/>
                      </a:moveTo>
                      <a:lnTo>
                        <a:pt x="52" y="167"/>
                      </a:lnTo>
                      <a:lnTo>
                        <a:pt x="64" y="384"/>
                      </a:lnTo>
                      <a:lnTo>
                        <a:pt x="90" y="103"/>
                      </a:lnTo>
                      <a:lnTo>
                        <a:pt x="116" y="519"/>
                      </a:lnTo>
                      <a:lnTo>
                        <a:pt x="135" y="487"/>
                      </a:lnTo>
                      <a:lnTo>
                        <a:pt x="135" y="359"/>
                      </a:lnTo>
                      <a:lnTo>
                        <a:pt x="167" y="71"/>
                      </a:lnTo>
                      <a:lnTo>
                        <a:pt x="192" y="244"/>
                      </a:lnTo>
                      <a:lnTo>
                        <a:pt x="205" y="96"/>
                      </a:lnTo>
                      <a:lnTo>
                        <a:pt x="218" y="615"/>
                      </a:lnTo>
                      <a:lnTo>
                        <a:pt x="244" y="397"/>
                      </a:lnTo>
                      <a:lnTo>
                        <a:pt x="282" y="519"/>
                      </a:lnTo>
                      <a:lnTo>
                        <a:pt x="308" y="308"/>
                      </a:lnTo>
                      <a:lnTo>
                        <a:pt x="333" y="442"/>
                      </a:lnTo>
                      <a:lnTo>
                        <a:pt x="346" y="352"/>
                      </a:lnTo>
                      <a:lnTo>
                        <a:pt x="365" y="384"/>
                      </a:lnTo>
                      <a:lnTo>
                        <a:pt x="378" y="135"/>
                      </a:lnTo>
                      <a:lnTo>
                        <a:pt x="391" y="301"/>
                      </a:lnTo>
                      <a:lnTo>
                        <a:pt x="384" y="519"/>
                      </a:lnTo>
                      <a:lnTo>
                        <a:pt x="404" y="679"/>
                      </a:lnTo>
                      <a:lnTo>
                        <a:pt x="429" y="628"/>
                      </a:lnTo>
                      <a:lnTo>
                        <a:pt x="442" y="480"/>
                      </a:lnTo>
                      <a:lnTo>
                        <a:pt x="455" y="391"/>
                      </a:lnTo>
                      <a:lnTo>
                        <a:pt x="436" y="506"/>
                      </a:lnTo>
                      <a:lnTo>
                        <a:pt x="461" y="352"/>
                      </a:lnTo>
                      <a:lnTo>
                        <a:pt x="474" y="455"/>
                      </a:lnTo>
                      <a:lnTo>
                        <a:pt x="493" y="519"/>
                      </a:lnTo>
                      <a:lnTo>
                        <a:pt x="512" y="410"/>
                      </a:lnTo>
                      <a:lnTo>
                        <a:pt x="532" y="186"/>
                      </a:lnTo>
                      <a:lnTo>
                        <a:pt x="544" y="231"/>
                      </a:lnTo>
                      <a:lnTo>
                        <a:pt x="570" y="148"/>
                      </a:lnTo>
                      <a:lnTo>
                        <a:pt x="576" y="301"/>
                      </a:lnTo>
                      <a:lnTo>
                        <a:pt x="576" y="730"/>
                      </a:lnTo>
                      <a:lnTo>
                        <a:pt x="647" y="0"/>
                      </a:lnTo>
                      <a:lnTo>
                        <a:pt x="647" y="250"/>
                      </a:lnTo>
                      <a:lnTo>
                        <a:pt x="660" y="333"/>
                      </a:lnTo>
                      <a:lnTo>
                        <a:pt x="685" y="192"/>
                      </a:lnTo>
                      <a:lnTo>
                        <a:pt x="711" y="340"/>
                      </a:lnTo>
                      <a:lnTo>
                        <a:pt x="698" y="429"/>
                      </a:lnTo>
                      <a:lnTo>
                        <a:pt x="717" y="461"/>
                      </a:lnTo>
                    </a:path>
                  </a:pathLst>
                </a:custGeom>
                <a:noFill/>
                <a:ln w="9525">
                  <a:solidFill>
                    <a:srgbClr val="0079F2"/>
                  </a:solidFill>
                  <a:round/>
                  <a:headEnd/>
                  <a:tailEnd/>
                </a:ln>
              </p:spPr>
              <p:txBody>
                <a:bodyPr/>
                <a:lstStyle/>
                <a:p>
                  <a:endParaRPr lang="en-GB"/>
                </a:p>
              </p:txBody>
            </p:sp>
          </p:grpSp>
          <p:grpSp>
            <p:nvGrpSpPr>
              <p:cNvPr id="5" name="Group 14"/>
              <p:cNvGrpSpPr>
                <a:grpSpLocks/>
              </p:cNvGrpSpPr>
              <p:nvPr/>
            </p:nvGrpSpPr>
            <p:grpSpPr bwMode="auto">
              <a:xfrm flipH="1">
                <a:off x="3986" y="1092"/>
                <a:ext cx="590" cy="801"/>
                <a:chOff x="3462" y="1100"/>
                <a:chExt cx="1549" cy="801"/>
              </a:xfrm>
            </p:grpSpPr>
            <p:sp>
              <p:nvSpPr>
                <p:cNvPr id="17424" name="Freeform 15"/>
                <p:cNvSpPr>
                  <a:spLocks/>
                </p:cNvSpPr>
                <p:nvPr/>
              </p:nvSpPr>
              <p:spPr bwMode="auto">
                <a:xfrm>
                  <a:off x="3462" y="1126"/>
                  <a:ext cx="313" cy="756"/>
                </a:xfrm>
                <a:custGeom>
                  <a:avLst/>
                  <a:gdLst>
                    <a:gd name="T0" fmla="*/ 0 w 717"/>
                    <a:gd name="T1" fmla="*/ 756 h 756"/>
                    <a:gd name="T2" fmla="*/ 4 w 717"/>
                    <a:gd name="T3" fmla="*/ 167 h 756"/>
                    <a:gd name="T4" fmla="*/ 5 w 717"/>
                    <a:gd name="T5" fmla="*/ 384 h 756"/>
                    <a:gd name="T6" fmla="*/ 7 w 717"/>
                    <a:gd name="T7" fmla="*/ 103 h 756"/>
                    <a:gd name="T8" fmla="*/ 10 w 717"/>
                    <a:gd name="T9" fmla="*/ 519 h 756"/>
                    <a:gd name="T10" fmla="*/ 11 w 717"/>
                    <a:gd name="T11" fmla="*/ 487 h 756"/>
                    <a:gd name="T12" fmla="*/ 11 w 717"/>
                    <a:gd name="T13" fmla="*/ 359 h 756"/>
                    <a:gd name="T14" fmla="*/ 14 w 717"/>
                    <a:gd name="T15" fmla="*/ 71 h 756"/>
                    <a:gd name="T16" fmla="*/ 16 w 717"/>
                    <a:gd name="T17" fmla="*/ 244 h 756"/>
                    <a:gd name="T18" fmla="*/ 17 w 717"/>
                    <a:gd name="T19" fmla="*/ 96 h 756"/>
                    <a:gd name="T20" fmla="*/ 18 w 717"/>
                    <a:gd name="T21" fmla="*/ 615 h 756"/>
                    <a:gd name="T22" fmla="*/ 21 w 717"/>
                    <a:gd name="T23" fmla="*/ 397 h 756"/>
                    <a:gd name="T24" fmla="*/ 24 w 717"/>
                    <a:gd name="T25" fmla="*/ 519 h 756"/>
                    <a:gd name="T26" fmla="*/ 25 w 717"/>
                    <a:gd name="T27" fmla="*/ 308 h 756"/>
                    <a:gd name="T28" fmla="*/ 28 w 717"/>
                    <a:gd name="T29" fmla="*/ 442 h 756"/>
                    <a:gd name="T30" fmla="*/ 29 w 717"/>
                    <a:gd name="T31" fmla="*/ 352 h 756"/>
                    <a:gd name="T32" fmla="*/ 30 w 717"/>
                    <a:gd name="T33" fmla="*/ 384 h 756"/>
                    <a:gd name="T34" fmla="*/ 31 w 717"/>
                    <a:gd name="T35" fmla="*/ 135 h 756"/>
                    <a:gd name="T36" fmla="*/ 33 w 717"/>
                    <a:gd name="T37" fmla="*/ 301 h 756"/>
                    <a:gd name="T38" fmla="*/ 32 w 717"/>
                    <a:gd name="T39" fmla="*/ 519 h 756"/>
                    <a:gd name="T40" fmla="*/ 34 w 717"/>
                    <a:gd name="T41" fmla="*/ 679 h 756"/>
                    <a:gd name="T42" fmla="*/ 36 w 717"/>
                    <a:gd name="T43" fmla="*/ 628 h 756"/>
                    <a:gd name="T44" fmla="*/ 37 w 717"/>
                    <a:gd name="T45" fmla="*/ 480 h 756"/>
                    <a:gd name="T46" fmla="*/ 38 w 717"/>
                    <a:gd name="T47" fmla="*/ 391 h 756"/>
                    <a:gd name="T48" fmla="*/ 36 w 717"/>
                    <a:gd name="T49" fmla="*/ 506 h 756"/>
                    <a:gd name="T50" fmla="*/ 38 w 717"/>
                    <a:gd name="T51" fmla="*/ 352 h 756"/>
                    <a:gd name="T52" fmla="*/ 39 w 717"/>
                    <a:gd name="T53" fmla="*/ 455 h 756"/>
                    <a:gd name="T54" fmla="*/ 41 w 717"/>
                    <a:gd name="T55" fmla="*/ 519 h 756"/>
                    <a:gd name="T56" fmla="*/ 43 w 717"/>
                    <a:gd name="T57" fmla="*/ 410 h 756"/>
                    <a:gd name="T58" fmla="*/ 44 w 717"/>
                    <a:gd name="T59" fmla="*/ 186 h 756"/>
                    <a:gd name="T60" fmla="*/ 45 w 717"/>
                    <a:gd name="T61" fmla="*/ 231 h 756"/>
                    <a:gd name="T62" fmla="*/ 48 w 717"/>
                    <a:gd name="T63" fmla="*/ 148 h 756"/>
                    <a:gd name="T64" fmla="*/ 48 w 717"/>
                    <a:gd name="T65" fmla="*/ 301 h 756"/>
                    <a:gd name="T66" fmla="*/ 48 w 717"/>
                    <a:gd name="T67" fmla="*/ 730 h 756"/>
                    <a:gd name="T68" fmla="*/ 54 w 717"/>
                    <a:gd name="T69" fmla="*/ 0 h 756"/>
                    <a:gd name="T70" fmla="*/ 54 w 717"/>
                    <a:gd name="T71" fmla="*/ 250 h 756"/>
                    <a:gd name="T72" fmla="*/ 55 w 717"/>
                    <a:gd name="T73" fmla="*/ 333 h 756"/>
                    <a:gd name="T74" fmla="*/ 57 w 717"/>
                    <a:gd name="T75" fmla="*/ 192 h 756"/>
                    <a:gd name="T76" fmla="*/ 59 w 717"/>
                    <a:gd name="T77" fmla="*/ 340 h 756"/>
                    <a:gd name="T78" fmla="*/ 58 w 717"/>
                    <a:gd name="T79" fmla="*/ 429 h 756"/>
                    <a:gd name="T80" fmla="*/ 60 w 717"/>
                    <a:gd name="T81" fmla="*/ 461 h 756"/>
                    <a:gd name="T82" fmla="*/ 0 60000 65536"/>
                    <a:gd name="T83" fmla="*/ 0 60000 65536"/>
                    <a:gd name="T84" fmla="*/ 0 60000 65536"/>
                    <a:gd name="T85" fmla="*/ 0 60000 65536"/>
                    <a:gd name="T86" fmla="*/ 0 60000 65536"/>
                    <a:gd name="T87" fmla="*/ 0 60000 65536"/>
                    <a:gd name="T88" fmla="*/ 0 60000 65536"/>
                    <a:gd name="T89" fmla="*/ 0 60000 65536"/>
                    <a:gd name="T90" fmla="*/ 0 60000 65536"/>
                    <a:gd name="T91" fmla="*/ 0 60000 65536"/>
                    <a:gd name="T92" fmla="*/ 0 60000 65536"/>
                    <a:gd name="T93" fmla="*/ 0 60000 65536"/>
                    <a:gd name="T94" fmla="*/ 0 60000 65536"/>
                    <a:gd name="T95" fmla="*/ 0 60000 65536"/>
                    <a:gd name="T96" fmla="*/ 0 60000 65536"/>
                    <a:gd name="T97" fmla="*/ 0 60000 65536"/>
                    <a:gd name="T98" fmla="*/ 0 60000 65536"/>
                    <a:gd name="T99" fmla="*/ 0 60000 65536"/>
                    <a:gd name="T100" fmla="*/ 0 60000 65536"/>
                    <a:gd name="T101" fmla="*/ 0 60000 65536"/>
                    <a:gd name="T102" fmla="*/ 0 60000 65536"/>
                    <a:gd name="T103" fmla="*/ 0 60000 65536"/>
                    <a:gd name="T104" fmla="*/ 0 60000 65536"/>
                    <a:gd name="T105" fmla="*/ 0 60000 65536"/>
                    <a:gd name="T106" fmla="*/ 0 60000 65536"/>
                    <a:gd name="T107" fmla="*/ 0 60000 65536"/>
                    <a:gd name="T108" fmla="*/ 0 60000 65536"/>
                    <a:gd name="T109" fmla="*/ 0 60000 65536"/>
                    <a:gd name="T110" fmla="*/ 0 60000 65536"/>
                    <a:gd name="T111" fmla="*/ 0 60000 65536"/>
                    <a:gd name="T112" fmla="*/ 0 60000 65536"/>
                    <a:gd name="T113" fmla="*/ 0 60000 65536"/>
                    <a:gd name="T114" fmla="*/ 0 60000 65536"/>
                    <a:gd name="T115" fmla="*/ 0 60000 65536"/>
                    <a:gd name="T116" fmla="*/ 0 60000 65536"/>
                    <a:gd name="T117" fmla="*/ 0 60000 65536"/>
                    <a:gd name="T118" fmla="*/ 0 60000 65536"/>
                    <a:gd name="T119" fmla="*/ 0 60000 65536"/>
                    <a:gd name="T120" fmla="*/ 0 60000 65536"/>
                    <a:gd name="T121" fmla="*/ 0 60000 65536"/>
                    <a:gd name="T122" fmla="*/ 0 60000 65536"/>
                    <a:gd name="T123" fmla="*/ 0 w 717"/>
                    <a:gd name="T124" fmla="*/ 0 h 756"/>
                    <a:gd name="T125" fmla="*/ 717 w 717"/>
                    <a:gd name="T126" fmla="*/ 756 h 756"/>
                  </a:gdLst>
                  <a:ahLst/>
                  <a:cxnLst>
                    <a:cxn ang="T82">
                      <a:pos x="T0" y="T1"/>
                    </a:cxn>
                    <a:cxn ang="T83">
                      <a:pos x="T2" y="T3"/>
                    </a:cxn>
                    <a:cxn ang="T84">
                      <a:pos x="T4" y="T5"/>
                    </a:cxn>
                    <a:cxn ang="T85">
                      <a:pos x="T6" y="T7"/>
                    </a:cxn>
                    <a:cxn ang="T86">
                      <a:pos x="T8" y="T9"/>
                    </a:cxn>
                    <a:cxn ang="T87">
                      <a:pos x="T10" y="T11"/>
                    </a:cxn>
                    <a:cxn ang="T88">
                      <a:pos x="T12" y="T13"/>
                    </a:cxn>
                    <a:cxn ang="T89">
                      <a:pos x="T14" y="T15"/>
                    </a:cxn>
                    <a:cxn ang="T90">
                      <a:pos x="T16" y="T17"/>
                    </a:cxn>
                    <a:cxn ang="T91">
                      <a:pos x="T18" y="T19"/>
                    </a:cxn>
                    <a:cxn ang="T92">
                      <a:pos x="T20" y="T21"/>
                    </a:cxn>
                    <a:cxn ang="T93">
                      <a:pos x="T22" y="T23"/>
                    </a:cxn>
                    <a:cxn ang="T94">
                      <a:pos x="T24" y="T25"/>
                    </a:cxn>
                    <a:cxn ang="T95">
                      <a:pos x="T26" y="T27"/>
                    </a:cxn>
                    <a:cxn ang="T96">
                      <a:pos x="T28" y="T29"/>
                    </a:cxn>
                    <a:cxn ang="T97">
                      <a:pos x="T30" y="T31"/>
                    </a:cxn>
                    <a:cxn ang="T98">
                      <a:pos x="T32" y="T33"/>
                    </a:cxn>
                    <a:cxn ang="T99">
                      <a:pos x="T34" y="T35"/>
                    </a:cxn>
                    <a:cxn ang="T100">
                      <a:pos x="T36" y="T37"/>
                    </a:cxn>
                    <a:cxn ang="T101">
                      <a:pos x="T38" y="T39"/>
                    </a:cxn>
                    <a:cxn ang="T102">
                      <a:pos x="T40" y="T41"/>
                    </a:cxn>
                    <a:cxn ang="T103">
                      <a:pos x="T42" y="T43"/>
                    </a:cxn>
                    <a:cxn ang="T104">
                      <a:pos x="T44" y="T45"/>
                    </a:cxn>
                    <a:cxn ang="T105">
                      <a:pos x="T46" y="T47"/>
                    </a:cxn>
                    <a:cxn ang="T106">
                      <a:pos x="T48" y="T49"/>
                    </a:cxn>
                    <a:cxn ang="T107">
                      <a:pos x="T50" y="T51"/>
                    </a:cxn>
                    <a:cxn ang="T108">
                      <a:pos x="T52" y="T53"/>
                    </a:cxn>
                    <a:cxn ang="T109">
                      <a:pos x="T54" y="T55"/>
                    </a:cxn>
                    <a:cxn ang="T110">
                      <a:pos x="T56" y="T57"/>
                    </a:cxn>
                    <a:cxn ang="T111">
                      <a:pos x="T58" y="T59"/>
                    </a:cxn>
                    <a:cxn ang="T112">
                      <a:pos x="T60" y="T61"/>
                    </a:cxn>
                    <a:cxn ang="T113">
                      <a:pos x="T62" y="T63"/>
                    </a:cxn>
                    <a:cxn ang="T114">
                      <a:pos x="T64" y="T65"/>
                    </a:cxn>
                    <a:cxn ang="T115">
                      <a:pos x="T66" y="T67"/>
                    </a:cxn>
                    <a:cxn ang="T116">
                      <a:pos x="T68" y="T69"/>
                    </a:cxn>
                    <a:cxn ang="T117">
                      <a:pos x="T70" y="T71"/>
                    </a:cxn>
                    <a:cxn ang="T118">
                      <a:pos x="T72" y="T73"/>
                    </a:cxn>
                    <a:cxn ang="T119">
                      <a:pos x="T74" y="T75"/>
                    </a:cxn>
                    <a:cxn ang="T120">
                      <a:pos x="T76" y="T77"/>
                    </a:cxn>
                    <a:cxn ang="T121">
                      <a:pos x="T78" y="T79"/>
                    </a:cxn>
                    <a:cxn ang="T122">
                      <a:pos x="T80" y="T81"/>
                    </a:cxn>
                  </a:cxnLst>
                  <a:rect l="T123" t="T124" r="T125" b="T126"/>
                  <a:pathLst>
                    <a:path w="717" h="756">
                      <a:moveTo>
                        <a:pt x="0" y="756"/>
                      </a:moveTo>
                      <a:lnTo>
                        <a:pt x="52" y="167"/>
                      </a:lnTo>
                      <a:lnTo>
                        <a:pt x="64" y="384"/>
                      </a:lnTo>
                      <a:lnTo>
                        <a:pt x="90" y="103"/>
                      </a:lnTo>
                      <a:lnTo>
                        <a:pt x="116" y="519"/>
                      </a:lnTo>
                      <a:lnTo>
                        <a:pt x="135" y="487"/>
                      </a:lnTo>
                      <a:lnTo>
                        <a:pt x="135" y="359"/>
                      </a:lnTo>
                      <a:lnTo>
                        <a:pt x="167" y="71"/>
                      </a:lnTo>
                      <a:lnTo>
                        <a:pt x="192" y="244"/>
                      </a:lnTo>
                      <a:lnTo>
                        <a:pt x="205" y="96"/>
                      </a:lnTo>
                      <a:lnTo>
                        <a:pt x="218" y="615"/>
                      </a:lnTo>
                      <a:lnTo>
                        <a:pt x="244" y="397"/>
                      </a:lnTo>
                      <a:lnTo>
                        <a:pt x="282" y="519"/>
                      </a:lnTo>
                      <a:lnTo>
                        <a:pt x="308" y="308"/>
                      </a:lnTo>
                      <a:lnTo>
                        <a:pt x="333" y="442"/>
                      </a:lnTo>
                      <a:lnTo>
                        <a:pt x="346" y="352"/>
                      </a:lnTo>
                      <a:lnTo>
                        <a:pt x="365" y="384"/>
                      </a:lnTo>
                      <a:lnTo>
                        <a:pt x="378" y="135"/>
                      </a:lnTo>
                      <a:lnTo>
                        <a:pt x="391" y="301"/>
                      </a:lnTo>
                      <a:lnTo>
                        <a:pt x="384" y="519"/>
                      </a:lnTo>
                      <a:lnTo>
                        <a:pt x="404" y="679"/>
                      </a:lnTo>
                      <a:lnTo>
                        <a:pt x="429" y="628"/>
                      </a:lnTo>
                      <a:lnTo>
                        <a:pt x="442" y="480"/>
                      </a:lnTo>
                      <a:lnTo>
                        <a:pt x="455" y="391"/>
                      </a:lnTo>
                      <a:lnTo>
                        <a:pt x="436" y="506"/>
                      </a:lnTo>
                      <a:lnTo>
                        <a:pt x="461" y="352"/>
                      </a:lnTo>
                      <a:lnTo>
                        <a:pt x="474" y="455"/>
                      </a:lnTo>
                      <a:lnTo>
                        <a:pt x="493" y="519"/>
                      </a:lnTo>
                      <a:lnTo>
                        <a:pt x="512" y="410"/>
                      </a:lnTo>
                      <a:lnTo>
                        <a:pt x="532" y="186"/>
                      </a:lnTo>
                      <a:lnTo>
                        <a:pt x="544" y="231"/>
                      </a:lnTo>
                      <a:lnTo>
                        <a:pt x="570" y="148"/>
                      </a:lnTo>
                      <a:lnTo>
                        <a:pt x="576" y="301"/>
                      </a:lnTo>
                      <a:lnTo>
                        <a:pt x="576" y="730"/>
                      </a:lnTo>
                      <a:lnTo>
                        <a:pt x="647" y="0"/>
                      </a:lnTo>
                      <a:lnTo>
                        <a:pt x="647" y="250"/>
                      </a:lnTo>
                      <a:lnTo>
                        <a:pt x="660" y="333"/>
                      </a:lnTo>
                      <a:lnTo>
                        <a:pt x="685" y="192"/>
                      </a:lnTo>
                      <a:lnTo>
                        <a:pt x="711" y="340"/>
                      </a:lnTo>
                      <a:lnTo>
                        <a:pt x="698" y="429"/>
                      </a:lnTo>
                      <a:lnTo>
                        <a:pt x="717" y="461"/>
                      </a:lnTo>
                    </a:path>
                  </a:pathLst>
                </a:custGeom>
                <a:noFill/>
                <a:ln w="9525">
                  <a:solidFill>
                    <a:srgbClr val="0079F2"/>
                  </a:solidFill>
                  <a:round/>
                  <a:headEnd/>
                  <a:tailEnd/>
                </a:ln>
              </p:spPr>
              <p:txBody>
                <a:bodyPr/>
                <a:lstStyle/>
                <a:p>
                  <a:endParaRPr lang="en-GB"/>
                </a:p>
              </p:txBody>
            </p:sp>
            <p:sp>
              <p:nvSpPr>
                <p:cNvPr id="17425" name="Freeform 16"/>
                <p:cNvSpPr>
                  <a:spLocks/>
                </p:cNvSpPr>
                <p:nvPr/>
              </p:nvSpPr>
              <p:spPr bwMode="auto">
                <a:xfrm flipH="1" flipV="1">
                  <a:off x="3770" y="1145"/>
                  <a:ext cx="313" cy="756"/>
                </a:xfrm>
                <a:custGeom>
                  <a:avLst/>
                  <a:gdLst>
                    <a:gd name="T0" fmla="*/ 0 w 717"/>
                    <a:gd name="T1" fmla="*/ 756 h 756"/>
                    <a:gd name="T2" fmla="*/ 4 w 717"/>
                    <a:gd name="T3" fmla="*/ 167 h 756"/>
                    <a:gd name="T4" fmla="*/ 5 w 717"/>
                    <a:gd name="T5" fmla="*/ 384 h 756"/>
                    <a:gd name="T6" fmla="*/ 7 w 717"/>
                    <a:gd name="T7" fmla="*/ 103 h 756"/>
                    <a:gd name="T8" fmla="*/ 10 w 717"/>
                    <a:gd name="T9" fmla="*/ 519 h 756"/>
                    <a:gd name="T10" fmla="*/ 11 w 717"/>
                    <a:gd name="T11" fmla="*/ 487 h 756"/>
                    <a:gd name="T12" fmla="*/ 11 w 717"/>
                    <a:gd name="T13" fmla="*/ 359 h 756"/>
                    <a:gd name="T14" fmla="*/ 14 w 717"/>
                    <a:gd name="T15" fmla="*/ 71 h 756"/>
                    <a:gd name="T16" fmla="*/ 16 w 717"/>
                    <a:gd name="T17" fmla="*/ 244 h 756"/>
                    <a:gd name="T18" fmla="*/ 17 w 717"/>
                    <a:gd name="T19" fmla="*/ 96 h 756"/>
                    <a:gd name="T20" fmla="*/ 18 w 717"/>
                    <a:gd name="T21" fmla="*/ 615 h 756"/>
                    <a:gd name="T22" fmla="*/ 21 w 717"/>
                    <a:gd name="T23" fmla="*/ 397 h 756"/>
                    <a:gd name="T24" fmla="*/ 24 w 717"/>
                    <a:gd name="T25" fmla="*/ 519 h 756"/>
                    <a:gd name="T26" fmla="*/ 25 w 717"/>
                    <a:gd name="T27" fmla="*/ 308 h 756"/>
                    <a:gd name="T28" fmla="*/ 28 w 717"/>
                    <a:gd name="T29" fmla="*/ 442 h 756"/>
                    <a:gd name="T30" fmla="*/ 29 w 717"/>
                    <a:gd name="T31" fmla="*/ 352 h 756"/>
                    <a:gd name="T32" fmla="*/ 30 w 717"/>
                    <a:gd name="T33" fmla="*/ 384 h 756"/>
                    <a:gd name="T34" fmla="*/ 31 w 717"/>
                    <a:gd name="T35" fmla="*/ 135 h 756"/>
                    <a:gd name="T36" fmla="*/ 33 w 717"/>
                    <a:gd name="T37" fmla="*/ 301 h 756"/>
                    <a:gd name="T38" fmla="*/ 32 w 717"/>
                    <a:gd name="T39" fmla="*/ 519 h 756"/>
                    <a:gd name="T40" fmla="*/ 34 w 717"/>
                    <a:gd name="T41" fmla="*/ 679 h 756"/>
                    <a:gd name="T42" fmla="*/ 36 w 717"/>
                    <a:gd name="T43" fmla="*/ 628 h 756"/>
                    <a:gd name="T44" fmla="*/ 37 w 717"/>
                    <a:gd name="T45" fmla="*/ 480 h 756"/>
                    <a:gd name="T46" fmla="*/ 38 w 717"/>
                    <a:gd name="T47" fmla="*/ 391 h 756"/>
                    <a:gd name="T48" fmla="*/ 36 w 717"/>
                    <a:gd name="T49" fmla="*/ 506 h 756"/>
                    <a:gd name="T50" fmla="*/ 38 w 717"/>
                    <a:gd name="T51" fmla="*/ 352 h 756"/>
                    <a:gd name="T52" fmla="*/ 39 w 717"/>
                    <a:gd name="T53" fmla="*/ 455 h 756"/>
                    <a:gd name="T54" fmla="*/ 41 w 717"/>
                    <a:gd name="T55" fmla="*/ 519 h 756"/>
                    <a:gd name="T56" fmla="*/ 43 w 717"/>
                    <a:gd name="T57" fmla="*/ 410 h 756"/>
                    <a:gd name="T58" fmla="*/ 44 w 717"/>
                    <a:gd name="T59" fmla="*/ 186 h 756"/>
                    <a:gd name="T60" fmla="*/ 45 w 717"/>
                    <a:gd name="T61" fmla="*/ 231 h 756"/>
                    <a:gd name="T62" fmla="*/ 48 w 717"/>
                    <a:gd name="T63" fmla="*/ 148 h 756"/>
                    <a:gd name="T64" fmla="*/ 48 w 717"/>
                    <a:gd name="T65" fmla="*/ 301 h 756"/>
                    <a:gd name="T66" fmla="*/ 48 w 717"/>
                    <a:gd name="T67" fmla="*/ 730 h 756"/>
                    <a:gd name="T68" fmla="*/ 54 w 717"/>
                    <a:gd name="T69" fmla="*/ 0 h 756"/>
                    <a:gd name="T70" fmla="*/ 54 w 717"/>
                    <a:gd name="T71" fmla="*/ 250 h 756"/>
                    <a:gd name="T72" fmla="*/ 55 w 717"/>
                    <a:gd name="T73" fmla="*/ 333 h 756"/>
                    <a:gd name="T74" fmla="*/ 57 w 717"/>
                    <a:gd name="T75" fmla="*/ 192 h 756"/>
                    <a:gd name="T76" fmla="*/ 59 w 717"/>
                    <a:gd name="T77" fmla="*/ 340 h 756"/>
                    <a:gd name="T78" fmla="*/ 58 w 717"/>
                    <a:gd name="T79" fmla="*/ 429 h 756"/>
                    <a:gd name="T80" fmla="*/ 60 w 717"/>
                    <a:gd name="T81" fmla="*/ 461 h 756"/>
                    <a:gd name="T82" fmla="*/ 0 60000 65536"/>
                    <a:gd name="T83" fmla="*/ 0 60000 65536"/>
                    <a:gd name="T84" fmla="*/ 0 60000 65536"/>
                    <a:gd name="T85" fmla="*/ 0 60000 65536"/>
                    <a:gd name="T86" fmla="*/ 0 60000 65536"/>
                    <a:gd name="T87" fmla="*/ 0 60000 65536"/>
                    <a:gd name="T88" fmla="*/ 0 60000 65536"/>
                    <a:gd name="T89" fmla="*/ 0 60000 65536"/>
                    <a:gd name="T90" fmla="*/ 0 60000 65536"/>
                    <a:gd name="T91" fmla="*/ 0 60000 65536"/>
                    <a:gd name="T92" fmla="*/ 0 60000 65536"/>
                    <a:gd name="T93" fmla="*/ 0 60000 65536"/>
                    <a:gd name="T94" fmla="*/ 0 60000 65536"/>
                    <a:gd name="T95" fmla="*/ 0 60000 65536"/>
                    <a:gd name="T96" fmla="*/ 0 60000 65536"/>
                    <a:gd name="T97" fmla="*/ 0 60000 65536"/>
                    <a:gd name="T98" fmla="*/ 0 60000 65536"/>
                    <a:gd name="T99" fmla="*/ 0 60000 65536"/>
                    <a:gd name="T100" fmla="*/ 0 60000 65536"/>
                    <a:gd name="T101" fmla="*/ 0 60000 65536"/>
                    <a:gd name="T102" fmla="*/ 0 60000 65536"/>
                    <a:gd name="T103" fmla="*/ 0 60000 65536"/>
                    <a:gd name="T104" fmla="*/ 0 60000 65536"/>
                    <a:gd name="T105" fmla="*/ 0 60000 65536"/>
                    <a:gd name="T106" fmla="*/ 0 60000 65536"/>
                    <a:gd name="T107" fmla="*/ 0 60000 65536"/>
                    <a:gd name="T108" fmla="*/ 0 60000 65536"/>
                    <a:gd name="T109" fmla="*/ 0 60000 65536"/>
                    <a:gd name="T110" fmla="*/ 0 60000 65536"/>
                    <a:gd name="T111" fmla="*/ 0 60000 65536"/>
                    <a:gd name="T112" fmla="*/ 0 60000 65536"/>
                    <a:gd name="T113" fmla="*/ 0 60000 65536"/>
                    <a:gd name="T114" fmla="*/ 0 60000 65536"/>
                    <a:gd name="T115" fmla="*/ 0 60000 65536"/>
                    <a:gd name="T116" fmla="*/ 0 60000 65536"/>
                    <a:gd name="T117" fmla="*/ 0 60000 65536"/>
                    <a:gd name="T118" fmla="*/ 0 60000 65536"/>
                    <a:gd name="T119" fmla="*/ 0 60000 65536"/>
                    <a:gd name="T120" fmla="*/ 0 60000 65536"/>
                    <a:gd name="T121" fmla="*/ 0 60000 65536"/>
                    <a:gd name="T122" fmla="*/ 0 60000 65536"/>
                    <a:gd name="T123" fmla="*/ 0 w 717"/>
                    <a:gd name="T124" fmla="*/ 0 h 756"/>
                    <a:gd name="T125" fmla="*/ 717 w 717"/>
                    <a:gd name="T126" fmla="*/ 756 h 756"/>
                  </a:gdLst>
                  <a:ahLst/>
                  <a:cxnLst>
                    <a:cxn ang="T82">
                      <a:pos x="T0" y="T1"/>
                    </a:cxn>
                    <a:cxn ang="T83">
                      <a:pos x="T2" y="T3"/>
                    </a:cxn>
                    <a:cxn ang="T84">
                      <a:pos x="T4" y="T5"/>
                    </a:cxn>
                    <a:cxn ang="T85">
                      <a:pos x="T6" y="T7"/>
                    </a:cxn>
                    <a:cxn ang="T86">
                      <a:pos x="T8" y="T9"/>
                    </a:cxn>
                    <a:cxn ang="T87">
                      <a:pos x="T10" y="T11"/>
                    </a:cxn>
                    <a:cxn ang="T88">
                      <a:pos x="T12" y="T13"/>
                    </a:cxn>
                    <a:cxn ang="T89">
                      <a:pos x="T14" y="T15"/>
                    </a:cxn>
                    <a:cxn ang="T90">
                      <a:pos x="T16" y="T17"/>
                    </a:cxn>
                    <a:cxn ang="T91">
                      <a:pos x="T18" y="T19"/>
                    </a:cxn>
                    <a:cxn ang="T92">
                      <a:pos x="T20" y="T21"/>
                    </a:cxn>
                    <a:cxn ang="T93">
                      <a:pos x="T22" y="T23"/>
                    </a:cxn>
                    <a:cxn ang="T94">
                      <a:pos x="T24" y="T25"/>
                    </a:cxn>
                    <a:cxn ang="T95">
                      <a:pos x="T26" y="T27"/>
                    </a:cxn>
                    <a:cxn ang="T96">
                      <a:pos x="T28" y="T29"/>
                    </a:cxn>
                    <a:cxn ang="T97">
                      <a:pos x="T30" y="T31"/>
                    </a:cxn>
                    <a:cxn ang="T98">
                      <a:pos x="T32" y="T33"/>
                    </a:cxn>
                    <a:cxn ang="T99">
                      <a:pos x="T34" y="T35"/>
                    </a:cxn>
                    <a:cxn ang="T100">
                      <a:pos x="T36" y="T37"/>
                    </a:cxn>
                    <a:cxn ang="T101">
                      <a:pos x="T38" y="T39"/>
                    </a:cxn>
                    <a:cxn ang="T102">
                      <a:pos x="T40" y="T41"/>
                    </a:cxn>
                    <a:cxn ang="T103">
                      <a:pos x="T42" y="T43"/>
                    </a:cxn>
                    <a:cxn ang="T104">
                      <a:pos x="T44" y="T45"/>
                    </a:cxn>
                    <a:cxn ang="T105">
                      <a:pos x="T46" y="T47"/>
                    </a:cxn>
                    <a:cxn ang="T106">
                      <a:pos x="T48" y="T49"/>
                    </a:cxn>
                    <a:cxn ang="T107">
                      <a:pos x="T50" y="T51"/>
                    </a:cxn>
                    <a:cxn ang="T108">
                      <a:pos x="T52" y="T53"/>
                    </a:cxn>
                    <a:cxn ang="T109">
                      <a:pos x="T54" y="T55"/>
                    </a:cxn>
                    <a:cxn ang="T110">
                      <a:pos x="T56" y="T57"/>
                    </a:cxn>
                    <a:cxn ang="T111">
                      <a:pos x="T58" y="T59"/>
                    </a:cxn>
                    <a:cxn ang="T112">
                      <a:pos x="T60" y="T61"/>
                    </a:cxn>
                    <a:cxn ang="T113">
                      <a:pos x="T62" y="T63"/>
                    </a:cxn>
                    <a:cxn ang="T114">
                      <a:pos x="T64" y="T65"/>
                    </a:cxn>
                    <a:cxn ang="T115">
                      <a:pos x="T66" y="T67"/>
                    </a:cxn>
                    <a:cxn ang="T116">
                      <a:pos x="T68" y="T69"/>
                    </a:cxn>
                    <a:cxn ang="T117">
                      <a:pos x="T70" y="T71"/>
                    </a:cxn>
                    <a:cxn ang="T118">
                      <a:pos x="T72" y="T73"/>
                    </a:cxn>
                    <a:cxn ang="T119">
                      <a:pos x="T74" y="T75"/>
                    </a:cxn>
                    <a:cxn ang="T120">
                      <a:pos x="T76" y="T77"/>
                    </a:cxn>
                    <a:cxn ang="T121">
                      <a:pos x="T78" y="T79"/>
                    </a:cxn>
                    <a:cxn ang="T122">
                      <a:pos x="T80" y="T81"/>
                    </a:cxn>
                  </a:cxnLst>
                  <a:rect l="T123" t="T124" r="T125" b="T126"/>
                  <a:pathLst>
                    <a:path w="717" h="756">
                      <a:moveTo>
                        <a:pt x="0" y="756"/>
                      </a:moveTo>
                      <a:lnTo>
                        <a:pt x="52" y="167"/>
                      </a:lnTo>
                      <a:lnTo>
                        <a:pt x="64" y="384"/>
                      </a:lnTo>
                      <a:lnTo>
                        <a:pt x="90" y="103"/>
                      </a:lnTo>
                      <a:lnTo>
                        <a:pt x="116" y="519"/>
                      </a:lnTo>
                      <a:lnTo>
                        <a:pt x="135" y="487"/>
                      </a:lnTo>
                      <a:lnTo>
                        <a:pt x="135" y="359"/>
                      </a:lnTo>
                      <a:lnTo>
                        <a:pt x="167" y="71"/>
                      </a:lnTo>
                      <a:lnTo>
                        <a:pt x="192" y="244"/>
                      </a:lnTo>
                      <a:lnTo>
                        <a:pt x="205" y="96"/>
                      </a:lnTo>
                      <a:lnTo>
                        <a:pt x="218" y="615"/>
                      </a:lnTo>
                      <a:lnTo>
                        <a:pt x="244" y="397"/>
                      </a:lnTo>
                      <a:lnTo>
                        <a:pt x="282" y="519"/>
                      </a:lnTo>
                      <a:lnTo>
                        <a:pt x="308" y="308"/>
                      </a:lnTo>
                      <a:lnTo>
                        <a:pt x="333" y="442"/>
                      </a:lnTo>
                      <a:lnTo>
                        <a:pt x="346" y="352"/>
                      </a:lnTo>
                      <a:lnTo>
                        <a:pt x="365" y="384"/>
                      </a:lnTo>
                      <a:lnTo>
                        <a:pt x="378" y="135"/>
                      </a:lnTo>
                      <a:lnTo>
                        <a:pt x="391" y="301"/>
                      </a:lnTo>
                      <a:lnTo>
                        <a:pt x="384" y="519"/>
                      </a:lnTo>
                      <a:lnTo>
                        <a:pt x="404" y="679"/>
                      </a:lnTo>
                      <a:lnTo>
                        <a:pt x="429" y="628"/>
                      </a:lnTo>
                      <a:lnTo>
                        <a:pt x="442" y="480"/>
                      </a:lnTo>
                      <a:lnTo>
                        <a:pt x="455" y="391"/>
                      </a:lnTo>
                      <a:lnTo>
                        <a:pt x="436" y="506"/>
                      </a:lnTo>
                      <a:lnTo>
                        <a:pt x="461" y="352"/>
                      </a:lnTo>
                      <a:lnTo>
                        <a:pt x="474" y="455"/>
                      </a:lnTo>
                      <a:lnTo>
                        <a:pt x="493" y="519"/>
                      </a:lnTo>
                      <a:lnTo>
                        <a:pt x="512" y="410"/>
                      </a:lnTo>
                      <a:lnTo>
                        <a:pt x="532" y="186"/>
                      </a:lnTo>
                      <a:lnTo>
                        <a:pt x="544" y="231"/>
                      </a:lnTo>
                      <a:lnTo>
                        <a:pt x="570" y="148"/>
                      </a:lnTo>
                      <a:lnTo>
                        <a:pt x="576" y="301"/>
                      </a:lnTo>
                      <a:lnTo>
                        <a:pt x="576" y="730"/>
                      </a:lnTo>
                      <a:lnTo>
                        <a:pt x="647" y="0"/>
                      </a:lnTo>
                      <a:lnTo>
                        <a:pt x="647" y="250"/>
                      </a:lnTo>
                      <a:lnTo>
                        <a:pt x="660" y="333"/>
                      </a:lnTo>
                      <a:lnTo>
                        <a:pt x="685" y="192"/>
                      </a:lnTo>
                      <a:lnTo>
                        <a:pt x="711" y="340"/>
                      </a:lnTo>
                      <a:lnTo>
                        <a:pt x="698" y="429"/>
                      </a:lnTo>
                      <a:lnTo>
                        <a:pt x="717" y="461"/>
                      </a:lnTo>
                    </a:path>
                  </a:pathLst>
                </a:custGeom>
                <a:noFill/>
                <a:ln w="9525">
                  <a:solidFill>
                    <a:srgbClr val="0079F2"/>
                  </a:solidFill>
                  <a:round/>
                  <a:headEnd/>
                  <a:tailEnd/>
                </a:ln>
              </p:spPr>
              <p:txBody>
                <a:bodyPr/>
                <a:lstStyle/>
                <a:p>
                  <a:endParaRPr lang="en-GB"/>
                </a:p>
              </p:txBody>
            </p:sp>
            <p:sp>
              <p:nvSpPr>
                <p:cNvPr id="17426" name="Freeform 17"/>
                <p:cNvSpPr>
                  <a:spLocks/>
                </p:cNvSpPr>
                <p:nvPr/>
              </p:nvSpPr>
              <p:spPr bwMode="auto">
                <a:xfrm flipH="1">
                  <a:off x="4077" y="1119"/>
                  <a:ext cx="313" cy="756"/>
                </a:xfrm>
                <a:custGeom>
                  <a:avLst/>
                  <a:gdLst>
                    <a:gd name="T0" fmla="*/ 0 w 717"/>
                    <a:gd name="T1" fmla="*/ 756 h 756"/>
                    <a:gd name="T2" fmla="*/ 4 w 717"/>
                    <a:gd name="T3" fmla="*/ 167 h 756"/>
                    <a:gd name="T4" fmla="*/ 5 w 717"/>
                    <a:gd name="T5" fmla="*/ 384 h 756"/>
                    <a:gd name="T6" fmla="*/ 7 w 717"/>
                    <a:gd name="T7" fmla="*/ 103 h 756"/>
                    <a:gd name="T8" fmla="*/ 10 w 717"/>
                    <a:gd name="T9" fmla="*/ 519 h 756"/>
                    <a:gd name="T10" fmla="*/ 11 w 717"/>
                    <a:gd name="T11" fmla="*/ 487 h 756"/>
                    <a:gd name="T12" fmla="*/ 11 w 717"/>
                    <a:gd name="T13" fmla="*/ 359 h 756"/>
                    <a:gd name="T14" fmla="*/ 14 w 717"/>
                    <a:gd name="T15" fmla="*/ 71 h 756"/>
                    <a:gd name="T16" fmla="*/ 16 w 717"/>
                    <a:gd name="T17" fmla="*/ 244 h 756"/>
                    <a:gd name="T18" fmla="*/ 17 w 717"/>
                    <a:gd name="T19" fmla="*/ 96 h 756"/>
                    <a:gd name="T20" fmla="*/ 18 w 717"/>
                    <a:gd name="T21" fmla="*/ 615 h 756"/>
                    <a:gd name="T22" fmla="*/ 21 w 717"/>
                    <a:gd name="T23" fmla="*/ 397 h 756"/>
                    <a:gd name="T24" fmla="*/ 24 w 717"/>
                    <a:gd name="T25" fmla="*/ 519 h 756"/>
                    <a:gd name="T26" fmla="*/ 25 w 717"/>
                    <a:gd name="T27" fmla="*/ 308 h 756"/>
                    <a:gd name="T28" fmla="*/ 28 w 717"/>
                    <a:gd name="T29" fmla="*/ 442 h 756"/>
                    <a:gd name="T30" fmla="*/ 29 w 717"/>
                    <a:gd name="T31" fmla="*/ 352 h 756"/>
                    <a:gd name="T32" fmla="*/ 30 w 717"/>
                    <a:gd name="T33" fmla="*/ 384 h 756"/>
                    <a:gd name="T34" fmla="*/ 31 w 717"/>
                    <a:gd name="T35" fmla="*/ 135 h 756"/>
                    <a:gd name="T36" fmla="*/ 33 w 717"/>
                    <a:gd name="T37" fmla="*/ 301 h 756"/>
                    <a:gd name="T38" fmla="*/ 32 w 717"/>
                    <a:gd name="T39" fmla="*/ 519 h 756"/>
                    <a:gd name="T40" fmla="*/ 34 w 717"/>
                    <a:gd name="T41" fmla="*/ 679 h 756"/>
                    <a:gd name="T42" fmla="*/ 36 w 717"/>
                    <a:gd name="T43" fmla="*/ 628 h 756"/>
                    <a:gd name="T44" fmla="*/ 37 w 717"/>
                    <a:gd name="T45" fmla="*/ 480 h 756"/>
                    <a:gd name="T46" fmla="*/ 38 w 717"/>
                    <a:gd name="T47" fmla="*/ 391 h 756"/>
                    <a:gd name="T48" fmla="*/ 36 w 717"/>
                    <a:gd name="T49" fmla="*/ 506 h 756"/>
                    <a:gd name="T50" fmla="*/ 38 w 717"/>
                    <a:gd name="T51" fmla="*/ 352 h 756"/>
                    <a:gd name="T52" fmla="*/ 39 w 717"/>
                    <a:gd name="T53" fmla="*/ 455 h 756"/>
                    <a:gd name="T54" fmla="*/ 41 w 717"/>
                    <a:gd name="T55" fmla="*/ 519 h 756"/>
                    <a:gd name="T56" fmla="*/ 43 w 717"/>
                    <a:gd name="T57" fmla="*/ 410 h 756"/>
                    <a:gd name="T58" fmla="*/ 44 w 717"/>
                    <a:gd name="T59" fmla="*/ 186 h 756"/>
                    <a:gd name="T60" fmla="*/ 45 w 717"/>
                    <a:gd name="T61" fmla="*/ 231 h 756"/>
                    <a:gd name="T62" fmla="*/ 48 w 717"/>
                    <a:gd name="T63" fmla="*/ 148 h 756"/>
                    <a:gd name="T64" fmla="*/ 48 w 717"/>
                    <a:gd name="T65" fmla="*/ 301 h 756"/>
                    <a:gd name="T66" fmla="*/ 48 w 717"/>
                    <a:gd name="T67" fmla="*/ 730 h 756"/>
                    <a:gd name="T68" fmla="*/ 54 w 717"/>
                    <a:gd name="T69" fmla="*/ 0 h 756"/>
                    <a:gd name="T70" fmla="*/ 54 w 717"/>
                    <a:gd name="T71" fmla="*/ 250 h 756"/>
                    <a:gd name="T72" fmla="*/ 55 w 717"/>
                    <a:gd name="T73" fmla="*/ 333 h 756"/>
                    <a:gd name="T74" fmla="*/ 57 w 717"/>
                    <a:gd name="T75" fmla="*/ 192 h 756"/>
                    <a:gd name="T76" fmla="*/ 59 w 717"/>
                    <a:gd name="T77" fmla="*/ 340 h 756"/>
                    <a:gd name="T78" fmla="*/ 58 w 717"/>
                    <a:gd name="T79" fmla="*/ 429 h 756"/>
                    <a:gd name="T80" fmla="*/ 60 w 717"/>
                    <a:gd name="T81" fmla="*/ 461 h 756"/>
                    <a:gd name="T82" fmla="*/ 0 60000 65536"/>
                    <a:gd name="T83" fmla="*/ 0 60000 65536"/>
                    <a:gd name="T84" fmla="*/ 0 60000 65536"/>
                    <a:gd name="T85" fmla="*/ 0 60000 65536"/>
                    <a:gd name="T86" fmla="*/ 0 60000 65536"/>
                    <a:gd name="T87" fmla="*/ 0 60000 65536"/>
                    <a:gd name="T88" fmla="*/ 0 60000 65536"/>
                    <a:gd name="T89" fmla="*/ 0 60000 65536"/>
                    <a:gd name="T90" fmla="*/ 0 60000 65536"/>
                    <a:gd name="T91" fmla="*/ 0 60000 65536"/>
                    <a:gd name="T92" fmla="*/ 0 60000 65536"/>
                    <a:gd name="T93" fmla="*/ 0 60000 65536"/>
                    <a:gd name="T94" fmla="*/ 0 60000 65536"/>
                    <a:gd name="T95" fmla="*/ 0 60000 65536"/>
                    <a:gd name="T96" fmla="*/ 0 60000 65536"/>
                    <a:gd name="T97" fmla="*/ 0 60000 65536"/>
                    <a:gd name="T98" fmla="*/ 0 60000 65536"/>
                    <a:gd name="T99" fmla="*/ 0 60000 65536"/>
                    <a:gd name="T100" fmla="*/ 0 60000 65536"/>
                    <a:gd name="T101" fmla="*/ 0 60000 65536"/>
                    <a:gd name="T102" fmla="*/ 0 60000 65536"/>
                    <a:gd name="T103" fmla="*/ 0 60000 65536"/>
                    <a:gd name="T104" fmla="*/ 0 60000 65536"/>
                    <a:gd name="T105" fmla="*/ 0 60000 65536"/>
                    <a:gd name="T106" fmla="*/ 0 60000 65536"/>
                    <a:gd name="T107" fmla="*/ 0 60000 65536"/>
                    <a:gd name="T108" fmla="*/ 0 60000 65536"/>
                    <a:gd name="T109" fmla="*/ 0 60000 65536"/>
                    <a:gd name="T110" fmla="*/ 0 60000 65536"/>
                    <a:gd name="T111" fmla="*/ 0 60000 65536"/>
                    <a:gd name="T112" fmla="*/ 0 60000 65536"/>
                    <a:gd name="T113" fmla="*/ 0 60000 65536"/>
                    <a:gd name="T114" fmla="*/ 0 60000 65536"/>
                    <a:gd name="T115" fmla="*/ 0 60000 65536"/>
                    <a:gd name="T116" fmla="*/ 0 60000 65536"/>
                    <a:gd name="T117" fmla="*/ 0 60000 65536"/>
                    <a:gd name="T118" fmla="*/ 0 60000 65536"/>
                    <a:gd name="T119" fmla="*/ 0 60000 65536"/>
                    <a:gd name="T120" fmla="*/ 0 60000 65536"/>
                    <a:gd name="T121" fmla="*/ 0 60000 65536"/>
                    <a:gd name="T122" fmla="*/ 0 60000 65536"/>
                    <a:gd name="T123" fmla="*/ 0 w 717"/>
                    <a:gd name="T124" fmla="*/ 0 h 756"/>
                    <a:gd name="T125" fmla="*/ 717 w 717"/>
                    <a:gd name="T126" fmla="*/ 756 h 756"/>
                  </a:gdLst>
                  <a:ahLst/>
                  <a:cxnLst>
                    <a:cxn ang="T82">
                      <a:pos x="T0" y="T1"/>
                    </a:cxn>
                    <a:cxn ang="T83">
                      <a:pos x="T2" y="T3"/>
                    </a:cxn>
                    <a:cxn ang="T84">
                      <a:pos x="T4" y="T5"/>
                    </a:cxn>
                    <a:cxn ang="T85">
                      <a:pos x="T6" y="T7"/>
                    </a:cxn>
                    <a:cxn ang="T86">
                      <a:pos x="T8" y="T9"/>
                    </a:cxn>
                    <a:cxn ang="T87">
                      <a:pos x="T10" y="T11"/>
                    </a:cxn>
                    <a:cxn ang="T88">
                      <a:pos x="T12" y="T13"/>
                    </a:cxn>
                    <a:cxn ang="T89">
                      <a:pos x="T14" y="T15"/>
                    </a:cxn>
                    <a:cxn ang="T90">
                      <a:pos x="T16" y="T17"/>
                    </a:cxn>
                    <a:cxn ang="T91">
                      <a:pos x="T18" y="T19"/>
                    </a:cxn>
                    <a:cxn ang="T92">
                      <a:pos x="T20" y="T21"/>
                    </a:cxn>
                    <a:cxn ang="T93">
                      <a:pos x="T22" y="T23"/>
                    </a:cxn>
                    <a:cxn ang="T94">
                      <a:pos x="T24" y="T25"/>
                    </a:cxn>
                    <a:cxn ang="T95">
                      <a:pos x="T26" y="T27"/>
                    </a:cxn>
                    <a:cxn ang="T96">
                      <a:pos x="T28" y="T29"/>
                    </a:cxn>
                    <a:cxn ang="T97">
                      <a:pos x="T30" y="T31"/>
                    </a:cxn>
                    <a:cxn ang="T98">
                      <a:pos x="T32" y="T33"/>
                    </a:cxn>
                    <a:cxn ang="T99">
                      <a:pos x="T34" y="T35"/>
                    </a:cxn>
                    <a:cxn ang="T100">
                      <a:pos x="T36" y="T37"/>
                    </a:cxn>
                    <a:cxn ang="T101">
                      <a:pos x="T38" y="T39"/>
                    </a:cxn>
                    <a:cxn ang="T102">
                      <a:pos x="T40" y="T41"/>
                    </a:cxn>
                    <a:cxn ang="T103">
                      <a:pos x="T42" y="T43"/>
                    </a:cxn>
                    <a:cxn ang="T104">
                      <a:pos x="T44" y="T45"/>
                    </a:cxn>
                    <a:cxn ang="T105">
                      <a:pos x="T46" y="T47"/>
                    </a:cxn>
                    <a:cxn ang="T106">
                      <a:pos x="T48" y="T49"/>
                    </a:cxn>
                    <a:cxn ang="T107">
                      <a:pos x="T50" y="T51"/>
                    </a:cxn>
                    <a:cxn ang="T108">
                      <a:pos x="T52" y="T53"/>
                    </a:cxn>
                    <a:cxn ang="T109">
                      <a:pos x="T54" y="T55"/>
                    </a:cxn>
                    <a:cxn ang="T110">
                      <a:pos x="T56" y="T57"/>
                    </a:cxn>
                    <a:cxn ang="T111">
                      <a:pos x="T58" y="T59"/>
                    </a:cxn>
                    <a:cxn ang="T112">
                      <a:pos x="T60" y="T61"/>
                    </a:cxn>
                    <a:cxn ang="T113">
                      <a:pos x="T62" y="T63"/>
                    </a:cxn>
                    <a:cxn ang="T114">
                      <a:pos x="T64" y="T65"/>
                    </a:cxn>
                    <a:cxn ang="T115">
                      <a:pos x="T66" y="T67"/>
                    </a:cxn>
                    <a:cxn ang="T116">
                      <a:pos x="T68" y="T69"/>
                    </a:cxn>
                    <a:cxn ang="T117">
                      <a:pos x="T70" y="T71"/>
                    </a:cxn>
                    <a:cxn ang="T118">
                      <a:pos x="T72" y="T73"/>
                    </a:cxn>
                    <a:cxn ang="T119">
                      <a:pos x="T74" y="T75"/>
                    </a:cxn>
                    <a:cxn ang="T120">
                      <a:pos x="T76" y="T77"/>
                    </a:cxn>
                    <a:cxn ang="T121">
                      <a:pos x="T78" y="T79"/>
                    </a:cxn>
                    <a:cxn ang="T122">
                      <a:pos x="T80" y="T81"/>
                    </a:cxn>
                  </a:cxnLst>
                  <a:rect l="T123" t="T124" r="T125" b="T126"/>
                  <a:pathLst>
                    <a:path w="717" h="756">
                      <a:moveTo>
                        <a:pt x="0" y="756"/>
                      </a:moveTo>
                      <a:lnTo>
                        <a:pt x="52" y="167"/>
                      </a:lnTo>
                      <a:lnTo>
                        <a:pt x="64" y="384"/>
                      </a:lnTo>
                      <a:lnTo>
                        <a:pt x="90" y="103"/>
                      </a:lnTo>
                      <a:lnTo>
                        <a:pt x="116" y="519"/>
                      </a:lnTo>
                      <a:lnTo>
                        <a:pt x="135" y="487"/>
                      </a:lnTo>
                      <a:lnTo>
                        <a:pt x="135" y="359"/>
                      </a:lnTo>
                      <a:lnTo>
                        <a:pt x="167" y="71"/>
                      </a:lnTo>
                      <a:lnTo>
                        <a:pt x="192" y="244"/>
                      </a:lnTo>
                      <a:lnTo>
                        <a:pt x="205" y="96"/>
                      </a:lnTo>
                      <a:lnTo>
                        <a:pt x="218" y="615"/>
                      </a:lnTo>
                      <a:lnTo>
                        <a:pt x="244" y="397"/>
                      </a:lnTo>
                      <a:lnTo>
                        <a:pt x="282" y="519"/>
                      </a:lnTo>
                      <a:lnTo>
                        <a:pt x="308" y="308"/>
                      </a:lnTo>
                      <a:lnTo>
                        <a:pt x="333" y="442"/>
                      </a:lnTo>
                      <a:lnTo>
                        <a:pt x="346" y="352"/>
                      </a:lnTo>
                      <a:lnTo>
                        <a:pt x="365" y="384"/>
                      </a:lnTo>
                      <a:lnTo>
                        <a:pt x="378" y="135"/>
                      </a:lnTo>
                      <a:lnTo>
                        <a:pt x="391" y="301"/>
                      </a:lnTo>
                      <a:lnTo>
                        <a:pt x="384" y="519"/>
                      </a:lnTo>
                      <a:lnTo>
                        <a:pt x="404" y="679"/>
                      </a:lnTo>
                      <a:lnTo>
                        <a:pt x="429" y="628"/>
                      </a:lnTo>
                      <a:lnTo>
                        <a:pt x="442" y="480"/>
                      </a:lnTo>
                      <a:lnTo>
                        <a:pt x="455" y="391"/>
                      </a:lnTo>
                      <a:lnTo>
                        <a:pt x="436" y="506"/>
                      </a:lnTo>
                      <a:lnTo>
                        <a:pt x="461" y="352"/>
                      </a:lnTo>
                      <a:lnTo>
                        <a:pt x="474" y="455"/>
                      </a:lnTo>
                      <a:lnTo>
                        <a:pt x="493" y="519"/>
                      </a:lnTo>
                      <a:lnTo>
                        <a:pt x="512" y="410"/>
                      </a:lnTo>
                      <a:lnTo>
                        <a:pt x="532" y="186"/>
                      </a:lnTo>
                      <a:lnTo>
                        <a:pt x="544" y="231"/>
                      </a:lnTo>
                      <a:lnTo>
                        <a:pt x="570" y="148"/>
                      </a:lnTo>
                      <a:lnTo>
                        <a:pt x="576" y="301"/>
                      </a:lnTo>
                      <a:lnTo>
                        <a:pt x="576" y="730"/>
                      </a:lnTo>
                      <a:lnTo>
                        <a:pt x="647" y="0"/>
                      </a:lnTo>
                      <a:lnTo>
                        <a:pt x="647" y="250"/>
                      </a:lnTo>
                      <a:lnTo>
                        <a:pt x="660" y="333"/>
                      </a:lnTo>
                      <a:lnTo>
                        <a:pt x="685" y="192"/>
                      </a:lnTo>
                      <a:lnTo>
                        <a:pt x="711" y="340"/>
                      </a:lnTo>
                      <a:lnTo>
                        <a:pt x="698" y="429"/>
                      </a:lnTo>
                      <a:lnTo>
                        <a:pt x="717" y="461"/>
                      </a:lnTo>
                    </a:path>
                  </a:pathLst>
                </a:custGeom>
                <a:noFill/>
                <a:ln w="9525">
                  <a:solidFill>
                    <a:srgbClr val="0079F2"/>
                  </a:solidFill>
                  <a:round/>
                  <a:headEnd/>
                  <a:tailEnd/>
                </a:ln>
              </p:spPr>
              <p:txBody>
                <a:bodyPr/>
                <a:lstStyle/>
                <a:p>
                  <a:endParaRPr lang="en-GB"/>
                </a:p>
              </p:txBody>
            </p:sp>
            <p:sp>
              <p:nvSpPr>
                <p:cNvPr id="17427" name="Freeform 18"/>
                <p:cNvSpPr>
                  <a:spLocks/>
                </p:cNvSpPr>
                <p:nvPr/>
              </p:nvSpPr>
              <p:spPr bwMode="auto">
                <a:xfrm flipV="1">
                  <a:off x="4385" y="1138"/>
                  <a:ext cx="313" cy="756"/>
                </a:xfrm>
                <a:custGeom>
                  <a:avLst/>
                  <a:gdLst>
                    <a:gd name="T0" fmla="*/ 0 w 717"/>
                    <a:gd name="T1" fmla="*/ 756 h 756"/>
                    <a:gd name="T2" fmla="*/ 4 w 717"/>
                    <a:gd name="T3" fmla="*/ 167 h 756"/>
                    <a:gd name="T4" fmla="*/ 5 w 717"/>
                    <a:gd name="T5" fmla="*/ 384 h 756"/>
                    <a:gd name="T6" fmla="*/ 7 w 717"/>
                    <a:gd name="T7" fmla="*/ 103 h 756"/>
                    <a:gd name="T8" fmla="*/ 10 w 717"/>
                    <a:gd name="T9" fmla="*/ 519 h 756"/>
                    <a:gd name="T10" fmla="*/ 11 w 717"/>
                    <a:gd name="T11" fmla="*/ 487 h 756"/>
                    <a:gd name="T12" fmla="*/ 11 w 717"/>
                    <a:gd name="T13" fmla="*/ 359 h 756"/>
                    <a:gd name="T14" fmla="*/ 14 w 717"/>
                    <a:gd name="T15" fmla="*/ 71 h 756"/>
                    <a:gd name="T16" fmla="*/ 16 w 717"/>
                    <a:gd name="T17" fmla="*/ 244 h 756"/>
                    <a:gd name="T18" fmla="*/ 17 w 717"/>
                    <a:gd name="T19" fmla="*/ 96 h 756"/>
                    <a:gd name="T20" fmla="*/ 18 w 717"/>
                    <a:gd name="T21" fmla="*/ 615 h 756"/>
                    <a:gd name="T22" fmla="*/ 21 w 717"/>
                    <a:gd name="T23" fmla="*/ 397 h 756"/>
                    <a:gd name="T24" fmla="*/ 24 w 717"/>
                    <a:gd name="T25" fmla="*/ 519 h 756"/>
                    <a:gd name="T26" fmla="*/ 25 w 717"/>
                    <a:gd name="T27" fmla="*/ 308 h 756"/>
                    <a:gd name="T28" fmla="*/ 28 w 717"/>
                    <a:gd name="T29" fmla="*/ 442 h 756"/>
                    <a:gd name="T30" fmla="*/ 29 w 717"/>
                    <a:gd name="T31" fmla="*/ 352 h 756"/>
                    <a:gd name="T32" fmla="*/ 30 w 717"/>
                    <a:gd name="T33" fmla="*/ 384 h 756"/>
                    <a:gd name="T34" fmla="*/ 31 w 717"/>
                    <a:gd name="T35" fmla="*/ 135 h 756"/>
                    <a:gd name="T36" fmla="*/ 33 w 717"/>
                    <a:gd name="T37" fmla="*/ 301 h 756"/>
                    <a:gd name="T38" fmla="*/ 32 w 717"/>
                    <a:gd name="T39" fmla="*/ 519 h 756"/>
                    <a:gd name="T40" fmla="*/ 34 w 717"/>
                    <a:gd name="T41" fmla="*/ 679 h 756"/>
                    <a:gd name="T42" fmla="*/ 36 w 717"/>
                    <a:gd name="T43" fmla="*/ 628 h 756"/>
                    <a:gd name="T44" fmla="*/ 37 w 717"/>
                    <a:gd name="T45" fmla="*/ 480 h 756"/>
                    <a:gd name="T46" fmla="*/ 38 w 717"/>
                    <a:gd name="T47" fmla="*/ 391 h 756"/>
                    <a:gd name="T48" fmla="*/ 36 w 717"/>
                    <a:gd name="T49" fmla="*/ 506 h 756"/>
                    <a:gd name="T50" fmla="*/ 38 w 717"/>
                    <a:gd name="T51" fmla="*/ 352 h 756"/>
                    <a:gd name="T52" fmla="*/ 39 w 717"/>
                    <a:gd name="T53" fmla="*/ 455 h 756"/>
                    <a:gd name="T54" fmla="*/ 41 w 717"/>
                    <a:gd name="T55" fmla="*/ 519 h 756"/>
                    <a:gd name="T56" fmla="*/ 43 w 717"/>
                    <a:gd name="T57" fmla="*/ 410 h 756"/>
                    <a:gd name="T58" fmla="*/ 44 w 717"/>
                    <a:gd name="T59" fmla="*/ 186 h 756"/>
                    <a:gd name="T60" fmla="*/ 45 w 717"/>
                    <a:gd name="T61" fmla="*/ 231 h 756"/>
                    <a:gd name="T62" fmla="*/ 48 w 717"/>
                    <a:gd name="T63" fmla="*/ 148 h 756"/>
                    <a:gd name="T64" fmla="*/ 48 w 717"/>
                    <a:gd name="T65" fmla="*/ 301 h 756"/>
                    <a:gd name="T66" fmla="*/ 48 w 717"/>
                    <a:gd name="T67" fmla="*/ 730 h 756"/>
                    <a:gd name="T68" fmla="*/ 54 w 717"/>
                    <a:gd name="T69" fmla="*/ 0 h 756"/>
                    <a:gd name="T70" fmla="*/ 54 w 717"/>
                    <a:gd name="T71" fmla="*/ 250 h 756"/>
                    <a:gd name="T72" fmla="*/ 55 w 717"/>
                    <a:gd name="T73" fmla="*/ 333 h 756"/>
                    <a:gd name="T74" fmla="*/ 57 w 717"/>
                    <a:gd name="T75" fmla="*/ 192 h 756"/>
                    <a:gd name="T76" fmla="*/ 59 w 717"/>
                    <a:gd name="T77" fmla="*/ 340 h 756"/>
                    <a:gd name="T78" fmla="*/ 58 w 717"/>
                    <a:gd name="T79" fmla="*/ 429 h 756"/>
                    <a:gd name="T80" fmla="*/ 60 w 717"/>
                    <a:gd name="T81" fmla="*/ 461 h 756"/>
                    <a:gd name="T82" fmla="*/ 0 60000 65536"/>
                    <a:gd name="T83" fmla="*/ 0 60000 65536"/>
                    <a:gd name="T84" fmla="*/ 0 60000 65536"/>
                    <a:gd name="T85" fmla="*/ 0 60000 65536"/>
                    <a:gd name="T86" fmla="*/ 0 60000 65536"/>
                    <a:gd name="T87" fmla="*/ 0 60000 65536"/>
                    <a:gd name="T88" fmla="*/ 0 60000 65536"/>
                    <a:gd name="T89" fmla="*/ 0 60000 65536"/>
                    <a:gd name="T90" fmla="*/ 0 60000 65536"/>
                    <a:gd name="T91" fmla="*/ 0 60000 65536"/>
                    <a:gd name="T92" fmla="*/ 0 60000 65536"/>
                    <a:gd name="T93" fmla="*/ 0 60000 65536"/>
                    <a:gd name="T94" fmla="*/ 0 60000 65536"/>
                    <a:gd name="T95" fmla="*/ 0 60000 65536"/>
                    <a:gd name="T96" fmla="*/ 0 60000 65536"/>
                    <a:gd name="T97" fmla="*/ 0 60000 65536"/>
                    <a:gd name="T98" fmla="*/ 0 60000 65536"/>
                    <a:gd name="T99" fmla="*/ 0 60000 65536"/>
                    <a:gd name="T100" fmla="*/ 0 60000 65536"/>
                    <a:gd name="T101" fmla="*/ 0 60000 65536"/>
                    <a:gd name="T102" fmla="*/ 0 60000 65536"/>
                    <a:gd name="T103" fmla="*/ 0 60000 65536"/>
                    <a:gd name="T104" fmla="*/ 0 60000 65536"/>
                    <a:gd name="T105" fmla="*/ 0 60000 65536"/>
                    <a:gd name="T106" fmla="*/ 0 60000 65536"/>
                    <a:gd name="T107" fmla="*/ 0 60000 65536"/>
                    <a:gd name="T108" fmla="*/ 0 60000 65536"/>
                    <a:gd name="T109" fmla="*/ 0 60000 65536"/>
                    <a:gd name="T110" fmla="*/ 0 60000 65536"/>
                    <a:gd name="T111" fmla="*/ 0 60000 65536"/>
                    <a:gd name="T112" fmla="*/ 0 60000 65536"/>
                    <a:gd name="T113" fmla="*/ 0 60000 65536"/>
                    <a:gd name="T114" fmla="*/ 0 60000 65536"/>
                    <a:gd name="T115" fmla="*/ 0 60000 65536"/>
                    <a:gd name="T116" fmla="*/ 0 60000 65536"/>
                    <a:gd name="T117" fmla="*/ 0 60000 65536"/>
                    <a:gd name="T118" fmla="*/ 0 60000 65536"/>
                    <a:gd name="T119" fmla="*/ 0 60000 65536"/>
                    <a:gd name="T120" fmla="*/ 0 60000 65536"/>
                    <a:gd name="T121" fmla="*/ 0 60000 65536"/>
                    <a:gd name="T122" fmla="*/ 0 60000 65536"/>
                    <a:gd name="T123" fmla="*/ 0 w 717"/>
                    <a:gd name="T124" fmla="*/ 0 h 756"/>
                    <a:gd name="T125" fmla="*/ 717 w 717"/>
                    <a:gd name="T126" fmla="*/ 756 h 756"/>
                  </a:gdLst>
                  <a:ahLst/>
                  <a:cxnLst>
                    <a:cxn ang="T82">
                      <a:pos x="T0" y="T1"/>
                    </a:cxn>
                    <a:cxn ang="T83">
                      <a:pos x="T2" y="T3"/>
                    </a:cxn>
                    <a:cxn ang="T84">
                      <a:pos x="T4" y="T5"/>
                    </a:cxn>
                    <a:cxn ang="T85">
                      <a:pos x="T6" y="T7"/>
                    </a:cxn>
                    <a:cxn ang="T86">
                      <a:pos x="T8" y="T9"/>
                    </a:cxn>
                    <a:cxn ang="T87">
                      <a:pos x="T10" y="T11"/>
                    </a:cxn>
                    <a:cxn ang="T88">
                      <a:pos x="T12" y="T13"/>
                    </a:cxn>
                    <a:cxn ang="T89">
                      <a:pos x="T14" y="T15"/>
                    </a:cxn>
                    <a:cxn ang="T90">
                      <a:pos x="T16" y="T17"/>
                    </a:cxn>
                    <a:cxn ang="T91">
                      <a:pos x="T18" y="T19"/>
                    </a:cxn>
                    <a:cxn ang="T92">
                      <a:pos x="T20" y="T21"/>
                    </a:cxn>
                    <a:cxn ang="T93">
                      <a:pos x="T22" y="T23"/>
                    </a:cxn>
                    <a:cxn ang="T94">
                      <a:pos x="T24" y="T25"/>
                    </a:cxn>
                    <a:cxn ang="T95">
                      <a:pos x="T26" y="T27"/>
                    </a:cxn>
                    <a:cxn ang="T96">
                      <a:pos x="T28" y="T29"/>
                    </a:cxn>
                    <a:cxn ang="T97">
                      <a:pos x="T30" y="T31"/>
                    </a:cxn>
                    <a:cxn ang="T98">
                      <a:pos x="T32" y="T33"/>
                    </a:cxn>
                    <a:cxn ang="T99">
                      <a:pos x="T34" y="T35"/>
                    </a:cxn>
                    <a:cxn ang="T100">
                      <a:pos x="T36" y="T37"/>
                    </a:cxn>
                    <a:cxn ang="T101">
                      <a:pos x="T38" y="T39"/>
                    </a:cxn>
                    <a:cxn ang="T102">
                      <a:pos x="T40" y="T41"/>
                    </a:cxn>
                    <a:cxn ang="T103">
                      <a:pos x="T42" y="T43"/>
                    </a:cxn>
                    <a:cxn ang="T104">
                      <a:pos x="T44" y="T45"/>
                    </a:cxn>
                    <a:cxn ang="T105">
                      <a:pos x="T46" y="T47"/>
                    </a:cxn>
                    <a:cxn ang="T106">
                      <a:pos x="T48" y="T49"/>
                    </a:cxn>
                    <a:cxn ang="T107">
                      <a:pos x="T50" y="T51"/>
                    </a:cxn>
                    <a:cxn ang="T108">
                      <a:pos x="T52" y="T53"/>
                    </a:cxn>
                    <a:cxn ang="T109">
                      <a:pos x="T54" y="T55"/>
                    </a:cxn>
                    <a:cxn ang="T110">
                      <a:pos x="T56" y="T57"/>
                    </a:cxn>
                    <a:cxn ang="T111">
                      <a:pos x="T58" y="T59"/>
                    </a:cxn>
                    <a:cxn ang="T112">
                      <a:pos x="T60" y="T61"/>
                    </a:cxn>
                    <a:cxn ang="T113">
                      <a:pos x="T62" y="T63"/>
                    </a:cxn>
                    <a:cxn ang="T114">
                      <a:pos x="T64" y="T65"/>
                    </a:cxn>
                    <a:cxn ang="T115">
                      <a:pos x="T66" y="T67"/>
                    </a:cxn>
                    <a:cxn ang="T116">
                      <a:pos x="T68" y="T69"/>
                    </a:cxn>
                    <a:cxn ang="T117">
                      <a:pos x="T70" y="T71"/>
                    </a:cxn>
                    <a:cxn ang="T118">
                      <a:pos x="T72" y="T73"/>
                    </a:cxn>
                    <a:cxn ang="T119">
                      <a:pos x="T74" y="T75"/>
                    </a:cxn>
                    <a:cxn ang="T120">
                      <a:pos x="T76" y="T77"/>
                    </a:cxn>
                    <a:cxn ang="T121">
                      <a:pos x="T78" y="T79"/>
                    </a:cxn>
                    <a:cxn ang="T122">
                      <a:pos x="T80" y="T81"/>
                    </a:cxn>
                  </a:cxnLst>
                  <a:rect l="T123" t="T124" r="T125" b="T126"/>
                  <a:pathLst>
                    <a:path w="717" h="756">
                      <a:moveTo>
                        <a:pt x="0" y="756"/>
                      </a:moveTo>
                      <a:lnTo>
                        <a:pt x="52" y="167"/>
                      </a:lnTo>
                      <a:lnTo>
                        <a:pt x="64" y="384"/>
                      </a:lnTo>
                      <a:lnTo>
                        <a:pt x="90" y="103"/>
                      </a:lnTo>
                      <a:lnTo>
                        <a:pt x="116" y="519"/>
                      </a:lnTo>
                      <a:lnTo>
                        <a:pt x="135" y="487"/>
                      </a:lnTo>
                      <a:lnTo>
                        <a:pt x="135" y="359"/>
                      </a:lnTo>
                      <a:lnTo>
                        <a:pt x="167" y="71"/>
                      </a:lnTo>
                      <a:lnTo>
                        <a:pt x="192" y="244"/>
                      </a:lnTo>
                      <a:lnTo>
                        <a:pt x="205" y="96"/>
                      </a:lnTo>
                      <a:lnTo>
                        <a:pt x="218" y="615"/>
                      </a:lnTo>
                      <a:lnTo>
                        <a:pt x="244" y="397"/>
                      </a:lnTo>
                      <a:lnTo>
                        <a:pt x="282" y="519"/>
                      </a:lnTo>
                      <a:lnTo>
                        <a:pt x="308" y="308"/>
                      </a:lnTo>
                      <a:lnTo>
                        <a:pt x="333" y="442"/>
                      </a:lnTo>
                      <a:lnTo>
                        <a:pt x="346" y="352"/>
                      </a:lnTo>
                      <a:lnTo>
                        <a:pt x="365" y="384"/>
                      </a:lnTo>
                      <a:lnTo>
                        <a:pt x="378" y="135"/>
                      </a:lnTo>
                      <a:lnTo>
                        <a:pt x="391" y="301"/>
                      </a:lnTo>
                      <a:lnTo>
                        <a:pt x="384" y="519"/>
                      </a:lnTo>
                      <a:lnTo>
                        <a:pt x="404" y="679"/>
                      </a:lnTo>
                      <a:lnTo>
                        <a:pt x="429" y="628"/>
                      </a:lnTo>
                      <a:lnTo>
                        <a:pt x="442" y="480"/>
                      </a:lnTo>
                      <a:lnTo>
                        <a:pt x="455" y="391"/>
                      </a:lnTo>
                      <a:lnTo>
                        <a:pt x="436" y="506"/>
                      </a:lnTo>
                      <a:lnTo>
                        <a:pt x="461" y="352"/>
                      </a:lnTo>
                      <a:lnTo>
                        <a:pt x="474" y="455"/>
                      </a:lnTo>
                      <a:lnTo>
                        <a:pt x="493" y="519"/>
                      </a:lnTo>
                      <a:lnTo>
                        <a:pt x="512" y="410"/>
                      </a:lnTo>
                      <a:lnTo>
                        <a:pt x="532" y="186"/>
                      </a:lnTo>
                      <a:lnTo>
                        <a:pt x="544" y="231"/>
                      </a:lnTo>
                      <a:lnTo>
                        <a:pt x="570" y="148"/>
                      </a:lnTo>
                      <a:lnTo>
                        <a:pt x="576" y="301"/>
                      </a:lnTo>
                      <a:lnTo>
                        <a:pt x="576" y="730"/>
                      </a:lnTo>
                      <a:lnTo>
                        <a:pt x="647" y="0"/>
                      </a:lnTo>
                      <a:lnTo>
                        <a:pt x="647" y="250"/>
                      </a:lnTo>
                      <a:lnTo>
                        <a:pt x="660" y="333"/>
                      </a:lnTo>
                      <a:lnTo>
                        <a:pt x="685" y="192"/>
                      </a:lnTo>
                      <a:lnTo>
                        <a:pt x="711" y="340"/>
                      </a:lnTo>
                      <a:lnTo>
                        <a:pt x="698" y="429"/>
                      </a:lnTo>
                      <a:lnTo>
                        <a:pt x="717" y="461"/>
                      </a:lnTo>
                    </a:path>
                  </a:pathLst>
                </a:custGeom>
                <a:noFill/>
                <a:ln w="9525">
                  <a:solidFill>
                    <a:srgbClr val="0079F2"/>
                  </a:solidFill>
                  <a:round/>
                  <a:headEnd/>
                  <a:tailEnd/>
                </a:ln>
              </p:spPr>
              <p:txBody>
                <a:bodyPr/>
                <a:lstStyle/>
                <a:p>
                  <a:endParaRPr lang="en-GB"/>
                </a:p>
              </p:txBody>
            </p:sp>
            <p:sp>
              <p:nvSpPr>
                <p:cNvPr id="17428" name="Freeform 19"/>
                <p:cNvSpPr>
                  <a:spLocks/>
                </p:cNvSpPr>
                <p:nvPr/>
              </p:nvSpPr>
              <p:spPr bwMode="auto">
                <a:xfrm flipH="1">
                  <a:off x="4698" y="1100"/>
                  <a:ext cx="313" cy="756"/>
                </a:xfrm>
                <a:custGeom>
                  <a:avLst/>
                  <a:gdLst>
                    <a:gd name="T0" fmla="*/ 0 w 717"/>
                    <a:gd name="T1" fmla="*/ 756 h 756"/>
                    <a:gd name="T2" fmla="*/ 4 w 717"/>
                    <a:gd name="T3" fmla="*/ 167 h 756"/>
                    <a:gd name="T4" fmla="*/ 5 w 717"/>
                    <a:gd name="T5" fmla="*/ 384 h 756"/>
                    <a:gd name="T6" fmla="*/ 7 w 717"/>
                    <a:gd name="T7" fmla="*/ 103 h 756"/>
                    <a:gd name="T8" fmla="*/ 10 w 717"/>
                    <a:gd name="T9" fmla="*/ 519 h 756"/>
                    <a:gd name="T10" fmla="*/ 11 w 717"/>
                    <a:gd name="T11" fmla="*/ 487 h 756"/>
                    <a:gd name="T12" fmla="*/ 11 w 717"/>
                    <a:gd name="T13" fmla="*/ 359 h 756"/>
                    <a:gd name="T14" fmla="*/ 14 w 717"/>
                    <a:gd name="T15" fmla="*/ 71 h 756"/>
                    <a:gd name="T16" fmla="*/ 16 w 717"/>
                    <a:gd name="T17" fmla="*/ 244 h 756"/>
                    <a:gd name="T18" fmla="*/ 17 w 717"/>
                    <a:gd name="T19" fmla="*/ 96 h 756"/>
                    <a:gd name="T20" fmla="*/ 18 w 717"/>
                    <a:gd name="T21" fmla="*/ 615 h 756"/>
                    <a:gd name="T22" fmla="*/ 21 w 717"/>
                    <a:gd name="T23" fmla="*/ 397 h 756"/>
                    <a:gd name="T24" fmla="*/ 24 w 717"/>
                    <a:gd name="T25" fmla="*/ 519 h 756"/>
                    <a:gd name="T26" fmla="*/ 25 w 717"/>
                    <a:gd name="T27" fmla="*/ 308 h 756"/>
                    <a:gd name="T28" fmla="*/ 28 w 717"/>
                    <a:gd name="T29" fmla="*/ 442 h 756"/>
                    <a:gd name="T30" fmla="*/ 29 w 717"/>
                    <a:gd name="T31" fmla="*/ 352 h 756"/>
                    <a:gd name="T32" fmla="*/ 30 w 717"/>
                    <a:gd name="T33" fmla="*/ 384 h 756"/>
                    <a:gd name="T34" fmla="*/ 31 w 717"/>
                    <a:gd name="T35" fmla="*/ 135 h 756"/>
                    <a:gd name="T36" fmla="*/ 33 w 717"/>
                    <a:gd name="T37" fmla="*/ 301 h 756"/>
                    <a:gd name="T38" fmla="*/ 32 w 717"/>
                    <a:gd name="T39" fmla="*/ 519 h 756"/>
                    <a:gd name="T40" fmla="*/ 34 w 717"/>
                    <a:gd name="T41" fmla="*/ 679 h 756"/>
                    <a:gd name="T42" fmla="*/ 36 w 717"/>
                    <a:gd name="T43" fmla="*/ 628 h 756"/>
                    <a:gd name="T44" fmla="*/ 37 w 717"/>
                    <a:gd name="T45" fmla="*/ 480 h 756"/>
                    <a:gd name="T46" fmla="*/ 38 w 717"/>
                    <a:gd name="T47" fmla="*/ 391 h 756"/>
                    <a:gd name="T48" fmla="*/ 36 w 717"/>
                    <a:gd name="T49" fmla="*/ 506 h 756"/>
                    <a:gd name="T50" fmla="*/ 38 w 717"/>
                    <a:gd name="T51" fmla="*/ 352 h 756"/>
                    <a:gd name="T52" fmla="*/ 39 w 717"/>
                    <a:gd name="T53" fmla="*/ 455 h 756"/>
                    <a:gd name="T54" fmla="*/ 41 w 717"/>
                    <a:gd name="T55" fmla="*/ 519 h 756"/>
                    <a:gd name="T56" fmla="*/ 43 w 717"/>
                    <a:gd name="T57" fmla="*/ 410 h 756"/>
                    <a:gd name="T58" fmla="*/ 44 w 717"/>
                    <a:gd name="T59" fmla="*/ 186 h 756"/>
                    <a:gd name="T60" fmla="*/ 45 w 717"/>
                    <a:gd name="T61" fmla="*/ 231 h 756"/>
                    <a:gd name="T62" fmla="*/ 48 w 717"/>
                    <a:gd name="T63" fmla="*/ 148 h 756"/>
                    <a:gd name="T64" fmla="*/ 48 w 717"/>
                    <a:gd name="T65" fmla="*/ 301 h 756"/>
                    <a:gd name="T66" fmla="*/ 48 w 717"/>
                    <a:gd name="T67" fmla="*/ 730 h 756"/>
                    <a:gd name="T68" fmla="*/ 54 w 717"/>
                    <a:gd name="T69" fmla="*/ 0 h 756"/>
                    <a:gd name="T70" fmla="*/ 54 w 717"/>
                    <a:gd name="T71" fmla="*/ 250 h 756"/>
                    <a:gd name="T72" fmla="*/ 55 w 717"/>
                    <a:gd name="T73" fmla="*/ 333 h 756"/>
                    <a:gd name="T74" fmla="*/ 57 w 717"/>
                    <a:gd name="T75" fmla="*/ 192 h 756"/>
                    <a:gd name="T76" fmla="*/ 59 w 717"/>
                    <a:gd name="T77" fmla="*/ 340 h 756"/>
                    <a:gd name="T78" fmla="*/ 58 w 717"/>
                    <a:gd name="T79" fmla="*/ 429 h 756"/>
                    <a:gd name="T80" fmla="*/ 60 w 717"/>
                    <a:gd name="T81" fmla="*/ 461 h 756"/>
                    <a:gd name="T82" fmla="*/ 0 60000 65536"/>
                    <a:gd name="T83" fmla="*/ 0 60000 65536"/>
                    <a:gd name="T84" fmla="*/ 0 60000 65536"/>
                    <a:gd name="T85" fmla="*/ 0 60000 65536"/>
                    <a:gd name="T86" fmla="*/ 0 60000 65536"/>
                    <a:gd name="T87" fmla="*/ 0 60000 65536"/>
                    <a:gd name="T88" fmla="*/ 0 60000 65536"/>
                    <a:gd name="T89" fmla="*/ 0 60000 65536"/>
                    <a:gd name="T90" fmla="*/ 0 60000 65536"/>
                    <a:gd name="T91" fmla="*/ 0 60000 65536"/>
                    <a:gd name="T92" fmla="*/ 0 60000 65536"/>
                    <a:gd name="T93" fmla="*/ 0 60000 65536"/>
                    <a:gd name="T94" fmla="*/ 0 60000 65536"/>
                    <a:gd name="T95" fmla="*/ 0 60000 65536"/>
                    <a:gd name="T96" fmla="*/ 0 60000 65536"/>
                    <a:gd name="T97" fmla="*/ 0 60000 65536"/>
                    <a:gd name="T98" fmla="*/ 0 60000 65536"/>
                    <a:gd name="T99" fmla="*/ 0 60000 65536"/>
                    <a:gd name="T100" fmla="*/ 0 60000 65536"/>
                    <a:gd name="T101" fmla="*/ 0 60000 65536"/>
                    <a:gd name="T102" fmla="*/ 0 60000 65536"/>
                    <a:gd name="T103" fmla="*/ 0 60000 65536"/>
                    <a:gd name="T104" fmla="*/ 0 60000 65536"/>
                    <a:gd name="T105" fmla="*/ 0 60000 65536"/>
                    <a:gd name="T106" fmla="*/ 0 60000 65536"/>
                    <a:gd name="T107" fmla="*/ 0 60000 65536"/>
                    <a:gd name="T108" fmla="*/ 0 60000 65536"/>
                    <a:gd name="T109" fmla="*/ 0 60000 65536"/>
                    <a:gd name="T110" fmla="*/ 0 60000 65536"/>
                    <a:gd name="T111" fmla="*/ 0 60000 65536"/>
                    <a:gd name="T112" fmla="*/ 0 60000 65536"/>
                    <a:gd name="T113" fmla="*/ 0 60000 65536"/>
                    <a:gd name="T114" fmla="*/ 0 60000 65536"/>
                    <a:gd name="T115" fmla="*/ 0 60000 65536"/>
                    <a:gd name="T116" fmla="*/ 0 60000 65536"/>
                    <a:gd name="T117" fmla="*/ 0 60000 65536"/>
                    <a:gd name="T118" fmla="*/ 0 60000 65536"/>
                    <a:gd name="T119" fmla="*/ 0 60000 65536"/>
                    <a:gd name="T120" fmla="*/ 0 60000 65536"/>
                    <a:gd name="T121" fmla="*/ 0 60000 65536"/>
                    <a:gd name="T122" fmla="*/ 0 60000 65536"/>
                    <a:gd name="T123" fmla="*/ 0 w 717"/>
                    <a:gd name="T124" fmla="*/ 0 h 756"/>
                    <a:gd name="T125" fmla="*/ 717 w 717"/>
                    <a:gd name="T126" fmla="*/ 756 h 756"/>
                  </a:gdLst>
                  <a:ahLst/>
                  <a:cxnLst>
                    <a:cxn ang="T82">
                      <a:pos x="T0" y="T1"/>
                    </a:cxn>
                    <a:cxn ang="T83">
                      <a:pos x="T2" y="T3"/>
                    </a:cxn>
                    <a:cxn ang="T84">
                      <a:pos x="T4" y="T5"/>
                    </a:cxn>
                    <a:cxn ang="T85">
                      <a:pos x="T6" y="T7"/>
                    </a:cxn>
                    <a:cxn ang="T86">
                      <a:pos x="T8" y="T9"/>
                    </a:cxn>
                    <a:cxn ang="T87">
                      <a:pos x="T10" y="T11"/>
                    </a:cxn>
                    <a:cxn ang="T88">
                      <a:pos x="T12" y="T13"/>
                    </a:cxn>
                    <a:cxn ang="T89">
                      <a:pos x="T14" y="T15"/>
                    </a:cxn>
                    <a:cxn ang="T90">
                      <a:pos x="T16" y="T17"/>
                    </a:cxn>
                    <a:cxn ang="T91">
                      <a:pos x="T18" y="T19"/>
                    </a:cxn>
                    <a:cxn ang="T92">
                      <a:pos x="T20" y="T21"/>
                    </a:cxn>
                    <a:cxn ang="T93">
                      <a:pos x="T22" y="T23"/>
                    </a:cxn>
                    <a:cxn ang="T94">
                      <a:pos x="T24" y="T25"/>
                    </a:cxn>
                    <a:cxn ang="T95">
                      <a:pos x="T26" y="T27"/>
                    </a:cxn>
                    <a:cxn ang="T96">
                      <a:pos x="T28" y="T29"/>
                    </a:cxn>
                    <a:cxn ang="T97">
                      <a:pos x="T30" y="T31"/>
                    </a:cxn>
                    <a:cxn ang="T98">
                      <a:pos x="T32" y="T33"/>
                    </a:cxn>
                    <a:cxn ang="T99">
                      <a:pos x="T34" y="T35"/>
                    </a:cxn>
                    <a:cxn ang="T100">
                      <a:pos x="T36" y="T37"/>
                    </a:cxn>
                    <a:cxn ang="T101">
                      <a:pos x="T38" y="T39"/>
                    </a:cxn>
                    <a:cxn ang="T102">
                      <a:pos x="T40" y="T41"/>
                    </a:cxn>
                    <a:cxn ang="T103">
                      <a:pos x="T42" y="T43"/>
                    </a:cxn>
                    <a:cxn ang="T104">
                      <a:pos x="T44" y="T45"/>
                    </a:cxn>
                    <a:cxn ang="T105">
                      <a:pos x="T46" y="T47"/>
                    </a:cxn>
                    <a:cxn ang="T106">
                      <a:pos x="T48" y="T49"/>
                    </a:cxn>
                    <a:cxn ang="T107">
                      <a:pos x="T50" y="T51"/>
                    </a:cxn>
                    <a:cxn ang="T108">
                      <a:pos x="T52" y="T53"/>
                    </a:cxn>
                    <a:cxn ang="T109">
                      <a:pos x="T54" y="T55"/>
                    </a:cxn>
                    <a:cxn ang="T110">
                      <a:pos x="T56" y="T57"/>
                    </a:cxn>
                    <a:cxn ang="T111">
                      <a:pos x="T58" y="T59"/>
                    </a:cxn>
                    <a:cxn ang="T112">
                      <a:pos x="T60" y="T61"/>
                    </a:cxn>
                    <a:cxn ang="T113">
                      <a:pos x="T62" y="T63"/>
                    </a:cxn>
                    <a:cxn ang="T114">
                      <a:pos x="T64" y="T65"/>
                    </a:cxn>
                    <a:cxn ang="T115">
                      <a:pos x="T66" y="T67"/>
                    </a:cxn>
                    <a:cxn ang="T116">
                      <a:pos x="T68" y="T69"/>
                    </a:cxn>
                    <a:cxn ang="T117">
                      <a:pos x="T70" y="T71"/>
                    </a:cxn>
                    <a:cxn ang="T118">
                      <a:pos x="T72" y="T73"/>
                    </a:cxn>
                    <a:cxn ang="T119">
                      <a:pos x="T74" y="T75"/>
                    </a:cxn>
                    <a:cxn ang="T120">
                      <a:pos x="T76" y="T77"/>
                    </a:cxn>
                    <a:cxn ang="T121">
                      <a:pos x="T78" y="T79"/>
                    </a:cxn>
                    <a:cxn ang="T122">
                      <a:pos x="T80" y="T81"/>
                    </a:cxn>
                  </a:cxnLst>
                  <a:rect l="T123" t="T124" r="T125" b="T126"/>
                  <a:pathLst>
                    <a:path w="717" h="756">
                      <a:moveTo>
                        <a:pt x="0" y="756"/>
                      </a:moveTo>
                      <a:lnTo>
                        <a:pt x="52" y="167"/>
                      </a:lnTo>
                      <a:lnTo>
                        <a:pt x="64" y="384"/>
                      </a:lnTo>
                      <a:lnTo>
                        <a:pt x="90" y="103"/>
                      </a:lnTo>
                      <a:lnTo>
                        <a:pt x="116" y="519"/>
                      </a:lnTo>
                      <a:lnTo>
                        <a:pt x="135" y="487"/>
                      </a:lnTo>
                      <a:lnTo>
                        <a:pt x="135" y="359"/>
                      </a:lnTo>
                      <a:lnTo>
                        <a:pt x="167" y="71"/>
                      </a:lnTo>
                      <a:lnTo>
                        <a:pt x="192" y="244"/>
                      </a:lnTo>
                      <a:lnTo>
                        <a:pt x="205" y="96"/>
                      </a:lnTo>
                      <a:lnTo>
                        <a:pt x="218" y="615"/>
                      </a:lnTo>
                      <a:lnTo>
                        <a:pt x="244" y="397"/>
                      </a:lnTo>
                      <a:lnTo>
                        <a:pt x="282" y="519"/>
                      </a:lnTo>
                      <a:lnTo>
                        <a:pt x="308" y="308"/>
                      </a:lnTo>
                      <a:lnTo>
                        <a:pt x="333" y="442"/>
                      </a:lnTo>
                      <a:lnTo>
                        <a:pt x="346" y="352"/>
                      </a:lnTo>
                      <a:lnTo>
                        <a:pt x="365" y="384"/>
                      </a:lnTo>
                      <a:lnTo>
                        <a:pt x="378" y="135"/>
                      </a:lnTo>
                      <a:lnTo>
                        <a:pt x="391" y="301"/>
                      </a:lnTo>
                      <a:lnTo>
                        <a:pt x="384" y="519"/>
                      </a:lnTo>
                      <a:lnTo>
                        <a:pt x="404" y="679"/>
                      </a:lnTo>
                      <a:lnTo>
                        <a:pt x="429" y="628"/>
                      </a:lnTo>
                      <a:lnTo>
                        <a:pt x="442" y="480"/>
                      </a:lnTo>
                      <a:lnTo>
                        <a:pt x="455" y="391"/>
                      </a:lnTo>
                      <a:lnTo>
                        <a:pt x="436" y="506"/>
                      </a:lnTo>
                      <a:lnTo>
                        <a:pt x="461" y="352"/>
                      </a:lnTo>
                      <a:lnTo>
                        <a:pt x="474" y="455"/>
                      </a:lnTo>
                      <a:lnTo>
                        <a:pt x="493" y="519"/>
                      </a:lnTo>
                      <a:lnTo>
                        <a:pt x="512" y="410"/>
                      </a:lnTo>
                      <a:lnTo>
                        <a:pt x="532" y="186"/>
                      </a:lnTo>
                      <a:lnTo>
                        <a:pt x="544" y="231"/>
                      </a:lnTo>
                      <a:lnTo>
                        <a:pt x="570" y="148"/>
                      </a:lnTo>
                      <a:lnTo>
                        <a:pt x="576" y="301"/>
                      </a:lnTo>
                      <a:lnTo>
                        <a:pt x="576" y="730"/>
                      </a:lnTo>
                      <a:lnTo>
                        <a:pt x="647" y="0"/>
                      </a:lnTo>
                      <a:lnTo>
                        <a:pt x="647" y="250"/>
                      </a:lnTo>
                      <a:lnTo>
                        <a:pt x="660" y="333"/>
                      </a:lnTo>
                      <a:lnTo>
                        <a:pt x="685" y="192"/>
                      </a:lnTo>
                      <a:lnTo>
                        <a:pt x="711" y="340"/>
                      </a:lnTo>
                      <a:lnTo>
                        <a:pt x="698" y="429"/>
                      </a:lnTo>
                      <a:lnTo>
                        <a:pt x="717" y="461"/>
                      </a:lnTo>
                    </a:path>
                  </a:pathLst>
                </a:custGeom>
                <a:noFill/>
                <a:ln w="9525">
                  <a:solidFill>
                    <a:srgbClr val="0079F2"/>
                  </a:solidFill>
                  <a:round/>
                  <a:headEnd/>
                  <a:tailEnd/>
                </a:ln>
              </p:spPr>
              <p:txBody>
                <a:bodyPr/>
                <a:lstStyle/>
                <a:p>
                  <a:endParaRPr lang="en-GB"/>
                </a:p>
              </p:txBody>
            </p:sp>
          </p:grpSp>
          <p:grpSp>
            <p:nvGrpSpPr>
              <p:cNvPr id="6" name="Group 20"/>
              <p:cNvGrpSpPr>
                <a:grpSpLocks/>
              </p:cNvGrpSpPr>
              <p:nvPr/>
            </p:nvGrpSpPr>
            <p:grpSpPr bwMode="auto">
              <a:xfrm flipH="1">
                <a:off x="4569" y="1098"/>
                <a:ext cx="590" cy="801"/>
                <a:chOff x="3462" y="1100"/>
                <a:chExt cx="1549" cy="801"/>
              </a:xfrm>
            </p:grpSpPr>
            <p:sp>
              <p:nvSpPr>
                <p:cNvPr id="17419" name="Freeform 21"/>
                <p:cNvSpPr>
                  <a:spLocks/>
                </p:cNvSpPr>
                <p:nvPr/>
              </p:nvSpPr>
              <p:spPr bwMode="auto">
                <a:xfrm>
                  <a:off x="3462" y="1126"/>
                  <a:ext cx="313" cy="756"/>
                </a:xfrm>
                <a:custGeom>
                  <a:avLst/>
                  <a:gdLst>
                    <a:gd name="T0" fmla="*/ 0 w 717"/>
                    <a:gd name="T1" fmla="*/ 756 h 756"/>
                    <a:gd name="T2" fmla="*/ 4 w 717"/>
                    <a:gd name="T3" fmla="*/ 167 h 756"/>
                    <a:gd name="T4" fmla="*/ 5 w 717"/>
                    <a:gd name="T5" fmla="*/ 384 h 756"/>
                    <a:gd name="T6" fmla="*/ 7 w 717"/>
                    <a:gd name="T7" fmla="*/ 103 h 756"/>
                    <a:gd name="T8" fmla="*/ 10 w 717"/>
                    <a:gd name="T9" fmla="*/ 519 h 756"/>
                    <a:gd name="T10" fmla="*/ 11 w 717"/>
                    <a:gd name="T11" fmla="*/ 487 h 756"/>
                    <a:gd name="T12" fmla="*/ 11 w 717"/>
                    <a:gd name="T13" fmla="*/ 359 h 756"/>
                    <a:gd name="T14" fmla="*/ 14 w 717"/>
                    <a:gd name="T15" fmla="*/ 71 h 756"/>
                    <a:gd name="T16" fmla="*/ 16 w 717"/>
                    <a:gd name="T17" fmla="*/ 244 h 756"/>
                    <a:gd name="T18" fmla="*/ 17 w 717"/>
                    <a:gd name="T19" fmla="*/ 96 h 756"/>
                    <a:gd name="T20" fmla="*/ 18 w 717"/>
                    <a:gd name="T21" fmla="*/ 615 h 756"/>
                    <a:gd name="T22" fmla="*/ 21 w 717"/>
                    <a:gd name="T23" fmla="*/ 397 h 756"/>
                    <a:gd name="T24" fmla="*/ 24 w 717"/>
                    <a:gd name="T25" fmla="*/ 519 h 756"/>
                    <a:gd name="T26" fmla="*/ 25 w 717"/>
                    <a:gd name="T27" fmla="*/ 308 h 756"/>
                    <a:gd name="T28" fmla="*/ 28 w 717"/>
                    <a:gd name="T29" fmla="*/ 442 h 756"/>
                    <a:gd name="T30" fmla="*/ 29 w 717"/>
                    <a:gd name="T31" fmla="*/ 352 h 756"/>
                    <a:gd name="T32" fmla="*/ 30 w 717"/>
                    <a:gd name="T33" fmla="*/ 384 h 756"/>
                    <a:gd name="T34" fmla="*/ 31 w 717"/>
                    <a:gd name="T35" fmla="*/ 135 h 756"/>
                    <a:gd name="T36" fmla="*/ 33 w 717"/>
                    <a:gd name="T37" fmla="*/ 301 h 756"/>
                    <a:gd name="T38" fmla="*/ 32 w 717"/>
                    <a:gd name="T39" fmla="*/ 519 h 756"/>
                    <a:gd name="T40" fmla="*/ 34 w 717"/>
                    <a:gd name="T41" fmla="*/ 679 h 756"/>
                    <a:gd name="T42" fmla="*/ 36 w 717"/>
                    <a:gd name="T43" fmla="*/ 628 h 756"/>
                    <a:gd name="T44" fmla="*/ 37 w 717"/>
                    <a:gd name="T45" fmla="*/ 480 h 756"/>
                    <a:gd name="T46" fmla="*/ 38 w 717"/>
                    <a:gd name="T47" fmla="*/ 391 h 756"/>
                    <a:gd name="T48" fmla="*/ 36 w 717"/>
                    <a:gd name="T49" fmla="*/ 506 h 756"/>
                    <a:gd name="T50" fmla="*/ 38 w 717"/>
                    <a:gd name="T51" fmla="*/ 352 h 756"/>
                    <a:gd name="T52" fmla="*/ 39 w 717"/>
                    <a:gd name="T53" fmla="*/ 455 h 756"/>
                    <a:gd name="T54" fmla="*/ 41 w 717"/>
                    <a:gd name="T55" fmla="*/ 519 h 756"/>
                    <a:gd name="T56" fmla="*/ 43 w 717"/>
                    <a:gd name="T57" fmla="*/ 410 h 756"/>
                    <a:gd name="T58" fmla="*/ 44 w 717"/>
                    <a:gd name="T59" fmla="*/ 186 h 756"/>
                    <a:gd name="T60" fmla="*/ 45 w 717"/>
                    <a:gd name="T61" fmla="*/ 231 h 756"/>
                    <a:gd name="T62" fmla="*/ 48 w 717"/>
                    <a:gd name="T63" fmla="*/ 148 h 756"/>
                    <a:gd name="T64" fmla="*/ 48 w 717"/>
                    <a:gd name="T65" fmla="*/ 301 h 756"/>
                    <a:gd name="T66" fmla="*/ 48 w 717"/>
                    <a:gd name="T67" fmla="*/ 730 h 756"/>
                    <a:gd name="T68" fmla="*/ 54 w 717"/>
                    <a:gd name="T69" fmla="*/ 0 h 756"/>
                    <a:gd name="T70" fmla="*/ 54 w 717"/>
                    <a:gd name="T71" fmla="*/ 250 h 756"/>
                    <a:gd name="T72" fmla="*/ 55 w 717"/>
                    <a:gd name="T73" fmla="*/ 333 h 756"/>
                    <a:gd name="T74" fmla="*/ 57 w 717"/>
                    <a:gd name="T75" fmla="*/ 192 h 756"/>
                    <a:gd name="T76" fmla="*/ 59 w 717"/>
                    <a:gd name="T77" fmla="*/ 340 h 756"/>
                    <a:gd name="T78" fmla="*/ 58 w 717"/>
                    <a:gd name="T79" fmla="*/ 429 h 756"/>
                    <a:gd name="T80" fmla="*/ 60 w 717"/>
                    <a:gd name="T81" fmla="*/ 461 h 756"/>
                    <a:gd name="T82" fmla="*/ 0 60000 65536"/>
                    <a:gd name="T83" fmla="*/ 0 60000 65536"/>
                    <a:gd name="T84" fmla="*/ 0 60000 65536"/>
                    <a:gd name="T85" fmla="*/ 0 60000 65536"/>
                    <a:gd name="T86" fmla="*/ 0 60000 65536"/>
                    <a:gd name="T87" fmla="*/ 0 60000 65536"/>
                    <a:gd name="T88" fmla="*/ 0 60000 65536"/>
                    <a:gd name="T89" fmla="*/ 0 60000 65536"/>
                    <a:gd name="T90" fmla="*/ 0 60000 65536"/>
                    <a:gd name="T91" fmla="*/ 0 60000 65536"/>
                    <a:gd name="T92" fmla="*/ 0 60000 65536"/>
                    <a:gd name="T93" fmla="*/ 0 60000 65536"/>
                    <a:gd name="T94" fmla="*/ 0 60000 65536"/>
                    <a:gd name="T95" fmla="*/ 0 60000 65536"/>
                    <a:gd name="T96" fmla="*/ 0 60000 65536"/>
                    <a:gd name="T97" fmla="*/ 0 60000 65536"/>
                    <a:gd name="T98" fmla="*/ 0 60000 65536"/>
                    <a:gd name="T99" fmla="*/ 0 60000 65536"/>
                    <a:gd name="T100" fmla="*/ 0 60000 65536"/>
                    <a:gd name="T101" fmla="*/ 0 60000 65536"/>
                    <a:gd name="T102" fmla="*/ 0 60000 65536"/>
                    <a:gd name="T103" fmla="*/ 0 60000 65536"/>
                    <a:gd name="T104" fmla="*/ 0 60000 65536"/>
                    <a:gd name="T105" fmla="*/ 0 60000 65536"/>
                    <a:gd name="T106" fmla="*/ 0 60000 65536"/>
                    <a:gd name="T107" fmla="*/ 0 60000 65536"/>
                    <a:gd name="T108" fmla="*/ 0 60000 65536"/>
                    <a:gd name="T109" fmla="*/ 0 60000 65536"/>
                    <a:gd name="T110" fmla="*/ 0 60000 65536"/>
                    <a:gd name="T111" fmla="*/ 0 60000 65536"/>
                    <a:gd name="T112" fmla="*/ 0 60000 65536"/>
                    <a:gd name="T113" fmla="*/ 0 60000 65536"/>
                    <a:gd name="T114" fmla="*/ 0 60000 65536"/>
                    <a:gd name="T115" fmla="*/ 0 60000 65536"/>
                    <a:gd name="T116" fmla="*/ 0 60000 65536"/>
                    <a:gd name="T117" fmla="*/ 0 60000 65536"/>
                    <a:gd name="T118" fmla="*/ 0 60000 65536"/>
                    <a:gd name="T119" fmla="*/ 0 60000 65536"/>
                    <a:gd name="T120" fmla="*/ 0 60000 65536"/>
                    <a:gd name="T121" fmla="*/ 0 60000 65536"/>
                    <a:gd name="T122" fmla="*/ 0 60000 65536"/>
                    <a:gd name="T123" fmla="*/ 0 w 717"/>
                    <a:gd name="T124" fmla="*/ 0 h 756"/>
                    <a:gd name="T125" fmla="*/ 717 w 717"/>
                    <a:gd name="T126" fmla="*/ 756 h 756"/>
                  </a:gdLst>
                  <a:ahLst/>
                  <a:cxnLst>
                    <a:cxn ang="T82">
                      <a:pos x="T0" y="T1"/>
                    </a:cxn>
                    <a:cxn ang="T83">
                      <a:pos x="T2" y="T3"/>
                    </a:cxn>
                    <a:cxn ang="T84">
                      <a:pos x="T4" y="T5"/>
                    </a:cxn>
                    <a:cxn ang="T85">
                      <a:pos x="T6" y="T7"/>
                    </a:cxn>
                    <a:cxn ang="T86">
                      <a:pos x="T8" y="T9"/>
                    </a:cxn>
                    <a:cxn ang="T87">
                      <a:pos x="T10" y="T11"/>
                    </a:cxn>
                    <a:cxn ang="T88">
                      <a:pos x="T12" y="T13"/>
                    </a:cxn>
                    <a:cxn ang="T89">
                      <a:pos x="T14" y="T15"/>
                    </a:cxn>
                    <a:cxn ang="T90">
                      <a:pos x="T16" y="T17"/>
                    </a:cxn>
                    <a:cxn ang="T91">
                      <a:pos x="T18" y="T19"/>
                    </a:cxn>
                    <a:cxn ang="T92">
                      <a:pos x="T20" y="T21"/>
                    </a:cxn>
                    <a:cxn ang="T93">
                      <a:pos x="T22" y="T23"/>
                    </a:cxn>
                    <a:cxn ang="T94">
                      <a:pos x="T24" y="T25"/>
                    </a:cxn>
                    <a:cxn ang="T95">
                      <a:pos x="T26" y="T27"/>
                    </a:cxn>
                    <a:cxn ang="T96">
                      <a:pos x="T28" y="T29"/>
                    </a:cxn>
                    <a:cxn ang="T97">
                      <a:pos x="T30" y="T31"/>
                    </a:cxn>
                    <a:cxn ang="T98">
                      <a:pos x="T32" y="T33"/>
                    </a:cxn>
                    <a:cxn ang="T99">
                      <a:pos x="T34" y="T35"/>
                    </a:cxn>
                    <a:cxn ang="T100">
                      <a:pos x="T36" y="T37"/>
                    </a:cxn>
                    <a:cxn ang="T101">
                      <a:pos x="T38" y="T39"/>
                    </a:cxn>
                    <a:cxn ang="T102">
                      <a:pos x="T40" y="T41"/>
                    </a:cxn>
                    <a:cxn ang="T103">
                      <a:pos x="T42" y="T43"/>
                    </a:cxn>
                    <a:cxn ang="T104">
                      <a:pos x="T44" y="T45"/>
                    </a:cxn>
                    <a:cxn ang="T105">
                      <a:pos x="T46" y="T47"/>
                    </a:cxn>
                    <a:cxn ang="T106">
                      <a:pos x="T48" y="T49"/>
                    </a:cxn>
                    <a:cxn ang="T107">
                      <a:pos x="T50" y="T51"/>
                    </a:cxn>
                    <a:cxn ang="T108">
                      <a:pos x="T52" y="T53"/>
                    </a:cxn>
                    <a:cxn ang="T109">
                      <a:pos x="T54" y="T55"/>
                    </a:cxn>
                    <a:cxn ang="T110">
                      <a:pos x="T56" y="T57"/>
                    </a:cxn>
                    <a:cxn ang="T111">
                      <a:pos x="T58" y="T59"/>
                    </a:cxn>
                    <a:cxn ang="T112">
                      <a:pos x="T60" y="T61"/>
                    </a:cxn>
                    <a:cxn ang="T113">
                      <a:pos x="T62" y="T63"/>
                    </a:cxn>
                    <a:cxn ang="T114">
                      <a:pos x="T64" y="T65"/>
                    </a:cxn>
                    <a:cxn ang="T115">
                      <a:pos x="T66" y="T67"/>
                    </a:cxn>
                    <a:cxn ang="T116">
                      <a:pos x="T68" y="T69"/>
                    </a:cxn>
                    <a:cxn ang="T117">
                      <a:pos x="T70" y="T71"/>
                    </a:cxn>
                    <a:cxn ang="T118">
                      <a:pos x="T72" y="T73"/>
                    </a:cxn>
                    <a:cxn ang="T119">
                      <a:pos x="T74" y="T75"/>
                    </a:cxn>
                    <a:cxn ang="T120">
                      <a:pos x="T76" y="T77"/>
                    </a:cxn>
                    <a:cxn ang="T121">
                      <a:pos x="T78" y="T79"/>
                    </a:cxn>
                    <a:cxn ang="T122">
                      <a:pos x="T80" y="T81"/>
                    </a:cxn>
                  </a:cxnLst>
                  <a:rect l="T123" t="T124" r="T125" b="T126"/>
                  <a:pathLst>
                    <a:path w="717" h="756">
                      <a:moveTo>
                        <a:pt x="0" y="756"/>
                      </a:moveTo>
                      <a:lnTo>
                        <a:pt x="52" y="167"/>
                      </a:lnTo>
                      <a:lnTo>
                        <a:pt x="64" y="384"/>
                      </a:lnTo>
                      <a:lnTo>
                        <a:pt x="90" y="103"/>
                      </a:lnTo>
                      <a:lnTo>
                        <a:pt x="116" y="519"/>
                      </a:lnTo>
                      <a:lnTo>
                        <a:pt x="135" y="487"/>
                      </a:lnTo>
                      <a:lnTo>
                        <a:pt x="135" y="359"/>
                      </a:lnTo>
                      <a:lnTo>
                        <a:pt x="167" y="71"/>
                      </a:lnTo>
                      <a:lnTo>
                        <a:pt x="192" y="244"/>
                      </a:lnTo>
                      <a:lnTo>
                        <a:pt x="205" y="96"/>
                      </a:lnTo>
                      <a:lnTo>
                        <a:pt x="218" y="615"/>
                      </a:lnTo>
                      <a:lnTo>
                        <a:pt x="244" y="397"/>
                      </a:lnTo>
                      <a:lnTo>
                        <a:pt x="282" y="519"/>
                      </a:lnTo>
                      <a:lnTo>
                        <a:pt x="308" y="308"/>
                      </a:lnTo>
                      <a:lnTo>
                        <a:pt x="333" y="442"/>
                      </a:lnTo>
                      <a:lnTo>
                        <a:pt x="346" y="352"/>
                      </a:lnTo>
                      <a:lnTo>
                        <a:pt x="365" y="384"/>
                      </a:lnTo>
                      <a:lnTo>
                        <a:pt x="378" y="135"/>
                      </a:lnTo>
                      <a:lnTo>
                        <a:pt x="391" y="301"/>
                      </a:lnTo>
                      <a:lnTo>
                        <a:pt x="384" y="519"/>
                      </a:lnTo>
                      <a:lnTo>
                        <a:pt x="404" y="679"/>
                      </a:lnTo>
                      <a:lnTo>
                        <a:pt x="429" y="628"/>
                      </a:lnTo>
                      <a:lnTo>
                        <a:pt x="442" y="480"/>
                      </a:lnTo>
                      <a:lnTo>
                        <a:pt x="455" y="391"/>
                      </a:lnTo>
                      <a:lnTo>
                        <a:pt x="436" y="506"/>
                      </a:lnTo>
                      <a:lnTo>
                        <a:pt x="461" y="352"/>
                      </a:lnTo>
                      <a:lnTo>
                        <a:pt x="474" y="455"/>
                      </a:lnTo>
                      <a:lnTo>
                        <a:pt x="493" y="519"/>
                      </a:lnTo>
                      <a:lnTo>
                        <a:pt x="512" y="410"/>
                      </a:lnTo>
                      <a:lnTo>
                        <a:pt x="532" y="186"/>
                      </a:lnTo>
                      <a:lnTo>
                        <a:pt x="544" y="231"/>
                      </a:lnTo>
                      <a:lnTo>
                        <a:pt x="570" y="148"/>
                      </a:lnTo>
                      <a:lnTo>
                        <a:pt x="576" y="301"/>
                      </a:lnTo>
                      <a:lnTo>
                        <a:pt x="576" y="730"/>
                      </a:lnTo>
                      <a:lnTo>
                        <a:pt x="647" y="0"/>
                      </a:lnTo>
                      <a:lnTo>
                        <a:pt x="647" y="250"/>
                      </a:lnTo>
                      <a:lnTo>
                        <a:pt x="660" y="333"/>
                      </a:lnTo>
                      <a:lnTo>
                        <a:pt x="685" y="192"/>
                      </a:lnTo>
                      <a:lnTo>
                        <a:pt x="711" y="340"/>
                      </a:lnTo>
                      <a:lnTo>
                        <a:pt x="698" y="429"/>
                      </a:lnTo>
                      <a:lnTo>
                        <a:pt x="717" y="461"/>
                      </a:lnTo>
                    </a:path>
                  </a:pathLst>
                </a:custGeom>
                <a:noFill/>
                <a:ln w="9525">
                  <a:solidFill>
                    <a:srgbClr val="0079F2"/>
                  </a:solidFill>
                  <a:round/>
                  <a:headEnd/>
                  <a:tailEnd/>
                </a:ln>
              </p:spPr>
              <p:txBody>
                <a:bodyPr/>
                <a:lstStyle/>
                <a:p>
                  <a:endParaRPr lang="en-GB"/>
                </a:p>
              </p:txBody>
            </p:sp>
            <p:sp>
              <p:nvSpPr>
                <p:cNvPr id="17420" name="Freeform 22"/>
                <p:cNvSpPr>
                  <a:spLocks/>
                </p:cNvSpPr>
                <p:nvPr/>
              </p:nvSpPr>
              <p:spPr bwMode="auto">
                <a:xfrm flipH="1" flipV="1">
                  <a:off x="3770" y="1145"/>
                  <a:ext cx="313" cy="756"/>
                </a:xfrm>
                <a:custGeom>
                  <a:avLst/>
                  <a:gdLst>
                    <a:gd name="T0" fmla="*/ 0 w 717"/>
                    <a:gd name="T1" fmla="*/ 756 h 756"/>
                    <a:gd name="T2" fmla="*/ 4 w 717"/>
                    <a:gd name="T3" fmla="*/ 167 h 756"/>
                    <a:gd name="T4" fmla="*/ 5 w 717"/>
                    <a:gd name="T5" fmla="*/ 384 h 756"/>
                    <a:gd name="T6" fmla="*/ 7 w 717"/>
                    <a:gd name="T7" fmla="*/ 103 h 756"/>
                    <a:gd name="T8" fmla="*/ 10 w 717"/>
                    <a:gd name="T9" fmla="*/ 519 h 756"/>
                    <a:gd name="T10" fmla="*/ 11 w 717"/>
                    <a:gd name="T11" fmla="*/ 487 h 756"/>
                    <a:gd name="T12" fmla="*/ 11 w 717"/>
                    <a:gd name="T13" fmla="*/ 359 h 756"/>
                    <a:gd name="T14" fmla="*/ 14 w 717"/>
                    <a:gd name="T15" fmla="*/ 71 h 756"/>
                    <a:gd name="T16" fmla="*/ 16 w 717"/>
                    <a:gd name="T17" fmla="*/ 244 h 756"/>
                    <a:gd name="T18" fmla="*/ 17 w 717"/>
                    <a:gd name="T19" fmla="*/ 96 h 756"/>
                    <a:gd name="T20" fmla="*/ 18 w 717"/>
                    <a:gd name="T21" fmla="*/ 615 h 756"/>
                    <a:gd name="T22" fmla="*/ 21 w 717"/>
                    <a:gd name="T23" fmla="*/ 397 h 756"/>
                    <a:gd name="T24" fmla="*/ 24 w 717"/>
                    <a:gd name="T25" fmla="*/ 519 h 756"/>
                    <a:gd name="T26" fmla="*/ 25 w 717"/>
                    <a:gd name="T27" fmla="*/ 308 h 756"/>
                    <a:gd name="T28" fmla="*/ 28 w 717"/>
                    <a:gd name="T29" fmla="*/ 442 h 756"/>
                    <a:gd name="T30" fmla="*/ 29 w 717"/>
                    <a:gd name="T31" fmla="*/ 352 h 756"/>
                    <a:gd name="T32" fmla="*/ 30 w 717"/>
                    <a:gd name="T33" fmla="*/ 384 h 756"/>
                    <a:gd name="T34" fmla="*/ 31 w 717"/>
                    <a:gd name="T35" fmla="*/ 135 h 756"/>
                    <a:gd name="T36" fmla="*/ 33 w 717"/>
                    <a:gd name="T37" fmla="*/ 301 h 756"/>
                    <a:gd name="T38" fmla="*/ 32 w 717"/>
                    <a:gd name="T39" fmla="*/ 519 h 756"/>
                    <a:gd name="T40" fmla="*/ 34 w 717"/>
                    <a:gd name="T41" fmla="*/ 679 h 756"/>
                    <a:gd name="T42" fmla="*/ 36 w 717"/>
                    <a:gd name="T43" fmla="*/ 628 h 756"/>
                    <a:gd name="T44" fmla="*/ 37 w 717"/>
                    <a:gd name="T45" fmla="*/ 480 h 756"/>
                    <a:gd name="T46" fmla="*/ 38 w 717"/>
                    <a:gd name="T47" fmla="*/ 391 h 756"/>
                    <a:gd name="T48" fmla="*/ 36 w 717"/>
                    <a:gd name="T49" fmla="*/ 506 h 756"/>
                    <a:gd name="T50" fmla="*/ 38 w 717"/>
                    <a:gd name="T51" fmla="*/ 352 h 756"/>
                    <a:gd name="T52" fmla="*/ 39 w 717"/>
                    <a:gd name="T53" fmla="*/ 455 h 756"/>
                    <a:gd name="T54" fmla="*/ 41 w 717"/>
                    <a:gd name="T55" fmla="*/ 519 h 756"/>
                    <a:gd name="T56" fmla="*/ 43 w 717"/>
                    <a:gd name="T57" fmla="*/ 410 h 756"/>
                    <a:gd name="T58" fmla="*/ 44 w 717"/>
                    <a:gd name="T59" fmla="*/ 186 h 756"/>
                    <a:gd name="T60" fmla="*/ 45 w 717"/>
                    <a:gd name="T61" fmla="*/ 231 h 756"/>
                    <a:gd name="T62" fmla="*/ 48 w 717"/>
                    <a:gd name="T63" fmla="*/ 148 h 756"/>
                    <a:gd name="T64" fmla="*/ 48 w 717"/>
                    <a:gd name="T65" fmla="*/ 301 h 756"/>
                    <a:gd name="T66" fmla="*/ 48 w 717"/>
                    <a:gd name="T67" fmla="*/ 730 h 756"/>
                    <a:gd name="T68" fmla="*/ 54 w 717"/>
                    <a:gd name="T69" fmla="*/ 0 h 756"/>
                    <a:gd name="T70" fmla="*/ 54 w 717"/>
                    <a:gd name="T71" fmla="*/ 250 h 756"/>
                    <a:gd name="T72" fmla="*/ 55 w 717"/>
                    <a:gd name="T73" fmla="*/ 333 h 756"/>
                    <a:gd name="T74" fmla="*/ 57 w 717"/>
                    <a:gd name="T75" fmla="*/ 192 h 756"/>
                    <a:gd name="T76" fmla="*/ 59 w 717"/>
                    <a:gd name="T77" fmla="*/ 340 h 756"/>
                    <a:gd name="T78" fmla="*/ 58 w 717"/>
                    <a:gd name="T79" fmla="*/ 429 h 756"/>
                    <a:gd name="T80" fmla="*/ 60 w 717"/>
                    <a:gd name="T81" fmla="*/ 461 h 756"/>
                    <a:gd name="T82" fmla="*/ 0 60000 65536"/>
                    <a:gd name="T83" fmla="*/ 0 60000 65536"/>
                    <a:gd name="T84" fmla="*/ 0 60000 65536"/>
                    <a:gd name="T85" fmla="*/ 0 60000 65536"/>
                    <a:gd name="T86" fmla="*/ 0 60000 65536"/>
                    <a:gd name="T87" fmla="*/ 0 60000 65536"/>
                    <a:gd name="T88" fmla="*/ 0 60000 65536"/>
                    <a:gd name="T89" fmla="*/ 0 60000 65536"/>
                    <a:gd name="T90" fmla="*/ 0 60000 65536"/>
                    <a:gd name="T91" fmla="*/ 0 60000 65536"/>
                    <a:gd name="T92" fmla="*/ 0 60000 65536"/>
                    <a:gd name="T93" fmla="*/ 0 60000 65536"/>
                    <a:gd name="T94" fmla="*/ 0 60000 65536"/>
                    <a:gd name="T95" fmla="*/ 0 60000 65536"/>
                    <a:gd name="T96" fmla="*/ 0 60000 65536"/>
                    <a:gd name="T97" fmla="*/ 0 60000 65536"/>
                    <a:gd name="T98" fmla="*/ 0 60000 65536"/>
                    <a:gd name="T99" fmla="*/ 0 60000 65536"/>
                    <a:gd name="T100" fmla="*/ 0 60000 65536"/>
                    <a:gd name="T101" fmla="*/ 0 60000 65536"/>
                    <a:gd name="T102" fmla="*/ 0 60000 65536"/>
                    <a:gd name="T103" fmla="*/ 0 60000 65536"/>
                    <a:gd name="T104" fmla="*/ 0 60000 65536"/>
                    <a:gd name="T105" fmla="*/ 0 60000 65536"/>
                    <a:gd name="T106" fmla="*/ 0 60000 65536"/>
                    <a:gd name="T107" fmla="*/ 0 60000 65536"/>
                    <a:gd name="T108" fmla="*/ 0 60000 65536"/>
                    <a:gd name="T109" fmla="*/ 0 60000 65536"/>
                    <a:gd name="T110" fmla="*/ 0 60000 65536"/>
                    <a:gd name="T111" fmla="*/ 0 60000 65536"/>
                    <a:gd name="T112" fmla="*/ 0 60000 65536"/>
                    <a:gd name="T113" fmla="*/ 0 60000 65536"/>
                    <a:gd name="T114" fmla="*/ 0 60000 65536"/>
                    <a:gd name="T115" fmla="*/ 0 60000 65536"/>
                    <a:gd name="T116" fmla="*/ 0 60000 65536"/>
                    <a:gd name="T117" fmla="*/ 0 60000 65536"/>
                    <a:gd name="T118" fmla="*/ 0 60000 65536"/>
                    <a:gd name="T119" fmla="*/ 0 60000 65536"/>
                    <a:gd name="T120" fmla="*/ 0 60000 65536"/>
                    <a:gd name="T121" fmla="*/ 0 60000 65536"/>
                    <a:gd name="T122" fmla="*/ 0 60000 65536"/>
                    <a:gd name="T123" fmla="*/ 0 w 717"/>
                    <a:gd name="T124" fmla="*/ 0 h 756"/>
                    <a:gd name="T125" fmla="*/ 717 w 717"/>
                    <a:gd name="T126" fmla="*/ 756 h 756"/>
                  </a:gdLst>
                  <a:ahLst/>
                  <a:cxnLst>
                    <a:cxn ang="T82">
                      <a:pos x="T0" y="T1"/>
                    </a:cxn>
                    <a:cxn ang="T83">
                      <a:pos x="T2" y="T3"/>
                    </a:cxn>
                    <a:cxn ang="T84">
                      <a:pos x="T4" y="T5"/>
                    </a:cxn>
                    <a:cxn ang="T85">
                      <a:pos x="T6" y="T7"/>
                    </a:cxn>
                    <a:cxn ang="T86">
                      <a:pos x="T8" y="T9"/>
                    </a:cxn>
                    <a:cxn ang="T87">
                      <a:pos x="T10" y="T11"/>
                    </a:cxn>
                    <a:cxn ang="T88">
                      <a:pos x="T12" y="T13"/>
                    </a:cxn>
                    <a:cxn ang="T89">
                      <a:pos x="T14" y="T15"/>
                    </a:cxn>
                    <a:cxn ang="T90">
                      <a:pos x="T16" y="T17"/>
                    </a:cxn>
                    <a:cxn ang="T91">
                      <a:pos x="T18" y="T19"/>
                    </a:cxn>
                    <a:cxn ang="T92">
                      <a:pos x="T20" y="T21"/>
                    </a:cxn>
                    <a:cxn ang="T93">
                      <a:pos x="T22" y="T23"/>
                    </a:cxn>
                    <a:cxn ang="T94">
                      <a:pos x="T24" y="T25"/>
                    </a:cxn>
                    <a:cxn ang="T95">
                      <a:pos x="T26" y="T27"/>
                    </a:cxn>
                    <a:cxn ang="T96">
                      <a:pos x="T28" y="T29"/>
                    </a:cxn>
                    <a:cxn ang="T97">
                      <a:pos x="T30" y="T31"/>
                    </a:cxn>
                    <a:cxn ang="T98">
                      <a:pos x="T32" y="T33"/>
                    </a:cxn>
                    <a:cxn ang="T99">
                      <a:pos x="T34" y="T35"/>
                    </a:cxn>
                    <a:cxn ang="T100">
                      <a:pos x="T36" y="T37"/>
                    </a:cxn>
                    <a:cxn ang="T101">
                      <a:pos x="T38" y="T39"/>
                    </a:cxn>
                    <a:cxn ang="T102">
                      <a:pos x="T40" y="T41"/>
                    </a:cxn>
                    <a:cxn ang="T103">
                      <a:pos x="T42" y="T43"/>
                    </a:cxn>
                    <a:cxn ang="T104">
                      <a:pos x="T44" y="T45"/>
                    </a:cxn>
                    <a:cxn ang="T105">
                      <a:pos x="T46" y="T47"/>
                    </a:cxn>
                    <a:cxn ang="T106">
                      <a:pos x="T48" y="T49"/>
                    </a:cxn>
                    <a:cxn ang="T107">
                      <a:pos x="T50" y="T51"/>
                    </a:cxn>
                    <a:cxn ang="T108">
                      <a:pos x="T52" y="T53"/>
                    </a:cxn>
                    <a:cxn ang="T109">
                      <a:pos x="T54" y="T55"/>
                    </a:cxn>
                    <a:cxn ang="T110">
                      <a:pos x="T56" y="T57"/>
                    </a:cxn>
                    <a:cxn ang="T111">
                      <a:pos x="T58" y="T59"/>
                    </a:cxn>
                    <a:cxn ang="T112">
                      <a:pos x="T60" y="T61"/>
                    </a:cxn>
                    <a:cxn ang="T113">
                      <a:pos x="T62" y="T63"/>
                    </a:cxn>
                    <a:cxn ang="T114">
                      <a:pos x="T64" y="T65"/>
                    </a:cxn>
                    <a:cxn ang="T115">
                      <a:pos x="T66" y="T67"/>
                    </a:cxn>
                    <a:cxn ang="T116">
                      <a:pos x="T68" y="T69"/>
                    </a:cxn>
                    <a:cxn ang="T117">
                      <a:pos x="T70" y="T71"/>
                    </a:cxn>
                    <a:cxn ang="T118">
                      <a:pos x="T72" y="T73"/>
                    </a:cxn>
                    <a:cxn ang="T119">
                      <a:pos x="T74" y="T75"/>
                    </a:cxn>
                    <a:cxn ang="T120">
                      <a:pos x="T76" y="T77"/>
                    </a:cxn>
                    <a:cxn ang="T121">
                      <a:pos x="T78" y="T79"/>
                    </a:cxn>
                    <a:cxn ang="T122">
                      <a:pos x="T80" y="T81"/>
                    </a:cxn>
                  </a:cxnLst>
                  <a:rect l="T123" t="T124" r="T125" b="T126"/>
                  <a:pathLst>
                    <a:path w="717" h="756">
                      <a:moveTo>
                        <a:pt x="0" y="756"/>
                      </a:moveTo>
                      <a:lnTo>
                        <a:pt x="52" y="167"/>
                      </a:lnTo>
                      <a:lnTo>
                        <a:pt x="64" y="384"/>
                      </a:lnTo>
                      <a:lnTo>
                        <a:pt x="90" y="103"/>
                      </a:lnTo>
                      <a:lnTo>
                        <a:pt x="116" y="519"/>
                      </a:lnTo>
                      <a:lnTo>
                        <a:pt x="135" y="487"/>
                      </a:lnTo>
                      <a:lnTo>
                        <a:pt x="135" y="359"/>
                      </a:lnTo>
                      <a:lnTo>
                        <a:pt x="167" y="71"/>
                      </a:lnTo>
                      <a:lnTo>
                        <a:pt x="192" y="244"/>
                      </a:lnTo>
                      <a:lnTo>
                        <a:pt x="205" y="96"/>
                      </a:lnTo>
                      <a:lnTo>
                        <a:pt x="218" y="615"/>
                      </a:lnTo>
                      <a:lnTo>
                        <a:pt x="244" y="397"/>
                      </a:lnTo>
                      <a:lnTo>
                        <a:pt x="282" y="519"/>
                      </a:lnTo>
                      <a:lnTo>
                        <a:pt x="308" y="308"/>
                      </a:lnTo>
                      <a:lnTo>
                        <a:pt x="333" y="442"/>
                      </a:lnTo>
                      <a:lnTo>
                        <a:pt x="346" y="352"/>
                      </a:lnTo>
                      <a:lnTo>
                        <a:pt x="365" y="384"/>
                      </a:lnTo>
                      <a:lnTo>
                        <a:pt x="378" y="135"/>
                      </a:lnTo>
                      <a:lnTo>
                        <a:pt x="391" y="301"/>
                      </a:lnTo>
                      <a:lnTo>
                        <a:pt x="384" y="519"/>
                      </a:lnTo>
                      <a:lnTo>
                        <a:pt x="404" y="679"/>
                      </a:lnTo>
                      <a:lnTo>
                        <a:pt x="429" y="628"/>
                      </a:lnTo>
                      <a:lnTo>
                        <a:pt x="442" y="480"/>
                      </a:lnTo>
                      <a:lnTo>
                        <a:pt x="455" y="391"/>
                      </a:lnTo>
                      <a:lnTo>
                        <a:pt x="436" y="506"/>
                      </a:lnTo>
                      <a:lnTo>
                        <a:pt x="461" y="352"/>
                      </a:lnTo>
                      <a:lnTo>
                        <a:pt x="474" y="455"/>
                      </a:lnTo>
                      <a:lnTo>
                        <a:pt x="493" y="519"/>
                      </a:lnTo>
                      <a:lnTo>
                        <a:pt x="512" y="410"/>
                      </a:lnTo>
                      <a:lnTo>
                        <a:pt x="532" y="186"/>
                      </a:lnTo>
                      <a:lnTo>
                        <a:pt x="544" y="231"/>
                      </a:lnTo>
                      <a:lnTo>
                        <a:pt x="570" y="148"/>
                      </a:lnTo>
                      <a:lnTo>
                        <a:pt x="576" y="301"/>
                      </a:lnTo>
                      <a:lnTo>
                        <a:pt x="576" y="730"/>
                      </a:lnTo>
                      <a:lnTo>
                        <a:pt x="647" y="0"/>
                      </a:lnTo>
                      <a:lnTo>
                        <a:pt x="647" y="250"/>
                      </a:lnTo>
                      <a:lnTo>
                        <a:pt x="660" y="333"/>
                      </a:lnTo>
                      <a:lnTo>
                        <a:pt x="685" y="192"/>
                      </a:lnTo>
                      <a:lnTo>
                        <a:pt x="711" y="340"/>
                      </a:lnTo>
                      <a:lnTo>
                        <a:pt x="698" y="429"/>
                      </a:lnTo>
                      <a:lnTo>
                        <a:pt x="717" y="461"/>
                      </a:lnTo>
                    </a:path>
                  </a:pathLst>
                </a:custGeom>
                <a:noFill/>
                <a:ln w="9525">
                  <a:solidFill>
                    <a:srgbClr val="0079F2"/>
                  </a:solidFill>
                  <a:round/>
                  <a:headEnd/>
                  <a:tailEnd/>
                </a:ln>
              </p:spPr>
              <p:txBody>
                <a:bodyPr/>
                <a:lstStyle/>
                <a:p>
                  <a:endParaRPr lang="en-GB"/>
                </a:p>
              </p:txBody>
            </p:sp>
            <p:sp>
              <p:nvSpPr>
                <p:cNvPr id="17421" name="Freeform 23"/>
                <p:cNvSpPr>
                  <a:spLocks/>
                </p:cNvSpPr>
                <p:nvPr/>
              </p:nvSpPr>
              <p:spPr bwMode="auto">
                <a:xfrm flipH="1">
                  <a:off x="4077" y="1119"/>
                  <a:ext cx="313" cy="756"/>
                </a:xfrm>
                <a:custGeom>
                  <a:avLst/>
                  <a:gdLst>
                    <a:gd name="T0" fmla="*/ 0 w 717"/>
                    <a:gd name="T1" fmla="*/ 756 h 756"/>
                    <a:gd name="T2" fmla="*/ 4 w 717"/>
                    <a:gd name="T3" fmla="*/ 167 h 756"/>
                    <a:gd name="T4" fmla="*/ 5 w 717"/>
                    <a:gd name="T5" fmla="*/ 384 h 756"/>
                    <a:gd name="T6" fmla="*/ 7 w 717"/>
                    <a:gd name="T7" fmla="*/ 103 h 756"/>
                    <a:gd name="T8" fmla="*/ 10 w 717"/>
                    <a:gd name="T9" fmla="*/ 519 h 756"/>
                    <a:gd name="T10" fmla="*/ 11 w 717"/>
                    <a:gd name="T11" fmla="*/ 487 h 756"/>
                    <a:gd name="T12" fmla="*/ 11 w 717"/>
                    <a:gd name="T13" fmla="*/ 359 h 756"/>
                    <a:gd name="T14" fmla="*/ 14 w 717"/>
                    <a:gd name="T15" fmla="*/ 71 h 756"/>
                    <a:gd name="T16" fmla="*/ 16 w 717"/>
                    <a:gd name="T17" fmla="*/ 244 h 756"/>
                    <a:gd name="T18" fmla="*/ 17 w 717"/>
                    <a:gd name="T19" fmla="*/ 96 h 756"/>
                    <a:gd name="T20" fmla="*/ 18 w 717"/>
                    <a:gd name="T21" fmla="*/ 615 h 756"/>
                    <a:gd name="T22" fmla="*/ 21 w 717"/>
                    <a:gd name="T23" fmla="*/ 397 h 756"/>
                    <a:gd name="T24" fmla="*/ 24 w 717"/>
                    <a:gd name="T25" fmla="*/ 519 h 756"/>
                    <a:gd name="T26" fmla="*/ 25 w 717"/>
                    <a:gd name="T27" fmla="*/ 308 h 756"/>
                    <a:gd name="T28" fmla="*/ 28 w 717"/>
                    <a:gd name="T29" fmla="*/ 442 h 756"/>
                    <a:gd name="T30" fmla="*/ 29 w 717"/>
                    <a:gd name="T31" fmla="*/ 352 h 756"/>
                    <a:gd name="T32" fmla="*/ 30 w 717"/>
                    <a:gd name="T33" fmla="*/ 384 h 756"/>
                    <a:gd name="T34" fmla="*/ 31 w 717"/>
                    <a:gd name="T35" fmla="*/ 135 h 756"/>
                    <a:gd name="T36" fmla="*/ 33 w 717"/>
                    <a:gd name="T37" fmla="*/ 301 h 756"/>
                    <a:gd name="T38" fmla="*/ 32 w 717"/>
                    <a:gd name="T39" fmla="*/ 519 h 756"/>
                    <a:gd name="T40" fmla="*/ 34 w 717"/>
                    <a:gd name="T41" fmla="*/ 679 h 756"/>
                    <a:gd name="T42" fmla="*/ 36 w 717"/>
                    <a:gd name="T43" fmla="*/ 628 h 756"/>
                    <a:gd name="T44" fmla="*/ 37 w 717"/>
                    <a:gd name="T45" fmla="*/ 480 h 756"/>
                    <a:gd name="T46" fmla="*/ 38 w 717"/>
                    <a:gd name="T47" fmla="*/ 391 h 756"/>
                    <a:gd name="T48" fmla="*/ 36 w 717"/>
                    <a:gd name="T49" fmla="*/ 506 h 756"/>
                    <a:gd name="T50" fmla="*/ 38 w 717"/>
                    <a:gd name="T51" fmla="*/ 352 h 756"/>
                    <a:gd name="T52" fmla="*/ 39 w 717"/>
                    <a:gd name="T53" fmla="*/ 455 h 756"/>
                    <a:gd name="T54" fmla="*/ 41 w 717"/>
                    <a:gd name="T55" fmla="*/ 519 h 756"/>
                    <a:gd name="T56" fmla="*/ 43 w 717"/>
                    <a:gd name="T57" fmla="*/ 410 h 756"/>
                    <a:gd name="T58" fmla="*/ 44 w 717"/>
                    <a:gd name="T59" fmla="*/ 186 h 756"/>
                    <a:gd name="T60" fmla="*/ 45 w 717"/>
                    <a:gd name="T61" fmla="*/ 231 h 756"/>
                    <a:gd name="T62" fmla="*/ 48 w 717"/>
                    <a:gd name="T63" fmla="*/ 148 h 756"/>
                    <a:gd name="T64" fmla="*/ 48 w 717"/>
                    <a:gd name="T65" fmla="*/ 301 h 756"/>
                    <a:gd name="T66" fmla="*/ 48 w 717"/>
                    <a:gd name="T67" fmla="*/ 730 h 756"/>
                    <a:gd name="T68" fmla="*/ 54 w 717"/>
                    <a:gd name="T69" fmla="*/ 0 h 756"/>
                    <a:gd name="T70" fmla="*/ 54 w 717"/>
                    <a:gd name="T71" fmla="*/ 250 h 756"/>
                    <a:gd name="T72" fmla="*/ 55 w 717"/>
                    <a:gd name="T73" fmla="*/ 333 h 756"/>
                    <a:gd name="T74" fmla="*/ 57 w 717"/>
                    <a:gd name="T75" fmla="*/ 192 h 756"/>
                    <a:gd name="T76" fmla="*/ 59 w 717"/>
                    <a:gd name="T77" fmla="*/ 340 h 756"/>
                    <a:gd name="T78" fmla="*/ 58 w 717"/>
                    <a:gd name="T79" fmla="*/ 429 h 756"/>
                    <a:gd name="T80" fmla="*/ 60 w 717"/>
                    <a:gd name="T81" fmla="*/ 461 h 756"/>
                    <a:gd name="T82" fmla="*/ 0 60000 65536"/>
                    <a:gd name="T83" fmla="*/ 0 60000 65536"/>
                    <a:gd name="T84" fmla="*/ 0 60000 65536"/>
                    <a:gd name="T85" fmla="*/ 0 60000 65536"/>
                    <a:gd name="T86" fmla="*/ 0 60000 65536"/>
                    <a:gd name="T87" fmla="*/ 0 60000 65536"/>
                    <a:gd name="T88" fmla="*/ 0 60000 65536"/>
                    <a:gd name="T89" fmla="*/ 0 60000 65536"/>
                    <a:gd name="T90" fmla="*/ 0 60000 65536"/>
                    <a:gd name="T91" fmla="*/ 0 60000 65536"/>
                    <a:gd name="T92" fmla="*/ 0 60000 65536"/>
                    <a:gd name="T93" fmla="*/ 0 60000 65536"/>
                    <a:gd name="T94" fmla="*/ 0 60000 65536"/>
                    <a:gd name="T95" fmla="*/ 0 60000 65536"/>
                    <a:gd name="T96" fmla="*/ 0 60000 65536"/>
                    <a:gd name="T97" fmla="*/ 0 60000 65536"/>
                    <a:gd name="T98" fmla="*/ 0 60000 65536"/>
                    <a:gd name="T99" fmla="*/ 0 60000 65536"/>
                    <a:gd name="T100" fmla="*/ 0 60000 65536"/>
                    <a:gd name="T101" fmla="*/ 0 60000 65536"/>
                    <a:gd name="T102" fmla="*/ 0 60000 65536"/>
                    <a:gd name="T103" fmla="*/ 0 60000 65536"/>
                    <a:gd name="T104" fmla="*/ 0 60000 65536"/>
                    <a:gd name="T105" fmla="*/ 0 60000 65536"/>
                    <a:gd name="T106" fmla="*/ 0 60000 65536"/>
                    <a:gd name="T107" fmla="*/ 0 60000 65536"/>
                    <a:gd name="T108" fmla="*/ 0 60000 65536"/>
                    <a:gd name="T109" fmla="*/ 0 60000 65536"/>
                    <a:gd name="T110" fmla="*/ 0 60000 65536"/>
                    <a:gd name="T111" fmla="*/ 0 60000 65536"/>
                    <a:gd name="T112" fmla="*/ 0 60000 65536"/>
                    <a:gd name="T113" fmla="*/ 0 60000 65536"/>
                    <a:gd name="T114" fmla="*/ 0 60000 65536"/>
                    <a:gd name="T115" fmla="*/ 0 60000 65536"/>
                    <a:gd name="T116" fmla="*/ 0 60000 65536"/>
                    <a:gd name="T117" fmla="*/ 0 60000 65536"/>
                    <a:gd name="T118" fmla="*/ 0 60000 65536"/>
                    <a:gd name="T119" fmla="*/ 0 60000 65536"/>
                    <a:gd name="T120" fmla="*/ 0 60000 65536"/>
                    <a:gd name="T121" fmla="*/ 0 60000 65536"/>
                    <a:gd name="T122" fmla="*/ 0 60000 65536"/>
                    <a:gd name="T123" fmla="*/ 0 w 717"/>
                    <a:gd name="T124" fmla="*/ 0 h 756"/>
                    <a:gd name="T125" fmla="*/ 717 w 717"/>
                    <a:gd name="T126" fmla="*/ 756 h 756"/>
                  </a:gdLst>
                  <a:ahLst/>
                  <a:cxnLst>
                    <a:cxn ang="T82">
                      <a:pos x="T0" y="T1"/>
                    </a:cxn>
                    <a:cxn ang="T83">
                      <a:pos x="T2" y="T3"/>
                    </a:cxn>
                    <a:cxn ang="T84">
                      <a:pos x="T4" y="T5"/>
                    </a:cxn>
                    <a:cxn ang="T85">
                      <a:pos x="T6" y="T7"/>
                    </a:cxn>
                    <a:cxn ang="T86">
                      <a:pos x="T8" y="T9"/>
                    </a:cxn>
                    <a:cxn ang="T87">
                      <a:pos x="T10" y="T11"/>
                    </a:cxn>
                    <a:cxn ang="T88">
                      <a:pos x="T12" y="T13"/>
                    </a:cxn>
                    <a:cxn ang="T89">
                      <a:pos x="T14" y="T15"/>
                    </a:cxn>
                    <a:cxn ang="T90">
                      <a:pos x="T16" y="T17"/>
                    </a:cxn>
                    <a:cxn ang="T91">
                      <a:pos x="T18" y="T19"/>
                    </a:cxn>
                    <a:cxn ang="T92">
                      <a:pos x="T20" y="T21"/>
                    </a:cxn>
                    <a:cxn ang="T93">
                      <a:pos x="T22" y="T23"/>
                    </a:cxn>
                    <a:cxn ang="T94">
                      <a:pos x="T24" y="T25"/>
                    </a:cxn>
                    <a:cxn ang="T95">
                      <a:pos x="T26" y="T27"/>
                    </a:cxn>
                    <a:cxn ang="T96">
                      <a:pos x="T28" y="T29"/>
                    </a:cxn>
                    <a:cxn ang="T97">
                      <a:pos x="T30" y="T31"/>
                    </a:cxn>
                    <a:cxn ang="T98">
                      <a:pos x="T32" y="T33"/>
                    </a:cxn>
                    <a:cxn ang="T99">
                      <a:pos x="T34" y="T35"/>
                    </a:cxn>
                    <a:cxn ang="T100">
                      <a:pos x="T36" y="T37"/>
                    </a:cxn>
                    <a:cxn ang="T101">
                      <a:pos x="T38" y="T39"/>
                    </a:cxn>
                    <a:cxn ang="T102">
                      <a:pos x="T40" y="T41"/>
                    </a:cxn>
                    <a:cxn ang="T103">
                      <a:pos x="T42" y="T43"/>
                    </a:cxn>
                    <a:cxn ang="T104">
                      <a:pos x="T44" y="T45"/>
                    </a:cxn>
                    <a:cxn ang="T105">
                      <a:pos x="T46" y="T47"/>
                    </a:cxn>
                    <a:cxn ang="T106">
                      <a:pos x="T48" y="T49"/>
                    </a:cxn>
                    <a:cxn ang="T107">
                      <a:pos x="T50" y="T51"/>
                    </a:cxn>
                    <a:cxn ang="T108">
                      <a:pos x="T52" y="T53"/>
                    </a:cxn>
                    <a:cxn ang="T109">
                      <a:pos x="T54" y="T55"/>
                    </a:cxn>
                    <a:cxn ang="T110">
                      <a:pos x="T56" y="T57"/>
                    </a:cxn>
                    <a:cxn ang="T111">
                      <a:pos x="T58" y="T59"/>
                    </a:cxn>
                    <a:cxn ang="T112">
                      <a:pos x="T60" y="T61"/>
                    </a:cxn>
                    <a:cxn ang="T113">
                      <a:pos x="T62" y="T63"/>
                    </a:cxn>
                    <a:cxn ang="T114">
                      <a:pos x="T64" y="T65"/>
                    </a:cxn>
                    <a:cxn ang="T115">
                      <a:pos x="T66" y="T67"/>
                    </a:cxn>
                    <a:cxn ang="T116">
                      <a:pos x="T68" y="T69"/>
                    </a:cxn>
                    <a:cxn ang="T117">
                      <a:pos x="T70" y="T71"/>
                    </a:cxn>
                    <a:cxn ang="T118">
                      <a:pos x="T72" y="T73"/>
                    </a:cxn>
                    <a:cxn ang="T119">
                      <a:pos x="T74" y="T75"/>
                    </a:cxn>
                    <a:cxn ang="T120">
                      <a:pos x="T76" y="T77"/>
                    </a:cxn>
                    <a:cxn ang="T121">
                      <a:pos x="T78" y="T79"/>
                    </a:cxn>
                    <a:cxn ang="T122">
                      <a:pos x="T80" y="T81"/>
                    </a:cxn>
                  </a:cxnLst>
                  <a:rect l="T123" t="T124" r="T125" b="T126"/>
                  <a:pathLst>
                    <a:path w="717" h="756">
                      <a:moveTo>
                        <a:pt x="0" y="756"/>
                      </a:moveTo>
                      <a:lnTo>
                        <a:pt x="52" y="167"/>
                      </a:lnTo>
                      <a:lnTo>
                        <a:pt x="64" y="384"/>
                      </a:lnTo>
                      <a:lnTo>
                        <a:pt x="90" y="103"/>
                      </a:lnTo>
                      <a:lnTo>
                        <a:pt x="116" y="519"/>
                      </a:lnTo>
                      <a:lnTo>
                        <a:pt x="135" y="487"/>
                      </a:lnTo>
                      <a:lnTo>
                        <a:pt x="135" y="359"/>
                      </a:lnTo>
                      <a:lnTo>
                        <a:pt x="167" y="71"/>
                      </a:lnTo>
                      <a:lnTo>
                        <a:pt x="192" y="244"/>
                      </a:lnTo>
                      <a:lnTo>
                        <a:pt x="205" y="96"/>
                      </a:lnTo>
                      <a:lnTo>
                        <a:pt x="218" y="615"/>
                      </a:lnTo>
                      <a:lnTo>
                        <a:pt x="244" y="397"/>
                      </a:lnTo>
                      <a:lnTo>
                        <a:pt x="282" y="519"/>
                      </a:lnTo>
                      <a:lnTo>
                        <a:pt x="308" y="308"/>
                      </a:lnTo>
                      <a:lnTo>
                        <a:pt x="333" y="442"/>
                      </a:lnTo>
                      <a:lnTo>
                        <a:pt x="346" y="352"/>
                      </a:lnTo>
                      <a:lnTo>
                        <a:pt x="365" y="384"/>
                      </a:lnTo>
                      <a:lnTo>
                        <a:pt x="378" y="135"/>
                      </a:lnTo>
                      <a:lnTo>
                        <a:pt x="391" y="301"/>
                      </a:lnTo>
                      <a:lnTo>
                        <a:pt x="384" y="519"/>
                      </a:lnTo>
                      <a:lnTo>
                        <a:pt x="404" y="679"/>
                      </a:lnTo>
                      <a:lnTo>
                        <a:pt x="429" y="628"/>
                      </a:lnTo>
                      <a:lnTo>
                        <a:pt x="442" y="480"/>
                      </a:lnTo>
                      <a:lnTo>
                        <a:pt x="455" y="391"/>
                      </a:lnTo>
                      <a:lnTo>
                        <a:pt x="436" y="506"/>
                      </a:lnTo>
                      <a:lnTo>
                        <a:pt x="461" y="352"/>
                      </a:lnTo>
                      <a:lnTo>
                        <a:pt x="474" y="455"/>
                      </a:lnTo>
                      <a:lnTo>
                        <a:pt x="493" y="519"/>
                      </a:lnTo>
                      <a:lnTo>
                        <a:pt x="512" y="410"/>
                      </a:lnTo>
                      <a:lnTo>
                        <a:pt x="532" y="186"/>
                      </a:lnTo>
                      <a:lnTo>
                        <a:pt x="544" y="231"/>
                      </a:lnTo>
                      <a:lnTo>
                        <a:pt x="570" y="148"/>
                      </a:lnTo>
                      <a:lnTo>
                        <a:pt x="576" y="301"/>
                      </a:lnTo>
                      <a:lnTo>
                        <a:pt x="576" y="730"/>
                      </a:lnTo>
                      <a:lnTo>
                        <a:pt x="647" y="0"/>
                      </a:lnTo>
                      <a:lnTo>
                        <a:pt x="647" y="250"/>
                      </a:lnTo>
                      <a:lnTo>
                        <a:pt x="660" y="333"/>
                      </a:lnTo>
                      <a:lnTo>
                        <a:pt x="685" y="192"/>
                      </a:lnTo>
                      <a:lnTo>
                        <a:pt x="711" y="340"/>
                      </a:lnTo>
                      <a:lnTo>
                        <a:pt x="698" y="429"/>
                      </a:lnTo>
                      <a:lnTo>
                        <a:pt x="717" y="461"/>
                      </a:lnTo>
                    </a:path>
                  </a:pathLst>
                </a:custGeom>
                <a:noFill/>
                <a:ln w="9525">
                  <a:solidFill>
                    <a:srgbClr val="0079F2"/>
                  </a:solidFill>
                  <a:round/>
                  <a:headEnd/>
                  <a:tailEnd/>
                </a:ln>
              </p:spPr>
              <p:txBody>
                <a:bodyPr/>
                <a:lstStyle/>
                <a:p>
                  <a:endParaRPr lang="en-GB"/>
                </a:p>
              </p:txBody>
            </p:sp>
            <p:sp>
              <p:nvSpPr>
                <p:cNvPr id="17422" name="Freeform 24"/>
                <p:cNvSpPr>
                  <a:spLocks/>
                </p:cNvSpPr>
                <p:nvPr/>
              </p:nvSpPr>
              <p:spPr bwMode="auto">
                <a:xfrm flipV="1">
                  <a:off x="4385" y="1138"/>
                  <a:ext cx="313" cy="756"/>
                </a:xfrm>
                <a:custGeom>
                  <a:avLst/>
                  <a:gdLst>
                    <a:gd name="T0" fmla="*/ 0 w 717"/>
                    <a:gd name="T1" fmla="*/ 756 h 756"/>
                    <a:gd name="T2" fmla="*/ 4 w 717"/>
                    <a:gd name="T3" fmla="*/ 167 h 756"/>
                    <a:gd name="T4" fmla="*/ 5 w 717"/>
                    <a:gd name="T5" fmla="*/ 384 h 756"/>
                    <a:gd name="T6" fmla="*/ 7 w 717"/>
                    <a:gd name="T7" fmla="*/ 103 h 756"/>
                    <a:gd name="T8" fmla="*/ 10 w 717"/>
                    <a:gd name="T9" fmla="*/ 519 h 756"/>
                    <a:gd name="T10" fmla="*/ 11 w 717"/>
                    <a:gd name="T11" fmla="*/ 487 h 756"/>
                    <a:gd name="T12" fmla="*/ 11 w 717"/>
                    <a:gd name="T13" fmla="*/ 359 h 756"/>
                    <a:gd name="T14" fmla="*/ 14 w 717"/>
                    <a:gd name="T15" fmla="*/ 71 h 756"/>
                    <a:gd name="T16" fmla="*/ 16 w 717"/>
                    <a:gd name="T17" fmla="*/ 244 h 756"/>
                    <a:gd name="T18" fmla="*/ 17 w 717"/>
                    <a:gd name="T19" fmla="*/ 96 h 756"/>
                    <a:gd name="T20" fmla="*/ 18 w 717"/>
                    <a:gd name="T21" fmla="*/ 615 h 756"/>
                    <a:gd name="T22" fmla="*/ 21 w 717"/>
                    <a:gd name="T23" fmla="*/ 397 h 756"/>
                    <a:gd name="T24" fmla="*/ 24 w 717"/>
                    <a:gd name="T25" fmla="*/ 519 h 756"/>
                    <a:gd name="T26" fmla="*/ 25 w 717"/>
                    <a:gd name="T27" fmla="*/ 308 h 756"/>
                    <a:gd name="T28" fmla="*/ 28 w 717"/>
                    <a:gd name="T29" fmla="*/ 442 h 756"/>
                    <a:gd name="T30" fmla="*/ 29 w 717"/>
                    <a:gd name="T31" fmla="*/ 352 h 756"/>
                    <a:gd name="T32" fmla="*/ 30 w 717"/>
                    <a:gd name="T33" fmla="*/ 384 h 756"/>
                    <a:gd name="T34" fmla="*/ 31 w 717"/>
                    <a:gd name="T35" fmla="*/ 135 h 756"/>
                    <a:gd name="T36" fmla="*/ 33 w 717"/>
                    <a:gd name="T37" fmla="*/ 301 h 756"/>
                    <a:gd name="T38" fmla="*/ 32 w 717"/>
                    <a:gd name="T39" fmla="*/ 519 h 756"/>
                    <a:gd name="T40" fmla="*/ 34 w 717"/>
                    <a:gd name="T41" fmla="*/ 679 h 756"/>
                    <a:gd name="T42" fmla="*/ 36 w 717"/>
                    <a:gd name="T43" fmla="*/ 628 h 756"/>
                    <a:gd name="T44" fmla="*/ 37 w 717"/>
                    <a:gd name="T45" fmla="*/ 480 h 756"/>
                    <a:gd name="T46" fmla="*/ 38 w 717"/>
                    <a:gd name="T47" fmla="*/ 391 h 756"/>
                    <a:gd name="T48" fmla="*/ 36 w 717"/>
                    <a:gd name="T49" fmla="*/ 506 h 756"/>
                    <a:gd name="T50" fmla="*/ 38 w 717"/>
                    <a:gd name="T51" fmla="*/ 352 h 756"/>
                    <a:gd name="T52" fmla="*/ 39 w 717"/>
                    <a:gd name="T53" fmla="*/ 455 h 756"/>
                    <a:gd name="T54" fmla="*/ 41 w 717"/>
                    <a:gd name="T55" fmla="*/ 519 h 756"/>
                    <a:gd name="T56" fmla="*/ 43 w 717"/>
                    <a:gd name="T57" fmla="*/ 410 h 756"/>
                    <a:gd name="T58" fmla="*/ 44 w 717"/>
                    <a:gd name="T59" fmla="*/ 186 h 756"/>
                    <a:gd name="T60" fmla="*/ 45 w 717"/>
                    <a:gd name="T61" fmla="*/ 231 h 756"/>
                    <a:gd name="T62" fmla="*/ 48 w 717"/>
                    <a:gd name="T63" fmla="*/ 148 h 756"/>
                    <a:gd name="T64" fmla="*/ 48 w 717"/>
                    <a:gd name="T65" fmla="*/ 301 h 756"/>
                    <a:gd name="T66" fmla="*/ 48 w 717"/>
                    <a:gd name="T67" fmla="*/ 730 h 756"/>
                    <a:gd name="T68" fmla="*/ 54 w 717"/>
                    <a:gd name="T69" fmla="*/ 0 h 756"/>
                    <a:gd name="T70" fmla="*/ 54 w 717"/>
                    <a:gd name="T71" fmla="*/ 250 h 756"/>
                    <a:gd name="T72" fmla="*/ 55 w 717"/>
                    <a:gd name="T73" fmla="*/ 333 h 756"/>
                    <a:gd name="T74" fmla="*/ 57 w 717"/>
                    <a:gd name="T75" fmla="*/ 192 h 756"/>
                    <a:gd name="T76" fmla="*/ 59 w 717"/>
                    <a:gd name="T77" fmla="*/ 340 h 756"/>
                    <a:gd name="T78" fmla="*/ 58 w 717"/>
                    <a:gd name="T79" fmla="*/ 429 h 756"/>
                    <a:gd name="T80" fmla="*/ 60 w 717"/>
                    <a:gd name="T81" fmla="*/ 461 h 756"/>
                    <a:gd name="T82" fmla="*/ 0 60000 65536"/>
                    <a:gd name="T83" fmla="*/ 0 60000 65536"/>
                    <a:gd name="T84" fmla="*/ 0 60000 65536"/>
                    <a:gd name="T85" fmla="*/ 0 60000 65536"/>
                    <a:gd name="T86" fmla="*/ 0 60000 65536"/>
                    <a:gd name="T87" fmla="*/ 0 60000 65536"/>
                    <a:gd name="T88" fmla="*/ 0 60000 65536"/>
                    <a:gd name="T89" fmla="*/ 0 60000 65536"/>
                    <a:gd name="T90" fmla="*/ 0 60000 65536"/>
                    <a:gd name="T91" fmla="*/ 0 60000 65536"/>
                    <a:gd name="T92" fmla="*/ 0 60000 65536"/>
                    <a:gd name="T93" fmla="*/ 0 60000 65536"/>
                    <a:gd name="T94" fmla="*/ 0 60000 65536"/>
                    <a:gd name="T95" fmla="*/ 0 60000 65536"/>
                    <a:gd name="T96" fmla="*/ 0 60000 65536"/>
                    <a:gd name="T97" fmla="*/ 0 60000 65536"/>
                    <a:gd name="T98" fmla="*/ 0 60000 65536"/>
                    <a:gd name="T99" fmla="*/ 0 60000 65536"/>
                    <a:gd name="T100" fmla="*/ 0 60000 65536"/>
                    <a:gd name="T101" fmla="*/ 0 60000 65536"/>
                    <a:gd name="T102" fmla="*/ 0 60000 65536"/>
                    <a:gd name="T103" fmla="*/ 0 60000 65536"/>
                    <a:gd name="T104" fmla="*/ 0 60000 65536"/>
                    <a:gd name="T105" fmla="*/ 0 60000 65536"/>
                    <a:gd name="T106" fmla="*/ 0 60000 65536"/>
                    <a:gd name="T107" fmla="*/ 0 60000 65536"/>
                    <a:gd name="T108" fmla="*/ 0 60000 65536"/>
                    <a:gd name="T109" fmla="*/ 0 60000 65536"/>
                    <a:gd name="T110" fmla="*/ 0 60000 65536"/>
                    <a:gd name="T111" fmla="*/ 0 60000 65536"/>
                    <a:gd name="T112" fmla="*/ 0 60000 65536"/>
                    <a:gd name="T113" fmla="*/ 0 60000 65536"/>
                    <a:gd name="T114" fmla="*/ 0 60000 65536"/>
                    <a:gd name="T115" fmla="*/ 0 60000 65536"/>
                    <a:gd name="T116" fmla="*/ 0 60000 65536"/>
                    <a:gd name="T117" fmla="*/ 0 60000 65536"/>
                    <a:gd name="T118" fmla="*/ 0 60000 65536"/>
                    <a:gd name="T119" fmla="*/ 0 60000 65536"/>
                    <a:gd name="T120" fmla="*/ 0 60000 65536"/>
                    <a:gd name="T121" fmla="*/ 0 60000 65536"/>
                    <a:gd name="T122" fmla="*/ 0 60000 65536"/>
                    <a:gd name="T123" fmla="*/ 0 w 717"/>
                    <a:gd name="T124" fmla="*/ 0 h 756"/>
                    <a:gd name="T125" fmla="*/ 717 w 717"/>
                    <a:gd name="T126" fmla="*/ 756 h 756"/>
                  </a:gdLst>
                  <a:ahLst/>
                  <a:cxnLst>
                    <a:cxn ang="T82">
                      <a:pos x="T0" y="T1"/>
                    </a:cxn>
                    <a:cxn ang="T83">
                      <a:pos x="T2" y="T3"/>
                    </a:cxn>
                    <a:cxn ang="T84">
                      <a:pos x="T4" y="T5"/>
                    </a:cxn>
                    <a:cxn ang="T85">
                      <a:pos x="T6" y="T7"/>
                    </a:cxn>
                    <a:cxn ang="T86">
                      <a:pos x="T8" y="T9"/>
                    </a:cxn>
                    <a:cxn ang="T87">
                      <a:pos x="T10" y="T11"/>
                    </a:cxn>
                    <a:cxn ang="T88">
                      <a:pos x="T12" y="T13"/>
                    </a:cxn>
                    <a:cxn ang="T89">
                      <a:pos x="T14" y="T15"/>
                    </a:cxn>
                    <a:cxn ang="T90">
                      <a:pos x="T16" y="T17"/>
                    </a:cxn>
                    <a:cxn ang="T91">
                      <a:pos x="T18" y="T19"/>
                    </a:cxn>
                    <a:cxn ang="T92">
                      <a:pos x="T20" y="T21"/>
                    </a:cxn>
                    <a:cxn ang="T93">
                      <a:pos x="T22" y="T23"/>
                    </a:cxn>
                    <a:cxn ang="T94">
                      <a:pos x="T24" y="T25"/>
                    </a:cxn>
                    <a:cxn ang="T95">
                      <a:pos x="T26" y="T27"/>
                    </a:cxn>
                    <a:cxn ang="T96">
                      <a:pos x="T28" y="T29"/>
                    </a:cxn>
                    <a:cxn ang="T97">
                      <a:pos x="T30" y="T31"/>
                    </a:cxn>
                    <a:cxn ang="T98">
                      <a:pos x="T32" y="T33"/>
                    </a:cxn>
                    <a:cxn ang="T99">
                      <a:pos x="T34" y="T35"/>
                    </a:cxn>
                    <a:cxn ang="T100">
                      <a:pos x="T36" y="T37"/>
                    </a:cxn>
                    <a:cxn ang="T101">
                      <a:pos x="T38" y="T39"/>
                    </a:cxn>
                    <a:cxn ang="T102">
                      <a:pos x="T40" y="T41"/>
                    </a:cxn>
                    <a:cxn ang="T103">
                      <a:pos x="T42" y="T43"/>
                    </a:cxn>
                    <a:cxn ang="T104">
                      <a:pos x="T44" y="T45"/>
                    </a:cxn>
                    <a:cxn ang="T105">
                      <a:pos x="T46" y="T47"/>
                    </a:cxn>
                    <a:cxn ang="T106">
                      <a:pos x="T48" y="T49"/>
                    </a:cxn>
                    <a:cxn ang="T107">
                      <a:pos x="T50" y="T51"/>
                    </a:cxn>
                    <a:cxn ang="T108">
                      <a:pos x="T52" y="T53"/>
                    </a:cxn>
                    <a:cxn ang="T109">
                      <a:pos x="T54" y="T55"/>
                    </a:cxn>
                    <a:cxn ang="T110">
                      <a:pos x="T56" y="T57"/>
                    </a:cxn>
                    <a:cxn ang="T111">
                      <a:pos x="T58" y="T59"/>
                    </a:cxn>
                    <a:cxn ang="T112">
                      <a:pos x="T60" y="T61"/>
                    </a:cxn>
                    <a:cxn ang="T113">
                      <a:pos x="T62" y="T63"/>
                    </a:cxn>
                    <a:cxn ang="T114">
                      <a:pos x="T64" y="T65"/>
                    </a:cxn>
                    <a:cxn ang="T115">
                      <a:pos x="T66" y="T67"/>
                    </a:cxn>
                    <a:cxn ang="T116">
                      <a:pos x="T68" y="T69"/>
                    </a:cxn>
                    <a:cxn ang="T117">
                      <a:pos x="T70" y="T71"/>
                    </a:cxn>
                    <a:cxn ang="T118">
                      <a:pos x="T72" y="T73"/>
                    </a:cxn>
                    <a:cxn ang="T119">
                      <a:pos x="T74" y="T75"/>
                    </a:cxn>
                    <a:cxn ang="T120">
                      <a:pos x="T76" y="T77"/>
                    </a:cxn>
                    <a:cxn ang="T121">
                      <a:pos x="T78" y="T79"/>
                    </a:cxn>
                    <a:cxn ang="T122">
                      <a:pos x="T80" y="T81"/>
                    </a:cxn>
                  </a:cxnLst>
                  <a:rect l="T123" t="T124" r="T125" b="T126"/>
                  <a:pathLst>
                    <a:path w="717" h="756">
                      <a:moveTo>
                        <a:pt x="0" y="756"/>
                      </a:moveTo>
                      <a:lnTo>
                        <a:pt x="52" y="167"/>
                      </a:lnTo>
                      <a:lnTo>
                        <a:pt x="64" y="384"/>
                      </a:lnTo>
                      <a:lnTo>
                        <a:pt x="90" y="103"/>
                      </a:lnTo>
                      <a:lnTo>
                        <a:pt x="116" y="519"/>
                      </a:lnTo>
                      <a:lnTo>
                        <a:pt x="135" y="487"/>
                      </a:lnTo>
                      <a:lnTo>
                        <a:pt x="135" y="359"/>
                      </a:lnTo>
                      <a:lnTo>
                        <a:pt x="167" y="71"/>
                      </a:lnTo>
                      <a:lnTo>
                        <a:pt x="192" y="244"/>
                      </a:lnTo>
                      <a:lnTo>
                        <a:pt x="205" y="96"/>
                      </a:lnTo>
                      <a:lnTo>
                        <a:pt x="218" y="615"/>
                      </a:lnTo>
                      <a:lnTo>
                        <a:pt x="244" y="397"/>
                      </a:lnTo>
                      <a:lnTo>
                        <a:pt x="282" y="519"/>
                      </a:lnTo>
                      <a:lnTo>
                        <a:pt x="308" y="308"/>
                      </a:lnTo>
                      <a:lnTo>
                        <a:pt x="333" y="442"/>
                      </a:lnTo>
                      <a:lnTo>
                        <a:pt x="346" y="352"/>
                      </a:lnTo>
                      <a:lnTo>
                        <a:pt x="365" y="384"/>
                      </a:lnTo>
                      <a:lnTo>
                        <a:pt x="378" y="135"/>
                      </a:lnTo>
                      <a:lnTo>
                        <a:pt x="391" y="301"/>
                      </a:lnTo>
                      <a:lnTo>
                        <a:pt x="384" y="519"/>
                      </a:lnTo>
                      <a:lnTo>
                        <a:pt x="404" y="679"/>
                      </a:lnTo>
                      <a:lnTo>
                        <a:pt x="429" y="628"/>
                      </a:lnTo>
                      <a:lnTo>
                        <a:pt x="442" y="480"/>
                      </a:lnTo>
                      <a:lnTo>
                        <a:pt x="455" y="391"/>
                      </a:lnTo>
                      <a:lnTo>
                        <a:pt x="436" y="506"/>
                      </a:lnTo>
                      <a:lnTo>
                        <a:pt x="461" y="352"/>
                      </a:lnTo>
                      <a:lnTo>
                        <a:pt x="474" y="455"/>
                      </a:lnTo>
                      <a:lnTo>
                        <a:pt x="493" y="519"/>
                      </a:lnTo>
                      <a:lnTo>
                        <a:pt x="512" y="410"/>
                      </a:lnTo>
                      <a:lnTo>
                        <a:pt x="532" y="186"/>
                      </a:lnTo>
                      <a:lnTo>
                        <a:pt x="544" y="231"/>
                      </a:lnTo>
                      <a:lnTo>
                        <a:pt x="570" y="148"/>
                      </a:lnTo>
                      <a:lnTo>
                        <a:pt x="576" y="301"/>
                      </a:lnTo>
                      <a:lnTo>
                        <a:pt x="576" y="730"/>
                      </a:lnTo>
                      <a:lnTo>
                        <a:pt x="647" y="0"/>
                      </a:lnTo>
                      <a:lnTo>
                        <a:pt x="647" y="250"/>
                      </a:lnTo>
                      <a:lnTo>
                        <a:pt x="660" y="333"/>
                      </a:lnTo>
                      <a:lnTo>
                        <a:pt x="685" y="192"/>
                      </a:lnTo>
                      <a:lnTo>
                        <a:pt x="711" y="340"/>
                      </a:lnTo>
                      <a:lnTo>
                        <a:pt x="698" y="429"/>
                      </a:lnTo>
                      <a:lnTo>
                        <a:pt x="717" y="461"/>
                      </a:lnTo>
                    </a:path>
                  </a:pathLst>
                </a:custGeom>
                <a:noFill/>
                <a:ln w="9525">
                  <a:solidFill>
                    <a:srgbClr val="0079F2"/>
                  </a:solidFill>
                  <a:round/>
                  <a:headEnd/>
                  <a:tailEnd/>
                </a:ln>
              </p:spPr>
              <p:txBody>
                <a:bodyPr/>
                <a:lstStyle/>
                <a:p>
                  <a:endParaRPr lang="en-GB"/>
                </a:p>
              </p:txBody>
            </p:sp>
            <p:sp>
              <p:nvSpPr>
                <p:cNvPr id="17423" name="Freeform 25"/>
                <p:cNvSpPr>
                  <a:spLocks/>
                </p:cNvSpPr>
                <p:nvPr/>
              </p:nvSpPr>
              <p:spPr bwMode="auto">
                <a:xfrm flipH="1">
                  <a:off x="4698" y="1100"/>
                  <a:ext cx="313" cy="756"/>
                </a:xfrm>
                <a:custGeom>
                  <a:avLst/>
                  <a:gdLst>
                    <a:gd name="T0" fmla="*/ 0 w 717"/>
                    <a:gd name="T1" fmla="*/ 756 h 756"/>
                    <a:gd name="T2" fmla="*/ 4 w 717"/>
                    <a:gd name="T3" fmla="*/ 167 h 756"/>
                    <a:gd name="T4" fmla="*/ 5 w 717"/>
                    <a:gd name="T5" fmla="*/ 384 h 756"/>
                    <a:gd name="T6" fmla="*/ 7 w 717"/>
                    <a:gd name="T7" fmla="*/ 103 h 756"/>
                    <a:gd name="T8" fmla="*/ 10 w 717"/>
                    <a:gd name="T9" fmla="*/ 519 h 756"/>
                    <a:gd name="T10" fmla="*/ 11 w 717"/>
                    <a:gd name="T11" fmla="*/ 487 h 756"/>
                    <a:gd name="T12" fmla="*/ 11 w 717"/>
                    <a:gd name="T13" fmla="*/ 359 h 756"/>
                    <a:gd name="T14" fmla="*/ 14 w 717"/>
                    <a:gd name="T15" fmla="*/ 71 h 756"/>
                    <a:gd name="T16" fmla="*/ 16 w 717"/>
                    <a:gd name="T17" fmla="*/ 244 h 756"/>
                    <a:gd name="T18" fmla="*/ 17 w 717"/>
                    <a:gd name="T19" fmla="*/ 96 h 756"/>
                    <a:gd name="T20" fmla="*/ 18 w 717"/>
                    <a:gd name="T21" fmla="*/ 615 h 756"/>
                    <a:gd name="T22" fmla="*/ 21 w 717"/>
                    <a:gd name="T23" fmla="*/ 397 h 756"/>
                    <a:gd name="T24" fmla="*/ 24 w 717"/>
                    <a:gd name="T25" fmla="*/ 519 h 756"/>
                    <a:gd name="T26" fmla="*/ 25 w 717"/>
                    <a:gd name="T27" fmla="*/ 308 h 756"/>
                    <a:gd name="T28" fmla="*/ 28 w 717"/>
                    <a:gd name="T29" fmla="*/ 442 h 756"/>
                    <a:gd name="T30" fmla="*/ 29 w 717"/>
                    <a:gd name="T31" fmla="*/ 352 h 756"/>
                    <a:gd name="T32" fmla="*/ 30 w 717"/>
                    <a:gd name="T33" fmla="*/ 384 h 756"/>
                    <a:gd name="T34" fmla="*/ 31 w 717"/>
                    <a:gd name="T35" fmla="*/ 135 h 756"/>
                    <a:gd name="T36" fmla="*/ 33 w 717"/>
                    <a:gd name="T37" fmla="*/ 301 h 756"/>
                    <a:gd name="T38" fmla="*/ 32 w 717"/>
                    <a:gd name="T39" fmla="*/ 519 h 756"/>
                    <a:gd name="T40" fmla="*/ 34 w 717"/>
                    <a:gd name="T41" fmla="*/ 679 h 756"/>
                    <a:gd name="T42" fmla="*/ 36 w 717"/>
                    <a:gd name="T43" fmla="*/ 628 h 756"/>
                    <a:gd name="T44" fmla="*/ 37 w 717"/>
                    <a:gd name="T45" fmla="*/ 480 h 756"/>
                    <a:gd name="T46" fmla="*/ 38 w 717"/>
                    <a:gd name="T47" fmla="*/ 391 h 756"/>
                    <a:gd name="T48" fmla="*/ 36 w 717"/>
                    <a:gd name="T49" fmla="*/ 506 h 756"/>
                    <a:gd name="T50" fmla="*/ 38 w 717"/>
                    <a:gd name="T51" fmla="*/ 352 h 756"/>
                    <a:gd name="T52" fmla="*/ 39 w 717"/>
                    <a:gd name="T53" fmla="*/ 455 h 756"/>
                    <a:gd name="T54" fmla="*/ 41 w 717"/>
                    <a:gd name="T55" fmla="*/ 519 h 756"/>
                    <a:gd name="T56" fmla="*/ 43 w 717"/>
                    <a:gd name="T57" fmla="*/ 410 h 756"/>
                    <a:gd name="T58" fmla="*/ 44 w 717"/>
                    <a:gd name="T59" fmla="*/ 186 h 756"/>
                    <a:gd name="T60" fmla="*/ 45 w 717"/>
                    <a:gd name="T61" fmla="*/ 231 h 756"/>
                    <a:gd name="T62" fmla="*/ 48 w 717"/>
                    <a:gd name="T63" fmla="*/ 148 h 756"/>
                    <a:gd name="T64" fmla="*/ 48 w 717"/>
                    <a:gd name="T65" fmla="*/ 301 h 756"/>
                    <a:gd name="T66" fmla="*/ 48 w 717"/>
                    <a:gd name="T67" fmla="*/ 730 h 756"/>
                    <a:gd name="T68" fmla="*/ 54 w 717"/>
                    <a:gd name="T69" fmla="*/ 0 h 756"/>
                    <a:gd name="T70" fmla="*/ 54 w 717"/>
                    <a:gd name="T71" fmla="*/ 250 h 756"/>
                    <a:gd name="T72" fmla="*/ 55 w 717"/>
                    <a:gd name="T73" fmla="*/ 333 h 756"/>
                    <a:gd name="T74" fmla="*/ 57 w 717"/>
                    <a:gd name="T75" fmla="*/ 192 h 756"/>
                    <a:gd name="T76" fmla="*/ 59 w 717"/>
                    <a:gd name="T77" fmla="*/ 340 h 756"/>
                    <a:gd name="T78" fmla="*/ 58 w 717"/>
                    <a:gd name="T79" fmla="*/ 429 h 756"/>
                    <a:gd name="T80" fmla="*/ 60 w 717"/>
                    <a:gd name="T81" fmla="*/ 461 h 756"/>
                    <a:gd name="T82" fmla="*/ 0 60000 65536"/>
                    <a:gd name="T83" fmla="*/ 0 60000 65536"/>
                    <a:gd name="T84" fmla="*/ 0 60000 65536"/>
                    <a:gd name="T85" fmla="*/ 0 60000 65536"/>
                    <a:gd name="T86" fmla="*/ 0 60000 65536"/>
                    <a:gd name="T87" fmla="*/ 0 60000 65536"/>
                    <a:gd name="T88" fmla="*/ 0 60000 65536"/>
                    <a:gd name="T89" fmla="*/ 0 60000 65536"/>
                    <a:gd name="T90" fmla="*/ 0 60000 65536"/>
                    <a:gd name="T91" fmla="*/ 0 60000 65536"/>
                    <a:gd name="T92" fmla="*/ 0 60000 65536"/>
                    <a:gd name="T93" fmla="*/ 0 60000 65536"/>
                    <a:gd name="T94" fmla="*/ 0 60000 65536"/>
                    <a:gd name="T95" fmla="*/ 0 60000 65536"/>
                    <a:gd name="T96" fmla="*/ 0 60000 65536"/>
                    <a:gd name="T97" fmla="*/ 0 60000 65536"/>
                    <a:gd name="T98" fmla="*/ 0 60000 65536"/>
                    <a:gd name="T99" fmla="*/ 0 60000 65536"/>
                    <a:gd name="T100" fmla="*/ 0 60000 65536"/>
                    <a:gd name="T101" fmla="*/ 0 60000 65536"/>
                    <a:gd name="T102" fmla="*/ 0 60000 65536"/>
                    <a:gd name="T103" fmla="*/ 0 60000 65536"/>
                    <a:gd name="T104" fmla="*/ 0 60000 65536"/>
                    <a:gd name="T105" fmla="*/ 0 60000 65536"/>
                    <a:gd name="T106" fmla="*/ 0 60000 65536"/>
                    <a:gd name="T107" fmla="*/ 0 60000 65536"/>
                    <a:gd name="T108" fmla="*/ 0 60000 65536"/>
                    <a:gd name="T109" fmla="*/ 0 60000 65536"/>
                    <a:gd name="T110" fmla="*/ 0 60000 65536"/>
                    <a:gd name="T111" fmla="*/ 0 60000 65536"/>
                    <a:gd name="T112" fmla="*/ 0 60000 65536"/>
                    <a:gd name="T113" fmla="*/ 0 60000 65536"/>
                    <a:gd name="T114" fmla="*/ 0 60000 65536"/>
                    <a:gd name="T115" fmla="*/ 0 60000 65536"/>
                    <a:gd name="T116" fmla="*/ 0 60000 65536"/>
                    <a:gd name="T117" fmla="*/ 0 60000 65536"/>
                    <a:gd name="T118" fmla="*/ 0 60000 65536"/>
                    <a:gd name="T119" fmla="*/ 0 60000 65536"/>
                    <a:gd name="T120" fmla="*/ 0 60000 65536"/>
                    <a:gd name="T121" fmla="*/ 0 60000 65536"/>
                    <a:gd name="T122" fmla="*/ 0 60000 65536"/>
                    <a:gd name="T123" fmla="*/ 0 w 717"/>
                    <a:gd name="T124" fmla="*/ 0 h 756"/>
                    <a:gd name="T125" fmla="*/ 717 w 717"/>
                    <a:gd name="T126" fmla="*/ 756 h 756"/>
                  </a:gdLst>
                  <a:ahLst/>
                  <a:cxnLst>
                    <a:cxn ang="T82">
                      <a:pos x="T0" y="T1"/>
                    </a:cxn>
                    <a:cxn ang="T83">
                      <a:pos x="T2" y="T3"/>
                    </a:cxn>
                    <a:cxn ang="T84">
                      <a:pos x="T4" y="T5"/>
                    </a:cxn>
                    <a:cxn ang="T85">
                      <a:pos x="T6" y="T7"/>
                    </a:cxn>
                    <a:cxn ang="T86">
                      <a:pos x="T8" y="T9"/>
                    </a:cxn>
                    <a:cxn ang="T87">
                      <a:pos x="T10" y="T11"/>
                    </a:cxn>
                    <a:cxn ang="T88">
                      <a:pos x="T12" y="T13"/>
                    </a:cxn>
                    <a:cxn ang="T89">
                      <a:pos x="T14" y="T15"/>
                    </a:cxn>
                    <a:cxn ang="T90">
                      <a:pos x="T16" y="T17"/>
                    </a:cxn>
                    <a:cxn ang="T91">
                      <a:pos x="T18" y="T19"/>
                    </a:cxn>
                    <a:cxn ang="T92">
                      <a:pos x="T20" y="T21"/>
                    </a:cxn>
                    <a:cxn ang="T93">
                      <a:pos x="T22" y="T23"/>
                    </a:cxn>
                    <a:cxn ang="T94">
                      <a:pos x="T24" y="T25"/>
                    </a:cxn>
                    <a:cxn ang="T95">
                      <a:pos x="T26" y="T27"/>
                    </a:cxn>
                    <a:cxn ang="T96">
                      <a:pos x="T28" y="T29"/>
                    </a:cxn>
                    <a:cxn ang="T97">
                      <a:pos x="T30" y="T31"/>
                    </a:cxn>
                    <a:cxn ang="T98">
                      <a:pos x="T32" y="T33"/>
                    </a:cxn>
                    <a:cxn ang="T99">
                      <a:pos x="T34" y="T35"/>
                    </a:cxn>
                    <a:cxn ang="T100">
                      <a:pos x="T36" y="T37"/>
                    </a:cxn>
                    <a:cxn ang="T101">
                      <a:pos x="T38" y="T39"/>
                    </a:cxn>
                    <a:cxn ang="T102">
                      <a:pos x="T40" y="T41"/>
                    </a:cxn>
                    <a:cxn ang="T103">
                      <a:pos x="T42" y="T43"/>
                    </a:cxn>
                    <a:cxn ang="T104">
                      <a:pos x="T44" y="T45"/>
                    </a:cxn>
                    <a:cxn ang="T105">
                      <a:pos x="T46" y="T47"/>
                    </a:cxn>
                    <a:cxn ang="T106">
                      <a:pos x="T48" y="T49"/>
                    </a:cxn>
                    <a:cxn ang="T107">
                      <a:pos x="T50" y="T51"/>
                    </a:cxn>
                    <a:cxn ang="T108">
                      <a:pos x="T52" y="T53"/>
                    </a:cxn>
                    <a:cxn ang="T109">
                      <a:pos x="T54" y="T55"/>
                    </a:cxn>
                    <a:cxn ang="T110">
                      <a:pos x="T56" y="T57"/>
                    </a:cxn>
                    <a:cxn ang="T111">
                      <a:pos x="T58" y="T59"/>
                    </a:cxn>
                    <a:cxn ang="T112">
                      <a:pos x="T60" y="T61"/>
                    </a:cxn>
                    <a:cxn ang="T113">
                      <a:pos x="T62" y="T63"/>
                    </a:cxn>
                    <a:cxn ang="T114">
                      <a:pos x="T64" y="T65"/>
                    </a:cxn>
                    <a:cxn ang="T115">
                      <a:pos x="T66" y="T67"/>
                    </a:cxn>
                    <a:cxn ang="T116">
                      <a:pos x="T68" y="T69"/>
                    </a:cxn>
                    <a:cxn ang="T117">
                      <a:pos x="T70" y="T71"/>
                    </a:cxn>
                    <a:cxn ang="T118">
                      <a:pos x="T72" y="T73"/>
                    </a:cxn>
                    <a:cxn ang="T119">
                      <a:pos x="T74" y="T75"/>
                    </a:cxn>
                    <a:cxn ang="T120">
                      <a:pos x="T76" y="T77"/>
                    </a:cxn>
                    <a:cxn ang="T121">
                      <a:pos x="T78" y="T79"/>
                    </a:cxn>
                    <a:cxn ang="T122">
                      <a:pos x="T80" y="T81"/>
                    </a:cxn>
                  </a:cxnLst>
                  <a:rect l="T123" t="T124" r="T125" b="T126"/>
                  <a:pathLst>
                    <a:path w="717" h="756">
                      <a:moveTo>
                        <a:pt x="0" y="756"/>
                      </a:moveTo>
                      <a:lnTo>
                        <a:pt x="52" y="167"/>
                      </a:lnTo>
                      <a:lnTo>
                        <a:pt x="64" y="384"/>
                      </a:lnTo>
                      <a:lnTo>
                        <a:pt x="90" y="103"/>
                      </a:lnTo>
                      <a:lnTo>
                        <a:pt x="116" y="519"/>
                      </a:lnTo>
                      <a:lnTo>
                        <a:pt x="135" y="487"/>
                      </a:lnTo>
                      <a:lnTo>
                        <a:pt x="135" y="359"/>
                      </a:lnTo>
                      <a:lnTo>
                        <a:pt x="167" y="71"/>
                      </a:lnTo>
                      <a:lnTo>
                        <a:pt x="192" y="244"/>
                      </a:lnTo>
                      <a:lnTo>
                        <a:pt x="205" y="96"/>
                      </a:lnTo>
                      <a:lnTo>
                        <a:pt x="218" y="615"/>
                      </a:lnTo>
                      <a:lnTo>
                        <a:pt x="244" y="397"/>
                      </a:lnTo>
                      <a:lnTo>
                        <a:pt x="282" y="519"/>
                      </a:lnTo>
                      <a:lnTo>
                        <a:pt x="308" y="308"/>
                      </a:lnTo>
                      <a:lnTo>
                        <a:pt x="333" y="442"/>
                      </a:lnTo>
                      <a:lnTo>
                        <a:pt x="346" y="352"/>
                      </a:lnTo>
                      <a:lnTo>
                        <a:pt x="365" y="384"/>
                      </a:lnTo>
                      <a:lnTo>
                        <a:pt x="378" y="135"/>
                      </a:lnTo>
                      <a:lnTo>
                        <a:pt x="391" y="301"/>
                      </a:lnTo>
                      <a:lnTo>
                        <a:pt x="384" y="519"/>
                      </a:lnTo>
                      <a:lnTo>
                        <a:pt x="404" y="679"/>
                      </a:lnTo>
                      <a:lnTo>
                        <a:pt x="429" y="628"/>
                      </a:lnTo>
                      <a:lnTo>
                        <a:pt x="442" y="480"/>
                      </a:lnTo>
                      <a:lnTo>
                        <a:pt x="455" y="391"/>
                      </a:lnTo>
                      <a:lnTo>
                        <a:pt x="436" y="506"/>
                      </a:lnTo>
                      <a:lnTo>
                        <a:pt x="461" y="352"/>
                      </a:lnTo>
                      <a:lnTo>
                        <a:pt x="474" y="455"/>
                      </a:lnTo>
                      <a:lnTo>
                        <a:pt x="493" y="519"/>
                      </a:lnTo>
                      <a:lnTo>
                        <a:pt x="512" y="410"/>
                      </a:lnTo>
                      <a:lnTo>
                        <a:pt x="532" y="186"/>
                      </a:lnTo>
                      <a:lnTo>
                        <a:pt x="544" y="231"/>
                      </a:lnTo>
                      <a:lnTo>
                        <a:pt x="570" y="148"/>
                      </a:lnTo>
                      <a:lnTo>
                        <a:pt x="576" y="301"/>
                      </a:lnTo>
                      <a:lnTo>
                        <a:pt x="576" y="730"/>
                      </a:lnTo>
                      <a:lnTo>
                        <a:pt x="647" y="0"/>
                      </a:lnTo>
                      <a:lnTo>
                        <a:pt x="647" y="250"/>
                      </a:lnTo>
                      <a:lnTo>
                        <a:pt x="660" y="333"/>
                      </a:lnTo>
                      <a:lnTo>
                        <a:pt x="685" y="192"/>
                      </a:lnTo>
                      <a:lnTo>
                        <a:pt x="711" y="340"/>
                      </a:lnTo>
                      <a:lnTo>
                        <a:pt x="698" y="429"/>
                      </a:lnTo>
                      <a:lnTo>
                        <a:pt x="717" y="461"/>
                      </a:lnTo>
                    </a:path>
                  </a:pathLst>
                </a:custGeom>
                <a:noFill/>
                <a:ln w="9525">
                  <a:solidFill>
                    <a:srgbClr val="0079F2"/>
                  </a:solidFill>
                  <a:round/>
                  <a:headEnd/>
                  <a:tailEnd/>
                </a:ln>
              </p:spPr>
              <p:txBody>
                <a:bodyPr/>
                <a:lstStyle/>
                <a:p>
                  <a:endParaRPr lang="en-GB"/>
                </a:p>
              </p:txBody>
            </p:sp>
          </p:grpSp>
        </p:grpSp>
      </p:grpSp>
      <p:sp>
        <p:nvSpPr>
          <p:cNvPr id="17411" name="Text Box 26"/>
          <p:cNvSpPr txBox="1">
            <a:spLocks noChangeArrowheads="1"/>
          </p:cNvSpPr>
          <p:nvPr/>
        </p:nvSpPr>
        <p:spPr bwMode="auto">
          <a:xfrm>
            <a:off x="430213" y="365125"/>
            <a:ext cx="5999162" cy="457200"/>
          </a:xfrm>
          <a:prstGeom prst="rect">
            <a:avLst/>
          </a:prstGeom>
          <a:noFill/>
          <a:ln w="9525" algn="ctr">
            <a:noFill/>
            <a:miter lim="800000"/>
            <a:headEnd/>
            <a:tailEnd/>
          </a:ln>
        </p:spPr>
        <p:txBody>
          <a:bodyPr wrap="none">
            <a:spAutoFit/>
          </a:bodyPr>
          <a:lstStyle/>
          <a:p>
            <a:r>
              <a:rPr lang="en-GB" sz="2400" b="1" dirty="0"/>
              <a:t>Noise is </a:t>
            </a:r>
            <a:r>
              <a:rPr lang="en-GB" sz="2400" b="1" dirty="0" err="1"/>
              <a:t>Probabalistic</a:t>
            </a:r>
            <a:r>
              <a:rPr lang="en-GB" sz="2400" b="1" dirty="0"/>
              <a:t>; Measuring Noise</a:t>
            </a:r>
            <a:endParaRPr lang="en-US" sz="2400" b="1" dirty="0"/>
          </a:p>
        </p:txBody>
      </p:sp>
      <p:sp>
        <p:nvSpPr>
          <p:cNvPr id="17412" name="Rectangle 28"/>
          <p:cNvSpPr>
            <a:spLocks noChangeArrowheads="1"/>
          </p:cNvSpPr>
          <p:nvPr/>
        </p:nvSpPr>
        <p:spPr bwMode="auto">
          <a:xfrm>
            <a:off x="430213" y="3932238"/>
            <a:ext cx="8510587" cy="1569660"/>
          </a:xfrm>
          <a:prstGeom prst="rect">
            <a:avLst/>
          </a:prstGeom>
          <a:noFill/>
          <a:ln w="9525" algn="ctr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pPr marL="176213" indent="-176213">
              <a:lnSpc>
                <a:spcPct val="150000"/>
              </a:lnSpc>
            </a:pPr>
            <a:r>
              <a:rPr lang="en-US" sz="1600" b="0" dirty="0"/>
              <a:t>As noise is random, it’s mean value will be (usually) zero</a:t>
            </a:r>
          </a:p>
          <a:p>
            <a:pPr marL="176213" indent="-176213">
              <a:lnSpc>
                <a:spcPct val="150000"/>
              </a:lnSpc>
            </a:pPr>
            <a:r>
              <a:rPr lang="en-US" sz="1600" b="0" dirty="0">
                <a:ea typeface="Lucida Sans Unicode" pitchFamily="34" charset="0"/>
                <a:cs typeface="Lucida Sans Unicode" pitchFamily="34" charset="0"/>
              </a:rPr>
              <a:t>	∴ </a:t>
            </a:r>
            <a:r>
              <a:rPr lang="en-US" sz="1600" b="0" dirty="0"/>
              <a:t>use </a:t>
            </a:r>
            <a:r>
              <a:rPr lang="en-US" sz="1600" dirty="0"/>
              <a:t>mean square </a:t>
            </a:r>
            <a:r>
              <a:rPr lang="en-US" sz="1600" b="0" dirty="0"/>
              <a:t>values for measurements of the dissipated noise power</a:t>
            </a:r>
          </a:p>
          <a:p>
            <a:pPr marL="176213" indent="-176213">
              <a:lnSpc>
                <a:spcPct val="150000"/>
              </a:lnSpc>
            </a:pPr>
            <a:endParaRPr lang="en-US" sz="1600" b="0" dirty="0"/>
          </a:p>
          <a:p>
            <a:pPr marL="176213" indent="-176213">
              <a:lnSpc>
                <a:spcPct val="150000"/>
              </a:lnSpc>
              <a:buFontTx/>
              <a:buChar char="•"/>
            </a:pPr>
            <a:r>
              <a:rPr lang="en-US" sz="1600" b="0" dirty="0"/>
              <a:t>The effective noise power of a source is measured in </a:t>
            </a:r>
            <a:r>
              <a:rPr lang="en-US" sz="1600" dirty="0"/>
              <a:t>root mean square (RMS)</a:t>
            </a:r>
            <a:endParaRPr lang="en-US" sz="1600" b="0" dirty="0"/>
          </a:p>
        </p:txBody>
      </p:sp>
    </p:spTree>
    <p:extLst>
      <p:ext uri="{BB962C8B-B14F-4D97-AF65-F5344CB8AC3E}">
        <p14:creationId xmlns:p14="http://schemas.microsoft.com/office/powerpoint/2010/main" val="998204601"/>
      </p:ext>
    </p:extLst>
  </p:cSld>
  <p:clrMapOvr>
    <a:masterClrMapping/>
  </p:clrMapOvr>
</p:sld>
</file>

<file path=ppt/slides/slide6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21"/>
          <p:cNvSpPr txBox="1">
            <a:spLocks noChangeArrowheads="1"/>
          </p:cNvSpPr>
          <p:nvPr/>
        </p:nvSpPr>
        <p:spPr bwMode="auto">
          <a:xfrm>
            <a:off x="3478408" y="495901"/>
            <a:ext cx="4775228" cy="46166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square">
            <a:spAutoFit/>
          </a:bodyPr>
          <a:lstStyle/>
          <a:p>
            <a:pPr marL="180975" indent="-180975"/>
            <a:endParaRPr lang="en-US" sz="2400" b="1" dirty="0"/>
          </a:p>
        </p:txBody>
      </p:sp>
      <p:sp>
        <p:nvSpPr>
          <p:cNvPr id="4" name="Text Box 4"/>
          <p:cNvSpPr txBox="1">
            <a:spLocks noChangeArrowheads="1"/>
          </p:cNvSpPr>
          <p:nvPr/>
        </p:nvSpPr>
        <p:spPr bwMode="auto">
          <a:xfrm>
            <a:off x="430212" y="331788"/>
            <a:ext cx="7542857" cy="461665"/>
          </a:xfrm>
          <a:prstGeom prst="rect">
            <a:avLst/>
          </a:prstGeom>
          <a:noFill/>
          <a:ln w="9525" algn="ctr">
            <a:noFill/>
            <a:miter lim="800000"/>
            <a:headEnd/>
            <a:tailEnd/>
          </a:ln>
        </p:spPr>
        <p:txBody>
          <a:bodyPr wrap="square">
            <a:spAutoFit/>
          </a:bodyPr>
          <a:lstStyle/>
          <a:p>
            <a:r>
              <a:rPr lang="en-GB" sz="2400" b="1" dirty="0"/>
              <a:t>Measuring Noise: </a:t>
            </a:r>
            <a:r>
              <a:rPr lang="en-US" sz="2400" b="1" dirty="0"/>
              <a:t>Signal to Noise Ratio (SNR) </a:t>
            </a:r>
          </a:p>
        </p:txBody>
      </p:sp>
      <p:sp>
        <p:nvSpPr>
          <p:cNvPr id="5" name="Text Box 5"/>
          <p:cNvSpPr txBox="1">
            <a:spLocks noChangeArrowheads="1"/>
          </p:cNvSpPr>
          <p:nvPr/>
        </p:nvSpPr>
        <p:spPr bwMode="auto">
          <a:xfrm>
            <a:off x="395288" y="827317"/>
            <a:ext cx="5337038" cy="1569660"/>
          </a:xfrm>
          <a:prstGeom prst="rect">
            <a:avLst/>
          </a:prstGeom>
          <a:noFill/>
          <a:ln w="9525" algn="ctr">
            <a:noFill/>
            <a:miter lim="800000"/>
            <a:headEnd/>
            <a:tailEnd/>
          </a:ln>
        </p:spPr>
        <p:txBody>
          <a:bodyPr wrap="none">
            <a:spAutoFit/>
          </a:bodyPr>
          <a:lstStyle/>
          <a:p>
            <a:pPr marL="182563" indent="-182563">
              <a:lnSpc>
                <a:spcPct val="150000"/>
              </a:lnSpc>
            </a:pPr>
            <a:r>
              <a:rPr lang="en-GB" b="0" dirty="0"/>
              <a:t>Comparison of </a:t>
            </a:r>
          </a:p>
          <a:p>
            <a:pPr marL="182563" indent="-182563">
              <a:lnSpc>
                <a:spcPct val="150000"/>
              </a:lnSpc>
              <a:buFontTx/>
              <a:buChar char="•"/>
            </a:pPr>
            <a:r>
              <a:rPr lang="en-GB" b="0" dirty="0"/>
              <a:t>the power of the required signal </a:t>
            </a:r>
          </a:p>
          <a:p>
            <a:pPr marL="182563" indent="-182563">
              <a:lnSpc>
                <a:spcPct val="150000"/>
              </a:lnSpc>
              <a:buFontTx/>
              <a:buChar char="•"/>
            </a:pPr>
            <a:r>
              <a:rPr lang="en-GB" b="0" dirty="0"/>
              <a:t>against the power of the (usually) unwanted noise</a:t>
            </a:r>
          </a:p>
          <a:p>
            <a:pPr marL="182563" indent="-182563">
              <a:lnSpc>
                <a:spcPct val="150000"/>
              </a:lnSpc>
              <a:buFontTx/>
              <a:buChar char="•"/>
            </a:pPr>
            <a:r>
              <a:rPr lang="en-GB" b="0" dirty="0"/>
              <a:t>measured in decibels (dB)</a:t>
            </a:r>
            <a:endParaRPr lang="en-US" b="0" dirty="0"/>
          </a:p>
        </p:txBody>
      </p:sp>
      <p:sp>
        <p:nvSpPr>
          <p:cNvPr id="6" name="Text Box 7"/>
          <p:cNvSpPr txBox="1">
            <a:spLocks noChangeArrowheads="1"/>
          </p:cNvSpPr>
          <p:nvPr/>
        </p:nvSpPr>
        <p:spPr bwMode="auto">
          <a:xfrm>
            <a:off x="388435" y="2883759"/>
            <a:ext cx="1604963" cy="396875"/>
          </a:xfrm>
          <a:prstGeom prst="rect">
            <a:avLst/>
          </a:prstGeom>
          <a:noFill/>
          <a:ln w="9525" algn="ctr">
            <a:noFill/>
            <a:miter lim="800000"/>
            <a:headEnd/>
            <a:tailEnd/>
          </a:ln>
        </p:spPr>
        <p:txBody>
          <a:bodyPr wrap="none">
            <a:spAutoFit/>
          </a:bodyPr>
          <a:lstStyle/>
          <a:p>
            <a:r>
              <a:rPr lang="en-GB" sz="1800"/>
              <a:t>SNR (dB)   </a:t>
            </a:r>
            <a:r>
              <a:rPr lang="en-GB" sz="2000"/>
              <a:t>=</a:t>
            </a:r>
            <a:r>
              <a:rPr lang="en-GB"/>
              <a:t> </a:t>
            </a:r>
            <a:endParaRPr lang="en-US"/>
          </a:p>
        </p:txBody>
      </p:sp>
      <p:graphicFrame>
        <p:nvGraphicFramePr>
          <p:cNvPr id="7" name="Object 8"/>
          <p:cNvGraphicFramePr>
            <a:graphicFrameLocks noGrp="1" noChangeAspect="1"/>
          </p:cNvGraphicFramePr>
          <p:nvPr/>
        </p:nvGraphicFramePr>
        <p:xfrm>
          <a:off x="1929898" y="2721834"/>
          <a:ext cx="1546225" cy="741363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8194" name="Equation" r:id="rId3" imgW="952500" imgH="457200" progId="Equation.3">
                  <p:embed/>
                </p:oleObj>
              </mc:Choice>
              <mc:Fallback>
                <p:oleObj name="Equation" r:id="rId3" imgW="952500" imgH="457200" progId="Equation.3">
                  <p:embed/>
                  <p:pic>
                    <p:nvPicPr>
                      <p:cNvPr id="7" name="Object 8"/>
                      <p:cNvPicPr>
                        <a:picLocks noGrp="1" noChangeAspect="1" noChangeArrowheads="1"/>
                      </p:cNvPicPr>
                      <p:nvPr/>
                    </p:nvPicPr>
                    <p:blipFill>
                      <a:blip r:embed="rId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929898" y="2721834"/>
                        <a:ext cx="1546225" cy="741363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chemeClr val="accent1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chemeClr val="tx1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chemeClr val="bg2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8" name="Object 10"/>
          <p:cNvGraphicFramePr>
            <a:graphicFrameLocks noGrp="1" noChangeAspect="1"/>
          </p:cNvGraphicFramePr>
          <p:nvPr/>
        </p:nvGraphicFramePr>
        <p:xfrm>
          <a:off x="748798" y="3931509"/>
          <a:ext cx="2771775" cy="80645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8195" name="Equation" r:id="rId5" imgW="1574800" imgH="457200" progId="Equation.3">
                  <p:embed/>
                </p:oleObj>
              </mc:Choice>
              <mc:Fallback>
                <p:oleObj name="Equation" r:id="rId5" imgW="1574800" imgH="457200" progId="Equation.3">
                  <p:embed/>
                  <p:pic>
                    <p:nvPicPr>
                      <p:cNvPr id="8" name="Object 10"/>
                      <p:cNvPicPr>
                        <a:picLocks noGrp="1" noChangeAspect="1" noChangeArrowheads="1"/>
                      </p:cNvPicPr>
                      <p:nvPr/>
                    </p:nvPicPr>
                    <p:blipFill>
                      <a:blip r:embed="rId6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748798" y="3931509"/>
                        <a:ext cx="2771775" cy="80645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chemeClr val="accent1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chemeClr val="tx1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chemeClr val="bg2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53" name="Line 10"/>
          <p:cNvSpPr>
            <a:spLocks noChangeShapeType="1"/>
          </p:cNvSpPr>
          <p:nvPr/>
        </p:nvSpPr>
        <p:spPr bwMode="auto">
          <a:xfrm>
            <a:off x="4532536" y="3815592"/>
            <a:ext cx="3721100" cy="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</p:spPr>
        <p:txBody>
          <a:bodyPr/>
          <a:lstStyle/>
          <a:p>
            <a:endParaRPr lang="en-GB"/>
          </a:p>
        </p:txBody>
      </p:sp>
      <p:sp>
        <p:nvSpPr>
          <p:cNvPr id="54" name="Line 11"/>
          <p:cNvSpPr>
            <a:spLocks noChangeShapeType="1"/>
          </p:cNvSpPr>
          <p:nvPr/>
        </p:nvSpPr>
        <p:spPr bwMode="auto">
          <a:xfrm flipH="1">
            <a:off x="4513928" y="2553001"/>
            <a:ext cx="52382" cy="2638226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</p:spPr>
        <p:txBody>
          <a:bodyPr/>
          <a:lstStyle/>
          <a:p>
            <a:endParaRPr lang="en-GB"/>
          </a:p>
        </p:txBody>
      </p:sp>
      <p:grpSp>
        <p:nvGrpSpPr>
          <p:cNvPr id="55" name="Group 12"/>
          <p:cNvGrpSpPr>
            <a:grpSpLocks/>
          </p:cNvGrpSpPr>
          <p:nvPr/>
        </p:nvGrpSpPr>
        <p:grpSpPr bwMode="auto">
          <a:xfrm>
            <a:off x="4566310" y="3529872"/>
            <a:ext cx="1703388" cy="522288"/>
            <a:chOff x="3404" y="1080"/>
            <a:chExt cx="1755" cy="819"/>
          </a:xfrm>
        </p:grpSpPr>
        <p:grpSp>
          <p:nvGrpSpPr>
            <p:cNvPr id="56" name="Group 13"/>
            <p:cNvGrpSpPr>
              <a:grpSpLocks/>
            </p:cNvGrpSpPr>
            <p:nvPr/>
          </p:nvGrpSpPr>
          <p:grpSpPr bwMode="auto">
            <a:xfrm>
              <a:off x="3404" y="1080"/>
              <a:ext cx="590" cy="801"/>
              <a:chOff x="3462" y="1100"/>
              <a:chExt cx="1549" cy="801"/>
            </a:xfrm>
          </p:grpSpPr>
          <p:sp>
            <p:nvSpPr>
              <p:cNvPr id="69" name="Freeform 14"/>
              <p:cNvSpPr>
                <a:spLocks/>
              </p:cNvSpPr>
              <p:nvPr/>
            </p:nvSpPr>
            <p:spPr bwMode="auto">
              <a:xfrm>
                <a:off x="3462" y="1126"/>
                <a:ext cx="313" cy="756"/>
              </a:xfrm>
              <a:custGeom>
                <a:avLst/>
                <a:gdLst>
                  <a:gd name="T0" fmla="*/ 0 w 717"/>
                  <a:gd name="T1" fmla="*/ 756 h 756"/>
                  <a:gd name="T2" fmla="*/ 4 w 717"/>
                  <a:gd name="T3" fmla="*/ 167 h 756"/>
                  <a:gd name="T4" fmla="*/ 5 w 717"/>
                  <a:gd name="T5" fmla="*/ 384 h 756"/>
                  <a:gd name="T6" fmla="*/ 7 w 717"/>
                  <a:gd name="T7" fmla="*/ 103 h 756"/>
                  <a:gd name="T8" fmla="*/ 10 w 717"/>
                  <a:gd name="T9" fmla="*/ 519 h 756"/>
                  <a:gd name="T10" fmla="*/ 11 w 717"/>
                  <a:gd name="T11" fmla="*/ 487 h 756"/>
                  <a:gd name="T12" fmla="*/ 11 w 717"/>
                  <a:gd name="T13" fmla="*/ 359 h 756"/>
                  <a:gd name="T14" fmla="*/ 14 w 717"/>
                  <a:gd name="T15" fmla="*/ 71 h 756"/>
                  <a:gd name="T16" fmla="*/ 16 w 717"/>
                  <a:gd name="T17" fmla="*/ 244 h 756"/>
                  <a:gd name="T18" fmla="*/ 17 w 717"/>
                  <a:gd name="T19" fmla="*/ 96 h 756"/>
                  <a:gd name="T20" fmla="*/ 18 w 717"/>
                  <a:gd name="T21" fmla="*/ 615 h 756"/>
                  <a:gd name="T22" fmla="*/ 21 w 717"/>
                  <a:gd name="T23" fmla="*/ 397 h 756"/>
                  <a:gd name="T24" fmla="*/ 24 w 717"/>
                  <a:gd name="T25" fmla="*/ 519 h 756"/>
                  <a:gd name="T26" fmla="*/ 25 w 717"/>
                  <a:gd name="T27" fmla="*/ 308 h 756"/>
                  <a:gd name="T28" fmla="*/ 28 w 717"/>
                  <a:gd name="T29" fmla="*/ 442 h 756"/>
                  <a:gd name="T30" fmla="*/ 29 w 717"/>
                  <a:gd name="T31" fmla="*/ 352 h 756"/>
                  <a:gd name="T32" fmla="*/ 30 w 717"/>
                  <a:gd name="T33" fmla="*/ 384 h 756"/>
                  <a:gd name="T34" fmla="*/ 31 w 717"/>
                  <a:gd name="T35" fmla="*/ 135 h 756"/>
                  <a:gd name="T36" fmla="*/ 33 w 717"/>
                  <a:gd name="T37" fmla="*/ 301 h 756"/>
                  <a:gd name="T38" fmla="*/ 32 w 717"/>
                  <a:gd name="T39" fmla="*/ 519 h 756"/>
                  <a:gd name="T40" fmla="*/ 34 w 717"/>
                  <a:gd name="T41" fmla="*/ 679 h 756"/>
                  <a:gd name="T42" fmla="*/ 36 w 717"/>
                  <a:gd name="T43" fmla="*/ 628 h 756"/>
                  <a:gd name="T44" fmla="*/ 37 w 717"/>
                  <a:gd name="T45" fmla="*/ 480 h 756"/>
                  <a:gd name="T46" fmla="*/ 38 w 717"/>
                  <a:gd name="T47" fmla="*/ 391 h 756"/>
                  <a:gd name="T48" fmla="*/ 36 w 717"/>
                  <a:gd name="T49" fmla="*/ 506 h 756"/>
                  <a:gd name="T50" fmla="*/ 38 w 717"/>
                  <a:gd name="T51" fmla="*/ 352 h 756"/>
                  <a:gd name="T52" fmla="*/ 39 w 717"/>
                  <a:gd name="T53" fmla="*/ 455 h 756"/>
                  <a:gd name="T54" fmla="*/ 41 w 717"/>
                  <a:gd name="T55" fmla="*/ 519 h 756"/>
                  <a:gd name="T56" fmla="*/ 43 w 717"/>
                  <a:gd name="T57" fmla="*/ 410 h 756"/>
                  <a:gd name="T58" fmla="*/ 44 w 717"/>
                  <a:gd name="T59" fmla="*/ 186 h 756"/>
                  <a:gd name="T60" fmla="*/ 45 w 717"/>
                  <a:gd name="T61" fmla="*/ 231 h 756"/>
                  <a:gd name="T62" fmla="*/ 48 w 717"/>
                  <a:gd name="T63" fmla="*/ 148 h 756"/>
                  <a:gd name="T64" fmla="*/ 48 w 717"/>
                  <a:gd name="T65" fmla="*/ 301 h 756"/>
                  <a:gd name="T66" fmla="*/ 48 w 717"/>
                  <a:gd name="T67" fmla="*/ 730 h 756"/>
                  <a:gd name="T68" fmla="*/ 54 w 717"/>
                  <a:gd name="T69" fmla="*/ 0 h 756"/>
                  <a:gd name="T70" fmla="*/ 54 w 717"/>
                  <a:gd name="T71" fmla="*/ 250 h 756"/>
                  <a:gd name="T72" fmla="*/ 55 w 717"/>
                  <a:gd name="T73" fmla="*/ 333 h 756"/>
                  <a:gd name="T74" fmla="*/ 57 w 717"/>
                  <a:gd name="T75" fmla="*/ 192 h 756"/>
                  <a:gd name="T76" fmla="*/ 59 w 717"/>
                  <a:gd name="T77" fmla="*/ 340 h 756"/>
                  <a:gd name="T78" fmla="*/ 58 w 717"/>
                  <a:gd name="T79" fmla="*/ 429 h 756"/>
                  <a:gd name="T80" fmla="*/ 60 w 717"/>
                  <a:gd name="T81" fmla="*/ 461 h 756"/>
                  <a:gd name="T82" fmla="*/ 0 60000 65536"/>
                  <a:gd name="T83" fmla="*/ 0 60000 65536"/>
                  <a:gd name="T84" fmla="*/ 0 60000 65536"/>
                  <a:gd name="T85" fmla="*/ 0 60000 65536"/>
                  <a:gd name="T86" fmla="*/ 0 60000 65536"/>
                  <a:gd name="T87" fmla="*/ 0 60000 65536"/>
                  <a:gd name="T88" fmla="*/ 0 60000 65536"/>
                  <a:gd name="T89" fmla="*/ 0 60000 65536"/>
                  <a:gd name="T90" fmla="*/ 0 60000 65536"/>
                  <a:gd name="T91" fmla="*/ 0 60000 65536"/>
                  <a:gd name="T92" fmla="*/ 0 60000 65536"/>
                  <a:gd name="T93" fmla="*/ 0 60000 65536"/>
                  <a:gd name="T94" fmla="*/ 0 60000 65536"/>
                  <a:gd name="T95" fmla="*/ 0 60000 65536"/>
                  <a:gd name="T96" fmla="*/ 0 60000 65536"/>
                  <a:gd name="T97" fmla="*/ 0 60000 65536"/>
                  <a:gd name="T98" fmla="*/ 0 60000 65536"/>
                  <a:gd name="T99" fmla="*/ 0 60000 65536"/>
                  <a:gd name="T100" fmla="*/ 0 60000 65536"/>
                  <a:gd name="T101" fmla="*/ 0 60000 65536"/>
                  <a:gd name="T102" fmla="*/ 0 60000 65536"/>
                  <a:gd name="T103" fmla="*/ 0 60000 65536"/>
                  <a:gd name="T104" fmla="*/ 0 60000 65536"/>
                  <a:gd name="T105" fmla="*/ 0 60000 65536"/>
                  <a:gd name="T106" fmla="*/ 0 60000 65536"/>
                  <a:gd name="T107" fmla="*/ 0 60000 65536"/>
                  <a:gd name="T108" fmla="*/ 0 60000 65536"/>
                  <a:gd name="T109" fmla="*/ 0 60000 65536"/>
                  <a:gd name="T110" fmla="*/ 0 60000 65536"/>
                  <a:gd name="T111" fmla="*/ 0 60000 65536"/>
                  <a:gd name="T112" fmla="*/ 0 60000 65536"/>
                  <a:gd name="T113" fmla="*/ 0 60000 65536"/>
                  <a:gd name="T114" fmla="*/ 0 60000 65536"/>
                  <a:gd name="T115" fmla="*/ 0 60000 65536"/>
                  <a:gd name="T116" fmla="*/ 0 60000 65536"/>
                  <a:gd name="T117" fmla="*/ 0 60000 65536"/>
                  <a:gd name="T118" fmla="*/ 0 60000 65536"/>
                  <a:gd name="T119" fmla="*/ 0 60000 65536"/>
                  <a:gd name="T120" fmla="*/ 0 60000 65536"/>
                  <a:gd name="T121" fmla="*/ 0 60000 65536"/>
                  <a:gd name="T122" fmla="*/ 0 60000 65536"/>
                  <a:gd name="T123" fmla="*/ 0 w 717"/>
                  <a:gd name="T124" fmla="*/ 0 h 756"/>
                  <a:gd name="T125" fmla="*/ 717 w 717"/>
                  <a:gd name="T126" fmla="*/ 756 h 756"/>
                </a:gdLst>
                <a:ahLst/>
                <a:cxnLst>
                  <a:cxn ang="T82">
                    <a:pos x="T0" y="T1"/>
                  </a:cxn>
                  <a:cxn ang="T83">
                    <a:pos x="T2" y="T3"/>
                  </a:cxn>
                  <a:cxn ang="T84">
                    <a:pos x="T4" y="T5"/>
                  </a:cxn>
                  <a:cxn ang="T85">
                    <a:pos x="T6" y="T7"/>
                  </a:cxn>
                  <a:cxn ang="T86">
                    <a:pos x="T8" y="T9"/>
                  </a:cxn>
                  <a:cxn ang="T87">
                    <a:pos x="T10" y="T11"/>
                  </a:cxn>
                  <a:cxn ang="T88">
                    <a:pos x="T12" y="T13"/>
                  </a:cxn>
                  <a:cxn ang="T89">
                    <a:pos x="T14" y="T15"/>
                  </a:cxn>
                  <a:cxn ang="T90">
                    <a:pos x="T16" y="T17"/>
                  </a:cxn>
                  <a:cxn ang="T91">
                    <a:pos x="T18" y="T19"/>
                  </a:cxn>
                  <a:cxn ang="T92">
                    <a:pos x="T20" y="T21"/>
                  </a:cxn>
                  <a:cxn ang="T93">
                    <a:pos x="T22" y="T23"/>
                  </a:cxn>
                  <a:cxn ang="T94">
                    <a:pos x="T24" y="T25"/>
                  </a:cxn>
                  <a:cxn ang="T95">
                    <a:pos x="T26" y="T27"/>
                  </a:cxn>
                  <a:cxn ang="T96">
                    <a:pos x="T28" y="T29"/>
                  </a:cxn>
                  <a:cxn ang="T97">
                    <a:pos x="T30" y="T31"/>
                  </a:cxn>
                  <a:cxn ang="T98">
                    <a:pos x="T32" y="T33"/>
                  </a:cxn>
                  <a:cxn ang="T99">
                    <a:pos x="T34" y="T35"/>
                  </a:cxn>
                  <a:cxn ang="T100">
                    <a:pos x="T36" y="T37"/>
                  </a:cxn>
                  <a:cxn ang="T101">
                    <a:pos x="T38" y="T39"/>
                  </a:cxn>
                  <a:cxn ang="T102">
                    <a:pos x="T40" y="T41"/>
                  </a:cxn>
                  <a:cxn ang="T103">
                    <a:pos x="T42" y="T43"/>
                  </a:cxn>
                  <a:cxn ang="T104">
                    <a:pos x="T44" y="T45"/>
                  </a:cxn>
                  <a:cxn ang="T105">
                    <a:pos x="T46" y="T47"/>
                  </a:cxn>
                  <a:cxn ang="T106">
                    <a:pos x="T48" y="T49"/>
                  </a:cxn>
                  <a:cxn ang="T107">
                    <a:pos x="T50" y="T51"/>
                  </a:cxn>
                  <a:cxn ang="T108">
                    <a:pos x="T52" y="T53"/>
                  </a:cxn>
                  <a:cxn ang="T109">
                    <a:pos x="T54" y="T55"/>
                  </a:cxn>
                  <a:cxn ang="T110">
                    <a:pos x="T56" y="T57"/>
                  </a:cxn>
                  <a:cxn ang="T111">
                    <a:pos x="T58" y="T59"/>
                  </a:cxn>
                  <a:cxn ang="T112">
                    <a:pos x="T60" y="T61"/>
                  </a:cxn>
                  <a:cxn ang="T113">
                    <a:pos x="T62" y="T63"/>
                  </a:cxn>
                  <a:cxn ang="T114">
                    <a:pos x="T64" y="T65"/>
                  </a:cxn>
                  <a:cxn ang="T115">
                    <a:pos x="T66" y="T67"/>
                  </a:cxn>
                  <a:cxn ang="T116">
                    <a:pos x="T68" y="T69"/>
                  </a:cxn>
                  <a:cxn ang="T117">
                    <a:pos x="T70" y="T71"/>
                  </a:cxn>
                  <a:cxn ang="T118">
                    <a:pos x="T72" y="T73"/>
                  </a:cxn>
                  <a:cxn ang="T119">
                    <a:pos x="T74" y="T75"/>
                  </a:cxn>
                  <a:cxn ang="T120">
                    <a:pos x="T76" y="T77"/>
                  </a:cxn>
                  <a:cxn ang="T121">
                    <a:pos x="T78" y="T79"/>
                  </a:cxn>
                  <a:cxn ang="T122">
                    <a:pos x="T80" y="T81"/>
                  </a:cxn>
                </a:cxnLst>
                <a:rect l="T123" t="T124" r="T125" b="T126"/>
                <a:pathLst>
                  <a:path w="717" h="756">
                    <a:moveTo>
                      <a:pt x="0" y="756"/>
                    </a:moveTo>
                    <a:lnTo>
                      <a:pt x="52" y="167"/>
                    </a:lnTo>
                    <a:lnTo>
                      <a:pt x="64" y="384"/>
                    </a:lnTo>
                    <a:lnTo>
                      <a:pt x="90" y="103"/>
                    </a:lnTo>
                    <a:lnTo>
                      <a:pt x="116" y="519"/>
                    </a:lnTo>
                    <a:lnTo>
                      <a:pt x="135" y="487"/>
                    </a:lnTo>
                    <a:lnTo>
                      <a:pt x="135" y="359"/>
                    </a:lnTo>
                    <a:lnTo>
                      <a:pt x="167" y="71"/>
                    </a:lnTo>
                    <a:lnTo>
                      <a:pt x="192" y="244"/>
                    </a:lnTo>
                    <a:lnTo>
                      <a:pt x="205" y="96"/>
                    </a:lnTo>
                    <a:lnTo>
                      <a:pt x="218" y="615"/>
                    </a:lnTo>
                    <a:lnTo>
                      <a:pt x="244" y="397"/>
                    </a:lnTo>
                    <a:lnTo>
                      <a:pt x="282" y="519"/>
                    </a:lnTo>
                    <a:lnTo>
                      <a:pt x="308" y="308"/>
                    </a:lnTo>
                    <a:lnTo>
                      <a:pt x="333" y="442"/>
                    </a:lnTo>
                    <a:lnTo>
                      <a:pt x="346" y="352"/>
                    </a:lnTo>
                    <a:lnTo>
                      <a:pt x="365" y="384"/>
                    </a:lnTo>
                    <a:lnTo>
                      <a:pt x="378" y="135"/>
                    </a:lnTo>
                    <a:lnTo>
                      <a:pt x="391" y="301"/>
                    </a:lnTo>
                    <a:lnTo>
                      <a:pt x="384" y="519"/>
                    </a:lnTo>
                    <a:lnTo>
                      <a:pt x="404" y="679"/>
                    </a:lnTo>
                    <a:lnTo>
                      <a:pt x="429" y="628"/>
                    </a:lnTo>
                    <a:lnTo>
                      <a:pt x="442" y="480"/>
                    </a:lnTo>
                    <a:lnTo>
                      <a:pt x="455" y="391"/>
                    </a:lnTo>
                    <a:lnTo>
                      <a:pt x="436" y="506"/>
                    </a:lnTo>
                    <a:lnTo>
                      <a:pt x="461" y="352"/>
                    </a:lnTo>
                    <a:lnTo>
                      <a:pt x="474" y="455"/>
                    </a:lnTo>
                    <a:lnTo>
                      <a:pt x="493" y="519"/>
                    </a:lnTo>
                    <a:lnTo>
                      <a:pt x="512" y="410"/>
                    </a:lnTo>
                    <a:lnTo>
                      <a:pt x="532" y="186"/>
                    </a:lnTo>
                    <a:lnTo>
                      <a:pt x="544" y="231"/>
                    </a:lnTo>
                    <a:lnTo>
                      <a:pt x="570" y="148"/>
                    </a:lnTo>
                    <a:lnTo>
                      <a:pt x="576" y="301"/>
                    </a:lnTo>
                    <a:lnTo>
                      <a:pt x="576" y="730"/>
                    </a:lnTo>
                    <a:lnTo>
                      <a:pt x="647" y="0"/>
                    </a:lnTo>
                    <a:lnTo>
                      <a:pt x="647" y="250"/>
                    </a:lnTo>
                    <a:lnTo>
                      <a:pt x="660" y="333"/>
                    </a:lnTo>
                    <a:lnTo>
                      <a:pt x="685" y="192"/>
                    </a:lnTo>
                    <a:lnTo>
                      <a:pt x="711" y="340"/>
                    </a:lnTo>
                    <a:lnTo>
                      <a:pt x="698" y="429"/>
                    </a:lnTo>
                    <a:lnTo>
                      <a:pt x="717" y="461"/>
                    </a:lnTo>
                  </a:path>
                </a:pathLst>
              </a:custGeom>
              <a:noFill/>
              <a:ln w="9525">
                <a:solidFill>
                  <a:srgbClr val="0079F2"/>
                </a:solidFill>
                <a:round/>
                <a:headEnd/>
                <a:tailEnd/>
              </a:ln>
            </p:spPr>
            <p:txBody>
              <a:bodyPr/>
              <a:lstStyle/>
              <a:p>
                <a:endParaRPr lang="en-GB"/>
              </a:p>
            </p:txBody>
          </p:sp>
          <p:sp>
            <p:nvSpPr>
              <p:cNvPr id="70" name="Freeform 15"/>
              <p:cNvSpPr>
                <a:spLocks/>
              </p:cNvSpPr>
              <p:nvPr/>
            </p:nvSpPr>
            <p:spPr bwMode="auto">
              <a:xfrm flipH="1" flipV="1">
                <a:off x="3770" y="1145"/>
                <a:ext cx="313" cy="756"/>
              </a:xfrm>
              <a:custGeom>
                <a:avLst/>
                <a:gdLst>
                  <a:gd name="T0" fmla="*/ 0 w 717"/>
                  <a:gd name="T1" fmla="*/ 756 h 756"/>
                  <a:gd name="T2" fmla="*/ 4 w 717"/>
                  <a:gd name="T3" fmla="*/ 167 h 756"/>
                  <a:gd name="T4" fmla="*/ 5 w 717"/>
                  <a:gd name="T5" fmla="*/ 384 h 756"/>
                  <a:gd name="T6" fmla="*/ 7 w 717"/>
                  <a:gd name="T7" fmla="*/ 103 h 756"/>
                  <a:gd name="T8" fmla="*/ 10 w 717"/>
                  <a:gd name="T9" fmla="*/ 519 h 756"/>
                  <a:gd name="T10" fmla="*/ 11 w 717"/>
                  <a:gd name="T11" fmla="*/ 487 h 756"/>
                  <a:gd name="T12" fmla="*/ 11 w 717"/>
                  <a:gd name="T13" fmla="*/ 359 h 756"/>
                  <a:gd name="T14" fmla="*/ 14 w 717"/>
                  <a:gd name="T15" fmla="*/ 71 h 756"/>
                  <a:gd name="T16" fmla="*/ 16 w 717"/>
                  <a:gd name="T17" fmla="*/ 244 h 756"/>
                  <a:gd name="T18" fmla="*/ 17 w 717"/>
                  <a:gd name="T19" fmla="*/ 96 h 756"/>
                  <a:gd name="T20" fmla="*/ 18 w 717"/>
                  <a:gd name="T21" fmla="*/ 615 h 756"/>
                  <a:gd name="T22" fmla="*/ 21 w 717"/>
                  <a:gd name="T23" fmla="*/ 397 h 756"/>
                  <a:gd name="T24" fmla="*/ 24 w 717"/>
                  <a:gd name="T25" fmla="*/ 519 h 756"/>
                  <a:gd name="T26" fmla="*/ 25 w 717"/>
                  <a:gd name="T27" fmla="*/ 308 h 756"/>
                  <a:gd name="T28" fmla="*/ 28 w 717"/>
                  <a:gd name="T29" fmla="*/ 442 h 756"/>
                  <a:gd name="T30" fmla="*/ 29 w 717"/>
                  <a:gd name="T31" fmla="*/ 352 h 756"/>
                  <a:gd name="T32" fmla="*/ 30 w 717"/>
                  <a:gd name="T33" fmla="*/ 384 h 756"/>
                  <a:gd name="T34" fmla="*/ 31 w 717"/>
                  <a:gd name="T35" fmla="*/ 135 h 756"/>
                  <a:gd name="T36" fmla="*/ 33 w 717"/>
                  <a:gd name="T37" fmla="*/ 301 h 756"/>
                  <a:gd name="T38" fmla="*/ 32 w 717"/>
                  <a:gd name="T39" fmla="*/ 519 h 756"/>
                  <a:gd name="T40" fmla="*/ 34 w 717"/>
                  <a:gd name="T41" fmla="*/ 679 h 756"/>
                  <a:gd name="T42" fmla="*/ 36 w 717"/>
                  <a:gd name="T43" fmla="*/ 628 h 756"/>
                  <a:gd name="T44" fmla="*/ 37 w 717"/>
                  <a:gd name="T45" fmla="*/ 480 h 756"/>
                  <a:gd name="T46" fmla="*/ 38 w 717"/>
                  <a:gd name="T47" fmla="*/ 391 h 756"/>
                  <a:gd name="T48" fmla="*/ 36 w 717"/>
                  <a:gd name="T49" fmla="*/ 506 h 756"/>
                  <a:gd name="T50" fmla="*/ 38 w 717"/>
                  <a:gd name="T51" fmla="*/ 352 h 756"/>
                  <a:gd name="T52" fmla="*/ 39 w 717"/>
                  <a:gd name="T53" fmla="*/ 455 h 756"/>
                  <a:gd name="T54" fmla="*/ 41 w 717"/>
                  <a:gd name="T55" fmla="*/ 519 h 756"/>
                  <a:gd name="T56" fmla="*/ 43 w 717"/>
                  <a:gd name="T57" fmla="*/ 410 h 756"/>
                  <a:gd name="T58" fmla="*/ 44 w 717"/>
                  <a:gd name="T59" fmla="*/ 186 h 756"/>
                  <a:gd name="T60" fmla="*/ 45 w 717"/>
                  <a:gd name="T61" fmla="*/ 231 h 756"/>
                  <a:gd name="T62" fmla="*/ 48 w 717"/>
                  <a:gd name="T63" fmla="*/ 148 h 756"/>
                  <a:gd name="T64" fmla="*/ 48 w 717"/>
                  <a:gd name="T65" fmla="*/ 301 h 756"/>
                  <a:gd name="T66" fmla="*/ 48 w 717"/>
                  <a:gd name="T67" fmla="*/ 730 h 756"/>
                  <a:gd name="T68" fmla="*/ 54 w 717"/>
                  <a:gd name="T69" fmla="*/ 0 h 756"/>
                  <a:gd name="T70" fmla="*/ 54 w 717"/>
                  <a:gd name="T71" fmla="*/ 250 h 756"/>
                  <a:gd name="T72" fmla="*/ 55 w 717"/>
                  <a:gd name="T73" fmla="*/ 333 h 756"/>
                  <a:gd name="T74" fmla="*/ 57 w 717"/>
                  <a:gd name="T75" fmla="*/ 192 h 756"/>
                  <a:gd name="T76" fmla="*/ 59 w 717"/>
                  <a:gd name="T77" fmla="*/ 340 h 756"/>
                  <a:gd name="T78" fmla="*/ 58 w 717"/>
                  <a:gd name="T79" fmla="*/ 429 h 756"/>
                  <a:gd name="T80" fmla="*/ 60 w 717"/>
                  <a:gd name="T81" fmla="*/ 461 h 756"/>
                  <a:gd name="T82" fmla="*/ 0 60000 65536"/>
                  <a:gd name="T83" fmla="*/ 0 60000 65536"/>
                  <a:gd name="T84" fmla="*/ 0 60000 65536"/>
                  <a:gd name="T85" fmla="*/ 0 60000 65536"/>
                  <a:gd name="T86" fmla="*/ 0 60000 65536"/>
                  <a:gd name="T87" fmla="*/ 0 60000 65536"/>
                  <a:gd name="T88" fmla="*/ 0 60000 65536"/>
                  <a:gd name="T89" fmla="*/ 0 60000 65536"/>
                  <a:gd name="T90" fmla="*/ 0 60000 65536"/>
                  <a:gd name="T91" fmla="*/ 0 60000 65536"/>
                  <a:gd name="T92" fmla="*/ 0 60000 65536"/>
                  <a:gd name="T93" fmla="*/ 0 60000 65536"/>
                  <a:gd name="T94" fmla="*/ 0 60000 65536"/>
                  <a:gd name="T95" fmla="*/ 0 60000 65536"/>
                  <a:gd name="T96" fmla="*/ 0 60000 65536"/>
                  <a:gd name="T97" fmla="*/ 0 60000 65536"/>
                  <a:gd name="T98" fmla="*/ 0 60000 65536"/>
                  <a:gd name="T99" fmla="*/ 0 60000 65536"/>
                  <a:gd name="T100" fmla="*/ 0 60000 65536"/>
                  <a:gd name="T101" fmla="*/ 0 60000 65536"/>
                  <a:gd name="T102" fmla="*/ 0 60000 65536"/>
                  <a:gd name="T103" fmla="*/ 0 60000 65536"/>
                  <a:gd name="T104" fmla="*/ 0 60000 65536"/>
                  <a:gd name="T105" fmla="*/ 0 60000 65536"/>
                  <a:gd name="T106" fmla="*/ 0 60000 65536"/>
                  <a:gd name="T107" fmla="*/ 0 60000 65536"/>
                  <a:gd name="T108" fmla="*/ 0 60000 65536"/>
                  <a:gd name="T109" fmla="*/ 0 60000 65536"/>
                  <a:gd name="T110" fmla="*/ 0 60000 65536"/>
                  <a:gd name="T111" fmla="*/ 0 60000 65536"/>
                  <a:gd name="T112" fmla="*/ 0 60000 65536"/>
                  <a:gd name="T113" fmla="*/ 0 60000 65536"/>
                  <a:gd name="T114" fmla="*/ 0 60000 65536"/>
                  <a:gd name="T115" fmla="*/ 0 60000 65536"/>
                  <a:gd name="T116" fmla="*/ 0 60000 65536"/>
                  <a:gd name="T117" fmla="*/ 0 60000 65536"/>
                  <a:gd name="T118" fmla="*/ 0 60000 65536"/>
                  <a:gd name="T119" fmla="*/ 0 60000 65536"/>
                  <a:gd name="T120" fmla="*/ 0 60000 65536"/>
                  <a:gd name="T121" fmla="*/ 0 60000 65536"/>
                  <a:gd name="T122" fmla="*/ 0 60000 65536"/>
                  <a:gd name="T123" fmla="*/ 0 w 717"/>
                  <a:gd name="T124" fmla="*/ 0 h 756"/>
                  <a:gd name="T125" fmla="*/ 717 w 717"/>
                  <a:gd name="T126" fmla="*/ 756 h 756"/>
                </a:gdLst>
                <a:ahLst/>
                <a:cxnLst>
                  <a:cxn ang="T82">
                    <a:pos x="T0" y="T1"/>
                  </a:cxn>
                  <a:cxn ang="T83">
                    <a:pos x="T2" y="T3"/>
                  </a:cxn>
                  <a:cxn ang="T84">
                    <a:pos x="T4" y="T5"/>
                  </a:cxn>
                  <a:cxn ang="T85">
                    <a:pos x="T6" y="T7"/>
                  </a:cxn>
                  <a:cxn ang="T86">
                    <a:pos x="T8" y="T9"/>
                  </a:cxn>
                  <a:cxn ang="T87">
                    <a:pos x="T10" y="T11"/>
                  </a:cxn>
                  <a:cxn ang="T88">
                    <a:pos x="T12" y="T13"/>
                  </a:cxn>
                  <a:cxn ang="T89">
                    <a:pos x="T14" y="T15"/>
                  </a:cxn>
                  <a:cxn ang="T90">
                    <a:pos x="T16" y="T17"/>
                  </a:cxn>
                  <a:cxn ang="T91">
                    <a:pos x="T18" y="T19"/>
                  </a:cxn>
                  <a:cxn ang="T92">
                    <a:pos x="T20" y="T21"/>
                  </a:cxn>
                  <a:cxn ang="T93">
                    <a:pos x="T22" y="T23"/>
                  </a:cxn>
                  <a:cxn ang="T94">
                    <a:pos x="T24" y="T25"/>
                  </a:cxn>
                  <a:cxn ang="T95">
                    <a:pos x="T26" y="T27"/>
                  </a:cxn>
                  <a:cxn ang="T96">
                    <a:pos x="T28" y="T29"/>
                  </a:cxn>
                  <a:cxn ang="T97">
                    <a:pos x="T30" y="T31"/>
                  </a:cxn>
                  <a:cxn ang="T98">
                    <a:pos x="T32" y="T33"/>
                  </a:cxn>
                  <a:cxn ang="T99">
                    <a:pos x="T34" y="T35"/>
                  </a:cxn>
                  <a:cxn ang="T100">
                    <a:pos x="T36" y="T37"/>
                  </a:cxn>
                  <a:cxn ang="T101">
                    <a:pos x="T38" y="T39"/>
                  </a:cxn>
                  <a:cxn ang="T102">
                    <a:pos x="T40" y="T41"/>
                  </a:cxn>
                  <a:cxn ang="T103">
                    <a:pos x="T42" y="T43"/>
                  </a:cxn>
                  <a:cxn ang="T104">
                    <a:pos x="T44" y="T45"/>
                  </a:cxn>
                  <a:cxn ang="T105">
                    <a:pos x="T46" y="T47"/>
                  </a:cxn>
                  <a:cxn ang="T106">
                    <a:pos x="T48" y="T49"/>
                  </a:cxn>
                  <a:cxn ang="T107">
                    <a:pos x="T50" y="T51"/>
                  </a:cxn>
                  <a:cxn ang="T108">
                    <a:pos x="T52" y="T53"/>
                  </a:cxn>
                  <a:cxn ang="T109">
                    <a:pos x="T54" y="T55"/>
                  </a:cxn>
                  <a:cxn ang="T110">
                    <a:pos x="T56" y="T57"/>
                  </a:cxn>
                  <a:cxn ang="T111">
                    <a:pos x="T58" y="T59"/>
                  </a:cxn>
                  <a:cxn ang="T112">
                    <a:pos x="T60" y="T61"/>
                  </a:cxn>
                  <a:cxn ang="T113">
                    <a:pos x="T62" y="T63"/>
                  </a:cxn>
                  <a:cxn ang="T114">
                    <a:pos x="T64" y="T65"/>
                  </a:cxn>
                  <a:cxn ang="T115">
                    <a:pos x="T66" y="T67"/>
                  </a:cxn>
                  <a:cxn ang="T116">
                    <a:pos x="T68" y="T69"/>
                  </a:cxn>
                  <a:cxn ang="T117">
                    <a:pos x="T70" y="T71"/>
                  </a:cxn>
                  <a:cxn ang="T118">
                    <a:pos x="T72" y="T73"/>
                  </a:cxn>
                  <a:cxn ang="T119">
                    <a:pos x="T74" y="T75"/>
                  </a:cxn>
                  <a:cxn ang="T120">
                    <a:pos x="T76" y="T77"/>
                  </a:cxn>
                  <a:cxn ang="T121">
                    <a:pos x="T78" y="T79"/>
                  </a:cxn>
                  <a:cxn ang="T122">
                    <a:pos x="T80" y="T81"/>
                  </a:cxn>
                </a:cxnLst>
                <a:rect l="T123" t="T124" r="T125" b="T126"/>
                <a:pathLst>
                  <a:path w="717" h="756">
                    <a:moveTo>
                      <a:pt x="0" y="756"/>
                    </a:moveTo>
                    <a:lnTo>
                      <a:pt x="52" y="167"/>
                    </a:lnTo>
                    <a:lnTo>
                      <a:pt x="64" y="384"/>
                    </a:lnTo>
                    <a:lnTo>
                      <a:pt x="90" y="103"/>
                    </a:lnTo>
                    <a:lnTo>
                      <a:pt x="116" y="519"/>
                    </a:lnTo>
                    <a:lnTo>
                      <a:pt x="135" y="487"/>
                    </a:lnTo>
                    <a:lnTo>
                      <a:pt x="135" y="359"/>
                    </a:lnTo>
                    <a:lnTo>
                      <a:pt x="167" y="71"/>
                    </a:lnTo>
                    <a:lnTo>
                      <a:pt x="192" y="244"/>
                    </a:lnTo>
                    <a:lnTo>
                      <a:pt x="205" y="96"/>
                    </a:lnTo>
                    <a:lnTo>
                      <a:pt x="218" y="615"/>
                    </a:lnTo>
                    <a:lnTo>
                      <a:pt x="244" y="397"/>
                    </a:lnTo>
                    <a:lnTo>
                      <a:pt x="282" y="519"/>
                    </a:lnTo>
                    <a:lnTo>
                      <a:pt x="308" y="308"/>
                    </a:lnTo>
                    <a:lnTo>
                      <a:pt x="333" y="442"/>
                    </a:lnTo>
                    <a:lnTo>
                      <a:pt x="346" y="352"/>
                    </a:lnTo>
                    <a:lnTo>
                      <a:pt x="365" y="384"/>
                    </a:lnTo>
                    <a:lnTo>
                      <a:pt x="378" y="135"/>
                    </a:lnTo>
                    <a:lnTo>
                      <a:pt x="391" y="301"/>
                    </a:lnTo>
                    <a:lnTo>
                      <a:pt x="384" y="519"/>
                    </a:lnTo>
                    <a:lnTo>
                      <a:pt x="404" y="679"/>
                    </a:lnTo>
                    <a:lnTo>
                      <a:pt x="429" y="628"/>
                    </a:lnTo>
                    <a:lnTo>
                      <a:pt x="442" y="480"/>
                    </a:lnTo>
                    <a:lnTo>
                      <a:pt x="455" y="391"/>
                    </a:lnTo>
                    <a:lnTo>
                      <a:pt x="436" y="506"/>
                    </a:lnTo>
                    <a:lnTo>
                      <a:pt x="461" y="352"/>
                    </a:lnTo>
                    <a:lnTo>
                      <a:pt x="474" y="455"/>
                    </a:lnTo>
                    <a:lnTo>
                      <a:pt x="493" y="519"/>
                    </a:lnTo>
                    <a:lnTo>
                      <a:pt x="512" y="410"/>
                    </a:lnTo>
                    <a:lnTo>
                      <a:pt x="532" y="186"/>
                    </a:lnTo>
                    <a:lnTo>
                      <a:pt x="544" y="231"/>
                    </a:lnTo>
                    <a:lnTo>
                      <a:pt x="570" y="148"/>
                    </a:lnTo>
                    <a:lnTo>
                      <a:pt x="576" y="301"/>
                    </a:lnTo>
                    <a:lnTo>
                      <a:pt x="576" y="730"/>
                    </a:lnTo>
                    <a:lnTo>
                      <a:pt x="647" y="0"/>
                    </a:lnTo>
                    <a:lnTo>
                      <a:pt x="647" y="250"/>
                    </a:lnTo>
                    <a:lnTo>
                      <a:pt x="660" y="333"/>
                    </a:lnTo>
                    <a:lnTo>
                      <a:pt x="685" y="192"/>
                    </a:lnTo>
                    <a:lnTo>
                      <a:pt x="711" y="340"/>
                    </a:lnTo>
                    <a:lnTo>
                      <a:pt x="698" y="429"/>
                    </a:lnTo>
                    <a:lnTo>
                      <a:pt x="717" y="461"/>
                    </a:lnTo>
                  </a:path>
                </a:pathLst>
              </a:custGeom>
              <a:noFill/>
              <a:ln w="9525">
                <a:solidFill>
                  <a:srgbClr val="0079F2"/>
                </a:solidFill>
                <a:round/>
                <a:headEnd/>
                <a:tailEnd/>
              </a:ln>
            </p:spPr>
            <p:txBody>
              <a:bodyPr/>
              <a:lstStyle/>
              <a:p>
                <a:endParaRPr lang="en-GB"/>
              </a:p>
            </p:txBody>
          </p:sp>
          <p:sp>
            <p:nvSpPr>
              <p:cNvPr id="71" name="Freeform 16"/>
              <p:cNvSpPr>
                <a:spLocks/>
              </p:cNvSpPr>
              <p:nvPr/>
            </p:nvSpPr>
            <p:spPr bwMode="auto">
              <a:xfrm flipH="1">
                <a:off x="4077" y="1119"/>
                <a:ext cx="313" cy="756"/>
              </a:xfrm>
              <a:custGeom>
                <a:avLst/>
                <a:gdLst>
                  <a:gd name="T0" fmla="*/ 0 w 717"/>
                  <a:gd name="T1" fmla="*/ 756 h 756"/>
                  <a:gd name="T2" fmla="*/ 4 w 717"/>
                  <a:gd name="T3" fmla="*/ 167 h 756"/>
                  <a:gd name="T4" fmla="*/ 5 w 717"/>
                  <a:gd name="T5" fmla="*/ 384 h 756"/>
                  <a:gd name="T6" fmla="*/ 7 w 717"/>
                  <a:gd name="T7" fmla="*/ 103 h 756"/>
                  <a:gd name="T8" fmla="*/ 10 w 717"/>
                  <a:gd name="T9" fmla="*/ 519 h 756"/>
                  <a:gd name="T10" fmla="*/ 11 w 717"/>
                  <a:gd name="T11" fmla="*/ 487 h 756"/>
                  <a:gd name="T12" fmla="*/ 11 w 717"/>
                  <a:gd name="T13" fmla="*/ 359 h 756"/>
                  <a:gd name="T14" fmla="*/ 14 w 717"/>
                  <a:gd name="T15" fmla="*/ 71 h 756"/>
                  <a:gd name="T16" fmla="*/ 16 w 717"/>
                  <a:gd name="T17" fmla="*/ 244 h 756"/>
                  <a:gd name="T18" fmla="*/ 17 w 717"/>
                  <a:gd name="T19" fmla="*/ 96 h 756"/>
                  <a:gd name="T20" fmla="*/ 18 w 717"/>
                  <a:gd name="T21" fmla="*/ 615 h 756"/>
                  <a:gd name="T22" fmla="*/ 21 w 717"/>
                  <a:gd name="T23" fmla="*/ 397 h 756"/>
                  <a:gd name="T24" fmla="*/ 24 w 717"/>
                  <a:gd name="T25" fmla="*/ 519 h 756"/>
                  <a:gd name="T26" fmla="*/ 25 w 717"/>
                  <a:gd name="T27" fmla="*/ 308 h 756"/>
                  <a:gd name="T28" fmla="*/ 28 w 717"/>
                  <a:gd name="T29" fmla="*/ 442 h 756"/>
                  <a:gd name="T30" fmla="*/ 29 w 717"/>
                  <a:gd name="T31" fmla="*/ 352 h 756"/>
                  <a:gd name="T32" fmla="*/ 30 w 717"/>
                  <a:gd name="T33" fmla="*/ 384 h 756"/>
                  <a:gd name="T34" fmla="*/ 31 w 717"/>
                  <a:gd name="T35" fmla="*/ 135 h 756"/>
                  <a:gd name="T36" fmla="*/ 33 w 717"/>
                  <a:gd name="T37" fmla="*/ 301 h 756"/>
                  <a:gd name="T38" fmla="*/ 32 w 717"/>
                  <a:gd name="T39" fmla="*/ 519 h 756"/>
                  <a:gd name="T40" fmla="*/ 34 w 717"/>
                  <a:gd name="T41" fmla="*/ 679 h 756"/>
                  <a:gd name="T42" fmla="*/ 36 w 717"/>
                  <a:gd name="T43" fmla="*/ 628 h 756"/>
                  <a:gd name="T44" fmla="*/ 37 w 717"/>
                  <a:gd name="T45" fmla="*/ 480 h 756"/>
                  <a:gd name="T46" fmla="*/ 38 w 717"/>
                  <a:gd name="T47" fmla="*/ 391 h 756"/>
                  <a:gd name="T48" fmla="*/ 36 w 717"/>
                  <a:gd name="T49" fmla="*/ 506 h 756"/>
                  <a:gd name="T50" fmla="*/ 38 w 717"/>
                  <a:gd name="T51" fmla="*/ 352 h 756"/>
                  <a:gd name="T52" fmla="*/ 39 w 717"/>
                  <a:gd name="T53" fmla="*/ 455 h 756"/>
                  <a:gd name="T54" fmla="*/ 41 w 717"/>
                  <a:gd name="T55" fmla="*/ 519 h 756"/>
                  <a:gd name="T56" fmla="*/ 43 w 717"/>
                  <a:gd name="T57" fmla="*/ 410 h 756"/>
                  <a:gd name="T58" fmla="*/ 44 w 717"/>
                  <a:gd name="T59" fmla="*/ 186 h 756"/>
                  <a:gd name="T60" fmla="*/ 45 w 717"/>
                  <a:gd name="T61" fmla="*/ 231 h 756"/>
                  <a:gd name="T62" fmla="*/ 48 w 717"/>
                  <a:gd name="T63" fmla="*/ 148 h 756"/>
                  <a:gd name="T64" fmla="*/ 48 w 717"/>
                  <a:gd name="T65" fmla="*/ 301 h 756"/>
                  <a:gd name="T66" fmla="*/ 48 w 717"/>
                  <a:gd name="T67" fmla="*/ 730 h 756"/>
                  <a:gd name="T68" fmla="*/ 54 w 717"/>
                  <a:gd name="T69" fmla="*/ 0 h 756"/>
                  <a:gd name="T70" fmla="*/ 54 w 717"/>
                  <a:gd name="T71" fmla="*/ 250 h 756"/>
                  <a:gd name="T72" fmla="*/ 55 w 717"/>
                  <a:gd name="T73" fmla="*/ 333 h 756"/>
                  <a:gd name="T74" fmla="*/ 57 w 717"/>
                  <a:gd name="T75" fmla="*/ 192 h 756"/>
                  <a:gd name="T76" fmla="*/ 59 w 717"/>
                  <a:gd name="T77" fmla="*/ 340 h 756"/>
                  <a:gd name="T78" fmla="*/ 58 w 717"/>
                  <a:gd name="T79" fmla="*/ 429 h 756"/>
                  <a:gd name="T80" fmla="*/ 60 w 717"/>
                  <a:gd name="T81" fmla="*/ 461 h 756"/>
                  <a:gd name="T82" fmla="*/ 0 60000 65536"/>
                  <a:gd name="T83" fmla="*/ 0 60000 65536"/>
                  <a:gd name="T84" fmla="*/ 0 60000 65536"/>
                  <a:gd name="T85" fmla="*/ 0 60000 65536"/>
                  <a:gd name="T86" fmla="*/ 0 60000 65536"/>
                  <a:gd name="T87" fmla="*/ 0 60000 65536"/>
                  <a:gd name="T88" fmla="*/ 0 60000 65536"/>
                  <a:gd name="T89" fmla="*/ 0 60000 65536"/>
                  <a:gd name="T90" fmla="*/ 0 60000 65536"/>
                  <a:gd name="T91" fmla="*/ 0 60000 65536"/>
                  <a:gd name="T92" fmla="*/ 0 60000 65536"/>
                  <a:gd name="T93" fmla="*/ 0 60000 65536"/>
                  <a:gd name="T94" fmla="*/ 0 60000 65536"/>
                  <a:gd name="T95" fmla="*/ 0 60000 65536"/>
                  <a:gd name="T96" fmla="*/ 0 60000 65536"/>
                  <a:gd name="T97" fmla="*/ 0 60000 65536"/>
                  <a:gd name="T98" fmla="*/ 0 60000 65536"/>
                  <a:gd name="T99" fmla="*/ 0 60000 65536"/>
                  <a:gd name="T100" fmla="*/ 0 60000 65536"/>
                  <a:gd name="T101" fmla="*/ 0 60000 65536"/>
                  <a:gd name="T102" fmla="*/ 0 60000 65536"/>
                  <a:gd name="T103" fmla="*/ 0 60000 65536"/>
                  <a:gd name="T104" fmla="*/ 0 60000 65536"/>
                  <a:gd name="T105" fmla="*/ 0 60000 65536"/>
                  <a:gd name="T106" fmla="*/ 0 60000 65536"/>
                  <a:gd name="T107" fmla="*/ 0 60000 65536"/>
                  <a:gd name="T108" fmla="*/ 0 60000 65536"/>
                  <a:gd name="T109" fmla="*/ 0 60000 65536"/>
                  <a:gd name="T110" fmla="*/ 0 60000 65536"/>
                  <a:gd name="T111" fmla="*/ 0 60000 65536"/>
                  <a:gd name="T112" fmla="*/ 0 60000 65536"/>
                  <a:gd name="T113" fmla="*/ 0 60000 65536"/>
                  <a:gd name="T114" fmla="*/ 0 60000 65536"/>
                  <a:gd name="T115" fmla="*/ 0 60000 65536"/>
                  <a:gd name="T116" fmla="*/ 0 60000 65536"/>
                  <a:gd name="T117" fmla="*/ 0 60000 65536"/>
                  <a:gd name="T118" fmla="*/ 0 60000 65536"/>
                  <a:gd name="T119" fmla="*/ 0 60000 65536"/>
                  <a:gd name="T120" fmla="*/ 0 60000 65536"/>
                  <a:gd name="T121" fmla="*/ 0 60000 65536"/>
                  <a:gd name="T122" fmla="*/ 0 60000 65536"/>
                  <a:gd name="T123" fmla="*/ 0 w 717"/>
                  <a:gd name="T124" fmla="*/ 0 h 756"/>
                  <a:gd name="T125" fmla="*/ 717 w 717"/>
                  <a:gd name="T126" fmla="*/ 756 h 756"/>
                </a:gdLst>
                <a:ahLst/>
                <a:cxnLst>
                  <a:cxn ang="T82">
                    <a:pos x="T0" y="T1"/>
                  </a:cxn>
                  <a:cxn ang="T83">
                    <a:pos x="T2" y="T3"/>
                  </a:cxn>
                  <a:cxn ang="T84">
                    <a:pos x="T4" y="T5"/>
                  </a:cxn>
                  <a:cxn ang="T85">
                    <a:pos x="T6" y="T7"/>
                  </a:cxn>
                  <a:cxn ang="T86">
                    <a:pos x="T8" y="T9"/>
                  </a:cxn>
                  <a:cxn ang="T87">
                    <a:pos x="T10" y="T11"/>
                  </a:cxn>
                  <a:cxn ang="T88">
                    <a:pos x="T12" y="T13"/>
                  </a:cxn>
                  <a:cxn ang="T89">
                    <a:pos x="T14" y="T15"/>
                  </a:cxn>
                  <a:cxn ang="T90">
                    <a:pos x="T16" y="T17"/>
                  </a:cxn>
                  <a:cxn ang="T91">
                    <a:pos x="T18" y="T19"/>
                  </a:cxn>
                  <a:cxn ang="T92">
                    <a:pos x="T20" y="T21"/>
                  </a:cxn>
                  <a:cxn ang="T93">
                    <a:pos x="T22" y="T23"/>
                  </a:cxn>
                  <a:cxn ang="T94">
                    <a:pos x="T24" y="T25"/>
                  </a:cxn>
                  <a:cxn ang="T95">
                    <a:pos x="T26" y="T27"/>
                  </a:cxn>
                  <a:cxn ang="T96">
                    <a:pos x="T28" y="T29"/>
                  </a:cxn>
                  <a:cxn ang="T97">
                    <a:pos x="T30" y="T31"/>
                  </a:cxn>
                  <a:cxn ang="T98">
                    <a:pos x="T32" y="T33"/>
                  </a:cxn>
                  <a:cxn ang="T99">
                    <a:pos x="T34" y="T35"/>
                  </a:cxn>
                  <a:cxn ang="T100">
                    <a:pos x="T36" y="T37"/>
                  </a:cxn>
                  <a:cxn ang="T101">
                    <a:pos x="T38" y="T39"/>
                  </a:cxn>
                  <a:cxn ang="T102">
                    <a:pos x="T40" y="T41"/>
                  </a:cxn>
                  <a:cxn ang="T103">
                    <a:pos x="T42" y="T43"/>
                  </a:cxn>
                  <a:cxn ang="T104">
                    <a:pos x="T44" y="T45"/>
                  </a:cxn>
                  <a:cxn ang="T105">
                    <a:pos x="T46" y="T47"/>
                  </a:cxn>
                  <a:cxn ang="T106">
                    <a:pos x="T48" y="T49"/>
                  </a:cxn>
                  <a:cxn ang="T107">
                    <a:pos x="T50" y="T51"/>
                  </a:cxn>
                  <a:cxn ang="T108">
                    <a:pos x="T52" y="T53"/>
                  </a:cxn>
                  <a:cxn ang="T109">
                    <a:pos x="T54" y="T55"/>
                  </a:cxn>
                  <a:cxn ang="T110">
                    <a:pos x="T56" y="T57"/>
                  </a:cxn>
                  <a:cxn ang="T111">
                    <a:pos x="T58" y="T59"/>
                  </a:cxn>
                  <a:cxn ang="T112">
                    <a:pos x="T60" y="T61"/>
                  </a:cxn>
                  <a:cxn ang="T113">
                    <a:pos x="T62" y="T63"/>
                  </a:cxn>
                  <a:cxn ang="T114">
                    <a:pos x="T64" y="T65"/>
                  </a:cxn>
                  <a:cxn ang="T115">
                    <a:pos x="T66" y="T67"/>
                  </a:cxn>
                  <a:cxn ang="T116">
                    <a:pos x="T68" y="T69"/>
                  </a:cxn>
                  <a:cxn ang="T117">
                    <a:pos x="T70" y="T71"/>
                  </a:cxn>
                  <a:cxn ang="T118">
                    <a:pos x="T72" y="T73"/>
                  </a:cxn>
                  <a:cxn ang="T119">
                    <a:pos x="T74" y="T75"/>
                  </a:cxn>
                  <a:cxn ang="T120">
                    <a:pos x="T76" y="T77"/>
                  </a:cxn>
                  <a:cxn ang="T121">
                    <a:pos x="T78" y="T79"/>
                  </a:cxn>
                  <a:cxn ang="T122">
                    <a:pos x="T80" y="T81"/>
                  </a:cxn>
                </a:cxnLst>
                <a:rect l="T123" t="T124" r="T125" b="T126"/>
                <a:pathLst>
                  <a:path w="717" h="756">
                    <a:moveTo>
                      <a:pt x="0" y="756"/>
                    </a:moveTo>
                    <a:lnTo>
                      <a:pt x="52" y="167"/>
                    </a:lnTo>
                    <a:lnTo>
                      <a:pt x="64" y="384"/>
                    </a:lnTo>
                    <a:lnTo>
                      <a:pt x="90" y="103"/>
                    </a:lnTo>
                    <a:lnTo>
                      <a:pt x="116" y="519"/>
                    </a:lnTo>
                    <a:lnTo>
                      <a:pt x="135" y="487"/>
                    </a:lnTo>
                    <a:lnTo>
                      <a:pt x="135" y="359"/>
                    </a:lnTo>
                    <a:lnTo>
                      <a:pt x="167" y="71"/>
                    </a:lnTo>
                    <a:lnTo>
                      <a:pt x="192" y="244"/>
                    </a:lnTo>
                    <a:lnTo>
                      <a:pt x="205" y="96"/>
                    </a:lnTo>
                    <a:lnTo>
                      <a:pt x="218" y="615"/>
                    </a:lnTo>
                    <a:lnTo>
                      <a:pt x="244" y="397"/>
                    </a:lnTo>
                    <a:lnTo>
                      <a:pt x="282" y="519"/>
                    </a:lnTo>
                    <a:lnTo>
                      <a:pt x="308" y="308"/>
                    </a:lnTo>
                    <a:lnTo>
                      <a:pt x="333" y="442"/>
                    </a:lnTo>
                    <a:lnTo>
                      <a:pt x="346" y="352"/>
                    </a:lnTo>
                    <a:lnTo>
                      <a:pt x="365" y="384"/>
                    </a:lnTo>
                    <a:lnTo>
                      <a:pt x="378" y="135"/>
                    </a:lnTo>
                    <a:lnTo>
                      <a:pt x="391" y="301"/>
                    </a:lnTo>
                    <a:lnTo>
                      <a:pt x="384" y="519"/>
                    </a:lnTo>
                    <a:lnTo>
                      <a:pt x="404" y="679"/>
                    </a:lnTo>
                    <a:lnTo>
                      <a:pt x="429" y="628"/>
                    </a:lnTo>
                    <a:lnTo>
                      <a:pt x="442" y="480"/>
                    </a:lnTo>
                    <a:lnTo>
                      <a:pt x="455" y="391"/>
                    </a:lnTo>
                    <a:lnTo>
                      <a:pt x="436" y="506"/>
                    </a:lnTo>
                    <a:lnTo>
                      <a:pt x="461" y="352"/>
                    </a:lnTo>
                    <a:lnTo>
                      <a:pt x="474" y="455"/>
                    </a:lnTo>
                    <a:lnTo>
                      <a:pt x="493" y="519"/>
                    </a:lnTo>
                    <a:lnTo>
                      <a:pt x="512" y="410"/>
                    </a:lnTo>
                    <a:lnTo>
                      <a:pt x="532" y="186"/>
                    </a:lnTo>
                    <a:lnTo>
                      <a:pt x="544" y="231"/>
                    </a:lnTo>
                    <a:lnTo>
                      <a:pt x="570" y="148"/>
                    </a:lnTo>
                    <a:lnTo>
                      <a:pt x="576" y="301"/>
                    </a:lnTo>
                    <a:lnTo>
                      <a:pt x="576" y="730"/>
                    </a:lnTo>
                    <a:lnTo>
                      <a:pt x="647" y="0"/>
                    </a:lnTo>
                    <a:lnTo>
                      <a:pt x="647" y="250"/>
                    </a:lnTo>
                    <a:lnTo>
                      <a:pt x="660" y="333"/>
                    </a:lnTo>
                    <a:lnTo>
                      <a:pt x="685" y="192"/>
                    </a:lnTo>
                    <a:lnTo>
                      <a:pt x="711" y="340"/>
                    </a:lnTo>
                    <a:lnTo>
                      <a:pt x="698" y="429"/>
                    </a:lnTo>
                    <a:lnTo>
                      <a:pt x="717" y="461"/>
                    </a:lnTo>
                  </a:path>
                </a:pathLst>
              </a:custGeom>
              <a:noFill/>
              <a:ln w="9525">
                <a:solidFill>
                  <a:srgbClr val="0079F2"/>
                </a:solidFill>
                <a:round/>
                <a:headEnd/>
                <a:tailEnd/>
              </a:ln>
            </p:spPr>
            <p:txBody>
              <a:bodyPr/>
              <a:lstStyle/>
              <a:p>
                <a:endParaRPr lang="en-GB"/>
              </a:p>
            </p:txBody>
          </p:sp>
          <p:sp>
            <p:nvSpPr>
              <p:cNvPr id="72" name="Freeform 17"/>
              <p:cNvSpPr>
                <a:spLocks/>
              </p:cNvSpPr>
              <p:nvPr/>
            </p:nvSpPr>
            <p:spPr bwMode="auto">
              <a:xfrm flipV="1">
                <a:off x="4385" y="1138"/>
                <a:ext cx="313" cy="756"/>
              </a:xfrm>
              <a:custGeom>
                <a:avLst/>
                <a:gdLst>
                  <a:gd name="T0" fmla="*/ 0 w 717"/>
                  <a:gd name="T1" fmla="*/ 756 h 756"/>
                  <a:gd name="T2" fmla="*/ 4 w 717"/>
                  <a:gd name="T3" fmla="*/ 167 h 756"/>
                  <a:gd name="T4" fmla="*/ 5 w 717"/>
                  <a:gd name="T5" fmla="*/ 384 h 756"/>
                  <a:gd name="T6" fmla="*/ 7 w 717"/>
                  <a:gd name="T7" fmla="*/ 103 h 756"/>
                  <a:gd name="T8" fmla="*/ 10 w 717"/>
                  <a:gd name="T9" fmla="*/ 519 h 756"/>
                  <a:gd name="T10" fmla="*/ 11 w 717"/>
                  <a:gd name="T11" fmla="*/ 487 h 756"/>
                  <a:gd name="T12" fmla="*/ 11 w 717"/>
                  <a:gd name="T13" fmla="*/ 359 h 756"/>
                  <a:gd name="T14" fmla="*/ 14 w 717"/>
                  <a:gd name="T15" fmla="*/ 71 h 756"/>
                  <a:gd name="T16" fmla="*/ 16 w 717"/>
                  <a:gd name="T17" fmla="*/ 244 h 756"/>
                  <a:gd name="T18" fmla="*/ 17 w 717"/>
                  <a:gd name="T19" fmla="*/ 96 h 756"/>
                  <a:gd name="T20" fmla="*/ 18 w 717"/>
                  <a:gd name="T21" fmla="*/ 615 h 756"/>
                  <a:gd name="T22" fmla="*/ 21 w 717"/>
                  <a:gd name="T23" fmla="*/ 397 h 756"/>
                  <a:gd name="T24" fmla="*/ 24 w 717"/>
                  <a:gd name="T25" fmla="*/ 519 h 756"/>
                  <a:gd name="T26" fmla="*/ 25 w 717"/>
                  <a:gd name="T27" fmla="*/ 308 h 756"/>
                  <a:gd name="T28" fmla="*/ 28 w 717"/>
                  <a:gd name="T29" fmla="*/ 442 h 756"/>
                  <a:gd name="T30" fmla="*/ 29 w 717"/>
                  <a:gd name="T31" fmla="*/ 352 h 756"/>
                  <a:gd name="T32" fmla="*/ 30 w 717"/>
                  <a:gd name="T33" fmla="*/ 384 h 756"/>
                  <a:gd name="T34" fmla="*/ 31 w 717"/>
                  <a:gd name="T35" fmla="*/ 135 h 756"/>
                  <a:gd name="T36" fmla="*/ 33 w 717"/>
                  <a:gd name="T37" fmla="*/ 301 h 756"/>
                  <a:gd name="T38" fmla="*/ 32 w 717"/>
                  <a:gd name="T39" fmla="*/ 519 h 756"/>
                  <a:gd name="T40" fmla="*/ 34 w 717"/>
                  <a:gd name="T41" fmla="*/ 679 h 756"/>
                  <a:gd name="T42" fmla="*/ 36 w 717"/>
                  <a:gd name="T43" fmla="*/ 628 h 756"/>
                  <a:gd name="T44" fmla="*/ 37 w 717"/>
                  <a:gd name="T45" fmla="*/ 480 h 756"/>
                  <a:gd name="T46" fmla="*/ 38 w 717"/>
                  <a:gd name="T47" fmla="*/ 391 h 756"/>
                  <a:gd name="T48" fmla="*/ 36 w 717"/>
                  <a:gd name="T49" fmla="*/ 506 h 756"/>
                  <a:gd name="T50" fmla="*/ 38 w 717"/>
                  <a:gd name="T51" fmla="*/ 352 h 756"/>
                  <a:gd name="T52" fmla="*/ 39 w 717"/>
                  <a:gd name="T53" fmla="*/ 455 h 756"/>
                  <a:gd name="T54" fmla="*/ 41 w 717"/>
                  <a:gd name="T55" fmla="*/ 519 h 756"/>
                  <a:gd name="T56" fmla="*/ 43 w 717"/>
                  <a:gd name="T57" fmla="*/ 410 h 756"/>
                  <a:gd name="T58" fmla="*/ 44 w 717"/>
                  <a:gd name="T59" fmla="*/ 186 h 756"/>
                  <a:gd name="T60" fmla="*/ 45 w 717"/>
                  <a:gd name="T61" fmla="*/ 231 h 756"/>
                  <a:gd name="T62" fmla="*/ 48 w 717"/>
                  <a:gd name="T63" fmla="*/ 148 h 756"/>
                  <a:gd name="T64" fmla="*/ 48 w 717"/>
                  <a:gd name="T65" fmla="*/ 301 h 756"/>
                  <a:gd name="T66" fmla="*/ 48 w 717"/>
                  <a:gd name="T67" fmla="*/ 730 h 756"/>
                  <a:gd name="T68" fmla="*/ 54 w 717"/>
                  <a:gd name="T69" fmla="*/ 0 h 756"/>
                  <a:gd name="T70" fmla="*/ 54 w 717"/>
                  <a:gd name="T71" fmla="*/ 250 h 756"/>
                  <a:gd name="T72" fmla="*/ 55 w 717"/>
                  <a:gd name="T73" fmla="*/ 333 h 756"/>
                  <a:gd name="T74" fmla="*/ 57 w 717"/>
                  <a:gd name="T75" fmla="*/ 192 h 756"/>
                  <a:gd name="T76" fmla="*/ 59 w 717"/>
                  <a:gd name="T77" fmla="*/ 340 h 756"/>
                  <a:gd name="T78" fmla="*/ 58 w 717"/>
                  <a:gd name="T79" fmla="*/ 429 h 756"/>
                  <a:gd name="T80" fmla="*/ 60 w 717"/>
                  <a:gd name="T81" fmla="*/ 461 h 756"/>
                  <a:gd name="T82" fmla="*/ 0 60000 65536"/>
                  <a:gd name="T83" fmla="*/ 0 60000 65536"/>
                  <a:gd name="T84" fmla="*/ 0 60000 65536"/>
                  <a:gd name="T85" fmla="*/ 0 60000 65536"/>
                  <a:gd name="T86" fmla="*/ 0 60000 65536"/>
                  <a:gd name="T87" fmla="*/ 0 60000 65536"/>
                  <a:gd name="T88" fmla="*/ 0 60000 65536"/>
                  <a:gd name="T89" fmla="*/ 0 60000 65536"/>
                  <a:gd name="T90" fmla="*/ 0 60000 65536"/>
                  <a:gd name="T91" fmla="*/ 0 60000 65536"/>
                  <a:gd name="T92" fmla="*/ 0 60000 65536"/>
                  <a:gd name="T93" fmla="*/ 0 60000 65536"/>
                  <a:gd name="T94" fmla="*/ 0 60000 65536"/>
                  <a:gd name="T95" fmla="*/ 0 60000 65536"/>
                  <a:gd name="T96" fmla="*/ 0 60000 65536"/>
                  <a:gd name="T97" fmla="*/ 0 60000 65536"/>
                  <a:gd name="T98" fmla="*/ 0 60000 65536"/>
                  <a:gd name="T99" fmla="*/ 0 60000 65536"/>
                  <a:gd name="T100" fmla="*/ 0 60000 65536"/>
                  <a:gd name="T101" fmla="*/ 0 60000 65536"/>
                  <a:gd name="T102" fmla="*/ 0 60000 65536"/>
                  <a:gd name="T103" fmla="*/ 0 60000 65536"/>
                  <a:gd name="T104" fmla="*/ 0 60000 65536"/>
                  <a:gd name="T105" fmla="*/ 0 60000 65536"/>
                  <a:gd name="T106" fmla="*/ 0 60000 65536"/>
                  <a:gd name="T107" fmla="*/ 0 60000 65536"/>
                  <a:gd name="T108" fmla="*/ 0 60000 65536"/>
                  <a:gd name="T109" fmla="*/ 0 60000 65536"/>
                  <a:gd name="T110" fmla="*/ 0 60000 65536"/>
                  <a:gd name="T111" fmla="*/ 0 60000 65536"/>
                  <a:gd name="T112" fmla="*/ 0 60000 65536"/>
                  <a:gd name="T113" fmla="*/ 0 60000 65536"/>
                  <a:gd name="T114" fmla="*/ 0 60000 65536"/>
                  <a:gd name="T115" fmla="*/ 0 60000 65536"/>
                  <a:gd name="T116" fmla="*/ 0 60000 65536"/>
                  <a:gd name="T117" fmla="*/ 0 60000 65536"/>
                  <a:gd name="T118" fmla="*/ 0 60000 65536"/>
                  <a:gd name="T119" fmla="*/ 0 60000 65536"/>
                  <a:gd name="T120" fmla="*/ 0 60000 65536"/>
                  <a:gd name="T121" fmla="*/ 0 60000 65536"/>
                  <a:gd name="T122" fmla="*/ 0 60000 65536"/>
                  <a:gd name="T123" fmla="*/ 0 w 717"/>
                  <a:gd name="T124" fmla="*/ 0 h 756"/>
                  <a:gd name="T125" fmla="*/ 717 w 717"/>
                  <a:gd name="T126" fmla="*/ 756 h 756"/>
                </a:gdLst>
                <a:ahLst/>
                <a:cxnLst>
                  <a:cxn ang="T82">
                    <a:pos x="T0" y="T1"/>
                  </a:cxn>
                  <a:cxn ang="T83">
                    <a:pos x="T2" y="T3"/>
                  </a:cxn>
                  <a:cxn ang="T84">
                    <a:pos x="T4" y="T5"/>
                  </a:cxn>
                  <a:cxn ang="T85">
                    <a:pos x="T6" y="T7"/>
                  </a:cxn>
                  <a:cxn ang="T86">
                    <a:pos x="T8" y="T9"/>
                  </a:cxn>
                  <a:cxn ang="T87">
                    <a:pos x="T10" y="T11"/>
                  </a:cxn>
                  <a:cxn ang="T88">
                    <a:pos x="T12" y="T13"/>
                  </a:cxn>
                  <a:cxn ang="T89">
                    <a:pos x="T14" y="T15"/>
                  </a:cxn>
                  <a:cxn ang="T90">
                    <a:pos x="T16" y="T17"/>
                  </a:cxn>
                  <a:cxn ang="T91">
                    <a:pos x="T18" y="T19"/>
                  </a:cxn>
                  <a:cxn ang="T92">
                    <a:pos x="T20" y="T21"/>
                  </a:cxn>
                  <a:cxn ang="T93">
                    <a:pos x="T22" y="T23"/>
                  </a:cxn>
                  <a:cxn ang="T94">
                    <a:pos x="T24" y="T25"/>
                  </a:cxn>
                  <a:cxn ang="T95">
                    <a:pos x="T26" y="T27"/>
                  </a:cxn>
                  <a:cxn ang="T96">
                    <a:pos x="T28" y="T29"/>
                  </a:cxn>
                  <a:cxn ang="T97">
                    <a:pos x="T30" y="T31"/>
                  </a:cxn>
                  <a:cxn ang="T98">
                    <a:pos x="T32" y="T33"/>
                  </a:cxn>
                  <a:cxn ang="T99">
                    <a:pos x="T34" y="T35"/>
                  </a:cxn>
                  <a:cxn ang="T100">
                    <a:pos x="T36" y="T37"/>
                  </a:cxn>
                  <a:cxn ang="T101">
                    <a:pos x="T38" y="T39"/>
                  </a:cxn>
                  <a:cxn ang="T102">
                    <a:pos x="T40" y="T41"/>
                  </a:cxn>
                  <a:cxn ang="T103">
                    <a:pos x="T42" y="T43"/>
                  </a:cxn>
                  <a:cxn ang="T104">
                    <a:pos x="T44" y="T45"/>
                  </a:cxn>
                  <a:cxn ang="T105">
                    <a:pos x="T46" y="T47"/>
                  </a:cxn>
                  <a:cxn ang="T106">
                    <a:pos x="T48" y="T49"/>
                  </a:cxn>
                  <a:cxn ang="T107">
                    <a:pos x="T50" y="T51"/>
                  </a:cxn>
                  <a:cxn ang="T108">
                    <a:pos x="T52" y="T53"/>
                  </a:cxn>
                  <a:cxn ang="T109">
                    <a:pos x="T54" y="T55"/>
                  </a:cxn>
                  <a:cxn ang="T110">
                    <a:pos x="T56" y="T57"/>
                  </a:cxn>
                  <a:cxn ang="T111">
                    <a:pos x="T58" y="T59"/>
                  </a:cxn>
                  <a:cxn ang="T112">
                    <a:pos x="T60" y="T61"/>
                  </a:cxn>
                  <a:cxn ang="T113">
                    <a:pos x="T62" y="T63"/>
                  </a:cxn>
                  <a:cxn ang="T114">
                    <a:pos x="T64" y="T65"/>
                  </a:cxn>
                  <a:cxn ang="T115">
                    <a:pos x="T66" y="T67"/>
                  </a:cxn>
                  <a:cxn ang="T116">
                    <a:pos x="T68" y="T69"/>
                  </a:cxn>
                  <a:cxn ang="T117">
                    <a:pos x="T70" y="T71"/>
                  </a:cxn>
                  <a:cxn ang="T118">
                    <a:pos x="T72" y="T73"/>
                  </a:cxn>
                  <a:cxn ang="T119">
                    <a:pos x="T74" y="T75"/>
                  </a:cxn>
                  <a:cxn ang="T120">
                    <a:pos x="T76" y="T77"/>
                  </a:cxn>
                  <a:cxn ang="T121">
                    <a:pos x="T78" y="T79"/>
                  </a:cxn>
                  <a:cxn ang="T122">
                    <a:pos x="T80" y="T81"/>
                  </a:cxn>
                </a:cxnLst>
                <a:rect l="T123" t="T124" r="T125" b="T126"/>
                <a:pathLst>
                  <a:path w="717" h="756">
                    <a:moveTo>
                      <a:pt x="0" y="756"/>
                    </a:moveTo>
                    <a:lnTo>
                      <a:pt x="52" y="167"/>
                    </a:lnTo>
                    <a:lnTo>
                      <a:pt x="64" y="384"/>
                    </a:lnTo>
                    <a:lnTo>
                      <a:pt x="90" y="103"/>
                    </a:lnTo>
                    <a:lnTo>
                      <a:pt x="116" y="519"/>
                    </a:lnTo>
                    <a:lnTo>
                      <a:pt x="135" y="487"/>
                    </a:lnTo>
                    <a:lnTo>
                      <a:pt x="135" y="359"/>
                    </a:lnTo>
                    <a:lnTo>
                      <a:pt x="167" y="71"/>
                    </a:lnTo>
                    <a:lnTo>
                      <a:pt x="192" y="244"/>
                    </a:lnTo>
                    <a:lnTo>
                      <a:pt x="205" y="96"/>
                    </a:lnTo>
                    <a:lnTo>
                      <a:pt x="218" y="615"/>
                    </a:lnTo>
                    <a:lnTo>
                      <a:pt x="244" y="397"/>
                    </a:lnTo>
                    <a:lnTo>
                      <a:pt x="282" y="519"/>
                    </a:lnTo>
                    <a:lnTo>
                      <a:pt x="308" y="308"/>
                    </a:lnTo>
                    <a:lnTo>
                      <a:pt x="333" y="442"/>
                    </a:lnTo>
                    <a:lnTo>
                      <a:pt x="346" y="352"/>
                    </a:lnTo>
                    <a:lnTo>
                      <a:pt x="365" y="384"/>
                    </a:lnTo>
                    <a:lnTo>
                      <a:pt x="378" y="135"/>
                    </a:lnTo>
                    <a:lnTo>
                      <a:pt x="391" y="301"/>
                    </a:lnTo>
                    <a:lnTo>
                      <a:pt x="384" y="519"/>
                    </a:lnTo>
                    <a:lnTo>
                      <a:pt x="404" y="679"/>
                    </a:lnTo>
                    <a:lnTo>
                      <a:pt x="429" y="628"/>
                    </a:lnTo>
                    <a:lnTo>
                      <a:pt x="442" y="480"/>
                    </a:lnTo>
                    <a:lnTo>
                      <a:pt x="455" y="391"/>
                    </a:lnTo>
                    <a:lnTo>
                      <a:pt x="436" y="506"/>
                    </a:lnTo>
                    <a:lnTo>
                      <a:pt x="461" y="352"/>
                    </a:lnTo>
                    <a:lnTo>
                      <a:pt x="474" y="455"/>
                    </a:lnTo>
                    <a:lnTo>
                      <a:pt x="493" y="519"/>
                    </a:lnTo>
                    <a:lnTo>
                      <a:pt x="512" y="410"/>
                    </a:lnTo>
                    <a:lnTo>
                      <a:pt x="532" y="186"/>
                    </a:lnTo>
                    <a:lnTo>
                      <a:pt x="544" y="231"/>
                    </a:lnTo>
                    <a:lnTo>
                      <a:pt x="570" y="148"/>
                    </a:lnTo>
                    <a:lnTo>
                      <a:pt x="576" y="301"/>
                    </a:lnTo>
                    <a:lnTo>
                      <a:pt x="576" y="730"/>
                    </a:lnTo>
                    <a:lnTo>
                      <a:pt x="647" y="0"/>
                    </a:lnTo>
                    <a:lnTo>
                      <a:pt x="647" y="250"/>
                    </a:lnTo>
                    <a:lnTo>
                      <a:pt x="660" y="333"/>
                    </a:lnTo>
                    <a:lnTo>
                      <a:pt x="685" y="192"/>
                    </a:lnTo>
                    <a:lnTo>
                      <a:pt x="711" y="340"/>
                    </a:lnTo>
                    <a:lnTo>
                      <a:pt x="698" y="429"/>
                    </a:lnTo>
                    <a:lnTo>
                      <a:pt x="717" y="461"/>
                    </a:lnTo>
                  </a:path>
                </a:pathLst>
              </a:custGeom>
              <a:noFill/>
              <a:ln w="9525">
                <a:solidFill>
                  <a:srgbClr val="0079F2"/>
                </a:solidFill>
                <a:round/>
                <a:headEnd/>
                <a:tailEnd/>
              </a:ln>
            </p:spPr>
            <p:txBody>
              <a:bodyPr/>
              <a:lstStyle/>
              <a:p>
                <a:endParaRPr lang="en-GB"/>
              </a:p>
            </p:txBody>
          </p:sp>
          <p:sp>
            <p:nvSpPr>
              <p:cNvPr id="73" name="Freeform 18"/>
              <p:cNvSpPr>
                <a:spLocks/>
              </p:cNvSpPr>
              <p:nvPr/>
            </p:nvSpPr>
            <p:spPr bwMode="auto">
              <a:xfrm flipH="1">
                <a:off x="4698" y="1100"/>
                <a:ext cx="313" cy="756"/>
              </a:xfrm>
              <a:custGeom>
                <a:avLst/>
                <a:gdLst>
                  <a:gd name="T0" fmla="*/ 0 w 717"/>
                  <a:gd name="T1" fmla="*/ 756 h 756"/>
                  <a:gd name="T2" fmla="*/ 4 w 717"/>
                  <a:gd name="T3" fmla="*/ 167 h 756"/>
                  <a:gd name="T4" fmla="*/ 5 w 717"/>
                  <a:gd name="T5" fmla="*/ 384 h 756"/>
                  <a:gd name="T6" fmla="*/ 7 w 717"/>
                  <a:gd name="T7" fmla="*/ 103 h 756"/>
                  <a:gd name="T8" fmla="*/ 10 w 717"/>
                  <a:gd name="T9" fmla="*/ 519 h 756"/>
                  <a:gd name="T10" fmla="*/ 11 w 717"/>
                  <a:gd name="T11" fmla="*/ 487 h 756"/>
                  <a:gd name="T12" fmla="*/ 11 w 717"/>
                  <a:gd name="T13" fmla="*/ 359 h 756"/>
                  <a:gd name="T14" fmla="*/ 14 w 717"/>
                  <a:gd name="T15" fmla="*/ 71 h 756"/>
                  <a:gd name="T16" fmla="*/ 16 w 717"/>
                  <a:gd name="T17" fmla="*/ 244 h 756"/>
                  <a:gd name="T18" fmla="*/ 17 w 717"/>
                  <a:gd name="T19" fmla="*/ 96 h 756"/>
                  <a:gd name="T20" fmla="*/ 18 w 717"/>
                  <a:gd name="T21" fmla="*/ 615 h 756"/>
                  <a:gd name="T22" fmla="*/ 21 w 717"/>
                  <a:gd name="T23" fmla="*/ 397 h 756"/>
                  <a:gd name="T24" fmla="*/ 24 w 717"/>
                  <a:gd name="T25" fmla="*/ 519 h 756"/>
                  <a:gd name="T26" fmla="*/ 25 w 717"/>
                  <a:gd name="T27" fmla="*/ 308 h 756"/>
                  <a:gd name="T28" fmla="*/ 28 w 717"/>
                  <a:gd name="T29" fmla="*/ 442 h 756"/>
                  <a:gd name="T30" fmla="*/ 29 w 717"/>
                  <a:gd name="T31" fmla="*/ 352 h 756"/>
                  <a:gd name="T32" fmla="*/ 30 w 717"/>
                  <a:gd name="T33" fmla="*/ 384 h 756"/>
                  <a:gd name="T34" fmla="*/ 31 w 717"/>
                  <a:gd name="T35" fmla="*/ 135 h 756"/>
                  <a:gd name="T36" fmla="*/ 33 w 717"/>
                  <a:gd name="T37" fmla="*/ 301 h 756"/>
                  <a:gd name="T38" fmla="*/ 32 w 717"/>
                  <a:gd name="T39" fmla="*/ 519 h 756"/>
                  <a:gd name="T40" fmla="*/ 34 w 717"/>
                  <a:gd name="T41" fmla="*/ 679 h 756"/>
                  <a:gd name="T42" fmla="*/ 36 w 717"/>
                  <a:gd name="T43" fmla="*/ 628 h 756"/>
                  <a:gd name="T44" fmla="*/ 37 w 717"/>
                  <a:gd name="T45" fmla="*/ 480 h 756"/>
                  <a:gd name="T46" fmla="*/ 38 w 717"/>
                  <a:gd name="T47" fmla="*/ 391 h 756"/>
                  <a:gd name="T48" fmla="*/ 36 w 717"/>
                  <a:gd name="T49" fmla="*/ 506 h 756"/>
                  <a:gd name="T50" fmla="*/ 38 w 717"/>
                  <a:gd name="T51" fmla="*/ 352 h 756"/>
                  <a:gd name="T52" fmla="*/ 39 w 717"/>
                  <a:gd name="T53" fmla="*/ 455 h 756"/>
                  <a:gd name="T54" fmla="*/ 41 w 717"/>
                  <a:gd name="T55" fmla="*/ 519 h 756"/>
                  <a:gd name="T56" fmla="*/ 43 w 717"/>
                  <a:gd name="T57" fmla="*/ 410 h 756"/>
                  <a:gd name="T58" fmla="*/ 44 w 717"/>
                  <a:gd name="T59" fmla="*/ 186 h 756"/>
                  <a:gd name="T60" fmla="*/ 45 w 717"/>
                  <a:gd name="T61" fmla="*/ 231 h 756"/>
                  <a:gd name="T62" fmla="*/ 48 w 717"/>
                  <a:gd name="T63" fmla="*/ 148 h 756"/>
                  <a:gd name="T64" fmla="*/ 48 w 717"/>
                  <a:gd name="T65" fmla="*/ 301 h 756"/>
                  <a:gd name="T66" fmla="*/ 48 w 717"/>
                  <a:gd name="T67" fmla="*/ 730 h 756"/>
                  <a:gd name="T68" fmla="*/ 54 w 717"/>
                  <a:gd name="T69" fmla="*/ 0 h 756"/>
                  <a:gd name="T70" fmla="*/ 54 w 717"/>
                  <a:gd name="T71" fmla="*/ 250 h 756"/>
                  <a:gd name="T72" fmla="*/ 55 w 717"/>
                  <a:gd name="T73" fmla="*/ 333 h 756"/>
                  <a:gd name="T74" fmla="*/ 57 w 717"/>
                  <a:gd name="T75" fmla="*/ 192 h 756"/>
                  <a:gd name="T76" fmla="*/ 59 w 717"/>
                  <a:gd name="T77" fmla="*/ 340 h 756"/>
                  <a:gd name="T78" fmla="*/ 58 w 717"/>
                  <a:gd name="T79" fmla="*/ 429 h 756"/>
                  <a:gd name="T80" fmla="*/ 60 w 717"/>
                  <a:gd name="T81" fmla="*/ 461 h 756"/>
                  <a:gd name="T82" fmla="*/ 0 60000 65536"/>
                  <a:gd name="T83" fmla="*/ 0 60000 65536"/>
                  <a:gd name="T84" fmla="*/ 0 60000 65536"/>
                  <a:gd name="T85" fmla="*/ 0 60000 65536"/>
                  <a:gd name="T86" fmla="*/ 0 60000 65536"/>
                  <a:gd name="T87" fmla="*/ 0 60000 65536"/>
                  <a:gd name="T88" fmla="*/ 0 60000 65536"/>
                  <a:gd name="T89" fmla="*/ 0 60000 65536"/>
                  <a:gd name="T90" fmla="*/ 0 60000 65536"/>
                  <a:gd name="T91" fmla="*/ 0 60000 65536"/>
                  <a:gd name="T92" fmla="*/ 0 60000 65536"/>
                  <a:gd name="T93" fmla="*/ 0 60000 65536"/>
                  <a:gd name="T94" fmla="*/ 0 60000 65536"/>
                  <a:gd name="T95" fmla="*/ 0 60000 65536"/>
                  <a:gd name="T96" fmla="*/ 0 60000 65536"/>
                  <a:gd name="T97" fmla="*/ 0 60000 65536"/>
                  <a:gd name="T98" fmla="*/ 0 60000 65536"/>
                  <a:gd name="T99" fmla="*/ 0 60000 65536"/>
                  <a:gd name="T100" fmla="*/ 0 60000 65536"/>
                  <a:gd name="T101" fmla="*/ 0 60000 65536"/>
                  <a:gd name="T102" fmla="*/ 0 60000 65536"/>
                  <a:gd name="T103" fmla="*/ 0 60000 65536"/>
                  <a:gd name="T104" fmla="*/ 0 60000 65536"/>
                  <a:gd name="T105" fmla="*/ 0 60000 65536"/>
                  <a:gd name="T106" fmla="*/ 0 60000 65536"/>
                  <a:gd name="T107" fmla="*/ 0 60000 65536"/>
                  <a:gd name="T108" fmla="*/ 0 60000 65536"/>
                  <a:gd name="T109" fmla="*/ 0 60000 65536"/>
                  <a:gd name="T110" fmla="*/ 0 60000 65536"/>
                  <a:gd name="T111" fmla="*/ 0 60000 65536"/>
                  <a:gd name="T112" fmla="*/ 0 60000 65536"/>
                  <a:gd name="T113" fmla="*/ 0 60000 65536"/>
                  <a:gd name="T114" fmla="*/ 0 60000 65536"/>
                  <a:gd name="T115" fmla="*/ 0 60000 65536"/>
                  <a:gd name="T116" fmla="*/ 0 60000 65536"/>
                  <a:gd name="T117" fmla="*/ 0 60000 65536"/>
                  <a:gd name="T118" fmla="*/ 0 60000 65536"/>
                  <a:gd name="T119" fmla="*/ 0 60000 65536"/>
                  <a:gd name="T120" fmla="*/ 0 60000 65536"/>
                  <a:gd name="T121" fmla="*/ 0 60000 65536"/>
                  <a:gd name="T122" fmla="*/ 0 60000 65536"/>
                  <a:gd name="T123" fmla="*/ 0 w 717"/>
                  <a:gd name="T124" fmla="*/ 0 h 756"/>
                  <a:gd name="T125" fmla="*/ 717 w 717"/>
                  <a:gd name="T126" fmla="*/ 756 h 756"/>
                </a:gdLst>
                <a:ahLst/>
                <a:cxnLst>
                  <a:cxn ang="T82">
                    <a:pos x="T0" y="T1"/>
                  </a:cxn>
                  <a:cxn ang="T83">
                    <a:pos x="T2" y="T3"/>
                  </a:cxn>
                  <a:cxn ang="T84">
                    <a:pos x="T4" y="T5"/>
                  </a:cxn>
                  <a:cxn ang="T85">
                    <a:pos x="T6" y="T7"/>
                  </a:cxn>
                  <a:cxn ang="T86">
                    <a:pos x="T8" y="T9"/>
                  </a:cxn>
                  <a:cxn ang="T87">
                    <a:pos x="T10" y="T11"/>
                  </a:cxn>
                  <a:cxn ang="T88">
                    <a:pos x="T12" y="T13"/>
                  </a:cxn>
                  <a:cxn ang="T89">
                    <a:pos x="T14" y="T15"/>
                  </a:cxn>
                  <a:cxn ang="T90">
                    <a:pos x="T16" y="T17"/>
                  </a:cxn>
                  <a:cxn ang="T91">
                    <a:pos x="T18" y="T19"/>
                  </a:cxn>
                  <a:cxn ang="T92">
                    <a:pos x="T20" y="T21"/>
                  </a:cxn>
                  <a:cxn ang="T93">
                    <a:pos x="T22" y="T23"/>
                  </a:cxn>
                  <a:cxn ang="T94">
                    <a:pos x="T24" y="T25"/>
                  </a:cxn>
                  <a:cxn ang="T95">
                    <a:pos x="T26" y="T27"/>
                  </a:cxn>
                  <a:cxn ang="T96">
                    <a:pos x="T28" y="T29"/>
                  </a:cxn>
                  <a:cxn ang="T97">
                    <a:pos x="T30" y="T31"/>
                  </a:cxn>
                  <a:cxn ang="T98">
                    <a:pos x="T32" y="T33"/>
                  </a:cxn>
                  <a:cxn ang="T99">
                    <a:pos x="T34" y="T35"/>
                  </a:cxn>
                  <a:cxn ang="T100">
                    <a:pos x="T36" y="T37"/>
                  </a:cxn>
                  <a:cxn ang="T101">
                    <a:pos x="T38" y="T39"/>
                  </a:cxn>
                  <a:cxn ang="T102">
                    <a:pos x="T40" y="T41"/>
                  </a:cxn>
                  <a:cxn ang="T103">
                    <a:pos x="T42" y="T43"/>
                  </a:cxn>
                  <a:cxn ang="T104">
                    <a:pos x="T44" y="T45"/>
                  </a:cxn>
                  <a:cxn ang="T105">
                    <a:pos x="T46" y="T47"/>
                  </a:cxn>
                  <a:cxn ang="T106">
                    <a:pos x="T48" y="T49"/>
                  </a:cxn>
                  <a:cxn ang="T107">
                    <a:pos x="T50" y="T51"/>
                  </a:cxn>
                  <a:cxn ang="T108">
                    <a:pos x="T52" y="T53"/>
                  </a:cxn>
                  <a:cxn ang="T109">
                    <a:pos x="T54" y="T55"/>
                  </a:cxn>
                  <a:cxn ang="T110">
                    <a:pos x="T56" y="T57"/>
                  </a:cxn>
                  <a:cxn ang="T111">
                    <a:pos x="T58" y="T59"/>
                  </a:cxn>
                  <a:cxn ang="T112">
                    <a:pos x="T60" y="T61"/>
                  </a:cxn>
                  <a:cxn ang="T113">
                    <a:pos x="T62" y="T63"/>
                  </a:cxn>
                  <a:cxn ang="T114">
                    <a:pos x="T64" y="T65"/>
                  </a:cxn>
                  <a:cxn ang="T115">
                    <a:pos x="T66" y="T67"/>
                  </a:cxn>
                  <a:cxn ang="T116">
                    <a:pos x="T68" y="T69"/>
                  </a:cxn>
                  <a:cxn ang="T117">
                    <a:pos x="T70" y="T71"/>
                  </a:cxn>
                  <a:cxn ang="T118">
                    <a:pos x="T72" y="T73"/>
                  </a:cxn>
                  <a:cxn ang="T119">
                    <a:pos x="T74" y="T75"/>
                  </a:cxn>
                  <a:cxn ang="T120">
                    <a:pos x="T76" y="T77"/>
                  </a:cxn>
                  <a:cxn ang="T121">
                    <a:pos x="T78" y="T79"/>
                  </a:cxn>
                  <a:cxn ang="T122">
                    <a:pos x="T80" y="T81"/>
                  </a:cxn>
                </a:cxnLst>
                <a:rect l="T123" t="T124" r="T125" b="T126"/>
                <a:pathLst>
                  <a:path w="717" h="756">
                    <a:moveTo>
                      <a:pt x="0" y="756"/>
                    </a:moveTo>
                    <a:lnTo>
                      <a:pt x="52" y="167"/>
                    </a:lnTo>
                    <a:lnTo>
                      <a:pt x="64" y="384"/>
                    </a:lnTo>
                    <a:lnTo>
                      <a:pt x="90" y="103"/>
                    </a:lnTo>
                    <a:lnTo>
                      <a:pt x="116" y="519"/>
                    </a:lnTo>
                    <a:lnTo>
                      <a:pt x="135" y="487"/>
                    </a:lnTo>
                    <a:lnTo>
                      <a:pt x="135" y="359"/>
                    </a:lnTo>
                    <a:lnTo>
                      <a:pt x="167" y="71"/>
                    </a:lnTo>
                    <a:lnTo>
                      <a:pt x="192" y="244"/>
                    </a:lnTo>
                    <a:lnTo>
                      <a:pt x="205" y="96"/>
                    </a:lnTo>
                    <a:lnTo>
                      <a:pt x="218" y="615"/>
                    </a:lnTo>
                    <a:lnTo>
                      <a:pt x="244" y="397"/>
                    </a:lnTo>
                    <a:lnTo>
                      <a:pt x="282" y="519"/>
                    </a:lnTo>
                    <a:lnTo>
                      <a:pt x="308" y="308"/>
                    </a:lnTo>
                    <a:lnTo>
                      <a:pt x="333" y="442"/>
                    </a:lnTo>
                    <a:lnTo>
                      <a:pt x="346" y="352"/>
                    </a:lnTo>
                    <a:lnTo>
                      <a:pt x="365" y="384"/>
                    </a:lnTo>
                    <a:lnTo>
                      <a:pt x="378" y="135"/>
                    </a:lnTo>
                    <a:lnTo>
                      <a:pt x="391" y="301"/>
                    </a:lnTo>
                    <a:lnTo>
                      <a:pt x="384" y="519"/>
                    </a:lnTo>
                    <a:lnTo>
                      <a:pt x="404" y="679"/>
                    </a:lnTo>
                    <a:lnTo>
                      <a:pt x="429" y="628"/>
                    </a:lnTo>
                    <a:lnTo>
                      <a:pt x="442" y="480"/>
                    </a:lnTo>
                    <a:lnTo>
                      <a:pt x="455" y="391"/>
                    </a:lnTo>
                    <a:lnTo>
                      <a:pt x="436" y="506"/>
                    </a:lnTo>
                    <a:lnTo>
                      <a:pt x="461" y="352"/>
                    </a:lnTo>
                    <a:lnTo>
                      <a:pt x="474" y="455"/>
                    </a:lnTo>
                    <a:lnTo>
                      <a:pt x="493" y="519"/>
                    </a:lnTo>
                    <a:lnTo>
                      <a:pt x="512" y="410"/>
                    </a:lnTo>
                    <a:lnTo>
                      <a:pt x="532" y="186"/>
                    </a:lnTo>
                    <a:lnTo>
                      <a:pt x="544" y="231"/>
                    </a:lnTo>
                    <a:lnTo>
                      <a:pt x="570" y="148"/>
                    </a:lnTo>
                    <a:lnTo>
                      <a:pt x="576" y="301"/>
                    </a:lnTo>
                    <a:lnTo>
                      <a:pt x="576" y="730"/>
                    </a:lnTo>
                    <a:lnTo>
                      <a:pt x="647" y="0"/>
                    </a:lnTo>
                    <a:lnTo>
                      <a:pt x="647" y="250"/>
                    </a:lnTo>
                    <a:lnTo>
                      <a:pt x="660" y="333"/>
                    </a:lnTo>
                    <a:lnTo>
                      <a:pt x="685" y="192"/>
                    </a:lnTo>
                    <a:lnTo>
                      <a:pt x="711" y="340"/>
                    </a:lnTo>
                    <a:lnTo>
                      <a:pt x="698" y="429"/>
                    </a:lnTo>
                    <a:lnTo>
                      <a:pt x="717" y="461"/>
                    </a:lnTo>
                  </a:path>
                </a:pathLst>
              </a:custGeom>
              <a:noFill/>
              <a:ln w="9525">
                <a:solidFill>
                  <a:srgbClr val="0079F2"/>
                </a:solidFill>
                <a:round/>
                <a:headEnd/>
                <a:tailEnd/>
              </a:ln>
            </p:spPr>
            <p:txBody>
              <a:bodyPr/>
              <a:lstStyle/>
              <a:p>
                <a:endParaRPr lang="en-GB"/>
              </a:p>
            </p:txBody>
          </p:sp>
        </p:grpSp>
        <p:grpSp>
          <p:nvGrpSpPr>
            <p:cNvPr id="57" name="Group 19"/>
            <p:cNvGrpSpPr>
              <a:grpSpLocks/>
            </p:cNvGrpSpPr>
            <p:nvPr/>
          </p:nvGrpSpPr>
          <p:grpSpPr bwMode="auto">
            <a:xfrm flipH="1">
              <a:off x="3986" y="1092"/>
              <a:ext cx="590" cy="801"/>
              <a:chOff x="3462" y="1100"/>
              <a:chExt cx="1549" cy="801"/>
            </a:xfrm>
          </p:grpSpPr>
          <p:sp>
            <p:nvSpPr>
              <p:cNvPr id="64" name="Freeform 20"/>
              <p:cNvSpPr>
                <a:spLocks/>
              </p:cNvSpPr>
              <p:nvPr/>
            </p:nvSpPr>
            <p:spPr bwMode="auto">
              <a:xfrm>
                <a:off x="3462" y="1126"/>
                <a:ext cx="313" cy="756"/>
              </a:xfrm>
              <a:custGeom>
                <a:avLst/>
                <a:gdLst>
                  <a:gd name="T0" fmla="*/ 0 w 717"/>
                  <a:gd name="T1" fmla="*/ 756 h 756"/>
                  <a:gd name="T2" fmla="*/ 4 w 717"/>
                  <a:gd name="T3" fmla="*/ 167 h 756"/>
                  <a:gd name="T4" fmla="*/ 5 w 717"/>
                  <a:gd name="T5" fmla="*/ 384 h 756"/>
                  <a:gd name="T6" fmla="*/ 7 w 717"/>
                  <a:gd name="T7" fmla="*/ 103 h 756"/>
                  <a:gd name="T8" fmla="*/ 10 w 717"/>
                  <a:gd name="T9" fmla="*/ 519 h 756"/>
                  <a:gd name="T10" fmla="*/ 11 w 717"/>
                  <a:gd name="T11" fmla="*/ 487 h 756"/>
                  <a:gd name="T12" fmla="*/ 11 w 717"/>
                  <a:gd name="T13" fmla="*/ 359 h 756"/>
                  <a:gd name="T14" fmla="*/ 14 w 717"/>
                  <a:gd name="T15" fmla="*/ 71 h 756"/>
                  <a:gd name="T16" fmla="*/ 16 w 717"/>
                  <a:gd name="T17" fmla="*/ 244 h 756"/>
                  <a:gd name="T18" fmla="*/ 17 w 717"/>
                  <a:gd name="T19" fmla="*/ 96 h 756"/>
                  <a:gd name="T20" fmla="*/ 18 w 717"/>
                  <a:gd name="T21" fmla="*/ 615 h 756"/>
                  <a:gd name="T22" fmla="*/ 21 w 717"/>
                  <a:gd name="T23" fmla="*/ 397 h 756"/>
                  <a:gd name="T24" fmla="*/ 24 w 717"/>
                  <a:gd name="T25" fmla="*/ 519 h 756"/>
                  <a:gd name="T26" fmla="*/ 25 w 717"/>
                  <a:gd name="T27" fmla="*/ 308 h 756"/>
                  <a:gd name="T28" fmla="*/ 28 w 717"/>
                  <a:gd name="T29" fmla="*/ 442 h 756"/>
                  <a:gd name="T30" fmla="*/ 29 w 717"/>
                  <a:gd name="T31" fmla="*/ 352 h 756"/>
                  <a:gd name="T32" fmla="*/ 30 w 717"/>
                  <a:gd name="T33" fmla="*/ 384 h 756"/>
                  <a:gd name="T34" fmla="*/ 31 w 717"/>
                  <a:gd name="T35" fmla="*/ 135 h 756"/>
                  <a:gd name="T36" fmla="*/ 33 w 717"/>
                  <a:gd name="T37" fmla="*/ 301 h 756"/>
                  <a:gd name="T38" fmla="*/ 32 w 717"/>
                  <a:gd name="T39" fmla="*/ 519 h 756"/>
                  <a:gd name="T40" fmla="*/ 34 w 717"/>
                  <a:gd name="T41" fmla="*/ 679 h 756"/>
                  <a:gd name="T42" fmla="*/ 36 w 717"/>
                  <a:gd name="T43" fmla="*/ 628 h 756"/>
                  <a:gd name="T44" fmla="*/ 37 w 717"/>
                  <a:gd name="T45" fmla="*/ 480 h 756"/>
                  <a:gd name="T46" fmla="*/ 38 w 717"/>
                  <a:gd name="T47" fmla="*/ 391 h 756"/>
                  <a:gd name="T48" fmla="*/ 36 w 717"/>
                  <a:gd name="T49" fmla="*/ 506 h 756"/>
                  <a:gd name="T50" fmla="*/ 38 w 717"/>
                  <a:gd name="T51" fmla="*/ 352 h 756"/>
                  <a:gd name="T52" fmla="*/ 39 w 717"/>
                  <a:gd name="T53" fmla="*/ 455 h 756"/>
                  <a:gd name="T54" fmla="*/ 41 w 717"/>
                  <a:gd name="T55" fmla="*/ 519 h 756"/>
                  <a:gd name="T56" fmla="*/ 43 w 717"/>
                  <a:gd name="T57" fmla="*/ 410 h 756"/>
                  <a:gd name="T58" fmla="*/ 44 w 717"/>
                  <a:gd name="T59" fmla="*/ 186 h 756"/>
                  <a:gd name="T60" fmla="*/ 45 w 717"/>
                  <a:gd name="T61" fmla="*/ 231 h 756"/>
                  <a:gd name="T62" fmla="*/ 48 w 717"/>
                  <a:gd name="T63" fmla="*/ 148 h 756"/>
                  <a:gd name="T64" fmla="*/ 48 w 717"/>
                  <a:gd name="T65" fmla="*/ 301 h 756"/>
                  <a:gd name="T66" fmla="*/ 48 w 717"/>
                  <a:gd name="T67" fmla="*/ 730 h 756"/>
                  <a:gd name="T68" fmla="*/ 54 w 717"/>
                  <a:gd name="T69" fmla="*/ 0 h 756"/>
                  <a:gd name="T70" fmla="*/ 54 w 717"/>
                  <a:gd name="T71" fmla="*/ 250 h 756"/>
                  <a:gd name="T72" fmla="*/ 55 w 717"/>
                  <a:gd name="T73" fmla="*/ 333 h 756"/>
                  <a:gd name="T74" fmla="*/ 57 w 717"/>
                  <a:gd name="T75" fmla="*/ 192 h 756"/>
                  <a:gd name="T76" fmla="*/ 59 w 717"/>
                  <a:gd name="T77" fmla="*/ 340 h 756"/>
                  <a:gd name="T78" fmla="*/ 58 w 717"/>
                  <a:gd name="T79" fmla="*/ 429 h 756"/>
                  <a:gd name="T80" fmla="*/ 60 w 717"/>
                  <a:gd name="T81" fmla="*/ 461 h 756"/>
                  <a:gd name="T82" fmla="*/ 0 60000 65536"/>
                  <a:gd name="T83" fmla="*/ 0 60000 65536"/>
                  <a:gd name="T84" fmla="*/ 0 60000 65536"/>
                  <a:gd name="T85" fmla="*/ 0 60000 65536"/>
                  <a:gd name="T86" fmla="*/ 0 60000 65536"/>
                  <a:gd name="T87" fmla="*/ 0 60000 65536"/>
                  <a:gd name="T88" fmla="*/ 0 60000 65536"/>
                  <a:gd name="T89" fmla="*/ 0 60000 65536"/>
                  <a:gd name="T90" fmla="*/ 0 60000 65536"/>
                  <a:gd name="T91" fmla="*/ 0 60000 65536"/>
                  <a:gd name="T92" fmla="*/ 0 60000 65536"/>
                  <a:gd name="T93" fmla="*/ 0 60000 65536"/>
                  <a:gd name="T94" fmla="*/ 0 60000 65536"/>
                  <a:gd name="T95" fmla="*/ 0 60000 65536"/>
                  <a:gd name="T96" fmla="*/ 0 60000 65536"/>
                  <a:gd name="T97" fmla="*/ 0 60000 65536"/>
                  <a:gd name="T98" fmla="*/ 0 60000 65536"/>
                  <a:gd name="T99" fmla="*/ 0 60000 65536"/>
                  <a:gd name="T100" fmla="*/ 0 60000 65536"/>
                  <a:gd name="T101" fmla="*/ 0 60000 65536"/>
                  <a:gd name="T102" fmla="*/ 0 60000 65536"/>
                  <a:gd name="T103" fmla="*/ 0 60000 65536"/>
                  <a:gd name="T104" fmla="*/ 0 60000 65536"/>
                  <a:gd name="T105" fmla="*/ 0 60000 65536"/>
                  <a:gd name="T106" fmla="*/ 0 60000 65536"/>
                  <a:gd name="T107" fmla="*/ 0 60000 65536"/>
                  <a:gd name="T108" fmla="*/ 0 60000 65536"/>
                  <a:gd name="T109" fmla="*/ 0 60000 65536"/>
                  <a:gd name="T110" fmla="*/ 0 60000 65536"/>
                  <a:gd name="T111" fmla="*/ 0 60000 65536"/>
                  <a:gd name="T112" fmla="*/ 0 60000 65536"/>
                  <a:gd name="T113" fmla="*/ 0 60000 65536"/>
                  <a:gd name="T114" fmla="*/ 0 60000 65536"/>
                  <a:gd name="T115" fmla="*/ 0 60000 65536"/>
                  <a:gd name="T116" fmla="*/ 0 60000 65536"/>
                  <a:gd name="T117" fmla="*/ 0 60000 65536"/>
                  <a:gd name="T118" fmla="*/ 0 60000 65536"/>
                  <a:gd name="T119" fmla="*/ 0 60000 65536"/>
                  <a:gd name="T120" fmla="*/ 0 60000 65536"/>
                  <a:gd name="T121" fmla="*/ 0 60000 65536"/>
                  <a:gd name="T122" fmla="*/ 0 60000 65536"/>
                  <a:gd name="T123" fmla="*/ 0 w 717"/>
                  <a:gd name="T124" fmla="*/ 0 h 756"/>
                  <a:gd name="T125" fmla="*/ 717 w 717"/>
                  <a:gd name="T126" fmla="*/ 756 h 756"/>
                </a:gdLst>
                <a:ahLst/>
                <a:cxnLst>
                  <a:cxn ang="T82">
                    <a:pos x="T0" y="T1"/>
                  </a:cxn>
                  <a:cxn ang="T83">
                    <a:pos x="T2" y="T3"/>
                  </a:cxn>
                  <a:cxn ang="T84">
                    <a:pos x="T4" y="T5"/>
                  </a:cxn>
                  <a:cxn ang="T85">
                    <a:pos x="T6" y="T7"/>
                  </a:cxn>
                  <a:cxn ang="T86">
                    <a:pos x="T8" y="T9"/>
                  </a:cxn>
                  <a:cxn ang="T87">
                    <a:pos x="T10" y="T11"/>
                  </a:cxn>
                  <a:cxn ang="T88">
                    <a:pos x="T12" y="T13"/>
                  </a:cxn>
                  <a:cxn ang="T89">
                    <a:pos x="T14" y="T15"/>
                  </a:cxn>
                  <a:cxn ang="T90">
                    <a:pos x="T16" y="T17"/>
                  </a:cxn>
                  <a:cxn ang="T91">
                    <a:pos x="T18" y="T19"/>
                  </a:cxn>
                  <a:cxn ang="T92">
                    <a:pos x="T20" y="T21"/>
                  </a:cxn>
                  <a:cxn ang="T93">
                    <a:pos x="T22" y="T23"/>
                  </a:cxn>
                  <a:cxn ang="T94">
                    <a:pos x="T24" y="T25"/>
                  </a:cxn>
                  <a:cxn ang="T95">
                    <a:pos x="T26" y="T27"/>
                  </a:cxn>
                  <a:cxn ang="T96">
                    <a:pos x="T28" y="T29"/>
                  </a:cxn>
                  <a:cxn ang="T97">
                    <a:pos x="T30" y="T31"/>
                  </a:cxn>
                  <a:cxn ang="T98">
                    <a:pos x="T32" y="T33"/>
                  </a:cxn>
                  <a:cxn ang="T99">
                    <a:pos x="T34" y="T35"/>
                  </a:cxn>
                  <a:cxn ang="T100">
                    <a:pos x="T36" y="T37"/>
                  </a:cxn>
                  <a:cxn ang="T101">
                    <a:pos x="T38" y="T39"/>
                  </a:cxn>
                  <a:cxn ang="T102">
                    <a:pos x="T40" y="T41"/>
                  </a:cxn>
                  <a:cxn ang="T103">
                    <a:pos x="T42" y="T43"/>
                  </a:cxn>
                  <a:cxn ang="T104">
                    <a:pos x="T44" y="T45"/>
                  </a:cxn>
                  <a:cxn ang="T105">
                    <a:pos x="T46" y="T47"/>
                  </a:cxn>
                  <a:cxn ang="T106">
                    <a:pos x="T48" y="T49"/>
                  </a:cxn>
                  <a:cxn ang="T107">
                    <a:pos x="T50" y="T51"/>
                  </a:cxn>
                  <a:cxn ang="T108">
                    <a:pos x="T52" y="T53"/>
                  </a:cxn>
                  <a:cxn ang="T109">
                    <a:pos x="T54" y="T55"/>
                  </a:cxn>
                  <a:cxn ang="T110">
                    <a:pos x="T56" y="T57"/>
                  </a:cxn>
                  <a:cxn ang="T111">
                    <a:pos x="T58" y="T59"/>
                  </a:cxn>
                  <a:cxn ang="T112">
                    <a:pos x="T60" y="T61"/>
                  </a:cxn>
                  <a:cxn ang="T113">
                    <a:pos x="T62" y="T63"/>
                  </a:cxn>
                  <a:cxn ang="T114">
                    <a:pos x="T64" y="T65"/>
                  </a:cxn>
                  <a:cxn ang="T115">
                    <a:pos x="T66" y="T67"/>
                  </a:cxn>
                  <a:cxn ang="T116">
                    <a:pos x="T68" y="T69"/>
                  </a:cxn>
                  <a:cxn ang="T117">
                    <a:pos x="T70" y="T71"/>
                  </a:cxn>
                  <a:cxn ang="T118">
                    <a:pos x="T72" y="T73"/>
                  </a:cxn>
                  <a:cxn ang="T119">
                    <a:pos x="T74" y="T75"/>
                  </a:cxn>
                  <a:cxn ang="T120">
                    <a:pos x="T76" y="T77"/>
                  </a:cxn>
                  <a:cxn ang="T121">
                    <a:pos x="T78" y="T79"/>
                  </a:cxn>
                  <a:cxn ang="T122">
                    <a:pos x="T80" y="T81"/>
                  </a:cxn>
                </a:cxnLst>
                <a:rect l="T123" t="T124" r="T125" b="T126"/>
                <a:pathLst>
                  <a:path w="717" h="756">
                    <a:moveTo>
                      <a:pt x="0" y="756"/>
                    </a:moveTo>
                    <a:lnTo>
                      <a:pt x="52" y="167"/>
                    </a:lnTo>
                    <a:lnTo>
                      <a:pt x="64" y="384"/>
                    </a:lnTo>
                    <a:lnTo>
                      <a:pt x="90" y="103"/>
                    </a:lnTo>
                    <a:lnTo>
                      <a:pt x="116" y="519"/>
                    </a:lnTo>
                    <a:lnTo>
                      <a:pt x="135" y="487"/>
                    </a:lnTo>
                    <a:lnTo>
                      <a:pt x="135" y="359"/>
                    </a:lnTo>
                    <a:lnTo>
                      <a:pt x="167" y="71"/>
                    </a:lnTo>
                    <a:lnTo>
                      <a:pt x="192" y="244"/>
                    </a:lnTo>
                    <a:lnTo>
                      <a:pt x="205" y="96"/>
                    </a:lnTo>
                    <a:lnTo>
                      <a:pt x="218" y="615"/>
                    </a:lnTo>
                    <a:lnTo>
                      <a:pt x="244" y="397"/>
                    </a:lnTo>
                    <a:lnTo>
                      <a:pt x="282" y="519"/>
                    </a:lnTo>
                    <a:lnTo>
                      <a:pt x="308" y="308"/>
                    </a:lnTo>
                    <a:lnTo>
                      <a:pt x="333" y="442"/>
                    </a:lnTo>
                    <a:lnTo>
                      <a:pt x="346" y="352"/>
                    </a:lnTo>
                    <a:lnTo>
                      <a:pt x="365" y="384"/>
                    </a:lnTo>
                    <a:lnTo>
                      <a:pt x="378" y="135"/>
                    </a:lnTo>
                    <a:lnTo>
                      <a:pt x="391" y="301"/>
                    </a:lnTo>
                    <a:lnTo>
                      <a:pt x="384" y="519"/>
                    </a:lnTo>
                    <a:lnTo>
                      <a:pt x="404" y="679"/>
                    </a:lnTo>
                    <a:lnTo>
                      <a:pt x="429" y="628"/>
                    </a:lnTo>
                    <a:lnTo>
                      <a:pt x="442" y="480"/>
                    </a:lnTo>
                    <a:lnTo>
                      <a:pt x="455" y="391"/>
                    </a:lnTo>
                    <a:lnTo>
                      <a:pt x="436" y="506"/>
                    </a:lnTo>
                    <a:lnTo>
                      <a:pt x="461" y="352"/>
                    </a:lnTo>
                    <a:lnTo>
                      <a:pt x="474" y="455"/>
                    </a:lnTo>
                    <a:lnTo>
                      <a:pt x="493" y="519"/>
                    </a:lnTo>
                    <a:lnTo>
                      <a:pt x="512" y="410"/>
                    </a:lnTo>
                    <a:lnTo>
                      <a:pt x="532" y="186"/>
                    </a:lnTo>
                    <a:lnTo>
                      <a:pt x="544" y="231"/>
                    </a:lnTo>
                    <a:lnTo>
                      <a:pt x="570" y="148"/>
                    </a:lnTo>
                    <a:lnTo>
                      <a:pt x="576" y="301"/>
                    </a:lnTo>
                    <a:lnTo>
                      <a:pt x="576" y="730"/>
                    </a:lnTo>
                    <a:lnTo>
                      <a:pt x="647" y="0"/>
                    </a:lnTo>
                    <a:lnTo>
                      <a:pt x="647" y="250"/>
                    </a:lnTo>
                    <a:lnTo>
                      <a:pt x="660" y="333"/>
                    </a:lnTo>
                    <a:lnTo>
                      <a:pt x="685" y="192"/>
                    </a:lnTo>
                    <a:lnTo>
                      <a:pt x="711" y="340"/>
                    </a:lnTo>
                    <a:lnTo>
                      <a:pt x="698" y="429"/>
                    </a:lnTo>
                    <a:lnTo>
                      <a:pt x="717" y="461"/>
                    </a:lnTo>
                  </a:path>
                </a:pathLst>
              </a:custGeom>
              <a:noFill/>
              <a:ln w="9525">
                <a:solidFill>
                  <a:srgbClr val="0079F2"/>
                </a:solidFill>
                <a:round/>
                <a:headEnd/>
                <a:tailEnd/>
              </a:ln>
            </p:spPr>
            <p:txBody>
              <a:bodyPr/>
              <a:lstStyle/>
              <a:p>
                <a:endParaRPr lang="en-GB"/>
              </a:p>
            </p:txBody>
          </p:sp>
          <p:sp>
            <p:nvSpPr>
              <p:cNvPr id="65" name="Freeform 21"/>
              <p:cNvSpPr>
                <a:spLocks/>
              </p:cNvSpPr>
              <p:nvPr/>
            </p:nvSpPr>
            <p:spPr bwMode="auto">
              <a:xfrm flipH="1" flipV="1">
                <a:off x="3770" y="1145"/>
                <a:ext cx="313" cy="756"/>
              </a:xfrm>
              <a:custGeom>
                <a:avLst/>
                <a:gdLst>
                  <a:gd name="T0" fmla="*/ 0 w 717"/>
                  <a:gd name="T1" fmla="*/ 756 h 756"/>
                  <a:gd name="T2" fmla="*/ 4 w 717"/>
                  <a:gd name="T3" fmla="*/ 167 h 756"/>
                  <a:gd name="T4" fmla="*/ 5 w 717"/>
                  <a:gd name="T5" fmla="*/ 384 h 756"/>
                  <a:gd name="T6" fmla="*/ 7 w 717"/>
                  <a:gd name="T7" fmla="*/ 103 h 756"/>
                  <a:gd name="T8" fmla="*/ 10 w 717"/>
                  <a:gd name="T9" fmla="*/ 519 h 756"/>
                  <a:gd name="T10" fmla="*/ 11 w 717"/>
                  <a:gd name="T11" fmla="*/ 487 h 756"/>
                  <a:gd name="T12" fmla="*/ 11 w 717"/>
                  <a:gd name="T13" fmla="*/ 359 h 756"/>
                  <a:gd name="T14" fmla="*/ 14 w 717"/>
                  <a:gd name="T15" fmla="*/ 71 h 756"/>
                  <a:gd name="T16" fmla="*/ 16 w 717"/>
                  <a:gd name="T17" fmla="*/ 244 h 756"/>
                  <a:gd name="T18" fmla="*/ 17 w 717"/>
                  <a:gd name="T19" fmla="*/ 96 h 756"/>
                  <a:gd name="T20" fmla="*/ 18 w 717"/>
                  <a:gd name="T21" fmla="*/ 615 h 756"/>
                  <a:gd name="T22" fmla="*/ 21 w 717"/>
                  <a:gd name="T23" fmla="*/ 397 h 756"/>
                  <a:gd name="T24" fmla="*/ 24 w 717"/>
                  <a:gd name="T25" fmla="*/ 519 h 756"/>
                  <a:gd name="T26" fmla="*/ 25 w 717"/>
                  <a:gd name="T27" fmla="*/ 308 h 756"/>
                  <a:gd name="T28" fmla="*/ 28 w 717"/>
                  <a:gd name="T29" fmla="*/ 442 h 756"/>
                  <a:gd name="T30" fmla="*/ 29 w 717"/>
                  <a:gd name="T31" fmla="*/ 352 h 756"/>
                  <a:gd name="T32" fmla="*/ 30 w 717"/>
                  <a:gd name="T33" fmla="*/ 384 h 756"/>
                  <a:gd name="T34" fmla="*/ 31 w 717"/>
                  <a:gd name="T35" fmla="*/ 135 h 756"/>
                  <a:gd name="T36" fmla="*/ 33 w 717"/>
                  <a:gd name="T37" fmla="*/ 301 h 756"/>
                  <a:gd name="T38" fmla="*/ 32 w 717"/>
                  <a:gd name="T39" fmla="*/ 519 h 756"/>
                  <a:gd name="T40" fmla="*/ 34 w 717"/>
                  <a:gd name="T41" fmla="*/ 679 h 756"/>
                  <a:gd name="T42" fmla="*/ 36 w 717"/>
                  <a:gd name="T43" fmla="*/ 628 h 756"/>
                  <a:gd name="T44" fmla="*/ 37 w 717"/>
                  <a:gd name="T45" fmla="*/ 480 h 756"/>
                  <a:gd name="T46" fmla="*/ 38 w 717"/>
                  <a:gd name="T47" fmla="*/ 391 h 756"/>
                  <a:gd name="T48" fmla="*/ 36 w 717"/>
                  <a:gd name="T49" fmla="*/ 506 h 756"/>
                  <a:gd name="T50" fmla="*/ 38 w 717"/>
                  <a:gd name="T51" fmla="*/ 352 h 756"/>
                  <a:gd name="T52" fmla="*/ 39 w 717"/>
                  <a:gd name="T53" fmla="*/ 455 h 756"/>
                  <a:gd name="T54" fmla="*/ 41 w 717"/>
                  <a:gd name="T55" fmla="*/ 519 h 756"/>
                  <a:gd name="T56" fmla="*/ 43 w 717"/>
                  <a:gd name="T57" fmla="*/ 410 h 756"/>
                  <a:gd name="T58" fmla="*/ 44 w 717"/>
                  <a:gd name="T59" fmla="*/ 186 h 756"/>
                  <a:gd name="T60" fmla="*/ 45 w 717"/>
                  <a:gd name="T61" fmla="*/ 231 h 756"/>
                  <a:gd name="T62" fmla="*/ 48 w 717"/>
                  <a:gd name="T63" fmla="*/ 148 h 756"/>
                  <a:gd name="T64" fmla="*/ 48 w 717"/>
                  <a:gd name="T65" fmla="*/ 301 h 756"/>
                  <a:gd name="T66" fmla="*/ 48 w 717"/>
                  <a:gd name="T67" fmla="*/ 730 h 756"/>
                  <a:gd name="T68" fmla="*/ 54 w 717"/>
                  <a:gd name="T69" fmla="*/ 0 h 756"/>
                  <a:gd name="T70" fmla="*/ 54 w 717"/>
                  <a:gd name="T71" fmla="*/ 250 h 756"/>
                  <a:gd name="T72" fmla="*/ 55 w 717"/>
                  <a:gd name="T73" fmla="*/ 333 h 756"/>
                  <a:gd name="T74" fmla="*/ 57 w 717"/>
                  <a:gd name="T75" fmla="*/ 192 h 756"/>
                  <a:gd name="T76" fmla="*/ 59 w 717"/>
                  <a:gd name="T77" fmla="*/ 340 h 756"/>
                  <a:gd name="T78" fmla="*/ 58 w 717"/>
                  <a:gd name="T79" fmla="*/ 429 h 756"/>
                  <a:gd name="T80" fmla="*/ 60 w 717"/>
                  <a:gd name="T81" fmla="*/ 461 h 756"/>
                  <a:gd name="T82" fmla="*/ 0 60000 65536"/>
                  <a:gd name="T83" fmla="*/ 0 60000 65536"/>
                  <a:gd name="T84" fmla="*/ 0 60000 65536"/>
                  <a:gd name="T85" fmla="*/ 0 60000 65536"/>
                  <a:gd name="T86" fmla="*/ 0 60000 65536"/>
                  <a:gd name="T87" fmla="*/ 0 60000 65536"/>
                  <a:gd name="T88" fmla="*/ 0 60000 65536"/>
                  <a:gd name="T89" fmla="*/ 0 60000 65536"/>
                  <a:gd name="T90" fmla="*/ 0 60000 65536"/>
                  <a:gd name="T91" fmla="*/ 0 60000 65536"/>
                  <a:gd name="T92" fmla="*/ 0 60000 65536"/>
                  <a:gd name="T93" fmla="*/ 0 60000 65536"/>
                  <a:gd name="T94" fmla="*/ 0 60000 65536"/>
                  <a:gd name="T95" fmla="*/ 0 60000 65536"/>
                  <a:gd name="T96" fmla="*/ 0 60000 65536"/>
                  <a:gd name="T97" fmla="*/ 0 60000 65536"/>
                  <a:gd name="T98" fmla="*/ 0 60000 65536"/>
                  <a:gd name="T99" fmla="*/ 0 60000 65536"/>
                  <a:gd name="T100" fmla="*/ 0 60000 65536"/>
                  <a:gd name="T101" fmla="*/ 0 60000 65536"/>
                  <a:gd name="T102" fmla="*/ 0 60000 65536"/>
                  <a:gd name="T103" fmla="*/ 0 60000 65536"/>
                  <a:gd name="T104" fmla="*/ 0 60000 65536"/>
                  <a:gd name="T105" fmla="*/ 0 60000 65536"/>
                  <a:gd name="T106" fmla="*/ 0 60000 65536"/>
                  <a:gd name="T107" fmla="*/ 0 60000 65536"/>
                  <a:gd name="T108" fmla="*/ 0 60000 65536"/>
                  <a:gd name="T109" fmla="*/ 0 60000 65536"/>
                  <a:gd name="T110" fmla="*/ 0 60000 65536"/>
                  <a:gd name="T111" fmla="*/ 0 60000 65536"/>
                  <a:gd name="T112" fmla="*/ 0 60000 65536"/>
                  <a:gd name="T113" fmla="*/ 0 60000 65536"/>
                  <a:gd name="T114" fmla="*/ 0 60000 65536"/>
                  <a:gd name="T115" fmla="*/ 0 60000 65536"/>
                  <a:gd name="T116" fmla="*/ 0 60000 65536"/>
                  <a:gd name="T117" fmla="*/ 0 60000 65536"/>
                  <a:gd name="T118" fmla="*/ 0 60000 65536"/>
                  <a:gd name="T119" fmla="*/ 0 60000 65536"/>
                  <a:gd name="T120" fmla="*/ 0 60000 65536"/>
                  <a:gd name="T121" fmla="*/ 0 60000 65536"/>
                  <a:gd name="T122" fmla="*/ 0 60000 65536"/>
                  <a:gd name="T123" fmla="*/ 0 w 717"/>
                  <a:gd name="T124" fmla="*/ 0 h 756"/>
                  <a:gd name="T125" fmla="*/ 717 w 717"/>
                  <a:gd name="T126" fmla="*/ 756 h 756"/>
                </a:gdLst>
                <a:ahLst/>
                <a:cxnLst>
                  <a:cxn ang="T82">
                    <a:pos x="T0" y="T1"/>
                  </a:cxn>
                  <a:cxn ang="T83">
                    <a:pos x="T2" y="T3"/>
                  </a:cxn>
                  <a:cxn ang="T84">
                    <a:pos x="T4" y="T5"/>
                  </a:cxn>
                  <a:cxn ang="T85">
                    <a:pos x="T6" y="T7"/>
                  </a:cxn>
                  <a:cxn ang="T86">
                    <a:pos x="T8" y="T9"/>
                  </a:cxn>
                  <a:cxn ang="T87">
                    <a:pos x="T10" y="T11"/>
                  </a:cxn>
                  <a:cxn ang="T88">
                    <a:pos x="T12" y="T13"/>
                  </a:cxn>
                  <a:cxn ang="T89">
                    <a:pos x="T14" y="T15"/>
                  </a:cxn>
                  <a:cxn ang="T90">
                    <a:pos x="T16" y="T17"/>
                  </a:cxn>
                  <a:cxn ang="T91">
                    <a:pos x="T18" y="T19"/>
                  </a:cxn>
                  <a:cxn ang="T92">
                    <a:pos x="T20" y="T21"/>
                  </a:cxn>
                  <a:cxn ang="T93">
                    <a:pos x="T22" y="T23"/>
                  </a:cxn>
                  <a:cxn ang="T94">
                    <a:pos x="T24" y="T25"/>
                  </a:cxn>
                  <a:cxn ang="T95">
                    <a:pos x="T26" y="T27"/>
                  </a:cxn>
                  <a:cxn ang="T96">
                    <a:pos x="T28" y="T29"/>
                  </a:cxn>
                  <a:cxn ang="T97">
                    <a:pos x="T30" y="T31"/>
                  </a:cxn>
                  <a:cxn ang="T98">
                    <a:pos x="T32" y="T33"/>
                  </a:cxn>
                  <a:cxn ang="T99">
                    <a:pos x="T34" y="T35"/>
                  </a:cxn>
                  <a:cxn ang="T100">
                    <a:pos x="T36" y="T37"/>
                  </a:cxn>
                  <a:cxn ang="T101">
                    <a:pos x="T38" y="T39"/>
                  </a:cxn>
                  <a:cxn ang="T102">
                    <a:pos x="T40" y="T41"/>
                  </a:cxn>
                  <a:cxn ang="T103">
                    <a:pos x="T42" y="T43"/>
                  </a:cxn>
                  <a:cxn ang="T104">
                    <a:pos x="T44" y="T45"/>
                  </a:cxn>
                  <a:cxn ang="T105">
                    <a:pos x="T46" y="T47"/>
                  </a:cxn>
                  <a:cxn ang="T106">
                    <a:pos x="T48" y="T49"/>
                  </a:cxn>
                  <a:cxn ang="T107">
                    <a:pos x="T50" y="T51"/>
                  </a:cxn>
                  <a:cxn ang="T108">
                    <a:pos x="T52" y="T53"/>
                  </a:cxn>
                  <a:cxn ang="T109">
                    <a:pos x="T54" y="T55"/>
                  </a:cxn>
                  <a:cxn ang="T110">
                    <a:pos x="T56" y="T57"/>
                  </a:cxn>
                  <a:cxn ang="T111">
                    <a:pos x="T58" y="T59"/>
                  </a:cxn>
                  <a:cxn ang="T112">
                    <a:pos x="T60" y="T61"/>
                  </a:cxn>
                  <a:cxn ang="T113">
                    <a:pos x="T62" y="T63"/>
                  </a:cxn>
                  <a:cxn ang="T114">
                    <a:pos x="T64" y="T65"/>
                  </a:cxn>
                  <a:cxn ang="T115">
                    <a:pos x="T66" y="T67"/>
                  </a:cxn>
                  <a:cxn ang="T116">
                    <a:pos x="T68" y="T69"/>
                  </a:cxn>
                  <a:cxn ang="T117">
                    <a:pos x="T70" y="T71"/>
                  </a:cxn>
                  <a:cxn ang="T118">
                    <a:pos x="T72" y="T73"/>
                  </a:cxn>
                  <a:cxn ang="T119">
                    <a:pos x="T74" y="T75"/>
                  </a:cxn>
                  <a:cxn ang="T120">
                    <a:pos x="T76" y="T77"/>
                  </a:cxn>
                  <a:cxn ang="T121">
                    <a:pos x="T78" y="T79"/>
                  </a:cxn>
                  <a:cxn ang="T122">
                    <a:pos x="T80" y="T81"/>
                  </a:cxn>
                </a:cxnLst>
                <a:rect l="T123" t="T124" r="T125" b="T126"/>
                <a:pathLst>
                  <a:path w="717" h="756">
                    <a:moveTo>
                      <a:pt x="0" y="756"/>
                    </a:moveTo>
                    <a:lnTo>
                      <a:pt x="52" y="167"/>
                    </a:lnTo>
                    <a:lnTo>
                      <a:pt x="64" y="384"/>
                    </a:lnTo>
                    <a:lnTo>
                      <a:pt x="90" y="103"/>
                    </a:lnTo>
                    <a:lnTo>
                      <a:pt x="116" y="519"/>
                    </a:lnTo>
                    <a:lnTo>
                      <a:pt x="135" y="487"/>
                    </a:lnTo>
                    <a:lnTo>
                      <a:pt x="135" y="359"/>
                    </a:lnTo>
                    <a:lnTo>
                      <a:pt x="167" y="71"/>
                    </a:lnTo>
                    <a:lnTo>
                      <a:pt x="192" y="244"/>
                    </a:lnTo>
                    <a:lnTo>
                      <a:pt x="205" y="96"/>
                    </a:lnTo>
                    <a:lnTo>
                      <a:pt x="218" y="615"/>
                    </a:lnTo>
                    <a:lnTo>
                      <a:pt x="244" y="397"/>
                    </a:lnTo>
                    <a:lnTo>
                      <a:pt x="282" y="519"/>
                    </a:lnTo>
                    <a:lnTo>
                      <a:pt x="308" y="308"/>
                    </a:lnTo>
                    <a:lnTo>
                      <a:pt x="333" y="442"/>
                    </a:lnTo>
                    <a:lnTo>
                      <a:pt x="346" y="352"/>
                    </a:lnTo>
                    <a:lnTo>
                      <a:pt x="365" y="384"/>
                    </a:lnTo>
                    <a:lnTo>
                      <a:pt x="378" y="135"/>
                    </a:lnTo>
                    <a:lnTo>
                      <a:pt x="391" y="301"/>
                    </a:lnTo>
                    <a:lnTo>
                      <a:pt x="384" y="519"/>
                    </a:lnTo>
                    <a:lnTo>
                      <a:pt x="404" y="679"/>
                    </a:lnTo>
                    <a:lnTo>
                      <a:pt x="429" y="628"/>
                    </a:lnTo>
                    <a:lnTo>
                      <a:pt x="442" y="480"/>
                    </a:lnTo>
                    <a:lnTo>
                      <a:pt x="455" y="391"/>
                    </a:lnTo>
                    <a:lnTo>
                      <a:pt x="436" y="506"/>
                    </a:lnTo>
                    <a:lnTo>
                      <a:pt x="461" y="352"/>
                    </a:lnTo>
                    <a:lnTo>
                      <a:pt x="474" y="455"/>
                    </a:lnTo>
                    <a:lnTo>
                      <a:pt x="493" y="519"/>
                    </a:lnTo>
                    <a:lnTo>
                      <a:pt x="512" y="410"/>
                    </a:lnTo>
                    <a:lnTo>
                      <a:pt x="532" y="186"/>
                    </a:lnTo>
                    <a:lnTo>
                      <a:pt x="544" y="231"/>
                    </a:lnTo>
                    <a:lnTo>
                      <a:pt x="570" y="148"/>
                    </a:lnTo>
                    <a:lnTo>
                      <a:pt x="576" y="301"/>
                    </a:lnTo>
                    <a:lnTo>
                      <a:pt x="576" y="730"/>
                    </a:lnTo>
                    <a:lnTo>
                      <a:pt x="647" y="0"/>
                    </a:lnTo>
                    <a:lnTo>
                      <a:pt x="647" y="250"/>
                    </a:lnTo>
                    <a:lnTo>
                      <a:pt x="660" y="333"/>
                    </a:lnTo>
                    <a:lnTo>
                      <a:pt x="685" y="192"/>
                    </a:lnTo>
                    <a:lnTo>
                      <a:pt x="711" y="340"/>
                    </a:lnTo>
                    <a:lnTo>
                      <a:pt x="698" y="429"/>
                    </a:lnTo>
                    <a:lnTo>
                      <a:pt x="717" y="461"/>
                    </a:lnTo>
                  </a:path>
                </a:pathLst>
              </a:custGeom>
              <a:noFill/>
              <a:ln w="9525">
                <a:solidFill>
                  <a:srgbClr val="0079F2"/>
                </a:solidFill>
                <a:round/>
                <a:headEnd/>
                <a:tailEnd/>
              </a:ln>
            </p:spPr>
            <p:txBody>
              <a:bodyPr/>
              <a:lstStyle/>
              <a:p>
                <a:endParaRPr lang="en-GB"/>
              </a:p>
            </p:txBody>
          </p:sp>
          <p:sp>
            <p:nvSpPr>
              <p:cNvPr id="66" name="Freeform 22"/>
              <p:cNvSpPr>
                <a:spLocks/>
              </p:cNvSpPr>
              <p:nvPr/>
            </p:nvSpPr>
            <p:spPr bwMode="auto">
              <a:xfrm flipH="1">
                <a:off x="4077" y="1119"/>
                <a:ext cx="313" cy="756"/>
              </a:xfrm>
              <a:custGeom>
                <a:avLst/>
                <a:gdLst>
                  <a:gd name="T0" fmla="*/ 0 w 717"/>
                  <a:gd name="T1" fmla="*/ 756 h 756"/>
                  <a:gd name="T2" fmla="*/ 4 w 717"/>
                  <a:gd name="T3" fmla="*/ 167 h 756"/>
                  <a:gd name="T4" fmla="*/ 5 w 717"/>
                  <a:gd name="T5" fmla="*/ 384 h 756"/>
                  <a:gd name="T6" fmla="*/ 7 w 717"/>
                  <a:gd name="T7" fmla="*/ 103 h 756"/>
                  <a:gd name="T8" fmla="*/ 10 w 717"/>
                  <a:gd name="T9" fmla="*/ 519 h 756"/>
                  <a:gd name="T10" fmla="*/ 11 w 717"/>
                  <a:gd name="T11" fmla="*/ 487 h 756"/>
                  <a:gd name="T12" fmla="*/ 11 w 717"/>
                  <a:gd name="T13" fmla="*/ 359 h 756"/>
                  <a:gd name="T14" fmla="*/ 14 w 717"/>
                  <a:gd name="T15" fmla="*/ 71 h 756"/>
                  <a:gd name="T16" fmla="*/ 16 w 717"/>
                  <a:gd name="T17" fmla="*/ 244 h 756"/>
                  <a:gd name="T18" fmla="*/ 17 w 717"/>
                  <a:gd name="T19" fmla="*/ 96 h 756"/>
                  <a:gd name="T20" fmla="*/ 18 w 717"/>
                  <a:gd name="T21" fmla="*/ 615 h 756"/>
                  <a:gd name="T22" fmla="*/ 21 w 717"/>
                  <a:gd name="T23" fmla="*/ 397 h 756"/>
                  <a:gd name="T24" fmla="*/ 24 w 717"/>
                  <a:gd name="T25" fmla="*/ 519 h 756"/>
                  <a:gd name="T26" fmla="*/ 25 w 717"/>
                  <a:gd name="T27" fmla="*/ 308 h 756"/>
                  <a:gd name="T28" fmla="*/ 28 w 717"/>
                  <a:gd name="T29" fmla="*/ 442 h 756"/>
                  <a:gd name="T30" fmla="*/ 29 w 717"/>
                  <a:gd name="T31" fmla="*/ 352 h 756"/>
                  <a:gd name="T32" fmla="*/ 30 w 717"/>
                  <a:gd name="T33" fmla="*/ 384 h 756"/>
                  <a:gd name="T34" fmla="*/ 31 w 717"/>
                  <a:gd name="T35" fmla="*/ 135 h 756"/>
                  <a:gd name="T36" fmla="*/ 33 w 717"/>
                  <a:gd name="T37" fmla="*/ 301 h 756"/>
                  <a:gd name="T38" fmla="*/ 32 w 717"/>
                  <a:gd name="T39" fmla="*/ 519 h 756"/>
                  <a:gd name="T40" fmla="*/ 34 w 717"/>
                  <a:gd name="T41" fmla="*/ 679 h 756"/>
                  <a:gd name="T42" fmla="*/ 36 w 717"/>
                  <a:gd name="T43" fmla="*/ 628 h 756"/>
                  <a:gd name="T44" fmla="*/ 37 w 717"/>
                  <a:gd name="T45" fmla="*/ 480 h 756"/>
                  <a:gd name="T46" fmla="*/ 38 w 717"/>
                  <a:gd name="T47" fmla="*/ 391 h 756"/>
                  <a:gd name="T48" fmla="*/ 36 w 717"/>
                  <a:gd name="T49" fmla="*/ 506 h 756"/>
                  <a:gd name="T50" fmla="*/ 38 w 717"/>
                  <a:gd name="T51" fmla="*/ 352 h 756"/>
                  <a:gd name="T52" fmla="*/ 39 w 717"/>
                  <a:gd name="T53" fmla="*/ 455 h 756"/>
                  <a:gd name="T54" fmla="*/ 41 w 717"/>
                  <a:gd name="T55" fmla="*/ 519 h 756"/>
                  <a:gd name="T56" fmla="*/ 43 w 717"/>
                  <a:gd name="T57" fmla="*/ 410 h 756"/>
                  <a:gd name="T58" fmla="*/ 44 w 717"/>
                  <a:gd name="T59" fmla="*/ 186 h 756"/>
                  <a:gd name="T60" fmla="*/ 45 w 717"/>
                  <a:gd name="T61" fmla="*/ 231 h 756"/>
                  <a:gd name="T62" fmla="*/ 48 w 717"/>
                  <a:gd name="T63" fmla="*/ 148 h 756"/>
                  <a:gd name="T64" fmla="*/ 48 w 717"/>
                  <a:gd name="T65" fmla="*/ 301 h 756"/>
                  <a:gd name="T66" fmla="*/ 48 w 717"/>
                  <a:gd name="T67" fmla="*/ 730 h 756"/>
                  <a:gd name="T68" fmla="*/ 54 w 717"/>
                  <a:gd name="T69" fmla="*/ 0 h 756"/>
                  <a:gd name="T70" fmla="*/ 54 w 717"/>
                  <a:gd name="T71" fmla="*/ 250 h 756"/>
                  <a:gd name="T72" fmla="*/ 55 w 717"/>
                  <a:gd name="T73" fmla="*/ 333 h 756"/>
                  <a:gd name="T74" fmla="*/ 57 w 717"/>
                  <a:gd name="T75" fmla="*/ 192 h 756"/>
                  <a:gd name="T76" fmla="*/ 59 w 717"/>
                  <a:gd name="T77" fmla="*/ 340 h 756"/>
                  <a:gd name="T78" fmla="*/ 58 w 717"/>
                  <a:gd name="T79" fmla="*/ 429 h 756"/>
                  <a:gd name="T80" fmla="*/ 60 w 717"/>
                  <a:gd name="T81" fmla="*/ 461 h 756"/>
                  <a:gd name="T82" fmla="*/ 0 60000 65536"/>
                  <a:gd name="T83" fmla="*/ 0 60000 65536"/>
                  <a:gd name="T84" fmla="*/ 0 60000 65536"/>
                  <a:gd name="T85" fmla="*/ 0 60000 65536"/>
                  <a:gd name="T86" fmla="*/ 0 60000 65536"/>
                  <a:gd name="T87" fmla="*/ 0 60000 65536"/>
                  <a:gd name="T88" fmla="*/ 0 60000 65536"/>
                  <a:gd name="T89" fmla="*/ 0 60000 65536"/>
                  <a:gd name="T90" fmla="*/ 0 60000 65536"/>
                  <a:gd name="T91" fmla="*/ 0 60000 65536"/>
                  <a:gd name="T92" fmla="*/ 0 60000 65536"/>
                  <a:gd name="T93" fmla="*/ 0 60000 65536"/>
                  <a:gd name="T94" fmla="*/ 0 60000 65536"/>
                  <a:gd name="T95" fmla="*/ 0 60000 65536"/>
                  <a:gd name="T96" fmla="*/ 0 60000 65536"/>
                  <a:gd name="T97" fmla="*/ 0 60000 65536"/>
                  <a:gd name="T98" fmla="*/ 0 60000 65536"/>
                  <a:gd name="T99" fmla="*/ 0 60000 65536"/>
                  <a:gd name="T100" fmla="*/ 0 60000 65536"/>
                  <a:gd name="T101" fmla="*/ 0 60000 65536"/>
                  <a:gd name="T102" fmla="*/ 0 60000 65536"/>
                  <a:gd name="T103" fmla="*/ 0 60000 65536"/>
                  <a:gd name="T104" fmla="*/ 0 60000 65536"/>
                  <a:gd name="T105" fmla="*/ 0 60000 65536"/>
                  <a:gd name="T106" fmla="*/ 0 60000 65536"/>
                  <a:gd name="T107" fmla="*/ 0 60000 65536"/>
                  <a:gd name="T108" fmla="*/ 0 60000 65536"/>
                  <a:gd name="T109" fmla="*/ 0 60000 65536"/>
                  <a:gd name="T110" fmla="*/ 0 60000 65536"/>
                  <a:gd name="T111" fmla="*/ 0 60000 65536"/>
                  <a:gd name="T112" fmla="*/ 0 60000 65536"/>
                  <a:gd name="T113" fmla="*/ 0 60000 65536"/>
                  <a:gd name="T114" fmla="*/ 0 60000 65536"/>
                  <a:gd name="T115" fmla="*/ 0 60000 65536"/>
                  <a:gd name="T116" fmla="*/ 0 60000 65536"/>
                  <a:gd name="T117" fmla="*/ 0 60000 65536"/>
                  <a:gd name="T118" fmla="*/ 0 60000 65536"/>
                  <a:gd name="T119" fmla="*/ 0 60000 65536"/>
                  <a:gd name="T120" fmla="*/ 0 60000 65536"/>
                  <a:gd name="T121" fmla="*/ 0 60000 65536"/>
                  <a:gd name="T122" fmla="*/ 0 60000 65536"/>
                  <a:gd name="T123" fmla="*/ 0 w 717"/>
                  <a:gd name="T124" fmla="*/ 0 h 756"/>
                  <a:gd name="T125" fmla="*/ 717 w 717"/>
                  <a:gd name="T126" fmla="*/ 756 h 756"/>
                </a:gdLst>
                <a:ahLst/>
                <a:cxnLst>
                  <a:cxn ang="T82">
                    <a:pos x="T0" y="T1"/>
                  </a:cxn>
                  <a:cxn ang="T83">
                    <a:pos x="T2" y="T3"/>
                  </a:cxn>
                  <a:cxn ang="T84">
                    <a:pos x="T4" y="T5"/>
                  </a:cxn>
                  <a:cxn ang="T85">
                    <a:pos x="T6" y="T7"/>
                  </a:cxn>
                  <a:cxn ang="T86">
                    <a:pos x="T8" y="T9"/>
                  </a:cxn>
                  <a:cxn ang="T87">
                    <a:pos x="T10" y="T11"/>
                  </a:cxn>
                  <a:cxn ang="T88">
                    <a:pos x="T12" y="T13"/>
                  </a:cxn>
                  <a:cxn ang="T89">
                    <a:pos x="T14" y="T15"/>
                  </a:cxn>
                  <a:cxn ang="T90">
                    <a:pos x="T16" y="T17"/>
                  </a:cxn>
                  <a:cxn ang="T91">
                    <a:pos x="T18" y="T19"/>
                  </a:cxn>
                  <a:cxn ang="T92">
                    <a:pos x="T20" y="T21"/>
                  </a:cxn>
                  <a:cxn ang="T93">
                    <a:pos x="T22" y="T23"/>
                  </a:cxn>
                  <a:cxn ang="T94">
                    <a:pos x="T24" y="T25"/>
                  </a:cxn>
                  <a:cxn ang="T95">
                    <a:pos x="T26" y="T27"/>
                  </a:cxn>
                  <a:cxn ang="T96">
                    <a:pos x="T28" y="T29"/>
                  </a:cxn>
                  <a:cxn ang="T97">
                    <a:pos x="T30" y="T31"/>
                  </a:cxn>
                  <a:cxn ang="T98">
                    <a:pos x="T32" y="T33"/>
                  </a:cxn>
                  <a:cxn ang="T99">
                    <a:pos x="T34" y="T35"/>
                  </a:cxn>
                  <a:cxn ang="T100">
                    <a:pos x="T36" y="T37"/>
                  </a:cxn>
                  <a:cxn ang="T101">
                    <a:pos x="T38" y="T39"/>
                  </a:cxn>
                  <a:cxn ang="T102">
                    <a:pos x="T40" y="T41"/>
                  </a:cxn>
                  <a:cxn ang="T103">
                    <a:pos x="T42" y="T43"/>
                  </a:cxn>
                  <a:cxn ang="T104">
                    <a:pos x="T44" y="T45"/>
                  </a:cxn>
                  <a:cxn ang="T105">
                    <a:pos x="T46" y="T47"/>
                  </a:cxn>
                  <a:cxn ang="T106">
                    <a:pos x="T48" y="T49"/>
                  </a:cxn>
                  <a:cxn ang="T107">
                    <a:pos x="T50" y="T51"/>
                  </a:cxn>
                  <a:cxn ang="T108">
                    <a:pos x="T52" y="T53"/>
                  </a:cxn>
                  <a:cxn ang="T109">
                    <a:pos x="T54" y="T55"/>
                  </a:cxn>
                  <a:cxn ang="T110">
                    <a:pos x="T56" y="T57"/>
                  </a:cxn>
                  <a:cxn ang="T111">
                    <a:pos x="T58" y="T59"/>
                  </a:cxn>
                  <a:cxn ang="T112">
                    <a:pos x="T60" y="T61"/>
                  </a:cxn>
                  <a:cxn ang="T113">
                    <a:pos x="T62" y="T63"/>
                  </a:cxn>
                  <a:cxn ang="T114">
                    <a:pos x="T64" y="T65"/>
                  </a:cxn>
                  <a:cxn ang="T115">
                    <a:pos x="T66" y="T67"/>
                  </a:cxn>
                  <a:cxn ang="T116">
                    <a:pos x="T68" y="T69"/>
                  </a:cxn>
                  <a:cxn ang="T117">
                    <a:pos x="T70" y="T71"/>
                  </a:cxn>
                  <a:cxn ang="T118">
                    <a:pos x="T72" y="T73"/>
                  </a:cxn>
                  <a:cxn ang="T119">
                    <a:pos x="T74" y="T75"/>
                  </a:cxn>
                  <a:cxn ang="T120">
                    <a:pos x="T76" y="T77"/>
                  </a:cxn>
                  <a:cxn ang="T121">
                    <a:pos x="T78" y="T79"/>
                  </a:cxn>
                  <a:cxn ang="T122">
                    <a:pos x="T80" y="T81"/>
                  </a:cxn>
                </a:cxnLst>
                <a:rect l="T123" t="T124" r="T125" b="T126"/>
                <a:pathLst>
                  <a:path w="717" h="756">
                    <a:moveTo>
                      <a:pt x="0" y="756"/>
                    </a:moveTo>
                    <a:lnTo>
                      <a:pt x="52" y="167"/>
                    </a:lnTo>
                    <a:lnTo>
                      <a:pt x="64" y="384"/>
                    </a:lnTo>
                    <a:lnTo>
                      <a:pt x="90" y="103"/>
                    </a:lnTo>
                    <a:lnTo>
                      <a:pt x="116" y="519"/>
                    </a:lnTo>
                    <a:lnTo>
                      <a:pt x="135" y="487"/>
                    </a:lnTo>
                    <a:lnTo>
                      <a:pt x="135" y="359"/>
                    </a:lnTo>
                    <a:lnTo>
                      <a:pt x="167" y="71"/>
                    </a:lnTo>
                    <a:lnTo>
                      <a:pt x="192" y="244"/>
                    </a:lnTo>
                    <a:lnTo>
                      <a:pt x="205" y="96"/>
                    </a:lnTo>
                    <a:lnTo>
                      <a:pt x="218" y="615"/>
                    </a:lnTo>
                    <a:lnTo>
                      <a:pt x="244" y="397"/>
                    </a:lnTo>
                    <a:lnTo>
                      <a:pt x="282" y="519"/>
                    </a:lnTo>
                    <a:lnTo>
                      <a:pt x="308" y="308"/>
                    </a:lnTo>
                    <a:lnTo>
                      <a:pt x="333" y="442"/>
                    </a:lnTo>
                    <a:lnTo>
                      <a:pt x="346" y="352"/>
                    </a:lnTo>
                    <a:lnTo>
                      <a:pt x="365" y="384"/>
                    </a:lnTo>
                    <a:lnTo>
                      <a:pt x="378" y="135"/>
                    </a:lnTo>
                    <a:lnTo>
                      <a:pt x="391" y="301"/>
                    </a:lnTo>
                    <a:lnTo>
                      <a:pt x="384" y="519"/>
                    </a:lnTo>
                    <a:lnTo>
                      <a:pt x="404" y="679"/>
                    </a:lnTo>
                    <a:lnTo>
                      <a:pt x="429" y="628"/>
                    </a:lnTo>
                    <a:lnTo>
                      <a:pt x="442" y="480"/>
                    </a:lnTo>
                    <a:lnTo>
                      <a:pt x="455" y="391"/>
                    </a:lnTo>
                    <a:lnTo>
                      <a:pt x="436" y="506"/>
                    </a:lnTo>
                    <a:lnTo>
                      <a:pt x="461" y="352"/>
                    </a:lnTo>
                    <a:lnTo>
                      <a:pt x="474" y="455"/>
                    </a:lnTo>
                    <a:lnTo>
                      <a:pt x="493" y="519"/>
                    </a:lnTo>
                    <a:lnTo>
                      <a:pt x="512" y="410"/>
                    </a:lnTo>
                    <a:lnTo>
                      <a:pt x="532" y="186"/>
                    </a:lnTo>
                    <a:lnTo>
                      <a:pt x="544" y="231"/>
                    </a:lnTo>
                    <a:lnTo>
                      <a:pt x="570" y="148"/>
                    </a:lnTo>
                    <a:lnTo>
                      <a:pt x="576" y="301"/>
                    </a:lnTo>
                    <a:lnTo>
                      <a:pt x="576" y="730"/>
                    </a:lnTo>
                    <a:lnTo>
                      <a:pt x="647" y="0"/>
                    </a:lnTo>
                    <a:lnTo>
                      <a:pt x="647" y="250"/>
                    </a:lnTo>
                    <a:lnTo>
                      <a:pt x="660" y="333"/>
                    </a:lnTo>
                    <a:lnTo>
                      <a:pt x="685" y="192"/>
                    </a:lnTo>
                    <a:lnTo>
                      <a:pt x="711" y="340"/>
                    </a:lnTo>
                    <a:lnTo>
                      <a:pt x="698" y="429"/>
                    </a:lnTo>
                    <a:lnTo>
                      <a:pt x="717" y="461"/>
                    </a:lnTo>
                  </a:path>
                </a:pathLst>
              </a:custGeom>
              <a:noFill/>
              <a:ln w="9525">
                <a:solidFill>
                  <a:srgbClr val="0079F2"/>
                </a:solidFill>
                <a:round/>
                <a:headEnd/>
                <a:tailEnd/>
              </a:ln>
            </p:spPr>
            <p:txBody>
              <a:bodyPr/>
              <a:lstStyle/>
              <a:p>
                <a:endParaRPr lang="en-GB"/>
              </a:p>
            </p:txBody>
          </p:sp>
          <p:sp>
            <p:nvSpPr>
              <p:cNvPr id="67" name="Freeform 23"/>
              <p:cNvSpPr>
                <a:spLocks/>
              </p:cNvSpPr>
              <p:nvPr/>
            </p:nvSpPr>
            <p:spPr bwMode="auto">
              <a:xfrm flipV="1">
                <a:off x="4385" y="1138"/>
                <a:ext cx="313" cy="756"/>
              </a:xfrm>
              <a:custGeom>
                <a:avLst/>
                <a:gdLst>
                  <a:gd name="T0" fmla="*/ 0 w 717"/>
                  <a:gd name="T1" fmla="*/ 756 h 756"/>
                  <a:gd name="T2" fmla="*/ 4 w 717"/>
                  <a:gd name="T3" fmla="*/ 167 h 756"/>
                  <a:gd name="T4" fmla="*/ 5 w 717"/>
                  <a:gd name="T5" fmla="*/ 384 h 756"/>
                  <a:gd name="T6" fmla="*/ 7 w 717"/>
                  <a:gd name="T7" fmla="*/ 103 h 756"/>
                  <a:gd name="T8" fmla="*/ 10 w 717"/>
                  <a:gd name="T9" fmla="*/ 519 h 756"/>
                  <a:gd name="T10" fmla="*/ 11 w 717"/>
                  <a:gd name="T11" fmla="*/ 487 h 756"/>
                  <a:gd name="T12" fmla="*/ 11 w 717"/>
                  <a:gd name="T13" fmla="*/ 359 h 756"/>
                  <a:gd name="T14" fmla="*/ 14 w 717"/>
                  <a:gd name="T15" fmla="*/ 71 h 756"/>
                  <a:gd name="T16" fmla="*/ 16 w 717"/>
                  <a:gd name="T17" fmla="*/ 244 h 756"/>
                  <a:gd name="T18" fmla="*/ 17 w 717"/>
                  <a:gd name="T19" fmla="*/ 96 h 756"/>
                  <a:gd name="T20" fmla="*/ 18 w 717"/>
                  <a:gd name="T21" fmla="*/ 615 h 756"/>
                  <a:gd name="T22" fmla="*/ 21 w 717"/>
                  <a:gd name="T23" fmla="*/ 397 h 756"/>
                  <a:gd name="T24" fmla="*/ 24 w 717"/>
                  <a:gd name="T25" fmla="*/ 519 h 756"/>
                  <a:gd name="T26" fmla="*/ 25 w 717"/>
                  <a:gd name="T27" fmla="*/ 308 h 756"/>
                  <a:gd name="T28" fmla="*/ 28 w 717"/>
                  <a:gd name="T29" fmla="*/ 442 h 756"/>
                  <a:gd name="T30" fmla="*/ 29 w 717"/>
                  <a:gd name="T31" fmla="*/ 352 h 756"/>
                  <a:gd name="T32" fmla="*/ 30 w 717"/>
                  <a:gd name="T33" fmla="*/ 384 h 756"/>
                  <a:gd name="T34" fmla="*/ 31 w 717"/>
                  <a:gd name="T35" fmla="*/ 135 h 756"/>
                  <a:gd name="T36" fmla="*/ 33 w 717"/>
                  <a:gd name="T37" fmla="*/ 301 h 756"/>
                  <a:gd name="T38" fmla="*/ 32 w 717"/>
                  <a:gd name="T39" fmla="*/ 519 h 756"/>
                  <a:gd name="T40" fmla="*/ 34 w 717"/>
                  <a:gd name="T41" fmla="*/ 679 h 756"/>
                  <a:gd name="T42" fmla="*/ 36 w 717"/>
                  <a:gd name="T43" fmla="*/ 628 h 756"/>
                  <a:gd name="T44" fmla="*/ 37 w 717"/>
                  <a:gd name="T45" fmla="*/ 480 h 756"/>
                  <a:gd name="T46" fmla="*/ 38 w 717"/>
                  <a:gd name="T47" fmla="*/ 391 h 756"/>
                  <a:gd name="T48" fmla="*/ 36 w 717"/>
                  <a:gd name="T49" fmla="*/ 506 h 756"/>
                  <a:gd name="T50" fmla="*/ 38 w 717"/>
                  <a:gd name="T51" fmla="*/ 352 h 756"/>
                  <a:gd name="T52" fmla="*/ 39 w 717"/>
                  <a:gd name="T53" fmla="*/ 455 h 756"/>
                  <a:gd name="T54" fmla="*/ 41 w 717"/>
                  <a:gd name="T55" fmla="*/ 519 h 756"/>
                  <a:gd name="T56" fmla="*/ 43 w 717"/>
                  <a:gd name="T57" fmla="*/ 410 h 756"/>
                  <a:gd name="T58" fmla="*/ 44 w 717"/>
                  <a:gd name="T59" fmla="*/ 186 h 756"/>
                  <a:gd name="T60" fmla="*/ 45 w 717"/>
                  <a:gd name="T61" fmla="*/ 231 h 756"/>
                  <a:gd name="T62" fmla="*/ 48 w 717"/>
                  <a:gd name="T63" fmla="*/ 148 h 756"/>
                  <a:gd name="T64" fmla="*/ 48 w 717"/>
                  <a:gd name="T65" fmla="*/ 301 h 756"/>
                  <a:gd name="T66" fmla="*/ 48 w 717"/>
                  <a:gd name="T67" fmla="*/ 730 h 756"/>
                  <a:gd name="T68" fmla="*/ 54 w 717"/>
                  <a:gd name="T69" fmla="*/ 0 h 756"/>
                  <a:gd name="T70" fmla="*/ 54 w 717"/>
                  <a:gd name="T71" fmla="*/ 250 h 756"/>
                  <a:gd name="T72" fmla="*/ 55 w 717"/>
                  <a:gd name="T73" fmla="*/ 333 h 756"/>
                  <a:gd name="T74" fmla="*/ 57 w 717"/>
                  <a:gd name="T75" fmla="*/ 192 h 756"/>
                  <a:gd name="T76" fmla="*/ 59 w 717"/>
                  <a:gd name="T77" fmla="*/ 340 h 756"/>
                  <a:gd name="T78" fmla="*/ 58 w 717"/>
                  <a:gd name="T79" fmla="*/ 429 h 756"/>
                  <a:gd name="T80" fmla="*/ 60 w 717"/>
                  <a:gd name="T81" fmla="*/ 461 h 756"/>
                  <a:gd name="T82" fmla="*/ 0 60000 65536"/>
                  <a:gd name="T83" fmla="*/ 0 60000 65536"/>
                  <a:gd name="T84" fmla="*/ 0 60000 65536"/>
                  <a:gd name="T85" fmla="*/ 0 60000 65536"/>
                  <a:gd name="T86" fmla="*/ 0 60000 65536"/>
                  <a:gd name="T87" fmla="*/ 0 60000 65536"/>
                  <a:gd name="T88" fmla="*/ 0 60000 65536"/>
                  <a:gd name="T89" fmla="*/ 0 60000 65536"/>
                  <a:gd name="T90" fmla="*/ 0 60000 65536"/>
                  <a:gd name="T91" fmla="*/ 0 60000 65536"/>
                  <a:gd name="T92" fmla="*/ 0 60000 65536"/>
                  <a:gd name="T93" fmla="*/ 0 60000 65536"/>
                  <a:gd name="T94" fmla="*/ 0 60000 65536"/>
                  <a:gd name="T95" fmla="*/ 0 60000 65536"/>
                  <a:gd name="T96" fmla="*/ 0 60000 65536"/>
                  <a:gd name="T97" fmla="*/ 0 60000 65536"/>
                  <a:gd name="T98" fmla="*/ 0 60000 65536"/>
                  <a:gd name="T99" fmla="*/ 0 60000 65536"/>
                  <a:gd name="T100" fmla="*/ 0 60000 65536"/>
                  <a:gd name="T101" fmla="*/ 0 60000 65536"/>
                  <a:gd name="T102" fmla="*/ 0 60000 65536"/>
                  <a:gd name="T103" fmla="*/ 0 60000 65536"/>
                  <a:gd name="T104" fmla="*/ 0 60000 65536"/>
                  <a:gd name="T105" fmla="*/ 0 60000 65536"/>
                  <a:gd name="T106" fmla="*/ 0 60000 65536"/>
                  <a:gd name="T107" fmla="*/ 0 60000 65536"/>
                  <a:gd name="T108" fmla="*/ 0 60000 65536"/>
                  <a:gd name="T109" fmla="*/ 0 60000 65536"/>
                  <a:gd name="T110" fmla="*/ 0 60000 65536"/>
                  <a:gd name="T111" fmla="*/ 0 60000 65536"/>
                  <a:gd name="T112" fmla="*/ 0 60000 65536"/>
                  <a:gd name="T113" fmla="*/ 0 60000 65536"/>
                  <a:gd name="T114" fmla="*/ 0 60000 65536"/>
                  <a:gd name="T115" fmla="*/ 0 60000 65536"/>
                  <a:gd name="T116" fmla="*/ 0 60000 65536"/>
                  <a:gd name="T117" fmla="*/ 0 60000 65536"/>
                  <a:gd name="T118" fmla="*/ 0 60000 65536"/>
                  <a:gd name="T119" fmla="*/ 0 60000 65536"/>
                  <a:gd name="T120" fmla="*/ 0 60000 65536"/>
                  <a:gd name="T121" fmla="*/ 0 60000 65536"/>
                  <a:gd name="T122" fmla="*/ 0 60000 65536"/>
                  <a:gd name="T123" fmla="*/ 0 w 717"/>
                  <a:gd name="T124" fmla="*/ 0 h 756"/>
                  <a:gd name="T125" fmla="*/ 717 w 717"/>
                  <a:gd name="T126" fmla="*/ 756 h 756"/>
                </a:gdLst>
                <a:ahLst/>
                <a:cxnLst>
                  <a:cxn ang="T82">
                    <a:pos x="T0" y="T1"/>
                  </a:cxn>
                  <a:cxn ang="T83">
                    <a:pos x="T2" y="T3"/>
                  </a:cxn>
                  <a:cxn ang="T84">
                    <a:pos x="T4" y="T5"/>
                  </a:cxn>
                  <a:cxn ang="T85">
                    <a:pos x="T6" y="T7"/>
                  </a:cxn>
                  <a:cxn ang="T86">
                    <a:pos x="T8" y="T9"/>
                  </a:cxn>
                  <a:cxn ang="T87">
                    <a:pos x="T10" y="T11"/>
                  </a:cxn>
                  <a:cxn ang="T88">
                    <a:pos x="T12" y="T13"/>
                  </a:cxn>
                  <a:cxn ang="T89">
                    <a:pos x="T14" y="T15"/>
                  </a:cxn>
                  <a:cxn ang="T90">
                    <a:pos x="T16" y="T17"/>
                  </a:cxn>
                  <a:cxn ang="T91">
                    <a:pos x="T18" y="T19"/>
                  </a:cxn>
                  <a:cxn ang="T92">
                    <a:pos x="T20" y="T21"/>
                  </a:cxn>
                  <a:cxn ang="T93">
                    <a:pos x="T22" y="T23"/>
                  </a:cxn>
                  <a:cxn ang="T94">
                    <a:pos x="T24" y="T25"/>
                  </a:cxn>
                  <a:cxn ang="T95">
                    <a:pos x="T26" y="T27"/>
                  </a:cxn>
                  <a:cxn ang="T96">
                    <a:pos x="T28" y="T29"/>
                  </a:cxn>
                  <a:cxn ang="T97">
                    <a:pos x="T30" y="T31"/>
                  </a:cxn>
                  <a:cxn ang="T98">
                    <a:pos x="T32" y="T33"/>
                  </a:cxn>
                  <a:cxn ang="T99">
                    <a:pos x="T34" y="T35"/>
                  </a:cxn>
                  <a:cxn ang="T100">
                    <a:pos x="T36" y="T37"/>
                  </a:cxn>
                  <a:cxn ang="T101">
                    <a:pos x="T38" y="T39"/>
                  </a:cxn>
                  <a:cxn ang="T102">
                    <a:pos x="T40" y="T41"/>
                  </a:cxn>
                  <a:cxn ang="T103">
                    <a:pos x="T42" y="T43"/>
                  </a:cxn>
                  <a:cxn ang="T104">
                    <a:pos x="T44" y="T45"/>
                  </a:cxn>
                  <a:cxn ang="T105">
                    <a:pos x="T46" y="T47"/>
                  </a:cxn>
                  <a:cxn ang="T106">
                    <a:pos x="T48" y="T49"/>
                  </a:cxn>
                  <a:cxn ang="T107">
                    <a:pos x="T50" y="T51"/>
                  </a:cxn>
                  <a:cxn ang="T108">
                    <a:pos x="T52" y="T53"/>
                  </a:cxn>
                  <a:cxn ang="T109">
                    <a:pos x="T54" y="T55"/>
                  </a:cxn>
                  <a:cxn ang="T110">
                    <a:pos x="T56" y="T57"/>
                  </a:cxn>
                  <a:cxn ang="T111">
                    <a:pos x="T58" y="T59"/>
                  </a:cxn>
                  <a:cxn ang="T112">
                    <a:pos x="T60" y="T61"/>
                  </a:cxn>
                  <a:cxn ang="T113">
                    <a:pos x="T62" y="T63"/>
                  </a:cxn>
                  <a:cxn ang="T114">
                    <a:pos x="T64" y="T65"/>
                  </a:cxn>
                  <a:cxn ang="T115">
                    <a:pos x="T66" y="T67"/>
                  </a:cxn>
                  <a:cxn ang="T116">
                    <a:pos x="T68" y="T69"/>
                  </a:cxn>
                  <a:cxn ang="T117">
                    <a:pos x="T70" y="T71"/>
                  </a:cxn>
                  <a:cxn ang="T118">
                    <a:pos x="T72" y="T73"/>
                  </a:cxn>
                  <a:cxn ang="T119">
                    <a:pos x="T74" y="T75"/>
                  </a:cxn>
                  <a:cxn ang="T120">
                    <a:pos x="T76" y="T77"/>
                  </a:cxn>
                  <a:cxn ang="T121">
                    <a:pos x="T78" y="T79"/>
                  </a:cxn>
                  <a:cxn ang="T122">
                    <a:pos x="T80" y="T81"/>
                  </a:cxn>
                </a:cxnLst>
                <a:rect l="T123" t="T124" r="T125" b="T126"/>
                <a:pathLst>
                  <a:path w="717" h="756">
                    <a:moveTo>
                      <a:pt x="0" y="756"/>
                    </a:moveTo>
                    <a:lnTo>
                      <a:pt x="52" y="167"/>
                    </a:lnTo>
                    <a:lnTo>
                      <a:pt x="64" y="384"/>
                    </a:lnTo>
                    <a:lnTo>
                      <a:pt x="90" y="103"/>
                    </a:lnTo>
                    <a:lnTo>
                      <a:pt x="116" y="519"/>
                    </a:lnTo>
                    <a:lnTo>
                      <a:pt x="135" y="487"/>
                    </a:lnTo>
                    <a:lnTo>
                      <a:pt x="135" y="359"/>
                    </a:lnTo>
                    <a:lnTo>
                      <a:pt x="167" y="71"/>
                    </a:lnTo>
                    <a:lnTo>
                      <a:pt x="192" y="244"/>
                    </a:lnTo>
                    <a:lnTo>
                      <a:pt x="205" y="96"/>
                    </a:lnTo>
                    <a:lnTo>
                      <a:pt x="218" y="615"/>
                    </a:lnTo>
                    <a:lnTo>
                      <a:pt x="244" y="397"/>
                    </a:lnTo>
                    <a:lnTo>
                      <a:pt x="282" y="519"/>
                    </a:lnTo>
                    <a:lnTo>
                      <a:pt x="308" y="308"/>
                    </a:lnTo>
                    <a:lnTo>
                      <a:pt x="333" y="442"/>
                    </a:lnTo>
                    <a:lnTo>
                      <a:pt x="346" y="352"/>
                    </a:lnTo>
                    <a:lnTo>
                      <a:pt x="365" y="384"/>
                    </a:lnTo>
                    <a:lnTo>
                      <a:pt x="378" y="135"/>
                    </a:lnTo>
                    <a:lnTo>
                      <a:pt x="391" y="301"/>
                    </a:lnTo>
                    <a:lnTo>
                      <a:pt x="384" y="519"/>
                    </a:lnTo>
                    <a:lnTo>
                      <a:pt x="404" y="679"/>
                    </a:lnTo>
                    <a:lnTo>
                      <a:pt x="429" y="628"/>
                    </a:lnTo>
                    <a:lnTo>
                      <a:pt x="442" y="480"/>
                    </a:lnTo>
                    <a:lnTo>
                      <a:pt x="455" y="391"/>
                    </a:lnTo>
                    <a:lnTo>
                      <a:pt x="436" y="506"/>
                    </a:lnTo>
                    <a:lnTo>
                      <a:pt x="461" y="352"/>
                    </a:lnTo>
                    <a:lnTo>
                      <a:pt x="474" y="455"/>
                    </a:lnTo>
                    <a:lnTo>
                      <a:pt x="493" y="519"/>
                    </a:lnTo>
                    <a:lnTo>
                      <a:pt x="512" y="410"/>
                    </a:lnTo>
                    <a:lnTo>
                      <a:pt x="532" y="186"/>
                    </a:lnTo>
                    <a:lnTo>
                      <a:pt x="544" y="231"/>
                    </a:lnTo>
                    <a:lnTo>
                      <a:pt x="570" y="148"/>
                    </a:lnTo>
                    <a:lnTo>
                      <a:pt x="576" y="301"/>
                    </a:lnTo>
                    <a:lnTo>
                      <a:pt x="576" y="730"/>
                    </a:lnTo>
                    <a:lnTo>
                      <a:pt x="647" y="0"/>
                    </a:lnTo>
                    <a:lnTo>
                      <a:pt x="647" y="250"/>
                    </a:lnTo>
                    <a:lnTo>
                      <a:pt x="660" y="333"/>
                    </a:lnTo>
                    <a:lnTo>
                      <a:pt x="685" y="192"/>
                    </a:lnTo>
                    <a:lnTo>
                      <a:pt x="711" y="340"/>
                    </a:lnTo>
                    <a:lnTo>
                      <a:pt x="698" y="429"/>
                    </a:lnTo>
                    <a:lnTo>
                      <a:pt x="717" y="461"/>
                    </a:lnTo>
                  </a:path>
                </a:pathLst>
              </a:custGeom>
              <a:noFill/>
              <a:ln w="9525">
                <a:solidFill>
                  <a:srgbClr val="0079F2"/>
                </a:solidFill>
                <a:round/>
                <a:headEnd/>
                <a:tailEnd/>
              </a:ln>
            </p:spPr>
            <p:txBody>
              <a:bodyPr/>
              <a:lstStyle/>
              <a:p>
                <a:endParaRPr lang="en-GB"/>
              </a:p>
            </p:txBody>
          </p:sp>
          <p:sp>
            <p:nvSpPr>
              <p:cNvPr id="68" name="Freeform 24"/>
              <p:cNvSpPr>
                <a:spLocks/>
              </p:cNvSpPr>
              <p:nvPr/>
            </p:nvSpPr>
            <p:spPr bwMode="auto">
              <a:xfrm flipH="1">
                <a:off x="4698" y="1100"/>
                <a:ext cx="313" cy="756"/>
              </a:xfrm>
              <a:custGeom>
                <a:avLst/>
                <a:gdLst>
                  <a:gd name="T0" fmla="*/ 0 w 717"/>
                  <a:gd name="T1" fmla="*/ 756 h 756"/>
                  <a:gd name="T2" fmla="*/ 4 w 717"/>
                  <a:gd name="T3" fmla="*/ 167 h 756"/>
                  <a:gd name="T4" fmla="*/ 5 w 717"/>
                  <a:gd name="T5" fmla="*/ 384 h 756"/>
                  <a:gd name="T6" fmla="*/ 7 w 717"/>
                  <a:gd name="T7" fmla="*/ 103 h 756"/>
                  <a:gd name="T8" fmla="*/ 10 w 717"/>
                  <a:gd name="T9" fmla="*/ 519 h 756"/>
                  <a:gd name="T10" fmla="*/ 11 w 717"/>
                  <a:gd name="T11" fmla="*/ 487 h 756"/>
                  <a:gd name="T12" fmla="*/ 11 w 717"/>
                  <a:gd name="T13" fmla="*/ 359 h 756"/>
                  <a:gd name="T14" fmla="*/ 14 w 717"/>
                  <a:gd name="T15" fmla="*/ 71 h 756"/>
                  <a:gd name="T16" fmla="*/ 16 w 717"/>
                  <a:gd name="T17" fmla="*/ 244 h 756"/>
                  <a:gd name="T18" fmla="*/ 17 w 717"/>
                  <a:gd name="T19" fmla="*/ 96 h 756"/>
                  <a:gd name="T20" fmla="*/ 18 w 717"/>
                  <a:gd name="T21" fmla="*/ 615 h 756"/>
                  <a:gd name="T22" fmla="*/ 21 w 717"/>
                  <a:gd name="T23" fmla="*/ 397 h 756"/>
                  <a:gd name="T24" fmla="*/ 24 w 717"/>
                  <a:gd name="T25" fmla="*/ 519 h 756"/>
                  <a:gd name="T26" fmla="*/ 25 w 717"/>
                  <a:gd name="T27" fmla="*/ 308 h 756"/>
                  <a:gd name="T28" fmla="*/ 28 w 717"/>
                  <a:gd name="T29" fmla="*/ 442 h 756"/>
                  <a:gd name="T30" fmla="*/ 29 w 717"/>
                  <a:gd name="T31" fmla="*/ 352 h 756"/>
                  <a:gd name="T32" fmla="*/ 30 w 717"/>
                  <a:gd name="T33" fmla="*/ 384 h 756"/>
                  <a:gd name="T34" fmla="*/ 31 w 717"/>
                  <a:gd name="T35" fmla="*/ 135 h 756"/>
                  <a:gd name="T36" fmla="*/ 33 w 717"/>
                  <a:gd name="T37" fmla="*/ 301 h 756"/>
                  <a:gd name="T38" fmla="*/ 32 w 717"/>
                  <a:gd name="T39" fmla="*/ 519 h 756"/>
                  <a:gd name="T40" fmla="*/ 34 w 717"/>
                  <a:gd name="T41" fmla="*/ 679 h 756"/>
                  <a:gd name="T42" fmla="*/ 36 w 717"/>
                  <a:gd name="T43" fmla="*/ 628 h 756"/>
                  <a:gd name="T44" fmla="*/ 37 w 717"/>
                  <a:gd name="T45" fmla="*/ 480 h 756"/>
                  <a:gd name="T46" fmla="*/ 38 w 717"/>
                  <a:gd name="T47" fmla="*/ 391 h 756"/>
                  <a:gd name="T48" fmla="*/ 36 w 717"/>
                  <a:gd name="T49" fmla="*/ 506 h 756"/>
                  <a:gd name="T50" fmla="*/ 38 w 717"/>
                  <a:gd name="T51" fmla="*/ 352 h 756"/>
                  <a:gd name="T52" fmla="*/ 39 w 717"/>
                  <a:gd name="T53" fmla="*/ 455 h 756"/>
                  <a:gd name="T54" fmla="*/ 41 w 717"/>
                  <a:gd name="T55" fmla="*/ 519 h 756"/>
                  <a:gd name="T56" fmla="*/ 43 w 717"/>
                  <a:gd name="T57" fmla="*/ 410 h 756"/>
                  <a:gd name="T58" fmla="*/ 44 w 717"/>
                  <a:gd name="T59" fmla="*/ 186 h 756"/>
                  <a:gd name="T60" fmla="*/ 45 w 717"/>
                  <a:gd name="T61" fmla="*/ 231 h 756"/>
                  <a:gd name="T62" fmla="*/ 48 w 717"/>
                  <a:gd name="T63" fmla="*/ 148 h 756"/>
                  <a:gd name="T64" fmla="*/ 48 w 717"/>
                  <a:gd name="T65" fmla="*/ 301 h 756"/>
                  <a:gd name="T66" fmla="*/ 48 w 717"/>
                  <a:gd name="T67" fmla="*/ 730 h 756"/>
                  <a:gd name="T68" fmla="*/ 54 w 717"/>
                  <a:gd name="T69" fmla="*/ 0 h 756"/>
                  <a:gd name="T70" fmla="*/ 54 w 717"/>
                  <a:gd name="T71" fmla="*/ 250 h 756"/>
                  <a:gd name="T72" fmla="*/ 55 w 717"/>
                  <a:gd name="T73" fmla="*/ 333 h 756"/>
                  <a:gd name="T74" fmla="*/ 57 w 717"/>
                  <a:gd name="T75" fmla="*/ 192 h 756"/>
                  <a:gd name="T76" fmla="*/ 59 w 717"/>
                  <a:gd name="T77" fmla="*/ 340 h 756"/>
                  <a:gd name="T78" fmla="*/ 58 w 717"/>
                  <a:gd name="T79" fmla="*/ 429 h 756"/>
                  <a:gd name="T80" fmla="*/ 60 w 717"/>
                  <a:gd name="T81" fmla="*/ 461 h 756"/>
                  <a:gd name="T82" fmla="*/ 0 60000 65536"/>
                  <a:gd name="T83" fmla="*/ 0 60000 65536"/>
                  <a:gd name="T84" fmla="*/ 0 60000 65536"/>
                  <a:gd name="T85" fmla="*/ 0 60000 65536"/>
                  <a:gd name="T86" fmla="*/ 0 60000 65536"/>
                  <a:gd name="T87" fmla="*/ 0 60000 65536"/>
                  <a:gd name="T88" fmla="*/ 0 60000 65536"/>
                  <a:gd name="T89" fmla="*/ 0 60000 65536"/>
                  <a:gd name="T90" fmla="*/ 0 60000 65536"/>
                  <a:gd name="T91" fmla="*/ 0 60000 65536"/>
                  <a:gd name="T92" fmla="*/ 0 60000 65536"/>
                  <a:gd name="T93" fmla="*/ 0 60000 65536"/>
                  <a:gd name="T94" fmla="*/ 0 60000 65536"/>
                  <a:gd name="T95" fmla="*/ 0 60000 65536"/>
                  <a:gd name="T96" fmla="*/ 0 60000 65536"/>
                  <a:gd name="T97" fmla="*/ 0 60000 65536"/>
                  <a:gd name="T98" fmla="*/ 0 60000 65536"/>
                  <a:gd name="T99" fmla="*/ 0 60000 65536"/>
                  <a:gd name="T100" fmla="*/ 0 60000 65536"/>
                  <a:gd name="T101" fmla="*/ 0 60000 65536"/>
                  <a:gd name="T102" fmla="*/ 0 60000 65536"/>
                  <a:gd name="T103" fmla="*/ 0 60000 65536"/>
                  <a:gd name="T104" fmla="*/ 0 60000 65536"/>
                  <a:gd name="T105" fmla="*/ 0 60000 65536"/>
                  <a:gd name="T106" fmla="*/ 0 60000 65536"/>
                  <a:gd name="T107" fmla="*/ 0 60000 65536"/>
                  <a:gd name="T108" fmla="*/ 0 60000 65536"/>
                  <a:gd name="T109" fmla="*/ 0 60000 65536"/>
                  <a:gd name="T110" fmla="*/ 0 60000 65536"/>
                  <a:gd name="T111" fmla="*/ 0 60000 65536"/>
                  <a:gd name="T112" fmla="*/ 0 60000 65536"/>
                  <a:gd name="T113" fmla="*/ 0 60000 65536"/>
                  <a:gd name="T114" fmla="*/ 0 60000 65536"/>
                  <a:gd name="T115" fmla="*/ 0 60000 65536"/>
                  <a:gd name="T116" fmla="*/ 0 60000 65536"/>
                  <a:gd name="T117" fmla="*/ 0 60000 65536"/>
                  <a:gd name="T118" fmla="*/ 0 60000 65536"/>
                  <a:gd name="T119" fmla="*/ 0 60000 65536"/>
                  <a:gd name="T120" fmla="*/ 0 60000 65536"/>
                  <a:gd name="T121" fmla="*/ 0 60000 65536"/>
                  <a:gd name="T122" fmla="*/ 0 60000 65536"/>
                  <a:gd name="T123" fmla="*/ 0 w 717"/>
                  <a:gd name="T124" fmla="*/ 0 h 756"/>
                  <a:gd name="T125" fmla="*/ 717 w 717"/>
                  <a:gd name="T126" fmla="*/ 756 h 756"/>
                </a:gdLst>
                <a:ahLst/>
                <a:cxnLst>
                  <a:cxn ang="T82">
                    <a:pos x="T0" y="T1"/>
                  </a:cxn>
                  <a:cxn ang="T83">
                    <a:pos x="T2" y="T3"/>
                  </a:cxn>
                  <a:cxn ang="T84">
                    <a:pos x="T4" y="T5"/>
                  </a:cxn>
                  <a:cxn ang="T85">
                    <a:pos x="T6" y="T7"/>
                  </a:cxn>
                  <a:cxn ang="T86">
                    <a:pos x="T8" y="T9"/>
                  </a:cxn>
                  <a:cxn ang="T87">
                    <a:pos x="T10" y="T11"/>
                  </a:cxn>
                  <a:cxn ang="T88">
                    <a:pos x="T12" y="T13"/>
                  </a:cxn>
                  <a:cxn ang="T89">
                    <a:pos x="T14" y="T15"/>
                  </a:cxn>
                  <a:cxn ang="T90">
                    <a:pos x="T16" y="T17"/>
                  </a:cxn>
                  <a:cxn ang="T91">
                    <a:pos x="T18" y="T19"/>
                  </a:cxn>
                  <a:cxn ang="T92">
                    <a:pos x="T20" y="T21"/>
                  </a:cxn>
                  <a:cxn ang="T93">
                    <a:pos x="T22" y="T23"/>
                  </a:cxn>
                  <a:cxn ang="T94">
                    <a:pos x="T24" y="T25"/>
                  </a:cxn>
                  <a:cxn ang="T95">
                    <a:pos x="T26" y="T27"/>
                  </a:cxn>
                  <a:cxn ang="T96">
                    <a:pos x="T28" y="T29"/>
                  </a:cxn>
                  <a:cxn ang="T97">
                    <a:pos x="T30" y="T31"/>
                  </a:cxn>
                  <a:cxn ang="T98">
                    <a:pos x="T32" y="T33"/>
                  </a:cxn>
                  <a:cxn ang="T99">
                    <a:pos x="T34" y="T35"/>
                  </a:cxn>
                  <a:cxn ang="T100">
                    <a:pos x="T36" y="T37"/>
                  </a:cxn>
                  <a:cxn ang="T101">
                    <a:pos x="T38" y="T39"/>
                  </a:cxn>
                  <a:cxn ang="T102">
                    <a:pos x="T40" y="T41"/>
                  </a:cxn>
                  <a:cxn ang="T103">
                    <a:pos x="T42" y="T43"/>
                  </a:cxn>
                  <a:cxn ang="T104">
                    <a:pos x="T44" y="T45"/>
                  </a:cxn>
                  <a:cxn ang="T105">
                    <a:pos x="T46" y="T47"/>
                  </a:cxn>
                  <a:cxn ang="T106">
                    <a:pos x="T48" y="T49"/>
                  </a:cxn>
                  <a:cxn ang="T107">
                    <a:pos x="T50" y="T51"/>
                  </a:cxn>
                  <a:cxn ang="T108">
                    <a:pos x="T52" y="T53"/>
                  </a:cxn>
                  <a:cxn ang="T109">
                    <a:pos x="T54" y="T55"/>
                  </a:cxn>
                  <a:cxn ang="T110">
                    <a:pos x="T56" y="T57"/>
                  </a:cxn>
                  <a:cxn ang="T111">
                    <a:pos x="T58" y="T59"/>
                  </a:cxn>
                  <a:cxn ang="T112">
                    <a:pos x="T60" y="T61"/>
                  </a:cxn>
                  <a:cxn ang="T113">
                    <a:pos x="T62" y="T63"/>
                  </a:cxn>
                  <a:cxn ang="T114">
                    <a:pos x="T64" y="T65"/>
                  </a:cxn>
                  <a:cxn ang="T115">
                    <a:pos x="T66" y="T67"/>
                  </a:cxn>
                  <a:cxn ang="T116">
                    <a:pos x="T68" y="T69"/>
                  </a:cxn>
                  <a:cxn ang="T117">
                    <a:pos x="T70" y="T71"/>
                  </a:cxn>
                  <a:cxn ang="T118">
                    <a:pos x="T72" y="T73"/>
                  </a:cxn>
                  <a:cxn ang="T119">
                    <a:pos x="T74" y="T75"/>
                  </a:cxn>
                  <a:cxn ang="T120">
                    <a:pos x="T76" y="T77"/>
                  </a:cxn>
                  <a:cxn ang="T121">
                    <a:pos x="T78" y="T79"/>
                  </a:cxn>
                  <a:cxn ang="T122">
                    <a:pos x="T80" y="T81"/>
                  </a:cxn>
                </a:cxnLst>
                <a:rect l="T123" t="T124" r="T125" b="T126"/>
                <a:pathLst>
                  <a:path w="717" h="756">
                    <a:moveTo>
                      <a:pt x="0" y="756"/>
                    </a:moveTo>
                    <a:lnTo>
                      <a:pt x="52" y="167"/>
                    </a:lnTo>
                    <a:lnTo>
                      <a:pt x="64" y="384"/>
                    </a:lnTo>
                    <a:lnTo>
                      <a:pt x="90" y="103"/>
                    </a:lnTo>
                    <a:lnTo>
                      <a:pt x="116" y="519"/>
                    </a:lnTo>
                    <a:lnTo>
                      <a:pt x="135" y="487"/>
                    </a:lnTo>
                    <a:lnTo>
                      <a:pt x="135" y="359"/>
                    </a:lnTo>
                    <a:lnTo>
                      <a:pt x="167" y="71"/>
                    </a:lnTo>
                    <a:lnTo>
                      <a:pt x="192" y="244"/>
                    </a:lnTo>
                    <a:lnTo>
                      <a:pt x="205" y="96"/>
                    </a:lnTo>
                    <a:lnTo>
                      <a:pt x="218" y="615"/>
                    </a:lnTo>
                    <a:lnTo>
                      <a:pt x="244" y="397"/>
                    </a:lnTo>
                    <a:lnTo>
                      <a:pt x="282" y="519"/>
                    </a:lnTo>
                    <a:lnTo>
                      <a:pt x="308" y="308"/>
                    </a:lnTo>
                    <a:lnTo>
                      <a:pt x="333" y="442"/>
                    </a:lnTo>
                    <a:lnTo>
                      <a:pt x="346" y="352"/>
                    </a:lnTo>
                    <a:lnTo>
                      <a:pt x="365" y="384"/>
                    </a:lnTo>
                    <a:lnTo>
                      <a:pt x="378" y="135"/>
                    </a:lnTo>
                    <a:lnTo>
                      <a:pt x="391" y="301"/>
                    </a:lnTo>
                    <a:lnTo>
                      <a:pt x="384" y="519"/>
                    </a:lnTo>
                    <a:lnTo>
                      <a:pt x="404" y="679"/>
                    </a:lnTo>
                    <a:lnTo>
                      <a:pt x="429" y="628"/>
                    </a:lnTo>
                    <a:lnTo>
                      <a:pt x="442" y="480"/>
                    </a:lnTo>
                    <a:lnTo>
                      <a:pt x="455" y="391"/>
                    </a:lnTo>
                    <a:lnTo>
                      <a:pt x="436" y="506"/>
                    </a:lnTo>
                    <a:lnTo>
                      <a:pt x="461" y="352"/>
                    </a:lnTo>
                    <a:lnTo>
                      <a:pt x="474" y="455"/>
                    </a:lnTo>
                    <a:lnTo>
                      <a:pt x="493" y="519"/>
                    </a:lnTo>
                    <a:lnTo>
                      <a:pt x="512" y="410"/>
                    </a:lnTo>
                    <a:lnTo>
                      <a:pt x="532" y="186"/>
                    </a:lnTo>
                    <a:lnTo>
                      <a:pt x="544" y="231"/>
                    </a:lnTo>
                    <a:lnTo>
                      <a:pt x="570" y="148"/>
                    </a:lnTo>
                    <a:lnTo>
                      <a:pt x="576" y="301"/>
                    </a:lnTo>
                    <a:lnTo>
                      <a:pt x="576" y="730"/>
                    </a:lnTo>
                    <a:lnTo>
                      <a:pt x="647" y="0"/>
                    </a:lnTo>
                    <a:lnTo>
                      <a:pt x="647" y="250"/>
                    </a:lnTo>
                    <a:lnTo>
                      <a:pt x="660" y="333"/>
                    </a:lnTo>
                    <a:lnTo>
                      <a:pt x="685" y="192"/>
                    </a:lnTo>
                    <a:lnTo>
                      <a:pt x="711" y="340"/>
                    </a:lnTo>
                    <a:lnTo>
                      <a:pt x="698" y="429"/>
                    </a:lnTo>
                    <a:lnTo>
                      <a:pt x="717" y="461"/>
                    </a:lnTo>
                  </a:path>
                </a:pathLst>
              </a:custGeom>
              <a:noFill/>
              <a:ln w="9525">
                <a:solidFill>
                  <a:srgbClr val="0079F2"/>
                </a:solidFill>
                <a:round/>
                <a:headEnd/>
                <a:tailEnd/>
              </a:ln>
            </p:spPr>
            <p:txBody>
              <a:bodyPr/>
              <a:lstStyle/>
              <a:p>
                <a:endParaRPr lang="en-GB"/>
              </a:p>
            </p:txBody>
          </p:sp>
        </p:grpSp>
        <p:grpSp>
          <p:nvGrpSpPr>
            <p:cNvPr id="58" name="Group 25"/>
            <p:cNvGrpSpPr>
              <a:grpSpLocks/>
            </p:cNvGrpSpPr>
            <p:nvPr/>
          </p:nvGrpSpPr>
          <p:grpSpPr bwMode="auto">
            <a:xfrm flipH="1">
              <a:off x="4569" y="1098"/>
              <a:ext cx="590" cy="801"/>
              <a:chOff x="3462" y="1100"/>
              <a:chExt cx="1549" cy="801"/>
            </a:xfrm>
          </p:grpSpPr>
          <p:sp>
            <p:nvSpPr>
              <p:cNvPr id="59" name="Freeform 26"/>
              <p:cNvSpPr>
                <a:spLocks/>
              </p:cNvSpPr>
              <p:nvPr/>
            </p:nvSpPr>
            <p:spPr bwMode="auto">
              <a:xfrm>
                <a:off x="3462" y="1126"/>
                <a:ext cx="313" cy="756"/>
              </a:xfrm>
              <a:custGeom>
                <a:avLst/>
                <a:gdLst>
                  <a:gd name="T0" fmla="*/ 0 w 717"/>
                  <a:gd name="T1" fmla="*/ 756 h 756"/>
                  <a:gd name="T2" fmla="*/ 4 w 717"/>
                  <a:gd name="T3" fmla="*/ 167 h 756"/>
                  <a:gd name="T4" fmla="*/ 5 w 717"/>
                  <a:gd name="T5" fmla="*/ 384 h 756"/>
                  <a:gd name="T6" fmla="*/ 7 w 717"/>
                  <a:gd name="T7" fmla="*/ 103 h 756"/>
                  <a:gd name="T8" fmla="*/ 10 w 717"/>
                  <a:gd name="T9" fmla="*/ 519 h 756"/>
                  <a:gd name="T10" fmla="*/ 11 w 717"/>
                  <a:gd name="T11" fmla="*/ 487 h 756"/>
                  <a:gd name="T12" fmla="*/ 11 w 717"/>
                  <a:gd name="T13" fmla="*/ 359 h 756"/>
                  <a:gd name="T14" fmla="*/ 14 w 717"/>
                  <a:gd name="T15" fmla="*/ 71 h 756"/>
                  <a:gd name="T16" fmla="*/ 16 w 717"/>
                  <a:gd name="T17" fmla="*/ 244 h 756"/>
                  <a:gd name="T18" fmla="*/ 17 w 717"/>
                  <a:gd name="T19" fmla="*/ 96 h 756"/>
                  <a:gd name="T20" fmla="*/ 18 w 717"/>
                  <a:gd name="T21" fmla="*/ 615 h 756"/>
                  <a:gd name="T22" fmla="*/ 21 w 717"/>
                  <a:gd name="T23" fmla="*/ 397 h 756"/>
                  <a:gd name="T24" fmla="*/ 24 w 717"/>
                  <a:gd name="T25" fmla="*/ 519 h 756"/>
                  <a:gd name="T26" fmla="*/ 25 w 717"/>
                  <a:gd name="T27" fmla="*/ 308 h 756"/>
                  <a:gd name="T28" fmla="*/ 28 w 717"/>
                  <a:gd name="T29" fmla="*/ 442 h 756"/>
                  <a:gd name="T30" fmla="*/ 29 w 717"/>
                  <a:gd name="T31" fmla="*/ 352 h 756"/>
                  <a:gd name="T32" fmla="*/ 30 w 717"/>
                  <a:gd name="T33" fmla="*/ 384 h 756"/>
                  <a:gd name="T34" fmla="*/ 31 w 717"/>
                  <a:gd name="T35" fmla="*/ 135 h 756"/>
                  <a:gd name="T36" fmla="*/ 33 w 717"/>
                  <a:gd name="T37" fmla="*/ 301 h 756"/>
                  <a:gd name="T38" fmla="*/ 32 w 717"/>
                  <a:gd name="T39" fmla="*/ 519 h 756"/>
                  <a:gd name="T40" fmla="*/ 34 w 717"/>
                  <a:gd name="T41" fmla="*/ 679 h 756"/>
                  <a:gd name="T42" fmla="*/ 36 w 717"/>
                  <a:gd name="T43" fmla="*/ 628 h 756"/>
                  <a:gd name="T44" fmla="*/ 37 w 717"/>
                  <a:gd name="T45" fmla="*/ 480 h 756"/>
                  <a:gd name="T46" fmla="*/ 38 w 717"/>
                  <a:gd name="T47" fmla="*/ 391 h 756"/>
                  <a:gd name="T48" fmla="*/ 36 w 717"/>
                  <a:gd name="T49" fmla="*/ 506 h 756"/>
                  <a:gd name="T50" fmla="*/ 38 w 717"/>
                  <a:gd name="T51" fmla="*/ 352 h 756"/>
                  <a:gd name="T52" fmla="*/ 39 w 717"/>
                  <a:gd name="T53" fmla="*/ 455 h 756"/>
                  <a:gd name="T54" fmla="*/ 41 w 717"/>
                  <a:gd name="T55" fmla="*/ 519 h 756"/>
                  <a:gd name="T56" fmla="*/ 43 w 717"/>
                  <a:gd name="T57" fmla="*/ 410 h 756"/>
                  <a:gd name="T58" fmla="*/ 44 w 717"/>
                  <a:gd name="T59" fmla="*/ 186 h 756"/>
                  <a:gd name="T60" fmla="*/ 45 w 717"/>
                  <a:gd name="T61" fmla="*/ 231 h 756"/>
                  <a:gd name="T62" fmla="*/ 48 w 717"/>
                  <a:gd name="T63" fmla="*/ 148 h 756"/>
                  <a:gd name="T64" fmla="*/ 48 w 717"/>
                  <a:gd name="T65" fmla="*/ 301 h 756"/>
                  <a:gd name="T66" fmla="*/ 48 w 717"/>
                  <a:gd name="T67" fmla="*/ 730 h 756"/>
                  <a:gd name="T68" fmla="*/ 54 w 717"/>
                  <a:gd name="T69" fmla="*/ 0 h 756"/>
                  <a:gd name="T70" fmla="*/ 54 w 717"/>
                  <a:gd name="T71" fmla="*/ 250 h 756"/>
                  <a:gd name="T72" fmla="*/ 55 w 717"/>
                  <a:gd name="T73" fmla="*/ 333 h 756"/>
                  <a:gd name="T74" fmla="*/ 57 w 717"/>
                  <a:gd name="T75" fmla="*/ 192 h 756"/>
                  <a:gd name="T76" fmla="*/ 59 w 717"/>
                  <a:gd name="T77" fmla="*/ 340 h 756"/>
                  <a:gd name="T78" fmla="*/ 58 w 717"/>
                  <a:gd name="T79" fmla="*/ 429 h 756"/>
                  <a:gd name="T80" fmla="*/ 60 w 717"/>
                  <a:gd name="T81" fmla="*/ 461 h 756"/>
                  <a:gd name="T82" fmla="*/ 0 60000 65536"/>
                  <a:gd name="T83" fmla="*/ 0 60000 65536"/>
                  <a:gd name="T84" fmla="*/ 0 60000 65536"/>
                  <a:gd name="T85" fmla="*/ 0 60000 65536"/>
                  <a:gd name="T86" fmla="*/ 0 60000 65536"/>
                  <a:gd name="T87" fmla="*/ 0 60000 65536"/>
                  <a:gd name="T88" fmla="*/ 0 60000 65536"/>
                  <a:gd name="T89" fmla="*/ 0 60000 65536"/>
                  <a:gd name="T90" fmla="*/ 0 60000 65536"/>
                  <a:gd name="T91" fmla="*/ 0 60000 65536"/>
                  <a:gd name="T92" fmla="*/ 0 60000 65536"/>
                  <a:gd name="T93" fmla="*/ 0 60000 65536"/>
                  <a:gd name="T94" fmla="*/ 0 60000 65536"/>
                  <a:gd name="T95" fmla="*/ 0 60000 65536"/>
                  <a:gd name="T96" fmla="*/ 0 60000 65536"/>
                  <a:gd name="T97" fmla="*/ 0 60000 65536"/>
                  <a:gd name="T98" fmla="*/ 0 60000 65536"/>
                  <a:gd name="T99" fmla="*/ 0 60000 65536"/>
                  <a:gd name="T100" fmla="*/ 0 60000 65536"/>
                  <a:gd name="T101" fmla="*/ 0 60000 65536"/>
                  <a:gd name="T102" fmla="*/ 0 60000 65536"/>
                  <a:gd name="T103" fmla="*/ 0 60000 65536"/>
                  <a:gd name="T104" fmla="*/ 0 60000 65536"/>
                  <a:gd name="T105" fmla="*/ 0 60000 65536"/>
                  <a:gd name="T106" fmla="*/ 0 60000 65536"/>
                  <a:gd name="T107" fmla="*/ 0 60000 65536"/>
                  <a:gd name="T108" fmla="*/ 0 60000 65536"/>
                  <a:gd name="T109" fmla="*/ 0 60000 65536"/>
                  <a:gd name="T110" fmla="*/ 0 60000 65536"/>
                  <a:gd name="T111" fmla="*/ 0 60000 65536"/>
                  <a:gd name="T112" fmla="*/ 0 60000 65536"/>
                  <a:gd name="T113" fmla="*/ 0 60000 65536"/>
                  <a:gd name="T114" fmla="*/ 0 60000 65536"/>
                  <a:gd name="T115" fmla="*/ 0 60000 65536"/>
                  <a:gd name="T116" fmla="*/ 0 60000 65536"/>
                  <a:gd name="T117" fmla="*/ 0 60000 65536"/>
                  <a:gd name="T118" fmla="*/ 0 60000 65536"/>
                  <a:gd name="T119" fmla="*/ 0 60000 65536"/>
                  <a:gd name="T120" fmla="*/ 0 60000 65536"/>
                  <a:gd name="T121" fmla="*/ 0 60000 65536"/>
                  <a:gd name="T122" fmla="*/ 0 60000 65536"/>
                  <a:gd name="T123" fmla="*/ 0 w 717"/>
                  <a:gd name="T124" fmla="*/ 0 h 756"/>
                  <a:gd name="T125" fmla="*/ 717 w 717"/>
                  <a:gd name="T126" fmla="*/ 756 h 756"/>
                </a:gdLst>
                <a:ahLst/>
                <a:cxnLst>
                  <a:cxn ang="T82">
                    <a:pos x="T0" y="T1"/>
                  </a:cxn>
                  <a:cxn ang="T83">
                    <a:pos x="T2" y="T3"/>
                  </a:cxn>
                  <a:cxn ang="T84">
                    <a:pos x="T4" y="T5"/>
                  </a:cxn>
                  <a:cxn ang="T85">
                    <a:pos x="T6" y="T7"/>
                  </a:cxn>
                  <a:cxn ang="T86">
                    <a:pos x="T8" y="T9"/>
                  </a:cxn>
                  <a:cxn ang="T87">
                    <a:pos x="T10" y="T11"/>
                  </a:cxn>
                  <a:cxn ang="T88">
                    <a:pos x="T12" y="T13"/>
                  </a:cxn>
                  <a:cxn ang="T89">
                    <a:pos x="T14" y="T15"/>
                  </a:cxn>
                  <a:cxn ang="T90">
                    <a:pos x="T16" y="T17"/>
                  </a:cxn>
                  <a:cxn ang="T91">
                    <a:pos x="T18" y="T19"/>
                  </a:cxn>
                  <a:cxn ang="T92">
                    <a:pos x="T20" y="T21"/>
                  </a:cxn>
                  <a:cxn ang="T93">
                    <a:pos x="T22" y="T23"/>
                  </a:cxn>
                  <a:cxn ang="T94">
                    <a:pos x="T24" y="T25"/>
                  </a:cxn>
                  <a:cxn ang="T95">
                    <a:pos x="T26" y="T27"/>
                  </a:cxn>
                  <a:cxn ang="T96">
                    <a:pos x="T28" y="T29"/>
                  </a:cxn>
                  <a:cxn ang="T97">
                    <a:pos x="T30" y="T31"/>
                  </a:cxn>
                  <a:cxn ang="T98">
                    <a:pos x="T32" y="T33"/>
                  </a:cxn>
                  <a:cxn ang="T99">
                    <a:pos x="T34" y="T35"/>
                  </a:cxn>
                  <a:cxn ang="T100">
                    <a:pos x="T36" y="T37"/>
                  </a:cxn>
                  <a:cxn ang="T101">
                    <a:pos x="T38" y="T39"/>
                  </a:cxn>
                  <a:cxn ang="T102">
                    <a:pos x="T40" y="T41"/>
                  </a:cxn>
                  <a:cxn ang="T103">
                    <a:pos x="T42" y="T43"/>
                  </a:cxn>
                  <a:cxn ang="T104">
                    <a:pos x="T44" y="T45"/>
                  </a:cxn>
                  <a:cxn ang="T105">
                    <a:pos x="T46" y="T47"/>
                  </a:cxn>
                  <a:cxn ang="T106">
                    <a:pos x="T48" y="T49"/>
                  </a:cxn>
                  <a:cxn ang="T107">
                    <a:pos x="T50" y="T51"/>
                  </a:cxn>
                  <a:cxn ang="T108">
                    <a:pos x="T52" y="T53"/>
                  </a:cxn>
                  <a:cxn ang="T109">
                    <a:pos x="T54" y="T55"/>
                  </a:cxn>
                  <a:cxn ang="T110">
                    <a:pos x="T56" y="T57"/>
                  </a:cxn>
                  <a:cxn ang="T111">
                    <a:pos x="T58" y="T59"/>
                  </a:cxn>
                  <a:cxn ang="T112">
                    <a:pos x="T60" y="T61"/>
                  </a:cxn>
                  <a:cxn ang="T113">
                    <a:pos x="T62" y="T63"/>
                  </a:cxn>
                  <a:cxn ang="T114">
                    <a:pos x="T64" y="T65"/>
                  </a:cxn>
                  <a:cxn ang="T115">
                    <a:pos x="T66" y="T67"/>
                  </a:cxn>
                  <a:cxn ang="T116">
                    <a:pos x="T68" y="T69"/>
                  </a:cxn>
                  <a:cxn ang="T117">
                    <a:pos x="T70" y="T71"/>
                  </a:cxn>
                  <a:cxn ang="T118">
                    <a:pos x="T72" y="T73"/>
                  </a:cxn>
                  <a:cxn ang="T119">
                    <a:pos x="T74" y="T75"/>
                  </a:cxn>
                  <a:cxn ang="T120">
                    <a:pos x="T76" y="T77"/>
                  </a:cxn>
                  <a:cxn ang="T121">
                    <a:pos x="T78" y="T79"/>
                  </a:cxn>
                  <a:cxn ang="T122">
                    <a:pos x="T80" y="T81"/>
                  </a:cxn>
                </a:cxnLst>
                <a:rect l="T123" t="T124" r="T125" b="T126"/>
                <a:pathLst>
                  <a:path w="717" h="756">
                    <a:moveTo>
                      <a:pt x="0" y="756"/>
                    </a:moveTo>
                    <a:lnTo>
                      <a:pt x="52" y="167"/>
                    </a:lnTo>
                    <a:lnTo>
                      <a:pt x="64" y="384"/>
                    </a:lnTo>
                    <a:lnTo>
                      <a:pt x="90" y="103"/>
                    </a:lnTo>
                    <a:lnTo>
                      <a:pt x="116" y="519"/>
                    </a:lnTo>
                    <a:lnTo>
                      <a:pt x="135" y="487"/>
                    </a:lnTo>
                    <a:lnTo>
                      <a:pt x="135" y="359"/>
                    </a:lnTo>
                    <a:lnTo>
                      <a:pt x="167" y="71"/>
                    </a:lnTo>
                    <a:lnTo>
                      <a:pt x="192" y="244"/>
                    </a:lnTo>
                    <a:lnTo>
                      <a:pt x="205" y="96"/>
                    </a:lnTo>
                    <a:lnTo>
                      <a:pt x="218" y="615"/>
                    </a:lnTo>
                    <a:lnTo>
                      <a:pt x="244" y="397"/>
                    </a:lnTo>
                    <a:lnTo>
                      <a:pt x="282" y="519"/>
                    </a:lnTo>
                    <a:lnTo>
                      <a:pt x="308" y="308"/>
                    </a:lnTo>
                    <a:lnTo>
                      <a:pt x="333" y="442"/>
                    </a:lnTo>
                    <a:lnTo>
                      <a:pt x="346" y="352"/>
                    </a:lnTo>
                    <a:lnTo>
                      <a:pt x="365" y="384"/>
                    </a:lnTo>
                    <a:lnTo>
                      <a:pt x="378" y="135"/>
                    </a:lnTo>
                    <a:lnTo>
                      <a:pt x="391" y="301"/>
                    </a:lnTo>
                    <a:lnTo>
                      <a:pt x="384" y="519"/>
                    </a:lnTo>
                    <a:lnTo>
                      <a:pt x="404" y="679"/>
                    </a:lnTo>
                    <a:lnTo>
                      <a:pt x="429" y="628"/>
                    </a:lnTo>
                    <a:lnTo>
                      <a:pt x="442" y="480"/>
                    </a:lnTo>
                    <a:lnTo>
                      <a:pt x="455" y="391"/>
                    </a:lnTo>
                    <a:lnTo>
                      <a:pt x="436" y="506"/>
                    </a:lnTo>
                    <a:lnTo>
                      <a:pt x="461" y="352"/>
                    </a:lnTo>
                    <a:lnTo>
                      <a:pt x="474" y="455"/>
                    </a:lnTo>
                    <a:lnTo>
                      <a:pt x="493" y="519"/>
                    </a:lnTo>
                    <a:lnTo>
                      <a:pt x="512" y="410"/>
                    </a:lnTo>
                    <a:lnTo>
                      <a:pt x="532" y="186"/>
                    </a:lnTo>
                    <a:lnTo>
                      <a:pt x="544" y="231"/>
                    </a:lnTo>
                    <a:lnTo>
                      <a:pt x="570" y="148"/>
                    </a:lnTo>
                    <a:lnTo>
                      <a:pt x="576" y="301"/>
                    </a:lnTo>
                    <a:lnTo>
                      <a:pt x="576" y="730"/>
                    </a:lnTo>
                    <a:lnTo>
                      <a:pt x="647" y="0"/>
                    </a:lnTo>
                    <a:lnTo>
                      <a:pt x="647" y="250"/>
                    </a:lnTo>
                    <a:lnTo>
                      <a:pt x="660" y="333"/>
                    </a:lnTo>
                    <a:lnTo>
                      <a:pt x="685" y="192"/>
                    </a:lnTo>
                    <a:lnTo>
                      <a:pt x="711" y="340"/>
                    </a:lnTo>
                    <a:lnTo>
                      <a:pt x="698" y="429"/>
                    </a:lnTo>
                    <a:lnTo>
                      <a:pt x="717" y="461"/>
                    </a:lnTo>
                  </a:path>
                </a:pathLst>
              </a:custGeom>
              <a:noFill/>
              <a:ln w="9525">
                <a:solidFill>
                  <a:srgbClr val="0079F2"/>
                </a:solidFill>
                <a:round/>
                <a:headEnd/>
                <a:tailEnd/>
              </a:ln>
            </p:spPr>
            <p:txBody>
              <a:bodyPr/>
              <a:lstStyle/>
              <a:p>
                <a:endParaRPr lang="en-GB"/>
              </a:p>
            </p:txBody>
          </p:sp>
          <p:sp>
            <p:nvSpPr>
              <p:cNvPr id="60" name="Freeform 27"/>
              <p:cNvSpPr>
                <a:spLocks/>
              </p:cNvSpPr>
              <p:nvPr/>
            </p:nvSpPr>
            <p:spPr bwMode="auto">
              <a:xfrm flipH="1" flipV="1">
                <a:off x="3770" y="1145"/>
                <a:ext cx="313" cy="756"/>
              </a:xfrm>
              <a:custGeom>
                <a:avLst/>
                <a:gdLst>
                  <a:gd name="T0" fmla="*/ 0 w 717"/>
                  <a:gd name="T1" fmla="*/ 756 h 756"/>
                  <a:gd name="T2" fmla="*/ 4 w 717"/>
                  <a:gd name="T3" fmla="*/ 167 h 756"/>
                  <a:gd name="T4" fmla="*/ 5 w 717"/>
                  <a:gd name="T5" fmla="*/ 384 h 756"/>
                  <a:gd name="T6" fmla="*/ 7 w 717"/>
                  <a:gd name="T7" fmla="*/ 103 h 756"/>
                  <a:gd name="T8" fmla="*/ 10 w 717"/>
                  <a:gd name="T9" fmla="*/ 519 h 756"/>
                  <a:gd name="T10" fmla="*/ 11 w 717"/>
                  <a:gd name="T11" fmla="*/ 487 h 756"/>
                  <a:gd name="T12" fmla="*/ 11 w 717"/>
                  <a:gd name="T13" fmla="*/ 359 h 756"/>
                  <a:gd name="T14" fmla="*/ 14 w 717"/>
                  <a:gd name="T15" fmla="*/ 71 h 756"/>
                  <a:gd name="T16" fmla="*/ 16 w 717"/>
                  <a:gd name="T17" fmla="*/ 244 h 756"/>
                  <a:gd name="T18" fmla="*/ 17 w 717"/>
                  <a:gd name="T19" fmla="*/ 96 h 756"/>
                  <a:gd name="T20" fmla="*/ 18 w 717"/>
                  <a:gd name="T21" fmla="*/ 615 h 756"/>
                  <a:gd name="T22" fmla="*/ 21 w 717"/>
                  <a:gd name="T23" fmla="*/ 397 h 756"/>
                  <a:gd name="T24" fmla="*/ 24 w 717"/>
                  <a:gd name="T25" fmla="*/ 519 h 756"/>
                  <a:gd name="T26" fmla="*/ 25 w 717"/>
                  <a:gd name="T27" fmla="*/ 308 h 756"/>
                  <a:gd name="T28" fmla="*/ 28 w 717"/>
                  <a:gd name="T29" fmla="*/ 442 h 756"/>
                  <a:gd name="T30" fmla="*/ 29 w 717"/>
                  <a:gd name="T31" fmla="*/ 352 h 756"/>
                  <a:gd name="T32" fmla="*/ 30 w 717"/>
                  <a:gd name="T33" fmla="*/ 384 h 756"/>
                  <a:gd name="T34" fmla="*/ 31 w 717"/>
                  <a:gd name="T35" fmla="*/ 135 h 756"/>
                  <a:gd name="T36" fmla="*/ 33 w 717"/>
                  <a:gd name="T37" fmla="*/ 301 h 756"/>
                  <a:gd name="T38" fmla="*/ 32 w 717"/>
                  <a:gd name="T39" fmla="*/ 519 h 756"/>
                  <a:gd name="T40" fmla="*/ 34 w 717"/>
                  <a:gd name="T41" fmla="*/ 679 h 756"/>
                  <a:gd name="T42" fmla="*/ 36 w 717"/>
                  <a:gd name="T43" fmla="*/ 628 h 756"/>
                  <a:gd name="T44" fmla="*/ 37 w 717"/>
                  <a:gd name="T45" fmla="*/ 480 h 756"/>
                  <a:gd name="T46" fmla="*/ 38 w 717"/>
                  <a:gd name="T47" fmla="*/ 391 h 756"/>
                  <a:gd name="T48" fmla="*/ 36 w 717"/>
                  <a:gd name="T49" fmla="*/ 506 h 756"/>
                  <a:gd name="T50" fmla="*/ 38 w 717"/>
                  <a:gd name="T51" fmla="*/ 352 h 756"/>
                  <a:gd name="T52" fmla="*/ 39 w 717"/>
                  <a:gd name="T53" fmla="*/ 455 h 756"/>
                  <a:gd name="T54" fmla="*/ 41 w 717"/>
                  <a:gd name="T55" fmla="*/ 519 h 756"/>
                  <a:gd name="T56" fmla="*/ 43 w 717"/>
                  <a:gd name="T57" fmla="*/ 410 h 756"/>
                  <a:gd name="T58" fmla="*/ 44 w 717"/>
                  <a:gd name="T59" fmla="*/ 186 h 756"/>
                  <a:gd name="T60" fmla="*/ 45 w 717"/>
                  <a:gd name="T61" fmla="*/ 231 h 756"/>
                  <a:gd name="T62" fmla="*/ 48 w 717"/>
                  <a:gd name="T63" fmla="*/ 148 h 756"/>
                  <a:gd name="T64" fmla="*/ 48 w 717"/>
                  <a:gd name="T65" fmla="*/ 301 h 756"/>
                  <a:gd name="T66" fmla="*/ 48 w 717"/>
                  <a:gd name="T67" fmla="*/ 730 h 756"/>
                  <a:gd name="T68" fmla="*/ 54 w 717"/>
                  <a:gd name="T69" fmla="*/ 0 h 756"/>
                  <a:gd name="T70" fmla="*/ 54 w 717"/>
                  <a:gd name="T71" fmla="*/ 250 h 756"/>
                  <a:gd name="T72" fmla="*/ 55 w 717"/>
                  <a:gd name="T73" fmla="*/ 333 h 756"/>
                  <a:gd name="T74" fmla="*/ 57 w 717"/>
                  <a:gd name="T75" fmla="*/ 192 h 756"/>
                  <a:gd name="T76" fmla="*/ 59 w 717"/>
                  <a:gd name="T77" fmla="*/ 340 h 756"/>
                  <a:gd name="T78" fmla="*/ 58 w 717"/>
                  <a:gd name="T79" fmla="*/ 429 h 756"/>
                  <a:gd name="T80" fmla="*/ 60 w 717"/>
                  <a:gd name="T81" fmla="*/ 461 h 756"/>
                  <a:gd name="T82" fmla="*/ 0 60000 65536"/>
                  <a:gd name="T83" fmla="*/ 0 60000 65536"/>
                  <a:gd name="T84" fmla="*/ 0 60000 65536"/>
                  <a:gd name="T85" fmla="*/ 0 60000 65536"/>
                  <a:gd name="T86" fmla="*/ 0 60000 65536"/>
                  <a:gd name="T87" fmla="*/ 0 60000 65536"/>
                  <a:gd name="T88" fmla="*/ 0 60000 65536"/>
                  <a:gd name="T89" fmla="*/ 0 60000 65536"/>
                  <a:gd name="T90" fmla="*/ 0 60000 65536"/>
                  <a:gd name="T91" fmla="*/ 0 60000 65536"/>
                  <a:gd name="T92" fmla="*/ 0 60000 65536"/>
                  <a:gd name="T93" fmla="*/ 0 60000 65536"/>
                  <a:gd name="T94" fmla="*/ 0 60000 65536"/>
                  <a:gd name="T95" fmla="*/ 0 60000 65536"/>
                  <a:gd name="T96" fmla="*/ 0 60000 65536"/>
                  <a:gd name="T97" fmla="*/ 0 60000 65536"/>
                  <a:gd name="T98" fmla="*/ 0 60000 65536"/>
                  <a:gd name="T99" fmla="*/ 0 60000 65536"/>
                  <a:gd name="T100" fmla="*/ 0 60000 65536"/>
                  <a:gd name="T101" fmla="*/ 0 60000 65536"/>
                  <a:gd name="T102" fmla="*/ 0 60000 65536"/>
                  <a:gd name="T103" fmla="*/ 0 60000 65536"/>
                  <a:gd name="T104" fmla="*/ 0 60000 65536"/>
                  <a:gd name="T105" fmla="*/ 0 60000 65536"/>
                  <a:gd name="T106" fmla="*/ 0 60000 65536"/>
                  <a:gd name="T107" fmla="*/ 0 60000 65536"/>
                  <a:gd name="T108" fmla="*/ 0 60000 65536"/>
                  <a:gd name="T109" fmla="*/ 0 60000 65536"/>
                  <a:gd name="T110" fmla="*/ 0 60000 65536"/>
                  <a:gd name="T111" fmla="*/ 0 60000 65536"/>
                  <a:gd name="T112" fmla="*/ 0 60000 65536"/>
                  <a:gd name="T113" fmla="*/ 0 60000 65536"/>
                  <a:gd name="T114" fmla="*/ 0 60000 65536"/>
                  <a:gd name="T115" fmla="*/ 0 60000 65536"/>
                  <a:gd name="T116" fmla="*/ 0 60000 65536"/>
                  <a:gd name="T117" fmla="*/ 0 60000 65536"/>
                  <a:gd name="T118" fmla="*/ 0 60000 65536"/>
                  <a:gd name="T119" fmla="*/ 0 60000 65536"/>
                  <a:gd name="T120" fmla="*/ 0 60000 65536"/>
                  <a:gd name="T121" fmla="*/ 0 60000 65536"/>
                  <a:gd name="T122" fmla="*/ 0 60000 65536"/>
                  <a:gd name="T123" fmla="*/ 0 w 717"/>
                  <a:gd name="T124" fmla="*/ 0 h 756"/>
                  <a:gd name="T125" fmla="*/ 717 w 717"/>
                  <a:gd name="T126" fmla="*/ 756 h 756"/>
                </a:gdLst>
                <a:ahLst/>
                <a:cxnLst>
                  <a:cxn ang="T82">
                    <a:pos x="T0" y="T1"/>
                  </a:cxn>
                  <a:cxn ang="T83">
                    <a:pos x="T2" y="T3"/>
                  </a:cxn>
                  <a:cxn ang="T84">
                    <a:pos x="T4" y="T5"/>
                  </a:cxn>
                  <a:cxn ang="T85">
                    <a:pos x="T6" y="T7"/>
                  </a:cxn>
                  <a:cxn ang="T86">
                    <a:pos x="T8" y="T9"/>
                  </a:cxn>
                  <a:cxn ang="T87">
                    <a:pos x="T10" y="T11"/>
                  </a:cxn>
                  <a:cxn ang="T88">
                    <a:pos x="T12" y="T13"/>
                  </a:cxn>
                  <a:cxn ang="T89">
                    <a:pos x="T14" y="T15"/>
                  </a:cxn>
                  <a:cxn ang="T90">
                    <a:pos x="T16" y="T17"/>
                  </a:cxn>
                  <a:cxn ang="T91">
                    <a:pos x="T18" y="T19"/>
                  </a:cxn>
                  <a:cxn ang="T92">
                    <a:pos x="T20" y="T21"/>
                  </a:cxn>
                  <a:cxn ang="T93">
                    <a:pos x="T22" y="T23"/>
                  </a:cxn>
                  <a:cxn ang="T94">
                    <a:pos x="T24" y="T25"/>
                  </a:cxn>
                  <a:cxn ang="T95">
                    <a:pos x="T26" y="T27"/>
                  </a:cxn>
                  <a:cxn ang="T96">
                    <a:pos x="T28" y="T29"/>
                  </a:cxn>
                  <a:cxn ang="T97">
                    <a:pos x="T30" y="T31"/>
                  </a:cxn>
                  <a:cxn ang="T98">
                    <a:pos x="T32" y="T33"/>
                  </a:cxn>
                  <a:cxn ang="T99">
                    <a:pos x="T34" y="T35"/>
                  </a:cxn>
                  <a:cxn ang="T100">
                    <a:pos x="T36" y="T37"/>
                  </a:cxn>
                  <a:cxn ang="T101">
                    <a:pos x="T38" y="T39"/>
                  </a:cxn>
                  <a:cxn ang="T102">
                    <a:pos x="T40" y="T41"/>
                  </a:cxn>
                  <a:cxn ang="T103">
                    <a:pos x="T42" y="T43"/>
                  </a:cxn>
                  <a:cxn ang="T104">
                    <a:pos x="T44" y="T45"/>
                  </a:cxn>
                  <a:cxn ang="T105">
                    <a:pos x="T46" y="T47"/>
                  </a:cxn>
                  <a:cxn ang="T106">
                    <a:pos x="T48" y="T49"/>
                  </a:cxn>
                  <a:cxn ang="T107">
                    <a:pos x="T50" y="T51"/>
                  </a:cxn>
                  <a:cxn ang="T108">
                    <a:pos x="T52" y="T53"/>
                  </a:cxn>
                  <a:cxn ang="T109">
                    <a:pos x="T54" y="T55"/>
                  </a:cxn>
                  <a:cxn ang="T110">
                    <a:pos x="T56" y="T57"/>
                  </a:cxn>
                  <a:cxn ang="T111">
                    <a:pos x="T58" y="T59"/>
                  </a:cxn>
                  <a:cxn ang="T112">
                    <a:pos x="T60" y="T61"/>
                  </a:cxn>
                  <a:cxn ang="T113">
                    <a:pos x="T62" y="T63"/>
                  </a:cxn>
                  <a:cxn ang="T114">
                    <a:pos x="T64" y="T65"/>
                  </a:cxn>
                  <a:cxn ang="T115">
                    <a:pos x="T66" y="T67"/>
                  </a:cxn>
                  <a:cxn ang="T116">
                    <a:pos x="T68" y="T69"/>
                  </a:cxn>
                  <a:cxn ang="T117">
                    <a:pos x="T70" y="T71"/>
                  </a:cxn>
                  <a:cxn ang="T118">
                    <a:pos x="T72" y="T73"/>
                  </a:cxn>
                  <a:cxn ang="T119">
                    <a:pos x="T74" y="T75"/>
                  </a:cxn>
                  <a:cxn ang="T120">
                    <a:pos x="T76" y="T77"/>
                  </a:cxn>
                  <a:cxn ang="T121">
                    <a:pos x="T78" y="T79"/>
                  </a:cxn>
                  <a:cxn ang="T122">
                    <a:pos x="T80" y="T81"/>
                  </a:cxn>
                </a:cxnLst>
                <a:rect l="T123" t="T124" r="T125" b="T126"/>
                <a:pathLst>
                  <a:path w="717" h="756">
                    <a:moveTo>
                      <a:pt x="0" y="756"/>
                    </a:moveTo>
                    <a:lnTo>
                      <a:pt x="52" y="167"/>
                    </a:lnTo>
                    <a:lnTo>
                      <a:pt x="64" y="384"/>
                    </a:lnTo>
                    <a:lnTo>
                      <a:pt x="90" y="103"/>
                    </a:lnTo>
                    <a:lnTo>
                      <a:pt x="116" y="519"/>
                    </a:lnTo>
                    <a:lnTo>
                      <a:pt x="135" y="487"/>
                    </a:lnTo>
                    <a:lnTo>
                      <a:pt x="135" y="359"/>
                    </a:lnTo>
                    <a:lnTo>
                      <a:pt x="167" y="71"/>
                    </a:lnTo>
                    <a:lnTo>
                      <a:pt x="192" y="244"/>
                    </a:lnTo>
                    <a:lnTo>
                      <a:pt x="205" y="96"/>
                    </a:lnTo>
                    <a:lnTo>
                      <a:pt x="218" y="615"/>
                    </a:lnTo>
                    <a:lnTo>
                      <a:pt x="244" y="397"/>
                    </a:lnTo>
                    <a:lnTo>
                      <a:pt x="282" y="519"/>
                    </a:lnTo>
                    <a:lnTo>
                      <a:pt x="308" y="308"/>
                    </a:lnTo>
                    <a:lnTo>
                      <a:pt x="333" y="442"/>
                    </a:lnTo>
                    <a:lnTo>
                      <a:pt x="346" y="352"/>
                    </a:lnTo>
                    <a:lnTo>
                      <a:pt x="365" y="384"/>
                    </a:lnTo>
                    <a:lnTo>
                      <a:pt x="378" y="135"/>
                    </a:lnTo>
                    <a:lnTo>
                      <a:pt x="391" y="301"/>
                    </a:lnTo>
                    <a:lnTo>
                      <a:pt x="384" y="519"/>
                    </a:lnTo>
                    <a:lnTo>
                      <a:pt x="404" y="679"/>
                    </a:lnTo>
                    <a:lnTo>
                      <a:pt x="429" y="628"/>
                    </a:lnTo>
                    <a:lnTo>
                      <a:pt x="442" y="480"/>
                    </a:lnTo>
                    <a:lnTo>
                      <a:pt x="455" y="391"/>
                    </a:lnTo>
                    <a:lnTo>
                      <a:pt x="436" y="506"/>
                    </a:lnTo>
                    <a:lnTo>
                      <a:pt x="461" y="352"/>
                    </a:lnTo>
                    <a:lnTo>
                      <a:pt x="474" y="455"/>
                    </a:lnTo>
                    <a:lnTo>
                      <a:pt x="493" y="519"/>
                    </a:lnTo>
                    <a:lnTo>
                      <a:pt x="512" y="410"/>
                    </a:lnTo>
                    <a:lnTo>
                      <a:pt x="532" y="186"/>
                    </a:lnTo>
                    <a:lnTo>
                      <a:pt x="544" y="231"/>
                    </a:lnTo>
                    <a:lnTo>
                      <a:pt x="570" y="148"/>
                    </a:lnTo>
                    <a:lnTo>
                      <a:pt x="576" y="301"/>
                    </a:lnTo>
                    <a:lnTo>
                      <a:pt x="576" y="730"/>
                    </a:lnTo>
                    <a:lnTo>
                      <a:pt x="647" y="0"/>
                    </a:lnTo>
                    <a:lnTo>
                      <a:pt x="647" y="250"/>
                    </a:lnTo>
                    <a:lnTo>
                      <a:pt x="660" y="333"/>
                    </a:lnTo>
                    <a:lnTo>
                      <a:pt x="685" y="192"/>
                    </a:lnTo>
                    <a:lnTo>
                      <a:pt x="711" y="340"/>
                    </a:lnTo>
                    <a:lnTo>
                      <a:pt x="698" y="429"/>
                    </a:lnTo>
                    <a:lnTo>
                      <a:pt x="717" y="461"/>
                    </a:lnTo>
                  </a:path>
                </a:pathLst>
              </a:custGeom>
              <a:noFill/>
              <a:ln w="9525">
                <a:solidFill>
                  <a:srgbClr val="0079F2"/>
                </a:solidFill>
                <a:round/>
                <a:headEnd/>
                <a:tailEnd/>
              </a:ln>
            </p:spPr>
            <p:txBody>
              <a:bodyPr/>
              <a:lstStyle/>
              <a:p>
                <a:endParaRPr lang="en-GB"/>
              </a:p>
            </p:txBody>
          </p:sp>
          <p:sp>
            <p:nvSpPr>
              <p:cNvPr id="61" name="Freeform 28"/>
              <p:cNvSpPr>
                <a:spLocks/>
              </p:cNvSpPr>
              <p:nvPr/>
            </p:nvSpPr>
            <p:spPr bwMode="auto">
              <a:xfrm flipH="1">
                <a:off x="4077" y="1119"/>
                <a:ext cx="313" cy="756"/>
              </a:xfrm>
              <a:custGeom>
                <a:avLst/>
                <a:gdLst>
                  <a:gd name="T0" fmla="*/ 0 w 717"/>
                  <a:gd name="T1" fmla="*/ 756 h 756"/>
                  <a:gd name="T2" fmla="*/ 4 w 717"/>
                  <a:gd name="T3" fmla="*/ 167 h 756"/>
                  <a:gd name="T4" fmla="*/ 5 w 717"/>
                  <a:gd name="T5" fmla="*/ 384 h 756"/>
                  <a:gd name="T6" fmla="*/ 7 w 717"/>
                  <a:gd name="T7" fmla="*/ 103 h 756"/>
                  <a:gd name="T8" fmla="*/ 10 w 717"/>
                  <a:gd name="T9" fmla="*/ 519 h 756"/>
                  <a:gd name="T10" fmla="*/ 11 w 717"/>
                  <a:gd name="T11" fmla="*/ 487 h 756"/>
                  <a:gd name="T12" fmla="*/ 11 w 717"/>
                  <a:gd name="T13" fmla="*/ 359 h 756"/>
                  <a:gd name="T14" fmla="*/ 14 w 717"/>
                  <a:gd name="T15" fmla="*/ 71 h 756"/>
                  <a:gd name="T16" fmla="*/ 16 w 717"/>
                  <a:gd name="T17" fmla="*/ 244 h 756"/>
                  <a:gd name="T18" fmla="*/ 17 w 717"/>
                  <a:gd name="T19" fmla="*/ 96 h 756"/>
                  <a:gd name="T20" fmla="*/ 18 w 717"/>
                  <a:gd name="T21" fmla="*/ 615 h 756"/>
                  <a:gd name="T22" fmla="*/ 21 w 717"/>
                  <a:gd name="T23" fmla="*/ 397 h 756"/>
                  <a:gd name="T24" fmla="*/ 24 w 717"/>
                  <a:gd name="T25" fmla="*/ 519 h 756"/>
                  <a:gd name="T26" fmla="*/ 25 w 717"/>
                  <a:gd name="T27" fmla="*/ 308 h 756"/>
                  <a:gd name="T28" fmla="*/ 28 w 717"/>
                  <a:gd name="T29" fmla="*/ 442 h 756"/>
                  <a:gd name="T30" fmla="*/ 29 w 717"/>
                  <a:gd name="T31" fmla="*/ 352 h 756"/>
                  <a:gd name="T32" fmla="*/ 30 w 717"/>
                  <a:gd name="T33" fmla="*/ 384 h 756"/>
                  <a:gd name="T34" fmla="*/ 31 w 717"/>
                  <a:gd name="T35" fmla="*/ 135 h 756"/>
                  <a:gd name="T36" fmla="*/ 33 w 717"/>
                  <a:gd name="T37" fmla="*/ 301 h 756"/>
                  <a:gd name="T38" fmla="*/ 32 w 717"/>
                  <a:gd name="T39" fmla="*/ 519 h 756"/>
                  <a:gd name="T40" fmla="*/ 34 w 717"/>
                  <a:gd name="T41" fmla="*/ 679 h 756"/>
                  <a:gd name="T42" fmla="*/ 36 w 717"/>
                  <a:gd name="T43" fmla="*/ 628 h 756"/>
                  <a:gd name="T44" fmla="*/ 37 w 717"/>
                  <a:gd name="T45" fmla="*/ 480 h 756"/>
                  <a:gd name="T46" fmla="*/ 38 w 717"/>
                  <a:gd name="T47" fmla="*/ 391 h 756"/>
                  <a:gd name="T48" fmla="*/ 36 w 717"/>
                  <a:gd name="T49" fmla="*/ 506 h 756"/>
                  <a:gd name="T50" fmla="*/ 38 w 717"/>
                  <a:gd name="T51" fmla="*/ 352 h 756"/>
                  <a:gd name="T52" fmla="*/ 39 w 717"/>
                  <a:gd name="T53" fmla="*/ 455 h 756"/>
                  <a:gd name="T54" fmla="*/ 41 w 717"/>
                  <a:gd name="T55" fmla="*/ 519 h 756"/>
                  <a:gd name="T56" fmla="*/ 43 w 717"/>
                  <a:gd name="T57" fmla="*/ 410 h 756"/>
                  <a:gd name="T58" fmla="*/ 44 w 717"/>
                  <a:gd name="T59" fmla="*/ 186 h 756"/>
                  <a:gd name="T60" fmla="*/ 45 w 717"/>
                  <a:gd name="T61" fmla="*/ 231 h 756"/>
                  <a:gd name="T62" fmla="*/ 48 w 717"/>
                  <a:gd name="T63" fmla="*/ 148 h 756"/>
                  <a:gd name="T64" fmla="*/ 48 w 717"/>
                  <a:gd name="T65" fmla="*/ 301 h 756"/>
                  <a:gd name="T66" fmla="*/ 48 w 717"/>
                  <a:gd name="T67" fmla="*/ 730 h 756"/>
                  <a:gd name="T68" fmla="*/ 54 w 717"/>
                  <a:gd name="T69" fmla="*/ 0 h 756"/>
                  <a:gd name="T70" fmla="*/ 54 w 717"/>
                  <a:gd name="T71" fmla="*/ 250 h 756"/>
                  <a:gd name="T72" fmla="*/ 55 w 717"/>
                  <a:gd name="T73" fmla="*/ 333 h 756"/>
                  <a:gd name="T74" fmla="*/ 57 w 717"/>
                  <a:gd name="T75" fmla="*/ 192 h 756"/>
                  <a:gd name="T76" fmla="*/ 59 w 717"/>
                  <a:gd name="T77" fmla="*/ 340 h 756"/>
                  <a:gd name="T78" fmla="*/ 58 w 717"/>
                  <a:gd name="T79" fmla="*/ 429 h 756"/>
                  <a:gd name="T80" fmla="*/ 60 w 717"/>
                  <a:gd name="T81" fmla="*/ 461 h 756"/>
                  <a:gd name="T82" fmla="*/ 0 60000 65536"/>
                  <a:gd name="T83" fmla="*/ 0 60000 65536"/>
                  <a:gd name="T84" fmla="*/ 0 60000 65536"/>
                  <a:gd name="T85" fmla="*/ 0 60000 65536"/>
                  <a:gd name="T86" fmla="*/ 0 60000 65536"/>
                  <a:gd name="T87" fmla="*/ 0 60000 65536"/>
                  <a:gd name="T88" fmla="*/ 0 60000 65536"/>
                  <a:gd name="T89" fmla="*/ 0 60000 65536"/>
                  <a:gd name="T90" fmla="*/ 0 60000 65536"/>
                  <a:gd name="T91" fmla="*/ 0 60000 65536"/>
                  <a:gd name="T92" fmla="*/ 0 60000 65536"/>
                  <a:gd name="T93" fmla="*/ 0 60000 65536"/>
                  <a:gd name="T94" fmla="*/ 0 60000 65536"/>
                  <a:gd name="T95" fmla="*/ 0 60000 65536"/>
                  <a:gd name="T96" fmla="*/ 0 60000 65536"/>
                  <a:gd name="T97" fmla="*/ 0 60000 65536"/>
                  <a:gd name="T98" fmla="*/ 0 60000 65536"/>
                  <a:gd name="T99" fmla="*/ 0 60000 65536"/>
                  <a:gd name="T100" fmla="*/ 0 60000 65536"/>
                  <a:gd name="T101" fmla="*/ 0 60000 65536"/>
                  <a:gd name="T102" fmla="*/ 0 60000 65536"/>
                  <a:gd name="T103" fmla="*/ 0 60000 65536"/>
                  <a:gd name="T104" fmla="*/ 0 60000 65536"/>
                  <a:gd name="T105" fmla="*/ 0 60000 65536"/>
                  <a:gd name="T106" fmla="*/ 0 60000 65536"/>
                  <a:gd name="T107" fmla="*/ 0 60000 65536"/>
                  <a:gd name="T108" fmla="*/ 0 60000 65536"/>
                  <a:gd name="T109" fmla="*/ 0 60000 65536"/>
                  <a:gd name="T110" fmla="*/ 0 60000 65536"/>
                  <a:gd name="T111" fmla="*/ 0 60000 65536"/>
                  <a:gd name="T112" fmla="*/ 0 60000 65536"/>
                  <a:gd name="T113" fmla="*/ 0 60000 65536"/>
                  <a:gd name="T114" fmla="*/ 0 60000 65536"/>
                  <a:gd name="T115" fmla="*/ 0 60000 65536"/>
                  <a:gd name="T116" fmla="*/ 0 60000 65536"/>
                  <a:gd name="T117" fmla="*/ 0 60000 65536"/>
                  <a:gd name="T118" fmla="*/ 0 60000 65536"/>
                  <a:gd name="T119" fmla="*/ 0 60000 65536"/>
                  <a:gd name="T120" fmla="*/ 0 60000 65536"/>
                  <a:gd name="T121" fmla="*/ 0 60000 65536"/>
                  <a:gd name="T122" fmla="*/ 0 60000 65536"/>
                  <a:gd name="T123" fmla="*/ 0 w 717"/>
                  <a:gd name="T124" fmla="*/ 0 h 756"/>
                  <a:gd name="T125" fmla="*/ 717 w 717"/>
                  <a:gd name="T126" fmla="*/ 756 h 756"/>
                </a:gdLst>
                <a:ahLst/>
                <a:cxnLst>
                  <a:cxn ang="T82">
                    <a:pos x="T0" y="T1"/>
                  </a:cxn>
                  <a:cxn ang="T83">
                    <a:pos x="T2" y="T3"/>
                  </a:cxn>
                  <a:cxn ang="T84">
                    <a:pos x="T4" y="T5"/>
                  </a:cxn>
                  <a:cxn ang="T85">
                    <a:pos x="T6" y="T7"/>
                  </a:cxn>
                  <a:cxn ang="T86">
                    <a:pos x="T8" y="T9"/>
                  </a:cxn>
                  <a:cxn ang="T87">
                    <a:pos x="T10" y="T11"/>
                  </a:cxn>
                  <a:cxn ang="T88">
                    <a:pos x="T12" y="T13"/>
                  </a:cxn>
                  <a:cxn ang="T89">
                    <a:pos x="T14" y="T15"/>
                  </a:cxn>
                  <a:cxn ang="T90">
                    <a:pos x="T16" y="T17"/>
                  </a:cxn>
                  <a:cxn ang="T91">
                    <a:pos x="T18" y="T19"/>
                  </a:cxn>
                  <a:cxn ang="T92">
                    <a:pos x="T20" y="T21"/>
                  </a:cxn>
                  <a:cxn ang="T93">
                    <a:pos x="T22" y="T23"/>
                  </a:cxn>
                  <a:cxn ang="T94">
                    <a:pos x="T24" y="T25"/>
                  </a:cxn>
                  <a:cxn ang="T95">
                    <a:pos x="T26" y="T27"/>
                  </a:cxn>
                  <a:cxn ang="T96">
                    <a:pos x="T28" y="T29"/>
                  </a:cxn>
                  <a:cxn ang="T97">
                    <a:pos x="T30" y="T31"/>
                  </a:cxn>
                  <a:cxn ang="T98">
                    <a:pos x="T32" y="T33"/>
                  </a:cxn>
                  <a:cxn ang="T99">
                    <a:pos x="T34" y="T35"/>
                  </a:cxn>
                  <a:cxn ang="T100">
                    <a:pos x="T36" y="T37"/>
                  </a:cxn>
                  <a:cxn ang="T101">
                    <a:pos x="T38" y="T39"/>
                  </a:cxn>
                  <a:cxn ang="T102">
                    <a:pos x="T40" y="T41"/>
                  </a:cxn>
                  <a:cxn ang="T103">
                    <a:pos x="T42" y="T43"/>
                  </a:cxn>
                  <a:cxn ang="T104">
                    <a:pos x="T44" y="T45"/>
                  </a:cxn>
                  <a:cxn ang="T105">
                    <a:pos x="T46" y="T47"/>
                  </a:cxn>
                  <a:cxn ang="T106">
                    <a:pos x="T48" y="T49"/>
                  </a:cxn>
                  <a:cxn ang="T107">
                    <a:pos x="T50" y="T51"/>
                  </a:cxn>
                  <a:cxn ang="T108">
                    <a:pos x="T52" y="T53"/>
                  </a:cxn>
                  <a:cxn ang="T109">
                    <a:pos x="T54" y="T55"/>
                  </a:cxn>
                  <a:cxn ang="T110">
                    <a:pos x="T56" y="T57"/>
                  </a:cxn>
                  <a:cxn ang="T111">
                    <a:pos x="T58" y="T59"/>
                  </a:cxn>
                  <a:cxn ang="T112">
                    <a:pos x="T60" y="T61"/>
                  </a:cxn>
                  <a:cxn ang="T113">
                    <a:pos x="T62" y="T63"/>
                  </a:cxn>
                  <a:cxn ang="T114">
                    <a:pos x="T64" y="T65"/>
                  </a:cxn>
                  <a:cxn ang="T115">
                    <a:pos x="T66" y="T67"/>
                  </a:cxn>
                  <a:cxn ang="T116">
                    <a:pos x="T68" y="T69"/>
                  </a:cxn>
                  <a:cxn ang="T117">
                    <a:pos x="T70" y="T71"/>
                  </a:cxn>
                  <a:cxn ang="T118">
                    <a:pos x="T72" y="T73"/>
                  </a:cxn>
                  <a:cxn ang="T119">
                    <a:pos x="T74" y="T75"/>
                  </a:cxn>
                  <a:cxn ang="T120">
                    <a:pos x="T76" y="T77"/>
                  </a:cxn>
                  <a:cxn ang="T121">
                    <a:pos x="T78" y="T79"/>
                  </a:cxn>
                  <a:cxn ang="T122">
                    <a:pos x="T80" y="T81"/>
                  </a:cxn>
                </a:cxnLst>
                <a:rect l="T123" t="T124" r="T125" b="T126"/>
                <a:pathLst>
                  <a:path w="717" h="756">
                    <a:moveTo>
                      <a:pt x="0" y="756"/>
                    </a:moveTo>
                    <a:lnTo>
                      <a:pt x="52" y="167"/>
                    </a:lnTo>
                    <a:lnTo>
                      <a:pt x="64" y="384"/>
                    </a:lnTo>
                    <a:lnTo>
                      <a:pt x="90" y="103"/>
                    </a:lnTo>
                    <a:lnTo>
                      <a:pt x="116" y="519"/>
                    </a:lnTo>
                    <a:lnTo>
                      <a:pt x="135" y="487"/>
                    </a:lnTo>
                    <a:lnTo>
                      <a:pt x="135" y="359"/>
                    </a:lnTo>
                    <a:lnTo>
                      <a:pt x="167" y="71"/>
                    </a:lnTo>
                    <a:lnTo>
                      <a:pt x="192" y="244"/>
                    </a:lnTo>
                    <a:lnTo>
                      <a:pt x="205" y="96"/>
                    </a:lnTo>
                    <a:lnTo>
                      <a:pt x="218" y="615"/>
                    </a:lnTo>
                    <a:lnTo>
                      <a:pt x="244" y="397"/>
                    </a:lnTo>
                    <a:lnTo>
                      <a:pt x="282" y="519"/>
                    </a:lnTo>
                    <a:lnTo>
                      <a:pt x="308" y="308"/>
                    </a:lnTo>
                    <a:lnTo>
                      <a:pt x="333" y="442"/>
                    </a:lnTo>
                    <a:lnTo>
                      <a:pt x="346" y="352"/>
                    </a:lnTo>
                    <a:lnTo>
                      <a:pt x="365" y="384"/>
                    </a:lnTo>
                    <a:lnTo>
                      <a:pt x="378" y="135"/>
                    </a:lnTo>
                    <a:lnTo>
                      <a:pt x="391" y="301"/>
                    </a:lnTo>
                    <a:lnTo>
                      <a:pt x="384" y="519"/>
                    </a:lnTo>
                    <a:lnTo>
                      <a:pt x="404" y="679"/>
                    </a:lnTo>
                    <a:lnTo>
                      <a:pt x="429" y="628"/>
                    </a:lnTo>
                    <a:lnTo>
                      <a:pt x="442" y="480"/>
                    </a:lnTo>
                    <a:lnTo>
                      <a:pt x="455" y="391"/>
                    </a:lnTo>
                    <a:lnTo>
                      <a:pt x="436" y="506"/>
                    </a:lnTo>
                    <a:lnTo>
                      <a:pt x="461" y="352"/>
                    </a:lnTo>
                    <a:lnTo>
                      <a:pt x="474" y="455"/>
                    </a:lnTo>
                    <a:lnTo>
                      <a:pt x="493" y="519"/>
                    </a:lnTo>
                    <a:lnTo>
                      <a:pt x="512" y="410"/>
                    </a:lnTo>
                    <a:lnTo>
                      <a:pt x="532" y="186"/>
                    </a:lnTo>
                    <a:lnTo>
                      <a:pt x="544" y="231"/>
                    </a:lnTo>
                    <a:lnTo>
                      <a:pt x="570" y="148"/>
                    </a:lnTo>
                    <a:lnTo>
                      <a:pt x="576" y="301"/>
                    </a:lnTo>
                    <a:lnTo>
                      <a:pt x="576" y="730"/>
                    </a:lnTo>
                    <a:lnTo>
                      <a:pt x="647" y="0"/>
                    </a:lnTo>
                    <a:lnTo>
                      <a:pt x="647" y="250"/>
                    </a:lnTo>
                    <a:lnTo>
                      <a:pt x="660" y="333"/>
                    </a:lnTo>
                    <a:lnTo>
                      <a:pt x="685" y="192"/>
                    </a:lnTo>
                    <a:lnTo>
                      <a:pt x="711" y="340"/>
                    </a:lnTo>
                    <a:lnTo>
                      <a:pt x="698" y="429"/>
                    </a:lnTo>
                    <a:lnTo>
                      <a:pt x="717" y="461"/>
                    </a:lnTo>
                  </a:path>
                </a:pathLst>
              </a:custGeom>
              <a:noFill/>
              <a:ln w="9525">
                <a:solidFill>
                  <a:srgbClr val="0079F2"/>
                </a:solidFill>
                <a:round/>
                <a:headEnd/>
                <a:tailEnd/>
              </a:ln>
            </p:spPr>
            <p:txBody>
              <a:bodyPr/>
              <a:lstStyle/>
              <a:p>
                <a:endParaRPr lang="en-GB"/>
              </a:p>
            </p:txBody>
          </p:sp>
          <p:sp>
            <p:nvSpPr>
              <p:cNvPr id="62" name="Freeform 29"/>
              <p:cNvSpPr>
                <a:spLocks/>
              </p:cNvSpPr>
              <p:nvPr/>
            </p:nvSpPr>
            <p:spPr bwMode="auto">
              <a:xfrm flipV="1">
                <a:off x="4385" y="1138"/>
                <a:ext cx="313" cy="756"/>
              </a:xfrm>
              <a:custGeom>
                <a:avLst/>
                <a:gdLst>
                  <a:gd name="T0" fmla="*/ 0 w 717"/>
                  <a:gd name="T1" fmla="*/ 756 h 756"/>
                  <a:gd name="T2" fmla="*/ 4 w 717"/>
                  <a:gd name="T3" fmla="*/ 167 h 756"/>
                  <a:gd name="T4" fmla="*/ 5 w 717"/>
                  <a:gd name="T5" fmla="*/ 384 h 756"/>
                  <a:gd name="T6" fmla="*/ 7 w 717"/>
                  <a:gd name="T7" fmla="*/ 103 h 756"/>
                  <a:gd name="T8" fmla="*/ 10 w 717"/>
                  <a:gd name="T9" fmla="*/ 519 h 756"/>
                  <a:gd name="T10" fmla="*/ 11 w 717"/>
                  <a:gd name="T11" fmla="*/ 487 h 756"/>
                  <a:gd name="T12" fmla="*/ 11 w 717"/>
                  <a:gd name="T13" fmla="*/ 359 h 756"/>
                  <a:gd name="T14" fmla="*/ 14 w 717"/>
                  <a:gd name="T15" fmla="*/ 71 h 756"/>
                  <a:gd name="T16" fmla="*/ 16 w 717"/>
                  <a:gd name="T17" fmla="*/ 244 h 756"/>
                  <a:gd name="T18" fmla="*/ 17 w 717"/>
                  <a:gd name="T19" fmla="*/ 96 h 756"/>
                  <a:gd name="T20" fmla="*/ 18 w 717"/>
                  <a:gd name="T21" fmla="*/ 615 h 756"/>
                  <a:gd name="T22" fmla="*/ 21 w 717"/>
                  <a:gd name="T23" fmla="*/ 397 h 756"/>
                  <a:gd name="T24" fmla="*/ 24 w 717"/>
                  <a:gd name="T25" fmla="*/ 519 h 756"/>
                  <a:gd name="T26" fmla="*/ 25 w 717"/>
                  <a:gd name="T27" fmla="*/ 308 h 756"/>
                  <a:gd name="T28" fmla="*/ 28 w 717"/>
                  <a:gd name="T29" fmla="*/ 442 h 756"/>
                  <a:gd name="T30" fmla="*/ 29 w 717"/>
                  <a:gd name="T31" fmla="*/ 352 h 756"/>
                  <a:gd name="T32" fmla="*/ 30 w 717"/>
                  <a:gd name="T33" fmla="*/ 384 h 756"/>
                  <a:gd name="T34" fmla="*/ 31 w 717"/>
                  <a:gd name="T35" fmla="*/ 135 h 756"/>
                  <a:gd name="T36" fmla="*/ 33 w 717"/>
                  <a:gd name="T37" fmla="*/ 301 h 756"/>
                  <a:gd name="T38" fmla="*/ 32 w 717"/>
                  <a:gd name="T39" fmla="*/ 519 h 756"/>
                  <a:gd name="T40" fmla="*/ 34 w 717"/>
                  <a:gd name="T41" fmla="*/ 679 h 756"/>
                  <a:gd name="T42" fmla="*/ 36 w 717"/>
                  <a:gd name="T43" fmla="*/ 628 h 756"/>
                  <a:gd name="T44" fmla="*/ 37 w 717"/>
                  <a:gd name="T45" fmla="*/ 480 h 756"/>
                  <a:gd name="T46" fmla="*/ 38 w 717"/>
                  <a:gd name="T47" fmla="*/ 391 h 756"/>
                  <a:gd name="T48" fmla="*/ 36 w 717"/>
                  <a:gd name="T49" fmla="*/ 506 h 756"/>
                  <a:gd name="T50" fmla="*/ 38 w 717"/>
                  <a:gd name="T51" fmla="*/ 352 h 756"/>
                  <a:gd name="T52" fmla="*/ 39 w 717"/>
                  <a:gd name="T53" fmla="*/ 455 h 756"/>
                  <a:gd name="T54" fmla="*/ 41 w 717"/>
                  <a:gd name="T55" fmla="*/ 519 h 756"/>
                  <a:gd name="T56" fmla="*/ 43 w 717"/>
                  <a:gd name="T57" fmla="*/ 410 h 756"/>
                  <a:gd name="T58" fmla="*/ 44 w 717"/>
                  <a:gd name="T59" fmla="*/ 186 h 756"/>
                  <a:gd name="T60" fmla="*/ 45 w 717"/>
                  <a:gd name="T61" fmla="*/ 231 h 756"/>
                  <a:gd name="T62" fmla="*/ 48 w 717"/>
                  <a:gd name="T63" fmla="*/ 148 h 756"/>
                  <a:gd name="T64" fmla="*/ 48 w 717"/>
                  <a:gd name="T65" fmla="*/ 301 h 756"/>
                  <a:gd name="T66" fmla="*/ 48 w 717"/>
                  <a:gd name="T67" fmla="*/ 730 h 756"/>
                  <a:gd name="T68" fmla="*/ 54 w 717"/>
                  <a:gd name="T69" fmla="*/ 0 h 756"/>
                  <a:gd name="T70" fmla="*/ 54 w 717"/>
                  <a:gd name="T71" fmla="*/ 250 h 756"/>
                  <a:gd name="T72" fmla="*/ 55 w 717"/>
                  <a:gd name="T73" fmla="*/ 333 h 756"/>
                  <a:gd name="T74" fmla="*/ 57 w 717"/>
                  <a:gd name="T75" fmla="*/ 192 h 756"/>
                  <a:gd name="T76" fmla="*/ 59 w 717"/>
                  <a:gd name="T77" fmla="*/ 340 h 756"/>
                  <a:gd name="T78" fmla="*/ 58 w 717"/>
                  <a:gd name="T79" fmla="*/ 429 h 756"/>
                  <a:gd name="T80" fmla="*/ 60 w 717"/>
                  <a:gd name="T81" fmla="*/ 461 h 756"/>
                  <a:gd name="T82" fmla="*/ 0 60000 65536"/>
                  <a:gd name="T83" fmla="*/ 0 60000 65536"/>
                  <a:gd name="T84" fmla="*/ 0 60000 65536"/>
                  <a:gd name="T85" fmla="*/ 0 60000 65536"/>
                  <a:gd name="T86" fmla="*/ 0 60000 65536"/>
                  <a:gd name="T87" fmla="*/ 0 60000 65536"/>
                  <a:gd name="T88" fmla="*/ 0 60000 65536"/>
                  <a:gd name="T89" fmla="*/ 0 60000 65536"/>
                  <a:gd name="T90" fmla="*/ 0 60000 65536"/>
                  <a:gd name="T91" fmla="*/ 0 60000 65536"/>
                  <a:gd name="T92" fmla="*/ 0 60000 65536"/>
                  <a:gd name="T93" fmla="*/ 0 60000 65536"/>
                  <a:gd name="T94" fmla="*/ 0 60000 65536"/>
                  <a:gd name="T95" fmla="*/ 0 60000 65536"/>
                  <a:gd name="T96" fmla="*/ 0 60000 65536"/>
                  <a:gd name="T97" fmla="*/ 0 60000 65536"/>
                  <a:gd name="T98" fmla="*/ 0 60000 65536"/>
                  <a:gd name="T99" fmla="*/ 0 60000 65536"/>
                  <a:gd name="T100" fmla="*/ 0 60000 65536"/>
                  <a:gd name="T101" fmla="*/ 0 60000 65536"/>
                  <a:gd name="T102" fmla="*/ 0 60000 65536"/>
                  <a:gd name="T103" fmla="*/ 0 60000 65536"/>
                  <a:gd name="T104" fmla="*/ 0 60000 65536"/>
                  <a:gd name="T105" fmla="*/ 0 60000 65536"/>
                  <a:gd name="T106" fmla="*/ 0 60000 65536"/>
                  <a:gd name="T107" fmla="*/ 0 60000 65536"/>
                  <a:gd name="T108" fmla="*/ 0 60000 65536"/>
                  <a:gd name="T109" fmla="*/ 0 60000 65536"/>
                  <a:gd name="T110" fmla="*/ 0 60000 65536"/>
                  <a:gd name="T111" fmla="*/ 0 60000 65536"/>
                  <a:gd name="T112" fmla="*/ 0 60000 65536"/>
                  <a:gd name="T113" fmla="*/ 0 60000 65536"/>
                  <a:gd name="T114" fmla="*/ 0 60000 65536"/>
                  <a:gd name="T115" fmla="*/ 0 60000 65536"/>
                  <a:gd name="T116" fmla="*/ 0 60000 65536"/>
                  <a:gd name="T117" fmla="*/ 0 60000 65536"/>
                  <a:gd name="T118" fmla="*/ 0 60000 65536"/>
                  <a:gd name="T119" fmla="*/ 0 60000 65536"/>
                  <a:gd name="T120" fmla="*/ 0 60000 65536"/>
                  <a:gd name="T121" fmla="*/ 0 60000 65536"/>
                  <a:gd name="T122" fmla="*/ 0 60000 65536"/>
                  <a:gd name="T123" fmla="*/ 0 w 717"/>
                  <a:gd name="T124" fmla="*/ 0 h 756"/>
                  <a:gd name="T125" fmla="*/ 717 w 717"/>
                  <a:gd name="T126" fmla="*/ 756 h 756"/>
                </a:gdLst>
                <a:ahLst/>
                <a:cxnLst>
                  <a:cxn ang="T82">
                    <a:pos x="T0" y="T1"/>
                  </a:cxn>
                  <a:cxn ang="T83">
                    <a:pos x="T2" y="T3"/>
                  </a:cxn>
                  <a:cxn ang="T84">
                    <a:pos x="T4" y="T5"/>
                  </a:cxn>
                  <a:cxn ang="T85">
                    <a:pos x="T6" y="T7"/>
                  </a:cxn>
                  <a:cxn ang="T86">
                    <a:pos x="T8" y="T9"/>
                  </a:cxn>
                  <a:cxn ang="T87">
                    <a:pos x="T10" y="T11"/>
                  </a:cxn>
                  <a:cxn ang="T88">
                    <a:pos x="T12" y="T13"/>
                  </a:cxn>
                  <a:cxn ang="T89">
                    <a:pos x="T14" y="T15"/>
                  </a:cxn>
                  <a:cxn ang="T90">
                    <a:pos x="T16" y="T17"/>
                  </a:cxn>
                  <a:cxn ang="T91">
                    <a:pos x="T18" y="T19"/>
                  </a:cxn>
                  <a:cxn ang="T92">
                    <a:pos x="T20" y="T21"/>
                  </a:cxn>
                  <a:cxn ang="T93">
                    <a:pos x="T22" y="T23"/>
                  </a:cxn>
                  <a:cxn ang="T94">
                    <a:pos x="T24" y="T25"/>
                  </a:cxn>
                  <a:cxn ang="T95">
                    <a:pos x="T26" y="T27"/>
                  </a:cxn>
                  <a:cxn ang="T96">
                    <a:pos x="T28" y="T29"/>
                  </a:cxn>
                  <a:cxn ang="T97">
                    <a:pos x="T30" y="T31"/>
                  </a:cxn>
                  <a:cxn ang="T98">
                    <a:pos x="T32" y="T33"/>
                  </a:cxn>
                  <a:cxn ang="T99">
                    <a:pos x="T34" y="T35"/>
                  </a:cxn>
                  <a:cxn ang="T100">
                    <a:pos x="T36" y="T37"/>
                  </a:cxn>
                  <a:cxn ang="T101">
                    <a:pos x="T38" y="T39"/>
                  </a:cxn>
                  <a:cxn ang="T102">
                    <a:pos x="T40" y="T41"/>
                  </a:cxn>
                  <a:cxn ang="T103">
                    <a:pos x="T42" y="T43"/>
                  </a:cxn>
                  <a:cxn ang="T104">
                    <a:pos x="T44" y="T45"/>
                  </a:cxn>
                  <a:cxn ang="T105">
                    <a:pos x="T46" y="T47"/>
                  </a:cxn>
                  <a:cxn ang="T106">
                    <a:pos x="T48" y="T49"/>
                  </a:cxn>
                  <a:cxn ang="T107">
                    <a:pos x="T50" y="T51"/>
                  </a:cxn>
                  <a:cxn ang="T108">
                    <a:pos x="T52" y="T53"/>
                  </a:cxn>
                  <a:cxn ang="T109">
                    <a:pos x="T54" y="T55"/>
                  </a:cxn>
                  <a:cxn ang="T110">
                    <a:pos x="T56" y="T57"/>
                  </a:cxn>
                  <a:cxn ang="T111">
                    <a:pos x="T58" y="T59"/>
                  </a:cxn>
                  <a:cxn ang="T112">
                    <a:pos x="T60" y="T61"/>
                  </a:cxn>
                  <a:cxn ang="T113">
                    <a:pos x="T62" y="T63"/>
                  </a:cxn>
                  <a:cxn ang="T114">
                    <a:pos x="T64" y="T65"/>
                  </a:cxn>
                  <a:cxn ang="T115">
                    <a:pos x="T66" y="T67"/>
                  </a:cxn>
                  <a:cxn ang="T116">
                    <a:pos x="T68" y="T69"/>
                  </a:cxn>
                  <a:cxn ang="T117">
                    <a:pos x="T70" y="T71"/>
                  </a:cxn>
                  <a:cxn ang="T118">
                    <a:pos x="T72" y="T73"/>
                  </a:cxn>
                  <a:cxn ang="T119">
                    <a:pos x="T74" y="T75"/>
                  </a:cxn>
                  <a:cxn ang="T120">
                    <a:pos x="T76" y="T77"/>
                  </a:cxn>
                  <a:cxn ang="T121">
                    <a:pos x="T78" y="T79"/>
                  </a:cxn>
                  <a:cxn ang="T122">
                    <a:pos x="T80" y="T81"/>
                  </a:cxn>
                </a:cxnLst>
                <a:rect l="T123" t="T124" r="T125" b="T126"/>
                <a:pathLst>
                  <a:path w="717" h="756">
                    <a:moveTo>
                      <a:pt x="0" y="756"/>
                    </a:moveTo>
                    <a:lnTo>
                      <a:pt x="52" y="167"/>
                    </a:lnTo>
                    <a:lnTo>
                      <a:pt x="64" y="384"/>
                    </a:lnTo>
                    <a:lnTo>
                      <a:pt x="90" y="103"/>
                    </a:lnTo>
                    <a:lnTo>
                      <a:pt x="116" y="519"/>
                    </a:lnTo>
                    <a:lnTo>
                      <a:pt x="135" y="487"/>
                    </a:lnTo>
                    <a:lnTo>
                      <a:pt x="135" y="359"/>
                    </a:lnTo>
                    <a:lnTo>
                      <a:pt x="167" y="71"/>
                    </a:lnTo>
                    <a:lnTo>
                      <a:pt x="192" y="244"/>
                    </a:lnTo>
                    <a:lnTo>
                      <a:pt x="205" y="96"/>
                    </a:lnTo>
                    <a:lnTo>
                      <a:pt x="218" y="615"/>
                    </a:lnTo>
                    <a:lnTo>
                      <a:pt x="244" y="397"/>
                    </a:lnTo>
                    <a:lnTo>
                      <a:pt x="282" y="519"/>
                    </a:lnTo>
                    <a:lnTo>
                      <a:pt x="308" y="308"/>
                    </a:lnTo>
                    <a:lnTo>
                      <a:pt x="333" y="442"/>
                    </a:lnTo>
                    <a:lnTo>
                      <a:pt x="346" y="352"/>
                    </a:lnTo>
                    <a:lnTo>
                      <a:pt x="365" y="384"/>
                    </a:lnTo>
                    <a:lnTo>
                      <a:pt x="378" y="135"/>
                    </a:lnTo>
                    <a:lnTo>
                      <a:pt x="391" y="301"/>
                    </a:lnTo>
                    <a:lnTo>
                      <a:pt x="384" y="519"/>
                    </a:lnTo>
                    <a:lnTo>
                      <a:pt x="404" y="679"/>
                    </a:lnTo>
                    <a:lnTo>
                      <a:pt x="429" y="628"/>
                    </a:lnTo>
                    <a:lnTo>
                      <a:pt x="442" y="480"/>
                    </a:lnTo>
                    <a:lnTo>
                      <a:pt x="455" y="391"/>
                    </a:lnTo>
                    <a:lnTo>
                      <a:pt x="436" y="506"/>
                    </a:lnTo>
                    <a:lnTo>
                      <a:pt x="461" y="352"/>
                    </a:lnTo>
                    <a:lnTo>
                      <a:pt x="474" y="455"/>
                    </a:lnTo>
                    <a:lnTo>
                      <a:pt x="493" y="519"/>
                    </a:lnTo>
                    <a:lnTo>
                      <a:pt x="512" y="410"/>
                    </a:lnTo>
                    <a:lnTo>
                      <a:pt x="532" y="186"/>
                    </a:lnTo>
                    <a:lnTo>
                      <a:pt x="544" y="231"/>
                    </a:lnTo>
                    <a:lnTo>
                      <a:pt x="570" y="148"/>
                    </a:lnTo>
                    <a:lnTo>
                      <a:pt x="576" y="301"/>
                    </a:lnTo>
                    <a:lnTo>
                      <a:pt x="576" y="730"/>
                    </a:lnTo>
                    <a:lnTo>
                      <a:pt x="647" y="0"/>
                    </a:lnTo>
                    <a:lnTo>
                      <a:pt x="647" y="250"/>
                    </a:lnTo>
                    <a:lnTo>
                      <a:pt x="660" y="333"/>
                    </a:lnTo>
                    <a:lnTo>
                      <a:pt x="685" y="192"/>
                    </a:lnTo>
                    <a:lnTo>
                      <a:pt x="711" y="340"/>
                    </a:lnTo>
                    <a:lnTo>
                      <a:pt x="698" y="429"/>
                    </a:lnTo>
                    <a:lnTo>
                      <a:pt x="717" y="461"/>
                    </a:lnTo>
                  </a:path>
                </a:pathLst>
              </a:custGeom>
              <a:noFill/>
              <a:ln w="9525">
                <a:solidFill>
                  <a:srgbClr val="0079F2"/>
                </a:solidFill>
                <a:round/>
                <a:headEnd/>
                <a:tailEnd/>
              </a:ln>
            </p:spPr>
            <p:txBody>
              <a:bodyPr/>
              <a:lstStyle/>
              <a:p>
                <a:endParaRPr lang="en-GB"/>
              </a:p>
            </p:txBody>
          </p:sp>
          <p:sp>
            <p:nvSpPr>
              <p:cNvPr id="63" name="Freeform 30"/>
              <p:cNvSpPr>
                <a:spLocks/>
              </p:cNvSpPr>
              <p:nvPr/>
            </p:nvSpPr>
            <p:spPr bwMode="auto">
              <a:xfrm flipH="1">
                <a:off x="4698" y="1100"/>
                <a:ext cx="313" cy="756"/>
              </a:xfrm>
              <a:custGeom>
                <a:avLst/>
                <a:gdLst>
                  <a:gd name="T0" fmla="*/ 0 w 717"/>
                  <a:gd name="T1" fmla="*/ 756 h 756"/>
                  <a:gd name="T2" fmla="*/ 4 w 717"/>
                  <a:gd name="T3" fmla="*/ 167 h 756"/>
                  <a:gd name="T4" fmla="*/ 5 w 717"/>
                  <a:gd name="T5" fmla="*/ 384 h 756"/>
                  <a:gd name="T6" fmla="*/ 7 w 717"/>
                  <a:gd name="T7" fmla="*/ 103 h 756"/>
                  <a:gd name="T8" fmla="*/ 10 w 717"/>
                  <a:gd name="T9" fmla="*/ 519 h 756"/>
                  <a:gd name="T10" fmla="*/ 11 w 717"/>
                  <a:gd name="T11" fmla="*/ 487 h 756"/>
                  <a:gd name="T12" fmla="*/ 11 w 717"/>
                  <a:gd name="T13" fmla="*/ 359 h 756"/>
                  <a:gd name="T14" fmla="*/ 14 w 717"/>
                  <a:gd name="T15" fmla="*/ 71 h 756"/>
                  <a:gd name="T16" fmla="*/ 16 w 717"/>
                  <a:gd name="T17" fmla="*/ 244 h 756"/>
                  <a:gd name="T18" fmla="*/ 17 w 717"/>
                  <a:gd name="T19" fmla="*/ 96 h 756"/>
                  <a:gd name="T20" fmla="*/ 18 w 717"/>
                  <a:gd name="T21" fmla="*/ 615 h 756"/>
                  <a:gd name="T22" fmla="*/ 21 w 717"/>
                  <a:gd name="T23" fmla="*/ 397 h 756"/>
                  <a:gd name="T24" fmla="*/ 24 w 717"/>
                  <a:gd name="T25" fmla="*/ 519 h 756"/>
                  <a:gd name="T26" fmla="*/ 25 w 717"/>
                  <a:gd name="T27" fmla="*/ 308 h 756"/>
                  <a:gd name="T28" fmla="*/ 28 w 717"/>
                  <a:gd name="T29" fmla="*/ 442 h 756"/>
                  <a:gd name="T30" fmla="*/ 29 w 717"/>
                  <a:gd name="T31" fmla="*/ 352 h 756"/>
                  <a:gd name="T32" fmla="*/ 30 w 717"/>
                  <a:gd name="T33" fmla="*/ 384 h 756"/>
                  <a:gd name="T34" fmla="*/ 31 w 717"/>
                  <a:gd name="T35" fmla="*/ 135 h 756"/>
                  <a:gd name="T36" fmla="*/ 33 w 717"/>
                  <a:gd name="T37" fmla="*/ 301 h 756"/>
                  <a:gd name="T38" fmla="*/ 32 w 717"/>
                  <a:gd name="T39" fmla="*/ 519 h 756"/>
                  <a:gd name="T40" fmla="*/ 34 w 717"/>
                  <a:gd name="T41" fmla="*/ 679 h 756"/>
                  <a:gd name="T42" fmla="*/ 36 w 717"/>
                  <a:gd name="T43" fmla="*/ 628 h 756"/>
                  <a:gd name="T44" fmla="*/ 37 w 717"/>
                  <a:gd name="T45" fmla="*/ 480 h 756"/>
                  <a:gd name="T46" fmla="*/ 38 w 717"/>
                  <a:gd name="T47" fmla="*/ 391 h 756"/>
                  <a:gd name="T48" fmla="*/ 36 w 717"/>
                  <a:gd name="T49" fmla="*/ 506 h 756"/>
                  <a:gd name="T50" fmla="*/ 38 w 717"/>
                  <a:gd name="T51" fmla="*/ 352 h 756"/>
                  <a:gd name="T52" fmla="*/ 39 w 717"/>
                  <a:gd name="T53" fmla="*/ 455 h 756"/>
                  <a:gd name="T54" fmla="*/ 41 w 717"/>
                  <a:gd name="T55" fmla="*/ 519 h 756"/>
                  <a:gd name="T56" fmla="*/ 43 w 717"/>
                  <a:gd name="T57" fmla="*/ 410 h 756"/>
                  <a:gd name="T58" fmla="*/ 44 w 717"/>
                  <a:gd name="T59" fmla="*/ 186 h 756"/>
                  <a:gd name="T60" fmla="*/ 45 w 717"/>
                  <a:gd name="T61" fmla="*/ 231 h 756"/>
                  <a:gd name="T62" fmla="*/ 48 w 717"/>
                  <a:gd name="T63" fmla="*/ 148 h 756"/>
                  <a:gd name="T64" fmla="*/ 48 w 717"/>
                  <a:gd name="T65" fmla="*/ 301 h 756"/>
                  <a:gd name="T66" fmla="*/ 48 w 717"/>
                  <a:gd name="T67" fmla="*/ 730 h 756"/>
                  <a:gd name="T68" fmla="*/ 54 w 717"/>
                  <a:gd name="T69" fmla="*/ 0 h 756"/>
                  <a:gd name="T70" fmla="*/ 54 w 717"/>
                  <a:gd name="T71" fmla="*/ 250 h 756"/>
                  <a:gd name="T72" fmla="*/ 55 w 717"/>
                  <a:gd name="T73" fmla="*/ 333 h 756"/>
                  <a:gd name="T74" fmla="*/ 57 w 717"/>
                  <a:gd name="T75" fmla="*/ 192 h 756"/>
                  <a:gd name="T76" fmla="*/ 59 w 717"/>
                  <a:gd name="T77" fmla="*/ 340 h 756"/>
                  <a:gd name="T78" fmla="*/ 58 w 717"/>
                  <a:gd name="T79" fmla="*/ 429 h 756"/>
                  <a:gd name="T80" fmla="*/ 60 w 717"/>
                  <a:gd name="T81" fmla="*/ 461 h 756"/>
                  <a:gd name="T82" fmla="*/ 0 60000 65536"/>
                  <a:gd name="T83" fmla="*/ 0 60000 65536"/>
                  <a:gd name="T84" fmla="*/ 0 60000 65536"/>
                  <a:gd name="T85" fmla="*/ 0 60000 65536"/>
                  <a:gd name="T86" fmla="*/ 0 60000 65536"/>
                  <a:gd name="T87" fmla="*/ 0 60000 65536"/>
                  <a:gd name="T88" fmla="*/ 0 60000 65536"/>
                  <a:gd name="T89" fmla="*/ 0 60000 65536"/>
                  <a:gd name="T90" fmla="*/ 0 60000 65536"/>
                  <a:gd name="T91" fmla="*/ 0 60000 65536"/>
                  <a:gd name="T92" fmla="*/ 0 60000 65536"/>
                  <a:gd name="T93" fmla="*/ 0 60000 65536"/>
                  <a:gd name="T94" fmla="*/ 0 60000 65536"/>
                  <a:gd name="T95" fmla="*/ 0 60000 65536"/>
                  <a:gd name="T96" fmla="*/ 0 60000 65536"/>
                  <a:gd name="T97" fmla="*/ 0 60000 65536"/>
                  <a:gd name="T98" fmla="*/ 0 60000 65536"/>
                  <a:gd name="T99" fmla="*/ 0 60000 65536"/>
                  <a:gd name="T100" fmla="*/ 0 60000 65536"/>
                  <a:gd name="T101" fmla="*/ 0 60000 65536"/>
                  <a:gd name="T102" fmla="*/ 0 60000 65536"/>
                  <a:gd name="T103" fmla="*/ 0 60000 65536"/>
                  <a:gd name="T104" fmla="*/ 0 60000 65536"/>
                  <a:gd name="T105" fmla="*/ 0 60000 65536"/>
                  <a:gd name="T106" fmla="*/ 0 60000 65536"/>
                  <a:gd name="T107" fmla="*/ 0 60000 65536"/>
                  <a:gd name="T108" fmla="*/ 0 60000 65536"/>
                  <a:gd name="T109" fmla="*/ 0 60000 65536"/>
                  <a:gd name="T110" fmla="*/ 0 60000 65536"/>
                  <a:gd name="T111" fmla="*/ 0 60000 65536"/>
                  <a:gd name="T112" fmla="*/ 0 60000 65536"/>
                  <a:gd name="T113" fmla="*/ 0 60000 65536"/>
                  <a:gd name="T114" fmla="*/ 0 60000 65536"/>
                  <a:gd name="T115" fmla="*/ 0 60000 65536"/>
                  <a:gd name="T116" fmla="*/ 0 60000 65536"/>
                  <a:gd name="T117" fmla="*/ 0 60000 65536"/>
                  <a:gd name="T118" fmla="*/ 0 60000 65536"/>
                  <a:gd name="T119" fmla="*/ 0 60000 65536"/>
                  <a:gd name="T120" fmla="*/ 0 60000 65536"/>
                  <a:gd name="T121" fmla="*/ 0 60000 65536"/>
                  <a:gd name="T122" fmla="*/ 0 60000 65536"/>
                  <a:gd name="T123" fmla="*/ 0 w 717"/>
                  <a:gd name="T124" fmla="*/ 0 h 756"/>
                  <a:gd name="T125" fmla="*/ 717 w 717"/>
                  <a:gd name="T126" fmla="*/ 756 h 756"/>
                </a:gdLst>
                <a:ahLst/>
                <a:cxnLst>
                  <a:cxn ang="T82">
                    <a:pos x="T0" y="T1"/>
                  </a:cxn>
                  <a:cxn ang="T83">
                    <a:pos x="T2" y="T3"/>
                  </a:cxn>
                  <a:cxn ang="T84">
                    <a:pos x="T4" y="T5"/>
                  </a:cxn>
                  <a:cxn ang="T85">
                    <a:pos x="T6" y="T7"/>
                  </a:cxn>
                  <a:cxn ang="T86">
                    <a:pos x="T8" y="T9"/>
                  </a:cxn>
                  <a:cxn ang="T87">
                    <a:pos x="T10" y="T11"/>
                  </a:cxn>
                  <a:cxn ang="T88">
                    <a:pos x="T12" y="T13"/>
                  </a:cxn>
                  <a:cxn ang="T89">
                    <a:pos x="T14" y="T15"/>
                  </a:cxn>
                  <a:cxn ang="T90">
                    <a:pos x="T16" y="T17"/>
                  </a:cxn>
                  <a:cxn ang="T91">
                    <a:pos x="T18" y="T19"/>
                  </a:cxn>
                  <a:cxn ang="T92">
                    <a:pos x="T20" y="T21"/>
                  </a:cxn>
                  <a:cxn ang="T93">
                    <a:pos x="T22" y="T23"/>
                  </a:cxn>
                  <a:cxn ang="T94">
                    <a:pos x="T24" y="T25"/>
                  </a:cxn>
                  <a:cxn ang="T95">
                    <a:pos x="T26" y="T27"/>
                  </a:cxn>
                  <a:cxn ang="T96">
                    <a:pos x="T28" y="T29"/>
                  </a:cxn>
                  <a:cxn ang="T97">
                    <a:pos x="T30" y="T31"/>
                  </a:cxn>
                  <a:cxn ang="T98">
                    <a:pos x="T32" y="T33"/>
                  </a:cxn>
                  <a:cxn ang="T99">
                    <a:pos x="T34" y="T35"/>
                  </a:cxn>
                  <a:cxn ang="T100">
                    <a:pos x="T36" y="T37"/>
                  </a:cxn>
                  <a:cxn ang="T101">
                    <a:pos x="T38" y="T39"/>
                  </a:cxn>
                  <a:cxn ang="T102">
                    <a:pos x="T40" y="T41"/>
                  </a:cxn>
                  <a:cxn ang="T103">
                    <a:pos x="T42" y="T43"/>
                  </a:cxn>
                  <a:cxn ang="T104">
                    <a:pos x="T44" y="T45"/>
                  </a:cxn>
                  <a:cxn ang="T105">
                    <a:pos x="T46" y="T47"/>
                  </a:cxn>
                  <a:cxn ang="T106">
                    <a:pos x="T48" y="T49"/>
                  </a:cxn>
                  <a:cxn ang="T107">
                    <a:pos x="T50" y="T51"/>
                  </a:cxn>
                  <a:cxn ang="T108">
                    <a:pos x="T52" y="T53"/>
                  </a:cxn>
                  <a:cxn ang="T109">
                    <a:pos x="T54" y="T55"/>
                  </a:cxn>
                  <a:cxn ang="T110">
                    <a:pos x="T56" y="T57"/>
                  </a:cxn>
                  <a:cxn ang="T111">
                    <a:pos x="T58" y="T59"/>
                  </a:cxn>
                  <a:cxn ang="T112">
                    <a:pos x="T60" y="T61"/>
                  </a:cxn>
                  <a:cxn ang="T113">
                    <a:pos x="T62" y="T63"/>
                  </a:cxn>
                  <a:cxn ang="T114">
                    <a:pos x="T64" y="T65"/>
                  </a:cxn>
                  <a:cxn ang="T115">
                    <a:pos x="T66" y="T67"/>
                  </a:cxn>
                  <a:cxn ang="T116">
                    <a:pos x="T68" y="T69"/>
                  </a:cxn>
                  <a:cxn ang="T117">
                    <a:pos x="T70" y="T71"/>
                  </a:cxn>
                  <a:cxn ang="T118">
                    <a:pos x="T72" y="T73"/>
                  </a:cxn>
                  <a:cxn ang="T119">
                    <a:pos x="T74" y="T75"/>
                  </a:cxn>
                  <a:cxn ang="T120">
                    <a:pos x="T76" y="T77"/>
                  </a:cxn>
                  <a:cxn ang="T121">
                    <a:pos x="T78" y="T79"/>
                  </a:cxn>
                  <a:cxn ang="T122">
                    <a:pos x="T80" y="T81"/>
                  </a:cxn>
                </a:cxnLst>
                <a:rect l="T123" t="T124" r="T125" b="T126"/>
                <a:pathLst>
                  <a:path w="717" h="756">
                    <a:moveTo>
                      <a:pt x="0" y="756"/>
                    </a:moveTo>
                    <a:lnTo>
                      <a:pt x="52" y="167"/>
                    </a:lnTo>
                    <a:lnTo>
                      <a:pt x="64" y="384"/>
                    </a:lnTo>
                    <a:lnTo>
                      <a:pt x="90" y="103"/>
                    </a:lnTo>
                    <a:lnTo>
                      <a:pt x="116" y="519"/>
                    </a:lnTo>
                    <a:lnTo>
                      <a:pt x="135" y="487"/>
                    </a:lnTo>
                    <a:lnTo>
                      <a:pt x="135" y="359"/>
                    </a:lnTo>
                    <a:lnTo>
                      <a:pt x="167" y="71"/>
                    </a:lnTo>
                    <a:lnTo>
                      <a:pt x="192" y="244"/>
                    </a:lnTo>
                    <a:lnTo>
                      <a:pt x="205" y="96"/>
                    </a:lnTo>
                    <a:lnTo>
                      <a:pt x="218" y="615"/>
                    </a:lnTo>
                    <a:lnTo>
                      <a:pt x="244" y="397"/>
                    </a:lnTo>
                    <a:lnTo>
                      <a:pt x="282" y="519"/>
                    </a:lnTo>
                    <a:lnTo>
                      <a:pt x="308" y="308"/>
                    </a:lnTo>
                    <a:lnTo>
                      <a:pt x="333" y="442"/>
                    </a:lnTo>
                    <a:lnTo>
                      <a:pt x="346" y="352"/>
                    </a:lnTo>
                    <a:lnTo>
                      <a:pt x="365" y="384"/>
                    </a:lnTo>
                    <a:lnTo>
                      <a:pt x="378" y="135"/>
                    </a:lnTo>
                    <a:lnTo>
                      <a:pt x="391" y="301"/>
                    </a:lnTo>
                    <a:lnTo>
                      <a:pt x="384" y="519"/>
                    </a:lnTo>
                    <a:lnTo>
                      <a:pt x="404" y="679"/>
                    </a:lnTo>
                    <a:lnTo>
                      <a:pt x="429" y="628"/>
                    </a:lnTo>
                    <a:lnTo>
                      <a:pt x="442" y="480"/>
                    </a:lnTo>
                    <a:lnTo>
                      <a:pt x="455" y="391"/>
                    </a:lnTo>
                    <a:lnTo>
                      <a:pt x="436" y="506"/>
                    </a:lnTo>
                    <a:lnTo>
                      <a:pt x="461" y="352"/>
                    </a:lnTo>
                    <a:lnTo>
                      <a:pt x="474" y="455"/>
                    </a:lnTo>
                    <a:lnTo>
                      <a:pt x="493" y="519"/>
                    </a:lnTo>
                    <a:lnTo>
                      <a:pt x="512" y="410"/>
                    </a:lnTo>
                    <a:lnTo>
                      <a:pt x="532" y="186"/>
                    </a:lnTo>
                    <a:lnTo>
                      <a:pt x="544" y="231"/>
                    </a:lnTo>
                    <a:lnTo>
                      <a:pt x="570" y="148"/>
                    </a:lnTo>
                    <a:lnTo>
                      <a:pt x="576" y="301"/>
                    </a:lnTo>
                    <a:lnTo>
                      <a:pt x="576" y="730"/>
                    </a:lnTo>
                    <a:lnTo>
                      <a:pt x="647" y="0"/>
                    </a:lnTo>
                    <a:lnTo>
                      <a:pt x="647" y="250"/>
                    </a:lnTo>
                    <a:lnTo>
                      <a:pt x="660" y="333"/>
                    </a:lnTo>
                    <a:lnTo>
                      <a:pt x="685" y="192"/>
                    </a:lnTo>
                    <a:lnTo>
                      <a:pt x="711" y="340"/>
                    </a:lnTo>
                    <a:lnTo>
                      <a:pt x="698" y="429"/>
                    </a:lnTo>
                    <a:lnTo>
                      <a:pt x="717" y="461"/>
                    </a:lnTo>
                  </a:path>
                </a:pathLst>
              </a:custGeom>
              <a:noFill/>
              <a:ln w="9525">
                <a:solidFill>
                  <a:srgbClr val="0079F2"/>
                </a:solidFill>
                <a:round/>
                <a:headEnd/>
                <a:tailEnd/>
              </a:ln>
            </p:spPr>
            <p:txBody>
              <a:bodyPr/>
              <a:lstStyle/>
              <a:p>
                <a:endParaRPr lang="en-GB"/>
              </a:p>
            </p:txBody>
          </p:sp>
        </p:grpSp>
      </p:grpSp>
      <p:sp>
        <p:nvSpPr>
          <p:cNvPr id="74" name="Freeform 31"/>
          <p:cNvSpPr>
            <a:spLocks/>
          </p:cNvSpPr>
          <p:nvPr/>
        </p:nvSpPr>
        <p:spPr bwMode="auto">
          <a:xfrm>
            <a:off x="4568694" y="2475364"/>
            <a:ext cx="3413916" cy="2647450"/>
          </a:xfrm>
          <a:custGeom>
            <a:avLst/>
            <a:gdLst>
              <a:gd name="T0" fmla="*/ 0 w 2244"/>
              <a:gd name="T1" fmla="*/ 644 h 1171"/>
              <a:gd name="T2" fmla="*/ 119 w 2244"/>
              <a:gd name="T3" fmla="*/ 339 h 1171"/>
              <a:gd name="T4" fmla="*/ 198 w 2244"/>
              <a:gd name="T5" fmla="*/ 471 h 1171"/>
              <a:gd name="T6" fmla="*/ 271 w 2244"/>
              <a:gd name="T7" fmla="*/ 392 h 1171"/>
              <a:gd name="T8" fmla="*/ 364 w 2244"/>
              <a:gd name="T9" fmla="*/ 48 h 1171"/>
              <a:gd name="T10" fmla="*/ 410 w 2244"/>
              <a:gd name="T11" fmla="*/ 101 h 1171"/>
              <a:gd name="T12" fmla="*/ 463 w 2244"/>
              <a:gd name="T13" fmla="*/ 87 h 1171"/>
              <a:gd name="T14" fmla="*/ 490 w 2244"/>
              <a:gd name="T15" fmla="*/ 173 h 1171"/>
              <a:gd name="T16" fmla="*/ 609 w 2244"/>
              <a:gd name="T17" fmla="*/ 173 h 1171"/>
              <a:gd name="T18" fmla="*/ 668 w 2244"/>
              <a:gd name="T19" fmla="*/ 326 h 1171"/>
              <a:gd name="T20" fmla="*/ 708 w 2244"/>
              <a:gd name="T21" fmla="*/ 531 h 1171"/>
              <a:gd name="T22" fmla="*/ 735 w 2244"/>
              <a:gd name="T23" fmla="*/ 54 h 1171"/>
              <a:gd name="T24" fmla="*/ 821 w 2244"/>
              <a:gd name="T25" fmla="*/ 743 h 1171"/>
              <a:gd name="T26" fmla="*/ 887 w 2244"/>
              <a:gd name="T27" fmla="*/ 438 h 1171"/>
              <a:gd name="T28" fmla="*/ 900 w 2244"/>
              <a:gd name="T29" fmla="*/ 379 h 1171"/>
              <a:gd name="T30" fmla="*/ 933 w 2244"/>
              <a:gd name="T31" fmla="*/ 445 h 1171"/>
              <a:gd name="T32" fmla="*/ 979 w 2244"/>
              <a:gd name="T33" fmla="*/ 319 h 1171"/>
              <a:gd name="T34" fmla="*/ 1026 w 2244"/>
              <a:gd name="T35" fmla="*/ 418 h 1171"/>
              <a:gd name="T36" fmla="*/ 1125 w 2244"/>
              <a:gd name="T37" fmla="*/ 87 h 1171"/>
              <a:gd name="T38" fmla="*/ 1158 w 2244"/>
              <a:gd name="T39" fmla="*/ 240 h 1171"/>
              <a:gd name="T40" fmla="*/ 1231 w 2244"/>
              <a:gd name="T41" fmla="*/ 48 h 1171"/>
              <a:gd name="T42" fmla="*/ 1244 w 2244"/>
              <a:gd name="T43" fmla="*/ 312 h 1171"/>
              <a:gd name="T44" fmla="*/ 1264 w 2244"/>
              <a:gd name="T45" fmla="*/ 491 h 1171"/>
              <a:gd name="T46" fmla="*/ 1264 w 2244"/>
              <a:gd name="T47" fmla="*/ 399 h 1171"/>
              <a:gd name="T48" fmla="*/ 1277 w 2244"/>
              <a:gd name="T49" fmla="*/ 624 h 1171"/>
              <a:gd name="T50" fmla="*/ 1330 w 2244"/>
              <a:gd name="T51" fmla="*/ 504 h 1171"/>
              <a:gd name="T52" fmla="*/ 1370 w 2244"/>
              <a:gd name="T53" fmla="*/ 895 h 1171"/>
              <a:gd name="T54" fmla="*/ 1416 w 2244"/>
              <a:gd name="T55" fmla="*/ 180 h 1171"/>
              <a:gd name="T56" fmla="*/ 1456 w 2244"/>
              <a:gd name="T57" fmla="*/ 855 h 1171"/>
              <a:gd name="T58" fmla="*/ 1476 w 2244"/>
              <a:gd name="T59" fmla="*/ 895 h 1171"/>
              <a:gd name="T60" fmla="*/ 1529 w 2244"/>
              <a:gd name="T61" fmla="*/ 1054 h 1171"/>
              <a:gd name="T62" fmla="*/ 1622 w 2244"/>
              <a:gd name="T63" fmla="*/ 968 h 1171"/>
              <a:gd name="T64" fmla="*/ 1661 w 2244"/>
              <a:gd name="T65" fmla="*/ 1054 h 1171"/>
              <a:gd name="T66" fmla="*/ 1781 w 2244"/>
              <a:gd name="T67" fmla="*/ 1008 h 1171"/>
              <a:gd name="T68" fmla="*/ 1834 w 2244"/>
              <a:gd name="T69" fmla="*/ 1127 h 1171"/>
              <a:gd name="T70" fmla="*/ 1893 w 2244"/>
              <a:gd name="T71" fmla="*/ 948 h 1171"/>
              <a:gd name="T72" fmla="*/ 1933 w 2244"/>
              <a:gd name="T73" fmla="*/ 882 h 1171"/>
              <a:gd name="T74" fmla="*/ 1986 w 2244"/>
              <a:gd name="T75" fmla="*/ 1120 h 1171"/>
              <a:gd name="T76" fmla="*/ 2072 w 2244"/>
              <a:gd name="T77" fmla="*/ 1160 h 1171"/>
              <a:gd name="T78" fmla="*/ 2105 w 2244"/>
              <a:gd name="T79" fmla="*/ 1054 h 1171"/>
              <a:gd name="T80" fmla="*/ 2211 w 2244"/>
              <a:gd name="T81" fmla="*/ 763 h 1171"/>
              <a:gd name="T82" fmla="*/ 2244 w 2244"/>
              <a:gd name="T83" fmla="*/ 604 h 1171"/>
              <a:gd name="T84" fmla="*/ 0 60000 65536"/>
              <a:gd name="T85" fmla="*/ 0 60000 65536"/>
              <a:gd name="T86" fmla="*/ 0 60000 65536"/>
              <a:gd name="T87" fmla="*/ 0 60000 65536"/>
              <a:gd name="T88" fmla="*/ 0 60000 65536"/>
              <a:gd name="T89" fmla="*/ 0 60000 65536"/>
              <a:gd name="T90" fmla="*/ 0 60000 65536"/>
              <a:gd name="T91" fmla="*/ 0 60000 65536"/>
              <a:gd name="T92" fmla="*/ 0 60000 65536"/>
              <a:gd name="T93" fmla="*/ 0 60000 65536"/>
              <a:gd name="T94" fmla="*/ 0 60000 65536"/>
              <a:gd name="T95" fmla="*/ 0 60000 65536"/>
              <a:gd name="T96" fmla="*/ 0 60000 65536"/>
              <a:gd name="T97" fmla="*/ 0 60000 65536"/>
              <a:gd name="T98" fmla="*/ 0 60000 65536"/>
              <a:gd name="T99" fmla="*/ 0 60000 65536"/>
              <a:gd name="T100" fmla="*/ 0 60000 65536"/>
              <a:gd name="T101" fmla="*/ 0 60000 65536"/>
              <a:gd name="T102" fmla="*/ 0 60000 65536"/>
              <a:gd name="T103" fmla="*/ 0 60000 65536"/>
              <a:gd name="T104" fmla="*/ 0 60000 65536"/>
              <a:gd name="T105" fmla="*/ 0 60000 65536"/>
              <a:gd name="T106" fmla="*/ 0 60000 65536"/>
              <a:gd name="T107" fmla="*/ 0 60000 65536"/>
              <a:gd name="T108" fmla="*/ 0 60000 65536"/>
              <a:gd name="T109" fmla="*/ 0 60000 65536"/>
              <a:gd name="T110" fmla="*/ 0 60000 65536"/>
              <a:gd name="T111" fmla="*/ 0 60000 65536"/>
              <a:gd name="T112" fmla="*/ 0 60000 65536"/>
              <a:gd name="T113" fmla="*/ 0 60000 65536"/>
              <a:gd name="T114" fmla="*/ 0 60000 65536"/>
              <a:gd name="T115" fmla="*/ 0 60000 65536"/>
              <a:gd name="T116" fmla="*/ 0 60000 65536"/>
              <a:gd name="T117" fmla="*/ 0 60000 65536"/>
              <a:gd name="T118" fmla="*/ 0 60000 65536"/>
              <a:gd name="T119" fmla="*/ 0 60000 65536"/>
              <a:gd name="T120" fmla="*/ 0 60000 65536"/>
              <a:gd name="T121" fmla="*/ 0 60000 65536"/>
              <a:gd name="T122" fmla="*/ 0 60000 65536"/>
              <a:gd name="T123" fmla="*/ 0 60000 65536"/>
              <a:gd name="T124" fmla="*/ 0 60000 65536"/>
              <a:gd name="T125" fmla="*/ 0 60000 65536"/>
              <a:gd name="T126" fmla="*/ 0 w 2244"/>
              <a:gd name="T127" fmla="*/ 0 h 1171"/>
              <a:gd name="T128" fmla="*/ 2244 w 2244"/>
              <a:gd name="T129" fmla="*/ 1171 h 1171"/>
            </a:gdLst>
            <a:ahLst/>
            <a:cxnLst>
              <a:cxn ang="T84">
                <a:pos x="T0" y="T1"/>
              </a:cxn>
              <a:cxn ang="T85">
                <a:pos x="T2" y="T3"/>
              </a:cxn>
              <a:cxn ang="T86">
                <a:pos x="T4" y="T5"/>
              </a:cxn>
              <a:cxn ang="T87">
                <a:pos x="T6" y="T7"/>
              </a:cxn>
              <a:cxn ang="T88">
                <a:pos x="T8" y="T9"/>
              </a:cxn>
              <a:cxn ang="T89">
                <a:pos x="T10" y="T11"/>
              </a:cxn>
              <a:cxn ang="T90">
                <a:pos x="T12" y="T13"/>
              </a:cxn>
              <a:cxn ang="T91">
                <a:pos x="T14" y="T15"/>
              </a:cxn>
              <a:cxn ang="T92">
                <a:pos x="T16" y="T17"/>
              </a:cxn>
              <a:cxn ang="T93">
                <a:pos x="T18" y="T19"/>
              </a:cxn>
              <a:cxn ang="T94">
                <a:pos x="T20" y="T21"/>
              </a:cxn>
              <a:cxn ang="T95">
                <a:pos x="T22" y="T23"/>
              </a:cxn>
              <a:cxn ang="T96">
                <a:pos x="T24" y="T25"/>
              </a:cxn>
              <a:cxn ang="T97">
                <a:pos x="T26" y="T27"/>
              </a:cxn>
              <a:cxn ang="T98">
                <a:pos x="T28" y="T29"/>
              </a:cxn>
              <a:cxn ang="T99">
                <a:pos x="T30" y="T31"/>
              </a:cxn>
              <a:cxn ang="T100">
                <a:pos x="T32" y="T33"/>
              </a:cxn>
              <a:cxn ang="T101">
                <a:pos x="T34" y="T35"/>
              </a:cxn>
              <a:cxn ang="T102">
                <a:pos x="T36" y="T37"/>
              </a:cxn>
              <a:cxn ang="T103">
                <a:pos x="T38" y="T39"/>
              </a:cxn>
              <a:cxn ang="T104">
                <a:pos x="T40" y="T41"/>
              </a:cxn>
              <a:cxn ang="T105">
                <a:pos x="T42" y="T43"/>
              </a:cxn>
              <a:cxn ang="T106">
                <a:pos x="T44" y="T45"/>
              </a:cxn>
              <a:cxn ang="T107">
                <a:pos x="T46" y="T47"/>
              </a:cxn>
              <a:cxn ang="T108">
                <a:pos x="T48" y="T49"/>
              </a:cxn>
              <a:cxn ang="T109">
                <a:pos x="T50" y="T51"/>
              </a:cxn>
              <a:cxn ang="T110">
                <a:pos x="T52" y="T53"/>
              </a:cxn>
              <a:cxn ang="T111">
                <a:pos x="T54" y="T55"/>
              </a:cxn>
              <a:cxn ang="T112">
                <a:pos x="T56" y="T57"/>
              </a:cxn>
              <a:cxn ang="T113">
                <a:pos x="T58" y="T59"/>
              </a:cxn>
              <a:cxn ang="T114">
                <a:pos x="T60" y="T61"/>
              </a:cxn>
              <a:cxn ang="T115">
                <a:pos x="T62" y="T63"/>
              </a:cxn>
              <a:cxn ang="T116">
                <a:pos x="T64" y="T65"/>
              </a:cxn>
              <a:cxn ang="T117">
                <a:pos x="T66" y="T67"/>
              </a:cxn>
              <a:cxn ang="T118">
                <a:pos x="T68" y="T69"/>
              </a:cxn>
              <a:cxn ang="T119">
                <a:pos x="T70" y="T71"/>
              </a:cxn>
              <a:cxn ang="T120">
                <a:pos x="T72" y="T73"/>
              </a:cxn>
              <a:cxn ang="T121">
                <a:pos x="T74" y="T75"/>
              </a:cxn>
              <a:cxn ang="T122">
                <a:pos x="T76" y="T77"/>
              </a:cxn>
              <a:cxn ang="T123">
                <a:pos x="T78" y="T79"/>
              </a:cxn>
              <a:cxn ang="T124">
                <a:pos x="T80" y="T81"/>
              </a:cxn>
              <a:cxn ang="T125">
                <a:pos x="T82" y="T83"/>
              </a:cxn>
            </a:cxnLst>
            <a:rect l="T126" t="T127" r="T128" b="T129"/>
            <a:pathLst>
              <a:path w="2244" h="1171">
                <a:moveTo>
                  <a:pt x="0" y="644"/>
                </a:moveTo>
                <a:cubicBezTo>
                  <a:pt x="43" y="506"/>
                  <a:pt x="86" y="368"/>
                  <a:pt x="119" y="339"/>
                </a:cubicBezTo>
                <a:cubicBezTo>
                  <a:pt x="152" y="310"/>
                  <a:pt x="173" y="462"/>
                  <a:pt x="198" y="471"/>
                </a:cubicBezTo>
                <a:cubicBezTo>
                  <a:pt x="223" y="480"/>
                  <a:pt x="243" y="462"/>
                  <a:pt x="271" y="392"/>
                </a:cubicBezTo>
                <a:cubicBezTo>
                  <a:pt x="299" y="322"/>
                  <a:pt x="341" y="96"/>
                  <a:pt x="364" y="48"/>
                </a:cubicBezTo>
                <a:cubicBezTo>
                  <a:pt x="387" y="0"/>
                  <a:pt x="394" y="95"/>
                  <a:pt x="410" y="101"/>
                </a:cubicBezTo>
                <a:cubicBezTo>
                  <a:pt x="426" y="107"/>
                  <a:pt x="450" y="75"/>
                  <a:pt x="463" y="87"/>
                </a:cubicBezTo>
                <a:cubicBezTo>
                  <a:pt x="476" y="99"/>
                  <a:pt x="466" y="159"/>
                  <a:pt x="490" y="173"/>
                </a:cubicBezTo>
                <a:cubicBezTo>
                  <a:pt x="514" y="187"/>
                  <a:pt x="579" y="147"/>
                  <a:pt x="609" y="173"/>
                </a:cubicBezTo>
                <a:cubicBezTo>
                  <a:pt x="639" y="199"/>
                  <a:pt x="652" y="266"/>
                  <a:pt x="668" y="326"/>
                </a:cubicBezTo>
                <a:cubicBezTo>
                  <a:pt x="684" y="386"/>
                  <a:pt x="697" y="576"/>
                  <a:pt x="708" y="531"/>
                </a:cubicBezTo>
                <a:cubicBezTo>
                  <a:pt x="719" y="486"/>
                  <a:pt x="716" y="19"/>
                  <a:pt x="735" y="54"/>
                </a:cubicBezTo>
                <a:cubicBezTo>
                  <a:pt x="754" y="89"/>
                  <a:pt x="796" y="679"/>
                  <a:pt x="821" y="743"/>
                </a:cubicBezTo>
                <a:cubicBezTo>
                  <a:pt x="846" y="807"/>
                  <a:pt x="874" y="499"/>
                  <a:pt x="887" y="438"/>
                </a:cubicBezTo>
                <a:cubicBezTo>
                  <a:pt x="900" y="377"/>
                  <a:pt x="892" y="378"/>
                  <a:pt x="900" y="379"/>
                </a:cubicBezTo>
                <a:cubicBezTo>
                  <a:pt x="908" y="380"/>
                  <a:pt x="920" y="455"/>
                  <a:pt x="933" y="445"/>
                </a:cubicBezTo>
                <a:cubicBezTo>
                  <a:pt x="946" y="435"/>
                  <a:pt x="964" y="323"/>
                  <a:pt x="979" y="319"/>
                </a:cubicBezTo>
                <a:cubicBezTo>
                  <a:pt x="994" y="315"/>
                  <a:pt x="1002" y="457"/>
                  <a:pt x="1026" y="418"/>
                </a:cubicBezTo>
                <a:cubicBezTo>
                  <a:pt x="1050" y="379"/>
                  <a:pt x="1103" y="117"/>
                  <a:pt x="1125" y="87"/>
                </a:cubicBezTo>
                <a:cubicBezTo>
                  <a:pt x="1147" y="57"/>
                  <a:pt x="1141" y="246"/>
                  <a:pt x="1158" y="240"/>
                </a:cubicBezTo>
                <a:cubicBezTo>
                  <a:pt x="1175" y="234"/>
                  <a:pt x="1217" y="36"/>
                  <a:pt x="1231" y="48"/>
                </a:cubicBezTo>
                <a:cubicBezTo>
                  <a:pt x="1245" y="60"/>
                  <a:pt x="1239" y="238"/>
                  <a:pt x="1244" y="312"/>
                </a:cubicBezTo>
                <a:cubicBezTo>
                  <a:pt x="1249" y="386"/>
                  <a:pt x="1261" y="477"/>
                  <a:pt x="1264" y="491"/>
                </a:cubicBezTo>
                <a:cubicBezTo>
                  <a:pt x="1267" y="505"/>
                  <a:pt x="1262" y="377"/>
                  <a:pt x="1264" y="399"/>
                </a:cubicBezTo>
                <a:cubicBezTo>
                  <a:pt x="1266" y="421"/>
                  <a:pt x="1266" y="607"/>
                  <a:pt x="1277" y="624"/>
                </a:cubicBezTo>
                <a:cubicBezTo>
                  <a:pt x="1288" y="641"/>
                  <a:pt x="1315" y="459"/>
                  <a:pt x="1330" y="504"/>
                </a:cubicBezTo>
                <a:cubicBezTo>
                  <a:pt x="1345" y="549"/>
                  <a:pt x="1356" y="949"/>
                  <a:pt x="1370" y="895"/>
                </a:cubicBezTo>
                <a:cubicBezTo>
                  <a:pt x="1384" y="841"/>
                  <a:pt x="1402" y="187"/>
                  <a:pt x="1416" y="180"/>
                </a:cubicBezTo>
                <a:cubicBezTo>
                  <a:pt x="1430" y="173"/>
                  <a:pt x="1446" y="736"/>
                  <a:pt x="1456" y="855"/>
                </a:cubicBezTo>
                <a:cubicBezTo>
                  <a:pt x="1466" y="974"/>
                  <a:pt x="1464" y="862"/>
                  <a:pt x="1476" y="895"/>
                </a:cubicBezTo>
                <a:cubicBezTo>
                  <a:pt x="1488" y="928"/>
                  <a:pt x="1505" y="1042"/>
                  <a:pt x="1529" y="1054"/>
                </a:cubicBezTo>
                <a:cubicBezTo>
                  <a:pt x="1553" y="1066"/>
                  <a:pt x="1600" y="968"/>
                  <a:pt x="1622" y="968"/>
                </a:cubicBezTo>
                <a:cubicBezTo>
                  <a:pt x="1644" y="968"/>
                  <a:pt x="1635" y="1047"/>
                  <a:pt x="1661" y="1054"/>
                </a:cubicBezTo>
                <a:cubicBezTo>
                  <a:pt x="1687" y="1061"/>
                  <a:pt x="1752" y="996"/>
                  <a:pt x="1781" y="1008"/>
                </a:cubicBezTo>
                <a:cubicBezTo>
                  <a:pt x="1810" y="1020"/>
                  <a:pt x="1815" y="1137"/>
                  <a:pt x="1834" y="1127"/>
                </a:cubicBezTo>
                <a:cubicBezTo>
                  <a:pt x="1853" y="1117"/>
                  <a:pt x="1877" y="989"/>
                  <a:pt x="1893" y="948"/>
                </a:cubicBezTo>
                <a:cubicBezTo>
                  <a:pt x="1909" y="907"/>
                  <a:pt x="1918" y="853"/>
                  <a:pt x="1933" y="882"/>
                </a:cubicBezTo>
                <a:cubicBezTo>
                  <a:pt x="1948" y="911"/>
                  <a:pt x="1963" y="1074"/>
                  <a:pt x="1986" y="1120"/>
                </a:cubicBezTo>
                <a:cubicBezTo>
                  <a:pt x="2009" y="1166"/>
                  <a:pt x="2052" y="1171"/>
                  <a:pt x="2072" y="1160"/>
                </a:cubicBezTo>
                <a:cubicBezTo>
                  <a:pt x="2092" y="1149"/>
                  <a:pt x="2082" y="1120"/>
                  <a:pt x="2105" y="1054"/>
                </a:cubicBezTo>
                <a:cubicBezTo>
                  <a:pt x="2128" y="988"/>
                  <a:pt x="2188" y="838"/>
                  <a:pt x="2211" y="763"/>
                </a:cubicBezTo>
                <a:cubicBezTo>
                  <a:pt x="2234" y="688"/>
                  <a:pt x="2236" y="635"/>
                  <a:pt x="2244" y="604"/>
                </a:cubicBezTo>
              </a:path>
            </a:pathLst>
          </a:custGeom>
          <a:noFill/>
          <a:ln w="19050">
            <a:solidFill>
              <a:srgbClr val="FF5050"/>
            </a:solidFill>
            <a:round/>
            <a:headEnd/>
            <a:tailEnd/>
          </a:ln>
        </p:spPr>
        <p:txBody>
          <a:bodyPr/>
          <a:lstStyle/>
          <a:p>
            <a:endParaRPr lang="en-GB"/>
          </a:p>
        </p:txBody>
      </p:sp>
      <p:grpSp>
        <p:nvGrpSpPr>
          <p:cNvPr id="75" name="Group 32"/>
          <p:cNvGrpSpPr>
            <a:grpSpLocks/>
          </p:cNvGrpSpPr>
          <p:nvPr/>
        </p:nvGrpSpPr>
        <p:grpSpPr bwMode="auto">
          <a:xfrm>
            <a:off x="6279222" y="3539397"/>
            <a:ext cx="1703388" cy="522288"/>
            <a:chOff x="3404" y="1080"/>
            <a:chExt cx="1755" cy="819"/>
          </a:xfrm>
        </p:grpSpPr>
        <p:grpSp>
          <p:nvGrpSpPr>
            <p:cNvPr id="76" name="Group 33"/>
            <p:cNvGrpSpPr>
              <a:grpSpLocks/>
            </p:cNvGrpSpPr>
            <p:nvPr/>
          </p:nvGrpSpPr>
          <p:grpSpPr bwMode="auto">
            <a:xfrm>
              <a:off x="3404" y="1080"/>
              <a:ext cx="590" cy="801"/>
              <a:chOff x="3462" y="1100"/>
              <a:chExt cx="1549" cy="801"/>
            </a:xfrm>
          </p:grpSpPr>
          <p:sp>
            <p:nvSpPr>
              <p:cNvPr id="89" name="Freeform 34"/>
              <p:cNvSpPr>
                <a:spLocks/>
              </p:cNvSpPr>
              <p:nvPr/>
            </p:nvSpPr>
            <p:spPr bwMode="auto">
              <a:xfrm>
                <a:off x="3462" y="1126"/>
                <a:ext cx="313" cy="756"/>
              </a:xfrm>
              <a:custGeom>
                <a:avLst/>
                <a:gdLst>
                  <a:gd name="T0" fmla="*/ 0 w 717"/>
                  <a:gd name="T1" fmla="*/ 756 h 756"/>
                  <a:gd name="T2" fmla="*/ 4 w 717"/>
                  <a:gd name="T3" fmla="*/ 167 h 756"/>
                  <a:gd name="T4" fmla="*/ 5 w 717"/>
                  <a:gd name="T5" fmla="*/ 384 h 756"/>
                  <a:gd name="T6" fmla="*/ 7 w 717"/>
                  <a:gd name="T7" fmla="*/ 103 h 756"/>
                  <a:gd name="T8" fmla="*/ 10 w 717"/>
                  <a:gd name="T9" fmla="*/ 519 h 756"/>
                  <a:gd name="T10" fmla="*/ 11 w 717"/>
                  <a:gd name="T11" fmla="*/ 487 h 756"/>
                  <a:gd name="T12" fmla="*/ 11 w 717"/>
                  <a:gd name="T13" fmla="*/ 359 h 756"/>
                  <a:gd name="T14" fmla="*/ 14 w 717"/>
                  <a:gd name="T15" fmla="*/ 71 h 756"/>
                  <a:gd name="T16" fmla="*/ 16 w 717"/>
                  <a:gd name="T17" fmla="*/ 244 h 756"/>
                  <a:gd name="T18" fmla="*/ 17 w 717"/>
                  <a:gd name="T19" fmla="*/ 96 h 756"/>
                  <a:gd name="T20" fmla="*/ 18 w 717"/>
                  <a:gd name="T21" fmla="*/ 615 h 756"/>
                  <a:gd name="T22" fmla="*/ 21 w 717"/>
                  <a:gd name="T23" fmla="*/ 397 h 756"/>
                  <a:gd name="T24" fmla="*/ 24 w 717"/>
                  <a:gd name="T25" fmla="*/ 519 h 756"/>
                  <a:gd name="T26" fmla="*/ 25 w 717"/>
                  <a:gd name="T27" fmla="*/ 308 h 756"/>
                  <a:gd name="T28" fmla="*/ 28 w 717"/>
                  <a:gd name="T29" fmla="*/ 442 h 756"/>
                  <a:gd name="T30" fmla="*/ 29 w 717"/>
                  <a:gd name="T31" fmla="*/ 352 h 756"/>
                  <a:gd name="T32" fmla="*/ 30 w 717"/>
                  <a:gd name="T33" fmla="*/ 384 h 756"/>
                  <a:gd name="T34" fmla="*/ 31 w 717"/>
                  <a:gd name="T35" fmla="*/ 135 h 756"/>
                  <a:gd name="T36" fmla="*/ 33 w 717"/>
                  <a:gd name="T37" fmla="*/ 301 h 756"/>
                  <a:gd name="T38" fmla="*/ 32 w 717"/>
                  <a:gd name="T39" fmla="*/ 519 h 756"/>
                  <a:gd name="T40" fmla="*/ 34 w 717"/>
                  <a:gd name="T41" fmla="*/ 679 h 756"/>
                  <a:gd name="T42" fmla="*/ 36 w 717"/>
                  <a:gd name="T43" fmla="*/ 628 h 756"/>
                  <a:gd name="T44" fmla="*/ 37 w 717"/>
                  <a:gd name="T45" fmla="*/ 480 h 756"/>
                  <a:gd name="T46" fmla="*/ 38 w 717"/>
                  <a:gd name="T47" fmla="*/ 391 h 756"/>
                  <a:gd name="T48" fmla="*/ 36 w 717"/>
                  <a:gd name="T49" fmla="*/ 506 h 756"/>
                  <a:gd name="T50" fmla="*/ 38 w 717"/>
                  <a:gd name="T51" fmla="*/ 352 h 756"/>
                  <a:gd name="T52" fmla="*/ 39 w 717"/>
                  <a:gd name="T53" fmla="*/ 455 h 756"/>
                  <a:gd name="T54" fmla="*/ 41 w 717"/>
                  <a:gd name="T55" fmla="*/ 519 h 756"/>
                  <a:gd name="T56" fmla="*/ 43 w 717"/>
                  <a:gd name="T57" fmla="*/ 410 h 756"/>
                  <a:gd name="T58" fmla="*/ 44 w 717"/>
                  <a:gd name="T59" fmla="*/ 186 h 756"/>
                  <a:gd name="T60" fmla="*/ 45 w 717"/>
                  <a:gd name="T61" fmla="*/ 231 h 756"/>
                  <a:gd name="T62" fmla="*/ 48 w 717"/>
                  <a:gd name="T63" fmla="*/ 148 h 756"/>
                  <a:gd name="T64" fmla="*/ 48 w 717"/>
                  <a:gd name="T65" fmla="*/ 301 h 756"/>
                  <a:gd name="T66" fmla="*/ 48 w 717"/>
                  <a:gd name="T67" fmla="*/ 730 h 756"/>
                  <a:gd name="T68" fmla="*/ 54 w 717"/>
                  <a:gd name="T69" fmla="*/ 0 h 756"/>
                  <a:gd name="T70" fmla="*/ 54 w 717"/>
                  <a:gd name="T71" fmla="*/ 250 h 756"/>
                  <a:gd name="T72" fmla="*/ 55 w 717"/>
                  <a:gd name="T73" fmla="*/ 333 h 756"/>
                  <a:gd name="T74" fmla="*/ 57 w 717"/>
                  <a:gd name="T75" fmla="*/ 192 h 756"/>
                  <a:gd name="T76" fmla="*/ 59 w 717"/>
                  <a:gd name="T77" fmla="*/ 340 h 756"/>
                  <a:gd name="T78" fmla="*/ 58 w 717"/>
                  <a:gd name="T79" fmla="*/ 429 h 756"/>
                  <a:gd name="T80" fmla="*/ 60 w 717"/>
                  <a:gd name="T81" fmla="*/ 461 h 756"/>
                  <a:gd name="T82" fmla="*/ 0 60000 65536"/>
                  <a:gd name="T83" fmla="*/ 0 60000 65536"/>
                  <a:gd name="T84" fmla="*/ 0 60000 65536"/>
                  <a:gd name="T85" fmla="*/ 0 60000 65536"/>
                  <a:gd name="T86" fmla="*/ 0 60000 65536"/>
                  <a:gd name="T87" fmla="*/ 0 60000 65536"/>
                  <a:gd name="T88" fmla="*/ 0 60000 65536"/>
                  <a:gd name="T89" fmla="*/ 0 60000 65536"/>
                  <a:gd name="T90" fmla="*/ 0 60000 65536"/>
                  <a:gd name="T91" fmla="*/ 0 60000 65536"/>
                  <a:gd name="T92" fmla="*/ 0 60000 65536"/>
                  <a:gd name="T93" fmla="*/ 0 60000 65536"/>
                  <a:gd name="T94" fmla="*/ 0 60000 65536"/>
                  <a:gd name="T95" fmla="*/ 0 60000 65536"/>
                  <a:gd name="T96" fmla="*/ 0 60000 65536"/>
                  <a:gd name="T97" fmla="*/ 0 60000 65536"/>
                  <a:gd name="T98" fmla="*/ 0 60000 65536"/>
                  <a:gd name="T99" fmla="*/ 0 60000 65536"/>
                  <a:gd name="T100" fmla="*/ 0 60000 65536"/>
                  <a:gd name="T101" fmla="*/ 0 60000 65536"/>
                  <a:gd name="T102" fmla="*/ 0 60000 65536"/>
                  <a:gd name="T103" fmla="*/ 0 60000 65536"/>
                  <a:gd name="T104" fmla="*/ 0 60000 65536"/>
                  <a:gd name="T105" fmla="*/ 0 60000 65536"/>
                  <a:gd name="T106" fmla="*/ 0 60000 65536"/>
                  <a:gd name="T107" fmla="*/ 0 60000 65536"/>
                  <a:gd name="T108" fmla="*/ 0 60000 65536"/>
                  <a:gd name="T109" fmla="*/ 0 60000 65536"/>
                  <a:gd name="T110" fmla="*/ 0 60000 65536"/>
                  <a:gd name="T111" fmla="*/ 0 60000 65536"/>
                  <a:gd name="T112" fmla="*/ 0 60000 65536"/>
                  <a:gd name="T113" fmla="*/ 0 60000 65536"/>
                  <a:gd name="T114" fmla="*/ 0 60000 65536"/>
                  <a:gd name="T115" fmla="*/ 0 60000 65536"/>
                  <a:gd name="T116" fmla="*/ 0 60000 65536"/>
                  <a:gd name="T117" fmla="*/ 0 60000 65536"/>
                  <a:gd name="T118" fmla="*/ 0 60000 65536"/>
                  <a:gd name="T119" fmla="*/ 0 60000 65536"/>
                  <a:gd name="T120" fmla="*/ 0 60000 65536"/>
                  <a:gd name="T121" fmla="*/ 0 60000 65536"/>
                  <a:gd name="T122" fmla="*/ 0 60000 65536"/>
                  <a:gd name="T123" fmla="*/ 0 w 717"/>
                  <a:gd name="T124" fmla="*/ 0 h 756"/>
                  <a:gd name="T125" fmla="*/ 717 w 717"/>
                  <a:gd name="T126" fmla="*/ 756 h 756"/>
                </a:gdLst>
                <a:ahLst/>
                <a:cxnLst>
                  <a:cxn ang="T82">
                    <a:pos x="T0" y="T1"/>
                  </a:cxn>
                  <a:cxn ang="T83">
                    <a:pos x="T2" y="T3"/>
                  </a:cxn>
                  <a:cxn ang="T84">
                    <a:pos x="T4" y="T5"/>
                  </a:cxn>
                  <a:cxn ang="T85">
                    <a:pos x="T6" y="T7"/>
                  </a:cxn>
                  <a:cxn ang="T86">
                    <a:pos x="T8" y="T9"/>
                  </a:cxn>
                  <a:cxn ang="T87">
                    <a:pos x="T10" y="T11"/>
                  </a:cxn>
                  <a:cxn ang="T88">
                    <a:pos x="T12" y="T13"/>
                  </a:cxn>
                  <a:cxn ang="T89">
                    <a:pos x="T14" y="T15"/>
                  </a:cxn>
                  <a:cxn ang="T90">
                    <a:pos x="T16" y="T17"/>
                  </a:cxn>
                  <a:cxn ang="T91">
                    <a:pos x="T18" y="T19"/>
                  </a:cxn>
                  <a:cxn ang="T92">
                    <a:pos x="T20" y="T21"/>
                  </a:cxn>
                  <a:cxn ang="T93">
                    <a:pos x="T22" y="T23"/>
                  </a:cxn>
                  <a:cxn ang="T94">
                    <a:pos x="T24" y="T25"/>
                  </a:cxn>
                  <a:cxn ang="T95">
                    <a:pos x="T26" y="T27"/>
                  </a:cxn>
                  <a:cxn ang="T96">
                    <a:pos x="T28" y="T29"/>
                  </a:cxn>
                  <a:cxn ang="T97">
                    <a:pos x="T30" y="T31"/>
                  </a:cxn>
                  <a:cxn ang="T98">
                    <a:pos x="T32" y="T33"/>
                  </a:cxn>
                  <a:cxn ang="T99">
                    <a:pos x="T34" y="T35"/>
                  </a:cxn>
                  <a:cxn ang="T100">
                    <a:pos x="T36" y="T37"/>
                  </a:cxn>
                  <a:cxn ang="T101">
                    <a:pos x="T38" y="T39"/>
                  </a:cxn>
                  <a:cxn ang="T102">
                    <a:pos x="T40" y="T41"/>
                  </a:cxn>
                  <a:cxn ang="T103">
                    <a:pos x="T42" y="T43"/>
                  </a:cxn>
                  <a:cxn ang="T104">
                    <a:pos x="T44" y="T45"/>
                  </a:cxn>
                  <a:cxn ang="T105">
                    <a:pos x="T46" y="T47"/>
                  </a:cxn>
                  <a:cxn ang="T106">
                    <a:pos x="T48" y="T49"/>
                  </a:cxn>
                  <a:cxn ang="T107">
                    <a:pos x="T50" y="T51"/>
                  </a:cxn>
                  <a:cxn ang="T108">
                    <a:pos x="T52" y="T53"/>
                  </a:cxn>
                  <a:cxn ang="T109">
                    <a:pos x="T54" y="T55"/>
                  </a:cxn>
                  <a:cxn ang="T110">
                    <a:pos x="T56" y="T57"/>
                  </a:cxn>
                  <a:cxn ang="T111">
                    <a:pos x="T58" y="T59"/>
                  </a:cxn>
                  <a:cxn ang="T112">
                    <a:pos x="T60" y="T61"/>
                  </a:cxn>
                  <a:cxn ang="T113">
                    <a:pos x="T62" y="T63"/>
                  </a:cxn>
                  <a:cxn ang="T114">
                    <a:pos x="T64" y="T65"/>
                  </a:cxn>
                  <a:cxn ang="T115">
                    <a:pos x="T66" y="T67"/>
                  </a:cxn>
                  <a:cxn ang="T116">
                    <a:pos x="T68" y="T69"/>
                  </a:cxn>
                  <a:cxn ang="T117">
                    <a:pos x="T70" y="T71"/>
                  </a:cxn>
                  <a:cxn ang="T118">
                    <a:pos x="T72" y="T73"/>
                  </a:cxn>
                  <a:cxn ang="T119">
                    <a:pos x="T74" y="T75"/>
                  </a:cxn>
                  <a:cxn ang="T120">
                    <a:pos x="T76" y="T77"/>
                  </a:cxn>
                  <a:cxn ang="T121">
                    <a:pos x="T78" y="T79"/>
                  </a:cxn>
                  <a:cxn ang="T122">
                    <a:pos x="T80" y="T81"/>
                  </a:cxn>
                </a:cxnLst>
                <a:rect l="T123" t="T124" r="T125" b="T126"/>
                <a:pathLst>
                  <a:path w="717" h="756">
                    <a:moveTo>
                      <a:pt x="0" y="756"/>
                    </a:moveTo>
                    <a:lnTo>
                      <a:pt x="52" y="167"/>
                    </a:lnTo>
                    <a:lnTo>
                      <a:pt x="64" y="384"/>
                    </a:lnTo>
                    <a:lnTo>
                      <a:pt x="90" y="103"/>
                    </a:lnTo>
                    <a:lnTo>
                      <a:pt x="116" y="519"/>
                    </a:lnTo>
                    <a:lnTo>
                      <a:pt x="135" y="487"/>
                    </a:lnTo>
                    <a:lnTo>
                      <a:pt x="135" y="359"/>
                    </a:lnTo>
                    <a:lnTo>
                      <a:pt x="167" y="71"/>
                    </a:lnTo>
                    <a:lnTo>
                      <a:pt x="192" y="244"/>
                    </a:lnTo>
                    <a:lnTo>
                      <a:pt x="205" y="96"/>
                    </a:lnTo>
                    <a:lnTo>
                      <a:pt x="218" y="615"/>
                    </a:lnTo>
                    <a:lnTo>
                      <a:pt x="244" y="397"/>
                    </a:lnTo>
                    <a:lnTo>
                      <a:pt x="282" y="519"/>
                    </a:lnTo>
                    <a:lnTo>
                      <a:pt x="308" y="308"/>
                    </a:lnTo>
                    <a:lnTo>
                      <a:pt x="333" y="442"/>
                    </a:lnTo>
                    <a:lnTo>
                      <a:pt x="346" y="352"/>
                    </a:lnTo>
                    <a:lnTo>
                      <a:pt x="365" y="384"/>
                    </a:lnTo>
                    <a:lnTo>
                      <a:pt x="378" y="135"/>
                    </a:lnTo>
                    <a:lnTo>
                      <a:pt x="391" y="301"/>
                    </a:lnTo>
                    <a:lnTo>
                      <a:pt x="384" y="519"/>
                    </a:lnTo>
                    <a:lnTo>
                      <a:pt x="404" y="679"/>
                    </a:lnTo>
                    <a:lnTo>
                      <a:pt x="429" y="628"/>
                    </a:lnTo>
                    <a:lnTo>
                      <a:pt x="442" y="480"/>
                    </a:lnTo>
                    <a:lnTo>
                      <a:pt x="455" y="391"/>
                    </a:lnTo>
                    <a:lnTo>
                      <a:pt x="436" y="506"/>
                    </a:lnTo>
                    <a:lnTo>
                      <a:pt x="461" y="352"/>
                    </a:lnTo>
                    <a:lnTo>
                      <a:pt x="474" y="455"/>
                    </a:lnTo>
                    <a:lnTo>
                      <a:pt x="493" y="519"/>
                    </a:lnTo>
                    <a:lnTo>
                      <a:pt x="512" y="410"/>
                    </a:lnTo>
                    <a:lnTo>
                      <a:pt x="532" y="186"/>
                    </a:lnTo>
                    <a:lnTo>
                      <a:pt x="544" y="231"/>
                    </a:lnTo>
                    <a:lnTo>
                      <a:pt x="570" y="148"/>
                    </a:lnTo>
                    <a:lnTo>
                      <a:pt x="576" y="301"/>
                    </a:lnTo>
                    <a:lnTo>
                      <a:pt x="576" y="730"/>
                    </a:lnTo>
                    <a:lnTo>
                      <a:pt x="647" y="0"/>
                    </a:lnTo>
                    <a:lnTo>
                      <a:pt x="647" y="250"/>
                    </a:lnTo>
                    <a:lnTo>
                      <a:pt x="660" y="333"/>
                    </a:lnTo>
                    <a:lnTo>
                      <a:pt x="685" y="192"/>
                    </a:lnTo>
                    <a:lnTo>
                      <a:pt x="711" y="340"/>
                    </a:lnTo>
                    <a:lnTo>
                      <a:pt x="698" y="429"/>
                    </a:lnTo>
                    <a:lnTo>
                      <a:pt x="717" y="461"/>
                    </a:lnTo>
                  </a:path>
                </a:pathLst>
              </a:custGeom>
              <a:noFill/>
              <a:ln w="9525">
                <a:solidFill>
                  <a:srgbClr val="0079F2"/>
                </a:solidFill>
                <a:round/>
                <a:headEnd/>
                <a:tailEnd/>
              </a:ln>
            </p:spPr>
            <p:txBody>
              <a:bodyPr/>
              <a:lstStyle/>
              <a:p>
                <a:endParaRPr lang="en-GB"/>
              </a:p>
            </p:txBody>
          </p:sp>
          <p:sp>
            <p:nvSpPr>
              <p:cNvPr id="90" name="Freeform 35"/>
              <p:cNvSpPr>
                <a:spLocks/>
              </p:cNvSpPr>
              <p:nvPr/>
            </p:nvSpPr>
            <p:spPr bwMode="auto">
              <a:xfrm flipH="1" flipV="1">
                <a:off x="3770" y="1145"/>
                <a:ext cx="313" cy="756"/>
              </a:xfrm>
              <a:custGeom>
                <a:avLst/>
                <a:gdLst>
                  <a:gd name="T0" fmla="*/ 0 w 717"/>
                  <a:gd name="T1" fmla="*/ 756 h 756"/>
                  <a:gd name="T2" fmla="*/ 4 w 717"/>
                  <a:gd name="T3" fmla="*/ 167 h 756"/>
                  <a:gd name="T4" fmla="*/ 5 w 717"/>
                  <a:gd name="T5" fmla="*/ 384 h 756"/>
                  <a:gd name="T6" fmla="*/ 7 w 717"/>
                  <a:gd name="T7" fmla="*/ 103 h 756"/>
                  <a:gd name="T8" fmla="*/ 10 w 717"/>
                  <a:gd name="T9" fmla="*/ 519 h 756"/>
                  <a:gd name="T10" fmla="*/ 11 w 717"/>
                  <a:gd name="T11" fmla="*/ 487 h 756"/>
                  <a:gd name="T12" fmla="*/ 11 w 717"/>
                  <a:gd name="T13" fmla="*/ 359 h 756"/>
                  <a:gd name="T14" fmla="*/ 14 w 717"/>
                  <a:gd name="T15" fmla="*/ 71 h 756"/>
                  <a:gd name="T16" fmla="*/ 16 w 717"/>
                  <a:gd name="T17" fmla="*/ 244 h 756"/>
                  <a:gd name="T18" fmla="*/ 17 w 717"/>
                  <a:gd name="T19" fmla="*/ 96 h 756"/>
                  <a:gd name="T20" fmla="*/ 18 w 717"/>
                  <a:gd name="T21" fmla="*/ 615 h 756"/>
                  <a:gd name="T22" fmla="*/ 21 w 717"/>
                  <a:gd name="T23" fmla="*/ 397 h 756"/>
                  <a:gd name="T24" fmla="*/ 24 w 717"/>
                  <a:gd name="T25" fmla="*/ 519 h 756"/>
                  <a:gd name="T26" fmla="*/ 25 w 717"/>
                  <a:gd name="T27" fmla="*/ 308 h 756"/>
                  <a:gd name="T28" fmla="*/ 28 w 717"/>
                  <a:gd name="T29" fmla="*/ 442 h 756"/>
                  <a:gd name="T30" fmla="*/ 29 w 717"/>
                  <a:gd name="T31" fmla="*/ 352 h 756"/>
                  <a:gd name="T32" fmla="*/ 30 w 717"/>
                  <a:gd name="T33" fmla="*/ 384 h 756"/>
                  <a:gd name="T34" fmla="*/ 31 w 717"/>
                  <a:gd name="T35" fmla="*/ 135 h 756"/>
                  <a:gd name="T36" fmla="*/ 33 w 717"/>
                  <a:gd name="T37" fmla="*/ 301 h 756"/>
                  <a:gd name="T38" fmla="*/ 32 w 717"/>
                  <a:gd name="T39" fmla="*/ 519 h 756"/>
                  <a:gd name="T40" fmla="*/ 34 w 717"/>
                  <a:gd name="T41" fmla="*/ 679 h 756"/>
                  <a:gd name="T42" fmla="*/ 36 w 717"/>
                  <a:gd name="T43" fmla="*/ 628 h 756"/>
                  <a:gd name="T44" fmla="*/ 37 w 717"/>
                  <a:gd name="T45" fmla="*/ 480 h 756"/>
                  <a:gd name="T46" fmla="*/ 38 w 717"/>
                  <a:gd name="T47" fmla="*/ 391 h 756"/>
                  <a:gd name="T48" fmla="*/ 36 w 717"/>
                  <a:gd name="T49" fmla="*/ 506 h 756"/>
                  <a:gd name="T50" fmla="*/ 38 w 717"/>
                  <a:gd name="T51" fmla="*/ 352 h 756"/>
                  <a:gd name="T52" fmla="*/ 39 w 717"/>
                  <a:gd name="T53" fmla="*/ 455 h 756"/>
                  <a:gd name="T54" fmla="*/ 41 w 717"/>
                  <a:gd name="T55" fmla="*/ 519 h 756"/>
                  <a:gd name="T56" fmla="*/ 43 w 717"/>
                  <a:gd name="T57" fmla="*/ 410 h 756"/>
                  <a:gd name="T58" fmla="*/ 44 w 717"/>
                  <a:gd name="T59" fmla="*/ 186 h 756"/>
                  <a:gd name="T60" fmla="*/ 45 w 717"/>
                  <a:gd name="T61" fmla="*/ 231 h 756"/>
                  <a:gd name="T62" fmla="*/ 48 w 717"/>
                  <a:gd name="T63" fmla="*/ 148 h 756"/>
                  <a:gd name="T64" fmla="*/ 48 w 717"/>
                  <a:gd name="T65" fmla="*/ 301 h 756"/>
                  <a:gd name="T66" fmla="*/ 48 w 717"/>
                  <a:gd name="T67" fmla="*/ 730 h 756"/>
                  <a:gd name="T68" fmla="*/ 54 w 717"/>
                  <a:gd name="T69" fmla="*/ 0 h 756"/>
                  <a:gd name="T70" fmla="*/ 54 w 717"/>
                  <a:gd name="T71" fmla="*/ 250 h 756"/>
                  <a:gd name="T72" fmla="*/ 55 w 717"/>
                  <a:gd name="T73" fmla="*/ 333 h 756"/>
                  <a:gd name="T74" fmla="*/ 57 w 717"/>
                  <a:gd name="T75" fmla="*/ 192 h 756"/>
                  <a:gd name="T76" fmla="*/ 59 w 717"/>
                  <a:gd name="T77" fmla="*/ 340 h 756"/>
                  <a:gd name="T78" fmla="*/ 58 w 717"/>
                  <a:gd name="T79" fmla="*/ 429 h 756"/>
                  <a:gd name="T80" fmla="*/ 60 w 717"/>
                  <a:gd name="T81" fmla="*/ 461 h 756"/>
                  <a:gd name="T82" fmla="*/ 0 60000 65536"/>
                  <a:gd name="T83" fmla="*/ 0 60000 65536"/>
                  <a:gd name="T84" fmla="*/ 0 60000 65536"/>
                  <a:gd name="T85" fmla="*/ 0 60000 65536"/>
                  <a:gd name="T86" fmla="*/ 0 60000 65536"/>
                  <a:gd name="T87" fmla="*/ 0 60000 65536"/>
                  <a:gd name="T88" fmla="*/ 0 60000 65536"/>
                  <a:gd name="T89" fmla="*/ 0 60000 65536"/>
                  <a:gd name="T90" fmla="*/ 0 60000 65536"/>
                  <a:gd name="T91" fmla="*/ 0 60000 65536"/>
                  <a:gd name="T92" fmla="*/ 0 60000 65536"/>
                  <a:gd name="T93" fmla="*/ 0 60000 65536"/>
                  <a:gd name="T94" fmla="*/ 0 60000 65536"/>
                  <a:gd name="T95" fmla="*/ 0 60000 65536"/>
                  <a:gd name="T96" fmla="*/ 0 60000 65536"/>
                  <a:gd name="T97" fmla="*/ 0 60000 65536"/>
                  <a:gd name="T98" fmla="*/ 0 60000 65536"/>
                  <a:gd name="T99" fmla="*/ 0 60000 65536"/>
                  <a:gd name="T100" fmla="*/ 0 60000 65536"/>
                  <a:gd name="T101" fmla="*/ 0 60000 65536"/>
                  <a:gd name="T102" fmla="*/ 0 60000 65536"/>
                  <a:gd name="T103" fmla="*/ 0 60000 65536"/>
                  <a:gd name="T104" fmla="*/ 0 60000 65536"/>
                  <a:gd name="T105" fmla="*/ 0 60000 65536"/>
                  <a:gd name="T106" fmla="*/ 0 60000 65536"/>
                  <a:gd name="T107" fmla="*/ 0 60000 65536"/>
                  <a:gd name="T108" fmla="*/ 0 60000 65536"/>
                  <a:gd name="T109" fmla="*/ 0 60000 65536"/>
                  <a:gd name="T110" fmla="*/ 0 60000 65536"/>
                  <a:gd name="T111" fmla="*/ 0 60000 65536"/>
                  <a:gd name="T112" fmla="*/ 0 60000 65536"/>
                  <a:gd name="T113" fmla="*/ 0 60000 65536"/>
                  <a:gd name="T114" fmla="*/ 0 60000 65536"/>
                  <a:gd name="T115" fmla="*/ 0 60000 65536"/>
                  <a:gd name="T116" fmla="*/ 0 60000 65536"/>
                  <a:gd name="T117" fmla="*/ 0 60000 65536"/>
                  <a:gd name="T118" fmla="*/ 0 60000 65536"/>
                  <a:gd name="T119" fmla="*/ 0 60000 65536"/>
                  <a:gd name="T120" fmla="*/ 0 60000 65536"/>
                  <a:gd name="T121" fmla="*/ 0 60000 65536"/>
                  <a:gd name="T122" fmla="*/ 0 60000 65536"/>
                  <a:gd name="T123" fmla="*/ 0 w 717"/>
                  <a:gd name="T124" fmla="*/ 0 h 756"/>
                  <a:gd name="T125" fmla="*/ 717 w 717"/>
                  <a:gd name="T126" fmla="*/ 756 h 756"/>
                </a:gdLst>
                <a:ahLst/>
                <a:cxnLst>
                  <a:cxn ang="T82">
                    <a:pos x="T0" y="T1"/>
                  </a:cxn>
                  <a:cxn ang="T83">
                    <a:pos x="T2" y="T3"/>
                  </a:cxn>
                  <a:cxn ang="T84">
                    <a:pos x="T4" y="T5"/>
                  </a:cxn>
                  <a:cxn ang="T85">
                    <a:pos x="T6" y="T7"/>
                  </a:cxn>
                  <a:cxn ang="T86">
                    <a:pos x="T8" y="T9"/>
                  </a:cxn>
                  <a:cxn ang="T87">
                    <a:pos x="T10" y="T11"/>
                  </a:cxn>
                  <a:cxn ang="T88">
                    <a:pos x="T12" y="T13"/>
                  </a:cxn>
                  <a:cxn ang="T89">
                    <a:pos x="T14" y="T15"/>
                  </a:cxn>
                  <a:cxn ang="T90">
                    <a:pos x="T16" y="T17"/>
                  </a:cxn>
                  <a:cxn ang="T91">
                    <a:pos x="T18" y="T19"/>
                  </a:cxn>
                  <a:cxn ang="T92">
                    <a:pos x="T20" y="T21"/>
                  </a:cxn>
                  <a:cxn ang="T93">
                    <a:pos x="T22" y="T23"/>
                  </a:cxn>
                  <a:cxn ang="T94">
                    <a:pos x="T24" y="T25"/>
                  </a:cxn>
                  <a:cxn ang="T95">
                    <a:pos x="T26" y="T27"/>
                  </a:cxn>
                  <a:cxn ang="T96">
                    <a:pos x="T28" y="T29"/>
                  </a:cxn>
                  <a:cxn ang="T97">
                    <a:pos x="T30" y="T31"/>
                  </a:cxn>
                  <a:cxn ang="T98">
                    <a:pos x="T32" y="T33"/>
                  </a:cxn>
                  <a:cxn ang="T99">
                    <a:pos x="T34" y="T35"/>
                  </a:cxn>
                  <a:cxn ang="T100">
                    <a:pos x="T36" y="T37"/>
                  </a:cxn>
                  <a:cxn ang="T101">
                    <a:pos x="T38" y="T39"/>
                  </a:cxn>
                  <a:cxn ang="T102">
                    <a:pos x="T40" y="T41"/>
                  </a:cxn>
                  <a:cxn ang="T103">
                    <a:pos x="T42" y="T43"/>
                  </a:cxn>
                  <a:cxn ang="T104">
                    <a:pos x="T44" y="T45"/>
                  </a:cxn>
                  <a:cxn ang="T105">
                    <a:pos x="T46" y="T47"/>
                  </a:cxn>
                  <a:cxn ang="T106">
                    <a:pos x="T48" y="T49"/>
                  </a:cxn>
                  <a:cxn ang="T107">
                    <a:pos x="T50" y="T51"/>
                  </a:cxn>
                  <a:cxn ang="T108">
                    <a:pos x="T52" y="T53"/>
                  </a:cxn>
                  <a:cxn ang="T109">
                    <a:pos x="T54" y="T55"/>
                  </a:cxn>
                  <a:cxn ang="T110">
                    <a:pos x="T56" y="T57"/>
                  </a:cxn>
                  <a:cxn ang="T111">
                    <a:pos x="T58" y="T59"/>
                  </a:cxn>
                  <a:cxn ang="T112">
                    <a:pos x="T60" y="T61"/>
                  </a:cxn>
                  <a:cxn ang="T113">
                    <a:pos x="T62" y="T63"/>
                  </a:cxn>
                  <a:cxn ang="T114">
                    <a:pos x="T64" y="T65"/>
                  </a:cxn>
                  <a:cxn ang="T115">
                    <a:pos x="T66" y="T67"/>
                  </a:cxn>
                  <a:cxn ang="T116">
                    <a:pos x="T68" y="T69"/>
                  </a:cxn>
                  <a:cxn ang="T117">
                    <a:pos x="T70" y="T71"/>
                  </a:cxn>
                  <a:cxn ang="T118">
                    <a:pos x="T72" y="T73"/>
                  </a:cxn>
                  <a:cxn ang="T119">
                    <a:pos x="T74" y="T75"/>
                  </a:cxn>
                  <a:cxn ang="T120">
                    <a:pos x="T76" y="T77"/>
                  </a:cxn>
                  <a:cxn ang="T121">
                    <a:pos x="T78" y="T79"/>
                  </a:cxn>
                  <a:cxn ang="T122">
                    <a:pos x="T80" y="T81"/>
                  </a:cxn>
                </a:cxnLst>
                <a:rect l="T123" t="T124" r="T125" b="T126"/>
                <a:pathLst>
                  <a:path w="717" h="756">
                    <a:moveTo>
                      <a:pt x="0" y="756"/>
                    </a:moveTo>
                    <a:lnTo>
                      <a:pt x="52" y="167"/>
                    </a:lnTo>
                    <a:lnTo>
                      <a:pt x="64" y="384"/>
                    </a:lnTo>
                    <a:lnTo>
                      <a:pt x="90" y="103"/>
                    </a:lnTo>
                    <a:lnTo>
                      <a:pt x="116" y="519"/>
                    </a:lnTo>
                    <a:lnTo>
                      <a:pt x="135" y="487"/>
                    </a:lnTo>
                    <a:lnTo>
                      <a:pt x="135" y="359"/>
                    </a:lnTo>
                    <a:lnTo>
                      <a:pt x="167" y="71"/>
                    </a:lnTo>
                    <a:lnTo>
                      <a:pt x="192" y="244"/>
                    </a:lnTo>
                    <a:lnTo>
                      <a:pt x="205" y="96"/>
                    </a:lnTo>
                    <a:lnTo>
                      <a:pt x="218" y="615"/>
                    </a:lnTo>
                    <a:lnTo>
                      <a:pt x="244" y="397"/>
                    </a:lnTo>
                    <a:lnTo>
                      <a:pt x="282" y="519"/>
                    </a:lnTo>
                    <a:lnTo>
                      <a:pt x="308" y="308"/>
                    </a:lnTo>
                    <a:lnTo>
                      <a:pt x="333" y="442"/>
                    </a:lnTo>
                    <a:lnTo>
                      <a:pt x="346" y="352"/>
                    </a:lnTo>
                    <a:lnTo>
                      <a:pt x="365" y="384"/>
                    </a:lnTo>
                    <a:lnTo>
                      <a:pt x="378" y="135"/>
                    </a:lnTo>
                    <a:lnTo>
                      <a:pt x="391" y="301"/>
                    </a:lnTo>
                    <a:lnTo>
                      <a:pt x="384" y="519"/>
                    </a:lnTo>
                    <a:lnTo>
                      <a:pt x="404" y="679"/>
                    </a:lnTo>
                    <a:lnTo>
                      <a:pt x="429" y="628"/>
                    </a:lnTo>
                    <a:lnTo>
                      <a:pt x="442" y="480"/>
                    </a:lnTo>
                    <a:lnTo>
                      <a:pt x="455" y="391"/>
                    </a:lnTo>
                    <a:lnTo>
                      <a:pt x="436" y="506"/>
                    </a:lnTo>
                    <a:lnTo>
                      <a:pt x="461" y="352"/>
                    </a:lnTo>
                    <a:lnTo>
                      <a:pt x="474" y="455"/>
                    </a:lnTo>
                    <a:lnTo>
                      <a:pt x="493" y="519"/>
                    </a:lnTo>
                    <a:lnTo>
                      <a:pt x="512" y="410"/>
                    </a:lnTo>
                    <a:lnTo>
                      <a:pt x="532" y="186"/>
                    </a:lnTo>
                    <a:lnTo>
                      <a:pt x="544" y="231"/>
                    </a:lnTo>
                    <a:lnTo>
                      <a:pt x="570" y="148"/>
                    </a:lnTo>
                    <a:lnTo>
                      <a:pt x="576" y="301"/>
                    </a:lnTo>
                    <a:lnTo>
                      <a:pt x="576" y="730"/>
                    </a:lnTo>
                    <a:lnTo>
                      <a:pt x="647" y="0"/>
                    </a:lnTo>
                    <a:lnTo>
                      <a:pt x="647" y="250"/>
                    </a:lnTo>
                    <a:lnTo>
                      <a:pt x="660" y="333"/>
                    </a:lnTo>
                    <a:lnTo>
                      <a:pt x="685" y="192"/>
                    </a:lnTo>
                    <a:lnTo>
                      <a:pt x="711" y="340"/>
                    </a:lnTo>
                    <a:lnTo>
                      <a:pt x="698" y="429"/>
                    </a:lnTo>
                    <a:lnTo>
                      <a:pt x="717" y="461"/>
                    </a:lnTo>
                  </a:path>
                </a:pathLst>
              </a:custGeom>
              <a:noFill/>
              <a:ln w="9525">
                <a:solidFill>
                  <a:srgbClr val="0079F2"/>
                </a:solidFill>
                <a:round/>
                <a:headEnd/>
                <a:tailEnd/>
              </a:ln>
            </p:spPr>
            <p:txBody>
              <a:bodyPr/>
              <a:lstStyle/>
              <a:p>
                <a:endParaRPr lang="en-GB"/>
              </a:p>
            </p:txBody>
          </p:sp>
          <p:sp>
            <p:nvSpPr>
              <p:cNvPr id="91" name="Freeform 36"/>
              <p:cNvSpPr>
                <a:spLocks/>
              </p:cNvSpPr>
              <p:nvPr/>
            </p:nvSpPr>
            <p:spPr bwMode="auto">
              <a:xfrm flipH="1">
                <a:off x="4077" y="1119"/>
                <a:ext cx="313" cy="756"/>
              </a:xfrm>
              <a:custGeom>
                <a:avLst/>
                <a:gdLst>
                  <a:gd name="T0" fmla="*/ 0 w 717"/>
                  <a:gd name="T1" fmla="*/ 756 h 756"/>
                  <a:gd name="T2" fmla="*/ 4 w 717"/>
                  <a:gd name="T3" fmla="*/ 167 h 756"/>
                  <a:gd name="T4" fmla="*/ 5 w 717"/>
                  <a:gd name="T5" fmla="*/ 384 h 756"/>
                  <a:gd name="T6" fmla="*/ 7 w 717"/>
                  <a:gd name="T7" fmla="*/ 103 h 756"/>
                  <a:gd name="T8" fmla="*/ 10 w 717"/>
                  <a:gd name="T9" fmla="*/ 519 h 756"/>
                  <a:gd name="T10" fmla="*/ 11 w 717"/>
                  <a:gd name="T11" fmla="*/ 487 h 756"/>
                  <a:gd name="T12" fmla="*/ 11 w 717"/>
                  <a:gd name="T13" fmla="*/ 359 h 756"/>
                  <a:gd name="T14" fmla="*/ 14 w 717"/>
                  <a:gd name="T15" fmla="*/ 71 h 756"/>
                  <a:gd name="T16" fmla="*/ 16 w 717"/>
                  <a:gd name="T17" fmla="*/ 244 h 756"/>
                  <a:gd name="T18" fmla="*/ 17 w 717"/>
                  <a:gd name="T19" fmla="*/ 96 h 756"/>
                  <a:gd name="T20" fmla="*/ 18 w 717"/>
                  <a:gd name="T21" fmla="*/ 615 h 756"/>
                  <a:gd name="T22" fmla="*/ 21 w 717"/>
                  <a:gd name="T23" fmla="*/ 397 h 756"/>
                  <a:gd name="T24" fmla="*/ 24 w 717"/>
                  <a:gd name="T25" fmla="*/ 519 h 756"/>
                  <a:gd name="T26" fmla="*/ 25 w 717"/>
                  <a:gd name="T27" fmla="*/ 308 h 756"/>
                  <a:gd name="T28" fmla="*/ 28 w 717"/>
                  <a:gd name="T29" fmla="*/ 442 h 756"/>
                  <a:gd name="T30" fmla="*/ 29 w 717"/>
                  <a:gd name="T31" fmla="*/ 352 h 756"/>
                  <a:gd name="T32" fmla="*/ 30 w 717"/>
                  <a:gd name="T33" fmla="*/ 384 h 756"/>
                  <a:gd name="T34" fmla="*/ 31 w 717"/>
                  <a:gd name="T35" fmla="*/ 135 h 756"/>
                  <a:gd name="T36" fmla="*/ 33 w 717"/>
                  <a:gd name="T37" fmla="*/ 301 h 756"/>
                  <a:gd name="T38" fmla="*/ 32 w 717"/>
                  <a:gd name="T39" fmla="*/ 519 h 756"/>
                  <a:gd name="T40" fmla="*/ 34 w 717"/>
                  <a:gd name="T41" fmla="*/ 679 h 756"/>
                  <a:gd name="T42" fmla="*/ 36 w 717"/>
                  <a:gd name="T43" fmla="*/ 628 h 756"/>
                  <a:gd name="T44" fmla="*/ 37 w 717"/>
                  <a:gd name="T45" fmla="*/ 480 h 756"/>
                  <a:gd name="T46" fmla="*/ 38 w 717"/>
                  <a:gd name="T47" fmla="*/ 391 h 756"/>
                  <a:gd name="T48" fmla="*/ 36 w 717"/>
                  <a:gd name="T49" fmla="*/ 506 h 756"/>
                  <a:gd name="T50" fmla="*/ 38 w 717"/>
                  <a:gd name="T51" fmla="*/ 352 h 756"/>
                  <a:gd name="T52" fmla="*/ 39 w 717"/>
                  <a:gd name="T53" fmla="*/ 455 h 756"/>
                  <a:gd name="T54" fmla="*/ 41 w 717"/>
                  <a:gd name="T55" fmla="*/ 519 h 756"/>
                  <a:gd name="T56" fmla="*/ 43 w 717"/>
                  <a:gd name="T57" fmla="*/ 410 h 756"/>
                  <a:gd name="T58" fmla="*/ 44 w 717"/>
                  <a:gd name="T59" fmla="*/ 186 h 756"/>
                  <a:gd name="T60" fmla="*/ 45 w 717"/>
                  <a:gd name="T61" fmla="*/ 231 h 756"/>
                  <a:gd name="T62" fmla="*/ 48 w 717"/>
                  <a:gd name="T63" fmla="*/ 148 h 756"/>
                  <a:gd name="T64" fmla="*/ 48 w 717"/>
                  <a:gd name="T65" fmla="*/ 301 h 756"/>
                  <a:gd name="T66" fmla="*/ 48 w 717"/>
                  <a:gd name="T67" fmla="*/ 730 h 756"/>
                  <a:gd name="T68" fmla="*/ 54 w 717"/>
                  <a:gd name="T69" fmla="*/ 0 h 756"/>
                  <a:gd name="T70" fmla="*/ 54 w 717"/>
                  <a:gd name="T71" fmla="*/ 250 h 756"/>
                  <a:gd name="T72" fmla="*/ 55 w 717"/>
                  <a:gd name="T73" fmla="*/ 333 h 756"/>
                  <a:gd name="T74" fmla="*/ 57 w 717"/>
                  <a:gd name="T75" fmla="*/ 192 h 756"/>
                  <a:gd name="T76" fmla="*/ 59 w 717"/>
                  <a:gd name="T77" fmla="*/ 340 h 756"/>
                  <a:gd name="T78" fmla="*/ 58 w 717"/>
                  <a:gd name="T79" fmla="*/ 429 h 756"/>
                  <a:gd name="T80" fmla="*/ 60 w 717"/>
                  <a:gd name="T81" fmla="*/ 461 h 756"/>
                  <a:gd name="T82" fmla="*/ 0 60000 65536"/>
                  <a:gd name="T83" fmla="*/ 0 60000 65536"/>
                  <a:gd name="T84" fmla="*/ 0 60000 65536"/>
                  <a:gd name="T85" fmla="*/ 0 60000 65536"/>
                  <a:gd name="T86" fmla="*/ 0 60000 65536"/>
                  <a:gd name="T87" fmla="*/ 0 60000 65536"/>
                  <a:gd name="T88" fmla="*/ 0 60000 65536"/>
                  <a:gd name="T89" fmla="*/ 0 60000 65536"/>
                  <a:gd name="T90" fmla="*/ 0 60000 65536"/>
                  <a:gd name="T91" fmla="*/ 0 60000 65536"/>
                  <a:gd name="T92" fmla="*/ 0 60000 65536"/>
                  <a:gd name="T93" fmla="*/ 0 60000 65536"/>
                  <a:gd name="T94" fmla="*/ 0 60000 65536"/>
                  <a:gd name="T95" fmla="*/ 0 60000 65536"/>
                  <a:gd name="T96" fmla="*/ 0 60000 65536"/>
                  <a:gd name="T97" fmla="*/ 0 60000 65536"/>
                  <a:gd name="T98" fmla="*/ 0 60000 65536"/>
                  <a:gd name="T99" fmla="*/ 0 60000 65536"/>
                  <a:gd name="T100" fmla="*/ 0 60000 65536"/>
                  <a:gd name="T101" fmla="*/ 0 60000 65536"/>
                  <a:gd name="T102" fmla="*/ 0 60000 65536"/>
                  <a:gd name="T103" fmla="*/ 0 60000 65536"/>
                  <a:gd name="T104" fmla="*/ 0 60000 65536"/>
                  <a:gd name="T105" fmla="*/ 0 60000 65536"/>
                  <a:gd name="T106" fmla="*/ 0 60000 65536"/>
                  <a:gd name="T107" fmla="*/ 0 60000 65536"/>
                  <a:gd name="T108" fmla="*/ 0 60000 65536"/>
                  <a:gd name="T109" fmla="*/ 0 60000 65536"/>
                  <a:gd name="T110" fmla="*/ 0 60000 65536"/>
                  <a:gd name="T111" fmla="*/ 0 60000 65536"/>
                  <a:gd name="T112" fmla="*/ 0 60000 65536"/>
                  <a:gd name="T113" fmla="*/ 0 60000 65536"/>
                  <a:gd name="T114" fmla="*/ 0 60000 65536"/>
                  <a:gd name="T115" fmla="*/ 0 60000 65536"/>
                  <a:gd name="T116" fmla="*/ 0 60000 65536"/>
                  <a:gd name="T117" fmla="*/ 0 60000 65536"/>
                  <a:gd name="T118" fmla="*/ 0 60000 65536"/>
                  <a:gd name="T119" fmla="*/ 0 60000 65536"/>
                  <a:gd name="T120" fmla="*/ 0 60000 65536"/>
                  <a:gd name="T121" fmla="*/ 0 60000 65536"/>
                  <a:gd name="T122" fmla="*/ 0 60000 65536"/>
                  <a:gd name="T123" fmla="*/ 0 w 717"/>
                  <a:gd name="T124" fmla="*/ 0 h 756"/>
                  <a:gd name="T125" fmla="*/ 717 w 717"/>
                  <a:gd name="T126" fmla="*/ 756 h 756"/>
                </a:gdLst>
                <a:ahLst/>
                <a:cxnLst>
                  <a:cxn ang="T82">
                    <a:pos x="T0" y="T1"/>
                  </a:cxn>
                  <a:cxn ang="T83">
                    <a:pos x="T2" y="T3"/>
                  </a:cxn>
                  <a:cxn ang="T84">
                    <a:pos x="T4" y="T5"/>
                  </a:cxn>
                  <a:cxn ang="T85">
                    <a:pos x="T6" y="T7"/>
                  </a:cxn>
                  <a:cxn ang="T86">
                    <a:pos x="T8" y="T9"/>
                  </a:cxn>
                  <a:cxn ang="T87">
                    <a:pos x="T10" y="T11"/>
                  </a:cxn>
                  <a:cxn ang="T88">
                    <a:pos x="T12" y="T13"/>
                  </a:cxn>
                  <a:cxn ang="T89">
                    <a:pos x="T14" y="T15"/>
                  </a:cxn>
                  <a:cxn ang="T90">
                    <a:pos x="T16" y="T17"/>
                  </a:cxn>
                  <a:cxn ang="T91">
                    <a:pos x="T18" y="T19"/>
                  </a:cxn>
                  <a:cxn ang="T92">
                    <a:pos x="T20" y="T21"/>
                  </a:cxn>
                  <a:cxn ang="T93">
                    <a:pos x="T22" y="T23"/>
                  </a:cxn>
                  <a:cxn ang="T94">
                    <a:pos x="T24" y="T25"/>
                  </a:cxn>
                  <a:cxn ang="T95">
                    <a:pos x="T26" y="T27"/>
                  </a:cxn>
                  <a:cxn ang="T96">
                    <a:pos x="T28" y="T29"/>
                  </a:cxn>
                  <a:cxn ang="T97">
                    <a:pos x="T30" y="T31"/>
                  </a:cxn>
                  <a:cxn ang="T98">
                    <a:pos x="T32" y="T33"/>
                  </a:cxn>
                  <a:cxn ang="T99">
                    <a:pos x="T34" y="T35"/>
                  </a:cxn>
                  <a:cxn ang="T100">
                    <a:pos x="T36" y="T37"/>
                  </a:cxn>
                  <a:cxn ang="T101">
                    <a:pos x="T38" y="T39"/>
                  </a:cxn>
                  <a:cxn ang="T102">
                    <a:pos x="T40" y="T41"/>
                  </a:cxn>
                  <a:cxn ang="T103">
                    <a:pos x="T42" y="T43"/>
                  </a:cxn>
                  <a:cxn ang="T104">
                    <a:pos x="T44" y="T45"/>
                  </a:cxn>
                  <a:cxn ang="T105">
                    <a:pos x="T46" y="T47"/>
                  </a:cxn>
                  <a:cxn ang="T106">
                    <a:pos x="T48" y="T49"/>
                  </a:cxn>
                  <a:cxn ang="T107">
                    <a:pos x="T50" y="T51"/>
                  </a:cxn>
                  <a:cxn ang="T108">
                    <a:pos x="T52" y="T53"/>
                  </a:cxn>
                  <a:cxn ang="T109">
                    <a:pos x="T54" y="T55"/>
                  </a:cxn>
                  <a:cxn ang="T110">
                    <a:pos x="T56" y="T57"/>
                  </a:cxn>
                  <a:cxn ang="T111">
                    <a:pos x="T58" y="T59"/>
                  </a:cxn>
                  <a:cxn ang="T112">
                    <a:pos x="T60" y="T61"/>
                  </a:cxn>
                  <a:cxn ang="T113">
                    <a:pos x="T62" y="T63"/>
                  </a:cxn>
                  <a:cxn ang="T114">
                    <a:pos x="T64" y="T65"/>
                  </a:cxn>
                  <a:cxn ang="T115">
                    <a:pos x="T66" y="T67"/>
                  </a:cxn>
                  <a:cxn ang="T116">
                    <a:pos x="T68" y="T69"/>
                  </a:cxn>
                  <a:cxn ang="T117">
                    <a:pos x="T70" y="T71"/>
                  </a:cxn>
                  <a:cxn ang="T118">
                    <a:pos x="T72" y="T73"/>
                  </a:cxn>
                  <a:cxn ang="T119">
                    <a:pos x="T74" y="T75"/>
                  </a:cxn>
                  <a:cxn ang="T120">
                    <a:pos x="T76" y="T77"/>
                  </a:cxn>
                  <a:cxn ang="T121">
                    <a:pos x="T78" y="T79"/>
                  </a:cxn>
                  <a:cxn ang="T122">
                    <a:pos x="T80" y="T81"/>
                  </a:cxn>
                </a:cxnLst>
                <a:rect l="T123" t="T124" r="T125" b="T126"/>
                <a:pathLst>
                  <a:path w="717" h="756">
                    <a:moveTo>
                      <a:pt x="0" y="756"/>
                    </a:moveTo>
                    <a:lnTo>
                      <a:pt x="52" y="167"/>
                    </a:lnTo>
                    <a:lnTo>
                      <a:pt x="64" y="384"/>
                    </a:lnTo>
                    <a:lnTo>
                      <a:pt x="90" y="103"/>
                    </a:lnTo>
                    <a:lnTo>
                      <a:pt x="116" y="519"/>
                    </a:lnTo>
                    <a:lnTo>
                      <a:pt x="135" y="487"/>
                    </a:lnTo>
                    <a:lnTo>
                      <a:pt x="135" y="359"/>
                    </a:lnTo>
                    <a:lnTo>
                      <a:pt x="167" y="71"/>
                    </a:lnTo>
                    <a:lnTo>
                      <a:pt x="192" y="244"/>
                    </a:lnTo>
                    <a:lnTo>
                      <a:pt x="205" y="96"/>
                    </a:lnTo>
                    <a:lnTo>
                      <a:pt x="218" y="615"/>
                    </a:lnTo>
                    <a:lnTo>
                      <a:pt x="244" y="397"/>
                    </a:lnTo>
                    <a:lnTo>
                      <a:pt x="282" y="519"/>
                    </a:lnTo>
                    <a:lnTo>
                      <a:pt x="308" y="308"/>
                    </a:lnTo>
                    <a:lnTo>
                      <a:pt x="333" y="442"/>
                    </a:lnTo>
                    <a:lnTo>
                      <a:pt x="346" y="352"/>
                    </a:lnTo>
                    <a:lnTo>
                      <a:pt x="365" y="384"/>
                    </a:lnTo>
                    <a:lnTo>
                      <a:pt x="378" y="135"/>
                    </a:lnTo>
                    <a:lnTo>
                      <a:pt x="391" y="301"/>
                    </a:lnTo>
                    <a:lnTo>
                      <a:pt x="384" y="519"/>
                    </a:lnTo>
                    <a:lnTo>
                      <a:pt x="404" y="679"/>
                    </a:lnTo>
                    <a:lnTo>
                      <a:pt x="429" y="628"/>
                    </a:lnTo>
                    <a:lnTo>
                      <a:pt x="442" y="480"/>
                    </a:lnTo>
                    <a:lnTo>
                      <a:pt x="455" y="391"/>
                    </a:lnTo>
                    <a:lnTo>
                      <a:pt x="436" y="506"/>
                    </a:lnTo>
                    <a:lnTo>
                      <a:pt x="461" y="352"/>
                    </a:lnTo>
                    <a:lnTo>
                      <a:pt x="474" y="455"/>
                    </a:lnTo>
                    <a:lnTo>
                      <a:pt x="493" y="519"/>
                    </a:lnTo>
                    <a:lnTo>
                      <a:pt x="512" y="410"/>
                    </a:lnTo>
                    <a:lnTo>
                      <a:pt x="532" y="186"/>
                    </a:lnTo>
                    <a:lnTo>
                      <a:pt x="544" y="231"/>
                    </a:lnTo>
                    <a:lnTo>
                      <a:pt x="570" y="148"/>
                    </a:lnTo>
                    <a:lnTo>
                      <a:pt x="576" y="301"/>
                    </a:lnTo>
                    <a:lnTo>
                      <a:pt x="576" y="730"/>
                    </a:lnTo>
                    <a:lnTo>
                      <a:pt x="647" y="0"/>
                    </a:lnTo>
                    <a:lnTo>
                      <a:pt x="647" y="250"/>
                    </a:lnTo>
                    <a:lnTo>
                      <a:pt x="660" y="333"/>
                    </a:lnTo>
                    <a:lnTo>
                      <a:pt x="685" y="192"/>
                    </a:lnTo>
                    <a:lnTo>
                      <a:pt x="711" y="340"/>
                    </a:lnTo>
                    <a:lnTo>
                      <a:pt x="698" y="429"/>
                    </a:lnTo>
                    <a:lnTo>
                      <a:pt x="717" y="461"/>
                    </a:lnTo>
                  </a:path>
                </a:pathLst>
              </a:custGeom>
              <a:noFill/>
              <a:ln w="9525">
                <a:solidFill>
                  <a:srgbClr val="0079F2"/>
                </a:solidFill>
                <a:round/>
                <a:headEnd/>
                <a:tailEnd/>
              </a:ln>
            </p:spPr>
            <p:txBody>
              <a:bodyPr/>
              <a:lstStyle/>
              <a:p>
                <a:endParaRPr lang="en-GB"/>
              </a:p>
            </p:txBody>
          </p:sp>
          <p:sp>
            <p:nvSpPr>
              <p:cNvPr id="92" name="Freeform 37"/>
              <p:cNvSpPr>
                <a:spLocks/>
              </p:cNvSpPr>
              <p:nvPr/>
            </p:nvSpPr>
            <p:spPr bwMode="auto">
              <a:xfrm flipV="1">
                <a:off x="4385" y="1138"/>
                <a:ext cx="313" cy="756"/>
              </a:xfrm>
              <a:custGeom>
                <a:avLst/>
                <a:gdLst>
                  <a:gd name="T0" fmla="*/ 0 w 717"/>
                  <a:gd name="T1" fmla="*/ 756 h 756"/>
                  <a:gd name="T2" fmla="*/ 4 w 717"/>
                  <a:gd name="T3" fmla="*/ 167 h 756"/>
                  <a:gd name="T4" fmla="*/ 5 w 717"/>
                  <a:gd name="T5" fmla="*/ 384 h 756"/>
                  <a:gd name="T6" fmla="*/ 7 w 717"/>
                  <a:gd name="T7" fmla="*/ 103 h 756"/>
                  <a:gd name="T8" fmla="*/ 10 w 717"/>
                  <a:gd name="T9" fmla="*/ 519 h 756"/>
                  <a:gd name="T10" fmla="*/ 11 w 717"/>
                  <a:gd name="T11" fmla="*/ 487 h 756"/>
                  <a:gd name="T12" fmla="*/ 11 w 717"/>
                  <a:gd name="T13" fmla="*/ 359 h 756"/>
                  <a:gd name="T14" fmla="*/ 14 w 717"/>
                  <a:gd name="T15" fmla="*/ 71 h 756"/>
                  <a:gd name="T16" fmla="*/ 16 w 717"/>
                  <a:gd name="T17" fmla="*/ 244 h 756"/>
                  <a:gd name="T18" fmla="*/ 17 w 717"/>
                  <a:gd name="T19" fmla="*/ 96 h 756"/>
                  <a:gd name="T20" fmla="*/ 18 w 717"/>
                  <a:gd name="T21" fmla="*/ 615 h 756"/>
                  <a:gd name="T22" fmla="*/ 21 w 717"/>
                  <a:gd name="T23" fmla="*/ 397 h 756"/>
                  <a:gd name="T24" fmla="*/ 24 w 717"/>
                  <a:gd name="T25" fmla="*/ 519 h 756"/>
                  <a:gd name="T26" fmla="*/ 25 w 717"/>
                  <a:gd name="T27" fmla="*/ 308 h 756"/>
                  <a:gd name="T28" fmla="*/ 28 w 717"/>
                  <a:gd name="T29" fmla="*/ 442 h 756"/>
                  <a:gd name="T30" fmla="*/ 29 w 717"/>
                  <a:gd name="T31" fmla="*/ 352 h 756"/>
                  <a:gd name="T32" fmla="*/ 30 w 717"/>
                  <a:gd name="T33" fmla="*/ 384 h 756"/>
                  <a:gd name="T34" fmla="*/ 31 w 717"/>
                  <a:gd name="T35" fmla="*/ 135 h 756"/>
                  <a:gd name="T36" fmla="*/ 33 w 717"/>
                  <a:gd name="T37" fmla="*/ 301 h 756"/>
                  <a:gd name="T38" fmla="*/ 32 w 717"/>
                  <a:gd name="T39" fmla="*/ 519 h 756"/>
                  <a:gd name="T40" fmla="*/ 34 w 717"/>
                  <a:gd name="T41" fmla="*/ 679 h 756"/>
                  <a:gd name="T42" fmla="*/ 36 w 717"/>
                  <a:gd name="T43" fmla="*/ 628 h 756"/>
                  <a:gd name="T44" fmla="*/ 37 w 717"/>
                  <a:gd name="T45" fmla="*/ 480 h 756"/>
                  <a:gd name="T46" fmla="*/ 38 w 717"/>
                  <a:gd name="T47" fmla="*/ 391 h 756"/>
                  <a:gd name="T48" fmla="*/ 36 w 717"/>
                  <a:gd name="T49" fmla="*/ 506 h 756"/>
                  <a:gd name="T50" fmla="*/ 38 w 717"/>
                  <a:gd name="T51" fmla="*/ 352 h 756"/>
                  <a:gd name="T52" fmla="*/ 39 w 717"/>
                  <a:gd name="T53" fmla="*/ 455 h 756"/>
                  <a:gd name="T54" fmla="*/ 41 w 717"/>
                  <a:gd name="T55" fmla="*/ 519 h 756"/>
                  <a:gd name="T56" fmla="*/ 43 w 717"/>
                  <a:gd name="T57" fmla="*/ 410 h 756"/>
                  <a:gd name="T58" fmla="*/ 44 w 717"/>
                  <a:gd name="T59" fmla="*/ 186 h 756"/>
                  <a:gd name="T60" fmla="*/ 45 w 717"/>
                  <a:gd name="T61" fmla="*/ 231 h 756"/>
                  <a:gd name="T62" fmla="*/ 48 w 717"/>
                  <a:gd name="T63" fmla="*/ 148 h 756"/>
                  <a:gd name="T64" fmla="*/ 48 w 717"/>
                  <a:gd name="T65" fmla="*/ 301 h 756"/>
                  <a:gd name="T66" fmla="*/ 48 w 717"/>
                  <a:gd name="T67" fmla="*/ 730 h 756"/>
                  <a:gd name="T68" fmla="*/ 54 w 717"/>
                  <a:gd name="T69" fmla="*/ 0 h 756"/>
                  <a:gd name="T70" fmla="*/ 54 w 717"/>
                  <a:gd name="T71" fmla="*/ 250 h 756"/>
                  <a:gd name="T72" fmla="*/ 55 w 717"/>
                  <a:gd name="T73" fmla="*/ 333 h 756"/>
                  <a:gd name="T74" fmla="*/ 57 w 717"/>
                  <a:gd name="T75" fmla="*/ 192 h 756"/>
                  <a:gd name="T76" fmla="*/ 59 w 717"/>
                  <a:gd name="T77" fmla="*/ 340 h 756"/>
                  <a:gd name="T78" fmla="*/ 58 w 717"/>
                  <a:gd name="T79" fmla="*/ 429 h 756"/>
                  <a:gd name="T80" fmla="*/ 60 w 717"/>
                  <a:gd name="T81" fmla="*/ 461 h 756"/>
                  <a:gd name="T82" fmla="*/ 0 60000 65536"/>
                  <a:gd name="T83" fmla="*/ 0 60000 65536"/>
                  <a:gd name="T84" fmla="*/ 0 60000 65536"/>
                  <a:gd name="T85" fmla="*/ 0 60000 65536"/>
                  <a:gd name="T86" fmla="*/ 0 60000 65536"/>
                  <a:gd name="T87" fmla="*/ 0 60000 65536"/>
                  <a:gd name="T88" fmla="*/ 0 60000 65536"/>
                  <a:gd name="T89" fmla="*/ 0 60000 65536"/>
                  <a:gd name="T90" fmla="*/ 0 60000 65536"/>
                  <a:gd name="T91" fmla="*/ 0 60000 65536"/>
                  <a:gd name="T92" fmla="*/ 0 60000 65536"/>
                  <a:gd name="T93" fmla="*/ 0 60000 65536"/>
                  <a:gd name="T94" fmla="*/ 0 60000 65536"/>
                  <a:gd name="T95" fmla="*/ 0 60000 65536"/>
                  <a:gd name="T96" fmla="*/ 0 60000 65536"/>
                  <a:gd name="T97" fmla="*/ 0 60000 65536"/>
                  <a:gd name="T98" fmla="*/ 0 60000 65536"/>
                  <a:gd name="T99" fmla="*/ 0 60000 65536"/>
                  <a:gd name="T100" fmla="*/ 0 60000 65536"/>
                  <a:gd name="T101" fmla="*/ 0 60000 65536"/>
                  <a:gd name="T102" fmla="*/ 0 60000 65536"/>
                  <a:gd name="T103" fmla="*/ 0 60000 65536"/>
                  <a:gd name="T104" fmla="*/ 0 60000 65536"/>
                  <a:gd name="T105" fmla="*/ 0 60000 65536"/>
                  <a:gd name="T106" fmla="*/ 0 60000 65536"/>
                  <a:gd name="T107" fmla="*/ 0 60000 65536"/>
                  <a:gd name="T108" fmla="*/ 0 60000 65536"/>
                  <a:gd name="T109" fmla="*/ 0 60000 65536"/>
                  <a:gd name="T110" fmla="*/ 0 60000 65536"/>
                  <a:gd name="T111" fmla="*/ 0 60000 65536"/>
                  <a:gd name="T112" fmla="*/ 0 60000 65536"/>
                  <a:gd name="T113" fmla="*/ 0 60000 65536"/>
                  <a:gd name="T114" fmla="*/ 0 60000 65536"/>
                  <a:gd name="T115" fmla="*/ 0 60000 65536"/>
                  <a:gd name="T116" fmla="*/ 0 60000 65536"/>
                  <a:gd name="T117" fmla="*/ 0 60000 65536"/>
                  <a:gd name="T118" fmla="*/ 0 60000 65536"/>
                  <a:gd name="T119" fmla="*/ 0 60000 65536"/>
                  <a:gd name="T120" fmla="*/ 0 60000 65536"/>
                  <a:gd name="T121" fmla="*/ 0 60000 65536"/>
                  <a:gd name="T122" fmla="*/ 0 60000 65536"/>
                  <a:gd name="T123" fmla="*/ 0 w 717"/>
                  <a:gd name="T124" fmla="*/ 0 h 756"/>
                  <a:gd name="T125" fmla="*/ 717 w 717"/>
                  <a:gd name="T126" fmla="*/ 756 h 756"/>
                </a:gdLst>
                <a:ahLst/>
                <a:cxnLst>
                  <a:cxn ang="T82">
                    <a:pos x="T0" y="T1"/>
                  </a:cxn>
                  <a:cxn ang="T83">
                    <a:pos x="T2" y="T3"/>
                  </a:cxn>
                  <a:cxn ang="T84">
                    <a:pos x="T4" y="T5"/>
                  </a:cxn>
                  <a:cxn ang="T85">
                    <a:pos x="T6" y="T7"/>
                  </a:cxn>
                  <a:cxn ang="T86">
                    <a:pos x="T8" y="T9"/>
                  </a:cxn>
                  <a:cxn ang="T87">
                    <a:pos x="T10" y="T11"/>
                  </a:cxn>
                  <a:cxn ang="T88">
                    <a:pos x="T12" y="T13"/>
                  </a:cxn>
                  <a:cxn ang="T89">
                    <a:pos x="T14" y="T15"/>
                  </a:cxn>
                  <a:cxn ang="T90">
                    <a:pos x="T16" y="T17"/>
                  </a:cxn>
                  <a:cxn ang="T91">
                    <a:pos x="T18" y="T19"/>
                  </a:cxn>
                  <a:cxn ang="T92">
                    <a:pos x="T20" y="T21"/>
                  </a:cxn>
                  <a:cxn ang="T93">
                    <a:pos x="T22" y="T23"/>
                  </a:cxn>
                  <a:cxn ang="T94">
                    <a:pos x="T24" y="T25"/>
                  </a:cxn>
                  <a:cxn ang="T95">
                    <a:pos x="T26" y="T27"/>
                  </a:cxn>
                  <a:cxn ang="T96">
                    <a:pos x="T28" y="T29"/>
                  </a:cxn>
                  <a:cxn ang="T97">
                    <a:pos x="T30" y="T31"/>
                  </a:cxn>
                  <a:cxn ang="T98">
                    <a:pos x="T32" y="T33"/>
                  </a:cxn>
                  <a:cxn ang="T99">
                    <a:pos x="T34" y="T35"/>
                  </a:cxn>
                  <a:cxn ang="T100">
                    <a:pos x="T36" y="T37"/>
                  </a:cxn>
                  <a:cxn ang="T101">
                    <a:pos x="T38" y="T39"/>
                  </a:cxn>
                  <a:cxn ang="T102">
                    <a:pos x="T40" y="T41"/>
                  </a:cxn>
                  <a:cxn ang="T103">
                    <a:pos x="T42" y="T43"/>
                  </a:cxn>
                  <a:cxn ang="T104">
                    <a:pos x="T44" y="T45"/>
                  </a:cxn>
                  <a:cxn ang="T105">
                    <a:pos x="T46" y="T47"/>
                  </a:cxn>
                  <a:cxn ang="T106">
                    <a:pos x="T48" y="T49"/>
                  </a:cxn>
                  <a:cxn ang="T107">
                    <a:pos x="T50" y="T51"/>
                  </a:cxn>
                  <a:cxn ang="T108">
                    <a:pos x="T52" y="T53"/>
                  </a:cxn>
                  <a:cxn ang="T109">
                    <a:pos x="T54" y="T55"/>
                  </a:cxn>
                  <a:cxn ang="T110">
                    <a:pos x="T56" y="T57"/>
                  </a:cxn>
                  <a:cxn ang="T111">
                    <a:pos x="T58" y="T59"/>
                  </a:cxn>
                  <a:cxn ang="T112">
                    <a:pos x="T60" y="T61"/>
                  </a:cxn>
                  <a:cxn ang="T113">
                    <a:pos x="T62" y="T63"/>
                  </a:cxn>
                  <a:cxn ang="T114">
                    <a:pos x="T64" y="T65"/>
                  </a:cxn>
                  <a:cxn ang="T115">
                    <a:pos x="T66" y="T67"/>
                  </a:cxn>
                  <a:cxn ang="T116">
                    <a:pos x="T68" y="T69"/>
                  </a:cxn>
                  <a:cxn ang="T117">
                    <a:pos x="T70" y="T71"/>
                  </a:cxn>
                  <a:cxn ang="T118">
                    <a:pos x="T72" y="T73"/>
                  </a:cxn>
                  <a:cxn ang="T119">
                    <a:pos x="T74" y="T75"/>
                  </a:cxn>
                  <a:cxn ang="T120">
                    <a:pos x="T76" y="T77"/>
                  </a:cxn>
                  <a:cxn ang="T121">
                    <a:pos x="T78" y="T79"/>
                  </a:cxn>
                  <a:cxn ang="T122">
                    <a:pos x="T80" y="T81"/>
                  </a:cxn>
                </a:cxnLst>
                <a:rect l="T123" t="T124" r="T125" b="T126"/>
                <a:pathLst>
                  <a:path w="717" h="756">
                    <a:moveTo>
                      <a:pt x="0" y="756"/>
                    </a:moveTo>
                    <a:lnTo>
                      <a:pt x="52" y="167"/>
                    </a:lnTo>
                    <a:lnTo>
                      <a:pt x="64" y="384"/>
                    </a:lnTo>
                    <a:lnTo>
                      <a:pt x="90" y="103"/>
                    </a:lnTo>
                    <a:lnTo>
                      <a:pt x="116" y="519"/>
                    </a:lnTo>
                    <a:lnTo>
                      <a:pt x="135" y="487"/>
                    </a:lnTo>
                    <a:lnTo>
                      <a:pt x="135" y="359"/>
                    </a:lnTo>
                    <a:lnTo>
                      <a:pt x="167" y="71"/>
                    </a:lnTo>
                    <a:lnTo>
                      <a:pt x="192" y="244"/>
                    </a:lnTo>
                    <a:lnTo>
                      <a:pt x="205" y="96"/>
                    </a:lnTo>
                    <a:lnTo>
                      <a:pt x="218" y="615"/>
                    </a:lnTo>
                    <a:lnTo>
                      <a:pt x="244" y="397"/>
                    </a:lnTo>
                    <a:lnTo>
                      <a:pt x="282" y="519"/>
                    </a:lnTo>
                    <a:lnTo>
                      <a:pt x="308" y="308"/>
                    </a:lnTo>
                    <a:lnTo>
                      <a:pt x="333" y="442"/>
                    </a:lnTo>
                    <a:lnTo>
                      <a:pt x="346" y="352"/>
                    </a:lnTo>
                    <a:lnTo>
                      <a:pt x="365" y="384"/>
                    </a:lnTo>
                    <a:lnTo>
                      <a:pt x="378" y="135"/>
                    </a:lnTo>
                    <a:lnTo>
                      <a:pt x="391" y="301"/>
                    </a:lnTo>
                    <a:lnTo>
                      <a:pt x="384" y="519"/>
                    </a:lnTo>
                    <a:lnTo>
                      <a:pt x="404" y="679"/>
                    </a:lnTo>
                    <a:lnTo>
                      <a:pt x="429" y="628"/>
                    </a:lnTo>
                    <a:lnTo>
                      <a:pt x="442" y="480"/>
                    </a:lnTo>
                    <a:lnTo>
                      <a:pt x="455" y="391"/>
                    </a:lnTo>
                    <a:lnTo>
                      <a:pt x="436" y="506"/>
                    </a:lnTo>
                    <a:lnTo>
                      <a:pt x="461" y="352"/>
                    </a:lnTo>
                    <a:lnTo>
                      <a:pt x="474" y="455"/>
                    </a:lnTo>
                    <a:lnTo>
                      <a:pt x="493" y="519"/>
                    </a:lnTo>
                    <a:lnTo>
                      <a:pt x="512" y="410"/>
                    </a:lnTo>
                    <a:lnTo>
                      <a:pt x="532" y="186"/>
                    </a:lnTo>
                    <a:lnTo>
                      <a:pt x="544" y="231"/>
                    </a:lnTo>
                    <a:lnTo>
                      <a:pt x="570" y="148"/>
                    </a:lnTo>
                    <a:lnTo>
                      <a:pt x="576" y="301"/>
                    </a:lnTo>
                    <a:lnTo>
                      <a:pt x="576" y="730"/>
                    </a:lnTo>
                    <a:lnTo>
                      <a:pt x="647" y="0"/>
                    </a:lnTo>
                    <a:lnTo>
                      <a:pt x="647" y="250"/>
                    </a:lnTo>
                    <a:lnTo>
                      <a:pt x="660" y="333"/>
                    </a:lnTo>
                    <a:lnTo>
                      <a:pt x="685" y="192"/>
                    </a:lnTo>
                    <a:lnTo>
                      <a:pt x="711" y="340"/>
                    </a:lnTo>
                    <a:lnTo>
                      <a:pt x="698" y="429"/>
                    </a:lnTo>
                    <a:lnTo>
                      <a:pt x="717" y="461"/>
                    </a:lnTo>
                  </a:path>
                </a:pathLst>
              </a:custGeom>
              <a:noFill/>
              <a:ln w="9525">
                <a:solidFill>
                  <a:srgbClr val="0079F2"/>
                </a:solidFill>
                <a:round/>
                <a:headEnd/>
                <a:tailEnd/>
              </a:ln>
            </p:spPr>
            <p:txBody>
              <a:bodyPr/>
              <a:lstStyle/>
              <a:p>
                <a:endParaRPr lang="en-GB"/>
              </a:p>
            </p:txBody>
          </p:sp>
          <p:sp>
            <p:nvSpPr>
              <p:cNvPr id="93" name="Freeform 38"/>
              <p:cNvSpPr>
                <a:spLocks/>
              </p:cNvSpPr>
              <p:nvPr/>
            </p:nvSpPr>
            <p:spPr bwMode="auto">
              <a:xfrm flipH="1">
                <a:off x="4698" y="1100"/>
                <a:ext cx="313" cy="756"/>
              </a:xfrm>
              <a:custGeom>
                <a:avLst/>
                <a:gdLst>
                  <a:gd name="T0" fmla="*/ 0 w 717"/>
                  <a:gd name="T1" fmla="*/ 756 h 756"/>
                  <a:gd name="T2" fmla="*/ 4 w 717"/>
                  <a:gd name="T3" fmla="*/ 167 h 756"/>
                  <a:gd name="T4" fmla="*/ 5 w 717"/>
                  <a:gd name="T5" fmla="*/ 384 h 756"/>
                  <a:gd name="T6" fmla="*/ 7 w 717"/>
                  <a:gd name="T7" fmla="*/ 103 h 756"/>
                  <a:gd name="T8" fmla="*/ 10 w 717"/>
                  <a:gd name="T9" fmla="*/ 519 h 756"/>
                  <a:gd name="T10" fmla="*/ 11 w 717"/>
                  <a:gd name="T11" fmla="*/ 487 h 756"/>
                  <a:gd name="T12" fmla="*/ 11 w 717"/>
                  <a:gd name="T13" fmla="*/ 359 h 756"/>
                  <a:gd name="T14" fmla="*/ 14 w 717"/>
                  <a:gd name="T15" fmla="*/ 71 h 756"/>
                  <a:gd name="T16" fmla="*/ 16 w 717"/>
                  <a:gd name="T17" fmla="*/ 244 h 756"/>
                  <a:gd name="T18" fmla="*/ 17 w 717"/>
                  <a:gd name="T19" fmla="*/ 96 h 756"/>
                  <a:gd name="T20" fmla="*/ 18 w 717"/>
                  <a:gd name="T21" fmla="*/ 615 h 756"/>
                  <a:gd name="T22" fmla="*/ 21 w 717"/>
                  <a:gd name="T23" fmla="*/ 397 h 756"/>
                  <a:gd name="T24" fmla="*/ 24 w 717"/>
                  <a:gd name="T25" fmla="*/ 519 h 756"/>
                  <a:gd name="T26" fmla="*/ 25 w 717"/>
                  <a:gd name="T27" fmla="*/ 308 h 756"/>
                  <a:gd name="T28" fmla="*/ 28 w 717"/>
                  <a:gd name="T29" fmla="*/ 442 h 756"/>
                  <a:gd name="T30" fmla="*/ 29 w 717"/>
                  <a:gd name="T31" fmla="*/ 352 h 756"/>
                  <a:gd name="T32" fmla="*/ 30 w 717"/>
                  <a:gd name="T33" fmla="*/ 384 h 756"/>
                  <a:gd name="T34" fmla="*/ 31 w 717"/>
                  <a:gd name="T35" fmla="*/ 135 h 756"/>
                  <a:gd name="T36" fmla="*/ 33 w 717"/>
                  <a:gd name="T37" fmla="*/ 301 h 756"/>
                  <a:gd name="T38" fmla="*/ 32 w 717"/>
                  <a:gd name="T39" fmla="*/ 519 h 756"/>
                  <a:gd name="T40" fmla="*/ 34 w 717"/>
                  <a:gd name="T41" fmla="*/ 679 h 756"/>
                  <a:gd name="T42" fmla="*/ 36 w 717"/>
                  <a:gd name="T43" fmla="*/ 628 h 756"/>
                  <a:gd name="T44" fmla="*/ 37 w 717"/>
                  <a:gd name="T45" fmla="*/ 480 h 756"/>
                  <a:gd name="T46" fmla="*/ 38 w 717"/>
                  <a:gd name="T47" fmla="*/ 391 h 756"/>
                  <a:gd name="T48" fmla="*/ 36 w 717"/>
                  <a:gd name="T49" fmla="*/ 506 h 756"/>
                  <a:gd name="T50" fmla="*/ 38 w 717"/>
                  <a:gd name="T51" fmla="*/ 352 h 756"/>
                  <a:gd name="T52" fmla="*/ 39 w 717"/>
                  <a:gd name="T53" fmla="*/ 455 h 756"/>
                  <a:gd name="T54" fmla="*/ 41 w 717"/>
                  <a:gd name="T55" fmla="*/ 519 h 756"/>
                  <a:gd name="T56" fmla="*/ 43 w 717"/>
                  <a:gd name="T57" fmla="*/ 410 h 756"/>
                  <a:gd name="T58" fmla="*/ 44 w 717"/>
                  <a:gd name="T59" fmla="*/ 186 h 756"/>
                  <a:gd name="T60" fmla="*/ 45 w 717"/>
                  <a:gd name="T61" fmla="*/ 231 h 756"/>
                  <a:gd name="T62" fmla="*/ 48 w 717"/>
                  <a:gd name="T63" fmla="*/ 148 h 756"/>
                  <a:gd name="T64" fmla="*/ 48 w 717"/>
                  <a:gd name="T65" fmla="*/ 301 h 756"/>
                  <a:gd name="T66" fmla="*/ 48 w 717"/>
                  <a:gd name="T67" fmla="*/ 730 h 756"/>
                  <a:gd name="T68" fmla="*/ 54 w 717"/>
                  <a:gd name="T69" fmla="*/ 0 h 756"/>
                  <a:gd name="T70" fmla="*/ 54 w 717"/>
                  <a:gd name="T71" fmla="*/ 250 h 756"/>
                  <a:gd name="T72" fmla="*/ 55 w 717"/>
                  <a:gd name="T73" fmla="*/ 333 h 756"/>
                  <a:gd name="T74" fmla="*/ 57 w 717"/>
                  <a:gd name="T75" fmla="*/ 192 h 756"/>
                  <a:gd name="T76" fmla="*/ 59 w 717"/>
                  <a:gd name="T77" fmla="*/ 340 h 756"/>
                  <a:gd name="T78" fmla="*/ 58 w 717"/>
                  <a:gd name="T79" fmla="*/ 429 h 756"/>
                  <a:gd name="T80" fmla="*/ 60 w 717"/>
                  <a:gd name="T81" fmla="*/ 461 h 756"/>
                  <a:gd name="T82" fmla="*/ 0 60000 65536"/>
                  <a:gd name="T83" fmla="*/ 0 60000 65536"/>
                  <a:gd name="T84" fmla="*/ 0 60000 65536"/>
                  <a:gd name="T85" fmla="*/ 0 60000 65536"/>
                  <a:gd name="T86" fmla="*/ 0 60000 65536"/>
                  <a:gd name="T87" fmla="*/ 0 60000 65536"/>
                  <a:gd name="T88" fmla="*/ 0 60000 65536"/>
                  <a:gd name="T89" fmla="*/ 0 60000 65536"/>
                  <a:gd name="T90" fmla="*/ 0 60000 65536"/>
                  <a:gd name="T91" fmla="*/ 0 60000 65536"/>
                  <a:gd name="T92" fmla="*/ 0 60000 65536"/>
                  <a:gd name="T93" fmla="*/ 0 60000 65536"/>
                  <a:gd name="T94" fmla="*/ 0 60000 65536"/>
                  <a:gd name="T95" fmla="*/ 0 60000 65536"/>
                  <a:gd name="T96" fmla="*/ 0 60000 65536"/>
                  <a:gd name="T97" fmla="*/ 0 60000 65536"/>
                  <a:gd name="T98" fmla="*/ 0 60000 65536"/>
                  <a:gd name="T99" fmla="*/ 0 60000 65536"/>
                  <a:gd name="T100" fmla="*/ 0 60000 65536"/>
                  <a:gd name="T101" fmla="*/ 0 60000 65536"/>
                  <a:gd name="T102" fmla="*/ 0 60000 65536"/>
                  <a:gd name="T103" fmla="*/ 0 60000 65536"/>
                  <a:gd name="T104" fmla="*/ 0 60000 65536"/>
                  <a:gd name="T105" fmla="*/ 0 60000 65536"/>
                  <a:gd name="T106" fmla="*/ 0 60000 65536"/>
                  <a:gd name="T107" fmla="*/ 0 60000 65536"/>
                  <a:gd name="T108" fmla="*/ 0 60000 65536"/>
                  <a:gd name="T109" fmla="*/ 0 60000 65536"/>
                  <a:gd name="T110" fmla="*/ 0 60000 65536"/>
                  <a:gd name="T111" fmla="*/ 0 60000 65536"/>
                  <a:gd name="T112" fmla="*/ 0 60000 65536"/>
                  <a:gd name="T113" fmla="*/ 0 60000 65536"/>
                  <a:gd name="T114" fmla="*/ 0 60000 65536"/>
                  <a:gd name="T115" fmla="*/ 0 60000 65536"/>
                  <a:gd name="T116" fmla="*/ 0 60000 65536"/>
                  <a:gd name="T117" fmla="*/ 0 60000 65536"/>
                  <a:gd name="T118" fmla="*/ 0 60000 65536"/>
                  <a:gd name="T119" fmla="*/ 0 60000 65536"/>
                  <a:gd name="T120" fmla="*/ 0 60000 65536"/>
                  <a:gd name="T121" fmla="*/ 0 60000 65536"/>
                  <a:gd name="T122" fmla="*/ 0 60000 65536"/>
                  <a:gd name="T123" fmla="*/ 0 w 717"/>
                  <a:gd name="T124" fmla="*/ 0 h 756"/>
                  <a:gd name="T125" fmla="*/ 717 w 717"/>
                  <a:gd name="T126" fmla="*/ 756 h 756"/>
                </a:gdLst>
                <a:ahLst/>
                <a:cxnLst>
                  <a:cxn ang="T82">
                    <a:pos x="T0" y="T1"/>
                  </a:cxn>
                  <a:cxn ang="T83">
                    <a:pos x="T2" y="T3"/>
                  </a:cxn>
                  <a:cxn ang="T84">
                    <a:pos x="T4" y="T5"/>
                  </a:cxn>
                  <a:cxn ang="T85">
                    <a:pos x="T6" y="T7"/>
                  </a:cxn>
                  <a:cxn ang="T86">
                    <a:pos x="T8" y="T9"/>
                  </a:cxn>
                  <a:cxn ang="T87">
                    <a:pos x="T10" y="T11"/>
                  </a:cxn>
                  <a:cxn ang="T88">
                    <a:pos x="T12" y="T13"/>
                  </a:cxn>
                  <a:cxn ang="T89">
                    <a:pos x="T14" y="T15"/>
                  </a:cxn>
                  <a:cxn ang="T90">
                    <a:pos x="T16" y="T17"/>
                  </a:cxn>
                  <a:cxn ang="T91">
                    <a:pos x="T18" y="T19"/>
                  </a:cxn>
                  <a:cxn ang="T92">
                    <a:pos x="T20" y="T21"/>
                  </a:cxn>
                  <a:cxn ang="T93">
                    <a:pos x="T22" y="T23"/>
                  </a:cxn>
                  <a:cxn ang="T94">
                    <a:pos x="T24" y="T25"/>
                  </a:cxn>
                  <a:cxn ang="T95">
                    <a:pos x="T26" y="T27"/>
                  </a:cxn>
                  <a:cxn ang="T96">
                    <a:pos x="T28" y="T29"/>
                  </a:cxn>
                  <a:cxn ang="T97">
                    <a:pos x="T30" y="T31"/>
                  </a:cxn>
                  <a:cxn ang="T98">
                    <a:pos x="T32" y="T33"/>
                  </a:cxn>
                  <a:cxn ang="T99">
                    <a:pos x="T34" y="T35"/>
                  </a:cxn>
                  <a:cxn ang="T100">
                    <a:pos x="T36" y="T37"/>
                  </a:cxn>
                  <a:cxn ang="T101">
                    <a:pos x="T38" y="T39"/>
                  </a:cxn>
                  <a:cxn ang="T102">
                    <a:pos x="T40" y="T41"/>
                  </a:cxn>
                  <a:cxn ang="T103">
                    <a:pos x="T42" y="T43"/>
                  </a:cxn>
                  <a:cxn ang="T104">
                    <a:pos x="T44" y="T45"/>
                  </a:cxn>
                  <a:cxn ang="T105">
                    <a:pos x="T46" y="T47"/>
                  </a:cxn>
                  <a:cxn ang="T106">
                    <a:pos x="T48" y="T49"/>
                  </a:cxn>
                  <a:cxn ang="T107">
                    <a:pos x="T50" y="T51"/>
                  </a:cxn>
                  <a:cxn ang="T108">
                    <a:pos x="T52" y="T53"/>
                  </a:cxn>
                  <a:cxn ang="T109">
                    <a:pos x="T54" y="T55"/>
                  </a:cxn>
                  <a:cxn ang="T110">
                    <a:pos x="T56" y="T57"/>
                  </a:cxn>
                  <a:cxn ang="T111">
                    <a:pos x="T58" y="T59"/>
                  </a:cxn>
                  <a:cxn ang="T112">
                    <a:pos x="T60" y="T61"/>
                  </a:cxn>
                  <a:cxn ang="T113">
                    <a:pos x="T62" y="T63"/>
                  </a:cxn>
                  <a:cxn ang="T114">
                    <a:pos x="T64" y="T65"/>
                  </a:cxn>
                  <a:cxn ang="T115">
                    <a:pos x="T66" y="T67"/>
                  </a:cxn>
                  <a:cxn ang="T116">
                    <a:pos x="T68" y="T69"/>
                  </a:cxn>
                  <a:cxn ang="T117">
                    <a:pos x="T70" y="T71"/>
                  </a:cxn>
                  <a:cxn ang="T118">
                    <a:pos x="T72" y="T73"/>
                  </a:cxn>
                  <a:cxn ang="T119">
                    <a:pos x="T74" y="T75"/>
                  </a:cxn>
                  <a:cxn ang="T120">
                    <a:pos x="T76" y="T77"/>
                  </a:cxn>
                  <a:cxn ang="T121">
                    <a:pos x="T78" y="T79"/>
                  </a:cxn>
                  <a:cxn ang="T122">
                    <a:pos x="T80" y="T81"/>
                  </a:cxn>
                </a:cxnLst>
                <a:rect l="T123" t="T124" r="T125" b="T126"/>
                <a:pathLst>
                  <a:path w="717" h="756">
                    <a:moveTo>
                      <a:pt x="0" y="756"/>
                    </a:moveTo>
                    <a:lnTo>
                      <a:pt x="52" y="167"/>
                    </a:lnTo>
                    <a:lnTo>
                      <a:pt x="64" y="384"/>
                    </a:lnTo>
                    <a:lnTo>
                      <a:pt x="90" y="103"/>
                    </a:lnTo>
                    <a:lnTo>
                      <a:pt x="116" y="519"/>
                    </a:lnTo>
                    <a:lnTo>
                      <a:pt x="135" y="487"/>
                    </a:lnTo>
                    <a:lnTo>
                      <a:pt x="135" y="359"/>
                    </a:lnTo>
                    <a:lnTo>
                      <a:pt x="167" y="71"/>
                    </a:lnTo>
                    <a:lnTo>
                      <a:pt x="192" y="244"/>
                    </a:lnTo>
                    <a:lnTo>
                      <a:pt x="205" y="96"/>
                    </a:lnTo>
                    <a:lnTo>
                      <a:pt x="218" y="615"/>
                    </a:lnTo>
                    <a:lnTo>
                      <a:pt x="244" y="397"/>
                    </a:lnTo>
                    <a:lnTo>
                      <a:pt x="282" y="519"/>
                    </a:lnTo>
                    <a:lnTo>
                      <a:pt x="308" y="308"/>
                    </a:lnTo>
                    <a:lnTo>
                      <a:pt x="333" y="442"/>
                    </a:lnTo>
                    <a:lnTo>
                      <a:pt x="346" y="352"/>
                    </a:lnTo>
                    <a:lnTo>
                      <a:pt x="365" y="384"/>
                    </a:lnTo>
                    <a:lnTo>
                      <a:pt x="378" y="135"/>
                    </a:lnTo>
                    <a:lnTo>
                      <a:pt x="391" y="301"/>
                    </a:lnTo>
                    <a:lnTo>
                      <a:pt x="384" y="519"/>
                    </a:lnTo>
                    <a:lnTo>
                      <a:pt x="404" y="679"/>
                    </a:lnTo>
                    <a:lnTo>
                      <a:pt x="429" y="628"/>
                    </a:lnTo>
                    <a:lnTo>
                      <a:pt x="442" y="480"/>
                    </a:lnTo>
                    <a:lnTo>
                      <a:pt x="455" y="391"/>
                    </a:lnTo>
                    <a:lnTo>
                      <a:pt x="436" y="506"/>
                    </a:lnTo>
                    <a:lnTo>
                      <a:pt x="461" y="352"/>
                    </a:lnTo>
                    <a:lnTo>
                      <a:pt x="474" y="455"/>
                    </a:lnTo>
                    <a:lnTo>
                      <a:pt x="493" y="519"/>
                    </a:lnTo>
                    <a:lnTo>
                      <a:pt x="512" y="410"/>
                    </a:lnTo>
                    <a:lnTo>
                      <a:pt x="532" y="186"/>
                    </a:lnTo>
                    <a:lnTo>
                      <a:pt x="544" y="231"/>
                    </a:lnTo>
                    <a:lnTo>
                      <a:pt x="570" y="148"/>
                    </a:lnTo>
                    <a:lnTo>
                      <a:pt x="576" y="301"/>
                    </a:lnTo>
                    <a:lnTo>
                      <a:pt x="576" y="730"/>
                    </a:lnTo>
                    <a:lnTo>
                      <a:pt x="647" y="0"/>
                    </a:lnTo>
                    <a:lnTo>
                      <a:pt x="647" y="250"/>
                    </a:lnTo>
                    <a:lnTo>
                      <a:pt x="660" y="333"/>
                    </a:lnTo>
                    <a:lnTo>
                      <a:pt x="685" y="192"/>
                    </a:lnTo>
                    <a:lnTo>
                      <a:pt x="711" y="340"/>
                    </a:lnTo>
                    <a:lnTo>
                      <a:pt x="698" y="429"/>
                    </a:lnTo>
                    <a:lnTo>
                      <a:pt x="717" y="461"/>
                    </a:lnTo>
                  </a:path>
                </a:pathLst>
              </a:custGeom>
              <a:noFill/>
              <a:ln w="9525">
                <a:solidFill>
                  <a:srgbClr val="0079F2"/>
                </a:solidFill>
                <a:round/>
                <a:headEnd/>
                <a:tailEnd/>
              </a:ln>
            </p:spPr>
            <p:txBody>
              <a:bodyPr/>
              <a:lstStyle/>
              <a:p>
                <a:endParaRPr lang="en-GB"/>
              </a:p>
            </p:txBody>
          </p:sp>
        </p:grpSp>
        <p:grpSp>
          <p:nvGrpSpPr>
            <p:cNvPr id="77" name="Group 39"/>
            <p:cNvGrpSpPr>
              <a:grpSpLocks/>
            </p:cNvGrpSpPr>
            <p:nvPr/>
          </p:nvGrpSpPr>
          <p:grpSpPr bwMode="auto">
            <a:xfrm flipH="1">
              <a:off x="3986" y="1092"/>
              <a:ext cx="590" cy="801"/>
              <a:chOff x="3462" y="1100"/>
              <a:chExt cx="1549" cy="801"/>
            </a:xfrm>
          </p:grpSpPr>
          <p:sp>
            <p:nvSpPr>
              <p:cNvPr id="84" name="Freeform 40"/>
              <p:cNvSpPr>
                <a:spLocks/>
              </p:cNvSpPr>
              <p:nvPr/>
            </p:nvSpPr>
            <p:spPr bwMode="auto">
              <a:xfrm>
                <a:off x="3462" y="1126"/>
                <a:ext cx="313" cy="756"/>
              </a:xfrm>
              <a:custGeom>
                <a:avLst/>
                <a:gdLst>
                  <a:gd name="T0" fmla="*/ 0 w 717"/>
                  <a:gd name="T1" fmla="*/ 756 h 756"/>
                  <a:gd name="T2" fmla="*/ 4 w 717"/>
                  <a:gd name="T3" fmla="*/ 167 h 756"/>
                  <a:gd name="T4" fmla="*/ 5 w 717"/>
                  <a:gd name="T5" fmla="*/ 384 h 756"/>
                  <a:gd name="T6" fmla="*/ 7 w 717"/>
                  <a:gd name="T7" fmla="*/ 103 h 756"/>
                  <a:gd name="T8" fmla="*/ 10 w 717"/>
                  <a:gd name="T9" fmla="*/ 519 h 756"/>
                  <a:gd name="T10" fmla="*/ 11 w 717"/>
                  <a:gd name="T11" fmla="*/ 487 h 756"/>
                  <a:gd name="T12" fmla="*/ 11 w 717"/>
                  <a:gd name="T13" fmla="*/ 359 h 756"/>
                  <a:gd name="T14" fmla="*/ 14 w 717"/>
                  <a:gd name="T15" fmla="*/ 71 h 756"/>
                  <a:gd name="T16" fmla="*/ 16 w 717"/>
                  <a:gd name="T17" fmla="*/ 244 h 756"/>
                  <a:gd name="T18" fmla="*/ 17 w 717"/>
                  <a:gd name="T19" fmla="*/ 96 h 756"/>
                  <a:gd name="T20" fmla="*/ 18 w 717"/>
                  <a:gd name="T21" fmla="*/ 615 h 756"/>
                  <a:gd name="T22" fmla="*/ 21 w 717"/>
                  <a:gd name="T23" fmla="*/ 397 h 756"/>
                  <a:gd name="T24" fmla="*/ 24 w 717"/>
                  <a:gd name="T25" fmla="*/ 519 h 756"/>
                  <a:gd name="T26" fmla="*/ 25 w 717"/>
                  <a:gd name="T27" fmla="*/ 308 h 756"/>
                  <a:gd name="T28" fmla="*/ 28 w 717"/>
                  <a:gd name="T29" fmla="*/ 442 h 756"/>
                  <a:gd name="T30" fmla="*/ 29 w 717"/>
                  <a:gd name="T31" fmla="*/ 352 h 756"/>
                  <a:gd name="T32" fmla="*/ 30 w 717"/>
                  <a:gd name="T33" fmla="*/ 384 h 756"/>
                  <a:gd name="T34" fmla="*/ 31 w 717"/>
                  <a:gd name="T35" fmla="*/ 135 h 756"/>
                  <a:gd name="T36" fmla="*/ 33 w 717"/>
                  <a:gd name="T37" fmla="*/ 301 h 756"/>
                  <a:gd name="T38" fmla="*/ 32 w 717"/>
                  <a:gd name="T39" fmla="*/ 519 h 756"/>
                  <a:gd name="T40" fmla="*/ 34 w 717"/>
                  <a:gd name="T41" fmla="*/ 679 h 756"/>
                  <a:gd name="T42" fmla="*/ 36 w 717"/>
                  <a:gd name="T43" fmla="*/ 628 h 756"/>
                  <a:gd name="T44" fmla="*/ 37 w 717"/>
                  <a:gd name="T45" fmla="*/ 480 h 756"/>
                  <a:gd name="T46" fmla="*/ 38 w 717"/>
                  <a:gd name="T47" fmla="*/ 391 h 756"/>
                  <a:gd name="T48" fmla="*/ 36 w 717"/>
                  <a:gd name="T49" fmla="*/ 506 h 756"/>
                  <a:gd name="T50" fmla="*/ 38 w 717"/>
                  <a:gd name="T51" fmla="*/ 352 h 756"/>
                  <a:gd name="T52" fmla="*/ 39 w 717"/>
                  <a:gd name="T53" fmla="*/ 455 h 756"/>
                  <a:gd name="T54" fmla="*/ 41 w 717"/>
                  <a:gd name="T55" fmla="*/ 519 h 756"/>
                  <a:gd name="T56" fmla="*/ 43 w 717"/>
                  <a:gd name="T57" fmla="*/ 410 h 756"/>
                  <a:gd name="T58" fmla="*/ 44 w 717"/>
                  <a:gd name="T59" fmla="*/ 186 h 756"/>
                  <a:gd name="T60" fmla="*/ 45 w 717"/>
                  <a:gd name="T61" fmla="*/ 231 h 756"/>
                  <a:gd name="T62" fmla="*/ 48 w 717"/>
                  <a:gd name="T63" fmla="*/ 148 h 756"/>
                  <a:gd name="T64" fmla="*/ 48 w 717"/>
                  <a:gd name="T65" fmla="*/ 301 h 756"/>
                  <a:gd name="T66" fmla="*/ 48 w 717"/>
                  <a:gd name="T67" fmla="*/ 730 h 756"/>
                  <a:gd name="T68" fmla="*/ 54 w 717"/>
                  <a:gd name="T69" fmla="*/ 0 h 756"/>
                  <a:gd name="T70" fmla="*/ 54 w 717"/>
                  <a:gd name="T71" fmla="*/ 250 h 756"/>
                  <a:gd name="T72" fmla="*/ 55 w 717"/>
                  <a:gd name="T73" fmla="*/ 333 h 756"/>
                  <a:gd name="T74" fmla="*/ 57 w 717"/>
                  <a:gd name="T75" fmla="*/ 192 h 756"/>
                  <a:gd name="T76" fmla="*/ 59 w 717"/>
                  <a:gd name="T77" fmla="*/ 340 h 756"/>
                  <a:gd name="T78" fmla="*/ 58 w 717"/>
                  <a:gd name="T79" fmla="*/ 429 h 756"/>
                  <a:gd name="T80" fmla="*/ 60 w 717"/>
                  <a:gd name="T81" fmla="*/ 461 h 756"/>
                  <a:gd name="T82" fmla="*/ 0 60000 65536"/>
                  <a:gd name="T83" fmla="*/ 0 60000 65536"/>
                  <a:gd name="T84" fmla="*/ 0 60000 65536"/>
                  <a:gd name="T85" fmla="*/ 0 60000 65536"/>
                  <a:gd name="T86" fmla="*/ 0 60000 65536"/>
                  <a:gd name="T87" fmla="*/ 0 60000 65536"/>
                  <a:gd name="T88" fmla="*/ 0 60000 65536"/>
                  <a:gd name="T89" fmla="*/ 0 60000 65536"/>
                  <a:gd name="T90" fmla="*/ 0 60000 65536"/>
                  <a:gd name="T91" fmla="*/ 0 60000 65536"/>
                  <a:gd name="T92" fmla="*/ 0 60000 65536"/>
                  <a:gd name="T93" fmla="*/ 0 60000 65536"/>
                  <a:gd name="T94" fmla="*/ 0 60000 65536"/>
                  <a:gd name="T95" fmla="*/ 0 60000 65536"/>
                  <a:gd name="T96" fmla="*/ 0 60000 65536"/>
                  <a:gd name="T97" fmla="*/ 0 60000 65536"/>
                  <a:gd name="T98" fmla="*/ 0 60000 65536"/>
                  <a:gd name="T99" fmla="*/ 0 60000 65536"/>
                  <a:gd name="T100" fmla="*/ 0 60000 65536"/>
                  <a:gd name="T101" fmla="*/ 0 60000 65536"/>
                  <a:gd name="T102" fmla="*/ 0 60000 65536"/>
                  <a:gd name="T103" fmla="*/ 0 60000 65536"/>
                  <a:gd name="T104" fmla="*/ 0 60000 65536"/>
                  <a:gd name="T105" fmla="*/ 0 60000 65536"/>
                  <a:gd name="T106" fmla="*/ 0 60000 65536"/>
                  <a:gd name="T107" fmla="*/ 0 60000 65536"/>
                  <a:gd name="T108" fmla="*/ 0 60000 65536"/>
                  <a:gd name="T109" fmla="*/ 0 60000 65536"/>
                  <a:gd name="T110" fmla="*/ 0 60000 65536"/>
                  <a:gd name="T111" fmla="*/ 0 60000 65536"/>
                  <a:gd name="T112" fmla="*/ 0 60000 65536"/>
                  <a:gd name="T113" fmla="*/ 0 60000 65536"/>
                  <a:gd name="T114" fmla="*/ 0 60000 65536"/>
                  <a:gd name="T115" fmla="*/ 0 60000 65536"/>
                  <a:gd name="T116" fmla="*/ 0 60000 65536"/>
                  <a:gd name="T117" fmla="*/ 0 60000 65536"/>
                  <a:gd name="T118" fmla="*/ 0 60000 65536"/>
                  <a:gd name="T119" fmla="*/ 0 60000 65536"/>
                  <a:gd name="T120" fmla="*/ 0 60000 65536"/>
                  <a:gd name="T121" fmla="*/ 0 60000 65536"/>
                  <a:gd name="T122" fmla="*/ 0 60000 65536"/>
                  <a:gd name="T123" fmla="*/ 0 w 717"/>
                  <a:gd name="T124" fmla="*/ 0 h 756"/>
                  <a:gd name="T125" fmla="*/ 717 w 717"/>
                  <a:gd name="T126" fmla="*/ 756 h 756"/>
                </a:gdLst>
                <a:ahLst/>
                <a:cxnLst>
                  <a:cxn ang="T82">
                    <a:pos x="T0" y="T1"/>
                  </a:cxn>
                  <a:cxn ang="T83">
                    <a:pos x="T2" y="T3"/>
                  </a:cxn>
                  <a:cxn ang="T84">
                    <a:pos x="T4" y="T5"/>
                  </a:cxn>
                  <a:cxn ang="T85">
                    <a:pos x="T6" y="T7"/>
                  </a:cxn>
                  <a:cxn ang="T86">
                    <a:pos x="T8" y="T9"/>
                  </a:cxn>
                  <a:cxn ang="T87">
                    <a:pos x="T10" y="T11"/>
                  </a:cxn>
                  <a:cxn ang="T88">
                    <a:pos x="T12" y="T13"/>
                  </a:cxn>
                  <a:cxn ang="T89">
                    <a:pos x="T14" y="T15"/>
                  </a:cxn>
                  <a:cxn ang="T90">
                    <a:pos x="T16" y="T17"/>
                  </a:cxn>
                  <a:cxn ang="T91">
                    <a:pos x="T18" y="T19"/>
                  </a:cxn>
                  <a:cxn ang="T92">
                    <a:pos x="T20" y="T21"/>
                  </a:cxn>
                  <a:cxn ang="T93">
                    <a:pos x="T22" y="T23"/>
                  </a:cxn>
                  <a:cxn ang="T94">
                    <a:pos x="T24" y="T25"/>
                  </a:cxn>
                  <a:cxn ang="T95">
                    <a:pos x="T26" y="T27"/>
                  </a:cxn>
                  <a:cxn ang="T96">
                    <a:pos x="T28" y="T29"/>
                  </a:cxn>
                  <a:cxn ang="T97">
                    <a:pos x="T30" y="T31"/>
                  </a:cxn>
                  <a:cxn ang="T98">
                    <a:pos x="T32" y="T33"/>
                  </a:cxn>
                  <a:cxn ang="T99">
                    <a:pos x="T34" y="T35"/>
                  </a:cxn>
                  <a:cxn ang="T100">
                    <a:pos x="T36" y="T37"/>
                  </a:cxn>
                  <a:cxn ang="T101">
                    <a:pos x="T38" y="T39"/>
                  </a:cxn>
                  <a:cxn ang="T102">
                    <a:pos x="T40" y="T41"/>
                  </a:cxn>
                  <a:cxn ang="T103">
                    <a:pos x="T42" y="T43"/>
                  </a:cxn>
                  <a:cxn ang="T104">
                    <a:pos x="T44" y="T45"/>
                  </a:cxn>
                  <a:cxn ang="T105">
                    <a:pos x="T46" y="T47"/>
                  </a:cxn>
                  <a:cxn ang="T106">
                    <a:pos x="T48" y="T49"/>
                  </a:cxn>
                  <a:cxn ang="T107">
                    <a:pos x="T50" y="T51"/>
                  </a:cxn>
                  <a:cxn ang="T108">
                    <a:pos x="T52" y="T53"/>
                  </a:cxn>
                  <a:cxn ang="T109">
                    <a:pos x="T54" y="T55"/>
                  </a:cxn>
                  <a:cxn ang="T110">
                    <a:pos x="T56" y="T57"/>
                  </a:cxn>
                  <a:cxn ang="T111">
                    <a:pos x="T58" y="T59"/>
                  </a:cxn>
                  <a:cxn ang="T112">
                    <a:pos x="T60" y="T61"/>
                  </a:cxn>
                  <a:cxn ang="T113">
                    <a:pos x="T62" y="T63"/>
                  </a:cxn>
                  <a:cxn ang="T114">
                    <a:pos x="T64" y="T65"/>
                  </a:cxn>
                  <a:cxn ang="T115">
                    <a:pos x="T66" y="T67"/>
                  </a:cxn>
                  <a:cxn ang="T116">
                    <a:pos x="T68" y="T69"/>
                  </a:cxn>
                  <a:cxn ang="T117">
                    <a:pos x="T70" y="T71"/>
                  </a:cxn>
                  <a:cxn ang="T118">
                    <a:pos x="T72" y="T73"/>
                  </a:cxn>
                  <a:cxn ang="T119">
                    <a:pos x="T74" y="T75"/>
                  </a:cxn>
                  <a:cxn ang="T120">
                    <a:pos x="T76" y="T77"/>
                  </a:cxn>
                  <a:cxn ang="T121">
                    <a:pos x="T78" y="T79"/>
                  </a:cxn>
                  <a:cxn ang="T122">
                    <a:pos x="T80" y="T81"/>
                  </a:cxn>
                </a:cxnLst>
                <a:rect l="T123" t="T124" r="T125" b="T126"/>
                <a:pathLst>
                  <a:path w="717" h="756">
                    <a:moveTo>
                      <a:pt x="0" y="756"/>
                    </a:moveTo>
                    <a:lnTo>
                      <a:pt x="52" y="167"/>
                    </a:lnTo>
                    <a:lnTo>
                      <a:pt x="64" y="384"/>
                    </a:lnTo>
                    <a:lnTo>
                      <a:pt x="90" y="103"/>
                    </a:lnTo>
                    <a:lnTo>
                      <a:pt x="116" y="519"/>
                    </a:lnTo>
                    <a:lnTo>
                      <a:pt x="135" y="487"/>
                    </a:lnTo>
                    <a:lnTo>
                      <a:pt x="135" y="359"/>
                    </a:lnTo>
                    <a:lnTo>
                      <a:pt x="167" y="71"/>
                    </a:lnTo>
                    <a:lnTo>
                      <a:pt x="192" y="244"/>
                    </a:lnTo>
                    <a:lnTo>
                      <a:pt x="205" y="96"/>
                    </a:lnTo>
                    <a:lnTo>
                      <a:pt x="218" y="615"/>
                    </a:lnTo>
                    <a:lnTo>
                      <a:pt x="244" y="397"/>
                    </a:lnTo>
                    <a:lnTo>
                      <a:pt x="282" y="519"/>
                    </a:lnTo>
                    <a:lnTo>
                      <a:pt x="308" y="308"/>
                    </a:lnTo>
                    <a:lnTo>
                      <a:pt x="333" y="442"/>
                    </a:lnTo>
                    <a:lnTo>
                      <a:pt x="346" y="352"/>
                    </a:lnTo>
                    <a:lnTo>
                      <a:pt x="365" y="384"/>
                    </a:lnTo>
                    <a:lnTo>
                      <a:pt x="378" y="135"/>
                    </a:lnTo>
                    <a:lnTo>
                      <a:pt x="391" y="301"/>
                    </a:lnTo>
                    <a:lnTo>
                      <a:pt x="384" y="519"/>
                    </a:lnTo>
                    <a:lnTo>
                      <a:pt x="404" y="679"/>
                    </a:lnTo>
                    <a:lnTo>
                      <a:pt x="429" y="628"/>
                    </a:lnTo>
                    <a:lnTo>
                      <a:pt x="442" y="480"/>
                    </a:lnTo>
                    <a:lnTo>
                      <a:pt x="455" y="391"/>
                    </a:lnTo>
                    <a:lnTo>
                      <a:pt x="436" y="506"/>
                    </a:lnTo>
                    <a:lnTo>
                      <a:pt x="461" y="352"/>
                    </a:lnTo>
                    <a:lnTo>
                      <a:pt x="474" y="455"/>
                    </a:lnTo>
                    <a:lnTo>
                      <a:pt x="493" y="519"/>
                    </a:lnTo>
                    <a:lnTo>
                      <a:pt x="512" y="410"/>
                    </a:lnTo>
                    <a:lnTo>
                      <a:pt x="532" y="186"/>
                    </a:lnTo>
                    <a:lnTo>
                      <a:pt x="544" y="231"/>
                    </a:lnTo>
                    <a:lnTo>
                      <a:pt x="570" y="148"/>
                    </a:lnTo>
                    <a:lnTo>
                      <a:pt x="576" y="301"/>
                    </a:lnTo>
                    <a:lnTo>
                      <a:pt x="576" y="730"/>
                    </a:lnTo>
                    <a:lnTo>
                      <a:pt x="647" y="0"/>
                    </a:lnTo>
                    <a:lnTo>
                      <a:pt x="647" y="250"/>
                    </a:lnTo>
                    <a:lnTo>
                      <a:pt x="660" y="333"/>
                    </a:lnTo>
                    <a:lnTo>
                      <a:pt x="685" y="192"/>
                    </a:lnTo>
                    <a:lnTo>
                      <a:pt x="711" y="340"/>
                    </a:lnTo>
                    <a:lnTo>
                      <a:pt x="698" y="429"/>
                    </a:lnTo>
                    <a:lnTo>
                      <a:pt x="717" y="461"/>
                    </a:lnTo>
                  </a:path>
                </a:pathLst>
              </a:custGeom>
              <a:noFill/>
              <a:ln w="9525">
                <a:solidFill>
                  <a:srgbClr val="0079F2"/>
                </a:solidFill>
                <a:round/>
                <a:headEnd/>
                <a:tailEnd/>
              </a:ln>
            </p:spPr>
            <p:txBody>
              <a:bodyPr/>
              <a:lstStyle/>
              <a:p>
                <a:endParaRPr lang="en-GB"/>
              </a:p>
            </p:txBody>
          </p:sp>
          <p:sp>
            <p:nvSpPr>
              <p:cNvPr id="85" name="Freeform 41"/>
              <p:cNvSpPr>
                <a:spLocks/>
              </p:cNvSpPr>
              <p:nvPr/>
            </p:nvSpPr>
            <p:spPr bwMode="auto">
              <a:xfrm flipH="1" flipV="1">
                <a:off x="3770" y="1145"/>
                <a:ext cx="313" cy="756"/>
              </a:xfrm>
              <a:custGeom>
                <a:avLst/>
                <a:gdLst>
                  <a:gd name="T0" fmla="*/ 0 w 717"/>
                  <a:gd name="T1" fmla="*/ 756 h 756"/>
                  <a:gd name="T2" fmla="*/ 4 w 717"/>
                  <a:gd name="T3" fmla="*/ 167 h 756"/>
                  <a:gd name="T4" fmla="*/ 5 w 717"/>
                  <a:gd name="T5" fmla="*/ 384 h 756"/>
                  <a:gd name="T6" fmla="*/ 7 w 717"/>
                  <a:gd name="T7" fmla="*/ 103 h 756"/>
                  <a:gd name="T8" fmla="*/ 10 w 717"/>
                  <a:gd name="T9" fmla="*/ 519 h 756"/>
                  <a:gd name="T10" fmla="*/ 11 w 717"/>
                  <a:gd name="T11" fmla="*/ 487 h 756"/>
                  <a:gd name="T12" fmla="*/ 11 w 717"/>
                  <a:gd name="T13" fmla="*/ 359 h 756"/>
                  <a:gd name="T14" fmla="*/ 14 w 717"/>
                  <a:gd name="T15" fmla="*/ 71 h 756"/>
                  <a:gd name="T16" fmla="*/ 16 w 717"/>
                  <a:gd name="T17" fmla="*/ 244 h 756"/>
                  <a:gd name="T18" fmla="*/ 17 w 717"/>
                  <a:gd name="T19" fmla="*/ 96 h 756"/>
                  <a:gd name="T20" fmla="*/ 18 w 717"/>
                  <a:gd name="T21" fmla="*/ 615 h 756"/>
                  <a:gd name="T22" fmla="*/ 21 w 717"/>
                  <a:gd name="T23" fmla="*/ 397 h 756"/>
                  <a:gd name="T24" fmla="*/ 24 w 717"/>
                  <a:gd name="T25" fmla="*/ 519 h 756"/>
                  <a:gd name="T26" fmla="*/ 25 w 717"/>
                  <a:gd name="T27" fmla="*/ 308 h 756"/>
                  <a:gd name="T28" fmla="*/ 28 w 717"/>
                  <a:gd name="T29" fmla="*/ 442 h 756"/>
                  <a:gd name="T30" fmla="*/ 29 w 717"/>
                  <a:gd name="T31" fmla="*/ 352 h 756"/>
                  <a:gd name="T32" fmla="*/ 30 w 717"/>
                  <a:gd name="T33" fmla="*/ 384 h 756"/>
                  <a:gd name="T34" fmla="*/ 31 w 717"/>
                  <a:gd name="T35" fmla="*/ 135 h 756"/>
                  <a:gd name="T36" fmla="*/ 33 w 717"/>
                  <a:gd name="T37" fmla="*/ 301 h 756"/>
                  <a:gd name="T38" fmla="*/ 32 w 717"/>
                  <a:gd name="T39" fmla="*/ 519 h 756"/>
                  <a:gd name="T40" fmla="*/ 34 w 717"/>
                  <a:gd name="T41" fmla="*/ 679 h 756"/>
                  <a:gd name="T42" fmla="*/ 36 w 717"/>
                  <a:gd name="T43" fmla="*/ 628 h 756"/>
                  <a:gd name="T44" fmla="*/ 37 w 717"/>
                  <a:gd name="T45" fmla="*/ 480 h 756"/>
                  <a:gd name="T46" fmla="*/ 38 w 717"/>
                  <a:gd name="T47" fmla="*/ 391 h 756"/>
                  <a:gd name="T48" fmla="*/ 36 w 717"/>
                  <a:gd name="T49" fmla="*/ 506 h 756"/>
                  <a:gd name="T50" fmla="*/ 38 w 717"/>
                  <a:gd name="T51" fmla="*/ 352 h 756"/>
                  <a:gd name="T52" fmla="*/ 39 w 717"/>
                  <a:gd name="T53" fmla="*/ 455 h 756"/>
                  <a:gd name="T54" fmla="*/ 41 w 717"/>
                  <a:gd name="T55" fmla="*/ 519 h 756"/>
                  <a:gd name="T56" fmla="*/ 43 w 717"/>
                  <a:gd name="T57" fmla="*/ 410 h 756"/>
                  <a:gd name="T58" fmla="*/ 44 w 717"/>
                  <a:gd name="T59" fmla="*/ 186 h 756"/>
                  <a:gd name="T60" fmla="*/ 45 w 717"/>
                  <a:gd name="T61" fmla="*/ 231 h 756"/>
                  <a:gd name="T62" fmla="*/ 48 w 717"/>
                  <a:gd name="T63" fmla="*/ 148 h 756"/>
                  <a:gd name="T64" fmla="*/ 48 w 717"/>
                  <a:gd name="T65" fmla="*/ 301 h 756"/>
                  <a:gd name="T66" fmla="*/ 48 w 717"/>
                  <a:gd name="T67" fmla="*/ 730 h 756"/>
                  <a:gd name="T68" fmla="*/ 54 w 717"/>
                  <a:gd name="T69" fmla="*/ 0 h 756"/>
                  <a:gd name="T70" fmla="*/ 54 w 717"/>
                  <a:gd name="T71" fmla="*/ 250 h 756"/>
                  <a:gd name="T72" fmla="*/ 55 w 717"/>
                  <a:gd name="T73" fmla="*/ 333 h 756"/>
                  <a:gd name="T74" fmla="*/ 57 w 717"/>
                  <a:gd name="T75" fmla="*/ 192 h 756"/>
                  <a:gd name="T76" fmla="*/ 59 w 717"/>
                  <a:gd name="T77" fmla="*/ 340 h 756"/>
                  <a:gd name="T78" fmla="*/ 58 w 717"/>
                  <a:gd name="T79" fmla="*/ 429 h 756"/>
                  <a:gd name="T80" fmla="*/ 60 w 717"/>
                  <a:gd name="T81" fmla="*/ 461 h 756"/>
                  <a:gd name="T82" fmla="*/ 0 60000 65536"/>
                  <a:gd name="T83" fmla="*/ 0 60000 65536"/>
                  <a:gd name="T84" fmla="*/ 0 60000 65536"/>
                  <a:gd name="T85" fmla="*/ 0 60000 65536"/>
                  <a:gd name="T86" fmla="*/ 0 60000 65536"/>
                  <a:gd name="T87" fmla="*/ 0 60000 65536"/>
                  <a:gd name="T88" fmla="*/ 0 60000 65536"/>
                  <a:gd name="T89" fmla="*/ 0 60000 65536"/>
                  <a:gd name="T90" fmla="*/ 0 60000 65536"/>
                  <a:gd name="T91" fmla="*/ 0 60000 65536"/>
                  <a:gd name="T92" fmla="*/ 0 60000 65536"/>
                  <a:gd name="T93" fmla="*/ 0 60000 65536"/>
                  <a:gd name="T94" fmla="*/ 0 60000 65536"/>
                  <a:gd name="T95" fmla="*/ 0 60000 65536"/>
                  <a:gd name="T96" fmla="*/ 0 60000 65536"/>
                  <a:gd name="T97" fmla="*/ 0 60000 65536"/>
                  <a:gd name="T98" fmla="*/ 0 60000 65536"/>
                  <a:gd name="T99" fmla="*/ 0 60000 65536"/>
                  <a:gd name="T100" fmla="*/ 0 60000 65536"/>
                  <a:gd name="T101" fmla="*/ 0 60000 65536"/>
                  <a:gd name="T102" fmla="*/ 0 60000 65536"/>
                  <a:gd name="T103" fmla="*/ 0 60000 65536"/>
                  <a:gd name="T104" fmla="*/ 0 60000 65536"/>
                  <a:gd name="T105" fmla="*/ 0 60000 65536"/>
                  <a:gd name="T106" fmla="*/ 0 60000 65536"/>
                  <a:gd name="T107" fmla="*/ 0 60000 65536"/>
                  <a:gd name="T108" fmla="*/ 0 60000 65536"/>
                  <a:gd name="T109" fmla="*/ 0 60000 65536"/>
                  <a:gd name="T110" fmla="*/ 0 60000 65536"/>
                  <a:gd name="T111" fmla="*/ 0 60000 65536"/>
                  <a:gd name="T112" fmla="*/ 0 60000 65536"/>
                  <a:gd name="T113" fmla="*/ 0 60000 65536"/>
                  <a:gd name="T114" fmla="*/ 0 60000 65536"/>
                  <a:gd name="T115" fmla="*/ 0 60000 65536"/>
                  <a:gd name="T116" fmla="*/ 0 60000 65536"/>
                  <a:gd name="T117" fmla="*/ 0 60000 65536"/>
                  <a:gd name="T118" fmla="*/ 0 60000 65536"/>
                  <a:gd name="T119" fmla="*/ 0 60000 65536"/>
                  <a:gd name="T120" fmla="*/ 0 60000 65536"/>
                  <a:gd name="T121" fmla="*/ 0 60000 65536"/>
                  <a:gd name="T122" fmla="*/ 0 60000 65536"/>
                  <a:gd name="T123" fmla="*/ 0 w 717"/>
                  <a:gd name="T124" fmla="*/ 0 h 756"/>
                  <a:gd name="T125" fmla="*/ 717 w 717"/>
                  <a:gd name="T126" fmla="*/ 756 h 756"/>
                </a:gdLst>
                <a:ahLst/>
                <a:cxnLst>
                  <a:cxn ang="T82">
                    <a:pos x="T0" y="T1"/>
                  </a:cxn>
                  <a:cxn ang="T83">
                    <a:pos x="T2" y="T3"/>
                  </a:cxn>
                  <a:cxn ang="T84">
                    <a:pos x="T4" y="T5"/>
                  </a:cxn>
                  <a:cxn ang="T85">
                    <a:pos x="T6" y="T7"/>
                  </a:cxn>
                  <a:cxn ang="T86">
                    <a:pos x="T8" y="T9"/>
                  </a:cxn>
                  <a:cxn ang="T87">
                    <a:pos x="T10" y="T11"/>
                  </a:cxn>
                  <a:cxn ang="T88">
                    <a:pos x="T12" y="T13"/>
                  </a:cxn>
                  <a:cxn ang="T89">
                    <a:pos x="T14" y="T15"/>
                  </a:cxn>
                  <a:cxn ang="T90">
                    <a:pos x="T16" y="T17"/>
                  </a:cxn>
                  <a:cxn ang="T91">
                    <a:pos x="T18" y="T19"/>
                  </a:cxn>
                  <a:cxn ang="T92">
                    <a:pos x="T20" y="T21"/>
                  </a:cxn>
                  <a:cxn ang="T93">
                    <a:pos x="T22" y="T23"/>
                  </a:cxn>
                  <a:cxn ang="T94">
                    <a:pos x="T24" y="T25"/>
                  </a:cxn>
                  <a:cxn ang="T95">
                    <a:pos x="T26" y="T27"/>
                  </a:cxn>
                  <a:cxn ang="T96">
                    <a:pos x="T28" y="T29"/>
                  </a:cxn>
                  <a:cxn ang="T97">
                    <a:pos x="T30" y="T31"/>
                  </a:cxn>
                  <a:cxn ang="T98">
                    <a:pos x="T32" y="T33"/>
                  </a:cxn>
                  <a:cxn ang="T99">
                    <a:pos x="T34" y="T35"/>
                  </a:cxn>
                  <a:cxn ang="T100">
                    <a:pos x="T36" y="T37"/>
                  </a:cxn>
                  <a:cxn ang="T101">
                    <a:pos x="T38" y="T39"/>
                  </a:cxn>
                  <a:cxn ang="T102">
                    <a:pos x="T40" y="T41"/>
                  </a:cxn>
                  <a:cxn ang="T103">
                    <a:pos x="T42" y="T43"/>
                  </a:cxn>
                  <a:cxn ang="T104">
                    <a:pos x="T44" y="T45"/>
                  </a:cxn>
                  <a:cxn ang="T105">
                    <a:pos x="T46" y="T47"/>
                  </a:cxn>
                  <a:cxn ang="T106">
                    <a:pos x="T48" y="T49"/>
                  </a:cxn>
                  <a:cxn ang="T107">
                    <a:pos x="T50" y="T51"/>
                  </a:cxn>
                  <a:cxn ang="T108">
                    <a:pos x="T52" y="T53"/>
                  </a:cxn>
                  <a:cxn ang="T109">
                    <a:pos x="T54" y="T55"/>
                  </a:cxn>
                  <a:cxn ang="T110">
                    <a:pos x="T56" y="T57"/>
                  </a:cxn>
                  <a:cxn ang="T111">
                    <a:pos x="T58" y="T59"/>
                  </a:cxn>
                  <a:cxn ang="T112">
                    <a:pos x="T60" y="T61"/>
                  </a:cxn>
                  <a:cxn ang="T113">
                    <a:pos x="T62" y="T63"/>
                  </a:cxn>
                  <a:cxn ang="T114">
                    <a:pos x="T64" y="T65"/>
                  </a:cxn>
                  <a:cxn ang="T115">
                    <a:pos x="T66" y="T67"/>
                  </a:cxn>
                  <a:cxn ang="T116">
                    <a:pos x="T68" y="T69"/>
                  </a:cxn>
                  <a:cxn ang="T117">
                    <a:pos x="T70" y="T71"/>
                  </a:cxn>
                  <a:cxn ang="T118">
                    <a:pos x="T72" y="T73"/>
                  </a:cxn>
                  <a:cxn ang="T119">
                    <a:pos x="T74" y="T75"/>
                  </a:cxn>
                  <a:cxn ang="T120">
                    <a:pos x="T76" y="T77"/>
                  </a:cxn>
                  <a:cxn ang="T121">
                    <a:pos x="T78" y="T79"/>
                  </a:cxn>
                  <a:cxn ang="T122">
                    <a:pos x="T80" y="T81"/>
                  </a:cxn>
                </a:cxnLst>
                <a:rect l="T123" t="T124" r="T125" b="T126"/>
                <a:pathLst>
                  <a:path w="717" h="756">
                    <a:moveTo>
                      <a:pt x="0" y="756"/>
                    </a:moveTo>
                    <a:lnTo>
                      <a:pt x="52" y="167"/>
                    </a:lnTo>
                    <a:lnTo>
                      <a:pt x="64" y="384"/>
                    </a:lnTo>
                    <a:lnTo>
                      <a:pt x="90" y="103"/>
                    </a:lnTo>
                    <a:lnTo>
                      <a:pt x="116" y="519"/>
                    </a:lnTo>
                    <a:lnTo>
                      <a:pt x="135" y="487"/>
                    </a:lnTo>
                    <a:lnTo>
                      <a:pt x="135" y="359"/>
                    </a:lnTo>
                    <a:lnTo>
                      <a:pt x="167" y="71"/>
                    </a:lnTo>
                    <a:lnTo>
                      <a:pt x="192" y="244"/>
                    </a:lnTo>
                    <a:lnTo>
                      <a:pt x="205" y="96"/>
                    </a:lnTo>
                    <a:lnTo>
                      <a:pt x="218" y="615"/>
                    </a:lnTo>
                    <a:lnTo>
                      <a:pt x="244" y="397"/>
                    </a:lnTo>
                    <a:lnTo>
                      <a:pt x="282" y="519"/>
                    </a:lnTo>
                    <a:lnTo>
                      <a:pt x="308" y="308"/>
                    </a:lnTo>
                    <a:lnTo>
                      <a:pt x="333" y="442"/>
                    </a:lnTo>
                    <a:lnTo>
                      <a:pt x="346" y="352"/>
                    </a:lnTo>
                    <a:lnTo>
                      <a:pt x="365" y="384"/>
                    </a:lnTo>
                    <a:lnTo>
                      <a:pt x="378" y="135"/>
                    </a:lnTo>
                    <a:lnTo>
                      <a:pt x="391" y="301"/>
                    </a:lnTo>
                    <a:lnTo>
                      <a:pt x="384" y="519"/>
                    </a:lnTo>
                    <a:lnTo>
                      <a:pt x="404" y="679"/>
                    </a:lnTo>
                    <a:lnTo>
                      <a:pt x="429" y="628"/>
                    </a:lnTo>
                    <a:lnTo>
                      <a:pt x="442" y="480"/>
                    </a:lnTo>
                    <a:lnTo>
                      <a:pt x="455" y="391"/>
                    </a:lnTo>
                    <a:lnTo>
                      <a:pt x="436" y="506"/>
                    </a:lnTo>
                    <a:lnTo>
                      <a:pt x="461" y="352"/>
                    </a:lnTo>
                    <a:lnTo>
                      <a:pt x="474" y="455"/>
                    </a:lnTo>
                    <a:lnTo>
                      <a:pt x="493" y="519"/>
                    </a:lnTo>
                    <a:lnTo>
                      <a:pt x="512" y="410"/>
                    </a:lnTo>
                    <a:lnTo>
                      <a:pt x="532" y="186"/>
                    </a:lnTo>
                    <a:lnTo>
                      <a:pt x="544" y="231"/>
                    </a:lnTo>
                    <a:lnTo>
                      <a:pt x="570" y="148"/>
                    </a:lnTo>
                    <a:lnTo>
                      <a:pt x="576" y="301"/>
                    </a:lnTo>
                    <a:lnTo>
                      <a:pt x="576" y="730"/>
                    </a:lnTo>
                    <a:lnTo>
                      <a:pt x="647" y="0"/>
                    </a:lnTo>
                    <a:lnTo>
                      <a:pt x="647" y="250"/>
                    </a:lnTo>
                    <a:lnTo>
                      <a:pt x="660" y="333"/>
                    </a:lnTo>
                    <a:lnTo>
                      <a:pt x="685" y="192"/>
                    </a:lnTo>
                    <a:lnTo>
                      <a:pt x="711" y="340"/>
                    </a:lnTo>
                    <a:lnTo>
                      <a:pt x="698" y="429"/>
                    </a:lnTo>
                    <a:lnTo>
                      <a:pt x="717" y="461"/>
                    </a:lnTo>
                  </a:path>
                </a:pathLst>
              </a:custGeom>
              <a:noFill/>
              <a:ln w="9525">
                <a:solidFill>
                  <a:srgbClr val="0079F2"/>
                </a:solidFill>
                <a:round/>
                <a:headEnd/>
                <a:tailEnd/>
              </a:ln>
            </p:spPr>
            <p:txBody>
              <a:bodyPr/>
              <a:lstStyle/>
              <a:p>
                <a:endParaRPr lang="en-GB"/>
              </a:p>
            </p:txBody>
          </p:sp>
          <p:sp>
            <p:nvSpPr>
              <p:cNvPr id="86" name="Freeform 42"/>
              <p:cNvSpPr>
                <a:spLocks/>
              </p:cNvSpPr>
              <p:nvPr/>
            </p:nvSpPr>
            <p:spPr bwMode="auto">
              <a:xfrm flipH="1">
                <a:off x="4077" y="1119"/>
                <a:ext cx="313" cy="756"/>
              </a:xfrm>
              <a:custGeom>
                <a:avLst/>
                <a:gdLst>
                  <a:gd name="T0" fmla="*/ 0 w 717"/>
                  <a:gd name="T1" fmla="*/ 756 h 756"/>
                  <a:gd name="T2" fmla="*/ 4 w 717"/>
                  <a:gd name="T3" fmla="*/ 167 h 756"/>
                  <a:gd name="T4" fmla="*/ 5 w 717"/>
                  <a:gd name="T5" fmla="*/ 384 h 756"/>
                  <a:gd name="T6" fmla="*/ 7 w 717"/>
                  <a:gd name="T7" fmla="*/ 103 h 756"/>
                  <a:gd name="T8" fmla="*/ 10 w 717"/>
                  <a:gd name="T9" fmla="*/ 519 h 756"/>
                  <a:gd name="T10" fmla="*/ 11 w 717"/>
                  <a:gd name="T11" fmla="*/ 487 h 756"/>
                  <a:gd name="T12" fmla="*/ 11 w 717"/>
                  <a:gd name="T13" fmla="*/ 359 h 756"/>
                  <a:gd name="T14" fmla="*/ 14 w 717"/>
                  <a:gd name="T15" fmla="*/ 71 h 756"/>
                  <a:gd name="T16" fmla="*/ 16 w 717"/>
                  <a:gd name="T17" fmla="*/ 244 h 756"/>
                  <a:gd name="T18" fmla="*/ 17 w 717"/>
                  <a:gd name="T19" fmla="*/ 96 h 756"/>
                  <a:gd name="T20" fmla="*/ 18 w 717"/>
                  <a:gd name="T21" fmla="*/ 615 h 756"/>
                  <a:gd name="T22" fmla="*/ 21 w 717"/>
                  <a:gd name="T23" fmla="*/ 397 h 756"/>
                  <a:gd name="T24" fmla="*/ 24 w 717"/>
                  <a:gd name="T25" fmla="*/ 519 h 756"/>
                  <a:gd name="T26" fmla="*/ 25 w 717"/>
                  <a:gd name="T27" fmla="*/ 308 h 756"/>
                  <a:gd name="T28" fmla="*/ 28 w 717"/>
                  <a:gd name="T29" fmla="*/ 442 h 756"/>
                  <a:gd name="T30" fmla="*/ 29 w 717"/>
                  <a:gd name="T31" fmla="*/ 352 h 756"/>
                  <a:gd name="T32" fmla="*/ 30 w 717"/>
                  <a:gd name="T33" fmla="*/ 384 h 756"/>
                  <a:gd name="T34" fmla="*/ 31 w 717"/>
                  <a:gd name="T35" fmla="*/ 135 h 756"/>
                  <a:gd name="T36" fmla="*/ 33 w 717"/>
                  <a:gd name="T37" fmla="*/ 301 h 756"/>
                  <a:gd name="T38" fmla="*/ 32 w 717"/>
                  <a:gd name="T39" fmla="*/ 519 h 756"/>
                  <a:gd name="T40" fmla="*/ 34 w 717"/>
                  <a:gd name="T41" fmla="*/ 679 h 756"/>
                  <a:gd name="T42" fmla="*/ 36 w 717"/>
                  <a:gd name="T43" fmla="*/ 628 h 756"/>
                  <a:gd name="T44" fmla="*/ 37 w 717"/>
                  <a:gd name="T45" fmla="*/ 480 h 756"/>
                  <a:gd name="T46" fmla="*/ 38 w 717"/>
                  <a:gd name="T47" fmla="*/ 391 h 756"/>
                  <a:gd name="T48" fmla="*/ 36 w 717"/>
                  <a:gd name="T49" fmla="*/ 506 h 756"/>
                  <a:gd name="T50" fmla="*/ 38 w 717"/>
                  <a:gd name="T51" fmla="*/ 352 h 756"/>
                  <a:gd name="T52" fmla="*/ 39 w 717"/>
                  <a:gd name="T53" fmla="*/ 455 h 756"/>
                  <a:gd name="T54" fmla="*/ 41 w 717"/>
                  <a:gd name="T55" fmla="*/ 519 h 756"/>
                  <a:gd name="T56" fmla="*/ 43 w 717"/>
                  <a:gd name="T57" fmla="*/ 410 h 756"/>
                  <a:gd name="T58" fmla="*/ 44 w 717"/>
                  <a:gd name="T59" fmla="*/ 186 h 756"/>
                  <a:gd name="T60" fmla="*/ 45 w 717"/>
                  <a:gd name="T61" fmla="*/ 231 h 756"/>
                  <a:gd name="T62" fmla="*/ 48 w 717"/>
                  <a:gd name="T63" fmla="*/ 148 h 756"/>
                  <a:gd name="T64" fmla="*/ 48 w 717"/>
                  <a:gd name="T65" fmla="*/ 301 h 756"/>
                  <a:gd name="T66" fmla="*/ 48 w 717"/>
                  <a:gd name="T67" fmla="*/ 730 h 756"/>
                  <a:gd name="T68" fmla="*/ 54 w 717"/>
                  <a:gd name="T69" fmla="*/ 0 h 756"/>
                  <a:gd name="T70" fmla="*/ 54 w 717"/>
                  <a:gd name="T71" fmla="*/ 250 h 756"/>
                  <a:gd name="T72" fmla="*/ 55 w 717"/>
                  <a:gd name="T73" fmla="*/ 333 h 756"/>
                  <a:gd name="T74" fmla="*/ 57 w 717"/>
                  <a:gd name="T75" fmla="*/ 192 h 756"/>
                  <a:gd name="T76" fmla="*/ 59 w 717"/>
                  <a:gd name="T77" fmla="*/ 340 h 756"/>
                  <a:gd name="T78" fmla="*/ 58 w 717"/>
                  <a:gd name="T79" fmla="*/ 429 h 756"/>
                  <a:gd name="T80" fmla="*/ 60 w 717"/>
                  <a:gd name="T81" fmla="*/ 461 h 756"/>
                  <a:gd name="T82" fmla="*/ 0 60000 65536"/>
                  <a:gd name="T83" fmla="*/ 0 60000 65536"/>
                  <a:gd name="T84" fmla="*/ 0 60000 65536"/>
                  <a:gd name="T85" fmla="*/ 0 60000 65536"/>
                  <a:gd name="T86" fmla="*/ 0 60000 65536"/>
                  <a:gd name="T87" fmla="*/ 0 60000 65536"/>
                  <a:gd name="T88" fmla="*/ 0 60000 65536"/>
                  <a:gd name="T89" fmla="*/ 0 60000 65536"/>
                  <a:gd name="T90" fmla="*/ 0 60000 65536"/>
                  <a:gd name="T91" fmla="*/ 0 60000 65536"/>
                  <a:gd name="T92" fmla="*/ 0 60000 65536"/>
                  <a:gd name="T93" fmla="*/ 0 60000 65536"/>
                  <a:gd name="T94" fmla="*/ 0 60000 65536"/>
                  <a:gd name="T95" fmla="*/ 0 60000 65536"/>
                  <a:gd name="T96" fmla="*/ 0 60000 65536"/>
                  <a:gd name="T97" fmla="*/ 0 60000 65536"/>
                  <a:gd name="T98" fmla="*/ 0 60000 65536"/>
                  <a:gd name="T99" fmla="*/ 0 60000 65536"/>
                  <a:gd name="T100" fmla="*/ 0 60000 65536"/>
                  <a:gd name="T101" fmla="*/ 0 60000 65536"/>
                  <a:gd name="T102" fmla="*/ 0 60000 65536"/>
                  <a:gd name="T103" fmla="*/ 0 60000 65536"/>
                  <a:gd name="T104" fmla="*/ 0 60000 65536"/>
                  <a:gd name="T105" fmla="*/ 0 60000 65536"/>
                  <a:gd name="T106" fmla="*/ 0 60000 65536"/>
                  <a:gd name="T107" fmla="*/ 0 60000 65536"/>
                  <a:gd name="T108" fmla="*/ 0 60000 65536"/>
                  <a:gd name="T109" fmla="*/ 0 60000 65536"/>
                  <a:gd name="T110" fmla="*/ 0 60000 65536"/>
                  <a:gd name="T111" fmla="*/ 0 60000 65536"/>
                  <a:gd name="T112" fmla="*/ 0 60000 65536"/>
                  <a:gd name="T113" fmla="*/ 0 60000 65536"/>
                  <a:gd name="T114" fmla="*/ 0 60000 65536"/>
                  <a:gd name="T115" fmla="*/ 0 60000 65536"/>
                  <a:gd name="T116" fmla="*/ 0 60000 65536"/>
                  <a:gd name="T117" fmla="*/ 0 60000 65536"/>
                  <a:gd name="T118" fmla="*/ 0 60000 65536"/>
                  <a:gd name="T119" fmla="*/ 0 60000 65536"/>
                  <a:gd name="T120" fmla="*/ 0 60000 65536"/>
                  <a:gd name="T121" fmla="*/ 0 60000 65536"/>
                  <a:gd name="T122" fmla="*/ 0 60000 65536"/>
                  <a:gd name="T123" fmla="*/ 0 w 717"/>
                  <a:gd name="T124" fmla="*/ 0 h 756"/>
                  <a:gd name="T125" fmla="*/ 717 w 717"/>
                  <a:gd name="T126" fmla="*/ 756 h 756"/>
                </a:gdLst>
                <a:ahLst/>
                <a:cxnLst>
                  <a:cxn ang="T82">
                    <a:pos x="T0" y="T1"/>
                  </a:cxn>
                  <a:cxn ang="T83">
                    <a:pos x="T2" y="T3"/>
                  </a:cxn>
                  <a:cxn ang="T84">
                    <a:pos x="T4" y="T5"/>
                  </a:cxn>
                  <a:cxn ang="T85">
                    <a:pos x="T6" y="T7"/>
                  </a:cxn>
                  <a:cxn ang="T86">
                    <a:pos x="T8" y="T9"/>
                  </a:cxn>
                  <a:cxn ang="T87">
                    <a:pos x="T10" y="T11"/>
                  </a:cxn>
                  <a:cxn ang="T88">
                    <a:pos x="T12" y="T13"/>
                  </a:cxn>
                  <a:cxn ang="T89">
                    <a:pos x="T14" y="T15"/>
                  </a:cxn>
                  <a:cxn ang="T90">
                    <a:pos x="T16" y="T17"/>
                  </a:cxn>
                  <a:cxn ang="T91">
                    <a:pos x="T18" y="T19"/>
                  </a:cxn>
                  <a:cxn ang="T92">
                    <a:pos x="T20" y="T21"/>
                  </a:cxn>
                  <a:cxn ang="T93">
                    <a:pos x="T22" y="T23"/>
                  </a:cxn>
                  <a:cxn ang="T94">
                    <a:pos x="T24" y="T25"/>
                  </a:cxn>
                  <a:cxn ang="T95">
                    <a:pos x="T26" y="T27"/>
                  </a:cxn>
                  <a:cxn ang="T96">
                    <a:pos x="T28" y="T29"/>
                  </a:cxn>
                  <a:cxn ang="T97">
                    <a:pos x="T30" y="T31"/>
                  </a:cxn>
                  <a:cxn ang="T98">
                    <a:pos x="T32" y="T33"/>
                  </a:cxn>
                  <a:cxn ang="T99">
                    <a:pos x="T34" y="T35"/>
                  </a:cxn>
                  <a:cxn ang="T100">
                    <a:pos x="T36" y="T37"/>
                  </a:cxn>
                  <a:cxn ang="T101">
                    <a:pos x="T38" y="T39"/>
                  </a:cxn>
                  <a:cxn ang="T102">
                    <a:pos x="T40" y="T41"/>
                  </a:cxn>
                  <a:cxn ang="T103">
                    <a:pos x="T42" y="T43"/>
                  </a:cxn>
                  <a:cxn ang="T104">
                    <a:pos x="T44" y="T45"/>
                  </a:cxn>
                  <a:cxn ang="T105">
                    <a:pos x="T46" y="T47"/>
                  </a:cxn>
                  <a:cxn ang="T106">
                    <a:pos x="T48" y="T49"/>
                  </a:cxn>
                  <a:cxn ang="T107">
                    <a:pos x="T50" y="T51"/>
                  </a:cxn>
                  <a:cxn ang="T108">
                    <a:pos x="T52" y="T53"/>
                  </a:cxn>
                  <a:cxn ang="T109">
                    <a:pos x="T54" y="T55"/>
                  </a:cxn>
                  <a:cxn ang="T110">
                    <a:pos x="T56" y="T57"/>
                  </a:cxn>
                  <a:cxn ang="T111">
                    <a:pos x="T58" y="T59"/>
                  </a:cxn>
                  <a:cxn ang="T112">
                    <a:pos x="T60" y="T61"/>
                  </a:cxn>
                  <a:cxn ang="T113">
                    <a:pos x="T62" y="T63"/>
                  </a:cxn>
                  <a:cxn ang="T114">
                    <a:pos x="T64" y="T65"/>
                  </a:cxn>
                  <a:cxn ang="T115">
                    <a:pos x="T66" y="T67"/>
                  </a:cxn>
                  <a:cxn ang="T116">
                    <a:pos x="T68" y="T69"/>
                  </a:cxn>
                  <a:cxn ang="T117">
                    <a:pos x="T70" y="T71"/>
                  </a:cxn>
                  <a:cxn ang="T118">
                    <a:pos x="T72" y="T73"/>
                  </a:cxn>
                  <a:cxn ang="T119">
                    <a:pos x="T74" y="T75"/>
                  </a:cxn>
                  <a:cxn ang="T120">
                    <a:pos x="T76" y="T77"/>
                  </a:cxn>
                  <a:cxn ang="T121">
                    <a:pos x="T78" y="T79"/>
                  </a:cxn>
                  <a:cxn ang="T122">
                    <a:pos x="T80" y="T81"/>
                  </a:cxn>
                </a:cxnLst>
                <a:rect l="T123" t="T124" r="T125" b="T126"/>
                <a:pathLst>
                  <a:path w="717" h="756">
                    <a:moveTo>
                      <a:pt x="0" y="756"/>
                    </a:moveTo>
                    <a:lnTo>
                      <a:pt x="52" y="167"/>
                    </a:lnTo>
                    <a:lnTo>
                      <a:pt x="64" y="384"/>
                    </a:lnTo>
                    <a:lnTo>
                      <a:pt x="90" y="103"/>
                    </a:lnTo>
                    <a:lnTo>
                      <a:pt x="116" y="519"/>
                    </a:lnTo>
                    <a:lnTo>
                      <a:pt x="135" y="487"/>
                    </a:lnTo>
                    <a:lnTo>
                      <a:pt x="135" y="359"/>
                    </a:lnTo>
                    <a:lnTo>
                      <a:pt x="167" y="71"/>
                    </a:lnTo>
                    <a:lnTo>
                      <a:pt x="192" y="244"/>
                    </a:lnTo>
                    <a:lnTo>
                      <a:pt x="205" y="96"/>
                    </a:lnTo>
                    <a:lnTo>
                      <a:pt x="218" y="615"/>
                    </a:lnTo>
                    <a:lnTo>
                      <a:pt x="244" y="397"/>
                    </a:lnTo>
                    <a:lnTo>
                      <a:pt x="282" y="519"/>
                    </a:lnTo>
                    <a:lnTo>
                      <a:pt x="308" y="308"/>
                    </a:lnTo>
                    <a:lnTo>
                      <a:pt x="333" y="442"/>
                    </a:lnTo>
                    <a:lnTo>
                      <a:pt x="346" y="352"/>
                    </a:lnTo>
                    <a:lnTo>
                      <a:pt x="365" y="384"/>
                    </a:lnTo>
                    <a:lnTo>
                      <a:pt x="378" y="135"/>
                    </a:lnTo>
                    <a:lnTo>
                      <a:pt x="391" y="301"/>
                    </a:lnTo>
                    <a:lnTo>
                      <a:pt x="384" y="519"/>
                    </a:lnTo>
                    <a:lnTo>
                      <a:pt x="404" y="679"/>
                    </a:lnTo>
                    <a:lnTo>
                      <a:pt x="429" y="628"/>
                    </a:lnTo>
                    <a:lnTo>
                      <a:pt x="442" y="480"/>
                    </a:lnTo>
                    <a:lnTo>
                      <a:pt x="455" y="391"/>
                    </a:lnTo>
                    <a:lnTo>
                      <a:pt x="436" y="506"/>
                    </a:lnTo>
                    <a:lnTo>
                      <a:pt x="461" y="352"/>
                    </a:lnTo>
                    <a:lnTo>
                      <a:pt x="474" y="455"/>
                    </a:lnTo>
                    <a:lnTo>
                      <a:pt x="493" y="519"/>
                    </a:lnTo>
                    <a:lnTo>
                      <a:pt x="512" y="410"/>
                    </a:lnTo>
                    <a:lnTo>
                      <a:pt x="532" y="186"/>
                    </a:lnTo>
                    <a:lnTo>
                      <a:pt x="544" y="231"/>
                    </a:lnTo>
                    <a:lnTo>
                      <a:pt x="570" y="148"/>
                    </a:lnTo>
                    <a:lnTo>
                      <a:pt x="576" y="301"/>
                    </a:lnTo>
                    <a:lnTo>
                      <a:pt x="576" y="730"/>
                    </a:lnTo>
                    <a:lnTo>
                      <a:pt x="647" y="0"/>
                    </a:lnTo>
                    <a:lnTo>
                      <a:pt x="647" y="250"/>
                    </a:lnTo>
                    <a:lnTo>
                      <a:pt x="660" y="333"/>
                    </a:lnTo>
                    <a:lnTo>
                      <a:pt x="685" y="192"/>
                    </a:lnTo>
                    <a:lnTo>
                      <a:pt x="711" y="340"/>
                    </a:lnTo>
                    <a:lnTo>
                      <a:pt x="698" y="429"/>
                    </a:lnTo>
                    <a:lnTo>
                      <a:pt x="717" y="461"/>
                    </a:lnTo>
                  </a:path>
                </a:pathLst>
              </a:custGeom>
              <a:noFill/>
              <a:ln w="9525">
                <a:solidFill>
                  <a:srgbClr val="0079F2"/>
                </a:solidFill>
                <a:round/>
                <a:headEnd/>
                <a:tailEnd/>
              </a:ln>
            </p:spPr>
            <p:txBody>
              <a:bodyPr/>
              <a:lstStyle/>
              <a:p>
                <a:endParaRPr lang="en-GB"/>
              </a:p>
            </p:txBody>
          </p:sp>
          <p:sp>
            <p:nvSpPr>
              <p:cNvPr id="87" name="Freeform 43"/>
              <p:cNvSpPr>
                <a:spLocks/>
              </p:cNvSpPr>
              <p:nvPr/>
            </p:nvSpPr>
            <p:spPr bwMode="auto">
              <a:xfrm flipV="1">
                <a:off x="4385" y="1138"/>
                <a:ext cx="313" cy="756"/>
              </a:xfrm>
              <a:custGeom>
                <a:avLst/>
                <a:gdLst>
                  <a:gd name="T0" fmla="*/ 0 w 717"/>
                  <a:gd name="T1" fmla="*/ 756 h 756"/>
                  <a:gd name="T2" fmla="*/ 4 w 717"/>
                  <a:gd name="T3" fmla="*/ 167 h 756"/>
                  <a:gd name="T4" fmla="*/ 5 w 717"/>
                  <a:gd name="T5" fmla="*/ 384 h 756"/>
                  <a:gd name="T6" fmla="*/ 7 w 717"/>
                  <a:gd name="T7" fmla="*/ 103 h 756"/>
                  <a:gd name="T8" fmla="*/ 10 w 717"/>
                  <a:gd name="T9" fmla="*/ 519 h 756"/>
                  <a:gd name="T10" fmla="*/ 11 w 717"/>
                  <a:gd name="T11" fmla="*/ 487 h 756"/>
                  <a:gd name="T12" fmla="*/ 11 w 717"/>
                  <a:gd name="T13" fmla="*/ 359 h 756"/>
                  <a:gd name="T14" fmla="*/ 14 w 717"/>
                  <a:gd name="T15" fmla="*/ 71 h 756"/>
                  <a:gd name="T16" fmla="*/ 16 w 717"/>
                  <a:gd name="T17" fmla="*/ 244 h 756"/>
                  <a:gd name="T18" fmla="*/ 17 w 717"/>
                  <a:gd name="T19" fmla="*/ 96 h 756"/>
                  <a:gd name="T20" fmla="*/ 18 w 717"/>
                  <a:gd name="T21" fmla="*/ 615 h 756"/>
                  <a:gd name="T22" fmla="*/ 21 w 717"/>
                  <a:gd name="T23" fmla="*/ 397 h 756"/>
                  <a:gd name="T24" fmla="*/ 24 w 717"/>
                  <a:gd name="T25" fmla="*/ 519 h 756"/>
                  <a:gd name="T26" fmla="*/ 25 w 717"/>
                  <a:gd name="T27" fmla="*/ 308 h 756"/>
                  <a:gd name="T28" fmla="*/ 28 w 717"/>
                  <a:gd name="T29" fmla="*/ 442 h 756"/>
                  <a:gd name="T30" fmla="*/ 29 w 717"/>
                  <a:gd name="T31" fmla="*/ 352 h 756"/>
                  <a:gd name="T32" fmla="*/ 30 w 717"/>
                  <a:gd name="T33" fmla="*/ 384 h 756"/>
                  <a:gd name="T34" fmla="*/ 31 w 717"/>
                  <a:gd name="T35" fmla="*/ 135 h 756"/>
                  <a:gd name="T36" fmla="*/ 33 w 717"/>
                  <a:gd name="T37" fmla="*/ 301 h 756"/>
                  <a:gd name="T38" fmla="*/ 32 w 717"/>
                  <a:gd name="T39" fmla="*/ 519 h 756"/>
                  <a:gd name="T40" fmla="*/ 34 w 717"/>
                  <a:gd name="T41" fmla="*/ 679 h 756"/>
                  <a:gd name="T42" fmla="*/ 36 w 717"/>
                  <a:gd name="T43" fmla="*/ 628 h 756"/>
                  <a:gd name="T44" fmla="*/ 37 w 717"/>
                  <a:gd name="T45" fmla="*/ 480 h 756"/>
                  <a:gd name="T46" fmla="*/ 38 w 717"/>
                  <a:gd name="T47" fmla="*/ 391 h 756"/>
                  <a:gd name="T48" fmla="*/ 36 w 717"/>
                  <a:gd name="T49" fmla="*/ 506 h 756"/>
                  <a:gd name="T50" fmla="*/ 38 w 717"/>
                  <a:gd name="T51" fmla="*/ 352 h 756"/>
                  <a:gd name="T52" fmla="*/ 39 w 717"/>
                  <a:gd name="T53" fmla="*/ 455 h 756"/>
                  <a:gd name="T54" fmla="*/ 41 w 717"/>
                  <a:gd name="T55" fmla="*/ 519 h 756"/>
                  <a:gd name="T56" fmla="*/ 43 w 717"/>
                  <a:gd name="T57" fmla="*/ 410 h 756"/>
                  <a:gd name="T58" fmla="*/ 44 w 717"/>
                  <a:gd name="T59" fmla="*/ 186 h 756"/>
                  <a:gd name="T60" fmla="*/ 45 w 717"/>
                  <a:gd name="T61" fmla="*/ 231 h 756"/>
                  <a:gd name="T62" fmla="*/ 48 w 717"/>
                  <a:gd name="T63" fmla="*/ 148 h 756"/>
                  <a:gd name="T64" fmla="*/ 48 w 717"/>
                  <a:gd name="T65" fmla="*/ 301 h 756"/>
                  <a:gd name="T66" fmla="*/ 48 w 717"/>
                  <a:gd name="T67" fmla="*/ 730 h 756"/>
                  <a:gd name="T68" fmla="*/ 54 w 717"/>
                  <a:gd name="T69" fmla="*/ 0 h 756"/>
                  <a:gd name="T70" fmla="*/ 54 w 717"/>
                  <a:gd name="T71" fmla="*/ 250 h 756"/>
                  <a:gd name="T72" fmla="*/ 55 w 717"/>
                  <a:gd name="T73" fmla="*/ 333 h 756"/>
                  <a:gd name="T74" fmla="*/ 57 w 717"/>
                  <a:gd name="T75" fmla="*/ 192 h 756"/>
                  <a:gd name="T76" fmla="*/ 59 w 717"/>
                  <a:gd name="T77" fmla="*/ 340 h 756"/>
                  <a:gd name="T78" fmla="*/ 58 w 717"/>
                  <a:gd name="T79" fmla="*/ 429 h 756"/>
                  <a:gd name="T80" fmla="*/ 60 w 717"/>
                  <a:gd name="T81" fmla="*/ 461 h 756"/>
                  <a:gd name="T82" fmla="*/ 0 60000 65536"/>
                  <a:gd name="T83" fmla="*/ 0 60000 65536"/>
                  <a:gd name="T84" fmla="*/ 0 60000 65536"/>
                  <a:gd name="T85" fmla="*/ 0 60000 65536"/>
                  <a:gd name="T86" fmla="*/ 0 60000 65536"/>
                  <a:gd name="T87" fmla="*/ 0 60000 65536"/>
                  <a:gd name="T88" fmla="*/ 0 60000 65536"/>
                  <a:gd name="T89" fmla="*/ 0 60000 65536"/>
                  <a:gd name="T90" fmla="*/ 0 60000 65536"/>
                  <a:gd name="T91" fmla="*/ 0 60000 65536"/>
                  <a:gd name="T92" fmla="*/ 0 60000 65536"/>
                  <a:gd name="T93" fmla="*/ 0 60000 65536"/>
                  <a:gd name="T94" fmla="*/ 0 60000 65536"/>
                  <a:gd name="T95" fmla="*/ 0 60000 65536"/>
                  <a:gd name="T96" fmla="*/ 0 60000 65536"/>
                  <a:gd name="T97" fmla="*/ 0 60000 65536"/>
                  <a:gd name="T98" fmla="*/ 0 60000 65536"/>
                  <a:gd name="T99" fmla="*/ 0 60000 65536"/>
                  <a:gd name="T100" fmla="*/ 0 60000 65536"/>
                  <a:gd name="T101" fmla="*/ 0 60000 65536"/>
                  <a:gd name="T102" fmla="*/ 0 60000 65536"/>
                  <a:gd name="T103" fmla="*/ 0 60000 65536"/>
                  <a:gd name="T104" fmla="*/ 0 60000 65536"/>
                  <a:gd name="T105" fmla="*/ 0 60000 65536"/>
                  <a:gd name="T106" fmla="*/ 0 60000 65536"/>
                  <a:gd name="T107" fmla="*/ 0 60000 65536"/>
                  <a:gd name="T108" fmla="*/ 0 60000 65536"/>
                  <a:gd name="T109" fmla="*/ 0 60000 65536"/>
                  <a:gd name="T110" fmla="*/ 0 60000 65536"/>
                  <a:gd name="T111" fmla="*/ 0 60000 65536"/>
                  <a:gd name="T112" fmla="*/ 0 60000 65536"/>
                  <a:gd name="T113" fmla="*/ 0 60000 65536"/>
                  <a:gd name="T114" fmla="*/ 0 60000 65536"/>
                  <a:gd name="T115" fmla="*/ 0 60000 65536"/>
                  <a:gd name="T116" fmla="*/ 0 60000 65536"/>
                  <a:gd name="T117" fmla="*/ 0 60000 65536"/>
                  <a:gd name="T118" fmla="*/ 0 60000 65536"/>
                  <a:gd name="T119" fmla="*/ 0 60000 65536"/>
                  <a:gd name="T120" fmla="*/ 0 60000 65536"/>
                  <a:gd name="T121" fmla="*/ 0 60000 65536"/>
                  <a:gd name="T122" fmla="*/ 0 60000 65536"/>
                  <a:gd name="T123" fmla="*/ 0 w 717"/>
                  <a:gd name="T124" fmla="*/ 0 h 756"/>
                  <a:gd name="T125" fmla="*/ 717 w 717"/>
                  <a:gd name="T126" fmla="*/ 756 h 756"/>
                </a:gdLst>
                <a:ahLst/>
                <a:cxnLst>
                  <a:cxn ang="T82">
                    <a:pos x="T0" y="T1"/>
                  </a:cxn>
                  <a:cxn ang="T83">
                    <a:pos x="T2" y="T3"/>
                  </a:cxn>
                  <a:cxn ang="T84">
                    <a:pos x="T4" y="T5"/>
                  </a:cxn>
                  <a:cxn ang="T85">
                    <a:pos x="T6" y="T7"/>
                  </a:cxn>
                  <a:cxn ang="T86">
                    <a:pos x="T8" y="T9"/>
                  </a:cxn>
                  <a:cxn ang="T87">
                    <a:pos x="T10" y="T11"/>
                  </a:cxn>
                  <a:cxn ang="T88">
                    <a:pos x="T12" y="T13"/>
                  </a:cxn>
                  <a:cxn ang="T89">
                    <a:pos x="T14" y="T15"/>
                  </a:cxn>
                  <a:cxn ang="T90">
                    <a:pos x="T16" y="T17"/>
                  </a:cxn>
                  <a:cxn ang="T91">
                    <a:pos x="T18" y="T19"/>
                  </a:cxn>
                  <a:cxn ang="T92">
                    <a:pos x="T20" y="T21"/>
                  </a:cxn>
                  <a:cxn ang="T93">
                    <a:pos x="T22" y="T23"/>
                  </a:cxn>
                  <a:cxn ang="T94">
                    <a:pos x="T24" y="T25"/>
                  </a:cxn>
                  <a:cxn ang="T95">
                    <a:pos x="T26" y="T27"/>
                  </a:cxn>
                  <a:cxn ang="T96">
                    <a:pos x="T28" y="T29"/>
                  </a:cxn>
                  <a:cxn ang="T97">
                    <a:pos x="T30" y="T31"/>
                  </a:cxn>
                  <a:cxn ang="T98">
                    <a:pos x="T32" y="T33"/>
                  </a:cxn>
                  <a:cxn ang="T99">
                    <a:pos x="T34" y="T35"/>
                  </a:cxn>
                  <a:cxn ang="T100">
                    <a:pos x="T36" y="T37"/>
                  </a:cxn>
                  <a:cxn ang="T101">
                    <a:pos x="T38" y="T39"/>
                  </a:cxn>
                  <a:cxn ang="T102">
                    <a:pos x="T40" y="T41"/>
                  </a:cxn>
                  <a:cxn ang="T103">
                    <a:pos x="T42" y="T43"/>
                  </a:cxn>
                  <a:cxn ang="T104">
                    <a:pos x="T44" y="T45"/>
                  </a:cxn>
                  <a:cxn ang="T105">
                    <a:pos x="T46" y="T47"/>
                  </a:cxn>
                  <a:cxn ang="T106">
                    <a:pos x="T48" y="T49"/>
                  </a:cxn>
                  <a:cxn ang="T107">
                    <a:pos x="T50" y="T51"/>
                  </a:cxn>
                  <a:cxn ang="T108">
                    <a:pos x="T52" y="T53"/>
                  </a:cxn>
                  <a:cxn ang="T109">
                    <a:pos x="T54" y="T55"/>
                  </a:cxn>
                  <a:cxn ang="T110">
                    <a:pos x="T56" y="T57"/>
                  </a:cxn>
                  <a:cxn ang="T111">
                    <a:pos x="T58" y="T59"/>
                  </a:cxn>
                  <a:cxn ang="T112">
                    <a:pos x="T60" y="T61"/>
                  </a:cxn>
                  <a:cxn ang="T113">
                    <a:pos x="T62" y="T63"/>
                  </a:cxn>
                  <a:cxn ang="T114">
                    <a:pos x="T64" y="T65"/>
                  </a:cxn>
                  <a:cxn ang="T115">
                    <a:pos x="T66" y="T67"/>
                  </a:cxn>
                  <a:cxn ang="T116">
                    <a:pos x="T68" y="T69"/>
                  </a:cxn>
                  <a:cxn ang="T117">
                    <a:pos x="T70" y="T71"/>
                  </a:cxn>
                  <a:cxn ang="T118">
                    <a:pos x="T72" y="T73"/>
                  </a:cxn>
                  <a:cxn ang="T119">
                    <a:pos x="T74" y="T75"/>
                  </a:cxn>
                  <a:cxn ang="T120">
                    <a:pos x="T76" y="T77"/>
                  </a:cxn>
                  <a:cxn ang="T121">
                    <a:pos x="T78" y="T79"/>
                  </a:cxn>
                  <a:cxn ang="T122">
                    <a:pos x="T80" y="T81"/>
                  </a:cxn>
                </a:cxnLst>
                <a:rect l="T123" t="T124" r="T125" b="T126"/>
                <a:pathLst>
                  <a:path w="717" h="756">
                    <a:moveTo>
                      <a:pt x="0" y="756"/>
                    </a:moveTo>
                    <a:lnTo>
                      <a:pt x="52" y="167"/>
                    </a:lnTo>
                    <a:lnTo>
                      <a:pt x="64" y="384"/>
                    </a:lnTo>
                    <a:lnTo>
                      <a:pt x="90" y="103"/>
                    </a:lnTo>
                    <a:lnTo>
                      <a:pt x="116" y="519"/>
                    </a:lnTo>
                    <a:lnTo>
                      <a:pt x="135" y="487"/>
                    </a:lnTo>
                    <a:lnTo>
                      <a:pt x="135" y="359"/>
                    </a:lnTo>
                    <a:lnTo>
                      <a:pt x="167" y="71"/>
                    </a:lnTo>
                    <a:lnTo>
                      <a:pt x="192" y="244"/>
                    </a:lnTo>
                    <a:lnTo>
                      <a:pt x="205" y="96"/>
                    </a:lnTo>
                    <a:lnTo>
                      <a:pt x="218" y="615"/>
                    </a:lnTo>
                    <a:lnTo>
                      <a:pt x="244" y="397"/>
                    </a:lnTo>
                    <a:lnTo>
                      <a:pt x="282" y="519"/>
                    </a:lnTo>
                    <a:lnTo>
                      <a:pt x="308" y="308"/>
                    </a:lnTo>
                    <a:lnTo>
                      <a:pt x="333" y="442"/>
                    </a:lnTo>
                    <a:lnTo>
                      <a:pt x="346" y="352"/>
                    </a:lnTo>
                    <a:lnTo>
                      <a:pt x="365" y="384"/>
                    </a:lnTo>
                    <a:lnTo>
                      <a:pt x="378" y="135"/>
                    </a:lnTo>
                    <a:lnTo>
                      <a:pt x="391" y="301"/>
                    </a:lnTo>
                    <a:lnTo>
                      <a:pt x="384" y="519"/>
                    </a:lnTo>
                    <a:lnTo>
                      <a:pt x="404" y="679"/>
                    </a:lnTo>
                    <a:lnTo>
                      <a:pt x="429" y="628"/>
                    </a:lnTo>
                    <a:lnTo>
                      <a:pt x="442" y="480"/>
                    </a:lnTo>
                    <a:lnTo>
                      <a:pt x="455" y="391"/>
                    </a:lnTo>
                    <a:lnTo>
                      <a:pt x="436" y="506"/>
                    </a:lnTo>
                    <a:lnTo>
                      <a:pt x="461" y="352"/>
                    </a:lnTo>
                    <a:lnTo>
                      <a:pt x="474" y="455"/>
                    </a:lnTo>
                    <a:lnTo>
                      <a:pt x="493" y="519"/>
                    </a:lnTo>
                    <a:lnTo>
                      <a:pt x="512" y="410"/>
                    </a:lnTo>
                    <a:lnTo>
                      <a:pt x="532" y="186"/>
                    </a:lnTo>
                    <a:lnTo>
                      <a:pt x="544" y="231"/>
                    </a:lnTo>
                    <a:lnTo>
                      <a:pt x="570" y="148"/>
                    </a:lnTo>
                    <a:lnTo>
                      <a:pt x="576" y="301"/>
                    </a:lnTo>
                    <a:lnTo>
                      <a:pt x="576" y="730"/>
                    </a:lnTo>
                    <a:lnTo>
                      <a:pt x="647" y="0"/>
                    </a:lnTo>
                    <a:lnTo>
                      <a:pt x="647" y="250"/>
                    </a:lnTo>
                    <a:lnTo>
                      <a:pt x="660" y="333"/>
                    </a:lnTo>
                    <a:lnTo>
                      <a:pt x="685" y="192"/>
                    </a:lnTo>
                    <a:lnTo>
                      <a:pt x="711" y="340"/>
                    </a:lnTo>
                    <a:lnTo>
                      <a:pt x="698" y="429"/>
                    </a:lnTo>
                    <a:lnTo>
                      <a:pt x="717" y="461"/>
                    </a:lnTo>
                  </a:path>
                </a:pathLst>
              </a:custGeom>
              <a:noFill/>
              <a:ln w="9525">
                <a:solidFill>
                  <a:srgbClr val="0079F2"/>
                </a:solidFill>
                <a:round/>
                <a:headEnd/>
                <a:tailEnd/>
              </a:ln>
            </p:spPr>
            <p:txBody>
              <a:bodyPr/>
              <a:lstStyle/>
              <a:p>
                <a:endParaRPr lang="en-GB"/>
              </a:p>
            </p:txBody>
          </p:sp>
          <p:sp>
            <p:nvSpPr>
              <p:cNvPr id="88" name="Freeform 44"/>
              <p:cNvSpPr>
                <a:spLocks/>
              </p:cNvSpPr>
              <p:nvPr/>
            </p:nvSpPr>
            <p:spPr bwMode="auto">
              <a:xfrm flipH="1">
                <a:off x="4698" y="1100"/>
                <a:ext cx="313" cy="756"/>
              </a:xfrm>
              <a:custGeom>
                <a:avLst/>
                <a:gdLst>
                  <a:gd name="T0" fmla="*/ 0 w 717"/>
                  <a:gd name="T1" fmla="*/ 756 h 756"/>
                  <a:gd name="T2" fmla="*/ 4 w 717"/>
                  <a:gd name="T3" fmla="*/ 167 h 756"/>
                  <a:gd name="T4" fmla="*/ 5 w 717"/>
                  <a:gd name="T5" fmla="*/ 384 h 756"/>
                  <a:gd name="T6" fmla="*/ 7 w 717"/>
                  <a:gd name="T7" fmla="*/ 103 h 756"/>
                  <a:gd name="T8" fmla="*/ 10 w 717"/>
                  <a:gd name="T9" fmla="*/ 519 h 756"/>
                  <a:gd name="T10" fmla="*/ 11 w 717"/>
                  <a:gd name="T11" fmla="*/ 487 h 756"/>
                  <a:gd name="T12" fmla="*/ 11 w 717"/>
                  <a:gd name="T13" fmla="*/ 359 h 756"/>
                  <a:gd name="T14" fmla="*/ 14 w 717"/>
                  <a:gd name="T15" fmla="*/ 71 h 756"/>
                  <a:gd name="T16" fmla="*/ 16 w 717"/>
                  <a:gd name="T17" fmla="*/ 244 h 756"/>
                  <a:gd name="T18" fmla="*/ 17 w 717"/>
                  <a:gd name="T19" fmla="*/ 96 h 756"/>
                  <a:gd name="T20" fmla="*/ 18 w 717"/>
                  <a:gd name="T21" fmla="*/ 615 h 756"/>
                  <a:gd name="T22" fmla="*/ 21 w 717"/>
                  <a:gd name="T23" fmla="*/ 397 h 756"/>
                  <a:gd name="T24" fmla="*/ 24 w 717"/>
                  <a:gd name="T25" fmla="*/ 519 h 756"/>
                  <a:gd name="T26" fmla="*/ 25 w 717"/>
                  <a:gd name="T27" fmla="*/ 308 h 756"/>
                  <a:gd name="T28" fmla="*/ 28 w 717"/>
                  <a:gd name="T29" fmla="*/ 442 h 756"/>
                  <a:gd name="T30" fmla="*/ 29 w 717"/>
                  <a:gd name="T31" fmla="*/ 352 h 756"/>
                  <a:gd name="T32" fmla="*/ 30 w 717"/>
                  <a:gd name="T33" fmla="*/ 384 h 756"/>
                  <a:gd name="T34" fmla="*/ 31 w 717"/>
                  <a:gd name="T35" fmla="*/ 135 h 756"/>
                  <a:gd name="T36" fmla="*/ 33 w 717"/>
                  <a:gd name="T37" fmla="*/ 301 h 756"/>
                  <a:gd name="T38" fmla="*/ 32 w 717"/>
                  <a:gd name="T39" fmla="*/ 519 h 756"/>
                  <a:gd name="T40" fmla="*/ 34 w 717"/>
                  <a:gd name="T41" fmla="*/ 679 h 756"/>
                  <a:gd name="T42" fmla="*/ 36 w 717"/>
                  <a:gd name="T43" fmla="*/ 628 h 756"/>
                  <a:gd name="T44" fmla="*/ 37 w 717"/>
                  <a:gd name="T45" fmla="*/ 480 h 756"/>
                  <a:gd name="T46" fmla="*/ 38 w 717"/>
                  <a:gd name="T47" fmla="*/ 391 h 756"/>
                  <a:gd name="T48" fmla="*/ 36 w 717"/>
                  <a:gd name="T49" fmla="*/ 506 h 756"/>
                  <a:gd name="T50" fmla="*/ 38 w 717"/>
                  <a:gd name="T51" fmla="*/ 352 h 756"/>
                  <a:gd name="T52" fmla="*/ 39 w 717"/>
                  <a:gd name="T53" fmla="*/ 455 h 756"/>
                  <a:gd name="T54" fmla="*/ 41 w 717"/>
                  <a:gd name="T55" fmla="*/ 519 h 756"/>
                  <a:gd name="T56" fmla="*/ 43 w 717"/>
                  <a:gd name="T57" fmla="*/ 410 h 756"/>
                  <a:gd name="T58" fmla="*/ 44 w 717"/>
                  <a:gd name="T59" fmla="*/ 186 h 756"/>
                  <a:gd name="T60" fmla="*/ 45 w 717"/>
                  <a:gd name="T61" fmla="*/ 231 h 756"/>
                  <a:gd name="T62" fmla="*/ 48 w 717"/>
                  <a:gd name="T63" fmla="*/ 148 h 756"/>
                  <a:gd name="T64" fmla="*/ 48 w 717"/>
                  <a:gd name="T65" fmla="*/ 301 h 756"/>
                  <a:gd name="T66" fmla="*/ 48 w 717"/>
                  <a:gd name="T67" fmla="*/ 730 h 756"/>
                  <a:gd name="T68" fmla="*/ 54 w 717"/>
                  <a:gd name="T69" fmla="*/ 0 h 756"/>
                  <a:gd name="T70" fmla="*/ 54 w 717"/>
                  <a:gd name="T71" fmla="*/ 250 h 756"/>
                  <a:gd name="T72" fmla="*/ 55 w 717"/>
                  <a:gd name="T73" fmla="*/ 333 h 756"/>
                  <a:gd name="T74" fmla="*/ 57 w 717"/>
                  <a:gd name="T75" fmla="*/ 192 h 756"/>
                  <a:gd name="T76" fmla="*/ 59 w 717"/>
                  <a:gd name="T77" fmla="*/ 340 h 756"/>
                  <a:gd name="T78" fmla="*/ 58 w 717"/>
                  <a:gd name="T79" fmla="*/ 429 h 756"/>
                  <a:gd name="T80" fmla="*/ 60 w 717"/>
                  <a:gd name="T81" fmla="*/ 461 h 756"/>
                  <a:gd name="T82" fmla="*/ 0 60000 65536"/>
                  <a:gd name="T83" fmla="*/ 0 60000 65536"/>
                  <a:gd name="T84" fmla="*/ 0 60000 65536"/>
                  <a:gd name="T85" fmla="*/ 0 60000 65536"/>
                  <a:gd name="T86" fmla="*/ 0 60000 65536"/>
                  <a:gd name="T87" fmla="*/ 0 60000 65536"/>
                  <a:gd name="T88" fmla="*/ 0 60000 65536"/>
                  <a:gd name="T89" fmla="*/ 0 60000 65536"/>
                  <a:gd name="T90" fmla="*/ 0 60000 65536"/>
                  <a:gd name="T91" fmla="*/ 0 60000 65536"/>
                  <a:gd name="T92" fmla="*/ 0 60000 65536"/>
                  <a:gd name="T93" fmla="*/ 0 60000 65536"/>
                  <a:gd name="T94" fmla="*/ 0 60000 65536"/>
                  <a:gd name="T95" fmla="*/ 0 60000 65536"/>
                  <a:gd name="T96" fmla="*/ 0 60000 65536"/>
                  <a:gd name="T97" fmla="*/ 0 60000 65536"/>
                  <a:gd name="T98" fmla="*/ 0 60000 65536"/>
                  <a:gd name="T99" fmla="*/ 0 60000 65536"/>
                  <a:gd name="T100" fmla="*/ 0 60000 65536"/>
                  <a:gd name="T101" fmla="*/ 0 60000 65536"/>
                  <a:gd name="T102" fmla="*/ 0 60000 65536"/>
                  <a:gd name="T103" fmla="*/ 0 60000 65536"/>
                  <a:gd name="T104" fmla="*/ 0 60000 65536"/>
                  <a:gd name="T105" fmla="*/ 0 60000 65536"/>
                  <a:gd name="T106" fmla="*/ 0 60000 65536"/>
                  <a:gd name="T107" fmla="*/ 0 60000 65536"/>
                  <a:gd name="T108" fmla="*/ 0 60000 65536"/>
                  <a:gd name="T109" fmla="*/ 0 60000 65536"/>
                  <a:gd name="T110" fmla="*/ 0 60000 65536"/>
                  <a:gd name="T111" fmla="*/ 0 60000 65536"/>
                  <a:gd name="T112" fmla="*/ 0 60000 65536"/>
                  <a:gd name="T113" fmla="*/ 0 60000 65536"/>
                  <a:gd name="T114" fmla="*/ 0 60000 65536"/>
                  <a:gd name="T115" fmla="*/ 0 60000 65536"/>
                  <a:gd name="T116" fmla="*/ 0 60000 65536"/>
                  <a:gd name="T117" fmla="*/ 0 60000 65536"/>
                  <a:gd name="T118" fmla="*/ 0 60000 65536"/>
                  <a:gd name="T119" fmla="*/ 0 60000 65536"/>
                  <a:gd name="T120" fmla="*/ 0 60000 65536"/>
                  <a:gd name="T121" fmla="*/ 0 60000 65536"/>
                  <a:gd name="T122" fmla="*/ 0 60000 65536"/>
                  <a:gd name="T123" fmla="*/ 0 w 717"/>
                  <a:gd name="T124" fmla="*/ 0 h 756"/>
                  <a:gd name="T125" fmla="*/ 717 w 717"/>
                  <a:gd name="T126" fmla="*/ 756 h 756"/>
                </a:gdLst>
                <a:ahLst/>
                <a:cxnLst>
                  <a:cxn ang="T82">
                    <a:pos x="T0" y="T1"/>
                  </a:cxn>
                  <a:cxn ang="T83">
                    <a:pos x="T2" y="T3"/>
                  </a:cxn>
                  <a:cxn ang="T84">
                    <a:pos x="T4" y="T5"/>
                  </a:cxn>
                  <a:cxn ang="T85">
                    <a:pos x="T6" y="T7"/>
                  </a:cxn>
                  <a:cxn ang="T86">
                    <a:pos x="T8" y="T9"/>
                  </a:cxn>
                  <a:cxn ang="T87">
                    <a:pos x="T10" y="T11"/>
                  </a:cxn>
                  <a:cxn ang="T88">
                    <a:pos x="T12" y="T13"/>
                  </a:cxn>
                  <a:cxn ang="T89">
                    <a:pos x="T14" y="T15"/>
                  </a:cxn>
                  <a:cxn ang="T90">
                    <a:pos x="T16" y="T17"/>
                  </a:cxn>
                  <a:cxn ang="T91">
                    <a:pos x="T18" y="T19"/>
                  </a:cxn>
                  <a:cxn ang="T92">
                    <a:pos x="T20" y="T21"/>
                  </a:cxn>
                  <a:cxn ang="T93">
                    <a:pos x="T22" y="T23"/>
                  </a:cxn>
                  <a:cxn ang="T94">
                    <a:pos x="T24" y="T25"/>
                  </a:cxn>
                  <a:cxn ang="T95">
                    <a:pos x="T26" y="T27"/>
                  </a:cxn>
                  <a:cxn ang="T96">
                    <a:pos x="T28" y="T29"/>
                  </a:cxn>
                  <a:cxn ang="T97">
                    <a:pos x="T30" y="T31"/>
                  </a:cxn>
                  <a:cxn ang="T98">
                    <a:pos x="T32" y="T33"/>
                  </a:cxn>
                  <a:cxn ang="T99">
                    <a:pos x="T34" y="T35"/>
                  </a:cxn>
                  <a:cxn ang="T100">
                    <a:pos x="T36" y="T37"/>
                  </a:cxn>
                  <a:cxn ang="T101">
                    <a:pos x="T38" y="T39"/>
                  </a:cxn>
                  <a:cxn ang="T102">
                    <a:pos x="T40" y="T41"/>
                  </a:cxn>
                  <a:cxn ang="T103">
                    <a:pos x="T42" y="T43"/>
                  </a:cxn>
                  <a:cxn ang="T104">
                    <a:pos x="T44" y="T45"/>
                  </a:cxn>
                  <a:cxn ang="T105">
                    <a:pos x="T46" y="T47"/>
                  </a:cxn>
                  <a:cxn ang="T106">
                    <a:pos x="T48" y="T49"/>
                  </a:cxn>
                  <a:cxn ang="T107">
                    <a:pos x="T50" y="T51"/>
                  </a:cxn>
                  <a:cxn ang="T108">
                    <a:pos x="T52" y="T53"/>
                  </a:cxn>
                  <a:cxn ang="T109">
                    <a:pos x="T54" y="T55"/>
                  </a:cxn>
                  <a:cxn ang="T110">
                    <a:pos x="T56" y="T57"/>
                  </a:cxn>
                  <a:cxn ang="T111">
                    <a:pos x="T58" y="T59"/>
                  </a:cxn>
                  <a:cxn ang="T112">
                    <a:pos x="T60" y="T61"/>
                  </a:cxn>
                  <a:cxn ang="T113">
                    <a:pos x="T62" y="T63"/>
                  </a:cxn>
                  <a:cxn ang="T114">
                    <a:pos x="T64" y="T65"/>
                  </a:cxn>
                  <a:cxn ang="T115">
                    <a:pos x="T66" y="T67"/>
                  </a:cxn>
                  <a:cxn ang="T116">
                    <a:pos x="T68" y="T69"/>
                  </a:cxn>
                  <a:cxn ang="T117">
                    <a:pos x="T70" y="T71"/>
                  </a:cxn>
                  <a:cxn ang="T118">
                    <a:pos x="T72" y="T73"/>
                  </a:cxn>
                  <a:cxn ang="T119">
                    <a:pos x="T74" y="T75"/>
                  </a:cxn>
                  <a:cxn ang="T120">
                    <a:pos x="T76" y="T77"/>
                  </a:cxn>
                  <a:cxn ang="T121">
                    <a:pos x="T78" y="T79"/>
                  </a:cxn>
                  <a:cxn ang="T122">
                    <a:pos x="T80" y="T81"/>
                  </a:cxn>
                </a:cxnLst>
                <a:rect l="T123" t="T124" r="T125" b="T126"/>
                <a:pathLst>
                  <a:path w="717" h="756">
                    <a:moveTo>
                      <a:pt x="0" y="756"/>
                    </a:moveTo>
                    <a:lnTo>
                      <a:pt x="52" y="167"/>
                    </a:lnTo>
                    <a:lnTo>
                      <a:pt x="64" y="384"/>
                    </a:lnTo>
                    <a:lnTo>
                      <a:pt x="90" y="103"/>
                    </a:lnTo>
                    <a:lnTo>
                      <a:pt x="116" y="519"/>
                    </a:lnTo>
                    <a:lnTo>
                      <a:pt x="135" y="487"/>
                    </a:lnTo>
                    <a:lnTo>
                      <a:pt x="135" y="359"/>
                    </a:lnTo>
                    <a:lnTo>
                      <a:pt x="167" y="71"/>
                    </a:lnTo>
                    <a:lnTo>
                      <a:pt x="192" y="244"/>
                    </a:lnTo>
                    <a:lnTo>
                      <a:pt x="205" y="96"/>
                    </a:lnTo>
                    <a:lnTo>
                      <a:pt x="218" y="615"/>
                    </a:lnTo>
                    <a:lnTo>
                      <a:pt x="244" y="397"/>
                    </a:lnTo>
                    <a:lnTo>
                      <a:pt x="282" y="519"/>
                    </a:lnTo>
                    <a:lnTo>
                      <a:pt x="308" y="308"/>
                    </a:lnTo>
                    <a:lnTo>
                      <a:pt x="333" y="442"/>
                    </a:lnTo>
                    <a:lnTo>
                      <a:pt x="346" y="352"/>
                    </a:lnTo>
                    <a:lnTo>
                      <a:pt x="365" y="384"/>
                    </a:lnTo>
                    <a:lnTo>
                      <a:pt x="378" y="135"/>
                    </a:lnTo>
                    <a:lnTo>
                      <a:pt x="391" y="301"/>
                    </a:lnTo>
                    <a:lnTo>
                      <a:pt x="384" y="519"/>
                    </a:lnTo>
                    <a:lnTo>
                      <a:pt x="404" y="679"/>
                    </a:lnTo>
                    <a:lnTo>
                      <a:pt x="429" y="628"/>
                    </a:lnTo>
                    <a:lnTo>
                      <a:pt x="442" y="480"/>
                    </a:lnTo>
                    <a:lnTo>
                      <a:pt x="455" y="391"/>
                    </a:lnTo>
                    <a:lnTo>
                      <a:pt x="436" y="506"/>
                    </a:lnTo>
                    <a:lnTo>
                      <a:pt x="461" y="352"/>
                    </a:lnTo>
                    <a:lnTo>
                      <a:pt x="474" y="455"/>
                    </a:lnTo>
                    <a:lnTo>
                      <a:pt x="493" y="519"/>
                    </a:lnTo>
                    <a:lnTo>
                      <a:pt x="512" y="410"/>
                    </a:lnTo>
                    <a:lnTo>
                      <a:pt x="532" y="186"/>
                    </a:lnTo>
                    <a:lnTo>
                      <a:pt x="544" y="231"/>
                    </a:lnTo>
                    <a:lnTo>
                      <a:pt x="570" y="148"/>
                    </a:lnTo>
                    <a:lnTo>
                      <a:pt x="576" y="301"/>
                    </a:lnTo>
                    <a:lnTo>
                      <a:pt x="576" y="730"/>
                    </a:lnTo>
                    <a:lnTo>
                      <a:pt x="647" y="0"/>
                    </a:lnTo>
                    <a:lnTo>
                      <a:pt x="647" y="250"/>
                    </a:lnTo>
                    <a:lnTo>
                      <a:pt x="660" y="333"/>
                    </a:lnTo>
                    <a:lnTo>
                      <a:pt x="685" y="192"/>
                    </a:lnTo>
                    <a:lnTo>
                      <a:pt x="711" y="340"/>
                    </a:lnTo>
                    <a:lnTo>
                      <a:pt x="698" y="429"/>
                    </a:lnTo>
                    <a:lnTo>
                      <a:pt x="717" y="461"/>
                    </a:lnTo>
                  </a:path>
                </a:pathLst>
              </a:custGeom>
              <a:noFill/>
              <a:ln w="9525">
                <a:solidFill>
                  <a:srgbClr val="0079F2"/>
                </a:solidFill>
                <a:round/>
                <a:headEnd/>
                <a:tailEnd/>
              </a:ln>
            </p:spPr>
            <p:txBody>
              <a:bodyPr/>
              <a:lstStyle/>
              <a:p>
                <a:endParaRPr lang="en-GB"/>
              </a:p>
            </p:txBody>
          </p:sp>
        </p:grpSp>
        <p:grpSp>
          <p:nvGrpSpPr>
            <p:cNvPr id="78" name="Group 45"/>
            <p:cNvGrpSpPr>
              <a:grpSpLocks/>
            </p:cNvGrpSpPr>
            <p:nvPr/>
          </p:nvGrpSpPr>
          <p:grpSpPr bwMode="auto">
            <a:xfrm flipH="1">
              <a:off x="4569" y="1098"/>
              <a:ext cx="590" cy="801"/>
              <a:chOff x="3462" y="1100"/>
              <a:chExt cx="1549" cy="801"/>
            </a:xfrm>
          </p:grpSpPr>
          <p:sp>
            <p:nvSpPr>
              <p:cNvPr id="79" name="Freeform 46"/>
              <p:cNvSpPr>
                <a:spLocks/>
              </p:cNvSpPr>
              <p:nvPr/>
            </p:nvSpPr>
            <p:spPr bwMode="auto">
              <a:xfrm>
                <a:off x="3462" y="1126"/>
                <a:ext cx="313" cy="756"/>
              </a:xfrm>
              <a:custGeom>
                <a:avLst/>
                <a:gdLst>
                  <a:gd name="T0" fmla="*/ 0 w 717"/>
                  <a:gd name="T1" fmla="*/ 756 h 756"/>
                  <a:gd name="T2" fmla="*/ 4 w 717"/>
                  <a:gd name="T3" fmla="*/ 167 h 756"/>
                  <a:gd name="T4" fmla="*/ 5 w 717"/>
                  <a:gd name="T5" fmla="*/ 384 h 756"/>
                  <a:gd name="T6" fmla="*/ 7 w 717"/>
                  <a:gd name="T7" fmla="*/ 103 h 756"/>
                  <a:gd name="T8" fmla="*/ 10 w 717"/>
                  <a:gd name="T9" fmla="*/ 519 h 756"/>
                  <a:gd name="T10" fmla="*/ 11 w 717"/>
                  <a:gd name="T11" fmla="*/ 487 h 756"/>
                  <a:gd name="T12" fmla="*/ 11 w 717"/>
                  <a:gd name="T13" fmla="*/ 359 h 756"/>
                  <a:gd name="T14" fmla="*/ 14 w 717"/>
                  <a:gd name="T15" fmla="*/ 71 h 756"/>
                  <a:gd name="T16" fmla="*/ 16 w 717"/>
                  <a:gd name="T17" fmla="*/ 244 h 756"/>
                  <a:gd name="T18" fmla="*/ 17 w 717"/>
                  <a:gd name="T19" fmla="*/ 96 h 756"/>
                  <a:gd name="T20" fmla="*/ 18 w 717"/>
                  <a:gd name="T21" fmla="*/ 615 h 756"/>
                  <a:gd name="T22" fmla="*/ 21 w 717"/>
                  <a:gd name="T23" fmla="*/ 397 h 756"/>
                  <a:gd name="T24" fmla="*/ 24 w 717"/>
                  <a:gd name="T25" fmla="*/ 519 h 756"/>
                  <a:gd name="T26" fmla="*/ 25 w 717"/>
                  <a:gd name="T27" fmla="*/ 308 h 756"/>
                  <a:gd name="T28" fmla="*/ 28 w 717"/>
                  <a:gd name="T29" fmla="*/ 442 h 756"/>
                  <a:gd name="T30" fmla="*/ 29 w 717"/>
                  <a:gd name="T31" fmla="*/ 352 h 756"/>
                  <a:gd name="T32" fmla="*/ 30 w 717"/>
                  <a:gd name="T33" fmla="*/ 384 h 756"/>
                  <a:gd name="T34" fmla="*/ 31 w 717"/>
                  <a:gd name="T35" fmla="*/ 135 h 756"/>
                  <a:gd name="T36" fmla="*/ 33 w 717"/>
                  <a:gd name="T37" fmla="*/ 301 h 756"/>
                  <a:gd name="T38" fmla="*/ 32 w 717"/>
                  <a:gd name="T39" fmla="*/ 519 h 756"/>
                  <a:gd name="T40" fmla="*/ 34 w 717"/>
                  <a:gd name="T41" fmla="*/ 679 h 756"/>
                  <a:gd name="T42" fmla="*/ 36 w 717"/>
                  <a:gd name="T43" fmla="*/ 628 h 756"/>
                  <a:gd name="T44" fmla="*/ 37 w 717"/>
                  <a:gd name="T45" fmla="*/ 480 h 756"/>
                  <a:gd name="T46" fmla="*/ 38 w 717"/>
                  <a:gd name="T47" fmla="*/ 391 h 756"/>
                  <a:gd name="T48" fmla="*/ 36 w 717"/>
                  <a:gd name="T49" fmla="*/ 506 h 756"/>
                  <a:gd name="T50" fmla="*/ 38 w 717"/>
                  <a:gd name="T51" fmla="*/ 352 h 756"/>
                  <a:gd name="T52" fmla="*/ 39 w 717"/>
                  <a:gd name="T53" fmla="*/ 455 h 756"/>
                  <a:gd name="T54" fmla="*/ 41 w 717"/>
                  <a:gd name="T55" fmla="*/ 519 h 756"/>
                  <a:gd name="T56" fmla="*/ 43 w 717"/>
                  <a:gd name="T57" fmla="*/ 410 h 756"/>
                  <a:gd name="T58" fmla="*/ 44 w 717"/>
                  <a:gd name="T59" fmla="*/ 186 h 756"/>
                  <a:gd name="T60" fmla="*/ 45 w 717"/>
                  <a:gd name="T61" fmla="*/ 231 h 756"/>
                  <a:gd name="T62" fmla="*/ 48 w 717"/>
                  <a:gd name="T63" fmla="*/ 148 h 756"/>
                  <a:gd name="T64" fmla="*/ 48 w 717"/>
                  <a:gd name="T65" fmla="*/ 301 h 756"/>
                  <a:gd name="T66" fmla="*/ 48 w 717"/>
                  <a:gd name="T67" fmla="*/ 730 h 756"/>
                  <a:gd name="T68" fmla="*/ 54 w 717"/>
                  <a:gd name="T69" fmla="*/ 0 h 756"/>
                  <a:gd name="T70" fmla="*/ 54 w 717"/>
                  <a:gd name="T71" fmla="*/ 250 h 756"/>
                  <a:gd name="T72" fmla="*/ 55 w 717"/>
                  <a:gd name="T73" fmla="*/ 333 h 756"/>
                  <a:gd name="T74" fmla="*/ 57 w 717"/>
                  <a:gd name="T75" fmla="*/ 192 h 756"/>
                  <a:gd name="T76" fmla="*/ 59 w 717"/>
                  <a:gd name="T77" fmla="*/ 340 h 756"/>
                  <a:gd name="T78" fmla="*/ 58 w 717"/>
                  <a:gd name="T79" fmla="*/ 429 h 756"/>
                  <a:gd name="T80" fmla="*/ 60 w 717"/>
                  <a:gd name="T81" fmla="*/ 461 h 756"/>
                  <a:gd name="T82" fmla="*/ 0 60000 65536"/>
                  <a:gd name="T83" fmla="*/ 0 60000 65536"/>
                  <a:gd name="T84" fmla="*/ 0 60000 65536"/>
                  <a:gd name="T85" fmla="*/ 0 60000 65536"/>
                  <a:gd name="T86" fmla="*/ 0 60000 65536"/>
                  <a:gd name="T87" fmla="*/ 0 60000 65536"/>
                  <a:gd name="T88" fmla="*/ 0 60000 65536"/>
                  <a:gd name="T89" fmla="*/ 0 60000 65536"/>
                  <a:gd name="T90" fmla="*/ 0 60000 65536"/>
                  <a:gd name="T91" fmla="*/ 0 60000 65536"/>
                  <a:gd name="T92" fmla="*/ 0 60000 65536"/>
                  <a:gd name="T93" fmla="*/ 0 60000 65536"/>
                  <a:gd name="T94" fmla="*/ 0 60000 65536"/>
                  <a:gd name="T95" fmla="*/ 0 60000 65536"/>
                  <a:gd name="T96" fmla="*/ 0 60000 65536"/>
                  <a:gd name="T97" fmla="*/ 0 60000 65536"/>
                  <a:gd name="T98" fmla="*/ 0 60000 65536"/>
                  <a:gd name="T99" fmla="*/ 0 60000 65536"/>
                  <a:gd name="T100" fmla="*/ 0 60000 65536"/>
                  <a:gd name="T101" fmla="*/ 0 60000 65536"/>
                  <a:gd name="T102" fmla="*/ 0 60000 65536"/>
                  <a:gd name="T103" fmla="*/ 0 60000 65536"/>
                  <a:gd name="T104" fmla="*/ 0 60000 65536"/>
                  <a:gd name="T105" fmla="*/ 0 60000 65536"/>
                  <a:gd name="T106" fmla="*/ 0 60000 65536"/>
                  <a:gd name="T107" fmla="*/ 0 60000 65536"/>
                  <a:gd name="T108" fmla="*/ 0 60000 65536"/>
                  <a:gd name="T109" fmla="*/ 0 60000 65536"/>
                  <a:gd name="T110" fmla="*/ 0 60000 65536"/>
                  <a:gd name="T111" fmla="*/ 0 60000 65536"/>
                  <a:gd name="T112" fmla="*/ 0 60000 65536"/>
                  <a:gd name="T113" fmla="*/ 0 60000 65536"/>
                  <a:gd name="T114" fmla="*/ 0 60000 65536"/>
                  <a:gd name="T115" fmla="*/ 0 60000 65536"/>
                  <a:gd name="T116" fmla="*/ 0 60000 65536"/>
                  <a:gd name="T117" fmla="*/ 0 60000 65536"/>
                  <a:gd name="T118" fmla="*/ 0 60000 65536"/>
                  <a:gd name="T119" fmla="*/ 0 60000 65536"/>
                  <a:gd name="T120" fmla="*/ 0 60000 65536"/>
                  <a:gd name="T121" fmla="*/ 0 60000 65536"/>
                  <a:gd name="T122" fmla="*/ 0 60000 65536"/>
                  <a:gd name="T123" fmla="*/ 0 w 717"/>
                  <a:gd name="T124" fmla="*/ 0 h 756"/>
                  <a:gd name="T125" fmla="*/ 717 w 717"/>
                  <a:gd name="T126" fmla="*/ 756 h 756"/>
                </a:gdLst>
                <a:ahLst/>
                <a:cxnLst>
                  <a:cxn ang="T82">
                    <a:pos x="T0" y="T1"/>
                  </a:cxn>
                  <a:cxn ang="T83">
                    <a:pos x="T2" y="T3"/>
                  </a:cxn>
                  <a:cxn ang="T84">
                    <a:pos x="T4" y="T5"/>
                  </a:cxn>
                  <a:cxn ang="T85">
                    <a:pos x="T6" y="T7"/>
                  </a:cxn>
                  <a:cxn ang="T86">
                    <a:pos x="T8" y="T9"/>
                  </a:cxn>
                  <a:cxn ang="T87">
                    <a:pos x="T10" y="T11"/>
                  </a:cxn>
                  <a:cxn ang="T88">
                    <a:pos x="T12" y="T13"/>
                  </a:cxn>
                  <a:cxn ang="T89">
                    <a:pos x="T14" y="T15"/>
                  </a:cxn>
                  <a:cxn ang="T90">
                    <a:pos x="T16" y="T17"/>
                  </a:cxn>
                  <a:cxn ang="T91">
                    <a:pos x="T18" y="T19"/>
                  </a:cxn>
                  <a:cxn ang="T92">
                    <a:pos x="T20" y="T21"/>
                  </a:cxn>
                  <a:cxn ang="T93">
                    <a:pos x="T22" y="T23"/>
                  </a:cxn>
                  <a:cxn ang="T94">
                    <a:pos x="T24" y="T25"/>
                  </a:cxn>
                  <a:cxn ang="T95">
                    <a:pos x="T26" y="T27"/>
                  </a:cxn>
                  <a:cxn ang="T96">
                    <a:pos x="T28" y="T29"/>
                  </a:cxn>
                  <a:cxn ang="T97">
                    <a:pos x="T30" y="T31"/>
                  </a:cxn>
                  <a:cxn ang="T98">
                    <a:pos x="T32" y="T33"/>
                  </a:cxn>
                  <a:cxn ang="T99">
                    <a:pos x="T34" y="T35"/>
                  </a:cxn>
                  <a:cxn ang="T100">
                    <a:pos x="T36" y="T37"/>
                  </a:cxn>
                  <a:cxn ang="T101">
                    <a:pos x="T38" y="T39"/>
                  </a:cxn>
                  <a:cxn ang="T102">
                    <a:pos x="T40" y="T41"/>
                  </a:cxn>
                  <a:cxn ang="T103">
                    <a:pos x="T42" y="T43"/>
                  </a:cxn>
                  <a:cxn ang="T104">
                    <a:pos x="T44" y="T45"/>
                  </a:cxn>
                  <a:cxn ang="T105">
                    <a:pos x="T46" y="T47"/>
                  </a:cxn>
                  <a:cxn ang="T106">
                    <a:pos x="T48" y="T49"/>
                  </a:cxn>
                  <a:cxn ang="T107">
                    <a:pos x="T50" y="T51"/>
                  </a:cxn>
                  <a:cxn ang="T108">
                    <a:pos x="T52" y="T53"/>
                  </a:cxn>
                  <a:cxn ang="T109">
                    <a:pos x="T54" y="T55"/>
                  </a:cxn>
                  <a:cxn ang="T110">
                    <a:pos x="T56" y="T57"/>
                  </a:cxn>
                  <a:cxn ang="T111">
                    <a:pos x="T58" y="T59"/>
                  </a:cxn>
                  <a:cxn ang="T112">
                    <a:pos x="T60" y="T61"/>
                  </a:cxn>
                  <a:cxn ang="T113">
                    <a:pos x="T62" y="T63"/>
                  </a:cxn>
                  <a:cxn ang="T114">
                    <a:pos x="T64" y="T65"/>
                  </a:cxn>
                  <a:cxn ang="T115">
                    <a:pos x="T66" y="T67"/>
                  </a:cxn>
                  <a:cxn ang="T116">
                    <a:pos x="T68" y="T69"/>
                  </a:cxn>
                  <a:cxn ang="T117">
                    <a:pos x="T70" y="T71"/>
                  </a:cxn>
                  <a:cxn ang="T118">
                    <a:pos x="T72" y="T73"/>
                  </a:cxn>
                  <a:cxn ang="T119">
                    <a:pos x="T74" y="T75"/>
                  </a:cxn>
                  <a:cxn ang="T120">
                    <a:pos x="T76" y="T77"/>
                  </a:cxn>
                  <a:cxn ang="T121">
                    <a:pos x="T78" y="T79"/>
                  </a:cxn>
                  <a:cxn ang="T122">
                    <a:pos x="T80" y="T81"/>
                  </a:cxn>
                </a:cxnLst>
                <a:rect l="T123" t="T124" r="T125" b="T126"/>
                <a:pathLst>
                  <a:path w="717" h="756">
                    <a:moveTo>
                      <a:pt x="0" y="756"/>
                    </a:moveTo>
                    <a:lnTo>
                      <a:pt x="52" y="167"/>
                    </a:lnTo>
                    <a:lnTo>
                      <a:pt x="64" y="384"/>
                    </a:lnTo>
                    <a:lnTo>
                      <a:pt x="90" y="103"/>
                    </a:lnTo>
                    <a:lnTo>
                      <a:pt x="116" y="519"/>
                    </a:lnTo>
                    <a:lnTo>
                      <a:pt x="135" y="487"/>
                    </a:lnTo>
                    <a:lnTo>
                      <a:pt x="135" y="359"/>
                    </a:lnTo>
                    <a:lnTo>
                      <a:pt x="167" y="71"/>
                    </a:lnTo>
                    <a:lnTo>
                      <a:pt x="192" y="244"/>
                    </a:lnTo>
                    <a:lnTo>
                      <a:pt x="205" y="96"/>
                    </a:lnTo>
                    <a:lnTo>
                      <a:pt x="218" y="615"/>
                    </a:lnTo>
                    <a:lnTo>
                      <a:pt x="244" y="397"/>
                    </a:lnTo>
                    <a:lnTo>
                      <a:pt x="282" y="519"/>
                    </a:lnTo>
                    <a:lnTo>
                      <a:pt x="308" y="308"/>
                    </a:lnTo>
                    <a:lnTo>
                      <a:pt x="333" y="442"/>
                    </a:lnTo>
                    <a:lnTo>
                      <a:pt x="346" y="352"/>
                    </a:lnTo>
                    <a:lnTo>
                      <a:pt x="365" y="384"/>
                    </a:lnTo>
                    <a:lnTo>
                      <a:pt x="378" y="135"/>
                    </a:lnTo>
                    <a:lnTo>
                      <a:pt x="391" y="301"/>
                    </a:lnTo>
                    <a:lnTo>
                      <a:pt x="384" y="519"/>
                    </a:lnTo>
                    <a:lnTo>
                      <a:pt x="404" y="679"/>
                    </a:lnTo>
                    <a:lnTo>
                      <a:pt x="429" y="628"/>
                    </a:lnTo>
                    <a:lnTo>
                      <a:pt x="442" y="480"/>
                    </a:lnTo>
                    <a:lnTo>
                      <a:pt x="455" y="391"/>
                    </a:lnTo>
                    <a:lnTo>
                      <a:pt x="436" y="506"/>
                    </a:lnTo>
                    <a:lnTo>
                      <a:pt x="461" y="352"/>
                    </a:lnTo>
                    <a:lnTo>
                      <a:pt x="474" y="455"/>
                    </a:lnTo>
                    <a:lnTo>
                      <a:pt x="493" y="519"/>
                    </a:lnTo>
                    <a:lnTo>
                      <a:pt x="512" y="410"/>
                    </a:lnTo>
                    <a:lnTo>
                      <a:pt x="532" y="186"/>
                    </a:lnTo>
                    <a:lnTo>
                      <a:pt x="544" y="231"/>
                    </a:lnTo>
                    <a:lnTo>
                      <a:pt x="570" y="148"/>
                    </a:lnTo>
                    <a:lnTo>
                      <a:pt x="576" y="301"/>
                    </a:lnTo>
                    <a:lnTo>
                      <a:pt x="576" y="730"/>
                    </a:lnTo>
                    <a:lnTo>
                      <a:pt x="647" y="0"/>
                    </a:lnTo>
                    <a:lnTo>
                      <a:pt x="647" y="250"/>
                    </a:lnTo>
                    <a:lnTo>
                      <a:pt x="660" y="333"/>
                    </a:lnTo>
                    <a:lnTo>
                      <a:pt x="685" y="192"/>
                    </a:lnTo>
                    <a:lnTo>
                      <a:pt x="711" y="340"/>
                    </a:lnTo>
                    <a:lnTo>
                      <a:pt x="698" y="429"/>
                    </a:lnTo>
                    <a:lnTo>
                      <a:pt x="717" y="461"/>
                    </a:lnTo>
                  </a:path>
                </a:pathLst>
              </a:custGeom>
              <a:noFill/>
              <a:ln w="9525">
                <a:solidFill>
                  <a:srgbClr val="0079F2"/>
                </a:solidFill>
                <a:round/>
                <a:headEnd/>
                <a:tailEnd/>
              </a:ln>
            </p:spPr>
            <p:txBody>
              <a:bodyPr/>
              <a:lstStyle/>
              <a:p>
                <a:endParaRPr lang="en-GB"/>
              </a:p>
            </p:txBody>
          </p:sp>
          <p:sp>
            <p:nvSpPr>
              <p:cNvPr id="80" name="Freeform 47"/>
              <p:cNvSpPr>
                <a:spLocks/>
              </p:cNvSpPr>
              <p:nvPr/>
            </p:nvSpPr>
            <p:spPr bwMode="auto">
              <a:xfrm flipH="1" flipV="1">
                <a:off x="3770" y="1145"/>
                <a:ext cx="313" cy="756"/>
              </a:xfrm>
              <a:custGeom>
                <a:avLst/>
                <a:gdLst>
                  <a:gd name="T0" fmla="*/ 0 w 717"/>
                  <a:gd name="T1" fmla="*/ 756 h 756"/>
                  <a:gd name="T2" fmla="*/ 4 w 717"/>
                  <a:gd name="T3" fmla="*/ 167 h 756"/>
                  <a:gd name="T4" fmla="*/ 5 w 717"/>
                  <a:gd name="T5" fmla="*/ 384 h 756"/>
                  <a:gd name="T6" fmla="*/ 7 w 717"/>
                  <a:gd name="T7" fmla="*/ 103 h 756"/>
                  <a:gd name="T8" fmla="*/ 10 w 717"/>
                  <a:gd name="T9" fmla="*/ 519 h 756"/>
                  <a:gd name="T10" fmla="*/ 11 w 717"/>
                  <a:gd name="T11" fmla="*/ 487 h 756"/>
                  <a:gd name="T12" fmla="*/ 11 w 717"/>
                  <a:gd name="T13" fmla="*/ 359 h 756"/>
                  <a:gd name="T14" fmla="*/ 14 w 717"/>
                  <a:gd name="T15" fmla="*/ 71 h 756"/>
                  <a:gd name="T16" fmla="*/ 16 w 717"/>
                  <a:gd name="T17" fmla="*/ 244 h 756"/>
                  <a:gd name="T18" fmla="*/ 17 w 717"/>
                  <a:gd name="T19" fmla="*/ 96 h 756"/>
                  <a:gd name="T20" fmla="*/ 18 w 717"/>
                  <a:gd name="T21" fmla="*/ 615 h 756"/>
                  <a:gd name="T22" fmla="*/ 21 w 717"/>
                  <a:gd name="T23" fmla="*/ 397 h 756"/>
                  <a:gd name="T24" fmla="*/ 24 w 717"/>
                  <a:gd name="T25" fmla="*/ 519 h 756"/>
                  <a:gd name="T26" fmla="*/ 25 w 717"/>
                  <a:gd name="T27" fmla="*/ 308 h 756"/>
                  <a:gd name="T28" fmla="*/ 28 w 717"/>
                  <a:gd name="T29" fmla="*/ 442 h 756"/>
                  <a:gd name="T30" fmla="*/ 29 w 717"/>
                  <a:gd name="T31" fmla="*/ 352 h 756"/>
                  <a:gd name="T32" fmla="*/ 30 w 717"/>
                  <a:gd name="T33" fmla="*/ 384 h 756"/>
                  <a:gd name="T34" fmla="*/ 31 w 717"/>
                  <a:gd name="T35" fmla="*/ 135 h 756"/>
                  <a:gd name="T36" fmla="*/ 33 w 717"/>
                  <a:gd name="T37" fmla="*/ 301 h 756"/>
                  <a:gd name="T38" fmla="*/ 32 w 717"/>
                  <a:gd name="T39" fmla="*/ 519 h 756"/>
                  <a:gd name="T40" fmla="*/ 34 w 717"/>
                  <a:gd name="T41" fmla="*/ 679 h 756"/>
                  <a:gd name="T42" fmla="*/ 36 w 717"/>
                  <a:gd name="T43" fmla="*/ 628 h 756"/>
                  <a:gd name="T44" fmla="*/ 37 w 717"/>
                  <a:gd name="T45" fmla="*/ 480 h 756"/>
                  <a:gd name="T46" fmla="*/ 38 w 717"/>
                  <a:gd name="T47" fmla="*/ 391 h 756"/>
                  <a:gd name="T48" fmla="*/ 36 w 717"/>
                  <a:gd name="T49" fmla="*/ 506 h 756"/>
                  <a:gd name="T50" fmla="*/ 38 w 717"/>
                  <a:gd name="T51" fmla="*/ 352 h 756"/>
                  <a:gd name="T52" fmla="*/ 39 w 717"/>
                  <a:gd name="T53" fmla="*/ 455 h 756"/>
                  <a:gd name="T54" fmla="*/ 41 w 717"/>
                  <a:gd name="T55" fmla="*/ 519 h 756"/>
                  <a:gd name="T56" fmla="*/ 43 w 717"/>
                  <a:gd name="T57" fmla="*/ 410 h 756"/>
                  <a:gd name="T58" fmla="*/ 44 w 717"/>
                  <a:gd name="T59" fmla="*/ 186 h 756"/>
                  <a:gd name="T60" fmla="*/ 45 w 717"/>
                  <a:gd name="T61" fmla="*/ 231 h 756"/>
                  <a:gd name="T62" fmla="*/ 48 w 717"/>
                  <a:gd name="T63" fmla="*/ 148 h 756"/>
                  <a:gd name="T64" fmla="*/ 48 w 717"/>
                  <a:gd name="T65" fmla="*/ 301 h 756"/>
                  <a:gd name="T66" fmla="*/ 48 w 717"/>
                  <a:gd name="T67" fmla="*/ 730 h 756"/>
                  <a:gd name="T68" fmla="*/ 54 w 717"/>
                  <a:gd name="T69" fmla="*/ 0 h 756"/>
                  <a:gd name="T70" fmla="*/ 54 w 717"/>
                  <a:gd name="T71" fmla="*/ 250 h 756"/>
                  <a:gd name="T72" fmla="*/ 55 w 717"/>
                  <a:gd name="T73" fmla="*/ 333 h 756"/>
                  <a:gd name="T74" fmla="*/ 57 w 717"/>
                  <a:gd name="T75" fmla="*/ 192 h 756"/>
                  <a:gd name="T76" fmla="*/ 59 w 717"/>
                  <a:gd name="T77" fmla="*/ 340 h 756"/>
                  <a:gd name="T78" fmla="*/ 58 w 717"/>
                  <a:gd name="T79" fmla="*/ 429 h 756"/>
                  <a:gd name="T80" fmla="*/ 60 w 717"/>
                  <a:gd name="T81" fmla="*/ 461 h 756"/>
                  <a:gd name="T82" fmla="*/ 0 60000 65536"/>
                  <a:gd name="T83" fmla="*/ 0 60000 65536"/>
                  <a:gd name="T84" fmla="*/ 0 60000 65536"/>
                  <a:gd name="T85" fmla="*/ 0 60000 65536"/>
                  <a:gd name="T86" fmla="*/ 0 60000 65536"/>
                  <a:gd name="T87" fmla="*/ 0 60000 65536"/>
                  <a:gd name="T88" fmla="*/ 0 60000 65536"/>
                  <a:gd name="T89" fmla="*/ 0 60000 65536"/>
                  <a:gd name="T90" fmla="*/ 0 60000 65536"/>
                  <a:gd name="T91" fmla="*/ 0 60000 65536"/>
                  <a:gd name="T92" fmla="*/ 0 60000 65536"/>
                  <a:gd name="T93" fmla="*/ 0 60000 65536"/>
                  <a:gd name="T94" fmla="*/ 0 60000 65536"/>
                  <a:gd name="T95" fmla="*/ 0 60000 65536"/>
                  <a:gd name="T96" fmla="*/ 0 60000 65536"/>
                  <a:gd name="T97" fmla="*/ 0 60000 65536"/>
                  <a:gd name="T98" fmla="*/ 0 60000 65536"/>
                  <a:gd name="T99" fmla="*/ 0 60000 65536"/>
                  <a:gd name="T100" fmla="*/ 0 60000 65536"/>
                  <a:gd name="T101" fmla="*/ 0 60000 65536"/>
                  <a:gd name="T102" fmla="*/ 0 60000 65536"/>
                  <a:gd name="T103" fmla="*/ 0 60000 65536"/>
                  <a:gd name="T104" fmla="*/ 0 60000 65536"/>
                  <a:gd name="T105" fmla="*/ 0 60000 65536"/>
                  <a:gd name="T106" fmla="*/ 0 60000 65536"/>
                  <a:gd name="T107" fmla="*/ 0 60000 65536"/>
                  <a:gd name="T108" fmla="*/ 0 60000 65536"/>
                  <a:gd name="T109" fmla="*/ 0 60000 65536"/>
                  <a:gd name="T110" fmla="*/ 0 60000 65536"/>
                  <a:gd name="T111" fmla="*/ 0 60000 65536"/>
                  <a:gd name="T112" fmla="*/ 0 60000 65536"/>
                  <a:gd name="T113" fmla="*/ 0 60000 65536"/>
                  <a:gd name="T114" fmla="*/ 0 60000 65536"/>
                  <a:gd name="T115" fmla="*/ 0 60000 65536"/>
                  <a:gd name="T116" fmla="*/ 0 60000 65536"/>
                  <a:gd name="T117" fmla="*/ 0 60000 65536"/>
                  <a:gd name="T118" fmla="*/ 0 60000 65536"/>
                  <a:gd name="T119" fmla="*/ 0 60000 65536"/>
                  <a:gd name="T120" fmla="*/ 0 60000 65536"/>
                  <a:gd name="T121" fmla="*/ 0 60000 65536"/>
                  <a:gd name="T122" fmla="*/ 0 60000 65536"/>
                  <a:gd name="T123" fmla="*/ 0 w 717"/>
                  <a:gd name="T124" fmla="*/ 0 h 756"/>
                  <a:gd name="T125" fmla="*/ 717 w 717"/>
                  <a:gd name="T126" fmla="*/ 756 h 756"/>
                </a:gdLst>
                <a:ahLst/>
                <a:cxnLst>
                  <a:cxn ang="T82">
                    <a:pos x="T0" y="T1"/>
                  </a:cxn>
                  <a:cxn ang="T83">
                    <a:pos x="T2" y="T3"/>
                  </a:cxn>
                  <a:cxn ang="T84">
                    <a:pos x="T4" y="T5"/>
                  </a:cxn>
                  <a:cxn ang="T85">
                    <a:pos x="T6" y="T7"/>
                  </a:cxn>
                  <a:cxn ang="T86">
                    <a:pos x="T8" y="T9"/>
                  </a:cxn>
                  <a:cxn ang="T87">
                    <a:pos x="T10" y="T11"/>
                  </a:cxn>
                  <a:cxn ang="T88">
                    <a:pos x="T12" y="T13"/>
                  </a:cxn>
                  <a:cxn ang="T89">
                    <a:pos x="T14" y="T15"/>
                  </a:cxn>
                  <a:cxn ang="T90">
                    <a:pos x="T16" y="T17"/>
                  </a:cxn>
                  <a:cxn ang="T91">
                    <a:pos x="T18" y="T19"/>
                  </a:cxn>
                  <a:cxn ang="T92">
                    <a:pos x="T20" y="T21"/>
                  </a:cxn>
                  <a:cxn ang="T93">
                    <a:pos x="T22" y="T23"/>
                  </a:cxn>
                  <a:cxn ang="T94">
                    <a:pos x="T24" y="T25"/>
                  </a:cxn>
                  <a:cxn ang="T95">
                    <a:pos x="T26" y="T27"/>
                  </a:cxn>
                  <a:cxn ang="T96">
                    <a:pos x="T28" y="T29"/>
                  </a:cxn>
                  <a:cxn ang="T97">
                    <a:pos x="T30" y="T31"/>
                  </a:cxn>
                  <a:cxn ang="T98">
                    <a:pos x="T32" y="T33"/>
                  </a:cxn>
                  <a:cxn ang="T99">
                    <a:pos x="T34" y="T35"/>
                  </a:cxn>
                  <a:cxn ang="T100">
                    <a:pos x="T36" y="T37"/>
                  </a:cxn>
                  <a:cxn ang="T101">
                    <a:pos x="T38" y="T39"/>
                  </a:cxn>
                  <a:cxn ang="T102">
                    <a:pos x="T40" y="T41"/>
                  </a:cxn>
                  <a:cxn ang="T103">
                    <a:pos x="T42" y="T43"/>
                  </a:cxn>
                  <a:cxn ang="T104">
                    <a:pos x="T44" y="T45"/>
                  </a:cxn>
                  <a:cxn ang="T105">
                    <a:pos x="T46" y="T47"/>
                  </a:cxn>
                  <a:cxn ang="T106">
                    <a:pos x="T48" y="T49"/>
                  </a:cxn>
                  <a:cxn ang="T107">
                    <a:pos x="T50" y="T51"/>
                  </a:cxn>
                  <a:cxn ang="T108">
                    <a:pos x="T52" y="T53"/>
                  </a:cxn>
                  <a:cxn ang="T109">
                    <a:pos x="T54" y="T55"/>
                  </a:cxn>
                  <a:cxn ang="T110">
                    <a:pos x="T56" y="T57"/>
                  </a:cxn>
                  <a:cxn ang="T111">
                    <a:pos x="T58" y="T59"/>
                  </a:cxn>
                  <a:cxn ang="T112">
                    <a:pos x="T60" y="T61"/>
                  </a:cxn>
                  <a:cxn ang="T113">
                    <a:pos x="T62" y="T63"/>
                  </a:cxn>
                  <a:cxn ang="T114">
                    <a:pos x="T64" y="T65"/>
                  </a:cxn>
                  <a:cxn ang="T115">
                    <a:pos x="T66" y="T67"/>
                  </a:cxn>
                  <a:cxn ang="T116">
                    <a:pos x="T68" y="T69"/>
                  </a:cxn>
                  <a:cxn ang="T117">
                    <a:pos x="T70" y="T71"/>
                  </a:cxn>
                  <a:cxn ang="T118">
                    <a:pos x="T72" y="T73"/>
                  </a:cxn>
                  <a:cxn ang="T119">
                    <a:pos x="T74" y="T75"/>
                  </a:cxn>
                  <a:cxn ang="T120">
                    <a:pos x="T76" y="T77"/>
                  </a:cxn>
                  <a:cxn ang="T121">
                    <a:pos x="T78" y="T79"/>
                  </a:cxn>
                  <a:cxn ang="T122">
                    <a:pos x="T80" y="T81"/>
                  </a:cxn>
                </a:cxnLst>
                <a:rect l="T123" t="T124" r="T125" b="T126"/>
                <a:pathLst>
                  <a:path w="717" h="756">
                    <a:moveTo>
                      <a:pt x="0" y="756"/>
                    </a:moveTo>
                    <a:lnTo>
                      <a:pt x="52" y="167"/>
                    </a:lnTo>
                    <a:lnTo>
                      <a:pt x="64" y="384"/>
                    </a:lnTo>
                    <a:lnTo>
                      <a:pt x="90" y="103"/>
                    </a:lnTo>
                    <a:lnTo>
                      <a:pt x="116" y="519"/>
                    </a:lnTo>
                    <a:lnTo>
                      <a:pt x="135" y="487"/>
                    </a:lnTo>
                    <a:lnTo>
                      <a:pt x="135" y="359"/>
                    </a:lnTo>
                    <a:lnTo>
                      <a:pt x="167" y="71"/>
                    </a:lnTo>
                    <a:lnTo>
                      <a:pt x="192" y="244"/>
                    </a:lnTo>
                    <a:lnTo>
                      <a:pt x="205" y="96"/>
                    </a:lnTo>
                    <a:lnTo>
                      <a:pt x="218" y="615"/>
                    </a:lnTo>
                    <a:lnTo>
                      <a:pt x="244" y="397"/>
                    </a:lnTo>
                    <a:lnTo>
                      <a:pt x="282" y="519"/>
                    </a:lnTo>
                    <a:lnTo>
                      <a:pt x="308" y="308"/>
                    </a:lnTo>
                    <a:lnTo>
                      <a:pt x="333" y="442"/>
                    </a:lnTo>
                    <a:lnTo>
                      <a:pt x="346" y="352"/>
                    </a:lnTo>
                    <a:lnTo>
                      <a:pt x="365" y="384"/>
                    </a:lnTo>
                    <a:lnTo>
                      <a:pt x="378" y="135"/>
                    </a:lnTo>
                    <a:lnTo>
                      <a:pt x="391" y="301"/>
                    </a:lnTo>
                    <a:lnTo>
                      <a:pt x="384" y="519"/>
                    </a:lnTo>
                    <a:lnTo>
                      <a:pt x="404" y="679"/>
                    </a:lnTo>
                    <a:lnTo>
                      <a:pt x="429" y="628"/>
                    </a:lnTo>
                    <a:lnTo>
                      <a:pt x="442" y="480"/>
                    </a:lnTo>
                    <a:lnTo>
                      <a:pt x="455" y="391"/>
                    </a:lnTo>
                    <a:lnTo>
                      <a:pt x="436" y="506"/>
                    </a:lnTo>
                    <a:lnTo>
                      <a:pt x="461" y="352"/>
                    </a:lnTo>
                    <a:lnTo>
                      <a:pt x="474" y="455"/>
                    </a:lnTo>
                    <a:lnTo>
                      <a:pt x="493" y="519"/>
                    </a:lnTo>
                    <a:lnTo>
                      <a:pt x="512" y="410"/>
                    </a:lnTo>
                    <a:lnTo>
                      <a:pt x="532" y="186"/>
                    </a:lnTo>
                    <a:lnTo>
                      <a:pt x="544" y="231"/>
                    </a:lnTo>
                    <a:lnTo>
                      <a:pt x="570" y="148"/>
                    </a:lnTo>
                    <a:lnTo>
                      <a:pt x="576" y="301"/>
                    </a:lnTo>
                    <a:lnTo>
                      <a:pt x="576" y="730"/>
                    </a:lnTo>
                    <a:lnTo>
                      <a:pt x="647" y="0"/>
                    </a:lnTo>
                    <a:lnTo>
                      <a:pt x="647" y="250"/>
                    </a:lnTo>
                    <a:lnTo>
                      <a:pt x="660" y="333"/>
                    </a:lnTo>
                    <a:lnTo>
                      <a:pt x="685" y="192"/>
                    </a:lnTo>
                    <a:lnTo>
                      <a:pt x="711" y="340"/>
                    </a:lnTo>
                    <a:lnTo>
                      <a:pt x="698" y="429"/>
                    </a:lnTo>
                    <a:lnTo>
                      <a:pt x="717" y="461"/>
                    </a:lnTo>
                  </a:path>
                </a:pathLst>
              </a:custGeom>
              <a:noFill/>
              <a:ln w="9525">
                <a:solidFill>
                  <a:srgbClr val="0079F2"/>
                </a:solidFill>
                <a:round/>
                <a:headEnd/>
                <a:tailEnd/>
              </a:ln>
            </p:spPr>
            <p:txBody>
              <a:bodyPr/>
              <a:lstStyle/>
              <a:p>
                <a:endParaRPr lang="en-GB"/>
              </a:p>
            </p:txBody>
          </p:sp>
          <p:sp>
            <p:nvSpPr>
              <p:cNvPr id="81" name="Freeform 48"/>
              <p:cNvSpPr>
                <a:spLocks/>
              </p:cNvSpPr>
              <p:nvPr/>
            </p:nvSpPr>
            <p:spPr bwMode="auto">
              <a:xfrm flipH="1">
                <a:off x="4077" y="1119"/>
                <a:ext cx="313" cy="756"/>
              </a:xfrm>
              <a:custGeom>
                <a:avLst/>
                <a:gdLst>
                  <a:gd name="T0" fmla="*/ 0 w 717"/>
                  <a:gd name="T1" fmla="*/ 756 h 756"/>
                  <a:gd name="T2" fmla="*/ 4 w 717"/>
                  <a:gd name="T3" fmla="*/ 167 h 756"/>
                  <a:gd name="T4" fmla="*/ 5 w 717"/>
                  <a:gd name="T5" fmla="*/ 384 h 756"/>
                  <a:gd name="T6" fmla="*/ 7 w 717"/>
                  <a:gd name="T7" fmla="*/ 103 h 756"/>
                  <a:gd name="T8" fmla="*/ 10 w 717"/>
                  <a:gd name="T9" fmla="*/ 519 h 756"/>
                  <a:gd name="T10" fmla="*/ 11 w 717"/>
                  <a:gd name="T11" fmla="*/ 487 h 756"/>
                  <a:gd name="T12" fmla="*/ 11 w 717"/>
                  <a:gd name="T13" fmla="*/ 359 h 756"/>
                  <a:gd name="T14" fmla="*/ 14 w 717"/>
                  <a:gd name="T15" fmla="*/ 71 h 756"/>
                  <a:gd name="T16" fmla="*/ 16 w 717"/>
                  <a:gd name="T17" fmla="*/ 244 h 756"/>
                  <a:gd name="T18" fmla="*/ 17 w 717"/>
                  <a:gd name="T19" fmla="*/ 96 h 756"/>
                  <a:gd name="T20" fmla="*/ 18 w 717"/>
                  <a:gd name="T21" fmla="*/ 615 h 756"/>
                  <a:gd name="T22" fmla="*/ 21 w 717"/>
                  <a:gd name="T23" fmla="*/ 397 h 756"/>
                  <a:gd name="T24" fmla="*/ 24 w 717"/>
                  <a:gd name="T25" fmla="*/ 519 h 756"/>
                  <a:gd name="T26" fmla="*/ 25 w 717"/>
                  <a:gd name="T27" fmla="*/ 308 h 756"/>
                  <a:gd name="T28" fmla="*/ 28 w 717"/>
                  <a:gd name="T29" fmla="*/ 442 h 756"/>
                  <a:gd name="T30" fmla="*/ 29 w 717"/>
                  <a:gd name="T31" fmla="*/ 352 h 756"/>
                  <a:gd name="T32" fmla="*/ 30 w 717"/>
                  <a:gd name="T33" fmla="*/ 384 h 756"/>
                  <a:gd name="T34" fmla="*/ 31 w 717"/>
                  <a:gd name="T35" fmla="*/ 135 h 756"/>
                  <a:gd name="T36" fmla="*/ 33 w 717"/>
                  <a:gd name="T37" fmla="*/ 301 h 756"/>
                  <a:gd name="T38" fmla="*/ 32 w 717"/>
                  <a:gd name="T39" fmla="*/ 519 h 756"/>
                  <a:gd name="T40" fmla="*/ 34 w 717"/>
                  <a:gd name="T41" fmla="*/ 679 h 756"/>
                  <a:gd name="T42" fmla="*/ 36 w 717"/>
                  <a:gd name="T43" fmla="*/ 628 h 756"/>
                  <a:gd name="T44" fmla="*/ 37 w 717"/>
                  <a:gd name="T45" fmla="*/ 480 h 756"/>
                  <a:gd name="T46" fmla="*/ 38 w 717"/>
                  <a:gd name="T47" fmla="*/ 391 h 756"/>
                  <a:gd name="T48" fmla="*/ 36 w 717"/>
                  <a:gd name="T49" fmla="*/ 506 h 756"/>
                  <a:gd name="T50" fmla="*/ 38 w 717"/>
                  <a:gd name="T51" fmla="*/ 352 h 756"/>
                  <a:gd name="T52" fmla="*/ 39 w 717"/>
                  <a:gd name="T53" fmla="*/ 455 h 756"/>
                  <a:gd name="T54" fmla="*/ 41 w 717"/>
                  <a:gd name="T55" fmla="*/ 519 h 756"/>
                  <a:gd name="T56" fmla="*/ 43 w 717"/>
                  <a:gd name="T57" fmla="*/ 410 h 756"/>
                  <a:gd name="T58" fmla="*/ 44 w 717"/>
                  <a:gd name="T59" fmla="*/ 186 h 756"/>
                  <a:gd name="T60" fmla="*/ 45 w 717"/>
                  <a:gd name="T61" fmla="*/ 231 h 756"/>
                  <a:gd name="T62" fmla="*/ 48 w 717"/>
                  <a:gd name="T63" fmla="*/ 148 h 756"/>
                  <a:gd name="T64" fmla="*/ 48 w 717"/>
                  <a:gd name="T65" fmla="*/ 301 h 756"/>
                  <a:gd name="T66" fmla="*/ 48 w 717"/>
                  <a:gd name="T67" fmla="*/ 730 h 756"/>
                  <a:gd name="T68" fmla="*/ 54 w 717"/>
                  <a:gd name="T69" fmla="*/ 0 h 756"/>
                  <a:gd name="T70" fmla="*/ 54 w 717"/>
                  <a:gd name="T71" fmla="*/ 250 h 756"/>
                  <a:gd name="T72" fmla="*/ 55 w 717"/>
                  <a:gd name="T73" fmla="*/ 333 h 756"/>
                  <a:gd name="T74" fmla="*/ 57 w 717"/>
                  <a:gd name="T75" fmla="*/ 192 h 756"/>
                  <a:gd name="T76" fmla="*/ 59 w 717"/>
                  <a:gd name="T77" fmla="*/ 340 h 756"/>
                  <a:gd name="T78" fmla="*/ 58 w 717"/>
                  <a:gd name="T79" fmla="*/ 429 h 756"/>
                  <a:gd name="T80" fmla="*/ 60 w 717"/>
                  <a:gd name="T81" fmla="*/ 461 h 756"/>
                  <a:gd name="T82" fmla="*/ 0 60000 65536"/>
                  <a:gd name="T83" fmla="*/ 0 60000 65536"/>
                  <a:gd name="T84" fmla="*/ 0 60000 65536"/>
                  <a:gd name="T85" fmla="*/ 0 60000 65536"/>
                  <a:gd name="T86" fmla="*/ 0 60000 65536"/>
                  <a:gd name="T87" fmla="*/ 0 60000 65536"/>
                  <a:gd name="T88" fmla="*/ 0 60000 65536"/>
                  <a:gd name="T89" fmla="*/ 0 60000 65536"/>
                  <a:gd name="T90" fmla="*/ 0 60000 65536"/>
                  <a:gd name="T91" fmla="*/ 0 60000 65536"/>
                  <a:gd name="T92" fmla="*/ 0 60000 65536"/>
                  <a:gd name="T93" fmla="*/ 0 60000 65536"/>
                  <a:gd name="T94" fmla="*/ 0 60000 65536"/>
                  <a:gd name="T95" fmla="*/ 0 60000 65536"/>
                  <a:gd name="T96" fmla="*/ 0 60000 65536"/>
                  <a:gd name="T97" fmla="*/ 0 60000 65536"/>
                  <a:gd name="T98" fmla="*/ 0 60000 65536"/>
                  <a:gd name="T99" fmla="*/ 0 60000 65536"/>
                  <a:gd name="T100" fmla="*/ 0 60000 65536"/>
                  <a:gd name="T101" fmla="*/ 0 60000 65536"/>
                  <a:gd name="T102" fmla="*/ 0 60000 65536"/>
                  <a:gd name="T103" fmla="*/ 0 60000 65536"/>
                  <a:gd name="T104" fmla="*/ 0 60000 65536"/>
                  <a:gd name="T105" fmla="*/ 0 60000 65536"/>
                  <a:gd name="T106" fmla="*/ 0 60000 65536"/>
                  <a:gd name="T107" fmla="*/ 0 60000 65536"/>
                  <a:gd name="T108" fmla="*/ 0 60000 65536"/>
                  <a:gd name="T109" fmla="*/ 0 60000 65536"/>
                  <a:gd name="T110" fmla="*/ 0 60000 65536"/>
                  <a:gd name="T111" fmla="*/ 0 60000 65536"/>
                  <a:gd name="T112" fmla="*/ 0 60000 65536"/>
                  <a:gd name="T113" fmla="*/ 0 60000 65536"/>
                  <a:gd name="T114" fmla="*/ 0 60000 65536"/>
                  <a:gd name="T115" fmla="*/ 0 60000 65536"/>
                  <a:gd name="T116" fmla="*/ 0 60000 65536"/>
                  <a:gd name="T117" fmla="*/ 0 60000 65536"/>
                  <a:gd name="T118" fmla="*/ 0 60000 65536"/>
                  <a:gd name="T119" fmla="*/ 0 60000 65536"/>
                  <a:gd name="T120" fmla="*/ 0 60000 65536"/>
                  <a:gd name="T121" fmla="*/ 0 60000 65536"/>
                  <a:gd name="T122" fmla="*/ 0 60000 65536"/>
                  <a:gd name="T123" fmla="*/ 0 w 717"/>
                  <a:gd name="T124" fmla="*/ 0 h 756"/>
                  <a:gd name="T125" fmla="*/ 717 w 717"/>
                  <a:gd name="T126" fmla="*/ 756 h 756"/>
                </a:gdLst>
                <a:ahLst/>
                <a:cxnLst>
                  <a:cxn ang="T82">
                    <a:pos x="T0" y="T1"/>
                  </a:cxn>
                  <a:cxn ang="T83">
                    <a:pos x="T2" y="T3"/>
                  </a:cxn>
                  <a:cxn ang="T84">
                    <a:pos x="T4" y="T5"/>
                  </a:cxn>
                  <a:cxn ang="T85">
                    <a:pos x="T6" y="T7"/>
                  </a:cxn>
                  <a:cxn ang="T86">
                    <a:pos x="T8" y="T9"/>
                  </a:cxn>
                  <a:cxn ang="T87">
                    <a:pos x="T10" y="T11"/>
                  </a:cxn>
                  <a:cxn ang="T88">
                    <a:pos x="T12" y="T13"/>
                  </a:cxn>
                  <a:cxn ang="T89">
                    <a:pos x="T14" y="T15"/>
                  </a:cxn>
                  <a:cxn ang="T90">
                    <a:pos x="T16" y="T17"/>
                  </a:cxn>
                  <a:cxn ang="T91">
                    <a:pos x="T18" y="T19"/>
                  </a:cxn>
                  <a:cxn ang="T92">
                    <a:pos x="T20" y="T21"/>
                  </a:cxn>
                  <a:cxn ang="T93">
                    <a:pos x="T22" y="T23"/>
                  </a:cxn>
                  <a:cxn ang="T94">
                    <a:pos x="T24" y="T25"/>
                  </a:cxn>
                  <a:cxn ang="T95">
                    <a:pos x="T26" y="T27"/>
                  </a:cxn>
                  <a:cxn ang="T96">
                    <a:pos x="T28" y="T29"/>
                  </a:cxn>
                  <a:cxn ang="T97">
                    <a:pos x="T30" y="T31"/>
                  </a:cxn>
                  <a:cxn ang="T98">
                    <a:pos x="T32" y="T33"/>
                  </a:cxn>
                  <a:cxn ang="T99">
                    <a:pos x="T34" y="T35"/>
                  </a:cxn>
                  <a:cxn ang="T100">
                    <a:pos x="T36" y="T37"/>
                  </a:cxn>
                  <a:cxn ang="T101">
                    <a:pos x="T38" y="T39"/>
                  </a:cxn>
                  <a:cxn ang="T102">
                    <a:pos x="T40" y="T41"/>
                  </a:cxn>
                  <a:cxn ang="T103">
                    <a:pos x="T42" y="T43"/>
                  </a:cxn>
                  <a:cxn ang="T104">
                    <a:pos x="T44" y="T45"/>
                  </a:cxn>
                  <a:cxn ang="T105">
                    <a:pos x="T46" y="T47"/>
                  </a:cxn>
                  <a:cxn ang="T106">
                    <a:pos x="T48" y="T49"/>
                  </a:cxn>
                  <a:cxn ang="T107">
                    <a:pos x="T50" y="T51"/>
                  </a:cxn>
                  <a:cxn ang="T108">
                    <a:pos x="T52" y="T53"/>
                  </a:cxn>
                  <a:cxn ang="T109">
                    <a:pos x="T54" y="T55"/>
                  </a:cxn>
                  <a:cxn ang="T110">
                    <a:pos x="T56" y="T57"/>
                  </a:cxn>
                  <a:cxn ang="T111">
                    <a:pos x="T58" y="T59"/>
                  </a:cxn>
                  <a:cxn ang="T112">
                    <a:pos x="T60" y="T61"/>
                  </a:cxn>
                  <a:cxn ang="T113">
                    <a:pos x="T62" y="T63"/>
                  </a:cxn>
                  <a:cxn ang="T114">
                    <a:pos x="T64" y="T65"/>
                  </a:cxn>
                  <a:cxn ang="T115">
                    <a:pos x="T66" y="T67"/>
                  </a:cxn>
                  <a:cxn ang="T116">
                    <a:pos x="T68" y="T69"/>
                  </a:cxn>
                  <a:cxn ang="T117">
                    <a:pos x="T70" y="T71"/>
                  </a:cxn>
                  <a:cxn ang="T118">
                    <a:pos x="T72" y="T73"/>
                  </a:cxn>
                  <a:cxn ang="T119">
                    <a:pos x="T74" y="T75"/>
                  </a:cxn>
                  <a:cxn ang="T120">
                    <a:pos x="T76" y="T77"/>
                  </a:cxn>
                  <a:cxn ang="T121">
                    <a:pos x="T78" y="T79"/>
                  </a:cxn>
                  <a:cxn ang="T122">
                    <a:pos x="T80" y="T81"/>
                  </a:cxn>
                </a:cxnLst>
                <a:rect l="T123" t="T124" r="T125" b="T126"/>
                <a:pathLst>
                  <a:path w="717" h="756">
                    <a:moveTo>
                      <a:pt x="0" y="756"/>
                    </a:moveTo>
                    <a:lnTo>
                      <a:pt x="52" y="167"/>
                    </a:lnTo>
                    <a:lnTo>
                      <a:pt x="64" y="384"/>
                    </a:lnTo>
                    <a:lnTo>
                      <a:pt x="90" y="103"/>
                    </a:lnTo>
                    <a:lnTo>
                      <a:pt x="116" y="519"/>
                    </a:lnTo>
                    <a:lnTo>
                      <a:pt x="135" y="487"/>
                    </a:lnTo>
                    <a:lnTo>
                      <a:pt x="135" y="359"/>
                    </a:lnTo>
                    <a:lnTo>
                      <a:pt x="167" y="71"/>
                    </a:lnTo>
                    <a:lnTo>
                      <a:pt x="192" y="244"/>
                    </a:lnTo>
                    <a:lnTo>
                      <a:pt x="205" y="96"/>
                    </a:lnTo>
                    <a:lnTo>
                      <a:pt x="218" y="615"/>
                    </a:lnTo>
                    <a:lnTo>
                      <a:pt x="244" y="397"/>
                    </a:lnTo>
                    <a:lnTo>
                      <a:pt x="282" y="519"/>
                    </a:lnTo>
                    <a:lnTo>
                      <a:pt x="308" y="308"/>
                    </a:lnTo>
                    <a:lnTo>
                      <a:pt x="333" y="442"/>
                    </a:lnTo>
                    <a:lnTo>
                      <a:pt x="346" y="352"/>
                    </a:lnTo>
                    <a:lnTo>
                      <a:pt x="365" y="384"/>
                    </a:lnTo>
                    <a:lnTo>
                      <a:pt x="378" y="135"/>
                    </a:lnTo>
                    <a:lnTo>
                      <a:pt x="391" y="301"/>
                    </a:lnTo>
                    <a:lnTo>
                      <a:pt x="384" y="519"/>
                    </a:lnTo>
                    <a:lnTo>
                      <a:pt x="404" y="679"/>
                    </a:lnTo>
                    <a:lnTo>
                      <a:pt x="429" y="628"/>
                    </a:lnTo>
                    <a:lnTo>
                      <a:pt x="442" y="480"/>
                    </a:lnTo>
                    <a:lnTo>
                      <a:pt x="455" y="391"/>
                    </a:lnTo>
                    <a:lnTo>
                      <a:pt x="436" y="506"/>
                    </a:lnTo>
                    <a:lnTo>
                      <a:pt x="461" y="352"/>
                    </a:lnTo>
                    <a:lnTo>
                      <a:pt x="474" y="455"/>
                    </a:lnTo>
                    <a:lnTo>
                      <a:pt x="493" y="519"/>
                    </a:lnTo>
                    <a:lnTo>
                      <a:pt x="512" y="410"/>
                    </a:lnTo>
                    <a:lnTo>
                      <a:pt x="532" y="186"/>
                    </a:lnTo>
                    <a:lnTo>
                      <a:pt x="544" y="231"/>
                    </a:lnTo>
                    <a:lnTo>
                      <a:pt x="570" y="148"/>
                    </a:lnTo>
                    <a:lnTo>
                      <a:pt x="576" y="301"/>
                    </a:lnTo>
                    <a:lnTo>
                      <a:pt x="576" y="730"/>
                    </a:lnTo>
                    <a:lnTo>
                      <a:pt x="647" y="0"/>
                    </a:lnTo>
                    <a:lnTo>
                      <a:pt x="647" y="250"/>
                    </a:lnTo>
                    <a:lnTo>
                      <a:pt x="660" y="333"/>
                    </a:lnTo>
                    <a:lnTo>
                      <a:pt x="685" y="192"/>
                    </a:lnTo>
                    <a:lnTo>
                      <a:pt x="711" y="340"/>
                    </a:lnTo>
                    <a:lnTo>
                      <a:pt x="698" y="429"/>
                    </a:lnTo>
                    <a:lnTo>
                      <a:pt x="717" y="461"/>
                    </a:lnTo>
                  </a:path>
                </a:pathLst>
              </a:custGeom>
              <a:noFill/>
              <a:ln w="9525">
                <a:solidFill>
                  <a:srgbClr val="0079F2"/>
                </a:solidFill>
                <a:round/>
                <a:headEnd/>
                <a:tailEnd/>
              </a:ln>
            </p:spPr>
            <p:txBody>
              <a:bodyPr/>
              <a:lstStyle/>
              <a:p>
                <a:endParaRPr lang="en-GB"/>
              </a:p>
            </p:txBody>
          </p:sp>
          <p:sp>
            <p:nvSpPr>
              <p:cNvPr id="82" name="Freeform 49"/>
              <p:cNvSpPr>
                <a:spLocks/>
              </p:cNvSpPr>
              <p:nvPr/>
            </p:nvSpPr>
            <p:spPr bwMode="auto">
              <a:xfrm flipV="1">
                <a:off x="4385" y="1138"/>
                <a:ext cx="313" cy="756"/>
              </a:xfrm>
              <a:custGeom>
                <a:avLst/>
                <a:gdLst>
                  <a:gd name="T0" fmla="*/ 0 w 717"/>
                  <a:gd name="T1" fmla="*/ 756 h 756"/>
                  <a:gd name="T2" fmla="*/ 4 w 717"/>
                  <a:gd name="T3" fmla="*/ 167 h 756"/>
                  <a:gd name="T4" fmla="*/ 5 w 717"/>
                  <a:gd name="T5" fmla="*/ 384 h 756"/>
                  <a:gd name="T6" fmla="*/ 7 w 717"/>
                  <a:gd name="T7" fmla="*/ 103 h 756"/>
                  <a:gd name="T8" fmla="*/ 10 w 717"/>
                  <a:gd name="T9" fmla="*/ 519 h 756"/>
                  <a:gd name="T10" fmla="*/ 11 w 717"/>
                  <a:gd name="T11" fmla="*/ 487 h 756"/>
                  <a:gd name="T12" fmla="*/ 11 w 717"/>
                  <a:gd name="T13" fmla="*/ 359 h 756"/>
                  <a:gd name="T14" fmla="*/ 14 w 717"/>
                  <a:gd name="T15" fmla="*/ 71 h 756"/>
                  <a:gd name="T16" fmla="*/ 16 w 717"/>
                  <a:gd name="T17" fmla="*/ 244 h 756"/>
                  <a:gd name="T18" fmla="*/ 17 w 717"/>
                  <a:gd name="T19" fmla="*/ 96 h 756"/>
                  <a:gd name="T20" fmla="*/ 18 w 717"/>
                  <a:gd name="T21" fmla="*/ 615 h 756"/>
                  <a:gd name="T22" fmla="*/ 21 w 717"/>
                  <a:gd name="T23" fmla="*/ 397 h 756"/>
                  <a:gd name="T24" fmla="*/ 24 w 717"/>
                  <a:gd name="T25" fmla="*/ 519 h 756"/>
                  <a:gd name="T26" fmla="*/ 25 w 717"/>
                  <a:gd name="T27" fmla="*/ 308 h 756"/>
                  <a:gd name="T28" fmla="*/ 28 w 717"/>
                  <a:gd name="T29" fmla="*/ 442 h 756"/>
                  <a:gd name="T30" fmla="*/ 29 w 717"/>
                  <a:gd name="T31" fmla="*/ 352 h 756"/>
                  <a:gd name="T32" fmla="*/ 30 w 717"/>
                  <a:gd name="T33" fmla="*/ 384 h 756"/>
                  <a:gd name="T34" fmla="*/ 31 w 717"/>
                  <a:gd name="T35" fmla="*/ 135 h 756"/>
                  <a:gd name="T36" fmla="*/ 33 w 717"/>
                  <a:gd name="T37" fmla="*/ 301 h 756"/>
                  <a:gd name="T38" fmla="*/ 32 w 717"/>
                  <a:gd name="T39" fmla="*/ 519 h 756"/>
                  <a:gd name="T40" fmla="*/ 34 w 717"/>
                  <a:gd name="T41" fmla="*/ 679 h 756"/>
                  <a:gd name="T42" fmla="*/ 36 w 717"/>
                  <a:gd name="T43" fmla="*/ 628 h 756"/>
                  <a:gd name="T44" fmla="*/ 37 w 717"/>
                  <a:gd name="T45" fmla="*/ 480 h 756"/>
                  <a:gd name="T46" fmla="*/ 38 w 717"/>
                  <a:gd name="T47" fmla="*/ 391 h 756"/>
                  <a:gd name="T48" fmla="*/ 36 w 717"/>
                  <a:gd name="T49" fmla="*/ 506 h 756"/>
                  <a:gd name="T50" fmla="*/ 38 w 717"/>
                  <a:gd name="T51" fmla="*/ 352 h 756"/>
                  <a:gd name="T52" fmla="*/ 39 w 717"/>
                  <a:gd name="T53" fmla="*/ 455 h 756"/>
                  <a:gd name="T54" fmla="*/ 41 w 717"/>
                  <a:gd name="T55" fmla="*/ 519 h 756"/>
                  <a:gd name="T56" fmla="*/ 43 w 717"/>
                  <a:gd name="T57" fmla="*/ 410 h 756"/>
                  <a:gd name="T58" fmla="*/ 44 w 717"/>
                  <a:gd name="T59" fmla="*/ 186 h 756"/>
                  <a:gd name="T60" fmla="*/ 45 w 717"/>
                  <a:gd name="T61" fmla="*/ 231 h 756"/>
                  <a:gd name="T62" fmla="*/ 48 w 717"/>
                  <a:gd name="T63" fmla="*/ 148 h 756"/>
                  <a:gd name="T64" fmla="*/ 48 w 717"/>
                  <a:gd name="T65" fmla="*/ 301 h 756"/>
                  <a:gd name="T66" fmla="*/ 48 w 717"/>
                  <a:gd name="T67" fmla="*/ 730 h 756"/>
                  <a:gd name="T68" fmla="*/ 54 w 717"/>
                  <a:gd name="T69" fmla="*/ 0 h 756"/>
                  <a:gd name="T70" fmla="*/ 54 w 717"/>
                  <a:gd name="T71" fmla="*/ 250 h 756"/>
                  <a:gd name="T72" fmla="*/ 55 w 717"/>
                  <a:gd name="T73" fmla="*/ 333 h 756"/>
                  <a:gd name="T74" fmla="*/ 57 w 717"/>
                  <a:gd name="T75" fmla="*/ 192 h 756"/>
                  <a:gd name="T76" fmla="*/ 59 w 717"/>
                  <a:gd name="T77" fmla="*/ 340 h 756"/>
                  <a:gd name="T78" fmla="*/ 58 w 717"/>
                  <a:gd name="T79" fmla="*/ 429 h 756"/>
                  <a:gd name="T80" fmla="*/ 60 w 717"/>
                  <a:gd name="T81" fmla="*/ 461 h 756"/>
                  <a:gd name="T82" fmla="*/ 0 60000 65536"/>
                  <a:gd name="T83" fmla="*/ 0 60000 65536"/>
                  <a:gd name="T84" fmla="*/ 0 60000 65536"/>
                  <a:gd name="T85" fmla="*/ 0 60000 65536"/>
                  <a:gd name="T86" fmla="*/ 0 60000 65536"/>
                  <a:gd name="T87" fmla="*/ 0 60000 65536"/>
                  <a:gd name="T88" fmla="*/ 0 60000 65536"/>
                  <a:gd name="T89" fmla="*/ 0 60000 65536"/>
                  <a:gd name="T90" fmla="*/ 0 60000 65536"/>
                  <a:gd name="T91" fmla="*/ 0 60000 65536"/>
                  <a:gd name="T92" fmla="*/ 0 60000 65536"/>
                  <a:gd name="T93" fmla="*/ 0 60000 65536"/>
                  <a:gd name="T94" fmla="*/ 0 60000 65536"/>
                  <a:gd name="T95" fmla="*/ 0 60000 65536"/>
                  <a:gd name="T96" fmla="*/ 0 60000 65536"/>
                  <a:gd name="T97" fmla="*/ 0 60000 65536"/>
                  <a:gd name="T98" fmla="*/ 0 60000 65536"/>
                  <a:gd name="T99" fmla="*/ 0 60000 65536"/>
                  <a:gd name="T100" fmla="*/ 0 60000 65536"/>
                  <a:gd name="T101" fmla="*/ 0 60000 65536"/>
                  <a:gd name="T102" fmla="*/ 0 60000 65536"/>
                  <a:gd name="T103" fmla="*/ 0 60000 65536"/>
                  <a:gd name="T104" fmla="*/ 0 60000 65536"/>
                  <a:gd name="T105" fmla="*/ 0 60000 65536"/>
                  <a:gd name="T106" fmla="*/ 0 60000 65536"/>
                  <a:gd name="T107" fmla="*/ 0 60000 65536"/>
                  <a:gd name="T108" fmla="*/ 0 60000 65536"/>
                  <a:gd name="T109" fmla="*/ 0 60000 65536"/>
                  <a:gd name="T110" fmla="*/ 0 60000 65536"/>
                  <a:gd name="T111" fmla="*/ 0 60000 65536"/>
                  <a:gd name="T112" fmla="*/ 0 60000 65536"/>
                  <a:gd name="T113" fmla="*/ 0 60000 65536"/>
                  <a:gd name="T114" fmla="*/ 0 60000 65536"/>
                  <a:gd name="T115" fmla="*/ 0 60000 65536"/>
                  <a:gd name="T116" fmla="*/ 0 60000 65536"/>
                  <a:gd name="T117" fmla="*/ 0 60000 65536"/>
                  <a:gd name="T118" fmla="*/ 0 60000 65536"/>
                  <a:gd name="T119" fmla="*/ 0 60000 65536"/>
                  <a:gd name="T120" fmla="*/ 0 60000 65536"/>
                  <a:gd name="T121" fmla="*/ 0 60000 65536"/>
                  <a:gd name="T122" fmla="*/ 0 60000 65536"/>
                  <a:gd name="T123" fmla="*/ 0 w 717"/>
                  <a:gd name="T124" fmla="*/ 0 h 756"/>
                  <a:gd name="T125" fmla="*/ 717 w 717"/>
                  <a:gd name="T126" fmla="*/ 756 h 756"/>
                </a:gdLst>
                <a:ahLst/>
                <a:cxnLst>
                  <a:cxn ang="T82">
                    <a:pos x="T0" y="T1"/>
                  </a:cxn>
                  <a:cxn ang="T83">
                    <a:pos x="T2" y="T3"/>
                  </a:cxn>
                  <a:cxn ang="T84">
                    <a:pos x="T4" y="T5"/>
                  </a:cxn>
                  <a:cxn ang="T85">
                    <a:pos x="T6" y="T7"/>
                  </a:cxn>
                  <a:cxn ang="T86">
                    <a:pos x="T8" y="T9"/>
                  </a:cxn>
                  <a:cxn ang="T87">
                    <a:pos x="T10" y="T11"/>
                  </a:cxn>
                  <a:cxn ang="T88">
                    <a:pos x="T12" y="T13"/>
                  </a:cxn>
                  <a:cxn ang="T89">
                    <a:pos x="T14" y="T15"/>
                  </a:cxn>
                  <a:cxn ang="T90">
                    <a:pos x="T16" y="T17"/>
                  </a:cxn>
                  <a:cxn ang="T91">
                    <a:pos x="T18" y="T19"/>
                  </a:cxn>
                  <a:cxn ang="T92">
                    <a:pos x="T20" y="T21"/>
                  </a:cxn>
                  <a:cxn ang="T93">
                    <a:pos x="T22" y="T23"/>
                  </a:cxn>
                  <a:cxn ang="T94">
                    <a:pos x="T24" y="T25"/>
                  </a:cxn>
                  <a:cxn ang="T95">
                    <a:pos x="T26" y="T27"/>
                  </a:cxn>
                  <a:cxn ang="T96">
                    <a:pos x="T28" y="T29"/>
                  </a:cxn>
                  <a:cxn ang="T97">
                    <a:pos x="T30" y="T31"/>
                  </a:cxn>
                  <a:cxn ang="T98">
                    <a:pos x="T32" y="T33"/>
                  </a:cxn>
                  <a:cxn ang="T99">
                    <a:pos x="T34" y="T35"/>
                  </a:cxn>
                  <a:cxn ang="T100">
                    <a:pos x="T36" y="T37"/>
                  </a:cxn>
                  <a:cxn ang="T101">
                    <a:pos x="T38" y="T39"/>
                  </a:cxn>
                  <a:cxn ang="T102">
                    <a:pos x="T40" y="T41"/>
                  </a:cxn>
                  <a:cxn ang="T103">
                    <a:pos x="T42" y="T43"/>
                  </a:cxn>
                  <a:cxn ang="T104">
                    <a:pos x="T44" y="T45"/>
                  </a:cxn>
                  <a:cxn ang="T105">
                    <a:pos x="T46" y="T47"/>
                  </a:cxn>
                  <a:cxn ang="T106">
                    <a:pos x="T48" y="T49"/>
                  </a:cxn>
                  <a:cxn ang="T107">
                    <a:pos x="T50" y="T51"/>
                  </a:cxn>
                  <a:cxn ang="T108">
                    <a:pos x="T52" y="T53"/>
                  </a:cxn>
                  <a:cxn ang="T109">
                    <a:pos x="T54" y="T55"/>
                  </a:cxn>
                  <a:cxn ang="T110">
                    <a:pos x="T56" y="T57"/>
                  </a:cxn>
                  <a:cxn ang="T111">
                    <a:pos x="T58" y="T59"/>
                  </a:cxn>
                  <a:cxn ang="T112">
                    <a:pos x="T60" y="T61"/>
                  </a:cxn>
                  <a:cxn ang="T113">
                    <a:pos x="T62" y="T63"/>
                  </a:cxn>
                  <a:cxn ang="T114">
                    <a:pos x="T64" y="T65"/>
                  </a:cxn>
                  <a:cxn ang="T115">
                    <a:pos x="T66" y="T67"/>
                  </a:cxn>
                  <a:cxn ang="T116">
                    <a:pos x="T68" y="T69"/>
                  </a:cxn>
                  <a:cxn ang="T117">
                    <a:pos x="T70" y="T71"/>
                  </a:cxn>
                  <a:cxn ang="T118">
                    <a:pos x="T72" y="T73"/>
                  </a:cxn>
                  <a:cxn ang="T119">
                    <a:pos x="T74" y="T75"/>
                  </a:cxn>
                  <a:cxn ang="T120">
                    <a:pos x="T76" y="T77"/>
                  </a:cxn>
                  <a:cxn ang="T121">
                    <a:pos x="T78" y="T79"/>
                  </a:cxn>
                  <a:cxn ang="T122">
                    <a:pos x="T80" y="T81"/>
                  </a:cxn>
                </a:cxnLst>
                <a:rect l="T123" t="T124" r="T125" b="T126"/>
                <a:pathLst>
                  <a:path w="717" h="756">
                    <a:moveTo>
                      <a:pt x="0" y="756"/>
                    </a:moveTo>
                    <a:lnTo>
                      <a:pt x="52" y="167"/>
                    </a:lnTo>
                    <a:lnTo>
                      <a:pt x="64" y="384"/>
                    </a:lnTo>
                    <a:lnTo>
                      <a:pt x="90" y="103"/>
                    </a:lnTo>
                    <a:lnTo>
                      <a:pt x="116" y="519"/>
                    </a:lnTo>
                    <a:lnTo>
                      <a:pt x="135" y="487"/>
                    </a:lnTo>
                    <a:lnTo>
                      <a:pt x="135" y="359"/>
                    </a:lnTo>
                    <a:lnTo>
                      <a:pt x="167" y="71"/>
                    </a:lnTo>
                    <a:lnTo>
                      <a:pt x="192" y="244"/>
                    </a:lnTo>
                    <a:lnTo>
                      <a:pt x="205" y="96"/>
                    </a:lnTo>
                    <a:lnTo>
                      <a:pt x="218" y="615"/>
                    </a:lnTo>
                    <a:lnTo>
                      <a:pt x="244" y="397"/>
                    </a:lnTo>
                    <a:lnTo>
                      <a:pt x="282" y="519"/>
                    </a:lnTo>
                    <a:lnTo>
                      <a:pt x="308" y="308"/>
                    </a:lnTo>
                    <a:lnTo>
                      <a:pt x="333" y="442"/>
                    </a:lnTo>
                    <a:lnTo>
                      <a:pt x="346" y="352"/>
                    </a:lnTo>
                    <a:lnTo>
                      <a:pt x="365" y="384"/>
                    </a:lnTo>
                    <a:lnTo>
                      <a:pt x="378" y="135"/>
                    </a:lnTo>
                    <a:lnTo>
                      <a:pt x="391" y="301"/>
                    </a:lnTo>
                    <a:lnTo>
                      <a:pt x="384" y="519"/>
                    </a:lnTo>
                    <a:lnTo>
                      <a:pt x="404" y="679"/>
                    </a:lnTo>
                    <a:lnTo>
                      <a:pt x="429" y="628"/>
                    </a:lnTo>
                    <a:lnTo>
                      <a:pt x="442" y="480"/>
                    </a:lnTo>
                    <a:lnTo>
                      <a:pt x="455" y="391"/>
                    </a:lnTo>
                    <a:lnTo>
                      <a:pt x="436" y="506"/>
                    </a:lnTo>
                    <a:lnTo>
                      <a:pt x="461" y="352"/>
                    </a:lnTo>
                    <a:lnTo>
                      <a:pt x="474" y="455"/>
                    </a:lnTo>
                    <a:lnTo>
                      <a:pt x="493" y="519"/>
                    </a:lnTo>
                    <a:lnTo>
                      <a:pt x="512" y="410"/>
                    </a:lnTo>
                    <a:lnTo>
                      <a:pt x="532" y="186"/>
                    </a:lnTo>
                    <a:lnTo>
                      <a:pt x="544" y="231"/>
                    </a:lnTo>
                    <a:lnTo>
                      <a:pt x="570" y="148"/>
                    </a:lnTo>
                    <a:lnTo>
                      <a:pt x="576" y="301"/>
                    </a:lnTo>
                    <a:lnTo>
                      <a:pt x="576" y="730"/>
                    </a:lnTo>
                    <a:lnTo>
                      <a:pt x="647" y="0"/>
                    </a:lnTo>
                    <a:lnTo>
                      <a:pt x="647" y="250"/>
                    </a:lnTo>
                    <a:lnTo>
                      <a:pt x="660" y="333"/>
                    </a:lnTo>
                    <a:lnTo>
                      <a:pt x="685" y="192"/>
                    </a:lnTo>
                    <a:lnTo>
                      <a:pt x="711" y="340"/>
                    </a:lnTo>
                    <a:lnTo>
                      <a:pt x="698" y="429"/>
                    </a:lnTo>
                    <a:lnTo>
                      <a:pt x="717" y="461"/>
                    </a:lnTo>
                  </a:path>
                </a:pathLst>
              </a:custGeom>
              <a:noFill/>
              <a:ln w="9525">
                <a:solidFill>
                  <a:srgbClr val="0079F2"/>
                </a:solidFill>
                <a:round/>
                <a:headEnd/>
                <a:tailEnd/>
              </a:ln>
            </p:spPr>
            <p:txBody>
              <a:bodyPr/>
              <a:lstStyle/>
              <a:p>
                <a:endParaRPr lang="en-GB"/>
              </a:p>
            </p:txBody>
          </p:sp>
          <p:sp>
            <p:nvSpPr>
              <p:cNvPr id="83" name="Freeform 50"/>
              <p:cNvSpPr>
                <a:spLocks/>
              </p:cNvSpPr>
              <p:nvPr/>
            </p:nvSpPr>
            <p:spPr bwMode="auto">
              <a:xfrm flipH="1">
                <a:off x="4698" y="1100"/>
                <a:ext cx="313" cy="756"/>
              </a:xfrm>
              <a:custGeom>
                <a:avLst/>
                <a:gdLst>
                  <a:gd name="T0" fmla="*/ 0 w 717"/>
                  <a:gd name="T1" fmla="*/ 756 h 756"/>
                  <a:gd name="T2" fmla="*/ 4 w 717"/>
                  <a:gd name="T3" fmla="*/ 167 h 756"/>
                  <a:gd name="T4" fmla="*/ 5 w 717"/>
                  <a:gd name="T5" fmla="*/ 384 h 756"/>
                  <a:gd name="T6" fmla="*/ 7 w 717"/>
                  <a:gd name="T7" fmla="*/ 103 h 756"/>
                  <a:gd name="T8" fmla="*/ 10 w 717"/>
                  <a:gd name="T9" fmla="*/ 519 h 756"/>
                  <a:gd name="T10" fmla="*/ 11 w 717"/>
                  <a:gd name="T11" fmla="*/ 487 h 756"/>
                  <a:gd name="T12" fmla="*/ 11 w 717"/>
                  <a:gd name="T13" fmla="*/ 359 h 756"/>
                  <a:gd name="T14" fmla="*/ 14 w 717"/>
                  <a:gd name="T15" fmla="*/ 71 h 756"/>
                  <a:gd name="T16" fmla="*/ 16 w 717"/>
                  <a:gd name="T17" fmla="*/ 244 h 756"/>
                  <a:gd name="T18" fmla="*/ 17 w 717"/>
                  <a:gd name="T19" fmla="*/ 96 h 756"/>
                  <a:gd name="T20" fmla="*/ 18 w 717"/>
                  <a:gd name="T21" fmla="*/ 615 h 756"/>
                  <a:gd name="T22" fmla="*/ 21 w 717"/>
                  <a:gd name="T23" fmla="*/ 397 h 756"/>
                  <a:gd name="T24" fmla="*/ 24 w 717"/>
                  <a:gd name="T25" fmla="*/ 519 h 756"/>
                  <a:gd name="T26" fmla="*/ 25 w 717"/>
                  <a:gd name="T27" fmla="*/ 308 h 756"/>
                  <a:gd name="T28" fmla="*/ 28 w 717"/>
                  <a:gd name="T29" fmla="*/ 442 h 756"/>
                  <a:gd name="T30" fmla="*/ 29 w 717"/>
                  <a:gd name="T31" fmla="*/ 352 h 756"/>
                  <a:gd name="T32" fmla="*/ 30 w 717"/>
                  <a:gd name="T33" fmla="*/ 384 h 756"/>
                  <a:gd name="T34" fmla="*/ 31 w 717"/>
                  <a:gd name="T35" fmla="*/ 135 h 756"/>
                  <a:gd name="T36" fmla="*/ 33 w 717"/>
                  <a:gd name="T37" fmla="*/ 301 h 756"/>
                  <a:gd name="T38" fmla="*/ 32 w 717"/>
                  <a:gd name="T39" fmla="*/ 519 h 756"/>
                  <a:gd name="T40" fmla="*/ 34 w 717"/>
                  <a:gd name="T41" fmla="*/ 679 h 756"/>
                  <a:gd name="T42" fmla="*/ 36 w 717"/>
                  <a:gd name="T43" fmla="*/ 628 h 756"/>
                  <a:gd name="T44" fmla="*/ 37 w 717"/>
                  <a:gd name="T45" fmla="*/ 480 h 756"/>
                  <a:gd name="T46" fmla="*/ 38 w 717"/>
                  <a:gd name="T47" fmla="*/ 391 h 756"/>
                  <a:gd name="T48" fmla="*/ 36 w 717"/>
                  <a:gd name="T49" fmla="*/ 506 h 756"/>
                  <a:gd name="T50" fmla="*/ 38 w 717"/>
                  <a:gd name="T51" fmla="*/ 352 h 756"/>
                  <a:gd name="T52" fmla="*/ 39 w 717"/>
                  <a:gd name="T53" fmla="*/ 455 h 756"/>
                  <a:gd name="T54" fmla="*/ 41 w 717"/>
                  <a:gd name="T55" fmla="*/ 519 h 756"/>
                  <a:gd name="T56" fmla="*/ 43 w 717"/>
                  <a:gd name="T57" fmla="*/ 410 h 756"/>
                  <a:gd name="T58" fmla="*/ 44 w 717"/>
                  <a:gd name="T59" fmla="*/ 186 h 756"/>
                  <a:gd name="T60" fmla="*/ 45 w 717"/>
                  <a:gd name="T61" fmla="*/ 231 h 756"/>
                  <a:gd name="T62" fmla="*/ 48 w 717"/>
                  <a:gd name="T63" fmla="*/ 148 h 756"/>
                  <a:gd name="T64" fmla="*/ 48 w 717"/>
                  <a:gd name="T65" fmla="*/ 301 h 756"/>
                  <a:gd name="T66" fmla="*/ 48 w 717"/>
                  <a:gd name="T67" fmla="*/ 730 h 756"/>
                  <a:gd name="T68" fmla="*/ 54 w 717"/>
                  <a:gd name="T69" fmla="*/ 0 h 756"/>
                  <a:gd name="T70" fmla="*/ 54 w 717"/>
                  <a:gd name="T71" fmla="*/ 250 h 756"/>
                  <a:gd name="T72" fmla="*/ 55 w 717"/>
                  <a:gd name="T73" fmla="*/ 333 h 756"/>
                  <a:gd name="T74" fmla="*/ 57 w 717"/>
                  <a:gd name="T75" fmla="*/ 192 h 756"/>
                  <a:gd name="T76" fmla="*/ 59 w 717"/>
                  <a:gd name="T77" fmla="*/ 340 h 756"/>
                  <a:gd name="T78" fmla="*/ 58 w 717"/>
                  <a:gd name="T79" fmla="*/ 429 h 756"/>
                  <a:gd name="T80" fmla="*/ 60 w 717"/>
                  <a:gd name="T81" fmla="*/ 461 h 756"/>
                  <a:gd name="T82" fmla="*/ 0 60000 65536"/>
                  <a:gd name="T83" fmla="*/ 0 60000 65536"/>
                  <a:gd name="T84" fmla="*/ 0 60000 65536"/>
                  <a:gd name="T85" fmla="*/ 0 60000 65536"/>
                  <a:gd name="T86" fmla="*/ 0 60000 65536"/>
                  <a:gd name="T87" fmla="*/ 0 60000 65536"/>
                  <a:gd name="T88" fmla="*/ 0 60000 65536"/>
                  <a:gd name="T89" fmla="*/ 0 60000 65536"/>
                  <a:gd name="T90" fmla="*/ 0 60000 65536"/>
                  <a:gd name="T91" fmla="*/ 0 60000 65536"/>
                  <a:gd name="T92" fmla="*/ 0 60000 65536"/>
                  <a:gd name="T93" fmla="*/ 0 60000 65536"/>
                  <a:gd name="T94" fmla="*/ 0 60000 65536"/>
                  <a:gd name="T95" fmla="*/ 0 60000 65536"/>
                  <a:gd name="T96" fmla="*/ 0 60000 65536"/>
                  <a:gd name="T97" fmla="*/ 0 60000 65536"/>
                  <a:gd name="T98" fmla="*/ 0 60000 65536"/>
                  <a:gd name="T99" fmla="*/ 0 60000 65536"/>
                  <a:gd name="T100" fmla="*/ 0 60000 65536"/>
                  <a:gd name="T101" fmla="*/ 0 60000 65536"/>
                  <a:gd name="T102" fmla="*/ 0 60000 65536"/>
                  <a:gd name="T103" fmla="*/ 0 60000 65536"/>
                  <a:gd name="T104" fmla="*/ 0 60000 65536"/>
                  <a:gd name="T105" fmla="*/ 0 60000 65536"/>
                  <a:gd name="T106" fmla="*/ 0 60000 65536"/>
                  <a:gd name="T107" fmla="*/ 0 60000 65536"/>
                  <a:gd name="T108" fmla="*/ 0 60000 65536"/>
                  <a:gd name="T109" fmla="*/ 0 60000 65536"/>
                  <a:gd name="T110" fmla="*/ 0 60000 65536"/>
                  <a:gd name="T111" fmla="*/ 0 60000 65536"/>
                  <a:gd name="T112" fmla="*/ 0 60000 65536"/>
                  <a:gd name="T113" fmla="*/ 0 60000 65536"/>
                  <a:gd name="T114" fmla="*/ 0 60000 65536"/>
                  <a:gd name="T115" fmla="*/ 0 60000 65536"/>
                  <a:gd name="T116" fmla="*/ 0 60000 65536"/>
                  <a:gd name="T117" fmla="*/ 0 60000 65536"/>
                  <a:gd name="T118" fmla="*/ 0 60000 65536"/>
                  <a:gd name="T119" fmla="*/ 0 60000 65536"/>
                  <a:gd name="T120" fmla="*/ 0 60000 65536"/>
                  <a:gd name="T121" fmla="*/ 0 60000 65536"/>
                  <a:gd name="T122" fmla="*/ 0 60000 65536"/>
                  <a:gd name="T123" fmla="*/ 0 w 717"/>
                  <a:gd name="T124" fmla="*/ 0 h 756"/>
                  <a:gd name="T125" fmla="*/ 717 w 717"/>
                  <a:gd name="T126" fmla="*/ 756 h 756"/>
                </a:gdLst>
                <a:ahLst/>
                <a:cxnLst>
                  <a:cxn ang="T82">
                    <a:pos x="T0" y="T1"/>
                  </a:cxn>
                  <a:cxn ang="T83">
                    <a:pos x="T2" y="T3"/>
                  </a:cxn>
                  <a:cxn ang="T84">
                    <a:pos x="T4" y="T5"/>
                  </a:cxn>
                  <a:cxn ang="T85">
                    <a:pos x="T6" y="T7"/>
                  </a:cxn>
                  <a:cxn ang="T86">
                    <a:pos x="T8" y="T9"/>
                  </a:cxn>
                  <a:cxn ang="T87">
                    <a:pos x="T10" y="T11"/>
                  </a:cxn>
                  <a:cxn ang="T88">
                    <a:pos x="T12" y="T13"/>
                  </a:cxn>
                  <a:cxn ang="T89">
                    <a:pos x="T14" y="T15"/>
                  </a:cxn>
                  <a:cxn ang="T90">
                    <a:pos x="T16" y="T17"/>
                  </a:cxn>
                  <a:cxn ang="T91">
                    <a:pos x="T18" y="T19"/>
                  </a:cxn>
                  <a:cxn ang="T92">
                    <a:pos x="T20" y="T21"/>
                  </a:cxn>
                  <a:cxn ang="T93">
                    <a:pos x="T22" y="T23"/>
                  </a:cxn>
                  <a:cxn ang="T94">
                    <a:pos x="T24" y="T25"/>
                  </a:cxn>
                  <a:cxn ang="T95">
                    <a:pos x="T26" y="T27"/>
                  </a:cxn>
                  <a:cxn ang="T96">
                    <a:pos x="T28" y="T29"/>
                  </a:cxn>
                  <a:cxn ang="T97">
                    <a:pos x="T30" y="T31"/>
                  </a:cxn>
                  <a:cxn ang="T98">
                    <a:pos x="T32" y="T33"/>
                  </a:cxn>
                  <a:cxn ang="T99">
                    <a:pos x="T34" y="T35"/>
                  </a:cxn>
                  <a:cxn ang="T100">
                    <a:pos x="T36" y="T37"/>
                  </a:cxn>
                  <a:cxn ang="T101">
                    <a:pos x="T38" y="T39"/>
                  </a:cxn>
                  <a:cxn ang="T102">
                    <a:pos x="T40" y="T41"/>
                  </a:cxn>
                  <a:cxn ang="T103">
                    <a:pos x="T42" y="T43"/>
                  </a:cxn>
                  <a:cxn ang="T104">
                    <a:pos x="T44" y="T45"/>
                  </a:cxn>
                  <a:cxn ang="T105">
                    <a:pos x="T46" y="T47"/>
                  </a:cxn>
                  <a:cxn ang="T106">
                    <a:pos x="T48" y="T49"/>
                  </a:cxn>
                  <a:cxn ang="T107">
                    <a:pos x="T50" y="T51"/>
                  </a:cxn>
                  <a:cxn ang="T108">
                    <a:pos x="T52" y="T53"/>
                  </a:cxn>
                  <a:cxn ang="T109">
                    <a:pos x="T54" y="T55"/>
                  </a:cxn>
                  <a:cxn ang="T110">
                    <a:pos x="T56" y="T57"/>
                  </a:cxn>
                  <a:cxn ang="T111">
                    <a:pos x="T58" y="T59"/>
                  </a:cxn>
                  <a:cxn ang="T112">
                    <a:pos x="T60" y="T61"/>
                  </a:cxn>
                  <a:cxn ang="T113">
                    <a:pos x="T62" y="T63"/>
                  </a:cxn>
                  <a:cxn ang="T114">
                    <a:pos x="T64" y="T65"/>
                  </a:cxn>
                  <a:cxn ang="T115">
                    <a:pos x="T66" y="T67"/>
                  </a:cxn>
                  <a:cxn ang="T116">
                    <a:pos x="T68" y="T69"/>
                  </a:cxn>
                  <a:cxn ang="T117">
                    <a:pos x="T70" y="T71"/>
                  </a:cxn>
                  <a:cxn ang="T118">
                    <a:pos x="T72" y="T73"/>
                  </a:cxn>
                  <a:cxn ang="T119">
                    <a:pos x="T74" y="T75"/>
                  </a:cxn>
                  <a:cxn ang="T120">
                    <a:pos x="T76" y="T77"/>
                  </a:cxn>
                  <a:cxn ang="T121">
                    <a:pos x="T78" y="T79"/>
                  </a:cxn>
                  <a:cxn ang="T122">
                    <a:pos x="T80" y="T81"/>
                  </a:cxn>
                </a:cxnLst>
                <a:rect l="T123" t="T124" r="T125" b="T126"/>
                <a:pathLst>
                  <a:path w="717" h="756">
                    <a:moveTo>
                      <a:pt x="0" y="756"/>
                    </a:moveTo>
                    <a:lnTo>
                      <a:pt x="52" y="167"/>
                    </a:lnTo>
                    <a:lnTo>
                      <a:pt x="64" y="384"/>
                    </a:lnTo>
                    <a:lnTo>
                      <a:pt x="90" y="103"/>
                    </a:lnTo>
                    <a:lnTo>
                      <a:pt x="116" y="519"/>
                    </a:lnTo>
                    <a:lnTo>
                      <a:pt x="135" y="487"/>
                    </a:lnTo>
                    <a:lnTo>
                      <a:pt x="135" y="359"/>
                    </a:lnTo>
                    <a:lnTo>
                      <a:pt x="167" y="71"/>
                    </a:lnTo>
                    <a:lnTo>
                      <a:pt x="192" y="244"/>
                    </a:lnTo>
                    <a:lnTo>
                      <a:pt x="205" y="96"/>
                    </a:lnTo>
                    <a:lnTo>
                      <a:pt x="218" y="615"/>
                    </a:lnTo>
                    <a:lnTo>
                      <a:pt x="244" y="397"/>
                    </a:lnTo>
                    <a:lnTo>
                      <a:pt x="282" y="519"/>
                    </a:lnTo>
                    <a:lnTo>
                      <a:pt x="308" y="308"/>
                    </a:lnTo>
                    <a:lnTo>
                      <a:pt x="333" y="442"/>
                    </a:lnTo>
                    <a:lnTo>
                      <a:pt x="346" y="352"/>
                    </a:lnTo>
                    <a:lnTo>
                      <a:pt x="365" y="384"/>
                    </a:lnTo>
                    <a:lnTo>
                      <a:pt x="378" y="135"/>
                    </a:lnTo>
                    <a:lnTo>
                      <a:pt x="391" y="301"/>
                    </a:lnTo>
                    <a:lnTo>
                      <a:pt x="384" y="519"/>
                    </a:lnTo>
                    <a:lnTo>
                      <a:pt x="404" y="679"/>
                    </a:lnTo>
                    <a:lnTo>
                      <a:pt x="429" y="628"/>
                    </a:lnTo>
                    <a:lnTo>
                      <a:pt x="442" y="480"/>
                    </a:lnTo>
                    <a:lnTo>
                      <a:pt x="455" y="391"/>
                    </a:lnTo>
                    <a:lnTo>
                      <a:pt x="436" y="506"/>
                    </a:lnTo>
                    <a:lnTo>
                      <a:pt x="461" y="352"/>
                    </a:lnTo>
                    <a:lnTo>
                      <a:pt x="474" y="455"/>
                    </a:lnTo>
                    <a:lnTo>
                      <a:pt x="493" y="519"/>
                    </a:lnTo>
                    <a:lnTo>
                      <a:pt x="512" y="410"/>
                    </a:lnTo>
                    <a:lnTo>
                      <a:pt x="532" y="186"/>
                    </a:lnTo>
                    <a:lnTo>
                      <a:pt x="544" y="231"/>
                    </a:lnTo>
                    <a:lnTo>
                      <a:pt x="570" y="148"/>
                    </a:lnTo>
                    <a:lnTo>
                      <a:pt x="576" y="301"/>
                    </a:lnTo>
                    <a:lnTo>
                      <a:pt x="576" y="730"/>
                    </a:lnTo>
                    <a:lnTo>
                      <a:pt x="647" y="0"/>
                    </a:lnTo>
                    <a:lnTo>
                      <a:pt x="647" y="250"/>
                    </a:lnTo>
                    <a:lnTo>
                      <a:pt x="660" y="333"/>
                    </a:lnTo>
                    <a:lnTo>
                      <a:pt x="685" y="192"/>
                    </a:lnTo>
                    <a:lnTo>
                      <a:pt x="711" y="340"/>
                    </a:lnTo>
                    <a:lnTo>
                      <a:pt x="698" y="429"/>
                    </a:lnTo>
                    <a:lnTo>
                      <a:pt x="717" y="461"/>
                    </a:lnTo>
                  </a:path>
                </a:pathLst>
              </a:custGeom>
              <a:noFill/>
              <a:ln w="9525">
                <a:solidFill>
                  <a:srgbClr val="0079F2"/>
                </a:solidFill>
                <a:round/>
                <a:headEnd/>
                <a:tailEnd/>
              </a:ln>
            </p:spPr>
            <p:txBody>
              <a:bodyPr/>
              <a:lstStyle/>
              <a:p>
                <a:endParaRPr lang="en-GB"/>
              </a:p>
            </p:txBody>
          </p:sp>
        </p:grpSp>
      </p:grpSp>
      <p:sp>
        <p:nvSpPr>
          <p:cNvPr id="94" name="Text Box 54"/>
          <p:cNvSpPr txBox="1">
            <a:spLocks noChangeArrowheads="1"/>
          </p:cNvSpPr>
          <p:nvPr/>
        </p:nvSpPr>
        <p:spPr bwMode="auto">
          <a:xfrm>
            <a:off x="4713165" y="2314539"/>
            <a:ext cx="771525" cy="336550"/>
          </a:xfrm>
          <a:prstGeom prst="rect">
            <a:avLst/>
          </a:prstGeom>
          <a:noFill/>
          <a:ln w="9525" algn="ctr">
            <a:noFill/>
            <a:miter lim="800000"/>
            <a:headEnd/>
            <a:tailEnd/>
          </a:ln>
        </p:spPr>
        <p:txBody>
          <a:bodyPr wrap="none">
            <a:spAutoFit/>
          </a:bodyPr>
          <a:lstStyle/>
          <a:p>
            <a:r>
              <a:rPr lang="en-GB" b="0" dirty="0"/>
              <a:t>signal</a:t>
            </a:r>
            <a:endParaRPr lang="en-US" b="0" dirty="0"/>
          </a:p>
        </p:txBody>
      </p:sp>
      <p:sp>
        <p:nvSpPr>
          <p:cNvPr id="95" name="Text Box 55"/>
          <p:cNvSpPr txBox="1">
            <a:spLocks noChangeArrowheads="1"/>
          </p:cNvSpPr>
          <p:nvPr/>
        </p:nvSpPr>
        <p:spPr bwMode="auto">
          <a:xfrm>
            <a:off x="7127919" y="3447624"/>
            <a:ext cx="835025" cy="336550"/>
          </a:xfrm>
          <a:prstGeom prst="rect">
            <a:avLst/>
          </a:prstGeom>
          <a:noFill/>
          <a:ln w="9525" algn="ctr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r>
              <a:rPr lang="en-GB" b="1" dirty="0"/>
              <a:t>noise</a:t>
            </a:r>
            <a:endParaRPr lang="en-US" b="1" dirty="0"/>
          </a:p>
        </p:txBody>
      </p:sp>
      <p:sp>
        <p:nvSpPr>
          <p:cNvPr id="96" name="Line 10"/>
          <p:cNvSpPr>
            <a:spLocks noChangeShapeType="1"/>
          </p:cNvSpPr>
          <p:nvPr/>
        </p:nvSpPr>
        <p:spPr bwMode="auto">
          <a:xfrm>
            <a:off x="5015267" y="1935452"/>
            <a:ext cx="3721100" cy="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</p:spPr>
        <p:txBody>
          <a:bodyPr/>
          <a:lstStyle/>
          <a:p>
            <a:endParaRPr lang="en-GB"/>
          </a:p>
        </p:txBody>
      </p:sp>
      <p:sp>
        <p:nvSpPr>
          <p:cNvPr id="97" name="Right Arrow 54"/>
          <p:cNvSpPr/>
          <p:nvPr/>
        </p:nvSpPr>
        <p:spPr bwMode="auto">
          <a:xfrm>
            <a:off x="3747241" y="1890788"/>
            <a:ext cx="1047750" cy="409575"/>
          </a:xfrm>
          <a:prstGeom prst="rightArrow">
            <a:avLst>
              <a:gd name="adj1" fmla="val 50000"/>
              <a:gd name="adj2" fmla="val 89535"/>
            </a:avLst>
          </a:prstGeom>
          <a:solidFill>
            <a:srgbClr val="FFCC66"/>
          </a:solidFill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GB" sz="16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Lucida Sans Unicode" pitchFamily="34" charset="0"/>
            </a:endParaRPr>
          </a:p>
        </p:txBody>
      </p:sp>
      <p:sp>
        <p:nvSpPr>
          <p:cNvPr id="98" name="Freeform: Shape 97"/>
          <p:cNvSpPr/>
          <p:nvPr/>
        </p:nvSpPr>
        <p:spPr bwMode="auto">
          <a:xfrm>
            <a:off x="5118460" y="5530226"/>
            <a:ext cx="1813409" cy="1001585"/>
          </a:xfrm>
          <a:custGeom>
            <a:avLst/>
            <a:gdLst>
              <a:gd name="connsiteX0" fmla="*/ 0 w 4089400"/>
              <a:gd name="connsiteY0" fmla="*/ 702734 h 2870200"/>
              <a:gd name="connsiteX1" fmla="*/ 8466 w 4089400"/>
              <a:gd name="connsiteY1" fmla="*/ 643467 h 2870200"/>
              <a:gd name="connsiteX2" fmla="*/ 25400 w 4089400"/>
              <a:gd name="connsiteY2" fmla="*/ 626534 h 2870200"/>
              <a:gd name="connsiteX3" fmla="*/ 33866 w 4089400"/>
              <a:gd name="connsiteY3" fmla="*/ 592667 h 2870200"/>
              <a:gd name="connsiteX4" fmla="*/ 42333 w 4089400"/>
              <a:gd name="connsiteY4" fmla="*/ 567267 h 2870200"/>
              <a:gd name="connsiteX5" fmla="*/ 42333 w 4089400"/>
              <a:gd name="connsiteY5" fmla="*/ 821267 h 2870200"/>
              <a:gd name="connsiteX6" fmla="*/ 16933 w 4089400"/>
              <a:gd name="connsiteY6" fmla="*/ 880534 h 2870200"/>
              <a:gd name="connsiteX7" fmla="*/ 25400 w 4089400"/>
              <a:gd name="connsiteY7" fmla="*/ 1354667 h 2870200"/>
              <a:gd name="connsiteX8" fmla="*/ 33866 w 4089400"/>
              <a:gd name="connsiteY8" fmla="*/ 1329267 h 2870200"/>
              <a:gd name="connsiteX9" fmla="*/ 42333 w 4089400"/>
              <a:gd name="connsiteY9" fmla="*/ 1286934 h 2870200"/>
              <a:gd name="connsiteX10" fmla="*/ 59266 w 4089400"/>
              <a:gd name="connsiteY10" fmla="*/ 1253067 h 2870200"/>
              <a:gd name="connsiteX11" fmla="*/ 76200 w 4089400"/>
              <a:gd name="connsiteY11" fmla="*/ 1202267 h 2870200"/>
              <a:gd name="connsiteX12" fmla="*/ 84666 w 4089400"/>
              <a:gd name="connsiteY12" fmla="*/ 1176867 h 2870200"/>
              <a:gd name="connsiteX13" fmla="*/ 101600 w 4089400"/>
              <a:gd name="connsiteY13" fmla="*/ 1143000 h 2870200"/>
              <a:gd name="connsiteX14" fmla="*/ 110066 w 4089400"/>
              <a:gd name="connsiteY14" fmla="*/ 1100667 h 2870200"/>
              <a:gd name="connsiteX15" fmla="*/ 135466 w 4089400"/>
              <a:gd name="connsiteY15" fmla="*/ 1032934 h 2870200"/>
              <a:gd name="connsiteX16" fmla="*/ 143933 w 4089400"/>
              <a:gd name="connsiteY16" fmla="*/ 999067 h 2870200"/>
              <a:gd name="connsiteX17" fmla="*/ 160866 w 4089400"/>
              <a:gd name="connsiteY17" fmla="*/ 948267 h 2870200"/>
              <a:gd name="connsiteX18" fmla="*/ 177800 w 4089400"/>
              <a:gd name="connsiteY18" fmla="*/ 1134534 h 2870200"/>
              <a:gd name="connsiteX19" fmla="*/ 194733 w 4089400"/>
              <a:gd name="connsiteY19" fmla="*/ 1464734 h 2870200"/>
              <a:gd name="connsiteX20" fmla="*/ 228600 w 4089400"/>
              <a:gd name="connsiteY20" fmla="*/ 1397000 h 2870200"/>
              <a:gd name="connsiteX21" fmla="*/ 254000 w 4089400"/>
              <a:gd name="connsiteY21" fmla="*/ 1363134 h 2870200"/>
              <a:gd name="connsiteX22" fmla="*/ 262466 w 4089400"/>
              <a:gd name="connsiteY22" fmla="*/ 1337734 h 2870200"/>
              <a:gd name="connsiteX23" fmla="*/ 279400 w 4089400"/>
              <a:gd name="connsiteY23" fmla="*/ 1371600 h 2870200"/>
              <a:gd name="connsiteX24" fmla="*/ 287866 w 4089400"/>
              <a:gd name="connsiteY24" fmla="*/ 2243667 h 2870200"/>
              <a:gd name="connsiteX25" fmla="*/ 313266 w 4089400"/>
              <a:gd name="connsiteY25" fmla="*/ 2201334 h 2870200"/>
              <a:gd name="connsiteX26" fmla="*/ 321733 w 4089400"/>
              <a:gd name="connsiteY26" fmla="*/ 2150534 h 2870200"/>
              <a:gd name="connsiteX27" fmla="*/ 355600 w 4089400"/>
              <a:gd name="connsiteY27" fmla="*/ 2125134 h 2870200"/>
              <a:gd name="connsiteX28" fmla="*/ 364066 w 4089400"/>
              <a:gd name="connsiteY28" fmla="*/ 2082800 h 2870200"/>
              <a:gd name="connsiteX29" fmla="*/ 381000 w 4089400"/>
              <a:gd name="connsiteY29" fmla="*/ 2065867 h 2870200"/>
              <a:gd name="connsiteX30" fmla="*/ 397933 w 4089400"/>
              <a:gd name="connsiteY30" fmla="*/ 2032000 h 2870200"/>
              <a:gd name="connsiteX31" fmla="*/ 423333 w 4089400"/>
              <a:gd name="connsiteY31" fmla="*/ 1998134 h 2870200"/>
              <a:gd name="connsiteX32" fmla="*/ 440266 w 4089400"/>
              <a:gd name="connsiteY32" fmla="*/ 1752600 h 2870200"/>
              <a:gd name="connsiteX33" fmla="*/ 465666 w 4089400"/>
              <a:gd name="connsiteY33" fmla="*/ 1651000 h 2870200"/>
              <a:gd name="connsiteX34" fmla="*/ 491066 w 4089400"/>
              <a:gd name="connsiteY34" fmla="*/ 1710267 h 2870200"/>
              <a:gd name="connsiteX35" fmla="*/ 499533 w 4089400"/>
              <a:gd name="connsiteY35" fmla="*/ 1735667 h 2870200"/>
              <a:gd name="connsiteX36" fmla="*/ 533400 w 4089400"/>
              <a:gd name="connsiteY36" fmla="*/ 1820334 h 2870200"/>
              <a:gd name="connsiteX37" fmla="*/ 558800 w 4089400"/>
              <a:gd name="connsiteY37" fmla="*/ 1938867 h 2870200"/>
              <a:gd name="connsiteX38" fmla="*/ 575733 w 4089400"/>
              <a:gd name="connsiteY38" fmla="*/ 1998134 h 2870200"/>
              <a:gd name="connsiteX39" fmla="*/ 592666 w 4089400"/>
              <a:gd name="connsiteY39" fmla="*/ 2023534 h 2870200"/>
              <a:gd name="connsiteX40" fmla="*/ 618066 w 4089400"/>
              <a:gd name="connsiteY40" fmla="*/ 1786467 h 2870200"/>
              <a:gd name="connsiteX41" fmla="*/ 626533 w 4089400"/>
              <a:gd name="connsiteY41" fmla="*/ 1744134 h 2870200"/>
              <a:gd name="connsiteX42" fmla="*/ 643466 w 4089400"/>
              <a:gd name="connsiteY42" fmla="*/ 1718734 h 2870200"/>
              <a:gd name="connsiteX43" fmla="*/ 660400 w 4089400"/>
              <a:gd name="connsiteY43" fmla="*/ 1617134 h 2870200"/>
              <a:gd name="connsiteX44" fmla="*/ 677333 w 4089400"/>
              <a:gd name="connsiteY44" fmla="*/ 1557867 h 2870200"/>
              <a:gd name="connsiteX45" fmla="*/ 685800 w 4089400"/>
              <a:gd name="connsiteY45" fmla="*/ 1524000 h 2870200"/>
              <a:gd name="connsiteX46" fmla="*/ 702733 w 4089400"/>
              <a:gd name="connsiteY46" fmla="*/ 1312334 h 2870200"/>
              <a:gd name="connsiteX47" fmla="*/ 719666 w 4089400"/>
              <a:gd name="connsiteY47" fmla="*/ 1380067 h 2870200"/>
              <a:gd name="connsiteX48" fmla="*/ 736600 w 4089400"/>
              <a:gd name="connsiteY48" fmla="*/ 1532467 h 2870200"/>
              <a:gd name="connsiteX49" fmla="*/ 753533 w 4089400"/>
              <a:gd name="connsiteY49" fmla="*/ 1566334 h 2870200"/>
              <a:gd name="connsiteX50" fmla="*/ 778933 w 4089400"/>
              <a:gd name="connsiteY50" fmla="*/ 1456267 h 2870200"/>
              <a:gd name="connsiteX51" fmla="*/ 795866 w 4089400"/>
              <a:gd name="connsiteY51" fmla="*/ 1430867 h 2870200"/>
              <a:gd name="connsiteX52" fmla="*/ 829733 w 4089400"/>
              <a:gd name="connsiteY52" fmla="*/ 1388534 h 2870200"/>
              <a:gd name="connsiteX53" fmla="*/ 838200 w 4089400"/>
              <a:gd name="connsiteY53" fmla="*/ 1498600 h 2870200"/>
              <a:gd name="connsiteX54" fmla="*/ 863600 w 4089400"/>
              <a:gd name="connsiteY54" fmla="*/ 1811867 h 2870200"/>
              <a:gd name="connsiteX55" fmla="*/ 872066 w 4089400"/>
              <a:gd name="connsiteY55" fmla="*/ 1642534 h 2870200"/>
              <a:gd name="connsiteX56" fmla="*/ 897466 w 4089400"/>
              <a:gd name="connsiteY56" fmla="*/ 1583267 h 2870200"/>
              <a:gd name="connsiteX57" fmla="*/ 905933 w 4089400"/>
              <a:gd name="connsiteY57" fmla="*/ 1557867 h 2870200"/>
              <a:gd name="connsiteX58" fmla="*/ 914400 w 4089400"/>
              <a:gd name="connsiteY58" fmla="*/ 2006600 h 2870200"/>
              <a:gd name="connsiteX59" fmla="*/ 939800 w 4089400"/>
              <a:gd name="connsiteY59" fmla="*/ 2116667 h 2870200"/>
              <a:gd name="connsiteX60" fmla="*/ 948266 w 4089400"/>
              <a:gd name="connsiteY60" fmla="*/ 1828800 h 2870200"/>
              <a:gd name="connsiteX61" fmla="*/ 965200 w 4089400"/>
              <a:gd name="connsiteY61" fmla="*/ 1794934 h 2870200"/>
              <a:gd name="connsiteX62" fmla="*/ 973666 w 4089400"/>
              <a:gd name="connsiteY62" fmla="*/ 1761067 h 2870200"/>
              <a:gd name="connsiteX63" fmla="*/ 990600 w 4089400"/>
              <a:gd name="connsiteY63" fmla="*/ 1871134 h 2870200"/>
              <a:gd name="connsiteX64" fmla="*/ 1007533 w 4089400"/>
              <a:gd name="connsiteY64" fmla="*/ 1947334 h 2870200"/>
              <a:gd name="connsiteX65" fmla="*/ 1024466 w 4089400"/>
              <a:gd name="connsiteY65" fmla="*/ 2040467 h 2870200"/>
              <a:gd name="connsiteX66" fmla="*/ 1049866 w 4089400"/>
              <a:gd name="connsiteY66" fmla="*/ 2108200 h 2870200"/>
              <a:gd name="connsiteX67" fmla="*/ 1058333 w 4089400"/>
              <a:gd name="connsiteY67" fmla="*/ 2150534 h 2870200"/>
              <a:gd name="connsiteX68" fmla="*/ 1100666 w 4089400"/>
              <a:gd name="connsiteY68" fmla="*/ 2209800 h 2870200"/>
              <a:gd name="connsiteX69" fmla="*/ 1109133 w 4089400"/>
              <a:gd name="connsiteY69" fmla="*/ 2108200 h 2870200"/>
              <a:gd name="connsiteX70" fmla="*/ 1159933 w 4089400"/>
              <a:gd name="connsiteY70" fmla="*/ 1989667 h 2870200"/>
              <a:gd name="connsiteX71" fmla="*/ 1210733 w 4089400"/>
              <a:gd name="connsiteY71" fmla="*/ 1913467 h 2870200"/>
              <a:gd name="connsiteX72" fmla="*/ 1219200 w 4089400"/>
              <a:gd name="connsiteY72" fmla="*/ 2167467 h 2870200"/>
              <a:gd name="connsiteX73" fmla="*/ 1236133 w 4089400"/>
              <a:gd name="connsiteY73" fmla="*/ 2082800 h 2870200"/>
              <a:gd name="connsiteX74" fmla="*/ 1244600 w 4089400"/>
              <a:gd name="connsiteY74" fmla="*/ 2015067 h 2870200"/>
              <a:gd name="connsiteX75" fmla="*/ 1286933 w 4089400"/>
              <a:gd name="connsiteY75" fmla="*/ 1854200 h 2870200"/>
              <a:gd name="connsiteX76" fmla="*/ 1295400 w 4089400"/>
              <a:gd name="connsiteY76" fmla="*/ 1803400 h 2870200"/>
              <a:gd name="connsiteX77" fmla="*/ 1320800 w 4089400"/>
              <a:gd name="connsiteY77" fmla="*/ 1701800 h 2870200"/>
              <a:gd name="connsiteX78" fmla="*/ 1346200 w 4089400"/>
              <a:gd name="connsiteY78" fmla="*/ 1718734 h 2870200"/>
              <a:gd name="connsiteX79" fmla="*/ 1354666 w 4089400"/>
              <a:gd name="connsiteY79" fmla="*/ 1744134 h 2870200"/>
              <a:gd name="connsiteX80" fmla="*/ 1380066 w 4089400"/>
              <a:gd name="connsiteY80" fmla="*/ 1828800 h 2870200"/>
              <a:gd name="connsiteX81" fmla="*/ 1397000 w 4089400"/>
              <a:gd name="connsiteY81" fmla="*/ 1879600 h 2870200"/>
              <a:gd name="connsiteX82" fmla="*/ 1405466 w 4089400"/>
              <a:gd name="connsiteY82" fmla="*/ 1913467 h 2870200"/>
              <a:gd name="connsiteX83" fmla="*/ 1430866 w 4089400"/>
              <a:gd name="connsiteY83" fmla="*/ 1947334 h 2870200"/>
              <a:gd name="connsiteX84" fmla="*/ 1447800 w 4089400"/>
              <a:gd name="connsiteY84" fmla="*/ 1938867 h 2870200"/>
              <a:gd name="connsiteX85" fmla="*/ 1490133 w 4089400"/>
              <a:gd name="connsiteY85" fmla="*/ 1803400 h 2870200"/>
              <a:gd name="connsiteX86" fmla="*/ 1549400 w 4089400"/>
              <a:gd name="connsiteY86" fmla="*/ 1651000 h 2870200"/>
              <a:gd name="connsiteX87" fmla="*/ 1557866 w 4089400"/>
              <a:gd name="connsiteY87" fmla="*/ 1591734 h 2870200"/>
              <a:gd name="connsiteX88" fmla="*/ 1574800 w 4089400"/>
              <a:gd name="connsiteY88" fmla="*/ 1566334 h 2870200"/>
              <a:gd name="connsiteX89" fmla="*/ 1583266 w 4089400"/>
              <a:gd name="connsiteY89" fmla="*/ 1524000 h 2870200"/>
              <a:gd name="connsiteX90" fmla="*/ 1591733 w 4089400"/>
              <a:gd name="connsiteY90" fmla="*/ 1498600 h 2870200"/>
              <a:gd name="connsiteX91" fmla="*/ 1608666 w 4089400"/>
              <a:gd name="connsiteY91" fmla="*/ 1524000 h 2870200"/>
              <a:gd name="connsiteX92" fmla="*/ 1634066 w 4089400"/>
              <a:gd name="connsiteY92" fmla="*/ 1490134 h 2870200"/>
              <a:gd name="connsiteX93" fmla="*/ 1659466 w 4089400"/>
              <a:gd name="connsiteY93" fmla="*/ 1388534 h 2870200"/>
              <a:gd name="connsiteX94" fmla="*/ 1718733 w 4089400"/>
              <a:gd name="connsiteY94" fmla="*/ 1286934 h 2870200"/>
              <a:gd name="connsiteX95" fmla="*/ 1769533 w 4089400"/>
              <a:gd name="connsiteY95" fmla="*/ 1176867 h 2870200"/>
              <a:gd name="connsiteX96" fmla="*/ 1794933 w 4089400"/>
              <a:gd name="connsiteY96" fmla="*/ 1202267 h 2870200"/>
              <a:gd name="connsiteX97" fmla="*/ 1803400 w 4089400"/>
              <a:gd name="connsiteY97" fmla="*/ 1227667 h 2870200"/>
              <a:gd name="connsiteX98" fmla="*/ 1820333 w 4089400"/>
              <a:gd name="connsiteY98" fmla="*/ 1261534 h 2870200"/>
              <a:gd name="connsiteX99" fmla="*/ 1862666 w 4089400"/>
              <a:gd name="connsiteY99" fmla="*/ 1422400 h 2870200"/>
              <a:gd name="connsiteX100" fmla="*/ 1913466 w 4089400"/>
              <a:gd name="connsiteY100" fmla="*/ 1600200 h 2870200"/>
              <a:gd name="connsiteX101" fmla="*/ 1964266 w 4089400"/>
              <a:gd name="connsiteY101" fmla="*/ 1744134 h 2870200"/>
              <a:gd name="connsiteX102" fmla="*/ 1981200 w 4089400"/>
              <a:gd name="connsiteY102" fmla="*/ 1498600 h 2870200"/>
              <a:gd name="connsiteX103" fmla="*/ 1998133 w 4089400"/>
              <a:gd name="connsiteY103" fmla="*/ 1464734 h 2870200"/>
              <a:gd name="connsiteX104" fmla="*/ 2006600 w 4089400"/>
              <a:gd name="connsiteY104" fmla="*/ 1439334 h 2870200"/>
              <a:gd name="connsiteX105" fmla="*/ 2057400 w 4089400"/>
              <a:gd name="connsiteY105" fmla="*/ 2032000 h 2870200"/>
              <a:gd name="connsiteX106" fmla="*/ 2065866 w 4089400"/>
              <a:gd name="connsiteY106" fmla="*/ 2150534 h 2870200"/>
              <a:gd name="connsiteX107" fmla="*/ 2074333 w 4089400"/>
              <a:gd name="connsiteY107" fmla="*/ 2489200 h 2870200"/>
              <a:gd name="connsiteX108" fmla="*/ 2108200 w 4089400"/>
              <a:gd name="connsiteY108" fmla="*/ 2421467 h 2870200"/>
              <a:gd name="connsiteX109" fmla="*/ 2150533 w 4089400"/>
              <a:gd name="connsiteY109" fmla="*/ 2319867 h 2870200"/>
              <a:gd name="connsiteX110" fmla="*/ 2175933 w 4089400"/>
              <a:gd name="connsiteY110" fmla="*/ 2286000 h 2870200"/>
              <a:gd name="connsiteX111" fmla="*/ 2209800 w 4089400"/>
              <a:gd name="connsiteY111" fmla="*/ 2235200 h 2870200"/>
              <a:gd name="connsiteX112" fmla="*/ 2226733 w 4089400"/>
              <a:gd name="connsiteY112" fmla="*/ 2514600 h 2870200"/>
              <a:gd name="connsiteX113" fmla="*/ 2252133 w 4089400"/>
              <a:gd name="connsiteY113" fmla="*/ 2565400 h 2870200"/>
              <a:gd name="connsiteX114" fmla="*/ 2260600 w 4089400"/>
              <a:gd name="connsiteY114" fmla="*/ 2489200 h 2870200"/>
              <a:gd name="connsiteX115" fmla="*/ 2277533 w 4089400"/>
              <a:gd name="connsiteY115" fmla="*/ 2421467 h 2870200"/>
              <a:gd name="connsiteX116" fmla="*/ 2286000 w 4089400"/>
              <a:gd name="connsiteY116" fmla="*/ 1718734 h 2870200"/>
              <a:gd name="connsiteX117" fmla="*/ 2311400 w 4089400"/>
              <a:gd name="connsiteY117" fmla="*/ 1811867 h 2870200"/>
              <a:gd name="connsiteX118" fmla="*/ 2336800 w 4089400"/>
              <a:gd name="connsiteY118" fmla="*/ 1871134 h 2870200"/>
              <a:gd name="connsiteX119" fmla="*/ 2362200 w 4089400"/>
              <a:gd name="connsiteY119" fmla="*/ 1938867 h 2870200"/>
              <a:gd name="connsiteX120" fmla="*/ 2370666 w 4089400"/>
              <a:gd name="connsiteY120" fmla="*/ 1972734 h 2870200"/>
              <a:gd name="connsiteX121" fmla="*/ 2379133 w 4089400"/>
              <a:gd name="connsiteY121" fmla="*/ 1574800 h 2870200"/>
              <a:gd name="connsiteX122" fmla="*/ 2404533 w 4089400"/>
              <a:gd name="connsiteY122" fmla="*/ 1236134 h 2870200"/>
              <a:gd name="connsiteX123" fmla="*/ 2421466 w 4089400"/>
              <a:gd name="connsiteY123" fmla="*/ 1092200 h 2870200"/>
              <a:gd name="connsiteX124" fmla="*/ 2429933 w 4089400"/>
              <a:gd name="connsiteY124" fmla="*/ 1066800 h 2870200"/>
              <a:gd name="connsiteX125" fmla="*/ 2438400 w 4089400"/>
              <a:gd name="connsiteY125" fmla="*/ 1092200 h 2870200"/>
              <a:gd name="connsiteX126" fmla="*/ 2455333 w 4089400"/>
              <a:gd name="connsiteY126" fmla="*/ 1117600 h 2870200"/>
              <a:gd name="connsiteX127" fmla="*/ 2463800 w 4089400"/>
              <a:gd name="connsiteY127" fmla="*/ 1227667 h 2870200"/>
              <a:gd name="connsiteX128" fmla="*/ 2489200 w 4089400"/>
              <a:gd name="connsiteY128" fmla="*/ 753534 h 2870200"/>
              <a:gd name="connsiteX129" fmla="*/ 2506133 w 4089400"/>
              <a:gd name="connsiteY129" fmla="*/ 685800 h 2870200"/>
              <a:gd name="connsiteX130" fmla="*/ 2514600 w 4089400"/>
              <a:gd name="connsiteY130" fmla="*/ 609600 h 2870200"/>
              <a:gd name="connsiteX131" fmla="*/ 2523066 w 4089400"/>
              <a:gd name="connsiteY131" fmla="*/ 558800 h 2870200"/>
              <a:gd name="connsiteX132" fmla="*/ 2540000 w 4089400"/>
              <a:gd name="connsiteY132" fmla="*/ 584200 h 2870200"/>
              <a:gd name="connsiteX133" fmla="*/ 2548466 w 4089400"/>
              <a:gd name="connsiteY133" fmla="*/ 778934 h 2870200"/>
              <a:gd name="connsiteX134" fmla="*/ 2590800 w 4089400"/>
              <a:gd name="connsiteY134" fmla="*/ 914400 h 2870200"/>
              <a:gd name="connsiteX135" fmla="*/ 2607733 w 4089400"/>
              <a:gd name="connsiteY135" fmla="*/ 973667 h 2870200"/>
              <a:gd name="connsiteX136" fmla="*/ 2624666 w 4089400"/>
              <a:gd name="connsiteY136" fmla="*/ 812800 h 2870200"/>
              <a:gd name="connsiteX137" fmla="*/ 2641600 w 4089400"/>
              <a:gd name="connsiteY137" fmla="*/ 694267 h 2870200"/>
              <a:gd name="connsiteX138" fmla="*/ 2667000 w 4089400"/>
              <a:gd name="connsiteY138" fmla="*/ 558800 h 2870200"/>
              <a:gd name="connsiteX139" fmla="*/ 2692400 w 4089400"/>
              <a:gd name="connsiteY139" fmla="*/ 321734 h 2870200"/>
              <a:gd name="connsiteX140" fmla="*/ 2709333 w 4089400"/>
              <a:gd name="connsiteY140" fmla="*/ 1058334 h 2870200"/>
              <a:gd name="connsiteX141" fmla="*/ 2717800 w 4089400"/>
              <a:gd name="connsiteY141" fmla="*/ 1032934 h 2870200"/>
              <a:gd name="connsiteX142" fmla="*/ 2785533 w 4089400"/>
              <a:gd name="connsiteY142" fmla="*/ 905934 h 2870200"/>
              <a:gd name="connsiteX143" fmla="*/ 2819400 w 4089400"/>
              <a:gd name="connsiteY143" fmla="*/ 855134 h 2870200"/>
              <a:gd name="connsiteX144" fmla="*/ 2844800 w 4089400"/>
              <a:gd name="connsiteY144" fmla="*/ 1422400 h 2870200"/>
              <a:gd name="connsiteX145" fmla="*/ 2853266 w 4089400"/>
              <a:gd name="connsiteY145" fmla="*/ 1388534 h 2870200"/>
              <a:gd name="connsiteX146" fmla="*/ 2870200 w 4089400"/>
              <a:gd name="connsiteY146" fmla="*/ 1363134 h 2870200"/>
              <a:gd name="connsiteX147" fmla="*/ 2895600 w 4089400"/>
              <a:gd name="connsiteY147" fmla="*/ 1278467 h 2870200"/>
              <a:gd name="connsiteX148" fmla="*/ 2912533 w 4089400"/>
              <a:gd name="connsiteY148" fmla="*/ 1320800 h 2870200"/>
              <a:gd name="connsiteX149" fmla="*/ 2929466 w 4089400"/>
              <a:gd name="connsiteY149" fmla="*/ 1388534 h 2870200"/>
              <a:gd name="connsiteX150" fmla="*/ 2946400 w 4089400"/>
              <a:gd name="connsiteY150" fmla="*/ 1422400 h 2870200"/>
              <a:gd name="connsiteX151" fmla="*/ 2988733 w 4089400"/>
              <a:gd name="connsiteY151" fmla="*/ 1540934 h 2870200"/>
              <a:gd name="connsiteX152" fmla="*/ 3005666 w 4089400"/>
              <a:gd name="connsiteY152" fmla="*/ 1566334 h 2870200"/>
              <a:gd name="connsiteX153" fmla="*/ 3039533 w 4089400"/>
              <a:gd name="connsiteY153" fmla="*/ 1718734 h 2870200"/>
              <a:gd name="connsiteX154" fmla="*/ 3064933 w 4089400"/>
              <a:gd name="connsiteY154" fmla="*/ 1761067 h 2870200"/>
              <a:gd name="connsiteX155" fmla="*/ 3098800 w 4089400"/>
              <a:gd name="connsiteY155" fmla="*/ 1879600 h 2870200"/>
              <a:gd name="connsiteX156" fmla="*/ 3090333 w 4089400"/>
              <a:gd name="connsiteY156" fmla="*/ 1913467 h 2870200"/>
              <a:gd name="connsiteX157" fmla="*/ 3031066 w 4089400"/>
              <a:gd name="connsiteY157" fmla="*/ 1896534 h 2870200"/>
              <a:gd name="connsiteX158" fmla="*/ 3081866 w 4089400"/>
              <a:gd name="connsiteY158" fmla="*/ 1888067 h 2870200"/>
              <a:gd name="connsiteX159" fmla="*/ 3107266 w 4089400"/>
              <a:gd name="connsiteY159" fmla="*/ 1871134 h 2870200"/>
              <a:gd name="connsiteX160" fmla="*/ 3115733 w 4089400"/>
              <a:gd name="connsiteY160" fmla="*/ 1769534 h 2870200"/>
              <a:gd name="connsiteX161" fmla="*/ 3132666 w 4089400"/>
              <a:gd name="connsiteY161" fmla="*/ 1710267 h 2870200"/>
              <a:gd name="connsiteX162" fmla="*/ 3141133 w 4089400"/>
              <a:gd name="connsiteY162" fmla="*/ 1684867 h 2870200"/>
              <a:gd name="connsiteX163" fmla="*/ 3166533 w 4089400"/>
              <a:gd name="connsiteY163" fmla="*/ 1676400 h 2870200"/>
              <a:gd name="connsiteX164" fmla="*/ 3175000 w 4089400"/>
              <a:gd name="connsiteY164" fmla="*/ 2006600 h 2870200"/>
              <a:gd name="connsiteX165" fmla="*/ 3183466 w 4089400"/>
              <a:gd name="connsiteY165" fmla="*/ 2048934 h 2870200"/>
              <a:gd name="connsiteX166" fmla="*/ 3191933 w 4089400"/>
              <a:gd name="connsiteY166" fmla="*/ 2099734 h 2870200"/>
              <a:gd name="connsiteX167" fmla="*/ 3208866 w 4089400"/>
              <a:gd name="connsiteY167" fmla="*/ 2048934 h 2870200"/>
              <a:gd name="connsiteX168" fmla="*/ 3217333 w 4089400"/>
              <a:gd name="connsiteY168" fmla="*/ 1998134 h 2870200"/>
              <a:gd name="connsiteX169" fmla="*/ 3251200 w 4089400"/>
              <a:gd name="connsiteY169" fmla="*/ 2353734 h 2870200"/>
              <a:gd name="connsiteX170" fmla="*/ 3276600 w 4089400"/>
              <a:gd name="connsiteY170" fmla="*/ 2387600 h 2870200"/>
              <a:gd name="connsiteX171" fmla="*/ 3285066 w 4089400"/>
              <a:gd name="connsiteY171" fmla="*/ 2497667 h 2870200"/>
              <a:gd name="connsiteX172" fmla="*/ 3302000 w 4089400"/>
              <a:gd name="connsiteY172" fmla="*/ 2531534 h 2870200"/>
              <a:gd name="connsiteX173" fmla="*/ 3318933 w 4089400"/>
              <a:gd name="connsiteY173" fmla="*/ 2599267 h 2870200"/>
              <a:gd name="connsiteX174" fmla="*/ 3344333 w 4089400"/>
              <a:gd name="connsiteY174" fmla="*/ 2667000 h 2870200"/>
              <a:gd name="connsiteX175" fmla="*/ 3386666 w 4089400"/>
              <a:gd name="connsiteY175" fmla="*/ 2810934 h 2870200"/>
              <a:gd name="connsiteX176" fmla="*/ 3412066 w 4089400"/>
              <a:gd name="connsiteY176" fmla="*/ 2870200 h 2870200"/>
              <a:gd name="connsiteX177" fmla="*/ 3437466 w 4089400"/>
              <a:gd name="connsiteY177" fmla="*/ 1828800 h 2870200"/>
              <a:gd name="connsiteX178" fmla="*/ 3445933 w 4089400"/>
              <a:gd name="connsiteY178" fmla="*/ 1803400 h 2870200"/>
              <a:gd name="connsiteX179" fmla="*/ 3462866 w 4089400"/>
              <a:gd name="connsiteY179" fmla="*/ 1735667 h 2870200"/>
              <a:gd name="connsiteX180" fmla="*/ 3488266 w 4089400"/>
              <a:gd name="connsiteY180" fmla="*/ 1651000 h 2870200"/>
              <a:gd name="connsiteX181" fmla="*/ 3496733 w 4089400"/>
              <a:gd name="connsiteY181" fmla="*/ 1701800 h 2870200"/>
              <a:gd name="connsiteX182" fmla="*/ 3505200 w 4089400"/>
              <a:gd name="connsiteY182" fmla="*/ 1803400 h 2870200"/>
              <a:gd name="connsiteX183" fmla="*/ 3522133 w 4089400"/>
              <a:gd name="connsiteY183" fmla="*/ 1752600 h 2870200"/>
              <a:gd name="connsiteX184" fmla="*/ 3530600 w 4089400"/>
              <a:gd name="connsiteY184" fmla="*/ 1693334 h 2870200"/>
              <a:gd name="connsiteX185" fmla="*/ 3572933 w 4089400"/>
              <a:gd name="connsiteY185" fmla="*/ 1608667 h 2870200"/>
              <a:gd name="connsiteX186" fmla="*/ 3589866 w 4089400"/>
              <a:gd name="connsiteY186" fmla="*/ 1566334 h 2870200"/>
              <a:gd name="connsiteX187" fmla="*/ 3632200 w 4089400"/>
              <a:gd name="connsiteY187" fmla="*/ 1464734 h 2870200"/>
              <a:gd name="connsiteX188" fmla="*/ 3640666 w 4089400"/>
              <a:gd name="connsiteY188" fmla="*/ 1422400 h 2870200"/>
              <a:gd name="connsiteX189" fmla="*/ 3657600 w 4089400"/>
              <a:gd name="connsiteY189" fmla="*/ 1363134 h 2870200"/>
              <a:gd name="connsiteX190" fmla="*/ 3674533 w 4089400"/>
              <a:gd name="connsiteY190" fmla="*/ 1320800 h 2870200"/>
              <a:gd name="connsiteX191" fmla="*/ 3683000 w 4089400"/>
              <a:gd name="connsiteY191" fmla="*/ 1295400 h 2870200"/>
              <a:gd name="connsiteX192" fmla="*/ 3716866 w 4089400"/>
              <a:gd name="connsiteY192" fmla="*/ 1227667 h 2870200"/>
              <a:gd name="connsiteX193" fmla="*/ 3725333 w 4089400"/>
              <a:gd name="connsiteY193" fmla="*/ 1176867 h 2870200"/>
              <a:gd name="connsiteX194" fmla="*/ 3742266 w 4089400"/>
              <a:gd name="connsiteY194" fmla="*/ 1126067 h 2870200"/>
              <a:gd name="connsiteX195" fmla="*/ 3750733 w 4089400"/>
              <a:gd name="connsiteY195" fmla="*/ 1058334 h 2870200"/>
              <a:gd name="connsiteX196" fmla="*/ 3759200 w 4089400"/>
              <a:gd name="connsiteY196" fmla="*/ 1270000 h 2870200"/>
              <a:gd name="connsiteX197" fmla="*/ 3793066 w 4089400"/>
              <a:gd name="connsiteY197" fmla="*/ 558800 h 2870200"/>
              <a:gd name="connsiteX198" fmla="*/ 3810000 w 4089400"/>
              <a:gd name="connsiteY198" fmla="*/ 482600 h 2870200"/>
              <a:gd name="connsiteX199" fmla="*/ 3818466 w 4089400"/>
              <a:gd name="connsiteY199" fmla="*/ 533400 h 2870200"/>
              <a:gd name="connsiteX200" fmla="*/ 3835400 w 4089400"/>
              <a:gd name="connsiteY200" fmla="*/ 660400 h 2870200"/>
              <a:gd name="connsiteX201" fmla="*/ 3843866 w 4089400"/>
              <a:gd name="connsiteY201" fmla="*/ 702734 h 2870200"/>
              <a:gd name="connsiteX202" fmla="*/ 3860800 w 4089400"/>
              <a:gd name="connsiteY202" fmla="*/ 736600 h 2870200"/>
              <a:gd name="connsiteX203" fmla="*/ 3877733 w 4089400"/>
              <a:gd name="connsiteY203" fmla="*/ 702734 h 2870200"/>
              <a:gd name="connsiteX204" fmla="*/ 3937000 w 4089400"/>
              <a:gd name="connsiteY204" fmla="*/ 482600 h 2870200"/>
              <a:gd name="connsiteX205" fmla="*/ 3953933 w 4089400"/>
              <a:gd name="connsiteY205" fmla="*/ 457200 h 2870200"/>
              <a:gd name="connsiteX206" fmla="*/ 3979333 w 4089400"/>
              <a:gd name="connsiteY206" fmla="*/ 177800 h 2870200"/>
              <a:gd name="connsiteX207" fmla="*/ 4004733 w 4089400"/>
              <a:gd name="connsiteY207" fmla="*/ 135467 h 2870200"/>
              <a:gd name="connsiteX208" fmla="*/ 4013200 w 4089400"/>
              <a:gd name="connsiteY208" fmla="*/ 101600 h 2870200"/>
              <a:gd name="connsiteX209" fmla="*/ 4021666 w 4089400"/>
              <a:gd name="connsiteY209" fmla="*/ 76200 h 2870200"/>
              <a:gd name="connsiteX210" fmla="*/ 4030133 w 4089400"/>
              <a:gd name="connsiteY210" fmla="*/ 110067 h 2870200"/>
              <a:gd name="connsiteX211" fmla="*/ 4047066 w 4089400"/>
              <a:gd name="connsiteY211" fmla="*/ 160867 h 2870200"/>
              <a:gd name="connsiteX212" fmla="*/ 4089400 w 4089400"/>
              <a:gd name="connsiteY212" fmla="*/ 0 h 2870200"/>
              <a:gd name="connsiteX0" fmla="*/ 0 w 4089400"/>
              <a:gd name="connsiteY0" fmla="*/ 702734 h 2870200"/>
              <a:gd name="connsiteX1" fmla="*/ 8466 w 4089400"/>
              <a:gd name="connsiteY1" fmla="*/ 643467 h 2870200"/>
              <a:gd name="connsiteX2" fmla="*/ 25400 w 4089400"/>
              <a:gd name="connsiteY2" fmla="*/ 626534 h 2870200"/>
              <a:gd name="connsiteX3" fmla="*/ 33866 w 4089400"/>
              <a:gd name="connsiteY3" fmla="*/ 592667 h 2870200"/>
              <a:gd name="connsiteX4" fmla="*/ 42333 w 4089400"/>
              <a:gd name="connsiteY4" fmla="*/ 567267 h 2870200"/>
              <a:gd name="connsiteX5" fmla="*/ 42333 w 4089400"/>
              <a:gd name="connsiteY5" fmla="*/ 821267 h 2870200"/>
              <a:gd name="connsiteX6" fmla="*/ 16933 w 4089400"/>
              <a:gd name="connsiteY6" fmla="*/ 880534 h 2870200"/>
              <a:gd name="connsiteX7" fmla="*/ 25400 w 4089400"/>
              <a:gd name="connsiteY7" fmla="*/ 1354667 h 2870200"/>
              <a:gd name="connsiteX8" fmla="*/ 33866 w 4089400"/>
              <a:gd name="connsiteY8" fmla="*/ 1329267 h 2870200"/>
              <a:gd name="connsiteX9" fmla="*/ 42333 w 4089400"/>
              <a:gd name="connsiteY9" fmla="*/ 1286934 h 2870200"/>
              <a:gd name="connsiteX10" fmla="*/ 59266 w 4089400"/>
              <a:gd name="connsiteY10" fmla="*/ 1253067 h 2870200"/>
              <a:gd name="connsiteX11" fmla="*/ 76200 w 4089400"/>
              <a:gd name="connsiteY11" fmla="*/ 1202267 h 2870200"/>
              <a:gd name="connsiteX12" fmla="*/ 84666 w 4089400"/>
              <a:gd name="connsiteY12" fmla="*/ 1176867 h 2870200"/>
              <a:gd name="connsiteX13" fmla="*/ 101600 w 4089400"/>
              <a:gd name="connsiteY13" fmla="*/ 1143000 h 2870200"/>
              <a:gd name="connsiteX14" fmla="*/ 110066 w 4089400"/>
              <a:gd name="connsiteY14" fmla="*/ 1100667 h 2870200"/>
              <a:gd name="connsiteX15" fmla="*/ 135466 w 4089400"/>
              <a:gd name="connsiteY15" fmla="*/ 1032934 h 2870200"/>
              <a:gd name="connsiteX16" fmla="*/ 143933 w 4089400"/>
              <a:gd name="connsiteY16" fmla="*/ 999067 h 2870200"/>
              <a:gd name="connsiteX17" fmla="*/ 160866 w 4089400"/>
              <a:gd name="connsiteY17" fmla="*/ 948267 h 2870200"/>
              <a:gd name="connsiteX18" fmla="*/ 177800 w 4089400"/>
              <a:gd name="connsiteY18" fmla="*/ 1134534 h 2870200"/>
              <a:gd name="connsiteX19" fmla="*/ 194733 w 4089400"/>
              <a:gd name="connsiteY19" fmla="*/ 1464734 h 2870200"/>
              <a:gd name="connsiteX20" fmla="*/ 228600 w 4089400"/>
              <a:gd name="connsiteY20" fmla="*/ 1397000 h 2870200"/>
              <a:gd name="connsiteX21" fmla="*/ 254000 w 4089400"/>
              <a:gd name="connsiteY21" fmla="*/ 1363134 h 2870200"/>
              <a:gd name="connsiteX22" fmla="*/ 262466 w 4089400"/>
              <a:gd name="connsiteY22" fmla="*/ 1337734 h 2870200"/>
              <a:gd name="connsiteX23" fmla="*/ 279400 w 4089400"/>
              <a:gd name="connsiteY23" fmla="*/ 1371600 h 2870200"/>
              <a:gd name="connsiteX24" fmla="*/ 287866 w 4089400"/>
              <a:gd name="connsiteY24" fmla="*/ 2243667 h 2870200"/>
              <a:gd name="connsiteX25" fmla="*/ 313266 w 4089400"/>
              <a:gd name="connsiteY25" fmla="*/ 2201334 h 2870200"/>
              <a:gd name="connsiteX26" fmla="*/ 321733 w 4089400"/>
              <a:gd name="connsiteY26" fmla="*/ 2150534 h 2870200"/>
              <a:gd name="connsiteX27" fmla="*/ 355600 w 4089400"/>
              <a:gd name="connsiteY27" fmla="*/ 2125134 h 2870200"/>
              <a:gd name="connsiteX28" fmla="*/ 364066 w 4089400"/>
              <a:gd name="connsiteY28" fmla="*/ 2082800 h 2870200"/>
              <a:gd name="connsiteX29" fmla="*/ 381000 w 4089400"/>
              <a:gd name="connsiteY29" fmla="*/ 2065867 h 2870200"/>
              <a:gd name="connsiteX30" fmla="*/ 397933 w 4089400"/>
              <a:gd name="connsiteY30" fmla="*/ 2032000 h 2870200"/>
              <a:gd name="connsiteX31" fmla="*/ 423333 w 4089400"/>
              <a:gd name="connsiteY31" fmla="*/ 1998134 h 2870200"/>
              <a:gd name="connsiteX32" fmla="*/ 440266 w 4089400"/>
              <a:gd name="connsiteY32" fmla="*/ 1752600 h 2870200"/>
              <a:gd name="connsiteX33" fmla="*/ 465666 w 4089400"/>
              <a:gd name="connsiteY33" fmla="*/ 1651000 h 2870200"/>
              <a:gd name="connsiteX34" fmla="*/ 491066 w 4089400"/>
              <a:gd name="connsiteY34" fmla="*/ 1710267 h 2870200"/>
              <a:gd name="connsiteX35" fmla="*/ 499533 w 4089400"/>
              <a:gd name="connsiteY35" fmla="*/ 1735667 h 2870200"/>
              <a:gd name="connsiteX36" fmla="*/ 533400 w 4089400"/>
              <a:gd name="connsiteY36" fmla="*/ 1820334 h 2870200"/>
              <a:gd name="connsiteX37" fmla="*/ 558800 w 4089400"/>
              <a:gd name="connsiteY37" fmla="*/ 1938867 h 2870200"/>
              <a:gd name="connsiteX38" fmla="*/ 575733 w 4089400"/>
              <a:gd name="connsiteY38" fmla="*/ 1998134 h 2870200"/>
              <a:gd name="connsiteX39" fmla="*/ 592666 w 4089400"/>
              <a:gd name="connsiteY39" fmla="*/ 2023534 h 2870200"/>
              <a:gd name="connsiteX40" fmla="*/ 618066 w 4089400"/>
              <a:gd name="connsiteY40" fmla="*/ 1786467 h 2870200"/>
              <a:gd name="connsiteX41" fmla="*/ 626533 w 4089400"/>
              <a:gd name="connsiteY41" fmla="*/ 1744134 h 2870200"/>
              <a:gd name="connsiteX42" fmla="*/ 643466 w 4089400"/>
              <a:gd name="connsiteY42" fmla="*/ 1718734 h 2870200"/>
              <a:gd name="connsiteX43" fmla="*/ 660400 w 4089400"/>
              <a:gd name="connsiteY43" fmla="*/ 1617134 h 2870200"/>
              <a:gd name="connsiteX44" fmla="*/ 677333 w 4089400"/>
              <a:gd name="connsiteY44" fmla="*/ 1557867 h 2870200"/>
              <a:gd name="connsiteX45" fmla="*/ 685800 w 4089400"/>
              <a:gd name="connsiteY45" fmla="*/ 1524000 h 2870200"/>
              <a:gd name="connsiteX46" fmla="*/ 702733 w 4089400"/>
              <a:gd name="connsiteY46" fmla="*/ 1312334 h 2870200"/>
              <a:gd name="connsiteX47" fmla="*/ 719666 w 4089400"/>
              <a:gd name="connsiteY47" fmla="*/ 1380067 h 2870200"/>
              <a:gd name="connsiteX48" fmla="*/ 736600 w 4089400"/>
              <a:gd name="connsiteY48" fmla="*/ 1532467 h 2870200"/>
              <a:gd name="connsiteX49" fmla="*/ 753533 w 4089400"/>
              <a:gd name="connsiteY49" fmla="*/ 1566334 h 2870200"/>
              <a:gd name="connsiteX50" fmla="*/ 778933 w 4089400"/>
              <a:gd name="connsiteY50" fmla="*/ 1456267 h 2870200"/>
              <a:gd name="connsiteX51" fmla="*/ 795866 w 4089400"/>
              <a:gd name="connsiteY51" fmla="*/ 1430867 h 2870200"/>
              <a:gd name="connsiteX52" fmla="*/ 829733 w 4089400"/>
              <a:gd name="connsiteY52" fmla="*/ 1388534 h 2870200"/>
              <a:gd name="connsiteX53" fmla="*/ 838200 w 4089400"/>
              <a:gd name="connsiteY53" fmla="*/ 1498600 h 2870200"/>
              <a:gd name="connsiteX54" fmla="*/ 863600 w 4089400"/>
              <a:gd name="connsiteY54" fmla="*/ 1811867 h 2870200"/>
              <a:gd name="connsiteX55" fmla="*/ 872066 w 4089400"/>
              <a:gd name="connsiteY55" fmla="*/ 1642534 h 2870200"/>
              <a:gd name="connsiteX56" fmla="*/ 897466 w 4089400"/>
              <a:gd name="connsiteY56" fmla="*/ 1583267 h 2870200"/>
              <a:gd name="connsiteX57" fmla="*/ 905933 w 4089400"/>
              <a:gd name="connsiteY57" fmla="*/ 1557867 h 2870200"/>
              <a:gd name="connsiteX58" fmla="*/ 914400 w 4089400"/>
              <a:gd name="connsiteY58" fmla="*/ 2006600 h 2870200"/>
              <a:gd name="connsiteX59" fmla="*/ 939800 w 4089400"/>
              <a:gd name="connsiteY59" fmla="*/ 2116667 h 2870200"/>
              <a:gd name="connsiteX60" fmla="*/ 948266 w 4089400"/>
              <a:gd name="connsiteY60" fmla="*/ 1828800 h 2870200"/>
              <a:gd name="connsiteX61" fmla="*/ 965200 w 4089400"/>
              <a:gd name="connsiteY61" fmla="*/ 1794934 h 2870200"/>
              <a:gd name="connsiteX62" fmla="*/ 973666 w 4089400"/>
              <a:gd name="connsiteY62" fmla="*/ 1761067 h 2870200"/>
              <a:gd name="connsiteX63" fmla="*/ 990600 w 4089400"/>
              <a:gd name="connsiteY63" fmla="*/ 1871134 h 2870200"/>
              <a:gd name="connsiteX64" fmla="*/ 1007533 w 4089400"/>
              <a:gd name="connsiteY64" fmla="*/ 1947334 h 2870200"/>
              <a:gd name="connsiteX65" fmla="*/ 1024466 w 4089400"/>
              <a:gd name="connsiteY65" fmla="*/ 2040467 h 2870200"/>
              <a:gd name="connsiteX66" fmla="*/ 1049866 w 4089400"/>
              <a:gd name="connsiteY66" fmla="*/ 2108200 h 2870200"/>
              <a:gd name="connsiteX67" fmla="*/ 1058333 w 4089400"/>
              <a:gd name="connsiteY67" fmla="*/ 2150534 h 2870200"/>
              <a:gd name="connsiteX68" fmla="*/ 1100666 w 4089400"/>
              <a:gd name="connsiteY68" fmla="*/ 2209800 h 2870200"/>
              <a:gd name="connsiteX69" fmla="*/ 1109133 w 4089400"/>
              <a:gd name="connsiteY69" fmla="*/ 2108200 h 2870200"/>
              <a:gd name="connsiteX70" fmla="*/ 1159933 w 4089400"/>
              <a:gd name="connsiteY70" fmla="*/ 1989667 h 2870200"/>
              <a:gd name="connsiteX71" fmla="*/ 1210733 w 4089400"/>
              <a:gd name="connsiteY71" fmla="*/ 1913467 h 2870200"/>
              <a:gd name="connsiteX72" fmla="*/ 1219200 w 4089400"/>
              <a:gd name="connsiteY72" fmla="*/ 2167467 h 2870200"/>
              <a:gd name="connsiteX73" fmla="*/ 1236133 w 4089400"/>
              <a:gd name="connsiteY73" fmla="*/ 2082800 h 2870200"/>
              <a:gd name="connsiteX74" fmla="*/ 1244600 w 4089400"/>
              <a:gd name="connsiteY74" fmla="*/ 2015067 h 2870200"/>
              <a:gd name="connsiteX75" fmla="*/ 1286933 w 4089400"/>
              <a:gd name="connsiteY75" fmla="*/ 1854200 h 2870200"/>
              <a:gd name="connsiteX76" fmla="*/ 1295400 w 4089400"/>
              <a:gd name="connsiteY76" fmla="*/ 1803400 h 2870200"/>
              <a:gd name="connsiteX77" fmla="*/ 1320800 w 4089400"/>
              <a:gd name="connsiteY77" fmla="*/ 1701800 h 2870200"/>
              <a:gd name="connsiteX78" fmla="*/ 1346200 w 4089400"/>
              <a:gd name="connsiteY78" fmla="*/ 1718734 h 2870200"/>
              <a:gd name="connsiteX79" fmla="*/ 1354666 w 4089400"/>
              <a:gd name="connsiteY79" fmla="*/ 1744134 h 2870200"/>
              <a:gd name="connsiteX80" fmla="*/ 1380066 w 4089400"/>
              <a:gd name="connsiteY80" fmla="*/ 1828800 h 2870200"/>
              <a:gd name="connsiteX81" fmla="*/ 1397000 w 4089400"/>
              <a:gd name="connsiteY81" fmla="*/ 1879600 h 2870200"/>
              <a:gd name="connsiteX82" fmla="*/ 1405466 w 4089400"/>
              <a:gd name="connsiteY82" fmla="*/ 1913467 h 2870200"/>
              <a:gd name="connsiteX83" fmla="*/ 1430866 w 4089400"/>
              <a:gd name="connsiteY83" fmla="*/ 1947334 h 2870200"/>
              <a:gd name="connsiteX84" fmla="*/ 1447800 w 4089400"/>
              <a:gd name="connsiteY84" fmla="*/ 1938867 h 2870200"/>
              <a:gd name="connsiteX85" fmla="*/ 1490133 w 4089400"/>
              <a:gd name="connsiteY85" fmla="*/ 1803400 h 2870200"/>
              <a:gd name="connsiteX86" fmla="*/ 1549400 w 4089400"/>
              <a:gd name="connsiteY86" fmla="*/ 1651000 h 2870200"/>
              <a:gd name="connsiteX87" fmla="*/ 1557866 w 4089400"/>
              <a:gd name="connsiteY87" fmla="*/ 1591734 h 2870200"/>
              <a:gd name="connsiteX88" fmla="*/ 1574800 w 4089400"/>
              <a:gd name="connsiteY88" fmla="*/ 1566334 h 2870200"/>
              <a:gd name="connsiteX89" fmla="*/ 1583266 w 4089400"/>
              <a:gd name="connsiteY89" fmla="*/ 1524000 h 2870200"/>
              <a:gd name="connsiteX90" fmla="*/ 1591733 w 4089400"/>
              <a:gd name="connsiteY90" fmla="*/ 1498600 h 2870200"/>
              <a:gd name="connsiteX91" fmla="*/ 1608666 w 4089400"/>
              <a:gd name="connsiteY91" fmla="*/ 1524000 h 2870200"/>
              <a:gd name="connsiteX92" fmla="*/ 1634066 w 4089400"/>
              <a:gd name="connsiteY92" fmla="*/ 1490134 h 2870200"/>
              <a:gd name="connsiteX93" fmla="*/ 1659466 w 4089400"/>
              <a:gd name="connsiteY93" fmla="*/ 1388534 h 2870200"/>
              <a:gd name="connsiteX94" fmla="*/ 1718733 w 4089400"/>
              <a:gd name="connsiteY94" fmla="*/ 1286934 h 2870200"/>
              <a:gd name="connsiteX95" fmla="*/ 1769533 w 4089400"/>
              <a:gd name="connsiteY95" fmla="*/ 1176867 h 2870200"/>
              <a:gd name="connsiteX96" fmla="*/ 1794933 w 4089400"/>
              <a:gd name="connsiteY96" fmla="*/ 1202267 h 2870200"/>
              <a:gd name="connsiteX97" fmla="*/ 1803400 w 4089400"/>
              <a:gd name="connsiteY97" fmla="*/ 1227667 h 2870200"/>
              <a:gd name="connsiteX98" fmla="*/ 1820333 w 4089400"/>
              <a:gd name="connsiteY98" fmla="*/ 1261534 h 2870200"/>
              <a:gd name="connsiteX99" fmla="*/ 1862666 w 4089400"/>
              <a:gd name="connsiteY99" fmla="*/ 1422400 h 2870200"/>
              <a:gd name="connsiteX100" fmla="*/ 1913466 w 4089400"/>
              <a:gd name="connsiteY100" fmla="*/ 1600200 h 2870200"/>
              <a:gd name="connsiteX101" fmla="*/ 1964266 w 4089400"/>
              <a:gd name="connsiteY101" fmla="*/ 1744134 h 2870200"/>
              <a:gd name="connsiteX102" fmla="*/ 1981200 w 4089400"/>
              <a:gd name="connsiteY102" fmla="*/ 1498600 h 2870200"/>
              <a:gd name="connsiteX103" fmla="*/ 1998133 w 4089400"/>
              <a:gd name="connsiteY103" fmla="*/ 1464734 h 2870200"/>
              <a:gd name="connsiteX104" fmla="*/ 2006600 w 4089400"/>
              <a:gd name="connsiteY104" fmla="*/ 1439334 h 2870200"/>
              <a:gd name="connsiteX105" fmla="*/ 2057400 w 4089400"/>
              <a:gd name="connsiteY105" fmla="*/ 2032000 h 2870200"/>
              <a:gd name="connsiteX106" fmla="*/ 2065866 w 4089400"/>
              <a:gd name="connsiteY106" fmla="*/ 2150534 h 2870200"/>
              <a:gd name="connsiteX107" fmla="*/ 2074333 w 4089400"/>
              <a:gd name="connsiteY107" fmla="*/ 2489200 h 2870200"/>
              <a:gd name="connsiteX108" fmla="*/ 2108200 w 4089400"/>
              <a:gd name="connsiteY108" fmla="*/ 2421467 h 2870200"/>
              <a:gd name="connsiteX109" fmla="*/ 2150533 w 4089400"/>
              <a:gd name="connsiteY109" fmla="*/ 2319867 h 2870200"/>
              <a:gd name="connsiteX110" fmla="*/ 2175933 w 4089400"/>
              <a:gd name="connsiteY110" fmla="*/ 2286000 h 2870200"/>
              <a:gd name="connsiteX111" fmla="*/ 2209800 w 4089400"/>
              <a:gd name="connsiteY111" fmla="*/ 2235200 h 2870200"/>
              <a:gd name="connsiteX112" fmla="*/ 2226733 w 4089400"/>
              <a:gd name="connsiteY112" fmla="*/ 2514600 h 2870200"/>
              <a:gd name="connsiteX113" fmla="*/ 2252133 w 4089400"/>
              <a:gd name="connsiteY113" fmla="*/ 2565400 h 2870200"/>
              <a:gd name="connsiteX114" fmla="*/ 2260600 w 4089400"/>
              <a:gd name="connsiteY114" fmla="*/ 2489200 h 2870200"/>
              <a:gd name="connsiteX115" fmla="*/ 2277533 w 4089400"/>
              <a:gd name="connsiteY115" fmla="*/ 2421467 h 2870200"/>
              <a:gd name="connsiteX116" fmla="*/ 2286000 w 4089400"/>
              <a:gd name="connsiteY116" fmla="*/ 1718734 h 2870200"/>
              <a:gd name="connsiteX117" fmla="*/ 2311400 w 4089400"/>
              <a:gd name="connsiteY117" fmla="*/ 1811867 h 2870200"/>
              <a:gd name="connsiteX118" fmla="*/ 2336800 w 4089400"/>
              <a:gd name="connsiteY118" fmla="*/ 1871134 h 2870200"/>
              <a:gd name="connsiteX119" fmla="*/ 2362200 w 4089400"/>
              <a:gd name="connsiteY119" fmla="*/ 1938867 h 2870200"/>
              <a:gd name="connsiteX120" fmla="*/ 2370666 w 4089400"/>
              <a:gd name="connsiteY120" fmla="*/ 1972734 h 2870200"/>
              <a:gd name="connsiteX121" fmla="*/ 2379133 w 4089400"/>
              <a:gd name="connsiteY121" fmla="*/ 1574800 h 2870200"/>
              <a:gd name="connsiteX122" fmla="*/ 2404533 w 4089400"/>
              <a:gd name="connsiteY122" fmla="*/ 1236134 h 2870200"/>
              <a:gd name="connsiteX123" fmla="*/ 2421466 w 4089400"/>
              <a:gd name="connsiteY123" fmla="*/ 1092200 h 2870200"/>
              <a:gd name="connsiteX124" fmla="*/ 2429933 w 4089400"/>
              <a:gd name="connsiteY124" fmla="*/ 1066800 h 2870200"/>
              <a:gd name="connsiteX125" fmla="*/ 2438400 w 4089400"/>
              <a:gd name="connsiteY125" fmla="*/ 1092200 h 2870200"/>
              <a:gd name="connsiteX126" fmla="*/ 2455333 w 4089400"/>
              <a:gd name="connsiteY126" fmla="*/ 1117600 h 2870200"/>
              <a:gd name="connsiteX127" fmla="*/ 2463800 w 4089400"/>
              <a:gd name="connsiteY127" fmla="*/ 1227667 h 2870200"/>
              <a:gd name="connsiteX128" fmla="*/ 2489200 w 4089400"/>
              <a:gd name="connsiteY128" fmla="*/ 753534 h 2870200"/>
              <a:gd name="connsiteX129" fmla="*/ 2506133 w 4089400"/>
              <a:gd name="connsiteY129" fmla="*/ 685800 h 2870200"/>
              <a:gd name="connsiteX130" fmla="*/ 2514600 w 4089400"/>
              <a:gd name="connsiteY130" fmla="*/ 609600 h 2870200"/>
              <a:gd name="connsiteX131" fmla="*/ 2523066 w 4089400"/>
              <a:gd name="connsiteY131" fmla="*/ 558800 h 2870200"/>
              <a:gd name="connsiteX132" fmla="*/ 2540000 w 4089400"/>
              <a:gd name="connsiteY132" fmla="*/ 584200 h 2870200"/>
              <a:gd name="connsiteX133" fmla="*/ 2548466 w 4089400"/>
              <a:gd name="connsiteY133" fmla="*/ 778934 h 2870200"/>
              <a:gd name="connsiteX134" fmla="*/ 2590800 w 4089400"/>
              <a:gd name="connsiteY134" fmla="*/ 914400 h 2870200"/>
              <a:gd name="connsiteX135" fmla="*/ 2607733 w 4089400"/>
              <a:gd name="connsiteY135" fmla="*/ 973667 h 2870200"/>
              <a:gd name="connsiteX136" fmla="*/ 2624666 w 4089400"/>
              <a:gd name="connsiteY136" fmla="*/ 812800 h 2870200"/>
              <a:gd name="connsiteX137" fmla="*/ 2641600 w 4089400"/>
              <a:gd name="connsiteY137" fmla="*/ 694267 h 2870200"/>
              <a:gd name="connsiteX138" fmla="*/ 2667000 w 4089400"/>
              <a:gd name="connsiteY138" fmla="*/ 558800 h 2870200"/>
              <a:gd name="connsiteX139" fmla="*/ 2692400 w 4089400"/>
              <a:gd name="connsiteY139" fmla="*/ 321734 h 2870200"/>
              <a:gd name="connsiteX140" fmla="*/ 2709333 w 4089400"/>
              <a:gd name="connsiteY140" fmla="*/ 1058334 h 2870200"/>
              <a:gd name="connsiteX141" fmla="*/ 2717800 w 4089400"/>
              <a:gd name="connsiteY141" fmla="*/ 1032934 h 2870200"/>
              <a:gd name="connsiteX142" fmla="*/ 2785533 w 4089400"/>
              <a:gd name="connsiteY142" fmla="*/ 905934 h 2870200"/>
              <a:gd name="connsiteX143" fmla="*/ 2819400 w 4089400"/>
              <a:gd name="connsiteY143" fmla="*/ 855134 h 2870200"/>
              <a:gd name="connsiteX144" fmla="*/ 2844800 w 4089400"/>
              <a:gd name="connsiteY144" fmla="*/ 1422400 h 2870200"/>
              <a:gd name="connsiteX145" fmla="*/ 2853266 w 4089400"/>
              <a:gd name="connsiteY145" fmla="*/ 1388534 h 2870200"/>
              <a:gd name="connsiteX146" fmla="*/ 2870200 w 4089400"/>
              <a:gd name="connsiteY146" fmla="*/ 1363134 h 2870200"/>
              <a:gd name="connsiteX147" fmla="*/ 2895600 w 4089400"/>
              <a:gd name="connsiteY147" fmla="*/ 1278467 h 2870200"/>
              <a:gd name="connsiteX148" fmla="*/ 2912533 w 4089400"/>
              <a:gd name="connsiteY148" fmla="*/ 1320800 h 2870200"/>
              <a:gd name="connsiteX149" fmla="*/ 2929466 w 4089400"/>
              <a:gd name="connsiteY149" fmla="*/ 1388534 h 2870200"/>
              <a:gd name="connsiteX150" fmla="*/ 2946400 w 4089400"/>
              <a:gd name="connsiteY150" fmla="*/ 1422400 h 2870200"/>
              <a:gd name="connsiteX151" fmla="*/ 2988733 w 4089400"/>
              <a:gd name="connsiteY151" fmla="*/ 1540934 h 2870200"/>
              <a:gd name="connsiteX152" fmla="*/ 3005666 w 4089400"/>
              <a:gd name="connsiteY152" fmla="*/ 1566334 h 2870200"/>
              <a:gd name="connsiteX153" fmla="*/ 3039533 w 4089400"/>
              <a:gd name="connsiteY153" fmla="*/ 1718734 h 2870200"/>
              <a:gd name="connsiteX154" fmla="*/ 3064933 w 4089400"/>
              <a:gd name="connsiteY154" fmla="*/ 1761067 h 2870200"/>
              <a:gd name="connsiteX155" fmla="*/ 3098800 w 4089400"/>
              <a:gd name="connsiteY155" fmla="*/ 1879600 h 2870200"/>
              <a:gd name="connsiteX156" fmla="*/ 3090333 w 4089400"/>
              <a:gd name="connsiteY156" fmla="*/ 1913467 h 2870200"/>
              <a:gd name="connsiteX157" fmla="*/ 3102783 w 4089400"/>
              <a:gd name="connsiteY157" fmla="*/ 1901016 h 2870200"/>
              <a:gd name="connsiteX158" fmla="*/ 3081866 w 4089400"/>
              <a:gd name="connsiteY158" fmla="*/ 1888067 h 2870200"/>
              <a:gd name="connsiteX159" fmla="*/ 3107266 w 4089400"/>
              <a:gd name="connsiteY159" fmla="*/ 1871134 h 2870200"/>
              <a:gd name="connsiteX160" fmla="*/ 3115733 w 4089400"/>
              <a:gd name="connsiteY160" fmla="*/ 1769534 h 2870200"/>
              <a:gd name="connsiteX161" fmla="*/ 3132666 w 4089400"/>
              <a:gd name="connsiteY161" fmla="*/ 1710267 h 2870200"/>
              <a:gd name="connsiteX162" fmla="*/ 3141133 w 4089400"/>
              <a:gd name="connsiteY162" fmla="*/ 1684867 h 2870200"/>
              <a:gd name="connsiteX163" fmla="*/ 3166533 w 4089400"/>
              <a:gd name="connsiteY163" fmla="*/ 1676400 h 2870200"/>
              <a:gd name="connsiteX164" fmla="*/ 3175000 w 4089400"/>
              <a:gd name="connsiteY164" fmla="*/ 2006600 h 2870200"/>
              <a:gd name="connsiteX165" fmla="*/ 3183466 w 4089400"/>
              <a:gd name="connsiteY165" fmla="*/ 2048934 h 2870200"/>
              <a:gd name="connsiteX166" fmla="*/ 3191933 w 4089400"/>
              <a:gd name="connsiteY166" fmla="*/ 2099734 h 2870200"/>
              <a:gd name="connsiteX167" fmla="*/ 3208866 w 4089400"/>
              <a:gd name="connsiteY167" fmla="*/ 2048934 h 2870200"/>
              <a:gd name="connsiteX168" fmla="*/ 3217333 w 4089400"/>
              <a:gd name="connsiteY168" fmla="*/ 1998134 h 2870200"/>
              <a:gd name="connsiteX169" fmla="*/ 3251200 w 4089400"/>
              <a:gd name="connsiteY169" fmla="*/ 2353734 h 2870200"/>
              <a:gd name="connsiteX170" fmla="*/ 3276600 w 4089400"/>
              <a:gd name="connsiteY170" fmla="*/ 2387600 h 2870200"/>
              <a:gd name="connsiteX171" fmla="*/ 3285066 w 4089400"/>
              <a:gd name="connsiteY171" fmla="*/ 2497667 h 2870200"/>
              <a:gd name="connsiteX172" fmla="*/ 3302000 w 4089400"/>
              <a:gd name="connsiteY172" fmla="*/ 2531534 h 2870200"/>
              <a:gd name="connsiteX173" fmla="*/ 3318933 w 4089400"/>
              <a:gd name="connsiteY173" fmla="*/ 2599267 h 2870200"/>
              <a:gd name="connsiteX174" fmla="*/ 3344333 w 4089400"/>
              <a:gd name="connsiteY174" fmla="*/ 2667000 h 2870200"/>
              <a:gd name="connsiteX175" fmla="*/ 3386666 w 4089400"/>
              <a:gd name="connsiteY175" fmla="*/ 2810934 h 2870200"/>
              <a:gd name="connsiteX176" fmla="*/ 3412066 w 4089400"/>
              <a:gd name="connsiteY176" fmla="*/ 2870200 h 2870200"/>
              <a:gd name="connsiteX177" fmla="*/ 3437466 w 4089400"/>
              <a:gd name="connsiteY177" fmla="*/ 1828800 h 2870200"/>
              <a:gd name="connsiteX178" fmla="*/ 3445933 w 4089400"/>
              <a:gd name="connsiteY178" fmla="*/ 1803400 h 2870200"/>
              <a:gd name="connsiteX179" fmla="*/ 3462866 w 4089400"/>
              <a:gd name="connsiteY179" fmla="*/ 1735667 h 2870200"/>
              <a:gd name="connsiteX180" fmla="*/ 3488266 w 4089400"/>
              <a:gd name="connsiteY180" fmla="*/ 1651000 h 2870200"/>
              <a:gd name="connsiteX181" fmla="*/ 3496733 w 4089400"/>
              <a:gd name="connsiteY181" fmla="*/ 1701800 h 2870200"/>
              <a:gd name="connsiteX182" fmla="*/ 3505200 w 4089400"/>
              <a:gd name="connsiteY182" fmla="*/ 1803400 h 2870200"/>
              <a:gd name="connsiteX183" fmla="*/ 3522133 w 4089400"/>
              <a:gd name="connsiteY183" fmla="*/ 1752600 h 2870200"/>
              <a:gd name="connsiteX184" fmla="*/ 3530600 w 4089400"/>
              <a:gd name="connsiteY184" fmla="*/ 1693334 h 2870200"/>
              <a:gd name="connsiteX185" fmla="*/ 3572933 w 4089400"/>
              <a:gd name="connsiteY185" fmla="*/ 1608667 h 2870200"/>
              <a:gd name="connsiteX186" fmla="*/ 3589866 w 4089400"/>
              <a:gd name="connsiteY186" fmla="*/ 1566334 h 2870200"/>
              <a:gd name="connsiteX187" fmla="*/ 3632200 w 4089400"/>
              <a:gd name="connsiteY187" fmla="*/ 1464734 h 2870200"/>
              <a:gd name="connsiteX188" fmla="*/ 3640666 w 4089400"/>
              <a:gd name="connsiteY188" fmla="*/ 1422400 h 2870200"/>
              <a:gd name="connsiteX189" fmla="*/ 3657600 w 4089400"/>
              <a:gd name="connsiteY189" fmla="*/ 1363134 h 2870200"/>
              <a:gd name="connsiteX190" fmla="*/ 3674533 w 4089400"/>
              <a:gd name="connsiteY190" fmla="*/ 1320800 h 2870200"/>
              <a:gd name="connsiteX191" fmla="*/ 3683000 w 4089400"/>
              <a:gd name="connsiteY191" fmla="*/ 1295400 h 2870200"/>
              <a:gd name="connsiteX192" fmla="*/ 3716866 w 4089400"/>
              <a:gd name="connsiteY192" fmla="*/ 1227667 h 2870200"/>
              <a:gd name="connsiteX193" fmla="*/ 3725333 w 4089400"/>
              <a:gd name="connsiteY193" fmla="*/ 1176867 h 2870200"/>
              <a:gd name="connsiteX194" fmla="*/ 3742266 w 4089400"/>
              <a:gd name="connsiteY194" fmla="*/ 1126067 h 2870200"/>
              <a:gd name="connsiteX195" fmla="*/ 3750733 w 4089400"/>
              <a:gd name="connsiteY195" fmla="*/ 1058334 h 2870200"/>
              <a:gd name="connsiteX196" fmla="*/ 3759200 w 4089400"/>
              <a:gd name="connsiteY196" fmla="*/ 1270000 h 2870200"/>
              <a:gd name="connsiteX197" fmla="*/ 3793066 w 4089400"/>
              <a:gd name="connsiteY197" fmla="*/ 558800 h 2870200"/>
              <a:gd name="connsiteX198" fmla="*/ 3810000 w 4089400"/>
              <a:gd name="connsiteY198" fmla="*/ 482600 h 2870200"/>
              <a:gd name="connsiteX199" fmla="*/ 3818466 w 4089400"/>
              <a:gd name="connsiteY199" fmla="*/ 533400 h 2870200"/>
              <a:gd name="connsiteX200" fmla="*/ 3835400 w 4089400"/>
              <a:gd name="connsiteY200" fmla="*/ 660400 h 2870200"/>
              <a:gd name="connsiteX201" fmla="*/ 3843866 w 4089400"/>
              <a:gd name="connsiteY201" fmla="*/ 702734 h 2870200"/>
              <a:gd name="connsiteX202" fmla="*/ 3860800 w 4089400"/>
              <a:gd name="connsiteY202" fmla="*/ 736600 h 2870200"/>
              <a:gd name="connsiteX203" fmla="*/ 3877733 w 4089400"/>
              <a:gd name="connsiteY203" fmla="*/ 702734 h 2870200"/>
              <a:gd name="connsiteX204" fmla="*/ 3937000 w 4089400"/>
              <a:gd name="connsiteY204" fmla="*/ 482600 h 2870200"/>
              <a:gd name="connsiteX205" fmla="*/ 3953933 w 4089400"/>
              <a:gd name="connsiteY205" fmla="*/ 457200 h 2870200"/>
              <a:gd name="connsiteX206" fmla="*/ 3979333 w 4089400"/>
              <a:gd name="connsiteY206" fmla="*/ 177800 h 2870200"/>
              <a:gd name="connsiteX207" fmla="*/ 4004733 w 4089400"/>
              <a:gd name="connsiteY207" fmla="*/ 135467 h 2870200"/>
              <a:gd name="connsiteX208" fmla="*/ 4013200 w 4089400"/>
              <a:gd name="connsiteY208" fmla="*/ 101600 h 2870200"/>
              <a:gd name="connsiteX209" fmla="*/ 4021666 w 4089400"/>
              <a:gd name="connsiteY209" fmla="*/ 76200 h 2870200"/>
              <a:gd name="connsiteX210" fmla="*/ 4030133 w 4089400"/>
              <a:gd name="connsiteY210" fmla="*/ 110067 h 2870200"/>
              <a:gd name="connsiteX211" fmla="*/ 4047066 w 4089400"/>
              <a:gd name="connsiteY211" fmla="*/ 160867 h 2870200"/>
              <a:gd name="connsiteX212" fmla="*/ 4089400 w 4089400"/>
              <a:gd name="connsiteY212" fmla="*/ 0 h 2870200"/>
              <a:gd name="connsiteX0" fmla="*/ 0 w 4089400"/>
              <a:gd name="connsiteY0" fmla="*/ 702734 h 2870200"/>
              <a:gd name="connsiteX1" fmla="*/ 8466 w 4089400"/>
              <a:gd name="connsiteY1" fmla="*/ 643467 h 2870200"/>
              <a:gd name="connsiteX2" fmla="*/ 25400 w 4089400"/>
              <a:gd name="connsiteY2" fmla="*/ 626534 h 2870200"/>
              <a:gd name="connsiteX3" fmla="*/ 33866 w 4089400"/>
              <a:gd name="connsiteY3" fmla="*/ 592667 h 2870200"/>
              <a:gd name="connsiteX4" fmla="*/ 42333 w 4089400"/>
              <a:gd name="connsiteY4" fmla="*/ 567267 h 2870200"/>
              <a:gd name="connsiteX5" fmla="*/ 42333 w 4089400"/>
              <a:gd name="connsiteY5" fmla="*/ 821267 h 2870200"/>
              <a:gd name="connsiteX6" fmla="*/ 16933 w 4089400"/>
              <a:gd name="connsiteY6" fmla="*/ 880534 h 2870200"/>
              <a:gd name="connsiteX7" fmla="*/ 25400 w 4089400"/>
              <a:gd name="connsiteY7" fmla="*/ 1354667 h 2870200"/>
              <a:gd name="connsiteX8" fmla="*/ 33866 w 4089400"/>
              <a:gd name="connsiteY8" fmla="*/ 1329267 h 2870200"/>
              <a:gd name="connsiteX9" fmla="*/ 42333 w 4089400"/>
              <a:gd name="connsiteY9" fmla="*/ 1286934 h 2870200"/>
              <a:gd name="connsiteX10" fmla="*/ 59266 w 4089400"/>
              <a:gd name="connsiteY10" fmla="*/ 1253067 h 2870200"/>
              <a:gd name="connsiteX11" fmla="*/ 76200 w 4089400"/>
              <a:gd name="connsiteY11" fmla="*/ 1202267 h 2870200"/>
              <a:gd name="connsiteX12" fmla="*/ 84666 w 4089400"/>
              <a:gd name="connsiteY12" fmla="*/ 1176867 h 2870200"/>
              <a:gd name="connsiteX13" fmla="*/ 101600 w 4089400"/>
              <a:gd name="connsiteY13" fmla="*/ 1143000 h 2870200"/>
              <a:gd name="connsiteX14" fmla="*/ 110066 w 4089400"/>
              <a:gd name="connsiteY14" fmla="*/ 1100667 h 2870200"/>
              <a:gd name="connsiteX15" fmla="*/ 135466 w 4089400"/>
              <a:gd name="connsiteY15" fmla="*/ 1032934 h 2870200"/>
              <a:gd name="connsiteX16" fmla="*/ 143933 w 4089400"/>
              <a:gd name="connsiteY16" fmla="*/ 999067 h 2870200"/>
              <a:gd name="connsiteX17" fmla="*/ 160866 w 4089400"/>
              <a:gd name="connsiteY17" fmla="*/ 948267 h 2870200"/>
              <a:gd name="connsiteX18" fmla="*/ 177800 w 4089400"/>
              <a:gd name="connsiteY18" fmla="*/ 1134534 h 2870200"/>
              <a:gd name="connsiteX19" fmla="*/ 194733 w 4089400"/>
              <a:gd name="connsiteY19" fmla="*/ 1464734 h 2870200"/>
              <a:gd name="connsiteX20" fmla="*/ 228600 w 4089400"/>
              <a:gd name="connsiteY20" fmla="*/ 1397000 h 2870200"/>
              <a:gd name="connsiteX21" fmla="*/ 254000 w 4089400"/>
              <a:gd name="connsiteY21" fmla="*/ 1363134 h 2870200"/>
              <a:gd name="connsiteX22" fmla="*/ 262466 w 4089400"/>
              <a:gd name="connsiteY22" fmla="*/ 1337734 h 2870200"/>
              <a:gd name="connsiteX23" fmla="*/ 279400 w 4089400"/>
              <a:gd name="connsiteY23" fmla="*/ 1371600 h 2870200"/>
              <a:gd name="connsiteX24" fmla="*/ 287866 w 4089400"/>
              <a:gd name="connsiteY24" fmla="*/ 2243667 h 2870200"/>
              <a:gd name="connsiteX25" fmla="*/ 313266 w 4089400"/>
              <a:gd name="connsiteY25" fmla="*/ 2201334 h 2870200"/>
              <a:gd name="connsiteX26" fmla="*/ 321733 w 4089400"/>
              <a:gd name="connsiteY26" fmla="*/ 2150534 h 2870200"/>
              <a:gd name="connsiteX27" fmla="*/ 355600 w 4089400"/>
              <a:gd name="connsiteY27" fmla="*/ 2125134 h 2870200"/>
              <a:gd name="connsiteX28" fmla="*/ 364066 w 4089400"/>
              <a:gd name="connsiteY28" fmla="*/ 2082800 h 2870200"/>
              <a:gd name="connsiteX29" fmla="*/ 381000 w 4089400"/>
              <a:gd name="connsiteY29" fmla="*/ 2065867 h 2870200"/>
              <a:gd name="connsiteX30" fmla="*/ 397933 w 4089400"/>
              <a:gd name="connsiteY30" fmla="*/ 2032000 h 2870200"/>
              <a:gd name="connsiteX31" fmla="*/ 423333 w 4089400"/>
              <a:gd name="connsiteY31" fmla="*/ 1998134 h 2870200"/>
              <a:gd name="connsiteX32" fmla="*/ 440266 w 4089400"/>
              <a:gd name="connsiteY32" fmla="*/ 1752600 h 2870200"/>
              <a:gd name="connsiteX33" fmla="*/ 465666 w 4089400"/>
              <a:gd name="connsiteY33" fmla="*/ 1651000 h 2870200"/>
              <a:gd name="connsiteX34" fmla="*/ 491066 w 4089400"/>
              <a:gd name="connsiteY34" fmla="*/ 1710267 h 2870200"/>
              <a:gd name="connsiteX35" fmla="*/ 499533 w 4089400"/>
              <a:gd name="connsiteY35" fmla="*/ 1735667 h 2870200"/>
              <a:gd name="connsiteX36" fmla="*/ 533400 w 4089400"/>
              <a:gd name="connsiteY36" fmla="*/ 1820334 h 2870200"/>
              <a:gd name="connsiteX37" fmla="*/ 558800 w 4089400"/>
              <a:gd name="connsiteY37" fmla="*/ 1938867 h 2870200"/>
              <a:gd name="connsiteX38" fmla="*/ 575733 w 4089400"/>
              <a:gd name="connsiteY38" fmla="*/ 1998134 h 2870200"/>
              <a:gd name="connsiteX39" fmla="*/ 592666 w 4089400"/>
              <a:gd name="connsiteY39" fmla="*/ 2023534 h 2870200"/>
              <a:gd name="connsiteX40" fmla="*/ 618066 w 4089400"/>
              <a:gd name="connsiteY40" fmla="*/ 1786467 h 2870200"/>
              <a:gd name="connsiteX41" fmla="*/ 626533 w 4089400"/>
              <a:gd name="connsiteY41" fmla="*/ 1744134 h 2870200"/>
              <a:gd name="connsiteX42" fmla="*/ 643466 w 4089400"/>
              <a:gd name="connsiteY42" fmla="*/ 1718734 h 2870200"/>
              <a:gd name="connsiteX43" fmla="*/ 660400 w 4089400"/>
              <a:gd name="connsiteY43" fmla="*/ 1617134 h 2870200"/>
              <a:gd name="connsiteX44" fmla="*/ 677333 w 4089400"/>
              <a:gd name="connsiteY44" fmla="*/ 1557867 h 2870200"/>
              <a:gd name="connsiteX45" fmla="*/ 685800 w 4089400"/>
              <a:gd name="connsiteY45" fmla="*/ 1524000 h 2870200"/>
              <a:gd name="connsiteX46" fmla="*/ 702733 w 4089400"/>
              <a:gd name="connsiteY46" fmla="*/ 1312334 h 2870200"/>
              <a:gd name="connsiteX47" fmla="*/ 719666 w 4089400"/>
              <a:gd name="connsiteY47" fmla="*/ 1380067 h 2870200"/>
              <a:gd name="connsiteX48" fmla="*/ 736600 w 4089400"/>
              <a:gd name="connsiteY48" fmla="*/ 1532467 h 2870200"/>
              <a:gd name="connsiteX49" fmla="*/ 753533 w 4089400"/>
              <a:gd name="connsiteY49" fmla="*/ 1566334 h 2870200"/>
              <a:gd name="connsiteX50" fmla="*/ 778933 w 4089400"/>
              <a:gd name="connsiteY50" fmla="*/ 1456267 h 2870200"/>
              <a:gd name="connsiteX51" fmla="*/ 795866 w 4089400"/>
              <a:gd name="connsiteY51" fmla="*/ 1430867 h 2870200"/>
              <a:gd name="connsiteX52" fmla="*/ 829733 w 4089400"/>
              <a:gd name="connsiteY52" fmla="*/ 1388534 h 2870200"/>
              <a:gd name="connsiteX53" fmla="*/ 838200 w 4089400"/>
              <a:gd name="connsiteY53" fmla="*/ 1498600 h 2870200"/>
              <a:gd name="connsiteX54" fmla="*/ 863600 w 4089400"/>
              <a:gd name="connsiteY54" fmla="*/ 1811867 h 2870200"/>
              <a:gd name="connsiteX55" fmla="*/ 872066 w 4089400"/>
              <a:gd name="connsiteY55" fmla="*/ 1642534 h 2870200"/>
              <a:gd name="connsiteX56" fmla="*/ 897466 w 4089400"/>
              <a:gd name="connsiteY56" fmla="*/ 1583267 h 2870200"/>
              <a:gd name="connsiteX57" fmla="*/ 905933 w 4089400"/>
              <a:gd name="connsiteY57" fmla="*/ 1557867 h 2870200"/>
              <a:gd name="connsiteX58" fmla="*/ 914400 w 4089400"/>
              <a:gd name="connsiteY58" fmla="*/ 2006600 h 2870200"/>
              <a:gd name="connsiteX59" fmla="*/ 939800 w 4089400"/>
              <a:gd name="connsiteY59" fmla="*/ 2116667 h 2870200"/>
              <a:gd name="connsiteX60" fmla="*/ 948266 w 4089400"/>
              <a:gd name="connsiteY60" fmla="*/ 1828800 h 2870200"/>
              <a:gd name="connsiteX61" fmla="*/ 965200 w 4089400"/>
              <a:gd name="connsiteY61" fmla="*/ 1794934 h 2870200"/>
              <a:gd name="connsiteX62" fmla="*/ 973666 w 4089400"/>
              <a:gd name="connsiteY62" fmla="*/ 1761067 h 2870200"/>
              <a:gd name="connsiteX63" fmla="*/ 990600 w 4089400"/>
              <a:gd name="connsiteY63" fmla="*/ 1871134 h 2870200"/>
              <a:gd name="connsiteX64" fmla="*/ 1007533 w 4089400"/>
              <a:gd name="connsiteY64" fmla="*/ 1947334 h 2870200"/>
              <a:gd name="connsiteX65" fmla="*/ 1024466 w 4089400"/>
              <a:gd name="connsiteY65" fmla="*/ 2040467 h 2870200"/>
              <a:gd name="connsiteX66" fmla="*/ 1049866 w 4089400"/>
              <a:gd name="connsiteY66" fmla="*/ 2108200 h 2870200"/>
              <a:gd name="connsiteX67" fmla="*/ 1058333 w 4089400"/>
              <a:gd name="connsiteY67" fmla="*/ 2150534 h 2870200"/>
              <a:gd name="connsiteX68" fmla="*/ 1100666 w 4089400"/>
              <a:gd name="connsiteY68" fmla="*/ 2209800 h 2870200"/>
              <a:gd name="connsiteX69" fmla="*/ 1109133 w 4089400"/>
              <a:gd name="connsiteY69" fmla="*/ 2108200 h 2870200"/>
              <a:gd name="connsiteX70" fmla="*/ 1159933 w 4089400"/>
              <a:gd name="connsiteY70" fmla="*/ 1989667 h 2870200"/>
              <a:gd name="connsiteX71" fmla="*/ 1210733 w 4089400"/>
              <a:gd name="connsiteY71" fmla="*/ 1913467 h 2870200"/>
              <a:gd name="connsiteX72" fmla="*/ 1219200 w 4089400"/>
              <a:gd name="connsiteY72" fmla="*/ 2167467 h 2870200"/>
              <a:gd name="connsiteX73" fmla="*/ 1236133 w 4089400"/>
              <a:gd name="connsiteY73" fmla="*/ 2082800 h 2870200"/>
              <a:gd name="connsiteX74" fmla="*/ 1244600 w 4089400"/>
              <a:gd name="connsiteY74" fmla="*/ 2015067 h 2870200"/>
              <a:gd name="connsiteX75" fmla="*/ 1286933 w 4089400"/>
              <a:gd name="connsiteY75" fmla="*/ 1854200 h 2870200"/>
              <a:gd name="connsiteX76" fmla="*/ 1295400 w 4089400"/>
              <a:gd name="connsiteY76" fmla="*/ 1803400 h 2870200"/>
              <a:gd name="connsiteX77" fmla="*/ 1320800 w 4089400"/>
              <a:gd name="connsiteY77" fmla="*/ 1701800 h 2870200"/>
              <a:gd name="connsiteX78" fmla="*/ 1346200 w 4089400"/>
              <a:gd name="connsiteY78" fmla="*/ 1718734 h 2870200"/>
              <a:gd name="connsiteX79" fmla="*/ 1354666 w 4089400"/>
              <a:gd name="connsiteY79" fmla="*/ 1744134 h 2870200"/>
              <a:gd name="connsiteX80" fmla="*/ 1380066 w 4089400"/>
              <a:gd name="connsiteY80" fmla="*/ 1828800 h 2870200"/>
              <a:gd name="connsiteX81" fmla="*/ 1397000 w 4089400"/>
              <a:gd name="connsiteY81" fmla="*/ 1879600 h 2870200"/>
              <a:gd name="connsiteX82" fmla="*/ 1405466 w 4089400"/>
              <a:gd name="connsiteY82" fmla="*/ 1913467 h 2870200"/>
              <a:gd name="connsiteX83" fmla="*/ 1430866 w 4089400"/>
              <a:gd name="connsiteY83" fmla="*/ 1947334 h 2870200"/>
              <a:gd name="connsiteX84" fmla="*/ 1447800 w 4089400"/>
              <a:gd name="connsiteY84" fmla="*/ 1938867 h 2870200"/>
              <a:gd name="connsiteX85" fmla="*/ 1490133 w 4089400"/>
              <a:gd name="connsiteY85" fmla="*/ 1803400 h 2870200"/>
              <a:gd name="connsiteX86" fmla="*/ 1549400 w 4089400"/>
              <a:gd name="connsiteY86" fmla="*/ 1651000 h 2870200"/>
              <a:gd name="connsiteX87" fmla="*/ 1557866 w 4089400"/>
              <a:gd name="connsiteY87" fmla="*/ 1591734 h 2870200"/>
              <a:gd name="connsiteX88" fmla="*/ 1574800 w 4089400"/>
              <a:gd name="connsiteY88" fmla="*/ 1566334 h 2870200"/>
              <a:gd name="connsiteX89" fmla="*/ 1583266 w 4089400"/>
              <a:gd name="connsiteY89" fmla="*/ 1524000 h 2870200"/>
              <a:gd name="connsiteX90" fmla="*/ 1591733 w 4089400"/>
              <a:gd name="connsiteY90" fmla="*/ 1498600 h 2870200"/>
              <a:gd name="connsiteX91" fmla="*/ 1608666 w 4089400"/>
              <a:gd name="connsiteY91" fmla="*/ 1524000 h 2870200"/>
              <a:gd name="connsiteX92" fmla="*/ 1634066 w 4089400"/>
              <a:gd name="connsiteY92" fmla="*/ 1490134 h 2870200"/>
              <a:gd name="connsiteX93" fmla="*/ 1659466 w 4089400"/>
              <a:gd name="connsiteY93" fmla="*/ 1388534 h 2870200"/>
              <a:gd name="connsiteX94" fmla="*/ 1718733 w 4089400"/>
              <a:gd name="connsiteY94" fmla="*/ 1286934 h 2870200"/>
              <a:gd name="connsiteX95" fmla="*/ 1769533 w 4089400"/>
              <a:gd name="connsiteY95" fmla="*/ 1176867 h 2870200"/>
              <a:gd name="connsiteX96" fmla="*/ 1794933 w 4089400"/>
              <a:gd name="connsiteY96" fmla="*/ 1202267 h 2870200"/>
              <a:gd name="connsiteX97" fmla="*/ 1803400 w 4089400"/>
              <a:gd name="connsiteY97" fmla="*/ 1227667 h 2870200"/>
              <a:gd name="connsiteX98" fmla="*/ 1820333 w 4089400"/>
              <a:gd name="connsiteY98" fmla="*/ 1261534 h 2870200"/>
              <a:gd name="connsiteX99" fmla="*/ 1862666 w 4089400"/>
              <a:gd name="connsiteY99" fmla="*/ 1422400 h 2870200"/>
              <a:gd name="connsiteX100" fmla="*/ 1913466 w 4089400"/>
              <a:gd name="connsiteY100" fmla="*/ 1600200 h 2870200"/>
              <a:gd name="connsiteX101" fmla="*/ 1964266 w 4089400"/>
              <a:gd name="connsiteY101" fmla="*/ 1744134 h 2870200"/>
              <a:gd name="connsiteX102" fmla="*/ 1981200 w 4089400"/>
              <a:gd name="connsiteY102" fmla="*/ 1498600 h 2870200"/>
              <a:gd name="connsiteX103" fmla="*/ 1998133 w 4089400"/>
              <a:gd name="connsiteY103" fmla="*/ 1464734 h 2870200"/>
              <a:gd name="connsiteX104" fmla="*/ 2006600 w 4089400"/>
              <a:gd name="connsiteY104" fmla="*/ 1439334 h 2870200"/>
              <a:gd name="connsiteX105" fmla="*/ 2057400 w 4089400"/>
              <a:gd name="connsiteY105" fmla="*/ 2032000 h 2870200"/>
              <a:gd name="connsiteX106" fmla="*/ 2065866 w 4089400"/>
              <a:gd name="connsiteY106" fmla="*/ 2150534 h 2870200"/>
              <a:gd name="connsiteX107" fmla="*/ 2074333 w 4089400"/>
              <a:gd name="connsiteY107" fmla="*/ 2489200 h 2870200"/>
              <a:gd name="connsiteX108" fmla="*/ 2108200 w 4089400"/>
              <a:gd name="connsiteY108" fmla="*/ 2421467 h 2870200"/>
              <a:gd name="connsiteX109" fmla="*/ 2150533 w 4089400"/>
              <a:gd name="connsiteY109" fmla="*/ 2319867 h 2870200"/>
              <a:gd name="connsiteX110" fmla="*/ 2175933 w 4089400"/>
              <a:gd name="connsiteY110" fmla="*/ 2286000 h 2870200"/>
              <a:gd name="connsiteX111" fmla="*/ 2209800 w 4089400"/>
              <a:gd name="connsiteY111" fmla="*/ 2235200 h 2870200"/>
              <a:gd name="connsiteX112" fmla="*/ 2226733 w 4089400"/>
              <a:gd name="connsiteY112" fmla="*/ 2514600 h 2870200"/>
              <a:gd name="connsiteX113" fmla="*/ 2252133 w 4089400"/>
              <a:gd name="connsiteY113" fmla="*/ 2565400 h 2870200"/>
              <a:gd name="connsiteX114" fmla="*/ 2260600 w 4089400"/>
              <a:gd name="connsiteY114" fmla="*/ 2489200 h 2870200"/>
              <a:gd name="connsiteX115" fmla="*/ 2277533 w 4089400"/>
              <a:gd name="connsiteY115" fmla="*/ 2421467 h 2870200"/>
              <a:gd name="connsiteX116" fmla="*/ 2286000 w 4089400"/>
              <a:gd name="connsiteY116" fmla="*/ 1718734 h 2870200"/>
              <a:gd name="connsiteX117" fmla="*/ 2311400 w 4089400"/>
              <a:gd name="connsiteY117" fmla="*/ 1811867 h 2870200"/>
              <a:gd name="connsiteX118" fmla="*/ 2336800 w 4089400"/>
              <a:gd name="connsiteY118" fmla="*/ 1871134 h 2870200"/>
              <a:gd name="connsiteX119" fmla="*/ 2362200 w 4089400"/>
              <a:gd name="connsiteY119" fmla="*/ 1938867 h 2870200"/>
              <a:gd name="connsiteX120" fmla="*/ 2370666 w 4089400"/>
              <a:gd name="connsiteY120" fmla="*/ 1972734 h 2870200"/>
              <a:gd name="connsiteX121" fmla="*/ 2379133 w 4089400"/>
              <a:gd name="connsiteY121" fmla="*/ 1574800 h 2870200"/>
              <a:gd name="connsiteX122" fmla="*/ 2404533 w 4089400"/>
              <a:gd name="connsiteY122" fmla="*/ 1236134 h 2870200"/>
              <a:gd name="connsiteX123" fmla="*/ 2421466 w 4089400"/>
              <a:gd name="connsiteY123" fmla="*/ 1092200 h 2870200"/>
              <a:gd name="connsiteX124" fmla="*/ 2429933 w 4089400"/>
              <a:gd name="connsiteY124" fmla="*/ 1066800 h 2870200"/>
              <a:gd name="connsiteX125" fmla="*/ 2438400 w 4089400"/>
              <a:gd name="connsiteY125" fmla="*/ 1092200 h 2870200"/>
              <a:gd name="connsiteX126" fmla="*/ 2455333 w 4089400"/>
              <a:gd name="connsiteY126" fmla="*/ 1117600 h 2870200"/>
              <a:gd name="connsiteX127" fmla="*/ 2463800 w 4089400"/>
              <a:gd name="connsiteY127" fmla="*/ 1227667 h 2870200"/>
              <a:gd name="connsiteX128" fmla="*/ 2489200 w 4089400"/>
              <a:gd name="connsiteY128" fmla="*/ 753534 h 2870200"/>
              <a:gd name="connsiteX129" fmla="*/ 2506133 w 4089400"/>
              <a:gd name="connsiteY129" fmla="*/ 685800 h 2870200"/>
              <a:gd name="connsiteX130" fmla="*/ 2514600 w 4089400"/>
              <a:gd name="connsiteY130" fmla="*/ 609600 h 2870200"/>
              <a:gd name="connsiteX131" fmla="*/ 2523066 w 4089400"/>
              <a:gd name="connsiteY131" fmla="*/ 558800 h 2870200"/>
              <a:gd name="connsiteX132" fmla="*/ 2540000 w 4089400"/>
              <a:gd name="connsiteY132" fmla="*/ 584200 h 2870200"/>
              <a:gd name="connsiteX133" fmla="*/ 2548466 w 4089400"/>
              <a:gd name="connsiteY133" fmla="*/ 778934 h 2870200"/>
              <a:gd name="connsiteX134" fmla="*/ 2590800 w 4089400"/>
              <a:gd name="connsiteY134" fmla="*/ 914400 h 2870200"/>
              <a:gd name="connsiteX135" fmla="*/ 2607733 w 4089400"/>
              <a:gd name="connsiteY135" fmla="*/ 973667 h 2870200"/>
              <a:gd name="connsiteX136" fmla="*/ 2624666 w 4089400"/>
              <a:gd name="connsiteY136" fmla="*/ 812800 h 2870200"/>
              <a:gd name="connsiteX137" fmla="*/ 2641600 w 4089400"/>
              <a:gd name="connsiteY137" fmla="*/ 694267 h 2870200"/>
              <a:gd name="connsiteX138" fmla="*/ 2667000 w 4089400"/>
              <a:gd name="connsiteY138" fmla="*/ 558800 h 2870200"/>
              <a:gd name="connsiteX139" fmla="*/ 2692400 w 4089400"/>
              <a:gd name="connsiteY139" fmla="*/ 321734 h 2870200"/>
              <a:gd name="connsiteX140" fmla="*/ 2709333 w 4089400"/>
              <a:gd name="connsiteY140" fmla="*/ 1058334 h 2870200"/>
              <a:gd name="connsiteX141" fmla="*/ 2717800 w 4089400"/>
              <a:gd name="connsiteY141" fmla="*/ 1032934 h 2870200"/>
              <a:gd name="connsiteX142" fmla="*/ 2785533 w 4089400"/>
              <a:gd name="connsiteY142" fmla="*/ 905934 h 2870200"/>
              <a:gd name="connsiteX143" fmla="*/ 2819400 w 4089400"/>
              <a:gd name="connsiteY143" fmla="*/ 855134 h 2870200"/>
              <a:gd name="connsiteX144" fmla="*/ 2844800 w 4089400"/>
              <a:gd name="connsiteY144" fmla="*/ 1422400 h 2870200"/>
              <a:gd name="connsiteX145" fmla="*/ 2853266 w 4089400"/>
              <a:gd name="connsiteY145" fmla="*/ 1388534 h 2870200"/>
              <a:gd name="connsiteX146" fmla="*/ 2870200 w 4089400"/>
              <a:gd name="connsiteY146" fmla="*/ 1363134 h 2870200"/>
              <a:gd name="connsiteX147" fmla="*/ 2895600 w 4089400"/>
              <a:gd name="connsiteY147" fmla="*/ 1278467 h 2870200"/>
              <a:gd name="connsiteX148" fmla="*/ 2912533 w 4089400"/>
              <a:gd name="connsiteY148" fmla="*/ 1320800 h 2870200"/>
              <a:gd name="connsiteX149" fmla="*/ 2929466 w 4089400"/>
              <a:gd name="connsiteY149" fmla="*/ 1388534 h 2870200"/>
              <a:gd name="connsiteX150" fmla="*/ 2946400 w 4089400"/>
              <a:gd name="connsiteY150" fmla="*/ 1422400 h 2870200"/>
              <a:gd name="connsiteX151" fmla="*/ 2988733 w 4089400"/>
              <a:gd name="connsiteY151" fmla="*/ 1540934 h 2870200"/>
              <a:gd name="connsiteX152" fmla="*/ 3005666 w 4089400"/>
              <a:gd name="connsiteY152" fmla="*/ 1566334 h 2870200"/>
              <a:gd name="connsiteX153" fmla="*/ 3039533 w 4089400"/>
              <a:gd name="connsiteY153" fmla="*/ 1718734 h 2870200"/>
              <a:gd name="connsiteX154" fmla="*/ 3064933 w 4089400"/>
              <a:gd name="connsiteY154" fmla="*/ 1761067 h 2870200"/>
              <a:gd name="connsiteX155" fmla="*/ 3098800 w 4089400"/>
              <a:gd name="connsiteY155" fmla="*/ 1879600 h 2870200"/>
              <a:gd name="connsiteX156" fmla="*/ 3090333 w 4089400"/>
              <a:gd name="connsiteY156" fmla="*/ 1913467 h 2870200"/>
              <a:gd name="connsiteX157" fmla="*/ 3102783 w 4089400"/>
              <a:gd name="connsiteY157" fmla="*/ 1901016 h 2870200"/>
              <a:gd name="connsiteX158" fmla="*/ 3081866 w 4089400"/>
              <a:gd name="connsiteY158" fmla="*/ 1888067 h 2870200"/>
              <a:gd name="connsiteX159" fmla="*/ 3107266 w 4089400"/>
              <a:gd name="connsiteY159" fmla="*/ 1871134 h 2870200"/>
              <a:gd name="connsiteX160" fmla="*/ 3115733 w 4089400"/>
              <a:gd name="connsiteY160" fmla="*/ 1769534 h 2870200"/>
              <a:gd name="connsiteX161" fmla="*/ 3132666 w 4089400"/>
              <a:gd name="connsiteY161" fmla="*/ 1710267 h 2870200"/>
              <a:gd name="connsiteX162" fmla="*/ 3141133 w 4089400"/>
              <a:gd name="connsiteY162" fmla="*/ 1684867 h 2870200"/>
              <a:gd name="connsiteX163" fmla="*/ 3166533 w 4089400"/>
              <a:gd name="connsiteY163" fmla="*/ 1676400 h 2870200"/>
              <a:gd name="connsiteX164" fmla="*/ 3175000 w 4089400"/>
              <a:gd name="connsiteY164" fmla="*/ 2006600 h 2870200"/>
              <a:gd name="connsiteX165" fmla="*/ 3183466 w 4089400"/>
              <a:gd name="connsiteY165" fmla="*/ 2048934 h 2870200"/>
              <a:gd name="connsiteX166" fmla="*/ 3191933 w 4089400"/>
              <a:gd name="connsiteY166" fmla="*/ 2099734 h 2870200"/>
              <a:gd name="connsiteX167" fmla="*/ 3208866 w 4089400"/>
              <a:gd name="connsiteY167" fmla="*/ 2048934 h 2870200"/>
              <a:gd name="connsiteX168" fmla="*/ 3217333 w 4089400"/>
              <a:gd name="connsiteY168" fmla="*/ 1998134 h 2870200"/>
              <a:gd name="connsiteX169" fmla="*/ 3251200 w 4089400"/>
              <a:gd name="connsiteY169" fmla="*/ 2353734 h 2870200"/>
              <a:gd name="connsiteX170" fmla="*/ 3276600 w 4089400"/>
              <a:gd name="connsiteY170" fmla="*/ 2387600 h 2870200"/>
              <a:gd name="connsiteX171" fmla="*/ 3285066 w 4089400"/>
              <a:gd name="connsiteY171" fmla="*/ 2497667 h 2870200"/>
              <a:gd name="connsiteX172" fmla="*/ 3302000 w 4089400"/>
              <a:gd name="connsiteY172" fmla="*/ 2531534 h 2870200"/>
              <a:gd name="connsiteX173" fmla="*/ 3318933 w 4089400"/>
              <a:gd name="connsiteY173" fmla="*/ 2599267 h 2870200"/>
              <a:gd name="connsiteX174" fmla="*/ 3344333 w 4089400"/>
              <a:gd name="connsiteY174" fmla="*/ 2667000 h 2870200"/>
              <a:gd name="connsiteX175" fmla="*/ 3386666 w 4089400"/>
              <a:gd name="connsiteY175" fmla="*/ 2810934 h 2870200"/>
              <a:gd name="connsiteX176" fmla="*/ 3412066 w 4089400"/>
              <a:gd name="connsiteY176" fmla="*/ 2870200 h 2870200"/>
              <a:gd name="connsiteX177" fmla="*/ 3437466 w 4089400"/>
              <a:gd name="connsiteY177" fmla="*/ 1828800 h 2870200"/>
              <a:gd name="connsiteX178" fmla="*/ 3445933 w 4089400"/>
              <a:gd name="connsiteY178" fmla="*/ 1803400 h 2870200"/>
              <a:gd name="connsiteX179" fmla="*/ 3462866 w 4089400"/>
              <a:gd name="connsiteY179" fmla="*/ 1735667 h 2870200"/>
              <a:gd name="connsiteX180" fmla="*/ 3488266 w 4089400"/>
              <a:gd name="connsiteY180" fmla="*/ 1651000 h 2870200"/>
              <a:gd name="connsiteX181" fmla="*/ 3496733 w 4089400"/>
              <a:gd name="connsiteY181" fmla="*/ 1701800 h 2870200"/>
              <a:gd name="connsiteX182" fmla="*/ 3505200 w 4089400"/>
              <a:gd name="connsiteY182" fmla="*/ 1803400 h 2870200"/>
              <a:gd name="connsiteX183" fmla="*/ 3522133 w 4089400"/>
              <a:gd name="connsiteY183" fmla="*/ 1752600 h 2870200"/>
              <a:gd name="connsiteX184" fmla="*/ 3530600 w 4089400"/>
              <a:gd name="connsiteY184" fmla="*/ 1693334 h 2870200"/>
              <a:gd name="connsiteX185" fmla="*/ 3572933 w 4089400"/>
              <a:gd name="connsiteY185" fmla="*/ 1608667 h 2870200"/>
              <a:gd name="connsiteX186" fmla="*/ 3589866 w 4089400"/>
              <a:gd name="connsiteY186" fmla="*/ 1566334 h 2870200"/>
              <a:gd name="connsiteX187" fmla="*/ 3632200 w 4089400"/>
              <a:gd name="connsiteY187" fmla="*/ 1464734 h 2870200"/>
              <a:gd name="connsiteX188" fmla="*/ 3640666 w 4089400"/>
              <a:gd name="connsiteY188" fmla="*/ 1422400 h 2870200"/>
              <a:gd name="connsiteX189" fmla="*/ 3657600 w 4089400"/>
              <a:gd name="connsiteY189" fmla="*/ 1363134 h 2870200"/>
              <a:gd name="connsiteX190" fmla="*/ 3674533 w 4089400"/>
              <a:gd name="connsiteY190" fmla="*/ 1320800 h 2870200"/>
              <a:gd name="connsiteX191" fmla="*/ 3669553 w 4089400"/>
              <a:gd name="connsiteY191" fmla="*/ 1151964 h 2870200"/>
              <a:gd name="connsiteX192" fmla="*/ 3716866 w 4089400"/>
              <a:gd name="connsiteY192" fmla="*/ 1227667 h 2870200"/>
              <a:gd name="connsiteX193" fmla="*/ 3725333 w 4089400"/>
              <a:gd name="connsiteY193" fmla="*/ 1176867 h 2870200"/>
              <a:gd name="connsiteX194" fmla="*/ 3742266 w 4089400"/>
              <a:gd name="connsiteY194" fmla="*/ 1126067 h 2870200"/>
              <a:gd name="connsiteX195" fmla="*/ 3750733 w 4089400"/>
              <a:gd name="connsiteY195" fmla="*/ 1058334 h 2870200"/>
              <a:gd name="connsiteX196" fmla="*/ 3759200 w 4089400"/>
              <a:gd name="connsiteY196" fmla="*/ 1270000 h 2870200"/>
              <a:gd name="connsiteX197" fmla="*/ 3793066 w 4089400"/>
              <a:gd name="connsiteY197" fmla="*/ 558800 h 2870200"/>
              <a:gd name="connsiteX198" fmla="*/ 3810000 w 4089400"/>
              <a:gd name="connsiteY198" fmla="*/ 482600 h 2870200"/>
              <a:gd name="connsiteX199" fmla="*/ 3818466 w 4089400"/>
              <a:gd name="connsiteY199" fmla="*/ 533400 h 2870200"/>
              <a:gd name="connsiteX200" fmla="*/ 3835400 w 4089400"/>
              <a:gd name="connsiteY200" fmla="*/ 660400 h 2870200"/>
              <a:gd name="connsiteX201" fmla="*/ 3843866 w 4089400"/>
              <a:gd name="connsiteY201" fmla="*/ 702734 h 2870200"/>
              <a:gd name="connsiteX202" fmla="*/ 3860800 w 4089400"/>
              <a:gd name="connsiteY202" fmla="*/ 736600 h 2870200"/>
              <a:gd name="connsiteX203" fmla="*/ 3877733 w 4089400"/>
              <a:gd name="connsiteY203" fmla="*/ 702734 h 2870200"/>
              <a:gd name="connsiteX204" fmla="*/ 3937000 w 4089400"/>
              <a:gd name="connsiteY204" fmla="*/ 482600 h 2870200"/>
              <a:gd name="connsiteX205" fmla="*/ 3953933 w 4089400"/>
              <a:gd name="connsiteY205" fmla="*/ 457200 h 2870200"/>
              <a:gd name="connsiteX206" fmla="*/ 3979333 w 4089400"/>
              <a:gd name="connsiteY206" fmla="*/ 177800 h 2870200"/>
              <a:gd name="connsiteX207" fmla="*/ 4004733 w 4089400"/>
              <a:gd name="connsiteY207" fmla="*/ 135467 h 2870200"/>
              <a:gd name="connsiteX208" fmla="*/ 4013200 w 4089400"/>
              <a:gd name="connsiteY208" fmla="*/ 101600 h 2870200"/>
              <a:gd name="connsiteX209" fmla="*/ 4021666 w 4089400"/>
              <a:gd name="connsiteY209" fmla="*/ 76200 h 2870200"/>
              <a:gd name="connsiteX210" fmla="*/ 4030133 w 4089400"/>
              <a:gd name="connsiteY210" fmla="*/ 110067 h 2870200"/>
              <a:gd name="connsiteX211" fmla="*/ 4047066 w 4089400"/>
              <a:gd name="connsiteY211" fmla="*/ 160867 h 2870200"/>
              <a:gd name="connsiteX212" fmla="*/ 4089400 w 4089400"/>
              <a:gd name="connsiteY212" fmla="*/ 0 h 2870200"/>
              <a:gd name="connsiteX0" fmla="*/ 0 w 4089400"/>
              <a:gd name="connsiteY0" fmla="*/ 702734 h 2870200"/>
              <a:gd name="connsiteX1" fmla="*/ 8466 w 4089400"/>
              <a:gd name="connsiteY1" fmla="*/ 643467 h 2870200"/>
              <a:gd name="connsiteX2" fmla="*/ 25400 w 4089400"/>
              <a:gd name="connsiteY2" fmla="*/ 626534 h 2870200"/>
              <a:gd name="connsiteX3" fmla="*/ 33866 w 4089400"/>
              <a:gd name="connsiteY3" fmla="*/ 592667 h 2870200"/>
              <a:gd name="connsiteX4" fmla="*/ 42333 w 4089400"/>
              <a:gd name="connsiteY4" fmla="*/ 567267 h 2870200"/>
              <a:gd name="connsiteX5" fmla="*/ 42333 w 4089400"/>
              <a:gd name="connsiteY5" fmla="*/ 821267 h 2870200"/>
              <a:gd name="connsiteX6" fmla="*/ 16933 w 4089400"/>
              <a:gd name="connsiteY6" fmla="*/ 880534 h 2870200"/>
              <a:gd name="connsiteX7" fmla="*/ 25400 w 4089400"/>
              <a:gd name="connsiteY7" fmla="*/ 1354667 h 2870200"/>
              <a:gd name="connsiteX8" fmla="*/ 33866 w 4089400"/>
              <a:gd name="connsiteY8" fmla="*/ 1329267 h 2870200"/>
              <a:gd name="connsiteX9" fmla="*/ 42333 w 4089400"/>
              <a:gd name="connsiteY9" fmla="*/ 1286934 h 2870200"/>
              <a:gd name="connsiteX10" fmla="*/ 59266 w 4089400"/>
              <a:gd name="connsiteY10" fmla="*/ 1253067 h 2870200"/>
              <a:gd name="connsiteX11" fmla="*/ 76200 w 4089400"/>
              <a:gd name="connsiteY11" fmla="*/ 1202267 h 2870200"/>
              <a:gd name="connsiteX12" fmla="*/ 84666 w 4089400"/>
              <a:gd name="connsiteY12" fmla="*/ 1176867 h 2870200"/>
              <a:gd name="connsiteX13" fmla="*/ 101600 w 4089400"/>
              <a:gd name="connsiteY13" fmla="*/ 1143000 h 2870200"/>
              <a:gd name="connsiteX14" fmla="*/ 110066 w 4089400"/>
              <a:gd name="connsiteY14" fmla="*/ 1100667 h 2870200"/>
              <a:gd name="connsiteX15" fmla="*/ 135466 w 4089400"/>
              <a:gd name="connsiteY15" fmla="*/ 1032934 h 2870200"/>
              <a:gd name="connsiteX16" fmla="*/ 143933 w 4089400"/>
              <a:gd name="connsiteY16" fmla="*/ 999067 h 2870200"/>
              <a:gd name="connsiteX17" fmla="*/ 160866 w 4089400"/>
              <a:gd name="connsiteY17" fmla="*/ 948267 h 2870200"/>
              <a:gd name="connsiteX18" fmla="*/ 177800 w 4089400"/>
              <a:gd name="connsiteY18" fmla="*/ 1134534 h 2870200"/>
              <a:gd name="connsiteX19" fmla="*/ 194733 w 4089400"/>
              <a:gd name="connsiteY19" fmla="*/ 1464734 h 2870200"/>
              <a:gd name="connsiteX20" fmla="*/ 228600 w 4089400"/>
              <a:gd name="connsiteY20" fmla="*/ 1397000 h 2870200"/>
              <a:gd name="connsiteX21" fmla="*/ 254000 w 4089400"/>
              <a:gd name="connsiteY21" fmla="*/ 1363134 h 2870200"/>
              <a:gd name="connsiteX22" fmla="*/ 262466 w 4089400"/>
              <a:gd name="connsiteY22" fmla="*/ 1337734 h 2870200"/>
              <a:gd name="connsiteX23" fmla="*/ 279400 w 4089400"/>
              <a:gd name="connsiteY23" fmla="*/ 1371600 h 2870200"/>
              <a:gd name="connsiteX24" fmla="*/ 287866 w 4089400"/>
              <a:gd name="connsiteY24" fmla="*/ 2243667 h 2870200"/>
              <a:gd name="connsiteX25" fmla="*/ 313266 w 4089400"/>
              <a:gd name="connsiteY25" fmla="*/ 2201334 h 2870200"/>
              <a:gd name="connsiteX26" fmla="*/ 321733 w 4089400"/>
              <a:gd name="connsiteY26" fmla="*/ 2150534 h 2870200"/>
              <a:gd name="connsiteX27" fmla="*/ 355600 w 4089400"/>
              <a:gd name="connsiteY27" fmla="*/ 2125134 h 2870200"/>
              <a:gd name="connsiteX28" fmla="*/ 364066 w 4089400"/>
              <a:gd name="connsiteY28" fmla="*/ 2082800 h 2870200"/>
              <a:gd name="connsiteX29" fmla="*/ 381000 w 4089400"/>
              <a:gd name="connsiteY29" fmla="*/ 2065867 h 2870200"/>
              <a:gd name="connsiteX30" fmla="*/ 397933 w 4089400"/>
              <a:gd name="connsiteY30" fmla="*/ 2032000 h 2870200"/>
              <a:gd name="connsiteX31" fmla="*/ 423333 w 4089400"/>
              <a:gd name="connsiteY31" fmla="*/ 1998134 h 2870200"/>
              <a:gd name="connsiteX32" fmla="*/ 440266 w 4089400"/>
              <a:gd name="connsiteY32" fmla="*/ 1752600 h 2870200"/>
              <a:gd name="connsiteX33" fmla="*/ 465666 w 4089400"/>
              <a:gd name="connsiteY33" fmla="*/ 1651000 h 2870200"/>
              <a:gd name="connsiteX34" fmla="*/ 491066 w 4089400"/>
              <a:gd name="connsiteY34" fmla="*/ 1710267 h 2870200"/>
              <a:gd name="connsiteX35" fmla="*/ 499533 w 4089400"/>
              <a:gd name="connsiteY35" fmla="*/ 1735667 h 2870200"/>
              <a:gd name="connsiteX36" fmla="*/ 533400 w 4089400"/>
              <a:gd name="connsiteY36" fmla="*/ 1820334 h 2870200"/>
              <a:gd name="connsiteX37" fmla="*/ 558800 w 4089400"/>
              <a:gd name="connsiteY37" fmla="*/ 1938867 h 2870200"/>
              <a:gd name="connsiteX38" fmla="*/ 575733 w 4089400"/>
              <a:gd name="connsiteY38" fmla="*/ 1998134 h 2870200"/>
              <a:gd name="connsiteX39" fmla="*/ 592666 w 4089400"/>
              <a:gd name="connsiteY39" fmla="*/ 2023534 h 2870200"/>
              <a:gd name="connsiteX40" fmla="*/ 618066 w 4089400"/>
              <a:gd name="connsiteY40" fmla="*/ 1786467 h 2870200"/>
              <a:gd name="connsiteX41" fmla="*/ 626533 w 4089400"/>
              <a:gd name="connsiteY41" fmla="*/ 1744134 h 2870200"/>
              <a:gd name="connsiteX42" fmla="*/ 643466 w 4089400"/>
              <a:gd name="connsiteY42" fmla="*/ 1718734 h 2870200"/>
              <a:gd name="connsiteX43" fmla="*/ 660400 w 4089400"/>
              <a:gd name="connsiteY43" fmla="*/ 1617134 h 2870200"/>
              <a:gd name="connsiteX44" fmla="*/ 677333 w 4089400"/>
              <a:gd name="connsiteY44" fmla="*/ 1557867 h 2870200"/>
              <a:gd name="connsiteX45" fmla="*/ 685800 w 4089400"/>
              <a:gd name="connsiteY45" fmla="*/ 1524000 h 2870200"/>
              <a:gd name="connsiteX46" fmla="*/ 702733 w 4089400"/>
              <a:gd name="connsiteY46" fmla="*/ 1312334 h 2870200"/>
              <a:gd name="connsiteX47" fmla="*/ 719666 w 4089400"/>
              <a:gd name="connsiteY47" fmla="*/ 1380067 h 2870200"/>
              <a:gd name="connsiteX48" fmla="*/ 736600 w 4089400"/>
              <a:gd name="connsiteY48" fmla="*/ 1532467 h 2870200"/>
              <a:gd name="connsiteX49" fmla="*/ 753533 w 4089400"/>
              <a:gd name="connsiteY49" fmla="*/ 1566334 h 2870200"/>
              <a:gd name="connsiteX50" fmla="*/ 778933 w 4089400"/>
              <a:gd name="connsiteY50" fmla="*/ 1456267 h 2870200"/>
              <a:gd name="connsiteX51" fmla="*/ 795866 w 4089400"/>
              <a:gd name="connsiteY51" fmla="*/ 1430867 h 2870200"/>
              <a:gd name="connsiteX52" fmla="*/ 829733 w 4089400"/>
              <a:gd name="connsiteY52" fmla="*/ 1388534 h 2870200"/>
              <a:gd name="connsiteX53" fmla="*/ 838200 w 4089400"/>
              <a:gd name="connsiteY53" fmla="*/ 1498600 h 2870200"/>
              <a:gd name="connsiteX54" fmla="*/ 863600 w 4089400"/>
              <a:gd name="connsiteY54" fmla="*/ 1811867 h 2870200"/>
              <a:gd name="connsiteX55" fmla="*/ 872066 w 4089400"/>
              <a:gd name="connsiteY55" fmla="*/ 1642534 h 2870200"/>
              <a:gd name="connsiteX56" fmla="*/ 897466 w 4089400"/>
              <a:gd name="connsiteY56" fmla="*/ 1583267 h 2870200"/>
              <a:gd name="connsiteX57" fmla="*/ 905933 w 4089400"/>
              <a:gd name="connsiteY57" fmla="*/ 1557867 h 2870200"/>
              <a:gd name="connsiteX58" fmla="*/ 914400 w 4089400"/>
              <a:gd name="connsiteY58" fmla="*/ 2006600 h 2870200"/>
              <a:gd name="connsiteX59" fmla="*/ 939800 w 4089400"/>
              <a:gd name="connsiteY59" fmla="*/ 2116667 h 2870200"/>
              <a:gd name="connsiteX60" fmla="*/ 948266 w 4089400"/>
              <a:gd name="connsiteY60" fmla="*/ 1828800 h 2870200"/>
              <a:gd name="connsiteX61" fmla="*/ 965200 w 4089400"/>
              <a:gd name="connsiteY61" fmla="*/ 1794934 h 2870200"/>
              <a:gd name="connsiteX62" fmla="*/ 973666 w 4089400"/>
              <a:gd name="connsiteY62" fmla="*/ 1761067 h 2870200"/>
              <a:gd name="connsiteX63" fmla="*/ 990600 w 4089400"/>
              <a:gd name="connsiteY63" fmla="*/ 1871134 h 2870200"/>
              <a:gd name="connsiteX64" fmla="*/ 1007533 w 4089400"/>
              <a:gd name="connsiteY64" fmla="*/ 1947334 h 2870200"/>
              <a:gd name="connsiteX65" fmla="*/ 1024466 w 4089400"/>
              <a:gd name="connsiteY65" fmla="*/ 2040467 h 2870200"/>
              <a:gd name="connsiteX66" fmla="*/ 1049866 w 4089400"/>
              <a:gd name="connsiteY66" fmla="*/ 2108200 h 2870200"/>
              <a:gd name="connsiteX67" fmla="*/ 1058333 w 4089400"/>
              <a:gd name="connsiteY67" fmla="*/ 2150534 h 2870200"/>
              <a:gd name="connsiteX68" fmla="*/ 1100666 w 4089400"/>
              <a:gd name="connsiteY68" fmla="*/ 2209800 h 2870200"/>
              <a:gd name="connsiteX69" fmla="*/ 1109133 w 4089400"/>
              <a:gd name="connsiteY69" fmla="*/ 2108200 h 2870200"/>
              <a:gd name="connsiteX70" fmla="*/ 1159933 w 4089400"/>
              <a:gd name="connsiteY70" fmla="*/ 1989667 h 2870200"/>
              <a:gd name="connsiteX71" fmla="*/ 1210733 w 4089400"/>
              <a:gd name="connsiteY71" fmla="*/ 1913467 h 2870200"/>
              <a:gd name="connsiteX72" fmla="*/ 1219200 w 4089400"/>
              <a:gd name="connsiteY72" fmla="*/ 2167467 h 2870200"/>
              <a:gd name="connsiteX73" fmla="*/ 1236133 w 4089400"/>
              <a:gd name="connsiteY73" fmla="*/ 2082800 h 2870200"/>
              <a:gd name="connsiteX74" fmla="*/ 1244600 w 4089400"/>
              <a:gd name="connsiteY74" fmla="*/ 2015067 h 2870200"/>
              <a:gd name="connsiteX75" fmla="*/ 1286933 w 4089400"/>
              <a:gd name="connsiteY75" fmla="*/ 1854200 h 2870200"/>
              <a:gd name="connsiteX76" fmla="*/ 1295400 w 4089400"/>
              <a:gd name="connsiteY76" fmla="*/ 1803400 h 2870200"/>
              <a:gd name="connsiteX77" fmla="*/ 1320800 w 4089400"/>
              <a:gd name="connsiteY77" fmla="*/ 1701800 h 2870200"/>
              <a:gd name="connsiteX78" fmla="*/ 1346200 w 4089400"/>
              <a:gd name="connsiteY78" fmla="*/ 1718734 h 2870200"/>
              <a:gd name="connsiteX79" fmla="*/ 1354666 w 4089400"/>
              <a:gd name="connsiteY79" fmla="*/ 1744134 h 2870200"/>
              <a:gd name="connsiteX80" fmla="*/ 1380066 w 4089400"/>
              <a:gd name="connsiteY80" fmla="*/ 1828800 h 2870200"/>
              <a:gd name="connsiteX81" fmla="*/ 1397000 w 4089400"/>
              <a:gd name="connsiteY81" fmla="*/ 1879600 h 2870200"/>
              <a:gd name="connsiteX82" fmla="*/ 1405466 w 4089400"/>
              <a:gd name="connsiteY82" fmla="*/ 1913467 h 2870200"/>
              <a:gd name="connsiteX83" fmla="*/ 1430866 w 4089400"/>
              <a:gd name="connsiteY83" fmla="*/ 1947334 h 2870200"/>
              <a:gd name="connsiteX84" fmla="*/ 1447800 w 4089400"/>
              <a:gd name="connsiteY84" fmla="*/ 1938867 h 2870200"/>
              <a:gd name="connsiteX85" fmla="*/ 1490133 w 4089400"/>
              <a:gd name="connsiteY85" fmla="*/ 1803400 h 2870200"/>
              <a:gd name="connsiteX86" fmla="*/ 1549400 w 4089400"/>
              <a:gd name="connsiteY86" fmla="*/ 1651000 h 2870200"/>
              <a:gd name="connsiteX87" fmla="*/ 1557866 w 4089400"/>
              <a:gd name="connsiteY87" fmla="*/ 1591734 h 2870200"/>
              <a:gd name="connsiteX88" fmla="*/ 1574800 w 4089400"/>
              <a:gd name="connsiteY88" fmla="*/ 1566334 h 2870200"/>
              <a:gd name="connsiteX89" fmla="*/ 1583266 w 4089400"/>
              <a:gd name="connsiteY89" fmla="*/ 1524000 h 2870200"/>
              <a:gd name="connsiteX90" fmla="*/ 1591733 w 4089400"/>
              <a:gd name="connsiteY90" fmla="*/ 1498600 h 2870200"/>
              <a:gd name="connsiteX91" fmla="*/ 1608666 w 4089400"/>
              <a:gd name="connsiteY91" fmla="*/ 1524000 h 2870200"/>
              <a:gd name="connsiteX92" fmla="*/ 1634066 w 4089400"/>
              <a:gd name="connsiteY92" fmla="*/ 1490134 h 2870200"/>
              <a:gd name="connsiteX93" fmla="*/ 1659466 w 4089400"/>
              <a:gd name="connsiteY93" fmla="*/ 1388534 h 2870200"/>
              <a:gd name="connsiteX94" fmla="*/ 1718733 w 4089400"/>
              <a:gd name="connsiteY94" fmla="*/ 1286934 h 2870200"/>
              <a:gd name="connsiteX95" fmla="*/ 1769533 w 4089400"/>
              <a:gd name="connsiteY95" fmla="*/ 1176867 h 2870200"/>
              <a:gd name="connsiteX96" fmla="*/ 1794933 w 4089400"/>
              <a:gd name="connsiteY96" fmla="*/ 1202267 h 2870200"/>
              <a:gd name="connsiteX97" fmla="*/ 1803400 w 4089400"/>
              <a:gd name="connsiteY97" fmla="*/ 1227667 h 2870200"/>
              <a:gd name="connsiteX98" fmla="*/ 1820333 w 4089400"/>
              <a:gd name="connsiteY98" fmla="*/ 1261534 h 2870200"/>
              <a:gd name="connsiteX99" fmla="*/ 1862666 w 4089400"/>
              <a:gd name="connsiteY99" fmla="*/ 1422400 h 2870200"/>
              <a:gd name="connsiteX100" fmla="*/ 1913466 w 4089400"/>
              <a:gd name="connsiteY100" fmla="*/ 1600200 h 2870200"/>
              <a:gd name="connsiteX101" fmla="*/ 1964266 w 4089400"/>
              <a:gd name="connsiteY101" fmla="*/ 1744134 h 2870200"/>
              <a:gd name="connsiteX102" fmla="*/ 1981200 w 4089400"/>
              <a:gd name="connsiteY102" fmla="*/ 1498600 h 2870200"/>
              <a:gd name="connsiteX103" fmla="*/ 1998133 w 4089400"/>
              <a:gd name="connsiteY103" fmla="*/ 1464734 h 2870200"/>
              <a:gd name="connsiteX104" fmla="*/ 2006600 w 4089400"/>
              <a:gd name="connsiteY104" fmla="*/ 1439334 h 2870200"/>
              <a:gd name="connsiteX105" fmla="*/ 2057400 w 4089400"/>
              <a:gd name="connsiteY105" fmla="*/ 2032000 h 2870200"/>
              <a:gd name="connsiteX106" fmla="*/ 2065866 w 4089400"/>
              <a:gd name="connsiteY106" fmla="*/ 2150534 h 2870200"/>
              <a:gd name="connsiteX107" fmla="*/ 2074333 w 4089400"/>
              <a:gd name="connsiteY107" fmla="*/ 2489200 h 2870200"/>
              <a:gd name="connsiteX108" fmla="*/ 2108200 w 4089400"/>
              <a:gd name="connsiteY108" fmla="*/ 2421467 h 2870200"/>
              <a:gd name="connsiteX109" fmla="*/ 2150533 w 4089400"/>
              <a:gd name="connsiteY109" fmla="*/ 2319867 h 2870200"/>
              <a:gd name="connsiteX110" fmla="*/ 2175933 w 4089400"/>
              <a:gd name="connsiteY110" fmla="*/ 2286000 h 2870200"/>
              <a:gd name="connsiteX111" fmla="*/ 2209800 w 4089400"/>
              <a:gd name="connsiteY111" fmla="*/ 2235200 h 2870200"/>
              <a:gd name="connsiteX112" fmla="*/ 2226733 w 4089400"/>
              <a:gd name="connsiteY112" fmla="*/ 2514600 h 2870200"/>
              <a:gd name="connsiteX113" fmla="*/ 2252133 w 4089400"/>
              <a:gd name="connsiteY113" fmla="*/ 2565400 h 2870200"/>
              <a:gd name="connsiteX114" fmla="*/ 2260600 w 4089400"/>
              <a:gd name="connsiteY114" fmla="*/ 2489200 h 2870200"/>
              <a:gd name="connsiteX115" fmla="*/ 2277533 w 4089400"/>
              <a:gd name="connsiteY115" fmla="*/ 2421467 h 2870200"/>
              <a:gd name="connsiteX116" fmla="*/ 2286000 w 4089400"/>
              <a:gd name="connsiteY116" fmla="*/ 1718734 h 2870200"/>
              <a:gd name="connsiteX117" fmla="*/ 2311400 w 4089400"/>
              <a:gd name="connsiteY117" fmla="*/ 1811867 h 2870200"/>
              <a:gd name="connsiteX118" fmla="*/ 2336800 w 4089400"/>
              <a:gd name="connsiteY118" fmla="*/ 1871134 h 2870200"/>
              <a:gd name="connsiteX119" fmla="*/ 2362200 w 4089400"/>
              <a:gd name="connsiteY119" fmla="*/ 1938867 h 2870200"/>
              <a:gd name="connsiteX120" fmla="*/ 2370666 w 4089400"/>
              <a:gd name="connsiteY120" fmla="*/ 1972734 h 2870200"/>
              <a:gd name="connsiteX121" fmla="*/ 2379133 w 4089400"/>
              <a:gd name="connsiteY121" fmla="*/ 1574800 h 2870200"/>
              <a:gd name="connsiteX122" fmla="*/ 2404533 w 4089400"/>
              <a:gd name="connsiteY122" fmla="*/ 1236134 h 2870200"/>
              <a:gd name="connsiteX123" fmla="*/ 2421466 w 4089400"/>
              <a:gd name="connsiteY123" fmla="*/ 1092200 h 2870200"/>
              <a:gd name="connsiteX124" fmla="*/ 2429933 w 4089400"/>
              <a:gd name="connsiteY124" fmla="*/ 1066800 h 2870200"/>
              <a:gd name="connsiteX125" fmla="*/ 2438400 w 4089400"/>
              <a:gd name="connsiteY125" fmla="*/ 1092200 h 2870200"/>
              <a:gd name="connsiteX126" fmla="*/ 2455333 w 4089400"/>
              <a:gd name="connsiteY126" fmla="*/ 1117600 h 2870200"/>
              <a:gd name="connsiteX127" fmla="*/ 2463800 w 4089400"/>
              <a:gd name="connsiteY127" fmla="*/ 1227667 h 2870200"/>
              <a:gd name="connsiteX128" fmla="*/ 2489200 w 4089400"/>
              <a:gd name="connsiteY128" fmla="*/ 753534 h 2870200"/>
              <a:gd name="connsiteX129" fmla="*/ 2506133 w 4089400"/>
              <a:gd name="connsiteY129" fmla="*/ 685800 h 2870200"/>
              <a:gd name="connsiteX130" fmla="*/ 2514600 w 4089400"/>
              <a:gd name="connsiteY130" fmla="*/ 609600 h 2870200"/>
              <a:gd name="connsiteX131" fmla="*/ 2523066 w 4089400"/>
              <a:gd name="connsiteY131" fmla="*/ 558800 h 2870200"/>
              <a:gd name="connsiteX132" fmla="*/ 2540000 w 4089400"/>
              <a:gd name="connsiteY132" fmla="*/ 584200 h 2870200"/>
              <a:gd name="connsiteX133" fmla="*/ 2548466 w 4089400"/>
              <a:gd name="connsiteY133" fmla="*/ 778934 h 2870200"/>
              <a:gd name="connsiteX134" fmla="*/ 2590800 w 4089400"/>
              <a:gd name="connsiteY134" fmla="*/ 914400 h 2870200"/>
              <a:gd name="connsiteX135" fmla="*/ 2607733 w 4089400"/>
              <a:gd name="connsiteY135" fmla="*/ 973667 h 2870200"/>
              <a:gd name="connsiteX136" fmla="*/ 2624666 w 4089400"/>
              <a:gd name="connsiteY136" fmla="*/ 812800 h 2870200"/>
              <a:gd name="connsiteX137" fmla="*/ 2641600 w 4089400"/>
              <a:gd name="connsiteY137" fmla="*/ 694267 h 2870200"/>
              <a:gd name="connsiteX138" fmla="*/ 2667000 w 4089400"/>
              <a:gd name="connsiteY138" fmla="*/ 558800 h 2870200"/>
              <a:gd name="connsiteX139" fmla="*/ 2692400 w 4089400"/>
              <a:gd name="connsiteY139" fmla="*/ 321734 h 2870200"/>
              <a:gd name="connsiteX140" fmla="*/ 2709333 w 4089400"/>
              <a:gd name="connsiteY140" fmla="*/ 1058334 h 2870200"/>
              <a:gd name="connsiteX141" fmla="*/ 2717800 w 4089400"/>
              <a:gd name="connsiteY141" fmla="*/ 1032934 h 2870200"/>
              <a:gd name="connsiteX142" fmla="*/ 2785533 w 4089400"/>
              <a:gd name="connsiteY142" fmla="*/ 905934 h 2870200"/>
              <a:gd name="connsiteX143" fmla="*/ 2819400 w 4089400"/>
              <a:gd name="connsiteY143" fmla="*/ 855134 h 2870200"/>
              <a:gd name="connsiteX144" fmla="*/ 2844800 w 4089400"/>
              <a:gd name="connsiteY144" fmla="*/ 1422400 h 2870200"/>
              <a:gd name="connsiteX145" fmla="*/ 2853266 w 4089400"/>
              <a:gd name="connsiteY145" fmla="*/ 1388534 h 2870200"/>
              <a:gd name="connsiteX146" fmla="*/ 2870200 w 4089400"/>
              <a:gd name="connsiteY146" fmla="*/ 1363134 h 2870200"/>
              <a:gd name="connsiteX147" fmla="*/ 2895600 w 4089400"/>
              <a:gd name="connsiteY147" fmla="*/ 1278467 h 2870200"/>
              <a:gd name="connsiteX148" fmla="*/ 2912533 w 4089400"/>
              <a:gd name="connsiteY148" fmla="*/ 1320800 h 2870200"/>
              <a:gd name="connsiteX149" fmla="*/ 2929466 w 4089400"/>
              <a:gd name="connsiteY149" fmla="*/ 1388534 h 2870200"/>
              <a:gd name="connsiteX150" fmla="*/ 2946400 w 4089400"/>
              <a:gd name="connsiteY150" fmla="*/ 1422400 h 2870200"/>
              <a:gd name="connsiteX151" fmla="*/ 2988733 w 4089400"/>
              <a:gd name="connsiteY151" fmla="*/ 1540934 h 2870200"/>
              <a:gd name="connsiteX152" fmla="*/ 3005666 w 4089400"/>
              <a:gd name="connsiteY152" fmla="*/ 1566334 h 2870200"/>
              <a:gd name="connsiteX153" fmla="*/ 3039533 w 4089400"/>
              <a:gd name="connsiteY153" fmla="*/ 1718734 h 2870200"/>
              <a:gd name="connsiteX154" fmla="*/ 3064933 w 4089400"/>
              <a:gd name="connsiteY154" fmla="*/ 1761067 h 2870200"/>
              <a:gd name="connsiteX155" fmla="*/ 3098800 w 4089400"/>
              <a:gd name="connsiteY155" fmla="*/ 1879600 h 2870200"/>
              <a:gd name="connsiteX156" fmla="*/ 3090333 w 4089400"/>
              <a:gd name="connsiteY156" fmla="*/ 1913467 h 2870200"/>
              <a:gd name="connsiteX157" fmla="*/ 3102783 w 4089400"/>
              <a:gd name="connsiteY157" fmla="*/ 1901016 h 2870200"/>
              <a:gd name="connsiteX158" fmla="*/ 3081866 w 4089400"/>
              <a:gd name="connsiteY158" fmla="*/ 1888067 h 2870200"/>
              <a:gd name="connsiteX159" fmla="*/ 3107266 w 4089400"/>
              <a:gd name="connsiteY159" fmla="*/ 1871134 h 2870200"/>
              <a:gd name="connsiteX160" fmla="*/ 3115733 w 4089400"/>
              <a:gd name="connsiteY160" fmla="*/ 1769534 h 2870200"/>
              <a:gd name="connsiteX161" fmla="*/ 3132666 w 4089400"/>
              <a:gd name="connsiteY161" fmla="*/ 1710267 h 2870200"/>
              <a:gd name="connsiteX162" fmla="*/ 3141133 w 4089400"/>
              <a:gd name="connsiteY162" fmla="*/ 1684867 h 2870200"/>
              <a:gd name="connsiteX163" fmla="*/ 3166533 w 4089400"/>
              <a:gd name="connsiteY163" fmla="*/ 1676400 h 2870200"/>
              <a:gd name="connsiteX164" fmla="*/ 3175000 w 4089400"/>
              <a:gd name="connsiteY164" fmla="*/ 2006600 h 2870200"/>
              <a:gd name="connsiteX165" fmla="*/ 3183466 w 4089400"/>
              <a:gd name="connsiteY165" fmla="*/ 2048934 h 2870200"/>
              <a:gd name="connsiteX166" fmla="*/ 3191933 w 4089400"/>
              <a:gd name="connsiteY166" fmla="*/ 2099734 h 2870200"/>
              <a:gd name="connsiteX167" fmla="*/ 3208866 w 4089400"/>
              <a:gd name="connsiteY167" fmla="*/ 2048934 h 2870200"/>
              <a:gd name="connsiteX168" fmla="*/ 3217333 w 4089400"/>
              <a:gd name="connsiteY168" fmla="*/ 1998134 h 2870200"/>
              <a:gd name="connsiteX169" fmla="*/ 3251200 w 4089400"/>
              <a:gd name="connsiteY169" fmla="*/ 2353734 h 2870200"/>
              <a:gd name="connsiteX170" fmla="*/ 3276600 w 4089400"/>
              <a:gd name="connsiteY170" fmla="*/ 2387600 h 2870200"/>
              <a:gd name="connsiteX171" fmla="*/ 3285066 w 4089400"/>
              <a:gd name="connsiteY171" fmla="*/ 2497667 h 2870200"/>
              <a:gd name="connsiteX172" fmla="*/ 3302000 w 4089400"/>
              <a:gd name="connsiteY172" fmla="*/ 2531534 h 2870200"/>
              <a:gd name="connsiteX173" fmla="*/ 3318933 w 4089400"/>
              <a:gd name="connsiteY173" fmla="*/ 2599267 h 2870200"/>
              <a:gd name="connsiteX174" fmla="*/ 3344333 w 4089400"/>
              <a:gd name="connsiteY174" fmla="*/ 2667000 h 2870200"/>
              <a:gd name="connsiteX175" fmla="*/ 3386666 w 4089400"/>
              <a:gd name="connsiteY175" fmla="*/ 2810934 h 2870200"/>
              <a:gd name="connsiteX176" fmla="*/ 3412066 w 4089400"/>
              <a:gd name="connsiteY176" fmla="*/ 2870200 h 2870200"/>
              <a:gd name="connsiteX177" fmla="*/ 3437466 w 4089400"/>
              <a:gd name="connsiteY177" fmla="*/ 1828800 h 2870200"/>
              <a:gd name="connsiteX178" fmla="*/ 3445933 w 4089400"/>
              <a:gd name="connsiteY178" fmla="*/ 1803400 h 2870200"/>
              <a:gd name="connsiteX179" fmla="*/ 3462866 w 4089400"/>
              <a:gd name="connsiteY179" fmla="*/ 1735667 h 2870200"/>
              <a:gd name="connsiteX180" fmla="*/ 3488266 w 4089400"/>
              <a:gd name="connsiteY180" fmla="*/ 1651000 h 2870200"/>
              <a:gd name="connsiteX181" fmla="*/ 3496733 w 4089400"/>
              <a:gd name="connsiteY181" fmla="*/ 1701800 h 2870200"/>
              <a:gd name="connsiteX182" fmla="*/ 3505200 w 4089400"/>
              <a:gd name="connsiteY182" fmla="*/ 1803400 h 2870200"/>
              <a:gd name="connsiteX183" fmla="*/ 3522133 w 4089400"/>
              <a:gd name="connsiteY183" fmla="*/ 1752600 h 2870200"/>
              <a:gd name="connsiteX184" fmla="*/ 3530600 w 4089400"/>
              <a:gd name="connsiteY184" fmla="*/ 1693334 h 2870200"/>
              <a:gd name="connsiteX185" fmla="*/ 3572933 w 4089400"/>
              <a:gd name="connsiteY185" fmla="*/ 1608667 h 2870200"/>
              <a:gd name="connsiteX186" fmla="*/ 3589866 w 4089400"/>
              <a:gd name="connsiteY186" fmla="*/ 1566334 h 2870200"/>
              <a:gd name="connsiteX187" fmla="*/ 3632200 w 4089400"/>
              <a:gd name="connsiteY187" fmla="*/ 1464734 h 2870200"/>
              <a:gd name="connsiteX188" fmla="*/ 3636184 w 4089400"/>
              <a:gd name="connsiteY188" fmla="*/ 1373094 h 2870200"/>
              <a:gd name="connsiteX189" fmla="*/ 3657600 w 4089400"/>
              <a:gd name="connsiteY189" fmla="*/ 1363134 h 2870200"/>
              <a:gd name="connsiteX190" fmla="*/ 3674533 w 4089400"/>
              <a:gd name="connsiteY190" fmla="*/ 1320800 h 2870200"/>
              <a:gd name="connsiteX191" fmla="*/ 3669553 w 4089400"/>
              <a:gd name="connsiteY191" fmla="*/ 1151964 h 2870200"/>
              <a:gd name="connsiteX192" fmla="*/ 3716866 w 4089400"/>
              <a:gd name="connsiteY192" fmla="*/ 1227667 h 2870200"/>
              <a:gd name="connsiteX193" fmla="*/ 3725333 w 4089400"/>
              <a:gd name="connsiteY193" fmla="*/ 1176867 h 2870200"/>
              <a:gd name="connsiteX194" fmla="*/ 3742266 w 4089400"/>
              <a:gd name="connsiteY194" fmla="*/ 1126067 h 2870200"/>
              <a:gd name="connsiteX195" fmla="*/ 3750733 w 4089400"/>
              <a:gd name="connsiteY195" fmla="*/ 1058334 h 2870200"/>
              <a:gd name="connsiteX196" fmla="*/ 3759200 w 4089400"/>
              <a:gd name="connsiteY196" fmla="*/ 1270000 h 2870200"/>
              <a:gd name="connsiteX197" fmla="*/ 3793066 w 4089400"/>
              <a:gd name="connsiteY197" fmla="*/ 558800 h 2870200"/>
              <a:gd name="connsiteX198" fmla="*/ 3810000 w 4089400"/>
              <a:gd name="connsiteY198" fmla="*/ 482600 h 2870200"/>
              <a:gd name="connsiteX199" fmla="*/ 3818466 w 4089400"/>
              <a:gd name="connsiteY199" fmla="*/ 533400 h 2870200"/>
              <a:gd name="connsiteX200" fmla="*/ 3835400 w 4089400"/>
              <a:gd name="connsiteY200" fmla="*/ 660400 h 2870200"/>
              <a:gd name="connsiteX201" fmla="*/ 3843866 w 4089400"/>
              <a:gd name="connsiteY201" fmla="*/ 702734 h 2870200"/>
              <a:gd name="connsiteX202" fmla="*/ 3860800 w 4089400"/>
              <a:gd name="connsiteY202" fmla="*/ 736600 h 2870200"/>
              <a:gd name="connsiteX203" fmla="*/ 3877733 w 4089400"/>
              <a:gd name="connsiteY203" fmla="*/ 702734 h 2870200"/>
              <a:gd name="connsiteX204" fmla="*/ 3937000 w 4089400"/>
              <a:gd name="connsiteY204" fmla="*/ 482600 h 2870200"/>
              <a:gd name="connsiteX205" fmla="*/ 3953933 w 4089400"/>
              <a:gd name="connsiteY205" fmla="*/ 457200 h 2870200"/>
              <a:gd name="connsiteX206" fmla="*/ 3979333 w 4089400"/>
              <a:gd name="connsiteY206" fmla="*/ 177800 h 2870200"/>
              <a:gd name="connsiteX207" fmla="*/ 4004733 w 4089400"/>
              <a:gd name="connsiteY207" fmla="*/ 135467 h 2870200"/>
              <a:gd name="connsiteX208" fmla="*/ 4013200 w 4089400"/>
              <a:gd name="connsiteY208" fmla="*/ 101600 h 2870200"/>
              <a:gd name="connsiteX209" fmla="*/ 4021666 w 4089400"/>
              <a:gd name="connsiteY209" fmla="*/ 76200 h 2870200"/>
              <a:gd name="connsiteX210" fmla="*/ 4030133 w 4089400"/>
              <a:gd name="connsiteY210" fmla="*/ 110067 h 2870200"/>
              <a:gd name="connsiteX211" fmla="*/ 4047066 w 4089400"/>
              <a:gd name="connsiteY211" fmla="*/ 160867 h 2870200"/>
              <a:gd name="connsiteX212" fmla="*/ 4089400 w 4089400"/>
              <a:gd name="connsiteY212" fmla="*/ 0 h 2870200"/>
              <a:gd name="connsiteX0" fmla="*/ 0 w 4089400"/>
              <a:gd name="connsiteY0" fmla="*/ 702734 h 2870200"/>
              <a:gd name="connsiteX1" fmla="*/ 8466 w 4089400"/>
              <a:gd name="connsiteY1" fmla="*/ 643467 h 2870200"/>
              <a:gd name="connsiteX2" fmla="*/ 25400 w 4089400"/>
              <a:gd name="connsiteY2" fmla="*/ 626534 h 2870200"/>
              <a:gd name="connsiteX3" fmla="*/ 33866 w 4089400"/>
              <a:gd name="connsiteY3" fmla="*/ 592667 h 2870200"/>
              <a:gd name="connsiteX4" fmla="*/ 42333 w 4089400"/>
              <a:gd name="connsiteY4" fmla="*/ 567267 h 2870200"/>
              <a:gd name="connsiteX5" fmla="*/ 42333 w 4089400"/>
              <a:gd name="connsiteY5" fmla="*/ 821267 h 2870200"/>
              <a:gd name="connsiteX6" fmla="*/ 16933 w 4089400"/>
              <a:gd name="connsiteY6" fmla="*/ 880534 h 2870200"/>
              <a:gd name="connsiteX7" fmla="*/ 25400 w 4089400"/>
              <a:gd name="connsiteY7" fmla="*/ 1354667 h 2870200"/>
              <a:gd name="connsiteX8" fmla="*/ 33866 w 4089400"/>
              <a:gd name="connsiteY8" fmla="*/ 1329267 h 2870200"/>
              <a:gd name="connsiteX9" fmla="*/ 42333 w 4089400"/>
              <a:gd name="connsiteY9" fmla="*/ 1286934 h 2870200"/>
              <a:gd name="connsiteX10" fmla="*/ 59266 w 4089400"/>
              <a:gd name="connsiteY10" fmla="*/ 1253067 h 2870200"/>
              <a:gd name="connsiteX11" fmla="*/ 76200 w 4089400"/>
              <a:gd name="connsiteY11" fmla="*/ 1202267 h 2870200"/>
              <a:gd name="connsiteX12" fmla="*/ 84666 w 4089400"/>
              <a:gd name="connsiteY12" fmla="*/ 1176867 h 2870200"/>
              <a:gd name="connsiteX13" fmla="*/ 101600 w 4089400"/>
              <a:gd name="connsiteY13" fmla="*/ 1143000 h 2870200"/>
              <a:gd name="connsiteX14" fmla="*/ 110066 w 4089400"/>
              <a:gd name="connsiteY14" fmla="*/ 1100667 h 2870200"/>
              <a:gd name="connsiteX15" fmla="*/ 135466 w 4089400"/>
              <a:gd name="connsiteY15" fmla="*/ 1032934 h 2870200"/>
              <a:gd name="connsiteX16" fmla="*/ 143933 w 4089400"/>
              <a:gd name="connsiteY16" fmla="*/ 999067 h 2870200"/>
              <a:gd name="connsiteX17" fmla="*/ 160866 w 4089400"/>
              <a:gd name="connsiteY17" fmla="*/ 948267 h 2870200"/>
              <a:gd name="connsiteX18" fmla="*/ 177800 w 4089400"/>
              <a:gd name="connsiteY18" fmla="*/ 1134534 h 2870200"/>
              <a:gd name="connsiteX19" fmla="*/ 194733 w 4089400"/>
              <a:gd name="connsiteY19" fmla="*/ 1464734 h 2870200"/>
              <a:gd name="connsiteX20" fmla="*/ 228600 w 4089400"/>
              <a:gd name="connsiteY20" fmla="*/ 1397000 h 2870200"/>
              <a:gd name="connsiteX21" fmla="*/ 254000 w 4089400"/>
              <a:gd name="connsiteY21" fmla="*/ 1363134 h 2870200"/>
              <a:gd name="connsiteX22" fmla="*/ 262466 w 4089400"/>
              <a:gd name="connsiteY22" fmla="*/ 1337734 h 2870200"/>
              <a:gd name="connsiteX23" fmla="*/ 279400 w 4089400"/>
              <a:gd name="connsiteY23" fmla="*/ 1371600 h 2870200"/>
              <a:gd name="connsiteX24" fmla="*/ 287866 w 4089400"/>
              <a:gd name="connsiteY24" fmla="*/ 2243667 h 2870200"/>
              <a:gd name="connsiteX25" fmla="*/ 313266 w 4089400"/>
              <a:gd name="connsiteY25" fmla="*/ 2201334 h 2870200"/>
              <a:gd name="connsiteX26" fmla="*/ 321733 w 4089400"/>
              <a:gd name="connsiteY26" fmla="*/ 2150534 h 2870200"/>
              <a:gd name="connsiteX27" fmla="*/ 355600 w 4089400"/>
              <a:gd name="connsiteY27" fmla="*/ 2125134 h 2870200"/>
              <a:gd name="connsiteX28" fmla="*/ 364066 w 4089400"/>
              <a:gd name="connsiteY28" fmla="*/ 2082800 h 2870200"/>
              <a:gd name="connsiteX29" fmla="*/ 381000 w 4089400"/>
              <a:gd name="connsiteY29" fmla="*/ 2065867 h 2870200"/>
              <a:gd name="connsiteX30" fmla="*/ 397933 w 4089400"/>
              <a:gd name="connsiteY30" fmla="*/ 2032000 h 2870200"/>
              <a:gd name="connsiteX31" fmla="*/ 423333 w 4089400"/>
              <a:gd name="connsiteY31" fmla="*/ 1998134 h 2870200"/>
              <a:gd name="connsiteX32" fmla="*/ 440266 w 4089400"/>
              <a:gd name="connsiteY32" fmla="*/ 1752600 h 2870200"/>
              <a:gd name="connsiteX33" fmla="*/ 465666 w 4089400"/>
              <a:gd name="connsiteY33" fmla="*/ 1651000 h 2870200"/>
              <a:gd name="connsiteX34" fmla="*/ 491066 w 4089400"/>
              <a:gd name="connsiteY34" fmla="*/ 1710267 h 2870200"/>
              <a:gd name="connsiteX35" fmla="*/ 499533 w 4089400"/>
              <a:gd name="connsiteY35" fmla="*/ 1735667 h 2870200"/>
              <a:gd name="connsiteX36" fmla="*/ 533400 w 4089400"/>
              <a:gd name="connsiteY36" fmla="*/ 1820334 h 2870200"/>
              <a:gd name="connsiteX37" fmla="*/ 558800 w 4089400"/>
              <a:gd name="connsiteY37" fmla="*/ 1938867 h 2870200"/>
              <a:gd name="connsiteX38" fmla="*/ 575733 w 4089400"/>
              <a:gd name="connsiteY38" fmla="*/ 1998134 h 2870200"/>
              <a:gd name="connsiteX39" fmla="*/ 592666 w 4089400"/>
              <a:gd name="connsiteY39" fmla="*/ 2023534 h 2870200"/>
              <a:gd name="connsiteX40" fmla="*/ 618066 w 4089400"/>
              <a:gd name="connsiteY40" fmla="*/ 1786467 h 2870200"/>
              <a:gd name="connsiteX41" fmla="*/ 626533 w 4089400"/>
              <a:gd name="connsiteY41" fmla="*/ 1744134 h 2870200"/>
              <a:gd name="connsiteX42" fmla="*/ 643466 w 4089400"/>
              <a:gd name="connsiteY42" fmla="*/ 1718734 h 2870200"/>
              <a:gd name="connsiteX43" fmla="*/ 660400 w 4089400"/>
              <a:gd name="connsiteY43" fmla="*/ 1617134 h 2870200"/>
              <a:gd name="connsiteX44" fmla="*/ 677333 w 4089400"/>
              <a:gd name="connsiteY44" fmla="*/ 1557867 h 2870200"/>
              <a:gd name="connsiteX45" fmla="*/ 685800 w 4089400"/>
              <a:gd name="connsiteY45" fmla="*/ 1524000 h 2870200"/>
              <a:gd name="connsiteX46" fmla="*/ 702733 w 4089400"/>
              <a:gd name="connsiteY46" fmla="*/ 1312334 h 2870200"/>
              <a:gd name="connsiteX47" fmla="*/ 719666 w 4089400"/>
              <a:gd name="connsiteY47" fmla="*/ 1380067 h 2870200"/>
              <a:gd name="connsiteX48" fmla="*/ 736600 w 4089400"/>
              <a:gd name="connsiteY48" fmla="*/ 1532467 h 2870200"/>
              <a:gd name="connsiteX49" fmla="*/ 753533 w 4089400"/>
              <a:gd name="connsiteY49" fmla="*/ 1566334 h 2870200"/>
              <a:gd name="connsiteX50" fmla="*/ 778933 w 4089400"/>
              <a:gd name="connsiteY50" fmla="*/ 1456267 h 2870200"/>
              <a:gd name="connsiteX51" fmla="*/ 795866 w 4089400"/>
              <a:gd name="connsiteY51" fmla="*/ 1430867 h 2870200"/>
              <a:gd name="connsiteX52" fmla="*/ 829733 w 4089400"/>
              <a:gd name="connsiteY52" fmla="*/ 1388534 h 2870200"/>
              <a:gd name="connsiteX53" fmla="*/ 838200 w 4089400"/>
              <a:gd name="connsiteY53" fmla="*/ 1498600 h 2870200"/>
              <a:gd name="connsiteX54" fmla="*/ 863600 w 4089400"/>
              <a:gd name="connsiteY54" fmla="*/ 1811867 h 2870200"/>
              <a:gd name="connsiteX55" fmla="*/ 872066 w 4089400"/>
              <a:gd name="connsiteY55" fmla="*/ 1642534 h 2870200"/>
              <a:gd name="connsiteX56" fmla="*/ 897466 w 4089400"/>
              <a:gd name="connsiteY56" fmla="*/ 1583267 h 2870200"/>
              <a:gd name="connsiteX57" fmla="*/ 905933 w 4089400"/>
              <a:gd name="connsiteY57" fmla="*/ 1557867 h 2870200"/>
              <a:gd name="connsiteX58" fmla="*/ 914400 w 4089400"/>
              <a:gd name="connsiteY58" fmla="*/ 2006600 h 2870200"/>
              <a:gd name="connsiteX59" fmla="*/ 939800 w 4089400"/>
              <a:gd name="connsiteY59" fmla="*/ 2116667 h 2870200"/>
              <a:gd name="connsiteX60" fmla="*/ 948266 w 4089400"/>
              <a:gd name="connsiteY60" fmla="*/ 1828800 h 2870200"/>
              <a:gd name="connsiteX61" fmla="*/ 965200 w 4089400"/>
              <a:gd name="connsiteY61" fmla="*/ 1794934 h 2870200"/>
              <a:gd name="connsiteX62" fmla="*/ 973666 w 4089400"/>
              <a:gd name="connsiteY62" fmla="*/ 1761067 h 2870200"/>
              <a:gd name="connsiteX63" fmla="*/ 990600 w 4089400"/>
              <a:gd name="connsiteY63" fmla="*/ 1871134 h 2870200"/>
              <a:gd name="connsiteX64" fmla="*/ 1007533 w 4089400"/>
              <a:gd name="connsiteY64" fmla="*/ 1947334 h 2870200"/>
              <a:gd name="connsiteX65" fmla="*/ 1024466 w 4089400"/>
              <a:gd name="connsiteY65" fmla="*/ 2040467 h 2870200"/>
              <a:gd name="connsiteX66" fmla="*/ 1049866 w 4089400"/>
              <a:gd name="connsiteY66" fmla="*/ 2108200 h 2870200"/>
              <a:gd name="connsiteX67" fmla="*/ 1058333 w 4089400"/>
              <a:gd name="connsiteY67" fmla="*/ 2150534 h 2870200"/>
              <a:gd name="connsiteX68" fmla="*/ 1100666 w 4089400"/>
              <a:gd name="connsiteY68" fmla="*/ 2209800 h 2870200"/>
              <a:gd name="connsiteX69" fmla="*/ 1109133 w 4089400"/>
              <a:gd name="connsiteY69" fmla="*/ 2108200 h 2870200"/>
              <a:gd name="connsiteX70" fmla="*/ 1159933 w 4089400"/>
              <a:gd name="connsiteY70" fmla="*/ 1989667 h 2870200"/>
              <a:gd name="connsiteX71" fmla="*/ 1210733 w 4089400"/>
              <a:gd name="connsiteY71" fmla="*/ 1913467 h 2870200"/>
              <a:gd name="connsiteX72" fmla="*/ 1219200 w 4089400"/>
              <a:gd name="connsiteY72" fmla="*/ 2167467 h 2870200"/>
              <a:gd name="connsiteX73" fmla="*/ 1236133 w 4089400"/>
              <a:gd name="connsiteY73" fmla="*/ 2082800 h 2870200"/>
              <a:gd name="connsiteX74" fmla="*/ 1244600 w 4089400"/>
              <a:gd name="connsiteY74" fmla="*/ 2015067 h 2870200"/>
              <a:gd name="connsiteX75" fmla="*/ 1286933 w 4089400"/>
              <a:gd name="connsiteY75" fmla="*/ 1854200 h 2870200"/>
              <a:gd name="connsiteX76" fmla="*/ 1295400 w 4089400"/>
              <a:gd name="connsiteY76" fmla="*/ 1803400 h 2870200"/>
              <a:gd name="connsiteX77" fmla="*/ 1320800 w 4089400"/>
              <a:gd name="connsiteY77" fmla="*/ 1701800 h 2870200"/>
              <a:gd name="connsiteX78" fmla="*/ 1346200 w 4089400"/>
              <a:gd name="connsiteY78" fmla="*/ 1718734 h 2870200"/>
              <a:gd name="connsiteX79" fmla="*/ 1354666 w 4089400"/>
              <a:gd name="connsiteY79" fmla="*/ 1744134 h 2870200"/>
              <a:gd name="connsiteX80" fmla="*/ 1380066 w 4089400"/>
              <a:gd name="connsiteY80" fmla="*/ 1828800 h 2870200"/>
              <a:gd name="connsiteX81" fmla="*/ 1397000 w 4089400"/>
              <a:gd name="connsiteY81" fmla="*/ 1879600 h 2870200"/>
              <a:gd name="connsiteX82" fmla="*/ 1405466 w 4089400"/>
              <a:gd name="connsiteY82" fmla="*/ 1913467 h 2870200"/>
              <a:gd name="connsiteX83" fmla="*/ 1430866 w 4089400"/>
              <a:gd name="connsiteY83" fmla="*/ 1947334 h 2870200"/>
              <a:gd name="connsiteX84" fmla="*/ 1447800 w 4089400"/>
              <a:gd name="connsiteY84" fmla="*/ 1938867 h 2870200"/>
              <a:gd name="connsiteX85" fmla="*/ 1490133 w 4089400"/>
              <a:gd name="connsiteY85" fmla="*/ 1803400 h 2870200"/>
              <a:gd name="connsiteX86" fmla="*/ 1549400 w 4089400"/>
              <a:gd name="connsiteY86" fmla="*/ 1651000 h 2870200"/>
              <a:gd name="connsiteX87" fmla="*/ 1557866 w 4089400"/>
              <a:gd name="connsiteY87" fmla="*/ 1591734 h 2870200"/>
              <a:gd name="connsiteX88" fmla="*/ 1574800 w 4089400"/>
              <a:gd name="connsiteY88" fmla="*/ 1566334 h 2870200"/>
              <a:gd name="connsiteX89" fmla="*/ 1583266 w 4089400"/>
              <a:gd name="connsiteY89" fmla="*/ 1524000 h 2870200"/>
              <a:gd name="connsiteX90" fmla="*/ 1591733 w 4089400"/>
              <a:gd name="connsiteY90" fmla="*/ 1498600 h 2870200"/>
              <a:gd name="connsiteX91" fmla="*/ 1608666 w 4089400"/>
              <a:gd name="connsiteY91" fmla="*/ 1524000 h 2870200"/>
              <a:gd name="connsiteX92" fmla="*/ 1634066 w 4089400"/>
              <a:gd name="connsiteY92" fmla="*/ 1490134 h 2870200"/>
              <a:gd name="connsiteX93" fmla="*/ 1659466 w 4089400"/>
              <a:gd name="connsiteY93" fmla="*/ 1388534 h 2870200"/>
              <a:gd name="connsiteX94" fmla="*/ 1718733 w 4089400"/>
              <a:gd name="connsiteY94" fmla="*/ 1286934 h 2870200"/>
              <a:gd name="connsiteX95" fmla="*/ 1769533 w 4089400"/>
              <a:gd name="connsiteY95" fmla="*/ 1176867 h 2870200"/>
              <a:gd name="connsiteX96" fmla="*/ 1794933 w 4089400"/>
              <a:gd name="connsiteY96" fmla="*/ 1202267 h 2870200"/>
              <a:gd name="connsiteX97" fmla="*/ 1803400 w 4089400"/>
              <a:gd name="connsiteY97" fmla="*/ 1227667 h 2870200"/>
              <a:gd name="connsiteX98" fmla="*/ 1820333 w 4089400"/>
              <a:gd name="connsiteY98" fmla="*/ 1261534 h 2870200"/>
              <a:gd name="connsiteX99" fmla="*/ 1862666 w 4089400"/>
              <a:gd name="connsiteY99" fmla="*/ 1422400 h 2870200"/>
              <a:gd name="connsiteX100" fmla="*/ 1913466 w 4089400"/>
              <a:gd name="connsiteY100" fmla="*/ 1600200 h 2870200"/>
              <a:gd name="connsiteX101" fmla="*/ 1964266 w 4089400"/>
              <a:gd name="connsiteY101" fmla="*/ 1744134 h 2870200"/>
              <a:gd name="connsiteX102" fmla="*/ 1981200 w 4089400"/>
              <a:gd name="connsiteY102" fmla="*/ 1498600 h 2870200"/>
              <a:gd name="connsiteX103" fmla="*/ 1998133 w 4089400"/>
              <a:gd name="connsiteY103" fmla="*/ 1464734 h 2870200"/>
              <a:gd name="connsiteX104" fmla="*/ 2006600 w 4089400"/>
              <a:gd name="connsiteY104" fmla="*/ 1439334 h 2870200"/>
              <a:gd name="connsiteX105" fmla="*/ 2057400 w 4089400"/>
              <a:gd name="connsiteY105" fmla="*/ 2032000 h 2870200"/>
              <a:gd name="connsiteX106" fmla="*/ 2065866 w 4089400"/>
              <a:gd name="connsiteY106" fmla="*/ 2150534 h 2870200"/>
              <a:gd name="connsiteX107" fmla="*/ 2074333 w 4089400"/>
              <a:gd name="connsiteY107" fmla="*/ 2489200 h 2870200"/>
              <a:gd name="connsiteX108" fmla="*/ 2108200 w 4089400"/>
              <a:gd name="connsiteY108" fmla="*/ 2421467 h 2870200"/>
              <a:gd name="connsiteX109" fmla="*/ 2150533 w 4089400"/>
              <a:gd name="connsiteY109" fmla="*/ 2319867 h 2870200"/>
              <a:gd name="connsiteX110" fmla="*/ 2175933 w 4089400"/>
              <a:gd name="connsiteY110" fmla="*/ 2286000 h 2870200"/>
              <a:gd name="connsiteX111" fmla="*/ 2209800 w 4089400"/>
              <a:gd name="connsiteY111" fmla="*/ 2235200 h 2870200"/>
              <a:gd name="connsiteX112" fmla="*/ 2226733 w 4089400"/>
              <a:gd name="connsiteY112" fmla="*/ 2514600 h 2870200"/>
              <a:gd name="connsiteX113" fmla="*/ 2252133 w 4089400"/>
              <a:gd name="connsiteY113" fmla="*/ 2565400 h 2870200"/>
              <a:gd name="connsiteX114" fmla="*/ 2260600 w 4089400"/>
              <a:gd name="connsiteY114" fmla="*/ 2489200 h 2870200"/>
              <a:gd name="connsiteX115" fmla="*/ 2277533 w 4089400"/>
              <a:gd name="connsiteY115" fmla="*/ 2421467 h 2870200"/>
              <a:gd name="connsiteX116" fmla="*/ 2286000 w 4089400"/>
              <a:gd name="connsiteY116" fmla="*/ 1718734 h 2870200"/>
              <a:gd name="connsiteX117" fmla="*/ 2311400 w 4089400"/>
              <a:gd name="connsiteY117" fmla="*/ 1811867 h 2870200"/>
              <a:gd name="connsiteX118" fmla="*/ 2336800 w 4089400"/>
              <a:gd name="connsiteY118" fmla="*/ 1871134 h 2870200"/>
              <a:gd name="connsiteX119" fmla="*/ 2362200 w 4089400"/>
              <a:gd name="connsiteY119" fmla="*/ 1938867 h 2870200"/>
              <a:gd name="connsiteX120" fmla="*/ 2370666 w 4089400"/>
              <a:gd name="connsiteY120" fmla="*/ 1972734 h 2870200"/>
              <a:gd name="connsiteX121" fmla="*/ 2379133 w 4089400"/>
              <a:gd name="connsiteY121" fmla="*/ 1574800 h 2870200"/>
              <a:gd name="connsiteX122" fmla="*/ 2404533 w 4089400"/>
              <a:gd name="connsiteY122" fmla="*/ 1236134 h 2870200"/>
              <a:gd name="connsiteX123" fmla="*/ 2421466 w 4089400"/>
              <a:gd name="connsiteY123" fmla="*/ 1092200 h 2870200"/>
              <a:gd name="connsiteX124" fmla="*/ 2429933 w 4089400"/>
              <a:gd name="connsiteY124" fmla="*/ 1066800 h 2870200"/>
              <a:gd name="connsiteX125" fmla="*/ 2438400 w 4089400"/>
              <a:gd name="connsiteY125" fmla="*/ 1092200 h 2870200"/>
              <a:gd name="connsiteX126" fmla="*/ 2455333 w 4089400"/>
              <a:gd name="connsiteY126" fmla="*/ 1117600 h 2870200"/>
              <a:gd name="connsiteX127" fmla="*/ 2463800 w 4089400"/>
              <a:gd name="connsiteY127" fmla="*/ 1227667 h 2870200"/>
              <a:gd name="connsiteX128" fmla="*/ 2489200 w 4089400"/>
              <a:gd name="connsiteY128" fmla="*/ 753534 h 2870200"/>
              <a:gd name="connsiteX129" fmla="*/ 2506133 w 4089400"/>
              <a:gd name="connsiteY129" fmla="*/ 685800 h 2870200"/>
              <a:gd name="connsiteX130" fmla="*/ 2514600 w 4089400"/>
              <a:gd name="connsiteY130" fmla="*/ 609600 h 2870200"/>
              <a:gd name="connsiteX131" fmla="*/ 2523066 w 4089400"/>
              <a:gd name="connsiteY131" fmla="*/ 558800 h 2870200"/>
              <a:gd name="connsiteX132" fmla="*/ 2540000 w 4089400"/>
              <a:gd name="connsiteY132" fmla="*/ 584200 h 2870200"/>
              <a:gd name="connsiteX133" fmla="*/ 2548466 w 4089400"/>
              <a:gd name="connsiteY133" fmla="*/ 778934 h 2870200"/>
              <a:gd name="connsiteX134" fmla="*/ 2590800 w 4089400"/>
              <a:gd name="connsiteY134" fmla="*/ 914400 h 2870200"/>
              <a:gd name="connsiteX135" fmla="*/ 2607733 w 4089400"/>
              <a:gd name="connsiteY135" fmla="*/ 973667 h 2870200"/>
              <a:gd name="connsiteX136" fmla="*/ 2624666 w 4089400"/>
              <a:gd name="connsiteY136" fmla="*/ 812800 h 2870200"/>
              <a:gd name="connsiteX137" fmla="*/ 2641600 w 4089400"/>
              <a:gd name="connsiteY137" fmla="*/ 694267 h 2870200"/>
              <a:gd name="connsiteX138" fmla="*/ 2667000 w 4089400"/>
              <a:gd name="connsiteY138" fmla="*/ 558800 h 2870200"/>
              <a:gd name="connsiteX139" fmla="*/ 2692400 w 4089400"/>
              <a:gd name="connsiteY139" fmla="*/ 321734 h 2870200"/>
              <a:gd name="connsiteX140" fmla="*/ 2709333 w 4089400"/>
              <a:gd name="connsiteY140" fmla="*/ 1058334 h 2870200"/>
              <a:gd name="connsiteX141" fmla="*/ 2717800 w 4089400"/>
              <a:gd name="connsiteY141" fmla="*/ 1032934 h 2870200"/>
              <a:gd name="connsiteX142" fmla="*/ 2785533 w 4089400"/>
              <a:gd name="connsiteY142" fmla="*/ 905934 h 2870200"/>
              <a:gd name="connsiteX143" fmla="*/ 2819400 w 4089400"/>
              <a:gd name="connsiteY143" fmla="*/ 855134 h 2870200"/>
              <a:gd name="connsiteX144" fmla="*/ 2844800 w 4089400"/>
              <a:gd name="connsiteY144" fmla="*/ 1422400 h 2870200"/>
              <a:gd name="connsiteX145" fmla="*/ 2853266 w 4089400"/>
              <a:gd name="connsiteY145" fmla="*/ 1388534 h 2870200"/>
              <a:gd name="connsiteX146" fmla="*/ 2870200 w 4089400"/>
              <a:gd name="connsiteY146" fmla="*/ 1363134 h 2870200"/>
              <a:gd name="connsiteX147" fmla="*/ 2895600 w 4089400"/>
              <a:gd name="connsiteY147" fmla="*/ 1278467 h 2870200"/>
              <a:gd name="connsiteX148" fmla="*/ 2912533 w 4089400"/>
              <a:gd name="connsiteY148" fmla="*/ 1320800 h 2870200"/>
              <a:gd name="connsiteX149" fmla="*/ 2929466 w 4089400"/>
              <a:gd name="connsiteY149" fmla="*/ 1388534 h 2870200"/>
              <a:gd name="connsiteX150" fmla="*/ 2946400 w 4089400"/>
              <a:gd name="connsiteY150" fmla="*/ 1422400 h 2870200"/>
              <a:gd name="connsiteX151" fmla="*/ 2988733 w 4089400"/>
              <a:gd name="connsiteY151" fmla="*/ 1540934 h 2870200"/>
              <a:gd name="connsiteX152" fmla="*/ 3005666 w 4089400"/>
              <a:gd name="connsiteY152" fmla="*/ 1566334 h 2870200"/>
              <a:gd name="connsiteX153" fmla="*/ 3039533 w 4089400"/>
              <a:gd name="connsiteY153" fmla="*/ 1718734 h 2870200"/>
              <a:gd name="connsiteX154" fmla="*/ 3064933 w 4089400"/>
              <a:gd name="connsiteY154" fmla="*/ 1761067 h 2870200"/>
              <a:gd name="connsiteX155" fmla="*/ 3098800 w 4089400"/>
              <a:gd name="connsiteY155" fmla="*/ 1879600 h 2870200"/>
              <a:gd name="connsiteX156" fmla="*/ 3090333 w 4089400"/>
              <a:gd name="connsiteY156" fmla="*/ 1913467 h 2870200"/>
              <a:gd name="connsiteX157" fmla="*/ 3102783 w 4089400"/>
              <a:gd name="connsiteY157" fmla="*/ 1901016 h 2870200"/>
              <a:gd name="connsiteX158" fmla="*/ 3081866 w 4089400"/>
              <a:gd name="connsiteY158" fmla="*/ 1888067 h 2870200"/>
              <a:gd name="connsiteX159" fmla="*/ 3107266 w 4089400"/>
              <a:gd name="connsiteY159" fmla="*/ 1871134 h 2870200"/>
              <a:gd name="connsiteX160" fmla="*/ 3115733 w 4089400"/>
              <a:gd name="connsiteY160" fmla="*/ 1769534 h 2870200"/>
              <a:gd name="connsiteX161" fmla="*/ 3132666 w 4089400"/>
              <a:gd name="connsiteY161" fmla="*/ 1710267 h 2870200"/>
              <a:gd name="connsiteX162" fmla="*/ 3141133 w 4089400"/>
              <a:gd name="connsiteY162" fmla="*/ 1684867 h 2870200"/>
              <a:gd name="connsiteX163" fmla="*/ 3166533 w 4089400"/>
              <a:gd name="connsiteY163" fmla="*/ 1676400 h 2870200"/>
              <a:gd name="connsiteX164" fmla="*/ 3175000 w 4089400"/>
              <a:gd name="connsiteY164" fmla="*/ 2006600 h 2870200"/>
              <a:gd name="connsiteX165" fmla="*/ 3183466 w 4089400"/>
              <a:gd name="connsiteY165" fmla="*/ 2048934 h 2870200"/>
              <a:gd name="connsiteX166" fmla="*/ 3191933 w 4089400"/>
              <a:gd name="connsiteY166" fmla="*/ 2099734 h 2870200"/>
              <a:gd name="connsiteX167" fmla="*/ 3208866 w 4089400"/>
              <a:gd name="connsiteY167" fmla="*/ 2048934 h 2870200"/>
              <a:gd name="connsiteX168" fmla="*/ 3217333 w 4089400"/>
              <a:gd name="connsiteY168" fmla="*/ 1998134 h 2870200"/>
              <a:gd name="connsiteX169" fmla="*/ 3251200 w 4089400"/>
              <a:gd name="connsiteY169" fmla="*/ 2353734 h 2870200"/>
              <a:gd name="connsiteX170" fmla="*/ 3276600 w 4089400"/>
              <a:gd name="connsiteY170" fmla="*/ 2387600 h 2870200"/>
              <a:gd name="connsiteX171" fmla="*/ 3285066 w 4089400"/>
              <a:gd name="connsiteY171" fmla="*/ 2497667 h 2870200"/>
              <a:gd name="connsiteX172" fmla="*/ 3302000 w 4089400"/>
              <a:gd name="connsiteY172" fmla="*/ 2531534 h 2870200"/>
              <a:gd name="connsiteX173" fmla="*/ 3318933 w 4089400"/>
              <a:gd name="connsiteY173" fmla="*/ 2599267 h 2870200"/>
              <a:gd name="connsiteX174" fmla="*/ 3344333 w 4089400"/>
              <a:gd name="connsiteY174" fmla="*/ 2667000 h 2870200"/>
              <a:gd name="connsiteX175" fmla="*/ 3386666 w 4089400"/>
              <a:gd name="connsiteY175" fmla="*/ 2810934 h 2870200"/>
              <a:gd name="connsiteX176" fmla="*/ 3412066 w 4089400"/>
              <a:gd name="connsiteY176" fmla="*/ 2870200 h 2870200"/>
              <a:gd name="connsiteX177" fmla="*/ 3437466 w 4089400"/>
              <a:gd name="connsiteY177" fmla="*/ 1828800 h 2870200"/>
              <a:gd name="connsiteX178" fmla="*/ 3445933 w 4089400"/>
              <a:gd name="connsiteY178" fmla="*/ 1803400 h 2870200"/>
              <a:gd name="connsiteX179" fmla="*/ 3462866 w 4089400"/>
              <a:gd name="connsiteY179" fmla="*/ 1735667 h 2870200"/>
              <a:gd name="connsiteX180" fmla="*/ 3488266 w 4089400"/>
              <a:gd name="connsiteY180" fmla="*/ 1651000 h 2870200"/>
              <a:gd name="connsiteX181" fmla="*/ 3496733 w 4089400"/>
              <a:gd name="connsiteY181" fmla="*/ 1701800 h 2870200"/>
              <a:gd name="connsiteX182" fmla="*/ 3500717 w 4089400"/>
              <a:gd name="connsiteY182" fmla="*/ 1875118 h 2870200"/>
              <a:gd name="connsiteX183" fmla="*/ 3522133 w 4089400"/>
              <a:gd name="connsiteY183" fmla="*/ 1752600 h 2870200"/>
              <a:gd name="connsiteX184" fmla="*/ 3530600 w 4089400"/>
              <a:gd name="connsiteY184" fmla="*/ 1693334 h 2870200"/>
              <a:gd name="connsiteX185" fmla="*/ 3572933 w 4089400"/>
              <a:gd name="connsiteY185" fmla="*/ 1608667 h 2870200"/>
              <a:gd name="connsiteX186" fmla="*/ 3589866 w 4089400"/>
              <a:gd name="connsiteY186" fmla="*/ 1566334 h 2870200"/>
              <a:gd name="connsiteX187" fmla="*/ 3632200 w 4089400"/>
              <a:gd name="connsiteY187" fmla="*/ 1464734 h 2870200"/>
              <a:gd name="connsiteX188" fmla="*/ 3636184 w 4089400"/>
              <a:gd name="connsiteY188" fmla="*/ 1373094 h 2870200"/>
              <a:gd name="connsiteX189" fmla="*/ 3657600 w 4089400"/>
              <a:gd name="connsiteY189" fmla="*/ 1363134 h 2870200"/>
              <a:gd name="connsiteX190" fmla="*/ 3674533 w 4089400"/>
              <a:gd name="connsiteY190" fmla="*/ 1320800 h 2870200"/>
              <a:gd name="connsiteX191" fmla="*/ 3669553 w 4089400"/>
              <a:gd name="connsiteY191" fmla="*/ 1151964 h 2870200"/>
              <a:gd name="connsiteX192" fmla="*/ 3716866 w 4089400"/>
              <a:gd name="connsiteY192" fmla="*/ 1227667 h 2870200"/>
              <a:gd name="connsiteX193" fmla="*/ 3725333 w 4089400"/>
              <a:gd name="connsiteY193" fmla="*/ 1176867 h 2870200"/>
              <a:gd name="connsiteX194" fmla="*/ 3742266 w 4089400"/>
              <a:gd name="connsiteY194" fmla="*/ 1126067 h 2870200"/>
              <a:gd name="connsiteX195" fmla="*/ 3750733 w 4089400"/>
              <a:gd name="connsiteY195" fmla="*/ 1058334 h 2870200"/>
              <a:gd name="connsiteX196" fmla="*/ 3759200 w 4089400"/>
              <a:gd name="connsiteY196" fmla="*/ 1270000 h 2870200"/>
              <a:gd name="connsiteX197" fmla="*/ 3793066 w 4089400"/>
              <a:gd name="connsiteY197" fmla="*/ 558800 h 2870200"/>
              <a:gd name="connsiteX198" fmla="*/ 3810000 w 4089400"/>
              <a:gd name="connsiteY198" fmla="*/ 482600 h 2870200"/>
              <a:gd name="connsiteX199" fmla="*/ 3818466 w 4089400"/>
              <a:gd name="connsiteY199" fmla="*/ 533400 h 2870200"/>
              <a:gd name="connsiteX200" fmla="*/ 3835400 w 4089400"/>
              <a:gd name="connsiteY200" fmla="*/ 660400 h 2870200"/>
              <a:gd name="connsiteX201" fmla="*/ 3843866 w 4089400"/>
              <a:gd name="connsiteY201" fmla="*/ 702734 h 2870200"/>
              <a:gd name="connsiteX202" fmla="*/ 3860800 w 4089400"/>
              <a:gd name="connsiteY202" fmla="*/ 736600 h 2870200"/>
              <a:gd name="connsiteX203" fmla="*/ 3877733 w 4089400"/>
              <a:gd name="connsiteY203" fmla="*/ 702734 h 2870200"/>
              <a:gd name="connsiteX204" fmla="*/ 3937000 w 4089400"/>
              <a:gd name="connsiteY204" fmla="*/ 482600 h 2870200"/>
              <a:gd name="connsiteX205" fmla="*/ 3953933 w 4089400"/>
              <a:gd name="connsiteY205" fmla="*/ 457200 h 2870200"/>
              <a:gd name="connsiteX206" fmla="*/ 3979333 w 4089400"/>
              <a:gd name="connsiteY206" fmla="*/ 177800 h 2870200"/>
              <a:gd name="connsiteX207" fmla="*/ 4004733 w 4089400"/>
              <a:gd name="connsiteY207" fmla="*/ 135467 h 2870200"/>
              <a:gd name="connsiteX208" fmla="*/ 4013200 w 4089400"/>
              <a:gd name="connsiteY208" fmla="*/ 101600 h 2870200"/>
              <a:gd name="connsiteX209" fmla="*/ 4021666 w 4089400"/>
              <a:gd name="connsiteY209" fmla="*/ 76200 h 2870200"/>
              <a:gd name="connsiteX210" fmla="*/ 4030133 w 4089400"/>
              <a:gd name="connsiteY210" fmla="*/ 110067 h 2870200"/>
              <a:gd name="connsiteX211" fmla="*/ 4047066 w 4089400"/>
              <a:gd name="connsiteY211" fmla="*/ 160867 h 2870200"/>
              <a:gd name="connsiteX212" fmla="*/ 4089400 w 4089400"/>
              <a:gd name="connsiteY212" fmla="*/ 0 h 2870200"/>
              <a:gd name="connsiteX0" fmla="*/ 0 w 4089400"/>
              <a:gd name="connsiteY0" fmla="*/ 702734 h 2870200"/>
              <a:gd name="connsiteX1" fmla="*/ 8466 w 4089400"/>
              <a:gd name="connsiteY1" fmla="*/ 643467 h 2870200"/>
              <a:gd name="connsiteX2" fmla="*/ 25400 w 4089400"/>
              <a:gd name="connsiteY2" fmla="*/ 626534 h 2870200"/>
              <a:gd name="connsiteX3" fmla="*/ 33866 w 4089400"/>
              <a:gd name="connsiteY3" fmla="*/ 592667 h 2870200"/>
              <a:gd name="connsiteX4" fmla="*/ 42333 w 4089400"/>
              <a:gd name="connsiteY4" fmla="*/ 567267 h 2870200"/>
              <a:gd name="connsiteX5" fmla="*/ 42333 w 4089400"/>
              <a:gd name="connsiteY5" fmla="*/ 821267 h 2870200"/>
              <a:gd name="connsiteX6" fmla="*/ 16933 w 4089400"/>
              <a:gd name="connsiteY6" fmla="*/ 880534 h 2870200"/>
              <a:gd name="connsiteX7" fmla="*/ 25400 w 4089400"/>
              <a:gd name="connsiteY7" fmla="*/ 1354667 h 2870200"/>
              <a:gd name="connsiteX8" fmla="*/ 33866 w 4089400"/>
              <a:gd name="connsiteY8" fmla="*/ 1329267 h 2870200"/>
              <a:gd name="connsiteX9" fmla="*/ 42333 w 4089400"/>
              <a:gd name="connsiteY9" fmla="*/ 1286934 h 2870200"/>
              <a:gd name="connsiteX10" fmla="*/ 59266 w 4089400"/>
              <a:gd name="connsiteY10" fmla="*/ 1253067 h 2870200"/>
              <a:gd name="connsiteX11" fmla="*/ 76200 w 4089400"/>
              <a:gd name="connsiteY11" fmla="*/ 1202267 h 2870200"/>
              <a:gd name="connsiteX12" fmla="*/ 84666 w 4089400"/>
              <a:gd name="connsiteY12" fmla="*/ 1176867 h 2870200"/>
              <a:gd name="connsiteX13" fmla="*/ 101600 w 4089400"/>
              <a:gd name="connsiteY13" fmla="*/ 1143000 h 2870200"/>
              <a:gd name="connsiteX14" fmla="*/ 110066 w 4089400"/>
              <a:gd name="connsiteY14" fmla="*/ 1100667 h 2870200"/>
              <a:gd name="connsiteX15" fmla="*/ 135466 w 4089400"/>
              <a:gd name="connsiteY15" fmla="*/ 1032934 h 2870200"/>
              <a:gd name="connsiteX16" fmla="*/ 143933 w 4089400"/>
              <a:gd name="connsiteY16" fmla="*/ 999067 h 2870200"/>
              <a:gd name="connsiteX17" fmla="*/ 160866 w 4089400"/>
              <a:gd name="connsiteY17" fmla="*/ 948267 h 2870200"/>
              <a:gd name="connsiteX18" fmla="*/ 177800 w 4089400"/>
              <a:gd name="connsiteY18" fmla="*/ 1134534 h 2870200"/>
              <a:gd name="connsiteX19" fmla="*/ 194733 w 4089400"/>
              <a:gd name="connsiteY19" fmla="*/ 1464734 h 2870200"/>
              <a:gd name="connsiteX20" fmla="*/ 228600 w 4089400"/>
              <a:gd name="connsiteY20" fmla="*/ 1397000 h 2870200"/>
              <a:gd name="connsiteX21" fmla="*/ 254000 w 4089400"/>
              <a:gd name="connsiteY21" fmla="*/ 1363134 h 2870200"/>
              <a:gd name="connsiteX22" fmla="*/ 262466 w 4089400"/>
              <a:gd name="connsiteY22" fmla="*/ 1337734 h 2870200"/>
              <a:gd name="connsiteX23" fmla="*/ 279400 w 4089400"/>
              <a:gd name="connsiteY23" fmla="*/ 1371600 h 2870200"/>
              <a:gd name="connsiteX24" fmla="*/ 287866 w 4089400"/>
              <a:gd name="connsiteY24" fmla="*/ 2243667 h 2870200"/>
              <a:gd name="connsiteX25" fmla="*/ 313266 w 4089400"/>
              <a:gd name="connsiteY25" fmla="*/ 2201334 h 2870200"/>
              <a:gd name="connsiteX26" fmla="*/ 321733 w 4089400"/>
              <a:gd name="connsiteY26" fmla="*/ 2150534 h 2870200"/>
              <a:gd name="connsiteX27" fmla="*/ 355600 w 4089400"/>
              <a:gd name="connsiteY27" fmla="*/ 2125134 h 2870200"/>
              <a:gd name="connsiteX28" fmla="*/ 364066 w 4089400"/>
              <a:gd name="connsiteY28" fmla="*/ 2082800 h 2870200"/>
              <a:gd name="connsiteX29" fmla="*/ 381000 w 4089400"/>
              <a:gd name="connsiteY29" fmla="*/ 2065867 h 2870200"/>
              <a:gd name="connsiteX30" fmla="*/ 397933 w 4089400"/>
              <a:gd name="connsiteY30" fmla="*/ 2032000 h 2870200"/>
              <a:gd name="connsiteX31" fmla="*/ 423333 w 4089400"/>
              <a:gd name="connsiteY31" fmla="*/ 1998134 h 2870200"/>
              <a:gd name="connsiteX32" fmla="*/ 440266 w 4089400"/>
              <a:gd name="connsiteY32" fmla="*/ 1752600 h 2870200"/>
              <a:gd name="connsiteX33" fmla="*/ 465666 w 4089400"/>
              <a:gd name="connsiteY33" fmla="*/ 1651000 h 2870200"/>
              <a:gd name="connsiteX34" fmla="*/ 491066 w 4089400"/>
              <a:gd name="connsiteY34" fmla="*/ 1710267 h 2870200"/>
              <a:gd name="connsiteX35" fmla="*/ 499533 w 4089400"/>
              <a:gd name="connsiteY35" fmla="*/ 1735667 h 2870200"/>
              <a:gd name="connsiteX36" fmla="*/ 533400 w 4089400"/>
              <a:gd name="connsiteY36" fmla="*/ 1820334 h 2870200"/>
              <a:gd name="connsiteX37" fmla="*/ 558800 w 4089400"/>
              <a:gd name="connsiteY37" fmla="*/ 1938867 h 2870200"/>
              <a:gd name="connsiteX38" fmla="*/ 575733 w 4089400"/>
              <a:gd name="connsiteY38" fmla="*/ 1998134 h 2870200"/>
              <a:gd name="connsiteX39" fmla="*/ 592666 w 4089400"/>
              <a:gd name="connsiteY39" fmla="*/ 2023534 h 2870200"/>
              <a:gd name="connsiteX40" fmla="*/ 618066 w 4089400"/>
              <a:gd name="connsiteY40" fmla="*/ 1786467 h 2870200"/>
              <a:gd name="connsiteX41" fmla="*/ 626533 w 4089400"/>
              <a:gd name="connsiteY41" fmla="*/ 1744134 h 2870200"/>
              <a:gd name="connsiteX42" fmla="*/ 643466 w 4089400"/>
              <a:gd name="connsiteY42" fmla="*/ 1718734 h 2870200"/>
              <a:gd name="connsiteX43" fmla="*/ 660400 w 4089400"/>
              <a:gd name="connsiteY43" fmla="*/ 1617134 h 2870200"/>
              <a:gd name="connsiteX44" fmla="*/ 677333 w 4089400"/>
              <a:gd name="connsiteY44" fmla="*/ 1557867 h 2870200"/>
              <a:gd name="connsiteX45" fmla="*/ 685800 w 4089400"/>
              <a:gd name="connsiteY45" fmla="*/ 1524000 h 2870200"/>
              <a:gd name="connsiteX46" fmla="*/ 702733 w 4089400"/>
              <a:gd name="connsiteY46" fmla="*/ 1312334 h 2870200"/>
              <a:gd name="connsiteX47" fmla="*/ 719666 w 4089400"/>
              <a:gd name="connsiteY47" fmla="*/ 1380067 h 2870200"/>
              <a:gd name="connsiteX48" fmla="*/ 736600 w 4089400"/>
              <a:gd name="connsiteY48" fmla="*/ 1532467 h 2870200"/>
              <a:gd name="connsiteX49" fmla="*/ 753533 w 4089400"/>
              <a:gd name="connsiteY49" fmla="*/ 1566334 h 2870200"/>
              <a:gd name="connsiteX50" fmla="*/ 778933 w 4089400"/>
              <a:gd name="connsiteY50" fmla="*/ 1456267 h 2870200"/>
              <a:gd name="connsiteX51" fmla="*/ 795866 w 4089400"/>
              <a:gd name="connsiteY51" fmla="*/ 1430867 h 2870200"/>
              <a:gd name="connsiteX52" fmla="*/ 829733 w 4089400"/>
              <a:gd name="connsiteY52" fmla="*/ 1388534 h 2870200"/>
              <a:gd name="connsiteX53" fmla="*/ 838200 w 4089400"/>
              <a:gd name="connsiteY53" fmla="*/ 1498600 h 2870200"/>
              <a:gd name="connsiteX54" fmla="*/ 863600 w 4089400"/>
              <a:gd name="connsiteY54" fmla="*/ 1811867 h 2870200"/>
              <a:gd name="connsiteX55" fmla="*/ 872066 w 4089400"/>
              <a:gd name="connsiteY55" fmla="*/ 1642534 h 2870200"/>
              <a:gd name="connsiteX56" fmla="*/ 897466 w 4089400"/>
              <a:gd name="connsiteY56" fmla="*/ 1583267 h 2870200"/>
              <a:gd name="connsiteX57" fmla="*/ 905933 w 4089400"/>
              <a:gd name="connsiteY57" fmla="*/ 1557867 h 2870200"/>
              <a:gd name="connsiteX58" fmla="*/ 914400 w 4089400"/>
              <a:gd name="connsiteY58" fmla="*/ 2006600 h 2870200"/>
              <a:gd name="connsiteX59" fmla="*/ 939800 w 4089400"/>
              <a:gd name="connsiteY59" fmla="*/ 2116667 h 2870200"/>
              <a:gd name="connsiteX60" fmla="*/ 948266 w 4089400"/>
              <a:gd name="connsiteY60" fmla="*/ 1828800 h 2870200"/>
              <a:gd name="connsiteX61" fmla="*/ 965200 w 4089400"/>
              <a:gd name="connsiteY61" fmla="*/ 1794934 h 2870200"/>
              <a:gd name="connsiteX62" fmla="*/ 973666 w 4089400"/>
              <a:gd name="connsiteY62" fmla="*/ 1761067 h 2870200"/>
              <a:gd name="connsiteX63" fmla="*/ 990600 w 4089400"/>
              <a:gd name="connsiteY63" fmla="*/ 1871134 h 2870200"/>
              <a:gd name="connsiteX64" fmla="*/ 1007533 w 4089400"/>
              <a:gd name="connsiteY64" fmla="*/ 1947334 h 2870200"/>
              <a:gd name="connsiteX65" fmla="*/ 1024466 w 4089400"/>
              <a:gd name="connsiteY65" fmla="*/ 2040467 h 2870200"/>
              <a:gd name="connsiteX66" fmla="*/ 1049866 w 4089400"/>
              <a:gd name="connsiteY66" fmla="*/ 2108200 h 2870200"/>
              <a:gd name="connsiteX67" fmla="*/ 1058333 w 4089400"/>
              <a:gd name="connsiteY67" fmla="*/ 2150534 h 2870200"/>
              <a:gd name="connsiteX68" fmla="*/ 1100666 w 4089400"/>
              <a:gd name="connsiteY68" fmla="*/ 2209800 h 2870200"/>
              <a:gd name="connsiteX69" fmla="*/ 1109133 w 4089400"/>
              <a:gd name="connsiteY69" fmla="*/ 2108200 h 2870200"/>
              <a:gd name="connsiteX70" fmla="*/ 1159933 w 4089400"/>
              <a:gd name="connsiteY70" fmla="*/ 1989667 h 2870200"/>
              <a:gd name="connsiteX71" fmla="*/ 1210733 w 4089400"/>
              <a:gd name="connsiteY71" fmla="*/ 1913467 h 2870200"/>
              <a:gd name="connsiteX72" fmla="*/ 1219200 w 4089400"/>
              <a:gd name="connsiteY72" fmla="*/ 2167467 h 2870200"/>
              <a:gd name="connsiteX73" fmla="*/ 1236133 w 4089400"/>
              <a:gd name="connsiteY73" fmla="*/ 2082800 h 2870200"/>
              <a:gd name="connsiteX74" fmla="*/ 1244600 w 4089400"/>
              <a:gd name="connsiteY74" fmla="*/ 2015067 h 2870200"/>
              <a:gd name="connsiteX75" fmla="*/ 1286933 w 4089400"/>
              <a:gd name="connsiteY75" fmla="*/ 1854200 h 2870200"/>
              <a:gd name="connsiteX76" fmla="*/ 1295400 w 4089400"/>
              <a:gd name="connsiteY76" fmla="*/ 1803400 h 2870200"/>
              <a:gd name="connsiteX77" fmla="*/ 1320800 w 4089400"/>
              <a:gd name="connsiteY77" fmla="*/ 1701800 h 2870200"/>
              <a:gd name="connsiteX78" fmla="*/ 1346200 w 4089400"/>
              <a:gd name="connsiteY78" fmla="*/ 1718734 h 2870200"/>
              <a:gd name="connsiteX79" fmla="*/ 1354666 w 4089400"/>
              <a:gd name="connsiteY79" fmla="*/ 1744134 h 2870200"/>
              <a:gd name="connsiteX80" fmla="*/ 1380066 w 4089400"/>
              <a:gd name="connsiteY80" fmla="*/ 1828800 h 2870200"/>
              <a:gd name="connsiteX81" fmla="*/ 1397000 w 4089400"/>
              <a:gd name="connsiteY81" fmla="*/ 1879600 h 2870200"/>
              <a:gd name="connsiteX82" fmla="*/ 1405466 w 4089400"/>
              <a:gd name="connsiteY82" fmla="*/ 1913467 h 2870200"/>
              <a:gd name="connsiteX83" fmla="*/ 1430866 w 4089400"/>
              <a:gd name="connsiteY83" fmla="*/ 1947334 h 2870200"/>
              <a:gd name="connsiteX84" fmla="*/ 1447800 w 4089400"/>
              <a:gd name="connsiteY84" fmla="*/ 1938867 h 2870200"/>
              <a:gd name="connsiteX85" fmla="*/ 1490133 w 4089400"/>
              <a:gd name="connsiteY85" fmla="*/ 1803400 h 2870200"/>
              <a:gd name="connsiteX86" fmla="*/ 1549400 w 4089400"/>
              <a:gd name="connsiteY86" fmla="*/ 1651000 h 2870200"/>
              <a:gd name="connsiteX87" fmla="*/ 1557866 w 4089400"/>
              <a:gd name="connsiteY87" fmla="*/ 1591734 h 2870200"/>
              <a:gd name="connsiteX88" fmla="*/ 1574800 w 4089400"/>
              <a:gd name="connsiteY88" fmla="*/ 1566334 h 2870200"/>
              <a:gd name="connsiteX89" fmla="*/ 1583266 w 4089400"/>
              <a:gd name="connsiteY89" fmla="*/ 1524000 h 2870200"/>
              <a:gd name="connsiteX90" fmla="*/ 1591733 w 4089400"/>
              <a:gd name="connsiteY90" fmla="*/ 1498600 h 2870200"/>
              <a:gd name="connsiteX91" fmla="*/ 1608666 w 4089400"/>
              <a:gd name="connsiteY91" fmla="*/ 1524000 h 2870200"/>
              <a:gd name="connsiteX92" fmla="*/ 1634066 w 4089400"/>
              <a:gd name="connsiteY92" fmla="*/ 1490134 h 2870200"/>
              <a:gd name="connsiteX93" fmla="*/ 1659466 w 4089400"/>
              <a:gd name="connsiteY93" fmla="*/ 1388534 h 2870200"/>
              <a:gd name="connsiteX94" fmla="*/ 1718733 w 4089400"/>
              <a:gd name="connsiteY94" fmla="*/ 1286934 h 2870200"/>
              <a:gd name="connsiteX95" fmla="*/ 1769533 w 4089400"/>
              <a:gd name="connsiteY95" fmla="*/ 1176867 h 2870200"/>
              <a:gd name="connsiteX96" fmla="*/ 1794933 w 4089400"/>
              <a:gd name="connsiteY96" fmla="*/ 1202267 h 2870200"/>
              <a:gd name="connsiteX97" fmla="*/ 1803400 w 4089400"/>
              <a:gd name="connsiteY97" fmla="*/ 1227667 h 2870200"/>
              <a:gd name="connsiteX98" fmla="*/ 1820333 w 4089400"/>
              <a:gd name="connsiteY98" fmla="*/ 1261534 h 2870200"/>
              <a:gd name="connsiteX99" fmla="*/ 1862666 w 4089400"/>
              <a:gd name="connsiteY99" fmla="*/ 1422400 h 2870200"/>
              <a:gd name="connsiteX100" fmla="*/ 1913466 w 4089400"/>
              <a:gd name="connsiteY100" fmla="*/ 1600200 h 2870200"/>
              <a:gd name="connsiteX101" fmla="*/ 1964266 w 4089400"/>
              <a:gd name="connsiteY101" fmla="*/ 1744134 h 2870200"/>
              <a:gd name="connsiteX102" fmla="*/ 1981200 w 4089400"/>
              <a:gd name="connsiteY102" fmla="*/ 1498600 h 2870200"/>
              <a:gd name="connsiteX103" fmla="*/ 1998133 w 4089400"/>
              <a:gd name="connsiteY103" fmla="*/ 1464734 h 2870200"/>
              <a:gd name="connsiteX104" fmla="*/ 2006600 w 4089400"/>
              <a:gd name="connsiteY104" fmla="*/ 1439334 h 2870200"/>
              <a:gd name="connsiteX105" fmla="*/ 2057400 w 4089400"/>
              <a:gd name="connsiteY105" fmla="*/ 2032000 h 2870200"/>
              <a:gd name="connsiteX106" fmla="*/ 2065866 w 4089400"/>
              <a:gd name="connsiteY106" fmla="*/ 2150534 h 2870200"/>
              <a:gd name="connsiteX107" fmla="*/ 2074333 w 4089400"/>
              <a:gd name="connsiteY107" fmla="*/ 2489200 h 2870200"/>
              <a:gd name="connsiteX108" fmla="*/ 2108200 w 4089400"/>
              <a:gd name="connsiteY108" fmla="*/ 2421467 h 2870200"/>
              <a:gd name="connsiteX109" fmla="*/ 2150533 w 4089400"/>
              <a:gd name="connsiteY109" fmla="*/ 2319867 h 2870200"/>
              <a:gd name="connsiteX110" fmla="*/ 2175933 w 4089400"/>
              <a:gd name="connsiteY110" fmla="*/ 2286000 h 2870200"/>
              <a:gd name="connsiteX111" fmla="*/ 2209800 w 4089400"/>
              <a:gd name="connsiteY111" fmla="*/ 2235200 h 2870200"/>
              <a:gd name="connsiteX112" fmla="*/ 2226733 w 4089400"/>
              <a:gd name="connsiteY112" fmla="*/ 2514600 h 2870200"/>
              <a:gd name="connsiteX113" fmla="*/ 2252133 w 4089400"/>
              <a:gd name="connsiteY113" fmla="*/ 2565400 h 2870200"/>
              <a:gd name="connsiteX114" fmla="*/ 2260600 w 4089400"/>
              <a:gd name="connsiteY114" fmla="*/ 2489200 h 2870200"/>
              <a:gd name="connsiteX115" fmla="*/ 2277533 w 4089400"/>
              <a:gd name="connsiteY115" fmla="*/ 2421467 h 2870200"/>
              <a:gd name="connsiteX116" fmla="*/ 2286000 w 4089400"/>
              <a:gd name="connsiteY116" fmla="*/ 1718734 h 2870200"/>
              <a:gd name="connsiteX117" fmla="*/ 2311400 w 4089400"/>
              <a:gd name="connsiteY117" fmla="*/ 1811867 h 2870200"/>
              <a:gd name="connsiteX118" fmla="*/ 2336800 w 4089400"/>
              <a:gd name="connsiteY118" fmla="*/ 1871134 h 2870200"/>
              <a:gd name="connsiteX119" fmla="*/ 2362200 w 4089400"/>
              <a:gd name="connsiteY119" fmla="*/ 1938867 h 2870200"/>
              <a:gd name="connsiteX120" fmla="*/ 2370666 w 4089400"/>
              <a:gd name="connsiteY120" fmla="*/ 1972734 h 2870200"/>
              <a:gd name="connsiteX121" fmla="*/ 2379133 w 4089400"/>
              <a:gd name="connsiteY121" fmla="*/ 1574800 h 2870200"/>
              <a:gd name="connsiteX122" fmla="*/ 2404533 w 4089400"/>
              <a:gd name="connsiteY122" fmla="*/ 1236134 h 2870200"/>
              <a:gd name="connsiteX123" fmla="*/ 2421466 w 4089400"/>
              <a:gd name="connsiteY123" fmla="*/ 1092200 h 2870200"/>
              <a:gd name="connsiteX124" fmla="*/ 2429933 w 4089400"/>
              <a:gd name="connsiteY124" fmla="*/ 1066800 h 2870200"/>
              <a:gd name="connsiteX125" fmla="*/ 2438400 w 4089400"/>
              <a:gd name="connsiteY125" fmla="*/ 1092200 h 2870200"/>
              <a:gd name="connsiteX126" fmla="*/ 2455333 w 4089400"/>
              <a:gd name="connsiteY126" fmla="*/ 1117600 h 2870200"/>
              <a:gd name="connsiteX127" fmla="*/ 2463800 w 4089400"/>
              <a:gd name="connsiteY127" fmla="*/ 1227667 h 2870200"/>
              <a:gd name="connsiteX128" fmla="*/ 2489200 w 4089400"/>
              <a:gd name="connsiteY128" fmla="*/ 753534 h 2870200"/>
              <a:gd name="connsiteX129" fmla="*/ 2506133 w 4089400"/>
              <a:gd name="connsiteY129" fmla="*/ 685800 h 2870200"/>
              <a:gd name="connsiteX130" fmla="*/ 2514600 w 4089400"/>
              <a:gd name="connsiteY130" fmla="*/ 609600 h 2870200"/>
              <a:gd name="connsiteX131" fmla="*/ 2523066 w 4089400"/>
              <a:gd name="connsiteY131" fmla="*/ 558800 h 2870200"/>
              <a:gd name="connsiteX132" fmla="*/ 2540000 w 4089400"/>
              <a:gd name="connsiteY132" fmla="*/ 584200 h 2870200"/>
              <a:gd name="connsiteX133" fmla="*/ 2548466 w 4089400"/>
              <a:gd name="connsiteY133" fmla="*/ 778934 h 2870200"/>
              <a:gd name="connsiteX134" fmla="*/ 2590800 w 4089400"/>
              <a:gd name="connsiteY134" fmla="*/ 914400 h 2870200"/>
              <a:gd name="connsiteX135" fmla="*/ 2607733 w 4089400"/>
              <a:gd name="connsiteY135" fmla="*/ 973667 h 2870200"/>
              <a:gd name="connsiteX136" fmla="*/ 2624666 w 4089400"/>
              <a:gd name="connsiteY136" fmla="*/ 812800 h 2870200"/>
              <a:gd name="connsiteX137" fmla="*/ 2641600 w 4089400"/>
              <a:gd name="connsiteY137" fmla="*/ 694267 h 2870200"/>
              <a:gd name="connsiteX138" fmla="*/ 2667000 w 4089400"/>
              <a:gd name="connsiteY138" fmla="*/ 558800 h 2870200"/>
              <a:gd name="connsiteX139" fmla="*/ 2692400 w 4089400"/>
              <a:gd name="connsiteY139" fmla="*/ 321734 h 2870200"/>
              <a:gd name="connsiteX140" fmla="*/ 2709333 w 4089400"/>
              <a:gd name="connsiteY140" fmla="*/ 1058334 h 2870200"/>
              <a:gd name="connsiteX141" fmla="*/ 2717800 w 4089400"/>
              <a:gd name="connsiteY141" fmla="*/ 1032934 h 2870200"/>
              <a:gd name="connsiteX142" fmla="*/ 2785533 w 4089400"/>
              <a:gd name="connsiteY142" fmla="*/ 905934 h 2870200"/>
              <a:gd name="connsiteX143" fmla="*/ 2819400 w 4089400"/>
              <a:gd name="connsiteY143" fmla="*/ 855134 h 2870200"/>
              <a:gd name="connsiteX144" fmla="*/ 2844800 w 4089400"/>
              <a:gd name="connsiteY144" fmla="*/ 1422400 h 2870200"/>
              <a:gd name="connsiteX145" fmla="*/ 2853266 w 4089400"/>
              <a:gd name="connsiteY145" fmla="*/ 1388534 h 2870200"/>
              <a:gd name="connsiteX146" fmla="*/ 2870200 w 4089400"/>
              <a:gd name="connsiteY146" fmla="*/ 1363134 h 2870200"/>
              <a:gd name="connsiteX147" fmla="*/ 2895600 w 4089400"/>
              <a:gd name="connsiteY147" fmla="*/ 1278467 h 2870200"/>
              <a:gd name="connsiteX148" fmla="*/ 2912533 w 4089400"/>
              <a:gd name="connsiteY148" fmla="*/ 1320800 h 2870200"/>
              <a:gd name="connsiteX149" fmla="*/ 2929466 w 4089400"/>
              <a:gd name="connsiteY149" fmla="*/ 1388534 h 2870200"/>
              <a:gd name="connsiteX150" fmla="*/ 2946400 w 4089400"/>
              <a:gd name="connsiteY150" fmla="*/ 1422400 h 2870200"/>
              <a:gd name="connsiteX151" fmla="*/ 2988733 w 4089400"/>
              <a:gd name="connsiteY151" fmla="*/ 1540934 h 2870200"/>
              <a:gd name="connsiteX152" fmla="*/ 3005666 w 4089400"/>
              <a:gd name="connsiteY152" fmla="*/ 1566334 h 2870200"/>
              <a:gd name="connsiteX153" fmla="*/ 3039533 w 4089400"/>
              <a:gd name="connsiteY153" fmla="*/ 1718734 h 2870200"/>
              <a:gd name="connsiteX154" fmla="*/ 3064933 w 4089400"/>
              <a:gd name="connsiteY154" fmla="*/ 1761067 h 2870200"/>
              <a:gd name="connsiteX155" fmla="*/ 3098800 w 4089400"/>
              <a:gd name="connsiteY155" fmla="*/ 1879600 h 2870200"/>
              <a:gd name="connsiteX156" fmla="*/ 3090333 w 4089400"/>
              <a:gd name="connsiteY156" fmla="*/ 1913467 h 2870200"/>
              <a:gd name="connsiteX157" fmla="*/ 3102783 w 4089400"/>
              <a:gd name="connsiteY157" fmla="*/ 1901016 h 2870200"/>
              <a:gd name="connsiteX158" fmla="*/ 3081866 w 4089400"/>
              <a:gd name="connsiteY158" fmla="*/ 1888067 h 2870200"/>
              <a:gd name="connsiteX159" fmla="*/ 3107266 w 4089400"/>
              <a:gd name="connsiteY159" fmla="*/ 1871134 h 2870200"/>
              <a:gd name="connsiteX160" fmla="*/ 3115733 w 4089400"/>
              <a:gd name="connsiteY160" fmla="*/ 1769534 h 2870200"/>
              <a:gd name="connsiteX161" fmla="*/ 3132666 w 4089400"/>
              <a:gd name="connsiteY161" fmla="*/ 1710267 h 2870200"/>
              <a:gd name="connsiteX162" fmla="*/ 3141133 w 4089400"/>
              <a:gd name="connsiteY162" fmla="*/ 1684867 h 2870200"/>
              <a:gd name="connsiteX163" fmla="*/ 3166533 w 4089400"/>
              <a:gd name="connsiteY163" fmla="*/ 1676400 h 2870200"/>
              <a:gd name="connsiteX164" fmla="*/ 3175000 w 4089400"/>
              <a:gd name="connsiteY164" fmla="*/ 2006600 h 2870200"/>
              <a:gd name="connsiteX165" fmla="*/ 3183466 w 4089400"/>
              <a:gd name="connsiteY165" fmla="*/ 2048934 h 2870200"/>
              <a:gd name="connsiteX166" fmla="*/ 3191933 w 4089400"/>
              <a:gd name="connsiteY166" fmla="*/ 2099734 h 2870200"/>
              <a:gd name="connsiteX167" fmla="*/ 3208866 w 4089400"/>
              <a:gd name="connsiteY167" fmla="*/ 2048934 h 2870200"/>
              <a:gd name="connsiteX168" fmla="*/ 3217333 w 4089400"/>
              <a:gd name="connsiteY168" fmla="*/ 1998134 h 2870200"/>
              <a:gd name="connsiteX169" fmla="*/ 3251200 w 4089400"/>
              <a:gd name="connsiteY169" fmla="*/ 2353734 h 2870200"/>
              <a:gd name="connsiteX170" fmla="*/ 3276600 w 4089400"/>
              <a:gd name="connsiteY170" fmla="*/ 2387600 h 2870200"/>
              <a:gd name="connsiteX171" fmla="*/ 3285066 w 4089400"/>
              <a:gd name="connsiteY171" fmla="*/ 2497667 h 2870200"/>
              <a:gd name="connsiteX172" fmla="*/ 3302000 w 4089400"/>
              <a:gd name="connsiteY172" fmla="*/ 2531534 h 2870200"/>
              <a:gd name="connsiteX173" fmla="*/ 3318933 w 4089400"/>
              <a:gd name="connsiteY173" fmla="*/ 2599267 h 2870200"/>
              <a:gd name="connsiteX174" fmla="*/ 3344333 w 4089400"/>
              <a:gd name="connsiteY174" fmla="*/ 2667000 h 2870200"/>
              <a:gd name="connsiteX175" fmla="*/ 3386666 w 4089400"/>
              <a:gd name="connsiteY175" fmla="*/ 2810934 h 2870200"/>
              <a:gd name="connsiteX176" fmla="*/ 3412066 w 4089400"/>
              <a:gd name="connsiteY176" fmla="*/ 2870200 h 2870200"/>
              <a:gd name="connsiteX177" fmla="*/ 3437466 w 4089400"/>
              <a:gd name="connsiteY177" fmla="*/ 1828800 h 2870200"/>
              <a:gd name="connsiteX178" fmla="*/ 3436968 w 4089400"/>
              <a:gd name="connsiteY178" fmla="*/ 2090271 h 2870200"/>
              <a:gd name="connsiteX179" fmla="*/ 3462866 w 4089400"/>
              <a:gd name="connsiteY179" fmla="*/ 1735667 h 2870200"/>
              <a:gd name="connsiteX180" fmla="*/ 3488266 w 4089400"/>
              <a:gd name="connsiteY180" fmla="*/ 1651000 h 2870200"/>
              <a:gd name="connsiteX181" fmla="*/ 3496733 w 4089400"/>
              <a:gd name="connsiteY181" fmla="*/ 1701800 h 2870200"/>
              <a:gd name="connsiteX182" fmla="*/ 3500717 w 4089400"/>
              <a:gd name="connsiteY182" fmla="*/ 1875118 h 2870200"/>
              <a:gd name="connsiteX183" fmla="*/ 3522133 w 4089400"/>
              <a:gd name="connsiteY183" fmla="*/ 1752600 h 2870200"/>
              <a:gd name="connsiteX184" fmla="*/ 3530600 w 4089400"/>
              <a:gd name="connsiteY184" fmla="*/ 1693334 h 2870200"/>
              <a:gd name="connsiteX185" fmla="*/ 3572933 w 4089400"/>
              <a:gd name="connsiteY185" fmla="*/ 1608667 h 2870200"/>
              <a:gd name="connsiteX186" fmla="*/ 3589866 w 4089400"/>
              <a:gd name="connsiteY186" fmla="*/ 1566334 h 2870200"/>
              <a:gd name="connsiteX187" fmla="*/ 3632200 w 4089400"/>
              <a:gd name="connsiteY187" fmla="*/ 1464734 h 2870200"/>
              <a:gd name="connsiteX188" fmla="*/ 3636184 w 4089400"/>
              <a:gd name="connsiteY188" fmla="*/ 1373094 h 2870200"/>
              <a:gd name="connsiteX189" fmla="*/ 3657600 w 4089400"/>
              <a:gd name="connsiteY189" fmla="*/ 1363134 h 2870200"/>
              <a:gd name="connsiteX190" fmla="*/ 3674533 w 4089400"/>
              <a:gd name="connsiteY190" fmla="*/ 1320800 h 2870200"/>
              <a:gd name="connsiteX191" fmla="*/ 3669553 w 4089400"/>
              <a:gd name="connsiteY191" fmla="*/ 1151964 h 2870200"/>
              <a:gd name="connsiteX192" fmla="*/ 3716866 w 4089400"/>
              <a:gd name="connsiteY192" fmla="*/ 1227667 h 2870200"/>
              <a:gd name="connsiteX193" fmla="*/ 3725333 w 4089400"/>
              <a:gd name="connsiteY193" fmla="*/ 1176867 h 2870200"/>
              <a:gd name="connsiteX194" fmla="*/ 3742266 w 4089400"/>
              <a:gd name="connsiteY194" fmla="*/ 1126067 h 2870200"/>
              <a:gd name="connsiteX195" fmla="*/ 3750733 w 4089400"/>
              <a:gd name="connsiteY195" fmla="*/ 1058334 h 2870200"/>
              <a:gd name="connsiteX196" fmla="*/ 3759200 w 4089400"/>
              <a:gd name="connsiteY196" fmla="*/ 1270000 h 2870200"/>
              <a:gd name="connsiteX197" fmla="*/ 3793066 w 4089400"/>
              <a:gd name="connsiteY197" fmla="*/ 558800 h 2870200"/>
              <a:gd name="connsiteX198" fmla="*/ 3810000 w 4089400"/>
              <a:gd name="connsiteY198" fmla="*/ 482600 h 2870200"/>
              <a:gd name="connsiteX199" fmla="*/ 3818466 w 4089400"/>
              <a:gd name="connsiteY199" fmla="*/ 533400 h 2870200"/>
              <a:gd name="connsiteX200" fmla="*/ 3835400 w 4089400"/>
              <a:gd name="connsiteY200" fmla="*/ 660400 h 2870200"/>
              <a:gd name="connsiteX201" fmla="*/ 3843866 w 4089400"/>
              <a:gd name="connsiteY201" fmla="*/ 702734 h 2870200"/>
              <a:gd name="connsiteX202" fmla="*/ 3860800 w 4089400"/>
              <a:gd name="connsiteY202" fmla="*/ 736600 h 2870200"/>
              <a:gd name="connsiteX203" fmla="*/ 3877733 w 4089400"/>
              <a:gd name="connsiteY203" fmla="*/ 702734 h 2870200"/>
              <a:gd name="connsiteX204" fmla="*/ 3937000 w 4089400"/>
              <a:gd name="connsiteY204" fmla="*/ 482600 h 2870200"/>
              <a:gd name="connsiteX205" fmla="*/ 3953933 w 4089400"/>
              <a:gd name="connsiteY205" fmla="*/ 457200 h 2870200"/>
              <a:gd name="connsiteX206" fmla="*/ 3979333 w 4089400"/>
              <a:gd name="connsiteY206" fmla="*/ 177800 h 2870200"/>
              <a:gd name="connsiteX207" fmla="*/ 4004733 w 4089400"/>
              <a:gd name="connsiteY207" fmla="*/ 135467 h 2870200"/>
              <a:gd name="connsiteX208" fmla="*/ 4013200 w 4089400"/>
              <a:gd name="connsiteY208" fmla="*/ 101600 h 2870200"/>
              <a:gd name="connsiteX209" fmla="*/ 4021666 w 4089400"/>
              <a:gd name="connsiteY209" fmla="*/ 76200 h 2870200"/>
              <a:gd name="connsiteX210" fmla="*/ 4030133 w 4089400"/>
              <a:gd name="connsiteY210" fmla="*/ 110067 h 2870200"/>
              <a:gd name="connsiteX211" fmla="*/ 4047066 w 4089400"/>
              <a:gd name="connsiteY211" fmla="*/ 160867 h 2870200"/>
              <a:gd name="connsiteX212" fmla="*/ 4089400 w 4089400"/>
              <a:gd name="connsiteY212" fmla="*/ 0 h 2870200"/>
              <a:gd name="connsiteX0" fmla="*/ 0 w 4089400"/>
              <a:gd name="connsiteY0" fmla="*/ 702734 h 2870200"/>
              <a:gd name="connsiteX1" fmla="*/ 8466 w 4089400"/>
              <a:gd name="connsiteY1" fmla="*/ 643467 h 2870200"/>
              <a:gd name="connsiteX2" fmla="*/ 25400 w 4089400"/>
              <a:gd name="connsiteY2" fmla="*/ 626534 h 2870200"/>
              <a:gd name="connsiteX3" fmla="*/ 33866 w 4089400"/>
              <a:gd name="connsiteY3" fmla="*/ 592667 h 2870200"/>
              <a:gd name="connsiteX4" fmla="*/ 42333 w 4089400"/>
              <a:gd name="connsiteY4" fmla="*/ 567267 h 2870200"/>
              <a:gd name="connsiteX5" fmla="*/ 42333 w 4089400"/>
              <a:gd name="connsiteY5" fmla="*/ 821267 h 2870200"/>
              <a:gd name="connsiteX6" fmla="*/ 21415 w 4089400"/>
              <a:gd name="connsiteY6" fmla="*/ 1068793 h 2870200"/>
              <a:gd name="connsiteX7" fmla="*/ 25400 w 4089400"/>
              <a:gd name="connsiteY7" fmla="*/ 1354667 h 2870200"/>
              <a:gd name="connsiteX8" fmla="*/ 33866 w 4089400"/>
              <a:gd name="connsiteY8" fmla="*/ 1329267 h 2870200"/>
              <a:gd name="connsiteX9" fmla="*/ 42333 w 4089400"/>
              <a:gd name="connsiteY9" fmla="*/ 1286934 h 2870200"/>
              <a:gd name="connsiteX10" fmla="*/ 59266 w 4089400"/>
              <a:gd name="connsiteY10" fmla="*/ 1253067 h 2870200"/>
              <a:gd name="connsiteX11" fmla="*/ 76200 w 4089400"/>
              <a:gd name="connsiteY11" fmla="*/ 1202267 h 2870200"/>
              <a:gd name="connsiteX12" fmla="*/ 84666 w 4089400"/>
              <a:gd name="connsiteY12" fmla="*/ 1176867 h 2870200"/>
              <a:gd name="connsiteX13" fmla="*/ 101600 w 4089400"/>
              <a:gd name="connsiteY13" fmla="*/ 1143000 h 2870200"/>
              <a:gd name="connsiteX14" fmla="*/ 110066 w 4089400"/>
              <a:gd name="connsiteY14" fmla="*/ 1100667 h 2870200"/>
              <a:gd name="connsiteX15" fmla="*/ 135466 w 4089400"/>
              <a:gd name="connsiteY15" fmla="*/ 1032934 h 2870200"/>
              <a:gd name="connsiteX16" fmla="*/ 143933 w 4089400"/>
              <a:gd name="connsiteY16" fmla="*/ 999067 h 2870200"/>
              <a:gd name="connsiteX17" fmla="*/ 160866 w 4089400"/>
              <a:gd name="connsiteY17" fmla="*/ 948267 h 2870200"/>
              <a:gd name="connsiteX18" fmla="*/ 177800 w 4089400"/>
              <a:gd name="connsiteY18" fmla="*/ 1134534 h 2870200"/>
              <a:gd name="connsiteX19" fmla="*/ 194733 w 4089400"/>
              <a:gd name="connsiteY19" fmla="*/ 1464734 h 2870200"/>
              <a:gd name="connsiteX20" fmla="*/ 228600 w 4089400"/>
              <a:gd name="connsiteY20" fmla="*/ 1397000 h 2870200"/>
              <a:gd name="connsiteX21" fmla="*/ 254000 w 4089400"/>
              <a:gd name="connsiteY21" fmla="*/ 1363134 h 2870200"/>
              <a:gd name="connsiteX22" fmla="*/ 262466 w 4089400"/>
              <a:gd name="connsiteY22" fmla="*/ 1337734 h 2870200"/>
              <a:gd name="connsiteX23" fmla="*/ 279400 w 4089400"/>
              <a:gd name="connsiteY23" fmla="*/ 1371600 h 2870200"/>
              <a:gd name="connsiteX24" fmla="*/ 287866 w 4089400"/>
              <a:gd name="connsiteY24" fmla="*/ 2243667 h 2870200"/>
              <a:gd name="connsiteX25" fmla="*/ 313266 w 4089400"/>
              <a:gd name="connsiteY25" fmla="*/ 2201334 h 2870200"/>
              <a:gd name="connsiteX26" fmla="*/ 321733 w 4089400"/>
              <a:gd name="connsiteY26" fmla="*/ 2150534 h 2870200"/>
              <a:gd name="connsiteX27" fmla="*/ 355600 w 4089400"/>
              <a:gd name="connsiteY27" fmla="*/ 2125134 h 2870200"/>
              <a:gd name="connsiteX28" fmla="*/ 364066 w 4089400"/>
              <a:gd name="connsiteY28" fmla="*/ 2082800 h 2870200"/>
              <a:gd name="connsiteX29" fmla="*/ 381000 w 4089400"/>
              <a:gd name="connsiteY29" fmla="*/ 2065867 h 2870200"/>
              <a:gd name="connsiteX30" fmla="*/ 397933 w 4089400"/>
              <a:gd name="connsiteY30" fmla="*/ 2032000 h 2870200"/>
              <a:gd name="connsiteX31" fmla="*/ 423333 w 4089400"/>
              <a:gd name="connsiteY31" fmla="*/ 1998134 h 2870200"/>
              <a:gd name="connsiteX32" fmla="*/ 440266 w 4089400"/>
              <a:gd name="connsiteY32" fmla="*/ 1752600 h 2870200"/>
              <a:gd name="connsiteX33" fmla="*/ 465666 w 4089400"/>
              <a:gd name="connsiteY33" fmla="*/ 1651000 h 2870200"/>
              <a:gd name="connsiteX34" fmla="*/ 491066 w 4089400"/>
              <a:gd name="connsiteY34" fmla="*/ 1710267 h 2870200"/>
              <a:gd name="connsiteX35" fmla="*/ 499533 w 4089400"/>
              <a:gd name="connsiteY35" fmla="*/ 1735667 h 2870200"/>
              <a:gd name="connsiteX36" fmla="*/ 533400 w 4089400"/>
              <a:gd name="connsiteY36" fmla="*/ 1820334 h 2870200"/>
              <a:gd name="connsiteX37" fmla="*/ 558800 w 4089400"/>
              <a:gd name="connsiteY37" fmla="*/ 1938867 h 2870200"/>
              <a:gd name="connsiteX38" fmla="*/ 575733 w 4089400"/>
              <a:gd name="connsiteY38" fmla="*/ 1998134 h 2870200"/>
              <a:gd name="connsiteX39" fmla="*/ 592666 w 4089400"/>
              <a:gd name="connsiteY39" fmla="*/ 2023534 h 2870200"/>
              <a:gd name="connsiteX40" fmla="*/ 618066 w 4089400"/>
              <a:gd name="connsiteY40" fmla="*/ 1786467 h 2870200"/>
              <a:gd name="connsiteX41" fmla="*/ 626533 w 4089400"/>
              <a:gd name="connsiteY41" fmla="*/ 1744134 h 2870200"/>
              <a:gd name="connsiteX42" fmla="*/ 643466 w 4089400"/>
              <a:gd name="connsiteY42" fmla="*/ 1718734 h 2870200"/>
              <a:gd name="connsiteX43" fmla="*/ 660400 w 4089400"/>
              <a:gd name="connsiteY43" fmla="*/ 1617134 h 2870200"/>
              <a:gd name="connsiteX44" fmla="*/ 677333 w 4089400"/>
              <a:gd name="connsiteY44" fmla="*/ 1557867 h 2870200"/>
              <a:gd name="connsiteX45" fmla="*/ 685800 w 4089400"/>
              <a:gd name="connsiteY45" fmla="*/ 1524000 h 2870200"/>
              <a:gd name="connsiteX46" fmla="*/ 702733 w 4089400"/>
              <a:gd name="connsiteY46" fmla="*/ 1312334 h 2870200"/>
              <a:gd name="connsiteX47" fmla="*/ 719666 w 4089400"/>
              <a:gd name="connsiteY47" fmla="*/ 1380067 h 2870200"/>
              <a:gd name="connsiteX48" fmla="*/ 736600 w 4089400"/>
              <a:gd name="connsiteY48" fmla="*/ 1532467 h 2870200"/>
              <a:gd name="connsiteX49" fmla="*/ 753533 w 4089400"/>
              <a:gd name="connsiteY49" fmla="*/ 1566334 h 2870200"/>
              <a:gd name="connsiteX50" fmla="*/ 778933 w 4089400"/>
              <a:gd name="connsiteY50" fmla="*/ 1456267 h 2870200"/>
              <a:gd name="connsiteX51" fmla="*/ 795866 w 4089400"/>
              <a:gd name="connsiteY51" fmla="*/ 1430867 h 2870200"/>
              <a:gd name="connsiteX52" fmla="*/ 829733 w 4089400"/>
              <a:gd name="connsiteY52" fmla="*/ 1388534 h 2870200"/>
              <a:gd name="connsiteX53" fmla="*/ 838200 w 4089400"/>
              <a:gd name="connsiteY53" fmla="*/ 1498600 h 2870200"/>
              <a:gd name="connsiteX54" fmla="*/ 863600 w 4089400"/>
              <a:gd name="connsiteY54" fmla="*/ 1811867 h 2870200"/>
              <a:gd name="connsiteX55" fmla="*/ 872066 w 4089400"/>
              <a:gd name="connsiteY55" fmla="*/ 1642534 h 2870200"/>
              <a:gd name="connsiteX56" fmla="*/ 897466 w 4089400"/>
              <a:gd name="connsiteY56" fmla="*/ 1583267 h 2870200"/>
              <a:gd name="connsiteX57" fmla="*/ 905933 w 4089400"/>
              <a:gd name="connsiteY57" fmla="*/ 1557867 h 2870200"/>
              <a:gd name="connsiteX58" fmla="*/ 914400 w 4089400"/>
              <a:gd name="connsiteY58" fmla="*/ 2006600 h 2870200"/>
              <a:gd name="connsiteX59" fmla="*/ 939800 w 4089400"/>
              <a:gd name="connsiteY59" fmla="*/ 2116667 h 2870200"/>
              <a:gd name="connsiteX60" fmla="*/ 948266 w 4089400"/>
              <a:gd name="connsiteY60" fmla="*/ 1828800 h 2870200"/>
              <a:gd name="connsiteX61" fmla="*/ 965200 w 4089400"/>
              <a:gd name="connsiteY61" fmla="*/ 1794934 h 2870200"/>
              <a:gd name="connsiteX62" fmla="*/ 973666 w 4089400"/>
              <a:gd name="connsiteY62" fmla="*/ 1761067 h 2870200"/>
              <a:gd name="connsiteX63" fmla="*/ 990600 w 4089400"/>
              <a:gd name="connsiteY63" fmla="*/ 1871134 h 2870200"/>
              <a:gd name="connsiteX64" fmla="*/ 1007533 w 4089400"/>
              <a:gd name="connsiteY64" fmla="*/ 1947334 h 2870200"/>
              <a:gd name="connsiteX65" fmla="*/ 1024466 w 4089400"/>
              <a:gd name="connsiteY65" fmla="*/ 2040467 h 2870200"/>
              <a:gd name="connsiteX66" fmla="*/ 1049866 w 4089400"/>
              <a:gd name="connsiteY66" fmla="*/ 2108200 h 2870200"/>
              <a:gd name="connsiteX67" fmla="*/ 1058333 w 4089400"/>
              <a:gd name="connsiteY67" fmla="*/ 2150534 h 2870200"/>
              <a:gd name="connsiteX68" fmla="*/ 1100666 w 4089400"/>
              <a:gd name="connsiteY68" fmla="*/ 2209800 h 2870200"/>
              <a:gd name="connsiteX69" fmla="*/ 1109133 w 4089400"/>
              <a:gd name="connsiteY69" fmla="*/ 2108200 h 2870200"/>
              <a:gd name="connsiteX70" fmla="*/ 1159933 w 4089400"/>
              <a:gd name="connsiteY70" fmla="*/ 1989667 h 2870200"/>
              <a:gd name="connsiteX71" fmla="*/ 1210733 w 4089400"/>
              <a:gd name="connsiteY71" fmla="*/ 1913467 h 2870200"/>
              <a:gd name="connsiteX72" fmla="*/ 1219200 w 4089400"/>
              <a:gd name="connsiteY72" fmla="*/ 2167467 h 2870200"/>
              <a:gd name="connsiteX73" fmla="*/ 1236133 w 4089400"/>
              <a:gd name="connsiteY73" fmla="*/ 2082800 h 2870200"/>
              <a:gd name="connsiteX74" fmla="*/ 1244600 w 4089400"/>
              <a:gd name="connsiteY74" fmla="*/ 2015067 h 2870200"/>
              <a:gd name="connsiteX75" fmla="*/ 1286933 w 4089400"/>
              <a:gd name="connsiteY75" fmla="*/ 1854200 h 2870200"/>
              <a:gd name="connsiteX76" fmla="*/ 1295400 w 4089400"/>
              <a:gd name="connsiteY76" fmla="*/ 1803400 h 2870200"/>
              <a:gd name="connsiteX77" fmla="*/ 1320800 w 4089400"/>
              <a:gd name="connsiteY77" fmla="*/ 1701800 h 2870200"/>
              <a:gd name="connsiteX78" fmla="*/ 1346200 w 4089400"/>
              <a:gd name="connsiteY78" fmla="*/ 1718734 h 2870200"/>
              <a:gd name="connsiteX79" fmla="*/ 1354666 w 4089400"/>
              <a:gd name="connsiteY79" fmla="*/ 1744134 h 2870200"/>
              <a:gd name="connsiteX80" fmla="*/ 1380066 w 4089400"/>
              <a:gd name="connsiteY80" fmla="*/ 1828800 h 2870200"/>
              <a:gd name="connsiteX81" fmla="*/ 1397000 w 4089400"/>
              <a:gd name="connsiteY81" fmla="*/ 1879600 h 2870200"/>
              <a:gd name="connsiteX82" fmla="*/ 1405466 w 4089400"/>
              <a:gd name="connsiteY82" fmla="*/ 1913467 h 2870200"/>
              <a:gd name="connsiteX83" fmla="*/ 1430866 w 4089400"/>
              <a:gd name="connsiteY83" fmla="*/ 1947334 h 2870200"/>
              <a:gd name="connsiteX84" fmla="*/ 1447800 w 4089400"/>
              <a:gd name="connsiteY84" fmla="*/ 1938867 h 2870200"/>
              <a:gd name="connsiteX85" fmla="*/ 1490133 w 4089400"/>
              <a:gd name="connsiteY85" fmla="*/ 1803400 h 2870200"/>
              <a:gd name="connsiteX86" fmla="*/ 1549400 w 4089400"/>
              <a:gd name="connsiteY86" fmla="*/ 1651000 h 2870200"/>
              <a:gd name="connsiteX87" fmla="*/ 1557866 w 4089400"/>
              <a:gd name="connsiteY87" fmla="*/ 1591734 h 2870200"/>
              <a:gd name="connsiteX88" fmla="*/ 1574800 w 4089400"/>
              <a:gd name="connsiteY88" fmla="*/ 1566334 h 2870200"/>
              <a:gd name="connsiteX89" fmla="*/ 1583266 w 4089400"/>
              <a:gd name="connsiteY89" fmla="*/ 1524000 h 2870200"/>
              <a:gd name="connsiteX90" fmla="*/ 1591733 w 4089400"/>
              <a:gd name="connsiteY90" fmla="*/ 1498600 h 2870200"/>
              <a:gd name="connsiteX91" fmla="*/ 1608666 w 4089400"/>
              <a:gd name="connsiteY91" fmla="*/ 1524000 h 2870200"/>
              <a:gd name="connsiteX92" fmla="*/ 1634066 w 4089400"/>
              <a:gd name="connsiteY92" fmla="*/ 1490134 h 2870200"/>
              <a:gd name="connsiteX93" fmla="*/ 1659466 w 4089400"/>
              <a:gd name="connsiteY93" fmla="*/ 1388534 h 2870200"/>
              <a:gd name="connsiteX94" fmla="*/ 1718733 w 4089400"/>
              <a:gd name="connsiteY94" fmla="*/ 1286934 h 2870200"/>
              <a:gd name="connsiteX95" fmla="*/ 1769533 w 4089400"/>
              <a:gd name="connsiteY95" fmla="*/ 1176867 h 2870200"/>
              <a:gd name="connsiteX96" fmla="*/ 1794933 w 4089400"/>
              <a:gd name="connsiteY96" fmla="*/ 1202267 h 2870200"/>
              <a:gd name="connsiteX97" fmla="*/ 1803400 w 4089400"/>
              <a:gd name="connsiteY97" fmla="*/ 1227667 h 2870200"/>
              <a:gd name="connsiteX98" fmla="*/ 1820333 w 4089400"/>
              <a:gd name="connsiteY98" fmla="*/ 1261534 h 2870200"/>
              <a:gd name="connsiteX99" fmla="*/ 1862666 w 4089400"/>
              <a:gd name="connsiteY99" fmla="*/ 1422400 h 2870200"/>
              <a:gd name="connsiteX100" fmla="*/ 1913466 w 4089400"/>
              <a:gd name="connsiteY100" fmla="*/ 1600200 h 2870200"/>
              <a:gd name="connsiteX101" fmla="*/ 1964266 w 4089400"/>
              <a:gd name="connsiteY101" fmla="*/ 1744134 h 2870200"/>
              <a:gd name="connsiteX102" fmla="*/ 1981200 w 4089400"/>
              <a:gd name="connsiteY102" fmla="*/ 1498600 h 2870200"/>
              <a:gd name="connsiteX103" fmla="*/ 1998133 w 4089400"/>
              <a:gd name="connsiteY103" fmla="*/ 1464734 h 2870200"/>
              <a:gd name="connsiteX104" fmla="*/ 2006600 w 4089400"/>
              <a:gd name="connsiteY104" fmla="*/ 1439334 h 2870200"/>
              <a:gd name="connsiteX105" fmla="*/ 2057400 w 4089400"/>
              <a:gd name="connsiteY105" fmla="*/ 2032000 h 2870200"/>
              <a:gd name="connsiteX106" fmla="*/ 2065866 w 4089400"/>
              <a:gd name="connsiteY106" fmla="*/ 2150534 h 2870200"/>
              <a:gd name="connsiteX107" fmla="*/ 2074333 w 4089400"/>
              <a:gd name="connsiteY107" fmla="*/ 2489200 h 2870200"/>
              <a:gd name="connsiteX108" fmla="*/ 2108200 w 4089400"/>
              <a:gd name="connsiteY108" fmla="*/ 2421467 h 2870200"/>
              <a:gd name="connsiteX109" fmla="*/ 2150533 w 4089400"/>
              <a:gd name="connsiteY109" fmla="*/ 2319867 h 2870200"/>
              <a:gd name="connsiteX110" fmla="*/ 2175933 w 4089400"/>
              <a:gd name="connsiteY110" fmla="*/ 2286000 h 2870200"/>
              <a:gd name="connsiteX111" fmla="*/ 2209800 w 4089400"/>
              <a:gd name="connsiteY111" fmla="*/ 2235200 h 2870200"/>
              <a:gd name="connsiteX112" fmla="*/ 2226733 w 4089400"/>
              <a:gd name="connsiteY112" fmla="*/ 2514600 h 2870200"/>
              <a:gd name="connsiteX113" fmla="*/ 2252133 w 4089400"/>
              <a:gd name="connsiteY113" fmla="*/ 2565400 h 2870200"/>
              <a:gd name="connsiteX114" fmla="*/ 2260600 w 4089400"/>
              <a:gd name="connsiteY114" fmla="*/ 2489200 h 2870200"/>
              <a:gd name="connsiteX115" fmla="*/ 2277533 w 4089400"/>
              <a:gd name="connsiteY115" fmla="*/ 2421467 h 2870200"/>
              <a:gd name="connsiteX116" fmla="*/ 2286000 w 4089400"/>
              <a:gd name="connsiteY116" fmla="*/ 1718734 h 2870200"/>
              <a:gd name="connsiteX117" fmla="*/ 2311400 w 4089400"/>
              <a:gd name="connsiteY117" fmla="*/ 1811867 h 2870200"/>
              <a:gd name="connsiteX118" fmla="*/ 2336800 w 4089400"/>
              <a:gd name="connsiteY118" fmla="*/ 1871134 h 2870200"/>
              <a:gd name="connsiteX119" fmla="*/ 2362200 w 4089400"/>
              <a:gd name="connsiteY119" fmla="*/ 1938867 h 2870200"/>
              <a:gd name="connsiteX120" fmla="*/ 2370666 w 4089400"/>
              <a:gd name="connsiteY120" fmla="*/ 1972734 h 2870200"/>
              <a:gd name="connsiteX121" fmla="*/ 2379133 w 4089400"/>
              <a:gd name="connsiteY121" fmla="*/ 1574800 h 2870200"/>
              <a:gd name="connsiteX122" fmla="*/ 2404533 w 4089400"/>
              <a:gd name="connsiteY122" fmla="*/ 1236134 h 2870200"/>
              <a:gd name="connsiteX123" fmla="*/ 2421466 w 4089400"/>
              <a:gd name="connsiteY123" fmla="*/ 1092200 h 2870200"/>
              <a:gd name="connsiteX124" fmla="*/ 2429933 w 4089400"/>
              <a:gd name="connsiteY124" fmla="*/ 1066800 h 2870200"/>
              <a:gd name="connsiteX125" fmla="*/ 2438400 w 4089400"/>
              <a:gd name="connsiteY125" fmla="*/ 1092200 h 2870200"/>
              <a:gd name="connsiteX126" fmla="*/ 2455333 w 4089400"/>
              <a:gd name="connsiteY126" fmla="*/ 1117600 h 2870200"/>
              <a:gd name="connsiteX127" fmla="*/ 2463800 w 4089400"/>
              <a:gd name="connsiteY127" fmla="*/ 1227667 h 2870200"/>
              <a:gd name="connsiteX128" fmla="*/ 2489200 w 4089400"/>
              <a:gd name="connsiteY128" fmla="*/ 753534 h 2870200"/>
              <a:gd name="connsiteX129" fmla="*/ 2506133 w 4089400"/>
              <a:gd name="connsiteY129" fmla="*/ 685800 h 2870200"/>
              <a:gd name="connsiteX130" fmla="*/ 2514600 w 4089400"/>
              <a:gd name="connsiteY130" fmla="*/ 609600 h 2870200"/>
              <a:gd name="connsiteX131" fmla="*/ 2523066 w 4089400"/>
              <a:gd name="connsiteY131" fmla="*/ 558800 h 2870200"/>
              <a:gd name="connsiteX132" fmla="*/ 2540000 w 4089400"/>
              <a:gd name="connsiteY132" fmla="*/ 584200 h 2870200"/>
              <a:gd name="connsiteX133" fmla="*/ 2548466 w 4089400"/>
              <a:gd name="connsiteY133" fmla="*/ 778934 h 2870200"/>
              <a:gd name="connsiteX134" fmla="*/ 2590800 w 4089400"/>
              <a:gd name="connsiteY134" fmla="*/ 914400 h 2870200"/>
              <a:gd name="connsiteX135" fmla="*/ 2607733 w 4089400"/>
              <a:gd name="connsiteY135" fmla="*/ 973667 h 2870200"/>
              <a:gd name="connsiteX136" fmla="*/ 2624666 w 4089400"/>
              <a:gd name="connsiteY136" fmla="*/ 812800 h 2870200"/>
              <a:gd name="connsiteX137" fmla="*/ 2641600 w 4089400"/>
              <a:gd name="connsiteY137" fmla="*/ 694267 h 2870200"/>
              <a:gd name="connsiteX138" fmla="*/ 2667000 w 4089400"/>
              <a:gd name="connsiteY138" fmla="*/ 558800 h 2870200"/>
              <a:gd name="connsiteX139" fmla="*/ 2692400 w 4089400"/>
              <a:gd name="connsiteY139" fmla="*/ 321734 h 2870200"/>
              <a:gd name="connsiteX140" fmla="*/ 2709333 w 4089400"/>
              <a:gd name="connsiteY140" fmla="*/ 1058334 h 2870200"/>
              <a:gd name="connsiteX141" fmla="*/ 2717800 w 4089400"/>
              <a:gd name="connsiteY141" fmla="*/ 1032934 h 2870200"/>
              <a:gd name="connsiteX142" fmla="*/ 2785533 w 4089400"/>
              <a:gd name="connsiteY142" fmla="*/ 905934 h 2870200"/>
              <a:gd name="connsiteX143" fmla="*/ 2819400 w 4089400"/>
              <a:gd name="connsiteY143" fmla="*/ 855134 h 2870200"/>
              <a:gd name="connsiteX144" fmla="*/ 2844800 w 4089400"/>
              <a:gd name="connsiteY144" fmla="*/ 1422400 h 2870200"/>
              <a:gd name="connsiteX145" fmla="*/ 2853266 w 4089400"/>
              <a:gd name="connsiteY145" fmla="*/ 1388534 h 2870200"/>
              <a:gd name="connsiteX146" fmla="*/ 2870200 w 4089400"/>
              <a:gd name="connsiteY146" fmla="*/ 1363134 h 2870200"/>
              <a:gd name="connsiteX147" fmla="*/ 2895600 w 4089400"/>
              <a:gd name="connsiteY147" fmla="*/ 1278467 h 2870200"/>
              <a:gd name="connsiteX148" fmla="*/ 2912533 w 4089400"/>
              <a:gd name="connsiteY148" fmla="*/ 1320800 h 2870200"/>
              <a:gd name="connsiteX149" fmla="*/ 2929466 w 4089400"/>
              <a:gd name="connsiteY149" fmla="*/ 1388534 h 2870200"/>
              <a:gd name="connsiteX150" fmla="*/ 2946400 w 4089400"/>
              <a:gd name="connsiteY150" fmla="*/ 1422400 h 2870200"/>
              <a:gd name="connsiteX151" fmla="*/ 2988733 w 4089400"/>
              <a:gd name="connsiteY151" fmla="*/ 1540934 h 2870200"/>
              <a:gd name="connsiteX152" fmla="*/ 3005666 w 4089400"/>
              <a:gd name="connsiteY152" fmla="*/ 1566334 h 2870200"/>
              <a:gd name="connsiteX153" fmla="*/ 3039533 w 4089400"/>
              <a:gd name="connsiteY153" fmla="*/ 1718734 h 2870200"/>
              <a:gd name="connsiteX154" fmla="*/ 3064933 w 4089400"/>
              <a:gd name="connsiteY154" fmla="*/ 1761067 h 2870200"/>
              <a:gd name="connsiteX155" fmla="*/ 3098800 w 4089400"/>
              <a:gd name="connsiteY155" fmla="*/ 1879600 h 2870200"/>
              <a:gd name="connsiteX156" fmla="*/ 3090333 w 4089400"/>
              <a:gd name="connsiteY156" fmla="*/ 1913467 h 2870200"/>
              <a:gd name="connsiteX157" fmla="*/ 3102783 w 4089400"/>
              <a:gd name="connsiteY157" fmla="*/ 1901016 h 2870200"/>
              <a:gd name="connsiteX158" fmla="*/ 3081866 w 4089400"/>
              <a:gd name="connsiteY158" fmla="*/ 1888067 h 2870200"/>
              <a:gd name="connsiteX159" fmla="*/ 3107266 w 4089400"/>
              <a:gd name="connsiteY159" fmla="*/ 1871134 h 2870200"/>
              <a:gd name="connsiteX160" fmla="*/ 3115733 w 4089400"/>
              <a:gd name="connsiteY160" fmla="*/ 1769534 h 2870200"/>
              <a:gd name="connsiteX161" fmla="*/ 3132666 w 4089400"/>
              <a:gd name="connsiteY161" fmla="*/ 1710267 h 2870200"/>
              <a:gd name="connsiteX162" fmla="*/ 3141133 w 4089400"/>
              <a:gd name="connsiteY162" fmla="*/ 1684867 h 2870200"/>
              <a:gd name="connsiteX163" fmla="*/ 3166533 w 4089400"/>
              <a:gd name="connsiteY163" fmla="*/ 1676400 h 2870200"/>
              <a:gd name="connsiteX164" fmla="*/ 3175000 w 4089400"/>
              <a:gd name="connsiteY164" fmla="*/ 2006600 h 2870200"/>
              <a:gd name="connsiteX165" fmla="*/ 3183466 w 4089400"/>
              <a:gd name="connsiteY165" fmla="*/ 2048934 h 2870200"/>
              <a:gd name="connsiteX166" fmla="*/ 3191933 w 4089400"/>
              <a:gd name="connsiteY166" fmla="*/ 2099734 h 2870200"/>
              <a:gd name="connsiteX167" fmla="*/ 3208866 w 4089400"/>
              <a:gd name="connsiteY167" fmla="*/ 2048934 h 2870200"/>
              <a:gd name="connsiteX168" fmla="*/ 3217333 w 4089400"/>
              <a:gd name="connsiteY168" fmla="*/ 1998134 h 2870200"/>
              <a:gd name="connsiteX169" fmla="*/ 3251200 w 4089400"/>
              <a:gd name="connsiteY169" fmla="*/ 2353734 h 2870200"/>
              <a:gd name="connsiteX170" fmla="*/ 3276600 w 4089400"/>
              <a:gd name="connsiteY170" fmla="*/ 2387600 h 2870200"/>
              <a:gd name="connsiteX171" fmla="*/ 3285066 w 4089400"/>
              <a:gd name="connsiteY171" fmla="*/ 2497667 h 2870200"/>
              <a:gd name="connsiteX172" fmla="*/ 3302000 w 4089400"/>
              <a:gd name="connsiteY172" fmla="*/ 2531534 h 2870200"/>
              <a:gd name="connsiteX173" fmla="*/ 3318933 w 4089400"/>
              <a:gd name="connsiteY173" fmla="*/ 2599267 h 2870200"/>
              <a:gd name="connsiteX174" fmla="*/ 3344333 w 4089400"/>
              <a:gd name="connsiteY174" fmla="*/ 2667000 h 2870200"/>
              <a:gd name="connsiteX175" fmla="*/ 3386666 w 4089400"/>
              <a:gd name="connsiteY175" fmla="*/ 2810934 h 2870200"/>
              <a:gd name="connsiteX176" fmla="*/ 3412066 w 4089400"/>
              <a:gd name="connsiteY176" fmla="*/ 2870200 h 2870200"/>
              <a:gd name="connsiteX177" fmla="*/ 3437466 w 4089400"/>
              <a:gd name="connsiteY177" fmla="*/ 1828800 h 2870200"/>
              <a:gd name="connsiteX178" fmla="*/ 3436968 w 4089400"/>
              <a:gd name="connsiteY178" fmla="*/ 2090271 h 2870200"/>
              <a:gd name="connsiteX179" fmla="*/ 3462866 w 4089400"/>
              <a:gd name="connsiteY179" fmla="*/ 1735667 h 2870200"/>
              <a:gd name="connsiteX180" fmla="*/ 3488266 w 4089400"/>
              <a:gd name="connsiteY180" fmla="*/ 1651000 h 2870200"/>
              <a:gd name="connsiteX181" fmla="*/ 3496733 w 4089400"/>
              <a:gd name="connsiteY181" fmla="*/ 1701800 h 2870200"/>
              <a:gd name="connsiteX182" fmla="*/ 3500717 w 4089400"/>
              <a:gd name="connsiteY182" fmla="*/ 1875118 h 2870200"/>
              <a:gd name="connsiteX183" fmla="*/ 3522133 w 4089400"/>
              <a:gd name="connsiteY183" fmla="*/ 1752600 h 2870200"/>
              <a:gd name="connsiteX184" fmla="*/ 3530600 w 4089400"/>
              <a:gd name="connsiteY184" fmla="*/ 1693334 h 2870200"/>
              <a:gd name="connsiteX185" fmla="*/ 3572933 w 4089400"/>
              <a:gd name="connsiteY185" fmla="*/ 1608667 h 2870200"/>
              <a:gd name="connsiteX186" fmla="*/ 3589866 w 4089400"/>
              <a:gd name="connsiteY186" fmla="*/ 1566334 h 2870200"/>
              <a:gd name="connsiteX187" fmla="*/ 3632200 w 4089400"/>
              <a:gd name="connsiteY187" fmla="*/ 1464734 h 2870200"/>
              <a:gd name="connsiteX188" fmla="*/ 3636184 w 4089400"/>
              <a:gd name="connsiteY188" fmla="*/ 1373094 h 2870200"/>
              <a:gd name="connsiteX189" fmla="*/ 3657600 w 4089400"/>
              <a:gd name="connsiteY189" fmla="*/ 1363134 h 2870200"/>
              <a:gd name="connsiteX190" fmla="*/ 3674533 w 4089400"/>
              <a:gd name="connsiteY190" fmla="*/ 1320800 h 2870200"/>
              <a:gd name="connsiteX191" fmla="*/ 3669553 w 4089400"/>
              <a:gd name="connsiteY191" fmla="*/ 1151964 h 2870200"/>
              <a:gd name="connsiteX192" fmla="*/ 3716866 w 4089400"/>
              <a:gd name="connsiteY192" fmla="*/ 1227667 h 2870200"/>
              <a:gd name="connsiteX193" fmla="*/ 3725333 w 4089400"/>
              <a:gd name="connsiteY193" fmla="*/ 1176867 h 2870200"/>
              <a:gd name="connsiteX194" fmla="*/ 3742266 w 4089400"/>
              <a:gd name="connsiteY194" fmla="*/ 1126067 h 2870200"/>
              <a:gd name="connsiteX195" fmla="*/ 3750733 w 4089400"/>
              <a:gd name="connsiteY195" fmla="*/ 1058334 h 2870200"/>
              <a:gd name="connsiteX196" fmla="*/ 3759200 w 4089400"/>
              <a:gd name="connsiteY196" fmla="*/ 1270000 h 2870200"/>
              <a:gd name="connsiteX197" fmla="*/ 3793066 w 4089400"/>
              <a:gd name="connsiteY197" fmla="*/ 558800 h 2870200"/>
              <a:gd name="connsiteX198" fmla="*/ 3810000 w 4089400"/>
              <a:gd name="connsiteY198" fmla="*/ 482600 h 2870200"/>
              <a:gd name="connsiteX199" fmla="*/ 3818466 w 4089400"/>
              <a:gd name="connsiteY199" fmla="*/ 533400 h 2870200"/>
              <a:gd name="connsiteX200" fmla="*/ 3835400 w 4089400"/>
              <a:gd name="connsiteY200" fmla="*/ 660400 h 2870200"/>
              <a:gd name="connsiteX201" fmla="*/ 3843866 w 4089400"/>
              <a:gd name="connsiteY201" fmla="*/ 702734 h 2870200"/>
              <a:gd name="connsiteX202" fmla="*/ 3860800 w 4089400"/>
              <a:gd name="connsiteY202" fmla="*/ 736600 h 2870200"/>
              <a:gd name="connsiteX203" fmla="*/ 3877733 w 4089400"/>
              <a:gd name="connsiteY203" fmla="*/ 702734 h 2870200"/>
              <a:gd name="connsiteX204" fmla="*/ 3937000 w 4089400"/>
              <a:gd name="connsiteY204" fmla="*/ 482600 h 2870200"/>
              <a:gd name="connsiteX205" fmla="*/ 3953933 w 4089400"/>
              <a:gd name="connsiteY205" fmla="*/ 457200 h 2870200"/>
              <a:gd name="connsiteX206" fmla="*/ 3979333 w 4089400"/>
              <a:gd name="connsiteY206" fmla="*/ 177800 h 2870200"/>
              <a:gd name="connsiteX207" fmla="*/ 4004733 w 4089400"/>
              <a:gd name="connsiteY207" fmla="*/ 135467 h 2870200"/>
              <a:gd name="connsiteX208" fmla="*/ 4013200 w 4089400"/>
              <a:gd name="connsiteY208" fmla="*/ 101600 h 2870200"/>
              <a:gd name="connsiteX209" fmla="*/ 4021666 w 4089400"/>
              <a:gd name="connsiteY209" fmla="*/ 76200 h 2870200"/>
              <a:gd name="connsiteX210" fmla="*/ 4030133 w 4089400"/>
              <a:gd name="connsiteY210" fmla="*/ 110067 h 2870200"/>
              <a:gd name="connsiteX211" fmla="*/ 4047066 w 4089400"/>
              <a:gd name="connsiteY211" fmla="*/ 160867 h 2870200"/>
              <a:gd name="connsiteX212" fmla="*/ 4089400 w 4089400"/>
              <a:gd name="connsiteY212" fmla="*/ 0 h 2870200"/>
              <a:gd name="connsiteX0" fmla="*/ 0 w 4089400"/>
              <a:gd name="connsiteY0" fmla="*/ 702734 h 2870200"/>
              <a:gd name="connsiteX1" fmla="*/ 8466 w 4089400"/>
              <a:gd name="connsiteY1" fmla="*/ 643467 h 2870200"/>
              <a:gd name="connsiteX2" fmla="*/ 25400 w 4089400"/>
              <a:gd name="connsiteY2" fmla="*/ 626534 h 2870200"/>
              <a:gd name="connsiteX3" fmla="*/ 33866 w 4089400"/>
              <a:gd name="connsiteY3" fmla="*/ 592667 h 2870200"/>
              <a:gd name="connsiteX4" fmla="*/ 42333 w 4089400"/>
              <a:gd name="connsiteY4" fmla="*/ 567267 h 2870200"/>
              <a:gd name="connsiteX5" fmla="*/ 42333 w 4089400"/>
              <a:gd name="connsiteY5" fmla="*/ 821267 h 2870200"/>
              <a:gd name="connsiteX6" fmla="*/ 21415 w 4089400"/>
              <a:gd name="connsiteY6" fmla="*/ 1068793 h 2870200"/>
              <a:gd name="connsiteX7" fmla="*/ 25400 w 4089400"/>
              <a:gd name="connsiteY7" fmla="*/ 1354667 h 2870200"/>
              <a:gd name="connsiteX8" fmla="*/ 33866 w 4089400"/>
              <a:gd name="connsiteY8" fmla="*/ 1329267 h 2870200"/>
              <a:gd name="connsiteX9" fmla="*/ 42333 w 4089400"/>
              <a:gd name="connsiteY9" fmla="*/ 1286934 h 2870200"/>
              <a:gd name="connsiteX10" fmla="*/ 59266 w 4089400"/>
              <a:gd name="connsiteY10" fmla="*/ 1253067 h 2870200"/>
              <a:gd name="connsiteX11" fmla="*/ 76200 w 4089400"/>
              <a:gd name="connsiteY11" fmla="*/ 1202267 h 2870200"/>
              <a:gd name="connsiteX12" fmla="*/ 84666 w 4089400"/>
              <a:gd name="connsiteY12" fmla="*/ 1176867 h 2870200"/>
              <a:gd name="connsiteX13" fmla="*/ 101600 w 4089400"/>
              <a:gd name="connsiteY13" fmla="*/ 1143000 h 2870200"/>
              <a:gd name="connsiteX14" fmla="*/ 110066 w 4089400"/>
              <a:gd name="connsiteY14" fmla="*/ 1100667 h 2870200"/>
              <a:gd name="connsiteX15" fmla="*/ 135466 w 4089400"/>
              <a:gd name="connsiteY15" fmla="*/ 1032934 h 2870200"/>
              <a:gd name="connsiteX16" fmla="*/ 143933 w 4089400"/>
              <a:gd name="connsiteY16" fmla="*/ 999067 h 2870200"/>
              <a:gd name="connsiteX17" fmla="*/ 160866 w 4089400"/>
              <a:gd name="connsiteY17" fmla="*/ 948267 h 2870200"/>
              <a:gd name="connsiteX18" fmla="*/ 177800 w 4089400"/>
              <a:gd name="connsiteY18" fmla="*/ 1134534 h 2870200"/>
              <a:gd name="connsiteX19" fmla="*/ 194733 w 4089400"/>
              <a:gd name="connsiteY19" fmla="*/ 1464734 h 2870200"/>
              <a:gd name="connsiteX20" fmla="*/ 228600 w 4089400"/>
              <a:gd name="connsiteY20" fmla="*/ 1397000 h 2870200"/>
              <a:gd name="connsiteX21" fmla="*/ 254000 w 4089400"/>
              <a:gd name="connsiteY21" fmla="*/ 1363134 h 2870200"/>
              <a:gd name="connsiteX22" fmla="*/ 262466 w 4089400"/>
              <a:gd name="connsiteY22" fmla="*/ 1337734 h 2870200"/>
              <a:gd name="connsiteX23" fmla="*/ 279400 w 4089400"/>
              <a:gd name="connsiteY23" fmla="*/ 1371600 h 2870200"/>
              <a:gd name="connsiteX24" fmla="*/ 287866 w 4089400"/>
              <a:gd name="connsiteY24" fmla="*/ 2243667 h 2870200"/>
              <a:gd name="connsiteX25" fmla="*/ 313266 w 4089400"/>
              <a:gd name="connsiteY25" fmla="*/ 2201334 h 2870200"/>
              <a:gd name="connsiteX26" fmla="*/ 321733 w 4089400"/>
              <a:gd name="connsiteY26" fmla="*/ 2150534 h 2870200"/>
              <a:gd name="connsiteX27" fmla="*/ 355600 w 4089400"/>
              <a:gd name="connsiteY27" fmla="*/ 2125134 h 2870200"/>
              <a:gd name="connsiteX28" fmla="*/ 364066 w 4089400"/>
              <a:gd name="connsiteY28" fmla="*/ 2082800 h 2870200"/>
              <a:gd name="connsiteX29" fmla="*/ 381000 w 4089400"/>
              <a:gd name="connsiteY29" fmla="*/ 2065867 h 2870200"/>
              <a:gd name="connsiteX30" fmla="*/ 397933 w 4089400"/>
              <a:gd name="connsiteY30" fmla="*/ 2032000 h 2870200"/>
              <a:gd name="connsiteX31" fmla="*/ 423333 w 4089400"/>
              <a:gd name="connsiteY31" fmla="*/ 1998134 h 2870200"/>
              <a:gd name="connsiteX32" fmla="*/ 440266 w 4089400"/>
              <a:gd name="connsiteY32" fmla="*/ 1752600 h 2870200"/>
              <a:gd name="connsiteX33" fmla="*/ 465666 w 4089400"/>
              <a:gd name="connsiteY33" fmla="*/ 1651000 h 2870200"/>
              <a:gd name="connsiteX34" fmla="*/ 491066 w 4089400"/>
              <a:gd name="connsiteY34" fmla="*/ 1710267 h 2870200"/>
              <a:gd name="connsiteX35" fmla="*/ 499533 w 4089400"/>
              <a:gd name="connsiteY35" fmla="*/ 1735667 h 2870200"/>
              <a:gd name="connsiteX36" fmla="*/ 533400 w 4089400"/>
              <a:gd name="connsiteY36" fmla="*/ 1820334 h 2870200"/>
              <a:gd name="connsiteX37" fmla="*/ 558800 w 4089400"/>
              <a:gd name="connsiteY37" fmla="*/ 1938867 h 2870200"/>
              <a:gd name="connsiteX38" fmla="*/ 575733 w 4089400"/>
              <a:gd name="connsiteY38" fmla="*/ 1998134 h 2870200"/>
              <a:gd name="connsiteX39" fmla="*/ 592666 w 4089400"/>
              <a:gd name="connsiteY39" fmla="*/ 2023534 h 2870200"/>
              <a:gd name="connsiteX40" fmla="*/ 618066 w 4089400"/>
              <a:gd name="connsiteY40" fmla="*/ 1786467 h 2870200"/>
              <a:gd name="connsiteX41" fmla="*/ 626533 w 4089400"/>
              <a:gd name="connsiteY41" fmla="*/ 1744134 h 2870200"/>
              <a:gd name="connsiteX42" fmla="*/ 643466 w 4089400"/>
              <a:gd name="connsiteY42" fmla="*/ 1718734 h 2870200"/>
              <a:gd name="connsiteX43" fmla="*/ 660400 w 4089400"/>
              <a:gd name="connsiteY43" fmla="*/ 1617134 h 2870200"/>
              <a:gd name="connsiteX44" fmla="*/ 677333 w 4089400"/>
              <a:gd name="connsiteY44" fmla="*/ 1557867 h 2870200"/>
              <a:gd name="connsiteX45" fmla="*/ 685800 w 4089400"/>
              <a:gd name="connsiteY45" fmla="*/ 1524000 h 2870200"/>
              <a:gd name="connsiteX46" fmla="*/ 702733 w 4089400"/>
              <a:gd name="connsiteY46" fmla="*/ 1312334 h 2870200"/>
              <a:gd name="connsiteX47" fmla="*/ 719666 w 4089400"/>
              <a:gd name="connsiteY47" fmla="*/ 1380067 h 2870200"/>
              <a:gd name="connsiteX48" fmla="*/ 736600 w 4089400"/>
              <a:gd name="connsiteY48" fmla="*/ 1532467 h 2870200"/>
              <a:gd name="connsiteX49" fmla="*/ 753533 w 4089400"/>
              <a:gd name="connsiteY49" fmla="*/ 1566334 h 2870200"/>
              <a:gd name="connsiteX50" fmla="*/ 778933 w 4089400"/>
              <a:gd name="connsiteY50" fmla="*/ 1456267 h 2870200"/>
              <a:gd name="connsiteX51" fmla="*/ 795866 w 4089400"/>
              <a:gd name="connsiteY51" fmla="*/ 1430867 h 2870200"/>
              <a:gd name="connsiteX52" fmla="*/ 829733 w 4089400"/>
              <a:gd name="connsiteY52" fmla="*/ 1388534 h 2870200"/>
              <a:gd name="connsiteX53" fmla="*/ 838200 w 4089400"/>
              <a:gd name="connsiteY53" fmla="*/ 1498600 h 2870200"/>
              <a:gd name="connsiteX54" fmla="*/ 863600 w 4089400"/>
              <a:gd name="connsiteY54" fmla="*/ 1811867 h 2870200"/>
              <a:gd name="connsiteX55" fmla="*/ 872066 w 4089400"/>
              <a:gd name="connsiteY55" fmla="*/ 1642534 h 2870200"/>
              <a:gd name="connsiteX56" fmla="*/ 897466 w 4089400"/>
              <a:gd name="connsiteY56" fmla="*/ 1583267 h 2870200"/>
              <a:gd name="connsiteX57" fmla="*/ 905933 w 4089400"/>
              <a:gd name="connsiteY57" fmla="*/ 1557867 h 2870200"/>
              <a:gd name="connsiteX58" fmla="*/ 914400 w 4089400"/>
              <a:gd name="connsiteY58" fmla="*/ 2006600 h 2870200"/>
              <a:gd name="connsiteX59" fmla="*/ 939800 w 4089400"/>
              <a:gd name="connsiteY59" fmla="*/ 2116667 h 2870200"/>
              <a:gd name="connsiteX60" fmla="*/ 948266 w 4089400"/>
              <a:gd name="connsiteY60" fmla="*/ 1828800 h 2870200"/>
              <a:gd name="connsiteX61" fmla="*/ 965200 w 4089400"/>
              <a:gd name="connsiteY61" fmla="*/ 1794934 h 2870200"/>
              <a:gd name="connsiteX62" fmla="*/ 973666 w 4089400"/>
              <a:gd name="connsiteY62" fmla="*/ 1761067 h 2870200"/>
              <a:gd name="connsiteX63" fmla="*/ 990600 w 4089400"/>
              <a:gd name="connsiteY63" fmla="*/ 1871134 h 2870200"/>
              <a:gd name="connsiteX64" fmla="*/ 1007533 w 4089400"/>
              <a:gd name="connsiteY64" fmla="*/ 1947334 h 2870200"/>
              <a:gd name="connsiteX65" fmla="*/ 1024466 w 4089400"/>
              <a:gd name="connsiteY65" fmla="*/ 2040467 h 2870200"/>
              <a:gd name="connsiteX66" fmla="*/ 1049866 w 4089400"/>
              <a:gd name="connsiteY66" fmla="*/ 2108200 h 2870200"/>
              <a:gd name="connsiteX67" fmla="*/ 1058333 w 4089400"/>
              <a:gd name="connsiteY67" fmla="*/ 2150534 h 2870200"/>
              <a:gd name="connsiteX68" fmla="*/ 1100666 w 4089400"/>
              <a:gd name="connsiteY68" fmla="*/ 2209800 h 2870200"/>
              <a:gd name="connsiteX69" fmla="*/ 1109133 w 4089400"/>
              <a:gd name="connsiteY69" fmla="*/ 2108200 h 2870200"/>
              <a:gd name="connsiteX70" fmla="*/ 1159933 w 4089400"/>
              <a:gd name="connsiteY70" fmla="*/ 1989667 h 2870200"/>
              <a:gd name="connsiteX71" fmla="*/ 1210733 w 4089400"/>
              <a:gd name="connsiteY71" fmla="*/ 1913467 h 2870200"/>
              <a:gd name="connsiteX72" fmla="*/ 1219200 w 4089400"/>
              <a:gd name="connsiteY72" fmla="*/ 2167467 h 2870200"/>
              <a:gd name="connsiteX73" fmla="*/ 1236133 w 4089400"/>
              <a:gd name="connsiteY73" fmla="*/ 2082800 h 2870200"/>
              <a:gd name="connsiteX74" fmla="*/ 1244600 w 4089400"/>
              <a:gd name="connsiteY74" fmla="*/ 2015067 h 2870200"/>
              <a:gd name="connsiteX75" fmla="*/ 1286933 w 4089400"/>
              <a:gd name="connsiteY75" fmla="*/ 1854200 h 2870200"/>
              <a:gd name="connsiteX76" fmla="*/ 1295400 w 4089400"/>
              <a:gd name="connsiteY76" fmla="*/ 1803400 h 2870200"/>
              <a:gd name="connsiteX77" fmla="*/ 1320800 w 4089400"/>
              <a:gd name="connsiteY77" fmla="*/ 1701800 h 2870200"/>
              <a:gd name="connsiteX78" fmla="*/ 1346200 w 4089400"/>
              <a:gd name="connsiteY78" fmla="*/ 1718734 h 2870200"/>
              <a:gd name="connsiteX79" fmla="*/ 1354666 w 4089400"/>
              <a:gd name="connsiteY79" fmla="*/ 1744134 h 2870200"/>
              <a:gd name="connsiteX80" fmla="*/ 1380066 w 4089400"/>
              <a:gd name="connsiteY80" fmla="*/ 1828800 h 2870200"/>
              <a:gd name="connsiteX81" fmla="*/ 1397000 w 4089400"/>
              <a:gd name="connsiteY81" fmla="*/ 1879600 h 2870200"/>
              <a:gd name="connsiteX82" fmla="*/ 1405466 w 4089400"/>
              <a:gd name="connsiteY82" fmla="*/ 1913467 h 2870200"/>
              <a:gd name="connsiteX83" fmla="*/ 1430866 w 4089400"/>
              <a:gd name="connsiteY83" fmla="*/ 1947334 h 2870200"/>
              <a:gd name="connsiteX84" fmla="*/ 1447800 w 4089400"/>
              <a:gd name="connsiteY84" fmla="*/ 1938867 h 2870200"/>
              <a:gd name="connsiteX85" fmla="*/ 1490133 w 4089400"/>
              <a:gd name="connsiteY85" fmla="*/ 1803400 h 2870200"/>
              <a:gd name="connsiteX86" fmla="*/ 1549400 w 4089400"/>
              <a:gd name="connsiteY86" fmla="*/ 1651000 h 2870200"/>
              <a:gd name="connsiteX87" fmla="*/ 1557866 w 4089400"/>
              <a:gd name="connsiteY87" fmla="*/ 1591734 h 2870200"/>
              <a:gd name="connsiteX88" fmla="*/ 1574800 w 4089400"/>
              <a:gd name="connsiteY88" fmla="*/ 1566334 h 2870200"/>
              <a:gd name="connsiteX89" fmla="*/ 1583266 w 4089400"/>
              <a:gd name="connsiteY89" fmla="*/ 1524000 h 2870200"/>
              <a:gd name="connsiteX90" fmla="*/ 1591733 w 4089400"/>
              <a:gd name="connsiteY90" fmla="*/ 1498600 h 2870200"/>
              <a:gd name="connsiteX91" fmla="*/ 1608666 w 4089400"/>
              <a:gd name="connsiteY91" fmla="*/ 1524000 h 2870200"/>
              <a:gd name="connsiteX92" fmla="*/ 1634066 w 4089400"/>
              <a:gd name="connsiteY92" fmla="*/ 1490134 h 2870200"/>
              <a:gd name="connsiteX93" fmla="*/ 1659466 w 4089400"/>
              <a:gd name="connsiteY93" fmla="*/ 1388534 h 2870200"/>
              <a:gd name="connsiteX94" fmla="*/ 1718733 w 4089400"/>
              <a:gd name="connsiteY94" fmla="*/ 1286934 h 2870200"/>
              <a:gd name="connsiteX95" fmla="*/ 1769533 w 4089400"/>
              <a:gd name="connsiteY95" fmla="*/ 1176867 h 2870200"/>
              <a:gd name="connsiteX96" fmla="*/ 1794933 w 4089400"/>
              <a:gd name="connsiteY96" fmla="*/ 1202267 h 2870200"/>
              <a:gd name="connsiteX97" fmla="*/ 1803400 w 4089400"/>
              <a:gd name="connsiteY97" fmla="*/ 1227667 h 2870200"/>
              <a:gd name="connsiteX98" fmla="*/ 1820333 w 4089400"/>
              <a:gd name="connsiteY98" fmla="*/ 1261534 h 2870200"/>
              <a:gd name="connsiteX99" fmla="*/ 1862666 w 4089400"/>
              <a:gd name="connsiteY99" fmla="*/ 1422400 h 2870200"/>
              <a:gd name="connsiteX100" fmla="*/ 1913466 w 4089400"/>
              <a:gd name="connsiteY100" fmla="*/ 1600200 h 2870200"/>
              <a:gd name="connsiteX101" fmla="*/ 1964266 w 4089400"/>
              <a:gd name="connsiteY101" fmla="*/ 1744134 h 2870200"/>
              <a:gd name="connsiteX102" fmla="*/ 1981200 w 4089400"/>
              <a:gd name="connsiteY102" fmla="*/ 1498600 h 2870200"/>
              <a:gd name="connsiteX103" fmla="*/ 1998133 w 4089400"/>
              <a:gd name="connsiteY103" fmla="*/ 1464734 h 2870200"/>
              <a:gd name="connsiteX104" fmla="*/ 2006600 w 4089400"/>
              <a:gd name="connsiteY104" fmla="*/ 1439334 h 2870200"/>
              <a:gd name="connsiteX105" fmla="*/ 2057400 w 4089400"/>
              <a:gd name="connsiteY105" fmla="*/ 2032000 h 2870200"/>
              <a:gd name="connsiteX106" fmla="*/ 2065866 w 4089400"/>
              <a:gd name="connsiteY106" fmla="*/ 2150534 h 2870200"/>
              <a:gd name="connsiteX107" fmla="*/ 2074333 w 4089400"/>
              <a:gd name="connsiteY107" fmla="*/ 2489200 h 2870200"/>
              <a:gd name="connsiteX108" fmla="*/ 2108200 w 4089400"/>
              <a:gd name="connsiteY108" fmla="*/ 2421467 h 2870200"/>
              <a:gd name="connsiteX109" fmla="*/ 2150533 w 4089400"/>
              <a:gd name="connsiteY109" fmla="*/ 2319867 h 2870200"/>
              <a:gd name="connsiteX110" fmla="*/ 2175933 w 4089400"/>
              <a:gd name="connsiteY110" fmla="*/ 2286000 h 2870200"/>
              <a:gd name="connsiteX111" fmla="*/ 2209800 w 4089400"/>
              <a:gd name="connsiteY111" fmla="*/ 2235200 h 2870200"/>
              <a:gd name="connsiteX112" fmla="*/ 2226733 w 4089400"/>
              <a:gd name="connsiteY112" fmla="*/ 2514600 h 2870200"/>
              <a:gd name="connsiteX113" fmla="*/ 2252133 w 4089400"/>
              <a:gd name="connsiteY113" fmla="*/ 2565400 h 2870200"/>
              <a:gd name="connsiteX114" fmla="*/ 2260600 w 4089400"/>
              <a:gd name="connsiteY114" fmla="*/ 2489200 h 2870200"/>
              <a:gd name="connsiteX115" fmla="*/ 2277533 w 4089400"/>
              <a:gd name="connsiteY115" fmla="*/ 2421467 h 2870200"/>
              <a:gd name="connsiteX116" fmla="*/ 2286000 w 4089400"/>
              <a:gd name="connsiteY116" fmla="*/ 1718734 h 2870200"/>
              <a:gd name="connsiteX117" fmla="*/ 2311400 w 4089400"/>
              <a:gd name="connsiteY117" fmla="*/ 1811867 h 2870200"/>
              <a:gd name="connsiteX118" fmla="*/ 2336800 w 4089400"/>
              <a:gd name="connsiteY118" fmla="*/ 1871134 h 2870200"/>
              <a:gd name="connsiteX119" fmla="*/ 2362200 w 4089400"/>
              <a:gd name="connsiteY119" fmla="*/ 1938867 h 2870200"/>
              <a:gd name="connsiteX120" fmla="*/ 2370666 w 4089400"/>
              <a:gd name="connsiteY120" fmla="*/ 1972734 h 2870200"/>
              <a:gd name="connsiteX121" fmla="*/ 2379133 w 4089400"/>
              <a:gd name="connsiteY121" fmla="*/ 1574800 h 2870200"/>
              <a:gd name="connsiteX122" fmla="*/ 2404533 w 4089400"/>
              <a:gd name="connsiteY122" fmla="*/ 1236134 h 2870200"/>
              <a:gd name="connsiteX123" fmla="*/ 2421466 w 4089400"/>
              <a:gd name="connsiteY123" fmla="*/ 1092200 h 2870200"/>
              <a:gd name="connsiteX124" fmla="*/ 2429933 w 4089400"/>
              <a:gd name="connsiteY124" fmla="*/ 1066800 h 2870200"/>
              <a:gd name="connsiteX125" fmla="*/ 2438400 w 4089400"/>
              <a:gd name="connsiteY125" fmla="*/ 1092200 h 2870200"/>
              <a:gd name="connsiteX126" fmla="*/ 2455333 w 4089400"/>
              <a:gd name="connsiteY126" fmla="*/ 1117600 h 2870200"/>
              <a:gd name="connsiteX127" fmla="*/ 2463800 w 4089400"/>
              <a:gd name="connsiteY127" fmla="*/ 1227667 h 2870200"/>
              <a:gd name="connsiteX128" fmla="*/ 2489200 w 4089400"/>
              <a:gd name="connsiteY128" fmla="*/ 753534 h 2870200"/>
              <a:gd name="connsiteX129" fmla="*/ 2506133 w 4089400"/>
              <a:gd name="connsiteY129" fmla="*/ 685800 h 2870200"/>
              <a:gd name="connsiteX130" fmla="*/ 2514600 w 4089400"/>
              <a:gd name="connsiteY130" fmla="*/ 609600 h 2870200"/>
              <a:gd name="connsiteX131" fmla="*/ 2523066 w 4089400"/>
              <a:gd name="connsiteY131" fmla="*/ 558800 h 2870200"/>
              <a:gd name="connsiteX132" fmla="*/ 2540000 w 4089400"/>
              <a:gd name="connsiteY132" fmla="*/ 584200 h 2870200"/>
              <a:gd name="connsiteX133" fmla="*/ 2548466 w 4089400"/>
              <a:gd name="connsiteY133" fmla="*/ 778934 h 2870200"/>
              <a:gd name="connsiteX134" fmla="*/ 2590800 w 4089400"/>
              <a:gd name="connsiteY134" fmla="*/ 914400 h 2870200"/>
              <a:gd name="connsiteX135" fmla="*/ 2607733 w 4089400"/>
              <a:gd name="connsiteY135" fmla="*/ 973667 h 2870200"/>
              <a:gd name="connsiteX136" fmla="*/ 2624666 w 4089400"/>
              <a:gd name="connsiteY136" fmla="*/ 812800 h 2870200"/>
              <a:gd name="connsiteX137" fmla="*/ 2641600 w 4089400"/>
              <a:gd name="connsiteY137" fmla="*/ 694267 h 2870200"/>
              <a:gd name="connsiteX138" fmla="*/ 2667000 w 4089400"/>
              <a:gd name="connsiteY138" fmla="*/ 558800 h 2870200"/>
              <a:gd name="connsiteX139" fmla="*/ 2692400 w 4089400"/>
              <a:gd name="connsiteY139" fmla="*/ 321734 h 2870200"/>
              <a:gd name="connsiteX140" fmla="*/ 2709333 w 4089400"/>
              <a:gd name="connsiteY140" fmla="*/ 1058334 h 2870200"/>
              <a:gd name="connsiteX141" fmla="*/ 2717800 w 4089400"/>
              <a:gd name="connsiteY141" fmla="*/ 1032934 h 2870200"/>
              <a:gd name="connsiteX142" fmla="*/ 2785533 w 4089400"/>
              <a:gd name="connsiteY142" fmla="*/ 905934 h 2870200"/>
              <a:gd name="connsiteX143" fmla="*/ 2819400 w 4089400"/>
              <a:gd name="connsiteY143" fmla="*/ 855134 h 2870200"/>
              <a:gd name="connsiteX144" fmla="*/ 2844800 w 4089400"/>
              <a:gd name="connsiteY144" fmla="*/ 1422400 h 2870200"/>
              <a:gd name="connsiteX145" fmla="*/ 2853266 w 4089400"/>
              <a:gd name="connsiteY145" fmla="*/ 1388534 h 2870200"/>
              <a:gd name="connsiteX146" fmla="*/ 2870200 w 4089400"/>
              <a:gd name="connsiteY146" fmla="*/ 1363134 h 2870200"/>
              <a:gd name="connsiteX147" fmla="*/ 2895600 w 4089400"/>
              <a:gd name="connsiteY147" fmla="*/ 1278467 h 2870200"/>
              <a:gd name="connsiteX148" fmla="*/ 2912533 w 4089400"/>
              <a:gd name="connsiteY148" fmla="*/ 1320800 h 2870200"/>
              <a:gd name="connsiteX149" fmla="*/ 2929466 w 4089400"/>
              <a:gd name="connsiteY149" fmla="*/ 1388534 h 2870200"/>
              <a:gd name="connsiteX150" fmla="*/ 2946400 w 4089400"/>
              <a:gd name="connsiteY150" fmla="*/ 1422400 h 2870200"/>
              <a:gd name="connsiteX151" fmla="*/ 2988733 w 4089400"/>
              <a:gd name="connsiteY151" fmla="*/ 1540934 h 2870200"/>
              <a:gd name="connsiteX152" fmla="*/ 3005666 w 4089400"/>
              <a:gd name="connsiteY152" fmla="*/ 1566334 h 2870200"/>
              <a:gd name="connsiteX153" fmla="*/ 3039533 w 4089400"/>
              <a:gd name="connsiteY153" fmla="*/ 1718734 h 2870200"/>
              <a:gd name="connsiteX154" fmla="*/ 3064933 w 4089400"/>
              <a:gd name="connsiteY154" fmla="*/ 1761067 h 2870200"/>
              <a:gd name="connsiteX155" fmla="*/ 3098800 w 4089400"/>
              <a:gd name="connsiteY155" fmla="*/ 1879600 h 2870200"/>
              <a:gd name="connsiteX156" fmla="*/ 3090333 w 4089400"/>
              <a:gd name="connsiteY156" fmla="*/ 1913467 h 2870200"/>
              <a:gd name="connsiteX157" fmla="*/ 3102783 w 4089400"/>
              <a:gd name="connsiteY157" fmla="*/ 1901016 h 2870200"/>
              <a:gd name="connsiteX158" fmla="*/ 3081866 w 4089400"/>
              <a:gd name="connsiteY158" fmla="*/ 1888067 h 2870200"/>
              <a:gd name="connsiteX159" fmla="*/ 3107266 w 4089400"/>
              <a:gd name="connsiteY159" fmla="*/ 1871134 h 2870200"/>
              <a:gd name="connsiteX160" fmla="*/ 3115733 w 4089400"/>
              <a:gd name="connsiteY160" fmla="*/ 1769534 h 2870200"/>
              <a:gd name="connsiteX161" fmla="*/ 3132666 w 4089400"/>
              <a:gd name="connsiteY161" fmla="*/ 1710267 h 2870200"/>
              <a:gd name="connsiteX162" fmla="*/ 3141133 w 4089400"/>
              <a:gd name="connsiteY162" fmla="*/ 1684867 h 2870200"/>
              <a:gd name="connsiteX163" fmla="*/ 3166533 w 4089400"/>
              <a:gd name="connsiteY163" fmla="*/ 1676400 h 2870200"/>
              <a:gd name="connsiteX164" fmla="*/ 3175000 w 4089400"/>
              <a:gd name="connsiteY164" fmla="*/ 2006600 h 2870200"/>
              <a:gd name="connsiteX165" fmla="*/ 3183466 w 4089400"/>
              <a:gd name="connsiteY165" fmla="*/ 2048934 h 2870200"/>
              <a:gd name="connsiteX166" fmla="*/ 3191933 w 4089400"/>
              <a:gd name="connsiteY166" fmla="*/ 2099734 h 2870200"/>
              <a:gd name="connsiteX167" fmla="*/ 3208866 w 4089400"/>
              <a:gd name="connsiteY167" fmla="*/ 2048934 h 2870200"/>
              <a:gd name="connsiteX168" fmla="*/ 3217333 w 4089400"/>
              <a:gd name="connsiteY168" fmla="*/ 1998134 h 2870200"/>
              <a:gd name="connsiteX169" fmla="*/ 3251200 w 4089400"/>
              <a:gd name="connsiteY169" fmla="*/ 2353734 h 2870200"/>
              <a:gd name="connsiteX170" fmla="*/ 3276600 w 4089400"/>
              <a:gd name="connsiteY170" fmla="*/ 2387600 h 2870200"/>
              <a:gd name="connsiteX171" fmla="*/ 3285066 w 4089400"/>
              <a:gd name="connsiteY171" fmla="*/ 2497667 h 2870200"/>
              <a:gd name="connsiteX172" fmla="*/ 3302000 w 4089400"/>
              <a:gd name="connsiteY172" fmla="*/ 2531534 h 2870200"/>
              <a:gd name="connsiteX173" fmla="*/ 3318933 w 4089400"/>
              <a:gd name="connsiteY173" fmla="*/ 2599267 h 2870200"/>
              <a:gd name="connsiteX174" fmla="*/ 3344333 w 4089400"/>
              <a:gd name="connsiteY174" fmla="*/ 2667000 h 2870200"/>
              <a:gd name="connsiteX175" fmla="*/ 3386666 w 4089400"/>
              <a:gd name="connsiteY175" fmla="*/ 2810934 h 2870200"/>
              <a:gd name="connsiteX176" fmla="*/ 3412066 w 4089400"/>
              <a:gd name="connsiteY176" fmla="*/ 2870200 h 2870200"/>
              <a:gd name="connsiteX177" fmla="*/ 3437466 w 4089400"/>
              <a:gd name="connsiteY177" fmla="*/ 1828800 h 2870200"/>
              <a:gd name="connsiteX178" fmla="*/ 3436968 w 4089400"/>
              <a:gd name="connsiteY178" fmla="*/ 2090271 h 2870200"/>
              <a:gd name="connsiteX179" fmla="*/ 3462866 w 4089400"/>
              <a:gd name="connsiteY179" fmla="*/ 1735667 h 2870200"/>
              <a:gd name="connsiteX180" fmla="*/ 3488266 w 4089400"/>
              <a:gd name="connsiteY180" fmla="*/ 1651000 h 2870200"/>
              <a:gd name="connsiteX181" fmla="*/ 3496733 w 4089400"/>
              <a:gd name="connsiteY181" fmla="*/ 1701800 h 2870200"/>
              <a:gd name="connsiteX182" fmla="*/ 3500717 w 4089400"/>
              <a:gd name="connsiteY182" fmla="*/ 1875118 h 2870200"/>
              <a:gd name="connsiteX183" fmla="*/ 3522133 w 4089400"/>
              <a:gd name="connsiteY183" fmla="*/ 1752600 h 2870200"/>
              <a:gd name="connsiteX184" fmla="*/ 3530600 w 4089400"/>
              <a:gd name="connsiteY184" fmla="*/ 1693334 h 2870200"/>
              <a:gd name="connsiteX185" fmla="*/ 3572933 w 4089400"/>
              <a:gd name="connsiteY185" fmla="*/ 1608667 h 2870200"/>
              <a:gd name="connsiteX186" fmla="*/ 3589866 w 4089400"/>
              <a:gd name="connsiteY186" fmla="*/ 1566334 h 2870200"/>
              <a:gd name="connsiteX187" fmla="*/ 3632200 w 4089400"/>
              <a:gd name="connsiteY187" fmla="*/ 1464734 h 2870200"/>
              <a:gd name="connsiteX188" fmla="*/ 3636184 w 4089400"/>
              <a:gd name="connsiteY188" fmla="*/ 1373094 h 2870200"/>
              <a:gd name="connsiteX189" fmla="*/ 3657600 w 4089400"/>
              <a:gd name="connsiteY189" fmla="*/ 1363134 h 2870200"/>
              <a:gd name="connsiteX190" fmla="*/ 3674533 w 4089400"/>
              <a:gd name="connsiteY190" fmla="*/ 1320800 h 2870200"/>
              <a:gd name="connsiteX191" fmla="*/ 3669553 w 4089400"/>
              <a:gd name="connsiteY191" fmla="*/ 1151964 h 2870200"/>
              <a:gd name="connsiteX192" fmla="*/ 3716866 w 4089400"/>
              <a:gd name="connsiteY192" fmla="*/ 1227667 h 2870200"/>
              <a:gd name="connsiteX193" fmla="*/ 3725333 w 4089400"/>
              <a:gd name="connsiteY193" fmla="*/ 1176867 h 2870200"/>
              <a:gd name="connsiteX194" fmla="*/ 3742266 w 4089400"/>
              <a:gd name="connsiteY194" fmla="*/ 1126067 h 2870200"/>
              <a:gd name="connsiteX195" fmla="*/ 3750733 w 4089400"/>
              <a:gd name="connsiteY195" fmla="*/ 1058334 h 2870200"/>
              <a:gd name="connsiteX196" fmla="*/ 3759200 w 4089400"/>
              <a:gd name="connsiteY196" fmla="*/ 1270000 h 2870200"/>
              <a:gd name="connsiteX197" fmla="*/ 3788048 w 4089400"/>
              <a:gd name="connsiteY197" fmla="*/ 678606 h 2870200"/>
              <a:gd name="connsiteX198" fmla="*/ 3793066 w 4089400"/>
              <a:gd name="connsiteY198" fmla="*/ 558800 h 2870200"/>
              <a:gd name="connsiteX199" fmla="*/ 3810000 w 4089400"/>
              <a:gd name="connsiteY199" fmla="*/ 482600 h 2870200"/>
              <a:gd name="connsiteX200" fmla="*/ 3818466 w 4089400"/>
              <a:gd name="connsiteY200" fmla="*/ 533400 h 2870200"/>
              <a:gd name="connsiteX201" fmla="*/ 3835400 w 4089400"/>
              <a:gd name="connsiteY201" fmla="*/ 660400 h 2870200"/>
              <a:gd name="connsiteX202" fmla="*/ 3843866 w 4089400"/>
              <a:gd name="connsiteY202" fmla="*/ 702734 h 2870200"/>
              <a:gd name="connsiteX203" fmla="*/ 3860800 w 4089400"/>
              <a:gd name="connsiteY203" fmla="*/ 736600 h 2870200"/>
              <a:gd name="connsiteX204" fmla="*/ 3877733 w 4089400"/>
              <a:gd name="connsiteY204" fmla="*/ 702734 h 2870200"/>
              <a:gd name="connsiteX205" fmla="*/ 3937000 w 4089400"/>
              <a:gd name="connsiteY205" fmla="*/ 482600 h 2870200"/>
              <a:gd name="connsiteX206" fmla="*/ 3953933 w 4089400"/>
              <a:gd name="connsiteY206" fmla="*/ 457200 h 2870200"/>
              <a:gd name="connsiteX207" fmla="*/ 3979333 w 4089400"/>
              <a:gd name="connsiteY207" fmla="*/ 177800 h 2870200"/>
              <a:gd name="connsiteX208" fmla="*/ 4004733 w 4089400"/>
              <a:gd name="connsiteY208" fmla="*/ 135467 h 2870200"/>
              <a:gd name="connsiteX209" fmla="*/ 4013200 w 4089400"/>
              <a:gd name="connsiteY209" fmla="*/ 101600 h 2870200"/>
              <a:gd name="connsiteX210" fmla="*/ 4021666 w 4089400"/>
              <a:gd name="connsiteY210" fmla="*/ 76200 h 2870200"/>
              <a:gd name="connsiteX211" fmla="*/ 4030133 w 4089400"/>
              <a:gd name="connsiteY211" fmla="*/ 110067 h 2870200"/>
              <a:gd name="connsiteX212" fmla="*/ 4047066 w 4089400"/>
              <a:gd name="connsiteY212" fmla="*/ 160867 h 2870200"/>
              <a:gd name="connsiteX213" fmla="*/ 4089400 w 4089400"/>
              <a:gd name="connsiteY213" fmla="*/ 0 h 2870200"/>
              <a:gd name="connsiteX0" fmla="*/ 0 w 4089400"/>
              <a:gd name="connsiteY0" fmla="*/ 702734 h 2870200"/>
              <a:gd name="connsiteX1" fmla="*/ 8466 w 4089400"/>
              <a:gd name="connsiteY1" fmla="*/ 643467 h 2870200"/>
              <a:gd name="connsiteX2" fmla="*/ 25400 w 4089400"/>
              <a:gd name="connsiteY2" fmla="*/ 626534 h 2870200"/>
              <a:gd name="connsiteX3" fmla="*/ 33866 w 4089400"/>
              <a:gd name="connsiteY3" fmla="*/ 592667 h 2870200"/>
              <a:gd name="connsiteX4" fmla="*/ 42333 w 4089400"/>
              <a:gd name="connsiteY4" fmla="*/ 567267 h 2870200"/>
              <a:gd name="connsiteX5" fmla="*/ 42333 w 4089400"/>
              <a:gd name="connsiteY5" fmla="*/ 821267 h 2870200"/>
              <a:gd name="connsiteX6" fmla="*/ 21415 w 4089400"/>
              <a:gd name="connsiteY6" fmla="*/ 1068793 h 2870200"/>
              <a:gd name="connsiteX7" fmla="*/ 25400 w 4089400"/>
              <a:gd name="connsiteY7" fmla="*/ 1354667 h 2870200"/>
              <a:gd name="connsiteX8" fmla="*/ 33866 w 4089400"/>
              <a:gd name="connsiteY8" fmla="*/ 1329267 h 2870200"/>
              <a:gd name="connsiteX9" fmla="*/ 42333 w 4089400"/>
              <a:gd name="connsiteY9" fmla="*/ 1286934 h 2870200"/>
              <a:gd name="connsiteX10" fmla="*/ 59266 w 4089400"/>
              <a:gd name="connsiteY10" fmla="*/ 1253067 h 2870200"/>
              <a:gd name="connsiteX11" fmla="*/ 76200 w 4089400"/>
              <a:gd name="connsiteY11" fmla="*/ 1202267 h 2870200"/>
              <a:gd name="connsiteX12" fmla="*/ 84666 w 4089400"/>
              <a:gd name="connsiteY12" fmla="*/ 1176867 h 2870200"/>
              <a:gd name="connsiteX13" fmla="*/ 101600 w 4089400"/>
              <a:gd name="connsiteY13" fmla="*/ 1143000 h 2870200"/>
              <a:gd name="connsiteX14" fmla="*/ 110066 w 4089400"/>
              <a:gd name="connsiteY14" fmla="*/ 1100667 h 2870200"/>
              <a:gd name="connsiteX15" fmla="*/ 135466 w 4089400"/>
              <a:gd name="connsiteY15" fmla="*/ 1032934 h 2870200"/>
              <a:gd name="connsiteX16" fmla="*/ 143933 w 4089400"/>
              <a:gd name="connsiteY16" fmla="*/ 999067 h 2870200"/>
              <a:gd name="connsiteX17" fmla="*/ 160866 w 4089400"/>
              <a:gd name="connsiteY17" fmla="*/ 948267 h 2870200"/>
              <a:gd name="connsiteX18" fmla="*/ 177800 w 4089400"/>
              <a:gd name="connsiteY18" fmla="*/ 1134534 h 2870200"/>
              <a:gd name="connsiteX19" fmla="*/ 194733 w 4089400"/>
              <a:gd name="connsiteY19" fmla="*/ 1464734 h 2870200"/>
              <a:gd name="connsiteX20" fmla="*/ 228600 w 4089400"/>
              <a:gd name="connsiteY20" fmla="*/ 1397000 h 2870200"/>
              <a:gd name="connsiteX21" fmla="*/ 254000 w 4089400"/>
              <a:gd name="connsiteY21" fmla="*/ 1363134 h 2870200"/>
              <a:gd name="connsiteX22" fmla="*/ 262466 w 4089400"/>
              <a:gd name="connsiteY22" fmla="*/ 1337734 h 2870200"/>
              <a:gd name="connsiteX23" fmla="*/ 279400 w 4089400"/>
              <a:gd name="connsiteY23" fmla="*/ 1371600 h 2870200"/>
              <a:gd name="connsiteX24" fmla="*/ 287866 w 4089400"/>
              <a:gd name="connsiteY24" fmla="*/ 2243667 h 2870200"/>
              <a:gd name="connsiteX25" fmla="*/ 313266 w 4089400"/>
              <a:gd name="connsiteY25" fmla="*/ 2201334 h 2870200"/>
              <a:gd name="connsiteX26" fmla="*/ 321733 w 4089400"/>
              <a:gd name="connsiteY26" fmla="*/ 2150534 h 2870200"/>
              <a:gd name="connsiteX27" fmla="*/ 355600 w 4089400"/>
              <a:gd name="connsiteY27" fmla="*/ 2125134 h 2870200"/>
              <a:gd name="connsiteX28" fmla="*/ 364066 w 4089400"/>
              <a:gd name="connsiteY28" fmla="*/ 2082800 h 2870200"/>
              <a:gd name="connsiteX29" fmla="*/ 381000 w 4089400"/>
              <a:gd name="connsiteY29" fmla="*/ 2065867 h 2870200"/>
              <a:gd name="connsiteX30" fmla="*/ 397933 w 4089400"/>
              <a:gd name="connsiteY30" fmla="*/ 2032000 h 2870200"/>
              <a:gd name="connsiteX31" fmla="*/ 423333 w 4089400"/>
              <a:gd name="connsiteY31" fmla="*/ 1998134 h 2870200"/>
              <a:gd name="connsiteX32" fmla="*/ 440266 w 4089400"/>
              <a:gd name="connsiteY32" fmla="*/ 1752600 h 2870200"/>
              <a:gd name="connsiteX33" fmla="*/ 465666 w 4089400"/>
              <a:gd name="connsiteY33" fmla="*/ 1651000 h 2870200"/>
              <a:gd name="connsiteX34" fmla="*/ 491066 w 4089400"/>
              <a:gd name="connsiteY34" fmla="*/ 1710267 h 2870200"/>
              <a:gd name="connsiteX35" fmla="*/ 499533 w 4089400"/>
              <a:gd name="connsiteY35" fmla="*/ 1735667 h 2870200"/>
              <a:gd name="connsiteX36" fmla="*/ 533400 w 4089400"/>
              <a:gd name="connsiteY36" fmla="*/ 1820334 h 2870200"/>
              <a:gd name="connsiteX37" fmla="*/ 558800 w 4089400"/>
              <a:gd name="connsiteY37" fmla="*/ 1938867 h 2870200"/>
              <a:gd name="connsiteX38" fmla="*/ 575733 w 4089400"/>
              <a:gd name="connsiteY38" fmla="*/ 1998134 h 2870200"/>
              <a:gd name="connsiteX39" fmla="*/ 592666 w 4089400"/>
              <a:gd name="connsiteY39" fmla="*/ 2023534 h 2870200"/>
              <a:gd name="connsiteX40" fmla="*/ 618066 w 4089400"/>
              <a:gd name="connsiteY40" fmla="*/ 1786467 h 2870200"/>
              <a:gd name="connsiteX41" fmla="*/ 626533 w 4089400"/>
              <a:gd name="connsiteY41" fmla="*/ 1744134 h 2870200"/>
              <a:gd name="connsiteX42" fmla="*/ 643466 w 4089400"/>
              <a:gd name="connsiteY42" fmla="*/ 1718734 h 2870200"/>
              <a:gd name="connsiteX43" fmla="*/ 660400 w 4089400"/>
              <a:gd name="connsiteY43" fmla="*/ 1617134 h 2870200"/>
              <a:gd name="connsiteX44" fmla="*/ 677333 w 4089400"/>
              <a:gd name="connsiteY44" fmla="*/ 1557867 h 2870200"/>
              <a:gd name="connsiteX45" fmla="*/ 685800 w 4089400"/>
              <a:gd name="connsiteY45" fmla="*/ 1524000 h 2870200"/>
              <a:gd name="connsiteX46" fmla="*/ 702733 w 4089400"/>
              <a:gd name="connsiteY46" fmla="*/ 1312334 h 2870200"/>
              <a:gd name="connsiteX47" fmla="*/ 719666 w 4089400"/>
              <a:gd name="connsiteY47" fmla="*/ 1380067 h 2870200"/>
              <a:gd name="connsiteX48" fmla="*/ 736600 w 4089400"/>
              <a:gd name="connsiteY48" fmla="*/ 1532467 h 2870200"/>
              <a:gd name="connsiteX49" fmla="*/ 753533 w 4089400"/>
              <a:gd name="connsiteY49" fmla="*/ 1566334 h 2870200"/>
              <a:gd name="connsiteX50" fmla="*/ 778933 w 4089400"/>
              <a:gd name="connsiteY50" fmla="*/ 1456267 h 2870200"/>
              <a:gd name="connsiteX51" fmla="*/ 795866 w 4089400"/>
              <a:gd name="connsiteY51" fmla="*/ 1430867 h 2870200"/>
              <a:gd name="connsiteX52" fmla="*/ 829733 w 4089400"/>
              <a:gd name="connsiteY52" fmla="*/ 1388534 h 2870200"/>
              <a:gd name="connsiteX53" fmla="*/ 838200 w 4089400"/>
              <a:gd name="connsiteY53" fmla="*/ 1498600 h 2870200"/>
              <a:gd name="connsiteX54" fmla="*/ 863600 w 4089400"/>
              <a:gd name="connsiteY54" fmla="*/ 1811867 h 2870200"/>
              <a:gd name="connsiteX55" fmla="*/ 872066 w 4089400"/>
              <a:gd name="connsiteY55" fmla="*/ 1642534 h 2870200"/>
              <a:gd name="connsiteX56" fmla="*/ 897466 w 4089400"/>
              <a:gd name="connsiteY56" fmla="*/ 1583267 h 2870200"/>
              <a:gd name="connsiteX57" fmla="*/ 905933 w 4089400"/>
              <a:gd name="connsiteY57" fmla="*/ 1557867 h 2870200"/>
              <a:gd name="connsiteX58" fmla="*/ 914400 w 4089400"/>
              <a:gd name="connsiteY58" fmla="*/ 2006600 h 2870200"/>
              <a:gd name="connsiteX59" fmla="*/ 939800 w 4089400"/>
              <a:gd name="connsiteY59" fmla="*/ 2116667 h 2870200"/>
              <a:gd name="connsiteX60" fmla="*/ 948266 w 4089400"/>
              <a:gd name="connsiteY60" fmla="*/ 1828800 h 2870200"/>
              <a:gd name="connsiteX61" fmla="*/ 965200 w 4089400"/>
              <a:gd name="connsiteY61" fmla="*/ 1794934 h 2870200"/>
              <a:gd name="connsiteX62" fmla="*/ 973666 w 4089400"/>
              <a:gd name="connsiteY62" fmla="*/ 1761067 h 2870200"/>
              <a:gd name="connsiteX63" fmla="*/ 990600 w 4089400"/>
              <a:gd name="connsiteY63" fmla="*/ 1871134 h 2870200"/>
              <a:gd name="connsiteX64" fmla="*/ 1007533 w 4089400"/>
              <a:gd name="connsiteY64" fmla="*/ 1947334 h 2870200"/>
              <a:gd name="connsiteX65" fmla="*/ 1024466 w 4089400"/>
              <a:gd name="connsiteY65" fmla="*/ 2040467 h 2870200"/>
              <a:gd name="connsiteX66" fmla="*/ 1049866 w 4089400"/>
              <a:gd name="connsiteY66" fmla="*/ 2108200 h 2870200"/>
              <a:gd name="connsiteX67" fmla="*/ 1058333 w 4089400"/>
              <a:gd name="connsiteY67" fmla="*/ 2150534 h 2870200"/>
              <a:gd name="connsiteX68" fmla="*/ 1100666 w 4089400"/>
              <a:gd name="connsiteY68" fmla="*/ 2209800 h 2870200"/>
              <a:gd name="connsiteX69" fmla="*/ 1109133 w 4089400"/>
              <a:gd name="connsiteY69" fmla="*/ 2108200 h 2870200"/>
              <a:gd name="connsiteX70" fmla="*/ 1159933 w 4089400"/>
              <a:gd name="connsiteY70" fmla="*/ 1989667 h 2870200"/>
              <a:gd name="connsiteX71" fmla="*/ 1210733 w 4089400"/>
              <a:gd name="connsiteY71" fmla="*/ 1913467 h 2870200"/>
              <a:gd name="connsiteX72" fmla="*/ 1219200 w 4089400"/>
              <a:gd name="connsiteY72" fmla="*/ 2167467 h 2870200"/>
              <a:gd name="connsiteX73" fmla="*/ 1236133 w 4089400"/>
              <a:gd name="connsiteY73" fmla="*/ 2082800 h 2870200"/>
              <a:gd name="connsiteX74" fmla="*/ 1244600 w 4089400"/>
              <a:gd name="connsiteY74" fmla="*/ 2015067 h 2870200"/>
              <a:gd name="connsiteX75" fmla="*/ 1286933 w 4089400"/>
              <a:gd name="connsiteY75" fmla="*/ 1854200 h 2870200"/>
              <a:gd name="connsiteX76" fmla="*/ 1295400 w 4089400"/>
              <a:gd name="connsiteY76" fmla="*/ 1803400 h 2870200"/>
              <a:gd name="connsiteX77" fmla="*/ 1320800 w 4089400"/>
              <a:gd name="connsiteY77" fmla="*/ 1701800 h 2870200"/>
              <a:gd name="connsiteX78" fmla="*/ 1346200 w 4089400"/>
              <a:gd name="connsiteY78" fmla="*/ 1718734 h 2870200"/>
              <a:gd name="connsiteX79" fmla="*/ 1354666 w 4089400"/>
              <a:gd name="connsiteY79" fmla="*/ 1744134 h 2870200"/>
              <a:gd name="connsiteX80" fmla="*/ 1380066 w 4089400"/>
              <a:gd name="connsiteY80" fmla="*/ 1828800 h 2870200"/>
              <a:gd name="connsiteX81" fmla="*/ 1397000 w 4089400"/>
              <a:gd name="connsiteY81" fmla="*/ 1879600 h 2870200"/>
              <a:gd name="connsiteX82" fmla="*/ 1405466 w 4089400"/>
              <a:gd name="connsiteY82" fmla="*/ 1913467 h 2870200"/>
              <a:gd name="connsiteX83" fmla="*/ 1430866 w 4089400"/>
              <a:gd name="connsiteY83" fmla="*/ 1947334 h 2870200"/>
              <a:gd name="connsiteX84" fmla="*/ 1447800 w 4089400"/>
              <a:gd name="connsiteY84" fmla="*/ 1938867 h 2870200"/>
              <a:gd name="connsiteX85" fmla="*/ 1490133 w 4089400"/>
              <a:gd name="connsiteY85" fmla="*/ 1803400 h 2870200"/>
              <a:gd name="connsiteX86" fmla="*/ 1549400 w 4089400"/>
              <a:gd name="connsiteY86" fmla="*/ 1651000 h 2870200"/>
              <a:gd name="connsiteX87" fmla="*/ 1557866 w 4089400"/>
              <a:gd name="connsiteY87" fmla="*/ 1591734 h 2870200"/>
              <a:gd name="connsiteX88" fmla="*/ 1574800 w 4089400"/>
              <a:gd name="connsiteY88" fmla="*/ 1566334 h 2870200"/>
              <a:gd name="connsiteX89" fmla="*/ 1583266 w 4089400"/>
              <a:gd name="connsiteY89" fmla="*/ 1524000 h 2870200"/>
              <a:gd name="connsiteX90" fmla="*/ 1591733 w 4089400"/>
              <a:gd name="connsiteY90" fmla="*/ 1498600 h 2870200"/>
              <a:gd name="connsiteX91" fmla="*/ 1608666 w 4089400"/>
              <a:gd name="connsiteY91" fmla="*/ 1524000 h 2870200"/>
              <a:gd name="connsiteX92" fmla="*/ 1634066 w 4089400"/>
              <a:gd name="connsiteY92" fmla="*/ 1490134 h 2870200"/>
              <a:gd name="connsiteX93" fmla="*/ 1659466 w 4089400"/>
              <a:gd name="connsiteY93" fmla="*/ 1388534 h 2870200"/>
              <a:gd name="connsiteX94" fmla="*/ 1718733 w 4089400"/>
              <a:gd name="connsiteY94" fmla="*/ 1286934 h 2870200"/>
              <a:gd name="connsiteX95" fmla="*/ 1769533 w 4089400"/>
              <a:gd name="connsiteY95" fmla="*/ 1176867 h 2870200"/>
              <a:gd name="connsiteX96" fmla="*/ 1794933 w 4089400"/>
              <a:gd name="connsiteY96" fmla="*/ 1202267 h 2870200"/>
              <a:gd name="connsiteX97" fmla="*/ 1803400 w 4089400"/>
              <a:gd name="connsiteY97" fmla="*/ 1227667 h 2870200"/>
              <a:gd name="connsiteX98" fmla="*/ 1820333 w 4089400"/>
              <a:gd name="connsiteY98" fmla="*/ 1261534 h 2870200"/>
              <a:gd name="connsiteX99" fmla="*/ 1862666 w 4089400"/>
              <a:gd name="connsiteY99" fmla="*/ 1422400 h 2870200"/>
              <a:gd name="connsiteX100" fmla="*/ 1913466 w 4089400"/>
              <a:gd name="connsiteY100" fmla="*/ 1600200 h 2870200"/>
              <a:gd name="connsiteX101" fmla="*/ 1964266 w 4089400"/>
              <a:gd name="connsiteY101" fmla="*/ 1744134 h 2870200"/>
              <a:gd name="connsiteX102" fmla="*/ 1981200 w 4089400"/>
              <a:gd name="connsiteY102" fmla="*/ 1498600 h 2870200"/>
              <a:gd name="connsiteX103" fmla="*/ 1998133 w 4089400"/>
              <a:gd name="connsiteY103" fmla="*/ 1464734 h 2870200"/>
              <a:gd name="connsiteX104" fmla="*/ 2006600 w 4089400"/>
              <a:gd name="connsiteY104" fmla="*/ 1439334 h 2870200"/>
              <a:gd name="connsiteX105" fmla="*/ 2057400 w 4089400"/>
              <a:gd name="connsiteY105" fmla="*/ 2032000 h 2870200"/>
              <a:gd name="connsiteX106" fmla="*/ 2065866 w 4089400"/>
              <a:gd name="connsiteY106" fmla="*/ 2150534 h 2870200"/>
              <a:gd name="connsiteX107" fmla="*/ 2074333 w 4089400"/>
              <a:gd name="connsiteY107" fmla="*/ 2489200 h 2870200"/>
              <a:gd name="connsiteX108" fmla="*/ 2108200 w 4089400"/>
              <a:gd name="connsiteY108" fmla="*/ 2421467 h 2870200"/>
              <a:gd name="connsiteX109" fmla="*/ 2150533 w 4089400"/>
              <a:gd name="connsiteY109" fmla="*/ 2319867 h 2870200"/>
              <a:gd name="connsiteX110" fmla="*/ 2175933 w 4089400"/>
              <a:gd name="connsiteY110" fmla="*/ 2286000 h 2870200"/>
              <a:gd name="connsiteX111" fmla="*/ 2209800 w 4089400"/>
              <a:gd name="connsiteY111" fmla="*/ 2235200 h 2870200"/>
              <a:gd name="connsiteX112" fmla="*/ 2226733 w 4089400"/>
              <a:gd name="connsiteY112" fmla="*/ 2514600 h 2870200"/>
              <a:gd name="connsiteX113" fmla="*/ 2252133 w 4089400"/>
              <a:gd name="connsiteY113" fmla="*/ 2565400 h 2870200"/>
              <a:gd name="connsiteX114" fmla="*/ 2260600 w 4089400"/>
              <a:gd name="connsiteY114" fmla="*/ 2489200 h 2870200"/>
              <a:gd name="connsiteX115" fmla="*/ 2277533 w 4089400"/>
              <a:gd name="connsiteY115" fmla="*/ 2421467 h 2870200"/>
              <a:gd name="connsiteX116" fmla="*/ 2286000 w 4089400"/>
              <a:gd name="connsiteY116" fmla="*/ 1718734 h 2870200"/>
              <a:gd name="connsiteX117" fmla="*/ 2311400 w 4089400"/>
              <a:gd name="connsiteY117" fmla="*/ 1811867 h 2870200"/>
              <a:gd name="connsiteX118" fmla="*/ 2336800 w 4089400"/>
              <a:gd name="connsiteY118" fmla="*/ 1871134 h 2870200"/>
              <a:gd name="connsiteX119" fmla="*/ 2362200 w 4089400"/>
              <a:gd name="connsiteY119" fmla="*/ 1938867 h 2870200"/>
              <a:gd name="connsiteX120" fmla="*/ 2370666 w 4089400"/>
              <a:gd name="connsiteY120" fmla="*/ 1972734 h 2870200"/>
              <a:gd name="connsiteX121" fmla="*/ 2379133 w 4089400"/>
              <a:gd name="connsiteY121" fmla="*/ 1574800 h 2870200"/>
              <a:gd name="connsiteX122" fmla="*/ 2404533 w 4089400"/>
              <a:gd name="connsiteY122" fmla="*/ 1236134 h 2870200"/>
              <a:gd name="connsiteX123" fmla="*/ 2421466 w 4089400"/>
              <a:gd name="connsiteY123" fmla="*/ 1092200 h 2870200"/>
              <a:gd name="connsiteX124" fmla="*/ 2429933 w 4089400"/>
              <a:gd name="connsiteY124" fmla="*/ 1066800 h 2870200"/>
              <a:gd name="connsiteX125" fmla="*/ 2438400 w 4089400"/>
              <a:gd name="connsiteY125" fmla="*/ 1092200 h 2870200"/>
              <a:gd name="connsiteX126" fmla="*/ 2455333 w 4089400"/>
              <a:gd name="connsiteY126" fmla="*/ 1117600 h 2870200"/>
              <a:gd name="connsiteX127" fmla="*/ 2463800 w 4089400"/>
              <a:gd name="connsiteY127" fmla="*/ 1227667 h 2870200"/>
              <a:gd name="connsiteX128" fmla="*/ 2489200 w 4089400"/>
              <a:gd name="connsiteY128" fmla="*/ 753534 h 2870200"/>
              <a:gd name="connsiteX129" fmla="*/ 2506133 w 4089400"/>
              <a:gd name="connsiteY129" fmla="*/ 685800 h 2870200"/>
              <a:gd name="connsiteX130" fmla="*/ 2514600 w 4089400"/>
              <a:gd name="connsiteY130" fmla="*/ 609600 h 2870200"/>
              <a:gd name="connsiteX131" fmla="*/ 2523066 w 4089400"/>
              <a:gd name="connsiteY131" fmla="*/ 558800 h 2870200"/>
              <a:gd name="connsiteX132" fmla="*/ 2540000 w 4089400"/>
              <a:gd name="connsiteY132" fmla="*/ 584200 h 2870200"/>
              <a:gd name="connsiteX133" fmla="*/ 2548466 w 4089400"/>
              <a:gd name="connsiteY133" fmla="*/ 778934 h 2870200"/>
              <a:gd name="connsiteX134" fmla="*/ 2590800 w 4089400"/>
              <a:gd name="connsiteY134" fmla="*/ 914400 h 2870200"/>
              <a:gd name="connsiteX135" fmla="*/ 2607733 w 4089400"/>
              <a:gd name="connsiteY135" fmla="*/ 973667 h 2870200"/>
              <a:gd name="connsiteX136" fmla="*/ 2624666 w 4089400"/>
              <a:gd name="connsiteY136" fmla="*/ 812800 h 2870200"/>
              <a:gd name="connsiteX137" fmla="*/ 2641600 w 4089400"/>
              <a:gd name="connsiteY137" fmla="*/ 694267 h 2870200"/>
              <a:gd name="connsiteX138" fmla="*/ 2667000 w 4089400"/>
              <a:gd name="connsiteY138" fmla="*/ 558800 h 2870200"/>
              <a:gd name="connsiteX139" fmla="*/ 2692400 w 4089400"/>
              <a:gd name="connsiteY139" fmla="*/ 321734 h 2870200"/>
              <a:gd name="connsiteX140" fmla="*/ 2709333 w 4089400"/>
              <a:gd name="connsiteY140" fmla="*/ 1058334 h 2870200"/>
              <a:gd name="connsiteX141" fmla="*/ 2735730 w 4089400"/>
              <a:gd name="connsiteY141" fmla="*/ 1023969 h 2870200"/>
              <a:gd name="connsiteX142" fmla="*/ 2785533 w 4089400"/>
              <a:gd name="connsiteY142" fmla="*/ 905934 h 2870200"/>
              <a:gd name="connsiteX143" fmla="*/ 2819400 w 4089400"/>
              <a:gd name="connsiteY143" fmla="*/ 855134 h 2870200"/>
              <a:gd name="connsiteX144" fmla="*/ 2844800 w 4089400"/>
              <a:gd name="connsiteY144" fmla="*/ 1422400 h 2870200"/>
              <a:gd name="connsiteX145" fmla="*/ 2853266 w 4089400"/>
              <a:gd name="connsiteY145" fmla="*/ 1388534 h 2870200"/>
              <a:gd name="connsiteX146" fmla="*/ 2870200 w 4089400"/>
              <a:gd name="connsiteY146" fmla="*/ 1363134 h 2870200"/>
              <a:gd name="connsiteX147" fmla="*/ 2895600 w 4089400"/>
              <a:gd name="connsiteY147" fmla="*/ 1278467 h 2870200"/>
              <a:gd name="connsiteX148" fmla="*/ 2912533 w 4089400"/>
              <a:gd name="connsiteY148" fmla="*/ 1320800 h 2870200"/>
              <a:gd name="connsiteX149" fmla="*/ 2929466 w 4089400"/>
              <a:gd name="connsiteY149" fmla="*/ 1388534 h 2870200"/>
              <a:gd name="connsiteX150" fmla="*/ 2946400 w 4089400"/>
              <a:gd name="connsiteY150" fmla="*/ 1422400 h 2870200"/>
              <a:gd name="connsiteX151" fmla="*/ 2988733 w 4089400"/>
              <a:gd name="connsiteY151" fmla="*/ 1540934 h 2870200"/>
              <a:gd name="connsiteX152" fmla="*/ 3005666 w 4089400"/>
              <a:gd name="connsiteY152" fmla="*/ 1566334 h 2870200"/>
              <a:gd name="connsiteX153" fmla="*/ 3039533 w 4089400"/>
              <a:gd name="connsiteY153" fmla="*/ 1718734 h 2870200"/>
              <a:gd name="connsiteX154" fmla="*/ 3064933 w 4089400"/>
              <a:gd name="connsiteY154" fmla="*/ 1761067 h 2870200"/>
              <a:gd name="connsiteX155" fmla="*/ 3098800 w 4089400"/>
              <a:gd name="connsiteY155" fmla="*/ 1879600 h 2870200"/>
              <a:gd name="connsiteX156" fmla="*/ 3090333 w 4089400"/>
              <a:gd name="connsiteY156" fmla="*/ 1913467 h 2870200"/>
              <a:gd name="connsiteX157" fmla="*/ 3102783 w 4089400"/>
              <a:gd name="connsiteY157" fmla="*/ 1901016 h 2870200"/>
              <a:gd name="connsiteX158" fmla="*/ 3081866 w 4089400"/>
              <a:gd name="connsiteY158" fmla="*/ 1888067 h 2870200"/>
              <a:gd name="connsiteX159" fmla="*/ 3107266 w 4089400"/>
              <a:gd name="connsiteY159" fmla="*/ 1871134 h 2870200"/>
              <a:gd name="connsiteX160" fmla="*/ 3115733 w 4089400"/>
              <a:gd name="connsiteY160" fmla="*/ 1769534 h 2870200"/>
              <a:gd name="connsiteX161" fmla="*/ 3132666 w 4089400"/>
              <a:gd name="connsiteY161" fmla="*/ 1710267 h 2870200"/>
              <a:gd name="connsiteX162" fmla="*/ 3141133 w 4089400"/>
              <a:gd name="connsiteY162" fmla="*/ 1684867 h 2870200"/>
              <a:gd name="connsiteX163" fmla="*/ 3166533 w 4089400"/>
              <a:gd name="connsiteY163" fmla="*/ 1676400 h 2870200"/>
              <a:gd name="connsiteX164" fmla="*/ 3175000 w 4089400"/>
              <a:gd name="connsiteY164" fmla="*/ 2006600 h 2870200"/>
              <a:gd name="connsiteX165" fmla="*/ 3183466 w 4089400"/>
              <a:gd name="connsiteY165" fmla="*/ 2048934 h 2870200"/>
              <a:gd name="connsiteX166" fmla="*/ 3191933 w 4089400"/>
              <a:gd name="connsiteY166" fmla="*/ 2099734 h 2870200"/>
              <a:gd name="connsiteX167" fmla="*/ 3208866 w 4089400"/>
              <a:gd name="connsiteY167" fmla="*/ 2048934 h 2870200"/>
              <a:gd name="connsiteX168" fmla="*/ 3217333 w 4089400"/>
              <a:gd name="connsiteY168" fmla="*/ 1998134 h 2870200"/>
              <a:gd name="connsiteX169" fmla="*/ 3251200 w 4089400"/>
              <a:gd name="connsiteY169" fmla="*/ 2353734 h 2870200"/>
              <a:gd name="connsiteX170" fmla="*/ 3276600 w 4089400"/>
              <a:gd name="connsiteY170" fmla="*/ 2387600 h 2870200"/>
              <a:gd name="connsiteX171" fmla="*/ 3285066 w 4089400"/>
              <a:gd name="connsiteY171" fmla="*/ 2497667 h 2870200"/>
              <a:gd name="connsiteX172" fmla="*/ 3302000 w 4089400"/>
              <a:gd name="connsiteY172" fmla="*/ 2531534 h 2870200"/>
              <a:gd name="connsiteX173" fmla="*/ 3318933 w 4089400"/>
              <a:gd name="connsiteY173" fmla="*/ 2599267 h 2870200"/>
              <a:gd name="connsiteX174" fmla="*/ 3344333 w 4089400"/>
              <a:gd name="connsiteY174" fmla="*/ 2667000 h 2870200"/>
              <a:gd name="connsiteX175" fmla="*/ 3386666 w 4089400"/>
              <a:gd name="connsiteY175" fmla="*/ 2810934 h 2870200"/>
              <a:gd name="connsiteX176" fmla="*/ 3412066 w 4089400"/>
              <a:gd name="connsiteY176" fmla="*/ 2870200 h 2870200"/>
              <a:gd name="connsiteX177" fmla="*/ 3437466 w 4089400"/>
              <a:gd name="connsiteY177" fmla="*/ 1828800 h 2870200"/>
              <a:gd name="connsiteX178" fmla="*/ 3436968 w 4089400"/>
              <a:gd name="connsiteY178" fmla="*/ 2090271 h 2870200"/>
              <a:gd name="connsiteX179" fmla="*/ 3462866 w 4089400"/>
              <a:gd name="connsiteY179" fmla="*/ 1735667 h 2870200"/>
              <a:gd name="connsiteX180" fmla="*/ 3488266 w 4089400"/>
              <a:gd name="connsiteY180" fmla="*/ 1651000 h 2870200"/>
              <a:gd name="connsiteX181" fmla="*/ 3496733 w 4089400"/>
              <a:gd name="connsiteY181" fmla="*/ 1701800 h 2870200"/>
              <a:gd name="connsiteX182" fmla="*/ 3500717 w 4089400"/>
              <a:gd name="connsiteY182" fmla="*/ 1875118 h 2870200"/>
              <a:gd name="connsiteX183" fmla="*/ 3522133 w 4089400"/>
              <a:gd name="connsiteY183" fmla="*/ 1752600 h 2870200"/>
              <a:gd name="connsiteX184" fmla="*/ 3530600 w 4089400"/>
              <a:gd name="connsiteY184" fmla="*/ 1693334 h 2870200"/>
              <a:gd name="connsiteX185" fmla="*/ 3572933 w 4089400"/>
              <a:gd name="connsiteY185" fmla="*/ 1608667 h 2870200"/>
              <a:gd name="connsiteX186" fmla="*/ 3589866 w 4089400"/>
              <a:gd name="connsiteY186" fmla="*/ 1566334 h 2870200"/>
              <a:gd name="connsiteX187" fmla="*/ 3632200 w 4089400"/>
              <a:gd name="connsiteY187" fmla="*/ 1464734 h 2870200"/>
              <a:gd name="connsiteX188" fmla="*/ 3636184 w 4089400"/>
              <a:gd name="connsiteY188" fmla="*/ 1373094 h 2870200"/>
              <a:gd name="connsiteX189" fmla="*/ 3657600 w 4089400"/>
              <a:gd name="connsiteY189" fmla="*/ 1363134 h 2870200"/>
              <a:gd name="connsiteX190" fmla="*/ 3674533 w 4089400"/>
              <a:gd name="connsiteY190" fmla="*/ 1320800 h 2870200"/>
              <a:gd name="connsiteX191" fmla="*/ 3669553 w 4089400"/>
              <a:gd name="connsiteY191" fmla="*/ 1151964 h 2870200"/>
              <a:gd name="connsiteX192" fmla="*/ 3716866 w 4089400"/>
              <a:gd name="connsiteY192" fmla="*/ 1227667 h 2870200"/>
              <a:gd name="connsiteX193" fmla="*/ 3725333 w 4089400"/>
              <a:gd name="connsiteY193" fmla="*/ 1176867 h 2870200"/>
              <a:gd name="connsiteX194" fmla="*/ 3742266 w 4089400"/>
              <a:gd name="connsiteY194" fmla="*/ 1126067 h 2870200"/>
              <a:gd name="connsiteX195" fmla="*/ 3750733 w 4089400"/>
              <a:gd name="connsiteY195" fmla="*/ 1058334 h 2870200"/>
              <a:gd name="connsiteX196" fmla="*/ 3759200 w 4089400"/>
              <a:gd name="connsiteY196" fmla="*/ 1270000 h 2870200"/>
              <a:gd name="connsiteX197" fmla="*/ 3788048 w 4089400"/>
              <a:gd name="connsiteY197" fmla="*/ 678606 h 2870200"/>
              <a:gd name="connsiteX198" fmla="*/ 3793066 w 4089400"/>
              <a:gd name="connsiteY198" fmla="*/ 558800 h 2870200"/>
              <a:gd name="connsiteX199" fmla="*/ 3810000 w 4089400"/>
              <a:gd name="connsiteY199" fmla="*/ 482600 h 2870200"/>
              <a:gd name="connsiteX200" fmla="*/ 3818466 w 4089400"/>
              <a:gd name="connsiteY200" fmla="*/ 533400 h 2870200"/>
              <a:gd name="connsiteX201" fmla="*/ 3835400 w 4089400"/>
              <a:gd name="connsiteY201" fmla="*/ 660400 h 2870200"/>
              <a:gd name="connsiteX202" fmla="*/ 3843866 w 4089400"/>
              <a:gd name="connsiteY202" fmla="*/ 702734 h 2870200"/>
              <a:gd name="connsiteX203" fmla="*/ 3860800 w 4089400"/>
              <a:gd name="connsiteY203" fmla="*/ 736600 h 2870200"/>
              <a:gd name="connsiteX204" fmla="*/ 3877733 w 4089400"/>
              <a:gd name="connsiteY204" fmla="*/ 702734 h 2870200"/>
              <a:gd name="connsiteX205" fmla="*/ 3937000 w 4089400"/>
              <a:gd name="connsiteY205" fmla="*/ 482600 h 2870200"/>
              <a:gd name="connsiteX206" fmla="*/ 3953933 w 4089400"/>
              <a:gd name="connsiteY206" fmla="*/ 457200 h 2870200"/>
              <a:gd name="connsiteX207" fmla="*/ 3979333 w 4089400"/>
              <a:gd name="connsiteY207" fmla="*/ 177800 h 2870200"/>
              <a:gd name="connsiteX208" fmla="*/ 4004733 w 4089400"/>
              <a:gd name="connsiteY208" fmla="*/ 135467 h 2870200"/>
              <a:gd name="connsiteX209" fmla="*/ 4013200 w 4089400"/>
              <a:gd name="connsiteY209" fmla="*/ 101600 h 2870200"/>
              <a:gd name="connsiteX210" fmla="*/ 4021666 w 4089400"/>
              <a:gd name="connsiteY210" fmla="*/ 76200 h 2870200"/>
              <a:gd name="connsiteX211" fmla="*/ 4030133 w 4089400"/>
              <a:gd name="connsiteY211" fmla="*/ 110067 h 2870200"/>
              <a:gd name="connsiteX212" fmla="*/ 4047066 w 4089400"/>
              <a:gd name="connsiteY212" fmla="*/ 160867 h 2870200"/>
              <a:gd name="connsiteX213" fmla="*/ 4089400 w 4089400"/>
              <a:gd name="connsiteY213" fmla="*/ 0 h 2870200"/>
              <a:gd name="connsiteX0" fmla="*/ 0 w 4089400"/>
              <a:gd name="connsiteY0" fmla="*/ 702734 h 2870200"/>
              <a:gd name="connsiteX1" fmla="*/ 8466 w 4089400"/>
              <a:gd name="connsiteY1" fmla="*/ 643467 h 2870200"/>
              <a:gd name="connsiteX2" fmla="*/ 25400 w 4089400"/>
              <a:gd name="connsiteY2" fmla="*/ 626534 h 2870200"/>
              <a:gd name="connsiteX3" fmla="*/ 33866 w 4089400"/>
              <a:gd name="connsiteY3" fmla="*/ 592667 h 2870200"/>
              <a:gd name="connsiteX4" fmla="*/ 42333 w 4089400"/>
              <a:gd name="connsiteY4" fmla="*/ 567267 h 2870200"/>
              <a:gd name="connsiteX5" fmla="*/ 42333 w 4089400"/>
              <a:gd name="connsiteY5" fmla="*/ 821267 h 2870200"/>
              <a:gd name="connsiteX6" fmla="*/ 21415 w 4089400"/>
              <a:gd name="connsiteY6" fmla="*/ 1068793 h 2870200"/>
              <a:gd name="connsiteX7" fmla="*/ 25400 w 4089400"/>
              <a:gd name="connsiteY7" fmla="*/ 1354667 h 2870200"/>
              <a:gd name="connsiteX8" fmla="*/ 33866 w 4089400"/>
              <a:gd name="connsiteY8" fmla="*/ 1329267 h 2870200"/>
              <a:gd name="connsiteX9" fmla="*/ 42333 w 4089400"/>
              <a:gd name="connsiteY9" fmla="*/ 1286934 h 2870200"/>
              <a:gd name="connsiteX10" fmla="*/ 59266 w 4089400"/>
              <a:gd name="connsiteY10" fmla="*/ 1253067 h 2870200"/>
              <a:gd name="connsiteX11" fmla="*/ 76200 w 4089400"/>
              <a:gd name="connsiteY11" fmla="*/ 1202267 h 2870200"/>
              <a:gd name="connsiteX12" fmla="*/ 84666 w 4089400"/>
              <a:gd name="connsiteY12" fmla="*/ 1176867 h 2870200"/>
              <a:gd name="connsiteX13" fmla="*/ 101600 w 4089400"/>
              <a:gd name="connsiteY13" fmla="*/ 1143000 h 2870200"/>
              <a:gd name="connsiteX14" fmla="*/ 110066 w 4089400"/>
              <a:gd name="connsiteY14" fmla="*/ 1100667 h 2870200"/>
              <a:gd name="connsiteX15" fmla="*/ 135466 w 4089400"/>
              <a:gd name="connsiteY15" fmla="*/ 1032934 h 2870200"/>
              <a:gd name="connsiteX16" fmla="*/ 143933 w 4089400"/>
              <a:gd name="connsiteY16" fmla="*/ 999067 h 2870200"/>
              <a:gd name="connsiteX17" fmla="*/ 160866 w 4089400"/>
              <a:gd name="connsiteY17" fmla="*/ 948267 h 2870200"/>
              <a:gd name="connsiteX18" fmla="*/ 177800 w 4089400"/>
              <a:gd name="connsiteY18" fmla="*/ 1134534 h 2870200"/>
              <a:gd name="connsiteX19" fmla="*/ 194733 w 4089400"/>
              <a:gd name="connsiteY19" fmla="*/ 1464734 h 2870200"/>
              <a:gd name="connsiteX20" fmla="*/ 228600 w 4089400"/>
              <a:gd name="connsiteY20" fmla="*/ 1397000 h 2870200"/>
              <a:gd name="connsiteX21" fmla="*/ 254000 w 4089400"/>
              <a:gd name="connsiteY21" fmla="*/ 1363134 h 2870200"/>
              <a:gd name="connsiteX22" fmla="*/ 262466 w 4089400"/>
              <a:gd name="connsiteY22" fmla="*/ 1337734 h 2870200"/>
              <a:gd name="connsiteX23" fmla="*/ 279400 w 4089400"/>
              <a:gd name="connsiteY23" fmla="*/ 1371600 h 2870200"/>
              <a:gd name="connsiteX24" fmla="*/ 287866 w 4089400"/>
              <a:gd name="connsiteY24" fmla="*/ 2243667 h 2870200"/>
              <a:gd name="connsiteX25" fmla="*/ 313266 w 4089400"/>
              <a:gd name="connsiteY25" fmla="*/ 2201334 h 2870200"/>
              <a:gd name="connsiteX26" fmla="*/ 321733 w 4089400"/>
              <a:gd name="connsiteY26" fmla="*/ 2150534 h 2870200"/>
              <a:gd name="connsiteX27" fmla="*/ 355600 w 4089400"/>
              <a:gd name="connsiteY27" fmla="*/ 2125134 h 2870200"/>
              <a:gd name="connsiteX28" fmla="*/ 364066 w 4089400"/>
              <a:gd name="connsiteY28" fmla="*/ 2082800 h 2870200"/>
              <a:gd name="connsiteX29" fmla="*/ 389965 w 4089400"/>
              <a:gd name="connsiteY29" fmla="*/ 1792444 h 2870200"/>
              <a:gd name="connsiteX30" fmla="*/ 397933 w 4089400"/>
              <a:gd name="connsiteY30" fmla="*/ 2032000 h 2870200"/>
              <a:gd name="connsiteX31" fmla="*/ 423333 w 4089400"/>
              <a:gd name="connsiteY31" fmla="*/ 1998134 h 2870200"/>
              <a:gd name="connsiteX32" fmla="*/ 440266 w 4089400"/>
              <a:gd name="connsiteY32" fmla="*/ 1752600 h 2870200"/>
              <a:gd name="connsiteX33" fmla="*/ 465666 w 4089400"/>
              <a:gd name="connsiteY33" fmla="*/ 1651000 h 2870200"/>
              <a:gd name="connsiteX34" fmla="*/ 491066 w 4089400"/>
              <a:gd name="connsiteY34" fmla="*/ 1710267 h 2870200"/>
              <a:gd name="connsiteX35" fmla="*/ 499533 w 4089400"/>
              <a:gd name="connsiteY35" fmla="*/ 1735667 h 2870200"/>
              <a:gd name="connsiteX36" fmla="*/ 533400 w 4089400"/>
              <a:gd name="connsiteY36" fmla="*/ 1820334 h 2870200"/>
              <a:gd name="connsiteX37" fmla="*/ 558800 w 4089400"/>
              <a:gd name="connsiteY37" fmla="*/ 1938867 h 2870200"/>
              <a:gd name="connsiteX38" fmla="*/ 575733 w 4089400"/>
              <a:gd name="connsiteY38" fmla="*/ 1998134 h 2870200"/>
              <a:gd name="connsiteX39" fmla="*/ 592666 w 4089400"/>
              <a:gd name="connsiteY39" fmla="*/ 2023534 h 2870200"/>
              <a:gd name="connsiteX40" fmla="*/ 618066 w 4089400"/>
              <a:gd name="connsiteY40" fmla="*/ 1786467 h 2870200"/>
              <a:gd name="connsiteX41" fmla="*/ 626533 w 4089400"/>
              <a:gd name="connsiteY41" fmla="*/ 1744134 h 2870200"/>
              <a:gd name="connsiteX42" fmla="*/ 643466 w 4089400"/>
              <a:gd name="connsiteY42" fmla="*/ 1718734 h 2870200"/>
              <a:gd name="connsiteX43" fmla="*/ 660400 w 4089400"/>
              <a:gd name="connsiteY43" fmla="*/ 1617134 h 2870200"/>
              <a:gd name="connsiteX44" fmla="*/ 677333 w 4089400"/>
              <a:gd name="connsiteY44" fmla="*/ 1557867 h 2870200"/>
              <a:gd name="connsiteX45" fmla="*/ 685800 w 4089400"/>
              <a:gd name="connsiteY45" fmla="*/ 1524000 h 2870200"/>
              <a:gd name="connsiteX46" fmla="*/ 702733 w 4089400"/>
              <a:gd name="connsiteY46" fmla="*/ 1312334 h 2870200"/>
              <a:gd name="connsiteX47" fmla="*/ 719666 w 4089400"/>
              <a:gd name="connsiteY47" fmla="*/ 1380067 h 2870200"/>
              <a:gd name="connsiteX48" fmla="*/ 736600 w 4089400"/>
              <a:gd name="connsiteY48" fmla="*/ 1532467 h 2870200"/>
              <a:gd name="connsiteX49" fmla="*/ 753533 w 4089400"/>
              <a:gd name="connsiteY49" fmla="*/ 1566334 h 2870200"/>
              <a:gd name="connsiteX50" fmla="*/ 778933 w 4089400"/>
              <a:gd name="connsiteY50" fmla="*/ 1456267 h 2870200"/>
              <a:gd name="connsiteX51" fmla="*/ 795866 w 4089400"/>
              <a:gd name="connsiteY51" fmla="*/ 1430867 h 2870200"/>
              <a:gd name="connsiteX52" fmla="*/ 829733 w 4089400"/>
              <a:gd name="connsiteY52" fmla="*/ 1388534 h 2870200"/>
              <a:gd name="connsiteX53" fmla="*/ 838200 w 4089400"/>
              <a:gd name="connsiteY53" fmla="*/ 1498600 h 2870200"/>
              <a:gd name="connsiteX54" fmla="*/ 863600 w 4089400"/>
              <a:gd name="connsiteY54" fmla="*/ 1811867 h 2870200"/>
              <a:gd name="connsiteX55" fmla="*/ 872066 w 4089400"/>
              <a:gd name="connsiteY55" fmla="*/ 1642534 h 2870200"/>
              <a:gd name="connsiteX56" fmla="*/ 897466 w 4089400"/>
              <a:gd name="connsiteY56" fmla="*/ 1583267 h 2870200"/>
              <a:gd name="connsiteX57" fmla="*/ 905933 w 4089400"/>
              <a:gd name="connsiteY57" fmla="*/ 1557867 h 2870200"/>
              <a:gd name="connsiteX58" fmla="*/ 914400 w 4089400"/>
              <a:gd name="connsiteY58" fmla="*/ 2006600 h 2870200"/>
              <a:gd name="connsiteX59" fmla="*/ 939800 w 4089400"/>
              <a:gd name="connsiteY59" fmla="*/ 2116667 h 2870200"/>
              <a:gd name="connsiteX60" fmla="*/ 948266 w 4089400"/>
              <a:gd name="connsiteY60" fmla="*/ 1828800 h 2870200"/>
              <a:gd name="connsiteX61" fmla="*/ 965200 w 4089400"/>
              <a:gd name="connsiteY61" fmla="*/ 1794934 h 2870200"/>
              <a:gd name="connsiteX62" fmla="*/ 973666 w 4089400"/>
              <a:gd name="connsiteY62" fmla="*/ 1761067 h 2870200"/>
              <a:gd name="connsiteX63" fmla="*/ 990600 w 4089400"/>
              <a:gd name="connsiteY63" fmla="*/ 1871134 h 2870200"/>
              <a:gd name="connsiteX64" fmla="*/ 1007533 w 4089400"/>
              <a:gd name="connsiteY64" fmla="*/ 1947334 h 2870200"/>
              <a:gd name="connsiteX65" fmla="*/ 1024466 w 4089400"/>
              <a:gd name="connsiteY65" fmla="*/ 2040467 h 2870200"/>
              <a:gd name="connsiteX66" fmla="*/ 1049866 w 4089400"/>
              <a:gd name="connsiteY66" fmla="*/ 2108200 h 2870200"/>
              <a:gd name="connsiteX67" fmla="*/ 1058333 w 4089400"/>
              <a:gd name="connsiteY67" fmla="*/ 2150534 h 2870200"/>
              <a:gd name="connsiteX68" fmla="*/ 1100666 w 4089400"/>
              <a:gd name="connsiteY68" fmla="*/ 2209800 h 2870200"/>
              <a:gd name="connsiteX69" fmla="*/ 1109133 w 4089400"/>
              <a:gd name="connsiteY69" fmla="*/ 2108200 h 2870200"/>
              <a:gd name="connsiteX70" fmla="*/ 1159933 w 4089400"/>
              <a:gd name="connsiteY70" fmla="*/ 1989667 h 2870200"/>
              <a:gd name="connsiteX71" fmla="*/ 1210733 w 4089400"/>
              <a:gd name="connsiteY71" fmla="*/ 1913467 h 2870200"/>
              <a:gd name="connsiteX72" fmla="*/ 1219200 w 4089400"/>
              <a:gd name="connsiteY72" fmla="*/ 2167467 h 2870200"/>
              <a:gd name="connsiteX73" fmla="*/ 1236133 w 4089400"/>
              <a:gd name="connsiteY73" fmla="*/ 2082800 h 2870200"/>
              <a:gd name="connsiteX74" fmla="*/ 1244600 w 4089400"/>
              <a:gd name="connsiteY74" fmla="*/ 2015067 h 2870200"/>
              <a:gd name="connsiteX75" fmla="*/ 1286933 w 4089400"/>
              <a:gd name="connsiteY75" fmla="*/ 1854200 h 2870200"/>
              <a:gd name="connsiteX76" fmla="*/ 1295400 w 4089400"/>
              <a:gd name="connsiteY76" fmla="*/ 1803400 h 2870200"/>
              <a:gd name="connsiteX77" fmla="*/ 1320800 w 4089400"/>
              <a:gd name="connsiteY77" fmla="*/ 1701800 h 2870200"/>
              <a:gd name="connsiteX78" fmla="*/ 1346200 w 4089400"/>
              <a:gd name="connsiteY78" fmla="*/ 1718734 h 2870200"/>
              <a:gd name="connsiteX79" fmla="*/ 1354666 w 4089400"/>
              <a:gd name="connsiteY79" fmla="*/ 1744134 h 2870200"/>
              <a:gd name="connsiteX80" fmla="*/ 1380066 w 4089400"/>
              <a:gd name="connsiteY80" fmla="*/ 1828800 h 2870200"/>
              <a:gd name="connsiteX81" fmla="*/ 1397000 w 4089400"/>
              <a:gd name="connsiteY81" fmla="*/ 1879600 h 2870200"/>
              <a:gd name="connsiteX82" fmla="*/ 1405466 w 4089400"/>
              <a:gd name="connsiteY82" fmla="*/ 1913467 h 2870200"/>
              <a:gd name="connsiteX83" fmla="*/ 1430866 w 4089400"/>
              <a:gd name="connsiteY83" fmla="*/ 1947334 h 2870200"/>
              <a:gd name="connsiteX84" fmla="*/ 1447800 w 4089400"/>
              <a:gd name="connsiteY84" fmla="*/ 1938867 h 2870200"/>
              <a:gd name="connsiteX85" fmla="*/ 1490133 w 4089400"/>
              <a:gd name="connsiteY85" fmla="*/ 1803400 h 2870200"/>
              <a:gd name="connsiteX86" fmla="*/ 1549400 w 4089400"/>
              <a:gd name="connsiteY86" fmla="*/ 1651000 h 2870200"/>
              <a:gd name="connsiteX87" fmla="*/ 1557866 w 4089400"/>
              <a:gd name="connsiteY87" fmla="*/ 1591734 h 2870200"/>
              <a:gd name="connsiteX88" fmla="*/ 1574800 w 4089400"/>
              <a:gd name="connsiteY88" fmla="*/ 1566334 h 2870200"/>
              <a:gd name="connsiteX89" fmla="*/ 1583266 w 4089400"/>
              <a:gd name="connsiteY89" fmla="*/ 1524000 h 2870200"/>
              <a:gd name="connsiteX90" fmla="*/ 1591733 w 4089400"/>
              <a:gd name="connsiteY90" fmla="*/ 1498600 h 2870200"/>
              <a:gd name="connsiteX91" fmla="*/ 1608666 w 4089400"/>
              <a:gd name="connsiteY91" fmla="*/ 1524000 h 2870200"/>
              <a:gd name="connsiteX92" fmla="*/ 1634066 w 4089400"/>
              <a:gd name="connsiteY92" fmla="*/ 1490134 h 2870200"/>
              <a:gd name="connsiteX93" fmla="*/ 1659466 w 4089400"/>
              <a:gd name="connsiteY93" fmla="*/ 1388534 h 2870200"/>
              <a:gd name="connsiteX94" fmla="*/ 1718733 w 4089400"/>
              <a:gd name="connsiteY94" fmla="*/ 1286934 h 2870200"/>
              <a:gd name="connsiteX95" fmla="*/ 1769533 w 4089400"/>
              <a:gd name="connsiteY95" fmla="*/ 1176867 h 2870200"/>
              <a:gd name="connsiteX96" fmla="*/ 1794933 w 4089400"/>
              <a:gd name="connsiteY96" fmla="*/ 1202267 h 2870200"/>
              <a:gd name="connsiteX97" fmla="*/ 1803400 w 4089400"/>
              <a:gd name="connsiteY97" fmla="*/ 1227667 h 2870200"/>
              <a:gd name="connsiteX98" fmla="*/ 1820333 w 4089400"/>
              <a:gd name="connsiteY98" fmla="*/ 1261534 h 2870200"/>
              <a:gd name="connsiteX99" fmla="*/ 1862666 w 4089400"/>
              <a:gd name="connsiteY99" fmla="*/ 1422400 h 2870200"/>
              <a:gd name="connsiteX100" fmla="*/ 1913466 w 4089400"/>
              <a:gd name="connsiteY100" fmla="*/ 1600200 h 2870200"/>
              <a:gd name="connsiteX101" fmla="*/ 1964266 w 4089400"/>
              <a:gd name="connsiteY101" fmla="*/ 1744134 h 2870200"/>
              <a:gd name="connsiteX102" fmla="*/ 1981200 w 4089400"/>
              <a:gd name="connsiteY102" fmla="*/ 1498600 h 2870200"/>
              <a:gd name="connsiteX103" fmla="*/ 1998133 w 4089400"/>
              <a:gd name="connsiteY103" fmla="*/ 1464734 h 2870200"/>
              <a:gd name="connsiteX104" fmla="*/ 2006600 w 4089400"/>
              <a:gd name="connsiteY104" fmla="*/ 1439334 h 2870200"/>
              <a:gd name="connsiteX105" fmla="*/ 2057400 w 4089400"/>
              <a:gd name="connsiteY105" fmla="*/ 2032000 h 2870200"/>
              <a:gd name="connsiteX106" fmla="*/ 2065866 w 4089400"/>
              <a:gd name="connsiteY106" fmla="*/ 2150534 h 2870200"/>
              <a:gd name="connsiteX107" fmla="*/ 2074333 w 4089400"/>
              <a:gd name="connsiteY107" fmla="*/ 2489200 h 2870200"/>
              <a:gd name="connsiteX108" fmla="*/ 2108200 w 4089400"/>
              <a:gd name="connsiteY108" fmla="*/ 2421467 h 2870200"/>
              <a:gd name="connsiteX109" fmla="*/ 2150533 w 4089400"/>
              <a:gd name="connsiteY109" fmla="*/ 2319867 h 2870200"/>
              <a:gd name="connsiteX110" fmla="*/ 2175933 w 4089400"/>
              <a:gd name="connsiteY110" fmla="*/ 2286000 h 2870200"/>
              <a:gd name="connsiteX111" fmla="*/ 2209800 w 4089400"/>
              <a:gd name="connsiteY111" fmla="*/ 2235200 h 2870200"/>
              <a:gd name="connsiteX112" fmla="*/ 2226733 w 4089400"/>
              <a:gd name="connsiteY112" fmla="*/ 2514600 h 2870200"/>
              <a:gd name="connsiteX113" fmla="*/ 2252133 w 4089400"/>
              <a:gd name="connsiteY113" fmla="*/ 2565400 h 2870200"/>
              <a:gd name="connsiteX114" fmla="*/ 2260600 w 4089400"/>
              <a:gd name="connsiteY114" fmla="*/ 2489200 h 2870200"/>
              <a:gd name="connsiteX115" fmla="*/ 2277533 w 4089400"/>
              <a:gd name="connsiteY115" fmla="*/ 2421467 h 2870200"/>
              <a:gd name="connsiteX116" fmla="*/ 2286000 w 4089400"/>
              <a:gd name="connsiteY116" fmla="*/ 1718734 h 2870200"/>
              <a:gd name="connsiteX117" fmla="*/ 2311400 w 4089400"/>
              <a:gd name="connsiteY117" fmla="*/ 1811867 h 2870200"/>
              <a:gd name="connsiteX118" fmla="*/ 2336800 w 4089400"/>
              <a:gd name="connsiteY118" fmla="*/ 1871134 h 2870200"/>
              <a:gd name="connsiteX119" fmla="*/ 2362200 w 4089400"/>
              <a:gd name="connsiteY119" fmla="*/ 1938867 h 2870200"/>
              <a:gd name="connsiteX120" fmla="*/ 2370666 w 4089400"/>
              <a:gd name="connsiteY120" fmla="*/ 1972734 h 2870200"/>
              <a:gd name="connsiteX121" fmla="*/ 2379133 w 4089400"/>
              <a:gd name="connsiteY121" fmla="*/ 1574800 h 2870200"/>
              <a:gd name="connsiteX122" fmla="*/ 2404533 w 4089400"/>
              <a:gd name="connsiteY122" fmla="*/ 1236134 h 2870200"/>
              <a:gd name="connsiteX123" fmla="*/ 2421466 w 4089400"/>
              <a:gd name="connsiteY123" fmla="*/ 1092200 h 2870200"/>
              <a:gd name="connsiteX124" fmla="*/ 2429933 w 4089400"/>
              <a:gd name="connsiteY124" fmla="*/ 1066800 h 2870200"/>
              <a:gd name="connsiteX125" fmla="*/ 2438400 w 4089400"/>
              <a:gd name="connsiteY125" fmla="*/ 1092200 h 2870200"/>
              <a:gd name="connsiteX126" fmla="*/ 2455333 w 4089400"/>
              <a:gd name="connsiteY126" fmla="*/ 1117600 h 2870200"/>
              <a:gd name="connsiteX127" fmla="*/ 2463800 w 4089400"/>
              <a:gd name="connsiteY127" fmla="*/ 1227667 h 2870200"/>
              <a:gd name="connsiteX128" fmla="*/ 2489200 w 4089400"/>
              <a:gd name="connsiteY128" fmla="*/ 753534 h 2870200"/>
              <a:gd name="connsiteX129" fmla="*/ 2506133 w 4089400"/>
              <a:gd name="connsiteY129" fmla="*/ 685800 h 2870200"/>
              <a:gd name="connsiteX130" fmla="*/ 2514600 w 4089400"/>
              <a:gd name="connsiteY130" fmla="*/ 609600 h 2870200"/>
              <a:gd name="connsiteX131" fmla="*/ 2523066 w 4089400"/>
              <a:gd name="connsiteY131" fmla="*/ 558800 h 2870200"/>
              <a:gd name="connsiteX132" fmla="*/ 2540000 w 4089400"/>
              <a:gd name="connsiteY132" fmla="*/ 584200 h 2870200"/>
              <a:gd name="connsiteX133" fmla="*/ 2548466 w 4089400"/>
              <a:gd name="connsiteY133" fmla="*/ 778934 h 2870200"/>
              <a:gd name="connsiteX134" fmla="*/ 2590800 w 4089400"/>
              <a:gd name="connsiteY134" fmla="*/ 914400 h 2870200"/>
              <a:gd name="connsiteX135" fmla="*/ 2607733 w 4089400"/>
              <a:gd name="connsiteY135" fmla="*/ 973667 h 2870200"/>
              <a:gd name="connsiteX136" fmla="*/ 2624666 w 4089400"/>
              <a:gd name="connsiteY136" fmla="*/ 812800 h 2870200"/>
              <a:gd name="connsiteX137" fmla="*/ 2641600 w 4089400"/>
              <a:gd name="connsiteY137" fmla="*/ 694267 h 2870200"/>
              <a:gd name="connsiteX138" fmla="*/ 2667000 w 4089400"/>
              <a:gd name="connsiteY138" fmla="*/ 558800 h 2870200"/>
              <a:gd name="connsiteX139" fmla="*/ 2692400 w 4089400"/>
              <a:gd name="connsiteY139" fmla="*/ 321734 h 2870200"/>
              <a:gd name="connsiteX140" fmla="*/ 2709333 w 4089400"/>
              <a:gd name="connsiteY140" fmla="*/ 1058334 h 2870200"/>
              <a:gd name="connsiteX141" fmla="*/ 2735730 w 4089400"/>
              <a:gd name="connsiteY141" fmla="*/ 1023969 h 2870200"/>
              <a:gd name="connsiteX142" fmla="*/ 2785533 w 4089400"/>
              <a:gd name="connsiteY142" fmla="*/ 905934 h 2870200"/>
              <a:gd name="connsiteX143" fmla="*/ 2819400 w 4089400"/>
              <a:gd name="connsiteY143" fmla="*/ 855134 h 2870200"/>
              <a:gd name="connsiteX144" fmla="*/ 2844800 w 4089400"/>
              <a:gd name="connsiteY144" fmla="*/ 1422400 h 2870200"/>
              <a:gd name="connsiteX145" fmla="*/ 2853266 w 4089400"/>
              <a:gd name="connsiteY145" fmla="*/ 1388534 h 2870200"/>
              <a:gd name="connsiteX146" fmla="*/ 2870200 w 4089400"/>
              <a:gd name="connsiteY146" fmla="*/ 1363134 h 2870200"/>
              <a:gd name="connsiteX147" fmla="*/ 2895600 w 4089400"/>
              <a:gd name="connsiteY147" fmla="*/ 1278467 h 2870200"/>
              <a:gd name="connsiteX148" fmla="*/ 2912533 w 4089400"/>
              <a:gd name="connsiteY148" fmla="*/ 1320800 h 2870200"/>
              <a:gd name="connsiteX149" fmla="*/ 2929466 w 4089400"/>
              <a:gd name="connsiteY149" fmla="*/ 1388534 h 2870200"/>
              <a:gd name="connsiteX150" fmla="*/ 2946400 w 4089400"/>
              <a:gd name="connsiteY150" fmla="*/ 1422400 h 2870200"/>
              <a:gd name="connsiteX151" fmla="*/ 2988733 w 4089400"/>
              <a:gd name="connsiteY151" fmla="*/ 1540934 h 2870200"/>
              <a:gd name="connsiteX152" fmla="*/ 3005666 w 4089400"/>
              <a:gd name="connsiteY152" fmla="*/ 1566334 h 2870200"/>
              <a:gd name="connsiteX153" fmla="*/ 3039533 w 4089400"/>
              <a:gd name="connsiteY153" fmla="*/ 1718734 h 2870200"/>
              <a:gd name="connsiteX154" fmla="*/ 3064933 w 4089400"/>
              <a:gd name="connsiteY154" fmla="*/ 1761067 h 2870200"/>
              <a:gd name="connsiteX155" fmla="*/ 3098800 w 4089400"/>
              <a:gd name="connsiteY155" fmla="*/ 1879600 h 2870200"/>
              <a:gd name="connsiteX156" fmla="*/ 3090333 w 4089400"/>
              <a:gd name="connsiteY156" fmla="*/ 1913467 h 2870200"/>
              <a:gd name="connsiteX157" fmla="*/ 3102783 w 4089400"/>
              <a:gd name="connsiteY157" fmla="*/ 1901016 h 2870200"/>
              <a:gd name="connsiteX158" fmla="*/ 3081866 w 4089400"/>
              <a:gd name="connsiteY158" fmla="*/ 1888067 h 2870200"/>
              <a:gd name="connsiteX159" fmla="*/ 3107266 w 4089400"/>
              <a:gd name="connsiteY159" fmla="*/ 1871134 h 2870200"/>
              <a:gd name="connsiteX160" fmla="*/ 3115733 w 4089400"/>
              <a:gd name="connsiteY160" fmla="*/ 1769534 h 2870200"/>
              <a:gd name="connsiteX161" fmla="*/ 3132666 w 4089400"/>
              <a:gd name="connsiteY161" fmla="*/ 1710267 h 2870200"/>
              <a:gd name="connsiteX162" fmla="*/ 3141133 w 4089400"/>
              <a:gd name="connsiteY162" fmla="*/ 1684867 h 2870200"/>
              <a:gd name="connsiteX163" fmla="*/ 3166533 w 4089400"/>
              <a:gd name="connsiteY163" fmla="*/ 1676400 h 2870200"/>
              <a:gd name="connsiteX164" fmla="*/ 3175000 w 4089400"/>
              <a:gd name="connsiteY164" fmla="*/ 2006600 h 2870200"/>
              <a:gd name="connsiteX165" fmla="*/ 3183466 w 4089400"/>
              <a:gd name="connsiteY165" fmla="*/ 2048934 h 2870200"/>
              <a:gd name="connsiteX166" fmla="*/ 3191933 w 4089400"/>
              <a:gd name="connsiteY166" fmla="*/ 2099734 h 2870200"/>
              <a:gd name="connsiteX167" fmla="*/ 3208866 w 4089400"/>
              <a:gd name="connsiteY167" fmla="*/ 2048934 h 2870200"/>
              <a:gd name="connsiteX168" fmla="*/ 3217333 w 4089400"/>
              <a:gd name="connsiteY168" fmla="*/ 1998134 h 2870200"/>
              <a:gd name="connsiteX169" fmla="*/ 3251200 w 4089400"/>
              <a:gd name="connsiteY169" fmla="*/ 2353734 h 2870200"/>
              <a:gd name="connsiteX170" fmla="*/ 3276600 w 4089400"/>
              <a:gd name="connsiteY170" fmla="*/ 2387600 h 2870200"/>
              <a:gd name="connsiteX171" fmla="*/ 3285066 w 4089400"/>
              <a:gd name="connsiteY171" fmla="*/ 2497667 h 2870200"/>
              <a:gd name="connsiteX172" fmla="*/ 3302000 w 4089400"/>
              <a:gd name="connsiteY172" fmla="*/ 2531534 h 2870200"/>
              <a:gd name="connsiteX173" fmla="*/ 3318933 w 4089400"/>
              <a:gd name="connsiteY173" fmla="*/ 2599267 h 2870200"/>
              <a:gd name="connsiteX174" fmla="*/ 3344333 w 4089400"/>
              <a:gd name="connsiteY174" fmla="*/ 2667000 h 2870200"/>
              <a:gd name="connsiteX175" fmla="*/ 3386666 w 4089400"/>
              <a:gd name="connsiteY175" fmla="*/ 2810934 h 2870200"/>
              <a:gd name="connsiteX176" fmla="*/ 3412066 w 4089400"/>
              <a:gd name="connsiteY176" fmla="*/ 2870200 h 2870200"/>
              <a:gd name="connsiteX177" fmla="*/ 3437466 w 4089400"/>
              <a:gd name="connsiteY177" fmla="*/ 1828800 h 2870200"/>
              <a:gd name="connsiteX178" fmla="*/ 3436968 w 4089400"/>
              <a:gd name="connsiteY178" fmla="*/ 2090271 h 2870200"/>
              <a:gd name="connsiteX179" fmla="*/ 3462866 w 4089400"/>
              <a:gd name="connsiteY179" fmla="*/ 1735667 h 2870200"/>
              <a:gd name="connsiteX180" fmla="*/ 3488266 w 4089400"/>
              <a:gd name="connsiteY180" fmla="*/ 1651000 h 2870200"/>
              <a:gd name="connsiteX181" fmla="*/ 3496733 w 4089400"/>
              <a:gd name="connsiteY181" fmla="*/ 1701800 h 2870200"/>
              <a:gd name="connsiteX182" fmla="*/ 3500717 w 4089400"/>
              <a:gd name="connsiteY182" fmla="*/ 1875118 h 2870200"/>
              <a:gd name="connsiteX183" fmla="*/ 3522133 w 4089400"/>
              <a:gd name="connsiteY183" fmla="*/ 1752600 h 2870200"/>
              <a:gd name="connsiteX184" fmla="*/ 3530600 w 4089400"/>
              <a:gd name="connsiteY184" fmla="*/ 1693334 h 2870200"/>
              <a:gd name="connsiteX185" fmla="*/ 3572933 w 4089400"/>
              <a:gd name="connsiteY185" fmla="*/ 1608667 h 2870200"/>
              <a:gd name="connsiteX186" fmla="*/ 3589866 w 4089400"/>
              <a:gd name="connsiteY186" fmla="*/ 1566334 h 2870200"/>
              <a:gd name="connsiteX187" fmla="*/ 3632200 w 4089400"/>
              <a:gd name="connsiteY187" fmla="*/ 1464734 h 2870200"/>
              <a:gd name="connsiteX188" fmla="*/ 3636184 w 4089400"/>
              <a:gd name="connsiteY188" fmla="*/ 1373094 h 2870200"/>
              <a:gd name="connsiteX189" fmla="*/ 3657600 w 4089400"/>
              <a:gd name="connsiteY189" fmla="*/ 1363134 h 2870200"/>
              <a:gd name="connsiteX190" fmla="*/ 3674533 w 4089400"/>
              <a:gd name="connsiteY190" fmla="*/ 1320800 h 2870200"/>
              <a:gd name="connsiteX191" fmla="*/ 3669553 w 4089400"/>
              <a:gd name="connsiteY191" fmla="*/ 1151964 h 2870200"/>
              <a:gd name="connsiteX192" fmla="*/ 3716866 w 4089400"/>
              <a:gd name="connsiteY192" fmla="*/ 1227667 h 2870200"/>
              <a:gd name="connsiteX193" fmla="*/ 3725333 w 4089400"/>
              <a:gd name="connsiteY193" fmla="*/ 1176867 h 2870200"/>
              <a:gd name="connsiteX194" fmla="*/ 3742266 w 4089400"/>
              <a:gd name="connsiteY194" fmla="*/ 1126067 h 2870200"/>
              <a:gd name="connsiteX195" fmla="*/ 3750733 w 4089400"/>
              <a:gd name="connsiteY195" fmla="*/ 1058334 h 2870200"/>
              <a:gd name="connsiteX196" fmla="*/ 3759200 w 4089400"/>
              <a:gd name="connsiteY196" fmla="*/ 1270000 h 2870200"/>
              <a:gd name="connsiteX197" fmla="*/ 3788048 w 4089400"/>
              <a:gd name="connsiteY197" fmla="*/ 678606 h 2870200"/>
              <a:gd name="connsiteX198" fmla="*/ 3793066 w 4089400"/>
              <a:gd name="connsiteY198" fmla="*/ 558800 h 2870200"/>
              <a:gd name="connsiteX199" fmla="*/ 3810000 w 4089400"/>
              <a:gd name="connsiteY199" fmla="*/ 482600 h 2870200"/>
              <a:gd name="connsiteX200" fmla="*/ 3818466 w 4089400"/>
              <a:gd name="connsiteY200" fmla="*/ 533400 h 2870200"/>
              <a:gd name="connsiteX201" fmla="*/ 3835400 w 4089400"/>
              <a:gd name="connsiteY201" fmla="*/ 660400 h 2870200"/>
              <a:gd name="connsiteX202" fmla="*/ 3843866 w 4089400"/>
              <a:gd name="connsiteY202" fmla="*/ 702734 h 2870200"/>
              <a:gd name="connsiteX203" fmla="*/ 3860800 w 4089400"/>
              <a:gd name="connsiteY203" fmla="*/ 736600 h 2870200"/>
              <a:gd name="connsiteX204" fmla="*/ 3877733 w 4089400"/>
              <a:gd name="connsiteY204" fmla="*/ 702734 h 2870200"/>
              <a:gd name="connsiteX205" fmla="*/ 3937000 w 4089400"/>
              <a:gd name="connsiteY205" fmla="*/ 482600 h 2870200"/>
              <a:gd name="connsiteX206" fmla="*/ 3953933 w 4089400"/>
              <a:gd name="connsiteY206" fmla="*/ 457200 h 2870200"/>
              <a:gd name="connsiteX207" fmla="*/ 3979333 w 4089400"/>
              <a:gd name="connsiteY207" fmla="*/ 177800 h 2870200"/>
              <a:gd name="connsiteX208" fmla="*/ 4004733 w 4089400"/>
              <a:gd name="connsiteY208" fmla="*/ 135467 h 2870200"/>
              <a:gd name="connsiteX209" fmla="*/ 4013200 w 4089400"/>
              <a:gd name="connsiteY209" fmla="*/ 101600 h 2870200"/>
              <a:gd name="connsiteX210" fmla="*/ 4021666 w 4089400"/>
              <a:gd name="connsiteY210" fmla="*/ 76200 h 2870200"/>
              <a:gd name="connsiteX211" fmla="*/ 4030133 w 4089400"/>
              <a:gd name="connsiteY211" fmla="*/ 110067 h 2870200"/>
              <a:gd name="connsiteX212" fmla="*/ 4047066 w 4089400"/>
              <a:gd name="connsiteY212" fmla="*/ 160867 h 2870200"/>
              <a:gd name="connsiteX213" fmla="*/ 4089400 w 4089400"/>
              <a:gd name="connsiteY213" fmla="*/ 0 h 2870200"/>
              <a:gd name="connsiteX0" fmla="*/ 0 w 4089400"/>
              <a:gd name="connsiteY0" fmla="*/ 702734 h 2870200"/>
              <a:gd name="connsiteX1" fmla="*/ 8466 w 4089400"/>
              <a:gd name="connsiteY1" fmla="*/ 643467 h 2870200"/>
              <a:gd name="connsiteX2" fmla="*/ 25400 w 4089400"/>
              <a:gd name="connsiteY2" fmla="*/ 626534 h 2870200"/>
              <a:gd name="connsiteX3" fmla="*/ 33866 w 4089400"/>
              <a:gd name="connsiteY3" fmla="*/ 592667 h 2870200"/>
              <a:gd name="connsiteX4" fmla="*/ 42333 w 4089400"/>
              <a:gd name="connsiteY4" fmla="*/ 567267 h 2870200"/>
              <a:gd name="connsiteX5" fmla="*/ 42333 w 4089400"/>
              <a:gd name="connsiteY5" fmla="*/ 821267 h 2870200"/>
              <a:gd name="connsiteX6" fmla="*/ 21415 w 4089400"/>
              <a:gd name="connsiteY6" fmla="*/ 1068793 h 2870200"/>
              <a:gd name="connsiteX7" fmla="*/ 25400 w 4089400"/>
              <a:gd name="connsiteY7" fmla="*/ 1354667 h 2870200"/>
              <a:gd name="connsiteX8" fmla="*/ 33866 w 4089400"/>
              <a:gd name="connsiteY8" fmla="*/ 1329267 h 2870200"/>
              <a:gd name="connsiteX9" fmla="*/ 42333 w 4089400"/>
              <a:gd name="connsiteY9" fmla="*/ 1286934 h 2870200"/>
              <a:gd name="connsiteX10" fmla="*/ 59266 w 4089400"/>
              <a:gd name="connsiteY10" fmla="*/ 1253067 h 2870200"/>
              <a:gd name="connsiteX11" fmla="*/ 76200 w 4089400"/>
              <a:gd name="connsiteY11" fmla="*/ 1202267 h 2870200"/>
              <a:gd name="connsiteX12" fmla="*/ 84666 w 4089400"/>
              <a:gd name="connsiteY12" fmla="*/ 1176867 h 2870200"/>
              <a:gd name="connsiteX13" fmla="*/ 101600 w 4089400"/>
              <a:gd name="connsiteY13" fmla="*/ 1143000 h 2870200"/>
              <a:gd name="connsiteX14" fmla="*/ 110066 w 4089400"/>
              <a:gd name="connsiteY14" fmla="*/ 1100667 h 2870200"/>
              <a:gd name="connsiteX15" fmla="*/ 135466 w 4089400"/>
              <a:gd name="connsiteY15" fmla="*/ 1032934 h 2870200"/>
              <a:gd name="connsiteX16" fmla="*/ 143933 w 4089400"/>
              <a:gd name="connsiteY16" fmla="*/ 999067 h 2870200"/>
              <a:gd name="connsiteX17" fmla="*/ 160866 w 4089400"/>
              <a:gd name="connsiteY17" fmla="*/ 948267 h 2870200"/>
              <a:gd name="connsiteX18" fmla="*/ 177800 w 4089400"/>
              <a:gd name="connsiteY18" fmla="*/ 1134534 h 2870200"/>
              <a:gd name="connsiteX19" fmla="*/ 194733 w 4089400"/>
              <a:gd name="connsiteY19" fmla="*/ 1464734 h 2870200"/>
              <a:gd name="connsiteX20" fmla="*/ 228600 w 4089400"/>
              <a:gd name="connsiteY20" fmla="*/ 1397000 h 2870200"/>
              <a:gd name="connsiteX21" fmla="*/ 254000 w 4089400"/>
              <a:gd name="connsiteY21" fmla="*/ 1363134 h 2870200"/>
              <a:gd name="connsiteX22" fmla="*/ 262466 w 4089400"/>
              <a:gd name="connsiteY22" fmla="*/ 1337734 h 2870200"/>
              <a:gd name="connsiteX23" fmla="*/ 279400 w 4089400"/>
              <a:gd name="connsiteY23" fmla="*/ 1371600 h 2870200"/>
              <a:gd name="connsiteX24" fmla="*/ 287866 w 4089400"/>
              <a:gd name="connsiteY24" fmla="*/ 2243667 h 2870200"/>
              <a:gd name="connsiteX25" fmla="*/ 313266 w 4089400"/>
              <a:gd name="connsiteY25" fmla="*/ 2201334 h 2870200"/>
              <a:gd name="connsiteX26" fmla="*/ 321733 w 4089400"/>
              <a:gd name="connsiteY26" fmla="*/ 2150534 h 2870200"/>
              <a:gd name="connsiteX27" fmla="*/ 346635 w 4089400"/>
              <a:gd name="connsiteY27" fmla="*/ 2376146 h 2870200"/>
              <a:gd name="connsiteX28" fmla="*/ 364066 w 4089400"/>
              <a:gd name="connsiteY28" fmla="*/ 2082800 h 2870200"/>
              <a:gd name="connsiteX29" fmla="*/ 389965 w 4089400"/>
              <a:gd name="connsiteY29" fmla="*/ 1792444 h 2870200"/>
              <a:gd name="connsiteX30" fmla="*/ 397933 w 4089400"/>
              <a:gd name="connsiteY30" fmla="*/ 2032000 h 2870200"/>
              <a:gd name="connsiteX31" fmla="*/ 423333 w 4089400"/>
              <a:gd name="connsiteY31" fmla="*/ 1998134 h 2870200"/>
              <a:gd name="connsiteX32" fmla="*/ 440266 w 4089400"/>
              <a:gd name="connsiteY32" fmla="*/ 1752600 h 2870200"/>
              <a:gd name="connsiteX33" fmla="*/ 465666 w 4089400"/>
              <a:gd name="connsiteY33" fmla="*/ 1651000 h 2870200"/>
              <a:gd name="connsiteX34" fmla="*/ 491066 w 4089400"/>
              <a:gd name="connsiteY34" fmla="*/ 1710267 h 2870200"/>
              <a:gd name="connsiteX35" fmla="*/ 499533 w 4089400"/>
              <a:gd name="connsiteY35" fmla="*/ 1735667 h 2870200"/>
              <a:gd name="connsiteX36" fmla="*/ 533400 w 4089400"/>
              <a:gd name="connsiteY36" fmla="*/ 1820334 h 2870200"/>
              <a:gd name="connsiteX37" fmla="*/ 558800 w 4089400"/>
              <a:gd name="connsiteY37" fmla="*/ 1938867 h 2870200"/>
              <a:gd name="connsiteX38" fmla="*/ 575733 w 4089400"/>
              <a:gd name="connsiteY38" fmla="*/ 1998134 h 2870200"/>
              <a:gd name="connsiteX39" fmla="*/ 592666 w 4089400"/>
              <a:gd name="connsiteY39" fmla="*/ 2023534 h 2870200"/>
              <a:gd name="connsiteX40" fmla="*/ 618066 w 4089400"/>
              <a:gd name="connsiteY40" fmla="*/ 1786467 h 2870200"/>
              <a:gd name="connsiteX41" fmla="*/ 626533 w 4089400"/>
              <a:gd name="connsiteY41" fmla="*/ 1744134 h 2870200"/>
              <a:gd name="connsiteX42" fmla="*/ 643466 w 4089400"/>
              <a:gd name="connsiteY42" fmla="*/ 1718734 h 2870200"/>
              <a:gd name="connsiteX43" fmla="*/ 660400 w 4089400"/>
              <a:gd name="connsiteY43" fmla="*/ 1617134 h 2870200"/>
              <a:gd name="connsiteX44" fmla="*/ 677333 w 4089400"/>
              <a:gd name="connsiteY44" fmla="*/ 1557867 h 2870200"/>
              <a:gd name="connsiteX45" fmla="*/ 685800 w 4089400"/>
              <a:gd name="connsiteY45" fmla="*/ 1524000 h 2870200"/>
              <a:gd name="connsiteX46" fmla="*/ 702733 w 4089400"/>
              <a:gd name="connsiteY46" fmla="*/ 1312334 h 2870200"/>
              <a:gd name="connsiteX47" fmla="*/ 719666 w 4089400"/>
              <a:gd name="connsiteY47" fmla="*/ 1380067 h 2870200"/>
              <a:gd name="connsiteX48" fmla="*/ 736600 w 4089400"/>
              <a:gd name="connsiteY48" fmla="*/ 1532467 h 2870200"/>
              <a:gd name="connsiteX49" fmla="*/ 753533 w 4089400"/>
              <a:gd name="connsiteY49" fmla="*/ 1566334 h 2870200"/>
              <a:gd name="connsiteX50" fmla="*/ 778933 w 4089400"/>
              <a:gd name="connsiteY50" fmla="*/ 1456267 h 2870200"/>
              <a:gd name="connsiteX51" fmla="*/ 795866 w 4089400"/>
              <a:gd name="connsiteY51" fmla="*/ 1430867 h 2870200"/>
              <a:gd name="connsiteX52" fmla="*/ 829733 w 4089400"/>
              <a:gd name="connsiteY52" fmla="*/ 1388534 h 2870200"/>
              <a:gd name="connsiteX53" fmla="*/ 838200 w 4089400"/>
              <a:gd name="connsiteY53" fmla="*/ 1498600 h 2870200"/>
              <a:gd name="connsiteX54" fmla="*/ 863600 w 4089400"/>
              <a:gd name="connsiteY54" fmla="*/ 1811867 h 2870200"/>
              <a:gd name="connsiteX55" fmla="*/ 872066 w 4089400"/>
              <a:gd name="connsiteY55" fmla="*/ 1642534 h 2870200"/>
              <a:gd name="connsiteX56" fmla="*/ 897466 w 4089400"/>
              <a:gd name="connsiteY56" fmla="*/ 1583267 h 2870200"/>
              <a:gd name="connsiteX57" fmla="*/ 905933 w 4089400"/>
              <a:gd name="connsiteY57" fmla="*/ 1557867 h 2870200"/>
              <a:gd name="connsiteX58" fmla="*/ 914400 w 4089400"/>
              <a:gd name="connsiteY58" fmla="*/ 2006600 h 2870200"/>
              <a:gd name="connsiteX59" fmla="*/ 939800 w 4089400"/>
              <a:gd name="connsiteY59" fmla="*/ 2116667 h 2870200"/>
              <a:gd name="connsiteX60" fmla="*/ 948266 w 4089400"/>
              <a:gd name="connsiteY60" fmla="*/ 1828800 h 2870200"/>
              <a:gd name="connsiteX61" fmla="*/ 965200 w 4089400"/>
              <a:gd name="connsiteY61" fmla="*/ 1794934 h 2870200"/>
              <a:gd name="connsiteX62" fmla="*/ 973666 w 4089400"/>
              <a:gd name="connsiteY62" fmla="*/ 1761067 h 2870200"/>
              <a:gd name="connsiteX63" fmla="*/ 990600 w 4089400"/>
              <a:gd name="connsiteY63" fmla="*/ 1871134 h 2870200"/>
              <a:gd name="connsiteX64" fmla="*/ 1007533 w 4089400"/>
              <a:gd name="connsiteY64" fmla="*/ 1947334 h 2870200"/>
              <a:gd name="connsiteX65" fmla="*/ 1024466 w 4089400"/>
              <a:gd name="connsiteY65" fmla="*/ 2040467 h 2870200"/>
              <a:gd name="connsiteX66" fmla="*/ 1049866 w 4089400"/>
              <a:gd name="connsiteY66" fmla="*/ 2108200 h 2870200"/>
              <a:gd name="connsiteX67" fmla="*/ 1058333 w 4089400"/>
              <a:gd name="connsiteY67" fmla="*/ 2150534 h 2870200"/>
              <a:gd name="connsiteX68" fmla="*/ 1100666 w 4089400"/>
              <a:gd name="connsiteY68" fmla="*/ 2209800 h 2870200"/>
              <a:gd name="connsiteX69" fmla="*/ 1109133 w 4089400"/>
              <a:gd name="connsiteY69" fmla="*/ 2108200 h 2870200"/>
              <a:gd name="connsiteX70" fmla="*/ 1159933 w 4089400"/>
              <a:gd name="connsiteY70" fmla="*/ 1989667 h 2870200"/>
              <a:gd name="connsiteX71" fmla="*/ 1210733 w 4089400"/>
              <a:gd name="connsiteY71" fmla="*/ 1913467 h 2870200"/>
              <a:gd name="connsiteX72" fmla="*/ 1219200 w 4089400"/>
              <a:gd name="connsiteY72" fmla="*/ 2167467 h 2870200"/>
              <a:gd name="connsiteX73" fmla="*/ 1236133 w 4089400"/>
              <a:gd name="connsiteY73" fmla="*/ 2082800 h 2870200"/>
              <a:gd name="connsiteX74" fmla="*/ 1244600 w 4089400"/>
              <a:gd name="connsiteY74" fmla="*/ 2015067 h 2870200"/>
              <a:gd name="connsiteX75" fmla="*/ 1286933 w 4089400"/>
              <a:gd name="connsiteY75" fmla="*/ 1854200 h 2870200"/>
              <a:gd name="connsiteX76" fmla="*/ 1295400 w 4089400"/>
              <a:gd name="connsiteY76" fmla="*/ 1803400 h 2870200"/>
              <a:gd name="connsiteX77" fmla="*/ 1320800 w 4089400"/>
              <a:gd name="connsiteY77" fmla="*/ 1701800 h 2870200"/>
              <a:gd name="connsiteX78" fmla="*/ 1346200 w 4089400"/>
              <a:gd name="connsiteY78" fmla="*/ 1718734 h 2870200"/>
              <a:gd name="connsiteX79" fmla="*/ 1354666 w 4089400"/>
              <a:gd name="connsiteY79" fmla="*/ 1744134 h 2870200"/>
              <a:gd name="connsiteX80" fmla="*/ 1380066 w 4089400"/>
              <a:gd name="connsiteY80" fmla="*/ 1828800 h 2870200"/>
              <a:gd name="connsiteX81" fmla="*/ 1397000 w 4089400"/>
              <a:gd name="connsiteY81" fmla="*/ 1879600 h 2870200"/>
              <a:gd name="connsiteX82" fmla="*/ 1405466 w 4089400"/>
              <a:gd name="connsiteY82" fmla="*/ 1913467 h 2870200"/>
              <a:gd name="connsiteX83" fmla="*/ 1430866 w 4089400"/>
              <a:gd name="connsiteY83" fmla="*/ 1947334 h 2870200"/>
              <a:gd name="connsiteX84" fmla="*/ 1447800 w 4089400"/>
              <a:gd name="connsiteY84" fmla="*/ 1938867 h 2870200"/>
              <a:gd name="connsiteX85" fmla="*/ 1490133 w 4089400"/>
              <a:gd name="connsiteY85" fmla="*/ 1803400 h 2870200"/>
              <a:gd name="connsiteX86" fmla="*/ 1549400 w 4089400"/>
              <a:gd name="connsiteY86" fmla="*/ 1651000 h 2870200"/>
              <a:gd name="connsiteX87" fmla="*/ 1557866 w 4089400"/>
              <a:gd name="connsiteY87" fmla="*/ 1591734 h 2870200"/>
              <a:gd name="connsiteX88" fmla="*/ 1574800 w 4089400"/>
              <a:gd name="connsiteY88" fmla="*/ 1566334 h 2870200"/>
              <a:gd name="connsiteX89" fmla="*/ 1583266 w 4089400"/>
              <a:gd name="connsiteY89" fmla="*/ 1524000 h 2870200"/>
              <a:gd name="connsiteX90" fmla="*/ 1591733 w 4089400"/>
              <a:gd name="connsiteY90" fmla="*/ 1498600 h 2870200"/>
              <a:gd name="connsiteX91" fmla="*/ 1608666 w 4089400"/>
              <a:gd name="connsiteY91" fmla="*/ 1524000 h 2870200"/>
              <a:gd name="connsiteX92" fmla="*/ 1634066 w 4089400"/>
              <a:gd name="connsiteY92" fmla="*/ 1490134 h 2870200"/>
              <a:gd name="connsiteX93" fmla="*/ 1659466 w 4089400"/>
              <a:gd name="connsiteY93" fmla="*/ 1388534 h 2870200"/>
              <a:gd name="connsiteX94" fmla="*/ 1718733 w 4089400"/>
              <a:gd name="connsiteY94" fmla="*/ 1286934 h 2870200"/>
              <a:gd name="connsiteX95" fmla="*/ 1769533 w 4089400"/>
              <a:gd name="connsiteY95" fmla="*/ 1176867 h 2870200"/>
              <a:gd name="connsiteX96" fmla="*/ 1794933 w 4089400"/>
              <a:gd name="connsiteY96" fmla="*/ 1202267 h 2870200"/>
              <a:gd name="connsiteX97" fmla="*/ 1803400 w 4089400"/>
              <a:gd name="connsiteY97" fmla="*/ 1227667 h 2870200"/>
              <a:gd name="connsiteX98" fmla="*/ 1820333 w 4089400"/>
              <a:gd name="connsiteY98" fmla="*/ 1261534 h 2870200"/>
              <a:gd name="connsiteX99" fmla="*/ 1862666 w 4089400"/>
              <a:gd name="connsiteY99" fmla="*/ 1422400 h 2870200"/>
              <a:gd name="connsiteX100" fmla="*/ 1913466 w 4089400"/>
              <a:gd name="connsiteY100" fmla="*/ 1600200 h 2870200"/>
              <a:gd name="connsiteX101" fmla="*/ 1964266 w 4089400"/>
              <a:gd name="connsiteY101" fmla="*/ 1744134 h 2870200"/>
              <a:gd name="connsiteX102" fmla="*/ 1981200 w 4089400"/>
              <a:gd name="connsiteY102" fmla="*/ 1498600 h 2870200"/>
              <a:gd name="connsiteX103" fmla="*/ 1998133 w 4089400"/>
              <a:gd name="connsiteY103" fmla="*/ 1464734 h 2870200"/>
              <a:gd name="connsiteX104" fmla="*/ 2006600 w 4089400"/>
              <a:gd name="connsiteY104" fmla="*/ 1439334 h 2870200"/>
              <a:gd name="connsiteX105" fmla="*/ 2057400 w 4089400"/>
              <a:gd name="connsiteY105" fmla="*/ 2032000 h 2870200"/>
              <a:gd name="connsiteX106" fmla="*/ 2065866 w 4089400"/>
              <a:gd name="connsiteY106" fmla="*/ 2150534 h 2870200"/>
              <a:gd name="connsiteX107" fmla="*/ 2074333 w 4089400"/>
              <a:gd name="connsiteY107" fmla="*/ 2489200 h 2870200"/>
              <a:gd name="connsiteX108" fmla="*/ 2108200 w 4089400"/>
              <a:gd name="connsiteY108" fmla="*/ 2421467 h 2870200"/>
              <a:gd name="connsiteX109" fmla="*/ 2150533 w 4089400"/>
              <a:gd name="connsiteY109" fmla="*/ 2319867 h 2870200"/>
              <a:gd name="connsiteX110" fmla="*/ 2175933 w 4089400"/>
              <a:gd name="connsiteY110" fmla="*/ 2286000 h 2870200"/>
              <a:gd name="connsiteX111" fmla="*/ 2209800 w 4089400"/>
              <a:gd name="connsiteY111" fmla="*/ 2235200 h 2870200"/>
              <a:gd name="connsiteX112" fmla="*/ 2226733 w 4089400"/>
              <a:gd name="connsiteY112" fmla="*/ 2514600 h 2870200"/>
              <a:gd name="connsiteX113" fmla="*/ 2252133 w 4089400"/>
              <a:gd name="connsiteY113" fmla="*/ 2565400 h 2870200"/>
              <a:gd name="connsiteX114" fmla="*/ 2260600 w 4089400"/>
              <a:gd name="connsiteY114" fmla="*/ 2489200 h 2870200"/>
              <a:gd name="connsiteX115" fmla="*/ 2277533 w 4089400"/>
              <a:gd name="connsiteY115" fmla="*/ 2421467 h 2870200"/>
              <a:gd name="connsiteX116" fmla="*/ 2286000 w 4089400"/>
              <a:gd name="connsiteY116" fmla="*/ 1718734 h 2870200"/>
              <a:gd name="connsiteX117" fmla="*/ 2311400 w 4089400"/>
              <a:gd name="connsiteY117" fmla="*/ 1811867 h 2870200"/>
              <a:gd name="connsiteX118" fmla="*/ 2336800 w 4089400"/>
              <a:gd name="connsiteY118" fmla="*/ 1871134 h 2870200"/>
              <a:gd name="connsiteX119" fmla="*/ 2362200 w 4089400"/>
              <a:gd name="connsiteY119" fmla="*/ 1938867 h 2870200"/>
              <a:gd name="connsiteX120" fmla="*/ 2370666 w 4089400"/>
              <a:gd name="connsiteY120" fmla="*/ 1972734 h 2870200"/>
              <a:gd name="connsiteX121" fmla="*/ 2379133 w 4089400"/>
              <a:gd name="connsiteY121" fmla="*/ 1574800 h 2870200"/>
              <a:gd name="connsiteX122" fmla="*/ 2404533 w 4089400"/>
              <a:gd name="connsiteY122" fmla="*/ 1236134 h 2870200"/>
              <a:gd name="connsiteX123" fmla="*/ 2421466 w 4089400"/>
              <a:gd name="connsiteY123" fmla="*/ 1092200 h 2870200"/>
              <a:gd name="connsiteX124" fmla="*/ 2429933 w 4089400"/>
              <a:gd name="connsiteY124" fmla="*/ 1066800 h 2870200"/>
              <a:gd name="connsiteX125" fmla="*/ 2438400 w 4089400"/>
              <a:gd name="connsiteY125" fmla="*/ 1092200 h 2870200"/>
              <a:gd name="connsiteX126" fmla="*/ 2455333 w 4089400"/>
              <a:gd name="connsiteY126" fmla="*/ 1117600 h 2870200"/>
              <a:gd name="connsiteX127" fmla="*/ 2463800 w 4089400"/>
              <a:gd name="connsiteY127" fmla="*/ 1227667 h 2870200"/>
              <a:gd name="connsiteX128" fmla="*/ 2489200 w 4089400"/>
              <a:gd name="connsiteY128" fmla="*/ 753534 h 2870200"/>
              <a:gd name="connsiteX129" fmla="*/ 2506133 w 4089400"/>
              <a:gd name="connsiteY129" fmla="*/ 685800 h 2870200"/>
              <a:gd name="connsiteX130" fmla="*/ 2514600 w 4089400"/>
              <a:gd name="connsiteY130" fmla="*/ 609600 h 2870200"/>
              <a:gd name="connsiteX131" fmla="*/ 2523066 w 4089400"/>
              <a:gd name="connsiteY131" fmla="*/ 558800 h 2870200"/>
              <a:gd name="connsiteX132" fmla="*/ 2540000 w 4089400"/>
              <a:gd name="connsiteY132" fmla="*/ 584200 h 2870200"/>
              <a:gd name="connsiteX133" fmla="*/ 2548466 w 4089400"/>
              <a:gd name="connsiteY133" fmla="*/ 778934 h 2870200"/>
              <a:gd name="connsiteX134" fmla="*/ 2590800 w 4089400"/>
              <a:gd name="connsiteY134" fmla="*/ 914400 h 2870200"/>
              <a:gd name="connsiteX135" fmla="*/ 2607733 w 4089400"/>
              <a:gd name="connsiteY135" fmla="*/ 973667 h 2870200"/>
              <a:gd name="connsiteX136" fmla="*/ 2624666 w 4089400"/>
              <a:gd name="connsiteY136" fmla="*/ 812800 h 2870200"/>
              <a:gd name="connsiteX137" fmla="*/ 2641600 w 4089400"/>
              <a:gd name="connsiteY137" fmla="*/ 694267 h 2870200"/>
              <a:gd name="connsiteX138" fmla="*/ 2667000 w 4089400"/>
              <a:gd name="connsiteY138" fmla="*/ 558800 h 2870200"/>
              <a:gd name="connsiteX139" fmla="*/ 2692400 w 4089400"/>
              <a:gd name="connsiteY139" fmla="*/ 321734 h 2870200"/>
              <a:gd name="connsiteX140" fmla="*/ 2709333 w 4089400"/>
              <a:gd name="connsiteY140" fmla="*/ 1058334 h 2870200"/>
              <a:gd name="connsiteX141" fmla="*/ 2735730 w 4089400"/>
              <a:gd name="connsiteY141" fmla="*/ 1023969 h 2870200"/>
              <a:gd name="connsiteX142" fmla="*/ 2785533 w 4089400"/>
              <a:gd name="connsiteY142" fmla="*/ 905934 h 2870200"/>
              <a:gd name="connsiteX143" fmla="*/ 2819400 w 4089400"/>
              <a:gd name="connsiteY143" fmla="*/ 855134 h 2870200"/>
              <a:gd name="connsiteX144" fmla="*/ 2844800 w 4089400"/>
              <a:gd name="connsiteY144" fmla="*/ 1422400 h 2870200"/>
              <a:gd name="connsiteX145" fmla="*/ 2853266 w 4089400"/>
              <a:gd name="connsiteY145" fmla="*/ 1388534 h 2870200"/>
              <a:gd name="connsiteX146" fmla="*/ 2870200 w 4089400"/>
              <a:gd name="connsiteY146" fmla="*/ 1363134 h 2870200"/>
              <a:gd name="connsiteX147" fmla="*/ 2895600 w 4089400"/>
              <a:gd name="connsiteY147" fmla="*/ 1278467 h 2870200"/>
              <a:gd name="connsiteX148" fmla="*/ 2912533 w 4089400"/>
              <a:gd name="connsiteY148" fmla="*/ 1320800 h 2870200"/>
              <a:gd name="connsiteX149" fmla="*/ 2929466 w 4089400"/>
              <a:gd name="connsiteY149" fmla="*/ 1388534 h 2870200"/>
              <a:gd name="connsiteX150" fmla="*/ 2946400 w 4089400"/>
              <a:gd name="connsiteY150" fmla="*/ 1422400 h 2870200"/>
              <a:gd name="connsiteX151" fmla="*/ 2988733 w 4089400"/>
              <a:gd name="connsiteY151" fmla="*/ 1540934 h 2870200"/>
              <a:gd name="connsiteX152" fmla="*/ 3005666 w 4089400"/>
              <a:gd name="connsiteY152" fmla="*/ 1566334 h 2870200"/>
              <a:gd name="connsiteX153" fmla="*/ 3039533 w 4089400"/>
              <a:gd name="connsiteY153" fmla="*/ 1718734 h 2870200"/>
              <a:gd name="connsiteX154" fmla="*/ 3064933 w 4089400"/>
              <a:gd name="connsiteY154" fmla="*/ 1761067 h 2870200"/>
              <a:gd name="connsiteX155" fmla="*/ 3098800 w 4089400"/>
              <a:gd name="connsiteY155" fmla="*/ 1879600 h 2870200"/>
              <a:gd name="connsiteX156" fmla="*/ 3090333 w 4089400"/>
              <a:gd name="connsiteY156" fmla="*/ 1913467 h 2870200"/>
              <a:gd name="connsiteX157" fmla="*/ 3102783 w 4089400"/>
              <a:gd name="connsiteY157" fmla="*/ 1901016 h 2870200"/>
              <a:gd name="connsiteX158" fmla="*/ 3081866 w 4089400"/>
              <a:gd name="connsiteY158" fmla="*/ 1888067 h 2870200"/>
              <a:gd name="connsiteX159" fmla="*/ 3107266 w 4089400"/>
              <a:gd name="connsiteY159" fmla="*/ 1871134 h 2870200"/>
              <a:gd name="connsiteX160" fmla="*/ 3115733 w 4089400"/>
              <a:gd name="connsiteY160" fmla="*/ 1769534 h 2870200"/>
              <a:gd name="connsiteX161" fmla="*/ 3132666 w 4089400"/>
              <a:gd name="connsiteY161" fmla="*/ 1710267 h 2870200"/>
              <a:gd name="connsiteX162" fmla="*/ 3141133 w 4089400"/>
              <a:gd name="connsiteY162" fmla="*/ 1684867 h 2870200"/>
              <a:gd name="connsiteX163" fmla="*/ 3166533 w 4089400"/>
              <a:gd name="connsiteY163" fmla="*/ 1676400 h 2870200"/>
              <a:gd name="connsiteX164" fmla="*/ 3175000 w 4089400"/>
              <a:gd name="connsiteY164" fmla="*/ 2006600 h 2870200"/>
              <a:gd name="connsiteX165" fmla="*/ 3183466 w 4089400"/>
              <a:gd name="connsiteY165" fmla="*/ 2048934 h 2870200"/>
              <a:gd name="connsiteX166" fmla="*/ 3191933 w 4089400"/>
              <a:gd name="connsiteY166" fmla="*/ 2099734 h 2870200"/>
              <a:gd name="connsiteX167" fmla="*/ 3208866 w 4089400"/>
              <a:gd name="connsiteY167" fmla="*/ 2048934 h 2870200"/>
              <a:gd name="connsiteX168" fmla="*/ 3217333 w 4089400"/>
              <a:gd name="connsiteY168" fmla="*/ 1998134 h 2870200"/>
              <a:gd name="connsiteX169" fmla="*/ 3251200 w 4089400"/>
              <a:gd name="connsiteY169" fmla="*/ 2353734 h 2870200"/>
              <a:gd name="connsiteX170" fmla="*/ 3276600 w 4089400"/>
              <a:gd name="connsiteY170" fmla="*/ 2387600 h 2870200"/>
              <a:gd name="connsiteX171" fmla="*/ 3285066 w 4089400"/>
              <a:gd name="connsiteY171" fmla="*/ 2497667 h 2870200"/>
              <a:gd name="connsiteX172" fmla="*/ 3302000 w 4089400"/>
              <a:gd name="connsiteY172" fmla="*/ 2531534 h 2870200"/>
              <a:gd name="connsiteX173" fmla="*/ 3318933 w 4089400"/>
              <a:gd name="connsiteY173" fmla="*/ 2599267 h 2870200"/>
              <a:gd name="connsiteX174" fmla="*/ 3344333 w 4089400"/>
              <a:gd name="connsiteY174" fmla="*/ 2667000 h 2870200"/>
              <a:gd name="connsiteX175" fmla="*/ 3386666 w 4089400"/>
              <a:gd name="connsiteY175" fmla="*/ 2810934 h 2870200"/>
              <a:gd name="connsiteX176" fmla="*/ 3412066 w 4089400"/>
              <a:gd name="connsiteY176" fmla="*/ 2870200 h 2870200"/>
              <a:gd name="connsiteX177" fmla="*/ 3437466 w 4089400"/>
              <a:gd name="connsiteY177" fmla="*/ 1828800 h 2870200"/>
              <a:gd name="connsiteX178" fmla="*/ 3436968 w 4089400"/>
              <a:gd name="connsiteY178" fmla="*/ 2090271 h 2870200"/>
              <a:gd name="connsiteX179" fmla="*/ 3462866 w 4089400"/>
              <a:gd name="connsiteY179" fmla="*/ 1735667 h 2870200"/>
              <a:gd name="connsiteX180" fmla="*/ 3488266 w 4089400"/>
              <a:gd name="connsiteY180" fmla="*/ 1651000 h 2870200"/>
              <a:gd name="connsiteX181" fmla="*/ 3496733 w 4089400"/>
              <a:gd name="connsiteY181" fmla="*/ 1701800 h 2870200"/>
              <a:gd name="connsiteX182" fmla="*/ 3500717 w 4089400"/>
              <a:gd name="connsiteY182" fmla="*/ 1875118 h 2870200"/>
              <a:gd name="connsiteX183" fmla="*/ 3522133 w 4089400"/>
              <a:gd name="connsiteY183" fmla="*/ 1752600 h 2870200"/>
              <a:gd name="connsiteX184" fmla="*/ 3530600 w 4089400"/>
              <a:gd name="connsiteY184" fmla="*/ 1693334 h 2870200"/>
              <a:gd name="connsiteX185" fmla="*/ 3572933 w 4089400"/>
              <a:gd name="connsiteY185" fmla="*/ 1608667 h 2870200"/>
              <a:gd name="connsiteX186" fmla="*/ 3589866 w 4089400"/>
              <a:gd name="connsiteY186" fmla="*/ 1566334 h 2870200"/>
              <a:gd name="connsiteX187" fmla="*/ 3632200 w 4089400"/>
              <a:gd name="connsiteY187" fmla="*/ 1464734 h 2870200"/>
              <a:gd name="connsiteX188" fmla="*/ 3636184 w 4089400"/>
              <a:gd name="connsiteY188" fmla="*/ 1373094 h 2870200"/>
              <a:gd name="connsiteX189" fmla="*/ 3657600 w 4089400"/>
              <a:gd name="connsiteY189" fmla="*/ 1363134 h 2870200"/>
              <a:gd name="connsiteX190" fmla="*/ 3674533 w 4089400"/>
              <a:gd name="connsiteY190" fmla="*/ 1320800 h 2870200"/>
              <a:gd name="connsiteX191" fmla="*/ 3669553 w 4089400"/>
              <a:gd name="connsiteY191" fmla="*/ 1151964 h 2870200"/>
              <a:gd name="connsiteX192" fmla="*/ 3716866 w 4089400"/>
              <a:gd name="connsiteY192" fmla="*/ 1227667 h 2870200"/>
              <a:gd name="connsiteX193" fmla="*/ 3725333 w 4089400"/>
              <a:gd name="connsiteY193" fmla="*/ 1176867 h 2870200"/>
              <a:gd name="connsiteX194" fmla="*/ 3742266 w 4089400"/>
              <a:gd name="connsiteY194" fmla="*/ 1126067 h 2870200"/>
              <a:gd name="connsiteX195" fmla="*/ 3750733 w 4089400"/>
              <a:gd name="connsiteY195" fmla="*/ 1058334 h 2870200"/>
              <a:gd name="connsiteX196" fmla="*/ 3759200 w 4089400"/>
              <a:gd name="connsiteY196" fmla="*/ 1270000 h 2870200"/>
              <a:gd name="connsiteX197" fmla="*/ 3788048 w 4089400"/>
              <a:gd name="connsiteY197" fmla="*/ 678606 h 2870200"/>
              <a:gd name="connsiteX198" fmla="*/ 3793066 w 4089400"/>
              <a:gd name="connsiteY198" fmla="*/ 558800 h 2870200"/>
              <a:gd name="connsiteX199" fmla="*/ 3810000 w 4089400"/>
              <a:gd name="connsiteY199" fmla="*/ 482600 h 2870200"/>
              <a:gd name="connsiteX200" fmla="*/ 3818466 w 4089400"/>
              <a:gd name="connsiteY200" fmla="*/ 533400 h 2870200"/>
              <a:gd name="connsiteX201" fmla="*/ 3835400 w 4089400"/>
              <a:gd name="connsiteY201" fmla="*/ 660400 h 2870200"/>
              <a:gd name="connsiteX202" fmla="*/ 3843866 w 4089400"/>
              <a:gd name="connsiteY202" fmla="*/ 702734 h 2870200"/>
              <a:gd name="connsiteX203" fmla="*/ 3860800 w 4089400"/>
              <a:gd name="connsiteY203" fmla="*/ 736600 h 2870200"/>
              <a:gd name="connsiteX204" fmla="*/ 3877733 w 4089400"/>
              <a:gd name="connsiteY204" fmla="*/ 702734 h 2870200"/>
              <a:gd name="connsiteX205" fmla="*/ 3937000 w 4089400"/>
              <a:gd name="connsiteY205" fmla="*/ 482600 h 2870200"/>
              <a:gd name="connsiteX206" fmla="*/ 3953933 w 4089400"/>
              <a:gd name="connsiteY206" fmla="*/ 457200 h 2870200"/>
              <a:gd name="connsiteX207" fmla="*/ 3979333 w 4089400"/>
              <a:gd name="connsiteY207" fmla="*/ 177800 h 2870200"/>
              <a:gd name="connsiteX208" fmla="*/ 4004733 w 4089400"/>
              <a:gd name="connsiteY208" fmla="*/ 135467 h 2870200"/>
              <a:gd name="connsiteX209" fmla="*/ 4013200 w 4089400"/>
              <a:gd name="connsiteY209" fmla="*/ 101600 h 2870200"/>
              <a:gd name="connsiteX210" fmla="*/ 4021666 w 4089400"/>
              <a:gd name="connsiteY210" fmla="*/ 76200 h 2870200"/>
              <a:gd name="connsiteX211" fmla="*/ 4030133 w 4089400"/>
              <a:gd name="connsiteY211" fmla="*/ 110067 h 2870200"/>
              <a:gd name="connsiteX212" fmla="*/ 4047066 w 4089400"/>
              <a:gd name="connsiteY212" fmla="*/ 160867 h 2870200"/>
              <a:gd name="connsiteX213" fmla="*/ 4089400 w 4089400"/>
              <a:gd name="connsiteY213" fmla="*/ 0 h 2870200"/>
              <a:gd name="connsiteX0" fmla="*/ 0 w 4089400"/>
              <a:gd name="connsiteY0" fmla="*/ 702734 h 2870200"/>
              <a:gd name="connsiteX1" fmla="*/ 8466 w 4089400"/>
              <a:gd name="connsiteY1" fmla="*/ 643467 h 2870200"/>
              <a:gd name="connsiteX2" fmla="*/ 25400 w 4089400"/>
              <a:gd name="connsiteY2" fmla="*/ 626534 h 2870200"/>
              <a:gd name="connsiteX3" fmla="*/ 33866 w 4089400"/>
              <a:gd name="connsiteY3" fmla="*/ 592667 h 2870200"/>
              <a:gd name="connsiteX4" fmla="*/ 42333 w 4089400"/>
              <a:gd name="connsiteY4" fmla="*/ 567267 h 2870200"/>
              <a:gd name="connsiteX5" fmla="*/ 42333 w 4089400"/>
              <a:gd name="connsiteY5" fmla="*/ 821267 h 2870200"/>
              <a:gd name="connsiteX6" fmla="*/ 21415 w 4089400"/>
              <a:gd name="connsiteY6" fmla="*/ 1068793 h 2870200"/>
              <a:gd name="connsiteX7" fmla="*/ 25400 w 4089400"/>
              <a:gd name="connsiteY7" fmla="*/ 1354667 h 2870200"/>
              <a:gd name="connsiteX8" fmla="*/ 33866 w 4089400"/>
              <a:gd name="connsiteY8" fmla="*/ 1329267 h 2870200"/>
              <a:gd name="connsiteX9" fmla="*/ 42333 w 4089400"/>
              <a:gd name="connsiteY9" fmla="*/ 1286934 h 2870200"/>
              <a:gd name="connsiteX10" fmla="*/ 59266 w 4089400"/>
              <a:gd name="connsiteY10" fmla="*/ 1253067 h 2870200"/>
              <a:gd name="connsiteX11" fmla="*/ 76200 w 4089400"/>
              <a:gd name="connsiteY11" fmla="*/ 1202267 h 2870200"/>
              <a:gd name="connsiteX12" fmla="*/ 84666 w 4089400"/>
              <a:gd name="connsiteY12" fmla="*/ 1176867 h 2870200"/>
              <a:gd name="connsiteX13" fmla="*/ 101600 w 4089400"/>
              <a:gd name="connsiteY13" fmla="*/ 1143000 h 2870200"/>
              <a:gd name="connsiteX14" fmla="*/ 110066 w 4089400"/>
              <a:gd name="connsiteY14" fmla="*/ 1100667 h 2870200"/>
              <a:gd name="connsiteX15" fmla="*/ 135466 w 4089400"/>
              <a:gd name="connsiteY15" fmla="*/ 1032934 h 2870200"/>
              <a:gd name="connsiteX16" fmla="*/ 143933 w 4089400"/>
              <a:gd name="connsiteY16" fmla="*/ 999067 h 2870200"/>
              <a:gd name="connsiteX17" fmla="*/ 160866 w 4089400"/>
              <a:gd name="connsiteY17" fmla="*/ 948267 h 2870200"/>
              <a:gd name="connsiteX18" fmla="*/ 177800 w 4089400"/>
              <a:gd name="connsiteY18" fmla="*/ 1134534 h 2870200"/>
              <a:gd name="connsiteX19" fmla="*/ 194733 w 4089400"/>
              <a:gd name="connsiteY19" fmla="*/ 1464734 h 2870200"/>
              <a:gd name="connsiteX20" fmla="*/ 228600 w 4089400"/>
              <a:gd name="connsiteY20" fmla="*/ 1397000 h 2870200"/>
              <a:gd name="connsiteX21" fmla="*/ 254000 w 4089400"/>
              <a:gd name="connsiteY21" fmla="*/ 1363134 h 2870200"/>
              <a:gd name="connsiteX22" fmla="*/ 262466 w 4089400"/>
              <a:gd name="connsiteY22" fmla="*/ 1337734 h 2870200"/>
              <a:gd name="connsiteX23" fmla="*/ 279400 w 4089400"/>
              <a:gd name="connsiteY23" fmla="*/ 1371600 h 2870200"/>
              <a:gd name="connsiteX24" fmla="*/ 287866 w 4089400"/>
              <a:gd name="connsiteY24" fmla="*/ 2243667 h 2870200"/>
              <a:gd name="connsiteX25" fmla="*/ 313266 w 4089400"/>
              <a:gd name="connsiteY25" fmla="*/ 2201334 h 2870200"/>
              <a:gd name="connsiteX26" fmla="*/ 321733 w 4089400"/>
              <a:gd name="connsiteY26" fmla="*/ 2150534 h 2870200"/>
              <a:gd name="connsiteX27" fmla="*/ 346635 w 4089400"/>
              <a:gd name="connsiteY27" fmla="*/ 2376146 h 2870200"/>
              <a:gd name="connsiteX28" fmla="*/ 364066 w 4089400"/>
              <a:gd name="connsiteY28" fmla="*/ 2082800 h 2870200"/>
              <a:gd name="connsiteX29" fmla="*/ 389965 w 4089400"/>
              <a:gd name="connsiteY29" fmla="*/ 1792444 h 2870200"/>
              <a:gd name="connsiteX30" fmla="*/ 397933 w 4089400"/>
              <a:gd name="connsiteY30" fmla="*/ 2032000 h 2870200"/>
              <a:gd name="connsiteX31" fmla="*/ 423333 w 4089400"/>
              <a:gd name="connsiteY31" fmla="*/ 1998134 h 2870200"/>
              <a:gd name="connsiteX32" fmla="*/ 440266 w 4089400"/>
              <a:gd name="connsiteY32" fmla="*/ 1752600 h 2870200"/>
              <a:gd name="connsiteX33" fmla="*/ 465666 w 4089400"/>
              <a:gd name="connsiteY33" fmla="*/ 1651000 h 2870200"/>
              <a:gd name="connsiteX34" fmla="*/ 491066 w 4089400"/>
              <a:gd name="connsiteY34" fmla="*/ 1710267 h 2870200"/>
              <a:gd name="connsiteX35" fmla="*/ 499533 w 4089400"/>
              <a:gd name="connsiteY35" fmla="*/ 1735667 h 2870200"/>
              <a:gd name="connsiteX36" fmla="*/ 533400 w 4089400"/>
              <a:gd name="connsiteY36" fmla="*/ 1820334 h 2870200"/>
              <a:gd name="connsiteX37" fmla="*/ 558800 w 4089400"/>
              <a:gd name="connsiteY37" fmla="*/ 1938867 h 2870200"/>
              <a:gd name="connsiteX38" fmla="*/ 575733 w 4089400"/>
              <a:gd name="connsiteY38" fmla="*/ 1998134 h 2870200"/>
              <a:gd name="connsiteX39" fmla="*/ 592666 w 4089400"/>
              <a:gd name="connsiteY39" fmla="*/ 2023534 h 2870200"/>
              <a:gd name="connsiteX40" fmla="*/ 618066 w 4089400"/>
              <a:gd name="connsiteY40" fmla="*/ 1786467 h 2870200"/>
              <a:gd name="connsiteX41" fmla="*/ 626533 w 4089400"/>
              <a:gd name="connsiteY41" fmla="*/ 1744134 h 2870200"/>
              <a:gd name="connsiteX42" fmla="*/ 643466 w 4089400"/>
              <a:gd name="connsiteY42" fmla="*/ 1718734 h 2870200"/>
              <a:gd name="connsiteX43" fmla="*/ 660400 w 4089400"/>
              <a:gd name="connsiteY43" fmla="*/ 1617134 h 2870200"/>
              <a:gd name="connsiteX44" fmla="*/ 677333 w 4089400"/>
              <a:gd name="connsiteY44" fmla="*/ 1557867 h 2870200"/>
              <a:gd name="connsiteX45" fmla="*/ 685800 w 4089400"/>
              <a:gd name="connsiteY45" fmla="*/ 1524000 h 2870200"/>
              <a:gd name="connsiteX46" fmla="*/ 702733 w 4089400"/>
              <a:gd name="connsiteY46" fmla="*/ 1312334 h 2870200"/>
              <a:gd name="connsiteX47" fmla="*/ 719666 w 4089400"/>
              <a:gd name="connsiteY47" fmla="*/ 1380067 h 2870200"/>
              <a:gd name="connsiteX48" fmla="*/ 736600 w 4089400"/>
              <a:gd name="connsiteY48" fmla="*/ 1532467 h 2870200"/>
              <a:gd name="connsiteX49" fmla="*/ 753533 w 4089400"/>
              <a:gd name="connsiteY49" fmla="*/ 1566334 h 2870200"/>
              <a:gd name="connsiteX50" fmla="*/ 778933 w 4089400"/>
              <a:gd name="connsiteY50" fmla="*/ 1456267 h 2870200"/>
              <a:gd name="connsiteX51" fmla="*/ 795866 w 4089400"/>
              <a:gd name="connsiteY51" fmla="*/ 1430867 h 2870200"/>
              <a:gd name="connsiteX52" fmla="*/ 829733 w 4089400"/>
              <a:gd name="connsiteY52" fmla="*/ 1388534 h 2870200"/>
              <a:gd name="connsiteX53" fmla="*/ 838200 w 4089400"/>
              <a:gd name="connsiteY53" fmla="*/ 1498600 h 2870200"/>
              <a:gd name="connsiteX54" fmla="*/ 863600 w 4089400"/>
              <a:gd name="connsiteY54" fmla="*/ 1811867 h 2870200"/>
              <a:gd name="connsiteX55" fmla="*/ 872066 w 4089400"/>
              <a:gd name="connsiteY55" fmla="*/ 1642534 h 2870200"/>
              <a:gd name="connsiteX56" fmla="*/ 897466 w 4089400"/>
              <a:gd name="connsiteY56" fmla="*/ 1583267 h 2870200"/>
              <a:gd name="connsiteX57" fmla="*/ 905933 w 4089400"/>
              <a:gd name="connsiteY57" fmla="*/ 1557867 h 2870200"/>
              <a:gd name="connsiteX58" fmla="*/ 914400 w 4089400"/>
              <a:gd name="connsiteY58" fmla="*/ 2006600 h 2870200"/>
              <a:gd name="connsiteX59" fmla="*/ 939800 w 4089400"/>
              <a:gd name="connsiteY59" fmla="*/ 2116667 h 2870200"/>
              <a:gd name="connsiteX60" fmla="*/ 948266 w 4089400"/>
              <a:gd name="connsiteY60" fmla="*/ 1828800 h 2870200"/>
              <a:gd name="connsiteX61" fmla="*/ 965200 w 4089400"/>
              <a:gd name="connsiteY61" fmla="*/ 1794934 h 2870200"/>
              <a:gd name="connsiteX62" fmla="*/ 973666 w 4089400"/>
              <a:gd name="connsiteY62" fmla="*/ 1761067 h 2870200"/>
              <a:gd name="connsiteX63" fmla="*/ 990600 w 4089400"/>
              <a:gd name="connsiteY63" fmla="*/ 1871134 h 2870200"/>
              <a:gd name="connsiteX64" fmla="*/ 1007533 w 4089400"/>
              <a:gd name="connsiteY64" fmla="*/ 1947334 h 2870200"/>
              <a:gd name="connsiteX65" fmla="*/ 1024466 w 4089400"/>
              <a:gd name="connsiteY65" fmla="*/ 2040467 h 2870200"/>
              <a:gd name="connsiteX66" fmla="*/ 1049866 w 4089400"/>
              <a:gd name="connsiteY66" fmla="*/ 2108200 h 2870200"/>
              <a:gd name="connsiteX67" fmla="*/ 1058333 w 4089400"/>
              <a:gd name="connsiteY67" fmla="*/ 2150534 h 2870200"/>
              <a:gd name="connsiteX68" fmla="*/ 1100666 w 4089400"/>
              <a:gd name="connsiteY68" fmla="*/ 2209800 h 2870200"/>
              <a:gd name="connsiteX69" fmla="*/ 1109133 w 4089400"/>
              <a:gd name="connsiteY69" fmla="*/ 2108200 h 2870200"/>
              <a:gd name="connsiteX70" fmla="*/ 1159933 w 4089400"/>
              <a:gd name="connsiteY70" fmla="*/ 1989667 h 2870200"/>
              <a:gd name="connsiteX71" fmla="*/ 1210733 w 4089400"/>
              <a:gd name="connsiteY71" fmla="*/ 1913467 h 2870200"/>
              <a:gd name="connsiteX72" fmla="*/ 1219200 w 4089400"/>
              <a:gd name="connsiteY72" fmla="*/ 2167467 h 2870200"/>
              <a:gd name="connsiteX73" fmla="*/ 1236133 w 4089400"/>
              <a:gd name="connsiteY73" fmla="*/ 2082800 h 2870200"/>
              <a:gd name="connsiteX74" fmla="*/ 1244600 w 4089400"/>
              <a:gd name="connsiteY74" fmla="*/ 2015067 h 2870200"/>
              <a:gd name="connsiteX75" fmla="*/ 1286933 w 4089400"/>
              <a:gd name="connsiteY75" fmla="*/ 1854200 h 2870200"/>
              <a:gd name="connsiteX76" fmla="*/ 1295400 w 4089400"/>
              <a:gd name="connsiteY76" fmla="*/ 1803400 h 2870200"/>
              <a:gd name="connsiteX77" fmla="*/ 1320800 w 4089400"/>
              <a:gd name="connsiteY77" fmla="*/ 1701800 h 2870200"/>
              <a:gd name="connsiteX78" fmla="*/ 1346200 w 4089400"/>
              <a:gd name="connsiteY78" fmla="*/ 1718734 h 2870200"/>
              <a:gd name="connsiteX79" fmla="*/ 1354666 w 4089400"/>
              <a:gd name="connsiteY79" fmla="*/ 1744134 h 2870200"/>
              <a:gd name="connsiteX80" fmla="*/ 1380066 w 4089400"/>
              <a:gd name="connsiteY80" fmla="*/ 1828800 h 2870200"/>
              <a:gd name="connsiteX81" fmla="*/ 1397000 w 4089400"/>
              <a:gd name="connsiteY81" fmla="*/ 1879600 h 2870200"/>
              <a:gd name="connsiteX82" fmla="*/ 1405466 w 4089400"/>
              <a:gd name="connsiteY82" fmla="*/ 1913467 h 2870200"/>
              <a:gd name="connsiteX83" fmla="*/ 1430866 w 4089400"/>
              <a:gd name="connsiteY83" fmla="*/ 1947334 h 2870200"/>
              <a:gd name="connsiteX84" fmla="*/ 1447800 w 4089400"/>
              <a:gd name="connsiteY84" fmla="*/ 1938867 h 2870200"/>
              <a:gd name="connsiteX85" fmla="*/ 1490133 w 4089400"/>
              <a:gd name="connsiteY85" fmla="*/ 1803400 h 2870200"/>
              <a:gd name="connsiteX86" fmla="*/ 1549400 w 4089400"/>
              <a:gd name="connsiteY86" fmla="*/ 1651000 h 2870200"/>
              <a:gd name="connsiteX87" fmla="*/ 1557866 w 4089400"/>
              <a:gd name="connsiteY87" fmla="*/ 1591734 h 2870200"/>
              <a:gd name="connsiteX88" fmla="*/ 1574800 w 4089400"/>
              <a:gd name="connsiteY88" fmla="*/ 1566334 h 2870200"/>
              <a:gd name="connsiteX89" fmla="*/ 1583266 w 4089400"/>
              <a:gd name="connsiteY89" fmla="*/ 1524000 h 2870200"/>
              <a:gd name="connsiteX90" fmla="*/ 1591733 w 4089400"/>
              <a:gd name="connsiteY90" fmla="*/ 1498600 h 2870200"/>
              <a:gd name="connsiteX91" fmla="*/ 1608666 w 4089400"/>
              <a:gd name="connsiteY91" fmla="*/ 1524000 h 2870200"/>
              <a:gd name="connsiteX92" fmla="*/ 1634066 w 4089400"/>
              <a:gd name="connsiteY92" fmla="*/ 1490134 h 2870200"/>
              <a:gd name="connsiteX93" fmla="*/ 1659466 w 4089400"/>
              <a:gd name="connsiteY93" fmla="*/ 1388534 h 2870200"/>
              <a:gd name="connsiteX94" fmla="*/ 1718733 w 4089400"/>
              <a:gd name="connsiteY94" fmla="*/ 1286934 h 2870200"/>
              <a:gd name="connsiteX95" fmla="*/ 1769533 w 4089400"/>
              <a:gd name="connsiteY95" fmla="*/ 1176867 h 2870200"/>
              <a:gd name="connsiteX96" fmla="*/ 1794933 w 4089400"/>
              <a:gd name="connsiteY96" fmla="*/ 1202267 h 2870200"/>
              <a:gd name="connsiteX97" fmla="*/ 1803400 w 4089400"/>
              <a:gd name="connsiteY97" fmla="*/ 1227667 h 2870200"/>
              <a:gd name="connsiteX98" fmla="*/ 1820333 w 4089400"/>
              <a:gd name="connsiteY98" fmla="*/ 1261534 h 2870200"/>
              <a:gd name="connsiteX99" fmla="*/ 1862666 w 4089400"/>
              <a:gd name="connsiteY99" fmla="*/ 1422400 h 2870200"/>
              <a:gd name="connsiteX100" fmla="*/ 1913466 w 4089400"/>
              <a:gd name="connsiteY100" fmla="*/ 1600200 h 2870200"/>
              <a:gd name="connsiteX101" fmla="*/ 1964266 w 4089400"/>
              <a:gd name="connsiteY101" fmla="*/ 1744134 h 2870200"/>
              <a:gd name="connsiteX102" fmla="*/ 1981200 w 4089400"/>
              <a:gd name="connsiteY102" fmla="*/ 1498600 h 2870200"/>
              <a:gd name="connsiteX103" fmla="*/ 1998133 w 4089400"/>
              <a:gd name="connsiteY103" fmla="*/ 1464734 h 2870200"/>
              <a:gd name="connsiteX104" fmla="*/ 2006600 w 4089400"/>
              <a:gd name="connsiteY104" fmla="*/ 1439334 h 2870200"/>
              <a:gd name="connsiteX105" fmla="*/ 2057400 w 4089400"/>
              <a:gd name="connsiteY105" fmla="*/ 2032000 h 2870200"/>
              <a:gd name="connsiteX106" fmla="*/ 2065866 w 4089400"/>
              <a:gd name="connsiteY106" fmla="*/ 2150534 h 2870200"/>
              <a:gd name="connsiteX107" fmla="*/ 2074333 w 4089400"/>
              <a:gd name="connsiteY107" fmla="*/ 2489200 h 2870200"/>
              <a:gd name="connsiteX108" fmla="*/ 2108200 w 4089400"/>
              <a:gd name="connsiteY108" fmla="*/ 2421467 h 2870200"/>
              <a:gd name="connsiteX109" fmla="*/ 2150533 w 4089400"/>
              <a:gd name="connsiteY109" fmla="*/ 2319867 h 2870200"/>
              <a:gd name="connsiteX110" fmla="*/ 2175933 w 4089400"/>
              <a:gd name="connsiteY110" fmla="*/ 2286000 h 2870200"/>
              <a:gd name="connsiteX111" fmla="*/ 2209800 w 4089400"/>
              <a:gd name="connsiteY111" fmla="*/ 2235200 h 2870200"/>
              <a:gd name="connsiteX112" fmla="*/ 2226733 w 4089400"/>
              <a:gd name="connsiteY112" fmla="*/ 2514600 h 2870200"/>
              <a:gd name="connsiteX113" fmla="*/ 2252133 w 4089400"/>
              <a:gd name="connsiteY113" fmla="*/ 2565400 h 2870200"/>
              <a:gd name="connsiteX114" fmla="*/ 2260600 w 4089400"/>
              <a:gd name="connsiteY114" fmla="*/ 2489200 h 2870200"/>
              <a:gd name="connsiteX115" fmla="*/ 2277533 w 4089400"/>
              <a:gd name="connsiteY115" fmla="*/ 2421467 h 2870200"/>
              <a:gd name="connsiteX116" fmla="*/ 2286000 w 4089400"/>
              <a:gd name="connsiteY116" fmla="*/ 1718734 h 2870200"/>
              <a:gd name="connsiteX117" fmla="*/ 2311400 w 4089400"/>
              <a:gd name="connsiteY117" fmla="*/ 1811867 h 2870200"/>
              <a:gd name="connsiteX118" fmla="*/ 2336800 w 4089400"/>
              <a:gd name="connsiteY118" fmla="*/ 1871134 h 2870200"/>
              <a:gd name="connsiteX119" fmla="*/ 2362200 w 4089400"/>
              <a:gd name="connsiteY119" fmla="*/ 1938867 h 2870200"/>
              <a:gd name="connsiteX120" fmla="*/ 2370666 w 4089400"/>
              <a:gd name="connsiteY120" fmla="*/ 1972734 h 2870200"/>
              <a:gd name="connsiteX121" fmla="*/ 2379133 w 4089400"/>
              <a:gd name="connsiteY121" fmla="*/ 1574800 h 2870200"/>
              <a:gd name="connsiteX122" fmla="*/ 2404533 w 4089400"/>
              <a:gd name="connsiteY122" fmla="*/ 1236134 h 2870200"/>
              <a:gd name="connsiteX123" fmla="*/ 2421466 w 4089400"/>
              <a:gd name="connsiteY123" fmla="*/ 1092200 h 2870200"/>
              <a:gd name="connsiteX124" fmla="*/ 2429933 w 4089400"/>
              <a:gd name="connsiteY124" fmla="*/ 1066800 h 2870200"/>
              <a:gd name="connsiteX125" fmla="*/ 2438400 w 4089400"/>
              <a:gd name="connsiteY125" fmla="*/ 1092200 h 2870200"/>
              <a:gd name="connsiteX126" fmla="*/ 2455333 w 4089400"/>
              <a:gd name="connsiteY126" fmla="*/ 1117600 h 2870200"/>
              <a:gd name="connsiteX127" fmla="*/ 2463800 w 4089400"/>
              <a:gd name="connsiteY127" fmla="*/ 1227667 h 2870200"/>
              <a:gd name="connsiteX128" fmla="*/ 2489200 w 4089400"/>
              <a:gd name="connsiteY128" fmla="*/ 753534 h 2870200"/>
              <a:gd name="connsiteX129" fmla="*/ 2506133 w 4089400"/>
              <a:gd name="connsiteY129" fmla="*/ 685800 h 2870200"/>
              <a:gd name="connsiteX130" fmla="*/ 2514600 w 4089400"/>
              <a:gd name="connsiteY130" fmla="*/ 609600 h 2870200"/>
              <a:gd name="connsiteX131" fmla="*/ 2523066 w 4089400"/>
              <a:gd name="connsiteY131" fmla="*/ 558800 h 2870200"/>
              <a:gd name="connsiteX132" fmla="*/ 2540000 w 4089400"/>
              <a:gd name="connsiteY132" fmla="*/ 584200 h 2870200"/>
              <a:gd name="connsiteX133" fmla="*/ 2548466 w 4089400"/>
              <a:gd name="connsiteY133" fmla="*/ 778934 h 2870200"/>
              <a:gd name="connsiteX134" fmla="*/ 2590800 w 4089400"/>
              <a:gd name="connsiteY134" fmla="*/ 914400 h 2870200"/>
              <a:gd name="connsiteX135" fmla="*/ 2607733 w 4089400"/>
              <a:gd name="connsiteY135" fmla="*/ 973667 h 2870200"/>
              <a:gd name="connsiteX136" fmla="*/ 2624666 w 4089400"/>
              <a:gd name="connsiteY136" fmla="*/ 812800 h 2870200"/>
              <a:gd name="connsiteX137" fmla="*/ 2641600 w 4089400"/>
              <a:gd name="connsiteY137" fmla="*/ 694267 h 2870200"/>
              <a:gd name="connsiteX138" fmla="*/ 2667000 w 4089400"/>
              <a:gd name="connsiteY138" fmla="*/ 558800 h 2870200"/>
              <a:gd name="connsiteX139" fmla="*/ 2692400 w 4089400"/>
              <a:gd name="connsiteY139" fmla="*/ 321734 h 2870200"/>
              <a:gd name="connsiteX140" fmla="*/ 2709333 w 4089400"/>
              <a:gd name="connsiteY140" fmla="*/ 1058334 h 2870200"/>
              <a:gd name="connsiteX141" fmla="*/ 2735730 w 4089400"/>
              <a:gd name="connsiteY141" fmla="*/ 1023969 h 2870200"/>
              <a:gd name="connsiteX142" fmla="*/ 2785533 w 4089400"/>
              <a:gd name="connsiteY142" fmla="*/ 905934 h 2870200"/>
              <a:gd name="connsiteX143" fmla="*/ 2819400 w 4089400"/>
              <a:gd name="connsiteY143" fmla="*/ 855134 h 2870200"/>
              <a:gd name="connsiteX144" fmla="*/ 2844800 w 4089400"/>
              <a:gd name="connsiteY144" fmla="*/ 1422400 h 2870200"/>
              <a:gd name="connsiteX145" fmla="*/ 2853266 w 4089400"/>
              <a:gd name="connsiteY145" fmla="*/ 1388534 h 2870200"/>
              <a:gd name="connsiteX146" fmla="*/ 2870200 w 4089400"/>
              <a:gd name="connsiteY146" fmla="*/ 1363134 h 2870200"/>
              <a:gd name="connsiteX147" fmla="*/ 2895600 w 4089400"/>
              <a:gd name="connsiteY147" fmla="*/ 1278467 h 2870200"/>
              <a:gd name="connsiteX148" fmla="*/ 2912533 w 4089400"/>
              <a:gd name="connsiteY148" fmla="*/ 1320800 h 2870200"/>
              <a:gd name="connsiteX149" fmla="*/ 2929466 w 4089400"/>
              <a:gd name="connsiteY149" fmla="*/ 1388534 h 2870200"/>
              <a:gd name="connsiteX150" fmla="*/ 2946400 w 4089400"/>
              <a:gd name="connsiteY150" fmla="*/ 1422400 h 2870200"/>
              <a:gd name="connsiteX151" fmla="*/ 2988733 w 4089400"/>
              <a:gd name="connsiteY151" fmla="*/ 1540934 h 2870200"/>
              <a:gd name="connsiteX152" fmla="*/ 3005666 w 4089400"/>
              <a:gd name="connsiteY152" fmla="*/ 1566334 h 2870200"/>
              <a:gd name="connsiteX153" fmla="*/ 3039533 w 4089400"/>
              <a:gd name="connsiteY153" fmla="*/ 1718734 h 2870200"/>
              <a:gd name="connsiteX154" fmla="*/ 3064933 w 4089400"/>
              <a:gd name="connsiteY154" fmla="*/ 1761067 h 2870200"/>
              <a:gd name="connsiteX155" fmla="*/ 3098800 w 4089400"/>
              <a:gd name="connsiteY155" fmla="*/ 1879600 h 2870200"/>
              <a:gd name="connsiteX156" fmla="*/ 3090333 w 4089400"/>
              <a:gd name="connsiteY156" fmla="*/ 1913467 h 2870200"/>
              <a:gd name="connsiteX157" fmla="*/ 3102783 w 4089400"/>
              <a:gd name="connsiteY157" fmla="*/ 1901016 h 2870200"/>
              <a:gd name="connsiteX158" fmla="*/ 3081866 w 4089400"/>
              <a:gd name="connsiteY158" fmla="*/ 1888067 h 2870200"/>
              <a:gd name="connsiteX159" fmla="*/ 3107266 w 4089400"/>
              <a:gd name="connsiteY159" fmla="*/ 1871134 h 2870200"/>
              <a:gd name="connsiteX160" fmla="*/ 3115733 w 4089400"/>
              <a:gd name="connsiteY160" fmla="*/ 1769534 h 2870200"/>
              <a:gd name="connsiteX161" fmla="*/ 3132666 w 4089400"/>
              <a:gd name="connsiteY161" fmla="*/ 1710267 h 2870200"/>
              <a:gd name="connsiteX162" fmla="*/ 3141133 w 4089400"/>
              <a:gd name="connsiteY162" fmla="*/ 1684867 h 2870200"/>
              <a:gd name="connsiteX163" fmla="*/ 3166533 w 4089400"/>
              <a:gd name="connsiteY163" fmla="*/ 1676400 h 2870200"/>
              <a:gd name="connsiteX164" fmla="*/ 3175000 w 4089400"/>
              <a:gd name="connsiteY164" fmla="*/ 2006600 h 2870200"/>
              <a:gd name="connsiteX165" fmla="*/ 3183466 w 4089400"/>
              <a:gd name="connsiteY165" fmla="*/ 2048934 h 2870200"/>
              <a:gd name="connsiteX166" fmla="*/ 3191933 w 4089400"/>
              <a:gd name="connsiteY166" fmla="*/ 2099734 h 2870200"/>
              <a:gd name="connsiteX167" fmla="*/ 3208866 w 4089400"/>
              <a:gd name="connsiteY167" fmla="*/ 2048934 h 2870200"/>
              <a:gd name="connsiteX168" fmla="*/ 3217333 w 4089400"/>
              <a:gd name="connsiteY168" fmla="*/ 1998134 h 2870200"/>
              <a:gd name="connsiteX169" fmla="*/ 3251200 w 4089400"/>
              <a:gd name="connsiteY169" fmla="*/ 2353734 h 2870200"/>
              <a:gd name="connsiteX170" fmla="*/ 3276600 w 4089400"/>
              <a:gd name="connsiteY170" fmla="*/ 2387600 h 2870200"/>
              <a:gd name="connsiteX171" fmla="*/ 3285066 w 4089400"/>
              <a:gd name="connsiteY171" fmla="*/ 2497667 h 2870200"/>
              <a:gd name="connsiteX172" fmla="*/ 3302000 w 4089400"/>
              <a:gd name="connsiteY172" fmla="*/ 2531534 h 2870200"/>
              <a:gd name="connsiteX173" fmla="*/ 3318933 w 4089400"/>
              <a:gd name="connsiteY173" fmla="*/ 2599267 h 2870200"/>
              <a:gd name="connsiteX174" fmla="*/ 3344333 w 4089400"/>
              <a:gd name="connsiteY174" fmla="*/ 2667000 h 2870200"/>
              <a:gd name="connsiteX175" fmla="*/ 3386666 w 4089400"/>
              <a:gd name="connsiteY175" fmla="*/ 2810934 h 2870200"/>
              <a:gd name="connsiteX176" fmla="*/ 3412066 w 4089400"/>
              <a:gd name="connsiteY176" fmla="*/ 2870200 h 2870200"/>
              <a:gd name="connsiteX177" fmla="*/ 3437466 w 4089400"/>
              <a:gd name="connsiteY177" fmla="*/ 1828800 h 2870200"/>
              <a:gd name="connsiteX178" fmla="*/ 3436968 w 4089400"/>
              <a:gd name="connsiteY178" fmla="*/ 2090271 h 2870200"/>
              <a:gd name="connsiteX179" fmla="*/ 3462866 w 4089400"/>
              <a:gd name="connsiteY179" fmla="*/ 1735667 h 2870200"/>
              <a:gd name="connsiteX180" fmla="*/ 3488266 w 4089400"/>
              <a:gd name="connsiteY180" fmla="*/ 1651000 h 2870200"/>
              <a:gd name="connsiteX181" fmla="*/ 3496733 w 4089400"/>
              <a:gd name="connsiteY181" fmla="*/ 1701800 h 2870200"/>
              <a:gd name="connsiteX182" fmla="*/ 3500717 w 4089400"/>
              <a:gd name="connsiteY182" fmla="*/ 1875118 h 2870200"/>
              <a:gd name="connsiteX183" fmla="*/ 3522133 w 4089400"/>
              <a:gd name="connsiteY183" fmla="*/ 1752600 h 2870200"/>
              <a:gd name="connsiteX184" fmla="*/ 3530600 w 4089400"/>
              <a:gd name="connsiteY184" fmla="*/ 1693334 h 2870200"/>
              <a:gd name="connsiteX185" fmla="*/ 3572933 w 4089400"/>
              <a:gd name="connsiteY185" fmla="*/ 1608667 h 2870200"/>
              <a:gd name="connsiteX186" fmla="*/ 3589866 w 4089400"/>
              <a:gd name="connsiteY186" fmla="*/ 1566334 h 2870200"/>
              <a:gd name="connsiteX187" fmla="*/ 3632200 w 4089400"/>
              <a:gd name="connsiteY187" fmla="*/ 1464734 h 2870200"/>
              <a:gd name="connsiteX188" fmla="*/ 3636184 w 4089400"/>
              <a:gd name="connsiteY188" fmla="*/ 1373094 h 2870200"/>
              <a:gd name="connsiteX189" fmla="*/ 3657600 w 4089400"/>
              <a:gd name="connsiteY189" fmla="*/ 1363134 h 2870200"/>
              <a:gd name="connsiteX190" fmla="*/ 3674533 w 4089400"/>
              <a:gd name="connsiteY190" fmla="*/ 1320800 h 2870200"/>
              <a:gd name="connsiteX191" fmla="*/ 3669553 w 4089400"/>
              <a:gd name="connsiteY191" fmla="*/ 1151964 h 2870200"/>
              <a:gd name="connsiteX192" fmla="*/ 3716866 w 4089400"/>
              <a:gd name="connsiteY192" fmla="*/ 1227667 h 2870200"/>
              <a:gd name="connsiteX193" fmla="*/ 3725333 w 4089400"/>
              <a:gd name="connsiteY193" fmla="*/ 1176867 h 2870200"/>
              <a:gd name="connsiteX194" fmla="*/ 3742266 w 4089400"/>
              <a:gd name="connsiteY194" fmla="*/ 1126067 h 2870200"/>
              <a:gd name="connsiteX195" fmla="*/ 3750733 w 4089400"/>
              <a:gd name="connsiteY195" fmla="*/ 1058334 h 2870200"/>
              <a:gd name="connsiteX196" fmla="*/ 3759200 w 4089400"/>
              <a:gd name="connsiteY196" fmla="*/ 1270000 h 2870200"/>
              <a:gd name="connsiteX197" fmla="*/ 3788048 w 4089400"/>
              <a:gd name="connsiteY197" fmla="*/ 678606 h 2870200"/>
              <a:gd name="connsiteX198" fmla="*/ 3793066 w 4089400"/>
              <a:gd name="connsiteY198" fmla="*/ 558800 h 2870200"/>
              <a:gd name="connsiteX199" fmla="*/ 3810000 w 4089400"/>
              <a:gd name="connsiteY199" fmla="*/ 482600 h 2870200"/>
              <a:gd name="connsiteX200" fmla="*/ 3818466 w 4089400"/>
              <a:gd name="connsiteY200" fmla="*/ 533400 h 2870200"/>
              <a:gd name="connsiteX201" fmla="*/ 3835400 w 4089400"/>
              <a:gd name="connsiteY201" fmla="*/ 660400 h 2870200"/>
              <a:gd name="connsiteX202" fmla="*/ 3843866 w 4089400"/>
              <a:gd name="connsiteY202" fmla="*/ 702734 h 2870200"/>
              <a:gd name="connsiteX203" fmla="*/ 3860800 w 4089400"/>
              <a:gd name="connsiteY203" fmla="*/ 736600 h 2870200"/>
              <a:gd name="connsiteX204" fmla="*/ 3877733 w 4089400"/>
              <a:gd name="connsiteY204" fmla="*/ 702734 h 2870200"/>
              <a:gd name="connsiteX205" fmla="*/ 3937000 w 4089400"/>
              <a:gd name="connsiteY205" fmla="*/ 482600 h 2870200"/>
              <a:gd name="connsiteX206" fmla="*/ 3953933 w 4089400"/>
              <a:gd name="connsiteY206" fmla="*/ 457200 h 2870200"/>
              <a:gd name="connsiteX207" fmla="*/ 3979333 w 4089400"/>
              <a:gd name="connsiteY207" fmla="*/ 177800 h 2870200"/>
              <a:gd name="connsiteX208" fmla="*/ 4004733 w 4089400"/>
              <a:gd name="connsiteY208" fmla="*/ 135467 h 2870200"/>
              <a:gd name="connsiteX209" fmla="*/ 4013200 w 4089400"/>
              <a:gd name="connsiteY209" fmla="*/ 101600 h 2870200"/>
              <a:gd name="connsiteX210" fmla="*/ 4021666 w 4089400"/>
              <a:gd name="connsiteY210" fmla="*/ 76200 h 2870200"/>
              <a:gd name="connsiteX211" fmla="*/ 4030133 w 4089400"/>
              <a:gd name="connsiteY211" fmla="*/ 110067 h 2870200"/>
              <a:gd name="connsiteX212" fmla="*/ 4047066 w 4089400"/>
              <a:gd name="connsiteY212" fmla="*/ 160867 h 2870200"/>
              <a:gd name="connsiteX213" fmla="*/ 4089400 w 4089400"/>
              <a:gd name="connsiteY213" fmla="*/ 0 h 2870200"/>
              <a:gd name="connsiteX0" fmla="*/ 0 w 4089400"/>
              <a:gd name="connsiteY0" fmla="*/ 702734 h 2870200"/>
              <a:gd name="connsiteX1" fmla="*/ 8466 w 4089400"/>
              <a:gd name="connsiteY1" fmla="*/ 643467 h 2870200"/>
              <a:gd name="connsiteX2" fmla="*/ 25400 w 4089400"/>
              <a:gd name="connsiteY2" fmla="*/ 626534 h 2870200"/>
              <a:gd name="connsiteX3" fmla="*/ 33866 w 4089400"/>
              <a:gd name="connsiteY3" fmla="*/ 592667 h 2870200"/>
              <a:gd name="connsiteX4" fmla="*/ 42333 w 4089400"/>
              <a:gd name="connsiteY4" fmla="*/ 567267 h 2870200"/>
              <a:gd name="connsiteX5" fmla="*/ 42333 w 4089400"/>
              <a:gd name="connsiteY5" fmla="*/ 821267 h 2870200"/>
              <a:gd name="connsiteX6" fmla="*/ 21415 w 4089400"/>
              <a:gd name="connsiteY6" fmla="*/ 1068793 h 2870200"/>
              <a:gd name="connsiteX7" fmla="*/ 25400 w 4089400"/>
              <a:gd name="connsiteY7" fmla="*/ 1354667 h 2870200"/>
              <a:gd name="connsiteX8" fmla="*/ 33866 w 4089400"/>
              <a:gd name="connsiteY8" fmla="*/ 1329267 h 2870200"/>
              <a:gd name="connsiteX9" fmla="*/ 42333 w 4089400"/>
              <a:gd name="connsiteY9" fmla="*/ 1286934 h 2870200"/>
              <a:gd name="connsiteX10" fmla="*/ 59266 w 4089400"/>
              <a:gd name="connsiteY10" fmla="*/ 1253067 h 2870200"/>
              <a:gd name="connsiteX11" fmla="*/ 76200 w 4089400"/>
              <a:gd name="connsiteY11" fmla="*/ 1202267 h 2870200"/>
              <a:gd name="connsiteX12" fmla="*/ 84666 w 4089400"/>
              <a:gd name="connsiteY12" fmla="*/ 1176867 h 2870200"/>
              <a:gd name="connsiteX13" fmla="*/ 101600 w 4089400"/>
              <a:gd name="connsiteY13" fmla="*/ 1143000 h 2870200"/>
              <a:gd name="connsiteX14" fmla="*/ 110066 w 4089400"/>
              <a:gd name="connsiteY14" fmla="*/ 1100667 h 2870200"/>
              <a:gd name="connsiteX15" fmla="*/ 135466 w 4089400"/>
              <a:gd name="connsiteY15" fmla="*/ 1032934 h 2870200"/>
              <a:gd name="connsiteX16" fmla="*/ 143933 w 4089400"/>
              <a:gd name="connsiteY16" fmla="*/ 999067 h 2870200"/>
              <a:gd name="connsiteX17" fmla="*/ 160866 w 4089400"/>
              <a:gd name="connsiteY17" fmla="*/ 948267 h 2870200"/>
              <a:gd name="connsiteX18" fmla="*/ 177800 w 4089400"/>
              <a:gd name="connsiteY18" fmla="*/ 1134534 h 2870200"/>
              <a:gd name="connsiteX19" fmla="*/ 194733 w 4089400"/>
              <a:gd name="connsiteY19" fmla="*/ 1464734 h 2870200"/>
              <a:gd name="connsiteX20" fmla="*/ 228600 w 4089400"/>
              <a:gd name="connsiteY20" fmla="*/ 1397000 h 2870200"/>
              <a:gd name="connsiteX21" fmla="*/ 254000 w 4089400"/>
              <a:gd name="connsiteY21" fmla="*/ 1363134 h 2870200"/>
              <a:gd name="connsiteX22" fmla="*/ 262466 w 4089400"/>
              <a:gd name="connsiteY22" fmla="*/ 1337734 h 2870200"/>
              <a:gd name="connsiteX23" fmla="*/ 279400 w 4089400"/>
              <a:gd name="connsiteY23" fmla="*/ 1371600 h 2870200"/>
              <a:gd name="connsiteX24" fmla="*/ 287866 w 4089400"/>
              <a:gd name="connsiteY24" fmla="*/ 2243667 h 2870200"/>
              <a:gd name="connsiteX25" fmla="*/ 313266 w 4089400"/>
              <a:gd name="connsiteY25" fmla="*/ 2201334 h 2870200"/>
              <a:gd name="connsiteX26" fmla="*/ 321733 w 4089400"/>
              <a:gd name="connsiteY26" fmla="*/ 2150534 h 2870200"/>
              <a:gd name="connsiteX27" fmla="*/ 346635 w 4089400"/>
              <a:gd name="connsiteY27" fmla="*/ 2376146 h 2870200"/>
              <a:gd name="connsiteX28" fmla="*/ 364066 w 4089400"/>
              <a:gd name="connsiteY28" fmla="*/ 2082800 h 2870200"/>
              <a:gd name="connsiteX29" fmla="*/ 389965 w 4089400"/>
              <a:gd name="connsiteY29" fmla="*/ 1792444 h 2870200"/>
              <a:gd name="connsiteX30" fmla="*/ 397933 w 4089400"/>
              <a:gd name="connsiteY30" fmla="*/ 2032000 h 2870200"/>
              <a:gd name="connsiteX31" fmla="*/ 423333 w 4089400"/>
              <a:gd name="connsiteY31" fmla="*/ 1998134 h 2870200"/>
              <a:gd name="connsiteX32" fmla="*/ 440266 w 4089400"/>
              <a:gd name="connsiteY32" fmla="*/ 1752600 h 2870200"/>
              <a:gd name="connsiteX33" fmla="*/ 465666 w 4089400"/>
              <a:gd name="connsiteY33" fmla="*/ 1651000 h 2870200"/>
              <a:gd name="connsiteX34" fmla="*/ 491066 w 4089400"/>
              <a:gd name="connsiteY34" fmla="*/ 1710267 h 2870200"/>
              <a:gd name="connsiteX35" fmla="*/ 499533 w 4089400"/>
              <a:gd name="connsiteY35" fmla="*/ 1851666 h 2870200"/>
              <a:gd name="connsiteX36" fmla="*/ 533400 w 4089400"/>
              <a:gd name="connsiteY36" fmla="*/ 1820334 h 2870200"/>
              <a:gd name="connsiteX37" fmla="*/ 558800 w 4089400"/>
              <a:gd name="connsiteY37" fmla="*/ 1938867 h 2870200"/>
              <a:gd name="connsiteX38" fmla="*/ 575733 w 4089400"/>
              <a:gd name="connsiteY38" fmla="*/ 1998134 h 2870200"/>
              <a:gd name="connsiteX39" fmla="*/ 592666 w 4089400"/>
              <a:gd name="connsiteY39" fmla="*/ 2023534 h 2870200"/>
              <a:gd name="connsiteX40" fmla="*/ 618066 w 4089400"/>
              <a:gd name="connsiteY40" fmla="*/ 1786467 h 2870200"/>
              <a:gd name="connsiteX41" fmla="*/ 626533 w 4089400"/>
              <a:gd name="connsiteY41" fmla="*/ 1744134 h 2870200"/>
              <a:gd name="connsiteX42" fmla="*/ 643466 w 4089400"/>
              <a:gd name="connsiteY42" fmla="*/ 1718734 h 2870200"/>
              <a:gd name="connsiteX43" fmla="*/ 660400 w 4089400"/>
              <a:gd name="connsiteY43" fmla="*/ 1617134 h 2870200"/>
              <a:gd name="connsiteX44" fmla="*/ 677333 w 4089400"/>
              <a:gd name="connsiteY44" fmla="*/ 1557867 h 2870200"/>
              <a:gd name="connsiteX45" fmla="*/ 685800 w 4089400"/>
              <a:gd name="connsiteY45" fmla="*/ 1524000 h 2870200"/>
              <a:gd name="connsiteX46" fmla="*/ 702733 w 4089400"/>
              <a:gd name="connsiteY46" fmla="*/ 1312334 h 2870200"/>
              <a:gd name="connsiteX47" fmla="*/ 719666 w 4089400"/>
              <a:gd name="connsiteY47" fmla="*/ 1380067 h 2870200"/>
              <a:gd name="connsiteX48" fmla="*/ 736600 w 4089400"/>
              <a:gd name="connsiteY48" fmla="*/ 1532467 h 2870200"/>
              <a:gd name="connsiteX49" fmla="*/ 753533 w 4089400"/>
              <a:gd name="connsiteY49" fmla="*/ 1566334 h 2870200"/>
              <a:gd name="connsiteX50" fmla="*/ 778933 w 4089400"/>
              <a:gd name="connsiteY50" fmla="*/ 1456267 h 2870200"/>
              <a:gd name="connsiteX51" fmla="*/ 795866 w 4089400"/>
              <a:gd name="connsiteY51" fmla="*/ 1430867 h 2870200"/>
              <a:gd name="connsiteX52" fmla="*/ 829733 w 4089400"/>
              <a:gd name="connsiteY52" fmla="*/ 1388534 h 2870200"/>
              <a:gd name="connsiteX53" fmla="*/ 838200 w 4089400"/>
              <a:gd name="connsiteY53" fmla="*/ 1498600 h 2870200"/>
              <a:gd name="connsiteX54" fmla="*/ 863600 w 4089400"/>
              <a:gd name="connsiteY54" fmla="*/ 1811867 h 2870200"/>
              <a:gd name="connsiteX55" fmla="*/ 872066 w 4089400"/>
              <a:gd name="connsiteY55" fmla="*/ 1642534 h 2870200"/>
              <a:gd name="connsiteX56" fmla="*/ 897466 w 4089400"/>
              <a:gd name="connsiteY56" fmla="*/ 1583267 h 2870200"/>
              <a:gd name="connsiteX57" fmla="*/ 905933 w 4089400"/>
              <a:gd name="connsiteY57" fmla="*/ 1557867 h 2870200"/>
              <a:gd name="connsiteX58" fmla="*/ 914400 w 4089400"/>
              <a:gd name="connsiteY58" fmla="*/ 2006600 h 2870200"/>
              <a:gd name="connsiteX59" fmla="*/ 939800 w 4089400"/>
              <a:gd name="connsiteY59" fmla="*/ 2116667 h 2870200"/>
              <a:gd name="connsiteX60" fmla="*/ 948266 w 4089400"/>
              <a:gd name="connsiteY60" fmla="*/ 1828800 h 2870200"/>
              <a:gd name="connsiteX61" fmla="*/ 965200 w 4089400"/>
              <a:gd name="connsiteY61" fmla="*/ 1794934 h 2870200"/>
              <a:gd name="connsiteX62" fmla="*/ 973666 w 4089400"/>
              <a:gd name="connsiteY62" fmla="*/ 1761067 h 2870200"/>
              <a:gd name="connsiteX63" fmla="*/ 990600 w 4089400"/>
              <a:gd name="connsiteY63" fmla="*/ 1871134 h 2870200"/>
              <a:gd name="connsiteX64" fmla="*/ 1007533 w 4089400"/>
              <a:gd name="connsiteY64" fmla="*/ 1947334 h 2870200"/>
              <a:gd name="connsiteX65" fmla="*/ 1024466 w 4089400"/>
              <a:gd name="connsiteY65" fmla="*/ 2040467 h 2870200"/>
              <a:gd name="connsiteX66" fmla="*/ 1049866 w 4089400"/>
              <a:gd name="connsiteY66" fmla="*/ 2108200 h 2870200"/>
              <a:gd name="connsiteX67" fmla="*/ 1058333 w 4089400"/>
              <a:gd name="connsiteY67" fmla="*/ 2150534 h 2870200"/>
              <a:gd name="connsiteX68" fmla="*/ 1100666 w 4089400"/>
              <a:gd name="connsiteY68" fmla="*/ 2209800 h 2870200"/>
              <a:gd name="connsiteX69" fmla="*/ 1109133 w 4089400"/>
              <a:gd name="connsiteY69" fmla="*/ 2108200 h 2870200"/>
              <a:gd name="connsiteX70" fmla="*/ 1159933 w 4089400"/>
              <a:gd name="connsiteY70" fmla="*/ 1989667 h 2870200"/>
              <a:gd name="connsiteX71" fmla="*/ 1210733 w 4089400"/>
              <a:gd name="connsiteY71" fmla="*/ 1913467 h 2870200"/>
              <a:gd name="connsiteX72" fmla="*/ 1219200 w 4089400"/>
              <a:gd name="connsiteY72" fmla="*/ 2167467 h 2870200"/>
              <a:gd name="connsiteX73" fmla="*/ 1236133 w 4089400"/>
              <a:gd name="connsiteY73" fmla="*/ 2082800 h 2870200"/>
              <a:gd name="connsiteX74" fmla="*/ 1244600 w 4089400"/>
              <a:gd name="connsiteY74" fmla="*/ 2015067 h 2870200"/>
              <a:gd name="connsiteX75" fmla="*/ 1286933 w 4089400"/>
              <a:gd name="connsiteY75" fmla="*/ 1854200 h 2870200"/>
              <a:gd name="connsiteX76" fmla="*/ 1295400 w 4089400"/>
              <a:gd name="connsiteY76" fmla="*/ 1803400 h 2870200"/>
              <a:gd name="connsiteX77" fmla="*/ 1320800 w 4089400"/>
              <a:gd name="connsiteY77" fmla="*/ 1701800 h 2870200"/>
              <a:gd name="connsiteX78" fmla="*/ 1346200 w 4089400"/>
              <a:gd name="connsiteY78" fmla="*/ 1718734 h 2870200"/>
              <a:gd name="connsiteX79" fmla="*/ 1354666 w 4089400"/>
              <a:gd name="connsiteY79" fmla="*/ 1744134 h 2870200"/>
              <a:gd name="connsiteX80" fmla="*/ 1380066 w 4089400"/>
              <a:gd name="connsiteY80" fmla="*/ 1828800 h 2870200"/>
              <a:gd name="connsiteX81" fmla="*/ 1397000 w 4089400"/>
              <a:gd name="connsiteY81" fmla="*/ 1879600 h 2870200"/>
              <a:gd name="connsiteX82" fmla="*/ 1405466 w 4089400"/>
              <a:gd name="connsiteY82" fmla="*/ 1913467 h 2870200"/>
              <a:gd name="connsiteX83" fmla="*/ 1430866 w 4089400"/>
              <a:gd name="connsiteY83" fmla="*/ 1947334 h 2870200"/>
              <a:gd name="connsiteX84" fmla="*/ 1447800 w 4089400"/>
              <a:gd name="connsiteY84" fmla="*/ 1938867 h 2870200"/>
              <a:gd name="connsiteX85" fmla="*/ 1490133 w 4089400"/>
              <a:gd name="connsiteY85" fmla="*/ 1803400 h 2870200"/>
              <a:gd name="connsiteX86" fmla="*/ 1549400 w 4089400"/>
              <a:gd name="connsiteY86" fmla="*/ 1651000 h 2870200"/>
              <a:gd name="connsiteX87" fmla="*/ 1557866 w 4089400"/>
              <a:gd name="connsiteY87" fmla="*/ 1591734 h 2870200"/>
              <a:gd name="connsiteX88" fmla="*/ 1574800 w 4089400"/>
              <a:gd name="connsiteY88" fmla="*/ 1566334 h 2870200"/>
              <a:gd name="connsiteX89" fmla="*/ 1583266 w 4089400"/>
              <a:gd name="connsiteY89" fmla="*/ 1524000 h 2870200"/>
              <a:gd name="connsiteX90" fmla="*/ 1591733 w 4089400"/>
              <a:gd name="connsiteY90" fmla="*/ 1498600 h 2870200"/>
              <a:gd name="connsiteX91" fmla="*/ 1608666 w 4089400"/>
              <a:gd name="connsiteY91" fmla="*/ 1524000 h 2870200"/>
              <a:gd name="connsiteX92" fmla="*/ 1634066 w 4089400"/>
              <a:gd name="connsiteY92" fmla="*/ 1490134 h 2870200"/>
              <a:gd name="connsiteX93" fmla="*/ 1659466 w 4089400"/>
              <a:gd name="connsiteY93" fmla="*/ 1388534 h 2870200"/>
              <a:gd name="connsiteX94" fmla="*/ 1718733 w 4089400"/>
              <a:gd name="connsiteY94" fmla="*/ 1286934 h 2870200"/>
              <a:gd name="connsiteX95" fmla="*/ 1769533 w 4089400"/>
              <a:gd name="connsiteY95" fmla="*/ 1176867 h 2870200"/>
              <a:gd name="connsiteX96" fmla="*/ 1794933 w 4089400"/>
              <a:gd name="connsiteY96" fmla="*/ 1202267 h 2870200"/>
              <a:gd name="connsiteX97" fmla="*/ 1803400 w 4089400"/>
              <a:gd name="connsiteY97" fmla="*/ 1227667 h 2870200"/>
              <a:gd name="connsiteX98" fmla="*/ 1820333 w 4089400"/>
              <a:gd name="connsiteY98" fmla="*/ 1261534 h 2870200"/>
              <a:gd name="connsiteX99" fmla="*/ 1862666 w 4089400"/>
              <a:gd name="connsiteY99" fmla="*/ 1422400 h 2870200"/>
              <a:gd name="connsiteX100" fmla="*/ 1913466 w 4089400"/>
              <a:gd name="connsiteY100" fmla="*/ 1600200 h 2870200"/>
              <a:gd name="connsiteX101" fmla="*/ 1964266 w 4089400"/>
              <a:gd name="connsiteY101" fmla="*/ 1744134 h 2870200"/>
              <a:gd name="connsiteX102" fmla="*/ 1981200 w 4089400"/>
              <a:gd name="connsiteY102" fmla="*/ 1498600 h 2870200"/>
              <a:gd name="connsiteX103" fmla="*/ 1998133 w 4089400"/>
              <a:gd name="connsiteY103" fmla="*/ 1464734 h 2870200"/>
              <a:gd name="connsiteX104" fmla="*/ 2006600 w 4089400"/>
              <a:gd name="connsiteY104" fmla="*/ 1439334 h 2870200"/>
              <a:gd name="connsiteX105" fmla="*/ 2057400 w 4089400"/>
              <a:gd name="connsiteY105" fmla="*/ 2032000 h 2870200"/>
              <a:gd name="connsiteX106" fmla="*/ 2065866 w 4089400"/>
              <a:gd name="connsiteY106" fmla="*/ 2150534 h 2870200"/>
              <a:gd name="connsiteX107" fmla="*/ 2074333 w 4089400"/>
              <a:gd name="connsiteY107" fmla="*/ 2489200 h 2870200"/>
              <a:gd name="connsiteX108" fmla="*/ 2108200 w 4089400"/>
              <a:gd name="connsiteY108" fmla="*/ 2421467 h 2870200"/>
              <a:gd name="connsiteX109" fmla="*/ 2150533 w 4089400"/>
              <a:gd name="connsiteY109" fmla="*/ 2319867 h 2870200"/>
              <a:gd name="connsiteX110" fmla="*/ 2175933 w 4089400"/>
              <a:gd name="connsiteY110" fmla="*/ 2286000 h 2870200"/>
              <a:gd name="connsiteX111" fmla="*/ 2209800 w 4089400"/>
              <a:gd name="connsiteY111" fmla="*/ 2235200 h 2870200"/>
              <a:gd name="connsiteX112" fmla="*/ 2226733 w 4089400"/>
              <a:gd name="connsiteY112" fmla="*/ 2514600 h 2870200"/>
              <a:gd name="connsiteX113" fmla="*/ 2252133 w 4089400"/>
              <a:gd name="connsiteY113" fmla="*/ 2565400 h 2870200"/>
              <a:gd name="connsiteX114" fmla="*/ 2260600 w 4089400"/>
              <a:gd name="connsiteY114" fmla="*/ 2489200 h 2870200"/>
              <a:gd name="connsiteX115" fmla="*/ 2277533 w 4089400"/>
              <a:gd name="connsiteY115" fmla="*/ 2421467 h 2870200"/>
              <a:gd name="connsiteX116" fmla="*/ 2286000 w 4089400"/>
              <a:gd name="connsiteY116" fmla="*/ 1718734 h 2870200"/>
              <a:gd name="connsiteX117" fmla="*/ 2311400 w 4089400"/>
              <a:gd name="connsiteY117" fmla="*/ 1811867 h 2870200"/>
              <a:gd name="connsiteX118" fmla="*/ 2336800 w 4089400"/>
              <a:gd name="connsiteY118" fmla="*/ 1871134 h 2870200"/>
              <a:gd name="connsiteX119" fmla="*/ 2362200 w 4089400"/>
              <a:gd name="connsiteY119" fmla="*/ 1938867 h 2870200"/>
              <a:gd name="connsiteX120" fmla="*/ 2370666 w 4089400"/>
              <a:gd name="connsiteY120" fmla="*/ 1972734 h 2870200"/>
              <a:gd name="connsiteX121" fmla="*/ 2379133 w 4089400"/>
              <a:gd name="connsiteY121" fmla="*/ 1574800 h 2870200"/>
              <a:gd name="connsiteX122" fmla="*/ 2404533 w 4089400"/>
              <a:gd name="connsiteY122" fmla="*/ 1236134 h 2870200"/>
              <a:gd name="connsiteX123" fmla="*/ 2421466 w 4089400"/>
              <a:gd name="connsiteY123" fmla="*/ 1092200 h 2870200"/>
              <a:gd name="connsiteX124" fmla="*/ 2429933 w 4089400"/>
              <a:gd name="connsiteY124" fmla="*/ 1066800 h 2870200"/>
              <a:gd name="connsiteX125" fmla="*/ 2438400 w 4089400"/>
              <a:gd name="connsiteY125" fmla="*/ 1092200 h 2870200"/>
              <a:gd name="connsiteX126" fmla="*/ 2455333 w 4089400"/>
              <a:gd name="connsiteY126" fmla="*/ 1117600 h 2870200"/>
              <a:gd name="connsiteX127" fmla="*/ 2463800 w 4089400"/>
              <a:gd name="connsiteY127" fmla="*/ 1227667 h 2870200"/>
              <a:gd name="connsiteX128" fmla="*/ 2489200 w 4089400"/>
              <a:gd name="connsiteY128" fmla="*/ 753534 h 2870200"/>
              <a:gd name="connsiteX129" fmla="*/ 2506133 w 4089400"/>
              <a:gd name="connsiteY129" fmla="*/ 685800 h 2870200"/>
              <a:gd name="connsiteX130" fmla="*/ 2514600 w 4089400"/>
              <a:gd name="connsiteY130" fmla="*/ 609600 h 2870200"/>
              <a:gd name="connsiteX131" fmla="*/ 2523066 w 4089400"/>
              <a:gd name="connsiteY131" fmla="*/ 558800 h 2870200"/>
              <a:gd name="connsiteX132" fmla="*/ 2540000 w 4089400"/>
              <a:gd name="connsiteY132" fmla="*/ 584200 h 2870200"/>
              <a:gd name="connsiteX133" fmla="*/ 2548466 w 4089400"/>
              <a:gd name="connsiteY133" fmla="*/ 778934 h 2870200"/>
              <a:gd name="connsiteX134" fmla="*/ 2590800 w 4089400"/>
              <a:gd name="connsiteY134" fmla="*/ 914400 h 2870200"/>
              <a:gd name="connsiteX135" fmla="*/ 2607733 w 4089400"/>
              <a:gd name="connsiteY135" fmla="*/ 973667 h 2870200"/>
              <a:gd name="connsiteX136" fmla="*/ 2624666 w 4089400"/>
              <a:gd name="connsiteY136" fmla="*/ 812800 h 2870200"/>
              <a:gd name="connsiteX137" fmla="*/ 2641600 w 4089400"/>
              <a:gd name="connsiteY137" fmla="*/ 694267 h 2870200"/>
              <a:gd name="connsiteX138" fmla="*/ 2667000 w 4089400"/>
              <a:gd name="connsiteY138" fmla="*/ 558800 h 2870200"/>
              <a:gd name="connsiteX139" fmla="*/ 2692400 w 4089400"/>
              <a:gd name="connsiteY139" fmla="*/ 321734 h 2870200"/>
              <a:gd name="connsiteX140" fmla="*/ 2709333 w 4089400"/>
              <a:gd name="connsiteY140" fmla="*/ 1058334 h 2870200"/>
              <a:gd name="connsiteX141" fmla="*/ 2735730 w 4089400"/>
              <a:gd name="connsiteY141" fmla="*/ 1023969 h 2870200"/>
              <a:gd name="connsiteX142" fmla="*/ 2785533 w 4089400"/>
              <a:gd name="connsiteY142" fmla="*/ 905934 h 2870200"/>
              <a:gd name="connsiteX143" fmla="*/ 2819400 w 4089400"/>
              <a:gd name="connsiteY143" fmla="*/ 855134 h 2870200"/>
              <a:gd name="connsiteX144" fmla="*/ 2844800 w 4089400"/>
              <a:gd name="connsiteY144" fmla="*/ 1422400 h 2870200"/>
              <a:gd name="connsiteX145" fmla="*/ 2853266 w 4089400"/>
              <a:gd name="connsiteY145" fmla="*/ 1388534 h 2870200"/>
              <a:gd name="connsiteX146" fmla="*/ 2870200 w 4089400"/>
              <a:gd name="connsiteY146" fmla="*/ 1363134 h 2870200"/>
              <a:gd name="connsiteX147" fmla="*/ 2895600 w 4089400"/>
              <a:gd name="connsiteY147" fmla="*/ 1278467 h 2870200"/>
              <a:gd name="connsiteX148" fmla="*/ 2912533 w 4089400"/>
              <a:gd name="connsiteY148" fmla="*/ 1320800 h 2870200"/>
              <a:gd name="connsiteX149" fmla="*/ 2929466 w 4089400"/>
              <a:gd name="connsiteY149" fmla="*/ 1388534 h 2870200"/>
              <a:gd name="connsiteX150" fmla="*/ 2946400 w 4089400"/>
              <a:gd name="connsiteY150" fmla="*/ 1422400 h 2870200"/>
              <a:gd name="connsiteX151" fmla="*/ 2988733 w 4089400"/>
              <a:gd name="connsiteY151" fmla="*/ 1540934 h 2870200"/>
              <a:gd name="connsiteX152" fmla="*/ 3005666 w 4089400"/>
              <a:gd name="connsiteY152" fmla="*/ 1566334 h 2870200"/>
              <a:gd name="connsiteX153" fmla="*/ 3039533 w 4089400"/>
              <a:gd name="connsiteY153" fmla="*/ 1718734 h 2870200"/>
              <a:gd name="connsiteX154" fmla="*/ 3064933 w 4089400"/>
              <a:gd name="connsiteY154" fmla="*/ 1761067 h 2870200"/>
              <a:gd name="connsiteX155" fmla="*/ 3098800 w 4089400"/>
              <a:gd name="connsiteY155" fmla="*/ 1879600 h 2870200"/>
              <a:gd name="connsiteX156" fmla="*/ 3090333 w 4089400"/>
              <a:gd name="connsiteY156" fmla="*/ 1913467 h 2870200"/>
              <a:gd name="connsiteX157" fmla="*/ 3102783 w 4089400"/>
              <a:gd name="connsiteY157" fmla="*/ 1901016 h 2870200"/>
              <a:gd name="connsiteX158" fmla="*/ 3081866 w 4089400"/>
              <a:gd name="connsiteY158" fmla="*/ 1888067 h 2870200"/>
              <a:gd name="connsiteX159" fmla="*/ 3107266 w 4089400"/>
              <a:gd name="connsiteY159" fmla="*/ 1871134 h 2870200"/>
              <a:gd name="connsiteX160" fmla="*/ 3115733 w 4089400"/>
              <a:gd name="connsiteY160" fmla="*/ 1769534 h 2870200"/>
              <a:gd name="connsiteX161" fmla="*/ 3132666 w 4089400"/>
              <a:gd name="connsiteY161" fmla="*/ 1710267 h 2870200"/>
              <a:gd name="connsiteX162" fmla="*/ 3141133 w 4089400"/>
              <a:gd name="connsiteY162" fmla="*/ 1684867 h 2870200"/>
              <a:gd name="connsiteX163" fmla="*/ 3166533 w 4089400"/>
              <a:gd name="connsiteY163" fmla="*/ 1676400 h 2870200"/>
              <a:gd name="connsiteX164" fmla="*/ 3175000 w 4089400"/>
              <a:gd name="connsiteY164" fmla="*/ 2006600 h 2870200"/>
              <a:gd name="connsiteX165" fmla="*/ 3183466 w 4089400"/>
              <a:gd name="connsiteY165" fmla="*/ 2048934 h 2870200"/>
              <a:gd name="connsiteX166" fmla="*/ 3191933 w 4089400"/>
              <a:gd name="connsiteY166" fmla="*/ 2099734 h 2870200"/>
              <a:gd name="connsiteX167" fmla="*/ 3208866 w 4089400"/>
              <a:gd name="connsiteY167" fmla="*/ 2048934 h 2870200"/>
              <a:gd name="connsiteX168" fmla="*/ 3217333 w 4089400"/>
              <a:gd name="connsiteY168" fmla="*/ 1998134 h 2870200"/>
              <a:gd name="connsiteX169" fmla="*/ 3251200 w 4089400"/>
              <a:gd name="connsiteY169" fmla="*/ 2353734 h 2870200"/>
              <a:gd name="connsiteX170" fmla="*/ 3276600 w 4089400"/>
              <a:gd name="connsiteY170" fmla="*/ 2387600 h 2870200"/>
              <a:gd name="connsiteX171" fmla="*/ 3285066 w 4089400"/>
              <a:gd name="connsiteY171" fmla="*/ 2497667 h 2870200"/>
              <a:gd name="connsiteX172" fmla="*/ 3302000 w 4089400"/>
              <a:gd name="connsiteY172" fmla="*/ 2531534 h 2870200"/>
              <a:gd name="connsiteX173" fmla="*/ 3318933 w 4089400"/>
              <a:gd name="connsiteY173" fmla="*/ 2599267 h 2870200"/>
              <a:gd name="connsiteX174" fmla="*/ 3344333 w 4089400"/>
              <a:gd name="connsiteY174" fmla="*/ 2667000 h 2870200"/>
              <a:gd name="connsiteX175" fmla="*/ 3386666 w 4089400"/>
              <a:gd name="connsiteY175" fmla="*/ 2810934 h 2870200"/>
              <a:gd name="connsiteX176" fmla="*/ 3412066 w 4089400"/>
              <a:gd name="connsiteY176" fmla="*/ 2870200 h 2870200"/>
              <a:gd name="connsiteX177" fmla="*/ 3437466 w 4089400"/>
              <a:gd name="connsiteY177" fmla="*/ 1828800 h 2870200"/>
              <a:gd name="connsiteX178" fmla="*/ 3436968 w 4089400"/>
              <a:gd name="connsiteY178" fmla="*/ 2090271 h 2870200"/>
              <a:gd name="connsiteX179" fmla="*/ 3462866 w 4089400"/>
              <a:gd name="connsiteY179" fmla="*/ 1735667 h 2870200"/>
              <a:gd name="connsiteX180" fmla="*/ 3488266 w 4089400"/>
              <a:gd name="connsiteY180" fmla="*/ 1651000 h 2870200"/>
              <a:gd name="connsiteX181" fmla="*/ 3496733 w 4089400"/>
              <a:gd name="connsiteY181" fmla="*/ 1701800 h 2870200"/>
              <a:gd name="connsiteX182" fmla="*/ 3500717 w 4089400"/>
              <a:gd name="connsiteY182" fmla="*/ 1875118 h 2870200"/>
              <a:gd name="connsiteX183" fmla="*/ 3522133 w 4089400"/>
              <a:gd name="connsiteY183" fmla="*/ 1752600 h 2870200"/>
              <a:gd name="connsiteX184" fmla="*/ 3530600 w 4089400"/>
              <a:gd name="connsiteY184" fmla="*/ 1693334 h 2870200"/>
              <a:gd name="connsiteX185" fmla="*/ 3572933 w 4089400"/>
              <a:gd name="connsiteY185" fmla="*/ 1608667 h 2870200"/>
              <a:gd name="connsiteX186" fmla="*/ 3589866 w 4089400"/>
              <a:gd name="connsiteY186" fmla="*/ 1566334 h 2870200"/>
              <a:gd name="connsiteX187" fmla="*/ 3632200 w 4089400"/>
              <a:gd name="connsiteY187" fmla="*/ 1464734 h 2870200"/>
              <a:gd name="connsiteX188" fmla="*/ 3636184 w 4089400"/>
              <a:gd name="connsiteY188" fmla="*/ 1373094 h 2870200"/>
              <a:gd name="connsiteX189" fmla="*/ 3657600 w 4089400"/>
              <a:gd name="connsiteY189" fmla="*/ 1363134 h 2870200"/>
              <a:gd name="connsiteX190" fmla="*/ 3674533 w 4089400"/>
              <a:gd name="connsiteY190" fmla="*/ 1320800 h 2870200"/>
              <a:gd name="connsiteX191" fmla="*/ 3669553 w 4089400"/>
              <a:gd name="connsiteY191" fmla="*/ 1151964 h 2870200"/>
              <a:gd name="connsiteX192" fmla="*/ 3716866 w 4089400"/>
              <a:gd name="connsiteY192" fmla="*/ 1227667 h 2870200"/>
              <a:gd name="connsiteX193" fmla="*/ 3725333 w 4089400"/>
              <a:gd name="connsiteY193" fmla="*/ 1176867 h 2870200"/>
              <a:gd name="connsiteX194" fmla="*/ 3742266 w 4089400"/>
              <a:gd name="connsiteY194" fmla="*/ 1126067 h 2870200"/>
              <a:gd name="connsiteX195" fmla="*/ 3750733 w 4089400"/>
              <a:gd name="connsiteY195" fmla="*/ 1058334 h 2870200"/>
              <a:gd name="connsiteX196" fmla="*/ 3759200 w 4089400"/>
              <a:gd name="connsiteY196" fmla="*/ 1270000 h 2870200"/>
              <a:gd name="connsiteX197" fmla="*/ 3788048 w 4089400"/>
              <a:gd name="connsiteY197" fmla="*/ 678606 h 2870200"/>
              <a:gd name="connsiteX198" fmla="*/ 3793066 w 4089400"/>
              <a:gd name="connsiteY198" fmla="*/ 558800 h 2870200"/>
              <a:gd name="connsiteX199" fmla="*/ 3810000 w 4089400"/>
              <a:gd name="connsiteY199" fmla="*/ 482600 h 2870200"/>
              <a:gd name="connsiteX200" fmla="*/ 3818466 w 4089400"/>
              <a:gd name="connsiteY200" fmla="*/ 533400 h 2870200"/>
              <a:gd name="connsiteX201" fmla="*/ 3835400 w 4089400"/>
              <a:gd name="connsiteY201" fmla="*/ 660400 h 2870200"/>
              <a:gd name="connsiteX202" fmla="*/ 3843866 w 4089400"/>
              <a:gd name="connsiteY202" fmla="*/ 702734 h 2870200"/>
              <a:gd name="connsiteX203" fmla="*/ 3860800 w 4089400"/>
              <a:gd name="connsiteY203" fmla="*/ 736600 h 2870200"/>
              <a:gd name="connsiteX204" fmla="*/ 3877733 w 4089400"/>
              <a:gd name="connsiteY204" fmla="*/ 702734 h 2870200"/>
              <a:gd name="connsiteX205" fmla="*/ 3937000 w 4089400"/>
              <a:gd name="connsiteY205" fmla="*/ 482600 h 2870200"/>
              <a:gd name="connsiteX206" fmla="*/ 3953933 w 4089400"/>
              <a:gd name="connsiteY206" fmla="*/ 457200 h 2870200"/>
              <a:gd name="connsiteX207" fmla="*/ 3979333 w 4089400"/>
              <a:gd name="connsiteY207" fmla="*/ 177800 h 2870200"/>
              <a:gd name="connsiteX208" fmla="*/ 4004733 w 4089400"/>
              <a:gd name="connsiteY208" fmla="*/ 135467 h 2870200"/>
              <a:gd name="connsiteX209" fmla="*/ 4013200 w 4089400"/>
              <a:gd name="connsiteY209" fmla="*/ 101600 h 2870200"/>
              <a:gd name="connsiteX210" fmla="*/ 4021666 w 4089400"/>
              <a:gd name="connsiteY210" fmla="*/ 76200 h 2870200"/>
              <a:gd name="connsiteX211" fmla="*/ 4030133 w 4089400"/>
              <a:gd name="connsiteY211" fmla="*/ 110067 h 2870200"/>
              <a:gd name="connsiteX212" fmla="*/ 4047066 w 4089400"/>
              <a:gd name="connsiteY212" fmla="*/ 160867 h 2870200"/>
              <a:gd name="connsiteX213" fmla="*/ 4089400 w 4089400"/>
              <a:gd name="connsiteY213" fmla="*/ 0 h 2870200"/>
              <a:gd name="connsiteX0" fmla="*/ 0 w 4089400"/>
              <a:gd name="connsiteY0" fmla="*/ 702734 h 2870200"/>
              <a:gd name="connsiteX1" fmla="*/ 8466 w 4089400"/>
              <a:gd name="connsiteY1" fmla="*/ 643467 h 2870200"/>
              <a:gd name="connsiteX2" fmla="*/ 25400 w 4089400"/>
              <a:gd name="connsiteY2" fmla="*/ 626534 h 2870200"/>
              <a:gd name="connsiteX3" fmla="*/ 33866 w 4089400"/>
              <a:gd name="connsiteY3" fmla="*/ 592667 h 2870200"/>
              <a:gd name="connsiteX4" fmla="*/ 42333 w 4089400"/>
              <a:gd name="connsiteY4" fmla="*/ 567267 h 2870200"/>
              <a:gd name="connsiteX5" fmla="*/ 42333 w 4089400"/>
              <a:gd name="connsiteY5" fmla="*/ 821267 h 2870200"/>
              <a:gd name="connsiteX6" fmla="*/ 21415 w 4089400"/>
              <a:gd name="connsiteY6" fmla="*/ 1068793 h 2870200"/>
              <a:gd name="connsiteX7" fmla="*/ 25400 w 4089400"/>
              <a:gd name="connsiteY7" fmla="*/ 1354667 h 2870200"/>
              <a:gd name="connsiteX8" fmla="*/ 33866 w 4089400"/>
              <a:gd name="connsiteY8" fmla="*/ 1329267 h 2870200"/>
              <a:gd name="connsiteX9" fmla="*/ 42333 w 4089400"/>
              <a:gd name="connsiteY9" fmla="*/ 1286934 h 2870200"/>
              <a:gd name="connsiteX10" fmla="*/ 59266 w 4089400"/>
              <a:gd name="connsiteY10" fmla="*/ 1253067 h 2870200"/>
              <a:gd name="connsiteX11" fmla="*/ 76200 w 4089400"/>
              <a:gd name="connsiteY11" fmla="*/ 1202267 h 2870200"/>
              <a:gd name="connsiteX12" fmla="*/ 84666 w 4089400"/>
              <a:gd name="connsiteY12" fmla="*/ 1176867 h 2870200"/>
              <a:gd name="connsiteX13" fmla="*/ 101600 w 4089400"/>
              <a:gd name="connsiteY13" fmla="*/ 1143000 h 2870200"/>
              <a:gd name="connsiteX14" fmla="*/ 110066 w 4089400"/>
              <a:gd name="connsiteY14" fmla="*/ 1100667 h 2870200"/>
              <a:gd name="connsiteX15" fmla="*/ 135466 w 4089400"/>
              <a:gd name="connsiteY15" fmla="*/ 1032934 h 2870200"/>
              <a:gd name="connsiteX16" fmla="*/ 143933 w 4089400"/>
              <a:gd name="connsiteY16" fmla="*/ 999067 h 2870200"/>
              <a:gd name="connsiteX17" fmla="*/ 160866 w 4089400"/>
              <a:gd name="connsiteY17" fmla="*/ 948267 h 2870200"/>
              <a:gd name="connsiteX18" fmla="*/ 177800 w 4089400"/>
              <a:gd name="connsiteY18" fmla="*/ 1134534 h 2870200"/>
              <a:gd name="connsiteX19" fmla="*/ 194733 w 4089400"/>
              <a:gd name="connsiteY19" fmla="*/ 1464734 h 2870200"/>
              <a:gd name="connsiteX20" fmla="*/ 228600 w 4089400"/>
              <a:gd name="connsiteY20" fmla="*/ 1397000 h 2870200"/>
              <a:gd name="connsiteX21" fmla="*/ 254000 w 4089400"/>
              <a:gd name="connsiteY21" fmla="*/ 1363134 h 2870200"/>
              <a:gd name="connsiteX22" fmla="*/ 262466 w 4089400"/>
              <a:gd name="connsiteY22" fmla="*/ 1337734 h 2870200"/>
              <a:gd name="connsiteX23" fmla="*/ 279400 w 4089400"/>
              <a:gd name="connsiteY23" fmla="*/ 1371600 h 2870200"/>
              <a:gd name="connsiteX24" fmla="*/ 287866 w 4089400"/>
              <a:gd name="connsiteY24" fmla="*/ 2243667 h 2870200"/>
              <a:gd name="connsiteX25" fmla="*/ 313266 w 4089400"/>
              <a:gd name="connsiteY25" fmla="*/ 2201334 h 2870200"/>
              <a:gd name="connsiteX26" fmla="*/ 321733 w 4089400"/>
              <a:gd name="connsiteY26" fmla="*/ 2150534 h 2870200"/>
              <a:gd name="connsiteX27" fmla="*/ 346635 w 4089400"/>
              <a:gd name="connsiteY27" fmla="*/ 2376146 h 2870200"/>
              <a:gd name="connsiteX28" fmla="*/ 364066 w 4089400"/>
              <a:gd name="connsiteY28" fmla="*/ 2082800 h 2870200"/>
              <a:gd name="connsiteX29" fmla="*/ 389965 w 4089400"/>
              <a:gd name="connsiteY29" fmla="*/ 1792444 h 2870200"/>
              <a:gd name="connsiteX30" fmla="*/ 397933 w 4089400"/>
              <a:gd name="connsiteY30" fmla="*/ 2032000 h 2870200"/>
              <a:gd name="connsiteX31" fmla="*/ 423333 w 4089400"/>
              <a:gd name="connsiteY31" fmla="*/ 1998134 h 2870200"/>
              <a:gd name="connsiteX32" fmla="*/ 440266 w 4089400"/>
              <a:gd name="connsiteY32" fmla="*/ 1752600 h 2870200"/>
              <a:gd name="connsiteX33" fmla="*/ 465666 w 4089400"/>
              <a:gd name="connsiteY33" fmla="*/ 1651000 h 2870200"/>
              <a:gd name="connsiteX34" fmla="*/ 491066 w 4089400"/>
              <a:gd name="connsiteY34" fmla="*/ 1710267 h 2870200"/>
              <a:gd name="connsiteX35" fmla="*/ 499533 w 4089400"/>
              <a:gd name="connsiteY35" fmla="*/ 1851666 h 2870200"/>
              <a:gd name="connsiteX36" fmla="*/ 533400 w 4089400"/>
              <a:gd name="connsiteY36" fmla="*/ 1820334 h 2870200"/>
              <a:gd name="connsiteX37" fmla="*/ 558800 w 4089400"/>
              <a:gd name="connsiteY37" fmla="*/ 1938867 h 2870200"/>
              <a:gd name="connsiteX38" fmla="*/ 575733 w 4089400"/>
              <a:gd name="connsiteY38" fmla="*/ 1998134 h 2870200"/>
              <a:gd name="connsiteX39" fmla="*/ 592666 w 4089400"/>
              <a:gd name="connsiteY39" fmla="*/ 2023534 h 2870200"/>
              <a:gd name="connsiteX40" fmla="*/ 618066 w 4089400"/>
              <a:gd name="connsiteY40" fmla="*/ 1786467 h 2870200"/>
              <a:gd name="connsiteX41" fmla="*/ 626533 w 4089400"/>
              <a:gd name="connsiteY41" fmla="*/ 1744134 h 2870200"/>
              <a:gd name="connsiteX42" fmla="*/ 643466 w 4089400"/>
              <a:gd name="connsiteY42" fmla="*/ 1718734 h 2870200"/>
              <a:gd name="connsiteX43" fmla="*/ 660400 w 4089400"/>
              <a:gd name="connsiteY43" fmla="*/ 1617134 h 2870200"/>
              <a:gd name="connsiteX44" fmla="*/ 677333 w 4089400"/>
              <a:gd name="connsiteY44" fmla="*/ 1557867 h 2870200"/>
              <a:gd name="connsiteX45" fmla="*/ 685800 w 4089400"/>
              <a:gd name="connsiteY45" fmla="*/ 1524000 h 2870200"/>
              <a:gd name="connsiteX46" fmla="*/ 702733 w 4089400"/>
              <a:gd name="connsiteY46" fmla="*/ 1312334 h 2870200"/>
              <a:gd name="connsiteX47" fmla="*/ 719666 w 4089400"/>
              <a:gd name="connsiteY47" fmla="*/ 1380067 h 2870200"/>
              <a:gd name="connsiteX48" fmla="*/ 736600 w 4089400"/>
              <a:gd name="connsiteY48" fmla="*/ 1532467 h 2870200"/>
              <a:gd name="connsiteX49" fmla="*/ 753533 w 4089400"/>
              <a:gd name="connsiteY49" fmla="*/ 1566334 h 2870200"/>
              <a:gd name="connsiteX50" fmla="*/ 778933 w 4089400"/>
              <a:gd name="connsiteY50" fmla="*/ 1456267 h 2870200"/>
              <a:gd name="connsiteX51" fmla="*/ 795866 w 4089400"/>
              <a:gd name="connsiteY51" fmla="*/ 1430867 h 2870200"/>
              <a:gd name="connsiteX52" fmla="*/ 829733 w 4089400"/>
              <a:gd name="connsiteY52" fmla="*/ 1388534 h 2870200"/>
              <a:gd name="connsiteX53" fmla="*/ 838200 w 4089400"/>
              <a:gd name="connsiteY53" fmla="*/ 1498600 h 2870200"/>
              <a:gd name="connsiteX54" fmla="*/ 863600 w 4089400"/>
              <a:gd name="connsiteY54" fmla="*/ 1811867 h 2870200"/>
              <a:gd name="connsiteX55" fmla="*/ 872066 w 4089400"/>
              <a:gd name="connsiteY55" fmla="*/ 1642534 h 2870200"/>
              <a:gd name="connsiteX56" fmla="*/ 897466 w 4089400"/>
              <a:gd name="connsiteY56" fmla="*/ 1583267 h 2870200"/>
              <a:gd name="connsiteX57" fmla="*/ 905933 w 4089400"/>
              <a:gd name="connsiteY57" fmla="*/ 1557867 h 2870200"/>
              <a:gd name="connsiteX58" fmla="*/ 914400 w 4089400"/>
              <a:gd name="connsiteY58" fmla="*/ 2006600 h 2870200"/>
              <a:gd name="connsiteX59" fmla="*/ 939800 w 4089400"/>
              <a:gd name="connsiteY59" fmla="*/ 2116667 h 2870200"/>
              <a:gd name="connsiteX60" fmla="*/ 948266 w 4089400"/>
              <a:gd name="connsiteY60" fmla="*/ 1948424 h 2870200"/>
              <a:gd name="connsiteX61" fmla="*/ 965200 w 4089400"/>
              <a:gd name="connsiteY61" fmla="*/ 1794934 h 2870200"/>
              <a:gd name="connsiteX62" fmla="*/ 973666 w 4089400"/>
              <a:gd name="connsiteY62" fmla="*/ 1761067 h 2870200"/>
              <a:gd name="connsiteX63" fmla="*/ 990600 w 4089400"/>
              <a:gd name="connsiteY63" fmla="*/ 1871134 h 2870200"/>
              <a:gd name="connsiteX64" fmla="*/ 1007533 w 4089400"/>
              <a:gd name="connsiteY64" fmla="*/ 1947334 h 2870200"/>
              <a:gd name="connsiteX65" fmla="*/ 1024466 w 4089400"/>
              <a:gd name="connsiteY65" fmla="*/ 2040467 h 2870200"/>
              <a:gd name="connsiteX66" fmla="*/ 1049866 w 4089400"/>
              <a:gd name="connsiteY66" fmla="*/ 2108200 h 2870200"/>
              <a:gd name="connsiteX67" fmla="*/ 1058333 w 4089400"/>
              <a:gd name="connsiteY67" fmla="*/ 2150534 h 2870200"/>
              <a:gd name="connsiteX68" fmla="*/ 1100666 w 4089400"/>
              <a:gd name="connsiteY68" fmla="*/ 2209800 h 2870200"/>
              <a:gd name="connsiteX69" fmla="*/ 1109133 w 4089400"/>
              <a:gd name="connsiteY69" fmla="*/ 2108200 h 2870200"/>
              <a:gd name="connsiteX70" fmla="*/ 1159933 w 4089400"/>
              <a:gd name="connsiteY70" fmla="*/ 1989667 h 2870200"/>
              <a:gd name="connsiteX71" fmla="*/ 1210733 w 4089400"/>
              <a:gd name="connsiteY71" fmla="*/ 1913467 h 2870200"/>
              <a:gd name="connsiteX72" fmla="*/ 1219200 w 4089400"/>
              <a:gd name="connsiteY72" fmla="*/ 2167467 h 2870200"/>
              <a:gd name="connsiteX73" fmla="*/ 1236133 w 4089400"/>
              <a:gd name="connsiteY73" fmla="*/ 2082800 h 2870200"/>
              <a:gd name="connsiteX74" fmla="*/ 1244600 w 4089400"/>
              <a:gd name="connsiteY74" fmla="*/ 2015067 h 2870200"/>
              <a:gd name="connsiteX75" fmla="*/ 1286933 w 4089400"/>
              <a:gd name="connsiteY75" fmla="*/ 1854200 h 2870200"/>
              <a:gd name="connsiteX76" fmla="*/ 1295400 w 4089400"/>
              <a:gd name="connsiteY76" fmla="*/ 1803400 h 2870200"/>
              <a:gd name="connsiteX77" fmla="*/ 1320800 w 4089400"/>
              <a:gd name="connsiteY77" fmla="*/ 1701800 h 2870200"/>
              <a:gd name="connsiteX78" fmla="*/ 1346200 w 4089400"/>
              <a:gd name="connsiteY78" fmla="*/ 1718734 h 2870200"/>
              <a:gd name="connsiteX79" fmla="*/ 1354666 w 4089400"/>
              <a:gd name="connsiteY79" fmla="*/ 1744134 h 2870200"/>
              <a:gd name="connsiteX80" fmla="*/ 1380066 w 4089400"/>
              <a:gd name="connsiteY80" fmla="*/ 1828800 h 2870200"/>
              <a:gd name="connsiteX81" fmla="*/ 1397000 w 4089400"/>
              <a:gd name="connsiteY81" fmla="*/ 1879600 h 2870200"/>
              <a:gd name="connsiteX82" fmla="*/ 1405466 w 4089400"/>
              <a:gd name="connsiteY82" fmla="*/ 1913467 h 2870200"/>
              <a:gd name="connsiteX83" fmla="*/ 1430866 w 4089400"/>
              <a:gd name="connsiteY83" fmla="*/ 1947334 h 2870200"/>
              <a:gd name="connsiteX84" fmla="*/ 1447800 w 4089400"/>
              <a:gd name="connsiteY84" fmla="*/ 1938867 h 2870200"/>
              <a:gd name="connsiteX85" fmla="*/ 1490133 w 4089400"/>
              <a:gd name="connsiteY85" fmla="*/ 1803400 h 2870200"/>
              <a:gd name="connsiteX86" fmla="*/ 1549400 w 4089400"/>
              <a:gd name="connsiteY86" fmla="*/ 1651000 h 2870200"/>
              <a:gd name="connsiteX87" fmla="*/ 1557866 w 4089400"/>
              <a:gd name="connsiteY87" fmla="*/ 1591734 h 2870200"/>
              <a:gd name="connsiteX88" fmla="*/ 1574800 w 4089400"/>
              <a:gd name="connsiteY88" fmla="*/ 1566334 h 2870200"/>
              <a:gd name="connsiteX89" fmla="*/ 1583266 w 4089400"/>
              <a:gd name="connsiteY89" fmla="*/ 1524000 h 2870200"/>
              <a:gd name="connsiteX90" fmla="*/ 1591733 w 4089400"/>
              <a:gd name="connsiteY90" fmla="*/ 1498600 h 2870200"/>
              <a:gd name="connsiteX91" fmla="*/ 1608666 w 4089400"/>
              <a:gd name="connsiteY91" fmla="*/ 1524000 h 2870200"/>
              <a:gd name="connsiteX92" fmla="*/ 1634066 w 4089400"/>
              <a:gd name="connsiteY92" fmla="*/ 1490134 h 2870200"/>
              <a:gd name="connsiteX93" fmla="*/ 1659466 w 4089400"/>
              <a:gd name="connsiteY93" fmla="*/ 1388534 h 2870200"/>
              <a:gd name="connsiteX94" fmla="*/ 1718733 w 4089400"/>
              <a:gd name="connsiteY94" fmla="*/ 1286934 h 2870200"/>
              <a:gd name="connsiteX95" fmla="*/ 1769533 w 4089400"/>
              <a:gd name="connsiteY95" fmla="*/ 1176867 h 2870200"/>
              <a:gd name="connsiteX96" fmla="*/ 1794933 w 4089400"/>
              <a:gd name="connsiteY96" fmla="*/ 1202267 h 2870200"/>
              <a:gd name="connsiteX97" fmla="*/ 1803400 w 4089400"/>
              <a:gd name="connsiteY97" fmla="*/ 1227667 h 2870200"/>
              <a:gd name="connsiteX98" fmla="*/ 1820333 w 4089400"/>
              <a:gd name="connsiteY98" fmla="*/ 1261534 h 2870200"/>
              <a:gd name="connsiteX99" fmla="*/ 1862666 w 4089400"/>
              <a:gd name="connsiteY99" fmla="*/ 1422400 h 2870200"/>
              <a:gd name="connsiteX100" fmla="*/ 1913466 w 4089400"/>
              <a:gd name="connsiteY100" fmla="*/ 1600200 h 2870200"/>
              <a:gd name="connsiteX101" fmla="*/ 1964266 w 4089400"/>
              <a:gd name="connsiteY101" fmla="*/ 1744134 h 2870200"/>
              <a:gd name="connsiteX102" fmla="*/ 1981200 w 4089400"/>
              <a:gd name="connsiteY102" fmla="*/ 1498600 h 2870200"/>
              <a:gd name="connsiteX103" fmla="*/ 1998133 w 4089400"/>
              <a:gd name="connsiteY103" fmla="*/ 1464734 h 2870200"/>
              <a:gd name="connsiteX104" fmla="*/ 2006600 w 4089400"/>
              <a:gd name="connsiteY104" fmla="*/ 1439334 h 2870200"/>
              <a:gd name="connsiteX105" fmla="*/ 2057400 w 4089400"/>
              <a:gd name="connsiteY105" fmla="*/ 2032000 h 2870200"/>
              <a:gd name="connsiteX106" fmla="*/ 2065866 w 4089400"/>
              <a:gd name="connsiteY106" fmla="*/ 2150534 h 2870200"/>
              <a:gd name="connsiteX107" fmla="*/ 2074333 w 4089400"/>
              <a:gd name="connsiteY107" fmla="*/ 2489200 h 2870200"/>
              <a:gd name="connsiteX108" fmla="*/ 2108200 w 4089400"/>
              <a:gd name="connsiteY108" fmla="*/ 2421467 h 2870200"/>
              <a:gd name="connsiteX109" fmla="*/ 2150533 w 4089400"/>
              <a:gd name="connsiteY109" fmla="*/ 2319867 h 2870200"/>
              <a:gd name="connsiteX110" fmla="*/ 2175933 w 4089400"/>
              <a:gd name="connsiteY110" fmla="*/ 2286000 h 2870200"/>
              <a:gd name="connsiteX111" fmla="*/ 2209800 w 4089400"/>
              <a:gd name="connsiteY111" fmla="*/ 2235200 h 2870200"/>
              <a:gd name="connsiteX112" fmla="*/ 2226733 w 4089400"/>
              <a:gd name="connsiteY112" fmla="*/ 2514600 h 2870200"/>
              <a:gd name="connsiteX113" fmla="*/ 2252133 w 4089400"/>
              <a:gd name="connsiteY113" fmla="*/ 2565400 h 2870200"/>
              <a:gd name="connsiteX114" fmla="*/ 2260600 w 4089400"/>
              <a:gd name="connsiteY114" fmla="*/ 2489200 h 2870200"/>
              <a:gd name="connsiteX115" fmla="*/ 2277533 w 4089400"/>
              <a:gd name="connsiteY115" fmla="*/ 2421467 h 2870200"/>
              <a:gd name="connsiteX116" fmla="*/ 2286000 w 4089400"/>
              <a:gd name="connsiteY116" fmla="*/ 1718734 h 2870200"/>
              <a:gd name="connsiteX117" fmla="*/ 2311400 w 4089400"/>
              <a:gd name="connsiteY117" fmla="*/ 1811867 h 2870200"/>
              <a:gd name="connsiteX118" fmla="*/ 2336800 w 4089400"/>
              <a:gd name="connsiteY118" fmla="*/ 1871134 h 2870200"/>
              <a:gd name="connsiteX119" fmla="*/ 2362200 w 4089400"/>
              <a:gd name="connsiteY119" fmla="*/ 1938867 h 2870200"/>
              <a:gd name="connsiteX120" fmla="*/ 2370666 w 4089400"/>
              <a:gd name="connsiteY120" fmla="*/ 1972734 h 2870200"/>
              <a:gd name="connsiteX121" fmla="*/ 2379133 w 4089400"/>
              <a:gd name="connsiteY121" fmla="*/ 1574800 h 2870200"/>
              <a:gd name="connsiteX122" fmla="*/ 2404533 w 4089400"/>
              <a:gd name="connsiteY122" fmla="*/ 1236134 h 2870200"/>
              <a:gd name="connsiteX123" fmla="*/ 2421466 w 4089400"/>
              <a:gd name="connsiteY123" fmla="*/ 1092200 h 2870200"/>
              <a:gd name="connsiteX124" fmla="*/ 2429933 w 4089400"/>
              <a:gd name="connsiteY124" fmla="*/ 1066800 h 2870200"/>
              <a:gd name="connsiteX125" fmla="*/ 2438400 w 4089400"/>
              <a:gd name="connsiteY125" fmla="*/ 1092200 h 2870200"/>
              <a:gd name="connsiteX126" fmla="*/ 2455333 w 4089400"/>
              <a:gd name="connsiteY126" fmla="*/ 1117600 h 2870200"/>
              <a:gd name="connsiteX127" fmla="*/ 2463800 w 4089400"/>
              <a:gd name="connsiteY127" fmla="*/ 1227667 h 2870200"/>
              <a:gd name="connsiteX128" fmla="*/ 2489200 w 4089400"/>
              <a:gd name="connsiteY128" fmla="*/ 753534 h 2870200"/>
              <a:gd name="connsiteX129" fmla="*/ 2506133 w 4089400"/>
              <a:gd name="connsiteY129" fmla="*/ 685800 h 2870200"/>
              <a:gd name="connsiteX130" fmla="*/ 2514600 w 4089400"/>
              <a:gd name="connsiteY130" fmla="*/ 609600 h 2870200"/>
              <a:gd name="connsiteX131" fmla="*/ 2523066 w 4089400"/>
              <a:gd name="connsiteY131" fmla="*/ 558800 h 2870200"/>
              <a:gd name="connsiteX132" fmla="*/ 2540000 w 4089400"/>
              <a:gd name="connsiteY132" fmla="*/ 584200 h 2870200"/>
              <a:gd name="connsiteX133" fmla="*/ 2548466 w 4089400"/>
              <a:gd name="connsiteY133" fmla="*/ 778934 h 2870200"/>
              <a:gd name="connsiteX134" fmla="*/ 2590800 w 4089400"/>
              <a:gd name="connsiteY134" fmla="*/ 914400 h 2870200"/>
              <a:gd name="connsiteX135" fmla="*/ 2607733 w 4089400"/>
              <a:gd name="connsiteY135" fmla="*/ 973667 h 2870200"/>
              <a:gd name="connsiteX136" fmla="*/ 2624666 w 4089400"/>
              <a:gd name="connsiteY136" fmla="*/ 812800 h 2870200"/>
              <a:gd name="connsiteX137" fmla="*/ 2641600 w 4089400"/>
              <a:gd name="connsiteY137" fmla="*/ 694267 h 2870200"/>
              <a:gd name="connsiteX138" fmla="*/ 2667000 w 4089400"/>
              <a:gd name="connsiteY138" fmla="*/ 558800 h 2870200"/>
              <a:gd name="connsiteX139" fmla="*/ 2692400 w 4089400"/>
              <a:gd name="connsiteY139" fmla="*/ 321734 h 2870200"/>
              <a:gd name="connsiteX140" fmla="*/ 2709333 w 4089400"/>
              <a:gd name="connsiteY140" fmla="*/ 1058334 h 2870200"/>
              <a:gd name="connsiteX141" fmla="*/ 2735730 w 4089400"/>
              <a:gd name="connsiteY141" fmla="*/ 1023969 h 2870200"/>
              <a:gd name="connsiteX142" fmla="*/ 2785533 w 4089400"/>
              <a:gd name="connsiteY142" fmla="*/ 905934 h 2870200"/>
              <a:gd name="connsiteX143" fmla="*/ 2819400 w 4089400"/>
              <a:gd name="connsiteY143" fmla="*/ 855134 h 2870200"/>
              <a:gd name="connsiteX144" fmla="*/ 2844800 w 4089400"/>
              <a:gd name="connsiteY144" fmla="*/ 1422400 h 2870200"/>
              <a:gd name="connsiteX145" fmla="*/ 2853266 w 4089400"/>
              <a:gd name="connsiteY145" fmla="*/ 1388534 h 2870200"/>
              <a:gd name="connsiteX146" fmla="*/ 2870200 w 4089400"/>
              <a:gd name="connsiteY146" fmla="*/ 1363134 h 2870200"/>
              <a:gd name="connsiteX147" fmla="*/ 2895600 w 4089400"/>
              <a:gd name="connsiteY147" fmla="*/ 1278467 h 2870200"/>
              <a:gd name="connsiteX148" fmla="*/ 2912533 w 4089400"/>
              <a:gd name="connsiteY148" fmla="*/ 1320800 h 2870200"/>
              <a:gd name="connsiteX149" fmla="*/ 2929466 w 4089400"/>
              <a:gd name="connsiteY149" fmla="*/ 1388534 h 2870200"/>
              <a:gd name="connsiteX150" fmla="*/ 2946400 w 4089400"/>
              <a:gd name="connsiteY150" fmla="*/ 1422400 h 2870200"/>
              <a:gd name="connsiteX151" fmla="*/ 2988733 w 4089400"/>
              <a:gd name="connsiteY151" fmla="*/ 1540934 h 2870200"/>
              <a:gd name="connsiteX152" fmla="*/ 3005666 w 4089400"/>
              <a:gd name="connsiteY152" fmla="*/ 1566334 h 2870200"/>
              <a:gd name="connsiteX153" fmla="*/ 3039533 w 4089400"/>
              <a:gd name="connsiteY153" fmla="*/ 1718734 h 2870200"/>
              <a:gd name="connsiteX154" fmla="*/ 3064933 w 4089400"/>
              <a:gd name="connsiteY154" fmla="*/ 1761067 h 2870200"/>
              <a:gd name="connsiteX155" fmla="*/ 3098800 w 4089400"/>
              <a:gd name="connsiteY155" fmla="*/ 1879600 h 2870200"/>
              <a:gd name="connsiteX156" fmla="*/ 3090333 w 4089400"/>
              <a:gd name="connsiteY156" fmla="*/ 1913467 h 2870200"/>
              <a:gd name="connsiteX157" fmla="*/ 3102783 w 4089400"/>
              <a:gd name="connsiteY157" fmla="*/ 1901016 h 2870200"/>
              <a:gd name="connsiteX158" fmla="*/ 3081866 w 4089400"/>
              <a:gd name="connsiteY158" fmla="*/ 1888067 h 2870200"/>
              <a:gd name="connsiteX159" fmla="*/ 3107266 w 4089400"/>
              <a:gd name="connsiteY159" fmla="*/ 1871134 h 2870200"/>
              <a:gd name="connsiteX160" fmla="*/ 3115733 w 4089400"/>
              <a:gd name="connsiteY160" fmla="*/ 1769534 h 2870200"/>
              <a:gd name="connsiteX161" fmla="*/ 3132666 w 4089400"/>
              <a:gd name="connsiteY161" fmla="*/ 1710267 h 2870200"/>
              <a:gd name="connsiteX162" fmla="*/ 3141133 w 4089400"/>
              <a:gd name="connsiteY162" fmla="*/ 1684867 h 2870200"/>
              <a:gd name="connsiteX163" fmla="*/ 3166533 w 4089400"/>
              <a:gd name="connsiteY163" fmla="*/ 1676400 h 2870200"/>
              <a:gd name="connsiteX164" fmla="*/ 3175000 w 4089400"/>
              <a:gd name="connsiteY164" fmla="*/ 2006600 h 2870200"/>
              <a:gd name="connsiteX165" fmla="*/ 3183466 w 4089400"/>
              <a:gd name="connsiteY165" fmla="*/ 2048934 h 2870200"/>
              <a:gd name="connsiteX166" fmla="*/ 3191933 w 4089400"/>
              <a:gd name="connsiteY166" fmla="*/ 2099734 h 2870200"/>
              <a:gd name="connsiteX167" fmla="*/ 3208866 w 4089400"/>
              <a:gd name="connsiteY167" fmla="*/ 2048934 h 2870200"/>
              <a:gd name="connsiteX168" fmla="*/ 3217333 w 4089400"/>
              <a:gd name="connsiteY168" fmla="*/ 1998134 h 2870200"/>
              <a:gd name="connsiteX169" fmla="*/ 3251200 w 4089400"/>
              <a:gd name="connsiteY169" fmla="*/ 2353734 h 2870200"/>
              <a:gd name="connsiteX170" fmla="*/ 3276600 w 4089400"/>
              <a:gd name="connsiteY170" fmla="*/ 2387600 h 2870200"/>
              <a:gd name="connsiteX171" fmla="*/ 3285066 w 4089400"/>
              <a:gd name="connsiteY171" fmla="*/ 2497667 h 2870200"/>
              <a:gd name="connsiteX172" fmla="*/ 3302000 w 4089400"/>
              <a:gd name="connsiteY172" fmla="*/ 2531534 h 2870200"/>
              <a:gd name="connsiteX173" fmla="*/ 3318933 w 4089400"/>
              <a:gd name="connsiteY173" fmla="*/ 2599267 h 2870200"/>
              <a:gd name="connsiteX174" fmla="*/ 3344333 w 4089400"/>
              <a:gd name="connsiteY174" fmla="*/ 2667000 h 2870200"/>
              <a:gd name="connsiteX175" fmla="*/ 3386666 w 4089400"/>
              <a:gd name="connsiteY175" fmla="*/ 2810934 h 2870200"/>
              <a:gd name="connsiteX176" fmla="*/ 3412066 w 4089400"/>
              <a:gd name="connsiteY176" fmla="*/ 2870200 h 2870200"/>
              <a:gd name="connsiteX177" fmla="*/ 3437466 w 4089400"/>
              <a:gd name="connsiteY177" fmla="*/ 1828800 h 2870200"/>
              <a:gd name="connsiteX178" fmla="*/ 3436968 w 4089400"/>
              <a:gd name="connsiteY178" fmla="*/ 2090271 h 2870200"/>
              <a:gd name="connsiteX179" fmla="*/ 3462866 w 4089400"/>
              <a:gd name="connsiteY179" fmla="*/ 1735667 h 2870200"/>
              <a:gd name="connsiteX180" fmla="*/ 3488266 w 4089400"/>
              <a:gd name="connsiteY180" fmla="*/ 1651000 h 2870200"/>
              <a:gd name="connsiteX181" fmla="*/ 3496733 w 4089400"/>
              <a:gd name="connsiteY181" fmla="*/ 1701800 h 2870200"/>
              <a:gd name="connsiteX182" fmla="*/ 3500717 w 4089400"/>
              <a:gd name="connsiteY182" fmla="*/ 1875118 h 2870200"/>
              <a:gd name="connsiteX183" fmla="*/ 3522133 w 4089400"/>
              <a:gd name="connsiteY183" fmla="*/ 1752600 h 2870200"/>
              <a:gd name="connsiteX184" fmla="*/ 3530600 w 4089400"/>
              <a:gd name="connsiteY184" fmla="*/ 1693334 h 2870200"/>
              <a:gd name="connsiteX185" fmla="*/ 3572933 w 4089400"/>
              <a:gd name="connsiteY185" fmla="*/ 1608667 h 2870200"/>
              <a:gd name="connsiteX186" fmla="*/ 3589866 w 4089400"/>
              <a:gd name="connsiteY186" fmla="*/ 1566334 h 2870200"/>
              <a:gd name="connsiteX187" fmla="*/ 3632200 w 4089400"/>
              <a:gd name="connsiteY187" fmla="*/ 1464734 h 2870200"/>
              <a:gd name="connsiteX188" fmla="*/ 3636184 w 4089400"/>
              <a:gd name="connsiteY188" fmla="*/ 1373094 h 2870200"/>
              <a:gd name="connsiteX189" fmla="*/ 3657600 w 4089400"/>
              <a:gd name="connsiteY189" fmla="*/ 1363134 h 2870200"/>
              <a:gd name="connsiteX190" fmla="*/ 3674533 w 4089400"/>
              <a:gd name="connsiteY190" fmla="*/ 1320800 h 2870200"/>
              <a:gd name="connsiteX191" fmla="*/ 3669553 w 4089400"/>
              <a:gd name="connsiteY191" fmla="*/ 1151964 h 2870200"/>
              <a:gd name="connsiteX192" fmla="*/ 3716866 w 4089400"/>
              <a:gd name="connsiteY192" fmla="*/ 1227667 h 2870200"/>
              <a:gd name="connsiteX193" fmla="*/ 3725333 w 4089400"/>
              <a:gd name="connsiteY193" fmla="*/ 1176867 h 2870200"/>
              <a:gd name="connsiteX194" fmla="*/ 3742266 w 4089400"/>
              <a:gd name="connsiteY194" fmla="*/ 1126067 h 2870200"/>
              <a:gd name="connsiteX195" fmla="*/ 3750733 w 4089400"/>
              <a:gd name="connsiteY195" fmla="*/ 1058334 h 2870200"/>
              <a:gd name="connsiteX196" fmla="*/ 3759200 w 4089400"/>
              <a:gd name="connsiteY196" fmla="*/ 1270000 h 2870200"/>
              <a:gd name="connsiteX197" fmla="*/ 3788048 w 4089400"/>
              <a:gd name="connsiteY197" fmla="*/ 678606 h 2870200"/>
              <a:gd name="connsiteX198" fmla="*/ 3793066 w 4089400"/>
              <a:gd name="connsiteY198" fmla="*/ 558800 h 2870200"/>
              <a:gd name="connsiteX199" fmla="*/ 3810000 w 4089400"/>
              <a:gd name="connsiteY199" fmla="*/ 482600 h 2870200"/>
              <a:gd name="connsiteX200" fmla="*/ 3818466 w 4089400"/>
              <a:gd name="connsiteY200" fmla="*/ 533400 h 2870200"/>
              <a:gd name="connsiteX201" fmla="*/ 3835400 w 4089400"/>
              <a:gd name="connsiteY201" fmla="*/ 660400 h 2870200"/>
              <a:gd name="connsiteX202" fmla="*/ 3843866 w 4089400"/>
              <a:gd name="connsiteY202" fmla="*/ 702734 h 2870200"/>
              <a:gd name="connsiteX203" fmla="*/ 3860800 w 4089400"/>
              <a:gd name="connsiteY203" fmla="*/ 736600 h 2870200"/>
              <a:gd name="connsiteX204" fmla="*/ 3877733 w 4089400"/>
              <a:gd name="connsiteY204" fmla="*/ 702734 h 2870200"/>
              <a:gd name="connsiteX205" fmla="*/ 3937000 w 4089400"/>
              <a:gd name="connsiteY205" fmla="*/ 482600 h 2870200"/>
              <a:gd name="connsiteX206" fmla="*/ 3953933 w 4089400"/>
              <a:gd name="connsiteY206" fmla="*/ 457200 h 2870200"/>
              <a:gd name="connsiteX207" fmla="*/ 3979333 w 4089400"/>
              <a:gd name="connsiteY207" fmla="*/ 177800 h 2870200"/>
              <a:gd name="connsiteX208" fmla="*/ 4004733 w 4089400"/>
              <a:gd name="connsiteY208" fmla="*/ 135467 h 2870200"/>
              <a:gd name="connsiteX209" fmla="*/ 4013200 w 4089400"/>
              <a:gd name="connsiteY209" fmla="*/ 101600 h 2870200"/>
              <a:gd name="connsiteX210" fmla="*/ 4021666 w 4089400"/>
              <a:gd name="connsiteY210" fmla="*/ 76200 h 2870200"/>
              <a:gd name="connsiteX211" fmla="*/ 4030133 w 4089400"/>
              <a:gd name="connsiteY211" fmla="*/ 110067 h 2870200"/>
              <a:gd name="connsiteX212" fmla="*/ 4047066 w 4089400"/>
              <a:gd name="connsiteY212" fmla="*/ 160867 h 2870200"/>
              <a:gd name="connsiteX213" fmla="*/ 4089400 w 4089400"/>
              <a:gd name="connsiteY213" fmla="*/ 0 h 2870200"/>
              <a:gd name="connsiteX0" fmla="*/ 0 w 4089400"/>
              <a:gd name="connsiteY0" fmla="*/ 702734 h 2870200"/>
              <a:gd name="connsiteX1" fmla="*/ 8466 w 4089400"/>
              <a:gd name="connsiteY1" fmla="*/ 643467 h 2870200"/>
              <a:gd name="connsiteX2" fmla="*/ 25400 w 4089400"/>
              <a:gd name="connsiteY2" fmla="*/ 626534 h 2870200"/>
              <a:gd name="connsiteX3" fmla="*/ 33866 w 4089400"/>
              <a:gd name="connsiteY3" fmla="*/ 592667 h 2870200"/>
              <a:gd name="connsiteX4" fmla="*/ 42333 w 4089400"/>
              <a:gd name="connsiteY4" fmla="*/ 567267 h 2870200"/>
              <a:gd name="connsiteX5" fmla="*/ 42333 w 4089400"/>
              <a:gd name="connsiteY5" fmla="*/ 821267 h 2870200"/>
              <a:gd name="connsiteX6" fmla="*/ 32533 w 4089400"/>
              <a:gd name="connsiteY6" fmla="*/ 1083293 h 2870200"/>
              <a:gd name="connsiteX7" fmla="*/ 25400 w 4089400"/>
              <a:gd name="connsiteY7" fmla="*/ 1354667 h 2870200"/>
              <a:gd name="connsiteX8" fmla="*/ 33866 w 4089400"/>
              <a:gd name="connsiteY8" fmla="*/ 1329267 h 2870200"/>
              <a:gd name="connsiteX9" fmla="*/ 42333 w 4089400"/>
              <a:gd name="connsiteY9" fmla="*/ 1286934 h 2870200"/>
              <a:gd name="connsiteX10" fmla="*/ 59266 w 4089400"/>
              <a:gd name="connsiteY10" fmla="*/ 1253067 h 2870200"/>
              <a:gd name="connsiteX11" fmla="*/ 76200 w 4089400"/>
              <a:gd name="connsiteY11" fmla="*/ 1202267 h 2870200"/>
              <a:gd name="connsiteX12" fmla="*/ 84666 w 4089400"/>
              <a:gd name="connsiteY12" fmla="*/ 1176867 h 2870200"/>
              <a:gd name="connsiteX13" fmla="*/ 101600 w 4089400"/>
              <a:gd name="connsiteY13" fmla="*/ 1143000 h 2870200"/>
              <a:gd name="connsiteX14" fmla="*/ 110066 w 4089400"/>
              <a:gd name="connsiteY14" fmla="*/ 1100667 h 2870200"/>
              <a:gd name="connsiteX15" fmla="*/ 135466 w 4089400"/>
              <a:gd name="connsiteY15" fmla="*/ 1032934 h 2870200"/>
              <a:gd name="connsiteX16" fmla="*/ 143933 w 4089400"/>
              <a:gd name="connsiteY16" fmla="*/ 999067 h 2870200"/>
              <a:gd name="connsiteX17" fmla="*/ 160866 w 4089400"/>
              <a:gd name="connsiteY17" fmla="*/ 948267 h 2870200"/>
              <a:gd name="connsiteX18" fmla="*/ 177800 w 4089400"/>
              <a:gd name="connsiteY18" fmla="*/ 1134534 h 2870200"/>
              <a:gd name="connsiteX19" fmla="*/ 194733 w 4089400"/>
              <a:gd name="connsiteY19" fmla="*/ 1464734 h 2870200"/>
              <a:gd name="connsiteX20" fmla="*/ 228600 w 4089400"/>
              <a:gd name="connsiteY20" fmla="*/ 1397000 h 2870200"/>
              <a:gd name="connsiteX21" fmla="*/ 254000 w 4089400"/>
              <a:gd name="connsiteY21" fmla="*/ 1363134 h 2870200"/>
              <a:gd name="connsiteX22" fmla="*/ 262466 w 4089400"/>
              <a:gd name="connsiteY22" fmla="*/ 1337734 h 2870200"/>
              <a:gd name="connsiteX23" fmla="*/ 279400 w 4089400"/>
              <a:gd name="connsiteY23" fmla="*/ 1371600 h 2870200"/>
              <a:gd name="connsiteX24" fmla="*/ 287866 w 4089400"/>
              <a:gd name="connsiteY24" fmla="*/ 2243667 h 2870200"/>
              <a:gd name="connsiteX25" fmla="*/ 313266 w 4089400"/>
              <a:gd name="connsiteY25" fmla="*/ 2201334 h 2870200"/>
              <a:gd name="connsiteX26" fmla="*/ 321733 w 4089400"/>
              <a:gd name="connsiteY26" fmla="*/ 2150534 h 2870200"/>
              <a:gd name="connsiteX27" fmla="*/ 346635 w 4089400"/>
              <a:gd name="connsiteY27" fmla="*/ 2376146 h 2870200"/>
              <a:gd name="connsiteX28" fmla="*/ 364066 w 4089400"/>
              <a:gd name="connsiteY28" fmla="*/ 2082800 h 2870200"/>
              <a:gd name="connsiteX29" fmla="*/ 389965 w 4089400"/>
              <a:gd name="connsiteY29" fmla="*/ 1792444 h 2870200"/>
              <a:gd name="connsiteX30" fmla="*/ 397933 w 4089400"/>
              <a:gd name="connsiteY30" fmla="*/ 2032000 h 2870200"/>
              <a:gd name="connsiteX31" fmla="*/ 423333 w 4089400"/>
              <a:gd name="connsiteY31" fmla="*/ 1998134 h 2870200"/>
              <a:gd name="connsiteX32" fmla="*/ 440266 w 4089400"/>
              <a:gd name="connsiteY32" fmla="*/ 1752600 h 2870200"/>
              <a:gd name="connsiteX33" fmla="*/ 465666 w 4089400"/>
              <a:gd name="connsiteY33" fmla="*/ 1651000 h 2870200"/>
              <a:gd name="connsiteX34" fmla="*/ 491066 w 4089400"/>
              <a:gd name="connsiteY34" fmla="*/ 1710267 h 2870200"/>
              <a:gd name="connsiteX35" fmla="*/ 499533 w 4089400"/>
              <a:gd name="connsiteY35" fmla="*/ 1851666 h 2870200"/>
              <a:gd name="connsiteX36" fmla="*/ 533400 w 4089400"/>
              <a:gd name="connsiteY36" fmla="*/ 1820334 h 2870200"/>
              <a:gd name="connsiteX37" fmla="*/ 558800 w 4089400"/>
              <a:gd name="connsiteY37" fmla="*/ 1938867 h 2870200"/>
              <a:gd name="connsiteX38" fmla="*/ 575733 w 4089400"/>
              <a:gd name="connsiteY38" fmla="*/ 1998134 h 2870200"/>
              <a:gd name="connsiteX39" fmla="*/ 592666 w 4089400"/>
              <a:gd name="connsiteY39" fmla="*/ 2023534 h 2870200"/>
              <a:gd name="connsiteX40" fmla="*/ 618066 w 4089400"/>
              <a:gd name="connsiteY40" fmla="*/ 1786467 h 2870200"/>
              <a:gd name="connsiteX41" fmla="*/ 626533 w 4089400"/>
              <a:gd name="connsiteY41" fmla="*/ 1744134 h 2870200"/>
              <a:gd name="connsiteX42" fmla="*/ 643466 w 4089400"/>
              <a:gd name="connsiteY42" fmla="*/ 1718734 h 2870200"/>
              <a:gd name="connsiteX43" fmla="*/ 660400 w 4089400"/>
              <a:gd name="connsiteY43" fmla="*/ 1617134 h 2870200"/>
              <a:gd name="connsiteX44" fmla="*/ 677333 w 4089400"/>
              <a:gd name="connsiteY44" fmla="*/ 1557867 h 2870200"/>
              <a:gd name="connsiteX45" fmla="*/ 685800 w 4089400"/>
              <a:gd name="connsiteY45" fmla="*/ 1524000 h 2870200"/>
              <a:gd name="connsiteX46" fmla="*/ 702733 w 4089400"/>
              <a:gd name="connsiteY46" fmla="*/ 1312334 h 2870200"/>
              <a:gd name="connsiteX47" fmla="*/ 719666 w 4089400"/>
              <a:gd name="connsiteY47" fmla="*/ 1380067 h 2870200"/>
              <a:gd name="connsiteX48" fmla="*/ 736600 w 4089400"/>
              <a:gd name="connsiteY48" fmla="*/ 1532467 h 2870200"/>
              <a:gd name="connsiteX49" fmla="*/ 753533 w 4089400"/>
              <a:gd name="connsiteY49" fmla="*/ 1566334 h 2870200"/>
              <a:gd name="connsiteX50" fmla="*/ 778933 w 4089400"/>
              <a:gd name="connsiteY50" fmla="*/ 1456267 h 2870200"/>
              <a:gd name="connsiteX51" fmla="*/ 795866 w 4089400"/>
              <a:gd name="connsiteY51" fmla="*/ 1430867 h 2870200"/>
              <a:gd name="connsiteX52" fmla="*/ 829733 w 4089400"/>
              <a:gd name="connsiteY52" fmla="*/ 1388534 h 2870200"/>
              <a:gd name="connsiteX53" fmla="*/ 838200 w 4089400"/>
              <a:gd name="connsiteY53" fmla="*/ 1498600 h 2870200"/>
              <a:gd name="connsiteX54" fmla="*/ 863600 w 4089400"/>
              <a:gd name="connsiteY54" fmla="*/ 1811867 h 2870200"/>
              <a:gd name="connsiteX55" fmla="*/ 872066 w 4089400"/>
              <a:gd name="connsiteY55" fmla="*/ 1642534 h 2870200"/>
              <a:gd name="connsiteX56" fmla="*/ 897466 w 4089400"/>
              <a:gd name="connsiteY56" fmla="*/ 1583267 h 2870200"/>
              <a:gd name="connsiteX57" fmla="*/ 905933 w 4089400"/>
              <a:gd name="connsiteY57" fmla="*/ 1557867 h 2870200"/>
              <a:gd name="connsiteX58" fmla="*/ 914400 w 4089400"/>
              <a:gd name="connsiteY58" fmla="*/ 2006600 h 2870200"/>
              <a:gd name="connsiteX59" fmla="*/ 939800 w 4089400"/>
              <a:gd name="connsiteY59" fmla="*/ 2116667 h 2870200"/>
              <a:gd name="connsiteX60" fmla="*/ 948266 w 4089400"/>
              <a:gd name="connsiteY60" fmla="*/ 1948424 h 2870200"/>
              <a:gd name="connsiteX61" fmla="*/ 965200 w 4089400"/>
              <a:gd name="connsiteY61" fmla="*/ 1794934 h 2870200"/>
              <a:gd name="connsiteX62" fmla="*/ 973666 w 4089400"/>
              <a:gd name="connsiteY62" fmla="*/ 1761067 h 2870200"/>
              <a:gd name="connsiteX63" fmla="*/ 990600 w 4089400"/>
              <a:gd name="connsiteY63" fmla="*/ 1871134 h 2870200"/>
              <a:gd name="connsiteX64" fmla="*/ 1007533 w 4089400"/>
              <a:gd name="connsiteY64" fmla="*/ 1947334 h 2870200"/>
              <a:gd name="connsiteX65" fmla="*/ 1024466 w 4089400"/>
              <a:gd name="connsiteY65" fmla="*/ 2040467 h 2870200"/>
              <a:gd name="connsiteX66" fmla="*/ 1049866 w 4089400"/>
              <a:gd name="connsiteY66" fmla="*/ 2108200 h 2870200"/>
              <a:gd name="connsiteX67" fmla="*/ 1058333 w 4089400"/>
              <a:gd name="connsiteY67" fmla="*/ 2150534 h 2870200"/>
              <a:gd name="connsiteX68" fmla="*/ 1100666 w 4089400"/>
              <a:gd name="connsiteY68" fmla="*/ 2209800 h 2870200"/>
              <a:gd name="connsiteX69" fmla="*/ 1109133 w 4089400"/>
              <a:gd name="connsiteY69" fmla="*/ 2108200 h 2870200"/>
              <a:gd name="connsiteX70" fmla="*/ 1159933 w 4089400"/>
              <a:gd name="connsiteY70" fmla="*/ 1989667 h 2870200"/>
              <a:gd name="connsiteX71" fmla="*/ 1210733 w 4089400"/>
              <a:gd name="connsiteY71" fmla="*/ 1913467 h 2870200"/>
              <a:gd name="connsiteX72" fmla="*/ 1219200 w 4089400"/>
              <a:gd name="connsiteY72" fmla="*/ 2167467 h 2870200"/>
              <a:gd name="connsiteX73" fmla="*/ 1236133 w 4089400"/>
              <a:gd name="connsiteY73" fmla="*/ 2082800 h 2870200"/>
              <a:gd name="connsiteX74" fmla="*/ 1244600 w 4089400"/>
              <a:gd name="connsiteY74" fmla="*/ 2015067 h 2870200"/>
              <a:gd name="connsiteX75" fmla="*/ 1286933 w 4089400"/>
              <a:gd name="connsiteY75" fmla="*/ 1854200 h 2870200"/>
              <a:gd name="connsiteX76" fmla="*/ 1295400 w 4089400"/>
              <a:gd name="connsiteY76" fmla="*/ 1803400 h 2870200"/>
              <a:gd name="connsiteX77" fmla="*/ 1320800 w 4089400"/>
              <a:gd name="connsiteY77" fmla="*/ 1701800 h 2870200"/>
              <a:gd name="connsiteX78" fmla="*/ 1346200 w 4089400"/>
              <a:gd name="connsiteY78" fmla="*/ 1718734 h 2870200"/>
              <a:gd name="connsiteX79" fmla="*/ 1354666 w 4089400"/>
              <a:gd name="connsiteY79" fmla="*/ 1744134 h 2870200"/>
              <a:gd name="connsiteX80" fmla="*/ 1380066 w 4089400"/>
              <a:gd name="connsiteY80" fmla="*/ 1828800 h 2870200"/>
              <a:gd name="connsiteX81" fmla="*/ 1397000 w 4089400"/>
              <a:gd name="connsiteY81" fmla="*/ 1879600 h 2870200"/>
              <a:gd name="connsiteX82" fmla="*/ 1405466 w 4089400"/>
              <a:gd name="connsiteY82" fmla="*/ 1913467 h 2870200"/>
              <a:gd name="connsiteX83" fmla="*/ 1430866 w 4089400"/>
              <a:gd name="connsiteY83" fmla="*/ 1947334 h 2870200"/>
              <a:gd name="connsiteX84" fmla="*/ 1447800 w 4089400"/>
              <a:gd name="connsiteY84" fmla="*/ 1938867 h 2870200"/>
              <a:gd name="connsiteX85" fmla="*/ 1490133 w 4089400"/>
              <a:gd name="connsiteY85" fmla="*/ 1803400 h 2870200"/>
              <a:gd name="connsiteX86" fmla="*/ 1549400 w 4089400"/>
              <a:gd name="connsiteY86" fmla="*/ 1651000 h 2870200"/>
              <a:gd name="connsiteX87" fmla="*/ 1557866 w 4089400"/>
              <a:gd name="connsiteY87" fmla="*/ 1591734 h 2870200"/>
              <a:gd name="connsiteX88" fmla="*/ 1574800 w 4089400"/>
              <a:gd name="connsiteY88" fmla="*/ 1566334 h 2870200"/>
              <a:gd name="connsiteX89" fmla="*/ 1583266 w 4089400"/>
              <a:gd name="connsiteY89" fmla="*/ 1524000 h 2870200"/>
              <a:gd name="connsiteX90" fmla="*/ 1591733 w 4089400"/>
              <a:gd name="connsiteY90" fmla="*/ 1498600 h 2870200"/>
              <a:gd name="connsiteX91" fmla="*/ 1608666 w 4089400"/>
              <a:gd name="connsiteY91" fmla="*/ 1524000 h 2870200"/>
              <a:gd name="connsiteX92" fmla="*/ 1634066 w 4089400"/>
              <a:gd name="connsiteY92" fmla="*/ 1490134 h 2870200"/>
              <a:gd name="connsiteX93" fmla="*/ 1659466 w 4089400"/>
              <a:gd name="connsiteY93" fmla="*/ 1388534 h 2870200"/>
              <a:gd name="connsiteX94" fmla="*/ 1718733 w 4089400"/>
              <a:gd name="connsiteY94" fmla="*/ 1286934 h 2870200"/>
              <a:gd name="connsiteX95" fmla="*/ 1769533 w 4089400"/>
              <a:gd name="connsiteY95" fmla="*/ 1176867 h 2870200"/>
              <a:gd name="connsiteX96" fmla="*/ 1794933 w 4089400"/>
              <a:gd name="connsiteY96" fmla="*/ 1202267 h 2870200"/>
              <a:gd name="connsiteX97" fmla="*/ 1803400 w 4089400"/>
              <a:gd name="connsiteY97" fmla="*/ 1227667 h 2870200"/>
              <a:gd name="connsiteX98" fmla="*/ 1820333 w 4089400"/>
              <a:gd name="connsiteY98" fmla="*/ 1261534 h 2870200"/>
              <a:gd name="connsiteX99" fmla="*/ 1862666 w 4089400"/>
              <a:gd name="connsiteY99" fmla="*/ 1422400 h 2870200"/>
              <a:gd name="connsiteX100" fmla="*/ 1913466 w 4089400"/>
              <a:gd name="connsiteY100" fmla="*/ 1600200 h 2870200"/>
              <a:gd name="connsiteX101" fmla="*/ 1964266 w 4089400"/>
              <a:gd name="connsiteY101" fmla="*/ 1744134 h 2870200"/>
              <a:gd name="connsiteX102" fmla="*/ 1981200 w 4089400"/>
              <a:gd name="connsiteY102" fmla="*/ 1498600 h 2870200"/>
              <a:gd name="connsiteX103" fmla="*/ 1998133 w 4089400"/>
              <a:gd name="connsiteY103" fmla="*/ 1464734 h 2870200"/>
              <a:gd name="connsiteX104" fmla="*/ 2006600 w 4089400"/>
              <a:gd name="connsiteY104" fmla="*/ 1439334 h 2870200"/>
              <a:gd name="connsiteX105" fmla="*/ 2057400 w 4089400"/>
              <a:gd name="connsiteY105" fmla="*/ 2032000 h 2870200"/>
              <a:gd name="connsiteX106" fmla="*/ 2065866 w 4089400"/>
              <a:gd name="connsiteY106" fmla="*/ 2150534 h 2870200"/>
              <a:gd name="connsiteX107" fmla="*/ 2074333 w 4089400"/>
              <a:gd name="connsiteY107" fmla="*/ 2489200 h 2870200"/>
              <a:gd name="connsiteX108" fmla="*/ 2108200 w 4089400"/>
              <a:gd name="connsiteY108" fmla="*/ 2421467 h 2870200"/>
              <a:gd name="connsiteX109" fmla="*/ 2150533 w 4089400"/>
              <a:gd name="connsiteY109" fmla="*/ 2319867 h 2870200"/>
              <a:gd name="connsiteX110" fmla="*/ 2175933 w 4089400"/>
              <a:gd name="connsiteY110" fmla="*/ 2286000 h 2870200"/>
              <a:gd name="connsiteX111" fmla="*/ 2209800 w 4089400"/>
              <a:gd name="connsiteY111" fmla="*/ 2235200 h 2870200"/>
              <a:gd name="connsiteX112" fmla="*/ 2226733 w 4089400"/>
              <a:gd name="connsiteY112" fmla="*/ 2514600 h 2870200"/>
              <a:gd name="connsiteX113" fmla="*/ 2252133 w 4089400"/>
              <a:gd name="connsiteY113" fmla="*/ 2565400 h 2870200"/>
              <a:gd name="connsiteX114" fmla="*/ 2260600 w 4089400"/>
              <a:gd name="connsiteY114" fmla="*/ 2489200 h 2870200"/>
              <a:gd name="connsiteX115" fmla="*/ 2277533 w 4089400"/>
              <a:gd name="connsiteY115" fmla="*/ 2421467 h 2870200"/>
              <a:gd name="connsiteX116" fmla="*/ 2286000 w 4089400"/>
              <a:gd name="connsiteY116" fmla="*/ 1718734 h 2870200"/>
              <a:gd name="connsiteX117" fmla="*/ 2311400 w 4089400"/>
              <a:gd name="connsiteY117" fmla="*/ 1811867 h 2870200"/>
              <a:gd name="connsiteX118" fmla="*/ 2336800 w 4089400"/>
              <a:gd name="connsiteY118" fmla="*/ 1871134 h 2870200"/>
              <a:gd name="connsiteX119" fmla="*/ 2362200 w 4089400"/>
              <a:gd name="connsiteY119" fmla="*/ 1938867 h 2870200"/>
              <a:gd name="connsiteX120" fmla="*/ 2370666 w 4089400"/>
              <a:gd name="connsiteY120" fmla="*/ 1972734 h 2870200"/>
              <a:gd name="connsiteX121" fmla="*/ 2379133 w 4089400"/>
              <a:gd name="connsiteY121" fmla="*/ 1574800 h 2870200"/>
              <a:gd name="connsiteX122" fmla="*/ 2404533 w 4089400"/>
              <a:gd name="connsiteY122" fmla="*/ 1236134 h 2870200"/>
              <a:gd name="connsiteX123" fmla="*/ 2421466 w 4089400"/>
              <a:gd name="connsiteY123" fmla="*/ 1092200 h 2870200"/>
              <a:gd name="connsiteX124" fmla="*/ 2429933 w 4089400"/>
              <a:gd name="connsiteY124" fmla="*/ 1066800 h 2870200"/>
              <a:gd name="connsiteX125" fmla="*/ 2438400 w 4089400"/>
              <a:gd name="connsiteY125" fmla="*/ 1092200 h 2870200"/>
              <a:gd name="connsiteX126" fmla="*/ 2455333 w 4089400"/>
              <a:gd name="connsiteY126" fmla="*/ 1117600 h 2870200"/>
              <a:gd name="connsiteX127" fmla="*/ 2463800 w 4089400"/>
              <a:gd name="connsiteY127" fmla="*/ 1227667 h 2870200"/>
              <a:gd name="connsiteX128" fmla="*/ 2489200 w 4089400"/>
              <a:gd name="connsiteY128" fmla="*/ 753534 h 2870200"/>
              <a:gd name="connsiteX129" fmla="*/ 2506133 w 4089400"/>
              <a:gd name="connsiteY129" fmla="*/ 685800 h 2870200"/>
              <a:gd name="connsiteX130" fmla="*/ 2514600 w 4089400"/>
              <a:gd name="connsiteY130" fmla="*/ 609600 h 2870200"/>
              <a:gd name="connsiteX131" fmla="*/ 2523066 w 4089400"/>
              <a:gd name="connsiteY131" fmla="*/ 558800 h 2870200"/>
              <a:gd name="connsiteX132" fmla="*/ 2540000 w 4089400"/>
              <a:gd name="connsiteY132" fmla="*/ 584200 h 2870200"/>
              <a:gd name="connsiteX133" fmla="*/ 2548466 w 4089400"/>
              <a:gd name="connsiteY133" fmla="*/ 778934 h 2870200"/>
              <a:gd name="connsiteX134" fmla="*/ 2590800 w 4089400"/>
              <a:gd name="connsiteY134" fmla="*/ 914400 h 2870200"/>
              <a:gd name="connsiteX135" fmla="*/ 2607733 w 4089400"/>
              <a:gd name="connsiteY135" fmla="*/ 973667 h 2870200"/>
              <a:gd name="connsiteX136" fmla="*/ 2624666 w 4089400"/>
              <a:gd name="connsiteY136" fmla="*/ 812800 h 2870200"/>
              <a:gd name="connsiteX137" fmla="*/ 2641600 w 4089400"/>
              <a:gd name="connsiteY137" fmla="*/ 694267 h 2870200"/>
              <a:gd name="connsiteX138" fmla="*/ 2667000 w 4089400"/>
              <a:gd name="connsiteY138" fmla="*/ 558800 h 2870200"/>
              <a:gd name="connsiteX139" fmla="*/ 2692400 w 4089400"/>
              <a:gd name="connsiteY139" fmla="*/ 321734 h 2870200"/>
              <a:gd name="connsiteX140" fmla="*/ 2709333 w 4089400"/>
              <a:gd name="connsiteY140" fmla="*/ 1058334 h 2870200"/>
              <a:gd name="connsiteX141" fmla="*/ 2735730 w 4089400"/>
              <a:gd name="connsiteY141" fmla="*/ 1023969 h 2870200"/>
              <a:gd name="connsiteX142" fmla="*/ 2785533 w 4089400"/>
              <a:gd name="connsiteY142" fmla="*/ 905934 h 2870200"/>
              <a:gd name="connsiteX143" fmla="*/ 2819400 w 4089400"/>
              <a:gd name="connsiteY143" fmla="*/ 855134 h 2870200"/>
              <a:gd name="connsiteX144" fmla="*/ 2844800 w 4089400"/>
              <a:gd name="connsiteY144" fmla="*/ 1422400 h 2870200"/>
              <a:gd name="connsiteX145" fmla="*/ 2853266 w 4089400"/>
              <a:gd name="connsiteY145" fmla="*/ 1388534 h 2870200"/>
              <a:gd name="connsiteX146" fmla="*/ 2870200 w 4089400"/>
              <a:gd name="connsiteY146" fmla="*/ 1363134 h 2870200"/>
              <a:gd name="connsiteX147" fmla="*/ 2895600 w 4089400"/>
              <a:gd name="connsiteY147" fmla="*/ 1278467 h 2870200"/>
              <a:gd name="connsiteX148" fmla="*/ 2912533 w 4089400"/>
              <a:gd name="connsiteY148" fmla="*/ 1320800 h 2870200"/>
              <a:gd name="connsiteX149" fmla="*/ 2929466 w 4089400"/>
              <a:gd name="connsiteY149" fmla="*/ 1388534 h 2870200"/>
              <a:gd name="connsiteX150" fmla="*/ 2946400 w 4089400"/>
              <a:gd name="connsiteY150" fmla="*/ 1422400 h 2870200"/>
              <a:gd name="connsiteX151" fmla="*/ 2988733 w 4089400"/>
              <a:gd name="connsiteY151" fmla="*/ 1540934 h 2870200"/>
              <a:gd name="connsiteX152" fmla="*/ 3005666 w 4089400"/>
              <a:gd name="connsiteY152" fmla="*/ 1566334 h 2870200"/>
              <a:gd name="connsiteX153" fmla="*/ 3039533 w 4089400"/>
              <a:gd name="connsiteY153" fmla="*/ 1718734 h 2870200"/>
              <a:gd name="connsiteX154" fmla="*/ 3064933 w 4089400"/>
              <a:gd name="connsiteY154" fmla="*/ 1761067 h 2870200"/>
              <a:gd name="connsiteX155" fmla="*/ 3098800 w 4089400"/>
              <a:gd name="connsiteY155" fmla="*/ 1879600 h 2870200"/>
              <a:gd name="connsiteX156" fmla="*/ 3090333 w 4089400"/>
              <a:gd name="connsiteY156" fmla="*/ 1913467 h 2870200"/>
              <a:gd name="connsiteX157" fmla="*/ 3102783 w 4089400"/>
              <a:gd name="connsiteY157" fmla="*/ 1901016 h 2870200"/>
              <a:gd name="connsiteX158" fmla="*/ 3081866 w 4089400"/>
              <a:gd name="connsiteY158" fmla="*/ 1888067 h 2870200"/>
              <a:gd name="connsiteX159" fmla="*/ 3107266 w 4089400"/>
              <a:gd name="connsiteY159" fmla="*/ 1871134 h 2870200"/>
              <a:gd name="connsiteX160" fmla="*/ 3115733 w 4089400"/>
              <a:gd name="connsiteY160" fmla="*/ 1769534 h 2870200"/>
              <a:gd name="connsiteX161" fmla="*/ 3132666 w 4089400"/>
              <a:gd name="connsiteY161" fmla="*/ 1710267 h 2870200"/>
              <a:gd name="connsiteX162" fmla="*/ 3141133 w 4089400"/>
              <a:gd name="connsiteY162" fmla="*/ 1684867 h 2870200"/>
              <a:gd name="connsiteX163" fmla="*/ 3166533 w 4089400"/>
              <a:gd name="connsiteY163" fmla="*/ 1676400 h 2870200"/>
              <a:gd name="connsiteX164" fmla="*/ 3175000 w 4089400"/>
              <a:gd name="connsiteY164" fmla="*/ 2006600 h 2870200"/>
              <a:gd name="connsiteX165" fmla="*/ 3183466 w 4089400"/>
              <a:gd name="connsiteY165" fmla="*/ 2048934 h 2870200"/>
              <a:gd name="connsiteX166" fmla="*/ 3191933 w 4089400"/>
              <a:gd name="connsiteY166" fmla="*/ 2099734 h 2870200"/>
              <a:gd name="connsiteX167" fmla="*/ 3208866 w 4089400"/>
              <a:gd name="connsiteY167" fmla="*/ 2048934 h 2870200"/>
              <a:gd name="connsiteX168" fmla="*/ 3217333 w 4089400"/>
              <a:gd name="connsiteY168" fmla="*/ 1998134 h 2870200"/>
              <a:gd name="connsiteX169" fmla="*/ 3251200 w 4089400"/>
              <a:gd name="connsiteY169" fmla="*/ 2353734 h 2870200"/>
              <a:gd name="connsiteX170" fmla="*/ 3276600 w 4089400"/>
              <a:gd name="connsiteY170" fmla="*/ 2387600 h 2870200"/>
              <a:gd name="connsiteX171" fmla="*/ 3285066 w 4089400"/>
              <a:gd name="connsiteY171" fmla="*/ 2497667 h 2870200"/>
              <a:gd name="connsiteX172" fmla="*/ 3302000 w 4089400"/>
              <a:gd name="connsiteY172" fmla="*/ 2531534 h 2870200"/>
              <a:gd name="connsiteX173" fmla="*/ 3318933 w 4089400"/>
              <a:gd name="connsiteY173" fmla="*/ 2599267 h 2870200"/>
              <a:gd name="connsiteX174" fmla="*/ 3344333 w 4089400"/>
              <a:gd name="connsiteY174" fmla="*/ 2667000 h 2870200"/>
              <a:gd name="connsiteX175" fmla="*/ 3386666 w 4089400"/>
              <a:gd name="connsiteY175" fmla="*/ 2810934 h 2870200"/>
              <a:gd name="connsiteX176" fmla="*/ 3412066 w 4089400"/>
              <a:gd name="connsiteY176" fmla="*/ 2870200 h 2870200"/>
              <a:gd name="connsiteX177" fmla="*/ 3437466 w 4089400"/>
              <a:gd name="connsiteY177" fmla="*/ 1828800 h 2870200"/>
              <a:gd name="connsiteX178" fmla="*/ 3436968 w 4089400"/>
              <a:gd name="connsiteY178" fmla="*/ 2090271 h 2870200"/>
              <a:gd name="connsiteX179" fmla="*/ 3462866 w 4089400"/>
              <a:gd name="connsiteY179" fmla="*/ 1735667 h 2870200"/>
              <a:gd name="connsiteX180" fmla="*/ 3488266 w 4089400"/>
              <a:gd name="connsiteY180" fmla="*/ 1651000 h 2870200"/>
              <a:gd name="connsiteX181" fmla="*/ 3496733 w 4089400"/>
              <a:gd name="connsiteY181" fmla="*/ 1701800 h 2870200"/>
              <a:gd name="connsiteX182" fmla="*/ 3500717 w 4089400"/>
              <a:gd name="connsiteY182" fmla="*/ 1875118 h 2870200"/>
              <a:gd name="connsiteX183" fmla="*/ 3522133 w 4089400"/>
              <a:gd name="connsiteY183" fmla="*/ 1752600 h 2870200"/>
              <a:gd name="connsiteX184" fmla="*/ 3530600 w 4089400"/>
              <a:gd name="connsiteY184" fmla="*/ 1693334 h 2870200"/>
              <a:gd name="connsiteX185" fmla="*/ 3572933 w 4089400"/>
              <a:gd name="connsiteY185" fmla="*/ 1608667 h 2870200"/>
              <a:gd name="connsiteX186" fmla="*/ 3589866 w 4089400"/>
              <a:gd name="connsiteY186" fmla="*/ 1566334 h 2870200"/>
              <a:gd name="connsiteX187" fmla="*/ 3632200 w 4089400"/>
              <a:gd name="connsiteY187" fmla="*/ 1464734 h 2870200"/>
              <a:gd name="connsiteX188" fmla="*/ 3636184 w 4089400"/>
              <a:gd name="connsiteY188" fmla="*/ 1373094 h 2870200"/>
              <a:gd name="connsiteX189" fmla="*/ 3657600 w 4089400"/>
              <a:gd name="connsiteY189" fmla="*/ 1363134 h 2870200"/>
              <a:gd name="connsiteX190" fmla="*/ 3674533 w 4089400"/>
              <a:gd name="connsiteY190" fmla="*/ 1320800 h 2870200"/>
              <a:gd name="connsiteX191" fmla="*/ 3669553 w 4089400"/>
              <a:gd name="connsiteY191" fmla="*/ 1151964 h 2870200"/>
              <a:gd name="connsiteX192" fmla="*/ 3716866 w 4089400"/>
              <a:gd name="connsiteY192" fmla="*/ 1227667 h 2870200"/>
              <a:gd name="connsiteX193" fmla="*/ 3725333 w 4089400"/>
              <a:gd name="connsiteY193" fmla="*/ 1176867 h 2870200"/>
              <a:gd name="connsiteX194" fmla="*/ 3742266 w 4089400"/>
              <a:gd name="connsiteY194" fmla="*/ 1126067 h 2870200"/>
              <a:gd name="connsiteX195" fmla="*/ 3750733 w 4089400"/>
              <a:gd name="connsiteY195" fmla="*/ 1058334 h 2870200"/>
              <a:gd name="connsiteX196" fmla="*/ 3759200 w 4089400"/>
              <a:gd name="connsiteY196" fmla="*/ 1270000 h 2870200"/>
              <a:gd name="connsiteX197" fmla="*/ 3788048 w 4089400"/>
              <a:gd name="connsiteY197" fmla="*/ 678606 h 2870200"/>
              <a:gd name="connsiteX198" fmla="*/ 3793066 w 4089400"/>
              <a:gd name="connsiteY198" fmla="*/ 558800 h 2870200"/>
              <a:gd name="connsiteX199" fmla="*/ 3810000 w 4089400"/>
              <a:gd name="connsiteY199" fmla="*/ 482600 h 2870200"/>
              <a:gd name="connsiteX200" fmla="*/ 3818466 w 4089400"/>
              <a:gd name="connsiteY200" fmla="*/ 533400 h 2870200"/>
              <a:gd name="connsiteX201" fmla="*/ 3835400 w 4089400"/>
              <a:gd name="connsiteY201" fmla="*/ 660400 h 2870200"/>
              <a:gd name="connsiteX202" fmla="*/ 3843866 w 4089400"/>
              <a:gd name="connsiteY202" fmla="*/ 702734 h 2870200"/>
              <a:gd name="connsiteX203" fmla="*/ 3860800 w 4089400"/>
              <a:gd name="connsiteY203" fmla="*/ 736600 h 2870200"/>
              <a:gd name="connsiteX204" fmla="*/ 3877733 w 4089400"/>
              <a:gd name="connsiteY204" fmla="*/ 702734 h 2870200"/>
              <a:gd name="connsiteX205" fmla="*/ 3937000 w 4089400"/>
              <a:gd name="connsiteY205" fmla="*/ 482600 h 2870200"/>
              <a:gd name="connsiteX206" fmla="*/ 3953933 w 4089400"/>
              <a:gd name="connsiteY206" fmla="*/ 457200 h 2870200"/>
              <a:gd name="connsiteX207" fmla="*/ 3979333 w 4089400"/>
              <a:gd name="connsiteY207" fmla="*/ 177800 h 2870200"/>
              <a:gd name="connsiteX208" fmla="*/ 4004733 w 4089400"/>
              <a:gd name="connsiteY208" fmla="*/ 135467 h 2870200"/>
              <a:gd name="connsiteX209" fmla="*/ 4013200 w 4089400"/>
              <a:gd name="connsiteY209" fmla="*/ 101600 h 2870200"/>
              <a:gd name="connsiteX210" fmla="*/ 4021666 w 4089400"/>
              <a:gd name="connsiteY210" fmla="*/ 76200 h 2870200"/>
              <a:gd name="connsiteX211" fmla="*/ 4030133 w 4089400"/>
              <a:gd name="connsiteY211" fmla="*/ 110067 h 2870200"/>
              <a:gd name="connsiteX212" fmla="*/ 4047066 w 4089400"/>
              <a:gd name="connsiteY212" fmla="*/ 160867 h 2870200"/>
              <a:gd name="connsiteX213" fmla="*/ 4089400 w 4089400"/>
              <a:gd name="connsiteY213" fmla="*/ 0 h 2870200"/>
              <a:gd name="connsiteX0" fmla="*/ 0 w 4089400"/>
              <a:gd name="connsiteY0" fmla="*/ 702734 h 2870200"/>
              <a:gd name="connsiteX1" fmla="*/ 8466 w 4089400"/>
              <a:gd name="connsiteY1" fmla="*/ 643467 h 2870200"/>
              <a:gd name="connsiteX2" fmla="*/ 25400 w 4089400"/>
              <a:gd name="connsiteY2" fmla="*/ 626534 h 2870200"/>
              <a:gd name="connsiteX3" fmla="*/ 33866 w 4089400"/>
              <a:gd name="connsiteY3" fmla="*/ 592667 h 2870200"/>
              <a:gd name="connsiteX4" fmla="*/ 42333 w 4089400"/>
              <a:gd name="connsiteY4" fmla="*/ 567267 h 2870200"/>
              <a:gd name="connsiteX5" fmla="*/ 47892 w 4089400"/>
              <a:gd name="connsiteY5" fmla="*/ 828517 h 2870200"/>
              <a:gd name="connsiteX6" fmla="*/ 32533 w 4089400"/>
              <a:gd name="connsiteY6" fmla="*/ 1083293 h 2870200"/>
              <a:gd name="connsiteX7" fmla="*/ 25400 w 4089400"/>
              <a:gd name="connsiteY7" fmla="*/ 1354667 h 2870200"/>
              <a:gd name="connsiteX8" fmla="*/ 33866 w 4089400"/>
              <a:gd name="connsiteY8" fmla="*/ 1329267 h 2870200"/>
              <a:gd name="connsiteX9" fmla="*/ 42333 w 4089400"/>
              <a:gd name="connsiteY9" fmla="*/ 1286934 h 2870200"/>
              <a:gd name="connsiteX10" fmla="*/ 59266 w 4089400"/>
              <a:gd name="connsiteY10" fmla="*/ 1253067 h 2870200"/>
              <a:gd name="connsiteX11" fmla="*/ 76200 w 4089400"/>
              <a:gd name="connsiteY11" fmla="*/ 1202267 h 2870200"/>
              <a:gd name="connsiteX12" fmla="*/ 84666 w 4089400"/>
              <a:gd name="connsiteY12" fmla="*/ 1176867 h 2870200"/>
              <a:gd name="connsiteX13" fmla="*/ 101600 w 4089400"/>
              <a:gd name="connsiteY13" fmla="*/ 1143000 h 2870200"/>
              <a:gd name="connsiteX14" fmla="*/ 110066 w 4089400"/>
              <a:gd name="connsiteY14" fmla="*/ 1100667 h 2870200"/>
              <a:gd name="connsiteX15" fmla="*/ 135466 w 4089400"/>
              <a:gd name="connsiteY15" fmla="*/ 1032934 h 2870200"/>
              <a:gd name="connsiteX16" fmla="*/ 143933 w 4089400"/>
              <a:gd name="connsiteY16" fmla="*/ 999067 h 2870200"/>
              <a:gd name="connsiteX17" fmla="*/ 160866 w 4089400"/>
              <a:gd name="connsiteY17" fmla="*/ 948267 h 2870200"/>
              <a:gd name="connsiteX18" fmla="*/ 177800 w 4089400"/>
              <a:gd name="connsiteY18" fmla="*/ 1134534 h 2870200"/>
              <a:gd name="connsiteX19" fmla="*/ 194733 w 4089400"/>
              <a:gd name="connsiteY19" fmla="*/ 1464734 h 2870200"/>
              <a:gd name="connsiteX20" fmla="*/ 228600 w 4089400"/>
              <a:gd name="connsiteY20" fmla="*/ 1397000 h 2870200"/>
              <a:gd name="connsiteX21" fmla="*/ 254000 w 4089400"/>
              <a:gd name="connsiteY21" fmla="*/ 1363134 h 2870200"/>
              <a:gd name="connsiteX22" fmla="*/ 262466 w 4089400"/>
              <a:gd name="connsiteY22" fmla="*/ 1337734 h 2870200"/>
              <a:gd name="connsiteX23" fmla="*/ 279400 w 4089400"/>
              <a:gd name="connsiteY23" fmla="*/ 1371600 h 2870200"/>
              <a:gd name="connsiteX24" fmla="*/ 287866 w 4089400"/>
              <a:gd name="connsiteY24" fmla="*/ 2243667 h 2870200"/>
              <a:gd name="connsiteX25" fmla="*/ 313266 w 4089400"/>
              <a:gd name="connsiteY25" fmla="*/ 2201334 h 2870200"/>
              <a:gd name="connsiteX26" fmla="*/ 321733 w 4089400"/>
              <a:gd name="connsiteY26" fmla="*/ 2150534 h 2870200"/>
              <a:gd name="connsiteX27" fmla="*/ 346635 w 4089400"/>
              <a:gd name="connsiteY27" fmla="*/ 2376146 h 2870200"/>
              <a:gd name="connsiteX28" fmla="*/ 364066 w 4089400"/>
              <a:gd name="connsiteY28" fmla="*/ 2082800 h 2870200"/>
              <a:gd name="connsiteX29" fmla="*/ 389965 w 4089400"/>
              <a:gd name="connsiteY29" fmla="*/ 1792444 h 2870200"/>
              <a:gd name="connsiteX30" fmla="*/ 397933 w 4089400"/>
              <a:gd name="connsiteY30" fmla="*/ 2032000 h 2870200"/>
              <a:gd name="connsiteX31" fmla="*/ 423333 w 4089400"/>
              <a:gd name="connsiteY31" fmla="*/ 1998134 h 2870200"/>
              <a:gd name="connsiteX32" fmla="*/ 440266 w 4089400"/>
              <a:gd name="connsiteY32" fmla="*/ 1752600 h 2870200"/>
              <a:gd name="connsiteX33" fmla="*/ 465666 w 4089400"/>
              <a:gd name="connsiteY33" fmla="*/ 1651000 h 2870200"/>
              <a:gd name="connsiteX34" fmla="*/ 491066 w 4089400"/>
              <a:gd name="connsiteY34" fmla="*/ 1710267 h 2870200"/>
              <a:gd name="connsiteX35" fmla="*/ 499533 w 4089400"/>
              <a:gd name="connsiteY35" fmla="*/ 1851666 h 2870200"/>
              <a:gd name="connsiteX36" fmla="*/ 533400 w 4089400"/>
              <a:gd name="connsiteY36" fmla="*/ 1820334 h 2870200"/>
              <a:gd name="connsiteX37" fmla="*/ 558800 w 4089400"/>
              <a:gd name="connsiteY37" fmla="*/ 1938867 h 2870200"/>
              <a:gd name="connsiteX38" fmla="*/ 575733 w 4089400"/>
              <a:gd name="connsiteY38" fmla="*/ 1998134 h 2870200"/>
              <a:gd name="connsiteX39" fmla="*/ 592666 w 4089400"/>
              <a:gd name="connsiteY39" fmla="*/ 2023534 h 2870200"/>
              <a:gd name="connsiteX40" fmla="*/ 618066 w 4089400"/>
              <a:gd name="connsiteY40" fmla="*/ 1786467 h 2870200"/>
              <a:gd name="connsiteX41" fmla="*/ 626533 w 4089400"/>
              <a:gd name="connsiteY41" fmla="*/ 1744134 h 2870200"/>
              <a:gd name="connsiteX42" fmla="*/ 643466 w 4089400"/>
              <a:gd name="connsiteY42" fmla="*/ 1718734 h 2870200"/>
              <a:gd name="connsiteX43" fmla="*/ 660400 w 4089400"/>
              <a:gd name="connsiteY43" fmla="*/ 1617134 h 2870200"/>
              <a:gd name="connsiteX44" fmla="*/ 677333 w 4089400"/>
              <a:gd name="connsiteY44" fmla="*/ 1557867 h 2870200"/>
              <a:gd name="connsiteX45" fmla="*/ 685800 w 4089400"/>
              <a:gd name="connsiteY45" fmla="*/ 1524000 h 2870200"/>
              <a:gd name="connsiteX46" fmla="*/ 702733 w 4089400"/>
              <a:gd name="connsiteY46" fmla="*/ 1312334 h 2870200"/>
              <a:gd name="connsiteX47" fmla="*/ 719666 w 4089400"/>
              <a:gd name="connsiteY47" fmla="*/ 1380067 h 2870200"/>
              <a:gd name="connsiteX48" fmla="*/ 736600 w 4089400"/>
              <a:gd name="connsiteY48" fmla="*/ 1532467 h 2870200"/>
              <a:gd name="connsiteX49" fmla="*/ 753533 w 4089400"/>
              <a:gd name="connsiteY49" fmla="*/ 1566334 h 2870200"/>
              <a:gd name="connsiteX50" fmla="*/ 778933 w 4089400"/>
              <a:gd name="connsiteY50" fmla="*/ 1456267 h 2870200"/>
              <a:gd name="connsiteX51" fmla="*/ 795866 w 4089400"/>
              <a:gd name="connsiteY51" fmla="*/ 1430867 h 2870200"/>
              <a:gd name="connsiteX52" fmla="*/ 829733 w 4089400"/>
              <a:gd name="connsiteY52" fmla="*/ 1388534 h 2870200"/>
              <a:gd name="connsiteX53" fmla="*/ 838200 w 4089400"/>
              <a:gd name="connsiteY53" fmla="*/ 1498600 h 2870200"/>
              <a:gd name="connsiteX54" fmla="*/ 863600 w 4089400"/>
              <a:gd name="connsiteY54" fmla="*/ 1811867 h 2870200"/>
              <a:gd name="connsiteX55" fmla="*/ 872066 w 4089400"/>
              <a:gd name="connsiteY55" fmla="*/ 1642534 h 2870200"/>
              <a:gd name="connsiteX56" fmla="*/ 897466 w 4089400"/>
              <a:gd name="connsiteY56" fmla="*/ 1583267 h 2870200"/>
              <a:gd name="connsiteX57" fmla="*/ 905933 w 4089400"/>
              <a:gd name="connsiteY57" fmla="*/ 1557867 h 2870200"/>
              <a:gd name="connsiteX58" fmla="*/ 914400 w 4089400"/>
              <a:gd name="connsiteY58" fmla="*/ 2006600 h 2870200"/>
              <a:gd name="connsiteX59" fmla="*/ 939800 w 4089400"/>
              <a:gd name="connsiteY59" fmla="*/ 2116667 h 2870200"/>
              <a:gd name="connsiteX60" fmla="*/ 948266 w 4089400"/>
              <a:gd name="connsiteY60" fmla="*/ 1948424 h 2870200"/>
              <a:gd name="connsiteX61" fmla="*/ 965200 w 4089400"/>
              <a:gd name="connsiteY61" fmla="*/ 1794934 h 2870200"/>
              <a:gd name="connsiteX62" fmla="*/ 973666 w 4089400"/>
              <a:gd name="connsiteY62" fmla="*/ 1761067 h 2870200"/>
              <a:gd name="connsiteX63" fmla="*/ 990600 w 4089400"/>
              <a:gd name="connsiteY63" fmla="*/ 1871134 h 2870200"/>
              <a:gd name="connsiteX64" fmla="*/ 1007533 w 4089400"/>
              <a:gd name="connsiteY64" fmla="*/ 1947334 h 2870200"/>
              <a:gd name="connsiteX65" fmla="*/ 1024466 w 4089400"/>
              <a:gd name="connsiteY65" fmla="*/ 2040467 h 2870200"/>
              <a:gd name="connsiteX66" fmla="*/ 1049866 w 4089400"/>
              <a:gd name="connsiteY66" fmla="*/ 2108200 h 2870200"/>
              <a:gd name="connsiteX67" fmla="*/ 1058333 w 4089400"/>
              <a:gd name="connsiteY67" fmla="*/ 2150534 h 2870200"/>
              <a:gd name="connsiteX68" fmla="*/ 1100666 w 4089400"/>
              <a:gd name="connsiteY68" fmla="*/ 2209800 h 2870200"/>
              <a:gd name="connsiteX69" fmla="*/ 1109133 w 4089400"/>
              <a:gd name="connsiteY69" fmla="*/ 2108200 h 2870200"/>
              <a:gd name="connsiteX70" fmla="*/ 1159933 w 4089400"/>
              <a:gd name="connsiteY70" fmla="*/ 1989667 h 2870200"/>
              <a:gd name="connsiteX71" fmla="*/ 1210733 w 4089400"/>
              <a:gd name="connsiteY71" fmla="*/ 1913467 h 2870200"/>
              <a:gd name="connsiteX72" fmla="*/ 1219200 w 4089400"/>
              <a:gd name="connsiteY72" fmla="*/ 2167467 h 2870200"/>
              <a:gd name="connsiteX73" fmla="*/ 1236133 w 4089400"/>
              <a:gd name="connsiteY73" fmla="*/ 2082800 h 2870200"/>
              <a:gd name="connsiteX74" fmla="*/ 1244600 w 4089400"/>
              <a:gd name="connsiteY74" fmla="*/ 2015067 h 2870200"/>
              <a:gd name="connsiteX75" fmla="*/ 1286933 w 4089400"/>
              <a:gd name="connsiteY75" fmla="*/ 1854200 h 2870200"/>
              <a:gd name="connsiteX76" fmla="*/ 1295400 w 4089400"/>
              <a:gd name="connsiteY76" fmla="*/ 1803400 h 2870200"/>
              <a:gd name="connsiteX77" fmla="*/ 1320800 w 4089400"/>
              <a:gd name="connsiteY77" fmla="*/ 1701800 h 2870200"/>
              <a:gd name="connsiteX78" fmla="*/ 1346200 w 4089400"/>
              <a:gd name="connsiteY78" fmla="*/ 1718734 h 2870200"/>
              <a:gd name="connsiteX79" fmla="*/ 1354666 w 4089400"/>
              <a:gd name="connsiteY79" fmla="*/ 1744134 h 2870200"/>
              <a:gd name="connsiteX80" fmla="*/ 1380066 w 4089400"/>
              <a:gd name="connsiteY80" fmla="*/ 1828800 h 2870200"/>
              <a:gd name="connsiteX81" fmla="*/ 1397000 w 4089400"/>
              <a:gd name="connsiteY81" fmla="*/ 1879600 h 2870200"/>
              <a:gd name="connsiteX82" fmla="*/ 1405466 w 4089400"/>
              <a:gd name="connsiteY82" fmla="*/ 1913467 h 2870200"/>
              <a:gd name="connsiteX83" fmla="*/ 1430866 w 4089400"/>
              <a:gd name="connsiteY83" fmla="*/ 1947334 h 2870200"/>
              <a:gd name="connsiteX84" fmla="*/ 1447800 w 4089400"/>
              <a:gd name="connsiteY84" fmla="*/ 1938867 h 2870200"/>
              <a:gd name="connsiteX85" fmla="*/ 1490133 w 4089400"/>
              <a:gd name="connsiteY85" fmla="*/ 1803400 h 2870200"/>
              <a:gd name="connsiteX86" fmla="*/ 1549400 w 4089400"/>
              <a:gd name="connsiteY86" fmla="*/ 1651000 h 2870200"/>
              <a:gd name="connsiteX87" fmla="*/ 1557866 w 4089400"/>
              <a:gd name="connsiteY87" fmla="*/ 1591734 h 2870200"/>
              <a:gd name="connsiteX88" fmla="*/ 1574800 w 4089400"/>
              <a:gd name="connsiteY88" fmla="*/ 1566334 h 2870200"/>
              <a:gd name="connsiteX89" fmla="*/ 1583266 w 4089400"/>
              <a:gd name="connsiteY89" fmla="*/ 1524000 h 2870200"/>
              <a:gd name="connsiteX90" fmla="*/ 1591733 w 4089400"/>
              <a:gd name="connsiteY90" fmla="*/ 1498600 h 2870200"/>
              <a:gd name="connsiteX91" fmla="*/ 1608666 w 4089400"/>
              <a:gd name="connsiteY91" fmla="*/ 1524000 h 2870200"/>
              <a:gd name="connsiteX92" fmla="*/ 1634066 w 4089400"/>
              <a:gd name="connsiteY92" fmla="*/ 1490134 h 2870200"/>
              <a:gd name="connsiteX93" fmla="*/ 1659466 w 4089400"/>
              <a:gd name="connsiteY93" fmla="*/ 1388534 h 2870200"/>
              <a:gd name="connsiteX94" fmla="*/ 1718733 w 4089400"/>
              <a:gd name="connsiteY94" fmla="*/ 1286934 h 2870200"/>
              <a:gd name="connsiteX95" fmla="*/ 1769533 w 4089400"/>
              <a:gd name="connsiteY95" fmla="*/ 1176867 h 2870200"/>
              <a:gd name="connsiteX96" fmla="*/ 1794933 w 4089400"/>
              <a:gd name="connsiteY96" fmla="*/ 1202267 h 2870200"/>
              <a:gd name="connsiteX97" fmla="*/ 1803400 w 4089400"/>
              <a:gd name="connsiteY97" fmla="*/ 1227667 h 2870200"/>
              <a:gd name="connsiteX98" fmla="*/ 1820333 w 4089400"/>
              <a:gd name="connsiteY98" fmla="*/ 1261534 h 2870200"/>
              <a:gd name="connsiteX99" fmla="*/ 1862666 w 4089400"/>
              <a:gd name="connsiteY99" fmla="*/ 1422400 h 2870200"/>
              <a:gd name="connsiteX100" fmla="*/ 1913466 w 4089400"/>
              <a:gd name="connsiteY100" fmla="*/ 1600200 h 2870200"/>
              <a:gd name="connsiteX101" fmla="*/ 1964266 w 4089400"/>
              <a:gd name="connsiteY101" fmla="*/ 1744134 h 2870200"/>
              <a:gd name="connsiteX102" fmla="*/ 1981200 w 4089400"/>
              <a:gd name="connsiteY102" fmla="*/ 1498600 h 2870200"/>
              <a:gd name="connsiteX103" fmla="*/ 1998133 w 4089400"/>
              <a:gd name="connsiteY103" fmla="*/ 1464734 h 2870200"/>
              <a:gd name="connsiteX104" fmla="*/ 2006600 w 4089400"/>
              <a:gd name="connsiteY104" fmla="*/ 1439334 h 2870200"/>
              <a:gd name="connsiteX105" fmla="*/ 2057400 w 4089400"/>
              <a:gd name="connsiteY105" fmla="*/ 2032000 h 2870200"/>
              <a:gd name="connsiteX106" fmla="*/ 2065866 w 4089400"/>
              <a:gd name="connsiteY106" fmla="*/ 2150534 h 2870200"/>
              <a:gd name="connsiteX107" fmla="*/ 2074333 w 4089400"/>
              <a:gd name="connsiteY107" fmla="*/ 2489200 h 2870200"/>
              <a:gd name="connsiteX108" fmla="*/ 2108200 w 4089400"/>
              <a:gd name="connsiteY108" fmla="*/ 2421467 h 2870200"/>
              <a:gd name="connsiteX109" fmla="*/ 2150533 w 4089400"/>
              <a:gd name="connsiteY109" fmla="*/ 2319867 h 2870200"/>
              <a:gd name="connsiteX110" fmla="*/ 2175933 w 4089400"/>
              <a:gd name="connsiteY110" fmla="*/ 2286000 h 2870200"/>
              <a:gd name="connsiteX111" fmla="*/ 2209800 w 4089400"/>
              <a:gd name="connsiteY111" fmla="*/ 2235200 h 2870200"/>
              <a:gd name="connsiteX112" fmla="*/ 2226733 w 4089400"/>
              <a:gd name="connsiteY112" fmla="*/ 2514600 h 2870200"/>
              <a:gd name="connsiteX113" fmla="*/ 2252133 w 4089400"/>
              <a:gd name="connsiteY113" fmla="*/ 2565400 h 2870200"/>
              <a:gd name="connsiteX114" fmla="*/ 2260600 w 4089400"/>
              <a:gd name="connsiteY114" fmla="*/ 2489200 h 2870200"/>
              <a:gd name="connsiteX115" fmla="*/ 2277533 w 4089400"/>
              <a:gd name="connsiteY115" fmla="*/ 2421467 h 2870200"/>
              <a:gd name="connsiteX116" fmla="*/ 2286000 w 4089400"/>
              <a:gd name="connsiteY116" fmla="*/ 1718734 h 2870200"/>
              <a:gd name="connsiteX117" fmla="*/ 2311400 w 4089400"/>
              <a:gd name="connsiteY117" fmla="*/ 1811867 h 2870200"/>
              <a:gd name="connsiteX118" fmla="*/ 2336800 w 4089400"/>
              <a:gd name="connsiteY118" fmla="*/ 1871134 h 2870200"/>
              <a:gd name="connsiteX119" fmla="*/ 2362200 w 4089400"/>
              <a:gd name="connsiteY119" fmla="*/ 1938867 h 2870200"/>
              <a:gd name="connsiteX120" fmla="*/ 2370666 w 4089400"/>
              <a:gd name="connsiteY120" fmla="*/ 1972734 h 2870200"/>
              <a:gd name="connsiteX121" fmla="*/ 2379133 w 4089400"/>
              <a:gd name="connsiteY121" fmla="*/ 1574800 h 2870200"/>
              <a:gd name="connsiteX122" fmla="*/ 2404533 w 4089400"/>
              <a:gd name="connsiteY122" fmla="*/ 1236134 h 2870200"/>
              <a:gd name="connsiteX123" fmla="*/ 2421466 w 4089400"/>
              <a:gd name="connsiteY123" fmla="*/ 1092200 h 2870200"/>
              <a:gd name="connsiteX124" fmla="*/ 2429933 w 4089400"/>
              <a:gd name="connsiteY124" fmla="*/ 1066800 h 2870200"/>
              <a:gd name="connsiteX125" fmla="*/ 2438400 w 4089400"/>
              <a:gd name="connsiteY125" fmla="*/ 1092200 h 2870200"/>
              <a:gd name="connsiteX126" fmla="*/ 2455333 w 4089400"/>
              <a:gd name="connsiteY126" fmla="*/ 1117600 h 2870200"/>
              <a:gd name="connsiteX127" fmla="*/ 2463800 w 4089400"/>
              <a:gd name="connsiteY127" fmla="*/ 1227667 h 2870200"/>
              <a:gd name="connsiteX128" fmla="*/ 2489200 w 4089400"/>
              <a:gd name="connsiteY128" fmla="*/ 753534 h 2870200"/>
              <a:gd name="connsiteX129" fmla="*/ 2506133 w 4089400"/>
              <a:gd name="connsiteY129" fmla="*/ 685800 h 2870200"/>
              <a:gd name="connsiteX130" fmla="*/ 2514600 w 4089400"/>
              <a:gd name="connsiteY130" fmla="*/ 609600 h 2870200"/>
              <a:gd name="connsiteX131" fmla="*/ 2523066 w 4089400"/>
              <a:gd name="connsiteY131" fmla="*/ 558800 h 2870200"/>
              <a:gd name="connsiteX132" fmla="*/ 2540000 w 4089400"/>
              <a:gd name="connsiteY132" fmla="*/ 584200 h 2870200"/>
              <a:gd name="connsiteX133" fmla="*/ 2548466 w 4089400"/>
              <a:gd name="connsiteY133" fmla="*/ 778934 h 2870200"/>
              <a:gd name="connsiteX134" fmla="*/ 2590800 w 4089400"/>
              <a:gd name="connsiteY134" fmla="*/ 914400 h 2870200"/>
              <a:gd name="connsiteX135" fmla="*/ 2607733 w 4089400"/>
              <a:gd name="connsiteY135" fmla="*/ 973667 h 2870200"/>
              <a:gd name="connsiteX136" fmla="*/ 2624666 w 4089400"/>
              <a:gd name="connsiteY136" fmla="*/ 812800 h 2870200"/>
              <a:gd name="connsiteX137" fmla="*/ 2641600 w 4089400"/>
              <a:gd name="connsiteY137" fmla="*/ 694267 h 2870200"/>
              <a:gd name="connsiteX138" fmla="*/ 2667000 w 4089400"/>
              <a:gd name="connsiteY138" fmla="*/ 558800 h 2870200"/>
              <a:gd name="connsiteX139" fmla="*/ 2692400 w 4089400"/>
              <a:gd name="connsiteY139" fmla="*/ 321734 h 2870200"/>
              <a:gd name="connsiteX140" fmla="*/ 2709333 w 4089400"/>
              <a:gd name="connsiteY140" fmla="*/ 1058334 h 2870200"/>
              <a:gd name="connsiteX141" fmla="*/ 2735730 w 4089400"/>
              <a:gd name="connsiteY141" fmla="*/ 1023969 h 2870200"/>
              <a:gd name="connsiteX142" fmla="*/ 2785533 w 4089400"/>
              <a:gd name="connsiteY142" fmla="*/ 905934 h 2870200"/>
              <a:gd name="connsiteX143" fmla="*/ 2819400 w 4089400"/>
              <a:gd name="connsiteY143" fmla="*/ 855134 h 2870200"/>
              <a:gd name="connsiteX144" fmla="*/ 2844800 w 4089400"/>
              <a:gd name="connsiteY144" fmla="*/ 1422400 h 2870200"/>
              <a:gd name="connsiteX145" fmla="*/ 2853266 w 4089400"/>
              <a:gd name="connsiteY145" fmla="*/ 1388534 h 2870200"/>
              <a:gd name="connsiteX146" fmla="*/ 2870200 w 4089400"/>
              <a:gd name="connsiteY146" fmla="*/ 1363134 h 2870200"/>
              <a:gd name="connsiteX147" fmla="*/ 2895600 w 4089400"/>
              <a:gd name="connsiteY147" fmla="*/ 1278467 h 2870200"/>
              <a:gd name="connsiteX148" fmla="*/ 2912533 w 4089400"/>
              <a:gd name="connsiteY148" fmla="*/ 1320800 h 2870200"/>
              <a:gd name="connsiteX149" fmla="*/ 2929466 w 4089400"/>
              <a:gd name="connsiteY149" fmla="*/ 1388534 h 2870200"/>
              <a:gd name="connsiteX150" fmla="*/ 2946400 w 4089400"/>
              <a:gd name="connsiteY150" fmla="*/ 1422400 h 2870200"/>
              <a:gd name="connsiteX151" fmla="*/ 2988733 w 4089400"/>
              <a:gd name="connsiteY151" fmla="*/ 1540934 h 2870200"/>
              <a:gd name="connsiteX152" fmla="*/ 3005666 w 4089400"/>
              <a:gd name="connsiteY152" fmla="*/ 1566334 h 2870200"/>
              <a:gd name="connsiteX153" fmla="*/ 3039533 w 4089400"/>
              <a:gd name="connsiteY153" fmla="*/ 1718734 h 2870200"/>
              <a:gd name="connsiteX154" fmla="*/ 3064933 w 4089400"/>
              <a:gd name="connsiteY154" fmla="*/ 1761067 h 2870200"/>
              <a:gd name="connsiteX155" fmla="*/ 3098800 w 4089400"/>
              <a:gd name="connsiteY155" fmla="*/ 1879600 h 2870200"/>
              <a:gd name="connsiteX156" fmla="*/ 3090333 w 4089400"/>
              <a:gd name="connsiteY156" fmla="*/ 1913467 h 2870200"/>
              <a:gd name="connsiteX157" fmla="*/ 3102783 w 4089400"/>
              <a:gd name="connsiteY157" fmla="*/ 1901016 h 2870200"/>
              <a:gd name="connsiteX158" fmla="*/ 3081866 w 4089400"/>
              <a:gd name="connsiteY158" fmla="*/ 1888067 h 2870200"/>
              <a:gd name="connsiteX159" fmla="*/ 3107266 w 4089400"/>
              <a:gd name="connsiteY159" fmla="*/ 1871134 h 2870200"/>
              <a:gd name="connsiteX160" fmla="*/ 3115733 w 4089400"/>
              <a:gd name="connsiteY160" fmla="*/ 1769534 h 2870200"/>
              <a:gd name="connsiteX161" fmla="*/ 3132666 w 4089400"/>
              <a:gd name="connsiteY161" fmla="*/ 1710267 h 2870200"/>
              <a:gd name="connsiteX162" fmla="*/ 3141133 w 4089400"/>
              <a:gd name="connsiteY162" fmla="*/ 1684867 h 2870200"/>
              <a:gd name="connsiteX163" fmla="*/ 3166533 w 4089400"/>
              <a:gd name="connsiteY163" fmla="*/ 1676400 h 2870200"/>
              <a:gd name="connsiteX164" fmla="*/ 3175000 w 4089400"/>
              <a:gd name="connsiteY164" fmla="*/ 2006600 h 2870200"/>
              <a:gd name="connsiteX165" fmla="*/ 3183466 w 4089400"/>
              <a:gd name="connsiteY165" fmla="*/ 2048934 h 2870200"/>
              <a:gd name="connsiteX166" fmla="*/ 3191933 w 4089400"/>
              <a:gd name="connsiteY166" fmla="*/ 2099734 h 2870200"/>
              <a:gd name="connsiteX167" fmla="*/ 3208866 w 4089400"/>
              <a:gd name="connsiteY167" fmla="*/ 2048934 h 2870200"/>
              <a:gd name="connsiteX168" fmla="*/ 3217333 w 4089400"/>
              <a:gd name="connsiteY168" fmla="*/ 1998134 h 2870200"/>
              <a:gd name="connsiteX169" fmla="*/ 3251200 w 4089400"/>
              <a:gd name="connsiteY169" fmla="*/ 2353734 h 2870200"/>
              <a:gd name="connsiteX170" fmla="*/ 3276600 w 4089400"/>
              <a:gd name="connsiteY170" fmla="*/ 2387600 h 2870200"/>
              <a:gd name="connsiteX171" fmla="*/ 3285066 w 4089400"/>
              <a:gd name="connsiteY171" fmla="*/ 2497667 h 2870200"/>
              <a:gd name="connsiteX172" fmla="*/ 3302000 w 4089400"/>
              <a:gd name="connsiteY172" fmla="*/ 2531534 h 2870200"/>
              <a:gd name="connsiteX173" fmla="*/ 3318933 w 4089400"/>
              <a:gd name="connsiteY173" fmla="*/ 2599267 h 2870200"/>
              <a:gd name="connsiteX174" fmla="*/ 3344333 w 4089400"/>
              <a:gd name="connsiteY174" fmla="*/ 2667000 h 2870200"/>
              <a:gd name="connsiteX175" fmla="*/ 3386666 w 4089400"/>
              <a:gd name="connsiteY175" fmla="*/ 2810934 h 2870200"/>
              <a:gd name="connsiteX176" fmla="*/ 3412066 w 4089400"/>
              <a:gd name="connsiteY176" fmla="*/ 2870200 h 2870200"/>
              <a:gd name="connsiteX177" fmla="*/ 3437466 w 4089400"/>
              <a:gd name="connsiteY177" fmla="*/ 1828800 h 2870200"/>
              <a:gd name="connsiteX178" fmla="*/ 3436968 w 4089400"/>
              <a:gd name="connsiteY178" fmla="*/ 2090271 h 2870200"/>
              <a:gd name="connsiteX179" fmla="*/ 3462866 w 4089400"/>
              <a:gd name="connsiteY179" fmla="*/ 1735667 h 2870200"/>
              <a:gd name="connsiteX180" fmla="*/ 3488266 w 4089400"/>
              <a:gd name="connsiteY180" fmla="*/ 1651000 h 2870200"/>
              <a:gd name="connsiteX181" fmla="*/ 3496733 w 4089400"/>
              <a:gd name="connsiteY181" fmla="*/ 1701800 h 2870200"/>
              <a:gd name="connsiteX182" fmla="*/ 3500717 w 4089400"/>
              <a:gd name="connsiteY182" fmla="*/ 1875118 h 2870200"/>
              <a:gd name="connsiteX183" fmla="*/ 3522133 w 4089400"/>
              <a:gd name="connsiteY183" fmla="*/ 1752600 h 2870200"/>
              <a:gd name="connsiteX184" fmla="*/ 3530600 w 4089400"/>
              <a:gd name="connsiteY184" fmla="*/ 1693334 h 2870200"/>
              <a:gd name="connsiteX185" fmla="*/ 3572933 w 4089400"/>
              <a:gd name="connsiteY185" fmla="*/ 1608667 h 2870200"/>
              <a:gd name="connsiteX186" fmla="*/ 3589866 w 4089400"/>
              <a:gd name="connsiteY186" fmla="*/ 1566334 h 2870200"/>
              <a:gd name="connsiteX187" fmla="*/ 3632200 w 4089400"/>
              <a:gd name="connsiteY187" fmla="*/ 1464734 h 2870200"/>
              <a:gd name="connsiteX188" fmla="*/ 3636184 w 4089400"/>
              <a:gd name="connsiteY188" fmla="*/ 1373094 h 2870200"/>
              <a:gd name="connsiteX189" fmla="*/ 3657600 w 4089400"/>
              <a:gd name="connsiteY189" fmla="*/ 1363134 h 2870200"/>
              <a:gd name="connsiteX190" fmla="*/ 3674533 w 4089400"/>
              <a:gd name="connsiteY190" fmla="*/ 1320800 h 2870200"/>
              <a:gd name="connsiteX191" fmla="*/ 3669553 w 4089400"/>
              <a:gd name="connsiteY191" fmla="*/ 1151964 h 2870200"/>
              <a:gd name="connsiteX192" fmla="*/ 3716866 w 4089400"/>
              <a:gd name="connsiteY192" fmla="*/ 1227667 h 2870200"/>
              <a:gd name="connsiteX193" fmla="*/ 3725333 w 4089400"/>
              <a:gd name="connsiteY193" fmla="*/ 1176867 h 2870200"/>
              <a:gd name="connsiteX194" fmla="*/ 3742266 w 4089400"/>
              <a:gd name="connsiteY194" fmla="*/ 1126067 h 2870200"/>
              <a:gd name="connsiteX195" fmla="*/ 3750733 w 4089400"/>
              <a:gd name="connsiteY195" fmla="*/ 1058334 h 2870200"/>
              <a:gd name="connsiteX196" fmla="*/ 3759200 w 4089400"/>
              <a:gd name="connsiteY196" fmla="*/ 1270000 h 2870200"/>
              <a:gd name="connsiteX197" fmla="*/ 3788048 w 4089400"/>
              <a:gd name="connsiteY197" fmla="*/ 678606 h 2870200"/>
              <a:gd name="connsiteX198" fmla="*/ 3793066 w 4089400"/>
              <a:gd name="connsiteY198" fmla="*/ 558800 h 2870200"/>
              <a:gd name="connsiteX199" fmla="*/ 3810000 w 4089400"/>
              <a:gd name="connsiteY199" fmla="*/ 482600 h 2870200"/>
              <a:gd name="connsiteX200" fmla="*/ 3818466 w 4089400"/>
              <a:gd name="connsiteY200" fmla="*/ 533400 h 2870200"/>
              <a:gd name="connsiteX201" fmla="*/ 3835400 w 4089400"/>
              <a:gd name="connsiteY201" fmla="*/ 660400 h 2870200"/>
              <a:gd name="connsiteX202" fmla="*/ 3843866 w 4089400"/>
              <a:gd name="connsiteY202" fmla="*/ 702734 h 2870200"/>
              <a:gd name="connsiteX203" fmla="*/ 3860800 w 4089400"/>
              <a:gd name="connsiteY203" fmla="*/ 736600 h 2870200"/>
              <a:gd name="connsiteX204" fmla="*/ 3877733 w 4089400"/>
              <a:gd name="connsiteY204" fmla="*/ 702734 h 2870200"/>
              <a:gd name="connsiteX205" fmla="*/ 3937000 w 4089400"/>
              <a:gd name="connsiteY205" fmla="*/ 482600 h 2870200"/>
              <a:gd name="connsiteX206" fmla="*/ 3953933 w 4089400"/>
              <a:gd name="connsiteY206" fmla="*/ 457200 h 2870200"/>
              <a:gd name="connsiteX207" fmla="*/ 3979333 w 4089400"/>
              <a:gd name="connsiteY207" fmla="*/ 177800 h 2870200"/>
              <a:gd name="connsiteX208" fmla="*/ 4004733 w 4089400"/>
              <a:gd name="connsiteY208" fmla="*/ 135467 h 2870200"/>
              <a:gd name="connsiteX209" fmla="*/ 4013200 w 4089400"/>
              <a:gd name="connsiteY209" fmla="*/ 101600 h 2870200"/>
              <a:gd name="connsiteX210" fmla="*/ 4021666 w 4089400"/>
              <a:gd name="connsiteY210" fmla="*/ 76200 h 2870200"/>
              <a:gd name="connsiteX211" fmla="*/ 4030133 w 4089400"/>
              <a:gd name="connsiteY211" fmla="*/ 110067 h 2870200"/>
              <a:gd name="connsiteX212" fmla="*/ 4047066 w 4089400"/>
              <a:gd name="connsiteY212" fmla="*/ 160867 h 2870200"/>
              <a:gd name="connsiteX213" fmla="*/ 4089400 w 4089400"/>
              <a:gd name="connsiteY213" fmla="*/ 0 h 2870200"/>
              <a:gd name="connsiteX0" fmla="*/ 0 w 4089400"/>
              <a:gd name="connsiteY0" fmla="*/ 702734 h 2870200"/>
              <a:gd name="connsiteX1" fmla="*/ 8466 w 4089400"/>
              <a:gd name="connsiteY1" fmla="*/ 643467 h 2870200"/>
              <a:gd name="connsiteX2" fmla="*/ 25400 w 4089400"/>
              <a:gd name="connsiteY2" fmla="*/ 626534 h 2870200"/>
              <a:gd name="connsiteX3" fmla="*/ 33866 w 4089400"/>
              <a:gd name="connsiteY3" fmla="*/ 592667 h 2870200"/>
              <a:gd name="connsiteX4" fmla="*/ 42333 w 4089400"/>
              <a:gd name="connsiteY4" fmla="*/ 567267 h 2870200"/>
              <a:gd name="connsiteX5" fmla="*/ 47892 w 4089400"/>
              <a:gd name="connsiteY5" fmla="*/ 828517 h 2870200"/>
              <a:gd name="connsiteX6" fmla="*/ 32533 w 4089400"/>
              <a:gd name="connsiteY6" fmla="*/ 1083293 h 2870200"/>
              <a:gd name="connsiteX7" fmla="*/ 30266 w 4089400"/>
              <a:gd name="connsiteY7" fmla="*/ 1212385 h 2870200"/>
              <a:gd name="connsiteX8" fmla="*/ 25400 w 4089400"/>
              <a:gd name="connsiteY8" fmla="*/ 1354667 h 2870200"/>
              <a:gd name="connsiteX9" fmla="*/ 33866 w 4089400"/>
              <a:gd name="connsiteY9" fmla="*/ 1329267 h 2870200"/>
              <a:gd name="connsiteX10" fmla="*/ 42333 w 4089400"/>
              <a:gd name="connsiteY10" fmla="*/ 1286934 h 2870200"/>
              <a:gd name="connsiteX11" fmla="*/ 59266 w 4089400"/>
              <a:gd name="connsiteY11" fmla="*/ 1253067 h 2870200"/>
              <a:gd name="connsiteX12" fmla="*/ 76200 w 4089400"/>
              <a:gd name="connsiteY12" fmla="*/ 1202267 h 2870200"/>
              <a:gd name="connsiteX13" fmla="*/ 84666 w 4089400"/>
              <a:gd name="connsiteY13" fmla="*/ 1176867 h 2870200"/>
              <a:gd name="connsiteX14" fmla="*/ 101600 w 4089400"/>
              <a:gd name="connsiteY14" fmla="*/ 1143000 h 2870200"/>
              <a:gd name="connsiteX15" fmla="*/ 110066 w 4089400"/>
              <a:gd name="connsiteY15" fmla="*/ 1100667 h 2870200"/>
              <a:gd name="connsiteX16" fmla="*/ 135466 w 4089400"/>
              <a:gd name="connsiteY16" fmla="*/ 1032934 h 2870200"/>
              <a:gd name="connsiteX17" fmla="*/ 143933 w 4089400"/>
              <a:gd name="connsiteY17" fmla="*/ 999067 h 2870200"/>
              <a:gd name="connsiteX18" fmla="*/ 160866 w 4089400"/>
              <a:gd name="connsiteY18" fmla="*/ 948267 h 2870200"/>
              <a:gd name="connsiteX19" fmla="*/ 177800 w 4089400"/>
              <a:gd name="connsiteY19" fmla="*/ 1134534 h 2870200"/>
              <a:gd name="connsiteX20" fmla="*/ 194733 w 4089400"/>
              <a:gd name="connsiteY20" fmla="*/ 1464734 h 2870200"/>
              <a:gd name="connsiteX21" fmla="*/ 228600 w 4089400"/>
              <a:gd name="connsiteY21" fmla="*/ 1397000 h 2870200"/>
              <a:gd name="connsiteX22" fmla="*/ 254000 w 4089400"/>
              <a:gd name="connsiteY22" fmla="*/ 1363134 h 2870200"/>
              <a:gd name="connsiteX23" fmla="*/ 262466 w 4089400"/>
              <a:gd name="connsiteY23" fmla="*/ 1337734 h 2870200"/>
              <a:gd name="connsiteX24" fmla="*/ 279400 w 4089400"/>
              <a:gd name="connsiteY24" fmla="*/ 1371600 h 2870200"/>
              <a:gd name="connsiteX25" fmla="*/ 287866 w 4089400"/>
              <a:gd name="connsiteY25" fmla="*/ 2243667 h 2870200"/>
              <a:gd name="connsiteX26" fmla="*/ 313266 w 4089400"/>
              <a:gd name="connsiteY26" fmla="*/ 2201334 h 2870200"/>
              <a:gd name="connsiteX27" fmla="*/ 321733 w 4089400"/>
              <a:gd name="connsiteY27" fmla="*/ 2150534 h 2870200"/>
              <a:gd name="connsiteX28" fmla="*/ 346635 w 4089400"/>
              <a:gd name="connsiteY28" fmla="*/ 2376146 h 2870200"/>
              <a:gd name="connsiteX29" fmla="*/ 364066 w 4089400"/>
              <a:gd name="connsiteY29" fmla="*/ 2082800 h 2870200"/>
              <a:gd name="connsiteX30" fmla="*/ 389965 w 4089400"/>
              <a:gd name="connsiteY30" fmla="*/ 1792444 h 2870200"/>
              <a:gd name="connsiteX31" fmla="*/ 397933 w 4089400"/>
              <a:gd name="connsiteY31" fmla="*/ 2032000 h 2870200"/>
              <a:gd name="connsiteX32" fmla="*/ 423333 w 4089400"/>
              <a:gd name="connsiteY32" fmla="*/ 1998134 h 2870200"/>
              <a:gd name="connsiteX33" fmla="*/ 440266 w 4089400"/>
              <a:gd name="connsiteY33" fmla="*/ 1752600 h 2870200"/>
              <a:gd name="connsiteX34" fmla="*/ 465666 w 4089400"/>
              <a:gd name="connsiteY34" fmla="*/ 1651000 h 2870200"/>
              <a:gd name="connsiteX35" fmla="*/ 491066 w 4089400"/>
              <a:gd name="connsiteY35" fmla="*/ 1710267 h 2870200"/>
              <a:gd name="connsiteX36" fmla="*/ 499533 w 4089400"/>
              <a:gd name="connsiteY36" fmla="*/ 1851666 h 2870200"/>
              <a:gd name="connsiteX37" fmla="*/ 533400 w 4089400"/>
              <a:gd name="connsiteY37" fmla="*/ 1820334 h 2870200"/>
              <a:gd name="connsiteX38" fmla="*/ 558800 w 4089400"/>
              <a:gd name="connsiteY38" fmla="*/ 1938867 h 2870200"/>
              <a:gd name="connsiteX39" fmla="*/ 575733 w 4089400"/>
              <a:gd name="connsiteY39" fmla="*/ 1998134 h 2870200"/>
              <a:gd name="connsiteX40" fmla="*/ 592666 w 4089400"/>
              <a:gd name="connsiteY40" fmla="*/ 2023534 h 2870200"/>
              <a:gd name="connsiteX41" fmla="*/ 618066 w 4089400"/>
              <a:gd name="connsiteY41" fmla="*/ 1786467 h 2870200"/>
              <a:gd name="connsiteX42" fmla="*/ 626533 w 4089400"/>
              <a:gd name="connsiteY42" fmla="*/ 1744134 h 2870200"/>
              <a:gd name="connsiteX43" fmla="*/ 643466 w 4089400"/>
              <a:gd name="connsiteY43" fmla="*/ 1718734 h 2870200"/>
              <a:gd name="connsiteX44" fmla="*/ 660400 w 4089400"/>
              <a:gd name="connsiteY44" fmla="*/ 1617134 h 2870200"/>
              <a:gd name="connsiteX45" fmla="*/ 677333 w 4089400"/>
              <a:gd name="connsiteY45" fmla="*/ 1557867 h 2870200"/>
              <a:gd name="connsiteX46" fmla="*/ 685800 w 4089400"/>
              <a:gd name="connsiteY46" fmla="*/ 1524000 h 2870200"/>
              <a:gd name="connsiteX47" fmla="*/ 702733 w 4089400"/>
              <a:gd name="connsiteY47" fmla="*/ 1312334 h 2870200"/>
              <a:gd name="connsiteX48" fmla="*/ 719666 w 4089400"/>
              <a:gd name="connsiteY48" fmla="*/ 1380067 h 2870200"/>
              <a:gd name="connsiteX49" fmla="*/ 736600 w 4089400"/>
              <a:gd name="connsiteY49" fmla="*/ 1532467 h 2870200"/>
              <a:gd name="connsiteX50" fmla="*/ 753533 w 4089400"/>
              <a:gd name="connsiteY50" fmla="*/ 1566334 h 2870200"/>
              <a:gd name="connsiteX51" fmla="*/ 778933 w 4089400"/>
              <a:gd name="connsiteY51" fmla="*/ 1456267 h 2870200"/>
              <a:gd name="connsiteX52" fmla="*/ 795866 w 4089400"/>
              <a:gd name="connsiteY52" fmla="*/ 1430867 h 2870200"/>
              <a:gd name="connsiteX53" fmla="*/ 829733 w 4089400"/>
              <a:gd name="connsiteY53" fmla="*/ 1388534 h 2870200"/>
              <a:gd name="connsiteX54" fmla="*/ 838200 w 4089400"/>
              <a:gd name="connsiteY54" fmla="*/ 1498600 h 2870200"/>
              <a:gd name="connsiteX55" fmla="*/ 863600 w 4089400"/>
              <a:gd name="connsiteY55" fmla="*/ 1811867 h 2870200"/>
              <a:gd name="connsiteX56" fmla="*/ 872066 w 4089400"/>
              <a:gd name="connsiteY56" fmla="*/ 1642534 h 2870200"/>
              <a:gd name="connsiteX57" fmla="*/ 897466 w 4089400"/>
              <a:gd name="connsiteY57" fmla="*/ 1583267 h 2870200"/>
              <a:gd name="connsiteX58" fmla="*/ 905933 w 4089400"/>
              <a:gd name="connsiteY58" fmla="*/ 1557867 h 2870200"/>
              <a:gd name="connsiteX59" fmla="*/ 914400 w 4089400"/>
              <a:gd name="connsiteY59" fmla="*/ 2006600 h 2870200"/>
              <a:gd name="connsiteX60" fmla="*/ 939800 w 4089400"/>
              <a:gd name="connsiteY60" fmla="*/ 2116667 h 2870200"/>
              <a:gd name="connsiteX61" fmla="*/ 948266 w 4089400"/>
              <a:gd name="connsiteY61" fmla="*/ 1948424 h 2870200"/>
              <a:gd name="connsiteX62" fmla="*/ 965200 w 4089400"/>
              <a:gd name="connsiteY62" fmla="*/ 1794934 h 2870200"/>
              <a:gd name="connsiteX63" fmla="*/ 973666 w 4089400"/>
              <a:gd name="connsiteY63" fmla="*/ 1761067 h 2870200"/>
              <a:gd name="connsiteX64" fmla="*/ 990600 w 4089400"/>
              <a:gd name="connsiteY64" fmla="*/ 1871134 h 2870200"/>
              <a:gd name="connsiteX65" fmla="*/ 1007533 w 4089400"/>
              <a:gd name="connsiteY65" fmla="*/ 1947334 h 2870200"/>
              <a:gd name="connsiteX66" fmla="*/ 1024466 w 4089400"/>
              <a:gd name="connsiteY66" fmla="*/ 2040467 h 2870200"/>
              <a:gd name="connsiteX67" fmla="*/ 1049866 w 4089400"/>
              <a:gd name="connsiteY67" fmla="*/ 2108200 h 2870200"/>
              <a:gd name="connsiteX68" fmla="*/ 1058333 w 4089400"/>
              <a:gd name="connsiteY68" fmla="*/ 2150534 h 2870200"/>
              <a:gd name="connsiteX69" fmla="*/ 1100666 w 4089400"/>
              <a:gd name="connsiteY69" fmla="*/ 2209800 h 2870200"/>
              <a:gd name="connsiteX70" fmla="*/ 1109133 w 4089400"/>
              <a:gd name="connsiteY70" fmla="*/ 2108200 h 2870200"/>
              <a:gd name="connsiteX71" fmla="*/ 1159933 w 4089400"/>
              <a:gd name="connsiteY71" fmla="*/ 1989667 h 2870200"/>
              <a:gd name="connsiteX72" fmla="*/ 1210733 w 4089400"/>
              <a:gd name="connsiteY72" fmla="*/ 1913467 h 2870200"/>
              <a:gd name="connsiteX73" fmla="*/ 1219200 w 4089400"/>
              <a:gd name="connsiteY73" fmla="*/ 2167467 h 2870200"/>
              <a:gd name="connsiteX74" fmla="*/ 1236133 w 4089400"/>
              <a:gd name="connsiteY74" fmla="*/ 2082800 h 2870200"/>
              <a:gd name="connsiteX75" fmla="*/ 1244600 w 4089400"/>
              <a:gd name="connsiteY75" fmla="*/ 2015067 h 2870200"/>
              <a:gd name="connsiteX76" fmla="*/ 1286933 w 4089400"/>
              <a:gd name="connsiteY76" fmla="*/ 1854200 h 2870200"/>
              <a:gd name="connsiteX77" fmla="*/ 1295400 w 4089400"/>
              <a:gd name="connsiteY77" fmla="*/ 1803400 h 2870200"/>
              <a:gd name="connsiteX78" fmla="*/ 1320800 w 4089400"/>
              <a:gd name="connsiteY78" fmla="*/ 1701800 h 2870200"/>
              <a:gd name="connsiteX79" fmla="*/ 1346200 w 4089400"/>
              <a:gd name="connsiteY79" fmla="*/ 1718734 h 2870200"/>
              <a:gd name="connsiteX80" fmla="*/ 1354666 w 4089400"/>
              <a:gd name="connsiteY80" fmla="*/ 1744134 h 2870200"/>
              <a:gd name="connsiteX81" fmla="*/ 1380066 w 4089400"/>
              <a:gd name="connsiteY81" fmla="*/ 1828800 h 2870200"/>
              <a:gd name="connsiteX82" fmla="*/ 1397000 w 4089400"/>
              <a:gd name="connsiteY82" fmla="*/ 1879600 h 2870200"/>
              <a:gd name="connsiteX83" fmla="*/ 1405466 w 4089400"/>
              <a:gd name="connsiteY83" fmla="*/ 1913467 h 2870200"/>
              <a:gd name="connsiteX84" fmla="*/ 1430866 w 4089400"/>
              <a:gd name="connsiteY84" fmla="*/ 1947334 h 2870200"/>
              <a:gd name="connsiteX85" fmla="*/ 1447800 w 4089400"/>
              <a:gd name="connsiteY85" fmla="*/ 1938867 h 2870200"/>
              <a:gd name="connsiteX86" fmla="*/ 1490133 w 4089400"/>
              <a:gd name="connsiteY86" fmla="*/ 1803400 h 2870200"/>
              <a:gd name="connsiteX87" fmla="*/ 1549400 w 4089400"/>
              <a:gd name="connsiteY87" fmla="*/ 1651000 h 2870200"/>
              <a:gd name="connsiteX88" fmla="*/ 1557866 w 4089400"/>
              <a:gd name="connsiteY88" fmla="*/ 1591734 h 2870200"/>
              <a:gd name="connsiteX89" fmla="*/ 1574800 w 4089400"/>
              <a:gd name="connsiteY89" fmla="*/ 1566334 h 2870200"/>
              <a:gd name="connsiteX90" fmla="*/ 1583266 w 4089400"/>
              <a:gd name="connsiteY90" fmla="*/ 1524000 h 2870200"/>
              <a:gd name="connsiteX91" fmla="*/ 1591733 w 4089400"/>
              <a:gd name="connsiteY91" fmla="*/ 1498600 h 2870200"/>
              <a:gd name="connsiteX92" fmla="*/ 1608666 w 4089400"/>
              <a:gd name="connsiteY92" fmla="*/ 1524000 h 2870200"/>
              <a:gd name="connsiteX93" fmla="*/ 1634066 w 4089400"/>
              <a:gd name="connsiteY93" fmla="*/ 1490134 h 2870200"/>
              <a:gd name="connsiteX94" fmla="*/ 1659466 w 4089400"/>
              <a:gd name="connsiteY94" fmla="*/ 1388534 h 2870200"/>
              <a:gd name="connsiteX95" fmla="*/ 1718733 w 4089400"/>
              <a:gd name="connsiteY95" fmla="*/ 1286934 h 2870200"/>
              <a:gd name="connsiteX96" fmla="*/ 1769533 w 4089400"/>
              <a:gd name="connsiteY96" fmla="*/ 1176867 h 2870200"/>
              <a:gd name="connsiteX97" fmla="*/ 1794933 w 4089400"/>
              <a:gd name="connsiteY97" fmla="*/ 1202267 h 2870200"/>
              <a:gd name="connsiteX98" fmla="*/ 1803400 w 4089400"/>
              <a:gd name="connsiteY98" fmla="*/ 1227667 h 2870200"/>
              <a:gd name="connsiteX99" fmla="*/ 1820333 w 4089400"/>
              <a:gd name="connsiteY99" fmla="*/ 1261534 h 2870200"/>
              <a:gd name="connsiteX100" fmla="*/ 1862666 w 4089400"/>
              <a:gd name="connsiteY100" fmla="*/ 1422400 h 2870200"/>
              <a:gd name="connsiteX101" fmla="*/ 1913466 w 4089400"/>
              <a:gd name="connsiteY101" fmla="*/ 1600200 h 2870200"/>
              <a:gd name="connsiteX102" fmla="*/ 1964266 w 4089400"/>
              <a:gd name="connsiteY102" fmla="*/ 1744134 h 2870200"/>
              <a:gd name="connsiteX103" fmla="*/ 1981200 w 4089400"/>
              <a:gd name="connsiteY103" fmla="*/ 1498600 h 2870200"/>
              <a:gd name="connsiteX104" fmla="*/ 1998133 w 4089400"/>
              <a:gd name="connsiteY104" fmla="*/ 1464734 h 2870200"/>
              <a:gd name="connsiteX105" fmla="*/ 2006600 w 4089400"/>
              <a:gd name="connsiteY105" fmla="*/ 1439334 h 2870200"/>
              <a:gd name="connsiteX106" fmla="*/ 2057400 w 4089400"/>
              <a:gd name="connsiteY106" fmla="*/ 2032000 h 2870200"/>
              <a:gd name="connsiteX107" fmla="*/ 2065866 w 4089400"/>
              <a:gd name="connsiteY107" fmla="*/ 2150534 h 2870200"/>
              <a:gd name="connsiteX108" fmla="*/ 2074333 w 4089400"/>
              <a:gd name="connsiteY108" fmla="*/ 2489200 h 2870200"/>
              <a:gd name="connsiteX109" fmla="*/ 2108200 w 4089400"/>
              <a:gd name="connsiteY109" fmla="*/ 2421467 h 2870200"/>
              <a:gd name="connsiteX110" fmla="*/ 2150533 w 4089400"/>
              <a:gd name="connsiteY110" fmla="*/ 2319867 h 2870200"/>
              <a:gd name="connsiteX111" fmla="*/ 2175933 w 4089400"/>
              <a:gd name="connsiteY111" fmla="*/ 2286000 h 2870200"/>
              <a:gd name="connsiteX112" fmla="*/ 2209800 w 4089400"/>
              <a:gd name="connsiteY112" fmla="*/ 2235200 h 2870200"/>
              <a:gd name="connsiteX113" fmla="*/ 2226733 w 4089400"/>
              <a:gd name="connsiteY113" fmla="*/ 2514600 h 2870200"/>
              <a:gd name="connsiteX114" fmla="*/ 2252133 w 4089400"/>
              <a:gd name="connsiteY114" fmla="*/ 2565400 h 2870200"/>
              <a:gd name="connsiteX115" fmla="*/ 2260600 w 4089400"/>
              <a:gd name="connsiteY115" fmla="*/ 2489200 h 2870200"/>
              <a:gd name="connsiteX116" fmla="*/ 2277533 w 4089400"/>
              <a:gd name="connsiteY116" fmla="*/ 2421467 h 2870200"/>
              <a:gd name="connsiteX117" fmla="*/ 2286000 w 4089400"/>
              <a:gd name="connsiteY117" fmla="*/ 1718734 h 2870200"/>
              <a:gd name="connsiteX118" fmla="*/ 2311400 w 4089400"/>
              <a:gd name="connsiteY118" fmla="*/ 1811867 h 2870200"/>
              <a:gd name="connsiteX119" fmla="*/ 2336800 w 4089400"/>
              <a:gd name="connsiteY119" fmla="*/ 1871134 h 2870200"/>
              <a:gd name="connsiteX120" fmla="*/ 2362200 w 4089400"/>
              <a:gd name="connsiteY120" fmla="*/ 1938867 h 2870200"/>
              <a:gd name="connsiteX121" fmla="*/ 2370666 w 4089400"/>
              <a:gd name="connsiteY121" fmla="*/ 1972734 h 2870200"/>
              <a:gd name="connsiteX122" fmla="*/ 2379133 w 4089400"/>
              <a:gd name="connsiteY122" fmla="*/ 1574800 h 2870200"/>
              <a:gd name="connsiteX123" fmla="*/ 2404533 w 4089400"/>
              <a:gd name="connsiteY123" fmla="*/ 1236134 h 2870200"/>
              <a:gd name="connsiteX124" fmla="*/ 2421466 w 4089400"/>
              <a:gd name="connsiteY124" fmla="*/ 1092200 h 2870200"/>
              <a:gd name="connsiteX125" fmla="*/ 2429933 w 4089400"/>
              <a:gd name="connsiteY125" fmla="*/ 1066800 h 2870200"/>
              <a:gd name="connsiteX126" fmla="*/ 2438400 w 4089400"/>
              <a:gd name="connsiteY126" fmla="*/ 1092200 h 2870200"/>
              <a:gd name="connsiteX127" fmla="*/ 2455333 w 4089400"/>
              <a:gd name="connsiteY127" fmla="*/ 1117600 h 2870200"/>
              <a:gd name="connsiteX128" fmla="*/ 2463800 w 4089400"/>
              <a:gd name="connsiteY128" fmla="*/ 1227667 h 2870200"/>
              <a:gd name="connsiteX129" fmla="*/ 2489200 w 4089400"/>
              <a:gd name="connsiteY129" fmla="*/ 753534 h 2870200"/>
              <a:gd name="connsiteX130" fmla="*/ 2506133 w 4089400"/>
              <a:gd name="connsiteY130" fmla="*/ 685800 h 2870200"/>
              <a:gd name="connsiteX131" fmla="*/ 2514600 w 4089400"/>
              <a:gd name="connsiteY131" fmla="*/ 609600 h 2870200"/>
              <a:gd name="connsiteX132" fmla="*/ 2523066 w 4089400"/>
              <a:gd name="connsiteY132" fmla="*/ 558800 h 2870200"/>
              <a:gd name="connsiteX133" fmla="*/ 2540000 w 4089400"/>
              <a:gd name="connsiteY133" fmla="*/ 584200 h 2870200"/>
              <a:gd name="connsiteX134" fmla="*/ 2548466 w 4089400"/>
              <a:gd name="connsiteY134" fmla="*/ 778934 h 2870200"/>
              <a:gd name="connsiteX135" fmla="*/ 2590800 w 4089400"/>
              <a:gd name="connsiteY135" fmla="*/ 914400 h 2870200"/>
              <a:gd name="connsiteX136" fmla="*/ 2607733 w 4089400"/>
              <a:gd name="connsiteY136" fmla="*/ 973667 h 2870200"/>
              <a:gd name="connsiteX137" fmla="*/ 2624666 w 4089400"/>
              <a:gd name="connsiteY137" fmla="*/ 812800 h 2870200"/>
              <a:gd name="connsiteX138" fmla="*/ 2641600 w 4089400"/>
              <a:gd name="connsiteY138" fmla="*/ 694267 h 2870200"/>
              <a:gd name="connsiteX139" fmla="*/ 2667000 w 4089400"/>
              <a:gd name="connsiteY139" fmla="*/ 558800 h 2870200"/>
              <a:gd name="connsiteX140" fmla="*/ 2692400 w 4089400"/>
              <a:gd name="connsiteY140" fmla="*/ 321734 h 2870200"/>
              <a:gd name="connsiteX141" fmla="*/ 2709333 w 4089400"/>
              <a:gd name="connsiteY141" fmla="*/ 1058334 h 2870200"/>
              <a:gd name="connsiteX142" fmla="*/ 2735730 w 4089400"/>
              <a:gd name="connsiteY142" fmla="*/ 1023969 h 2870200"/>
              <a:gd name="connsiteX143" fmla="*/ 2785533 w 4089400"/>
              <a:gd name="connsiteY143" fmla="*/ 905934 h 2870200"/>
              <a:gd name="connsiteX144" fmla="*/ 2819400 w 4089400"/>
              <a:gd name="connsiteY144" fmla="*/ 855134 h 2870200"/>
              <a:gd name="connsiteX145" fmla="*/ 2844800 w 4089400"/>
              <a:gd name="connsiteY145" fmla="*/ 1422400 h 2870200"/>
              <a:gd name="connsiteX146" fmla="*/ 2853266 w 4089400"/>
              <a:gd name="connsiteY146" fmla="*/ 1388534 h 2870200"/>
              <a:gd name="connsiteX147" fmla="*/ 2870200 w 4089400"/>
              <a:gd name="connsiteY147" fmla="*/ 1363134 h 2870200"/>
              <a:gd name="connsiteX148" fmla="*/ 2895600 w 4089400"/>
              <a:gd name="connsiteY148" fmla="*/ 1278467 h 2870200"/>
              <a:gd name="connsiteX149" fmla="*/ 2912533 w 4089400"/>
              <a:gd name="connsiteY149" fmla="*/ 1320800 h 2870200"/>
              <a:gd name="connsiteX150" fmla="*/ 2929466 w 4089400"/>
              <a:gd name="connsiteY150" fmla="*/ 1388534 h 2870200"/>
              <a:gd name="connsiteX151" fmla="*/ 2946400 w 4089400"/>
              <a:gd name="connsiteY151" fmla="*/ 1422400 h 2870200"/>
              <a:gd name="connsiteX152" fmla="*/ 2988733 w 4089400"/>
              <a:gd name="connsiteY152" fmla="*/ 1540934 h 2870200"/>
              <a:gd name="connsiteX153" fmla="*/ 3005666 w 4089400"/>
              <a:gd name="connsiteY153" fmla="*/ 1566334 h 2870200"/>
              <a:gd name="connsiteX154" fmla="*/ 3039533 w 4089400"/>
              <a:gd name="connsiteY154" fmla="*/ 1718734 h 2870200"/>
              <a:gd name="connsiteX155" fmla="*/ 3064933 w 4089400"/>
              <a:gd name="connsiteY155" fmla="*/ 1761067 h 2870200"/>
              <a:gd name="connsiteX156" fmla="*/ 3098800 w 4089400"/>
              <a:gd name="connsiteY156" fmla="*/ 1879600 h 2870200"/>
              <a:gd name="connsiteX157" fmla="*/ 3090333 w 4089400"/>
              <a:gd name="connsiteY157" fmla="*/ 1913467 h 2870200"/>
              <a:gd name="connsiteX158" fmla="*/ 3102783 w 4089400"/>
              <a:gd name="connsiteY158" fmla="*/ 1901016 h 2870200"/>
              <a:gd name="connsiteX159" fmla="*/ 3081866 w 4089400"/>
              <a:gd name="connsiteY159" fmla="*/ 1888067 h 2870200"/>
              <a:gd name="connsiteX160" fmla="*/ 3107266 w 4089400"/>
              <a:gd name="connsiteY160" fmla="*/ 1871134 h 2870200"/>
              <a:gd name="connsiteX161" fmla="*/ 3115733 w 4089400"/>
              <a:gd name="connsiteY161" fmla="*/ 1769534 h 2870200"/>
              <a:gd name="connsiteX162" fmla="*/ 3132666 w 4089400"/>
              <a:gd name="connsiteY162" fmla="*/ 1710267 h 2870200"/>
              <a:gd name="connsiteX163" fmla="*/ 3141133 w 4089400"/>
              <a:gd name="connsiteY163" fmla="*/ 1684867 h 2870200"/>
              <a:gd name="connsiteX164" fmla="*/ 3166533 w 4089400"/>
              <a:gd name="connsiteY164" fmla="*/ 1676400 h 2870200"/>
              <a:gd name="connsiteX165" fmla="*/ 3175000 w 4089400"/>
              <a:gd name="connsiteY165" fmla="*/ 2006600 h 2870200"/>
              <a:gd name="connsiteX166" fmla="*/ 3183466 w 4089400"/>
              <a:gd name="connsiteY166" fmla="*/ 2048934 h 2870200"/>
              <a:gd name="connsiteX167" fmla="*/ 3191933 w 4089400"/>
              <a:gd name="connsiteY167" fmla="*/ 2099734 h 2870200"/>
              <a:gd name="connsiteX168" fmla="*/ 3208866 w 4089400"/>
              <a:gd name="connsiteY168" fmla="*/ 2048934 h 2870200"/>
              <a:gd name="connsiteX169" fmla="*/ 3217333 w 4089400"/>
              <a:gd name="connsiteY169" fmla="*/ 1998134 h 2870200"/>
              <a:gd name="connsiteX170" fmla="*/ 3251200 w 4089400"/>
              <a:gd name="connsiteY170" fmla="*/ 2353734 h 2870200"/>
              <a:gd name="connsiteX171" fmla="*/ 3276600 w 4089400"/>
              <a:gd name="connsiteY171" fmla="*/ 2387600 h 2870200"/>
              <a:gd name="connsiteX172" fmla="*/ 3285066 w 4089400"/>
              <a:gd name="connsiteY172" fmla="*/ 2497667 h 2870200"/>
              <a:gd name="connsiteX173" fmla="*/ 3302000 w 4089400"/>
              <a:gd name="connsiteY173" fmla="*/ 2531534 h 2870200"/>
              <a:gd name="connsiteX174" fmla="*/ 3318933 w 4089400"/>
              <a:gd name="connsiteY174" fmla="*/ 2599267 h 2870200"/>
              <a:gd name="connsiteX175" fmla="*/ 3344333 w 4089400"/>
              <a:gd name="connsiteY175" fmla="*/ 2667000 h 2870200"/>
              <a:gd name="connsiteX176" fmla="*/ 3386666 w 4089400"/>
              <a:gd name="connsiteY176" fmla="*/ 2810934 h 2870200"/>
              <a:gd name="connsiteX177" fmla="*/ 3412066 w 4089400"/>
              <a:gd name="connsiteY177" fmla="*/ 2870200 h 2870200"/>
              <a:gd name="connsiteX178" fmla="*/ 3437466 w 4089400"/>
              <a:gd name="connsiteY178" fmla="*/ 1828800 h 2870200"/>
              <a:gd name="connsiteX179" fmla="*/ 3436968 w 4089400"/>
              <a:gd name="connsiteY179" fmla="*/ 2090271 h 2870200"/>
              <a:gd name="connsiteX180" fmla="*/ 3462866 w 4089400"/>
              <a:gd name="connsiteY180" fmla="*/ 1735667 h 2870200"/>
              <a:gd name="connsiteX181" fmla="*/ 3488266 w 4089400"/>
              <a:gd name="connsiteY181" fmla="*/ 1651000 h 2870200"/>
              <a:gd name="connsiteX182" fmla="*/ 3496733 w 4089400"/>
              <a:gd name="connsiteY182" fmla="*/ 1701800 h 2870200"/>
              <a:gd name="connsiteX183" fmla="*/ 3500717 w 4089400"/>
              <a:gd name="connsiteY183" fmla="*/ 1875118 h 2870200"/>
              <a:gd name="connsiteX184" fmla="*/ 3522133 w 4089400"/>
              <a:gd name="connsiteY184" fmla="*/ 1752600 h 2870200"/>
              <a:gd name="connsiteX185" fmla="*/ 3530600 w 4089400"/>
              <a:gd name="connsiteY185" fmla="*/ 1693334 h 2870200"/>
              <a:gd name="connsiteX186" fmla="*/ 3572933 w 4089400"/>
              <a:gd name="connsiteY186" fmla="*/ 1608667 h 2870200"/>
              <a:gd name="connsiteX187" fmla="*/ 3589866 w 4089400"/>
              <a:gd name="connsiteY187" fmla="*/ 1566334 h 2870200"/>
              <a:gd name="connsiteX188" fmla="*/ 3632200 w 4089400"/>
              <a:gd name="connsiteY188" fmla="*/ 1464734 h 2870200"/>
              <a:gd name="connsiteX189" fmla="*/ 3636184 w 4089400"/>
              <a:gd name="connsiteY189" fmla="*/ 1373094 h 2870200"/>
              <a:gd name="connsiteX190" fmla="*/ 3657600 w 4089400"/>
              <a:gd name="connsiteY190" fmla="*/ 1363134 h 2870200"/>
              <a:gd name="connsiteX191" fmla="*/ 3674533 w 4089400"/>
              <a:gd name="connsiteY191" fmla="*/ 1320800 h 2870200"/>
              <a:gd name="connsiteX192" fmla="*/ 3669553 w 4089400"/>
              <a:gd name="connsiteY192" fmla="*/ 1151964 h 2870200"/>
              <a:gd name="connsiteX193" fmla="*/ 3716866 w 4089400"/>
              <a:gd name="connsiteY193" fmla="*/ 1227667 h 2870200"/>
              <a:gd name="connsiteX194" fmla="*/ 3725333 w 4089400"/>
              <a:gd name="connsiteY194" fmla="*/ 1176867 h 2870200"/>
              <a:gd name="connsiteX195" fmla="*/ 3742266 w 4089400"/>
              <a:gd name="connsiteY195" fmla="*/ 1126067 h 2870200"/>
              <a:gd name="connsiteX196" fmla="*/ 3750733 w 4089400"/>
              <a:gd name="connsiteY196" fmla="*/ 1058334 h 2870200"/>
              <a:gd name="connsiteX197" fmla="*/ 3759200 w 4089400"/>
              <a:gd name="connsiteY197" fmla="*/ 1270000 h 2870200"/>
              <a:gd name="connsiteX198" fmla="*/ 3788048 w 4089400"/>
              <a:gd name="connsiteY198" fmla="*/ 678606 h 2870200"/>
              <a:gd name="connsiteX199" fmla="*/ 3793066 w 4089400"/>
              <a:gd name="connsiteY199" fmla="*/ 558800 h 2870200"/>
              <a:gd name="connsiteX200" fmla="*/ 3810000 w 4089400"/>
              <a:gd name="connsiteY200" fmla="*/ 482600 h 2870200"/>
              <a:gd name="connsiteX201" fmla="*/ 3818466 w 4089400"/>
              <a:gd name="connsiteY201" fmla="*/ 533400 h 2870200"/>
              <a:gd name="connsiteX202" fmla="*/ 3835400 w 4089400"/>
              <a:gd name="connsiteY202" fmla="*/ 660400 h 2870200"/>
              <a:gd name="connsiteX203" fmla="*/ 3843866 w 4089400"/>
              <a:gd name="connsiteY203" fmla="*/ 702734 h 2870200"/>
              <a:gd name="connsiteX204" fmla="*/ 3860800 w 4089400"/>
              <a:gd name="connsiteY204" fmla="*/ 736600 h 2870200"/>
              <a:gd name="connsiteX205" fmla="*/ 3877733 w 4089400"/>
              <a:gd name="connsiteY205" fmla="*/ 702734 h 2870200"/>
              <a:gd name="connsiteX206" fmla="*/ 3937000 w 4089400"/>
              <a:gd name="connsiteY206" fmla="*/ 482600 h 2870200"/>
              <a:gd name="connsiteX207" fmla="*/ 3953933 w 4089400"/>
              <a:gd name="connsiteY207" fmla="*/ 457200 h 2870200"/>
              <a:gd name="connsiteX208" fmla="*/ 3979333 w 4089400"/>
              <a:gd name="connsiteY208" fmla="*/ 177800 h 2870200"/>
              <a:gd name="connsiteX209" fmla="*/ 4004733 w 4089400"/>
              <a:gd name="connsiteY209" fmla="*/ 135467 h 2870200"/>
              <a:gd name="connsiteX210" fmla="*/ 4013200 w 4089400"/>
              <a:gd name="connsiteY210" fmla="*/ 101600 h 2870200"/>
              <a:gd name="connsiteX211" fmla="*/ 4021666 w 4089400"/>
              <a:gd name="connsiteY211" fmla="*/ 76200 h 2870200"/>
              <a:gd name="connsiteX212" fmla="*/ 4030133 w 4089400"/>
              <a:gd name="connsiteY212" fmla="*/ 110067 h 2870200"/>
              <a:gd name="connsiteX213" fmla="*/ 4047066 w 4089400"/>
              <a:gd name="connsiteY213" fmla="*/ 160867 h 2870200"/>
              <a:gd name="connsiteX214" fmla="*/ 4089400 w 4089400"/>
              <a:gd name="connsiteY214" fmla="*/ 0 h 2870200"/>
              <a:gd name="connsiteX0" fmla="*/ 0 w 4089400"/>
              <a:gd name="connsiteY0" fmla="*/ 702734 h 2870200"/>
              <a:gd name="connsiteX1" fmla="*/ 8466 w 4089400"/>
              <a:gd name="connsiteY1" fmla="*/ 643467 h 2870200"/>
              <a:gd name="connsiteX2" fmla="*/ 33866 w 4089400"/>
              <a:gd name="connsiteY2" fmla="*/ 592667 h 2870200"/>
              <a:gd name="connsiteX3" fmla="*/ 42333 w 4089400"/>
              <a:gd name="connsiteY3" fmla="*/ 567267 h 2870200"/>
              <a:gd name="connsiteX4" fmla="*/ 47892 w 4089400"/>
              <a:gd name="connsiteY4" fmla="*/ 828517 h 2870200"/>
              <a:gd name="connsiteX5" fmla="*/ 32533 w 4089400"/>
              <a:gd name="connsiteY5" fmla="*/ 1083293 h 2870200"/>
              <a:gd name="connsiteX6" fmla="*/ 30266 w 4089400"/>
              <a:gd name="connsiteY6" fmla="*/ 1212385 h 2870200"/>
              <a:gd name="connsiteX7" fmla="*/ 25400 w 4089400"/>
              <a:gd name="connsiteY7" fmla="*/ 1354667 h 2870200"/>
              <a:gd name="connsiteX8" fmla="*/ 33866 w 4089400"/>
              <a:gd name="connsiteY8" fmla="*/ 1329267 h 2870200"/>
              <a:gd name="connsiteX9" fmla="*/ 42333 w 4089400"/>
              <a:gd name="connsiteY9" fmla="*/ 1286934 h 2870200"/>
              <a:gd name="connsiteX10" fmla="*/ 59266 w 4089400"/>
              <a:gd name="connsiteY10" fmla="*/ 1253067 h 2870200"/>
              <a:gd name="connsiteX11" fmla="*/ 76200 w 4089400"/>
              <a:gd name="connsiteY11" fmla="*/ 1202267 h 2870200"/>
              <a:gd name="connsiteX12" fmla="*/ 84666 w 4089400"/>
              <a:gd name="connsiteY12" fmla="*/ 1176867 h 2870200"/>
              <a:gd name="connsiteX13" fmla="*/ 101600 w 4089400"/>
              <a:gd name="connsiteY13" fmla="*/ 1143000 h 2870200"/>
              <a:gd name="connsiteX14" fmla="*/ 110066 w 4089400"/>
              <a:gd name="connsiteY14" fmla="*/ 1100667 h 2870200"/>
              <a:gd name="connsiteX15" fmla="*/ 135466 w 4089400"/>
              <a:gd name="connsiteY15" fmla="*/ 1032934 h 2870200"/>
              <a:gd name="connsiteX16" fmla="*/ 143933 w 4089400"/>
              <a:gd name="connsiteY16" fmla="*/ 999067 h 2870200"/>
              <a:gd name="connsiteX17" fmla="*/ 160866 w 4089400"/>
              <a:gd name="connsiteY17" fmla="*/ 948267 h 2870200"/>
              <a:gd name="connsiteX18" fmla="*/ 177800 w 4089400"/>
              <a:gd name="connsiteY18" fmla="*/ 1134534 h 2870200"/>
              <a:gd name="connsiteX19" fmla="*/ 194733 w 4089400"/>
              <a:gd name="connsiteY19" fmla="*/ 1464734 h 2870200"/>
              <a:gd name="connsiteX20" fmla="*/ 228600 w 4089400"/>
              <a:gd name="connsiteY20" fmla="*/ 1397000 h 2870200"/>
              <a:gd name="connsiteX21" fmla="*/ 254000 w 4089400"/>
              <a:gd name="connsiteY21" fmla="*/ 1363134 h 2870200"/>
              <a:gd name="connsiteX22" fmla="*/ 262466 w 4089400"/>
              <a:gd name="connsiteY22" fmla="*/ 1337734 h 2870200"/>
              <a:gd name="connsiteX23" fmla="*/ 279400 w 4089400"/>
              <a:gd name="connsiteY23" fmla="*/ 1371600 h 2870200"/>
              <a:gd name="connsiteX24" fmla="*/ 287866 w 4089400"/>
              <a:gd name="connsiteY24" fmla="*/ 2243667 h 2870200"/>
              <a:gd name="connsiteX25" fmla="*/ 313266 w 4089400"/>
              <a:gd name="connsiteY25" fmla="*/ 2201334 h 2870200"/>
              <a:gd name="connsiteX26" fmla="*/ 321733 w 4089400"/>
              <a:gd name="connsiteY26" fmla="*/ 2150534 h 2870200"/>
              <a:gd name="connsiteX27" fmla="*/ 346635 w 4089400"/>
              <a:gd name="connsiteY27" fmla="*/ 2376146 h 2870200"/>
              <a:gd name="connsiteX28" fmla="*/ 364066 w 4089400"/>
              <a:gd name="connsiteY28" fmla="*/ 2082800 h 2870200"/>
              <a:gd name="connsiteX29" fmla="*/ 389965 w 4089400"/>
              <a:gd name="connsiteY29" fmla="*/ 1792444 h 2870200"/>
              <a:gd name="connsiteX30" fmla="*/ 397933 w 4089400"/>
              <a:gd name="connsiteY30" fmla="*/ 2032000 h 2870200"/>
              <a:gd name="connsiteX31" fmla="*/ 423333 w 4089400"/>
              <a:gd name="connsiteY31" fmla="*/ 1998134 h 2870200"/>
              <a:gd name="connsiteX32" fmla="*/ 440266 w 4089400"/>
              <a:gd name="connsiteY32" fmla="*/ 1752600 h 2870200"/>
              <a:gd name="connsiteX33" fmla="*/ 465666 w 4089400"/>
              <a:gd name="connsiteY33" fmla="*/ 1651000 h 2870200"/>
              <a:gd name="connsiteX34" fmla="*/ 491066 w 4089400"/>
              <a:gd name="connsiteY34" fmla="*/ 1710267 h 2870200"/>
              <a:gd name="connsiteX35" fmla="*/ 499533 w 4089400"/>
              <a:gd name="connsiteY35" fmla="*/ 1851666 h 2870200"/>
              <a:gd name="connsiteX36" fmla="*/ 533400 w 4089400"/>
              <a:gd name="connsiteY36" fmla="*/ 1820334 h 2870200"/>
              <a:gd name="connsiteX37" fmla="*/ 558800 w 4089400"/>
              <a:gd name="connsiteY37" fmla="*/ 1938867 h 2870200"/>
              <a:gd name="connsiteX38" fmla="*/ 575733 w 4089400"/>
              <a:gd name="connsiteY38" fmla="*/ 1998134 h 2870200"/>
              <a:gd name="connsiteX39" fmla="*/ 592666 w 4089400"/>
              <a:gd name="connsiteY39" fmla="*/ 2023534 h 2870200"/>
              <a:gd name="connsiteX40" fmla="*/ 618066 w 4089400"/>
              <a:gd name="connsiteY40" fmla="*/ 1786467 h 2870200"/>
              <a:gd name="connsiteX41" fmla="*/ 626533 w 4089400"/>
              <a:gd name="connsiteY41" fmla="*/ 1744134 h 2870200"/>
              <a:gd name="connsiteX42" fmla="*/ 643466 w 4089400"/>
              <a:gd name="connsiteY42" fmla="*/ 1718734 h 2870200"/>
              <a:gd name="connsiteX43" fmla="*/ 660400 w 4089400"/>
              <a:gd name="connsiteY43" fmla="*/ 1617134 h 2870200"/>
              <a:gd name="connsiteX44" fmla="*/ 677333 w 4089400"/>
              <a:gd name="connsiteY44" fmla="*/ 1557867 h 2870200"/>
              <a:gd name="connsiteX45" fmla="*/ 685800 w 4089400"/>
              <a:gd name="connsiteY45" fmla="*/ 1524000 h 2870200"/>
              <a:gd name="connsiteX46" fmla="*/ 702733 w 4089400"/>
              <a:gd name="connsiteY46" fmla="*/ 1312334 h 2870200"/>
              <a:gd name="connsiteX47" fmla="*/ 719666 w 4089400"/>
              <a:gd name="connsiteY47" fmla="*/ 1380067 h 2870200"/>
              <a:gd name="connsiteX48" fmla="*/ 736600 w 4089400"/>
              <a:gd name="connsiteY48" fmla="*/ 1532467 h 2870200"/>
              <a:gd name="connsiteX49" fmla="*/ 753533 w 4089400"/>
              <a:gd name="connsiteY49" fmla="*/ 1566334 h 2870200"/>
              <a:gd name="connsiteX50" fmla="*/ 778933 w 4089400"/>
              <a:gd name="connsiteY50" fmla="*/ 1456267 h 2870200"/>
              <a:gd name="connsiteX51" fmla="*/ 795866 w 4089400"/>
              <a:gd name="connsiteY51" fmla="*/ 1430867 h 2870200"/>
              <a:gd name="connsiteX52" fmla="*/ 829733 w 4089400"/>
              <a:gd name="connsiteY52" fmla="*/ 1388534 h 2870200"/>
              <a:gd name="connsiteX53" fmla="*/ 838200 w 4089400"/>
              <a:gd name="connsiteY53" fmla="*/ 1498600 h 2870200"/>
              <a:gd name="connsiteX54" fmla="*/ 863600 w 4089400"/>
              <a:gd name="connsiteY54" fmla="*/ 1811867 h 2870200"/>
              <a:gd name="connsiteX55" fmla="*/ 872066 w 4089400"/>
              <a:gd name="connsiteY55" fmla="*/ 1642534 h 2870200"/>
              <a:gd name="connsiteX56" fmla="*/ 897466 w 4089400"/>
              <a:gd name="connsiteY56" fmla="*/ 1583267 h 2870200"/>
              <a:gd name="connsiteX57" fmla="*/ 905933 w 4089400"/>
              <a:gd name="connsiteY57" fmla="*/ 1557867 h 2870200"/>
              <a:gd name="connsiteX58" fmla="*/ 914400 w 4089400"/>
              <a:gd name="connsiteY58" fmla="*/ 2006600 h 2870200"/>
              <a:gd name="connsiteX59" fmla="*/ 939800 w 4089400"/>
              <a:gd name="connsiteY59" fmla="*/ 2116667 h 2870200"/>
              <a:gd name="connsiteX60" fmla="*/ 948266 w 4089400"/>
              <a:gd name="connsiteY60" fmla="*/ 1948424 h 2870200"/>
              <a:gd name="connsiteX61" fmla="*/ 965200 w 4089400"/>
              <a:gd name="connsiteY61" fmla="*/ 1794934 h 2870200"/>
              <a:gd name="connsiteX62" fmla="*/ 973666 w 4089400"/>
              <a:gd name="connsiteY62" fmla="*/ 1761067 h 2870200"/>
              <a:gd name="connsiteX63" fmla="*/ 990600 w 4089400"/>
              <a:gd name="connsiteY63" fmla="*/ 1871134 h 2870200"/>
              <a:gd name="connsiteX64" fmla="*/ 1007533 w 4089400"/>
              <a:gd name="connsiteY64" fmla="*/ 1947334 h 2870200"/>
              <a:gd name="connsiteX65" fmla="*/ 1024466 w 4089400"/>
              <a:gd name="connsiteY65" fmla="*/ 2040467 h 2870200"/>
              <a:gd name="connsiteX66" fmla="*/ 1049866 w 4089400"/>
              <a:gd name="connsiteY66" fmla="*/ 2108200 h 2870200"/>
              <a:gd name="connsiteX67" fmla="*/ 1058333 w 4089400"/>
              <a:gd name="connsiteY67" fmla="*/ 2150534 h 2870200"/>
              <a:gd name="connsiteX68" fmla="*/ 1100666 w 4089400"/>
              <a:gd name="connsiteY68" fmla="*/ 2209800 h 2870200"/>
              <a:gd name="connsiteX69" fmla="*/ 1109133 w 4089400"/>
              <a:gd name="connsiteY69" fmla="*/ 2108200 h 2870200"/>
              <a:gd name="connsiteX70" fmla="*/ 1159933 w 4089400"/>
              <a:gd name="connsiteY70" fmla="*/ 1989667 h 2870200"/>
              <a:gd name="connsiteX71" fmla="*/ 1210733 w 4089400"/>
              <a:gd name="connsiteY71" fmla="*/ 1913467 h 2870200"/>
              <a:gd name="connsiteX72" fmla="*/ 1219200 w 4089400"/>
              <a:gd name="connsiteY72" fmla="*/ 2167467 h 2870200"/>
              <a:gd name="connsiteX73" fmla="*/ 1236133 w 4089400"/>
              <a:gd name="connsiteY73" fmla="*/ 2082800 h 2870200"/>
              <a:gd name="connsiteX74" fmla="*/ 1244600 w 4089400"/>
              <a:gd name="connsiteY74" fmla="*/ 2015067 h 2870200"/>
              <a:gd name="connsiteX75" fmla="*/ 1286933 w 4089400"/>
              <a:gd name="connsiteY75" fmla="*/ 1854200 h 2870200"/>
              <a:gd name="connsiteX76" fmla="*/ 1295400 w 4089400"/>
              <a:gd name="connsiteY76" fmla="*/ 1803400 h 2870200"/>
              <a:gd name="connsiteX77" fmla="*/ 1320800 w 4089400"/>
              <a:gd name="connsiteY77" fmla="*/ 1701800 h 2870200"/>
              <a:gd name="connsiteX78" fmla="*/ 1346200 w 4089400"/>
              <a:gd name="connsiteY78" fmla="*/ 1718734 h 2870200"/>
              <a:gd name="connsiteX79" fmla="*/ 1354666 w 4089400"/>
              <a:gd name="connsiteY79" fmla="*/ 1744134 h 2870200"/>
              <a:gd name="connsiteX80" fmla="*/ 1380066 w 4089400"/>
              <a:gd name="connsiteY80" fmla="*/ 1828800 h 2870200"/>
              <a:gd name="connsiteX81" fmla="*/ 1397000 w 4089400"/>
              <a:gd name="connsiteY81" fmla="*/ 1879600 h 2870200"/>
              <a:gd name="connsiteX82" fmla="*/ 1405466 w 4089400"/>
              <a:gd name="connsiteY82" fmla="*/ 1913467 h 2870200"/>
              <a:gd name="connsiteX83" fmla="*/ 1430866 w 4089400"/>
              <a:gd name="connsiteY83" fmla="*/ 1947334 h 2870200"/>
              <a:gd name="connsiteX84" fmla="*/ 1447800 w 4089400"/>
              <a:gd name="connsiteY84" fmla="*/ 1938867 h 2870200"/>
              <a:gd name="connsiteX85" fmla="*/ 1490133 w 4089400"/>
              <a:gd name="connsiteY85" fmla="*/ 1803400 h 2870200"/>
              <a:gd name="connsiteX86" fmla="*/ 1549400 w 4089400"/>
              <a:gd name="connsiteY86" fmla="*/ 1651000 h 2870200"/>
              <a:gd name="connsiteX87" fmla="*/ 1557866 w 4089400"/>
              <a:gd name="connsiteY87" fmla="*/ 1591734 h 2870200"/>
              <a:gd name="connsiteX88" fmla="*/ 1574800 w 4089400"/>
              <a:gd name="connsiteY88" fmla="*/ 1566334 h 2870200"/>
              <a:gd name="connsiteX89" fmla="*/ 1583266 w 4089400"/>
              <a:gd name="connsiteY89" fmla="*/ 1524000 h 2870200"/>
              <a:gd name="connsiteX90" fmla="*/ 1591733 w 4089400"/>
              <a:gd name="connsiteY90" fmla="*/ 1498600 h 2870200"/>
              <a:gd name="connsiteX91" fmla="*/ 1608666 w 4089400"/>
              <a:gd name="connsiteY91" fmla="*/ 1524000 h 2870200"/>
              <a:gd name="connsiteX92" fmla="*/ 1634066 w 4089400"/>
              <a:gd name="connsiteY92" fmla="*/ 1490134 h 2870200"/>
              <a:gd name="connsiteX93" fmla="*/ 1659466 w 4089400"/>
              <a:gd name="connsiteY93" fmla="*/ 1388534 h 2870200"/>
              <a:gd name="connsiteX94" fmla="*/ 1718733 w 4089400"/>
              <a:gd name="connsiteY94" fmla="*/ 1286934 h 2870200"/>
              <a:gd name="connsiteX95" fmla="*/ 1769533 w 4089400"/>
              <a:gd name="connsiteY95" fmla="*/ 1176867 h 2870200"/>
              <a:gd name="connsiteX96" fmla="*/ 1794933 w 4089400"/>
              <a:gd name="connsiteY96" fmla="*/ 1202267 h 2870200"/>
              <a:gd name="connsiteX97" fmla="*/ 1803400 w 4089400"/>
              <a:gd name="connsiteY97" fmla="*/ 1227667 h 2870200"/>
              <a:gd name="connsiteX98" fmla="*/ 1820333 w 4089400"/>
              <a:gd name="connsiteY98" fmla="*/ 1261534 h 2870200"/>
              <a:gd name="connsiteX99" fmla="*/ 1862666 w 4089400"/>
              <a:gd name="connsiteY99" fmla="*/ 1422400 h 2870200"/>
              <a:gd name="connsiteX100" fmla="*/ 1913466 w 4089400"/>
              <a:gd name="connsiteY100" fmla="*/ 1600200 h 2870200"/>
              <a:gd name="connsiteX101" fmla="*/ 1964266 w 4089400"/>
              <a:gd name="connsiteY101" fmla="*/ 1744134 h 2870200"/>
              <a:gd name="connsiteX102" fmla="*/ 1981200 w 4089400"/>
              <a:gd name="connsiteY102" fmla="*/ 1498600 h 2870200"/>
              <a:gd name="connsiteX103" fmla="*/ 1998133 w 4089400"/>
              <a:gd name="connsiteY103" fmla="*/ 1464734 h 2870200"/>
              <a:gd name="connsiteX104" fmla="*/ 2006600 w 4089400"/>
              <a:gd name="connsiteY104" fmla="*/ 1439334 h 2870200"/>
              <a:gd name="connsiteX105" fmla="*/ 2057400 w 4089400"/>
              <a:gd name="connsiteY105" fmla="*/ 2032000 h 2870200"/>
              <a:gd name="connsiteX106" fmla="*/ 2065866 w 4089400"/>
              <a:gd name="connsiteY106" fmla="*/ 2150534 h 2870200"/>
              <a:gd name="connsiteX107" fmla="*/ 2074333 w 4089400"/>
              <a:gd name="connsiteY107" fmla="*/ 2489200 h 2870200"/>
              <a:gd name="connsiteX108" fmla="*/ 2108200 w 4089400"/>
              <a:gd name="connsiteY108" fmla="*/ 2421467 h 2870200"/>
              <a:gd name="connsiteX109" fmla="*/ 2150533 w 4089400"/>
              <a:gd name="connsiteY109" fmla="*/ 2319867 h 2870200"/>
              <a:gd name="connsiteX110" fmla="*/ 2175933 w 4089400"/>
              <a:gd name="connsiteY110" fmla="*/ 2286000 h 2870200"/>
              <a:gd name="connsiteX111" fmla="*/ 2209800 w 4089400"/>
              <a:gd name="connsiteY111" fmla="*/ 2235200 h 2870200"/>
              <a:gd name="connsiteX112" fmla="*/ 2226733 w 4089400"/>
              <a:gd name="connsiteY112" fmla="*/ 2514600 h 2870200"/>
              <a:gd name="connsiteX113" fmla="*/ 2252133 w 4089400"/>
              <a:gd name="connsiteY113" fmla="*/ 2565400 h 2870200"/>
              <a:gd name="connsiteX114" fmla="*/ 2260600 w 4089400"/>
              <a:gd name="connsiteY114" fmla="*/ 2489200 h 2870200"/>
              <a:gd name="connsiteX115" fmla="*/ 2277533 w 4089400"/>
              <a:gd name="connsiteY115" fmla="*/ 2421467 h 2870200"/>
              <a:gd name="connsiteX116" fmla="*/ 2286000 w 4089400"/>
              <a:gd name="connsiteY116" fmla="*/ 1718734 h 2870200"/>
              <a:gd name="connsiteX117" fmla="*/ 2311400 w 4089400"/>
              <a:gd name="connsiteY117" fmla="*/ 1811867 h 2870200"/>
              <a:gd name="connsiteX118" fmla="*/ 2336800 w 4089400"/>
              <a:gd name="connsiteY118" fmla="*/ 1871134 h 2870200"/>
              <a:gd name="connsiteX119" fmla="*/ 2362200 w 4089400"/>
              <a:gd name="connsiteY119" fmla="*/ 1938867 h 2870200"/>
              <a:gd name="connsiteX120" fmla="*/ 2370666 w 4089400"/>
              <a:gd name="connsiteY120" fmla="*/ 1972734 h 2870200"/>
              <a:gd name="connsiteX121" fmla="*/ 2379133 w 4089400"/>
              <a:gd name="connsiteY121" fmla="*/ 1574800 h 2870200"/>
              <a:gd name="connsiteX122" fmla="*/ 2404533 w 4089400"/>
              <a:gd name="connsiteY122" fmla="*/ 1236134 h 2870200"/>
              <a:gd name="connsiteX123" fmla="*/ 2421466 w 4089400"/>
              <a:gd name="connsiteY123" fmla="*/ 1092200 h 2870200"/>
              <a:gd name="connsiteX124" fmla="*/ 2429933 w 4089400"/>
              <a:gd name="connsiteY124" fmla="*/ 1066800 h 2870200"/>
              <a:gd name="connsiteX125" fmla="*/ 2438400 w 4089400"/>
              <a:gd name="connsiteY125" fmla="*/ 1092200 h 2870200"/>
              <a:gd name="connsiteX126" fmla="*/ 2455333 w 4089400"/>
              <a:gd name="connsiteY126" fmla="*/ 1117600 h 2870200"/>
              <a:gd name="connsiteX127" fmla="*/ 2463800 w 4089400"/>
              <a:gd name="connsiteY127" fmla="*/ 1227667 h 2870200"/>
              <a:gd name="connsiteX128" fmla="*/ 2489200 w 4089400"/>
              <a:gd name="connsiteY128" fmla="*/ 753534 h 2870200"/>
              <a:gd name="connsiteX129" fmla="*/ 2506133 w 4089400"/>
              <a:gd name="connsiteY129" fmla="*/ 685800 h 2870200"/>
              <a:gd name="connsiteX130" fmla="*/ 2514600 w 4089400"/>
              <a:gd name="connsiteY130" fmla="*/ 609600 h 2870200"/>
              <a:gd name="connsiteX131" fmla="*/ 2523066 w 4089400"/>
              <a:gd name="connsiteY131" fmla="*/ 558800 h 2870200"/>
              <a:gd name="connsiteX132" fmla="*/ 2540000 w 4089400"/>
              <a:gd name="connsiteY132" fmla="*/ 584200 h 2870200"/>
              <a:gd name="connsiteX133" fmla="*/ 2548466 w 4089400"/>
              <a:gd name="connsiteY133" fmla="*/ 778934 h 2870200"/>
              <a:gd name="connsiteX134" fmla="*/ 2590800 w 4089400"/>
              <a:gd name="connsiteY134" fmla="*/ 914400 h 2870200"/>
              <a:gd name="connsiteX135" fmla="*/ 2607733 w 4089400"/>
              <a:gd name="connsiteY135" fmla="*/ 973667 h 2870200"/>
              <a:gd name="connsiteX136" fmla="*/ 2624666 w 4089400"/>
              <a:gd name="connsiteY136" fmla="*/ 812800 h 2870200"/>
              <a:gd name="connsiteX137" fmla="*/ 2641600 w 4089400"/>
              <a:gd name="connsiteY137" fmla="*/ 694267 h 2870200"/>
              <a:gd name="connsiteX138" fmla="*/ 2667000 w 4089400"/>
              <a:gd name="connsiteY138" fmla="*/ 558800 h 2870200"/>
              <a:gd name="connsiteX139" fmla="*/ 2692400 w 4089400"/>
              <a:gd name="connsiteY139" fmla="*/ 321734 h 2870200"/>
              <a:gd name="connsiteX140" fmla="*/ 2709333 w 4089400"/>
              <a:gd name="connsiteY140" fmla="*/ 1058334 h 2870200"/>
              <a:gd name="connsiteX141" fmla="*/ 2735730 w 4089400"/>
              <a:gd name="connsiteY141" fmla="*/ 1023969 h 2870200"/>
              <a:gd name="connsiteX142" fmla="*/ 2785533 w 4089400"/>
              <a:gd name="connsiteY142" fmla="*/ 905934 h 2870200"/>
              <a:gd name="connsiteX143" fmla="*/ 2819400 w 4089400"/>
              <a:gd name="connsiteY143" fmla="*/ 855134 h 2870200"/>
              <a:gd name="connsiteX144" fmla="*/ 2844800 w 4089400"/>
              <a:gd name="connsiteY144" fmla="*/ 1422400 h 2870200"/>
              <a:gd name="connsiteX145" fmla="*/ 2853266 w 4089400"/>
              <a:gd name="connsiteY145" fmla="*/ 1388534 h 2870200"/>
              <a:gd name="connsiteX146" fmla="*/ 2870200 w 4089400"/>
              <a:gd name="connsiteY146" fmla="*/ 1363134 h 2870200"/>
              <a:gd name="connsiteX147" fmla="*/ 2895600 w 4089400"/>
              <a:gd name="connsiteY147" fmla="*/ 1278467 h 2870200"/>
              <a:gd name="connsiteX148" fmla="*/ 2912533 w 4089400"/>
              <a:gd name="connsiteY148" fmla="*/ 1320800 h 2870200"/>
              <a:gd name="connsiteX149" fmla="*/ 2929466 w 4089400"/>
              <a:gd name="connsiteY149" fmla="*/ 1388534 h 2870200"/>
              <a:gd name="connsiteX150" fmla="*/ 2946400 w 4089400"/>
              <a:gd name="connsiteY150" fmla="*/ 1422400 h 2870200"/>
              <a:gd name="connsiteX151" fmla="*/ 2988733 w 4089400"/>
              <a:gd name="connsiteY151" fmla="*/ 1540934 h 2870200"/>
              <a:gd name="connsiteX152" fmla="*/ 3005666 w 4089400"/>
              <a:gd name="connsiteY152" fmla="*/ 1566334 h 2870200"/>
              <a:gd name="connsiteX153" fmla="*/ 3039533 w 4089400"/>
              <a:gd name="connsiteY153" fmla="*/ 1718734 h 2870200"/>
              <a:gd name="connsiteX154" fmla="*/ 3064933 w 4089400"/>
              <a:gd name="connsiteY154" fmla="*/ 1761067 h 2870200"/>
              <a:gd name="connsiteX155" fmla="*/ 3098800 w 4089400"/>
              <a:gd name="connsiteY155" fmla="*/ 1879600 h 2870200"/>
              <a:gd name="connsiteX156" fmla="*/ 3090333 w 4089400"/>
              <a:gd name="connsiteY156" fmla="*/ 1913467 h 2870200"/>
              <a:gd name="connsiteX157" fmla="*/ 3102783 w 4089400"/>
              <a:gd name="connsiteY157" fmla="*/ 1901016 h 2870200"/>
              <a:gd name="connsiteX158" fmla="*/ 3081866 w 4089400"/>
              <a:gd name="connsiteY158" fmla="*/ 1888067 h 2870200"/>
              <a:gd name="connsiteX159" fmla="*/ 3107266 w 4089400"/>
              <a:gd name="connsiteY159" fmla="*/ 1871134 h 2870200"/>
              <a:gd name="connsiteX160" fmla="*/ 3115733 w 4089400"/>
              <a:gd name="connsiteY160" fmla="*/ 1769534 h 2870200"/>
              <a:gd name="connsiteX161" fmla="*/ 3132666 w 4089400"/>
              <a:gd name="connsiteY161" fmla="*/ 1710267 h 2870200"/>
              <a:gd name="connsiteX162" fmla="*/ 3141133 w 4089400"/>
              <a:gd name="connsiteY162" fmla="*/ 1684867 h 2870200"/>
              <a:gd name="connsiteX163" fmla="*/ 3166533 w 4089400"/>
              <a:gd name="connsiteY163" fmla="*/ 1676400 h 2870200"/>
              <a:gd name="connsiteX164" fmla="*/ 3175000 w 4089400"/>
              <a:gd name="connsiteY164" fmla="*/ 2006600 h 2870200"/>
              <a:gd name="connsiteX165" fmla="*/ 3183466 w 4089400"/>
              <a:gd name="connsiteY165" fmla="*/ 2048934 h 2870200"/>
              <a:gd name="connsiteX166" fmla="*/ 3191933 w 4089400"/>
              <a:gd name="connsiteY166" fmla="*/ 2099734 h 2870200"/>
              <a:gd name="connsiteX167" fmla="*/ 3208866 w 4089400"/>
              <a:gd name="connsiteY167" fmla="*/ 2048934 h 2870200"/>
              <a:gd name="connsiteX168" fmla="*/ 3217333 w 4089400"/>
              <a:gd name="connsiteY168" fmla="*/ 1998134 h 2870200"/>
              <a:gd name="connsiteX169" fmla="*/ 3251200 w 4089400"/>
              <a:gd name="connsiteY169" fmla="*/ 2353734 h 2870200"/>
              <a:gd name="connsiteX170" fmla="*/ 3276600 w 4089400"/>
              <a:gd name="connsiteY170" fmla="*/ 2387600 h 2870200"/>
              <a:gd name="connsiteX171" fmla="*/ 3285066 w 4089400"/>
              <a:gd name="connsiteY171" fmla="*/ 2497667 h 2870200"/>
              <a:gd name="connsiteX172" fmla="*/ 3302000 w 4089400"/>
              <a:gd name="connsiteY172" fmla="*/ 2531534 h 2870200"/>
              <a:gd name="connsiteX173" fmla="*/ 3318933 w 4089400"/>
              <a:gd name="connsiteY173" fmla="*/ 2599267 h 2870200"/>
              <a:gd name="connsiteX174" fmla="*/ 3344333 w 4089400"/>
              <a:gd name="connsiteY174" fmla="*/ 2667000 h 2870200"/>
              <a:gd name="connsiteX175" fmla="*/ 3386666 w 4089400"/>
              <a:gd name="connsiteY175" fmla="*/ 2810934 h 2870200"/>
              <a:gd name="connsiteX176" fmla="*/ 3412066 w 4089400"/>
              <a:gd name="connsiteY176" fmla="*/ 2870200 h 2870200"/>
              <a:gd name="connsiteX177" fmla="*/ 3437466 w 4089400"/>
              <a:gd name="connsiteY177" fmla="*/ 1828800 h 2870200"/>
              <a:gd name="connsiteX178" fmla="*/ 3436968 w 4089400"/>
              <a:gd name="connsiteY178" fmla="*/ 2090271 h 2870200"/>
              <a:gd name="connsiteX179" fmla="*/ 3462866 w 4089400"/>
              <a:gd name="connsiteY179" fmla="*/ 1735667 h 2870200"/>
              <a:gd name="connsiteX180" fmla="*/ 3488266 w 4089400"/>
              <a:gd name="connsiteY180" fmla="*/ 1651000 h 2870200"/>
              <a:gd name="connsiteX181" fmla="*/ 3496733 w 4089400"/>
              <a:gd name="connsiteY181" fmla="*/ 1701800 h 2870200"/>
              <a:gd name="connsiteX182" fmla="*/ 3500717 w 4089400"/>
              <a:gd name="connsiteY182" fmla="*/ 1875118 h 2870200"/>
              <a:gd name="connsiteX183" fmla="*/ 3522133 w 4089400"/>
              <a:gd name="connsiteY183" fmla="*/ 1752600 h 2870200"/>
              <a:gd name="connsiteX184" fmla="*/ 3530600 w 4089400"/>
              <a:gd name="connsiteY184" fmla="*/ 1693334 h 2870200"/>
              <a:gd name="connsiteX185" fmla="*/ 3572933 w 4089400"/>
              <a:gd name="connsiteY185" fmla="*/ 1608667 h 2870200"/>
              <a:gd name="connsiteX186" fmla="*/ 3589866 w 4089400"/>
              <a:gd name="connsiteY186" fmla="*/ 1566334 h 2870200"/>
              <a:gd name="connsiteX187" fmla="*/ 3632200 w 4089400"/>
              <a:gd name="connsiteY187" fmla="*/ 1464734 h 2870200"/>
              <a:gd name="connsiteX188" fmla="*/ 3636184 w 4089400"/>
              <a:gd name="connsiteY188" fmla="*/ 1373094 h 2870200"/>
              <a:gd name="connsiteX189" fmla="*/ 3657600 w 4089400"/>
              <a:gd name="connsiteY189" fmla="*/ 1363134 h 2870200"/>
              <a:gd name="connsiteX190" fmla="*/ 3674533 w 4089400"/>
              <a:gd name="connsiteY190" fmla="*/ 1320800 h 2870200"/>
              <a:gd name="connsiteX191" fmla="*/ 3669553 w 4089400"/>
              <a:gd name="connsiteY191" fmla="*/ 1151964 h 2870200"/>
              <a:gd name="connsiteX192" fmla="*/ 3716866 w 4089400"/>
              <a:gd name="connsiteY192" fmla="*/ 1227667 h 2870200"/>
              <a:gd name="connsiteX193" fmla="*/ 3725333 w 4089400"/>
              <a:gd name="connsiteY193" fmla="*/ 1176867 h 2870200"/>
              <a:gd name="connsiteX194" fmla="*/ 3742266 w 4089400"/>
              <a:gd name="connsiteY194" fmla="*/ 1126067 h 2870200"/>
              <a:gd name="connsiteX195" fmla="*/ 3750733 w 4089400"/>
              <a:gd name="connsiteY195" fmla="*/ 1058334 h 2870200"/>
              <a:gd name="connsiteX196" fmla="*/ 3759200 w 4089400"/>
              <a:gd name="connsiteY196" fmla="*/ 1270000 h 2870200"/>
              <a:gd name="connsiteX197" fmla="*/ 3788048 w 4089400"/>
              <a:gd name="connsiteY197" fmla="*/ 678606 h 2870200"/>
              <a:gd name="connsiteX198" fmla="*/ 3793066 w 4089400"/>
              <a:gd name="connsiteY198" fmla="*/ 558800 h 2870200"/>
              <a:gd name="connsiteX199" fmla="*/ 3810000 w 4089400"/>
              <a:gd name="connsiteY199" fmla="*/ 482600 h 2870200"/>
              <a:gd name="connsiteX200" fmla="*/ 3818466 w 4089400"/>
              <a:gd name="connsiteY200" fmla="*/ 533400 h 2870200"/>
              <a:gd name="connsiteX201" fmla="*/ 3835400 w 4089400"/>
              <a:gd name="connsiteY201" fmla="*/ 660400 h 2870200"/>
              <a:gd name="connsiteX202" fmla="*/ 3843866 w 4089400"/>
              <a:gd name="connsiteY202" fmla="*/ 702734 h 2870200"/>
              <a:gd name="connsiteX203" fmla="*/ 3860800 w 4089400"/>
              <a:gd name="connsiteY203" fmla="*/ 736600 h 2870200"/>
              <a:gd name="connsiteX204" fmla="*/ 3877733 w 4089400"/>
              <a:gd name="connsiteY204" fmla="*/ 702734 h 2870200"/>
              <a:gd name="connsiteX205" fmla="*/ 3937000 w 4089400"/>
              <a:gd name="connsiteY205" fmla="*/ 482600 h 2870200"/>
              <a:gd name="connsiteX206" fmla="*/ 3953933 w 4089400"/>
              <a:gd name="connsiteY206" fmla="*/ 457200 h 2870200"/>
              <a:gd name="connsiteX207" fmla="*/ 3979333 w 4089400"/>
              <a:gd name="connsiteY207" fmla="*/ 177800 h 2870200"/>
              <a:gd name="connsiteX208" fmla="*/ 4004733 w 4089400"/>
              <a:gd name="connsiteY208" fmla="*/ 135467 h 2870200"/>
              <a:gd name="connsiteX209" fmla="*/ 4013200 w 4089400"/>
              <a:gd name="connsiteY209" fmla="*/ 101600 h 2870200"/>
              <a:gd name="connsiteX210" fmla="*/ 4021666 w 4089400"/>
              <a:gd name="connsiteY210" fmla="*/ 76200 h 2870200"/>
              <a:gd name="connsiteX211" fmla="*/ 4030133 w 4089400"/>
              <a:gd name="connsiteY211" fmla="*/ 110067 h 2870200"/>
              <a:gd name="connsiteX212" fmla="*/ 4047066 w 4089400"/>
              <a:gd name="connsiteY212" fmla="*/ 160867 h 2870200"/>
              <a:gd name="connsiteX213" fmla="*/ 4089400 w 4089400"/>
              <a:gd name="connsiteY213" fmla="*/ 0 h 2870200"/>
              <a:gd name="connsiteX0" fmla="*/ 0 w 4089400"/>
              <a:gd name="connsiteY0" fmla="*/ 702734 h 2870200"/>
              <a:gd name="connsiteX1" fmla="*/ 8466 w 4089400"/>
              <a:gd name="connsiteY1" fmla="*/ 643467 h 2870200"/>
              <a:gd name="connsiteX2" fmla="*/ 42333 w 4089400"/>
              <a:gd name="connsiteY2" fmla="*/ 567267 h 2870200"/>
              <a:gd name="connsiteX3" fmla="*/ 47892 w 4089400"/>
              <a:gd name="connsiteY3" fmla="*/ 828517 h 2870200"/>
              <a:gd name="connsiteX4" fmla="*/ 32533 w 4089400"/>
              <a:gd name="connsiteY4" fmla="*/ 1083293 h 2870200"/>
              <a:gd name="connsiteX5" fmla="*/ 30266 w 4089400"/>
              <a:gd name="connsiteY5" fmla="*/ 1212385 h 2870200"/>
              <a:gd name="connsiteX6" fmla="*/ 25400 w 4089400"/>
              <a:gd name="connsiteY6" fmla="*/ 1354667 h 2870200"/>
              <a:gd name="connsiteX7" fmla="*/ 33866 w 4089400"/>
              <a:gd name="connsiteY7" fmla="*/ 1329267 h 2870200"/>
              <a:gd name="connsiteX8" fmla="*/ 42333 w 4089400"/>
              <a:gd name="connsiteY8" fmla="*/ 1286934 h 2870200"/>
              <a:gd name="connsiteX9" fmla="*/ 59266 w 4089400"/>
              <a:gd name="connsiteY9" fmla="*/ 1253067 h 2870200"/>
              <a:gd name="connsiteX10" fmla="*/ 76200 w 4089400"/>
              <a:gd name="connsiteY10" fmla="*/ 1202267 h 2870200"/>
              <a:gd name="connsiteX11" fmla="*/ 84666 w 4089400"/>
              <a:gd name="connsiteY11" fmla="*/ 1176867 h 2870200"/>
              <a:gd name="connsiteX12" fmla="*/ 101600 w 4089400"/>
              <a:gd name="connsiteY12" fmla="*/ 1143000 h 2870200"/>
              <a:gd name="connsiteX13" fmla="*/ 110066 w 4089400"/>
              <a:gd name="connsiteY13" fmla="*/ 1100667 h 2870200"/>
              <a:gd name="connsiteX14" fmla="*/ 135466 w 4089400"/>
              <a:gd name="connsiteY14" fmla="*/ 1032934 h 2870200"/>
              <a:gd name="connsiteX15" fmla="*/ 143933 w 4089400"/>
              <a:gd name="connsiteY15" fmla="*/ 999067 h 2870200"/>
              <a:gd name="connsiteX16" fmla="*/ 160866 w 4089400"/>
              <a:gd name="connsiteY16" fmla="*/ 948267 h 2870200"/>
              <a:gd name="connsiteX17" fmla="*/ 177800 w 4089400"/>
              <a:gd name="connsiteY17" fmla="*/ 1134534 h 2870200"/>
              <a:gd name="connsiteX18" fmla="*/ 194733 w 4089400"/>
              <a:gd name="connsiteY18" fmla="*/ 1464734 h 2870200"/>
              <a:gd name="connsiteX19" fmla="*/ 228600 w 4089400"/>
              <a:gd name="connsiteY19" fmla="*/ 1397000 h 2870200"/>
              <a:gd name="connsiteX20" fmla="*/ 254000 w 4089400"/>
              <a:gd name="connsiteY20" fmla="*/ 1363134 h 2870200"/>
              <a:gd name="connsiteX21" fmla="*/ 262466 w 4089400"/>
              <a:gd name="connsiteY21" fmla="*/ 1337734 h 2870200"/>
              <a:gd name="connsiteX22" fmla="*/ 279400 w 4089400"/>
              <a:gd name="connsiteY22" fmla="*/ 1371600 h 2870200"/>
              <a:gd name="connsiteX23" fmla="*/ 287866 w 4089400"/>
              <a:gd name="connsiteY23" fmla="*/ 2243667 h 2870200"/>
              <a:gd name="connsiteX24" fmla="*/ 313266 w 4089400"/>
              <a:gd name="connsiteY24" fmla="*/ 2201334 h 2870200"/>
              <a:gd name="connsiteX25" fmla="*/ 321733 w 4089400"/>
              <a:gd name="connsiteY25" fmla="*/ 2150534 h 2870200"/>
              <a:gd name="connsiteX26" fmla="*/ 346635 w 4089400"/>
              <a:gd name="connsiteY26" fmla="*/ 2376146 h 2870200"/>
              <a:gd name="connsiteX27" fmla="*/ 364066 w 4089400"/>
              <a:gd name="connsiteY27" fmla="*/ 2082800 h 2870200"/>
              <a:gd name="connsiteX28" fmla="*/ 389965 w 4089400"/>
              <a:gd name="connsiteY28" fmla="*/ 1792444 h 2870200"/>
              <a:gd name="connsiteX29" fmla="*/ 397933 w 4089400"/>
              <a:gd name="connsiteY29" fmla="*/ 2032000 h 2870200"/>
              <a:gd name="connsiteX30" fmla="*/ 423333 w 4089400"/>
              <a:gd name="connsiteY30" fmla="*/ 1998134 h 2870200"/>
              <a:gd name="connsiteX31" fmla="*/ 440266 w 4089400"/>
              <a:gd name="connsiteY31" fmla="*/ 1752600 h 2870200"/>
              <a:gd name="connsiteX32" fmla="*/ 465666 w 4089400"/>
              <a:gd name="connsiteY32" fmla="*/ 1651000 h 2870200"/>
              <a:gd name="connsiteX33" fmla="*/ 491066 w 4089400"/>
              <a:gd name="connsiteY33" fmla="*/ 1710267 h 2870200"/>
              <a:gd name="connsiteX34" fmla="*/ 499533 w 4089400"/>
              <a:gd name="connsiteY34" fmla="*/ 1851666 h 2870200"/>
              <a:gd name="connsiteX35" fmla="*/ 533400 w 4089400"/>
              <a:gd name="connsiteY35" fmla="*/ 1820334 h 2870200"/>
              <a:gd name="connsiteX36" fmla="*/ 558800 w 4089400"/>
              <a:gd name="connsiteY36" fmla="*/ 1938867 h 2870200"/>
              <a:gd name="connsiteX37" fmla="*/ 575733 w 4089400"/>
              <a:gd name="connsiteY37" fmla="*/ 1998134 h 2870200"/>
              <a:gd name="connsiteX38" fmla="*/ 592666 w 4089400"/>
              <a:gd name="connsiteY38" fmla="*/ 2023534 h 2870200"/>
              <a:gd name="connsiteX39" fmla="*/ 618066 w 4089400"/>
              <a:gd name="connsiteY39" fmla="*/ 1786467 h 2870200"/>
              <a:gd name="connsiteX40" fmla="*/ 626533 w 4089400"/>
              <a:gd name="connsiteY40" fmla="*/ 1744134 h 2870200"/>
              <a:gd name="connsiteX41" fmla="*/ 643466 w 4089400"/>
              <a:gd name="connsiteY41" fmla="*/ 1718734 h 2870200"/>
              <a:gd name="connsiteX42" fmla="*/ 660400 w 4089400"/>
              <a:gd name="connsiteY42" fmla="*/ 1617134 h 2870200"/>
              <a:gd name="connsiteX43" fmla="*/ 677333 w 4089400"/>
              <a:gd name="connsiteY43" fmla="*/ 1557867 h 2870200"/>
              <a:gd name="connsiteX44" fmla="*/ 685800 w 4089400"/>
              <a:gd name="connsiteY44" fmla="*/ 1524000 h 2870200"/>
              <a:gd name="connsiteX45" fmla="*/ 702733 w 4089400"/>
              <a:gd name="connsiteY45" fmla="*/ 1312334 h 2870200"/>
              <a:gd name="connsiteX46" fmla="*/ 719666 w 4089400"/>
              <a:gd name="connsiteY46" fmla="*/ 1380067 h 2870200"/>
              <a:gd name="connsiteX47" fmla="*/ 736600 w 4089400"/>
              <a:gd name="connsiteY47" fmla="*/ 1532467 h 2870200"/>
              <a:gd name="connsiteX48" fmla="*/ 753533 w 4089400"/>
              <a:gd name="connsiteY48" fmla="*/ 1566334 h 2870200"/>
              <a:gd name="connsiteX49" fmla="*/ 778933 w 4089400"/>
              <a:gd name="connsiteY49" fmla="*/ 1456267 h 2870200"/>
              <a:gd name="connsiteX50" fmla="*/ 795866 w 4089400"/>
              <a:gd name="connsiteY50" fmla="*/ 1430867 h 2870200"/>
              <a:gd name="connsiteX51" fmla="*/ 829733 w 4089400"/>
              <a:gd name="connsiteY51" fmla="*/ 1388534 h 2870200"/>
              <a:gd name="connsiteX52" fmla="*/ 838200 w 4089400"/>
              <a:gd name="connsiteY52" fmla="*/ 1498600 h 2870200"/>
              <a:gd name="connsiteX53" fmla="*/ 863600 w 4089400"/>
              <a:gd name="connsiteY53" fmla="*/ 1811867 h 2870200"/>
              <a:gd name="connsiteX54" fmla="*/ 872066 w 4089400"/>
              <a:gd name="connsiteY54" fmla="*/ 1642534 h 2870200"/>
              <a:gd name="connsiteX55" fmla="*/ 897466 w 4089400"/>
              <a:gd name="connsiteY55" fmla="*/ 1583267 h 2870200"/>
              <a:gd name="connsiteX56" fmla="*/ 905933 w 4089400"/>
              <a:gd name="connsiteY56" fmla="*/ 1557867 h 2870200"/>
              <a:gd name="connsiteX57" fmla="*/ 914400 w 4089400"/>
              <a:gd name="connsiteY57" fmla="*/ 2006600 h 2870200"/>
              <a:gd name="connsiteX58" fmla="*/ 939800 w 4089400"/>
              <a:gd name="connsiteY58" fmla="*/ 2116667 h 2870200"/>
              <a:gd name="connsiteX59" fmla="*/ 948266 w 4089400"/>
              <a:gd name="connsiteY59" fmla="*/ 1948424 h 2870200"/>
              <a:gd name="connsiteX60" fmla="*/ 965200 w 4089400"/>
              <a:gd name="connsiteY60" fmla="*/ 1794934 h 2870200"/>
              <a:gd name="connsiteX61" fmla="*/ 973666 w 4089400"/>
              <a:gd name="connsiteY61" fmla="*/ 1761067 h 2870200"/>
              <a:gd name="connsiteX62" fmla="*/ 990600 w 4089400"/>
              <a:gd name="connsiteY62" fmla="*/ 1871134 h 2870200"/>
              <a:gd name="connsiteX63" fmla="*/ 1007533 w 4089400"/>
              <a:gd name="connsiteY63" fmla="*/ 1947334 h 2870200"/>
              <a:gd name="connsiteX64" fmla="*/ 1024466 w 4089400"/>
              <a:gd name="connsiteY64" fmla="*/ 2040467 h 2870200"/>
              <a:gd name="connsiteX65" fmla="*/ 1049866 w 4089400"/>
              <a:gd name="connsiteY65" fmla="*/ 2108200 h 2870200"/>
              <a:gd name="connsiteX66" fmla="*/ 1058333 w 4089400"/>
              <a:gd name="connsiteY66" fmla="*/ 2150534 h 2870200"/>
              <a:gd name="connsiteX67" fmla="*/ 1100666 w 4089400"/>
              <a:gd name="connsiteY67" fmla="*/ 2209800 h 2870200"/>
              <a:gd name="connsiteX68" fmla="*/ 1109133 w 4089400"/>
              <a:gd name="connsiteY68" fmla="*/ 2108200 h 2870200"/>
              <a:gd name="connsiteX69" fmla="*/ 1159933 w 4089400"/>
              <a:gd name="connsiteY69" fmla="*/ 1989667 h 2870200"/>
              <a:gd name="connsiteX70" fmla="*/ 1210733 w 4089400"/>
              <a:gd name="connsiteY70" fmla="*/ 1913467 h 2870200"/>
              <a:gd name="connsiteX71" fmla="*/ 1219200 w 4089400"/>
              <a:gd name="connsiteY71" fmla="*/ 2167467 h 2870200"/>
              <a:gd name="connsiteX72" fmla="*/ 1236133 w 4089400"/>
              <a:gd name="connsiteY72" fmla="*/ 2082800 h 2870200"/>
              <a:gd name="connsiteX73" fmla="*/ 1244600 w 4089400"/>
              <a:gd name="connsiteY73" fmla="*/ 2015067 h 2870200"/>
              <a:gd name="connsiteX74" fmla="*/ 1286933 w 4089400"/>
              <a:gd name="connsiteY74" fmla="*/ 1854200 h 2870200"/>
              <a:gd name="connsiteX75" fmla="*/ 1295400 w 4089400"/>
              <a:gd name="connsiteY75" fmla="*/ 1803400 h 2870200"/>
              <a:gd name="connsiteX76" fmla="*/ 1320800 w 4089400"/>
              <a:gd name="connsiteY76" fmla="*/ 1701800 h 2870200"/>
              <a:gd name="connsiteX77" fmla="*/ 1346200 w 4089400"/>
              <a:gd name="connsiteY77" fmla="*/ 1718734 h 2870200"/>
              <a:gd name="connsiteX78" fmla="*/ 1354666 w 4089400"/>
              <a:gd name="connsiteY78" fmla="*/ 1744134 h 2870200"/>
              <a:gd name="connsiteX79" fmla="*/ 1380066 w 4089400"/>
              <a:gd name="connsiteY79" fmla="*/ 1828800 h 2870200"/>
              <a:gd name="connsiteX80" fmla="*/ 1397000 w 4089400"/>
              <a:gd name="connsiteY80" fmla="*/ 1879600 h 2870200"/>
              <a:gd name="connsiteX81" fmla="*/ 1405466 w 4089400"/>
              <a:gd name="connsiteY81" fmla="*/ 1913467 h 2870200"/>
              <a:gd name="connsiteX82" fmla="*/ 1430866 w 4089400"/>
              <a:gd name="connsiteY82" fmla="*/ 1947334 h 2870200"/>
              <a:gd name="connsiteX83" fmla="*/ 1447800 w 4089400"/>
              <a:gd name="connsiteY83" fmla="*/ 1938867 h 2870200"/>
              <a:gd name="connsiteX84" fmla="*/ 1490133 w 4089400"/>
              <a:gd name="connsiteY84" fmla="*/ 1803400 h 2870200"/>
              <a:gd name="connsiteX85" fmla="*/ 1549400 w 4089400"/>
              <a:gd name="connsiteY85" fmla="*/ 1651000 h 2870200"/>
              <a:gd name="connsiteX86" fmla="*/ 1557866 w 4089400"/>
              <a:gd name="connsiteY86" fmla="*/ 1591734 h 2870200"/>
              <a:gd name="connsiteX87" fmla="*/ 1574800 w 4089400"/>
              <a:gd name="connsiteY87" fmla="*/ 1566334 h 2870200"/>
              <a:gd name="connsiteX88" fmla="*/ 1583266 w 4089400"/>
              <a:gd name="connsiteY88" fmla="*/ 1524000 h 2870200"/>
              <a:gd name="connsiteX89" fmla="*/ 1591733 w 4089400"/>
              <a:gd name="connsiteY89" fmla="*/ 1498600 h 2870200"/>
              <a:gd name="connsiteX90" fmla="*/ 1608666 w 4089400"/>
              <a:gd name="connsiteY90" fmla="*/ 1524000 h 2870200"/>
              <a:gd name="connsiteX91" fmla="*/ 1634066 w 4089400"/>
              <a:gd name="connsiteY91" fmla="*/ 1490134 h 2870200"/>
              <a:gd name="connsiteX92" fmla="*/ 1659466 w 4089400"/>
              <a:gd name="connsiteY92" fmla="*/ 1388534 h 2870200"/>
              <a:gd name="connsiteX93" fmla="*/ 1718733 w 4089400"/>
              <a:gd name="connsiteY93" fmla="*/ 1286934 h 2870200"/>
              <a:gd name="connsiteX94" fmla="*/ 1769533 w 4089400"/>
              <a:gd name="connsiteY94" fmla="*/ 1176867 h 2870200"/>
              <a:gd name="connsiteX95" fmla="*/ 1794933 w 4089400"/>
              <a:gd name="connsiteY95" fmla="*/ 1202267 h 2870200"/>
              <a:gd name="connsiteX96" fmla="*/ 1803400 w 4089400"/>
              <a:gd name="connsiteY96" fmla="*/ 1227667 h 2870200"/>
              <a:gd name="connsiteX97" fmla="*/ 1820333 w 4089400"/>
              <a:gd name="connsiteY97" fmla="*/ 1261534 h 2870200"/>
              <a:gd name="connsiteX98" fmla="*/ 1862666 w 4089400"/>
              <a:gd name="connsiteY98" fmla="*/ 1422400 h 2870200"/>
              <a:gd name="connsiteX99" fmla="*/ 1913466 w 4089400"/>
              <a:gd name="connsiteY99" fmla="*/ 1600200 h 2870200"/>
              <a:gd name="connsiteX100" fmla="*/ 1964266 w 4089400"/>
              <a:gd name="connsiteY100" fmla="*/ 1744134 h 2870200"/>
              <a:gd name="connsiteX101" fmla="*/ 1981200 w 4089400"/>
              <a:gd name="connsiteY101" fmla="*/ 1498600 h 2870200"/>
              <a:gd name="connsiteX102" fmla="*/ 1998133 w 4089400"/>
              <a:gd name="connsiteY102" fmla="*/ 1464734 h 2870200"/>
              <a:gd name="connsiteX103" fmla="*/ 2006600 w 4089400"/>
              <a:gd name="connsiteY103" fmla="*/ 1439334 h 2870200"/>
              <a:gd name="connsiteX104" fmla="*/ 2057400 w 4089400"/>
              <a:gd name="connsiteY104" fmla="*/ 2032000 h 2870200"/>
              <a:gd name="connsiteX105" fmla="*/ 2065866 w 4089400"/>
              <a:gd name="connsiteY105" fmla="*/ 2150534 h 2870200"/>
              <a:gd name="connsiteX106" fmla="*/ 2074333 w 4089400"/>
              <a:gd name="connsiteY106" fmla="*/ 2489200 h 2870200"/>
              <a:gd name="connsiteX107" fmla="*/ 2108200 w 4089400"/>
              <a:gd name="connsiteY107" fmla="*/ 2421467 h 2870200"/>
              <a:gd name="connsiteX108" fmla="*/ 2150533 w 4089400"/>
              <a:gd name="connsiteY108" fmla="*/ 2319867 h 2870200"/>
              <a:gd name="connsiteX109" fmla="*/ 2175933 w 4089400"/>
              <a:gd name="connsiteY109" fmla="*/ 2286000 h 2870200"/>
              <a:gd name="connsiteX110" fmla="*/ 2209800 w 4089400"/>
              <a:gd name="connsiteY110" fmla="*/ 2235200 h 2870200"/>
              <a:gd name="connsiteX111" fmla="*/ 2226733 w 4089400"/>
              <a:gd name="connsiteY111" fmla="*/ 2514600 h 2870200"/>
              <a:gd name="connsiteX112" fmla="*/ 2252133 w 4089400"/>
              <a:gd name="connsiteY112" fmla="*/ 2565400 h 2870200"/>
              <a:gd name="connsiteX113" fmla="*/ 2260600 w 4089400"/>
              <a:gd name="connsiteY113" fmla="*/ 2489200 h 2870200"/>
              <a:gd name="connsiteX114" fmla="*/ 2277533 w 4089400"/>
              <a:gd name="connsiteY114" fmla="*/ 2421467 h 2870200"/>
              <a:gd name="connsiteX115" fmla="*/ 2286000 w 4089400"/>
              <a:gd name="connsiteY115" fmla="*/ 1718734 h 2870200"/>
              <a:gd name="connsiteX116" fmla="*/ 2311400 w 4089400"/>
              <a:gd name="connsiteY116" fmla="*/ 1811867 h 2870200"/>
              <a:gd name="connsiteX117" fmla="*/ 2336800 w 4089400"/>
              <a:gd name="connsiteY117" fmla="*/ 1871134 h 2870200"/>
              <a:gd name="connsiteX118" fmla="*/ 2362200 w 4089400"/>
              <a:gd name="connsiteY118" fmla="*/ 1938867 h 2870200"/>
              <a:gd name="connsiteX119" fmla="*/ 2370666 w 4089400"/>
              <a:gd name="connsiteY119" fmla="*/ 1972734 h 2870200"/>
              <a:gd name="connsiteX120" fmla="*/ 2379133 w 4089400"/>
              <a:gd name="connsiteY120" fmla="*/ 1574800 h 2870200"/>
              <a:gd name="connsiteX121" fmla="*/ 2404533 w 4089400"/>
              <a:gd name="connsiteY121" fmla="*/ 1236134 h 2870200"/>
              <a:gd name="connsiteX122" fmla="*/ 2421466 w 4089400"/>
              <a:gd name="connsiteY122" fmla="*/ 1092200 h 2870200"/>
              <a:gd name="connsiteX123" fmla="*/ 2429933 w 4089400"/>
              <a:gd name="connsiteY123" fmla="*/ 1066800 h 2870200"/>
              <a:gd name="connsiteX124" fmla="*/ 2438400 w 4089400"/>
              <a:gd name="connsiteY124" fmla="*/ 1092200 h 2870200"/>
              <a:gd name="connsiteX125" fmla="*/ 2455333 w 4089400"/>
              <a:gd name="connsiteY125" fmla="*/ 1117600 h 2870200"/>
              <a:gd name="connsiteX126" fmla="*/ 2463800 w 4089400"/>
              <a:gd name="connsiteY126" fmla="*/ 1227667 h 2870200"/>
              <a:gd name="connsiteX127" fmla="*/ 2489200 w 4089400"/>
              <a:gd name="connsiteY127" fmla="*/ 753534 h 2870200"/>
              <a:gd name="connsiteX128" fmla="*/ 2506133 w 4089400"/>
              <a:gd name="connsiteY128" fmla="*/ 685800 h 2870200"/>
              <a:gd name="connsiteX129" fmla="*/ 2514600 w 4089400"/>
              <a:gd name="connsiteY129" fmla="*/ 609600 h 2870200"/>
              <a:gd name="connsiteX130" fmla="*/ 2523066 w 4089400"/>
              <a:gd name="connsiteY130" fmla="*/ 558800 h 2870200"/>
              <a:gd name="connsiteX131" fmla="*/ 2540000 w 4089400"/>
              <a:gd name="connsiteY131" fmla="*/ 584200 h 2870200"/>
              <a:gd name="connsiteX132" fmla="*/ 2548466 w 4089400"/>
              <a:gd name="connsiteY132" fmla="*/ 778934 h 2870200"/>
              <a:gd name="connsiteX133" fmla="*/ 2590800 w 4089400"/>
              <a:gd name="connsiteY133" fmla="*/ 914400 h 2870200"/>
              <a:gd name="connsiteX134" fmla="*/ 2607733 w 4089400"/>
              <a:gd name="connsiteY134" fmla="*/ 973667 h 2870200"/>
              <a:gd name="connsiteX135" fmla="*/ 2624666 w 4089400"/>
              <a:gd name="connsiteY135" fmla="*/ 812800 h 2870200"/>
              <a:gd name="connsiteX136" fmla="*/ 2641600 w 4089400"/>
              <a:gd name="connsiteY136" fmla="*/ 694267 h 2870200"/>
              <a:gd name="connsiteX137" fmla="*/ 2667000 w 4089400"/>
              <a:gd name="connsiteY137" fmla="*/ 558800 h 2870200"/>
              <a:gd name="connsiteX138" fmla="*/ 2692400 w 4089400"/>
              <a:gd name="connsiteY138" fmla="*/ 321734 h 2870200"/>
              <a:gd name="connsiteX139" fmla="*/ 2709333 w 4089400"/>
              <a:gd name="connsiteY139" fmla="*/ 1058334 h 2870200"/>
              <a:gd name="connsiteX140" fmla="*/ 2735730 w 4089400"/>
              <a:gd name="connsiteY140" fmla="*/ 1023969 h 2870200"/>
              <a:gd name="connsiteX141" fmla="*/ 2785533 w 4089400"/>
              <a:gd name="connsiteY141" fmla="*/ 905934 h 2870200"/>
              <a:gd name="connsiteX142" fmla="*/ 2819400 w 4089400"/>
              <a:gd name="connsiteY142" fmla="*/ 855134 h 2870200"/>
              <a:gd name="connsiteX143" fmla="*/ 2844800 w 4089400"/>
              <a:gd name="connsiteY143" fmla="*/ 1422400 h 2870200"/>
              <a:gd name="connsiteX144" fmla="*/ 2853266 w 4089400"/>
              <a:gd name="connsiteY144" fmla="*/ 1388534 h 2870200"/>
              <a:gd name="connsiteX145" fmla="*/ 2870200 w 4089400"/>
              <a:gd name="connsiteY145" fmla="*/ 1363134 h 2870200"/>
              <a:gd name="connsiteX146" fmla="*/ 2895600 w 4089400"/>
              <a:gd name="connsiteY146" fmla="*/ 1278467 h 2870200"/>
              <a:gd name="connsiteX147" fmla="*/ 2912533 w 4089400"/>
              <a:gd name="connsiteY147" fmla="*/ 1320800 h 2870200"/>
              <a:gd name="connsiteX148" fmla="*/ 2929466 w 4089400"/>
              <a:gd name="connsiteY148" fmla="*/ 1388534 h 2870200"/>
              <a:gd name="connsiteX149" fmla="*/ 2946400 w 4089400"/>
              <a:gd name="connsiteY149" fmla="*/ 1422400 h 2870200"/>
              <a:gd name="connsiteX150" fmla="*/ 2988733 w 4089400"/>
              <a:gd name="connsiteY150" fmla="*/ 1540934 h 2870200"/>
              <a:gd name="connsiteX151" fmla="*/ 3005666 w 4089400"/>
              <a:gd name="connsiteY151" fmla="*/ 1566334 h 2870200"/>
              <a:gd name="connsiteX152" fmla="*/ 3039533 w 4089400"/>
              <a:gd name="connsiteY152" fmla="*/ 1718734 h 2870200"/>
              <a:gd name="connsiteX153" fmla="*/ 3064933 w 4089400"/>
              <a:gd name="connsiteY153" fmla="*/ 1761067 h 2870200"/>
              <a:gd name="connsiteX154" fmla="*/ 3098800 w 4089400"/>
              <a:gd name="connsiteY154" fmla="*/ 1879600 h 2870200"/>
              <a:gd name="connsiteX155" fmla="*/ 3090333 w 4089400"/>
              <a:gd name="connsiteY155" fmla="*/ 1913467 h 2870200"/>
              <a:gd name="connsiteX156" fmla="*/ 3102783 w 4089400"/>
              <a:gd name="connsiteY156" fmla="*/ 1901016 h 2870200"/>
              <a:gd name="connsiteX157" fmla="*/ 3081866 w 4089400"/>
              <a:gd name="connsiteY157" fmla="*/ 1888067 h 2870200"/>
              <a:gd name="connsiteX158" fmla="*/ 3107266 w 4089400"/>
              <a:gd name="connsiteY158" fmla="*/ 1871134 h 2870200"/>
              <a:gd name="connsiteX159" fmla="*/ 3115733 w 4089400"/>
              <a:gd name="connsiteY159" fmla="*/ 1769534 h 2870200"/>
              <a:gd name="connsiteX160" fmla="*/ 3132666 w 4089400"/>
              <a:gd name="connsiteY160" fmla="*/ 1710267 h 2870200"/>
              <a:gd name="connsiteX161" fmla="*/ 3141133 w 4089400"/>
              <a:gd name="connsiteY161" fmla="*/ 1684867 h 2870200"/>
              <a:gd name="connsiteX162" fmla="*/ 3166533 w 4089400"/>
              <a:gd name="connsiteY162" fmla="*/ 1676400 h 2870200"/>
              <a:gd name="connsiteX163" fmla="*/ 3175000 w 4089400"/>
              <a:gd name="connsiteY163" fmla="*/ 2006600 h 2870200"/>
              <a:gd name="connsiteX164" fmla="*/ 3183466 w 4089400"/>
              <a:gd name="connsiteY164" fmla="*/ 2048934 h 2870200"/>
              <a:gd name="connsiteX165" fmla="*/ 3191933 w 4089400"/>
              <a:gd name="connsiteY165" fmla="*/ 2099734 h 2870200"/>
              <a:gd name="connsiteX166" fmla="*/ 3208866 w 4089400"/>
              <a:gd name="connsiteY166" fmla="*/ 2048934 h 2870200"/>
              <a:gd name="connsiteX167" fmla="*/ 3217333 w 4089400"/>
              <a:gd name="connsiteY167" fmla="*/ 1998134 h 2870200"/>
              <a:gd name="connsiteX168" fmla="*/ 3251200 w 4089400"/>
              <a:gd name="connsiteY168" fmla="*/ 2353734 h 2870200"/>
              <a:gd name="connsiteX169" fmla="*/ 3276600 w 4089400"/>
              <a:gd name="connsiteY169" fmla="*/ 2387600 h 2870200"/>
              <a:gd name="connsiteX170" fmla="*/ 3285066 w 4089400"/>
              <a:gd name="connsiteY170" fmla="*/ 2497667 h 2870200"/>
              <a:gd name="connsiteX171" fmla="*/ 3302000 w 4089400"/>
              <a:gd name="connsiteY171" fmla="*/ 2531534 h 2870200"/>
              <a:gd name="connsiteX172" fmla="*/ 3318933 w 4089400"/>
              <a:gd name="connsiteY172" fmla="*/ 2599267 h 2870200"/>
              <a:gd name="connsiteX173" fmla="*/ 3344333 w 4089400"/>
              <a:gd name="connsiteY173" fmla="*/ 2667000 h 2870200"/>
              <a:gd name="connsiteX174" fmla="*/ 3386666 w 4089400"/>
              <a:gd name="connsiteY174" fmla="*/ 2810934 h 2870200"/>
              <a:gd name="connsiteX175" fmla="*/ 3412066 w 4089400"/>
              <a:gd name="connsiteY175" fmla="*/ 2870200 h 2870200"/>
              <a:gd name="connsiteX176" fmla="*/ 3437466 w 4089400"/>
              <a:gd name="connsiteY176" fmla="*/ 1828800 h 2870200"/>
              <a:gd name="connsiteX177" fmla="*/ 3436968 w 4089400"/>
              <a:gd name="connsiteY177" fmla="*/ 2090271 h 2870200"/>
              <a:gd name="connsiteX178" fmla="*/ 3462866 w 4089400"/>
              <a:gd name="connsiteY178" fmla="*/ 1735667 h 2870200"/>
              <a:gd name="connsiteX179" fmla="*/ 3488266 w 4089400"/>
              <a:gd name="connsiteY179" fmla="*/ 1651000 h 2870200"/>
              <a:gd name="connsiteX180" fmla="*/ 3496733 w 4089400"/>
              <a:gd name="connsiteY180" fmla="*/ 1701800 h 2870200"/>
              <a:gd name="connsiteX181" fmla="*/ 3500717 w 4089400"/>
              <a:gd name="connsiteY181" fmla="*/ 1875118 h 2870200"/>
              <a:gd name="connsiteX182" fmla="*/ 3522133 w 4089400"/>
              <a:gd name="connsiteY182" fmla="*/ 1752600 h 2870200"/>
              <a:gd name="connsiteX183" fmla="*/ 3530600 w 4089400"/>
              <a:gd name="connsiteY183" fmla="*/ 1693334 h 2870200"/>
              <a:gd name="connsiteX184" fmla="*/ 3572933 w 4089400"/>
              <a:gd name="connsiteY184" fmla="*/ 1608667 h 2870200"/>
              <a:gd name="connsiteX185" fmla="*/ 3589866 w 4089400"/>
              <a:gd name="connsiteY185" fmla="*/ 1566334 h 2870200"/>
              <a:gd name="connsiteX186" fmla="*/ 3632200 w 4089400"/>
              <a:gd name="connsiteY186" fmla="*/ 1464734 h 2870200"/>
              <a:gd name="connsiteX187" fmla="*/ 3636184 w 4089400"/>
              <a:gd name="connsiteY187" fmla="*/ 1373094 h 2870200"/>
              <a:gd name="connsiteX188" fmla="*/ 3657600 w 4089400"/>
              <a:gd name="connsiteY188" fmla="*/ 1363134 h 2870200"/>
              <a:gd name="connsiteX189" fmla="*/ 3674533 w 4089400"/>
              <a:gd name="connsiteY189" fmla="*/ 1320800 h 2870200"/>
              <a:gd name="connsiteX190" fmla="*/ 3669553 w 4089400"/>
              <a:gd name="connsiteY190" fmla="*/ 1151964 h 2870200"/>
              <a:gd name="connsiteX191" fmla="*/ 3716866 w 4089400"/>
              <a:gd name="connsiteY191" fmla="*/ 1227667 h 2870200"/>
              <a:gd name="connsiteX192" fmla="*/ 3725333 w 4089400"/>
              <a:gd name="connsiteY192" fmla="*/ 1176867 h 2870200"/>
              <a:gd name="connsiteX193" fmla="*/ 3742266 w 4089400"/>
              <a:gd name="connsiteY193" fmla="*/ 1126067 h 2870200"/>
              <a:gd name="connsiteX194" fmla="*/ 3750733 w 4089400"/>
              <a:gd name="connsiteY194" fmla="*/ 1058334 h 2870200"/>
              <a:gd name="connsiteX195" fmla="*/ 3759200 w 4089400"/>
              <a:gd name="connsiteY195" fmla="*/ 1270000 h 2870200"/>
              <a:gd name="connsiteX196" fmla="*/ 3788048 w 4089400"/>
              <a:gd name="connsiteY196" fmla="*/ 678606 h 2870200"/>
              <a:gd name="connsiteX197" fmla="*/ 3793066 w 4089400"/>
              <a:gd name="connsiteY197" fmla="*/ 558800 h 2870200"/>
              <a:gd name="connsiteX198" fmla="*/ 3810000 w 4089400"/>
              <a:gd name="connsiteY198" fmla="*/ 482600 h 2870200"/>
              <a:gd name="connsiteX199" fmla="*/ 3818466 w 4089400"/>
              <a:gd name="connsiteY199" fmla="*/ 533400 h 2870200"/>
              <a:gd name="connsiteX200" fmla="*/ 3835400 w 4089400"/>
              <a:gd name="connsiteY200" fmla="*/ 660400 h 2870200"/>
              <a:gd name="connsiteX201" fmla="*/ 3843866 w 4089400"/>
              <a:gd name="connsiteY201" fmla="*/ 702734 h 2870200"/>
              <a:gd name="connsiteX202" fmla="*/ 3860800 w 4089400"/>
              <a:gd name="connsiteY202" fmla="*/ 736600 h 2870200"/>
              <a:gd name="connsiteX203" fmla="*/ 3877733 w 4089400"/>
              <a:gd name="connsiteY203" fmla="*/ 702734 h 2870200"/>
              <a:gd name="connsiteX204" fmla="*/ 3937000 w 4089400"/>
              <a:gd name="connsiteY204" fmla="*/ 482600 h 2870200"/>
              <a:gd name="connsiteX205" fmla="*/ 3953933 w 4089400"/>
              <a:gd name="connsiteY205" fmla="*/ 457200 h 2870200"/>
              <a:gd name="connsiteX206" fmla="*/ 3979333 w 4089400"/>
              <a:gd name="connsiteY206" fmla="*/ 177800 h 2870200"/>
              <a:gd name="connsiteX207" fmla="*/ 4004733 w 4089400"/>
              <a:gd name="connsiteY207" fmla="*/ 135467 h 2870200"/>
              <a:gd name="connsiteX208" fmla="*/ 4013200 w 4089400"/>
              <a:gd name="connsiteY208" fmla="*/ 101600 h 2870200"/>
              <a:gd name="connsiteX209" fmla="*/ 4021666 w 4089400"/>
              <a:gd name="connsiteY209" fmla="*/ 76200 h 2870200"/>
              <a:gd name="connsiteX210" fmla="*/ 4030133 w 4089400"/>
              <a:gd name="connsiteY210" fmla="*/ 110067 h 2870200"/>
              <a:gd name="connsiteX211" fmla="*/ 4047066 w 4089400"/>
              <a:gd name="connsiteY211" fmla="*/ 160867 h 2870200"/>
              <a:gd name="connsiteX212" fmla="*/ 4089400 w 4089400"/>
              <a:gd name="connsiteY212" fmla="*/ 0 h 2870200"/>
              <a:gd name="connsiteX0" fmla="*/ 0 w 4089400"/>
              <a:gd name="connsiteY0" fmla="*/ 702734 h 2870200"/>
              <a:gd name="connsiteX1" fmla="*/ 8466 w 4089400"/>
              <a:gd name="connsiteY1" fmla="*/ 643467 h 2870200"/>
              <a:gd name="connsiteX2" fmla="*/ 42333 w 4089400"/>
              <a:gd name="connsiteY2" fmla="*/ 567267 h 2870200"/>
              <a:gd name="connsiteX3" fmla="*/ 47892 w 4089400"/>
              <a:gd name="connsiteY3" fmla="*/ 828517 h 2870200"/>
              <a:gd name="connsiteX4" fmla="*/ 32533 w 4089400"/>
              <a:gd name="connsiteY4" fmla="*/ 1083293 h 2870200"/>
              <a:gd name="connsiteX5" fmla="*/ 30266 w 4089400"/>
              <a:gd name="connsiteY5" fmla="*/ 1212385 h 2870200"/>
              <a:gd name="connsiteX6" fmla="*/ 25400 w 4089400"/>
              <a:gd name="connsiteY6" fmla="*/ 1354667 h 2870200"/>
              <a:gd name="connsiteX7" fmla="*/ 33866 w 4089400"/>
              <a:gd name="connsiteY7" fmla="*/ 1329267 h 2870200"/>
              <a:gd name="connsiteX8" fmla="*/ 59266 w 4089400"/>
              <a:gd name="connsiteY8" fmla="*/ 1253067 h 2870200"/>
              <a:gd name="connsiteX9" fmla="*/ 76200 w 4089400"/>
              <a:gd name="connsiteY9" fmla="*/ 1202267 h 2870200"/>
              <a:gd name="connsiteX10" fmla="*/ 84666 w 4089400"/>
              <a:gd name="connsiteY10" fmla="*/ 1176867 h 2870200"/>
              <a:gd name="connsiteX11" fmla="*/ 101600 w 4089400"/>
              <a:gd name="connsiteY11" fmla="*/ 1143000 h 2870200"/>
              <a:gd name="connsiteX12" fmla="*/ 110066 w 4089400"/>
              <a:gd name="connsiteY12" fmla="*/ 1100667 h 2870200"/>
              <a:gd name="connsiteX13" fmla="*/ 135466 w 4089400"/>
              <a:gd name="connsiteY13" fmla="*/ 1032934 h 2870200"/>
              <a:gd name="connsiteX14" fmla="*/ 143933 w 4089400"/>
              <a:gd name="connsiteY14" fmla="*/ 999067 h 2870200"/>
              <a:gd name="connsiteX15" fmla="*/ 160866 w 4089400"/>
              <a:gd name="connsiteY15" fmla="*/ 948267 h 2870200"/>
              <a:gd name="connsiteX16" fmla="*/ 177800 w 4089400"/>
              <a:gd name="connsiteY16" fmla="*/ 1134534 h 2870200"/>
              <a:gd name="connsiteX17" fmla="*/ 194733 w 4089400"/>
              <a:gd name="connsiteY17" fmla="*/ 1464734 h 2870200"/>
              <a:gd name="connsiteX18" fmla="*/ 228600 w 4089400"/>
              <a:gd name="connsiteY18" fmla="*/ 1397000 h 2870200"/>
              <a:gd name="connsiteX19" fmla="*/ 254000 w 4089400"/>
              <a:gd name="connsiteY19" fmla="*/ 1363134 h 2870200"/>
              <a:gd name="connsiteX20" fmla="*/ 262466 w 4089400"/>
              <a:gd name="connsiteY20" fmla="*/ 1337734 h 2870200"/>
              <a:gd name="connsiteX21" fmla="*/ 279400 w 4089400"/>
              <a:gd name="connsiteY21" fmla="*/ 1371600 h 2870200"/>
              <a:gd name="connsiteX22" fmla="*/ 287866 w 4089400"/>
              <a:gd name="connsiteY22" fmla="*/ 2243667 h 2870200"/>
              <a:gd name="connsiteX23" fmla="*/ 313266 w 4089400"/>
              <a:gd name="connsiteY23" fmla="*/ 2201334 h 2870200"/>
              <a:gd name="connsiteX24" fmla="*/ 321733 w 4089400"/>
              <a:gd name="connsiteY24" fmla="*/ 2150534 h 2870200"/>
              <a:gd name="connsiteX25" fmla="*/ 346635 w 4089400"/>
              <a:gd name="connsiteY25" fmla="*/ 2376146 h 2870200"/>
              <a:gd name="connsiteX26" fmla="*/ 364066 w 4089400"/>
              <a:gd name="connsiteY26" fmla="*/ 2082800 h 2870200"/>
              <a:gd name="connsiteX27" fmla="*/ 389965 w 4089400"/>
              <a:gd name="connsiteY27" fmla="*/ 1792444 h 2870200"/>
              <a:gd name="connsiteX28" fmla="*/ 397933 w 4089400"/>
              <a:gd name="connsiteY28" fmla="*/ 2032000 h 2870200"/>
              <a:gd name="connsiteX29" fmla="*/ 423333 w 4089400"/>
              <a:gd name="connsiteY29" fmla="*/ 1998134 h 2870200"/>
              <a:gd name="connsiteX30" fmla="*/ 440266 w 4089400"/>
              <a:gd name="connsiteY30" fmla="*/ 1752600 h 2870200"/>
              <a:gd name="connsiteX31" fmla="*/ 465666 w 4089400"/>
              <a:gd name="connsiteY31" fmla="*/ 1651000 h 2870200"/>
              <a:gd name="connsiteX32" fmla="*/ 491066 w 4089400"/>
              <a:gd name="connsiteY32" fmla="*/ 1710267 h 2870200"/>
              <a:gd name="connsiteX33" fmla="*/ 499533 w 4089400"/>
              <a:gd name="connsiteY33" fmla="*/ 1851666 h 2870200"/>
              <a:gd name="connsiteX34" fmla="*/ 533400 w 4089400"/>
              <a:gd name="connsiteY34" fmla="*/ 1820334 h 2870200"/>
              <a:gd name="connsiteX35" fmla="*/ 558800 w 4089400"/>
              <a:gd name="connsiteY35" fmla="*/ 1938867 h 2870200"/>
              <a:gd name="connsiteX36" fmla="*/ 575733 w 4089400"/>
              <a:gd name="connsiteY36" fmla="*/ 1998134 h 2870200"/>
              <a:gd name="connsiteX37" fmla="*/ 592666 w 4089400"/>
              <a:gd name="connsiteY37" fmla="*/ 2023534 h 2870200"/>
              <a:gd name="connsiteX38" fmla="*/ 618066 w 4089400"/>
              <a:gd name="connsiteY38" fmla="*/ 1786467 h 2870200"/>
              <a:gd name="connsiteX39" fmla="*/ 626533 w 4089400"/>
              <a:gd name="connsiteY39" fmla="*/ 1744134 h 2870200"/>
              <a:gd name="connsiteX40" fmla="*/ 643466 w 4089400"/>
              <a:gd name="connsiteY40" fmla="*/ 1718734 h 2870200"/>
              <a:gd name="connsiteX41" fmla="*/ 660400 w 4089400"/>
              <a:gd name="connsiteY41" fmla="*/ 1617134 h 2870200"/>
              <a:gd name="connsiteX42" fmla="*/ 677333 w 4089400"/>
              <a:gd name="connsiteY42" fmla="*/ 1557867 h 2870200"/>
              <a:gd name="connsiteX43" fmla="*/ 685800 w 4089400"/>
              <a:gd name="connsiteY43" fmla="*/ 1524000 h 2870200"/>
              <a:gd name="connsiteX44" fmla="*/ 702733 w 4089400"/>
              <a:gd name="connsiteY44" fmla="*/ 1312334 h 2870200"/>
              <a:gd name="connsiteX45" fmla="*/ 719666 w 4089400"/>
              <a:gd name="connsiteY45" fmla="*/ 1380067 h 2870200"/>
              <a:gd name="connsiteX46" fmla="*/ 736600 w 4089400"/>
              <a:gd name="connsiteY46" fmla="*/ 1532467 h 2870200"/>
              <a:gd name="connsiteX47" fmla="*/ 753533 w 4089400"/>
              <a:gd name="connsiteY47" fmla="*/ 1566334 h 2870200"/>
              <a:gd name="connsiteX48" fmla="*/ 778933 w 4089400"/>
              <a:gd name="connsiteY48" fmla="*/ 1456267 h 2870200"/>
              <a:gd name="connsiteX49" fmla="*/ 795866 w 4089400"/>
              <a:gd name="connsiteY49" fmla="*/ 1430867 h 2870200"/>
              <a:gd name="connsiteX50" fmla="*/ 829733 w 4089400"/>
              <a:gd name="connsiteY50" fmla="*/ 1388534 h 2870200"/>
              <a:gd name="connsiteX51" fmla="*/ 838200 w 4089400"/>
              <a:gd name="connsiteY51" fmla="*/ 1498600 h 2870200"/>
              <a:gd name="connsiteX52" fmla="*/ 863600 w 4089400"/>
              <a:gd name="connsiteY52" fmla="*/ 1811867 h 2870200"/>
              <a:gd name="connsiteX53" fmla="*/ 872066 w 4089400"/>
              <a:gd name="connsiteY53" fmla="*/ 1642534 h 2870200"/>
              <a:gd name="connsiteX54" fmla="*/ 897466 w 4089400"/>
              <a:gd name="connsiteY54" fmla="*/ 1583267 h 2870200"/>
              <a:gd name="connsiteX55" fmla="*/ 905933 w 4089400"/>
              <a:gd name="connsiteY55" fmla="*/ 1557867 h 2870200"/>
              <a:gd name="connsiteX56" fmla="*/ 914400 w 4089400"/>
              <a:gd name="connsiteY56" fmla="*/ 2006600 h 2870200"/>
              <a:gd name="connsiteX57" fmla="*/ 939800 w 4089400"/>
              <a:gd name="connsiteY57" fmla="*/ 2116667 h 2870200"/>
              <a:gd name="connsiteX58" fmla="*/ 948266 w 4089400"/>
              <a:gd name="connsiteY58" fmla="*/ 1948424 h 2870200"/>
              <a:gd name="connsiteX59" fmla="*/ 965200 w 4089400"/>
              <a:gd name="connsiteY59" fmla="*/ 1794934 h 2870200"/>
              <a:gd name="connsiteX60" fmla="*/ 973666 w 4089400"/>
              <a:gd name="connsiteY60" fmla="*/ 1761067 h 2870200"/>
              <a:gd name="connsiteX61" fmla="*/ 990600 w 4089400"/>
              <a:gd name="connsiteY61" fmla="*/ 1871134 h 2870200"/>
              <a:gd name="connsiteX62" fmla="*/ 1007533 w 4089400"/>
              <a:gd name="connsiteY62" fmla="*/ 1947334 h 2870200"/>
              <a:gd name="connsiteX63" fmla="*/ 1024466 w 4089400"/>
              <a:gd name="connsiteY63" fmla="*/ 2040467 h 2870200"/>
              <a:gd name="connsiteX64" fmla="*/ 1049866 w 4089400"/>
              <a:gd name="connsiteY64" fmla="*/ 2108200 h 2870200"/>
              <a:gd name="connsiteX65" fmla="*/ 1058333 w 4089400"/>
              <a:gd name="connsiteY65" fmla="*/ 2150534 h 2870200"/>
              <a:gd name="connsiteX66" fmla="*/ 1100666 w 4089400"/>
              <a:gd name="connsiteY66" fmla="*/ 2209800 h 2870200"/>
              <a:gd name="connsiteX67" fmla="*/ 1109133 w 4089400"/>
              <a:gd name="connsiteY67" fmla="*/ 2108200 h 2870200"/>
              <a:gd name="connsiteX68" fmla="*/ 1159933 w 4089400"/>
              <a:gd name="connsiteY68" fmla="*/ 1989667 h 2870200"/>
              <a:gd name="connsiteX69" fmla="*/ 1210733 w 4089400"/>
              <a:gd name="connsiteY69" fmla="*/ 1913467 h 2870200"/>
              <a:gd name="connsiteX70" fmla="*/ 1219200 w 4089400"/>
              <a:gd name="connsiteY70" fmla="*/ 2167467 h 2870200"/>
              <a:gd name="connsiteX71" fmla="*/ 1236133 w 4089400"/>
              <a:gd name="connsiteY71" fmla="*/ 2082800 h 2870200"/>
              <a:gd name="connsiteX72" fmla="*/ 1244600 w 4089400"/>
              <a:gd name="connsiteY72" fmla="*/ 2015067 h 2870200"/>
              <a:gd name="connsiteX73" fmla="*/ 1286933 w 4089400"/>
              <a:gd name="connsiteY73" fmla="*/ 1854200 h 2870200"/>
              <a:gd name="connsiteX74" fmla="*/ 1295400 w 4089400"/>
              <a:gd name="connsiteY74" fmla="*/ 1803400 h 2870200"/>
              <a:gd name="connsiteX75" fmla="*/ 1320800 w 4089400"/>
              <a:gd name="connsiteY75" fmla="*/ 1701800 h 2870200"/>
              <a:gd name="connsiteX76" fmla="*/ 1346200 w 4089400"/>
              <a:gd name="connsiteY76" fmla="*/ 1718734 h 2870200"/>
              <a:gd name="connsiteX77" fmla="*/ 1354666 w 4089400"/>
              <a:gd name="connsiteY77" fmla="*/ 1744134 h 2870200"/>
              <a:gd name="connsiteX78" fmla="*/ 1380066 w 4089400"/>
              <a:gd name="connsiteY78" fmla="*/ 1828800 h 2870200"/>
              <a:gd name="connsiteX79" fmla="*/ 1397000 w 4089400"/>
              <a:gd name="connsiteY79" fmla="*/ 1879600 h 2870200"/>
              <a:gd name="connsiteX80" fmla="*/ 1405466 w 4089400"/>
              <a:gd name="connsiteY80" fmla="*/ 1913467 h 2870200"/>
              <a:gd name="connsiteX81" fmla="*/ 1430866 w 4089400"/>
              <a:gd name="connsiteY81" fmla="*/ 1947334 h 2870200"/>
              <a:gd name="connsiteX82" fmla="*/ 1447800 w 4089400"/>
              <a:gd name="connsiteY82" fmla="*/ 1938867 h 2870200"/>
              <a:gd name="connsiteX83" fmla="*/ 1490133 w 4089400"/>
              <a:gd name="connsiteY83" fmla="*/ 1803400 h 2870200"/>
              <a:gd name="connsiteX84" fmla="*/ 1549400 w 4089400"/>
              <a:gd name="connsiteY84" fmla="*/ 1651000 h 2870200"/>
              <a:gd name="connsiteX85" fmla="*/ 1557866 w 4089400"/>
              <a:gd name="connsiteY85" fmla="*/ 1591734 h 2870200"/>
              <a:gd name="connsiteX86" fmla="*/ 1574800 w 4089400"/>
              <a:gd name="connsiteY86" fmla="*/ 1566334 h 2870200"/>
              <a:gd name="connsiteX87" fmla="*/ 1583266 w 4089400"/>
              <a:gd name="connsiteY87" fmla="*/ 1524000 h 2870200"/>
              <a:gd name="connsiteX88" fmla="*/ 1591733 w 4089400"/>
              <a:gd name="connsiteY88" fmla="*/ 1498600 h 2870200"/>
              <a:gd name="connsiteX89" fmla="*/ 1608666 w 4089400"/>
              <a:gd name="connsiteY89" fmla="*/ 1524000 h 2870200"/>
              <a:gd name="connsiteX90" fmla="*/ 1634066 w 4089400"/>
              <a:gd name="connsiteY90" fmla="*/ 1490134 h 2870200"/>
              <a:gd name="connsiteX91" fmla="*/ 1659466 w 4089400"/>
              <a:gd name="connsiteY91" fmla="*/ 1388534 h 2870200"/>
              <a:gd name="connsiteX92" fmla="*/ 1718733 w 4089400"/>
              <a:gd name="connsiteY92" fmla="*/ 1286934 h 2870200"/>
              <a:gd name="connsiteX93" fmla="*/ 1769533 w 4089400"/>
              <a:gd name="connsiteY93" fmla="*/ 1176867 h 2870200"/>
              <a:gd name="connsiteX94" fmla="*/ 1794933 w 4089400"/>
              <a:gd name="connsiteY94" fmla="*/ 1202267 h 2870200"/>
              <a:gd name="connsiteX95" fmla="*/ 1803400 w 4089400"/>
              <a:gd name="connsiteY95" fmla="*/ 1227667 h 2870200"/>
              <a:gd name="connsiteX96" fmla="*/ 1820333 w 4089400"/>
              <a:gd name="connsiteY96" fmla="*/ 1261534 h 2870200"/>
              <a:gd name="connsiteX97" fmla="*/ 1862666 w 4089400"/>
              <a:gd name="connsiteY97" fmla="*/ 1422400 h 2870200"/>
              <a:gd name="connsiteX98" fmla="*/ 1913466 w 4089400"/>
              <a:gd name="connsiteY98" fmla="*/ 1600200 h 2870200"/>
              <a:gd name="connsiteX99" fmla="*/ 1964266 w 4089400"/>
              <a:gd name="connsiteY99" fmla="*/ 1744134 h 2870200"/>
              <a:gd name="connsiteX100" fmla="*/ 1981200 w 4089400"/>
              <a:gd name="connsiteY100" fmla="*/ 1498600 h 2870200"/>
              <a:gd name="connsiteX101" fmla="*/ 1998133 w 4089400"/>
              <a:gd name="connsiteY101" fmla="*/ 1464734 h 2870200"/>
              <a:gd name="connsiteX102" fmla="*/ 2006600 w 4089400"/>
              <a:gd name="connsiteY102" fmla="*/ 1439334 h 2870200"/>
              <a:gd name="connsiteX103" fmla="*/ 2057400 w 4089400"/>
              <a:gd name="connsiteY103" fmla="*/ 2032000 h 2870200"/>
              <a:gd name="connsiteX104" fmla="*/ 2065866 w 4089400"/>
              <a:gd name="connsiteY104" fmla="*/ 2150534 h 2870200"/>
              <a:gd name="connsiteX105" fmla="*/ 2074333 w 4089400"/>
              <a:gd name="connsiteY105" fmla="*/ 2489200 h 2870200"/>
              <a:gd name="connsiteX106" fmla="*/ 2108200 w 4089400"/>
              <a:gd name="connsiteY106" fmla="*/ 2421467 h 2870200"/>
              <a:gd name="connsiteX107" fmla="*/ 2150533 w 4089400"/>
              <a:gd name="connsiteY107" fmla="*/ 2319867 h 2870200"/>
              <a:gd name="connsiteX108" fmla="*/ 2175933 w 4089400"/>
              <a:gd name="connsiteY108" fmla="*/ 2286000 h 2870200"/>
              <a:gd name="connsiteX109" fmla="*/ 2209800 w 4089400"/>
              <a:gd name="connsiteY109" fmla="*/ 2235200 h 2870200"/>
              <a:gd name="connsiteX110" fmla="*/ 2226733 w 4089400"/>
              <a:gd name="connsiteY110" fmla="*/ 2514600 h 2870200"/>
              <a:gd name="connsiteX111" fmla="*/ 2252133 w 4089400"/>
              <a:gd name="connsiteY111" fmla="*/ 2565400 h 2870200"/>
              <a:gd name="connsiteX112" fmla="*/ 2260600 w 4089400"/>
              <a:gd name="connsiteY112" fmla="*/ 2489200 h 2870200"/>
              <a:gd name="connsiteX113" fmla="*/ 2277533 w 4089400"/>
              <a:gd name="connsiteY113" fmla="*/ 2421467 h 2870200"/>
              <a:gd name="connsiteX114" fmla="*/ 2286000 w 4089400"/>
              <a:gd name="connsiteY114" fmla="*/ 1718734 h 2870200"/>
              <a:gd name="connsiteX115" fmla="*/ 2311400 w 4089400"/>
              <a:gd name="connsiteY115" fmla="*/ 1811867 h 2870200"/>
              <a:gd name="connsiteX116" fmla="*/ 2336800 w 4089400"/>
              <a:gd name="connsiteY116" fmla="*/ 1871134 h 2870200"/>
              <a:gd name="connsiteX117" fmla="*/ 2362200 w 4089400"/>
              <a:gd name="connsiteY117" fmla="*/ 1938867 h 2870200"/>
              <a:gd name="connsiteX118" fmla="*/ 2370666 w 4089400"/>
              <a:gd name="connsiteY118" fmla="*/ 1972734 h 2870200"/>
              <a:gd name="connsiteX119" fmla="*/ 2379133 w 4089400"/>
              <a:gd name="connsiteY119" fmla="*/ 1574800 h 2870200"/>
              <a:gd name="connsiteX120" fmla="*/ 2404533 w 4089400"/>
              <a:gd name="connsiteY120" fmla="*/ 1236134 h 2870200"/>
              <a:gd name="connsiteX121" fmla="*/ 2421466 w 4089400"/>
              <a:gd name="connsiteY121" fmla="*/ 1092200 h 2870200"/>
              <a:gd name="connsiteX122" fmla="*/ 2429933 w 4089400"/>
              <a:gd name="connsiteY122" fmla="*/ 1066800 h 2870200"/>
              <a:gd name="connsiteX123" fmla="*/ 2438400 w 4089400"/>
              <a:gd name="connsiteY123" fmla="*/ 1092200 h 2870200"/>
              <a:gd name="connsiteX124" fmla="*/ 2455333 w 4089400"/>
              <a:gd name="connsiteY124" fmla="*/ 1117600 h 2870200"/>
              <a:gd name="connsiteX125" fmla="*/ 2463800 w 4089400"/>
              <a:gd name="connsiteY125" fmla="*/ 1227667 h 2870200"/>
              <a:gd name="connsiteX126" fmla="*/ 2489200 w 4089400"/>
              <a:gd name="connsiteY126" fmla="*/ 753534 h 2870200"/>
              <a:gd name="connsiteX127" fmla="*/ 2506133 w 4089400"/>
              <a:gd name="connsiteY127" fmla="*/ 685800 h 2870200"/>
              <a:gd name="connsiteX128" fmla="*/ 2514600 w 4089400"/>
              <a:gd name="connsiteY128" fmla="*/ 609600 h 2870200"/>
              <a:gd name="connsiteX129" fmla="*/ 2523066 w 4089400"/>
              <a:gd name="connsiteY129" fmla="*/ 558800 h 2870200"/>
              <a:gd name="connsiteX130" fmla="*/ 2540000 w 4089400"/>
              <a:gd name="connsiteY130" fmla="*/ 584200 h 2870200"/>
              <a:gd name="connsiteX131" fmla="*/ 2548466 w 4089400"/>
              <a:gd name="connsiteY131" fmla="*/ 778934 h 2870200"/>
              <a:gd name="connsiteX132" fmla="*/ 2590800 w 4089400"/>
              <a:gd name="connsiteY132" fmla="*/ 914400 h 2870200"/>
              <a:gd name="connsiteX133" fmla="*/ 2607733 w 4089400"/>
              <a:gd name="connsiteY133" fmla="*/ 973667 h 2870200"/>
              <a:gd name="connsiteX134" fmla="*/ 2624666 w 4089400"/>
              <a:gd name="connsiteY134" fmla="*/ 812800 h 2870200"/>
              <a:gd name="connsiteX135" fmla="*/ 2641600 w 4089400"/>
              <a:gd name="connsiteY135" fmla="*/ 694267 h 2870200"/>
              <a:gd name="connsiteX136" fmla="*/ 2667000 w 4089400"/>
              <a:gd name="connsiteY136" fmla="*/ 558800 h 2870200"/>
              <a:gd name="connsiteX137" fmla="*/ 2692400 w 4089400"/>
              <a:gd name="connsiteY137" fmla="*/ 321734 h 2870200"/>
              <a:gd name="connsiteX138" fmla="*/ 2709333 w 4089400"/>
              <a:gd name="connsiteY138" fmla="*/ 1058334 h 2870200"/>
              <a:gd name="connsiteX139" fmla="*/ 2735730 w 4089400"/>
              <a:gd name="connsiteY139" fmla="*/ 1023969 h 2870200"/>
              <a:gd name="connsiteX140" fmla="*/ 2785533 w 4089400"/>
              <a:gd name="connsiteY140" fmla="*/ 905934 h 2870200"/>
              <a:gd name="connsiteX141" fmla="*/ 2819400 w 4089400"/>
              <a:gd name="connsiteY141" fmla="*/ 855134 h 2870200"/>
              <a:gd name="connsiteX142" fmla="*/ 2844800 w 4089400"/>
              <a:gd name="connsiteY142" fmla="*/ 1422400 h 2870200"/>
              <a:gd name="connsiteX143" fmla="*/ 2853266 w 4089400"/>
              <a:gd name="connsiteY143" fmla="*/ 1388534 h 2870200"/>
              <a:gd name="connsiteX144" fmla="*/ 2870200 w 4089400"/>
              <a:gd name="connsiteY144" fmla="*/ 1363134 h 2870200"/>
              <a:gd name="connsiteX145" fmla="*/ 2895600 w 4089400"/>
              <a:gd name="connsiteY145" fmla="*/ 1278467 h 2870200"/>
              <a:gd name="connsiteX146" fmla="*/ 2912533 w 4089400"/>
              <a:gd name="connsiteY146" fmla="*/ 1320800 h 2870200"/>
              <a:gd name="connsiteX147" fmla="*/ 2929466 w 4089400"/>
              <a:gd name="connsiteY147" fmla="*/ 1388534 h 2870200"/>
              <a:gd name="connsiteX148" fmla="*/ 2946400 w 4089400"/>
              <a:gd name="connsiteY148" fmla="*/ 1422400 h 2870200"/>
              <a:gd name="connsiteX149" fmla="*/ 2988733 w 4089400"/>
              <a:gd name="connsiteY149" fmla="*/ 1540934 h 2870200"/>
              <a:gd name="connsiteX150" fmla="*/ 3005666 w 4089400"/>
              <a:gd name="connsiteY150" fmla="*/ 1566334 h 2870200"/>
              <a:gd name="connsiteX151" fmla="*/ 3039533 w 4089400"/>
              <a:gd name="connsiteY151" fmla="*/ 1718734 h 2870200"/>
              <a:gd name="connsiteX152" fmla="*/ 3064933 w 4089400"/>
              <a:gd name="connsiteY152" fmla="*/ 1761067 h 2870200"/>
              <a:gd name="connsiteX153" fmla="*/ 3098800 w 4089400"/>
              <a:gd name="connsiteY153" fmla="*/ 1879600 h 2870200"/>
              <a:gd name="connsiteX154" fmla="*/ 3090333 w 4089400"/>
              <a:gd name="connsiteY154" fmla="*/ 1913467 h 2870200"/>
              <a:gd name="connsiteX155" fmla="*/ 3102783 w 4089400"/>
              <a:gd name="connsiteY155" fmla="*/ 1901016 h 2870200"/>
              <a:gd name="connsiteX156" fmla="*/ 3081866 w 4089400"/>
              <a:gd name="connsiteY156" fmla="*/ 1888067 h 2870200"/>
              <a:gd name="connsiteX157" fmla="*/ 3107266 w 4089400"/>
              <a:gd name="connsiteY157" fmla="*/ 1871134 h 2870200"/>
              <a:gd name="connsiteX158" fmla="*/ 3115733 w 4089400"/>
              <a:gd name="connsiteY158" fmla="*/ 1769534 h 2870200"/>
              <a:gd name="connsiteX159" fmla="*/ 3132666 w 4089400"/>
              <a:gd name="connsiteY159" fmla="*/ 1710267 h 2870200"/>
              <a:gd name="connsiteX160" fmla="*/ 3141133 w 4089400"/>
              <a:gd name="connsiteY160" fmla="*/ 1684867 h 2870200"/>
              <a:gd name="connsiteX161" fmla="*/ 3166533 w 4089400"/>
              <a:gd name="connsiteY161" fmla="*/ 1676400 h 2870200"/>
              <a:gd name="connsiteX162" fmla="*/ 3175000 w 4089400"/>
              <a:gd name="connsiteY162" fmla="*/ 2006600 h 2870200"/>
              <a:gd name="connsiteX163" fmla="*/ 3183466 w 4089400"/>
              <a:gd name="connsiteY163" fmla="*/ 2048934 h 2870200"/>
              <a:gd name="connsiteX164" fmla="*/ 3191933 w 4089400"/>
              <a:gd name="connsiteY164" fmla="*/ 2099734 h 2870200"/>
              <a:gd name="connsiteX165" fmla="*/ 3208866 w 4089400"/>
              <a:gd name="connsiteY165" fmla="*/ 2048934 h 2870200"/>
              <a:gd name="connsiteX166" fmla="*/ 3217333 w 4089400"/>
              <a:gd name="connsiteY166" fmla="*/ 1998134 h 2870200"/>
              <a:gd name="connsiteX167" fmla="*/ 3251200 w 4089400"/>
              <a:gd name="connsiteY167" fmla="*/ 2353734 h 2870200"/>
              <a:gd name="connsiteX168" fmla="*/ 3276600 w 4089400"/>
              <a:gd name="connsiteY168" fmla="*/ 2387600 h 2870200"/>
              <a:gd name="connsiteX169" fmla="*/ 3285066 w 4089400"/>
              <a:gd name="connsiteY169" fmla="*/ 2497667 h 2870200"/>
              <a:gd name="connsiteX170" fmla="*/ 3302000 w 4089400"/>
              <a:gd name="connsiteY170" fmla="*/ 2531534 h 2870200"/>
              <a:gd name="connsiteX171" fmla="*/ 3318933 w 4089400"/>
              <a:gd name="connsiteY171" fmla="*/ 2599267 h 2870200"/>
              <a:gd name="connsiteX172" fmla="*/ 3344333 w 4089400"/>
              <a:gd name="connsiteY172" fmla="*/ 2667000 h 2870200"/>
              <a:gd name="connsiteX173" fmla="*/ 3386666 w 4089400"/>
              <a:gd name="connsiteY173" fmla="*/ 2810934 h 2870200"/>
              <a:gd name="connsiteX174" fmla="*/ 3412066 w 4089400"/>
              <a:gd name="connsiteY174" fmla="*/ 2870200 h 2870200"/>
              <a:gd name="connsiteX175" fmla="*/ 3437466 w 4089400"/>
              <a:gd name="connsiteY175" fmla="*/ 1828800 h 2870200"/>
              <a:gd name="connsiteX176" fmla="*/ 3436968 w 4089400"/>
              <a:gd name="connsiteY176" fmla="*/ 2090271 h 2870200"/>
              <a:gd name="connsiteX177" fmla="*/ 3462866 w 4089400"/>
              <a:gd name="connsiteY177" fmla="*/ 1735667 h 2870200"/>
              <a:gd name="connsiteX178" fmla="*/ 3488266 w 4089400"/>
              <a:gd name="connsiteY178" fmla="*/ 1651000 h 2870200"/>
              <a:gd name="connsiteX179" fmla="*/ 3496733 w 4089400"/>
              <a:gd name="connsiteY179" fmla="*/ 1701800 h 2870200"/>
              <a:gd name="connsiteX180" fmla="*/ 3500717 w 4089400"/>
              <a:gd name="connsiteY180" fmla="*/ 1875118 h 2870200"/>
              <a:gd name="connsiteX181" fmla="*/ 3522133 w 4089400"/>
              <a:gd name="connsiteY181" fmla="*/ 1752600 h 2870200"/>
              <a:gd name="connsiteX182" fmla="*/ 3530600 w 4089400"/>
              <a:gd name="connsiteY182" fmla="*/ 1693334 h 2870200"/>
              <a:gd name="connsiteX183" fmla="*/ 3572933 w 4089400"/>
              <a:gd name="connsiteY183" fmla="*/ 1608667 h 2870200"/>
              <a:gd name="connsiteX184" fmla="*/ 3589866 w 4089400"/>
              <a:gd name="connsiteY184" fmla="*/ 1566334 h 2870200"/>
              <a:gd name="connsiteX185" fmla="*/ 3632200 w 4089400"/>
              <a:gd name="connsiteY185" fmla="*/ 1464734 h 2870200"/>
              <a:gd name="connsiteX186" fmla="*/ 3636184 w 4089400"/>
              <a:gd name="connsiteY186" fmla="*/ 1373094 h 2870200"/>
              <a:gd name="connsiteX187" fmla="*/ 3657600 w 4089400"/>
              <a:gd name="connsiteY187" fmla="*/ 1363134 h 2870200"/>
              <a:gd name="connsiteX188" fmla="*/ 3674533 w 4089400"/>
              <a:gd name="connsiteY188" fmla="*/ 1320800 h 2870200"/>
              <a:gd name="connsiteX189" fmla="*/ 3669553 w 4089400"/>
              <a:gd name="connsiteY189" fmla="*/ 1151964 h 2870200"/>
              <a:gd name="connsiteX190" fmla="*/ 3716866 w 4089400"/>
              <a:gd name="connsiteY190" fmla="*/ 1227667 h 2870200"/>
              <a:gd name="connsiteX191" fmla="*/ 3725333 w 4089400"/>
              <a:gd name="connsiteY191" fmla="*/ 1176867 h 2870200"/>
              <a:gd name="connsiteX192" fmla="*/ 3742266 w 4089400"/>
              <a:gd name="connsiteY192" fmla="*/ 1126067 h 2870200"/>
              <a:gd name="connsiteX193" fmla="*/ 3750733 w 4089400"/>
              <a:gd name="connsiteY193" fmla="*/ 1058334 h 2870200"/>
              <a:gd name="connsiteX194" fmla="*/ 3759200 w 4089400"/>
              <a:gd name="connsiteY194" fmla="*/ 1270000 h 2870200"/>
              <a:gd name="connsiteX195" fmla="*/ 3788048 w 4089400"/>
              <a:gd name="connsiteY195" fmla="*/ 678606 h 2870200"/>
              <a:gd name="connsiteX196" fmla="*/ 3793066 w 4089400"/>
              <a:gd name="connsiteY196" fmla="*/ 558800 h 2870200"/>
              <a:gd name="connsiteX197" fmla="*/ 3810000 w 4089400"/>
              <a:gd name="connsiteY197" fmla="*/ 482600 h 2870200"/>
              <a:gd name="connsiteX198" fmla="*/ 3818466 w 4089400"/>
              <a:gd name="connsiteY198" fmla="*/ 533400 h 2870200"/>
              <a:gd name="connsiteX199" fmla="*/ 3835400 w 4089400"/>
              <a:gd name="connsiteY199" fmla="*/ 660400 h 2870200"/>
              <a:gd name="connsiteX200" fmla="*/ 3843866 w 4089400"/>
              <a:gd name="connsiteY200" fmla="*/ 702734 h 2870200"/>
              <a:gd name="connsiteX201" fmla="*/ 3860800 w 4089400"/>
              <a:gd name="connsiteY201" fmla="*/ 736600 h 2870200"/>
              <a:gd name="connsiteX202" fmla="*/ 3877733 w 4089400"/>
              <a:gd name="connsiteY202" fmla="*/ 702734 h 2870200"/>
              <a:gd name="connsiteX203" fmla="*/ 3937000 w 4089400"/>
              <a:gd name="connsiteY203" fmla="*/ 482600 h 2870200"/>
              <a:gd name="connsiteX204" fmla="*/ 3953933 w 4089400"/>
              <a:gd name="connsiteY204" fmla="*/ 457200 h 2870200"/>
              <a:gd name="connsiteX205" fmla="*/ 3979333 w 4089400"/>
              <a:gd name="connsiteY205" fmla="*/ 177800 h 2870200"/>
              <a:gd name="connsiteX206" fmla="*/ 4004733 w 4089400"/>
              <a:gd name="connsiteY206" fmla="*/ 135467 h 2870200"/>
              <a:gd name="connsiteX207" fmla="*/ 4013200 w 4089400"/>
              <a:gd name="connsiteY207" fmla="*/ 101600 h 2870200"/>
              <a:gd name="connsiteX208" fmla="*/ 4021666 w 4089400"/>
              <a:gd name="connsiteY208" fmla="*/ 76200 h 2870200"/>
              <a:gd name="connsiteX209" fmla="*/ 4030133 w 4089400"/>
              <a:gd name="connsiteY209" fmla="*/ 110067 h 2870200"/>
              <a:gd name="connsiteX210" fmla="*/ 4047066 w 4089400"/>
              <a:gd name="connsiteY210" fmla="*/ 160867 h 2870200"/>
              <a:gd name="connsiteX211" fmla="*/ 4089400 w 4089400"/>
              <a:gd name="connsiteY211" fmla="*/ 0 h 2870200"/>
              <a:gd name="connsiteX0" fmla="*/ 0 w 4089400"/>
              <a:gd name="connsiteY0" fmla="*/ 702734 h 2870200"/>
              <a:gd name="connsiteX1" fmla="*/ 8466 w 4089400"/>
              <a:gd name="connsiteY1" fmla="*/ 643467 h 2870200"/>
              <a:gd name="connsiteX2" fmla="*/ 42333 w 4089400"/>
              <a:gd name="connsiteY2" fmla="*/ 567267 h 2870200"/>
              <a:gd name="connsiteX3" fmla="*/ 47892 w 4089400"/>
              <a:gd name="connsiteY3" fmla="*/ 828517 h 2870200"/>
              <a:gd name="connsiteX4" fmla="*/ 32533 w 4089400"/>
              <a:gd name="connsiteY4" fmla="*/ 1083293 h 2870200"/>
              <a:gd name="connsiteX5" fmla="*/ 30266 w 4089400"/>
              <a:gd name="connsiteY5" fmla="*/ 1212385 h 2870200"/>
              <a:gd name="connsiteX6" fmla="*/ 25400 w 4089400"/>
              <a:gd name="connsiteY6" fmla="*/ 1354667 h 2870200"/>
              <a:gd name="connsiteX7" fmla="*/ 33866 w 4089400"/>
              <a:gd name="connsiteY7" fmla="*/ 1329267 h 2870200"/>
              <a:gd name="connsiteX8" fmla="*/ 59266 w 4089400"/>
              <a:gd name="connsiteY8" fmla="*/ 1253067 h 2870200"/>
              <a:gd name="connsiteX9" fmla="*/ 76200 w 4089400"/>
              <a:gd name="connsiteY9" fmla="*/ 1202267 h 2870200"/>
              <a:gd name="connsiteX10" fmla="*/ 101600 w 4089400"/>
              <a:gd name="connsiteY10" fmla="*/ 1143000 h 2870200"/>
              <a:gd name="connsiteX11" fmla="*/ 110066 w 4089400"/>
              <a:gd name="connsiteY11" fmla="*/ 1100667 h 2870200"/>
              <a:gd name="connsiteX12" fmla="*/ 135466 w 4089400"/>
              <a:gd name="connsiteY12" fmla="*/ 1032934 h 2870200"/>
              <a:gd name="connsiteX13" fmla="*/ 143933 w 4089400"/>
              <a:gd name="connsiteY13" fmla="*/ 999067 h 2870200"/>
              <a:gd name="connsiteX14" fmla="*/ 160866 w 4089400"/>
              <a:gd name="connsiteY14" fmla="*/ 948267 h 2870200"/>
              <a:gd name="connsiteX15" fmla="*/ 177800 w 4089400"/>
              <a:gd name="connsiteY15" fmla="*/ 1134534 h 2870200"/>
              <a:gd name="connsiteX16" fmla="*/ 194733 w 4089400"/>
              <a:gd name="connsiteY16" fmla="*/ 1464734 h 2870200"/>
              <a:gd name="connsiteX17" fmla="*/ 228600 w 4089400"/>
              <a:gd name="connsiteY17" fmla="*/ 1397000 h 2870200"/>
              <a:gd name="connsiteX18" fmla="*/ 254000 w 4089400"/>
              <a:gd name="connsiteY18" fmla="*/ 1363134 h 2870200"/>
              <a:gd name="connsiteX19" fmla="*/ 262466 w 4089400"/>
              <a:gd name="connsiteY19" fmla="*/ 1337734 h 2870200"/>
              <a:gd name="connsiteX20" fmla="*/ 279400 w 4089400"/>
              <a:gd name="connsiteY20" fmla="*/ 1371600 h 2870200"/>
              <a:gd name="connsiteX21" fmla="*/ 287866 w 4089400"/>
              <a:gd name="connsiteY21" fmla="*/ 2243667 h 2870200"/>
              <a:gd name="connsiteX22" fmla="*/ 313266 w 4089400"/>
              <a:gd name="connsiteY22" fmla="*/ 2201334 h 2870200"/>
              <a:gd name="connsiteX23" fmla="*/ 321733 w 4089400"/>
              <a:gd name="connsiteY23" fmla="*/ 2150534 h 2870200"/>
              <a:gd name="connsiteX24" fmla="*/ 346635 w 4089400"/>
              <a:gd name="connsiteY24" fmla="*/ 2376146 h 2870200"/>
              <a:gd name="connsiteX25" fmla="*/ 364066 w 4089400"/>
              <a:gd name="connsiteY25" fmla="*/ 2082800 h 2870200"/>
              <a:gd name="connsiteX26" fmla="*/ 389965 w 4089400"/>
              <a:gd name="connsiteY26" fmla="*/ 1792444 h 2870200"/>
              <a:gd name="connsiteX27" fmla="*/ 397933 w 4089400"/>
              <a:gd name="connsiteY27" fmla="*/ 2032000 h 2870200"/>
              <a:gd name="connsiteX28" fmla="*/ 423333 w 4089400"/>
              <a:gd name="connsiteY28" fmla="*/ 1998134 h 2870200"/>
              <a:gd name="connsiteX29" fmla="*/ 440266 w 4089400"/>
              <a:gd name="connsiteY29" fmla="*/ 1752600 h 2870200"/>
              <a:gd name="connsiteX30" fmla="*/ 465666 w 4089400"/>
              <a:gd name="connsiteY30" fmla="*/ 1651000 h 2870200"/>
              <a:gd name="connsiteX31" fmla="*/ 491066 w 4089400"/>
              <a:gd name="connsiteY31" fmla="*/ 1710267 h 2870200"/>
              <a:gd name="connsiteX32" fmla="*/ 499533 w 4089400"/>
              <a:gd name="connsiteY32" fmla="*/ 1851666 h 2870200"/>
              <a:gd name="connsiteX33" fmla="*/ 533400 w 4089400"/>
              <a:gd name="connsiteY33" fmla="*/ 1820334 h 2870200"/>
              <a:gd name="connsiteX34" fmla="*/ 558800 w 4089400"/>
              <a:gd name="connsiteY34" fmla="*/ 1938867 h 2870200"/>
              <a:gd name="connsiteX35" fmla="*/ 575733 w 4089400"/>
              <a:gd name="connsiteY35" fmla="*/ 1998134 h 2870200"/>
              <a:gd name="connsiteX36" fmla="*/ 592666 w 4089400"/>
              <a:gd name="connsiteY36" fmla="*/ 2023534 h 2870200"/>
              <a:gd name="connsiteX37" fmla="*/ 618066 w 4089400"/>
              <a:gd name="connsiteY37" fmla="*/ 1786467 h 2870200"/>
              <a:gd name="connsiteX38" fmla="*/ 626533 w 4089400"/>
              <a:gd name="connsiteY38" fmla="*/ 1744134 h 2870200"/>
              <a:gd name="connsiteX39" fmla="*/ 643466 w 4089400"/>
              <a:gd name="connsiteY39" fmla="*/ 1718734 h 2870200"/>
              <a:gd name="connsiteX40" fmla="*/ 660400 w 4089400"/>
              <a:gd name="connsiteY40" fmla="*/ 1617134 h 2870200"/>
              <a:gd name="connsiteX41" fmla="*/ 677333 w 4089400"/>
              <a:gd name="connsiteY41" fmla="*/ 1557867 h 2870200"/>
              <a:gd name="connsiteX42" fmla="*/ 685800 w 4089400"/>
              <a:gd name="connsiteY42" fmla="*/ 1524000 h 2870200"/>
              <a:gd name="connsiteX43" fmla="*/ 702733 w 4089400"/>
              <a:gd name="connsiteY43" fmla="*/ 1312334 h 2870200"/>
              <a:gd name="connsiteX44" fmla="*/ 719666 w 4089400"/>
              <a:gd name="connsiteY44" fmla="*/ 1380067 h 2870200"/>
              <a:gd name="connsiteX45" fmla="*/ 736600 w 4089400"/>
              <a:gd name="connsiteY45" fmla="*/ 1532467 h 2870200"/>
              <a:gd name="connsiteX46" fmla="*/ 753533 w 4089400"/>
              <a:gd name="connsiteY46" fmla="*/ 1566334 h 2870200"/>
              <a:gd name="connsiteX47" fmla="*/ 778933 w 4089400"/>
              <a:gd name="connsiteY47" fmla="*/ 1456267 h 2870200"/>
              <a:gd name="connsiteX48" fmla="*/ 795866 w 4089400"/>
              <a:gd name="connsiteY48" fmla="*/ 1430867 h 2870200"/>
              <a:gd name="connsiteX49" fmla="*/ 829733 w 4089400"/>
              <a:gd name="connsiteY49" fmla="*/ 1388534 h 2870200"/>
              <a:gd name="connsiteX50" fmla="*/ 838200 w 4089400"/>
              <a:gd name="connsiteY50" fmla="*/ 1498600 h 2870200"/>
              <a:gd name="connsiteX51" fmla="*/ 863600 w 4089400"/>
              <a:gd name="connsiteY51" fmla="*/ 1811867 h 2870200"/>
              <a:gd name="connsiteX52" fmla="*/ 872066 w 4089400"/>
              <a:gd name="connsiteY52" fmla="*/ 1642534 h 2870200"/>
              <a:gd name="connsiteX53" fmla="*/ 897466 w 4089400"/>
              <a:gd name="connsiteY53" fmla="*/ 1583267 h 2870200"/>
              <a:gd name="connsiteX54" fmla="*/ 905933 w 4089400"/>
              <a:gd name="connsiteY54" fmla="*/ 1557867 h 2870200"/>
              <a:gd name="connsiteX55" fmla="*/ 914400 w 4089400"/>
              <a:gd name="connsiteY55" fmla="*/ 2006600 h 2870200"/>
              <a:gd name="connsiteX56" fmla="*/ 939800 w 4089400"/>
              <a:gd name="connsiteY56" fmla="*/ 2116667 h 2870200"/>
              <a:gd name="connsiteX57" fmla="*/ 948266 w 4089400"/>
              <a:gd name="connsiteY57" fmla="*/ 1948424 h 2870200"/>
              <a:gd name="connsiteX58" fmla="*/ 965200 w 4089400"/>
              <a:gd name="connsiteY58" fmla="*/ 1794934 h 2870200"/>
              <a:gd name="connsiteX59" fmla="*/ 973666 w 4089400"/>
              <a:gd name="connsiteY59" fmla="*/ 1761067 h 2870200"/>
              <a:gd name="connsiteX60" fmla="*/ 990600 w 4089400"/>
              <a:gd name="connsiteY60" fmla="*/ 1871134 h 2870200"/>
              <a:gd name="connsiteX61" fmla="*/ 1007533 w 4089400"/>
              <a:gd name="connsiteY61" fmla="*/ 1947334 h 2870200"/>
              <a:gd name="connsiteX62" fmla="*/ 1024466 w 4089400"/>
              <a:gd name="connsiteY62" fmla="*/ 2040467 h 2870200"/>
              <a:gd name="connsiteX63" fmla="*/ 1049866 w 4089400"/>
              <a:gd name="connsiteY63" fmla="*/ 2108200 h 2870200"/>
              <a:gd name="connsiteX64" fmla="*/ 1058333 w 4089400"/>
              <a:gd name="connsiteY64" fmla="*/ 2150534 h 2870200"/>
              <a:gd name="connsiteX65" fmla="*/ 1100666 w 4089400"/>
              <a:gd name="connsiteY65" fmla="*/ 2209800 h 2870200"/>
              <a:gd name="connsiteX66" fmla="*/ 1109133 w 4089400"/>
              <a:gd name="connsiteY66" fmla="*/ 2108200 h 2870200"/>
              <a:gd name="connsiteX67" fmla="*/ 1159933 w 4089400"/>
              <a:gd name="connsiteY67" fmla="*/ 1989667 h 2870200"/>
              <a:gd name="connsiteX68" fmla="*/ 1210733 w 4089400"/>
              <a:gd name="connsiteY68" fmla="*/ 1913467 h 2870200"/>
              <a:gd name="connsiteX69" fmla="*/ 1219200 w 4089400"/>
              <a:gd name="connsiteY69" fmla="*/ 2167467 h 2870200"/>
              <a:gd name="connsiteX70" fmla="*/ 1236133 w 4089400"/>
              <a:gd name="connsiteY70" fmla="*/ 2082800 h 2870200"/>
              <a:gd name="connsiteX71" fmla="*/ 1244600 w 4089400"/>
              <a:gd name="connsiteY71" fmla="*/ 2015067 h 2870200"/>
              <a:gd name="connsiteX72" fmla="*/ 1286933 w 4089400"/>
              <a:gd name="connsiteY72" fmla="*/ 1854200 h 2870200"/>
              <a:gd name="connsiteX73" fmla="*/ 1295400 w 4089400"/>
              <a:gd name="connsiteY73" fmla="*/ 1803400 h 2870200"/>
              <a:gd name="connsiteX74" fmla="*/ 1320800 w 4089400"/>
              <a:gd name="connsiteY74" fmla="*/ 1701800 h 2870200"/>
              <a:gd name="connsiteX75" fmla="*/ 1346200 w 4089400"/>
              <a:gd name="connsiteY75" fmla="*/ 1718734 h 2870200"/>
              <a:gd name="connsiteX76" fmla="*/ 1354666 w 4089400"/>
              <a:gd name="connsiteY76" fmla="*/ 1744134 h 2870200"/>
              <a:gd name="connsiteX77" fmla="*/ 1380066 w 4089400"/>
              <a:gd name="connsiteY77" fmla="*/ 1828800 h 2870200"/>
              <a:gd name="connsiteX78" fmla="*/ 1397000 w 4089400"/>
              <a:gd name="connsiteY78" fmla="*/ 1879600 h 2870200"/>
              <a:gd name="connsiteX79" fmla="*/ 1405466 w 4089400"/>
              <a:gd name="connsiteY79" fmla="*/ 1913467 h 2870200"/>
              <a:gd name="connsiteX80" fmla="*/ 1430866 w 4089400"/>
              <a:gd name="connsiteY80" fmla="*/ 1947334 h 2870200"/>
              <a:gd name="connsiteX81" fmla="*/ 1447800 w 4089400"/>
              <a:gd name="connsiteY81" fmla="*/ 1938867 h 2870200"/>
              <a:gd name="connsiteX82" fmla="*/ 1490133 w 4089400"/>
              <a:gd name="connsiteY82" fmla="*/ 1803400 h 2870200"/>
              <a:gd name="connsiteX83" fmla="*/ 1549400 w 4089400"/>
              <a:gd name="connsiteY83" fmla="*/ 1651000 h 2870200"/>
              <a:gd name="connsiteX84" fmla="*/ 1557866 w 4089400"/>
              <a:gd name="connsiteY84" fmla="*/ 1591734 h 2870200"/>
              <a:gd name="connsiteX85" fmla="*/ 1574800 w 4089400"/>
              <a:gd name="connsiteY85" fmla="*/ 1566334 h 2870200"/>
              <a:gd name="connsiteX86" fmla="*/ 1583266 w 4089400"/>
              <a:gd name="connsiteY86" fmla="*/ 1524000 h 2870200"/>
              <a:gd name="connsiteX87" fmla="*/ 1591733 w 4089400"/>
              <a:gd name="connsiteY87" fmla="*/ 1498600 h 2870200"/>
              <a:gd name="connsiteX88" fmla="*/ 1608666 w 4089400"/>
              <a:gd name="connsiteY88" fmla="*/ 1524000 h 2870200"/>
              <a:gd name="connsiteX89" fmla="*/ 1634066 w 4089400"/>
              <a:gd name="connsiteY89" fmla="*/ 1490134 h 2870200"/>
              <a:gd name="connsiteX90" fmla="*/ 1659466 w 4089400"/>
              <a:gd name="connsiteY90" fmla="*/ 1388534 h 2870200"/>
              <a:gd name="connsiteX91" fmla="*/ 1718733 w 4089400"/>
              <a:gd name="connsiteY91" fmla="*/ 1286934 h 2870200"/>
              <a:gd name="connsiteX92" fmla="*/ 1769533 w 4089400"/>
              <a:gd name="connsiteY92" fmla="*/ 1176867 h 2870200"/>
              <a:gd name="connsiteX93" fmla="*/ 1794933 w 4089400"/>
              <a:gd name="connsiteY93" fmla="*/ 1202267 h 2870200"/>
              <a:gd name="connsiteX94" fmla="*/ 1803400 w 4089400"/>
              <a:gd name="connsiteY94" fmla="*/ 1227667 h 2870200"/>
              <a:gd name="connsiteX95" fmla="*/ 1820333 w 4089400"/>
              <a:gd name="connsiteY95" fmla="*/ 1261534 h 2870200"/>
              <a:gd name="connsiteX96" fmla="*/ 1862666 w 4089400"/>
              <a:gd name="connsiteY96" fmla="*/ 1422400 h 2870200"/>
              <a:gd name="connsiteX97" fmla="*/ 1913466 w 4089400"/>
              <a:gd name="connsiteY97" fmla="*/ 1600200 h 2870200"/>
              <a:gd name="connsiteX98" fmla="*/ 1964266 w 4089400"/>
              <a:gd name="connsiteY98" fmla="*/ 1744134 h 2870200"/>
              <a:gd name="connsiteX99" fmla="*/ 1981200 w 4089400"/>
              <a:gd name="connsiteY99" fmla="*/ 1498600 h 2870200"/>
              <a:gd name="connsiteX100" fmla="*/ 1998133 w 4089400"/>
              <a:gd name="connsiteY100" fmla="*/ 1464734 h 2870200"/>
              <a:gd name="connsiteX101" fmla="*/ 2006600 w 4089400"/>
              <a:gd name="connsiteY101" fmla="*/ 1439334 h 2870200"/>
              <a:gd name="connsiteX102" fmla="*/ 2057400 w 4089400"/>
              <a:gd name="connsiteY102" fmla="*/ 2032000 h 2870200"/>
              <a:gd name="connsiteX103" fmla="*/ 2065866 w 4089400"/>
              <a:gd name="connsiteY103" fmla="*/ 2150534 h 2870200"/>
              <a:gd name="connsiteX104" fmla="*/ 2074333 w 4089400"/>
              <a:gd name="connsiteY104" fmla="*/ 2489200 h 2870200"/>
              <a:gd name="connsiteX105" fmla="*/ 2108200 w 4089400"/>
              <a:gd name="connsiteY105" fmla="*/ 2421467 h 2870200"/>
              <a:gd name="connsiteX106" fmla="*/ 2150533 w 4089400"/>
              <a:gd name="connsiteY106" fmla="*/ 2319867 h 2870200"/>
              <a:gd name="connsiteX107" fmla="*/ 2175933 w 4089400"/>
              <a:gd name="connsiteY107" fmla="*/ 2286000 h 2870200"/>
              <a:gd name="connsiteX108" fmla="*/ 2209800 w 4089400"/>
              <a:gd name="connsiteY108" fmla="*/ 2235200 h 2870200"/>
              <a:gd name="connsiteX109" fmla="*/ 2226733 w 4089400"/>
              <a:gd name="connsiteY109" fmla="*/ 2514600 h 2870200"/>
              <a:gd name="connsiteX110" fmla="*/ 2252133 w 4089400"/>
              <a:gd name="connsiteY110" fmla="*/ 2565400 h 2870200"/>
              <a:gd name="connsiteX111" fmla="*/ 2260600 w 4089400"/>
              <a:gd name="connsiteY111" fmla="*/ 2489200 h 2870200"/>
              <a:gd name="connsiteX112" fmla="*/ 2277533 w 4089400"/>
              <a:gd name="connsiteY112" fmla="*/ 2421467 h 2870200"/>
              <a:gd name="connsiteX113" fmla="*/ 2286000 w 4089400"/>
              <a:gd name="connsiteY113" fmla="*/ 1718734 h 2870200"/>
              <a:gd name="connsiteX114" fmla="*/ 2311400 w 4089400"/>
              <a:gd name="connsiteY114" fmla="*/ 1811867 h 2870200"/>
              <a:gd name="connsiteX115" fmla="*/ 2336800 w 4089400"/>
              <a:gd name="connsiteY115" fmla="*/ 1871134 h 2870200"/>
              <a:gd name="connsiteX116" fmla="*/ 2362200 w 4089400"/>
              <a:gd name="connsiteY116" fmla="*/ 1938867 h 2870200"/>
              <a:gd name="connsiteX117" fmla="*/ 2370666 w 4089400"/>
              <a:gd name="connsiteY117" fmla="*/ 1972734 h 2870200"/>
              <a:gd name="connsiteX118" fmla="*/ 2379133 w 4089400"/>
              <a:gd name="connsiteY118" fmla="*/ 1574800 h 2870200"/>
              <a:gd name="connsiteX119" fmla="*/ 2404533 w 4089400"/>
              <a:gd name="connsiteY119" fmla="*/ 1236134 h 2870200"/>
              <a:gd name="connsiteX120" fmla="*/ 2421466 w 4089400"/>
              <a:gd name="connsiteY120" fmla="*/ 1092200 h 2870200"/>
              <a:gd name="connsiteX121" fmla="*/ 2429933 w 4089400"/>
              <a:gd name="connsiteY121" fmla="*/ 1066800 h 2870200"/>
              <a:gd name="connsiteX122" fmla="*/ 2438400 w 4089400"/>
              <a:gd name="connsiteY122" fmla="*/ 1092200 h 2870200"/>
              <a:gd name="connsiteX123" fmla="*/ 2455333 w 4089400"/>
              <a:gd name="connsiteY123" fmla="*/ 1117600 h 2870200"/>
              <a:gd name="connsiteX124" fmla="*/ 2463800 w 4089400"/>
              <a:gd name="connsiteY124" fmla="*/ 1227667 h 2870200"/>
              <a:gd name="connsiteX125" fmla="*/ 2489200 w 4089400"/>
              <a:gd name="connsiteY125" fmla="*/ 753534 h 2870200"/>
              <a:gd name="connsiteX126" fmla="*/ 2506133 w 4089400"/>
              <a:gd name="connsiteY126" fmla="*/ 685800 h 2870200"/>
              <a:gd name="connsiteX127" fmla="*/ 2514600 w 4089400"/>
              <a:gd name="connsiteY127" fmla="*/ 609600 h 2870200"/>
              <a:gd name="connsiteX128" fmla="*/ 2523066 w 4089400"/>
              <a:gd name="connsiteY128" fmla="*/ 558800 h 2870200"/>
              <a:gd name="connsiteX129" fmla="*/ 2540000 w 4089400"/>
              <a:gd name="connsiteY129" fmla="*/ 584200 h 2870200"/>
              <a:gd name="connsiteX130" fmla="*/ 2548466 w 4089400"/>
              <a:gd name="connsiteY130" fmla="*/ 778934 h 2870200"/>
              <a:gd name="connsiteX131" fmla="*/ 2590800 w 4089400"/>
              <a:gd name="connsiteY131" fmla="*/ 914400 h 2870200"/>
              <a:gd name="connsiteX132" fmla="*/ 2607733 w 4089400"/>
              <a:gd name="connsiteY132" fmla="*/ 973667 h 2870200"/>
              <a:gd name="connsiteX133" fmla="*/ 2624666 w 4089400"/>
              <a:gd name="connsiteY133" fmla="*/ 812800 h 2870200"/>
              <a:gd name="connsiteX134" fmla="*/ 2641600 w 4089400"/>
              <a:gd name="connsiteY134" fmla="*/ 694267 h 2870200"/>
              <a:gd name="connsiteX135" fmla="*/ 2667000 w 4089400"/>
              <a:gd name="connsiteY135" fmla="*/ 558800 h 2870200"/>
              <a:gd name="connsiteX136" fmla="*/ 2692400 w 4089400"/>
              <a:gd name="connsiteY136" fmla="*/ 321734 h 2870200"/>
              <a:gd name="connsiteX137" fmla="*/ 2709333 w 4089400"/>
              <a:gd name="connsiteY137" fmla="*/ 1058334 h 2870200"/>
              <a:gd name="connsiteX138" fmla="*/ 2735730 w 4089400"/>
              <a:gd name="connsiteY138" fmla="*/ 1023969 h 2870200"/>
              <a:gd name="connsiteX139" fmla="*/ 2785533 w 4089400"/>
              <a:gd name="connsiteY139" fmla="*/ 905934 h 2870200"/>
              <a:gd name="connsiteX140" fmla="*/ 2819400 w 4089400"/>
              <a:gd name="connsiteY140" fmla="*/ 855134 h 2870200"/>
              <a:gd name="connsiteX141" fmla="*/ 2844800 w 4089400"/>
              <a:gd name="connsiteY141" fmla="*/ 1422400 h 2870200"/>
              <a:gd name="connsiteX142" fmla="*/ 2853266 w 4089400"/>
              <a:gd name="connsiteY142" fmla="*/ 1388534 h 2870200"/>
              <a:gd name="connsiteX143" fmla="*/ 2870200 w 4089400"/>
              <a:gd name="connsiteY143" fmla="*/ 1363134 h 2870200"/>
              <a:gd name="connsiteX144" fmla="*/ 2895600 w 4089400"/>
              <a:gd name="connsiteY144" fmla="*/ 1278467 h 2870200"/>
              <a:gd name="connsiteX145" fmla="*/ 2912533 w 4089400"/>
              <a:gd name="connsiteY145" fmla="*/ 1320800 h 2870200"/>
              <a:gd name="connsiteX146" fmla="*/ 2929466 w 4089400"/>
              <a:gd name="connsiteY146" fmla="*/ 1388534 h 2870200"/>
              <a:gd name="connsiteX147" fmla="*/ 2946400 w 4089400"/>
              <a:gd name="connsiteY147" fmla="*/ 1422400 h 2870200"/>
              <a:gd name="connsiteX148" fmla="*/ 2988733 w 4089400"/>
              <a:gd name="connsiteY148" fmla="*/ 1540934 h 2870200"/>
              <a:gd name="connsiteX149" fmla="*/ 3005666 w 4089400"/>
              <a:gd name="connsiteY149" fmla="*/ 1566334 h 2870200"/>
              <a:gd name="connsiteX150" fmla="*/ 3039533 w 4089400"/>
              <a:gd name="connsiteY150" fmla="*/ 1718734 h 2870200"/>
              <a:gd name="connsiteX151" fmla="*/ 3064933 w 4089400"/>
              <a:gd name="connsiteY151" fmla="*/ 1761067 h 2870200"/>
              <a:gd name="connsiteX152" fmla="*/ 3098800 w 4089400"/>
              <a:gd name="connsiteY152" fmla="*/ 1879600 h 2870200"/>
              <a:gd name="connsiteX153" fmla="*/ 3090333 w 4089400"/>
              <a:gd name="connsiteY153" fmla="*/ 1913467 h 2870200"/>
              <a:gd name="connsiteX154" fmla="*/ 3102783 w 4089400"/>
              <a:gd name="connsiteY154" fmla="*/ 1901016 h 2870200"/>
              <a:gd name="connsiteX155" fmla="*/ 3081866 w 4089400"/>
              <a:gd name="connsiteY155" fmla="*/ 1888067 h 2870200"/>
              <a:gd name="connsiteX156" fmla="*/ 3107266 w 4089400"/>
              <a:gd name="connsiteY156" fmla="*/ 1871134 h 2870200"/>
              <a:gd name="connsiteX157" fmla="*/ 3115733 w 4089400"/>
              <a:gd name="connsiteY157" fmla="*/ 1769534 h 2870200"/>
              <a:gd name="connsiteX158" fmla="*/ 3132666 w 4089400"/>
              <a:gd name="connsiteY158" fmla="*/ 1710267 h 2870200"/>
              <a:gd name="connsiteX159" fmla="*/ 3141133 w 4089400"/>
              <a:gd name="connsiteY159" fmla="*/ 1684867 h 2870200"/>
              <a:gd name="connsiteX160" fmla="*/ 3166533 w 4089400"/>
              <a:gd name="connsiteY160" fmla="*/ 1676400 h 2870200"/>
              <a:gd name="connsiteX161" fmla="*/ 3175000 w 4089400"/>
              <a:gd name="connsiteY161" fmla="*/ 2006600 h 2870200"/>
              <a:gd name="connsiteX162" fmla="*/ 3183466 w 4089400"/>
              <a:gd name="connsiteY162" fmla="*/ 2048934 h 2870200"/>
              <a:gd name="connsiteX163" fmla="*/ 3191933 w 4089400"/>
              <a:gd name="connsiteY163" fmla="*/ 2099734 h 2870200"/>
              <a:gd name="connsiteX164" fmla="*/ 3208866 w 4089400"/>
              <a:gd name="connsiteY164" fmla="*/ 2048934 h 2870200"/>
              <a:gd name="connsiteX165" fmla="*/ 3217333 w 4089400"/>
              <a:gd name="connsiteY165" fmla="*/ 1998134 h 2870200"/>
              <a:gd name="connsiteX166" fmla="*/ 3251200 w 4089400"/>
              <a:gd name="connsiteY166" fmla="*/ 2353734 h 2870200"/>
              <a:gd name="connsiteX167" fmla="*/ 3276600 w 4089400"/>
              <a:gd name="connsiteY167" fmla="*/ 2387600 h 2870200"/>
              <a:gd name="connsiteX168" fmla="*/ 3285066 w 4089400"/>
              <a:gd name="connsiteY168" fmla="*/ 2497667 h 2870200"/>
              <a:gd name="connsiteX169" fmla="*/ 3302000 w 4089400"/>
              <a:gd name="connsiteY169" fmla="*/ 2531534 h 2870200"/>
              <a:gd name="connsiteX170" fmla="*/ 3318933 w 4089400"/>
              <a:gd name="connsiteY170" fmla="*/ 2599267 h 2870200"/>
              <a:gd name="connsiteX171" fmla="*/ 3344333 w 4089400"/>
              <a:gd name="connsiteY171" fmla="*/ 2667000 h 2870200"/>
              <a:gd name="connsiteX172" fmla="*/ 3386666 w 4089400"/>
              <a:gd name="connsiteY172" fmla="*/ 2810934 h 2870200"/>
              <a:gd name="connsiteX173" fmla="*/ 3412066 w 4089400"/>
              <a:gd name="connsiteY173" fmla="*/ 2870200 h 2870200"/>
              <a:gd name="connsiteX174" fmla="*/ 3437466 w 4089400"/>
              <a:gd name="connsiteY174" fmla="*/ 1828800 h 2870200"/>
              <a:gd name="connsiteX175" fmla="*/ 3436968 w 4089400"/>
              <a:gd name="connsiteY175" fmla="*/ 2090271 h 2870200"/>
              <a:gd name="connsiteX176" fmla="*/ 3462866 w 4089400"/>
              <a:gd name="connsiteY176" fmla="*/ 1735667 h 2870200"/>
              <a:gd name="connsiteX177" fmla="*/ 3488266 w 4089400"/>
              <a:gd name="connsiteY177" fmla="*/ 1651000 h 2870200"/>
              <a:gd name="connsiteX178" fmla="*/ 3496733 w 4089400"/>
              <a:gd name="connsiteY178" fmla="*/ 1701800 h 2870200"/>
              <a:gd name="connsiteX179" fmla="*/ 3500717 w 4089400"/>
              <a:gd name="connsiteY179" fmla="*/ 1875118 h 2870200"/>
              <a:gd name="connsiteX180" fmla="*/ 3522133 w 4089400"/>
              <a:gd name="connsiteY180" fmla="*/ 1752600 h 2870200"/>
              <a:gd name="connsiteX181" fmla="*/ 3530600 w 4089400"/>
              <a:gd name="connsiteY181" fmla="*/ 1693334 h 2870200"/>
              <a:gd name="connsiteX182" fmla="*/ 3572933 w 4089400"/>
              <a:gd name="connsiteY182" fmla="*/ 1608667 h 2870200"/>
              <a:gd name="connsiteX183" fmla="*/ 3589866 w 4089400"/>
              <a:gd name="connsiteY183" fmla="*/ 1566334 h 2870200"/>
              <a:gd name="connsiteX184" fmla="*/ 3632200 w 4089400"/>
              <a:gd name="connsiteY184" fmla="*/ 1464734 h 2870200"/>
              <a:gd name="connsiteX185" fmla="*/ 3636184 w 4089400"/>
              <a:gd name="connsiteY185" fmla="*/ 1373094 h 2870200"/>
              <a:gd name="connsiteX186" fmla="*/ 3657600 w 4089400"/>
              <a:gd name="connsiteY186" fmla="*/ 1363134 h 2870200"/>
              <a:gd name="connsiteX187" fmla="*/ 3674533 w 4089400"/>
              <a:gd name="connsiteY187" fmla="*/ 1320800 h 2870200"/>
              <a:gd name="connsiteX188" fmla="*/ 3669553 w 4089400"/>
              <a:gd name="connsiteY188" fmla="*/ 1151964 h 2870200"/>
              <a:gd name="connsiteX189" fmla="*/ 3716866 w 4089400"/>
              <a:gd name="connsiteY189" fmla="*/ 1227667 h 2870200"/>
              <a:gd name="connsiteX190" fmla="*/ 3725333 w 4089400"/>
              <a:gd name="connsiteY190" fmla="*/ 1176867 h 2870200"/>
              <a:gd name="connsiteX191" fmla="*/ 3742266 w 4089400"/>
              <a:gd name="connsiteY191" fmla="*/ 1126067 h 2870200"/>
              <a:gd name="connsiteX192" fmla="*/ 3750733 w 4089400"/>
              <a:gd name="connsiteY192" fmla="*/ 1058334 h 2870200"/>
              <a:gd name="connsiteX193" fmla="*/ 3759200 w 4089400"/>
              <a:gd name="connsiteY193" fmla="*/ 1270000 h 2870200"/>
              <a:gd name="connsiteX194" fmla="*/ 3788048 w 4089400"/>
              <a:gd name="connsiteY194" fmla="*/ 678606 h 2870200"/>
              <a:gd name="connsiteX195" fmla="*/ 3793066 w 4089400"/>
              <a:gd name="connsiteY195" fmla="*/ 558800 h 2870200"/>
              <a:gd name="connsiteX196" fmla="*/ 3810000 w 4089400"/>
              <a:gd name="connsiteY196" fmla="*/ 482600 h 2870200"/>
              <a:gd name="connsiteX197" fmla="*/ 3818466 w 4089400"/>
              <a:gd name="connsiteY197" fmla="*/ 533400 h 2870200"/>
              <a:gd name="connsiteX198" fmla="*/ 3835400 w 4089400"/>
              <a:gd name="connsiteY198" fmla="*/ 660400 h 2870200"/>
              <a:gd name="connsiteX199" fmla="*/ 3843866 w 4089400"/>
              <a:gd name="connsiteY199" fmla="*/ 702734 h 2870200"/>
              <a:gd name="connsiteX200" fmla="*/ 3860800 w 4089400"/>
              <a:gd name="connsiteY200" fmla="*/ 736600 h 2870200"/>
              <a:gd name="connsiteX201" fmla="*/ 3877733 w 4089400"/>
              <a:gd name="connsiteY201" fmla="*/ 702734 h 2870200"/>
              <a:gd name="connsiteX202" fmla="*/ 3937000 w 4089400"/>
              <a:gd name="connsiteY202" fmla="*/ 482600 h 2870200"/>
              <a:gd name="connsiteX203" fmla="*/ 3953933 w 4089400"/>
              <a:gd name="connsiteY203" fmla="*/ 457200 h 2870200"/>
              <a:gd name="connsiteX204" fmla="*/ 3979333 w 4089400"/>
              <a:gd name="connsiteY204" fmla="*/ 177800 h 2870200"/>
              <a:gd name="connsiteX205" fmla="*/ 4004733 w 4089400"/>
              <a:gd name="connsiteY205" fmla="*/ 135467 h 2870200"/>
              <a:gd name="connsiteX206" fmla="*/ 4013200 w 4089400"/>
              <a:gd name="connsiteY206" fmla="*/ 101600 h 2870200"/>
              <a:gd name="connsiteX207" fmla="*/ 4021666 w 4089400"/>
              <a:gd name="connsiteY207" fmla="*/ 76200 h 2870200"/>
              <a:gd name="connsiteX208" fmla="*/ 4030133 w 4089400"/>
              <a:gd name="connsiteY208" fmla="*/ 110067 h 2870200"/>
              <a:gd name="connsiteX209" fmla="*/ 4047066 w 4089400"/>
              <a:gd name="connsiteY209" fmla="*/ 160867 h 2870200"/>
              <a:gd name="connsiteX210" fmla="*/ 4089400 w 4089400"/>
              <a:gd name="connsiteY210" fmla="*/ 0 h 2870200"/>
              <a:gd name="connsiteX0" fmla="*/ 0 w 4089400"/>
              <a:gd name="connsiteY0" fmla="*/ 702734 h 2870200"/>
              <a:gd name="connsiteX1" fmla="*/ 8466 w 4089400"/>
              <a:gd name="connsiteY1" fmla="*/ 643467 h 2870200"/>
              <a:gd name="connsiteX2" fmla="*/ 42333 w 4089400"/>
              <a:gd name="connsiteY2" fmla="*/ 567267 h 2870200"/>
              <a:gd name="connsiteX3" fmla="*/ 47892 w 4089400"/>
              <a:gd name="connsiteY3" fmla="*/ 828517 h 2870200"/>
              <a:gd name="connsiteX4" fmla="*/ 32533 w 4089400"/>
              <a:gd name="connsiteY4" fmla="*/ 1083293 h 2870200"/>
              <a:gd name="connsiteX5" fmla="*/ 30266 w 4089400"/>
              <a:gd name="connsiteY5" fmla="*/ 1212385 h 2870200"/>
              <a:gd name="connsiteX6" fmla="*/ 25400 w 4089400"/>
              <a:gd name="connsiteY6" fmla="*/ 1354667 h 2870200"/>
              <a:gd name="connsiteX7" fmla="*/ 33866 w 4089400"/>
              <a:gd name="connsiteY7" fmla="*/ 1329267 h 2870200"/>
              <a:gd name="connsiteX8" fmla="*/ 59266 w 4089400"/>
              <a:gd name="connsiteY8" fmla="*/ 1253067 h 2870200"/>
              <a:gd name="connsiteX9" fmla="*/ 76200 w 4089400"/>
              <a:gd name="connsiteY9" fmla="*/ 1202267 h 2870200"/>
              <a:gd name="connsiteX10" fmla="*/ 110066 w 4089400"/>
              <a:gd name="connsiteY10" fmla="*/ 1100667 h 2870200"/>
              <a:gd name="connsiteX11" fmla="*/ 135466 w 4089400"/>
              <a:gd name="connsiteY11" fmla="*/ 1032934 h 2870200"/>
              <a:gd name="connsiteX12" fmla="*/ 143933 w 4089400"/>
              <a:gd name="connsiteY12" fmla="*/ 999067 h 2870200"/>
              <a:gd name="connsiteX13" fmla="*/ 160866 w 4089400"/>
              <a:gd name="connsiteY13" fmla="*/ 948267 h 2870200"/>
              <a:gd name="connsiteX14" fmla="*/ 177800 w 4089400"/>
              <a:gd name="connsiteY14" fmla="*/ 1134534 h 2870200"/>
              <a:gd name="connsiteX15" fmla="*/ 194733 w 4089400"/>
              <a:gd name="connsiteY15" fmla="*/ 1464734 h 2870200"/>
              <a:gd name="connsiteX16" fmla="*/ 228600 w 4089400"/>
              <a:gd name="connsiteY16" fmla="*/ 1397000 h 2870200"/>
              <a:gd name="connsiteX17" fmla="*/ 254000 w 4089400"/>
              <a:gd name="connsiteY17" fmla="*/ 1363134 h 2870200"/>
              <a:gd name="connsiteX18" fmla="*/ 262466 w 4089400"/>
              <a:gd name="connsiteY18" fmla="*/ 1337734 h 2870200"/>
              <a:gd name="connsiteX19" fmla="*/ 279400 w 4089400"/>
              <a:gd name="connsiteY19" fmla="*/ 1371600 h 2870200"/>
              <a:gd name="connsiteX20" fmla="*/ 287866 w 4089400"/>
              <a:gd name="connsiteY20" fmla="*/ 2243667 h 2870200"/>
              <a:gd name="connsiteX21" fmla="*/ 313266 w 4089400"/>
              <a:gd name="connsiteY21" fmla="*/ 2201334 h 2870200"/>
              <a:gd name="connsiteX22" fmla="*/ 321733 w 4089400"/>
              <a:gd name="connsiteY22" fmla="*/ 2150534 h 2870200"/>
              <a:gd name="connsiteX23" fmla="*/ 346635 w 4089400"/>
              <a:gd name="connsiteY23" fmla="*/ 2376146 h 2870200"/>
              <a:gd name="connsiteX24" fmla="*/ 364066 w 4089400"/>
              <a:gd name="connsiteY24" fmla="*/ 2082800 h 2870200"/>
              <a:gd name="connsiteX25" fmla="*/ 389965 w 4089400"/>
              <a:gd name="connsiteY25" fmla="*/ 1792444 h 2870200"/>
              <a:gd name="connsiteX26" fmla="*/ 397933 w 4089400"/>
              <a:gd name="connsiteY26" fmla="*/ 2032000 h 2870200"/>
              <a:gd name="connsiteX27" fmla="*/ 423333 w 4089400"/>
              <a:gd name="connsiteY27" fmla="*/ 1998134 h 2870200"/>
              <a:gd name="connsiteX28" fmla="*/ 440266 w 4089400"/>
              <a:gd name="connsiteY28" fmla="*/ 1752600 h 2870200"/>
              <a:gd name="connsiteX29" fmla="*/ 465666 w 4089400"/>
              <a:gd name="connsiteY29" fmla="*/ 1651000 h 2870200"/>
              <a:gd name="connsiteX30" fmla="*/ 491066 w 4089400"/>
              <a:gd name="connsiteY30" fmla="*/ 1710267 h 2870200"/>
              <a:gd name="connsiteX31" fmla="*/ 499533 w 4089400"/>
              <a:gd name="connsiteY31" fmla="*/ 1851666 h 2870200"/>
              <a:gd name="connsiteX32" fmla="*/ 533400 w 4089400"/>
              <a:gd name="connsiteY32" fmla="*/ 1820334 h 2870200"/>
              <a:gd name="connsiteX33" fmla="*/ 558800 w 4089400"/>
              <a:gd name="connsiteY33" fmla="*/ 1938867 h 2870200"/>
              <a:gd name="connsiteX34" fmla="*/ 575733 w 4089400"/>
              <a:gd name="connsiteY34" fmla="*/ 1998134 h 2870200"/>
              <a:gd name="connsiteX35" fmla="*/ 592666 w 4089400"/>
              <a:gd name="connsiteY35" fmla="*/ 2023534 h 2870200"/>
              <a:gd name="connsiteX36" fmla="*/ 618066 w 4089400"/>
              <a:gd name="connsiteY36" fmla="*/ 1786467 h 2870200"/>
              <a:gd name="connsiteX37" fmla="*/ 626533 w 4089400"/>
              <a:gd name="connsiteY37" fmla="*/ 1744134 h 2870200"/>
              <a:gd name="connsiteX38" fmla="*/ 643466 w 4089400"/>
              <a:gd name="connsiteY38" fmla="*/ 1718734 h 2870200"/>
              <a:gd name="connsiteX39" fmla="*/ 660400 w 4089400"/>
              <a:gd name="connsiteY39" fmla="*/ 1617134 h 2870200"/>
              <a:gd name="connsiteX40" fmla="*/ 677333 w 4089400"/>
              <a:gd name="connsiteY40" fmla="*/ 1557867 h 2870200"/>
              <a:gd name="connsiteX41" fmla="*/ 685800 w 4089400"/>
              <a:gd name="connsiteY41" fmla="*/ 1524000 h 2870200"/>
              <a:gd name="connsiteX42" fmla="*/ 702733 w 4089400"/>
              <a:gd name="connsiteY42" fmla="*/ 1312334 h 2870200"/>
              <a:gd name="connsiteX43" fmla="*/ 719666 w 4089400"/>
              <a:gd name="connsiteY43" fmla="*/ 1380067 h 2870200"/>
              <a:gd name="connsiteX44" fmla="*/ 736600 w 4089400"/>
              <a:gd name="connsiteY44" fmla="*/ 1532467 h 2870200"/>
              <a:gd name="connsiteX45" fmla="*/ 753533 w 4089400"/>
              <a:gd name="connsiteY45" fmla="*/ 1566334 h 2870200"/>
              <a:gd name="connsiteX46" fmla="*/ 778933 w 4089400"/>
              <a:gd name="connsiteY46" fmla="*/ 1456267 h 2870200"/>
              <a:gd name="connsiteX47" fmla="*/ 795866 w 4089400"/>
              <a:gd name="connsiteY47" fmla="*/ 1430867 h 2870200"/>
              <a:gd name="connsiteX48" fmla="*/ 829733 w 4089400"/>
              <a:gd name="connsiteY48" fmla="*/ 1388534 h 2870200"/>
              <a:gd name="connsiteX49" fmla="*/ 838200 w 4089400"/>
              <a:gd name="connsiteY49" fmla="*/ 1498600 h 2870200"/>
              <a:gd name="connsiteX50" fmla="*/ 863600 w 4089400"/>
              <a:gd name="connsiteY50" fmla="*/ 1811867 h 2870200"/>
              <a:gd name="connsiteX51" fmla="*/ 872066 w 4089400"/>
              <a:gd name="connsiteY51" fmla="*/ 1642534 h 2870200"/>
              <a:gd name="connsiteX52" fmla="*/ 897466 w 4089400"/>
              <a:gd name="connsiteY52" fmla="*/ 1583267 h 2870200"/>
              <a:gd name="connsiteX53" fmla="*/ 905933 w 4089400"/>
              <a:gd name="connsiteY53" fmla="*/ 1557867 h 2870200"/>
              <a:gd name="connsiteX54" fmla="*/ 914400 w 4089400"/>
              <a:gd name="connsiteY54" fmla="*/ 2006600 h 2870200"/>
              <a:gd name="connsiteX55" fmla="*/ 939800 w 4089400"/>
              <a:gd name="connsiteY55" fmla="*/ 2116667 h 2870200"/>
              <a:gd name="connsiteX56" fmla="*/ 948266 w 4089400"/>
              <a:gd name="connsiteY56" fmla="*/ 1948424 h 2870200"/>
              <a:gd name="connsiteX57" fmla="*/ 965200 w 4089400"/>
              <a:gd name="connsiteY57" fmla="*/ 1794934 h 2870200"/>
              <a:gd name="connsiteX58" fmla="*/ 973666 w 4089400"/>
              <a:gd name="connsiteY58" fmla="*/ 1761067 h 2870200"/>
              <a:gd name="connsiteX59" fmla="*/ 990600 w 4089400"/>
              <a:gd name="connsiteY59" fmla="*/ 1871134 h 2870200"/>
              <a:gd name="connsiteX60" fmla="*/ 1007533 w 4089400"/>
              <a:gd name="connsiteY60" fmla="*/ 1947334 h 2870200"/>
              <a:gd name="connsiteX61" fmla="*/ 1024466 w 4089400"/>
              <a:gd name="connsiteY61" fmla="*/ 2040467 h 2870200"/>
              <a:gd name="connsiteX62" fmla="*/ 1049866 w 4089400"/>
              <a:gd name="connsiteY62" fmla="*/ 2108200 h 2870200"/>
              <a:gd name="connsiteX63" fmla="*/ 1058333 w 4089400"/>
              <a:gd name="connsiteY63" fmla="*/ 2150534 h 2870200"/>
              <a:gd name="connsiteX64" fmla="*/ 1100666 w 4089400"/>
              <a:gd name="connsiteY64" fmla="*/ 2209800 h 2870200"/>
              <a:gd name="connsiteX65" fmla="*/ 1109133 w 4089400"/>
              <a:gd name="connsiteY65" fmla="*/ 2108200 h 2870200"/>
              <a:gd name="connsiteX66" fmla="*/ 1159933 w 4089400"/>
              <a:gd name="connsiteY66" fmla="*/ 1989667 h 2870200"/>
              <a:gd name="connsiteX67" fmla="*/ 1210733 w 4089400"/>
              <a:gd name="connsiteY67" fmla="*/ 1913467 h 2870200"/>
              <a:gd name="connsiteX68" fmla="*/ 1219200 w 4089400"/>
              <a:gd name="connsiteY68" fmla="*/ 2167467 h 2870200"/>
              <a:gd name="connsiteX69" fmla="*/ 1236133 w 4089400"/>
              <a:gd name="connsiteY69" fmla="*/ 2082800 h 2870200"/>
              <a:gd name="connsiteX70" fmla="*/ 1244600 w 4089400"/>
              <a:gd name="connsiteY70" fmla="*/ 2015067 h 2870200"/>
              <a:gd name="connsiteX71" fmla="*/ 1286933 w 4089400"/>
              <a:gd name="connsiteY71" fmla="*/ 1854200 h 2870200"/>
              <a:gd name="connsiteX72" fmla="*/ 1295400 w 4089400"/>
              <a:gd name="connsiteY72" fmla="*/ 1803400 h 2870200"/>
              <a:gd name="connsiteX73" fmla="*/ 1320800 w 4089400"/>
              <a:gd name="connsiteY73" fmla="*/ 1701800 h 2870200"/>
              <a:gd name="connsiteX74" fmla="*/ 1346200 w 4089400"/>
              <a:gd name="connsiteY74" fmla="*/ 1718734 h 2870200"/>
              <a:gd name="connsiteX75" fmla="*/ 1354666 w 4089400"/>
              <a:gd name="connsiteY75" fmla="*/ 1744134 h 2870200"/>
              <a:gd name="connsiteX76" fmla="*/ 1380066 w 4089400"/>
              <a:gd name="connsiteY76" fmla="*/ 1828800 h 2870200"/>
              <a:gd name="connsiteX77" fmla="*/ 1397000 w 4089400"/>
              <a:gd name="connsiteY77" fmla="*/ 1879600 h 2870200"/>
              <a:gd name="connsiteX78" fmla="*/ 1405466 w 4089400"/>
              <a:gd name="connsiteY78" fmla="*/ 1913467 h 2870200"/>
              <a:gd name="connsiteX79" fmla="*/ 1430866 w 4089400"/>
              <a:gd name="connsiteY79" fmla="*/ 1947334 h 2870200"/>
              <a:gd name="connsiteX80" fmla="*/ 1447800 w 4089400"/>
              <a:gd name="connsiteY80" fmla="*/ 1938867 h 2870200"/>
              <a:gd name="connsiteX81" fmla="*/ 1490133 w 4089400"/>
              <a:gd name="connsiteY81" fmla="*/ 1803400 h 2870200"/>
              <a:gd name="connsiteX82" fmla="*/ 1549400 w 4089400"/>
              <a:gd name="connsiteY82" fmla="*/ 1651000 h 2870200"/>
              <a:gd name="connsiteX83" fmla="*/ 1557866 w 4089400"/>
              <a:gd name="connsiteY83" fmla="*/ 1591734 h 2870200"/>
              <a:gd name="connsiteX84" fmla="*/ 1574800 w 4089400"/>
              <a:gd name="connsiteY84" fmla="*/ 1566334 h 2870200"/>
              <a:gd name="connsiteX85" fmla="*/ 1583266 w 4089400"/>
              <a:gd name="connsiteY85" fmla="*/ 1524000 h 2870200"/>
              <a:gd name="connsiteX86" fmla="*/ 1591733 w 4089400"/>
              <a:gd name="connsiteY86" fmla="*/ 1498600 h 2870200"/>
              <a:gd name="connsiteX87" fmla="*/ 1608666 w 4089400"/>
              <a:gd name="connsiteY87" fmla="*/ 1524000 h 2870200"/>
              <a:gd name="connsiteX88" fmla="*/ 1634066 w 4089400"/>
              <a:gd name="connsiteY88" fmla="*/ 1490134 h 2870200"/>
              <a:gd name="connsiteX89" fmla="*/ 1659466 w 4089400"/>
              <a:gd name="connsiteY89" fmla="*/ 1388534 h 2870200"/>
              <a:gd name="connsiteX90" fmla="*/ 1718733 w 4089400"/>
              <a:gd name="connsiteY90" fmla="*/ 1286934 h 2870200"/>
              <a:gd name="connsiteX91" fmla="*/ 1769533 w 4089400"/>
              <a:gd name="connsiteY91" fmla="*/ 1176867 h 2870200"/>
              <a:gd name="connsiteX92" fmla="*/ 1794933 w 4089400"/>
              <a:gd name="connsiteY92" fmla="*/ 1202267 h 2870200"/>
              <a:gd name="connsiteX93" fmla="*/ 1803400 w 4089400"/>
              <a:gd name="connsiteY93" fmla="*/ 1227667 h 2870200"/>
              <a:gd name="connsiteX94" fmla="*/ 1820333 w 4089400"/>
              <a:gd name="connsiteY94" fmla="*/ 1261534 h 2870200"/>
              <a:gd name="connsiteX95" fmla="*/ 1862666 w 4089400"/>
              <a:gd name="connsiteY95" fmla="*/ 1422400 h 2870200"/>
              <a:gd name="connsiteX96" fmla="*/ 1913466 w 4089400"/>
              <a:gd name="connsiteY96" fmla="*/ 1600200 h 2870200"/>
              <a:gd name="connsiteX97" fmla="*/ 1964266 w 4089400"/>
              <a:gd name="connsiteY97" fmla="*/ 1744134 h 2870200"/>
              <a:gd name="connsiteX98" fmla="*/ 1981200 w 4089400"/>
              <a:gd name="connsiteY98" fmla="*/ 1498600 h 2870200"/>
              <a:gd name="connsiteX99" fmla="*/ 1998133 w 4089400"/>
              <a:gd name="connsiteY99" fmla="*/ 1464734 h 2870200"/>
              <a:gd name="connsiteX100" fmla="*/ 2006600 w 4089400"/>
              <a:gd name="connsiteY100" fmla="*/ 1439334 h 2870200"/>
              <a:gd name="connsiteX101" fmla="*/ 2057400 w 4089400"/>
              <a:gd name="connsiteY101" fmla="*/ 2032000 h 2870200"/>
              <a:gd name="connsiteX102" fmla="*/ 2065866 w 4089400"/>
              <a:gd name="connsiteY102" fmla="*/ 2150534 h 2870200"/>
              <a:gd name="connsiteX103" fmla="*/ 2074333 w 4089400"/>
              <a:gd name="connsiteY103" fmla="*/ 2489200 h 2870200"/>
              <a:gd name="connsiteX104" fmla="*/ 2108200 w 4089400"/>
              <a:gd name="connsiteY104" fmla="*/ 2421467 h 2870200"/>
              <a:gd name="connsiteX105" fmla="*/ 2150533 w 4089400"/>
              <a:gd name="connsiteY105" fmla="*/ 2319867 h 2870200"/>
              <a:gd name="connsiteX106" fmla="*/ 2175933 w 4089400"/>
              <a:gd name="connsiteY106" fmla="*/ 2286000 h 2870200"/>
              <a:gd name="connsiteX107" fmla="*/ 2209800 w 4089400"/>
              <a:gd name="connsiteY107" fmla="*/ 2235200 h 2870200"/>
              <a:gd name="connsiteX108" fmla="*/ 2226733 w 4089400"/>
              <a:gd name="connsiteY108" fmla="*/ 2514600 h 2870200"/>
              <a:gd name="connsiteX109" fmla="*/ 2252133 w 4089400"/>
              <a:gd name="connsiteY109" fmla="*/ 2565400 h 2870200"/>
              <a:gd name="connsiteX110" fmla="*/ 2260600 w 4089400"/>
              <a:gd name="connsiteY110" fmla="*/ 2489200 h 2870200"/>
              <a:gd name="connsiteX111" fmla="*/ 2277533 w 4089400"/>
              <a:gd name="connsiteY111" fmla="*/ 2421467 h 2870200"/>
              <a:gd name="connsiteX112" fmla="*/ 2286000 w 4089400"/>
              <a:gd name="connsiteY112" fmla="*/ 1718734 h 2870200"/>
              <a:gd name="connsiteX113" fmla="*/ 2311400 w 4089400"/>
              <a:gd name="connsiteY113" fmla="*/ 1811867 h 2870200"/>
              <a:gd name="connsiteX114" fmla="*/ 2336800 w 4089400"/>
              <a:gd name="connsiteY114" fmla="*/ 1871134 h 2870200"/>
              <a:gd name="connsiteX115" fmla="*/ 2362200 w 4089400"/>
              <a:gd name="connsiteY115" fmla="*/ 1938867 h 2870200"/>
              <a:gd name="connsiteX116" fmla="*/ 2370666 w 4089400"/>
              <a:gd name="connsiteY116" fmla="*/ 1972734 h 2870200"/>
              <a:gd name="connsiteX117" fmla="*/ 2379133 w 4089400"/>
              <a:gd name="connsiteY117" fmla="*/ 1574800 h 2870200"/>
              <a:gd name="connsiteX118" fmla="*/ 2404533 w 4089400"/>
              <a:gd name="connsiteY118" fmla="*/ 1236134 h 2870200"/>
              <a:gd name="connsiteX119" fmla="*/ 2421466 w 4089400"/>
              <a:gd name="connsiteY119" fmla="*/ 1092200 h 2870200"/>
              <a:gd name="connsiteX120" fmla="*/ 2429933 w 4089400"/>
              <a:gd name="connsiteY120" fmla="*/ 1066800 h 2870200"/>
              <a:gd name="connsiteX121" fmla="*/ 2438400 w 4089400"/>
              <a:gd name="connsiteY121" fmla="*/ 1092200 h 2870200"/>
              <a:gd name="connsiteX122" fmla="*/ 2455333 w 4089400"/>
              <a:gd name="connsiteY122" fmla="*/ 1117600 h 2870200"/>
              <a:gd name="connsiteX123" fmla="*/ 2463800 w 4089400"/>
              <a:gd name="connsiteY123" fmla="*/ 1227667 h 2870200"/>
              <a:gd name="connsiteX124" fmla="*/ 2489200 w 4089400"/>
              <a:gd name="connsiteY124" fmla="*/ 753534 h 2870200"/>
              <a:gd name="connsiteX125" fmla="*/ 2506133 w 4089400"/>
              <a:gd name="connsiteY125" fmla="*/ 685800 h 2870200"/>
              <a:gd name="connsiteX126" fmla="*/ 2514600 w 4089400"/>
              <a:gd name="connsiteY126" fmla="*/ 609600 h 2870200"/>
              <a:gd name="connsiteX127" fmla="*/ 2523066 w 4089400"/>
              <a:gd name="connsiteY127" fmla="*/ 558800 h 2870200"/>
              <a:gd name="connsiteX128" fmla="*/ 2540000 w 4089400"/>
              <a:gd name="connsiteY128" fmla="*/ 584200 h 2870200"/>
              <a:gd name="connsiteX129" fmla="*/ 2548466 w 4089400"/>
              <a:gd name="connsiteY129" fmla="*/ 778934 h 2870200"/>
              <a:gd name="connsiteX130" fmla="*/ 2590800 w 4089400"/>
              <a:gd name="connsiteY130" fmla="*/ 914400 h 2870200"/>
              <a:gd name="connsiteX131" fmla="*/ 2607733 w 4089400"/>
              <a:gd name="connsiteY131" fmla="*/ 973667 h 2870200"/>
              <a:gd name="connsiteX132" fmla="*/ 2624666 w 4089400"/>
              <a:gd name="connsiteY132" fmla="*/ 812800 h 2870200"/>
              <a:gd name="connsiteX133" fmla="*/ 2641600 w 4089400"/>
              <a:gd name="connsiteY133" fmla="*/ 694267 h 2870200"/>
              <a:gd name="connsiteX134" fmla="*/ 2667000 w 4089400"/>
              <a:gd name="connsiteY134" fmla="*/ 558800 h 2870200"/>
              <a:gd name="connsiteX135" fmla="*/ 2692400 w 4089400"/>
              <a:gd name="connsiteY135" fmla="*/ 321734 h 2870200"/>
              <a:gd name="connsiteX136" fmla="*/ 2709333 w 4089400"/>
              <a:gd name="connsiteY136" fmla="*/ 1058334 h 2870200"/>
              <a:gd name="connsiteX137" fmla="*/ 2735730 w 4089400"/>
              <a:gd name="connsiteY137" fmla="*/ 1023969 h 2870200"/>
              <a:gd name="connsiteX138" fmla="*/ 2785533 w 4089400"/>
              <a:gd name="connsiteY138" fmla="*/ 905934 h 2870200"/>
              <a:gd name="connsiteX139" fmla="*/ 2819400 w 4089400"/>
              <a:gd name="connsiteY139" fmla="*/ 855134 h 2870200"/>
              <a:gd name="connsiteX140" fmla="*/ 2844800 w 4089400"/>
              <a:gd name="connsiteY140" fmla="*/ 1422400 h 2870200"/>
              <a:gd name="connsiteX141" fmla="*/ 2853266 w 4089400"/>
              <a:gd name="connsiteY141" fmla="*/ 1388534 h 2870200"/>
              <a:gd name="connsiteX142" fmla="*/ 2870200 w 4089400"/>
              <a:gd name="connsiteY142" fmla="*/ 1363134 h 2870200"/>
              <a:gd name="connsiteX143" fmla="*/ 2895600 w 4089400"/>
              <a:gd name="connsiteY143" fmla="*/ 1278467 h 2870200"/>
              <a:gd name="connsiteX144" fmla="*/ 2912533 w 4089400"/>
              <a:gd name="connsiteY144" fmla="*/ 1320800 h 2870200"/>
              <a:gd name="connsiteX145" fmla="*/ 2929466 w 4089400"/>
              <a:gd name="connsiteY145" fmla="*/ 1388534 h 2870200"/>
              <a:gd name="connsiteX146" fmla="*/ 2946400 w 4089400"/>
              <a:gd name="connsiteY146" fmla="*/ 1422400 h 2870200"/>
              <a:gd name="connsiteX147" fmla="*/ 2988733 w 4089400"/>
              <a:gd name="connsiteY147" fmla="*/ 1540934 h 2870200"/>
              <a:gd name="connsiteX148" fmla="*/ 3005666 w 4089400"/>
              <a:gd name="connsiteY148" fmla="*/ 1566334 h 2870200"/>
              <a:gd name="connsiteX149" fmla="*/ 3039533 w 4089400"/>
              <a:gd name="connsiteY149" fmla="*/ 1718734 h 2870200"/>
              <a:gd name="connsiteX150" fmla="*/ 3064933 w 4089400"/>
              <a:gd name="connsiteY150" fmla="*/ 1761067 h 2870200"/>
              <a:gd name="connsiteX151" fmla="*/ 3098800 w 4089400"/>
              <a:gd name="connsiteY151" fmla="*/ 1879600 h 2870200"/>
              <a:gd name="connsiteX152" fmla="*/ 3090333 w 4089400"/>
              <a:gd name="connsiteY152" fmla="*/ 1913467 h 2870200"/>
              <a:gd name="connsiteX153" fmla="*/ 3102783 w 4089400"/>
              <a:gd name="connsiteY153" fmla="*/ 1901016 h 2870200"/>
              <a:gd name="connsiteX154" fmla="*/ 3081866 w 4089400"/>
              <a:gd name="connsiteY154" fmla="*/ 1888067 h 2870200"/>
              <a:gd name="connsiteX155" fmla="*/ 3107266 w 4089400"/>
              <a:gd name="connsiteY155" fmla="*/ 1871134 h 2870200"/>
              <a:gd name="connsiteX156" fmla="*/ 3115733 w 4089400"/>
              <a:gd name="connsiteY156" fmla="*/ 1769534 h 2870200"/>
              <a:gd name="connsiteX157" fmla="*/ 3132666 w 4089400"/>
              <a:gd name="connsiteY157" fmla="*/ 1710267 h 2870200"/>
              <a:gd name="connsiteX158" fmla="*/ 3141133 w 4089400"/>
              <a:gd name="connsiteY158" fmla="*/ 1684867 h 2870200"/>
              <a:gd name="connsiteX159" fmla="*/ 3166533 w 4089400"/>
              <a:gd name="connsiteY159" fmla="*/ 1676400 h 2870200"/>
              <a:gd name="connsiteX160" fmla="*/ 3175000 w 4089400"/>
              <a:gd name="connsiteY160" fmla="*/ 2006600 h 2870200"/>
              <a:gd name="connsiteX161" fmla="*/ 3183466 w 4089400"/>
              <a:gd name="connsiteY161" fmla="*/ 2048934 h 2870200"/>
              <a:gd name="connsiteX162" fmla="*/ 3191933 w 4089400"/>
              <a:gd name="connsiteY162" fmla="*/ 2099734 h 2870200"/>
              <a:gd name="connsiteX163" fmla="*/ 3208866 w 4089400"/>
              <a:gd name="connsiteY163" fmla="*/ 2048934 h 2870200"/>
              <a:gd name="connsiteX164" fmla="*/ 3217333 w 4089400"/>
              <a:gd name="connsiteY164" fmla="*/ 1998134 h 2870200"/>
              <a:gd name="connsiteX165" fmla="*/ 3251200 w 4089400"/>
              <a:gd name="connsiteY165" fmla="*/ 2353734 h 2870200"/>
              <a:gd name="connsiteX166" fmla="*/ 3276600 w 4089400"/>
              <a:gd name="connsiteY166" fmla="*/ 2387600 h 2870200"/>
              <a:gd name="connsiteX167" fmla="*/ 3285066 w 4089400"/>
              <a:gd name="connsiteY167" fmla="*/ 2497667 h 2870200"/>
              <a:gd name="connsiteX168" fmla="*/ 3302000 w 4089400"/>
              <a:gd name="connsiteY168" fmla="*/ 2531534 h 2870200"/>
              <a:gd name="connsiteX169" fmla="*/ 3318933 w 4089400"/>
              <a:gd name="connsiteY169" fmla="*/ 2599267 h 2870200"/>
              <a:gd name="connsiteX170" fmla="*/ 3344333 w 4089400"/>
              <a:gd name="connsiteY170" fmla="*/ 2667000 h 2870200"/>
              <a:gd name="connsiteX171" fmla="*/ 3386666 w 4089400"/>
              <a:gd name="connsiteY171" fmla="*/ 2810934 h 2870200"/>
              <a:gd name="connsiteX172" fmla="*/ 3412066 w 4089400"/>
              <a:gd name="connsiteY172" fmla="*/ 2870200 h 2870200"/>
              <a:gd name="connsiteX173" fmla="*/ 3437466 w 4089400"/>
              <a:gd name="connsiteY173" fmla="*/ 1828800 h 2870200"/>
              <a:gd name="connsiteX174" fmla="*/ 3436968 w 4089400"/>
              <a:gd name="connsiteY174" fmla="*/ 2090271 h 2870200"/>
              <a:gd name="connsiteX175" fmla="*/ 3462866 w 4089400"/>
              <a:gd name="connsiteY175" fmla="*/ 1735667 h 2870200"/>
              <a:gd name="connsiteX176" fmla="*/ 3488266 w 4089400"/>
              <a:gd name="connsiteY176" fmla="*/ 1651000 h 2870200"/>
              <a:gd name="connsiteX177" fmla="*/ 3496733 w 4089400"/>
              <a:gd name="connsiteY177" fmla="*/ 1701800 h 2870200"/>
              <a:gd name="connsiteX178" fmla="*/ 3500717 w 4089400"/>
              <a:gd name="connsiteY178" fmla="*/ 1875118 h 2870200"/>
              <a:gd name="connsiteX179" fmla="*/ 3522133 w 4089400"/>
              <a:gd name="connsiteY179" fmla="*/ 1752600 h 2870200"/>
              <a:gd name="connsiteX180" fmla="*/ 3530600 w 4089400"/>
              <a:gd name="connsiteY180" fmla="*/ 1693334 h 2870200"/>
              <a:gd name="connsiteX181" fmla="*/ 3572933 w 4089400"/>
              <a:gd name="connsiteY181" fmla="*/ 1608667 h 2870200"/>
              <a:gd name="connsiteX182" fmla="*/ 3589866 w 4089400"/>
              <a:gd name="connsiteY182" fmla="*/ 1566334 h 2870200"/>
              <a:gd name="connsiteX183" fmla="*/ 3632200 w 4089400"/>
              <a:gd name="connsiteY183" fmla="*/ 1464734 h 2870200"/>
              <a:gd name="connsiteX184" fmla="*/ 3636184 w 4089400"/>
              <a:gd name="connsiteY184" fmla="*/ 1373094 h 2870200"/>
              <a:gd name="connsiteX185" fmla="*/ 3657600 w 4089400"/>
              <a:gd name="connsiteY185" fmla="*/ 1363134 h 2870200"/>
              <a:gd name="connsiteX186" fmla="*/ 3674533 w 4089400"/>
              <a:gd name="connsiteY186" fmla="*/ 1320800 h 2870200"/>
              <a:gd name="connsiteX187" fmla="*/ 3669553 w 4089400"/>
              <a:gd name="connsiteY187" fmla="*/ 1151964 h 2870200"/>
              <a:gd name="connsiteX188" fmla="*/ 3716866 w 4089400"/>
              <a:gd name="connsiteY188" fmla="*/ 1227667 h 2870200"/>
              <a:gd name="connsiteX189" fmla="*/ 3725333 w 4089400"/>
              <a:gd name="connsiteY189" fmla="*/ 1176867 h 2870200"/>
              <a:gd name="connsiteX190" fmla="*/ 3742266 w 4089400"/>
              <a:gd name="connsiteY190" fmla="*/ 1126067 h 2870200"/>
              <a:gd name="connsiteX191" fmla="*/ 3750733 w 4089400"/>
              <a:gd name="connsiteY191" fmla="*/ 1058334 h 2870200"/>
              <a:gd name="connsiteX192" fmla="*/ 3759200 w 4089400"/>
              <a:gd name="connsiteY192" fmla="*/ 1270000 h 2870200"/>
              <a:gd name="connsiteX193" fmla="*/ 3788048 w 4089400"/>
              <a:gd name="connsiteY193" fmla="*/ 678606 h 2870200"/>
              <a:gd name="connsiteX194" fmla="*/ 3793066 w 4089400"/>
              <a:gd name="connsiteY194" fmla="*/ 558800 h 2870200"/>
              <a:gd name="connsiteX195" fmla="*/ 3810000 w 4089400"/>
              <a:gd name="connsiteY195" fmla="*/ 482600 h 2870200"/>
              <a:gd name="connsiteX196" fmla="*/ 3818466 w 4089400"/>
              <a:gd name="connsiteY196" fmla="*/ 533400 h 2870200"/>
              <a:gd name="connsiteX197" fmla="*/ 3835400 w 4089400"/>
              <a:gd name="connsiteY197" fmla="*/ 660400 h 2870200"/>
              <a:gd name="connsiteX198" fmla="*/ 3843866 w 4089400"/>
              <a:gd name="connsiteY198" fmla="*/ 702734 h 2870200"/>
              <a:gd name="connsiteX199" fmla="*/ 3860800 w 4089400"/>
              <a:gd name="connsiteY199" fmla="*/ 736600 h 2870200"/>
              <a:gd name="connsiteX200" fmla="*/ 3877733 w 4089400"/>
              <a:gd name="connsiteY200" fmla="*/ 702734 h 2870200"/>
              <a:gd name="connsiteX201" fmla="*/ 3937000 w 4089400"/>
              <a:gd name="connsiteY201" fmla="*/ 482600 h 2870200"/>
              <a:gd name="connsiteX202" fmla="*/ 3953933 w 4089400"/>
              <a:gd name="connsiteY202" fmla="*/ 457200 h 2870200"/>
              <a:gd name="connsiteX203" fmla="*/ 3979333 w 4089400"/>
              <a:gd name="connsiteY203" fmla="*/ 177800 h 2870200"/>
              <a:gd name="connsiteX204" fmla="*/ 4004733 w 4089400"/>
              <a:gd name="connsiteY204" fmla="*/ 135467 h 2870200"/>
              <a:gd name="connsiteX205" fmla="*/ 4013200 w 4089400"/>
              <a:gd name="connsiteY205" fmla="*/ 101600 h 2870200"/>
              <a:gd name="connsiteX206" fmla="*/ 4021666 w 4089400"/>
              <a:gd name="connsiteY206" fmla="*/ 76200 h 2870200"/>
              <a:gd name="connsiteX207" fmla="*/ 4030133 w 4089400"/>
              <a:gd name="connsiteY207" fmla="*/ 110067 h 2870200"/>
              <a:gd name="connsiteX208" fmla="*/ 4047066 w 4089400"/>
              <a:gd name="connsiteY208" fmla="*/ 160867 h 2870200"/>
              <a:gd name="connsiteX209" fmla="*/ 4089400 w 4089400"/>
              <a:gd name="connsiteY209" fmla="*/ 0 h 2870200"/>
              <a:gd name="connsiteX0" fmla="*/ 0 w 4089400"/>
              <a:gd name="connsiteY0" fmla="*/ 702734 h 2870200"/>
              <a:gd name="connsiteX1" fmla="*/ 8466 w 4089400"/>
              <a:gd name="connsiteY1" fmla="*/ 643467 h 2870200"/>
              <a:gd name="connsiteX2" fmla="*/ 42333 w 4089400"/>
              <a:gd name="connsiteY2" fmla="*/ 567267 h 2870200"/>
              <a:gd name="connsiteX3" fmla="*/ 47892 w 4089400"/>
              <a:gd name="connsiteY3" fmla="*/ 828517 h 2870200"/>
              <a:gd name="connsiteX4" fmla="*/ 32533 w 4089400"/>
              <a:gd name="connsiteY4" fmla="*/ 1083293 h 2870200"/>
              <a:gd name="connsiteX5" fmla="*/ 30266 w 4089400"/>
              <a:gd name="connsiteY5" fmla="*/ 1212385 h 2870200"/>
              <a:gd name="connsiteX6" fmla="*/ 25400 w 4089400"/>
              <a:gd name="connsiteY6" fmla="*/ 1354667 h 2870200"/>
              <a:gd name="connsiteX7" fmla="*/ 33866 w 4089400"/>
              <a:gd name="connsiteY7" fmla="*/ 1329267 h 2870200"/>
              <a:gd name="connsiteX8" fmla="*/ 59266 w 4089400"/>
              <a:gd name="connsiteY8" fmla="*/ 1253067 h 2870200"/>
              <a:gd name="connsiteX9" fmla="*/ 76200 w 4089400"/>
              <a:gd name="connsiteY9" fmla="*/ 1202267 h 2870200"/>
              <a:gd name="connsiteX10" fmla="*/ 110066 w 4089400"/>
              <a:gd name="connsiteY10" fmla="*/ 1100667 h 2870200"/>
              <a:gd name="connsiteX11" fmla="*/ 143933 w 4089400"/>
              <a:gd name="connsiteY11" fmla="*/ 999067 h 2870200"/>
              <a:gd name="connsiteX12" fmla="*/ 160866 w 4089400"/>
              <a:gd name="connsiteY12" fmla="*/ 948267 h 2870200"/>
              <a:gd name="connsiteX13" fmla="*/ 177800 w 4089400"/>
              <a:gd name="connsiteY13" fmla="*/ 1134534 h 2870200"/>
              <a:gd name="connsiteX14" fmla="*/ 194733 w 4089400"/>
              <a:gd name="connsiteY14" fmla="*/ 1464734 h 2870200"/>
              <a:gd name="connsiteX15" fmla="*/ 228600 w 4089400"/>
              <a:gd name="connsiteY15" fmla="*/ 1397000 h 2870200"/>
              <a:gd name="connsiteX16" fmla="*/ 254000 w 4089400"/>
              <a:gd name="connsiteY16" fmla="*/ 1363134 h 2870200"/>
              <a:gd name="connsiteX17" fmla="*/ 262466 w 4089400"/>
              <a:gd name="connsiteY17" fmla="*/ 1337734 h 2870200"/>
              <a:gd name="connsiteX18" fmla="*/ 279400 w 4089400"/>
              <a:gd name="connsiteY18" fmla="*/ 1371600 h 2870200"/>
              <a:gd name="connsiteX19" fmla="*/ 287866 w 4089400"/>
              <a:gd name="connsiteY19" fmla="*/ 2243667 h 2870200"/>
              <a:gd name="connsiteX20" fmla="*/ 313266 w 4089400"/>
              <a:gd name="connsiteY20" fmla="*/ 2201334 h 2870200"/>
              <a:gd name="connsiteX21" fmla="*/ 321733 w 4089400"/>
              <a:gd name="connsiteY21" fmla="*/ 2150534 h 2870200"/>
              <a:gd name="connsiteX22" fmla="*/ 346635 w 4089400"/>
              <a:gd name="connsiteY22" fmla="*/ 2376146 h 2870200"/>
              <a:gd name="connsiteX23" fmla="*/ 364066 w 4089400"/>
              <a:gd name="connsiteY23" fmla="*/ 2082800 h 2870200"/>
              <a:gd name="connsiteX24" fmla="*/ 389965 w 4089400"/>
              <a:gd name="connsiteY24" fmla="*/ 1792444 h 2870200"/>
              <a:gd name="connsiteX25" fmla="*/ 397933 w 4089400"/>
              <a:gd name="connsiteY25" fmla="*/ 2032000 h 2870200"/>
              <a:gd name="connsiteX26" fmla="*/ 423333 w 4089400"/>
              <a:gd name="connsiteY26" fmla="*/ 1998134 h 2870200"/>
              <a:gd name="connsiteX27" fmla="*/ 440266 w 4089400"/>
              <a:gd name="connsiteY27" fmla="*/ 1752600 h 2870200"/>
              <a:gd name="connsiteX28" fmla="*/ 465666 w 4089400"/>
              <a:gd name="connsiteY28" fmla="*/ 1651000 h 2870200"/>
              <a:gd name="connsiteX29" fmla="*/ 491066 w 4089400"/>
              <a:gd name="connsiteY29" fmla="*/ 1710267 h 2870200"/>
              <a:gd name="connsiteX30" fmla="*/ 499533 w 4089400"/>
              <a:gd name="connsiteY30" fmla="*/ 1851666 h 2870200"/>
              <a:gd name="connsiteX31" fmla="*/ 533400 w 4089400"/>
              <a:gd name="connsiteY31" fmla="*/ 1820334 h 2870200"/>
              <a:gd name="connsiteX32" fmla="*/ 558800 w 4089400"/>
              <a:gd name="connsiteY32" fmla="*/ 1938867 h 2870200"/>
              <a:gd name="connsiteX33" fmla="*/ 575733 w 4089400"/>
              <a:gd name="connsiteY33" fmla="*/ 1998134 h 2870200"/>
              <a:gd name="connsiteX34" fmla="*/ 592666 w 4089400"/>
              <a:gd name="connsiteY34" fmla="*/ 2023534 h 2870200"/>
              <a:gd name="connsiteX35" fmla="*/ 618066 w 4089400"/>
              <a:gd name="connsiteY35" fmla="*/ 1786467 h 2870200"/>
              <a:gd name="connsiteX36" fmla="*/ 626533 w 4089400"/>
              <a:gd name="connsiteY36" fmla="*/ 1744134 h 2870200"/>
              <a:gd name="connsiteX37" fmla="*/ 643466 w 4089400"/>
              <a:gd name="connsiteY37" fmla="*/ 1718734 h 2870200"/>
              <a:gd name="connsiteX38" fmla="*/ 660400 w 4089400"/>
              <a:gd name="connsiteY38" fmla="*/ 1617134 h 2870200"/>
              <a:gd name="connsiteX39" fmla="*/ 677333 w 4089400"/>
              <a:gd name="connsiteY39" fmla="*/ 1557867 h 2870200"/>
              <a:gd name="connsiteX40" fmla="*/ 685800 w 4089400"/>
              <a:gd name="connsiteY40" fmla="*/ 1524000 h 2870200"/>
              <a:gd name="connsiteX41" fmla="*/ 702733 w 4089400"/>
              <a:gd name="connsiteY41" fmla="*/ 1312334 h 2870200"/>
              <a:gd name="connsiteX42" fmla="*/ 719666 w 4089400"/>
              <a:gd name="connsiteY42" fmla="*/ 1380067 h 2870200"/>
              <a:gd name="connsiteX43" fmla="*/ 736600 w 4089400"/>
              <a:gd name="connsiteY43" fmla="*/ 1532467 h 2870200"/>
              <a:gd name="connsiteX44" fmla="*/ 753533 w 4089400"/>
              <a:gd name="connsiteY44" fmla="*/ 1566334 h 2870200"/>
              <a:gd name="connsiteX45" fmla="*/ 778933 w 4089400"/>
              <a:gd name="connsiteY45" fmla="*/ 1456267 h 2870200"/>
              <a:gd name="connsiteX46" fmla="*/ 795866 w 4089400"/>
              <a:gd name="connsiteY46" fmla="*/ 1430867 h 2870200"/>
              <a:gd name="connsiteX47" fmla="*/ 829733 w 4089400"/>
              <a:gd name="connsiteY47" fmla="*/ 1388534 h 2870200"/>
              <a:gd name="connsiteX48" fmla="*/ 838200 w 4089400"/>
              <a:gd name="connsiteY48" fmla="*/ 1498600 h 2870200"/>
              <a:gd name="connsiteX49" fmla="*/ 863600 w 4089400"/>
              <a:gd name="connsiteY49" fmla="*/ 1811867 h 2870200"/>
              <a:gd name="connsiteX50" fmla="*/ 872066 w 4089400"/>
              <a:gd name="connsiteY50" fmla="*/ 1642534 h 2870200"/>
              <a:gd name="connsiteX51" fmla="*/ 897466 w 4089400"/>
              <a:gd name="connsiteY51" fmla="*/ 1583267 h 2870200"/>
              <a:gd name="connsiteX52" fmla="*/ 905933 w 4089400"/>
              <a:gd name="connsiteY52" fmla="*/ 1557867 h 2870200"/>
              <a:gd name="connsiteX53" fmla="*/ 914400 w 4089400"/>
              <a:gd name="connsiteY53" fmla="*/ 2006600 h 2870200"/>
              <a:gd name="connsiteX54" fmla="*/ 939800 w 4089400"/>
              <a:gd name="connsiteY54" fmla="*/ 2116667 h 2870200"/>
              <a:gd name="connsiteX55" fmla="*/ 948266 w 4089400"/>
              <a:gd name="connsiteY55" fmla="*/ 1948424 h 2870200"/>
              <a:gd name="connsiteX56" fmla="*/ 965200 w 4089400"/>
              <a:gd name="connsiteY56" fmla="*/ 1794934 h 2870200"/>
              <a:gd name="connsiteX57" fmla="*/ 973666 w 4089400"/>
              <a:gd name="connsiteY57" fmla="*/ 1761067 h 2870200"/>
              <a:gd name="connsiteX58" fmla="*/ 990600 w 4089400"/>
              <a:gd name="connsiteY58" fmla="*/ 1871134 h 2870200"/>
              <a:gd name="connsiteX59" fmla="*/ 1007533 w 4089400"/>
              <a:gd name="connsiteY59" fmla="*/ 1947334 h 2870200"/>
              <a:gd name="connsiteX60" fmla="*/ 1024466 w 4089400"/>
              <a:gd name="connsiteY60" fmla="*/ 2040467 h 2870200"/>
              <a:gd name="connsiteX61" fmla="*/ 1049866 w 4089400"/>
              <a:gd name="connsiteY61" fmla="*/ 2108200 h 2870200"/>
              <a:gd name="connsiteX62" fmla="*/ 1058333 w 4089400"/>
              <a:gd name="connsiteY62" fmla="*/ 2150534 h 2870200"/>
              <a:gd name="connsiteX63" fmla="*/ 1100666 w 4089400"/>
              <a:gd name="connsiteY63" fmla="*/ 2209800 h 2870200"/>
              <a:gd name="connsiteX64" fmla="*/ 1109133 w 4089400"/>
              <a:gd name="connsiteY64" fmla="*/ 2108200 h 2870200"/>
              <a:gd name="connsiteX65" fmla="*/ 1159933 w 4089400"/>
              <a:gd name="connsiteY65" fmla="*/ 1989667 h 2870200"/>
              <a:gd name="connsiteX66" fmla="*/ 1210733 w 4089400"/>
              <a:gd name="connsiteY66" fmla="*/ 1913467 h 2870200"/>
              <a:gd name="connsiteX67" fmla="*/ 1219200 w 4089400"/>
              <a:gd name="connsiteY67" fmla="*/ 2167467 h 2870200"/>
              <a:gd name="connsiteX68" fmla="*/ 1236133 w 4089400"/>
              <a:gd name="connsiteY68" fmla="*/ 2082800 h 2870200"/>
              <a:gd name="connsiteX69" fmla="*/ 1244600 w 4089400"/>
              <a:gd name="connsiteY69" fmla="*/ 2015067 h 2870200"/>
              <a:gd name="connsiteX70" fmla="*/ 1286933 w 4089400"/>
              <a:gd name="connsiteY70" fmla="*/ 1854200 h 2870200"/>
              <a:gd name="connsiteX71" fmla="*/ 1295400 w 4089400"/>
              <a:gd name="connsiteY71" fmla="*/ 1803400 h 2870200"/>
              <a:gd name="connsiteX72" fmla="*/ 1320800 w 4089400"/>
              <a:gd name="connsiteY72" fmla="*/ 1701800 h 2870200"/>
              <a:gd name="connsiteX73" fmla="*/ 1346200 w 4089400"/>
              <a:gd name="connsiteY73" fmla="*/ 1718734 h 2870200"/>
              <a:gd name="connsiteX74" fmla="*/ 1354666 w 4089400"/>
              <a:gd name="connsiteY74" fmla="*/ 1744134 h 2870200"/>
              <a:gd name="connsiteX75" fmla="*/ 1380066 w 4089400"/>
              <a:gd name="connsiteY75" fmla="*/ 1828800 h 2870200"/>
              <a:gd name="connsiteX76" fmla="*/ 1397000 w 4089400"/>
              <a:gd name="connsiteY76" fmla="*/ 1879600 h 2870200"/>
              <a:gd name="connsiteX77" fmla="*/ 1405466 w 4089400"/>
              <a:gd name="connsiteY77" fmla="*/ 1913467 h 2870200"/>
              <a:gd name="connsiteX78" fmla="*/ 1430866 w 4089400"/>
              <a:gd name="connsiteY78" fmla="*/ 1947334 h 2870200"/>
              <a:gd name="connsiteX79" fmla="*/ 1447800 w 4089400"/>
              <a:gd name="connsiteY79" fmla="*/ 1938867 h 2870200"/>
              <a:gd name="connsiteX80" fmla="*/ 1490133 w 4089400"/>
              <a:gd name="connsiteY80" fmla="*/ 1803400 h 2870200"/>
              <a:gd name="connsiteX81" fmla="*/ 1549400 w 4089400"/>
              <a:gd name="connsiteY81" fmla="*/ 1651000 h 2870200"/>
              <a:gd name="connsiteX82" fmla="*/ 1557866 w 4089400"/>
              <a:gd name="connsiteY82" fmla="*/ 1591734 h 2870200"/>
              <a:gd name="connsiteX83" fmla="*/ 1574800 w 4089400"/>
              <a:gd name="connsiteY83" fmla="*/ 1566334 h 2870200"/>
              <a:gd name="connsiteX84" fmla="*/ 1583266 w 4089400"/>
              <a:gd name="connsiteY84" fmla="*/ 1524000 h 2870200"/>
              <a:gd name="connsiteX85" fmla="*/ 1591733 w 4089400"/>
              <a:gd name="connsiteY85" fmla="*/ 1498600 h 2870200"/>
              <a:gd name="connsiteX86" fmla="*/ 1608666 w 4089400"/>
              <a:gd name="connsiteY86" fmla="*/ 1524000 h 2870200"/>
              <a:gd name="connsiteX87" fmla="*/ 1634066 w 4089400"/>
              <a:gd name="connsiteY87" fmla="*/ 1490134 h 2870200"/>
              <a:gd name="connsiteX88" fmla="*/ 1659466 w 4089400"/>
              <a:gd name="connsiteY88" fmla="*/ 1388534 h 2870200"/>
              <a:gd name="connsiteX89" fmla="*/ 1718733 w 4089400"/>
              <a:gd name="connsiteY89" fmla="*/ 1286934 h 2870200"/>
              <a:gd name="connsiteX90" fmla="*/ 1769533 w 4089400"/>
              <a:gd name="connsiteY90" fmla="*/ 1176867 h 2870200"/>
              <a:gd name="connsiteX91" fmla="*/ 1794933 w 4089400"/>
              <a:gd name="connsiteY91" fmla="*/ 1202267 h 2870200"/>
              <a:gd name="connsiteX92" fmla="*/ 1803400 w 4089400"/>
              <a:gd name="connsiteY92" fmla="*/ 1227667 h 2870200"/>
              <a:gd name="connsiteX93" fmla="*/ 1820333 w 4089400"/>
              <a:gd name="connsiteY93" fmla="*/ 1261534 h 2870200"/>
              <a:gd name="connsiteX94" fmla="*/ 1862666 w 4089400"/>
              <a:gd name="connsiteY94" fmla="*/ 1422400 h 2870200"/>
              <a:gd name="connsiteX95" fmla="*/ 1913466 w 4089400"/>
              <a:gd name="connsiteY95" fmla="*/ 1600200 h 2870200"/>
              <a:gd name="connsiteX96" fmla="*/ 1964266 w 4089400"/>
              <a:gd name="connsiteY96" fmla="*/ 1744134 h 2870200"/>
              <a:gd name="connsiteX97" fmla="*/ 1981200 w 4089400"/>
              <a:gd name="connsiteY97" fmla="*/ 1498600 h 2870200"/>
              <a:gd name="connsiteX98" fmla="*/ 1998133 w 4089400"/>
              <a:gd name="connsiteY98" fmla="*/ 1464734 h 2870200"/>
              <a:gd name="connsiteX99" fmla="*/ 2006600 w 4089400"/>
              <a:gd name="connsiteY99" fmla="*/ 1439334 h 2870200"/>
              <a:gd name="connsiteX100" fmla="*/ 2057400 w 4089400"/>
              <a:gd name="connsiteY100" fmla="*/ 2032000 h 2870200"/>
              <a:gd name="connsiteX101" fmla="*/ 2065866 w 4089400"/>
              <a:gd name="connsiteY101" fmla="*/ 2150534 h 2870200"/>
              <a:gd name="connsiteX102" fmla="*/ 2074333 w 4089400"/>
              <a:gd name="connsiteY102" fmla="*/ 2489200 h 2870200"/>
              <a:gd name="connsiteX103" fmla="*/ 2108200 w 4089400"/>
              <a:gd name="connsiteY103" fmla="*/ 2421467 h 2870200"/>
              <a:gd name="connsiteX104" fmla="*/ 2150533 w 4089400"/>
              <a:gd name="connsiteY104" fmla="*/ 2319867 h 2870200"/>
              <a:gd name="connsiteX105" fmla="*/ 2175933 w 4089400"/>
              <a:gd name="connsiteY105" fmla="*/ 2286000 h 2870200"/>
              <a:gd name="connsiteX106" fmla="*/ 2209800 w 4089400"/>
              <a:gd name="connsiteY106" fmla="*/ 2235200 h 2870200"/>
              <a:gd name="connsiteX107" fmla="*/ 2226733 w 4089400"/>
              <a:gd name="connsiteY107" fmla="*/ 2514600 h 2870200"/>
              <a:gd name="connsiteX108" fmla="*/ 2252133 w 4089400"/>
              <a:gd name="connsiteY108" fmla="*/ 2565400 h 2870200"/>
              <a:gd name="connsiteX109" fmla="*/ 2260600 w 4089400"/>
              <a:gd name="connsiteY109" fmla="*/ 2489200 h 2870200"/>
              <a:gd name="connsiteX110" fmla="*/ 2277533 w 4089400"/>
              <a:gd name="connsiteY110" fmla="*/ 2421467 h 2870200"/>
              <a:gd name="connsiteX111" fmla="*/ 2286000 w 4089400"/>
              <a:gd name="connsiteY111" fmla="*/ 1718734 h 2870200"/>
              <a:gd name="connsiteX112" fmla="*/ 2311400 w 4089400"/>
              <a:gd name="connsiteY112" fmla="*/ 1811867 h 2870200"/>
              <a:gd name="connsiteX113" fmla="*/ 2336800 w 4089400"/>
              <a:gd name="connsiteY113" fmla="*/ 1871134 h 2870200"/>
              <a:gd name="connsiteX114" fmla="*/ 2362200 w 4089400"/>
              <a:gd name="connsiteY114" fmla="*/ 1938867 h 2870200"/>
              <a:gd name="connsiteX115" fmla="*/ 2370666 w 4089400"/>
              <a:gd name="connsiteY115" fmla="*/ 1972734 h 2870200"/>
              <a:gd name="connsiteX116" fmla="*/ 2379133 w 4089400"/>
              <a:gd name="connsiteY116" fmla="*/ 1574800 h 2870200"/>
              <a:gd name="connsiteX117" fmla="*/ 2404533 w 4089400"/>
              <a:gd name="connsiteY117" fmla="*/ 1236134 h 2870200"/>
              <a:gd name="connsiteX118" fmla="*/ 2421466 w 4089400"/>
              <a:gd name="connsiteY118" fmla="*/ 1092200 h 2870200"/>
              <a:gd name="connsiteX119" fmla="*/ 2429933 w 4089400"/>
              <a:gd name="connsiteY119" fmla="*/ 1066800 h 2870200"/>
              <a:gd name="connsiteX120" fmla="*/ 2438400 w 4089400"/>
              <a:gd name="connsiteY120" fmla="*/ 1092200 h 2870200"/>
              <a:gd name="connsiteX121" fmla="*/ 2455333 w 4089400"/>
              <a:gd name="connsiteY121" fmla="*/ 1117600 h 2870200"/>
              <a:gd name="connsiteX122" fmla="*/ 2463800 w 4089400"/>
              <a:gd name="connsiteY122" fmla="*/ 1227667 h 2870200"/>
              <a:gd name="connsiteX123" fmla="*/ 2489200 w 4089400"/>
              <a:gd name="connsiteY123" fmla="*/ 753534 h 2870200"/>
              <a:gd name="connsiteX124" fmla="*/ 2506133 w 4089400"/>
              <a:gd name="connsiteY124" fmla="*/ 685800 h 2870200"/>
              <a:gd name="connsiteX125" fmla="*/ 2514600 w 4089400"/>
              <a:gd name="connsiteY125" fmla="*/ 609600 h 2870200"/>
              <a:gd name="connsiteX126" fmla="*/ 2523066 w 4089400"/>
              <a:gd name="connsiteY126" fmla="*/ 558800 h 2870200"/>
              <a:gd name="connsiteX127" fmla="*/ 2540000 w 4089400"/>
              <a:gd name="connsiteY127" fmla="*/ 584200 h 2870200"/>
              <a:gd name="connsiteX128" fmla="*/ 2548466 w 4089400"/>
              <a:gd name="connsiteY128" fmla="*/ 778934 h 2870200"/>
              <a:gd name="connsiteX129" fmla="*/ 2590800 w 4089400"/>
              <a:gd name="connsiteY129" fmla="*/ 914400 h 2870200"/>
              <a:gd name="connsiteX130" fmla="*/ 2607733 w 4089400"/>
              <a:gd name="connsiteY130" fmla="*/ 973667 h 2870200"/>
              <a:gd name="connsiteX131" fmla="*/ 2624666 w 4089400"/>
              <a:gd name="connsiteY131" fmla="*/ 812800 h 2870200"/>
              <a:gd name="connsiteX132" fmla="*/ 2641600 w 4089400"/>
              <a:gd name="connsiteY132" fmla="*/ 694267 h 2870200"/>
              <a:gd name="connsiteX133" fmla="*/ 2667000 w 4089400"/>
              <a:gd name="connsiteY133" fmla="*/ 558800 h 2870200"/>
              <a:gd name="connsiteX134" fmla="*/ 2692400 w 4089400"/>
              <a:gd name="connsiteY134" fmla="*/ 321734 h 2870200"/>
              <a:gd name="connsiteX135" fmla="*/ 2709333 w 4089400"/>
              <a:gd name="connsiteY135" fmla="*/ 1058334 h 2870200"/>
              <a:gd name="connsiteX136" fmla="*/ 2735730 w 4089400"/>
              <a:gd name="connsiteY136" fmla="*/ 1023969 h 2870200"/>
              <a:gd name="connsiteX137" fmla="*/ 2785533 w 4089400"/>
              <a:gd name="connsiteY137" fmla="*/ 905934 h 2870200"/>
              <a:gd name="connsiteX138" fmla="*/ 2819400 w 4089400"/>
              <a:gd name="connsiteY138" fmla="*/ 855134 h 2870200"/>
              <a:gd name="connsiteX139" fmla="*/ 2844800 w 4089400"/>
              <a:gd name="connsiteY139" fmla="*/ 1422400 h 2870200"/>
              <a:gd name="connsiteX140" fmla="*/ 2853266 w 4089400"/>
              <a:gd name="connsiteY140" fmla="*/ 1388534 h 2870200"/>
              <a:gd name="connsiteX141" fmla="*/ 2870200 w 4089400"/>
              <a:gd name="connsiteY141" fmla="*/ 1363134 h 2870200"/>
              <a:gd name="connsiteX142" fmla="*/ 2895600 w 4089400"/>
              <a:gd name="connsiteY142" fmla="*/ 1278467 h 2870200"/>
              <a:gd name="connsiteX143" fmla="*/ 2912533 w 4089400"/>
              <a:gd name="connsiteY143" fmla="*/ 1320800 h 2870200"/>
              <a:gd name="connsiteX144" fmla="*/ 2929466 w 4089400"/>
              <a:gd name="connsiteY144" fmla="*/ 1388534 h 2870200"/>
              <a:gd name="connsiteX145" fmla="*/ 2946400 w 4089400"/>
              <a:gd name="connsiteY145" fmla="*/ 1422400 h 2870200"/>
              <a:gd name="connsiteX146" fmla="*/ 2988733 w 4089400"/>
              <a:gd name="connsiteY146" fmla="*/ 1540934 h 2870200"/>
              <a:gd name="connsiteX147" fmla="*/ 3005666 w 4089400"/>
              <a:gd name="connsiteY147" fmla="*/ 1566334 h 2870200"/>
              <a:gd name="connsiteX148" fmla="*/ 3039533 w 4089400"/>
              <a:gd name="connsiteY148" fmla="*/ 1718734 h 2870200"/>
              <a:gd name="connsiteX149" fmla="*/ 3064933 w 4089400"/>
              <a:gd name="connsiteY149" fmla="*/ 1761067 h 2870200"/>
              <a:gd name="connsiteX150" fmla="*/ 3098800 w 4089400"/>
              <a:gd name="connsiteY150" fmla="*/ 1879600 h 2870200"/>
              <a:gd name="connsiteX151" fmla="*/ 3090333 w 4089400"/>
              <a:gd name="connsiteY151" fmla="*/ 1913467 h 2870200"/>
              <a:gd name="connsiteX152" fmla="*/ 3102783 w 4089400"/>
              <a:gd name="connsiteY152" fmla="*/ 1901016 h 2870200"/>
              <a:gd name="connsiteX153" fmla="*/ 3081866 w 4089400"/>
              <a:gd name="connsiteY153" fmla="*/ 1888067 h 2870200"/>
              <a:gd name="connsiteX154" fmla="*/ 3107266 w 4089400"/>
              <a:gd name="connsiteY154" fmla="*/ 1871134 h 2870200"/>
              <a:gd name="connsiteX155" fmla="*/ 3115733 w 4089400"/>
              <a:gd name="connsiteY155" fmla="*/ 1769534 h 2870200"/>
              <a:gd name="connsiteX156" fmla="*/ 3132666 w 4089400"/>
              <a:gd name="connsiteY156" fmla="*/ 1710267 h 2870200"/>
              <a:gd name="connsiteX157" fmla="*/ 3141133 w 4089400"/>
              <a:gd name="connsiteY157" fmla="*/ 1684867 h 2870200"/>
              <a:gd name="connsiteX158" fmla="*/ 3166533 w 4089400"/>
              <a:gd name="connsiteY158" fmla="*/ 1676400 h 2870200"/>
              <a:gd name="connsiteX159" fmla="*/ 3175000 w 4089400"/>
              <a:gd name="connsiteY159" fmla="*/ 2006600 h 2870200"/>
              <a:gd name="connsiteX160" fmla="*/ 3183466 w 4089400"/>
              <a:gd name="connsiteY160" fmla="*/ 2048934 h 2870200"/>
              <a:gd name="connsiteX161" fmla="*/ 3191933 w 4089400"/>
              <a:gd name="connsiteY161" fmla="*/ 2099734 h 2870200"/>
              <a:gd name="connsiteX162" fmla="*/ 3208866 w 4089400"/>
              <a:gd name="connsiteY162" fmla="*/ 2048934 h 2870200"/>
              <a:gd name="connsiteX163" fmla="*/ 3217333 w 4089400"/>
              <a:gd name="connsiteY163" fmla="*/ 1998134 h 2870200"/>
              <a:gd name="connsiteX164" fmla="*/ 3251200 w 4089400"/>
              <a:gd name="connsiteY164" fmla="*/ 2353734 h 2870200"/>
              <a:gd name="connsiteX165" fmla="*/ 3276600 w 4089400"/>
              <a:gd name="connsiteY165" fmla="*/ 2387600 h 2870200"/>
              <a:gd name="connsiteX166" fmla="*/ 3285066 w 4089400"/>
              <a:gd name="connsiteY166" fmla="*/ 2497667 h 2870200"/>
              <a:gd name="connsiteX167" fmla="*/ 3302000 w 4089400"/>
              <a:gd name="connsiteY167" fmla="*/ 2531534 h 2870200"/>
              <a:gd name="connsiteX168" fmla="*/ 3318933 w 4089400"/>
              <a:gd name="connsiteY168" fmla="*/ 2599267 h 2870200"/>
              <a:gd name="connsiteX169" fmla="*/ 3344333 w 4089400"/>
              <a:gd name="connsiteY169" fmla="*/ 2667000 h 2870200"/>
              <a:gd name="connsiteX170" fmla="*/ 3386666 w 4089400"/>
              <a:gd name="connsiteY170" fmla="*/ 2810934 h 2870200"/>
              <a:gd name="connsiteX171" fmla="*/ 3412066 w 4089400"/>
              <a:gd name="connsiteY171" fmla="*/ 2870200 h 2870200"/>
              <a:gd name="connsiteX172" fmla="*/ 3437466 w 4089400"/>
              <a:gd name="connsiteY172" fmla="*/ 1828800 h 2870200"/>
              <a:gd name="connsiteX173" fmla="*/ 3436968 w 4089400"/>
              <a:gd name="connsiteY173" fmla="*/ 2090271 h 2870200"/>
              <a:gd name="connsiteX174" fmla="*/ 3462866 w 4089400"/>
              <a:gd name="connsiteY174" fmla="*/ 1735667 h 2870200"/>
              <a:gd name="connsiteX175" fmla="*/ 3488266 w 4089400"/>
              <a:gd name="connsiteY175" fmla="*/ 1651000 h 2870200"/>
              <a:gd name="connsiteX176" fmla="*/ 3496733 w 4089400"/>
              <a:gd name="connsiteY176" fmla="*/ 1701800 h 2870200"/>
              <a:gd name="connsiteX177" fmla="*/ 3500717 w 4089400"/>
              <a:gd name="connsiteY177" fmla="*/ 1875118 h 2870200"/>
              <a:gd name="connsiteX178" fmla="*/ 3522133 w 4089400"/>
              <a:gd name="connsiteY178" fmla="*/ 1752600 h 2870200"/>
              <a:gd name="connsiteX179" fmla="*/ 3530600 w 4089400"/>
              <a:gd name="connsiteY179" fmla="*/ 1693334 h 2870200"/>
              <a:gd name="connsiteX180" fmla="*/ 3572933 w 4089400"/>
              <a:gd name="connsiteY180" fmla="*/ 1608667 h 2870200"/>
              <a:gd name="connsiteX181" fmla="*/ 3589866 w 4089400"/>
              <a:gd name="connsiteY181" fmla="*/ 1566334 h 2870200"/>
              <a:gd name="connsiteX182" fmla="*/ 3632200 w 4089400"/>
              <a:gd name="connsiteY182" fmla="*/ 1464734 h 2870200"/>
              <a:gd name="connsiteX183" fmla="*/ 3636184 w 4089400"/>
              <a:gd name="connsiteY183" fmla="*/ 1373094 h 2870200"/>
              <a:gd name="connsiteX184" fmla="*/ 3657600 w 4089400"/>
              <a:gd name="connsiteY184" fmla="*/ 1363134 h 2870200"/>
              <a:gd name="connsiteX185" fmla="*/ 3674533 w 4089400"/>
              <a:gd name="connsiteY185" fmla="*/ 1320800 h 2870200"/>
              <a:gd name="connsiteX186" fmla="*/ 3669553 w 4089400"/>
              <a:gd name="connsiteY186" fmla="*/ 1151964 h 2870200"/>
              <a:gd name="connsiteX187" fmla="*/ 3716866 w 4089400"/>
              <a:gd name="connsiteY187" fmla="*/ 1227667 h 2870200"/>
              <a:gd name="connsiteX188" fmla="*/ 3725333 w 4089400"/>
              <a:gd name="connsiteY188" fmla="*/ 1176867 h 2870200"/>
              <a:gd name="connsiteX189" fmla="*/ 3742266 w 4089400"/>
              <a:gd name="connsiteY189" fmla="*/ 1126067 h 2870200"/>
              <a:gd name="connsiteX190" fmla="*/ 3750733 w 4089400"/>
              <a:gd name="connsiteY190" fmla="*/ 1058334 h 2870200"/>
              <a:gd name="connsiteX191" fmla="*/ 3759200 w 4089400"/>
              <a:gd name="connsiteY191" fmla="*/ 1270000 h 2870200"/>
              <a:gd name="connsiteX192" fmla="*/ 3788048 w 4089400"/>
              <a:gd name="connsiteY192" fmla="*/ 678606 h 2870200"/>
              <a:gd name="connsiteX193" fmla="*/ 3793066 w 4089400"/>
              <a:gd name="connsiteY193" fmla="*/ 558800 h 2870200"/>
              <a:gd name="connsiteX194" fmla="*/ 3810000 w 4089400"/>
              <a:gd name="connsiteY194" fmla="*/ 482600 h 2870200"/>
              <a:gd name="connsiteX195" fmla="*/ 3818466 w 4089400"/>
              <a:gd name="connsiteY195" fmla="*/ 533400 h 2870200"/>
              <a:gd name="connsiteX196" fmla="*/ 3835400 w 4089400"/>
              <a:gd name="connsiteY196" fmla="*/ 660400 h 2870200"/>
              <a:gd name="connsiteX197" fmla="*/ 3843866 w 4089400"/>
              <a:gd name="connsiteY197" fmla="*/ 702734 h 2870200"/>
              <a:gd name="connsiteX198" fmla="*/ 3860800 w 4089400"/>
              <a:gd name="connsiteY198" fmla="*/ 736600 h 2870200"/>
              <a:gd name="connsiteX199" fmla="*/ 3877733 w 4089400"/>
              <a:gd name="connsiteY199" fmla="*/ 702734 h 2870200"/>
              <a:gd name="connsiteX200" fmla="*/ 3937000 w 4089400"/>
              <a:gd name="connsiteY200" fmla="*/ 482600 h 2870200"/>
              <a:gd name="connsiteX201" fmla="*/ 3953933 w 4089400"/>
              <a:gd name="connsiteY201" fmla="*/ 457200 h 2870200"/>
              <a:gd name="connsiteX202" fmla="*/ 3979333 w 4089400"/>
              <a:gd name="connsiteY202" fmla="*/ 177800 h 2870200"/>
              <a:gd name="connsiteX203" fmla="*/ 4004733 w 4089400"/>
              <a:gd name="connsiteY203" fmla="*/ 135467 h 2870200"/>
              <a:gd name="connsiteX204" fmla="*/ 4013200 w 4089400"/>
              <a:gd name="connsiteY204" fmla="*/ 101600 h 2870200"/>
              <a:gd name="connsiteX205" fmla="*/ 4021666 w 4089400"/>
              <a:gd name="connsiteY205" fmla="*/ 76200 h 2870200"/>
              <a:gd name="connsiteX206" fmla="*/ 4030133 w 4089400"/>
              <a:gd name="connsiteY206" fmla="*/ 110067 h 2870200"/>
              <a:gd name="connsiteX207" fmla="*/ 4047066 w 4089400"/>
              <a:gd name="connsiteY207" fmla="*/ 160867 h 2870200"/>
              <a:gd name="connsiteX208" fmla="*/ 4089400 w 4089400"/>
              <a:gd name="connsiteY208" fmla="*/ 0 h 2870200"/>
              <a:gd name="connsiteX0" fmla="*/ 0 w 4089400"/>
              <a:gd name="connsiteY0" fmla="*/ 702734 h 2870200"/>
              <a:gd name="connsiteX1" fmla="*/ 8466 w 4089400"/>
              <a:gd name="connsiteY1" fmla="*/ 643467 h 2870200"/>
              <a:gd name="connsiteX2" fmla="*/ 42333 w 4089400"/>
              <a:gd name="connsiteY2" fmla="*/ 567267 h 2870200"/>
              <a:gd name="connsiteX3" fmla="*/ 47892 w 4089400"/>
              <a:gd name="connsiteY3" fmla="*/ 828517 h 2870200"/>
              <a:gd name="connsiteX4" fmla="*/ 32533 w 4089400"/>
              <a:gd name="connsiteY4" fmla="*/ 1083293 h 2870200"/>
              <a:gd name="connsiteX5" fmla="*/ 30266 w 4089400"/>
              <a:gd name="connsiteY5" fmla="*/ 1212385 h 2870200"/>
              <a:gd name="connsiteX6" fmla="*/ 25400 w 4089400"/>
              <a:gd name="connsiteY6" fmla="*/ 1354667 h 2870200"/>
              <a:gd name="connsiteX7" fmla="*/ 33866 w 4089400"/>
              <a:gd name="connsiteY7" fmla="*/ 1329267 h 2870200"/>
              <a:gd name="connsiteX8" fmla="*/ 59266 w 4089400"/>
              <a:gd name="connsiteY8" fmla="*/ 1253067 h 2870200"/>
              <a:gd name="connsiteX9" fmla="*/ 76200 w 4089400"/>
              <a:gd name="connsiteY9" fmla="*/ 1202267 h 2870200"/>
              <a:gd name="connsiteX10" fmla="*/ 110066 w 4089400"/>
              <a:gd name="connsiteY10" fmla="*/ 1100667 h 2870200"/>
              <a:gd name="connsiteX11" fmla="*/ 143933 w 4089400"/>
              <a:gd name="connsiteY11" fmla="*/ 999067 h 2870200"/>
              <a:gd name="connsiteX12" fmla="*/ 160866 w 4089400"/>
              <a:gd name="connsiteY12" fmla="*/ 948267 h 2870200"/>
              <a:gd name="connsiteX13" fmla="*/ 177800 w 4089400"/>
              <a:gd name="connsiteY13" fmla="*/ 1134534 h 2870200"/>
              <a:gd name="connsiteX14" fmla="*/ 194733 w 4089400"/>
              <a:gd name="connsiteY14" fmla="*/ 1464734 h 2870200"/>
              <a:gd name="connsiteX15" fmla="*/ 228600 w 4089400"/>
              <a:gd name="connsiteY15" fmla="*/ 1397000 h 2870200"/>
              <a:gd name="connsiteX16" fmla="*/ 254000 w 4089400"/>
              <a:gd name="connsiteY16" fmla="*/ 1363134 h 2870200"/>
              <a:gd name="connsiteX17" fmla="*/ 279400 w 4089400"/>
              <a:gd name="connsiteY17" fmla="*/ 1371600 h 2870200"/>
              <a:gd name="connsiteX18" fmla="*/ 287866 w 4089400"/>
              <a:gd name="connsiteY18" fmla="*/ 2243667 h 2870200"/>
              <a:gd name="connsiteX19" fmla="*/ 313266 w 4089400"/>
              <a:gd name="connsiteY19" fmla="*/ 2201334 h 2870200"/>
              <a:gd name="connsiteX20" fmla="*/ 321733 w 4089400"/>
              <a:gd name="connsiteY20" fmla="*/ 2150534 h 2870200"/>
              <a:gd name="connsiteX21" fmla="*/ 346635 w 4089400"/>
              <a:gd name="connsiteY21" fmla="*/ 2376146 h 2870200"/>
              <a:gd name="connsiteX22" fmla="*/ 364066 w 4089400"/>
              <a:gd name="connsiteY22" fmla="*/ 2082800 h 2870200"/>
              <a:gd name="connsiteX23" fmla="*/ 389965 w 4089400"/>
              <a:gd name="connsiteY23" fmla="*/ 1792444 h 2870200"/>
              <a:gd name="connsiteX24" fmla="*/ 397933 w 4089400"/>
              <a:gd name="connsiteY24" fmla="*/ 2032000 h 2870200"/>
              <a:gd name="connsiteX25" fmla="*/ 423333 w 4089400"/>
              <a:gd name="connsiteY25" fmla="*/ 1998134 h 2870200"/>
              <a:gd name="connsiteX26" fmla="*/ 440266 w 4089400"/>
              <a:gd name="connsiteY26" fmla="*/ 1752600 h 2870200"/>
              <a:gd name="connsiteX27" fmla="*/ 465666 w 4089400"/>
              <a:gd name="connsiteY27" fmla="*/ 1651000 h 2870200"/>
              <a:gd name="connsiteX28" fmla="*/ 491066 w 4089400"/>
              <a:gd name="connsiteY28" fmla="*/ 1710267 h 2870200"/>
              <a:gd name="connsiteX29" fmla="*/ 499533 w 4089400"/>
              <a:gd name="connsiteY29" fmla="*/ 1851666 h 2870200"/>
              <a:gd name="connsiteX30" fmla="*/ 533400 w 4089400"/>
              <a:gd name="connsiteY30" fmla="*/ 1820334 h 2870200"/>
              <a:gd name="connsiteX31" fmla="*/ 558800 w 4089400"/>
              <a:gd name="connsiteY31" fmla="*/ 1938867 h 2870200"/>
              <a:gd name="connsiteX32" fmla="*/ 575733 w 4089400"/>
              <a:gd name="connsiteY32" fmla="*/ 1998134 h 2870200"/>
              <a:gd name="connsiteX33" fmla="*/ 592666 w 4089400"/>
              <a:gd name="connsiteY33" fmla="*/ 2023534 h 2870200"/>
              <a:gd name="connsiteX34" fmla="*/ 618066 w 4089400"/>
              <a:gd name="connsiteY34" fmla="*/ 1786467 h 2870200"/>
              <a:gd name="connsiteX35" fmla="*/ 626533 w 4089400"/>
              <a:gd name="connsiteY35" fmla="*/ 1744134 h 2870200"/>
              <a:gd name="connsiteX36" fmla="*/ 643466 w 4089400"/>
              <a:gd name="connsiteY36" fmla="*/ 1718734 h 2870200"/>
              <a:gd name="connsiteX37" fmla="*/ 660400 w 4089400"/>
              <a:gd name="connsiteY37" fmla="*/ 1617134 h 2870200"/>
              <a:gd name="connsiteX38" fmla="*/ 677333 w 4089400"/>
              <a:gd name="connsiteY38" fmla="*/ 1557867 h 2870200"/>
              <a:gd name="connsiteX39" fmla="*/ 685800 w 4089400"/>
              <a:gd name="connsiteY39" fmla="*/ 1524000 h 2870200"/>
              <a:gd name="connsiteX40" fmla="*/ 702733 w 4089400"/>
              <a:gd name="connsiteY40" fmla="*/ 1312334 h 2870200"/>
              <a:gd name="connsiteX41" fmla="*/ 719666 w 4089400"/>
              <a:gd name="connsiteY41" fmla="*/ 1380067 h 2870200"/>
              <a:gd name="connsiteX42" fmla="*/ 736600 w 4089400"/>
              <a:gd name="connsiteY42" fmla="*/ 1532467 h 2870200"/>
              <a:gd name="connsiteX43" fmla="*/ 753533 w 4089400"/>
              <a:gd name="connsiteY43" fmla="*/ 1566334 h 2870200"/>
              <a:gd name="connsiteX44" fmla="*/ 778933 w 4089400"/>
              <a:gd name="connsiteY44" fmla="*/ 1456267 h 2870200"/>
              <a:gd name="connsiteX45" fmla="*/ 795866 w 4089400"/>
              <a:gd name="connsiteY45" fmla="*/ 1430867 h 2870200"/>
              <a:gd name="connsiteX46" fmla="*/ 829733 w 4089400"/>
              <a:gd name="connsiteY46" fmla="*/ 1388534 h 2870200"/>
              <a:gd name="connsiteX47" fmla="*/ 838200 w 4089400"/>
              <a:gd name="connsiteY47" fmla="*/ 1498600 h 2870200"/>
              <a:gd name="connsiteX48" fmla="*/ 863600 w 4089400"/>
              <a:gd name="connsiteY48" fmla="*/ 1811867 h 2870200"/>
              <a:gd name="connsiteX49" fmla="*/ 872066 w 4089400"/>
              <a:gd name="connsiteY49" fmla="*/ 1642534 h 2870200"/>
              <a:gd name="connsiteX50" fmla="*/ 897466 w 4089400"/>
              <a:gd name="connsiteY50" fmla="*/ 1583267 h 2870200"/>
              <a:gd name="connsiteX51" fmla="*/ 905933 w 4089400"/>
              <a:gd name="connsiteY51" fmla="*/ 1557867 h 2870200"/>
              <a:gd name="connsiteX52" fmla="*/ 914400 w 4089400"/>
              <a:gd name="connsiteY52" fmla="*/ 2006600 h 2870200"/>
              <a:gd name="connsiteX53" fmla="*/ 939800 w 4089400"/>
              <a:gd name="connsiteY53" fmla="*/ 2116667 h 2870200"/>
              <a:gd name="connsiteX54" fmla="*/ 948266 w 4089400"/>
              <a:gd name="connsiteY54" fmla="*/ 1948424 h 2870200"/>
              <a:gd name="connsiteX55" fmla="*/ 965200 w 4089400"/>
              <a:gd name="connsiteY55" fmla="*/ 1794934 h 2870200"/>
              <a:gd name="connsiteX56" fmla="*/ 973666 w 4089400"/>
              <a:gd name="connsiteY56" fmla="*/ 1761067 h 2870200"/>
              <a:gd name="connsiteX57" fmla="*/ 990600 w 4089400"/>
              <a:gd name="connsiteY57" fmla="*/ 1871134 h 2870200"/>
              <a:gd name="connsiteX58" fmla="*/ 1007533 w 4089400"/>
              <a:gd name="connsiteY58" fmla="*/ 1947334 h 2870200"/>
              <a:gd name="connsiteX59" fmla="*/ 1024466 w 4089400"/>
              <a:gd name="connsiteY59" fmla="*/ 2040467 h 2870200"/>
              <a:gd name="connsiteX60" fmla="*/ 1049866 w 4089400"/>
              <a:gd name="connsiteY60" fmla="*/ 2108200 h 2870200"/>
              <a:gd name="connsiteX61" fmla="*/ 1058333 w 4089400"/>
              <a:gd name="connsiteY61" fmla="*/ 2150534 h 2870200"/>
              <a:gd name="connsiteX62" fmla="*/ 1100666 w 4089400"/>
              <a:gd name="connsiteY62" fmla="*/ 2209800 h 2870200"/>
              <a:gd name="connsiteX63" fmla="*/ 1109133 w 4089400"/>
              <a:gd name="connsiteY63" fmla="*/ 2108200 h 2870200"/>
              <a:gd name="connsiteX64" fmla="*/ 1159933 w 4089400"/>
              <a:gd name="connsiteY64" fmla="*/ 1989667 h 2870200"/>
              <a:gd name="connsiteX65" fmla="*/ 1210733 w 4089400"/>
              <a:gd name="connsiteY65" fmla="*/ 1913467 h 2870200"/>
              <a:gd name="connsiteX66" fmla="*/ 1219200 w 4089400"/>
              <a:gd name="connsiteY66" fmla="*/ 2167467 h 2870200"/>
              <a:gd name="connsiteX67" fmla="*/ 1236133 w 4089400"/>
              <a:gd name="connsiteY67" fmla="*/ 2082800 h 2870200"/>
              <a:gd name="connsiteX68" fmla="*/ 1244600 w 4089400"/>
              <a:gd name="connsiteY68" fmla="*/ 2015067 h 2870200"/>
              <a:gd name="connsiteX69" fmla="*/ 1286933 w 4089400"/>
              <a:gd name="connsiteY69" fmla="*/ 1854200 h 2870200"/>
              <a:gd name="connsiteX70" fmla="*/ 1295400 w 4089400"/>
              <a:gd name="connsiteY70" fmla="*/ 1803400 h 2870200"/>
              <a:gd name="connsiteX71" fmla="*/ 1320800 w 4089400"/>
              <a:gd name="connsiteY71" fmla="*/ 1701800 h 2870200"/>
              <a:gd name="connsiteX72" fmla="*/ 1346200 w 4089400"/>
              <a:gd name="connsiteY72" fmla="*/ 1718734 h 2870200"/>
              <a:gd name="connsiteX73" fmla="*/ 1354666 w 4089400"/>
              <a:gd name="connsiteY73" fmla="*/ 1744134 h 2870200"/>
              <a:gd name="connsiteX74" fmla="*/ 1380066 w 4089400"/>
              <a:gd name="connsiteY74" fmla="*/ 1828800 h 2870200"/>
              <a:gd name="connsiteX75" fmla="*/ 1397000 w 4089400"/>
              <a:gd name="connsiteY75" fmla="*/ 1879600 h 2870200"/>
              <a:gd name="connsiteX76" fmla="*/ 1405466 w 4089400"/>
              <a:gd name="connsiteY76" fmla="*/ 1913467 h 2870200"/>
              <a:gd name="connsiteX77" fmla="*/ 1430866 w 4089400"/>
              <a:gd name="connsiteY77" fmla="*/ 1947334 h 2870200"/>
              <a:gd name="connsiteX78" fmla="*/ 1447800 w 4089400"/>
              <a:gd name="connsiteY78" fmla="*/ 1938867 h 2870200"/>
              <a:gd name="connsiteX79" fmla="*/ 1490133 w 4089400"/>
              <a:gd name="connsiteY79" fmla="*/ 1803400 h 2870200"/>
              <a:gd name="connsiteX80" fmla="*/ 1549400 w 4089400"/>
              <a:gd name="connsiteY80" fmla="*/ 1651000 h 2870200"/>
              <a:gd name="connsiteX81" fmla="*/ 1557866 w 4089400"/>
              <a:gd name="connsiteY81" fmla="*/ 1591734 h 2870200"/>
              <a:gd name="connsiteX82" fmla="*/ 1574800 w 4089400"/>
              <a:gd name="connsiteY82" fmla="*/ 1566334 h 2870200"/>
              <a:gd name="connsiteX83" fmla="*/ 1583266 w 4089400"/>
              <a:gd name="connsiteY83" fmla="*/ 1524000 h 2870200"/>
              <a:gd name="connsiteX84" fmla="*/ 1591733 w 4089400"/>
              <a:gd name="connsiteY84" fmla="*/ 1498600 h 2870200"/>
              <a:gd name="connsiteX85" fmla="*/ 1608666 w 4089400"/>
              <a:gd name="connsiteY85" fmla="*/ 1524000 h 2870200"/>
              <a:gd name="connsiteX86" fmla="*/ 1634066 w 4089400"/>
              <a:gd name="connsiteY86" fmla="*/ 1490134 h 2870200"/>
              <a:gd name="connsiteX87" fmla="*/ 1659466 w 4089400"/>
              <a:gd name="connsiteY87" fmla="*/ 1388534 h 2870200"/>
              <a:gd name="connsiteX88" fmla="*/ 1718733 w 4089400"/>
              <a:gd name="connsiteY88" fmla="*/ 1286934 h 2870200"/>
              <a:gd name="connsiteX89" fmla="*/ 1769533 w 4089400"/>
              <a:gd name="connsiteY89" fmla="*/ 1176867 h 2870200"/>
              <a:gd name="connsiteX90" fmla="*/ 1794933 w 4089400"/>
              <a:gd name="connsiteY90" fmla="*/ 1202267 h 2870200"/>
              <a:gd name="connsiteX91" fmla="*/ 1803400 w 4089400"/>
              <a:gd name="connsiteY91" fmla="*/ 1227667 h 2870200"/>
              <a:gd name="connsiteX92" fmla="*/ 1820333 w 4089400"/>
              <a:gd name="connsiteY92" fmla="*/ 1261534 h 2870200"/>
              <a:gd name="connsiteX93" fmla="*/ 1862666 w 4089400"/>
              <a:gd name="connsiteY93" fmla="*/ 1422400 h 2870200"/>
              <a:gd name="connsiteX94" fmla="*/ 1913466 w 4089400"/>
              <a:gd name="connsiteY94" fmla="*/ 1600200 h 2870200"/>
              <a:gd name="connsiteX95" fmla="*/ 1964266 w 4089400"/>
              <a:gd name="connsiteY95" fmla="*/ 1744134 h 2870200"/>
              <a:gd name="connsiteX96" fmla="*/ 1981200 w 4089400"/>
              <a:gd name="connsiteY96" fmla="*/ 1498600 h 2870200"/>
              <a:gd name="connsiteX97" fmla="*/ 1998133 w 4089400"/>
              <a:gd name="connsiteY97" fmla="*/ 1464734 h 2870200"/>
              <a:gd name="connsiteX98" fmla="*/ 2006600 w 4089400"/>
              <a:gd name="connsiteY98" fmla="*/ 1439334 h 2870200"/>
              <a:gd name="connsiteX99" fmla="*/ 2057400 w 4089400"/>
              <a:gd name="connsiteY99" fmla="*/ 2032000 h 2870200"/>
              <a:gd name="connsiteX100" fmla="*/ 2065866 w 4089400"/>
              <a:gd name="connsiteY100" fmla="*/ 2150534 h 2870200"/>
              <a:gd name="connsiteX101" fmla="*/ 2074333 w 4089400"/>
              <a:gd name="connsiteY101" fmla="*/ 2489200 h 2870200"/>
              <a:gd name="connsiteX102" fmla="*/ 2108200 w 4089400"/>
              <a:gd name="connsiteY102" fmla="*/ 2421467 h 2870200"/>
              <a:gd name="connsiteX103" fmla="*/ 2150533 w 4089400"/>
              <a:gd name="connsiteY103" fmla="*/ 2319867 h 2870200"/>
              <a:gd name="connsiteX104" fmla="*/ 2175933 w 4089400"/>
              <a:gd name="connsiteY104" fmla="*/ 2286000 h 2870200"/>
              <a:gd name="connsiteX105" fmla="*/ 2209800 w 4089400"/>
              <a:gd name="connsiteY105" fmla="*/ 2235200 h 2870200"/>
              <a:gd name="connsiteX106" fmla="*/ 2226733 w 4089400"/>
              <a:gd name="connsiteY106" fmla="*/ 2514600 h 2870200"/>
              <a:gd name="connsiteX107" fmla="*/ 2252133 w 4089400"/>
              <a:gd name="connsiteY107" fmla="*/ 2565400 h 2870200"/>
              <a:gd name="connsiteX108" fmla="*/ 2260600 w 4089400"/>
              <a:gd name="connsiteY108" fmla="*/ 2489200 h 2870200"/>
              <a:gd name="connsiteX109" fmla="*/ 2277533 w 4089400"/>
              <a:gd name="connsiteY109" fmla="*/ 2421467 h 2870200"/>
              <a:gd name="connsiteX110" fmla="*/ 2286000 w 4089400"/>
              <a:gd name="connsiteY110" fmla="*/ 1718734 h 2870200"/>
              <a:gd name="connsiteX111" fmla="*/ 2311400 w 4089400"/>
              <a:gd name="connsiteY111" fmla="*/ 1811867 h 2870200"/>
              <a:gd name="connsiteX112" fmla="*/ 2336800 w 4089400"/>
              <a:gd name="connsiteY112" fmla="*/ 1871134 h 2870200"/>
              <a:gd name="connsiteX113" fmla="*/ 2362200 w 4089400"/>
              <a:gd name="connsiteY113" fmla="*/ 1938867 h 2870200"/>
              <a:gd name="connsiteX114" fmla="*/ 2370666 w 4089400"/>
              <a:gd name="connsiteY114" fmla="*/ 1972734 h 2870200"/>
              <a:gd name="connsiteX115" fmla="*/ 2379133 w 4089400"/>
              <a:gd name="connsiteY115" fmla="*/ 1574800 h 2870200"/>
              <a:gd name="connsiteX116" fmla="*/ 2404533 w 4089400"/>
              <a:gd name="connsiteY116" fmla="*/ 1236134 h 2870200"/>
              <a:gd name="connsiteX117" fmla="*/ 2421466 w 4089400"/>
              <a:gd name="connsiteY117" fmla="*/ 1092200 h 2870200"/>
              <a:gd name="connsiteX118" fmla="*/ 2429933 w 4089400"/>
              <a:gd name="connsiteY118" fmla="*/ 1066800 h 2870200"/>
              <a:gd name="connsiteX119" fmla="*/ 2438400 w 4089400"/>
              <a:gd name="connsiteY119" fmla="*/ 1092200 h 2870200"/>
              <a:gd name="connsiteX120" fmla="*/ 2455333 w 4089400"/>
              <a:gd name="connsiteY120" fmla="*/ 1117600 h 2870200"/>
              <a:gd name="connsiteX121" fmla="*/ 2463800 w 4089400"/>
              <a:gd name="connsiteY121" fmla="*/ 1227667 h 2870200"/>
              <a:gd name="connsiteX122" fmla="*/ 2489200 w 4089400"/>
              <a:gd name="connsiteY122" fmla="*/ 753534 h 2870200"/>
              <a:gd name="connsiteX123" fmla="*/ 2506133 w 4089400"/>
              <a:gd name="connsiteY123" fmla="*/ 685800 h 2870200"/>
              <a:gd name="connsiteX124" fmla="*/ 2514600 w 4089400"/>
              <a:gd name="connsiteY124" fmla="*/ 609600 h 2870200"/>
              <a:gd name="connsiteX125" fmla="*/ 2523066 w 4089400"/>
              <a:gd name="connsiteY125" fmla="*/ 558800 h 2870200"/>
              <a:gd name="connsiteX126" fmla="*/ 2540000 w 4089400"/>
              <a:gd name="connsiteY126" fmla="*/ 584200 h 2870200"/>
              <a:gd name="connsiteX127" fmla="*/ 2548466 w 4089400"/>
              <a:gd name="connsiteY127" fmla="*/ 778934 h 2870200"/>
              <a:gd name="connsiteX128" fmla="*/ 2590800 w 4089400"/>
              <a:gd name="connsiteY128" fmla="*/ 914400 h 2870200"/>
              <a:gd name="connsiteX129" fmla="*/ 2607733 w 4089400"/>
              <a:gd name="connsiteY129" fmla="*/ 973667 h 2870200"/>
              <a:gd name="connsiteX130" fmla="*/ 2624666 w 4089400"/>
              <a:gd name="connsiteY130" fmla="*/ 812800 h 2870200"/>
              <a:gd name="connsiteX131" fmla="*/ 2641600 w 4089400"/>
              <a:gd name="connsiteY131" fmla="*/ 694267 h 2870200"/>
              <a:gd name="connsiteX132" fmla="*/ 2667000 w 4089400"/>
              <a:gd name="connsiteY132" fmla="*/ 558800 h 2870200"/>
              <a:gd name="connsiteX133" fmla="*/ 2692400 w 4089400"/>
              <a:gd name="connsiteY133" fmla="*/ 321734 h 2870200"/>
              <a:gd name="connsiteX134" fmla="*/ 2709333 w 4089400"/>
              <a:gd name="connsiteY134" fmla="*/ 1058334 h 2870200"/>
              <a:gd name="connsiteX135" fmla="*/ 2735730 w 4089400"/>
              <a:gd name="connsiteY135" fmla="*/ 1023969 h 2870200"/>
              <a:gd name="connsiteX136" fmla="*/ 2785533 w 4089400"/>
              <a:gd name="connsiteY136" fmla="*/ 905934 h 2870200"/>
              <a:gd name="connsiteX137" fmla="*/ 2819400 w 4089400"/>
              <a:gd name="connsiteY137" fmla="*/ 855134 h 2870200"/>
              <a:gd name="connsiteX138" fmla="*/ 2844800 w 4089400"/>
              <a:gd name="connsiteY138" fmla="*/ 1422400 h 2870200"/>
              <a:gd name="connsiteX139" fmla="*/ 2853266 w 4089400"/>
              <a:gd name="connsiteY139" fmla="*/ 1388534 h 2870200"/>
              <a:gd name="connsiteX140" fmla="*/ 2870200 w 4089400"/>
              <a:gd name="connsiteY140" fmla="*/ 1363134 h 2870200"/>
              <a:gd name="connsiteX141" fmla="*/ 2895600 w 4089400"/>
              <a:gd name="connsiteY141" fmla="*/ 1278467 h 2870200"/>
              <a:gd name="connsiteX142" fmla="*/ 2912533 w 4089400"/>
              <a:gd name="connsiteY142" fmla="*/ 1320800 h 2870200"/>
              <a:gd name="connsiteX143" fmla="*/ 2929466 w 4089400"/>
              <a:gd name="connsiteY143" fmla="*/ 1388534 h 2870200"/>
              <a:gd name="connsiteX144" fmla="*/ 2946400 w 4089400"/>
              <a:gd name="connsiteY144" fmla="*/ 1422400 h 2870200"/>
              <a:gd name="connsiteX145" fmla="*/ 2988733 w 4089400"/>
              <a:gd name="connsiteY145" fmla="*/ 1540934 h 2870200"/>
              <a:gd name="connsiteX146" fmla="*/ 3005666 w 4089400"/>
              <a:gd name="connsiteY146" fmla="*/ 1566334 h 2870200"/>
              <a:gd name="connsiteX147" fmla="*/ 3039533 w 4089400"/>
              <a:gd name="connsiteY147" fmla="*/ 1718734 h 2870200"/>
              <a:gd name="connsiteX148" fmla="*/ 3064933 w 4089400"/>
              <a:gd name="connsiteY148" fmla="*/ 1761067 h 2870200"/>
              <a:gd name="connsiteX149" fmla="*/ 3098800 w 4089400"/>
              <a:gd name="connsiteY149" fmla="*/ 1879600 h 2870200"/>
              <a:gd name="connsiteX150" fmla="*/ 3090333 w 4089400"/>
              <a:gd name="connsiteY150" fmla="*/ 1913467 h 2870200"/>
              <a:gd name="connsiteX151" fmla="*/ 3102783 w 4089400"/>
              <a:gd name="connsiteY151" fmla="*/ 1901016 h 2870200"/>
              <a:gd name="connsiteX152" fmla="*/ 3081866 w 4089400"/>
              <a:gd name="connsiteY152" fmla="*/ 1888067 h 2870200"/>
              <a:gd name="connsiteX153" fmla="*/ 3107266 w 4089400"/>
              <a:gd name="connsiteY153" fmla="*/ 1871134 h 2870200"/>
              <a:gd name="connsiteX154" fmla="*/ 3115733 w 4089400"/>
              <a:gd name="connsiteY154" fmla="*/ 1769534 h 2870200"/>
              <a:gd name="connsiteX155" fmla="*/ 3132666 w 4089400"/>
              <a:gd name="connsiteY155" fmla="*/ 1710267 h 2870200"/>
              <a:gd name="connsiteX156" fmla="*/ 3141133 w 4089400"/>
              <a:gd name="connsiteY156" fmla="*/ 1684867 h 2870200"/>
              <a:gd name="connsiteX157" fmla="*/ 3166533 w 4089400"/>
              <a:gd name="connsiteY157" fmla="*/ 1676400 h 2870200"/>
              <a:gd name="connsiteX158" fmla="*/ 3175000 w 4089400"/>
              <a:gd name="connsiteY158" fmla="*/ 2006600 h 2870200"/>
              <a:gd name="connsiteX159" fmla="*/ 3183466 w 4089400"/>
              <a:gd name="connsiteY159" fmla="*/ 2048934 h 2870200"/>
              <a:gd name="connsiteX160" fmla="*/ 3191933 w 4089400"/>
              <a:gd name="connsiteY160" fmla="*/ 2099734 h 2870200"/>
              <a:gd name="connsiteX161" fmla="*/ 3208866 w 4089400"/>
              <a:gd name="connsiteY161" fmla="*/ 2048934 h 2870200"/>
              <a:gd name="connsiteX162" fmla="*/ 3217333 w 4089400"/>
              <a:gd name="connsiteY162" fmla="*/ 1998134 h 2870200"/>
              <a:gd name="connsiteX163" fmla="*/ 3251200 w 4089400"/>
              <a:gd name="connsiteY163" fmla="*/ 2353734 h 2870200"/>
              <a:gd name="connsiteX164" fmla="*/ 3276600 w 4089400"/>
              <a:gd name="connsiteY164" fmla="*/ 2387600 h 2870200"/>
              <a:gd name="connsiteX165" fmla="*/ 3285066 w 4089400"/>
              <a:gd name="connsiteY165" fmla="*/ 2497667 h 2870200"/>
              <a:gd name="connsiteX166" fmla="*/ 3302000 w 4089400"/>
              <a:gd name="connsiteY166" fmla="*/ 2531534 h 2870200"/>
              <a:gd name="connsiteX167" fmla="*/ 3318933 w 4089400"/>
              <a:gd name="connsiteY167" fmla="*/ 2599267 h 2870200"/>
              <a:gd name="connsiteX168" fmla="*/ 3344333 w 4089400"/>
              <a:gd name="connsiteY168" fmla="*/ 2667000 h 2870200"/>
              <a:gd name="connsiteX169" fmla="*/ 3386666 w 4089400"/>
              <a:gd name="connsiteY169" fmla="*/ 2810934 h 2870200"/>
              <a:gd name="connsiteX170" fmla="*/ 3412066 w 4089400"/>
              <a:gd name="connsiteY170" fmla="*/ 2870200 h 2870200"/>
              <a:gd name="connsiteX171" fmla="*/ 3437466 w 4089400"/>
              <a:gd name="connsiteY171" fmla="*/ 1828800 h 2870200"/>
              <a:gd name="connsiteX172" fmla="*/ 3436968 w 4089400"/>
              <a:gd name="connsiteY172" fmla="*/ 2090271 h 2870200"/>
              <a:gd name="connsiteX173" fmla="*/ 3462866 w 4089400"/>
              <a:gd name="connsiteY173" fmla="*/ 1735667 h 2870200"/>
              <a:gd name="connsiteX174" fmla="*/ 3488266 w 4089400"/>
              <a:gd name="connsiteY174" fmla="*/ 1651000 h 2870200"/>
              <a:gd name="connsiteX175" fmla="*/ 3496733 w 4089400"/>
              <a:gd name="connsiteY175" fmla="*/ 1701800 h 2870200"/>
              <a:gd name="connsiteX176" fmla="*/ 3500717 w 4089400"/>
              <a:gd name="connsiteY176" fmla="*/ 1875118 h 2870200"/>
              <a:gd name="connsiteX177" fmla="*/ 3522133 w 4089400"/>
              <a:gd name="connsiteY177" fmla="*/ 1752600 h 2870200"/>
              <a:gd name="connsiteX178" fmla="*/ 3530600 w 4089400"/>
              <a:gd name="connsiteY178" fmla="*/ 1693334 h 2870200"/>
              <a:gd name="connsiteX179" fmla="*/ 3572933 w 4089400"/>
              <a:gd name="connsiteY179" fmla="*/ 1608667 h 2870200"/>
              <a:gd name="connsiteX180" fmla="*/ 3589866 w 4089400"/>
              <a:gd name="connsiteY180" fmla="*/ 1566334 h 2870200"/>
              <a:gd name="connsiteX181" fmla="*/ 3632200 w 4089400"/>
              <a:gd name="connsiteY181" fmla="*/ 1464734 h 2870200"/>
              <a:gd name="connsiteX182" fmla="*/ 3636184 w 4089400"/>
              <a:gd name="connsiteY182" fmla="*/ 1373094 h 2870200"/>
              <a:gd name="connsiteX183" fmla="*/ 3657600 w 4089400"/>
              <a:gd name="connsiteY183" fmla="*/ 1363134 h 2870200"/>
              <a:gd name="connsiteX184" fmla="*/ 3674533 w 4089400"/>
              <a:gd name="connsiteY184" fmla="*/ 1320800 h 2870200"/>
              <a:gd name="connsiteX185" fmla="*/ 3669553 w 4089400"/>
              <a:gd name="connsiteY185" fmla="*/ 1151964 h 2870200"/>
              <a:gd name="connsiteX186" fmla="*/ 3716866 w 4089400"/>
              <a:gd name="connsiteY186" fmla="*/ 1227667 h 2870200"/>
              <a:gd name="connsiteX187" fmla="*/ 3725333 w 4089400"/>
              <a:gd name="connsiteY187" fmla="*/ 1176867 h 2870200"/>
              <a:gd name="connsiteX188" fmla="*/ 3742266 w 4089400"/>
              <a:gd name="connsiteY188" fmla="*/ 1126067 h 2870200"/>
              <a:gd name="connsiteX189" fmla="*/ 3750733 w 4089400"/>
              <a:gd name="connsiteY189" fmla="*/ 1058334 h 2870200"/>
              <a:gd name="connsiteX190" fmla="*/ 3759200 w 4089400"/>
              <a:gd name="connsiteY190" fmla="*/ 1270000 h 2870200"/>
              <a:gd name="connsiteX191" fmla="*/ 3788048 w 4089400"/>
              <a:gd name="connsiteY191" fmla="*/ 678606 h 2870200"/>
              <a:gd name="connsiteX192" fmla="*/ 3793066 w 4089400"/>
              <a:gd name="connsiteY192" fmla="*/ 558800 h 2870200"/>
              <a:gd name="connsiteX193" fmla="*/ 3810000 w 4089400"/>
              <a:gd name="connsiteY193" fmla="*/ 482600 h 2870200"/>
              <a:gd name="connsiteX194" fmla="*/ 3818466 w 4089400"/>
              <a:gd name="connsiteY194" fmla="*/ 533400 h 2870200"/>
              <a:gd name="connsiteX195" fmla="*/ 3835400 w 4089400"/>
              <a:gd name="connsiteY195" fmla="*/ 660400 h 2870200"/>
              <a:gd name="connsiteX196" fmla="*/ 3843866 w 4089400"/>
              <a:gd name="connsiteY196" fmla="*/ 702734 h 2870200"/>
              <a:gd name="connsiteX197" fmla="*/ 3860800 w 4089400"/>
              <a:gd name="connsiteY197" fmla="*/ 736600 h 2870200"/>
              <a:gd name="connsiteX198" fmla="*/ 3877733 w 4089400"/>
              <a:gd name="connsiteY198" fmla="*/ 702734 h 2870200"/>
              <a:gd name="connsiteX199" fmla="*/ 3937000 w 4089400"/>
              <a:gd name="connsiteY199" fmla="*/ 482600 h 2870200"/>
              <a:gd name="connsiteX200" fmla="*/ 3953933 w 4089400"/>
              <a:gd name="connsiteY200" fmla="*/ 457200 h 2870200"/>
              <a:gd name="connsiteX201" fmla="*/ 3979333 w 4089400"/>
              <a:gd name="connsiteY201" fmla="*/ 177800 h 2870200"/>
              <a:gd name="connsiteX202" fmla="*/ 4004733 w 4089400"/>
              <a:gd name="connsiteY202" fmla="*/ 135467 h 2870200"/>
              <a:gd name="connsiteX203" fmla="*/ 4013200 w 4089400"/>
              <a:gd name="connsiteY203" fmla="*/ 101600 h 2870200"/>
              <a:gd name="connsiteX204" fmla="*/ 4021666 w 4089400"/>
              <a:gd name="connsiteY204" fmla="*/ 76200 h 2870200"/>
              <a:gd name="connsiteX205" fmla="*/ 4030133 w 4089400"/>
              <a:gd name="connsiteY205" fmla="*/ 110067 h 2870200"/>
              <a:gd name="connsiteX206" fmla="*/ 4047066 w 4089400"/>
              <a:gd name="connsiteY206" fmla="*/ 160867 h 2870200"/>
              <a:gd name="connsiteX207" fmla="*/ 4089400 w 4089400"/>
              <a:gd name="connsiteY207" fmla="*/ 0 h 2870200"/>
              <a:gd name="connsiteX0" fmla="*/ 0 w 4089400"/>
              <a:gd name="connsiteY0" fmla="*/ 702734 h 2870200"/>
              <a:gd name="connsiteX1" fmla="*/ 8466 w 4089400"/>
              <a:gd name="connsiteY1" fmla="*/ 643467 h 2870200"/>
              <a:gd name="connsiteX2" fmla="*/ 42333 w 4089400"/>
              <a:gd name="connsiteY2" fmla="*/ 567267 h 2870200"/>
              <a:gd name="connsiteX3" fmla="*/ 47892 w 4089400"/>
              <a:gd name="connsiteY3" fmla="*/ 828517 h 2870200"/>
              <a:gd name="connsiteX4" fmla="*/ 32533 w 4089400"/>
              <a:gd name="connsiteY4" fmla="*/ 1083293 h 2870200"/>
              <a:gd name="connsiteX5" fmla="*/ 30266 w 4089400"/>
              <a:gd name="connsiteY5" fmla="*/ 1212385 h 2870200"/>
              <a:gd name="connsiteX6" fmla="*/ 25400 w 4089400"/>
              <a:gd name="connsiteY6" fmla="*/ 1354667 h 2870200"/>
              <a:gd name="connsiteX7" fmla="*/ 33866 w 4089400"/>
              <a:gd name="connsiteY7" fmla="*/ 1329267 h 2870200"/>
              <a:gd name="connsiteX8" fmla="*/ 59266 w 4089400"/>
              <a:gd name="connsiteY8" fmla="*/ 1253067 h 2870200"/>
              <a:gd name="connsiteX9" fmla="*/ 76200 w 4089400"/>
              <a:gd name="connsiteY9" fmla="*/ 1202267 h 2870200"/>
              <a:gd name="connsiteX10" fmla="*/ 110066 w 4089400"/>
              <a:gd name="connsiteY10" fmla="*/ 1100667 h 2870200"/>
              <a:gd name="connsiteX11" fmla="*/ 143933 w 4089400"/>
              <a:gd name="connsiteY11" fmla="*/ 999067 h 2870200"/>
              <a:gd name="connsiteX12" fmla="*/ 160866 w 4089400"/>
              <a:gd name="connsiteY12" fmla="*/ 948267 h 2870200"/>
              <a:gd name="connsiteX13" fmla="*/ 177800 w 4089400"/>
              <a:gd name="connsiteY13" fmla="*/ 1134534 h 2870200"/>
              <a:gd name="connsiteX14" fmla="*/ 194733 w 4089400"/>
              <a:gd name="connsiteY14" fmla="*/ 1464734 h 2870200"/>
              <a:gd name="connsiteX15" fmla="*/ 254000 w 4089400"/>
              <a:gd name="connsiteY15" fmla="*/ 1363134 h 2870200"/>
              <a:gd name="connsiteX16" fmla="*/ 279400 w 4089400"/>
              <a:gd name="connsiteY16" fmla="*/ 1371600 h 2870200"/>
              <a:gd name="connsiteX17" fmla="*/ 287866 w 4089400"/>
              <a:gd name="connsiteY17" fmla="*/ 2243667 h 2870200"/>
              <a:gd name="connsiteX18" fmla="*/ 313266 w 4089400"/>
              <a:gd name="connsiteY18" fmla="*/ 2201334 h 2870200"/>
              <a:gd name="connsiteX19" fmla="*/ 321733 w 4089400"/>
              <a:gd name="connsiteY19" fmla="*/ 2150534 h 2870200"/>
              <a:gd name="connsiteX20" fmla="*/ 346635 w 4089400"/>
              <a:gd name="connsiteY20" fmla="*/ 2376146 h 2870200"/>
              <a:gd name="connsiteX21" fmla="*/ 364066 w 4089400"/>
              <a:gd name="connsiteY21" fmla="*/ 2082800 h 2870200"/>
              <a:gd name="connsiteX22" fmla="*/ 389965 w 4089400"/>
              <a:gd name="connsiteY22" fmla="*/ 1792444 h 2870200"/>
              <a:gd name="connsiteX23" fmla="*/ 397933 w 4089400"/>
              <a:gd name="connsiteY23" fmla="*/ 2032000 h 2870200"/>
              <a:gd name="connsiteX24" fmla="*/ 423333 w 4089400"/>
              <a:gd name="connsiteY24" fmla="*/ 1998134 h 2870200"/>
              <a:gd name="connsiteX25" fmla="*/ 440266 w 4089400"/>
              <a:gd name="connsiteY25" fmla="*/ 1752600 h 2870200"/>
              <a:gd name="connsiteX26" fmla="*/ 465666 w 4089400"/>
              <a:gd name="connsiteY26" fmla="*/ 1651000 h 2870200"/>
              <a:gd name="connsiteX27" fmla="*/ 491066 w 4089400"/>
              <a:gd name="connsiteY27" fmla="*/ 1710267 h 2870200"/>
              <a:gd name="connsiteX28" fmla="*/ 499533 w 4089400"/>
              <a:gd name="connsiteY28" fmla="*/ 1851666 h 2870200"/>
              <a:gd name="connsiteX29" fmla="*/ 533400 w 4089400"/>
              <a:gd name="connsiteY29" fmla="*/ 1820334 h 2870200"/>
              <a:gd name="connsiteX30" fmla="*/ 558800 w 4089400"/>
              <a:gd name="connsiteY30" fmla="*/ 1938867 h 2870200"/>
              <a:gd name="connsiteX31" fmla="*/ 575733 w 4089400"/>
              <a:gd name="connsiteY31" fmla="*/ 1998134 h 2870200"/>
              <a:gd name="connsiteX32" fmla="*/ 592666 w 4089400"/>
              <a:gd name="connsiteY32" fmla="*/ 2023534 h 2870200"/>
              <a:gd name="connsiteX33" fmla="*/ 618066 w 4089400"/>
              <a:gd name="connsiteY33" fmla="*/ 1786467 h 2870200"/>
              <a:gd name="connsiteX34" fmla="*/ 626533 w 4089400"/>
              <a:gd name="connsiteY34" fmla="*/ 1744134 h 2870200"/>
              <a:gd name="connsiteX35" fmla="*/ 643466 w 4089400"/>
              <a:gd name="connsiteY35" fmla="*/ 1718734 h 2870200"/>
              <a:gd name="connsiteX36" fmla="*/ 660400 w 4089400"/>
              <a:gd name="connsiteY36" fmla="*/ 1617134 h 2870200"/>
              <a:gd name="connsiteX37" fmla="*/ 677333 w 4089400"/>
              <a:gd name="connsiteY37" fmla="*/ 1557867 h 2870200"/>
              <a:gd name="connsiteX38" fmla="*/ 685800 w 4089400"/>
              <a:gd name="connsiteY38" fmla="*/ 1524000 h 2870200"/>
              <a:gd name="connsiteX39" fmla="*/ 702733 w 4089400"/>
              <a:gd name="connsiteY39" fmla="*/ 1312334 h 2870200"/>
              <a:gd name="connsiteX40" fmla="*/ 719666 w 4089400"/>
              <a:gd name="connsiteY40" fmla="*/ 1380067 h 2870200"/>
              <a:gd name="connsiteX41" fmla="*/ 736600 w 4089400"/>
              <a:gd name="connsiteY41" fmla="*/ 1532467 h 2870200"/>
              <a:gd name="connsiteX42" fmla="*/ 753533 w 4089400"/>
              <a:gd name="connsiteY42" fmla="*/ 1566334 h 2870200"/>
              <a:gd name="connsiteX43" fmla="*/ 778933 w 4089400"/>
              <a:gd name="connsiteY43" fmla="*/ 1456267 h 2870200"/>
              <a:gd name="connsiteX44" fmla="*/ 795866 w 4089400"/>
              <a:gd name="connsiteY44" fmla="*/ 1430867 h 2870200"/>
              <a:gd name="connsiteX45" fmla="*/ 829733 w 4089400"/>
              <a:gd name="connsiteY45" fmla="*/ 1388534 h 2870200"/>
              <a:gd name="connsiteX46" fmla="*/ 838200 w 4089400"/>
              <a:gd name="connsiteY46" fmla="*/ 1498600 h 2870200"/>
              <a:gd name="connsiteX47" fmla="*/ 863600 w 4089400"/>
              <a:gd name="connsiteY47" fmla="*/ 1811867 h 2870200"/>
              <a:gd name="connsiteX48" fmla="*/ 872066 w 4089400"/>
              <a:gd name="connsiteY48" fmla="*/ 1642534 h 2870200"/>
              <a:gd name="connsiteX49" fmla="*/ 897466 w 4089400"/>
              <a:gd name="connsiteY49" fmla="*/ 1583267 h 2870200"/>
              <a:gd name="connsiteX50" fmla="*/ 905933 w 4089400"/>
              <a:gd name="connsiteY50" fmla="*/ 1557867 h 2870200"/>
              <a:gd name="connsiteX51" fmla="*/ 914400 w 4089400"/>
              <a:gd name="connsiteY51" fmla="*/ 2006600 h 2870200"/>
              <a:gd name="connsiteX52" fmla="*/ 939800 w 4089400"/>
              <a:gd name="connsiteY52" fmla="*/ 2116667 h 2870200"/>
              <a:gd name="connsiteX53" fmla="*/ 948266 w 4089400"/>
              <a:gd name="connsiteY53" fmla="*/ 1948424 h 2870200"/>
              <a:gd name="connsiteX54" fmla="*/ 965200 w 4089400"/>
              <a:gd name="connsiteY54" fmla="*/ 1794934 h 2870200"/>
              <a:gd name="connsiteX55" fmla="*/ 973666 w 4089400"/>
              <a:gd name="connsiteY55" fmla="*/ 1761067 h 2870200"/>
              <a:gd name="connsiteX56" fmla="*/ 990600 w 4089400"/>
              <a:gd name="connsiteY56" fmla="*/ 1871134 h 2870200"/>
              <a:gd name="connsiteX57" fmla="*/ 1007533 w 4089400"/>
              <a:gd name="connsiteY57" fmla="*/ 1947334 h 2870200"/>
              <a:gd name="connsiteX58" fmla="*/ 1024466 w 4089400"/>
              <a:gd name="connsiteY58" fmla="*/ 2040467 h 2870200"/>
              <a:gd name="connsiteX59" fmla="*/ 1049866 w 4089400"/>
              <a:gd name="connsiteY59" fmla="*/ 2108200 h 2870200"/>
              <a:gd name="connsiteX60" fmla="*/ 1058333 w 4089400"/>
              <a:gd name="connsiteY60" fmla="*/ 2150534 h 2870200"/>
              <a:gd name="connsiteX61" fmla="*/ 1100666 w 4089400"/>
              <a:gd name="connsiteY61" fmla="*/ 2209800 h 2870200"/>
              <a:gd name="connsiteX62" fmla="*/ 1109133 w 4089400"/>
              <a:gd name="connsiteY62" fmla="*/ 2108200 h 2870200"/>
              <a:gd name="connsiteX63" fmla="*/ 1159933 w 4089400"/>
              <a:gd name="connsiteY63" fmla="*/ 1989667 h 2870200"/>
              <a:gd name="connsiteX64" fmla="*/ 1210733 w 4089400"/>
              <a:gd name="connsiteY64" fmla="*/ 1913467 h 2870200"/>
              <a:gd name="connsiteX65" fmla="*/ 1219200 w 4089400"/>
              <a:gd name="connsiteY65" fmla="*/ 2167467 h 2870200"/>
              <a:gd name="connsiteX66" fmla="*/ 1236133 w 4089400"/>
              <a:gd name="connsiteY66" fmla="*/ 2082800 h 2870200"/>
              <a:gd name="connsiteX67" fmla="*/ 1244600 w 4089400"/>
              <a:gd name="connsiteY67" fmla="*/ 2015067 h 2870200"/>
              <a:gd name="connsiteX68" fmla="*/ 1286933 w 4089400"/>
              <a:gd name="connsiteY68" fmla="*/ 1854200 h 2870200"/>
              <a:gd name="connsiteX69" fmla="*/ 1295400 w 4089400"/>
              <a:gd name="connsiteY69" fmla="*/ 1803400 h 2870200"/>
              <a:gd name="connsiteX70" fmla="*/ 1320800 w 4089400"/>
              <a:gd name="connsiteY70" fmla="*/ 1701800 h 2870200"/>
              <a:gd name="connsiteX71" fmla="*/ 1346200 w 4089400"/>
              <a:gd name="connsiteY71" fmla="*/ 1718734 h 2870200"/>
              <a:gd name="connsiteX72" fmla="*/ 1354666 w 4089400"/>
              <a:gd name="connsiteY72" fmla="*/ 1744134 h 2870200"/>
              <a:gd name="connsiteX73" fmla="*/ 1380066 w 4089400"/>
              <a:gd name="connsiteY73" fmla="*/ 1828800 h 2870200"/>
              <a:gd name="connsiteX74" fmla="*/ 1397000 w 4089400"/>
              <a:gd name="connsiteY74" fmla="*/ 1879600 h 2870200"/>
              <a:gd name="connsiteX75" fmla="*/ 1405466 w 4089400"/>
              <a:gd name="connsiteY75" fmla="*/ 1913467 h 2870200"/>
              <a:gd name="connsiteX76" fmla="*/ 1430866 w 4089400"/>
              <a:gd name="connsiteY76" fmla="*/ 1947334 h 2870200"/>
              <a:gd name="connsiteX77" fmla="*/ 1447800 w 4089400"/>
              <a:gd name="connsiteY77" fmla="*/ 1938867 h 2870200"/>
              <a:gd name="connsiteX78" fmla="*/ 1490133 w 4089400"/>
              <a:gd name="connsiteY78" fmla="*/ 1803400 h 2870200"/>
              <a:gd name="connsiteX79" fmla="*/ 1549400 w 4089400"/>
              <a:gd name="connsiteY79" fmla="*/ 1651000 h 2870200"/>
              <a:gd name="connsiteX80" fmla="*/ 1557866 w 4089400"/>
              <a:gd name="connsiteY80" fmla="*/ 1591734 h 2870200"/>
              <a:gd name="connsiteX81" fmla="*/ 1574800 w 4089400"/>
              <a:gd name="connsiteY81" fmla="*/ 1566334 h 2870200"/>
              <a:gd name="connsiteX82" fmla="*/ 1583266 w 4089400"/>
              <a:gd name="connsiteY82" fmla="*/ 1524000 h 2870200"/>
              <a:gd name="connsiteX83" fmla="*/ 1591733 w 4089400"/>
              <a:gd name="connsiteY83" fmla="*/ 1498600 h 2870200"/>
              <a:gd name="connsiteX84" fmla="*/ 1608666 w 4089400"/>
              <a:gd name="connsiteY84" fmla="*/ 1524000 h 2870200"/>
              <a:gd name="connsiteX85" fmla="*/ 1634066 w 4089400"/>
              <a:gd name="connsiteY85" fmla="*/ 1490134 h 2870200"/>
              <a:gd name="connsiteX86" fmla="*/ 1659466 w 4089400"/>
              <a:gd name="connsiteY86" fmla="*/ 1388534 h 2870200"/>
              <a:gd name="connsiteX87" fmla="*/ 1718733 w 4089400"/>
              <a:gd name="connsiteY87" fmla="*/ 1286934 h 2870200"/>
              <a:gd name="connsiteX88" fmla="*/ 1769533 w 4089400"/>
              <a:gd name="connsiteY88" fmla="*/ 1176867 h 2870200"/>
              <a:gd name="connsiteX89" fmla="*/ 1794933 w 4089400"/>
              <a:gd name="connsiteY89" fmla="*/ 1202267 h 2870200"/>
              <a:gd name="connsiteX90" fmla="*/ 1803400 w 4089400"/>
              <a:gd name="connsiteY90" fmla="*/ 1227667 h 2870200"/>
              <a:gd name="connsiteX91" fmla="*/ 1820333 w 4089400"/>
              <a:gd name="connsiteY91" fmla="*/ 1261534 h 2870200"/>
              <a:gd name="connsiteX92" fmla="*/ 1862666 w 4089400"/>
              <a:gd name="connsiteY92" fmla="*/ 1422400 h 2870200"/>
              <a:gd name="connsiteX93" fmla="*/ 1913466 w 4089400"/>
              <a:gd name="connsiteY93" fmla="*/ 1600200 h 2870200"/>
              <a:gd name="connsiteX94" fmla="*/ 1964266 w 4089400"/>
              <a:gd name="connsiteY94" fmla="*/ 1744134 h 2870200"/>
              <a:gd name="connsiteX95" fmla="*/ 1981200 w 4089400"/>
              <a:gd name="connsiteY95" fmla="*/ 1498600 h 2870200"/>
              <a:gd name="connsiteX96" fmla="*/ 1998133 w 4089400"/>
              <a:gd name="connsiteY96" fmla="*/ 1464734 h 2870200"/>
              <a:gd name="connsiteX97" fmla="*/ 2006600 w 4089400"/>
              <a:gd name="connsiteY97" fmla="*/ 1439334 h 2870200"/>
              <a:gd name="connsiteX98" fmla="*/ 2057400 w 4089400"/>
              <a:gd name="connsiteY98" fmla="*/ 2032000 h 2870200"/>
              <a:gd name="connsiteX99" fmla="*/ 2065866 w 4089400"/>
              <a:gd name="connsiteY99" fmla="*/ 2150534 h 2870200"/>
              <a:gd name="connsiteX100" fmla="*/ 2074333 w 4089400"/>
              <a:gd name="connsiteY100" fmla="*/ 2489200 h 2870200"/>
              <a:gd name="connsiteX101" fmla="*/ 2108200 w 4089400"/>
              <a:gd name="connsiteY101" fmla="*/ 2421467 h 2870200"/>
              <a:gd name="connsiteX102" fmla="*/ 2150533 w 4089400"/>
              <a:gd name="connsiteY102" fmla="*/ 2319867 h 2870200"/>
              <a:gd name="connsiteX103" fmla="*/ 2175933 w 4089400"/>
              <a:gd name="connsiteY103" fmla="*/ 2286000 h 2870200"/>
              <a:gd name="connsiteX104" fmla="*/ 2209800 w 4089400"/>
              <a:gd name="connsiteY104" fmla="*/ 2235200 h 2870200"/>
              <a:gd name="connsiteX105" fmla="*/ 2226733 w 4089400"/>
              <a:gd name="connsiteY105" fmla="*/ 2514600 h 2870200"/>
              <a:gd name="connsiteX106" fmla="*/ 2252133 w 4089400"/>
              <a:gd name="connsiteY106" fmla="*/ 2565400 h 2870200"/>
              <a:gd name="connsiteX107" fmla="*/ 2260600 w 4089400"/>
              <a:gd name="connsiteY107" fmla="*/ 2489200 h 2870200"/>
              <a:gd name="connsiteX108" fmla="*/ 2277533 w 4089400"/>
              <a:gd name="connsiteY108" fmla="*/ 2421467 h 2870200"/>
              <a:gd name="connsiteX109" fmla="*/ 2286000 w 4089400"/>
              <a:gd name="connsiteY109" fmla="*/ 1718734 h 2870200"/>
              <a:gd name="connsiteX110" fmla="*/ 2311400 w 4089400"/>
              <a:gd name="connsiteY110" fmla="*/ 1811867 h 2870200"/>
              <a:gd name="connsiteX111" fmla="*/ 2336800 w 4089400"/>
              <a:gd name="connsiteY111" fmla="*/ 1871134 h 2870200"/>
              <a:gd name="connsiteX112" fmla="*/ 2362200 w 4089400"/>
              <a:gd name="connsiteY112" fmla="*/ 1938867 h 2870200"/>
              <a:gd name="connsiteX113" fmla="*/ 2370666 w 4089400"/>
              <a:gd name="connsiteY113" fmla="*/ 1972734 h 2870200"/>
              <a:gd name="connsiteX114" fmla="*/ 2379133 w 4089400"/>
              <a:gd name="connsiteY114" fmla="*/ 1574800 h 2870200"/>
              <a:gd name="connsiteX115" fmla="*/ 2404533 w 4089400"/>
              <a:gd name="connsiteY115" fmla="*/ 1236134 h 2870200"/>
              <a:gd name="connsiteX116" fmla="*/ 2421466 w 4089400"/>
              <a:gd name="connsiteY116" fmla="*/ 1092200 h 2870200"/>
              <a:gd name="connsiteX117" fmla="*/ 2429933 w 4089400"/>
              <a:gd name="connsiteY117" fmla="*/ 1066800 h 2870200"/>
              <a:gd name="connsiteX118" fmla="*/ 2438400 w 4089400"/>
              <a:gd name="connsiteY118" fmla="*/ 1092200 h 2870200"/>
              <a:gd name="connsiteX119" fmla="*/ 2455333 w 4089400"/>
              <a:gd name="connsiteY119" fmla="*/ 1117600 h 2870200"/>
              <a:gd name="connsiteX120" fmla="*/ 2463800 w 4089400"/>
              <a:gd name="connsiteY120" fmla="*/ 1227667 h 2870200"/>
              <a:gd name="connsiteX121" fmla="*/ 2489200 w 4089400"/>
              <a:gd name="connsiteY121" fmla="*/ 753534 h 2870200"/>
              <a:gd name="connsiteX122" fmla="*/ 2506133 w 4089400"/>
              <a:gd name="connsiteY122" fmla="*/ 685800 h 2870200"/>
              <a:gd name="connsiteX123" fmla="*/ 2514600 w 4089400"/>
              <a:gd name="connsiteY123" fmla="*/ 609600 h 2870200"/>
              <a:gd name="connsiteX124" fmla="*/ 2523066 w 4089400"/>
              <a:gd name="connsiteY124" fmla="*/ 558800 h 2870200"/>
              <a:gd name="connsiteX125" fmla="*/ 2540000 w 4089400"/>
              <a:gd name="connsiteY125" fmla="*/ 584200 h 2870200"/>
              <a:gd name="connsiteX126" fmla="*/ 2548466 w 4089400"/>
              <a:gd name="connsiteY126" fmla="*/ 778934 h 2870200"/>
              <a:gd name="connsiteX127" fmla="*/ 2590800 w 4089400"/>
              <a:gd name="connsiteY127" fmla="*/ 914400 h 2870200"/>
              <a:gd name="connsiteX128" fmla="*/ 2607733 w 4089400"/>
              <a:gd name="connsiteY128" fmla="*/ 973667 h 2870200"/>
              <a:gd name="connsiteX129" fmla="*/ 2624666 w 4089400"/>
              <a:gd name="connsiteY129" fmla="*/ 812800 h 2870200"/>
              <a:gd name="connsiteX130" fmla="*/ 2641600 w 4089400"/>
              <a:gd name="connsiteY130" fmla="*/ 694267 h 2870200"/>
              <a:gd name="connsiteX131" fmla="*/ 2667000 w 4089400"/>
              <a:gd name="connsiteY131" fmla="*/ 558800 h 2870200"/>
              <a:gd name="connsiteX132" fmla="*/ 2692400 w 4089400"/>
              <a:gd name="connsiteY132" fmla="*/ 321734 h 2870200"/>
              <a:gd name="connsiteX133" fmla="*/ 2709333 w 4089400"/>
              <a:gd name="connsiteY133" fmla="*/ 1058334 h 2870200"/>
              <a:gd name="connsiteX134" fmla="*/ 2735730 w 4089400"/>
              <a:gd name="connsiteY134" fmla="*/ 1023969 h 2870200"/>
              <a:gd name="connsiteX135" fmla="*/ 2785533 w 4089400"/>
              <a:gd name="connsiteY135" fmla="*/ 905934 h 2870200"/>
              <a:gd name="connsiteX136" fmla="*/ 2819400 w 4089400"/>
              <a:gd name="connsiteY136" fmla="*/ 855134 h 2870200"/>
              <a:gd name="connsiteX137" fmla="*/ 2844800 w 4089400"/>
              <a:gd name="connsiteY137" fmla="*/ 1422400 h 2870200"/>
              <a:gd name="connsiteX138" fmla="*/ 2853266 w 4089400"/>
              <a:gd name="connsiteY138" fmla="*/ 1388534 h 2870200"/>
              <a:gd name="connsiteX139" fmla="*/ 2870200 w 4089400"/>
              <a:gd name="connsiteY139" fmla="*/ 1363134 h 2870200"/>
              <a:gd name="connsiteX140" fmla="*/ 2895600 w 4089400"/>
              <a:gd name="connsiteY140" fmla="*/ 1278467 h 2870200"/>
              <a:gd name="connsiteX141" fmla="*/ 2912533 w 4089400"/>
              <a:gd name="connsiteY141" fmla="*/ 1320800 h 2870200"/>
              <a:gd name="connsiteX142" fmla="*/ 2929466 w 4089400"/>
              <a:gd name="connsiteY142" fmla="*/ 1388534 h 2870200"/>
              <a:gd name="connsiteX143" fmla="*/ 2946400 w 4089400"/>
              <a:gd name="connsiteY143" fmla="*/ 1422400 h 2870200"/>
              <a:gd name="connsiteX144" fmla="*/ 2988733 w 4089400"/>
              <a:gd name="connsiteY144" fmla="*/ 1540934 h 2870200"/>
              <a:gd name="connsiteX145" fmla="*/ 3005666 w 4089400"/>
              <a:gd name="connsiteY145" fmla="*/ 1566334 h 2870200"/>
              <a:gd name="connsiteX146" fmla="*/ 3039533 w 4089400"/>
              <a:gd name="connsiteY146" fmla="*/ 1718734 h 2870200"/>
              <a:gd name="connsiteX147" fmla="*/ 3064933 w 4089400"/>
              <a:gd name="connsiteY147" fmla="*/ 1761067 h 2870200"/>
              <a:gd name="connsiteX148" fmla="*/ 3098800 w 4089400"/>
              <a:gd name="connsiteY148" fmla="*/ 1879600 h 2870200"/>
              <a:gd name="connsiteX149" fmla="*/ 3090333 w 4089400"/>
              <a:gd name="connsiteY149" fmla="*/ 1913467 h 2870200"/>
              <a:gd name="connsiteX150" fmla="*/ 3102783 w 4089400"/>
              <a:gd name="connsiteY150" fmla="*/ 1901016 h 2870200"/>
              <a:gd name="connsiteX151" fmla="*/ 3081866 w 4089400"/>
              <a:gd name="connsiteY151" fmla="*/ 1888067 h 2870200"/>
              <a:gd name="connsiteX152" fmla="*/ 3107266 w 4089400"/>
              <a:gd name="connsiteY152" fmla="*/ 1871134 h 2870200"/>
              <a:gd name="connsiteX153" fmla="*/ 3115733 w 4089400"/>
              <a:gd name="connsiteY153" fmla="*/ 1769534 h 2870200"/>
              <a:gd name="connsiteX154" fmla="*/ 3132666 w 4089400"/>
              <a:gd name="connsiteY154" fmla="*/ 1710267 h 2870200"/>
              <a:gd name="connsiteX155" fmla="*/ 3141133 w 4089400"/>
              <a:gd name="connsiteY155" fmla="*/ 1684867 h 2870200"/>
              <a:gd name="connsiteX156" fmla="*/ 3166533 w 4089400"/>
              <a:gd name="connsiteY156" fmla="*/ 1676400 h 2870200"/>
              <a:gd name="connsiteX157" fmla="*/ 3175000 w 4089400"/>
              <a:gd name="connsiteY157" fmla="*/ 2006600 h 2870200"/>
              <a:gd name="connsiteX158" fmla="*/ 3183466 w 4089400"/>
              <a:gd name="connsiteY158" fmla="*/ 2048934 h 2870200"/>
              <a:gd name="connsiteX159" fmla="*/ 3191933 w 4089400"/>
              <a:gd name="connsiteY159" fmla="*/ 2099734 h 2870200"/>
              <a:gd name="connsiteX160" fmla="*/ 3208866 w 4089400"/>
              <a:gd name="connsiteY160" fmla="*/ 2048934 h 2870200"/>
              <a:gd name="connsiteX161" fmla="*/ 3217333 w 4089400"/>
              <a:gd name="connsiteY161" fmla="*/ 1998134 h 2870200"/>
              <a:gd name="connsiteX162" fmla="*/ 3251200 w 4089400"/>
              <a:gd name="connsiteY162" fmla="*/ 2353734 h 2870200"/>
              <a:gd name="connsiteX163" fmla="*/ 3276600 w 4089400"/>
              <a:gd name="connsiteY163" fmla="*/ 2387600 h 2870200"/>
              <a:gd name="connsiteX164" fmla="*/ 3285066 w 4089400"/>
              <a:gd name="connsiteY164" fmla="*/ 2497667 h 2870200"/>
              <a:gd name="connsiteX165" fmla="*/ 3302000 w 4089400"/>
              <a:gd name="connsiteY165" fmla="*/ 2531534 h 2870200"/>
              <a:gd name="connsiteX166" fmla="*/ 3318933 w 4089400"/>
              <a:gd name="connsiteY166" fmla="*/ 2599267 h 2870200"/>
              <a:gd name="connsiteX167" fmla="*/ 3344333 w 4089400"/>
              <a:gd name="connsiteY167" fmla="*/ 2667000 h 2870200"/>
              <a:gd name="connsiteX168" fmla="*/ 3386666 w 4089400"/>
              <a:gd name="connsiteY168" fmla="*/ 2810934 h 2870200"/>
              <a:gd name="connsiteX169" fmla="*/ 3412066 w 4089400"/>
              <a:gd name="connsiteY169" fmla="*/ 2870200 h 2870200"/>
              <a:gd name="connsiteX170" fmla="*/ 3437466 w 4089400"/>
              <a:gd name="connsiteY170" fmla="*/ 1828800 h 2870200"/>
              <a:gd name="connsiteX171" fmla="*/ 3436968 w 4089400"/>
              <a:gd name="connsiteY171" fmla="*/ 2090271 h 2870200"/>
              <a:gd name="connsiteX172" fmla="*/ 3462866 w 4089400"/>
              <a:gd name="connsiteY172" fmla="*/ 1735667 h 2870200"/>
              <a:gd name="connsiteX173" fmla="*/ 3488266 w 4089400"/>
              <a:gd name="connsiteY173" fmla="*/ 1651000 h 2870200"/>
              <a:gd name="connsiteX174" fmla="*/ 3496733 w 4089400"/>
              <a:gd name="connsiteY174" fmla="*/ 1701800 h 2870200"/>
              <a:gd name="connsiteX175" fmla="*/ 3500717 w 4089400"/>
              <a:gd name="connsiteY175" fmla="*/ 1875118 h 2870200"/>
              <a:gd name="connsiteX176" fmla="*/ 3522133 w 4089400"/>
              <a:gd name="connsiteY176" fmla="*/ 1752600 h 2870200"/>
              <a:gd name="connsiteX177" fmla="*/ 3530600 w 4089400"/>
              <a:gd name="connsiteY177" fmla="*/ 1693334 h 2870200"/>
              <a:gd name="connsiteX178" fmla="*/ 3572933 w 4089400"/>
              <a:gd name="connsiteY178" fmla="*/ 1608667 h 2870200"/>
              <a:gd name="connsiteX179" fmla="*/ 3589866 w 4089400"/>
              <a:gd name="connsiteY179" fmla="*/ 1566334 h 2870200"/>
              <a:gd name="connsiteX180" fmla="*/ 3632200 w 4089400"/>
              <a:gd name="connsiteY180" fmla="*/ 1464734 h 2870200"/>
              <a:gd name="connsiteX181" fmla="*/ 3636184 w 4089400"/>
              <a:gd name="connsiteY181" fmla="*/ 1373094 h 2870200"/>
              <a:gd name="connsiteX182" fmla="*/ 3657600 w 4089400"/>
              <a:gd name="connsiteY182" fmla="*/ 1363134 h 2870200"/>
              <a:gd name="connsiteX183" fmla="*/ 3674533 w 4089400"/>
              <a:gd name="connsiteY183" fmla="*/ 1320800 h 2870200"/>
              <a:gd name="connsiteX184" fmla="*/ 3669553 w 4089400"/>
              <a:gd name="connsiteY184" fmla="*/ 1151964 h 2870200"/>
              <a:gd name="connsiteX185" fmla="*/ 3716866 w 4089400"/>
              <a:gd name="connsiteY185" fmla="*/ 1227667 h 2870200"/>
              <a:gd name="connsiteX186" fmla="*/ 3725333 w 4089400"/>
              <a:gd name="connsiteY186" fmla="*/ 1176867 h 2870200"/>
              <a:gd name="connsiteX187" fmla="*/ 3742266 w 4089400"/>
              <a:gd name="connsiteY187" fmla="*/ 1126067 h 2870200"/>
              <a:gd name="connsiteX188" fmla="*/ 3750733 w 4089400"/>
              <a:gd name="connsiteY188" fmla="*/ 1058334 h 2870200"/>
              <a:gd name="connsiteX189" fmla="*/ 3759200 w 4089400"/>
              <a:gd name="connsiteY189" fmla="*/ 1270000 h 2870200"/>
              <a:gd name="connsiteX190" fmla="*/ 3788048 w 4089400"/>
              <a:gd name="connsiteY190" fmla="*/ 678606 h 2870200"/>
              <a:gd name="connsiteX191" fmla="*/ 3793066 w 4089400"/>
              <a:gd name="connsiteY191" fmla="*/ 558800 h 2870200"/>
              <a:gd name="connsiteX192" fmla="*/ 3810000 w 4089400"/>
              <a:gd name="connsiteY192" fmla="*/ 482600 h 2870200"/>
              <a:gd name="connsiteX193" fmla="*/ 3818466 w 4089400"/>
              <a:gd name="connsiteY193" fmla="*/ 533400 h 2870200"/>
              <a:gd name="connsiteX194" fmla="*/ 3835400 w 4089400"/>
              <a:gd name="connsiteY194" fmla="*/ 660400 h 2870200"/>
              <a:gd name="connsiteX195" fmla="*/ 3843866 w 4089400"/>
              <a:gd name="connsiteY195" fmla="*/ 702734 h 2870200"/>
              <a:gd name="connsiteX196" fmla="*/ 3860800 w 4089400"/>
              <a:gd name="connsiteY196" fmla="*/ 736600 h 2870200"/>
              <a:gd name="connsiteX197" fmla="*/ 3877733 w 4089400"/>
              <a:gd name="connsiteY197" fmla="*/ 702734 h 2870200"/>
              <a:gd name="connsiteX198" fmla="*/ 3937000 w 4089400"/>
              <a:gd name="connsiteY198" fmla="*/ 482600 h 2870200"/>
              <a:gd name="connsiteX199" fmla="*/ 3953933 w 4089400"/>
              <a:gd name="connsiteY199" fmla="*/ 457200 h 2870200"/>
              <a:gd name="connsiteX200" fmla="*/ 3979333 w 4089400"/>
              <a:gd name="connsiteY200" fmla="*/ 177800 h 2870200"/>
              <a:gd name="connsiteX201" fmla="*/ 4004733 w 4089400"/>
              <a:gd name="connsiteY201" fmla="*/ 135467 h 2870200"/>
              <a:gd name="connsiteX202" fmla="*/ 4013200 w 4089400"/>
              <a:gd name="connsiteY202" fmla="*/ 101600 h 2870200"/>
              <a:gd name="connsiteX203" fmla="*/ 4021666 w 4089400"/>
              <a:gd name="connsiteY203" fmla="*/ 76200 h 2870200"/>
              <a:gd name="connsiteX204" fmla="*/ 4030133 w 4089400"/>
              <a:gd name="connsiteY204" fmla="*/ 110067 h 2870200"/>
              <a:gd name="connsiteX205" fmla="*/ 4047066 w 4089400"/>
              <a:gd name="connsiteY205" fmla="*/ 160867 h 2870200"/>
              <a:gd name="connsiteX206" fmla="*/ 4089400 w 4089400"/>
              <a:gd name="connsiteY206" fmla="*/ 0 h 2870200"/>
              <a:gd name="connsiteX0" fmla="*/ 0 w 4089400"/>
              <a:gd name="connsiteY0" fmla="*/ 702734 h 2870200"/>
              <a:gd name="connsiteX1" fmla="*/ 8466 w 4089400"/>
              <a:gd name="connsiteY1" fmla="*/ 643467 h 2870200"/>
              <a:gd name="connsiteX2" fmla="*/ 42333 w 4089400"/>
              <a:gd name="connsiteY2" fmla="*/ 567267 h 2870200"/>
              <a:gd name="connsiteX3" fmla="*/ 47892 w 4089400"/>
              <a:gd name="connsiteY3" fmla="*/ 828517 h 2870200"/>
              <a:gd name="connsiteX4" fmla="*/ 32533 w 4089400"/>
              <a:gd name="connsiteY4" fmla="*/ 1083293 h 2870200"/>
              <a:gd name="connsiteX5" fmla="*/ 30266 w 4089400"/>
              <a:gd name="connsiteY5" fmla="*/ 1212385 h 2870200"/>
              <a:gd name="connsiteX6" fmla="*/ 25400 w 4089400"/>
              <a:gd name="connsiteY6" fmla="*/ 1354667 h 2870200"/>
              <a:gd name="connsiteX7" fmla="*/ 59266 w 4089400"/>
              <a:gd name="connsiteY7" fmla="*/ 1253067 h 2870200"/>
              <a:gd name="connsiteX8" fmla="*/ 76200 w 4089400"/>
              <a:gd name="connsiteY8" fmla="*/ 1202267 h 2870200"/>
              <a:gd name="connsiteX9" fmla="*/ 110066 w 4089400"/>
              <a:gd name="connsiteY9" fmla="*/ 1100667 h 2870200"/>
              <a:gd name="connsiteX10" fmla="*/ 143933 w 4089400"/>
              <a:gd name="connsiteY10" fmla="*/ 999067 h 2870200"/>
              <a:gd name="connsiteX11" fmla="*/ 160866 w 4089400"/>
              <a:gd name="connsiteY11" fmla="*/ 948267 h 2870200"/>
              <a:gd name="connsiteX12" fmla="*/ 177800 w 4089400"/>
              <a:gd name="connsiteY12" fmla="*/ 1134534 h 2870200"/>
              <a:gd name="connsiteX13" fmla="*/ 194733 w 4089400"/>
              <a:gd name="connsiteY13" fmla="*/ 1464734 h 2870200"/>
              <a:gd name="connsiteX14" fmla="*/ 254000 w 4089400"/>
              <a:gd name="connsiteY14" fmla="*/ 1363134 h 2870200"/>
              <a:gd name="connsiteX15" fmla="*/ 279400 w 4089400"/>
              <a:gd name="connsiteY15" fmla="*/ 1371600 h 2870200"/>
              <a:gd name="connsiteX16" fmla="*/ 287866 w 4089400"/>
              <a:gd name="connsiteY16" fmla="*/ 2243667 h 2870200"/>
              <a:gd name="connsiteX17" fmla="*/ 313266 w 4089400"/>
              <a:gd name="connsiteY17" fmla="*/ 2201334 h 2870200"/>
              <a:gd name="connsiteX18" fmla="*/ 321733 w 4089400"/>
              <a:gd name="connsiteY18" fmla="*/ 2150534 h 2870200"/>
              <a:gd name="connsiteX19" fmla="*/ 346635 w 4089400"/>
              <a:gd name="connsiteY19" fmla="*/ 2376146 h 2870200"/>
              <a:gd name="connsiteX20" fmla="*/ 364066 w 4089400"/>
              <a:gd name="connsiteY20" fmla="*/ 2082800 h 2870200"/>
              <a:gd name="connsiteX21" fmla="*/ 389965 w 4089400"/>
              <a:gd name="connsiteY21" fmla="*/ 1792444 h 2870200"/>
              <a:gd name="connsiteX22" fmla="*/ 397933 w 4089400"/>
              <a:gd name="connsiteY22" fmla="*/ 2032000 h 2870200"/>
              <a:gd name="connsiteX23" fmla="*/ 423333 w 4089400"/>
              <a:gd name="connsiteY23" fmla="*/ 1998134 h 2870200"/>
              <a:gd name="connsiteX24" fmla="*/ 440266 w 4089400"/>
              <a:gd name="connsiteY24" fmla="*/ 1752600 h 2870200"/>
              <a:gd name="connsiteX25" fmla="*/ 465666 w 4089400"/>
              <a:gd name="connsiteY25" fmla="*/ 1651000 h 2870200"/>
              <a:gd name="connsiteX26" fmla="*/ 491066 w 4089400"/>
              <a:gd name="connsiteY26" fmla="*/ 1710267 h 2870200"/>
              <a:gd name="connsiteX27" fmla="*/ 499533 w 4089400"/>
              <a:gd name="connsiteY27" fmla="*/ 1851666 h 2870200"/>
              <a:gd name="connsiteX28" fmla="*/ 533400 w 4089400"/>
              <a:gd name="connsiteY28" fmla="*/ 1820334 h 2870200"/>
              <a:gd name="connsiteX29" fmla="*/ 558800 w 4089400"/>
              <a:gd name="connsiteY29" fmla="*/ 1938867 h 2870200"/>
              <a:gd name="connsiteX30" fmla="*/ 575733 w 4089400"/>
              <a:gd name="connsiteY30" fmla="*/ 1998134 h 2870200"/>
              <a:gd name="connsiteX31" fmla="*/ 592666 w 4089400"/>
              <a:gd name="connsiteY31" fmla="*/ 2023534 h 2870200"/>
              <a:gd name="connsiteX32" fmla="*/ 618066 w 4089400"/>
              <a:gd name="connsiteY32" fmla="*/ 1786467 h 2870200"/>
              <a:gd name="connsiteX33" fmla="*/ 626533 w 4089400"/>
              <a:gd name="connsiteY33" fmla="*/ 1744134 h 2870200"/>
              <a:gd name="connsiteX34" fmla="*/ 643466 w 4089400"/>
              <a:gd name="connsiteY34" fmla="*/ 1718734 h 2870200"/>
              <a:gd name="connsiteX35" fmla="*/ 660400 w 4089400"/>
              <a:gd name="connsiteY35" fmla="*/ 1617134 h 2870200"/>
              <a:gd name="connsiteX36" fmla="*/ 677333 w 4089400"/>
              <a:gd name="connsiteY36" fmla="*/ 1557867 h 2870200"/>
              <a:gd name="connsiteX37" fmla="*/ 685800 w 4089400"/>
              <a:gd name="connsiteY37" fmla="*/ 1524000 h 2870200"/>
              <a:gd name="connsiteX38" fmla="*/ 702733 w 4089400"/>
              <a:gd name="connsiteY38" fmla="*/ 1312334 h 2870200"/>
              <a:gd name="connsiteX39" fmla="*/ 719666 w 4089400"/>
              <a:gd name="connsiteY39" fmla="*/ 1380067 h 2870200"/>
              <a:gd name="connsiteX40" fmla="*/ 736600 w 4089400"/>
              <a:gd name="connsiteY40" fmla="*/ 1532467 h 2870200"/>
              <a:gd name="connsiteX41" fmla="*/ 753533 w 4089400"/>
              <a:gd name="connsiteY41" fmla="*/ 1566334 h 2870200"/>
              <a:gd name="connsiteX42" fmla="*/ 778933 w 4089400"/>
              <a:gd name="connsiteY42" fmla="*/ 1456267 h 2870200"/>
              <a:gd name="connsiteX43" fmla="*/ 795866 w 4089400"/>
              <a:gd name="connsiteY43" fmla="*/ 1430867 h 2870200"/>
              <a:gd name="connsiteX44" fmla="*/ 829733 w 4089400"/>
              <a:gd name="connsiteY44" fmla="*/ 1388534 h 2870200"/>
              <a:gd name="connsiteX45" fmla="*/ 838200 w 4089400"/>
              <a:gd name="connsiteY45" fmla="*/ 1498600 h 2870200"/>
              <a:gd name="connsiteX46" fmla="*/ 863600 w 4089400"/>
              <a:gd name="connsiteY46" fmla="*/ 1811867 h 2870200"/>
              <a:gd name="connsiteX47" fmla="*/ 872066 w 4089400"/>
              <a:gd name="connsiteY47" fmla="*/ 1642534 h 2870200"/>
              <a:gd name="connsiteX48" fmla="*/ 897466 w 4089400"/>
              <a:gd name="connsiteY48" fmla="*/ 1583267 h 2870200"/>
              <a:gd name="connsiteX49" fmla="*/ 905933 w 4089400"/>
              <a:gd name="connsiteY49" fmla="*/ 1557867 h 2870200"/>
              <a:gd name="connsiteX50" fmla="*/ 914400 w 4089400"/>
              <a:gd name="connsiteY50" fmla="*/ 2006600 h 2870200"/>
              <a:gd name="connsiteX51" fmla="*/ 939800 w 4089400"/>
              <a:gd name="connsiteY51" fmla="*/ 2116667 h 2870200"/>
              <a:gd name="connsiteX52" fmla="*/ 948266 w 4089400"/>
              <a:gd name="connsiteY52" fmla="*/ 1948424 h 2870200"/>
              <a:gd name="connsiteX53" fmla="*/ 965200 w 4089400"/>
              <a:gd name="connsiteY53" fmla="*/ 1794934 h 2870200"/>
              <a:gd name="connsiteX54" fmla="*/ 973666 w 4089400"/>
              <a:gd name="connsiteY54" fmla="*/ 1761067 h 2870200"/>
              <a:gd name="connsiteX55" fmla="*/ 990600 w 4089400"/>
              <a:gd name="connsiteY55" fmla="*/ 1871134 h 2870200"/>
              <a:gd name="connsiteX56" fmla="*/ 1007533 w 4089400"/>
              <a:gd name="connsiteY56" fmla="*/ 1947334 h 2870200"/>
              <a:gd name="connsiteX57" fmla="*/ 1024466 w 4089400"/>
              <a:gd name="connsiteY57" fmla="*/ 2040467 h 2870200"/>
              <a:gd name="connsiteX58" fmla="*/ 1049866 w 4089400"/>
              <a:gd name="connsiteY58" fmla="*/ 2108200 h 2870200"/>
              <a:gd name="connsiteX59" fmla="*/ 1058333 w 4089400"/>
              <a:gd name="connsiteY59" fmla="*/ 2150534 h 2870200"/>
              <a:gd name="connsiteX60" fmla="*/ 1100666 w 4089400"/>
              <a:gd name="connsiteY60" fmla="*/ 2209800 h 2870200"/>
              <a:gd name="connsiteX61" fmla="*/ 1109133 w 4089400"/>
              <a:gd name="connsiteY61" fmla="*/ 2108200 h 2870200"/>
              <a:gd name="connsiteX62" fmla="*/ 1159933 w 4089400"/>
              <a:gd name="connsiteY62" fmla="*/ 1989667 h 2870200"/>
              <a:gd name="connsiteX63" fmla="*/ 1210733 w 4089400"/>
              <a:gd name="connsiteY63" fmla="*/ 1913467 h 2870200"/>
              <a:gd name="connsiteX64" fmla="*/ 1219200 w 4089400"/>
              <a:gd name="connsiteY64" fmla="*/ 2167467 h 2870200"/>
              <a:gd name="connsiteX65" fmla="*/ 1236133 w 4089400"/>
              <a:gd name="connsiteY65" fmla="*/ 2082800 h 2870200"/>
              <a:gd name="connsiteX66" fmla="*/ 1244600 w 4089400"/>
              <a:gd name="connsiteY66" fmla="*/ 2015067 h 2870200"/>
              <a:gd name="connsiteX67" fmla="*/ 1286933 w 4089400"/>
              <a:gd name="connsiteY67" fmla="*/ 1854200 h 2870200"/>
              <a:gd name="connsiteX68" fmla="*/ 1295400 w 4089400"/>
              <a:gd name="connsiteY68" fmla="*/ 1803400 h 2870200"/>
              <a:gd name="connsiteX69" fmla="*/ 1320800 w 4089400"/>
              <a:gd name="connsiteY69" fmla="*/ 1701800 h 2870200"/>
              <a:gd name="connsiteX70" fmla="*/ 1346200 w 4089400"/>
              <a:gd name="connsiteY70" fmla="*/ 1718734 h 2870200"/>
              <a:gd name="connsiteX71" fmla="*/ 1354666 w 4089400"/>
              <a:gd name="connsiteY71" fmla="*/ 1744134 h 2870200"/>
              <a:gd name="connsiteX72" fmla="*/ 1380066 w 4089400"/>
              <a:gd name="connsiteY72" fmla="*/ 1828800 h 2870200"/>
              <a:gd name="connsiteX73" fmla="*/ 1397000 w 4089400"/>
              <a:gd name="connsiteY73" fmla="*/ 1879600 h 2870200"/>
              <a:gd name="connsiteX74" fmla="*/ 1405466 w 4089400"/>
              <a:gd name="connsiteY74" fmla="*/ 1913467 h 2870200"/>
              <a:gd name="connsiteX75" fmla="*/ 1430866 w 4089400"/>
              <a:gd name="connsiteY75" fmla="*/ 1947334 h 2870200"/>
              <a:gd name="connsiteX76" fmla="*/ 1447800 w 4089400"/>
              <a:gd name="connsiteY76" fmla="*/ 1938867 h 2870200"/>
              <a:gd name="connsiteX77" fmla="*/ 1490133 w 4089400"/>
              <a:gd name="connsiteY77" fmla="*/ 1803400 h 2870200"/>
              <a:gd name="connsiteX78" fmla="*/ 1549400 w 4089400"/>
              <a:gd name="connsiteY78" fmla="*/ 1651000 h 2870200"/>
              <a:gd name="connsiteX79" fmla="*/ 1557866 w 4089400"/>
              <a:gd name="connsiteY79" fmla="*/ 1591734 h 2870200"/>
              <a:gd name="connsiteX80" fmla="*/ 1574800 w 4089400"/>
              <a:gd name="connsiteY80" fmla="*/ 1566334 h 2870200"/>
              <a:gd name="connsiteX81" fmla="*/ 1583266 w 4089400"/>
              <a:gd name="connsiteY81" fmla="*/ 1524000 h 2870200"/>
              <a:gd name="connsiteX82" fmla="*/ 1591733 w 4089400"/>
              <a:gd name="connsiteY82" fmla="*/ 1498600 h 2870200"/>
              <a:gd name="connsiteX83" fmla="*/ 1608666 w 4089400"/>
              <a:gd name="connsiteY83" fmla="*/ 1524000 h 2870200"/>
              <a:gd name="connsiteX84" fmla="*/ 1634066 w 4089400"/>
              <a:gd name="connsiteY84" fmla="*/ 1490134 h 2870200"/>
              <a:gd name="connsiteX85" fmla="*/ 1659466 w 4089400"/>
              <a:gd name="connsiteY85" fmla="*/ 1388534 h 2870200"/>
              <a:gd name="connsiteX86" fmla="*/ 1718733 w 4089400"/>
              <a:gd name="connsiteY86" fmla="*/ 1286934 h 2870200"/>
              <a:gd name="connsiteX87" fmla="*/ 1769533 w 4089400"/>
              <a:gd name="connsiteY87" fmla="*/ 1176867 h 2870200"/>
              <a:gd name="connsiteX88" fmla="*/ 1794933 w 4089400"/>
              <a:gd name="connsiteY88" fmla="*/ 1202267 h 2870200"/>
              <a:gd name="connsiteX89" fmla="*/ 1803400 w 4089400"/>
              <a:gd name="connsiteY89" fmla="*/ 1227667 h 2870200"/>
              <a:gd name="connsiteX90" fmla="*/ 1820333 w 4089400"/>
              <a:gd name="connsiteY90" fmla="*/ 1261534 h 2870200"/>
              <a:gd name="connsiteX91" fmla="*/ 1862666 w 4089400"/>
              <a:gd name="connsiteY91" fmla="*/ 1422400 h 2870200"/>
              <a:gd name="connsiteX92" fmla="*/ 1913466 w 4089400"/>
              <a:gd name="connsiteY92" fmla="*/ 1600200 h 2870200"/>
              <a:gd name="connsiteX93" fmla="*/ 1964266 w 4089400"/>
              <a:gd name="connsiteY93" fmla="*/ 1744134 h 2870200"/>
              <a:gd name="connsiteX94" fmla="*/ 1981200 w 4089400"/>
              <a:gd name="connsiteY94" fmla="*/ 1498600 h 2870200"/>
              <a:gd name="connsiteX95" fmla="*/ 1998133 w 4089400"/>
              <a:gd name="connsiteY95" fmla="*/ 1464734 h 2870200"/>
              <a:gd name="connsiteX96" fmla="*/ 2006600 w 4089400"/>
              <a:gd name="connsiteY96" fmla="*/ 1439334 h 2870200"/>
              <a:gd name="connsiteX97" fmla="*/ 2057400 w 4089400"/>
              <a:gd name="connsiteY97" fmla="*/ 2032000 h 2870200"/>
              <a:gd name="connsiteX98" fmla="*/ 2065866 w 4089400"/>
              <a:gd name="connsiteY98" fmla="*/ 2150534 h 2870200"/>
              <a:gd name="connsiteX99" fmla="*/ 2074333 w 4089400"/>
              <a:gd name="connsiteY99" fmla="*/ 2489200 h 2870200"/>
              <a:gd name="connsiteX100" fmla="*/ 2108200 w 4089400"/>
              <a:gd name="connsiteY100" fmla="*/ 2421467 h 2870200"/>
              <a:gd name="connsiteX101" fmla="*/ 2150533 w 4089400"/>
              <a:gd name="connsiteY101" fmla="*/ 2319867 h 2870200"/>
              <a:gd name="connsiteX102" fmla="*/ 2175933 w 4089400"/>
              <a:gd name="connsiteY102" fmla="*/ 2286000 h 2870200"/>
              <a:gd name="connsiteX103" fmla="*/ 2209800 w 4089400"/>
              <a:gd name="connsiteY103" fmla="*/ 2235200 h 2870200"/>
              <a:gd name="connsiteX104" fmla="*/ 2226733 w 4089400"/>
              <a:gd name="connsiteY104" fmla="*/ 2514600 h 2870200"/>
              <a:gd name="connsiteX105" fmla="*/ 2252133 w 4089400"/>
              <a:gd name="connsiteY105" fmla="*/ 2565400 h 2870200"/>
              <a:gd name="connsiteX106" fmla="*/ 2260600 w 4089400"/>
              <a:gd name="connsiteY106" fmla="*/ 2489200 h 2870200"/>
              <a:gd name="connsiteX107" fmla="*/ 2277533 w 4089400"/>
              <a:gd name="connsiteY107" fmla="*/ 2421467 h 2870200"/>
              <a:gd name="connsiteX108" fmla="*/ 2286000 w 4089400"/>
              <a:gd name="connsiteY108" fmla="*/ 1718734 h 2870200"/>
              <a:gd name="connsiteX109" fmla="*/ 2311400 w 4089400"/>
              <a:gd name="connsiteY109" fmla="*/ 1811867 h 2870200"/>
              <a:gd name="connsiteX110" fmla="*/ 2336800 w 4089400"/>
              <a:gd name="connsiteY110" fmla="*/ 1871134 h 2870200"/>
              <a:gd name="connsiteX111" fmla="*/ 2362200 w 4089400"/>
              <a:gd name="connsiteY111" fmla="*/ 1938867 h 2870200"/>
              <a:gd name="connsiteX112" fmla="*/ 2370666 w 4089400"/>
              <a:gd name="connsiteY112" fmla="*/ 1972734 h 2870200"/>
              <a:gd name="connsiteX113" fmla="*/ 2379133 w 4089400"/>
              <a:gd name="connsiteY113" fmla="*/ 1574800 h 2870200"/>
              <a:gd name="connsiteX114" fmla="*/ 2404533 w 4089400"/>
              <a:gd name="connsiteY114" fmla="*/ 1236134 h 2870200"/>
              <a:gd name="connsiteX115" fmla="*/ 2421466 w 4089400"/>
              <a:gd name="connsiteY115" fmla="*/ 1092200 h 2870200"/>
              <a:gd name="connsiteX116" fmla="*/ 2429933 w 4089400"/>
              <a:gd name="connsiteY116" fmla="*/ 1066800 h 2870200"/>
              <a:gd name="connsiteX117" fmla="*/ 2438400 w 4089400"/>
              <a:gd name="connsiteY117" fmla="*/ 1092200 h 2870200"/>
              <a:gd name="connsiteX118" fmla="*/ 2455333 w 4089400"/>
              <a:gd name="connsiteY118" fmla="*/ 1117600 h 2870200"/>
              <a:gd name="connsiteX119" fmla="*/ 2463800 w 4089400"/>
              <a:gd name="connsiteY119" fmla="*/ 1227667 h 2870200"/>
              <a:gd name="connsiteX120" fmla="*/ 2489200 w 4089400"/>
              <a:gd name="connsiteY120" fmla="*/ 753534 h 2870200"/>
              <a:gd name="connsiteX121" fmla="*/ 2506133 w 4089400"/>
              <a:gd name="connsiteY121" fmla="*/ 685800 h 2870200"/>
              <a:gd name="connsiteX122" fmla="*/ 2514600 w 4089400"/>
              <a:gd name="connsiteY122" fmla="*/ 609600 h 2870200"/>
              <a:gd name="connsiteX123" fmla="*/ 2523066 w 4089400"/>
              <a:gd name="connsiteY123" fmla="*/ 558800 h 2870200"/>
              <a:gd name="connsiteX124" fmla="*/ 2540000 w 4089400"/>
              <a:gd name="connsiteY124" fmla="*/ 584200 h 2870200"/>
              <a:gd name="connsiteX125" fmla="*/ 2548466 w 4089400"/>
              <a:gd name="connsiteY125" fmla="*/ 778934 h 2870200"/>
              <a:gd name="connsiteX126" fmla="*/ 2590800 w 4089400"/>
              <a:gd name="connsiteY126" fmla="*/ 914400 h 2870200"/>
              <a:gd name="connsiteX127" fmla="*/ 2607733 w 4089400"/>
              <a:gd name="connsiteY127" fmla="*/ 973667 h 2870200"/>
              <a:gd name="connsiteX128" fmla="*/ 2624666 w 4089400"/>
              <a:gd name="connsiteY128" fmla="*/ 812800 h 2870200"/>
              <a:gd name="connsiteX129" fmla="*/ 2641600 w 4089400"/>
              <a:gd name="connsiteY129" fmla="*/ 694267 h 2870200"/>
              <a:gd name="connsiteX130" fmla="*/ 2667000 w 4089400"/>
              <a:gd name="connsiteY130" fmla="*/ 558800 h 2870200"/>
              <a:gd name="connsiteX131" fmla="*/ 2692400 w 4089400"/>
              <a:gd name="connsiteY131" fmla="*/ 321734 h 2870200"/>
              <a:gd name="connsiteX132" fmla="*/ 2709333 w 4089400"/>
              <a:gd name="connsiteY132" fmla="*/ 1058334 h 2870200"/>
              <a:gd name="connsiteX133" fmla="*/ 2735730 w 4089400"/>
              <a:gd name="connsiteY133" fmla="*/ 1023969 h 2870200"/>
              <a:gd name="connsiteX134" fmla="*/ 2785533 w 4089400"/>
              <a:gd name="connsiteY134" fmla="*/ 905934 h 2870200"/>
              <a:gd name="connsiteX135" fmla="*/ 2819400 w 4089400"/>
              <a:gd name="connsiteY135" fmla="*/ 855134 h 2870200"/>
              <a:gd name="connsiteX136" fmla="*/ 2844800 w 4089400"/>
              <a:gd name="connsiteY136" fmla="*/ 1422400 h 2870200"/>
              <a:gd name="connsiteX137" fmla="*/ 2853266 w 4089400"/>
              <a:gd name="connsiteY137" fmla="*/ 1388534 h 2870200"/>
              <a:gd name="connsiteX138" fmla="*/ 2870200 w 4089400"/>
              <a:gd name="connsiteY138" fmla="*/ 1363134 h 2870200"/>
              <a:gd name="connsiteX139" fmla="*/ 2895600 w 4089400"/>
              <a:gd name="connsiteY139" fmla="*/ 1278467 h 2870200"/>
              <a:gd name="connsiteX140" fmla="*/ 2912533 w 4089400"/>
              <a:gd name="connsiteY140" fmla="*/ 1320800 h 2870200"/>
              <a:gd name="connsiteX141" fmla="*/ 2929466 w 4089400"/>
              <a:gd name="connsiteY141" fmla="*/ 1388534 h 2870200"/>
              <a:gd name="connsiteX142" fmla="*/ 2946400 w 4089400"/>
              <a:gd name="connsiteY142" fmla="*/ 1422400 h 2870200"/>
              <a:gd name="connsiteX143" fmla="*/ 2988733 w 4089400"/>
              <a:gd name="connsiteY143" fmla="*/ 1540934 h 2870200"/>
              <a:gd name="connsiteX144" fmla="*/ 3005666 w 4089400"/>
              <a:gd name="connsiteY144" fmla="*/ 1566334 h 2870200"/>
              <a:gd name="connsiteX145" fmla="*/ 3039533 w 4089400"/>
              <a:gd name="connsiteY145" fmla="*/ 1718734 h 2870200"/>
              <a:gd name="connsiteX146" fmla="*/ 3064933 w 4089400"/>
              <a:gd name="connsiteY146" fmla="*/ 1761067 h 2870200"/>
              <a:gd name="connsiteX147" fmla="*/ 3098800 w 4089400"/>
              <a:gd name="connsiteY147" fmla="*/ 1879600 h 2870200"/>
              <a:gd name="connsiteX148" fmla="*/ 3090333 w 4089400"/>
              <a:gd name="connsiteY148" fmla="*/ 1913467 h 2870200"/>
              <a:gd name="connsiteX149" fmla="*/ 3102783 w 4089400"/>
              <a:gd name="connsiteY149" fmla="*/ 1901016 h 2870200"/>
              <a:gd name="connsiteX150" fmla="*/ 3081866 w 4089400"/>
              <a:gd name="connsiteY150" fmla="*/ 1888067 h 2870200"/>
              <a:gd name="connsiteX151" fmla="*/ 3107266 w 4089400"/>
              <a:gd name="connsiteY151" fmla="*/ 1871134 h 2870200"/>
              <a:gd name="connsiteX152" fmla="*/ 3115733 w 4089400"/>
              <a:gd name="connsiteY152" fmla="*/ 1769534 h 2870200"/>
              <a:gd name="connsiteX153" fmla="*/ 3132666 w 4089400"/>
              <a:gd name="connsiteY153" fmla="*/ 1710267 h 2870200"/>
              <a:gd name="connsiteX154" fmla="*/ 3141133 w 4089400"/>
              <a:gd name="connsiteY154" fmla="*/ 1684867 h 2870200"/>
              <a:gd name="connsiteX155" fmla="*/ 3166533 w 4089400"/>
              <a:gd name="connsiteY155" fmla="*/ 1676400 h 2870200"/>
              <a:gd name="connsiteX156" fmla="*/ 3175000 w 4089400"/>
              <a:gd name="connsiteY156" fmla="*/ 2006600 h 2870200"/>
              <a:gd name="connsiteX157" fmla="*/ 3183466 w 4089400"/>
              <a:gd name="connsiteY157" fmla="*/ 2048934 h 2870200"/>
              <a:gd name="connsiteX158" fmla="*/ 3191933 w 4089400"/>
              <a:gd name="connsiteY158" fmla="*/ 2099734 h 2870200"/>
              <a:gd name="connsiteX159" fmla="*/ 3208866 w 4089400"/>
              <a:gd name="connsiteY159" fmla="*/ 2048934 h 2870200"/>
              <a:gd name="connsiteX160" fmla="*/ 3217333 w 4089400"/>
              <a:gd name="connsiteY160" fmla="*/ 1998134 h 2870200"/>
              <a:gd name="connsiteX161" fmla="*/ 3251200 w 4089400"/>
              <a:gd name="connsiteY161" fmla="*/ 2353734 h 2870200"/>
              <a:gd name="connsiteX162" fmla="*/ 3276600 w 4089400"/>
              <a:gd name="connsiteY162" fmla="*/ 2387600 h 2870200"/>
              <a:gd name="connsiteX163" fmla="*/ 3285066 w 4089400"/>
              <a:gd name="connsiteY163" fmla="*/ 2497667 h 2870200"/>
              <a:gd name="connsiteX164" fmla="*/ 3302000 w 4089400"/>
              <a:gd name="connsiteY164" fmla="*/ 2531534 h 2870200"/>
              <a:gd name="connsiteX165" fmla="*/ 3318933 w 4089400"/>
              <a:gd name="connsiteY165" fmla="*/ 2599267 h 2870200"/>
              <a:gd name="connsiteX166" fmla="*/ 3344333 w 4089400"/>
              <a:gd name="connsiteY166" fmla="*/ 2667000 h 2870200"/>
              <a:gd name="connsiteX167" fmla="*/ 3386666 w 4089400"/>
              <a:gd name="connsiteY167" fmla="*/ 2810934 h 2870200"/>
              <a:gd name="connsiteX168" fmla="*/ 3412066 w 4089400"/>
              <a:gd name="connsiteY168" fmla="*/ 2870200 h 2870200"/>
              <a:gd name="connsiteX169" fmla="*/ 3437466 w 4089400"/>
              <a:gd name="connsiteY169" fmla="*/ 1828800 h 2870200"/>
              <a:gd name="connsiteX170" fmla="*/ 3436968 w 4089400"/>
              <a:gd name="connsiteY170" fmla="*/ 2090271 h 2870200"/>
              <a:gd name="connsiteX171" fmla="*/ 3462866 w 4089400"/>
              <a:gd name="connsiteY171" fmla="*/ 1735667 h 2870200"/>
              <a:gd name="connsiteX172" fmla="*/ 3488266 w 4089400"/>
              <a:gd name="connsiteY172" fmla="*/ 1651000 h 2870200"/>
              <a:gd name="connsiteX173" fmla="*/ 3496733 w 4089400"/>
              <a:gd name="connsiteY173" fmla="*/ 1701800 h 2870200"/>
              <a:gd name="connsiteX174" fmla="*/ 3500717 w 4089400"/>
              <a:gd name="connsiteY174" fmla="*/ 1875118 h 2870200"/>
              <a:gd name="connsiteX175" fmla="*/ 3522133 w 4089400"/>
              <a:gd name="connsiteY175" fmla="*/ 1752600 h 2870200"/>
              <a:gd name="connsiteX176" fmla="*/ 3530600 w 4089400"/>
              <a:gd name="connsiteY176" fmla="*/ 1693334 h 2870200"/>
              <a:gd name="connsiteX177" fmla="*/ 3572933 w 4089400"/>
              <a:gd name="connsiteY177" fmla="*/ 1608667 h 2870200"/>
              <a:gd name="connsiteX178" fmla="*/ 3589866 w 4089400"/>
              <a:gd name="connsiteY178" fmla="*/ 1566334 h 2870200"/>
              <a:gd name="connsiteX179" fmla="*/ 3632200 w 4089400"/>
              <a:gd name="connsiteY179" fmla="*/ 1464734 h 2870200"/>
              <a:gd name="connsiteX180" fmla="*/ 3636184 w 4089400"/>
              <a:gd name="connsiteY180" fmla="*/ 1373094 h 2870200"/>
              <a:gd name="connsiteX181" fmla="*/ 3657600 w 4089400"/>
              <a:gd name="connsiteY181" fmla="*/ 1363134 h 2870200"/>
              <a:gd name="connsiteX182" fmla="*/ 3674533 w 4089400"/>
              <a:gd name="connsiteY182" fmla="*/ 1320800 h 2870200"/>
              <a:gd name="connsiteX183" fmla="*/ 3669553 w 4089400"/>
              <a:gd name="connsiteY183" fmla="*/ 1151964 h 2870200"/>
              <a:gd name="connsiteX184" fmla="*/ 3716866 w 4089400"/>
              <a:gd name="connsiteY184" fmla="*/ 1227667 h 2870200"/>
              <a:gd name="connsiteX185" fmla="*/ 3725333 w 4089400"/>
              <a:gd name="connsiteY185" fmla="*/ 1176867 h 2870200"/>
              <a:gd name="connsiteX186" fmla="*/ 3742266 w 4089400"/>
              <a:gd name="connsiteY186" fmla="*/ 1126067 h 2870200"/>
              <a:gd name="connsiteX187" fmla="*/ 3750733 w 4089400"/>
              <a:gd name="connsiteY187" fmla="*/ 1058334 h 2870200"/>
              <a:gd name="connsiteX188" fmla="*/ 3759200 w 4089400"/>
              <a:gd name="connsiteY188" fmla="*/ 1270000 h 2870200"/>
              <a:gd name="connsiteX189" fmla="*/ 3788048 w 4089400"/>
              <a:gd name="connsiteY189" fmla="*/ 678606 h 2870200"/>
              <a:gd name="connsiteX190" fmla="*/ 3793066 w 4089400"/>
              <a:gd name="connsiteY190" fmla="*/ 558800 h 2870200"/>
              <a:gd name="connsiteX191" fmla="*/ 3810000 w 4089400"/>
              <a:gd name="connsiteY191" fmla="*/ 482600 h 2870200"/>
              <a:gd name="connsiteX192" fmla="*/ 3818466 w 4089400"/>
              <a:gd name="connsiteY192" fmla="*/ 533400 h 2870200"/>
              <a:gd name="connsiteX193" fmla="*/ 3835400 w 4089400"/>
              <a:gd name="connsiteY193" fmla="*/ 660400 h 2870200"/>
              <a:gd name="connsiteX194" fmla="*/ 3843866 w 4089400"/>
              <a:gd name="connsiteY194" fmla="*/ 702734 h 2870200"/>
              <a:gd name="connsiteX195" fmla="*/ 3860800 w 4089400"/>
              <a:gd name="connsiteY195" fmla="*/ 736600 h 2870200"/>
              <a:gd name="connsiteX196" fmla="*/ 3877733 w 4089400"/>
              <a:gd name="connsiteY196" fmla="*/ 702734 h 2870200"/>
              <a:gd name="connsiteX197" fmla="*/ 3937000 w 4089400"/>
              <a:gd name="connsiteY197" fmla="*/ 482600 h 2870200"/>
              <a:gd name="connsiteX198" fmla="*/ 3953933 w 4089400"/>
              <a:gd name="connsiteY198" fmla="*/ 457200 h 2870200"/>
              <a:gd name="connsiteX199" fmla="*/ 3979333 w 4089400"/>
              <a:gd name="connsiteY199" fmla="*/ 177800 h 2870200"/>
              <a:gd name="connsiteX200" fmla="*/ 4004733 w 4089400"/>
              <a:gd name="connsiteY200" fmla="*/ 135467 h 2870200"/>
              <a:gd name="connsiteX201" fmla="*/ 4013200 w 4089400"/>
              <a:gd name="connsiteY201" fmla="*/ 101600 h 2870200"/>
              <a:gd name="connsiteX202" fmla="*/ 4021666 w 4089400"/>
              <a:gd name="connsiteY202" fmla="*/ 76200 h 2870200"/>
              <a:gd name="connsiteX203" fmla="*/ 4030133 w 4089400"/>
              <a:gd name="connsiteY203" fmla="*/ 110067 h 2870200"/>
              <a:gd name="connsiteX204" fmla="*/ 4047066 w 4089400"/>
              <a:gd name="connsiteY204" fmla="*/ 160867 h 2870200"/>
              <a:gd name="connsiteX205" fmla="*/ 4089400 w 4089400"/>
              <a:gd name="connsiteY205" fmla="*/ 0 h 2870200"/>
              <a:gd name="connsiteX0" fmla="*/ 0 w 4089400"/>
              <a:gd name="connsiteY0" fmla="*/ 702734 h 2870200"/>
              <a:gd name="connsiteX1" fmla="*/ 8466 w 4089400"/>
              <a:gd name="connsiteY1" fmla="*/ 643467 h 2870200"/>
              <a:gd name="connsiteX2" fmla="*/ 42333 w 4089400"/>
              <a:gd name="connsiteY2" fmla="*/ 567267 h 2870200"/>
              <a:gd name="connsiteX3" fmla="*/ 47892 w 4089400"/>
              <a:gd name="connsiteY3" fmla="*/ 828517 h 2870200"/>
              <a:gd name="connsiteX4" fmla="*/ 32533 w 4089400"/>
              <a:gd name="connsiteY4" fmla="*/ 1083293 h 2870200"/>
              <a:gd name="connsiteX5" fmla="*/ 30266 w 4089400"/>
              <a:gd name="connsiteY5" fmla="*/ 1212385 h 2870200"/>
              <a:gd name="connsiteX6" fmla="*/ 36518 w 4089400"/>
              <a:gd name="connsiteY6" fmla="*/ 1387292 h 2870200"/>
              <a:gd name="connsiteX7" fmla="*/ 59266 w 4089400"/>
              <a:gd name="connsiteY7" fmla="*/ 1253067 h 2870200"/>
              <a:gd name="connsiteX8" fmla="*/ 76200 w 4089400"/>
              <a:gd name="connsiteY8" fmla="*/ 1202267 h 2870200"/>
              <a:gd name="connsiteX9" fmla="*/ 110066 w 4089400"/>
              <a:gd name="connsiteY9" fmla="*/ 1100667 h 2870200"/>
              <a:gd name="connsiteX10" fmla="*/ 143933 w 4089400"/>
              <a:gd name="connsiteY10" fmla="*/ 999067 h 2870200"/>
              <a:gd name="connsiteX11" fmla="*/ 160866 w 4089400"/>
              <a:gd name="connsiteY11" fmla="*/ 948267 h 2870200"/>
              <a:gd name="connsiteX12" fmla="*/ 177800 w 4089400"/>
              <a:gd name="connsiteY12" fmla="*/ 1134534 h 2870200"/>
              <a:gd name="connsiteX13" fmla="*/ 194733 w 4089400"/>
              <a:gd name="connsiteY13" fmla="*/ 1464734 h 2870200"/>
              <a:gd name="connsiteX14" fmla="*/ 254000 w 4089400"/>
              <a:gd name="connsiteY14" fmla="*/ 1363134 h 2870200"/>
              <a:gd name="connsiteX15" fmla="*/ 279400 w 4089400"/>
              <a:gd name="connsiteY15" fmla="*/ 1371600 h 2870200"/>
              <a:gd name="connsiteX16" fmla="*/ 287866 w 4089400"/>
              <a:gd name="connsiteY16" fmla="*/ 2243667 h 2870200"/>
              <a:gd name="connsiteX17" fmla="*/ 313266 w 4089400"/>
              <a:gd name="connsiteY17" fmla="*/ 2201334 h 2870200"/>
              <a:gd name="connsiteX18" fmla="*/ 321733 w 4089400"/>
              <a:gd name="connsiteY18" fmla="*/ 2150534 h 2870200"/>
              <a:gd name="connsiteX19" fmla="*/ 346635 w 4089400"/>
              <a:gd name="connsiteY19" fmla="*/ 2376146 h 2870200"/>
              <a:gd name="connsiteX20" fmla="*/ 364066 w 4089400"/>
              <a:gd name="connsiteY20" fmla="*/ 2082800 h 2870200"/>
              <a:gd name="connsiteX21" fmla="*/ 389965 w 4089400"/>
              <a:gd name="connsiteY21" fmla="*/ 1792444 h 2870200"/>
              <a:gd name="connsiteX22" fmla="*/ 397933 w 4089400"/>
              <a:gd name="connsiteY22" fmla="*/ 2032000 h 2870200"/>
              <a:gd name="connsiteX23" fmla="*/ 423333 w 4089400"/>
              <a:gd name="connsiteY23" fmla="*/ 1998134 h 2870200"/>
              <a:gd name="connsiteX24" fmla="*/ 440266 w 4089400"/>
              <a:gd name="connsiteY24" fmla="*/ 1752600 h 2870200"/>
              <a:gd name="connsiteX25" fmla="*/ 465666 w 4089400"/>
              <a:gd name="connsiteY25" fmla="*/ 1651000 h 2870200"/>
              <a:gd name="connsiteX26" fmla="*/ 491066 w 4089400"/>
              <a:gd name="connsiteY26" fmla="*/ 1710267 h 2870200"/>
              <a:gd name="connsiteX27" fmla="*/ 499533 w 4089400"/>
              <a:gd name="connsiteY27" fmla="*/ 1851666 h 2870200"/>
              <a:gd name="connsiteX28" fmla="*/ 533400 w 4089400"/>
              <a:gd name="connsiteY28" fmla="*/ 1820334 h 2870200"/>
              <a:gd name="connsiteX29" fmla="*/ 558800 w 4089400"/>
              <a:gd name="connsiteY29" fmla="*/ 1938867 h 2870200"/>
              <a:gd name="connsiteX30" fmla="*/ 575733 w 4089400"/>
              <a:gd name="connsiteY30" fmla="*/ 1998134 h 2870200"/>
              <a:gd name="connsiteX31" fmla="*/ 592666 w 4089400"/>
              <a:gd name="connsiteY31" fmla="*/ 2023534 h 2870200"/>
              <a:gd name="connsiteX32" fmla="*/ 618066 w 4089400"/>
              <a:gd name="connsiteY32" fmla="*/ 1786467 h 2870200"/>
              <a:gd name="connsiteX33" fmla="*/ 626533 w 4089400"/>
              <a:gd name="connsiteY33" fmla="*/ 1744134 h 2870200"/>
              <a:gd name="connsiteX34" fmla="*/ 643466 w 4089400"/>
              <a:gd name="connsiteY34" fmla="*/ 1718734 h 2870200"/>
              <a:gd name="connsiteX35" fmla="*/ 660400 w 4089400"/>
              <a:gd name="connsiteY35" fmla="*/ 1617134 h 2870200"/>
              <a:gd name="connsiteX36" fmla="*/ 677333 w 4089400"/>
              <a:gd name="connsiteY36" fmla="*/ 1557867 h 2870200"/>
              <a:gd name="connsiteX37" fmla="*/ 685800 w 4089400"/>
              <a:gd name="connsiteY37" fmla="*/ 1524000 h 2870200"/>
              <a:gd name="connsiteX38" fmla="*/ 702733 w 4089400"/>
              <a:gd name="connsiteY38" fmla="*/ 1312334 h 2870200"/>
              <a:gd name="connsiteX39" fmla="*/ 719666 w 4089400"/>
              <a:gd name="connsiteY39" fmla="*/ 1380067 h 2870200"/>
              <a:gd name="connsiteX40" fmla="*/ 736600 w 4089400"/>
              <a:gd name="connsiteY40" fmla="*/ 1532467 h 2870200"/>
              <a:gd name="connsiteX41" fmla="*/ 753533 w 4089400"/>
              <a:gd name="connsiteY41" fmla="*/ 1566334 h 2870200"/>
              <a:gd name="connsiteX42" fmla="*/ 778933 w 4089400"/>
              <a:gd name="connsiteY42" fmla="*/ 1456267 h 2870200"/>
              <a:gd name="connsiteX43" fmla="*/ 795866 w 4089400"/>
              <a:gd name="connsiteY43" fmla="*/ 1430867 h 2870200"/>
              <a:gd name="connsiteX44" fmla="*/ 829733 w 4089400"/>
              <a:gd name="connsiteY44" fmla="*/ 1388534 h 2870200"/>
              <a:gd name="connsiteX45" fmla="*/ 838200 w 4089400"/>
              <a:gd name="connsiteY45" fmla="*/ 1498600 h 2870200"/>
              <a:gd name="connsiteX46" fmla="*/ 863600 w 4089400"/>
              <a:gd name="connsiteY46" fmla="*/ 1811867 h 2870200"/>
              <a:gd name="connsiteX47" fmla="*/ 872066 w 4089400"/>
              <a:gd name="connsiteY47" fmla="*/ 1642534 h 2870200"/>
              <a:gd name="connsiteX48" fmla="*/ 897466 w 4089400"/>
              <a:gd name="connsiteY48" fmla="*/ 1583267 h 2870200"/>
              <a:gd name="connsiteX49" fmla="*/ 905933 w 4089400"/>
              <a:gd name="connsiteY49" fmla="*/ 1557867 h 2870200"/>
              <a:gd name="connsiteX50" fmla="*/ 914400 w 4089400"/>
              <a:gd name="connsiteY50" fmla="*/ 2006600 h 2870200"/>
              <a:gd name="connsiteX51" fmla="*/ 939800 w 4089400"/>
              <a:gd name="connsiteY51" fmla="*/ 2116667 h 2870200"/>
              <a:gd name="connsiteX52" fmla="*/ 948266 w 4089400"/>
              <a:gd name="connsiteY52" fmla="*/ 1948424 h 2870200"/>
              <a:gd name="connsiteX53" fmla="*/ 965200 w 4089400"/>
              <a:gd name="connsiteY53" fmla="*/ 1794934 h 2870200"/>
              <a:gd name="connsiteX54" fmla="*/ 973666 w 4089400"/>
              <a:gd name="connsiteY54" fmla="*/ 1761067 h 2870200"/>
              <a:gd name="connsiteX55" fmla="*/ 990600 w 4089400"/>
              <a:gd name="connsiteY55" fmla="*/ 1871134 h 2870200"/>
              <a:gd name="connsiteX56" fmla="*/ 1007533 w 4089400"/>
              <a:gd name="connsiteY56" fmla="*/ 1947334 h 2870200"/>
              <a:gd name="connsiteX57" fmla="*/ 1024466 w 4089400"/>
              <a:gd name="connsiteY57" fmla="*/ 2040467 h 2870200"/>
              <a:gd name="connsiteX58" fmla="*/ 1049866 w 4089400"/>
              <a:gd name="connsiteY58" fmla="*/ 2108200 h 2870200"/>
              <a:gd name="connsiteX59" fmla="*/ 1058333 w 4089400"/>
              <a:gd name="connsiteY59" fmla="*/ 2150534 h 2870200"/>
              <a:gd name="connsiteX60" fmla="*/ 1100666 w 4089400"/>
              <a:gd name="connsiteY60" fmla="*/ 2209800 h 2870200"/>
              <a:gd name="connsiteX61" fmla="*/ 1109133 w 4089400"/>
              <a:gd name="connsiteY61" fmla="*/ 2108200 h 2870200"/>
              <a:gd name="connsiteX62" fmla="*/ 1159933 w 4089400"/>
              <a:gd name="connsiteY62" fmla="*/ 1989667 h 2870200"/>
              <a:gd name="connsiteX63" fmla="*/ 1210733 w 4089400"/>
              <a:gd name="connsiteY63" fmla="*/ 1913467 h 2870200"/>
              <a:gd name="connsiteX64" fmla="*/ 1219200 w 4089400"/>
              <a:gd name="connsiteY64" fmla="*/ 2167467 h 2870200"/>
              <a:gd name="connsiteX65" fmla="*/ 1236133 w 4089400"/>
              <a:gd name="connsiteY65" fmla="*/ 2082800 h 2870200"/>
              <a:gd name="connsiteX66" fmla="*/ 1244600 w 4089400"/>
              <a:gd name="connsiteY66" fmla="*/ 2015067 h 2870200"/>
              <a:gd name="connsiteX67" fmla="*/ 1286933 w 4089400"/>
              <a:gd name="connsiteY67" fmla="*/ 1854200 h 2870200"/>
              <a:gd name="connsiteX68" fmla="*/ 1295400 w 4089400"/>
              <a:gd name="connsiteY68" fmla="*/ 1803400 h 2870200"/>
              <a:gd name="connsiteX69" fmla="*/ 1320800 w 4089400"/>
              <a:gd name="connsiteY69" fmla="*/ 1701800 h 2870200"/>
              <a:gd name="connsiteX70" fmla="*/ 1346200 w 4089400"/>
              <a:gd name="connsiteY70" fmla="*/ 1718734 h 2870200"/>
              <a:gd name="connsiteX71" fmla="*/ 1354666 w 4089400"/>
              <a:gd name="connsiteY71" fmla="*/ 1744134 h 2870200"/>
              <a:gd name="connsiteX72" fmla="*/ 1380066 w 4089400"/>
              <a:gd name="connsiteY72" fmla="*/ 1828800 h 2870200"/>
              <a:gd name="connsiteX73" fmla="*/ 1397000 w 4089400"/>
              <a:gd name="connsiteY73" fmla="*/ 1879600 h 2870200"/>
              <a:gd name="connsiteX74" fmla="*/ 1405466 w 4089400"/>
              <a:gd name="connsiteY74" fmla="*/ 1913467 h 2870200"/>
              <a:gd name="connsiteX75" fmla="*/ 1430866 w 4089400"/>
              <a:gd name="connsiteY75" fmla="*/ 1947334 h 2870200"/>
              <a:gd name="connsiteX76" fmla="*/ 1447800 w 4089400"/>
              <a:gd name="connsiteY76" fmla="*/ 1938867 h 2870200"/>
              <a:gd name="connsiteX77" fmla="*/ 1490133 w 4089400"/>
              <a:gd name="connsiteY77" fmla="*/ 1803400 h 2870200"/>
              <a:gd name="connsiteX78" fmla="*/ 1549400 w 4089400"/>
              <a:gd name="connsiteY78" fmla="*/ 1651000 h 2870200"/>
              <a:gd name="connsiteX79" fmla="*/ 1557866 w 4089400"/>
              <a:gd name="connsiteY79" fmla="*/ 1591734 h 2870200"/>
              <a:gd name="connsiteX80" fmla="*/ 1574800 w 4089400"/>
              <a:gd name="connsiteY80" fmla="*/ 1566334 h 2870200"/>
              <a:gd name="connsiteX81" fmla="*/ 1583266 w 4089400"/>
              <a:gd name="connsiteY81" fmla="*/ 1524000 h 2870200"/>
              <a:gd name="connsiteX82" fmla="*/ 1591733 w 4089400"/>
              <a:gd name="connsiteY82" fmla="*/ 1498600 h 2870200"/>
              <a:gd name="connsiteX83" fmla="*/ 1608666 w 4089400"/>
              <a:gd name="connsiteY83" fmla="*/ 1524000 h 2870200"/>
              <a:gd name="connsiteX84" fmla="*/ 1634066 w 4089400"/>
              <a:gd name="connsiteY84" fmla="*/ 1490134 h 2870200"/>
              <a:gd name="connsiteX85" fmla="*/ 1659466 w 4089400"/>
              <a:gd name="connsiteY85" fmla="*/ 1388534 h 2870200"/>
              <a:gd name="connsiteX86" fmla="*/ 1718733 w 4089400"/>
              <a:gd name="connsiteY86" fmla="*/ 1286934 h 2870200"/>
              <a:gd name="connsiteX87" fmla="*/ 1769533 w 4089400"/>
              <a:gd name="connsiteY87" fmla="*/ 1176867 h 2870200"/>
              <a:gd name="connsiteX88" fmla="*/ 1794933 w 4089400"/>
              <a:gd name="connsiteY88" fmla="*/ 1202267 h 2870200"/>
              <a:gd name="connsiteX89" fmla="*/ 1803400 w 4089400"/>
              <a:gd name="connsiteY89" fmla="*/ 1227667 h 2870200"/>
              <a:gd name="connsiteX90" fmla="*/ 1820333 w 4089400"/>
              <a:gd name="connsiteY90" fmla="*/ 1261534 h 2870200"/>
              <a:gd name="connsiteX91" fmla="*/ 1862666 w 4089400"/>
              <a:gd name="connsiteY91" fmla="*/ 1422400 h 2870200"/>
              <a:gd name="connsiteX92" fmla="*/ 1913466 w 4089400"/>
              <a:gd name="connsiteY92" fmla="*/ 1600200 h 2870200"/>
              <a:gd name="connsiteX93" fmla="*/ 1964266 w 4089400"/>
              <a:gd name="connsiteY93" fmla="*/ 1744134 h 2870200"/>
              <a:gd name="connsiteX94" fmla="*/ 1981200 w 4089400"/>
              <a:gd name="connsiteY94" fmla="*/ 1498600 h 2870200"/>
              <a:gd name="connsiteX95" fmla="*/ 1998133 w 4089400"/>
              <a:gd name="connsiteY95" fmla="*/ 1464734 h 2870200"/>
              <a:gd name="connsiteX96" fmla="*/ 2006600 w 4089400"/>
              <a:gd name="connsiteY96" fmla="*/ 1439334 h 2870200"/>
              <a:gd name="connsiteX97" fmla="*/ 2057400 w 4089400"/>
              <a:gd name="connsiteY97" fmla="*/ 2032000 h 2870200"/>
              <a:gd name="connsiteX98" fmla="*/ 2065866 w 4089400"/>
              <a:gd name="connsiteY98" fmla="*/ 2150534 h 2870200"/>
              <a:gd name="connsiteX99" fmla="*/ 2074333 w 4089400"/>
              <a:gd name="connsiteY99" fmla="*/ 2489200 h 2870200"/>
              <a:gd name="connsiteX100" fmla="*/ 2108200 w 4089400"/>
              <a:gd name="connsiteY100" fmla="*/ 2421467 h 2870200"/>
              <a:gd name="connsiteX101" fmla="*/ 2150533 w 4089400"/>
              <a:gd name="connsiteY101" fmla="*/ 2319867 h 2870200"/>
              <a:gd name="connsiteX102" fmla="*/ 2175933 w 4089400"/>
              <a:gd name="connsiteY102" fmla="*/ 2286000 h 2870200"/>
              <a:gd name="connsiteX103" fmla="*/ 2209800 w 4089400"/>
              <a:gd name="connsiteY103" fmla="*/ 2235200 h 2870200"/>
              <a:gd name="connsiteX104" fmla="*/ 2226733 w 4089400"/>
              <a:gd name="connsiteY104" fmla="*/ 2514600 h 2870200"/>
              <a:gd name="connsiteX105" fmla="*/ 2252133 w 4089400"/>
              <a:gd name="connsiteY105" fmla="*/ 2565400 h 2870200"/>
              <a:gd name="connsiteX106" fmla="*/ 2260600 w 4089400"/>
              <a:gd name="connsiteY106" fmla="*/ 2489200 h 2870200"/>
              <a:gd name="connsiteX107" fmla="*/ 2277533 w 4089400"/>
              <a:gd name="connsiteY107" fmla="*/ 2421467 h 2870200"/>
              <a:gd name="connsiteX108" fmla="*/ 2286000 w 4089400"/>
              <a:gd name="connsiteY108" fmla="*/ 1718734 h 2870200"/>
              <a:gd name="connsiteX109" fmla="*/ 2311400 w 4089400"/>
              <a:gd name="connsiteY109" fmla="*/ 1811867 h 2870200"/>
              <a:gd name="connsiteX110" fmla="*/ 2336800 w 4089400"/>
              <a:gd name="connsiteY110" fmla="*/ 1871134 h 2870200"/>
              <a:gd name="connsiteX111" fmla="*/ 2362200 w 4089400"/>
              <a:gd name="connsiteY111" fmla="*/ 1938867 h 2870200"/>
              <a:gd name="connsiteX112" fmla="*/ 2370666 w 4089400"/>
              <a:gd name="connsiteY112" fmla="*/ 1972734 h 2870200"/>
              <a:gd name="connsiteX113" fmla="*/ 2379133 w 4089400"/>
              <a:gd name="connsiteY113" fmla="*/ 1574800 h 2870200"/>
              <a:gd name="connsiteX114" fmla="*/ 2404533 w 4089400"/>
              <a:gd name="connsiteY114" fmla="*/ 1236134 h 2870200"/>
              <a:gd name="connsiteX115" fmla="*/ 2421466 w 4089400"/>
              <a:gd name="connsiteY115" fmla="*/ 1092200 h 2870200"/>
              <a:gd name="connsiteX116" fmla="*/ 2429933 w 4089400"/>
              <a:gd name="connsiteY116" fmla="*/ 1066800 h 2870200"/>
              <a:gd name="connsiteX117" fmla="*/ 2438400 w 4089400"/>
              <a:gd name="connsiteY117" fmla="*/ 1092200 h 2870200"/>
              <a:gd name="connsiteX118" fmla="*/ 2455333 w 4089400"/>
              <a:gd name="connsiteY118" fmla="*/ 1117600 h 2870200"/>
              <a:gd name="connsiteX119" fmla="*/ 2463800 w 4089400"/>
              <a:gd name="connsiteY119" fmla="*/ 1227667 h 2870200"/>
              <a:gd name="connsiteX120" fmla="*/ 2489200 w 4089400"/>
              <a:gd name="connsiteY120" fmla="*/ 753534 h 2870200"/>
              <a:gd name="connsiteX121" fmla="*/ 2506133 w 4089400"/>
              <a:gd name="connsiteY121" fmla="*/ 685800 h 2870200"/>
              <a:gd name="connsiteX122" fmla="*/ 2514600 w 4089400"/>
              <a:gd name="connsiteY122" fmla="*/ 609600 h 2870200"/>
              <a:gd name="connsiteX123" fmla="*/ 2523066 w 4089400"/>
              <a:gd name="connsiteY123" fmla="*/ 558800 h 2870200"/>
              <a:gd name="connsiteX124" fmla="*/ 2540000 w 4089400"/>
              <a:gd name="connsiteY124" fmla="*/ 584200 h 2870200"/>
              <a:gd name="connsiteX125" fmla="*/ 2548466 w 4089400"/>
              <a:gd name="connsiteY125" fmla="*/ 778934 h 2870200"/>
              <a:gd name="connsiteX126" fmla="*/ 2590800 w 4089400"/>
              <a:gd name="connsiteY126" fmla="*/ 914400 h 2870200"/>
              <a:gd name="connsiteX127" fmla="*/ 2607733 w 4089400"/>
              <a:gd name="connsiteY127" fmla="*/ 973667 h 2870200"/>
              <a:gd name="connsiteX128" fmla="*/ 2624666 w 4089400"/>
              <a:gd name="connsiteY128" fmla="*/ 812800 h 2870200"/>
              <a:gd name="connsiteX129" fmla="*/ 2641600 w 4089400"/>
              <a:gd name="connsiteY129" fmla="*/ 694267 h 2870200"/>
              <a:gd name="connsiteX130" fmla="*/ 2667000 w 4089400"/>
              <a:gd name="connsiteY130" fmla="*/ 558800 h 2870200"/>
              <a:gd name="connsiteX131" fmla="*/ 2692400 w 4089400"/>
              <a:gd name="connsiteY131" fmla="*/ 321734 h 2870200"/>
              <a:gd name="connsiteX132" fmla="*/ 2709333 w 4089400"/>
              <a:gd name="connsiteY132" fmla="*/ 1058334 h 2870200"/>
              <a:gd name="connsiteX133" fmla="*/ 2735730 w 4089400"/>
              <a:gd name="connsiteY133" fmla="*/ 1023969 h 2870200"/>
              <a:gd name="connsiteX134" fmla="*/ 2785533 w 4089400"/>
              <a:gd name="connsiteY134" fmla="*/ 905934 h 2870200"/>
              <a:gd name="connsiteX135" fmla="*/ 2819400 w 4089400"/>
              <a:gd name="connsiteY135" fmla="*/ 855134 h 2870200"/>
              <a:gd name="connsiteX136" fmla="*/ 2844800 w 4089400"/>
              <a:gd name="connsiteY136" fmla="*/ 1422400 h 2870200"/>
              <a:gd name="connsiteX137" fmla="*/ 2853266 w 4089400"/>
              <a:gd name="connsiteY137" fmla="*/ 1388534 h 2870200"/>
              <a:gd name="connsiteX138" fmla="*/ 2870200 w 4089400"/>
              <a:gd name="connsiteY138" fmla="*/ 1363134 h 2870200"/>
              <a:gd name="connsiteX139" fmla="*/ 2895600 w 4089400"/>
              <a:gd name="connsiteY139" fmla="*/ 1278467 h 2870200"/>
              <a:gd name="connsiteX140" fmla="*/ 2912533 w 4089400"/>
              <a:gd name="connsiteY140" fmla="*/ 1320800 h 2870200"/>
              <a:gd name="connsiteX141" fmla="*/ 2929466 w 4089400"/>
              <a:gd name="connsiteY141" fmla="*/ 1388534 h 2870200"/>
              <a:gd name="connsiteX142" fmla="*/ 2946400 w 4089400"/>
              <a:gd name="connsiteY142" fmla="*/ 1422400 h 2870200"/>
              <a:gd name="connsiteX143" fmla="*/ 2988733 w 4089400"/>
              <a:gd name="connsiteY143" fmla="*/ 1540934 h 2870200"/>
              <a:gd name="connsiteX144" fmla="*/ 3005666 w 4089400"/>
              <a:gd name="connsiteY144" fmla="*/ 1566334 h 2870200"/>
              <a:gd name="connsiteX145" fmla="*/ 3039533 w 4089400"/>
              <a:gd name="connsiteY145" fmla="*/ 1718734 h 2870200"/>
              <a:gd name="connsiteX146" fmla="*/ 3064933 w 4089400"/>
              <a:gd name="connsiteY146" fmla="*/ 1761067 h 2870200"/>
              <a:gd name="connsiteX147" fmla="*/ 3098800 w 4089400"/>
              <a:gd name="connsiteY147" fmla="*/ 1879600 h 2870200"/>
              <a:gd name="connsiteX148" fmla="*/ 3090333 w 4089400"/>
              <a:gd name="connsiteY148" fmla="*/ 1913467 h 2870200"/>
              <a:gd name="connsiteX149" fmla="*/ 3102783 w 4089400"/>
              <a:gd name="connsiteY149" fmla="*/ 1901016 h 2870200"/>
              <a:gd name="connsiteX150" fmla="*/ 3081866 w 4089400"/>
              <a:gd name="connsiteY150" fmla="*/ 1888067 h 2870200"/>
              <a:gd name="connsiteX151" fmla="*/ 3107266 w 4089400"/>
              <a:gd name="connsiteY151" fmla="*/ 1871134 h 2870200"/>
              <a:gd name="connsiteX152" fmla="*/ 3115733 w 4089400"/>
              <a:gd name="connsiteY152" fmla="*/ 1769534 h 2870200"/>
              <a:gd name="connsiteX153" fmla="*/ 3132666 w 4089400"/>
              <a:gd name="connsiteY153" fmla="*/ 1710267 h 2870200"/>
              <a:gd name="connsiteX154" fmla="*/ 3141133 w 4089400"/>
              <a:gd name="connsiteY154" fmla="*/ 1684867 h 2870200"/>
              <a:gd name="connsiteX155" fmla="*/ 3166533 w 4089400"/>
              <a:gd name="connsiteY155" fmla="*/ 1676400 h 2870200"/>
              <a:gd name="connsiteX156" fmla="*/ 3175000 w 4089400"/>
              <a:gd name="connsiteY156" fmla="*/ 2006600 h 2870200"/>
              <a:gd name="connsiteX157" fmla="*/ 3183466 w 4089400"/>
              <a:gd name="connsiteY157" fmla="*/ 2048934 h 2870200"/>
              <a:gd name="connsiteX158" fmla="*/ 3191933 w 4089400"/>
              <a:gd name="connsiteY158" fmla="*/ 2099734 h 2870200"/>
              <a:gd name="connsiteX159" fmla="*/ 3208866 w 4089400"/>
              <a:gd name="connsiteY159" fmla="*/ 2048934 h 2870200"/>
              <a:gd name="connsiteX160" fmla="*/ 3217333 w 4089400"/>
              <a:gd name="connsiteY160" fmla="*/ 1998134 h 2870200"/>
              <a:gd name="connsiteX161" fmla="*/ 3251200 w 4089400"/>
              <a:gd name="connsiteY161" fmla="*/ 2353734 h 2870200"/>
              <a:gd name="connsiteX162" fmla="*/ 3276600 w 4089400"/>
              <a:gd name="connsiteY162" fmla="*/ 2387600 h 2870200"/>
              <a:gd name="connsiteX163" fmla="*/ 3285066 w 4089400"/>
              <a:gd name="connsiteY163" fmla="*/ 2497667 h 2870200"/>
              <a:gd name="connsiteX164" fmla="*/ 3302000 w 4089400"/>
              <a:gd name="connsiteY164" fmla="*/ 2531534 h 2870200"/>
              <a:gd name="connsiteX165" fmla="*/ 3318933 w 4089400"/>
              <a:gd name="connsiteY165" fmla="*/ 2599267 h 2870200"/>
              <a:gd name="connsiteX166" fmla="*/ 3344333 w 4089400"/>
              <a:gd name="connsiteY166" fmla="*/ 2667000 h 2870200"/>
              <a:gd name="connsiteX167" fmla="*/ 3386666 w 4089400"/>
              <a:gd name="connsiteY167" fmla="*/ 2810934 h 2870200"/>
              <a:gd name="connsiteX168" fmla="*/ 3412066 w 4089400"/>
              <a:gd name="connsiteY168" fmla="*/ 2870200 h 2870200"/>
              <a:gd name="connsiteX169" fmla="*/ 3437466 w 4089400"/>
              <a:gd name="connsiteY169" fmla="*/ 1828800 h 2870200"/>
              <a:gd name="connsiteX170" fmla="*/ 3436968 w 4089400"/>
              <a:gd name="connsiteY170" fmla="*/ 2090271 h 2870200"/>
              <a:gd name="connsiteX171" fmla="*/ 3462866 w 4089400"/>
              <a:gd name="connsiteY171" fmla="*/ 1735667 h 2870200"/>
              <a:gd name="connsiteX172" fmla="*/ 3488266 w 4089400"/>
              <a:gd name="connsiteY172" fmla="*/ 1651000 h 2870200"/>
              <a:gd name="connsiteX173" fmla="*/ 3496733 w 4089400"/>
              <a:gd name="connsiteY173" fmla="*/ 1701800 h 2870200"/>
              <a:gd name="connsiteX174" fmla="*/ 3500717 w 4089400"/>
              <a:gd name="connsiteY174" fmla="*/ 1875118 h 2870200"/>
              <a:gd name="connsiteX175" fmla="*/ 3522133 w 4089400"/>
              <a:gd name="connsiteY175" fmla="*/ 1752600 h 2870200"/>
              <a:gd name="connsiteX176" fmla="*/ 3530600 w 4089400"/>
              <a:gd name="connsiteY176" fmla="*/ 1693334 h 2870200"/>
              <a:gd name="connsiteX177" fmla="*/ 3572933 w 4089400"/>
              <a:gd name="connsiteY177" fmla="*/ 1608667 h 2870200"/>
              <a:gd name="connsiteX178" fmla="*/ 3589866 w 4089400"/>
              <a:gd name="connsiteY178" fmla="*/ 1566334 h 2870200"/>
              <a:gd name="connsiteX179" fmla="*/ 3632200 w 4089400"/>
              <a:gd name="connsiteY179" fmla="*/ 1464734 h 2870200"/>
              <a:gd name="connsiteX180" fmla="*/ 3636184 w 4089400"/>
              <a:gd name="connsiteY180" fmla="*/ 1373094 h 2870200"/>
              <a:gd name="connsiteX181" fmla="*/ 3657600 w 4089400"/>
              <a:gd name="connsiteY181" fmla="*/ 1363134 h 2870200"/>
              <a:gd name="connsiteX182" fmla="*/ 3674533 w 4089400"/>
              <a:gd name="connsiteY182" fmla="*/ 1320800 h 2870200"/>
              <a:gd name="connsiteX183" fmla="*/ 3669553 w 4089400"/>
              <a:gd name="connsiteY183" fmla="*/ 1151964 h 2870200"/>
              <a:gd name="connsiteX184" fmla="*/ 3716866 w 4089400"/>
              <a:gd name="connsiteY184" fmla="*/ 1227667 h 2870200"/>
              <a:gd name="connsiteX185" fmla="*/ 3725333 w 4089400"/>
              <a:gd name="connsiteY185" fmla="*/ 1176867 h 2870200"/>
              <a:gd name="connsiteX186" fmla="*/ 3742266 w 4089400"/>
              <a:gd name="connsiteY186" fmla="*/ 1126067 h 2870200"/>
              <a:gd name="connsiteX187" fmla="*/ 3750733 w 4089400"/>
              <a:gd name="connsiteY187" fmla="*/ 1058334 h 2870200"/>
              <a:gd name="connsiteX188" fmla="*/ 3759200 w 4089400"/>
              <a:gd name="connsiteY188" fmla="*/ 1270000 h 2870200"/>
              <a:gd name="connsiteX189" fmla="*/ 3788048 w 4089400"/>
              <a:gd name="connsiteY189" fmla="*/ 678606 h 2870200"/>
              <a:gd name="connsiteX190" fmla="*/ 3793066 w 4089400"/>
              <a:gd name="connsiteY190" fmla="*/ 558800 h 2870200"/>
              <a:gd name="connsiteX191" fmla="*/ 3810000 w 4089400"/>
              <a:gd name="connsiteY191" fmla="*/ 482600 h 2870200"/>
              <a:gd name="connsiteX192" fmla="*/ 3818466 w 4089400"/>
              <a:gd name="connsiteY192" fmla="*/ 533400 h 2870200"/>
              <a:gd name="connsiteX193" fmla="*/ 3835400 w 4089400"/>
              <a:gd name="connsiteY193" fmla="*/ 660400 h 2870200"/>
              <a:gd name="connsiteX194" fmla="*/ 3843866 w 4089400"/>
              <a:gd name="connsiteY194" fmla="*/ 702734 h 2870200"/>
              <a:gd name="connsiteX195" fmla="*/ 3860800 w 4089400"/>
              <a:gd name="connsiteY195" fmla="*/ 736600 h 2870200"/>
              <a:gd name="connsiteX196" fmla="*/ 3877733 w 4089400"/>
              <a:gd name="connsiteY196" fmla="*/ 702734 h 2870200"/>
              <a:gd name="connsiteX197" fmla="*/ 3937000 w 4089400"/>
              <a:gd name="connsiteY197" fmla="*/ 482600 h 2870200"/>
              <a:gd name="connsiteX198" fmla="*/ 3953933 w 4089400"/>
              <a:gd name="connsiteY198" fmla="*/ 457200 h 2870200"/>
              <a:gd name="connsiteX199" fmla="*/ 3979333 w 4089400"/>
              <a:gd name="connsiteY199" fmla="*/ 177800 h 2870200"/>
              <a:gd name="connsiteX200" fmla="*/ 4004733 w 4089400"/>
              <a:gd name="connsiteY200" fmla="*/ 135467 h 2870200"/>
              <a:gd name="connsiteX201" fmla="*/ 4013200 w 4089400"/>
              <a:gd name="connsiteY201" fmla="*/ 101600 h 2870200"/>
              <a:gd name="connsiteX202" fmla="*/ 4021666 w 4089400"/>
              <a:gd name="connsiteY202" fmla="*/ 76200 h 2870200"/>
              <a:gd name="connsiteX203" fmla="*/ 4030133 w 4089400"/>
              <a:gd name="connsiteY203" fmla="*/ 110067 h 2870200"/>
              <a:gd name="connsiteX204" fmla="*/ 4047066 w 4089400"/>
              <a:gd name="connsiteY204" fmla="*/ 160867 h 2870200"/>
              <a:gd name="connsiteX205" fmla="*/ 4089400 w 4089400"/>
              <a:gd name="connsiteY205" fmla="*/ 0 h 2870200"/>
              <a:gd name="connsiteX0" fmla="*/ 0 w 4089400"/>
              <a:gd name="connsiteY0" fmla="*/ 702734 h 2870200"/>
              <a:gd name="connsiteX1" fmla="*/ 8466 w 4089400"/>
              <a:gd name="connsiteY1" fmla="*/ 643467 h 2870200"/>
              <a:gd name="connsiteX2" fmla="*/ 42333 w 4089400"/>
              <a:gd name="connsiteY2" fmla="*/ 567267 h 2870200"/>
              <a:gd name="connsiteX3" fmla="*/ 47892 w 4089400"/>
              <a:gd name="connsiteY3" fmla="*/ 828517 h 2870200"/>
              <a:gd name="connsiteX4" fmla="*/ 32533 w 4089400"/>
              <a:gd name="connsiteY4" fmla="*/ 1083293 h 2870200"/>
              <a:gd name="connsiteX5" fmla="*/ 30266 w 4089400"/>
              <a:gd name="connsiteY5" fmla="*/ 1212385 h 2870200"/>
              <a:gd name="connsiteX6" fmla="*/ 36518 w 4089400"/>
              <a:gd name="connsiteY6" fmla="*/ 1387292 h 2870200"/>
              <a:gd name="connsiteX7" fmla="*/ 76200 w 4089400"/>
              <a:gd name="connsiteY7" fmla="*/ 1202267 h 2870200"/>
              <a:gd name="connsiteX8" fmla="*/ 110066 w 4089400"/>
              <a:gd name="connsiteY8" fmla="*/ 1100667 h 2870200"/>
              <a:gd name="connsiteX9" fmla="*/ 143933 w 4089400"/>
              <a:gd name="connsiteY9" fmla="*/ 999067 h 2870200"/>
              <a:gd name="connsiteX10" fmla="*/ 160866 w 4089400"/>
              <a:gd name="connsiteY10" fmla="*/ 948267 h 2870200"/>
              <a:gd name="connsiteX11" fmla="*/ 177800 w 4089400"/>
              <a:gd name="connsiteY11" fmla="*/ 1134534 h 2870200"/>
              <a:gd name="connsiteX12" fmla="*/ 194733 w 4089400"/>
              <a:gd name="connsiteY12" fmla="*/ 1464734 h 2870200"/>
              <a:gd name="connsiteX13" fmla="*/ 254000 w 4089400"/>
              <a:gd name="connsiteY13" fmla="*/ 1363134 h 2870200"/>
              <a:gd name="connsiteX14" fmla="*/ 279400 w 4089400"/>
              <a:gd name="connsiteY14" fmla="*/ 1371600 h 2870200"/>
              <a:gd name="connsiteX15" fmla="*/ 287866 w 4089400"/>
              <a:gd name="connsiteY15" fmla="*/ 2243667 h 2870200"/>
              <a:gd name="connsiteX16" fmla="*/ 313266 w 4089400"/>
              <a:gd name="connsiteY16" fmla="*/ 2201334 h 2870200"/>
              <a:gd name="connsiteX17" fmla="*/ 321733 w 4089400"/>
              <a:gd name="connsiteY17" fmla="*/ 2150534 h 2870200"/>
              <a:gd name="connsiteX18" fmla="*/ 346635 w 4089400"/>
              <a:gd name="connsiteY18" fmla="*/ 2376146 h 2870200"/>
              <a:gd name="connsiteX19" fmla="*/ 364066 w 4089400"/>
              <a:gd name="connsiteY19" fmla="*/ 2082800 h 2870200"/>
              <a:gd name="connsiteX20" fmla="*/ 389965 w 4089400"/>
              <a:gd name="connsiteY20" fmla="*/ 1792444 h 2870200"/>
              <a:gd name="connsiteX21" fmla="*/ 397933 w 4089400"/>
              <a:gd name="connsiteY21" fmla="*/ 2032000 h 2870200"/>
              <a:gd name="connsiteX22" fmla="*/ 423333 w 4089400"/>
              <a:gd name="connsiteY22" fmla="*/ 1998134 h 2870200"/>
              <a:gd name="connsiteX23" fmla="*/ 440266 w 4089400"/>
              <a:gd name="connsiteY23" fmla="*/ 1752600 h 2870200"/>
              <a:gd name="connsiteX24" fmla="*/ 465666 w 4089400"/>
              <a:gd name="connsiteY24" fmla="*/ 1651000 h 2870200"/>
              <a:gd name="connsiteX25" fmla="*/ 491066 w 4089400"/>
              <a:gd name="connsiteY25" fmla="*/ 1710267 h 2870200"/>
              <a:gd name="connsiteX26" fmla="*/ 499533 w 4089400"/>
              <a:gd name="connsiteY26" fmla="*/ 1851666 h 2870200"/>
              <a:gd name="connsiteX27" fmla="*/ 533400 w 4089400"/>
              <a:gd name="connsiteY27" fmla="*/ 1820334 h 2870200"/>
              <a:gd name="connsiteX28" fmla="*/ 558800 w 4089400"/>
              <a:gd name="connsiteY28" fmla="*/ 1938867 h 2870200"/>
              <a:gd name="connsiteX29" fmla="*/ 575733 w 4089400"/>
              <a:gd name="connsiteY29" fmla="*/ 1998134 h 2870200"/>
              <a:gd name="connsiteX30" fmla="*/ 592666 w 4089400"/>
              <a:gd name="connsiteY30" fmla="*/ 2023534 h 2870200"/>
              <a:gd name="connsiteX31" fmla="*/ 618066 w 4089400"/>
              <a:gd name="connsiteY31" fmla="*/ 1786467 h 2870200"/>
              <a:gd name="connsiteX32" fmla="*/ 626533 w 4089400"/>
              <a:gd name="connsiteY32" fmla="*/ 1744134 h 2870200"/>
              <a:gd name="connsiteX33" fmla="*/ 643466 w 4089400"/>
              <a:gd name="connsiteY33" fmla="*/ 1718734 h 2870200"/>
              <a:gd name="connsiteX34" fmla="*/ 660400 w 4089400"/>
              <a:gd name="connsiteY34" fmla="*/ 1617134 h 2870200"/>
              <a:gd name="connsiteX35" fmla="*/ 677333 w 4089400"/>
              <a:gd name="connsiteY35" fmla="*/ 1557867 h 2870200"/>
              <a:gd name="connsiteX36" fmla="*/ 685800 w 4089400"/>
              <a:gd name="connsiteY36" fmla="*/ 1524000 h 2870200"/>
              <a:gd name="connsiteX37" fmla="*/ 702733 w 4089400"/>
              <a:gd name="connsiteY37" fmla="*/ 1312334 h 2870200"/>
              <a:gd name="connsiteX38" fmla="*/ 719666 w 4089400"/>
              <a:gd name="connsiteY38" fmla="*/ 1380067 h 2870200"/>
              <a:gd name="connsiteX39" fmla="*/ 736600 w 4089400"/>
              <a:gd name="connsiteY39" fmla="*/ 1532467 h 2870200"/>
              <a:gd name="connsiteX40" fmla="*/ 753533 w 4089400"/>
              <a:gd name="connsiteY40" fmla="*/ 1566334 h 2870200"/>
              <a:gd name="connsiteX41" fmla="*/ 778933 w 4089400"/>
              <a:gd name="connsiteY41" fmla="*/ 1456267 h 2870200"/>
              <a:gd name="connsiteX42" fmla="*/ 795866 w 4089400"/>
              <a:gd name="connsiteY42" fmla="*/ 1430867 h 2870200"/>
              <a:gd name="connsiteX43" fmla="*/ 829733 w 4089400"/>
              <a:gd name="connsiteY43" fmla="*/ 1388534 h 2870200"/>
              <a:gd name="connsiteX44" fmla="*/ 838200 w 4089400"/>
              <a:gd name="connsiteY44" fmla="*/ 1498600 h 2870200"/>
              <a:gd name="connsiteX45" fmla="*/ 863600 w 4089400"/>
              <a:gd name="connsiteY45" fmla="*/ 1811867 h 2870200"/>
              <a:gd name="connsiteX46" fmla="*/ 872066 w 4089400"/>
              <a:gd name="connsiteY46" fmla="*/ 1642534 h 2870200"/>
              <a:gd name="connsiteX47" fmla="*/ 897466 w 4089400"/>
              <a:gd name="connsiteY47" fmla="*/ 1583267 h 2870200"/>
              <a:gd name="connsiteX48" fmla="*/ 905933 w 4089400"/>
              <a:gd name="connsiteY48" fmla="*/ 1557867 h 2870200"/>
              <a:gd name="connsiteX49" fmla="*/ 914400 w 4089400"/>
              <a:gd name="connsiteY49" fmla="*/ 2006600 h 2870200"/>
              <a:gd name="connsiteX50" fmla="*/ 939800 w 4089400"/>
              <a:gd name="connsiteY50" fmla="*/ 2116667 h 2870200"/>
              <a:gd name="connsiteX51" fmla="*/ 948266 w 4089400"/>
              <a:gd name="connsiteY51" fmla="*/ 1948424 h 2870200"/>
              <a:gd name="connsiteX52" fmla="*/ 965200 w 4089400"/>
              <a:gd name="connsiteY52" fmla="*/ 1794934 h 2870200"/>
              <a:gd name="connsiteX53" fmla="*/ 973666 w 4089400"/>
              <a:gd name="connsiteY53" fmla="*/ 1761067 h 2870200"/>
              <a:gd name="connsiteX54" fmla="*/ 990600 w 4089400"/>
              <a:gd name="connsiteY54" fmla="*/ 1871134 h 2870200"/>
              <a:gd name="connsiteX55" fmla="*/ 1007533 w 4089400"/>
              <a:gd name="connsiteY55" fmla="*/ 1947334 h 2870200"/>
              <a:gd name="connsiteX56" fmla="*/ 1024466 w 4089400"/>
              <a:gd name="connsiteY56" fmla="*/ 2040467 h 2870200"/>
              <a:gd name="connsiteX57" fmla="*/ 1049866 w 4089400"/>
              <a:gd name="connsiteY57" fmla="*/ 2108200 h 2870200"/>
              <a:gd name="connsiteX58" fmla="*/ 1058333 w 4089400"/>
              <a:gd name="connsiteY58" fmla="*/ 2150534 h 2870200"/>
              <a:gd name="connsiteX59" fmla="*/ 1100666 w 4089400"/>
              <a:gd name="connsiteY59" fmla="*/ 2209800 h 2870200"/>
              <a:gd name="connsiteX60" fmla="*/ 1109133 w 4089400"/>
              <a:gd name="connsiteY60" fmla="*/ 2108200 h 2870200"/>
              <a:gd name="connsiteX61" fmla="*/ 1159933 w 4089400"/>
              <a:gd name="connsiteY61" fmla="*/ 1989667 h 2870200"/>
              <a:gd name="connsiteX62" fmla="*/ 1210733 w 4089400"/>
              <a:gd name="connsiteY62" fmla="*/ 1913467 h 2870200"/>
              <a:gd name="connsiteX63" fmla="*/ 1219200 w 4089400"/>
              <a:gd name="connsiteY63" fmla="*/ 2167467 h 2870200"/>
              <a:gd name="connsiteX64" fmla="*/ 1236133 w 4089400"/>
              <a:gd name="connsiteY64" fmla="*/ 2082800 h 2870200"/>
              <a:gd name="connsiteX65" fmla="*/ 1244600 w 4089400"/>
              <a:gd name="connsiteY65" fmla="*/ 2015067 h 2870200"/>
              <a:gd name="connsiteX66" fmla="*/ 1286933 w 4089400"/>
              <a:gd name="connsiteY66" fmla="*/ 1854200 h 2870200"/>
              <a:gd name="connsiteX67" fmla="*/ 1295400 w 4089400"/>
              <a:gd name="connsiteY67" fmla="*/ 1803400 h 2870200"/>
              <a:gd name="connsiteX68" fmla="*/ 1320800 w 4089400"/>
              <a:gd name="connsiteY68" fmla="*/ 1701800 h 2870200"/>
              <a:gd name="connsiteX69" fmla="*/ 1346200 w 4089400"/>
              <a:gd name="connsiteY69" fmla="*/ 1718734 h 2870200"/>
              <a:gd name="connsiteX70" fmla="*/ 1354666 w 4089400"/>
              <a:gd name="connsiteY70" fmla="*/ 1744134 h 2870200"/>
              <a:gd name="connsiteX71" fmla="*/ 1380066 w 4089400"/>
              <a:gd name="connsiteY71" fmla="*/ 1828800 h 2870200"/>
              <a:gd name="connsiteX72" fmla="*/ 1397000 w 4089400"/>
              <a:gd name="connsiteY72" fmla="*/ 1879600 h 2870200"/>
              <a:gd name="connsiteX73" fmla="*/ 1405466 w 4089400"/>
              <a:gd name="connsiteY73" fmla="*/ 1913467 h 2870200"/>
              <a:gd name="connsiteX74" fmla="*/ 1430866 w 4089400"/>
              <a:gd name="connsiteY74" fmla="*/ 1947334 h 2870200"/>
              <a:gd name="connsiteX75" fmla="*/ 1447800 w 4089400"/>
              <a:gd name="connsiteY75" fmla="*/ 1938867 h 2870200"/>
              <a:gd name="connsiteX76" fmla="*/ 1490133 w 4089400"/>
              <a:gd name="connsiteY76" fmla="*/ 1803400 h 2870200"/>
              <a:gd name="connsiteX77" fmla="*/ 1549400 w 4089400"/>
              <a:gd name="connsiteY77" fmla="*/ 1651000 h 2870200"/>
              <a:gd name="connsiteX78" fmla="*/ 1557866 w 4089400"/>
              <a:gd name="connsiteY78" fmla="*/ 1591734 h 2870200"/>
              <a:gd name="connsiteX79" fmla="*/ 1574800 w 4089400"/>
              <a:gd name="connsiteY79" fmla="*/ 1566334 h 2870200"/>
              <a:gd name="connsiteX80" fmla="*/ 1583266 w 4089400"/>
              <a:gd name="connsiteY80" fmla="*/ 1524000 h 2870200"/>
              <a:gd name="connsiteX81" fmla="*/ 1591733 w 4089400"/>
              <a:gd name="connsiteY81" fmla="*/ 1498600 h 2870200"/>
              <a:gd name="connsiteX82" fmla="*/ 1608666 w 4089400"/>
              <a:gd name="connsiteY82" fmla="*/ 1524000 h 2870200"/>
              <a:gd name="connsiteX83" fmla="*/ 1634066 w 4089400"/>
              <a:gd name="connsiteY83" fmla="*/ 1490134 h 2870200"/>
              <a:gd name="connsiteX84" fmla="*/ 1659466 w 4089400"/>
              <a:gd name="connsiteY84" fmla="*/ 1388534 h 2870200"/>
              <a:gd name="connsiteX85" fmla="*/ 1718733 w 4089400"/>
              <a:gd name="connsiteY85" fmla="*/ 1286934 h 2870200"/>
              <a:gd name="connsiteX86" fmla="*/ 1769533 w 4089400"/>
              <a:gd name="connsiteY86" fmla="*/ 1176867 h 2870200"/>
              <a:gd name="connsiteX87" fmla="*/ 1794933 w 4089400"/>
              <a:gd name="connsiteY87" fmla="*/ 1202267 h 2870200"/>
              <a:gd name="connsiteX88" fmla="*/ 1803400 w 4089400"/>
              <a:gd name="connsiteY88" fmla="*/ 1227667 h 2870200"/>
              <a:gd name="connsiteX89" fmla="*/ 1820333 w 4089400"/>
              <a:gd name="connsiteY89" fmla="*/ 1261534 h 2870200"/>
              <a:gd name="connsiteX90" fmla="*/ 1862666 w 4089400"/>
              <a:gd name="connsiteY90" fmla="*/ 1422400 h 2870200"/>
              <a:gd name="connsiteX91" fmla="*/ 1913466 w 4089400"/>
              <a:gd name="connsiteY91" fmla="*/ 1600200 h 2870200"/>
              <a:gd name="connsiteX92" fmla="*/ 1964266 w 4089400"/>
              <a:gd name="connsiteY92" fmla="*/ 1744134 h 2870200"/>
              <a:gd name="connsiteX93" fmla="*/ 1981200 w 4089400"/>
              <a:gd name="connsiteY93" fmla="*/ 1498600 h 2870200"/>
              <a:gd name="connsiteX94" fmla="*/ 1998133 w 4089400"/>
              <a:gd name="connsiteY94" fmla="*/ 1464734 h 2870200"/>
              <a:gd name="connsiteX95" fmla="*/ 2006600 w 4089400"/>
              <a:gd name="connsiteY95" fmla="*/ 1439334 h 2870200"/>
              <a:gd name="connsiteX96" fmla="*/ 2057400 w 4089400"/>
              <a:gd name="connsiteY96" fmla="*/ 2032000 h 2870200"/>
              <a:gd name="connsiteX97" fmla="*/ 2065866 w 4089400"/>
              <a:gd name="connsiteY97" fmla="*/ 2150534 h 2870200"/>
              <a:gd name="connsiteX98" fmla="*/ 2074333 w 4089400"/>
              <a:gd name="connsiteY98" fmla="*/ 2489200 h 2870200"/>
              <a:gd name="connsiteX99" fmla="*/ 2108200 w 4089400"/>
              <a:gd name="connsiteY99" fmla="*/ 2421467 h 2870200"/>
              <a:gd name="connsiteX100" fmla="*/ 2150533 w 4089400"/>
              <a:gd name="connsiteY100" fmla="*/ 2319867 h 2870200"/>
              <a:gd name="connsiteX101" fmla="*/ 2175933 w 4089400"/>
              <a:gd name="connsiteY101" fmla="*/ 2286000 h 2870200"/>
              <a:gd name="connsiteX102" fmla="*/ 2209800 w 4089400"/>
              <a:gd name="connsiteY102" fmla="*/ 2235200 h 2870200"/>
              <a:gd name="connsiteX103" fmla="*/ 2226733 w 4089400"/>
              <a:gd name="connsiteY103" fmla="*/ 2514600 h 2870200"/>
              <a:gd name="connsiteX104" fmla="*/ 2252133 w 4089400"/>
              <a:gd name="connsiteY104" fmla="*/ 2565400 h 2870200"/>
              <a:gd name="connsiteX105" fmla="*/ 2260600 w 4089400"/>
              <a:gd name="connsiteY105" fmla="*/ 2489200 h 2870200"/>
              <a:gd name="connsiteX106" fmla="*/ 2277533 w 4089400"/>
              <a:gd name="connsiteY106" fmla="*/ 2421467 h 2870200"/>
              <a:gd name="connsiteX107" fmla="*/ 2286000 w 4089400"/>
              <a:gd name="connsiteY107" fmla="*/ 1718734 h 2870200"/>
              <a:gd name="connsiteX108" fmla="*/ 2311400 w 4089400"/>
              <a:gd name="connsiteY108" fmla="*/ 1811867 h 2870200"/>
              <a:gd name="connsiteX109" fmla="*/ 2336800 w 4089400"/>
              <a:gd name="connsiteY109" fmla="*/ 1871134 h 2870200"/>
              <a:gd name="connsiteX110" fmla="*/ 2362200 w 4089400"/>
              <a:gd name="connsiteY110" fmla="*/ 1938867 h 2870200"/>
              <a:gd name="connsiteX111" fmla="*/ 2370666 w 4089400"/>
              <a:gd name="connsiteY111" fmla="*/ 1972734 h 2870200"/>
              <a:gd name="connsiteX112" fmla="*/ 2379133 w 4089400"/>
              <a:gd name="connsiteY112" fmla="*/ 1574800 h 2870200"/>
              <a:gd name="connsiteX113" fmla="*/ 2404533 w 4089400"/>
              <a:gd name="connsiteY113" fmla="*/ 1236134 h 2870200"/>
              <a:gd name="connsiteX114" fmla="*/ 2421466 w 4089400"/>
              <a:gd name="connsiteY114" fmla="*/ 1092200 h 2870200"/>
              <a:gd name="connsiteX115" fmla="*/ 2429933 w 4089400"/>
              <a:gd name="connsiteY115" fmla="*/ 1066800 h 2870200"/>
              <a:gd name="connsiteX116" fmla="*/ 2438400 w 4089400"/>
              <a:gd name="connsiteY116" fmla="*/ 1092200 h 2870200"/>
              <a:gd name="connsiteX117" fmla="*/ 2455333 w 4089400"/>
              <a:gd name="connsiteY117" fmla="*/ 1117600 h 2870200"/>
              <a:gd name="connsiteX118" fmla="*/ 2463800 w 4089400"/>
              <a:gd name="connsiteY118" fmla="*/ 1227667 h 2870200"/>
              <a:gd name="connsiteX119" fmla="*/ 2489200 w 4089400"/>
              <a:gd name="connsiteY119" fmla="*/ 753534 h 2870200"/>
              <a:gd name="connsiteX120" fmla="*/ 2506133 w 4089400"/>
              <a:gd name="connsiteY120" fmla="*/ 685800 h 2870200"/>
              <a:gd name="connsiteX121" fmla="*/ 2514600 w 4089400"/>
              <a:gd name="connsiteY121" fmla="*/ 609600 h 2870200"/>
              <a:gd name="connsiteX122" fmla="*/ 2523066 w 4089400"/>
              <a:gd name="connsiteY122" fmla="*/ 558800 h 2870200"/>
              <a:gd name="connsiteX123" fmla="*/ 2540000 w 4089400"/>
              <a:gd name="connsiteY123" fmla="*/ 584200 h 2870200"/>
              <a:gd name="connsiteX124" fmla="*/ 2548466 w 4089400"/>
              <a:gd name="connsiteY124" fmla="*/ 778934 h 2870200"/>
              <a:gd name="connsiteX125" fmla="*/ 2590800 w 4089400"/>
              <a:gd name="connsiteY125" fmla="*/ 914400 h 2870200"/>
              <a:gd name="connsiteX126" fmla="*/ 2607733 w 4089400"/>
              <a:gd name="connsiteY126" fmla="*/ 973667 h 2870200"/>
              <a:gd name="connsiteX127" fmla="*/ 2624666 w 4089400"/>
              <a:gd name="connsiteY127" fmla="*/ 812800 h 2870200"/>
              <a:gd name="connsiteX128" fmla="*/ 2641600 w 4089400"/>
              <a:gd name="connsiteY128" fmla="*/ 694267 h 2870200"/>
              <a:gd name="connsiteX129" fmla="*/ 2667000 w 4089400"/>
              <a:gd name="connsiteY129" fmla="*/ 558800 h 2870200"/>
              <a:gd name="connsiteX130" fmla="*/ 2692400 w 4089400"/>
              <a:gd name="connsiteY130" fmla="*/ 321734 h 2870200"/>
              <a:gd name="connsiteX131" fmla="*/ 2709333 w 4089400"/>
              <a:gd name="connsiteY131" fmla="*/ 1058334 h 2870200"/>
              <a:gd name="connsiteX132" fmla="*/ 2735730 w 4089400"/>
              <a:gd name="connsiteY132" fmla="*/ 1023969 h 2870200"/>
              <a:gd name="connsiteX133" fmla="*/ 2785533 w 4089400"/>
              <a:gd name="connsiteY133" fmla="*/ 905934 h 2870200"/>
              <a:gd name="connsiteX134" fmla="*/ 2819400 w 4089400"/>
              <a:gd name="connsiteY134" fmla="*/ 855134 h 2870200"/>
              <a:gd name="connsiteX135" fmla="*/ 2844800 w 4089400"/>
              <a:gd name="connsiteY135" fmla="*/ 1422400 h 2870200"/>
              <a:gd name="connsiteX136" fmla="*/ 2853266 w 4089400"/>
              <a:gd name="connsiteY136" fmla="*/ 1388534 h 2870200"/>
              <a:gd name="connsiteX137" fmla="*/ 2870200 w 4089400"/>
              <a:gd name="connsiteY137" fmla="*/ 1363134 h 2870200"/>
              <a:gd name="connsiteX138" fmla="*/ 2895600 w 4089400"/>
              <a:gd name="connsiteY138" fmla="*/ 1278467 h 2870200"/>
              <a:gd name="connsiteX139" fmla="*/ 2912533 w 4089400"/>
              <a:gd name="connsiteY139" fmla="*/ 1320800 h 2870200"/>
              <a:gd name="connsiteX140" fmla="*/ 2929466 w 4089400"/>
              <a:gd name="connsiteY140" fmla="*/ 1388534 h 2870200"/>
              <a:gd name="connsiteX141" fmla="*/ 2946400 w 4089400"/>
              <a:gd name="connsiteY141" fmla="*/ 1422400 h 2870200"/>
              <a:gd name="connsiteX142" fmla="*/ 2988733 w 4089400"/>
              <a:gd name="connsiteY142" fmla="*/ 1540934 h 2870200"/>
              <a:gd name="connsiteX143" fmla="*/ 3005666 w 4089400"/>
              <a:gd name="connsiteY143" fmla="*/ 1566334 h 2870200"/>
              <a:gd name="connsiteX144" fmla="*/ 3039533 w 4089400"/>
              <a:gd name="connsiteY144" fmla="*/ 1718734 h 2870200"/>
              <a:gd name="connsiteX145" fmla="*/ 3064933 w 4089400"/>
              <a:gd name="connsiteY145" fmla="*/ 1761067 h 2870200"/>
              <a:gd name="connsiteX146" fmla="*/ 3098800 w 4089400"/>
              <a:gd name="connsiteY146" fmla="*/ 1879600 h 2870200"/>
              <a:gd name="connsiteX147" fmla="*/ 3090333 w 4089400"/>
              <a:gd name="connsiteY147" fmla="*/ 1913467 h 2870200"/>
              <a:gd name="connsiteX148" fmla="*/ 3102783 w 4089400"/>
              <a:gd name="connsiteY148" fmla="*/ 1901016 h 2870200"/>
              <a:gd name="connsiteX149" fmla="*/ 3081866 w 4089400"/>
              <a:gd name="connsiteY149" fmla="*/ 1888067 h 2870200"/>
              <a:gd name="connsiteX150" fmla="*/ 3107266 w 4089400"/>
              <a:gd name="connsiteY150" fmla="*/ 1871134 h 2870200"/>
              <a:gd name="connsiteX151" fmla="*/ 3115733 w 4089400"/>
              <a:gd name="connsiteY151" fmla="*/ 1769534 h 2870200"/>
              <a:gd name="connsiteX152" fmla="*/ 3132666 w 4089400"/>
              <a:gd name="connsiteY152" fmla="*/ 1710267 h 2870200"/>
              <a:gd name="connsiteX153" fmla="*/ 3141133 w 4089400"/>
              <a:gd name="connsiteY153" fmla="*/ 1684867 h 2870200"/>
              <a:gd name="connsiteX154" fmla="*/ 3166533 w 4089400"/>
              <a:gd name="connsiteY154" fmla="*/ 1676400 h 2870200"/>
              <a:gd name="connsiteX155" fmla="*/ 3175000 w 4089400"/>
              <a:gd name="connsiteY155" fmla="*/ 2006600 h 2870200"/>
              <a:gd name="connsiteX156" fmla="*/ 3183466 w 4089400"/>
              <a:gd name="connsiteY156" fmla="*/ 2048934 h 2870200"/>
              <a:gd name="connsiteX157" fmla="*/ 3191933 w 4089400"/>
              <a:gd name="connsiteY157" fmla="*/ 2099734 h 2870200"/>
              <a:gd name="connsiteX158" fmla="*/ 3208866 w 4089400"/>
              <a:gd name="connsiteY158" fmla="*/ 2048934 h 2870200"/>
              <a:gd name="connsiteX159" fmla="*/ 3217333 w 4089400"/>
              <a:gd name="connsiteY159" fmla="*/ 1998134 h 2870200"/>
              <a:gd name="connsiteX160" fmla="*/ 3251200 w 4089400"/>
              <a:gd name="connsiteY160" fmla="*/ 2353734 h 2870200"/>
              <a:gd name="connsiteX161" fmla="*/ 3276600 w 4089400"/>
              <a:gd name="connsiteY161" fmla="*/ 2387600 h 2870200"/>
              <a:gd name="connsiteX162" fmla="*/ 3285066 w 4089400"/>
              <a:gd name="connsiteY162" fmla="*/ 2497667 h 2870200"/>
              <a:gd name="connsiteX163" fmla="*/ 3302000 w 4089400"/>
              <a:gd name="connsiteY163" fmla="*/ 2531534 h 2870200"/>
              <a:gd name="connsiteX164" fmla="*/ 3318933 w 4089400"/>
              <a:gd name="connsiteY164" fmla="*/ 2599267 h 2870200"/>
              <a:gd name="connsiteX165" fmla="*/ 3344333 w 4089400"/>
              <a:gd name="connsiteY165" fmla="*/ 2667000 h 2870200"/>
              <a:gd name="connsiteX166" fmla="*/ 3386666 w 4089400"/>
              <a:gd name="connsiteY166" fmla="*/ 2810934 h 2870200"/>
              <a:gd name="connsiteX167" fmla="*/ 3412066 w 4089400"/>
              <a:gd name="connsiteY167" fmla="*/ 2870200 h 2870200"/>
              <a:gd name="connsiteX168" fmla="*/ 3437466 w 4089400"/>
              <a:gd name="connsiteY168" fmla="*/ 1828800 h 2870200"/>
              <a:gd name="connsiteX169" fmla="*/ 3436968 w 4089400"/>
              <a:gd name="connsiteY169" fmla="*/ 2090271 h 2870200"/>
              <a:gd name="connsiteX170" fmla="*/ 3462866 w 4089400"/>
              <a:gd name="connsiteY170" fmla="*/ 1735667 h 2870200"/>
              <a:gd name="connsiteX171" fmla="*/ 3488266 w 4089400"/>
              <a:gd name="connsiteY171" fmla="*/ 1651000 h 2870200"/>
              <a:gd name="connsiteX172" fmla="*/ 3496733 w 4089400"/>
              <a:gd name="connsiteY172" fmla="*/ 1701800 h 2870200"/>
              <a:gd name="connsiteX173" fmla="*/ 3500717 w 4089400"/>
              <a:gd name="connsiteY173" fmla="*/ 1875118 h 2870200"/>
              <a:gd name="connsiteX174" fmla="*/ 3522133 w 4089400"/>
              <a:gd name="connsiteY174" fmla="*/ 1752600 h 2870200"/>
              <a:gd name="connsiteX175" fmla="*/ 3530600 w 4089400"/>
              <a:gd name="connsiteY175" fmla="*/ 1693334 h 2870200"/>
              <a:gd name="connsiteX176" fmla="*/ 3572933 w 4089400"/>
              <a:gd name="connsiteY176" fmla="*/ 1608667 h 2870200"/>
              <a:gd name="connsiteX177" fmla="*/ 3589866 w 4089400"/>
              <a:gd name="connsiteY177" fmla="*/ 1566334 h 2870200"/>
              <a:gd name="connsiteX178" fmla="*/ 3632200 w 4089400"/>
              <a:gd name="connsiteY178" fmla="*/ 1464734 h 2870200"/>
              <a:gd name="connsiteX179" fmla="*/ 3636184 w 4089400"/>
              <a:gd name="connsiteY179" fmla="*/ 1373094 h 2870200"/>
              <a:gd name="connsiteX180" fmla="*/ 3657600 w 4089400"/>
              <a:gd name="connsiteY180" fmla="*/ 1363134 h 2870200"/>
              <a:gd name="connsiteX181" fmla="*/ 3674533 w 4089400"/>
              <a:gd name="connsiteY181" fmla="*/ 1320800 h 2870200"/>
              <a:gd name="connsiteX182" fmla="*/ 3669553 w 4089400"/>
              <a:gd name="connsiteY182" fmla="*/ 1151964 h 2870200"/>
              <a:gd name="connsiteX183" fmla="*/ 3716866 w 4089400"/>
              <a:gd name="connsiteY183" fmla="*/ 1227667 h 2870200"/>
              <a:gd name="connsiteX184" fmla="*/ 3725333 w 4089400"/>
              <a:gd name="connsiteY184" fmla="*/ 1176867 h 2870200"/>
              <a:gd name="connsiteX185" fmla="*/ 3742266 w 4089400"/>
              <a:gd name="connsiteY185" fmla="*/ 1126067 h 2870200"/>
              <a:gd name="connsiteX186" fmla="*/ 3750733 w 4089400"/>
              <a:gd name="connsiteY186" fmla="*/ 1058334 h 2870200"/>
              <a:gd name="connsiteX187" fmla="*/ 3759200 w 4089400"/>
              <a:gd name="connsiteY187" fmla="*/ 1270000 h 2870200"/>
              <a:gd name="connsiteX188" fmla="*/ 3788048 w 4089400"/>
              <a:gd name="connsiteY188" fmla="*/ 678606 h 2870200"/>
              <a:gd name="connsiteX189" fmla="*/ 3793066 w 4089400"/>
              <a:gd name="connsiteY189" fmla="*/ 558800 h 2870200"/>
              <a:gd name="connsiteX190" fmla="*/ 3810000 w 4089400"/>
              <a:gd name="connsiteY190" fmla="*/ 482600 h 2870200"/>
              <a:gd name="connsiteX191" fmla="*/ 3818466 w 4089400"/>
              <a:gd name="connsiteY191" fmla="*/ 533400 h 2870200"/>
              <a:gd name="connsiteX192" fmla="*/ 3835400 w 4089400"/>
              <a:gd name="connsiteY192" fmla="*/ 660400 h 2870200"/>
              <a:gd name="connsiteX193" fmla="*/ 3843866 w 4089400"/>
              <a:gd name="connsiteY193" fmla="*/ 702734 h 2870200"/>
              <a:gd name="connsiteX194" fmla="*/ 3860800 w 4089400"/>
              <a:gd name="connsiteY194" fmla="*/ 736600 h 2870200"/>
              <a:gd name="connsiteX195" fmla="*/ 3877733 w 4089400"/>
              <a:gd name="connsiteY195" fmla="*/ 702734 h 2870200"/>
              <a:gd name="connsiteX196" fmla="*/ 3937000 w 4089400"/>
              <a:gd name="connsiteY196" fmla="*/ 482600 h 2870200"/>
              <a:gd name="connsiteX197" fmla="*/ 3953933 w 4089400"/>
              <a:gd name="connsiteY197" fmla="*/ 457200 h 2870200"/>
              <a:gd name="connsiteX198" fmla="*/ 3979333 w 4089400"/>
              <a:gd name="connsiteY198" fmla="*/ 177800 h 2870200"/>
              <a:gd name="connsiteX199" fmla="*/ 4004733 w 4089400"/>
              <a:gd name="connsiteY199" fmla="*/ 135467 h 2870200"/>
              <a:gd name="connsiteX200" fmla="*/ 4013200 w 4089400"/>
              <a:gd name="connsiteY200" fmla="*/ 101600 h 2870200"/>
              <a:gd name="connsiteX201" fmla="*/ 4021666 w 4089400"/>
              <a:gd name="connsiteY201" fmla="*/ 76200 h 2870200"/>
              <a:gd name="connsiteX202" fmla="*/ 4030133 w 4089400"/>
              <a:gd name="connsiteY202" fmla="*/ 110067 h 2870200"/>
              <a:gd name="connsiteX203" fmla="*/ 4047066 w 4089400"/>
              <a:gd name="connsiteY203" fmla="*/ 160867 h 2870200"/>
              <a:gd name="connsiteX204" fmla="*/ 4089400 w 4089400"/>
              <a:gd name="connsiteY204" fmla="*/ 0 h 2870200"/>
              <a:gd name="connsiteX0" fmla="*/ 0 w 4089400"/>
              <a:gd name="connsiteY0" fmla="*/ 702734 h 2870200"/>
              <a:gd name="connsiteX1" fmla="*/ 8466 w 4089400"/>
              <a:gd name="connsiteY1" fmla="*/ 643467 h 2870200"/>
              <a:gd name="connsiteX2" fmla="*/ 42333 w 4089400"/>
              <a:gd name="connsiteY2" fmla="*/ 567267 h 2870200"/>
              <a:gd name="connsiteX3" fmla="*/ 47892 w 4089400"/>
              <a:gd name="connsiteY3" fmla="*/ 828517 h 2870200"/>
              <a:gd name="connsiteX4" fmla="*/ 32533 w 4089400"/>
              <a:gd name="connsiteY4" fmla="*/ 1083293 h 2870200"/>
              <a:gd name="connsiteX5" fmla="*/ 30266 w 4089400"/>
              <a:gd name="connsiteY5" fmla="*/ 1212385 h 2870200"/>
              <a:gd name="connsiteX6" fmla="*/ 36518 w 4089400"/>
              <a:gd name="connsiteY6" fmla="*/ 1387292 h 2870200"/>
              <a:gd name="connsiteX7" fmla="*/ 87319 w 4089400"/>
              <a:gd name="connsiteY7" fmla="*/ 1209517 h 2870200"/>
              <a:gd name="connsiteX8" fmla="*/ 110066 w 4089400"/>
              <a:gd name="connsiteY8" fmla="*/ 1100667 h 2870200"/>
              <a:gd name="connsiteX9" fmla="*/ 143933 w 4089400"/>
              <a:gd name="connsiteY9" fmla="*/ 999067 h 2870200"/>
              <a:gd name="connsiteX10" fmla="*/ 160866 w 4089400"/>
              <a:gd name="connsiteY10" fmla="*/ 948267 h 2870200"/>
              <a:gd name="connsiteX11" fmla="*/ 177800 w 4089400"/>
              <a:gd name="connsiteY11" fmla="*/ 1134534 h 2870200"/>
              <a:gd name="connsiteX12" fmla="*/ 194733 w 4089400"/>
              <a:gd name="connsiteY12" fmla="*/ 1464734 h 2870200"/>
              <a:gd name="connsiteX13" fmla="*/ 254000 w 4089400"/>
              <a:gd name="connsiteY13" fmla="*/ 1363134 h 2870200"/>
              <a:gd name="connsiteX14" fmla="*/ 279400 w 4089400"/>
              <a:gd name="connsiteY14" fmla="*/ 1371600 h 2870200"/>
              <a:gd name="connsiteX15" fmla="*/ 287866 w 4089400"/>
              <a:gd name="connsiteY15" fmla="*/ 2243667 h 2870200"/>
              <a:gd name="connsiteX16" fmla="*/ 313266 w 4089400"/>
              <a:gd name="connsiteY16" fmla="*/ 2201334 h 2870200"/>
              <a:gd name="connsiteX17" fmla="*/ 321733 w 4089400"/>
              <a:gd name="connsiteY17" fmla="*/ 2150534 h 2870200"/>
              <a:gd name="connsiteX18" fmla="*/ 346635 w 4089400"/>
              <a:gd name="connsiteY18" fmla="*/ 2376146 h 2870200"/>
              <a:gd name="connsiteX19" fmla="*/ 364066 w 4089400"/>
              <a:gd name="connsiteY19" fmla="*/ 2082800 h 2870200"/>
              <a:gd name="connsiteX20" fmla="*/ 389965 w 4089400"/>
              <a:gd name="connsiteY20" fmla="*/ 1792444 h 2870200"/>
              <a:gd name="connsiteX21" fmla="*/ 397933 w 4089400"/>
              <a:gd name="connsiteY21" fmla="*/ 2032000 h 2870200"/>
              <a:gd name="connsiteX22" fmla="*/ 423333 w 4089400"/>
              <a:gd name="connsiteY22" fmla="*/ 1998134 h 2870200"/>
              <a:gd name="connsiteX23" fmla="*/ 440266 w 4089400"/>
              <a:gd name="connsiteY23" fmla="*/ 1752600 h 2870200"/>
              <a:gd name="connsiteX24" fmla="*/ 465666 w 4089400"/>
              <a:gd name="connsiteY24" fmla="*/ 1651000 h 2870200"/>
              <a:gd name="connsiteX25" fmla="*/ 491066 w 4089400"/>
              <a:gd name="connsiteY25" fmla="*/ 1710267 h 2870200"/>
              <a:gd name="connsiteX26" fmla="*/ 499533 w 4089400"/>
              <a:gd name="connsiteY26" fmla="*/ 1851666 h 2870200"/>
              <a:gd name="connsiteX27" fmla="*/ 533400 w 4089400"/>
              <a:gd name="connsiteY27" fmla="*/ 1820334 h 2870200"/>
              <a:gd name="connsiteX28" fmla="*/ 558800 w 4089400"/>
              <a:gd name="connsiteY28" fmla="*/ 1938867 h 2870200"/>
              <a:gd name="connsiteX29" fmla="*/ 575733 w 4089400"/>
              <a:gd name="connsiteY29" fmla="*/ 1998134 h 2870200"/>
              <a:gd name="connsiteX30" fmla="*/ 592666 w 4089400"/>
              <a:gd name="connsiteY30" fmla="*/ 2023534 h 2870200"/>
              <a:gd name="connsiteX31" fmla="*/ 618066 w 4089400"/>
              <a:gd name="connsiteY31" fmla="*/ 1786467 h 2870200"/>
              <a:gd name="connsiteX32" fmla="*/ 626533 w 4089400"/>
              <a:gd name="connsiteY32" fmla="*/ 1744134 h 2870200"/>
              <a:gd name="connsiteX33" fmla="*/ 643466 w 4089400"/>
              <a:gd name="connsiteY33" fmla="*/ 1718734 h 2870200"/>
              <a:gd name="connsiteX34" fmla="*/ 660400 w 4089400"/>
              <a:gd name="connsiteY34" fmla="*/ 1617134 h 2870200"/>
              <a:gd name="connsiteX35" fmla="*/ 677333 w 4089400"/>
              <a:gd name="connsiteY35" fmla="*/ 1557867 h 2870200"/>
              <a:gd name="connsiteX36" fmla="*/ 685800 w 4089400"/>
              <a:gd name="connsiteY36" fmla="*/ 1524000 h 2870200"/>
              <a:gd name="connsiteX37" fmla="*/ 702733 w 4089400"/>
              <a:gd name="connsiteY37" fmla="*/ 1312334 h 2870200"/>
              <a:gd name="connsiteX38" fmla="*/ 719666 w 4089400"/>
              <a:gd name="connsiteY38" fmla="*/ 1380067 h 2870200"/>
              <a:gd name="connsiteX39" fmla="*/ 736600 w 4089400"/>
              <a:gd name="connsiteY39" fmla="*/ 1532467 h 2870200"/>
              <a:gd name="connsiteX40" fmla="*/ 753533 w 4089400"/>
              <a:gd name="connsiteY40" fmla="*/ 1566334 h 2870200"/>
              <a:gd name="connsiteX41" fmla="*/ 778933 w 4089400"/>
              <a:gd name="connsiteY41" fmla="*/ 1456267 h 2870200"/>
              <a:gd name="connsiteX42" fmla="*/ 795866 w 4089400"/>
              <a:gd name="connsiteY42" fmla="*/ 1430867 h 2870200"/>
              <a:gd name="connsiteX43" fmla="*/ 829733 w 4089400"/>
              <a:gd name="connsiteY43" fmla="*/ 1388534 h 2870200"/>
              <a:gd name="connsiteX44" fmla="*/ 838200 w 4089400"/>
              <a:gd name="connsiteY44" fmla="*/ 1498600 h 2870200"/>
              <a:gd name="connsiteX45" fmla="*/ 863600 w 4089400"/>
              <a:gd name="connsiteY45" fmla="*/ 1811867 h 2870200"/>
              <a:gd name="connsiteX46" fmla="*/ 872066 w 4089400"/>
              <a:gd name="connsiteY46" fmla="*/ 1642534 h 2870200"/>
              <a:gd name="connsiteX47" fmla="*/ 897466 w 4089400"/>
              <a:gd name="connsiteY47" fmla="*/ 1583267 h 2870200"/>
              <a:gd name="connsiteX48" fmla="*/ 905933 w 4089400"/>
              <a:gd name="connsiteY48" fmla="*/ 1557867 h 2870200"/>
              <a:gd name="connsiteX49" fmla="*/ 914400 w 4089400"/>
              <a:gd name="connsiteY49" fmla="*/ 2006600 h 2870200"/>
              <a:gd name="connsiteX50" fmla="*/ 939800 w 4089400"/>
              <a:gd name="connsiteY50" fmla="*/ 2116667 h 2870200"/>
              <a:gd name="connsiteX51" fmla="*/ 948266 w 4089400"/>
              <a:gd name="connsiteY51" fmla="*/ 1948424 h 2870200"/>
              <a:gd name="connsiteX52" fmla="*/ 965200 w 4089400"/>
              <a:gd name="connsiteY52" fmla="*/ 1794934 h 2870200"/>
              <a:gd name="connsiteX53" fmla="*/ 973666 w 4089400"/>
              <a:gd name="connsiteY53" fmla="*/ 1761067 h 2870200"/>
              <a:gd name="connsiteX54" fmla="*/ 990600 w 4089400"/>
              <a:gd name="connsiteY54" fmla="*/ 1871134 h 2870200"/>
              <a:gd name="connsiteX55" fmla="*/ 1007533 w 4089400"/>
              <a:gd name="connsiteY55" fmla="*/ 1947334 h 2870200"/>
              <a:gd name="connsiteX56" fmla="*/ 1024466 w 4089400"/>
              <a:gd name="connsiteY56" fmla="*/ 2040467 h 2870200"/>
              <a:gd name="connsiteX57" fmla="*/ 1049866 w 4089400"/>
              <a:gd name="connsiteY57" fmla="*/ 2108200 h 2870200"/>
              <a:gd name="connsiteX58" fmla="*/ 1058333 w 4089400"/>
              <a:gd name="connsiteY58" fmla="*/ 2150534 h 2870200"/>
              <a:gd name="connsiteX59" fmla="*/ 1100666 w 4089400"/>
              <a:gd name="connsiteY59" fmla="*/ 2209800 h 2870200"/>
              <a:gd name="connsiteX60" fmla="*/ 1109133 w 4089400"/>
              <a:gd name="connsiteY60" fmla="*/ 2108200 h 2870200"/>
              <a:gd name="connsiteX61" fmla="*/ 1159933 w 4089400"/>
              <a:gd name="connsiteY61" fmla="*/ 1989667 h 2870200"/>
              <a:gd name="connsiteX62" fmla="*/ 1210733 w 4089400"/>
              <a:gd name="connsiteY62" fmla="*/ 1913467 h 2870200"/>
              <a:gd name="connsiteX63" fmla="*/ 1219200 w 4089400"/>
              <a:gd name="connsiteY63" fmla="*/ 2167467 h 2870200"/>
              <a:gd name="connsiteX64" fmla="*/ 1236133 w 4089400"/>
              <a:gd name="connsiteY64" fmla="*/ 2082800 h 2870200"/>
              <a:gd name="connsiteX65" fmla="*/ 1244600 w 4089400"/>
              <a:gd name="connsiteY65" fmla="*/ 2015067 h 2870200"/>
              <a:gd name="connsiteX66" fmla="*/ 1286933 w 4089400"/>
              <a:gd name="connsiteY66" fmla="*/ 1854200 h 2870200"/>
              <a:gd name="connsiteX67" fmla="*/ 1295400 w 4089400"/>
              <a:gd name="connsiteY67" fmla="*/ 1803400 h 2870200"/>
              <a:gd name="connsiteX68" fmla="*/ 1320800 w 4089400"/>
              <a:gd name="connsiteY68" fmla="*/ 1701800 h 2870200"/>
              <a:gd name="connsiteX69" fmla="*/ 1346200 w 4089400"/>
              <a:gd name="connsiteY69" fmla="*/ 1718734 h 2870200"/>
              <a:gd name="connsiteX70" fmla="*/ 1354666 w 4089400"/>
              <a:gd name="connsiteY70" fmla="*/ 1744134 h 2870200"/>
              <a:gd name="connsiteX71" fmla="*/ 1380066 w 4089400"/>
              <a:gd name="connsiteY71" fmla="*/ 1828800 h 2870200"/>
              <a:gd name="connsiteX72" fmla="*/ 1397000 w 4089400"/>
              <a:gd name="connsiteY72" fmla="*/ 1879600 h 2870200"/>
              <a:gd name="connsiteX73" fmla="*/ 1405466 w 4089400"/>
              <a:gd name="connsiteY73" fmla="*/ 1913467 h 2870200"/>
              <a:gd name="connsiteX74" fmla="*/ 1430866 w 4089400"/>
              <a:gd name="connsiteY74" fmla="*/ 1947334 h 2870200"/>
              <a:gd name="connsiteX75" fmla="*/ 1447800 w 4089400"/>
              <a:gd name="connsiteY75" fmla="*/ 1938867 h 2870200"/>
              <a:gd name="connsiteX76" fmla="*/ 1490133 w 4089400"/>
              <a:gd name="connsiteY76" fmla="*/ 1803400 h 2870200"/>
              <a:gd name="connsiteX77" fmla="*/ 1549400 w 4089400"/>
              <a:gd name="connsiteY77" fmla="*/ 1651000 h 2870200"/>
              <a:gd name="connsiteX78" fmla="*/ 1557866 w 4089400"/>
              <a:gd name="connsiteY78" fmla="*/ 1591734 h 2870200"/>
              <a:gd name="connsiteX79" fmla="*/ 1574800 w 4089400"/>
              <a:gd name="connsiteY79" fmla="*/ 1566334 h 2870200"/>
              <a:gd name="connsiteX80" fmla="*/ 1583266 w 4089400"/>
              <a:gd name="connsiteY80" fmla="*/ 1524000 h 2870200"/>
              <a:gd name="connsiteX81" fmla="*/ 1591733 w 4089400"/>
              <a:gd name="connsiteY81" fmla="*/ 1498600 h 2870200"/>
              <a:gd name="connsiteX82" fmla="*/ 1608666 w 4089400"/>
              <a:gd name="connsiteY82" fmla="*/ 1524000 h 2870200"/>
              <a:gd name="connsiteX83" fmla="*/ 1634066 w 4089400"/>
              <a:gd name="connsiteY83" fmla="*/ 1490134 h 2870200"/>
              <a:gd name="connsiteX84" fmla="*/ 1659466 w 4089400"/>
              <a:gd name="connsiteY84" fmla="*/ 1388534 h 2870200"/>
              <a:gd name="connsiteX85" fmla="*/ 1718733 w 4089400"/>
              <a:gd name="connsiteY85" fmla="*/ 1286934 h 2870200"/>
              <a:gd name="connsiteX86" fmla="*/ 1769533 w 4089400"/>
              <a:gd name="connsiteY86" fmla="*/ 1176867 h 2870200"/>
              <a:gd name="connsiteX87" fmla="*/ 1794933 w 4089400"/>
              <a:gd name="connsiteY87" fmla="*/ 1202267 h 2870200"/>
              <a:gd name="connsiteX88" fmla="*/ 1803400 w 4089400"/>
              <a:gd name="connsiteY88" fmla="*/ 1227667 h 2870200"/>
              <a:gd name="connsiteX89" fmla="*/ 1820333 w 4089400"/>
              <a:gd name="connsiteY89" fmla="*/ 1261534 h 2870200"/>
              <a:gd name="connsiteX90" fmla="*/ 1862666 w 4089400"/>
              <a:gd name="connsiteY90" fmla="*/ 1422400 h 2870200"/>
              <a:gd name="connsiteX91" fmla="*/ 1913466 w 4089400"/>
              <a:gd name="connsiteY91" fmla="*/ 1600200 h 2870200"/>
              <a:gd name="connsiteX92" fmla="*/ 1964266 w 4089400"/>
              <a:gd name="connsiteY92" fmla="*/ 1744134 h 2870200"/>
              <a:gd name="connsiteX93" fmla="*/ 1981200 w 4089400"/>
              <a:gd name="connsiteY93" fmla="*/ 1498600 h 2870200"/>
              <a:gd name="connsiteX94" fmla="*/ 1998133 w 4089400"/>
              <a:gd name="connsiteY94" fmla="*/ 1464734 h 2870200"/>
              <a:gd name="connsiteX95" fmla="*/ 2006600 w 4089400"/>
              <a:gd name="connsiteY95" fmla="*/ 1439334 h 2870200"/>
              <a:gd name="connsiteX96" fmla="*/ 2057400 w 4089400"/>
              <a:gd name="connsiteY96" fmla="*/ 2032000 h 2870200"/>
              <a:gd name="connsiteX97" fmla="*/ 2065866 w 4089400"/>
              <a:gd name="connsiteY97" fmla="*/ 2150534 h 2870200"/>
              <a:gd name="connsiteX98" fmla="*/ 2074333 w 4089400"/>
              <a:gd name="connsiteY98" fmla="*/ 2489200 h 2870200"/>
              <a:gd name="connsiteX99" fmla="*/ 2108200 w 4089400"/>
              <a:gd name="connsiteY99" fmla="*/ 2421467 h 2870200"/>
              <a:gd name="connsiteX100" fmla="*/ 2150533 w 4089400"/>
              <a:gd name="connsiteY100" fmla="*/ 2319867 h 2870200"/>
              <a:gd name="connsiteX101" fmla="*/ 2175933 w 4089400"/>
              <a:gd name="connsiteY101" fmla="*/ 2286000 h 2870200"/>
              <a:gd name="connsiteX102" fmla="*/ 2209800 w 4089400"/>
              <a:gd name="connsiteY102" fmla="*/ 2235200 h 2870200"/>
              <a:gd name="connsiteX103" fmla="*/ 2226733 w 4089400"/>
              <a:gd name="connsiteY103" fmla="*/ 2514600 h 2870200"/>
              <a:gd name="connsiteX104" fmla="*/ 2252133 w 4089400"/>
              <a:gd name="connsiteY104" fmla="*/ 2565400 h 2870200"/>
              <a:gd name="connsiteX105" fmla="*/ 2260600 w 4089400"/>
              <a:gd name="connsiteY105" fmla="*/ 2489200 h 2870200"/>
              <a:gd name="connsiteX106" fmla="*/ 2277533 w 4089400"/>
              <a:gd name="connsiteY106" fmla="*/ 2421467 h 2870200"/>
              <a:gd name="connsiteX107" fmla="*/ 2286000 w 4089400"/>
              <a:gd name="connsiteY107" fmla="*/ 1718734 h 2870200"/>
              <a:gd name="connsiteX108" fmla="*/ 2311400 w 4089400"/>
              <a:gd name="connsiteY108" fmla="*/ 1811867 h 2870200"/>
              <a:gd name="connsiteX109" fmla="*/ 2336800 w 4089400"/>
              <a:gd name="connsiteY109" fmla="*/ 1871134 h 2870200"/>
              <a:gd name="connsiteX110" fmla="*/ 2362200 w 4089400"/>
              <a:gd name="connsiteY110" fmla="*/ 1938867 h 2870200"/>
              <a:gd name="connsiteX111" fmla="*/ 2370666 w 4089400"/>
              <a:gd name="connsiteY111" fmla="*/ 1972734 h 2870200"/>
              <a:gd name="connsiteX112" fmla="*/ 2379133 w 4089400"/>
              <a:gd name="connsiteY112" fmla="*/ 1574800 h 2870200"/>
              <a:gd name="connsiteX113" fmla="*/ 2404533 w 4089400"/>
              <a:gd name="connsiteY113" fmla="*/ 1236134 h 2870200"/>
              <a:gd name="connsiteX114" fmla="*/ 2421466 w 4089400"/>
              <a:gd name="connsiteY114" fmla="*/ 1092200 h 2870200"/>
              <a:gd name="connsiteX115" fmla="*/ 2429933 w 4089400"/>
              <a:gd name="connsiteY115" fmla="*/ 1066800 h 2870200"/>
              <a:gd name="connsiteX116" fmla="*/ 2438400 w 4089400"/>
              <a:gd name="connsiteY116" fmla="*/ 1092200 h 2870200"/>
              <a:gd name="connsiteX117" fmla="*/ 2455333 w 4089400"/>
              <a:gd name="connsiteY117" fmla="*/ 1117600 h 2870200"/>
              <a:gd name="connsiteX118" fmla="*/ 2463800 w 4089400"/>
              <a:gd name="connsiteY118" fmla="*/ 1227667 h 2870200"/>
              <a:gd name="connsiteX119" fmla="*/ 2489200 w 4089400"/>
              <a:gd name="connsiteY119" fmla="*/ 753534 h 2870200"/>
              <a:gd name="connsiteX120" fmla="*/ 2506133 w 4089400"/>
              <a:gd name="connsiteY120" fmla="*/ 685800 h 2870200"/>
              <a:gd name="connsiteX121" fmla="*/ 2514600 w 4089400"/>
              <a:gd name="connsiteY121" fmla="*/ 609600 h 2870200"/>
              <a:gd name="connsiteX122" fmla="*/ 2523066 w 4089400"/>
              <a:gd name="connsiteY122" fmla="*/ 558800 h 2870200"/>
              <a:gd name="connsiteX123" fmla="*/ 2540000 w 4089400"/>
              <a:gd name="connsiteY123" fmla="*/ 584200 h 2870200"/>
              <a:gd name="connsiteX124" fmla="*/ 2548466 w 4089400"/>
              <a:gd name="connsiteY124" fmla="*/ 778934 h 2870200"/>
              <a:gd name="connsiteX125" fmla="*/ 2590800 w 4089400"/>
              <a:gd name="connsiteY125" fmla="*/ 914400 h 2870200"/>
              <a:gd name="connsiteX126" fmla="*/ 2607733 w 4089400"/>
              <a:gd name="connsiteY126" fmla="*/ 973667 h 2870200"/>
              <a:gd name="connsiteX127" fmla="*/ 2624666 w 4089400"/>
              <a:gd name="connsiteY127" fmla="*/ 812800 h 2870200"/>
              <a:gd name="connsiteX128" fmla="*/ 2641600 w 4089400"/>
              <a:gd name="connsiteY128" fmla="*/ 694267 h 2870200"/>
              <a:gd name="connsiteX129" fmla="*/ 2667000 w 4089400"/>
              <a:gd name="connsiteY129" fmla="*/ 558800 h 2870200"/>
              <a:gd name="connsiteX130" fmla="*/ 2692400 w 4089400"/>
              <a:gd name="connsiteY130" fmla="*/ 321734 h 2870200"/>
              <a:gd name="connsiteX131" fmla="*/ 2709333 w 4089400"/>
              <a:gd name="connsiteY131" fmla="*/ 1058334 h 2870200"/>
              <a:gd name="connsiteX132" fmla="*/ 2735730 w 4089400"/>
              <a:gd name="connsiteY132" fmla="*/ 1023969 h 2870200"/>
              <a:gd name="connsiteX133" fmla="*/ 2785533 w 4089400"/>
              <a:gd name="connsiteY133" fmla="*/ 905934 h 2870200"/>
              <a:gd name="connsiteX134" fmla="*/ 2819400 w 4089400"/>
              <a:gd name="connsiteY134" fmla="*/ 855134 h 2870200"/>
              <a:gd name="connsiteX135" fmla="*/ 2844800 w 4089400"/>
              <a:gd name="connsiteY135" fmla="*/ 1422400 h 2870200"/>
              <a:gd name="connsiteX136" fmla="*/ 2853266 w 4089400"/>
              <a:gd name="connsiteY136" fmla="*/ 1388534 h 2870200"/>
              <a:gd name="connsiteX137" fmla="*/ 2870200 w 4089400"/>
              <a:gd name="connsiteY137" fmla="*/ 1363134 h 2870200"/>
              <a:gd name="connsiteX138" fmla="*/ 2895600 w 4089400"/>
              <a:gd name="connsiteY138" fmla="*/ 1278467 h 2870200"/>
              <a:gd name="connsiteX139" fmla="*/ 2912533 w 4089400"/>
              <a:gd name="connsiteY139" fmla="*/ 1320800 h 2870200"/>
              <a:gd name="connsiteX140" fmla="*/ 2929466 w 4089400"/>
              <a:gd name="connsiteY140" fmla="*/ 1388534 h 2870200"/>
              <a:gd name="connsiteX141" fmla="*/ 2946400 w 4089400"/>
              <a:gd name="connsiteY141" fmla="*/ 1422400 h 2870200"/>
              <a:gd name="connsiteX142" fmla="*/ 2988733 w 4089400"/>
              <a:gd name="connsiteY142" fmla="*/ 1540934 h 2870200"/>
              <a:gd name="connsiteX143" fmla="*/ 3005666 w 4089400"/>
              <a:gd name="connsiteY143" fmla="*/ 1566334 h 2870200"/>
              <a:gd name="connsiteX144" fmla="*/ 3039533 w 4089400"/>
              <a:gd name="connsiteY144" fmla="*/ 1718734 h 2870200"/>
              <a:gd name="connsiteX145" fmla="*/ 3064933 w 4089400"/>
              <a:gd name="connsiteY145" fmla="*/ 1761067 h 2870200"/>
              <a:gd name="connsiteX146" fmla="*/ 3098800 w 4089400"/>
              <a:gd name="connsiteY146" fmla="*/ 1879600 h 2870200"/>
              <a:gd name="connsiteX147" fmla="*/ 3090333 w 4089400"/>
              <a:gd name="connsiteY147" fmla="*/ 1913467 h 2870200"/>
              <a:gd name="connsiteX148" fmla="*/ 3102783 w 4089400"/>
              <a:gd name="connsiteY148" fmla="*/ 1901016 h 2870200"/>
              <a:gd name="connsiteX149" fmla="*/ 3081866 w 4089400"/>
              <a:gd name="connsiteY149" fmla="*/ 1888067 h 2870200"/>
              <a:gd name="connsiteX150" fmla="*/ 3107266 w 4089400"/>
              <a:gd name="connsiteY150" fmla="*/ 1871134 h 2870200"/>
              <a:gd name="connsiteX151" fmla="*/ 3115733 w 4089400"/>
              <a:gd name="connsiteY151" fmla="*/ 1769534 h 2870200"/>
              <a:gd name="connsiteX152" fmla="*/ 3132666 w 4089400"/>
              <a:gd name="connsiteY152" fmla="*/ 1710267 h 2870200"/>
              <a:gd name="connsiteX153" fmla="*/ 3141133 w 4089400"/>
              <a:gd name="connsiteY153" fmla="*/ 1684867 h 2870200"/>
              <a:gd name="connsiteX154" fmla="*/ 3166533 w 4089400"/>
              <a:gd name="connsiteY154" fmla="*/ 1676400 h 2870200"/>
              <a:gd name="connsiteX155" fmla="*/ 3175000 w 4089400"/>
              <a:gd name="connsiteY155" fmla="*/ 2006600 h 2870200"/>
              <a:gd name="connsiteX156" fmla="*/ 3183466 w 4089400"/>
              <a:gd name="connsiteY156" fmla="*/ 2048934 h 2870200"/>
              <a:gd name="connsiteX157" fmla="*/ 3191933 w 4089400"/>
              <a:gd name="connsiteY157" fmla="*/ 2099734 h 2870200"/>
              <a:gd name="connsiteX158" fmla="*/ 3208866 w 4089400"/>
              <a:gd name="connsiteY158" fmla="*/ 2048934 h 2870200"/>
              <a:gd name="connsiteX159" fmla="*/ 3217333 w 4089400"/>
              <a:gd name="connsiteY159" fmla="*/ 1998134 h 2870200"/>
              <a:gd name="connsiteX160" fmla="*/ 3251200 w 4089400"/>
              <a:gd name="connsiteY160" fmla="*/ 2353734 h 2870200"/>
              <a:gd name="connsiteX161" fmla="*/ 3276600 w 4089400"/>
              <a:gd name="connsiteY161" fmla="*/ 2387600 h 2870200"/>
              <a:gd name="connsiteX162" fmla="*/ 3285066 w 4089400"/>
              <a:gd name="connsiteY162" fmla="*/ 2497667 h 2870200"/>
              <a:gd name="connsiteX163" fmla="*/ 3302000 w 4089400"/>
              <a:gd name="connsiteY163" fmla="*/ 2531534 h 2870200"/>
              <a:gd name="connsiteX164" fmla="*/ 3318933 w 4089400"/>
              <a:gd name="connsiteY164" fmla="*/ 2599267 h 2870200"/>
              <a:gd name="connsiteX165" fmla="*/ 3344333 w 4089400"/>
              <a:gd name="connsiteY165" fmla="*/ 2667000 h 2870200"/>
              <a:gd name="connsiteX166" fmla="*/ 3386666 w 4089400"/>
              <a:gd name="connsiteY166" fmla="*/ 2810934 h 2870200"/>
              <a:gd name="connsiteX167" fmla="*/ 3412066 w 4089400"/>
              <a:gd name="connsiteY167" fmla="*/ 2870200 h 2870200"/>
              <a:gd name="connsiteX168" fmla="*/ 3437466 w 4089400"/>
              <a:gd name="connsiteY168" fmla="*/ 1828800 h 2870200"/>
              <a:gd name="connsiteX169" fmla="*/ 3436968 w 4089400"/>
              <a:gd name="connsiteY169" fmla="*/ 2090271 h 2870200"/>
              <a:gd name="connsiteX170" fmla="*/ 3462866 w 4089400"/>
              <a:gd name="connsiteY170" fmla="*/ 1735667 h 2870200"/>
              <a:gd name="connsiteX171" fmla="*/ 3488266 w 4089400"/>
              <a:gd name="connsiteY171" fmla="*/ 1651000 h 2870200"/>
              <a:gd name="connsiteX172" fmla="*/ 3496733 w 4089400"/>
              <a:gd name="connsiteY172" fmla="*/ 1701800 h 2870200"/>
              <a:gd name="connsiteX173" fmla="*/ 3500717 w 4089400"/>
              <a:gd name="connsiteY173" fmla="*/ 1875118 h 2870200"/>
              <a:gd name="connsiteX174" fmla="*/ 3522133 w 4089400"/>
              <a:gd name="connsiteY174" fmla="*/ 1752600 h 2870200"/>
              <a:gd name="connsiteX175" fmla="*/ 3530600 w 4089400"/>
              <a:gd name="connsiteY175" fmla="*/ 1693334 h 2870200"/>
              <a:gd name="connsiteX176" fmla="*/ 3572933 w 4089400"/>
              <a:gd name="connsiteY176" fmla="*/ 1608667 h 2870200"/>
              <a:gd name="connsiteX177" fmla="*/ 3589866 w 4089400"/>
              <a:gd name="connsiteY177" fmla="*/ 1566334 h 2870200"/>
              <a:gd name="connsiteX178" fmla="*/ 3632200 w 4089400"/>
              <a:gd name="connsiteY178" fmla="*/ 1464734 h 2870200"/>
              <a:gd name="connsiteX179" fmla="*/ 3636184 w 4089400"/>
              <a:gd name="connsiteY179" fmla="*/ 1373094 h 2870200"/>
              <a:gd name="connsiteX180" fmla="*/ 3657600 w 4089400"/>
              <a:gd name="connsiteY180" fmla="*/ 1363134 h 2870200"/>
              <a:gd name="connsiteX181" fmla="*/ 3674533 w 4089400"/>
              <a:gd name="connsiteY181" fmla="*/ 1320800 h 2870200"/>
              <a:gd name="connsiteX182" fmla="*/ 3669553 w 4089400"/>
              <a:gd name="connsiteY182" fmla="*/ 1151964 h 2870200"/>
              <a:gd name="connsiteX183" fmla="*/ 3716866 w 4089400"/>
              <a:gd name="connsiteY183" fmla="*/ 1227667 h 2870200"/>
              <a:gd name="connsiteX184" fmla="*/ 3725333 w 4089400"/>
              <a:gd name="connsiteY184" fmla="*/ 1176867 h 2870200"/>
              <a:gd name="connsiteX185" fmla="*/ 3742266 w 4089400"/>
              <a:gd name="connsiteY185" fmla="*/ 1126067 h 2870200"/>
              <a:gd name="connsiteX186" fmla="*/ 3750733 w 4089400"/>
              <a:gd name="connsiteY186" fmla="*/ 1058334 h 2870200"/>
              <a:gd name="connsiteX187" fmla="*/ 3759200 w 4089400"/>
              <a:gd name="connsiteY187" fmla="*/ 1270000 h 2870200"/>
              <a:gd name="connsiteX188" fmla="*/ 3788048 w 4089400"/>
              <a:gd name="connsiteY188" fmla="*/ 678606 h 2870200"/>
              <a:gd name="connsiteX189" fmla="*/ 3793066 w 4089400"/>
              <a:gd name="connsiteY189" fmla="*/ 558800 h 2870200"/>
              <a:gd name="connsiteX190" fmla="*/ 3810000 w 4089400"/>
              <a:gd name="connsiteY190" fmla="*/ 482600 h 2870200"/>
              <a:gd name="connsiteX191" fmla="*/ 3818466 w 4089400"/>
              <a:gd name="connsiteY191" fmla="*/ 533400 h 2870200"/>
              <a:gd name="connsiteX192" fmla="*/ 3835400 w 4089400"/>
              <a:gd name="connsiteY192" fmla="*/ 660400 h 2870200"/>
              <a:gd name="connsiteX193" fmla="*/ 3843866 w 4089400"/>
              <a:gd name="connsiteY193" fmla="*/ 702734 h 2870200"/>
              <a:gd name="connsiteX194" fmla="*/ 3860800 w 4089400"/>
              <a:gd name="connsiteY194" fmla="*/ 736600 h 2870200"/>
              <a:gd name="connsiteX195" fmla="*/ 3877733 w 4089400"/>
              <a:gd name="connsiteY195" fmla="*/ 702734 h 2870200"/>
              <a:gd name="connsiteX196" fmla="*/ 3937000 w 4089400"/>
              <a:gd name="connsiteY196" fmla="*/ 482600 h 2870200"/>
              <a:gd name="connsiteX197" fmla="*/ 3953933 w 4089400"/>
              <a:gd name="connsiteY197" fmla="*/ 457200 h 2870200"/>
              <a:gd name="connsiteX198" fmla="*/ 3979333 w 4089400"/>
              <a:gd name="connsiteY198" fmla="*/ 177800 h 2870200"/>
              <a:gd name="connsiteX199" fmla="*/ 4004733 w 4089400"/>
              <a:gd name="connsiteY199" fmla="*/ 135467 h 2870200"/>
              <a:gd name="connsiteX200" fmla="*/ 4013200 w 4089400"/>
              <a:gd name="connsiteY200" fmla="*/ 101600 h 2870200"/>
              <a:gd name="connsiteX201" fmla="*/ 4021666 w 4089400"/>
              <a:gd name="connsiteY201" fmla="*/ 76200 h 2870200"/>
              <a:gd name="connsiteX202" fmla="*/ 4030133 w 4089400"/>
              <a:gd name="connsiteY202" fmla="*/ 110067 h 2870200"/>
              <a:gd name="connsiteX203" fmla="*/ 4047066 w 4089400"/>
              <a:gd name="connsiteY203" fmla="*/ 160867 h 2870200"/>
              <a:gd name="connsiteX204" fmla="*/ 4089400 w 4089400"/>
              <a:gd name="connsiteY204" fmla="*/ 0 h 2870200"/>
              <a:gd name="connsiteX0" fmla="*/ 0 w 4089400"/>
              <a:gd name="connsiteY0" fmla="*/ 702734 h 2870200"/>
              <a:gd name="connsiteX1" fmla="*/ 8466 w 4089400"/>
              <a:gd name="connsiteY1" fmla="*/ 643467 h 2870200"/>
              <a:gd name="connsiteX2" fmla="*/ 42333 w 4089400"/>
              <a:gd name="connsiteY2" fmla="*/ 567267 h 2870200"/>
              <a:gd name="connsiteX3" fmla="*/ 47892 w 4089400"/>
              <a:gd name="connsiteY3" fmla="*/ 828517 h 2870200"/>
              <a:gd name="connsiteX4" fmla="*/ 32533 w 4089400"/>
              <a:gd name="connsiteY4" fmla="*/ 1083293 h 2870200"/>
              <a:gd name="connsiteX5" fmla="*/ 30266 w 4089400"/>
              <a:gd name="connsiteY5" fmla="*/ 1212385 h 2870200"/>
              <a:gd name="connsiteX6" fmla="*/ 44857 w 4089400"/>
              <a:gd name="connsiteY6" fmla="*/ 1401791 h 2870200"/>
              <a:gd name="connsiteX7" fmla="*/ 87319 w 4089400"/>
              <a:gd name="connsiteY7" fmla="*/ 1209517 h 2870200"/>
              <a:gd name="connsiteX8" fmla="*/ 110066 w 4089400"/>
              <a:gd name="connsiteY8" fmla="*/ 1100667 h 2870200"/>
              <a:gd name="connsiteX9" fmla="*/ 143933 w 4089400"/>
              <a:gd name="connsiteY9" fmla="*/ 999067 h 2870200"/>
              <a:gd name="connsiteX10" fmla="*/ 160866 w 4089400"/>
              <a:gd name="connsiteY10" fmla="*/ 948267 h 2870200"/>
              <a:gd name="connsiteX11" fmla="*/ 177800 w 4089400"/>
              <a:gd name="connsiteY11" fmla="*/ 1134534 h 2870200"/>
              <a:gd name="connsiteX12" fmla="*/ 194733 w 4089400"/>
              <a:gd name="connsiteY12" fmla="*/ 1464734 h 2870200"/>
              <a:gd name="connsiteX13" fmla="*/ 254000 w 4089400"/>
              <a:gd name="connsiteY13" fmla="*/ 1363134 h 2870200"/>
              <a:gd name="connsiteX14" fmla="*/ 279400 w 4089400"/>
              <a:gd name="connsiteY14" fmla="*/ 1371600 h 2870200"/>
              <a:gd name="connsiteX15" fmla="*/ 287866 w 4089400"/>
              <a:gd name="connsiteY15" fmla="*/ 2243667 h 2870200"/>
              <a:gd name="connsiteX16" fmla="*/ 313266 w 4089400"/>
              <a:gd name="connsiteY16" fmla="*/ 2201334 h 2870200"/>
              <a:gd name="connsiteX17" fmla="*/ 321733 w 4089400"/>
              <a:gd name="connsiteY17" fmla="*/ 2150534 h 2870200"/>
              <a:gd name="connsiteX18" fmla="*/ 346635 w 4089400"/>
              <a:gd name="connsiteY18" fmla="*/ 2376146 h 2870200"/>
              <a:gd name="connsiteX19" fmla="*/ 364066 w 4089400"/>
              <a:gd name="connsiteY19" fmla="*/ 2082800 h 2870200"/>
              <a:gd name="connsiteX20" fmla="*/ 389965 w 4089400"/>
              <a:gd name="connsiteY20" fmla="*/ 1792444 h 2870200"/>
              <a:gd name="connsiteX21" fmla="*/ 397933 w 4089400"/>
              <a:gd name="connsiteY21" fmla="*/ 2032000 h 2870200"/>
              <a:gd name="connsiteX22" fmla="*/ 423333 w 4089400"/>
              <a:gd name="connsiteY22" fmla="*/ 1998134 h 2870200"/>
              <a:gd name="connsiteX23" fmla="*/ 440266 w 4089400"/>
              <a:gd name="connsiteY23" fmla="*/ 1752600 h 2870200"/>
              <a:gd name="connsiteX24" fmla="*/ 465666 w 4089400"/>
              <a:gd name="connsiteY24" fmla="*/ 1651000 h 2870200"/>
              <a:gd name="connsiteX25" fmla="*/ 491066 w 4089400"/>
              <a:gd name="connsiteY25" fmla="*/ 1710267 h 2870200"/>
              <a:gd name="connsiteX26" fmla="*/ 499533 w 4089400"/>
              <a:gd name="connsiteY26" fmla="*/ 1851666 h 2870200"/>
              <a:gd name="connsiteX27" fmla="*/ 533400 w 4089400"/>
              <a:gd name="connsiteY27" fmla="*/ 1820334 h 2870200"/>
              <a:gd name="connsiteX28" fmla="*/ 558800 w 4089400"/>
              <a:gd name="connsiteY28" fmla="*/ 1938867 h 2870200"/>
              <a:gd name="connsiteX29" fmla="*/ 575733 w 4089400"/>
              <a:gd name="connsiteY29" fmla="*/ 1998134 h 2870200"/>
              <a:gd name="connsiteX30" fmla="*/ 592666 w 4089400"/>
              <a:gd name="connsiteY30" fmla="*/ 2023534 h 2870200"/>
              <a:gd name="connsiteX31" fmla="*/ 618066 w 4089400"/>
              <a:gd name="connsiteY31" fmla="*/ 1786467 h 2870200"/>
              <a:gd name="connsiteX32" fmla="*/ 626533 w 4089400"/>
              <a:gd name="connsiteY32" fmla="*/ 1744134 h 2870200"/>
              <a:gd name="connsiteX33" fmla="*/ 643466 w 4089400"/>
              <a:gd name="connsiteY33" fmla="*/ 1718734 h 2870200"/>
              <a:gd name="connsiteX34" fmla="*/ 660400 w 4089400"/>
              <a:gd name="connsiteY34" fmla="*/ 1617134 h 2870200"/>
              <a:gd name="connsiteX35" fmla="*/ 677333 w 4089400"/>
              <a:gd name="connsiteY35" fmla="*/ 1557867 h 2870200"/>
              <a:gd name="connsiteX36" fmla="*/ 685800 w 4089400"/>
              <a:gd name="connsiteY36" fmla="*/ 1524000 h 2870200"/>
              <a:gd name="connsiteX37" fmla="*/ 702733 w 4089400"/>
              <a:gd name="connsiteY37" fmla="*/ 1312334 h 2870200"/>
              <a:gd name="connsiteX38" fmla="*/ 719666 w 4089400"/>
              <a:gd name="connsiteY38" fmla="*/ 1380067 h 2870200"/>
              <a:gd name="connsiteX39" fmla="*/ 736600 w 4089400"/>
              <a:gd name="connsiteY39" fmla="*/ 1532467 h 2870200"/>
              <a:gd name="connsiteX40" fmla="*/ 753533 w 4089400"/>
              <a:gd name="connsiteY40" fmla="*/ 1566334 h 2870200"/>
              <a:gd name="connsiteX41" fmla="*/ 778933 w 4089400"/>
              <a:gd name="connsiteY41" fmla="*/ 1456267 h 2870200"/>
              <a:gd name="connsiteX42" fmla="*/ 795866 w 4089400"/>
              <a:gd name="connsiteY42" fmla="*/ 1430867 h 2870200"/>
              <a:gd name="connsiteX43" fmla="*/ 829733 w 4089400"/>
              <a:gd name="connsiteY43" fmla="*/ 1388534 h 2870200"/>
              <a:gd name="connsiteX44" fmla="*/ 838200 w 4089400"/>
              <a:gd name="connsiteY44" fmla="*/ 1498600 h 2870200"/>
              <a:gd name="connsiteX45" fmla="*/ 863600 w 4089400"/>
              <a:gd name="connsiteY45" fmla="*/ 1811867 h 2870200"/>
              <a:gd name="connsiteX46" fmla="*/ 872066 w 4089400"/>
              <a:gd name="connsiteY46" fmla="*/ 1642534 h 2870200"/>
              <a:gd name="connsiteX47" fmla="*/ 897466 w 4089400"/>
              <a:gd name="connsiteY47" fmla="*/ 1583267 h 2870200"/>
              <a:gd name="connsiteX48" fmla="*/ 905933 w 4089400"/>
              <a:gd name="connsiteY48" fmla="*/ 1557867 h 2870200"/>
              <a:gd name="connsiteX49" fmla="*/ 914400 w 4089400"/>
              <a:gd name="connsiteY49" fmla="*/ 2006600 h 2870200"/>
              <a:gd name="connsiteX50" fmla="*/ 939800 w 4089400"/>
              <a:gd name="connsiteY50" fmla="*/ 2116667 h 2870200"/>
              <a:gd name="connsiteX51" fmla="*/ 948266 w 4089400"/>
              <a:gd name="connsiteY51" fmla="*/ 1948424 h 2870200"/>
              <a:gd name="connsiteX52" fmla="*/ 965200 w 4089400"/>
              <a:gd name="connsiteY52" fmla="*/ 1794934 h 2870200"/>
              <a:gd name="connsiteX53" fmla="*/ 973666 w 4089400"/>
              <a:gd name="connsiteY53" fmla="*/ 1761067 h 2870200"/>
              <a:gd name="connsiteX54" fmla="*/ 990600 w 4089400"/>
              <a:gd name="connsiteY54" fmla="*/ 1871134 h 2870200"/>
              <a:gd name="connsiteX55" fmla="*/ 1007533 w 4089400"/>
              <a:gd name="connsiteY55" fmla="*/ 1947334 h 2870200"/>
              <a:gd name="connsiteX56" fmla="*/ 1024466 w 4089400"/>
              <a:gd name="connsiteY56" fmla="*/ 2040467 h 2870200"/>
              <a:gd name="connsiteX57" fmla="*/ 1049866 w 4089400"/>
              <a:gd name="connsiteY57" fmla="*/ 2108200 h 2870200"/>
              <a:gd name="connsiteX58" fmla="*/ 1058333 w 4089400"/>
              <a:gd name="connsiteY58" fmla="*/ 2150534 h 2870200"/>
              <a:gd name="connsiteX59" fmla="*/ 1100666 w 4089400"/>
              <a:gd name="connsiteY59" fmla="*/ 2209800 h 2870200"/>
              <a:gd name="connsiteX60" fmla="*/ 1109133 w 4089400"/>
              <a:gd name="connsiteY60" fmla="*/ 2108200 h 2870200"/>
              <a:gd name="connsiteX61" fmla="*/ 1159933 w 4089400"/>
              <a:gd name="connsiteY61" fmla="*/ 1989667 h 2870200"/>
              <a:gd name="connsiteX62" fmla="*/ 1210733 w 4089400"/>
              <a:gd name="connsiteY62" fmla="*/ 1913467 h 2870200"/>
              <a:gd name="connsiteX63" fmla="*/ 1219200 w 4089400"/>
              <a:gd name="connsiteY63" fmla="*/ 2167467 h 2870200"/>
              <a:gd name="connsiteX64" fmla="*/ 1236133 w 4089400"/>
              <a:gd name="connsiteY64" fmla="*/ 2082800 h 2870200"/>
              <a:gd name="connsiteX65" fmla="*/ 1244600 w 4089400"/>
              <a:gd name="connsiteY65" fmla="*/ 2015067 h 2870200"/>
              <a:gd name="connsiteX66" fmla="*/ 1286933 w 4089400"/>
              <a:gd name="connsiteY66" fmla="*/ 1854200 h 2870200"/>
              <a:gd name="connsiteX67" fmla="*/ 1295400 w 4089400"/>
              <a:gd name="connsiteY67" fmla="*/ 1803400 h 2870200"/>
              <a:gd name="connsiteX68" fmla="*/ 1320800 w 4089400"/>
              <a:gd name="connsiteY68" fmla="*/ 1701800 h 2870200"/>
              <a:gd name="connsiteX69" fmla="*/ 1346200 w 4089400"/>
              <a:gd name="connsiteY69" fmla="*/ 1718734 h 2870200"/>
              <a:gd name="connsiteX70" fmla="*/ 1354666 w 4089400"/>
              <a:gd name="connsiteY70" fmla="*/ 1744134 h 2870200"/>
              <a:gd name="connsiteX71" fmla="*/ 1380066 w 4089400"/>
              <a:gd name="connsiteY71" fmla="*/ 1828800 h 2870200"/>
              <a:gd name="connsiteX72" fmla="*/ 1397000 w 4089400"/>
              <a:gd name="connsiteY72" fmla="*/ 1879600 h 2870200"/>
              <a:gd name="connsiteX73" fmla="*/ 1405466 w 4089400"/>
              <a:gd name="connsiteY73" fmla="*/ 1913467 h 2870200"/>
              <a:gd name="connsiteX74" fmla="*/ 1430866 w 4089400"/>
              <a:gd name="connsiteY74" fmla="*/ 1947334 h 2870200"/>
              <a:gd name="connsiteX75" fmla="*/ 1447800 w 4089400"/>
              <a:gd name="connsiteY75" fmla="*/ 1938867 h 2870200"/>
              <a:gd name="connsiteX76" fmla="*/ 1490133 w 4089400"/>
              <a:gd name="connsiteY76" fmla="*/ 1803400 h 2870200"/>
              <a:gd name="connsiteX77" fmla="*/ 1549400 w 4089400"/>
              <a:gd name="connsiteY77" fmla="*/ 1651000 h 2870200"/>
              <a:gd name="connsiteX78" fmla="*/ 1557866 w 4089400"/>
              <a:gd name="connsiteY78" fmla="*/ 1591734 h 2870200"/>
              <a:gd name="connsiteX79" fmla="*/ 1574800 w 4089400"/>
              <a:gd name="connsiteY79" fmla="*/ 1566334 h 2870200"/>
              <a:gd name="connsiteX80" fmla="*/ 1583266 w 4089400"/>
              <a:gd name="connsiteY80" fmla="*/ 1524000 h 2870200"/>
              <a:gd name="connsiteX81" fmla="*/ 1591733 w 4089400"/>
              <a:gd name="connsiteY81" fmla="*/ 1498600 h 2870200"/>
              <a:gd name="connsiteX82" fmla="*/ 1608666 w 4089400"/>
              <a:gd name="connsiteY82" fmla="*/ 1524000 h 2870200"/>
              <a:gd name="connsiteX83" fmla="*/ 1634066 w 4089400"/>
              <a:gd name="connsiteY83" fmla="*/ 1490134 h 2870200"/>
              <a:gd name="connsiteX84" fmla="*/ 1659466 w 4089400"/>
              <a:gd name="connsiteY84" fmla="*/ 1388534 h 2870200"/>
              <a:gd name="connsiteX85" fmla="*/ 1718733 w 4089400"/>
              <a:gd name="connsiteY85" fmla="*/ 1286934 h 2870200"/>
              <a:gd name="connsiteX86" fmla="*/ 1769533 w 4089400"/>
              <a:gd name="connsiteY86" fmla="*/ 1176867 h 2870200"/>
              <a:gd name="connsiteX87" fmla="*/ 1794933 w 4089400"/>
              <a:gd name="connsiteY87" fmla="*/ 1202267 h 2870200"/>
              <a:gd name="connsiteX88" fmla="*/ 1803400 w 4089400"/>
              <a:gd name="connsiteY88" fmla="*/ 1227667 h 2870200"/>
              <a:gd name="connsiteX89" fmla="*/ 1820333 w 4089400"/>
              <a:gd name="connsiteY89" fmla="*/ 1261534 h 2870200"/>
              <a:gd name="connsiteX90" fmla="*/ 1862666 w 4089400"/>
              <a:gd name="connsiteY90" fmla="*/ 1422400 h 2870200"/>
              <a:gd name="connsiteX91" fmla="*/ 1913466 w 4089400"/>
              <a:gd name="connsiteY91" fmla="*/ 1600200 h 2870200"/>
              <a:gd name="connsiteX92" fmla="*/ 1964266 w 4089400"/>
              <a:gd name="connsiteY92" fmla="*/ 1744134 h 2870200"/>
              <a:gd name="connsiteX93" fmla="*/ 1981200 w 4089400"/>
              <a:gd name="connsiteY93" fmla="*/ 1498600 h 2870200"/>
              <a:gd name="connsiteX94" fmla="*/ 1998133 w 4089400"/>
              <a:gd name="connsiteY94" fmla="*/ 1464734 h 2870200"/>
              <a:gd name="connsiteX95" fmla="*/ 2006600 w 4089400"/>
              <a:gd name="connsiteY95" fmla="*/ 1439334 h 2870200"/>
              <a:gd name="connsiteX96" fmla="*/ 2057400 w 4089400"/>
              <a:gd name="connsiteY96" fmla="*/ 2032000 h 2870200"/>
              <a:gd name="connsiteX97" fmla="*/ 2065866 w 4089400"/>
              <a:gd name="connsiteY97" fmla="*/ 2150534 h 2870200"/>
              <a:gd name="connsiteX98" fmla="*/ 2074333 w 4089400"/>
              <a:gd name="connsiteY98" fmla="*/ 2489200 h 2870200"/>
              <a:gd name="connsiteX99" fmla="*/ 2108200 w 4089400"/>
              <a:gd name="connsiteY99" fmla="*/ 2421467 h 2870200"/>
              <a:gd name="connsiteX100" fmla="*/ 2150533 w 4089400"/>
              <a:gd name="connsiteY100" fmla="*/ 2319867 h 2870200"/>
              <a:gd name="connsiteX101" fmla="*/ 2175933 w 4089400"/>
              <a:gd name="connsiteY101" fmla="*/ 2286000 h 2870200"/>
              <a:gd name="connsiteX102" fmla="*/ 2209800 w 4089400"/>
              <a:gd name="connsiteY102" fmla="*/ 2235200 h 2870200"/>
              <a:gd name="connsiteX103" fmla="*/ 2226733 w 4089400"/>
              <a:gd name="connsiteY103" fmla="*/ 2514600 h 2870200"/>
              <a:gd name="connsiteX104" fmla="*/ 2252133 w 4089400"/>
              <a:gd name="connsiteY104" fmla="*/ 2565400 h 2870200"/>
              <a:gd name="connsiteX105" fmla="*/ 2260600 w 4089400"/>
              <a:gd name="connsiteY105" fmla="*/ 2489200 h 2870200"/>
              <a:gd name="connsiteX106" fmla="*/ 2277533 w 4089400"/>
              <a:gd name="connsiteY106" fmla="*/ 2421467 h 2870200"/>
              <a:gd name="connsiteX107" fmla="*/ 2286000 w 4089400"/>
              <a:gd name="connsiteY107" fmla="*/ 1718734 h 2870200"/>
              <a:gd name="connsiteX108" fmla="*/ 2311400 w 4089400"/>
              <a:gd name="connsiteY108" fmla="*/ 1811867 h 2870200"/>
              <a:gd name="connsiteX109" fmla="*/ 2336800 w 4089400"/>
              <a:gd name="connsiteY109" fmla="*/ 1871134 h 2870200"/>
              <a:gd name="connsiteX110" fmla="*/ 2362200 w 4089400"/>
              <a:gd name="connsiteY110" fmla="*/ 1938867 h 2870200"/>
              <a:gd name="connsiteX111" fmla="*/ 2370666 w 4089400"/>
              <a:gd name="connsiteY111" fmla="*/ 1972734 h 2870200"/>
              <a:gd name="connsiteX112" fmla="*/ 2379133 w 4089400"/>
              <a:gd name="connsiteY112" fmla="*/ 1574800 h 2870200"/>
              <a:gd name="connsiteX113" fmla="*/ 2404533 w 4089400"/>
              <a:gd name="connsiteY113" fmla="*/ 1236134 h 2870200"/>
              <a:gd name="connsiteX114" fmla="*/ 2421466 w 4089400"/>
              <a:gd name="connsiteY114" fmla="*/ 1092200 h 2870200"/>
              <a:gd name="connsiteX115" fmla="*/ 2429933 w 4089400"/>
              <a:gd name="connsiteY115" fmla="*/ 1066800 h 2870200"/>
              <a:gd name="connsiteX116" fmla="*/ 2438400 w 4089400"/>
              <a:gd name="connsiteY116" fmla="*/ 1092200 h 2870200"/>
              <a:gd name="connsiteX117" fmla="*/ 2455333 w 4089400"/>
              <a:gd name="connsiteY117" fmla="*/ 1117600 h 2870200"/>
              <a:gd name="connsiteX118" fmla="*/ 2463800 w 4089400"/>
              <a:gd name="connsiteY118" fmla="*/ 1227667 h 2870200"/>
              <a:gd name="connsiteX119" fmla="*/ 2489200 w 4089400"/>
              <a:gd name="connsiteY119" fmla="*/ 753534 h 2870200"/>
              <a:gd name="connsiteX120" fmla="*/ 2506133 w 4089400"/>
              <a:gd name="connsiteY120" fmla="*/ 685800 h 2870200"/>
              <a:gd name="connsiteX121" fmla="*/ 2514600 w 4089400"/>
              <a:gd name="connsiteY121" fmla="*/ 609600 h 2870200"/>
              <a:gd name="connsiteX122" fmla="*/ 2523066 w 4089400"/>
              <a:gd name="connsiteY122" fmla="*/ 558800 h 2870200"/>
              <a:gd name="connsiteX123" fmla="*/ 2540000 w 4089400"/>
              <a:gd name="connsiteY123" fmla="*/ 584200 h 2870200"/>
              <a:gd name="connsiteX124" fmla="*/ 2548466 w 4089400"/>
              <a:gd name="connsiteY124" fmla="*/ 778934 h 2870200"/>
              <a:gd name="connsiteX125" fmla="*/ 2590800 w 4089400"/>
              <a:gd name="connsiteY125" fmla="*/ 914400 h 2870200"/>
              <a:gd name="connsiteX126" fmla="*/ 2607733 w 4089400"/>
              <a:gd name="connsiteY126" fmla="*/ 973667 h 2870200"/>
              <a:gd name="connsiteX127" fmla="*/ 2624666 w 4089400"/>
              <a:gd name="connsiteY127" fmla="*/ 812800 h 2870200"/>
              <a:gd name="connsiteX128" fmla="*/ 2641600 w 4089400"/>
              <a:gd name="connsiteY128" fmla="*/ 694267 h 2870200"/>
              <a:gd name="connsiteX129" fmla="*/ 2667000 w 4089400"/>
              <a:gd name="connsiteY129" fmla="*/ 558800 h 2870200"/>
              <a:gd name="connsiteX130" fmla="*/ 2692400 w 4089400"/>
              <a:gd name="connsiteY130" fmla="*/ 321734 h 2870200"/>
              <a:gd name="connsiteX131" fmla="*/ 2709333 w 4089400"/>
              <a:gd name="connsiteY131" fmla="*/ 1058334 h 2870200"/>
              <a:gd name="connsiteX132" fmla="*/ 2735730 w 4089400"/>
              <a:gd name="connsiteY132" fmla="*/ 1023969 h 2870200"/>
              <a:gd name="connsiteX133" fmla="*/ 2785533 w 4089400"/>
              <a:gd name="connsiteY133" fmla="*/ 905934 h 2870200"/>
              <a:gd name="connsiteX134" fmla="*/ 2819400 w 4089400"/>
              <a:gd name="connsiteY134" fmla="*/ 855134 h 2870200"/>
              <a:gd name="connsiteX135" fmla="*/ 2844800 w 4089400"/>
              <a:gd name="connsiteY135" fmla="*/ 1422400 h 2870200"/>
              <a:gd name="connsiteX136" fmla="*/ 2853266 w 4089400"/>
              <a:gd name="connsiteY136" fmla="*/ 1388534 h 2870200"/>
              <a:gd name="connsiteX137" fmla="*/ 2870200 w 4089400"/>
              <a:gd name="connsiteY137" fmla="*/ 1363134 h 2870200"/>
              <a:gd name="connsiteX138" fmla="*/ 2895600 w 4089400"/>
              <a:gd name="connsiteY138" fmla="*/ 1278467 h 2870200"/>
              <a:gd name="connsiteX139" fmla="*/ 2912533 w 4089400"/>
              <a:gd name="connsiteY139" fmla="*/ 1320800 h 2870200"/>
              <a:gd name="connsiteX140" fmla="*/ 2929466 w 4089400"/>
              <a:gd name="connsiteY140" fmla="*/ 1388534 h 2870200"/>
              <a:gd name="connsiteX141" fmla="*/ 2946400 w 4089400"/>
              <a:gd name="connsiteY141" fmla="*/ 1422400 h 2870200"/>
              <a:gd name="connsiteX142" fmla="*/ 2988733 w 4089400"/>
              <a:gd name="connsiteY142" fmla="*/ 1540934 h 2870200"/>
              <a:gd name="connsiteX143" fmla="*/ 3005666 w 4089400"/>
              <a:gd name="connsiteY143" fmla="*/ 1566334 h 2870200"/>
              <a:gd name="connsiteX144" fmla="*/ 3039533 w 4089400"/>
              <a:gd name="connsiteY144" fmla="*/ 1718734 h 2870200"/>
              <a:gd name="connsiteX145" fmla="*/ 3064933 w 4089400"/>
              <a:gd name="connsiteY145" fmla="*/ 1761067 h 2870200"/>
              <a:gd name="connsiteX146" fmla="*/ 3098800 w 4089400"/>
              <a:gd name="connsiteY146" fmla="*/ 1879600 h 2870200"/>
              <a:gd name="connsiteX147" fmla="*/ 3090333 w 4089400"/>
              <a:gd name="connsiteY147" fmla="*/ 1913467 h 2870200"/>
              <a:gd name="connsiteX148" fmla="*/ 3102783 w 4089400"/>
              <a:gd name="connsiteY148" fmla="*/ 1901016 h 2870200"/>
              <a:gd name="connsiteX149" fmla="*/ 3081866 w 4089400"/>
              <a:gd name="connsiteY149" fmla="*/ 1888067 h 2870200"/>
              <a:gd name="connsiteX150" fmla="*/ 3107266 w 4089400"/>
              <a:gd name="connsiteY150" fmla="*/ 1871134 h 2870200"/>
              <a:gd name="connsiteX151" fmla="*/ 3115733 w 4089400"/>
              <a:gd name="connsiteY151" fmla="*/ 1769534 h 2870200"/>
              <a:gd name="connsiteX152" fmla="*/ 3132666 w 4089400"/>
              <a:gd name="connsiteY152" fmla="*/ 1710267 h 2870200"/>
              <a:gd name="connsiteX153" fmla="*/ 3141133 w 4089400"/>
              <a:gd name="connsiteY153" fmla="*/ 1684867 h 2870200"/>
              <a:gd name="connsiteX154" fmla="*/ 3166533 w 4089400"/>
              <a:gd name="connsiteY154" fmla="*/ 1676400 h 2870200"/>
              <a:gd name="connsiteX155" fmla="*/ 3175000 w 4089400"/>
              <a:gd name="connsiteY155" fmla="*/ 2006600 h 2870200"/>
              <a:gd name="connsiteX156" fmla="*/ 3183466 w 4089400"/>
              <a:gd name="connsiteY156" fmla="*/ 2048934 h 2870200"/>
              <a:gd name="connsiteX157" fmla="*/ 3191933 w 4089400"/>
              <a:gd name="connsiteY157" fmla="*/ 2099734 h 2870200"/>
              <a:gd name="connsiteX158" fmla="*/ 3208866 w 4089400"/>
              <a:gd name="connsiteY158" fmla="*/ 2048934 h 2870200"/>
              <a:gd name="connsiteX159" fmla="*/ 3217333 w 4089400"/>
              <a:gd name="connsiteY159" fmla="*/ 1998134 h 2870200"/>
              <a:gd name="connsiteX160" fmla="*/ 3251200 w 4089400"/>
              <a:gd name="connsiteY160" fmla="*/ 2353734 h 2870200"/>
              <a:gd name="connsiteX161" fmla="*/ 3276600 w 4089400"/>
              <a:gd name="connsiteY161" fmla="*/ 2387600 h 2870200"/>
              <a:gd name="connsiteX162" fmla="*/ 3285066 w 4089400"/>
              <a:gd name="connsiteY162" fmla="*/ 2497667 h 2870200"/>
              <a:gd name="connsiteX163" fmla="*/ 3302000 w 4089400"/>
              <a:gd name="connsiteY163" fmla="*/ 2531534 h 2870200"/>
              <a:gd name="connsiteX164" fmla="*/ 3318933 w 4089400"/>
              <a:gd name="connsiteY164" fmla="*/ 2599267 h 2870200"/>
              <a:gd name="connsiteX165" fmla="*/ 3344333 w 4089400"/>
              <a:gd name="connsiteY165" fmla="*/ 2667000 h 2870200"/>
              <a:gd name="connsiteX166" fmla="*/ 3386666 w 4089400"/>
              <a:gd name="connsiteY166" fmla="*/ 2810934 h 2870200"/>
              <a:gd name="connsiteX167" fmla="*/ 3412066 w 4089400"/>
              <a:gd name="connsiteY167" fmla="*/ 2870200 h 2870200"/>
              <a:gd name="connsiteX168" fmla="*/ 3437466 w 4089400"/>
              <a:gd name="connsiteY168" fmla="*/ 1828800 h 2870200"/>
              <a:gd name="connsiteX169" fmla="*/ 3436968 w 4089400"/>
              <a:gd name="connsiteY169" fmla="*/ 2090271 h 2870200"/>
              <a:gd name="connsiteX170" fmla="*/ 3462866 w 4089400"/>
              <a:gd name="connsiteY170" fmla="*/ 1735667 h 2870200"/>
              <a:gd name="connsiteX171" fmla="*/ 3488266 w 4089400"/>
              <a:gd name="connsiteY171" fmla="*/ 1651000 h 2870200"/>
              <a:gd name="connsiteX172" fmla="*/ 3496733 w 4089400"/>
              <a:gd name="connsiteY172" fmla="*/ 1701800 h 2870200"/>
              <a:gd name="connsiteX173" fmla="*/ 3500717 w 4089400"/>
              <a:gd name="connsiteY173" fmla="*/ 1875118 h 2870200"/>
              <a:gd name="connsiteX174" fmla="*/ 3522133 w 4089400"/>
              <a:gd name="connsiteY174" fmla="*/ 1752600 h 2870200"/>
              <a:gd name="connsiteX175" fmla="*/ 3530600 w 4089400"/>
              <a:gd name="connsiteY175" fmla="*/ 1693334 h 2870200"/>
              <a:gd name="connsiteX176" fmla="*/ 3572933 w 4089400"/>
              <a:gd name="connsiteY176" fmla="*/ 1608667 h 2870200"/>
              <a:gd name="connsiteX177" fmla="*/ 3589866 w 4089400"/>
              <a:gd name="connsiteY177" fmla="*/ 1566334 h 2870200"/>
              <a:gd name="connsiteX178" fmla="*/ 3632200 w 4089400"/>
              <a:gd name="connsiteY178" fmla="*/ 1464734 h 2870200"/>
              <a:gd name="connsiteX179" fmla="*/ 3636184 w 4089400"/>
              <a:gd name="connsiteY179" fmla="*/ 1373094 h 2870200"/>
              <a:gd name="connsiteX180" fmla="*/ 3657600 w 4089400"/>
              <a:gd name="connsiteY180" fmla="*/ 1363134 h 2870200"/>
              <a:gd name="connsiteX181" fmla="*/ 3674533 w 4089400"/>
              <a:gd name="connsiteY181" fmla="*/ 1320800 h 2870200"/>
              <a:gd name="connsiteX182" fmla="*/ 3669553 w 4089400"/>
              <a:gd name="connsiteY182" fmla="*/ 1151964 h 2870200"/>
              <a:gd name="connsiteX183" fmla="*/ 3716866 w 4089400"/>
              <a:gd name="connsiteY183" fmla="*/ 1227667 h 2870200"/>
              <a:gd name="connsiteX184" fmla="*/ 3725333 w 4089400"/>
              <a:gd name="connsiteY184" fmla="*/ 1176867 h 2870200"/>
              <a:gd name="connsiteX185" fmla="*/ 3742266 w 4089400"/>
              <a:gd name="connsiteY185" fmla="*/ 1126067 h 2870200"/>
              <a:gd name="connsiteX186" fmla="*/ 3750733 w 4089400"/>
              <a:gd name="connsiteY186" fmla="*/ 1058334 h 2870200"/>
              <a:gd name="connsiteX187" fmla="*/ 3759200 w 4089400"/>
              <a:gd name="connsiteY187" fmla="*/ 1270000 h 2870200"/>
              <a:gd name="connsiteX188" fmla="*/ 3788048 w 4089400"/>
              <a:gd name="connsiteY188" fmla="*/ 678606 h 2870200"/>
              <a:gd name="connsiteX189" fmla="*/ 3793066 w 4089400"/>
              <a:gd name="connsiteY189" fmla="*/ 558800 h 2870200"/>
              <a:gd name="connsiteX190" fmla="*/ 3810000 w 4089400"/>
              <a:gd name="connsiteY190" fmla="*/ 482600 h 2870200"/>
              <a:gd name="connsiteX191" fmla="*/ 3818466 w 4089400"/>
              <a:gd name="connsiteY191" fmla="*/ 533400 h 2870200"/>
              <a:gd name="connsiteX192" fmla="*/ 3835400 w 4089400"/>
              <a:gd name="connsiteY192" fmla="*/ 660400 h 2870200"/>
              <a:gd name="connsiteX193" fmla="*/ 3843866 w 4089400"/>
              <a:gd name="connsiteY193" fmla="*/ 702734 h 2870200"/>
              <a:gd name="connsiteX194" fmla="*/ 3860800 w 4089400"/>
              <a:gd name="connsiteY194" fmla="*/ 736600 h 2870200"/>
              <a:gd name="connsiteX195" fmla="*/ 3877733 w 4089400"/>
              <a:gd name="connsiteY195" fmla="*/ 702734 h 2870200"/>
              <a:gd name="connsiteX196" fmla="*/ 3937000 w 4089400"/>
              <a:gd name="connsiteY196" fmla="*/ 482600 h 2870200"/>
              <a:gd name="connsiteX197" fmla="*/ 3953933 w 4089400"/>
              <a:gd name="connsiteY197" fmla="*/ 457200 h 2870200"/>
              <a:gd name="connsiteX198" fmla="*/ 3979333 w 4089400"/>
              <a:gd name="connsiteY198" fmla="*/ 177800 h 2870200"/>
              <a:gd name="connsiteX199" fmla="*/ 4004733 w 4089400"/>
              <a:gd name="connsiteY199" fmla="*/ 135467 h 2870200"/>
              <a:gd name="connsiteX200" fmla="*/ 4013200 w 4089400"/>
              <a:gd name="connsiteY200" fmla="*/ 101600 h 2870200"/>
              <a:gd name="connsiteX201" fmla="*/ 4021666 w 4089400"/>
              <a:gd name="connsiteY201" fmla="*/ 76200 h 2870200"/>
              <a:gd name="connsiteX202" fmla="*/ 4030133 w 4089400"/>
              <a:gd name="connsiteY202" fmla="*/ 110067 h 2870200"/>
              <a:gd name="connsiteX203" fmla="*/ 4047066 w 4089400"/>
              <a:gd name="connsiteY203" fmla="*/ 160867 h 2870200"/>
              <a:gd name="connsiteX204" fmla="*/ 4089400 w 4089400"/>
              <a:gd name="connsiteY204" fmla="*/ 0 h 2870200"/>
              <a:gd name="connsiteX0" fmla="*/ 0 w 4089400"/>
              <a:gd name="connsiteY0" fmla="*/ 702734 h 2870200"/>
              <a:gd name="connsiteX1" fmla="*/ 8466 w 4089400"/>
              <a:gd name="connsiteY1" fmla="*/ 643467 h 2870200"/>
              <a:gd name="connsiteX2" fmla="*/ 42333 w 4089400"/>
              <a:gd name="connsiteY2" fmla="*/ 567267 h 2870200"/>
              <a:gd name="connsiteX3" fmla="*/ 36774 w 4089400"/>
              <a:gd name="connsiteY3" fmla="*/ 828517 h 2870200"/>
              <a:gd name="connsiteX4" fmla="*/ 32533 w 4089400"/>
              <a:gd name="connsiteY4" fmla="*/ 1083293 h 2870200"/>
              <a:gd name="connsiteX5" fmla="*/ 30266 w 4089400"/>
              <a:gd name="connsiteY5" fmla="*/ 1212385 h 2870200"/>
              <a:gd name="connsiteX6" fmla="*/ 44857 w 4089400"/>
              <a:gd name="connsiteY6" fmla="*/ 1401791 h 2870200"/>
              <a:gd name="connsiteX7" fmla="*/ 87319 w 4089400"/>
              <a:gd name="connsiteY7" fmla="*/ 1209517 h 2870200"/>
              <a:gd name="connsiteX8" fmla="*/ 110066 w 4089400"/>
              <a:gd name="connsiteY8" fmla="*/ 1100667 h 2870200"/>
              <a:gd name="connsiteX9" fmla="*/ 143933 w 4089400"/>
              <a:gd name="connsiteY9" fmla="*/ 999067 h 2870200"/>
              <a:gd name="connsiteX10" fmla="*/ 160866 w 4089400"/>
              <a:gd name="connsiteY10" fmla="*/ 948267 h 2870200"/>
              <a:gd name="connsiteX11" fmla="*/ 177800 w 4089400"/>
              <a:gd name="connsiteY11" fmla="*/ 1134534 h 2870200"/>
              <a:gd name="connsiteX12" fmla="*/ 194733 w 4089400"/>
              <a:gd name="connsiteY12" fmla="*/ 1464734 h 2870200"/>
              <a:gd name="connsiteX13" fmla="*/ 254000 w 4089400"/>
              <a:gd name="connsiteY13" fmla="*/ 1363134 h 2870200"/>
              <a:gd name="connsiteX14" fmla="*/ 279400 w 4089400"/>
              <a:gd name="connsiteY14" fmla="*/ 1371600 h 2870200"/>
              <a:gd name="connsiteX15" fmla="*/ 287866 w 4089400"/>
              <a:gd name="connsiteY15" fmla="*/ 2243667 h 2870200"/>
              <a:gd name="connsiteX16" fmla="*/ 313266 w 4089400"/>
              <a:gd name="connsiteY16" fmla="*/ 2201334 h 2870200"/>
              <a:gd name="connsiteX17" fmla="*/ 321733 w 4089400"/>
              <a:gd name="connsiteY17" fmla="*/ 2150534 h 2870200"/>
              <a:gd name="connsiteX18" fmla="*/ 346635 w 4089400"/>
              <a:gd name="connsiteY18" fmla="*/ 2376146 h 2870200"/>
              <a:gd name="connsiteX19" fmla="*/ 364066 w 4089400"/>
              <a:gd name="connsiteY19" fmla="*/ 2082800 h 2870200"/>
              <a:gd name="connsiteX20" fmla="*/ 389965 w 4089400"/>
              <a:gd name="connsiteY20" fmla="*/ 1792444 h 2870200"/>
              <a:gd name="connsiteX21" fmla="*/ 397933 w 4089400"/>
              <a:gd name="connsiteY21" fmla="*/ 2032000 h 2870200"/>
              <a:gd name="connsiteX22" fmla="*/ 423333 w 4089400"/>
              <a:gd name="connsiteY22" fmla="*/ 1998134 h 2870200"/>
              <a:gd name="connsiteX23" fmla="*/ 440266 w 4089400"/>
              <a:gd name="connsiteY23" fmla="*/ 1752600 h 2870200"/>
              <a:gd name="connsiteX24" fmla="*/ 465666 w 4089400"/>
              <a:gd name="connsiteY24" fmla="*/ 1651000 h 2870200"/>
              <a:gd name="connsiteX25" fmla="*/ 491066 w 4089400"/>
              <a:gd name="connsiteY25" fmla="*/ 1710267 h 2870200"/>
              <a:gd name="connsiteX26" fmla="*/ 499533 w 4089400"/>
              <a:gd name="connsiteY26" fmla="*/ 1851666 h 2870200"/>
              <a:gd name="connsiteX27" fmla="*/ 533400 w 4089400"/>
              <a:gd name="connsiteY27" fmla="*/ 1820334 h 2870200"/>
              <a:gd name="connsiteX28" fmla="*/ 558800 w 4089400"/>
              <a:gd name="connsiteY28" fmla="*/ 1938867 h 2870200"/>
              <a:gd name="connsiteX29" fmla="*/ 575733 w 4089400"/>
              <a:gd name="connsiteY29" fmla="*/ 1998134 h 2870200"/>
              <a:gd name="connsiteX30" fmla="*/ 592666 w 4089400"/>
              <a:gd name="connsiteY30" fmla="*/ 2023534 h 2870200"/>
              <a:gd name="connsiteX31" fmla="*/ 618066 w 4089400"/>
              <a:gd name="connsiteY31" fmla="*/ 1786467 h 2870200"/>
              <a:gd name="connsiteX32" fmla="*/ 626533 w 4089400"/>
              <a:gd name="connsiteY32" fmla="*/ 1744134 h 2870200"/>
              <a:gd name="connsiteX33" fmla="*/ 643466 w 4089400"/>
              <a:gd name="connsiteY33" fmla="*/ 1718734 h 2870200"/>
              <a:gd name="connsiteX34" fmla="*/ 660400 w 4089400"/>
              <a:gd name="connsiteY34" fmla="*/ 1617134 h 2870200"/>
              <a:gd name="connsiteX35" fmla="*/ 677333 w 4089400"/>
              <a:gd name="connsiteY35" fmla="*/ 1557867 h 2870200"/>
              <a:gd name="connsiteX36" fmla="*/ 685800 w 4089400"/>
              <a:gd name="connsiteY36" fmla="*/ 1524000 h 2870200"/>
              <a:gd name="connsiteX37" fmla="*/ 702733 w 4089400"/>
              <a:gd name="connsiteY37" fmla="*/ 1312334 h 2870200"/>
              <a:gd name="connsiteX38" fmla="*/ 719666 w 4089400"/>
              <a:gd name="connsiteY38" fmla="*/ 1380067 h 2870200"/>
              <a:gd name="connsiteX39" fmla="*/ 736600 w 4089400"/>
              <a:gd name="connsiteY39" fmla="*/ 1532467 h 2870200"/>
              <a:gd name="connsiteX40" fmla="*/ 753533 w 4089400"/>
              <a:gd name="connsiteY40" fmla="*/ 1566334 h 2870200"/>
              <a:gd name="connsiteX41" fmla="*/ 778933 w 4089400"/>
              <a:gd name="connsiteY41" fmla="*/ 1456267 h 2870200"/>
              <a:gd name="connsiteX42" fmla="*/ 795866 w 4089400"/>
              <a:gd name="connsiteY42" fmla="*/ 1430867 h 2870200"/>
              <a:gd name="connsiteX43" fmla="*/ 829733 w 4089400"/>
              <a:gd name="connsiteY43" fmla="*/ 1388534 h 2870200"/>
              <a:gd name="connsiteX44" fmla="*/ 838200 w 4089400"/>
              <a:gd name="connsiteY44" fmla="*/ 1498600 h 2870200"/>
              <a:gd name="connsiteX45" fmla="*/ 863600 w 4089400"/>
              <a:gd name="connsiteY45" fmla="*/ 1811867 h 2870200"/>
              <a:gd name="connsiteX46" fmla="*/ 872066 w 4089400"/>
              <a:gd name="connsiteY46" fmla="*/ 1642534 h 2870200"/>
              <a:gd name="connsiteX47" fmla="*/ 897466 w 4089400"/>
              <a:gd name="connsiteY47" fmla="*/ 1583267 h 2870200"/>
              <a:gd name="connsiteX48" fmla="*/ 905933 w 4089400"/>
              <a:gd name="connsiteY48" fmla="*/ 1557867 h 2870200"/>
              <a:gd name="connsiteX49" fmla="*/ 914400 w 4089400"/>
              <a:gd name="connsiteY49" fmla="*/ 2006600 h 2870200"/>
              <a:gd name="connsiteX50" fmla="*/ 939800 w 4089400"/>
              <a:gd name="connsiteY50" fmla="*/ 2116667 h 2870200"/>
              <a:gd name="connsiteX51" fmla="*/ 948266 w 4089400"/>
              <a:gd name="connsiteY51" fmla="*/ 1948424 h 2870200"/>
              <a:gd name="connsiteX52" fmla="*/ 965200 w 4089400"/>
              <a:gd name="connsiteY52" fmla="*/ 1794934 h 2870200"/>
              <a:gd name="connsiteX53" fmla="*/ 973666 w 4089400"/>
              <a:gd name="connsiteY53" fmla="*/ 1761067 h 2870200"/>
              <a:gd name="connsiteX54" fmla="*/ 990600 w 4089400"/>
              <a:gd name="connsiteY54" fmla="*/ 1871134 h 2870200"/>
              <a:gd name="connsiteX55" fmla="*/ 1007533 w 4089400"/>
              <a:gd name="connsiteY55" fmla="*/ 1947334 h 2870200"/>
              <a:gd name="connsiteX56" fmla="*/ 1024466 w 4089400"/>
              <a:gd name="connsiteY56" fmla="*/ 2040467 h 2870200"/>
              <a:gd name="connsiteX57" fmla="*/ 1049866 w 4089400"/>
              <a:gd name="connsiteY57" fmla="*/ 2108200 h 2870200"/>
              <a:gd name="connsiteX58" fmla="*/ 1058333 w 4089400"/>
              <a:gd name="connsiteY58" fmla="*/ 2150534 h 2870200"/>
              <a:gd name="connsiteX59" fmla="*/ 1100666 w 4089400"/>
              <a:gd name="connsiteY59" fmla="*/ 2209800 h 2870200"/>
              <a:gd name="connsiteX60" fmla="*/ 1109133 w 4089400"/>
              <a:gd name="connsiteY60" fmla="*/ 2108200 h 2870200"/>
              <a:gd name="connsiteX61" fmla="*/ 1159933 w 4089400"/>
              <a:gd name="connsiteY61" fmla="*/ 1989667 h 2870200"/>
              <a:gd name="connsiteX62" fmla="*/ 1210733 w 4089400"/>
              <a:gd name="connsiteY62" fmla="*/ 1913467 h 2870200"/>
              <a:gd name="connsiteX63" fmla="*/ 1219200 w 4089400"/>
              <a:gd name="connsiteY63" fmla="*/ 2167467 h 2870200"/>
              <a:gd name="connsiteX64" fmla="*/ 1236133 w 4089400"/>
              <a:gd name="connsiteY64" fmla="*/ 2082800 h 2870200"/>
              <a:gd name="connsiteX65" fmla="*/ 1244600 w 4089400"/>
              <a:gd name="connsiteY65" fmla="*/ 2015067 h 2870200"/>
              <a:gd name="connsiteX66" fmla="*/ 1286933 w 4089400"/>
              <a:gd name="connsiteY66" fmla="*/ 1854200 h 2870200"/>
              <a:gd name="connsiteX67" fmla="*/ 1295400 w 4089400"/>
              <a:gd name="connsiteY67" fmla="*/ 1803400 h 2870200"/>
              <a:gd name="connsiteX68" fmla="*/ 1320800 w 4089400"/>
              <a:gd name="connsiteY68" fmla="*/ 1701800 h 2870200"/>
              <a:gd name="connsiteX69" fmla="*/ 1346200 w 4089400"/>
              <a:gd name="connsiteY69" fmla="*/ 1718734 h 2870200"/>
              <a:gd name="connsiteX70" fmla="*/ 1354666 w 4089400"/>
              <a:gd name="connsiteY70" fmla="*/ 1744134 h 2870200"/>
              <a:gd name="connsiteX71" fmla="*/ 1380066 w 4089400"/>
              <a:gd name="connsiteY71" fmla="*/ 1828800 h 2870200"/>
              <a:gd name="connsiteX72" fmla="*/ 1397000 w 4089400"/>
              <a:gd name="connsiteY72" fmla="*/ 1879600 h 2870200"/>
              <a:gd name="connsiteX73" fmla="*/ 1405466 w 4089400"/>
              <a:gd name="connsiteY73" fmla="*/ 1913467 h 2870200"/>
              <a:gd name="connsiteX74" fmla="*/ 1430866 w 4089400"/>
              <a:gd name="connsiteY74" fmla="*/ 1947334 h 2870200"/>
              <a:gd name="connsiteX75" fmla="*/ 1447800 w 4089400"/>
              <a:gd name="connsiteY75" fmla="*/ 1938867 h 2870200"/>
              <a:gd name="connsiteX76" fmla="*/ 1490133 w 4089400"/>
              <a:gd name="connsiteY76" fmla="*/ 1803400 h 2870200"/>
              <a:gd name="connsiteX77" fmla="*/ 1549400 w 4089400"/>
              <a:gd name="connsiteY77" fmla="*/ 1651000 h 2870200"/>
              <a:gd name="connsiteX78" fmla="*/ 1557866 w 4089400"/>
              <a:gd name="connsiteY78" fmla="*/ 1591734 h 2870200"/>
              <a:gd name="connsiteX79" fmla="*/ 1574800 w 4089400"/>
              <a:gd name="connsiteY79" fmla="*/ 1566334 h 2870200"/>
              <a:gd name="connsiteX80" fmla="*/ 1583266 w 4089400"/>
              <a:gd name="connsiteY80" fmla="*/ 1524000 h 2870200"/>
              <a:gd name="connsiteX81" fmla="*/ 1591733 w 4089400"/>
              <a:gd name="connsiteY81" fmla="*/ 1498600 h 2870200"/>
              <a:gd name="connsiteX82" fmla="*/ 1608666 w 4089400"/>
              <a:gd name="connsiteY82" fmla="*/ 1524000 h 2870200"/>
              <a:gd name="connsiteX83" fmla="*/ 1634066 w 4089400"/>
              <a:gd name="connsiteY83" fmla="*/ 1490134 h 2870200"/>
              <a:gd name="connsiteX84" fmla="*/ 1659466 w 4089400"/>
              <a:gd name="connsiteY84" fmla="*/ 1388534 h 2870200"/>
              <a:gd name="connsiteX85" fmla="*/ 1718733 w 4089400"/>
              <a:gd name="connsiteY85" fmla="*/ 1286934 h 2870200"/>
              <a:gd name="connsiteX86" fmla="*/ 1769533 w 4089400"/>
              <a:gd name="connsiteY86" fmla="*/ 1176867 h 2870200"/>
              <a:gd name="connsiteX87" fmla="*/ 1794933 w 4089400"/>
              <a:gd name="connsiteY87" fmla="*/ 1202267 h 2870200"/>
              <a:gd name="connsiteX88" fmla="*/ 1803400 w 4089400"/>
              <a:gd name="connsiteY88" fmla="*/ 1227667 h 2870200"/>
              <a:gd name="connsiteX89" fmla="*/ 1820333 w 4089400"/>
              <a:gd name="connsiteY89" fmla="*/ 1261534 h 2870200"/>
              <a:gd name="connsiteX90" fmla="*/ 1862666 w 4089400"/>
              <a:gd name="connsiteY90" fmla="*/ 1422400 h 2870200"/>
              <a:gd name="connsiteX91" fmla="*/ 1913466 w 4089400"/>
              <a:gd name="connsiteY91" fmla="*/ 1600200 h 2870200"/>
              <a:gd name="connsiteX92" fmla="*/ 1964266 w 4089400"/>
              <a:gd name="connsiteY92" fmla="*/ 1744134 h 2870200"/>
              <a:gd name="connsiteX93" fmla="*/ 1981200 w 4089400"/>
              <a:gd name="connsiteY93" fmla="*/ 1498600 h 2870200"/>
              <a:gd name="connsiteX94" fmla="*/ 1998133 w 4089400"/>
              <a:gd name="connsiteY94" fmla="*/ 1464734 h 2870200"/>
              <a:gd name="connsiteX95" fmla="*/ 2006600 w 4089400"/>
              <a:gd name="connsiteY95" fmla="*/ 1439334 h 2870200"/>
              <a:gd name="connsiteX96" fmla="*/ 2057400 w 4089400"/>
              <a:gd name="connsiteY96" fmla="*/ 2032000 h 2870200"/>
              <a:gd name="connsiteX97" fmla="*/ 2065866 w 4089400"/>
              <a:gd name="connsiteY97" fmla="*/ 2150534 h 2870200"/>
              <a:gd name="connsiteX98" fmla="*/ 2074333 w 4089400"/>
              <a:gd name="connsiteY98" fmla="*/ 2489200 h 2870200"/>
              <a:gd name="connsiteX99" fmla="*/ 2108200 w 4089400"/>
              <a:gd name="connsiteY99" fmla="*/ 2421467 h 2870200"/>
              <a:gd name="connsiteX100" fmla="*/ 2150533 w 4089400"/>
              <a:gd name="connsiteY100" fmla="*/ 2319867 h 2870200"/>
              <a:gd name="connsiteX101" fmla="*/ 2175933 w 4089400"/>
              <a:gd name="connsiteY101" fmla="*/ 2286000 h 2870200"/>
              <a:gd name="connsiteX102" fmla="*/ 2209800 w 4089400"/>
              <a:gd name="connsiteY102" fmla="*/ 2235200 h 2870200"/>
              <a:gd name="connsiteX103" fmla="*/ 2226733 w 4089400"/>
              <a:gd name="connsiteY103" fmla="*/ 2514600 h 2870200"/>
              <a:gd name="connsiteX104" fmla="*/ 2252133 w 4089400"/>
              <a:gd name="connsiteY104" fmla="*/ 2565400 h 2870200"/>
              <a:gd name="connsiteX105" fmla="*/ 2260600 w 4089400"/>
              <a:gd name="connsiteY105" fmla="*/ 2489200 h 2870200"/>
              <a:gd name="connsiteX106" fmla="*/ 2277533 w 4089400"/>
              <a:gd name="connsiteY106" fmla="*/ 2421467 h 2870200"/>
              <a:gd name="connsiteX107" fmla="*/ 2286000 w 4089400"/>
              <a:gd name="connsiteY107" fmla="*/ 1718734 h 2870200"/>
              <a:gd name="connsiteX108" fmla="*/ 2311400 w 4089400"/>
              <a:gd name="connsiteY108" fmla="*/ 1811867 h 2870200"/>
              <a:gd name="connsiteX109" fmla="*/ 2336800 w 4089400"/>
              <a:gd name="connsiteY109" fmla="*/ 1871134 h 2870200"/>
              <a:gd name="connsiteX110" fmla="*/ 2362200 w 4089400"/>
              <a:gd name="connsiteY110" fmla="*/ 1938867 h 2870200"/>
              <a:gd name="connsiteX111" fmla="*/ 2370666 w 4089400"/>
              <a:gd name="connsiteY111" fmla="*/ 1972734 h 2870200"/>
              <a:gd name="connsiteX112" fmla="*/ 2379133 w 4089400"/>
              <a:gd name="connsiteY112" fmla="*/ 1574800 h 2870200"/>
              <a:gd name="connsiteX113" fmla="*/ 2404533 w 4089400"/>
              <a:gd name="connsiteY113" fmla="*/ 1236134 h 2870200"/>
              <a:gd name="connsiteX114" fmla="*/ 2421466 w 4089400"/>
              <a:gd name="connsiteY114" fmla="*/ 1092200 h 2870200"/>
              <a:gd name="connsiteX115" fmla="*/ 2429933 w 4089400"/>
              <a:gd name="connsiteY115" fmla="*/ 1066800 h 2870200"/>
              <a:gd name="connsiteX116" fmla="*/ 2438400 w 4089400"/>
              <a:gd name="connsiteY116" fmla="*/ 1092200 h 2870200"/>
              <a:gd name="connsiteX117" fmla="*/ 2455333 w 4089400"/>
              <a:gd name="connsiteY117" fmla="*/ 1117600 h 2870200"/>
              <a:gd name="connsiteX118" fmla="*/ 2463800 w 4089400"/>
              <a:gd name="connsiteY118" fmla="*/ 1227667 h 2870200"/>
              <a:gd name="connsiteX119" fmla="*/ 2489200 w 4089400"/>
              <a:gd name="connsiteY119" fmla="*/ 753534 h 2870200"/>
              <a:gd name="connsiteX120" fmla="*/ 2506133 w 4089400"/>
              <a:gd name="connsiteY120" fmla="*/ 685800 h 2870200"/>
              <a:gd name="connsiteX121" fmla="*/ 2514600 w 4089400"/>
              <a:gd name="connsiteY121" fmla="*/ 609600 h 2870200"/>
              <a:gd name="connsiteX122" fmla="*/ 2523066 w 4089400"/>
              <a:gd name="connsiteY122" fmla="*/ 558800 h 2870200"/>
              <a:gd name="connsiteX123" fmla="*/ 2540000 w 4089400"/>
              <a:gd name="connsiteY123" fmla="*/ 584200 h 2870200"/>
              <a:gd name="connsiteX124" fmla="*/ 2548466 w 4089400"/>
              <a:gd name="connsiteY124" fmla="*/ 778934 h 2870200"/>
              <a:gd name="connsiteX125" fmla="*/ 2590800 w 4089400"/>
              <a:gd name="connsiteY125" fmla="*/ 914400 h 2870200"/>
              <a:gd name="connsiteX126" fmla="*/ 2607733 w 4089400"/>
              <a:gd name="connsiteY126" fmla="*/ 973667 h 2870200"/>
              <a:gd name="connsiteX127" fmla="*/ 2624666 w 4089400"/>
              <a:gd name="connsiteY127" fmla="*/ 812800 h 2870200"/>
              <a:gd name="connsiteX128" fmla="*/ 2641600 w 4089400"/>
              <a:gd name="connsiteY128" fmla="*/ 694267 h 2870200"/>
              <a:gd name="connsiteX129" fmla="*/ 2667000 w 4089400"/>
              <a:gd name="connsiteY129" fmla="*/ 558800 h 2870200"/>
              <a:gd name="connsiteX130" fmla="*/ 2692400 w 4089400"/>
              <a:gd name="connsiteY130" fmla="*/ 321734 h 2870200"/>
              <a:gd name="connsiteX131" fmla="*/ 2709333 w 4089400"/>
              <a:gd name="connsiteY131" fmla="*/ 1058334 h 2870200"/>
              <a:gd name="connsiteX132" fmla="*/ 2735730 w 4089400"/>
              <a:gd name="connsiteY132" fmla="*/ 1023969 h 2870200"/>
              <a:gd name="connsiteX133" fmla="*/ 2785533 w 4089400"/>
              <a:gd name="connsiteY133" fmla="*/ 905934 h 2870200"/>
              <a:gd name="connsiteX134" fmla="*/ 2819400 w 4089400"/>
              <a:gd name="connsiteY134" fmla="*/ 855134 h 2870200"/>
              <a:gd name="connsiteX135" fmla="*/ 2844800 w 4089400"/>
              <a:gd name="connsiteY135" fmla="*/ 1422400 h 2870200"/>
              <a:gd name="connsiteX136" fmla="*/ 2853266 w 4089400"/>
              <a:gd name="connsiteY136" fmla="*/ 1388534 h 2870200"/>
              <a:gd name="connsiteX137" fmla="*/ 2870200 w 4089400"/>
              <a:gd name="connsiteY137" fmla="*/ 1363134 h 2870200"/>
              <a:gd name="connsiteX138" fmla="*/ 2895600 w 4089400"/>
              <a:gd name="connsiteY138" fmla="*/ 1278467 h 2870200"/>
              <a:gd name="connsiteX139" fmla="*/ 2912533 w 4089400"/>
              <a:gd name="connsiteY139" fmla="*/ 1320800 h 2870200"/>
              <a:gd name="connsiteX140" fmla="*/ 2929466 w 4089400"/>
              <a:gd name="connsiteY140" fmla="*/ 1388534 h 2870200"/>
              <a:gd name="connsiteX141" fmla="*/ 2946400 w 4089400"/>
              <a:gd name="connsiteY141" fmla="*/ 1422400 h 2870200"/>
              <a:gd name="connsiteX142" fmla="*/ 2988733 w 4089400"/>
              <a:gd name="connsiteY142" fmla="*/ 1540934 h 2870200"/>
              <a:gd name="connsiteX143" fmla="*/ 3005666 w 4089400"/>
              <a:gd name="connsiteY143" fmla="*/ 1566334 h 2870200"/>
              <a:gd name="connsiteX144" fmla="*/ 3039533 w 4089400"/>
              <a:gd name="connsiteY144" fmla="*/ 1718734 h 2870200"/>
              <a:gd name="connsiteX145" fmla="*/ 3064933 w 4089400"/>
              <a:gd name="connsiteY145" fmla="*/ 1761067 h 2870200"/>
              <a:gd name="connsiteX146" fmla="*/ 3098800 w 4089400"/>
              <a:gd name="connsiteY146" fmla="*/ 1879600 h 2870200"/>
              <a:gd name="connsiteX147" fmla="*/ 3090333 w 4089400"/>
              <a:gd name="connsiteY147" fmla="*/ 1913467 h 2870200"/>
              <a:gd name="connsiteX148" fmla="*/ 3102783 w 4089400"/>
              <a:gd name="connsiteY148" fmla="*/ 1901016 h 2870200"/>
              <a:gd name="connsiteX149" fmla="*/ 3081866 w 4089400"/>
              <a:gd name="connsiteY149" fmla="*/ 1888067 h 2870200"/>
              <a:gd name="connsiteX150" fmla="*/ 3107266 w 4089400"/>
              <a:gd name="connsiteY150" fmla="*/ 1871134 h 2870200"/>
              <a:gd name="connsiteX151" fmla="*/ 3115733 w 4089400"/>
              <a:gd name="connsiteY151" fmla="*/ 1769534 h 2870200"/>
              <a:gd name="connsiteX152" fmla="*/ 3132666 w 4089400"/>
              <a:gd name="connsiteY152" fmla="*/ 1710267 h 2870200"/>
              <a:gd name="connsiteX153" fmla="*/ 3141133 w 4089400"/>
              <a:gd name="connsiteY153" fmla="*/ 1684867 h 2870200"/>
              <a:gd name="connsiteX154" fmla="*/ 3166533 w 4089400"/>
              <a:gd name="connsiteY154" fmla="*/ 1676400 h 2870200"/>
              <a:gd name="connsiteX155" fmla="*/ 3175000 w 4089400"/>
              <a:gd name="connsiteY155" fmla="*/ 2006600 h 2870200"/>
              <a:gd name="connsiteX156" fmla="*/ 3183466 w 4089400"/>
              <a:gd name="connsiteY156" fmla="*/ 2048934 h 2870200"/>
              <a:gd name="connsiteX157" fmla="*/ 3191933 w 4089400"/>
              <a:gd name="connsiteY157" fmla="*/ 2099734 h 2870200"/>
              <a:gd name="connsiteX158" fmla="*/ 3208866 w 4089400"/>
              <a:gd name="connsiteY158" fmla="*/ 2048934 h 2870200"/>
              <a:gd name="connsiteX159" fmla="*/ 3217333 w 4089400"/>
              <a:gd name="connsiteY159" fmla="*/ 1998134 h 2870200"/>
              <a:gd name="connsiteX160" fmla="*/ 3251200 w 4089400"/>
              <a:gd name="connsiteY160" fmla="*/ 2353734 h 2870200"/>
              <a:gd name="connsiteX161" fmla="*/ 3276600 w 4089400"/>
              <a:gd name="connsiteY161" fmla="*/ 2387600 h 2870200"/>
              <a:gd name="connsiteX162" fmla="*/ 3285066 w 4089400"/>
              <a:gd name="connsiteY162" fmla="*/ 2497667 h 2870200"/>
              <a:gd name="connsiteX163" fmla="*/ 3302000 w 4089400"/>
              <a:gd name="connsiteY163" fmla="*/ 2531534 h 2870200"/>
              <a:gd name="connsiteX164" fmla="*/ 3318933 w 4089400"/>
              <a:gd name="connsiteY164" fmla="*/ 2599267 h 2870200"/>
              <a:gd name="connsiteX165" fmla="*/ 3344333 w 4089400"/>
              <a:gd name="connsiteY165" fmla="*/ 2667000 h 2870200"/>
              <a:gd name="connsiteX166" fmla="*/ 3386666 w 4089400"/>
              <a:gd name="connsiteY166" fmla="*/ 2810934 h 2870200"/>
              <a:gd name="connsiteX167" fmla="*/ 3412066 w 4089400"/>
              <a:gd name="connsiteY167" fmla="*/ 2870200 h 2870200"/>
              <a:gd name="connsiteX168" fmla="*/ 3437466 w 4089400"/>
              <a:gd name="connsiteY168" fmla="*/ 1828800 h 2870200"/>
              <a:gd name="connsiteX169" fmla="*/ 3436968 w 4089400"/>
              <a:gd name="connsiteY169" fmla="*/ 2090271 h 2870200"/>
              <a:gd name="connsiteX170" fmla="*/ 3462866 w 4089400"/>
              <a:gd name="connsiteY170" fmla="*/ 1735667 h 2870200"/>
              <a:gd name="connsiteX171" fmla="*/ 3488266 w 4089400"/>
              <a:gd name="connsiteY171" fmla="*/ 1651000 h 2870200"/>
              <a:gd name="connsiteX172" fmla="*/ 3496733 w 4089400"/>
              <a:gd name="connsiteY172" fmla="*/ 1701800 h 2870200"/>
              <a:gd name="connsiteX173" fmla="*/ 3500717 w 4089400"/>
              <a:gd name="connsiteY173" fmla="*/ 1875118 h 2870200"/>
              <a:gd name="connsiteX174" fmla="*/ 3522133 w 4089400"/>
              <a:gd name="connsiteY174" fmla="*/ 1752600 h 2870200"/>
              <a:gd name="connsiteX175" fmla="*/ 3530600 w 4089400"/>
              <a:gd name="connsiteY175" fmla="*/ 1693334 h 2870200"/>
              <a:gd name="connsiteX176" fmla="*/ 3572933 w 4089400"/>
              <a:gd name="connsiteY176" fmla="*/ 1608667 h 2870200"/>
              <a:gd name="connsiteX177" fmla="*/ 3589866 w 4089400"/>
              <a:gd name="connsiteY177" fmla="*/ 1566334 h 2870200"/>
              <a:gd name="connsiteX178" fmla="*/ 3632200 w 4089400"/>
              <a:gd name="connsiteY178" fmla="*/ 1464734 h 2870200"/>
              <a:gd name="connsiteX179" fmla="*/ 3636184 w 4089400"/>
              <a:gd name="connsiteY179" fmla="*/ 1373094 h 2870200"/>
              <a:gd name="connsiteX180" fmla="*/ 3657600 w 4089400"/>
              <a:gd name="connsiteY180" fmla="*/ 1363134 h 2870200"/>
              <a:gd name="connsiteX181" fmla="*/ 3674533 w 4089400"/>
              <a:gd name="connsiteY181" fmla="*/ 1320800 h 2870200"/>
              <a:gd name="connsiteX182" fmla="*/ 3669553 w 4089400"/>
              <a:gd name="connsiteY182" fmla="*/ 1151964 h 2870200"/>
              <a:gd name="connsiteX183" fmla="*/ 3716866 w 4089400"/>
              <a:gd name="connsiteY183" fmla="*/ 1227667 h 2870200"/>
              <a:gd name="connsiteX184" fmla="*/ 3725333 w 4089400"/>
              <a:gd name="connsiteY184" fmla="*/ 1176867 h 2870200"/>
              <a:gd name="connsiteX185" fmla="*/ 3742266 w 4089400"/>
              <a:gd name="connsiteY185" fmla="*/ 1126067 h 2870200"/>
              <a:gd name="connsiteX186" fmla="*/ 3750733 w 4089400"/>
              <a:gd name="connsiteY186" fmla="*/ 1058334 h 2870200"/>
              <a:gd name="connsiteX187" fmla="*/ 3759200 w 4089400"/>
              <a:gd name="connsiteY187" fmla="*/ 1270000 h 2870200"/>
              <a:gd name="connsiteX188" fmla="*/ 3788048 w 4089400"/>
              <a:gd name="connsiteY188" fmla="*/ 678606 h 2870200"/>
              <a:gd name="connsiteX189" fmla="*/ 3793066 w 4089400"/>
              <a:gd name="connsiteY189" fmla="*/ 558800 h 2870200"/>
              <a:gd name="connsiteX190" fmla="*/ 3810000 w 4089400"/>
              <a:gd name="connsiteY190" fmla="*/ 482600 h 2870200"/>
              <a:gd name="connsiteX191" fmla="*/ 3818466 w 4089400"/>
              <a:gd name="connsiteY191" fmla="*/ 533400 h 2870200"/>
              <a:gd name="connsiteX192" fmla="*/ 3835400 w 4089400"/>
              <a:gd name="connsiteY192" fmla="*/ 660400 h 2870200"/>
              <a:gd name="connsiteX193" fmla="*/ 3843866 w 4089400"/>
              <a:gd name="connsiteY193" fmla="*/ 702734 h 2870200"/>
              <a:gd name="connsiteX194" fmla="*/ 3860800 w 4089400"/>
              <a:gd name="connsiteY194" fmla="*/ 736600 h 2870200"/>
              <a:gd name="connsiteX195" fmla="*/ 3877733 w 4089400"/>
              <a:gd name="connsiteY195" fmla="*/ 702734 h 2870200"/>
              <a:gd name="connsiteX196" fmla="*/ 3937000 w 4089400"/>
              <a:gd name="connsiteY196" fmla="*/ 482600 h 2870200"/>
              <a:gd name="connsiteX197" fmla="*/ 3953933 w 4089400"/>
              <a:gd name="connsiteY197" fmla="*/ 457200 h 2870200"/>
              <a:gd name="connsiteX198" fmla="*/ 3979333 w 4089400"/>
              <a:gd name="connsiteY198" fmla="*/ 177800 h 2870200"/>
              <a:gd name="connsiteX199" fmla="*/ 4004733 w 4089400"/>
              <a:gd name="connsiteY199" fmla="*/ 135467 h 2870200"/>
              <a:gd name="connsiteX200" fmla="*/ 4013200 w 4089400"/>
              <a:gd name="connsiteY200" fmla="*/ 101600 h 2870200"/>
              <a:gd name="connsiteX201" fmla="*/ 4021666 w 4089400"/>
              <a:gd name="connsiteY201" fmla="*/ 76200 h 2870200"/>
              <a:gd name="connsiteX202" fmla="*/ 4030133 w 4089400"/>
              <a:gd name="connsiteY202" fmla="*/ 110067 h 2870200"/>
              <a:gd name="connsiteX203" fmla="*/ 4047066 w 4089400"/>
              <a:gd name="connsiteY203" fmla="*/ 160867 h 2870200"/>
              <a:gd name="connsiteX204" fmla="*/ 4089400 w 4089400"/>
              <a:gd name="connsiteY204" fmla="*/ 0 h 2870200"/>
              <a:gd name="connsiteX0" fmla="*/ 0 w 4089400"/>
              <a:gd name="connsiteY0" fmla="*/ 702734 h 2870200"/>
              <a:gd name="connsiteX1" fmla="*/ 8466 w 4089400"/>
              <a:gd name="connsiteY1" fmla="*/ 643467 h 2870200"/>
              <a:gd name="connsiteX2" fmla="*/ 28435 w 4089400"/>
              <a:gd name="connsiteY2" fmla="*/ 567267 h 2870200"/>
              <a:gd name="connsiteX3" fmla="*/ 36774 w 4089400"/>
              <a:gd name="connsiteY3" fmla="*/ 828517 h 2870200"/>
              <a:gd name="connsiteX4" fmla="*/ 32533 w 4089400"/>
              <a:gd name="connsiteY4" fmla="*/ 1083293 h 2870200"/>
              <a:gd name="connsiteX5" fmla="*/ 30266 w 4089400"/>
              <a:gd name="connsiteY5" fmla="*/ 1212385 h 2870200"/>
              <a:gd name="connsiteX6" fmla="*/ 44857 w 4089400"/>
              <a:gd name="connsiteY6" fmla="*/ 1401791 h 2870200"/>
              <a:gd name="connsiteX7" fmla="*/ 87319 w 4089400"/>
              <a:gd name="connsiteY7" fmla="*/ 1209517 h 2870200"/>
              <a:gd name="connsiteX8" fmla="*/ 110066 w 4089400"/>
              <a:gd name="connsiteY8" fmla="*/ 1100667 h 2870200"/>
              <a:gd name="connsiteX9" fmla="*/ 143933 w 4089400"/>
              <a:gd name="connsiteY9" fmla="*/ 999067 h 2870200"/>
              <a:gd name="connsiteX10" fmla="*/ 160866 w 4089400"/>
              <a:gd name="connsiteY10" fmla="*/ 948267 h 2870200"/>
              <a:gd name="connsiteX11" fmla="*/ 177800 w 4089400"/>
              <a:gd name="connsiteY11" fmla="*/ 1134534 h 2870200"/>
              <a:gd name="connsiteX12" fmla="*/ 194733 w 4089400"/>
              <a:gd name="connsiteY12" fmla="*/ 1464734 h 2870200"/>
              <a:gd name="connsiteX13" fmla="*/ 254000 w 4089400"/>
              <a:gd name="connsiteY13" fmla="*/ 1363134 h 2870200"/>
              <a:gd name="connsiteX14" fmla="*/ 279400 w 4089400"/>
              <a:gd name="connsiteY14" fmla="*/ 1371600 h 2870200"/>
              <a:gd name="connsiteX15" fmla="*/ 287866 w 4089400"/>
              <a:gd name="connsiteY15" fmla="*/ 2243667 h 2870200"/>
              <a:gd name="connsiteX16" fmla="*/ 313266 w 4089400"/>
              <a:gd name="connsiteY16" fmla="*/ 2201334 h 2870200"/>
              <a:gd name="connsiteX17" fmla="*/ 321733 w 4089400"/>
              <a:gd name="connsiteY17" fmla="*/ 2150534 h 2870200"/>
              <a:gd name="connsiteX18" fmla="*/ 346635 w 4089400"/>
              <a:gd name="connsiteY18" fmla="*/ 2376146 h 2870200"/>
              <a:gd name="connsiteX19" fmla="*/ 364066 w 4089400"/>
              <a:gd name="connsiteY19" fmla="*/ 2082800 h 2870200"/>
              <a:gd name="connsiteX20" fmla="*/ 389965 w 4089400"/>
              <a:gd name="connsiteY20" fmla="*/ 1792444 h 2870200"/>
              <a:gd name="connsiteX21" fmla="*/ 397933 w 4089400"/>
              <a:gd name="connsiteY21" fmla="*/ 2032000 h 2870200"/>
              <a:gd name="connsiteX22" fmla="*/ 423333 w 4089400"/>
              <a:gd name="connsiteY22" fmla="*/ 1998134 h 2870200"/>
              <a:gd name="connsiteX23" fmla="*/ 440266 w 4089400"/>
              <a:gd name="connsiteY23" fmla="*/ 1752600 h 2870200"/>
              <a:gd name="connsiteX24" fmla="*/ 465666 w 4089400"/>
              <a:gd name="connsiteY24" fmla="*/ 1651000 h 2870200"/>
              <a:gd name="connsiteX25" fmla="*/ 491066 w 4089400"/>
              <a:gd name="connsiteY25" fmla="*/ 1710267 h 2870200"/>
              <a:gd name="connsiteX26" fmla="*/ 499533 w 4089400"/>
              <a:gd name="connsiteY26" fmla="*/ 1851666 h 2870200"/>
              <a:gd name="connsiteX27" fmla="*/ 533400 w 4089400"/>
              <a:gd name="connsiteY27" fmla="*/ 1820334 h 2870200"/>
              <a:gd name="connsiteX28" fmla="*/ 558800 w 4089400"/>
              <a:gd name="connsiteY28" fmla="*/ 1938867 h 2870200"/>
              <a:gd name="connsiteX29" fmla="*/ 575733 w 4089400"/>
              <a:gd name="connsiteY29" fmla="*/ 1998134 h 2870200"/>
              <a:gd name="connsiteX30" fmla="*/ 592666 w 4089400"/>
              <a:gd name="connsiteY30" fmla="*/ 2023534 h 2870200"/>
              <a:gd name="connsiteX31" fmla="*/ 618066 w 4089400"/>
              <a:gd name="connsiteY31" fmla="*/ 1786467 h 2870200"/>
              <a:gd name="connsiteX32" fmla="*/ 626533 w 4089400"/>
              <a:gd name="connsiteY32" fmla="*/ 1744134 h 2870200"/>
              <a:gd name="connsiteX33" fmla="*/ 643466 w 4089400"/>
              <a:gd name="connsiteY33" fmla="*/ 1718734 h 2870200"/>
              <a:gd name="connsiteX34" fmla="*/ 660400 w 4089400"/>
              <a:gd name="connsiteY34" fmla="*/ 1617134 h 2870200"/>
              <a:gd name="connsiteX35" fmla="*/ 677333 w 4089400"/>
              <a:gd name="connsiteY35" fmla="*/ 1557867 h 2870200"/>
              <a:gd name="connsiteX36" fmla="*/ 685800 w 4089400"/>
              <a:gd name="connsiteY36" fmla="*/ 1524000 h 2870200"/>
              <a:gd name="connsiteX37" fmla="*/ 702733 w 4089400"/>
              <a:gd name="connsiteY37" fmla="*/ 1312334 h 2870200"/>
              <a:gd name="connsiteX38" fmla="*/ 719666 w 4089400"/>
              <a:gd name="connsiteY38" fmla="*/ 1380067 h 2870200"/>
              <a:gd name="connsiteX39" fmla="*/ 736600 w 4089400"/>
              <a:gd name="connsiteY39" fmla="*/ 1532467 h 2870200"/>
              <a:gd name="connsiteX40" fmla="*/ 753533 w 4089400"/>
              <a:gd name="connsiteY40" fmla="*/ 1566334 h 2870200"/>
              <a:gd name="connsiteX41" fmla="*/ 778933 w 4089400"/>
              <a:gd name="connsiteY41" fmla="*/ 1456267 h 2870200"/>
              <a:gd name="connsiteX42" fmla="*/ 795866 w 4089400"/>
              <a:gd name="connsiteY42" fmla="*/ 1430867 h 2870200"/>
              <a:gd name="connsiteX43" fmla="*/ 829733 w 4089400"/>
              <a:gd name="connsiteY43" fmla="*/ 1388534 h 2870200"/>
              <a:gd name="connsiteX44" fmla="*/ 838200 w 4089400"/>
              <a:gd name="connsiteY44" fmla="*/ 1498600 h 2870200"/>
              <a:gd name="connsiteX45" fmla="*/ 863600 w 4089400"/>
              <a:gd name="connsiteY45" fmla="*/ 1811867 h 2870200"/>
              <a:gd name="connsiteX46" fmla="*/ 872066 w 4089400"/>
              <a:gd name="connsiteY46" fmla="*/ 1642534 h 2870200"/>
              <a:gd name="connsiteX47" fmla="*/ 897466 w 4089400"/>
              <a:gd name="connsiteY47" fmla="*/ 1583267 h 2870200"/>
              <a:gd name="connsiteX48" fmla="*/ 905933 w 4089400"/>
              <a:gd name="connsiteY48" fmla="*/ 1557867 h 2870200"/>
              <a:gd name="connsiteX49" fmla="*/ 914400 w 4089400"/>
              <a:gd name="connsiteY49" fmla="*/ 2006600 h 2870200"/>
              <a:gd name="connsiteX50" fmla="*/ 939800 w 4089400"/>
              <a:gd name="connsiteY50" fmla="*/ 2116667 h 2870200"/>
              <a:gd name="connsiteX51" fmla="*/ 948266 w 4089400"/>
              <a:gd name="connsiteY51" fmla="*/ 1948424 h 2870200"/>
              <a:gd name="connsiteX52" fmla="*/ 965200 w 4089400"/>
              <a:gd name="connsiteY52" fmla="*/ 1794934 h 2870200"/>
              <a:gd name="connsiteX53" fmla="*/ 973666 w 4089400"/>
              <a:gd name="connsiteY53" fmla="*/ 1761067 h 2870200"/>
              <a:gd name="connsiteX54" fmla="*/ 990600 w 4089400"/>
              <a:gd name="connsiteY54" fmla="*/ 1871134 h 2870200"/>
              <a:gd name="connsiteX55" fmla="*/ 1007533 w 4089400"/>
              <a:gd name="connsiteY55" fmla="*/ 1947334 h 2870200"/>
              <a:gd name="connsiteX56" fmla="*/ 1024466 w 4089400"/>
              <a:gd name="connsiteY56" fmla="*/ 2040467 h 2870200"/>
              <a:gd name="connsiteX57" fmla="*/ 1049866 w 4089400"/>
              <a:gd name="connsiteY57" fmla="*/ 2108200 h 2870200"/>
              <a:gd name="connsiteX58" fmla="*/ 1058333 w 4089400"/>
              <a:gd name="connsiteY58" fmla="*/ 2150534 h 2870200"/>
              <a:gd name="connsiteX59" fmla="*/ 1100666 w 4089400"/>
              <a:gd name="connsiteY59" fmla="*/ 2209800 h 2870200"/>
              <a:gd name="connsiteX60" fmla="*/ 1109133 w 4089400"/>
              <a:gd name="connsiteY60" fmla="*/ 2108200 h 2870200"/>
              <a:gd name="connsiteX61" fmla="*/ 1159933 w 4089400"/>
              <a:gd name="connsiteY61" fmla="*/ 1989667 h 2870200"/>
              <a:gd name="connsiteX62" fmla="*/ 1210733 w 4089400"/>
              <a:gd name="connsiteY62" fmla="*/ 1913467 h 2870200"/>
              <a:gd name="connsiteX63" fmla="*/ 1219200 w 4089400"/>
              <a:gd name="connsiteY63" fmla="*/ 2167467 h 2870200"/>
              <a:gd name="connsiteX64" fmla="*/ 1236133 w 4089400"/>
              <a:gd name="connsiteY64" fmla="*/ 2082800 h 2870200"/>
              <a:gd name="connsiteX65" fmla="*/ 1244600 w 4089400"/>
              <a:gd name="connsiteY65" fmla="*/ 2015067 h 2870200"/>
              <a:gd name="connsiteX66" fmla="*/ 1286933 w 4089400"/>
              <a:gd name="connsiteY66" fmla="*/ 1854200 h 2870200"/>
              <a:gd name="connsiteX67" fmla="*/ 1295400 w 4089400"/>
              <a:gd name="connsiteY67" fmla="*/ 1803400 h 2870200"/>
              <a:gd name="connsiteX68" fmla="*/ 1320800 w 4089400"/>
              <a:gd name="connsiteY68" fmla="*/ 1701800 h 2870200"/>
              <a:gd name="connsiteX69" fmla="*/ 1346200 w 4089400"/>
              <a:gd name="connsiteY69" fmla="*/ 1718734 h 2870200"/>
              <a:gd name="connsiteX70" fmla="*/ 1354666 w 4089400"/>
              <a:gd name="connsiteY70" fmla="*/ 1744134 h 2870200"/>
              <a:gd name="connsiteX71" fmla="*/ 1380066 w 4089400"/>
              <a:gd name="connsiteY71" fmla="*/ 1828800 h 2870200"/>
              <a:gd name="connsiteX72" fmla="*/ 1397000 w 4089400"/>
              <a:gd name="connsiteY72" fmla="*/ 1879600 h 2870200"/>
              <a:gd name="connsiteX73" fmla="*/ 1405466 w 4089400"/>
              <a:gd name="connsiteY73" fmla="*/ 1913467 h 2870200"/>
              <a:gd name="connsiteX74" fmla="*/ 1430866 w 4089400"/>
              <a:gd name="connsiteY74" fmla="*/ 1947334 h 2870200"/>
              <a:gd name="connsiteX75" fmla="*/ 1447800 w 4089400"/>
              <a:gd name="connsiteY75" fmla="*/ 1938867 h 2870200"/>
              <a:gd name="connsiteX76" fmla="*/ 1490133 w 4089400"/>
              <a:gd name="connsiteY76" fmla="*/ 1803400 h 2870200"/>
              <a:gd name="connsiteX77" fmla="*/ 1549400 w 4089400"/>
              <a:gd name="connsiteY77" fmla="*/ 1651000 h 2870200"/>
              <a:gd name="connsiteX78" fmla="*/ 1557866 w 4089400"/>
              <a:gd name="connsiteY78" fmla="*/ 1591734 h 2870200"/>
              <a:gd name="connsiteX79" fmla="*/ 1574800 w 4089400"/>
              <a:gd name="connsiteY79" fmla="*/ 1566334 h 2870200"/>
              <a:gd name="connsiteX80" fmla="*/ 1583266 w 4089400"/>
              <a:gd name="connsiteY80" fmla="*/ 1524000 h 2870200"/>
              <a:gd name="connsiteX81" fmla="*/ 1591733 w 4089400"/>
              <a:gd name="connsiteY81" fmla="*/ 1498600 h 2870200"/>
              <a:gd name="connsiteX82" fmla="*/ 1608666 w 4089400"/>
              <a:gd name="connsiteY82" fmla="*/ 1524000 h 2870200"/>
              <a:gd name="connsiteX83" fmla="*/ 1634066 w 4089400"/>
              <a:gd name="connsiteY83" fmla="*/ 1490134 h 2870200"/>
              <a:gd name="connsiteX84" fmla="*/ 1659466 w 4089400"/>
              <a:gd name="connsiteY84" fmla="*/ 1388534 h 2870200"/>
              <a:gd name="connsiteX85" fmla="*/ 1718733 w 4089400"/>
              <a:gd name="connsiteY85" fmla="*/ 1286934 h 2870200"/>
              <a:gd name="connsiteX86" fmla="*/ 1769533 w 4089400"/>
              <a:gd name="connsiteY86" fmla="*/ 1176867 h 2870200"/>
              <a:gd name="connsiteX87" fmla="*/ 1794933 w 4089400"/>
              <a:gd name="connsiteY87" fmla="*/ 1202267 h 2870200"/>
              <a:gd name="connsiteX88" fmla="*/ 1803400 w 4089400"/>
              <a:gd name="connsiteY88" fmla="*/ 1227667 h 2870200"/>
              <a:gd name="connsiteX89" fmla="*/ 1820333 w 4089400"/>
              <a:gd name="connsiteY89" fmla="*/ 1261534 h 2870200"/>
              <a:gd name="connsiteX90" fmla="*/ 1862666 w 4089400"/>
              <a:gd name="connsiteY90" fmla="*/ 1422400 h 2870200"/>
              <a:gd name="connsiteX91" fmla="*/ 1913466 w 4089400"/>
              <a:gd name="connsiteY91" fmla="*/ 1600200 h 2870200"/>
              <a:gd name="connsiteX92" fmla="*/ 1964266 w 4089400"/>
              <a:gd name="connsiteY92" fmla="*/ 1744134 h 2870200"/>
              <a:gd name="connsiteX93" fmla="*/ 1981200 w 4089400"/>
              <a:gd name="connsiteY93" fmla="*/ 1498600 h 2870200"/>
              <a:gd name="connsiteX94" fmla="*/ 1998133 w 4089400"/>
              <a:gd name="connsiteY94" fmla="*/ 1464734 h 2870200"/>
              <a:gd name="connsiteX95" fmla="*/ 2006600 w 4089400"/>
              <a:gd name="connsiteY95" fmla="*/ 1439334 h 2870200"/>
              <a:gd name="connsiteX96" fmla="*/ 2057400 w 4089400"/>
              <a:gd name="connsiteY96" fmla="*/ 2032000 h 2870200"/>
              <a:gd name="connsiteX97" fmla="*/ 2065866 w 4089400"/>
              <a:gd name="connsiteY97" fmla="*/ 2150534 h 2870200"/>
              <a:gd name="connsiteX98" fmla="*/ 2074333 w 4089400"/>
              <a:gd name="connsiteY98" fmla="*/ 2489200 h 2870200"/>
              <a:gd name="connsiteX99" fmla="*/ 2108200 w 4089400"/>
              <a:gd name="connsiteY99" fmla="*/ 2421467 h 2870200"/>
              <a:gd name="connsiteX100" fmla="*/ 2150533 w 4089400"/>
              <a:gd name="connsiteY100" fmla="*/ 2319867 h 2870200"/>
              <a:gd name="connsiteX101" fmla="*/ 2175933 w 4089400"/>
              <a:gd name="connsiteY101" fmla="*/ 2286000 h 2870200"/>
              <a:gd name="connsiteX102" fmla="*/ 2209800 w 4089400"/>
              <a:gd name="connsiteY102" fmla="*/ 2235200 h 2870200"/>
              <a:gd name="connsiteX103" fmla="*/ 2226733 w 4089400"/>
              <a:gd name="connsiteY103" fmla="*/ 2514600 h 2870200"/>
              <a:gd name="connsiteX104" fmla="*/ 2252133 w 4089400"/>
              <a:gd name="connsiteY104" fmla="*/ 2565400 h 2870200"/>
              <a:gd name="connsiteX105" fmla="*/ 2260600 w 4089400"/>
              <a:gd name="connsiteY105" fmla="*/ 2489200 h 2870200"/>
              <a:gd name="connsiteX106" fmla="*/ 2277533 w 4089400"/>
              <a:gd name="connsiteY106" fmla="*/ 2421467 h 2870200"/>
              <a:gd name="connsiteX107" fmla="*/ 2286000 w 4089400"/>
              <a:gd name="connsiteY107" fmla="*/ 1718734 h 2870200"/>
              <a:gd name="connsiteX108" fmla="*/ 2311400 w 4089400"/>
              <a:gd name="connsiteY108" fmla="*/ 1811867 h 2870200"/>
              <a:gd name="connsiteX109" fmla="*/ 2336800 w 4089400"/>
              <a:gd name="connsiteY109" fmla="*/ 1871134 h 2870200"/>
              <a:gd name="connsiteX110" fmla="*/ 2362200 w 4089400"/>
              <a:gd name="connsiteY110" fmla="*/ 1938867 h 2870200"/>
              <a:gd name="connsiteX111" fmla="*/ 2370666 w 4089400"/>
              <a:gd name="connsiteY111" fmla="*/ 1972734 h 2870200"/>
              <a:gd name="connsiteX112" fmla="*/ 2379133 w 4089400"/>
              <a:gd name="connsiteY112" fmla="*/ 1574800 h 2870200"/>
              <a:gd name="connsiteX113" fmla="*/ 2404533 w 4089400"/>
              <a:gd name="connsiteY113" fmla="*/ 1236134 h 2870200"/>
              <a:gd name="connsiteX114" fmla="*/ 2421466 w 4089400"/>
              <a:gd name="connsiteY114" fmla="*/ 1092200 h 2870200"/>
              <a:gd name="connsiteX115" fmla="*/ 2429933 w 4089400"/>
              <a:gd name="connsiteY115" fmla="*/ 1066800 h 2870200"/>
              <a:gd name="connsiteX116" fmla="*/ 2438400 w 4089400"/>
              <a:gd name="connsiteY116" fmla="*/ 1092200 h 2870200"/>
              <a:gd name="connsiteX117" fmla="*/ 2455333 w 4089400"/>
              <a:gd name="connsiteY117" fmla="*/ 1117600 h 2870200"/>
              <a:gd name="connsiteX118" fmla="*/ 2463800 w 4089400"/>
              <a:gd name="connsiteY118" fmla="*/ 1227667 h 2870200"/>
              <a:gd name="connsiteX119" fmla="*/ 2489200 w 4089400"/>
              <a:gd name="connsiteY119" fmla="*/ 753534 h 2870200"/>
              <a:gd name="connsiteX120" fmla="*/ 2506133 w 4089400"/>
              <a:gd name="connsiteY120" fmla="*/ 685800 h 2870200"/>
              <a:gd name="connsiteX121" fmla="*/ 2514600 w 4089400"/>
              <a:gd name="connsiteY121" fmla="*/ 609600 h 2870200"/>
              <a:gd name="connsiteX122" fmla="*/ 2523066 w 4089400"/>
              <a:gd name="connsiteY122" fmla="*/ 558800 h 2870200"/>
              <a:gd name="connsiteX123" fmla="*/ 2540000 w 4089400"/>
              <a:gd name="connsiteY123" fmla="*/ 584200 h 2870200"/>
              <a:gd name="connsiteX124" fmla="*/ 2548466 w 4089400"/>
              <a:gd name="connsiteY124" fmla="*/ 778934 h 2870200"/>
              <a:gd name="connsiteX125" fmla="*/ 2590800 w 4089400"/>
              <a:gd name="connsiteY125" fmla="*/ 914400 h 2870200"/>
              <a:gd name="connsiteX126" fmla="*/ 2607733 w 4089400"/>
              <a:gd name="connsiteY126" fmla="*/ 973667 h 2870200"/>
              <a:gd name="connsiteX127" fmla="*/ 2624666 w 4089400"/>
              <a:gd name="connsiteY127" fmla="*/ 812800 h 2870200"/>
              <a:gd name="connsiteX128" fmla="*/ 2641600 w 4089400"/>
              <a:gd name="connsiteY128" fmla="*/ 694267 h 2870200"/>
              <a:gd name="connsiteX129" fmla="*/ 2667000 w 4089400"/>
              <a:gd name="connsiteY129" fmla="*/ 558800 h 2870200"/>
              <a:gd name="connsiteX130" fmla="*/ 2692400 w 4089400"/>
              <a:gd name="connsiteY130" fmla="*/ 321734 h 2870200"/>
              <a:gd name="connsiteX131" fmla="*/ 2709333 w 4089400"/>
              <a:gd name="connsiteY131" fmla="*/ 1058334 h 2870200"/>
              <a:gd name="connsiteX132" fmla="*/ 2735730 w 4089400"/>
              <a:gd name="connsiteY132" fmla="*/ 1023969 h 2870200"/>
              <a:gd name="connsiteX133" fmla="*/ 2785533 w 4089400"/>
              <a:gd name="connsiteY133" fmla="*/ 905934 h 2870200"/>
              <a:gd name="connsiteX134" fmla="*/ 2819400 w 4089400"/>
              <a:gd name="connsiteY134" fmla="*/ 855134 h 2870200"/>
              <a:gd name="connsiteX135" fmla="*/ 2844800 w 4089400"/>
              <a:gd name="connsiteY135" fmla="*/ 1422400 h 2870200"/>
              <a:gd name="connsiteX136" fmla="*/ 2853266 w 4089400"/>
              <a:gd name="connsiteY136" fmla="*/ 1388534 h 2870200"/>
              <a:gd name="connsiteX137" fmla="*/ 2870200 w 4089400"/>
              <a:gd name="connsiteY137" fmla="*/ 1363134 h 2870200"/>
              <a:gd name="connsiteX138" fmla="*/ 2895600 w 4089400"/>
              <a:gd name="connsiteY138" fmla="*/ 1278467 h 2870200"/>
              <a:gd name="connsiteX139" fmla="*/ 2912533 w 4089400"/>
              <a:gd name="connsiteY139" fmla="*/ 1320800 h 2870200"/>
              <a:gd name="connsiteX140" fmla="*/ 2929466 w 4089400"/>
              <a:gd name="connsiteY140" fmla="*/ 1388534 h 2870200"/>
              <a:gd name="connsiteX141" fmla="*/ 2946400 w 4089400"/>
              <a:gd name="connsiteY141" fmla="*/ 1422400 h 2870200"/>
              <a:gd name="connsiteX142" fmla="*/ 2988733 w 4089400"/>
              <a:gd name="connsiteY142" fmla="*/ 1540934 h 2870200"/>
              <a:gd name="connsiteX143" fmla="*/ 3005666 w 4089400"/>
              <a:gd name="connsiteY143" fmla="*/ 1566334 h 2870200"/>
              <a:gd name="connsiteX144" fmla="*/ 3039533 w 4089400"/>
              <a:gd name="connsiteY144" fmla="*/ 1718734 h 2870200"/>
              <a:gd name="connsiteX145" fmla="*/ 3064933 w 4089400"/>
              <a:gd name="connsiteY145" fmla="*/ 1761067 h 2870200"/>
              <a:gd name="connsiteX146" fmla="*/ 3098800 w 4089400"/>
              <a:gd name="connsiteY146" fmla="*/ 1879600 h 2870200"/>
              <a:gd name="connsiteX147" fmla="*/ 3090333 w 4089400"/>
              <a:gd name="connsiteY147" fmla="*/ 1913467 h 2870200"/>
              <a:gd name="connsiteX148" fmla="*/ 3102783 w 4089400"/>
              <a:gd name="connsiteY148" fmla="*/ 1901016 h 2870200"/>
              <a:gd name="connsiteX149" fmla="*/ 3081866 w 4089400"/>
              <a:gd name="connsiteY149" fmla="*/ 1888067 h 2870200"/>
              <a:gd name="connsiteX150" fmla="*/ 3107266 w 4089400"/>
              <a:gd name="connsiteY150" fmla="*/ 1871134 h 2870200"/>
              <a:gd name="connsiteX151" fmla="*/ 3115733 w 4089400"/>
              <a:gd name="connsiteY151" fmla="*/ 1769534 h 2870200"/>
              <a:gd name="connsiteX152" fmla="*/ 3132666 w 4089400"/>
              <a:gd name="connsiteY152" fmla="*/ 1710267 h 2870200"/>
              <a:gd name="connsiteX153" fmla="*/ 3141133 w 4089400"/>
              <a:gd name="connsiteY153" fmla="*/ 1684867 h 2870200"/>
              <a:gd name="connsiteX154" fmla="*/ 3166533 w 4089400"/>
              <a:gd name="connsiteY154" fmla="*/ 1676400 h 2870200"/>
              <a:gd name="connsiteX155" fmla="*/ 3175000 w 4089400"/>
              <a:gd name="connsiteY155" fmla="*/ 2006600 h 2870200"/>
              <a:gd name="connsiteX156" fmla="*/ 3183466 w 4089400"/>
              <a:gd name="connsiteY156" fmla="*/ 2048934 h 2870200"/>
              <a:gd name="connsiteX157" fmla="*/ 3191933 w 4089400"/>
              <a:gd name="connsiteY157" fmla="*/ 2099734 h 2870200"/>
              <a:gd name="connsiteX158" fmla="*/ 3208866 w 4089400"/>
              <a:gd name="connsiteY158" fmla="*/ 2048934 h 2870200"/>
              <a:gd name="connsiteX159" fmla="*/ 3217333 w 4089400"/>
              <a:gd name="connsiteY159" fmla="*/ 1998134 h 2870200"/>
              <a:gd name="connsiteX160" fmla="*/ 3251200 w 4089400"/>
              <a:gd name="connsiteY160" fmla="*/ 2353734 h 2870200"/>
              <a:gd name="connsiteX161" fmla="*/ 3276600 w 4089400"/>
              <a:gd name="connsiteY161" fmla="*/ 2387600 h 2870200"/>
              <a:gd name="connsiteX162" fmla="*/ 3285066 w 4089400"/>
              <a:gd name="connsiteY162" fmla="*/ 2497667 h 2870200"/>
              <a:gd name="connsiteX163" fmla="*/ 3302000 w 4089400"/>
              <a:gd name="connsiteY163" fmla="*/ 2531534 h 2870200"/>
              <a:gd name="connsiteX164" fmla="*/ 3318933 w 4089400"/>
              <a:gd name="connsiteY164" fmla="*/ 2599267 h 2870200"/>
              <a:gd name="connsiteX165" fmla="*/ 3344333 w 4089400"/>
              <a:gd name="connsiteY165" fmla="*/ 2667000 h 2870200"/>
              <a:gd name="connsiteX166" fmla="*/ 3386666 w 4089400"/>
              <a:gd name="connsiteY166" fmla="*/ 2810934 h 2870200"/>
              <a:gd name="connsiteX167" fmla="*/ 3412066 w 4089400"/>
              <a:gd name="connsiteY167" fmla="*/ 2870200 h 2870200"/>
              <a:gd name="connsiteX168" fmla="*/ 3437466 w 4089400"/>
              <a:gd name="connsiteY168" fmla="*/ 1828800 h 2870200"/>
              <a:gd name="connsiteX169" fmla="*/ 3436968 w 4089400"/>
              <a:gd name="connsiteY169" fmla="*/ 2090271 h 2870200"/>
              <a:gd name="connsiteX170" fmla="*/ 3462866 w 4089400"/>
              <a:gd name="connsiteY170" fmla="*/ 1735667 h 2870200"/>
              <a:gd name="connsiteX171" fmla="*/ 3488266 w 4089400"/>
              <a:gd name="connsiteY171" fmla="*/ 1651000 h 2870200"/>
              <a:gd name="connsiteX172" fmla="*/ 3496733 w 4089400"/>
              <a:gd name="connsiteY172" fmla="*/ 1701800 h 2870200"/>
              <a:gd name="connsiteX173" fmla="*/ 3500717 w 4089400"/>
              <a:gd name="connsiteY173" fmla="*/ 1875118 h 2870200"/>
              <a:gd name="connsiteX174" fmla="*/ 3522133 w 4089400"/>
              <a:gd name="connsiteY174" fmla="*/ 1752600 h 2870200"/>
              <a:gd name="connsiteX175" fmla="*/ 3530600 w 4089400"/>
              <a:gd name="connsiteY175" fmla="*/ 1693334 h 2870200"/>
              <a:gd name="connsiteX176" fmla="*/ 3572933 w 4089400"/>
              <a:gd name="connsiteY176" fmla="*/ 1608667 h 2870200"/>
              <a:gd name="connsiteX177" fmla="*/ 3589866 w 4089400"/>
              <a:gd name="connsiteY177" fmla="*/ 1566334 h 2870200"/>
              <a:gd name="connsiteX178" fmla="*/ 3632200 w 4089400"/>
              <a:gd name="connsiteY178" fmla="*/ 1464734 h 2870200"/>
              <a:gd name="connsiteX179" fmla="*/ 3636184 w 4089400"/>
              <a:gd name="connsiteY179" fmla="*/ 1373094 h 2870200"/>
              <a:gd name="connsiteX180" fmla="*/ 3657600 w 4089400"/>
              <a:gd name="connsiteY180" fmla="*/ 1363134 h 2870200"/>
              <a:gd name="connsiteX181" fmla="*/ 3674533 w 4089400"/>
              <a:gd name="connsiteY181" fmla="*/ 1320800 h 2870200"/>
              <a:gd name="connsiteX182" fmla="*/ 3669553 w 4089400"/>
              <a:gd name="connsiteY182" fmla="*/ 1151964 h 2870200"/>
              <a:gd name="connsiteX183" fmla="*/ 3716866 w 4089400"/>
              <a:gd name="connsiteY183" fmla="*/ 1227667 h 2870200"/>
              <a:gd name="connsiteX184" fmla="*/ 3725333 w 4089400"/>
              <a:gd name="connsiteY184" fmla="*/ 1176867 h 2870200"/>
              <a:gd name="connsiteX185" fmla="*/ 3742266 w 4089400"/>
              <a:gd name="connsiteY185" fmla="*/ 1126067 h 2870200"/>
              <a:gd name="connsiteX186" fmla="*/ 3750733 w 4089400"/>
              <a:gd name="connsiteY186" fmla="*/ 1058334 h 2870200"/>
              <a:gd name="connsiteX187" fmla="*/ 3759200 w 4089400"/>
              <a:gd name="connsiteY187" fmla="*/ 1270000 h 2870200"/>
              <a:gd name="connsiteX188" fmla="*/ 3788048 w 4089400"/>
              <a:gd name="connsiteY188" fmla="*/ 678606 h 2870200"/>
              <a:gd name="connsiteX189" fmla="*/ 3793066 w 4089400"/>
              <a:gd name="connsiteY189" fmla="*/ 558800 h 2870200"/>
              <a:gd name="connsiteX190" fmla="*/ 3810000 w 4089400"/>
              <a:gd name="connsiteY190" fmla="*/ 482600 h 2870200"/>
              <a:gd name="connsiteX191" fmla="*/ 3818466 w 4089400"/>
              <a:gd name="connsiteY191" fmla="*/ 533400 h 2870200"/>
              <a:gd name="connsiteX192" fmla="*/ 3835400 w 4089400"/>
              <a:gd name="connsiteY192" fmla="*/ 660400 h 2870200"/>
              <a:gd name="connsiteX193" fmla="*/ 3843866 w 4089400"/>
              <a:gd name="connsiteY193" fmla="*/ 702734 h 2870200"/>
              <a:gd name="connsiteX194" fmla="*/ 3860800 w 4089400"/>
              <a:gd name="connsiteY194" fmla="*/ 736600 h 2870200"/>
              <a:gd name="connsiteX195" fmla="*/ 3877733 w 4089400"/>
              <a:gd name="connsiteY195" fmla="*/ 702734 h 2870200"/>
              <a:gd name="connsiteX196" fmla="*/ 3937000 w 4089400"/>
              <a:gd name="connsiteY196" fmla="*/ 482600 h 2870200"/>
              <a:gd name="connsiteX197" fmla="*/ 3953933 w 4089400"/>
              <a:gd name="connsiteY197" fmla="*/ 457200 h 2870200"/>
              <a:gd name="connsiteX198" fmla="*/ 3979333 w 4089400"/>
              <a:gd name="connsiteY198" fmla="*/ 177800 h 2870200"/>
              <a:gd name="connsiteX199" fmla="*/ 4004733 w 4089400"/>
              <a:gd name="connsiteY199" fmla="*/ 135467 h 2870200"/>
              <a:gd name="connsiteX200" fmla="*/ 4013200 w 4089400"/>
              <a:gd name="connsiteY200" fmla="*/ 101600 h 2870200"/>
              <a:gd name="connsiteX201" fmla="*/ 4021666 w 4089400"/>
              <a:gd name="connsiteY201" fmla="*/ 76200 h 2870200"/>
              <a:gd name="connsiteX202" fmla="*/ 4030133 w 4089400"/>
              <a:gd name="connsiteY202" fmla="*/ 110067 h 2870200"/>
              <a:gd name="connsiteX203" fmla="*/ 4047066 w 4089400"/>
              <a:gd name="connsiteY203" fmla="*/ 160867 h 2870200"/>
              <a:gd name="connsiteX204" fmla="*/ 4089400 w 4089400"/>
              <a:gd name="connsiteY204" fmla="*/ 0 h 2870200"/>
              <a:gd name="connsiteX0" fmla="*/ 3927 w 4093327"/>
              <a:gd name="connsiteY0" fmla="*/ 702734 h 2870200"/>
              <a:gd name="connsiteX1" fmla="*/ 1274 w 4093327"/>
              <a:gd name="connsiteY1" fmla="*/ 647092 h 2870200"/>
              <a:gd name="connsiteX2" fmla="*/ 32362 w 4093327"/>
              <a:gd name="connsiteY2" fmla="*/ 567267 h 2870200"/>
              <a:gd name="connsiteX3" fmla="*/ 40701 w 4093327"/>
              <a:gd name="connsiteY3" fmla="*/ 828517 h 2870200"/>
              <a:gd name="connsiteX4" fmla="*/ 36460 w 4093327"/>
              <a:gd name="connsiteY4" fmla="*/ 1083293 h 2870200"/>
              <a:gd name="connsiteX5" fmla="*/ 34193 w 4093327"/>
              <a:gd name="connsiteY5" fmla="*/ 1212385 h 2870200"/>
              <a:gd name="connsiteX6" fmla="*/ 48784 w 4093327"/>
              <a:gd name="connsiteY6" fmla="*/ 1401791 h 2870200"/>
              <a:gd name="connsiteX7" fmla="*/ 91246 w 4093327"/>
              <a:gd name="connsiteY7" fmla="*/ 1209517 h 2870200"/>
              <a:gd name="connsiteX8" fmla="*/ 113993 w 4093327"/>
              <a:gd name="connsiteY8" fmla="*/ 1100667 h 2870200"/>
              <a:gd name="connsiteX9" fmla="*/ 147860 w 4093327"/>
              <a:gd name="connsiteY9" fmla="*/ 999067 h 2870200"/>
              <a:gd name="connsiteX10" fmla="*/ 164793 w 4093327"/>
              <a:gd name="connsiteY10" fmla="*/ 948267 h 2870200"/>
              <a:gd name="connsiteX11" fmla="*/ 181727 w 4093327"/>
              <a:gd name="connsiteY11" fmla="*/ 1134534 h 2870200"/>
              <a:gd name="connsiteX12" fmla="*/ 198660 w 4093327"/>
              <a:gd name="connsiteY12" fmla="*/ 1464734 h 2870200"/>
              <a:gd name="connsiteX13" fmla="*/ 257927 w 4093327"/>
              <a:gd name="connsiteY13" fmla="*/ 1363134 h 2870200"/>
              <a:gd name="connsiteX14" fmla="*/ 283327 w 4093327"/>
              <a:gd name="connsiteY14" fmla="*/ 1371600 h 2870200"/>
              <a:gd name="connsiteX15" fmla="*/ 291793 w 4093327"/>
              <a:gd name="connsiteY15" fmla="*/ 2243667 h 2870200"/>
              <a:gd name="connsiteX16" fmla="*/ 317193 w 4093327"/>
              <a:gd name="connsiteY16" fmla="*/ 2201334 h 2870200"/>
              <a:gd name="connsiteX17" fmla="*/ 325660 w 4093327"/>
              <a:gd name="connsiteY17" fmla="*/ 2150534 h 2870200"/>
              <a:gd name="connsiteX18" fmla="*/ 350562 w 4093327"/>
              <a:gd name="connsiteY18" fmla="*/ 2376146 h 2870200"/>
              <a:gd name="connsiteX19" fmla="*/ 367993 w 4093327"/>
              <a:gd name="connsiteY19" fmla="*/ 2082800 h 2870200"/>
              <a:gd name="connsiteX20" fmla="*/ 393892 w 4093327"/>
              <a:gd name="connsiteY20" fmla="*/ 1792444 h 2870200"/>
              <a:gd name="connsiteX21" fmla="*/ 401860 w 4093327"/>
              <a:gd name="connsiteY21" fmla="*/ 2032000 h 2870200"/>
              <a:gd name="connsiteX22" fmla="*/ 427260 w 4093327"/>
              <a:gd name="connsiteY22" fmla="*/ 1998134 h 2870200"/>
              <a:gd name="connsiteX23" fmla="*/ 444193 w 4093327"/>
              <a:gd name="connsiteY23" fmla="*/ 1752600 h 2870200"/>
              <a:gd name="connsiteX24" fmla="*/ 469593 w 4093327"/>
              <a:gd name="connsiteY24" fmla="*/ 1651000 h 2870200"/>
              <a:gd name="connsiteX25" fmla="*/ 494993 w 4093327"/>
              <a:gd name="connsiteY25" fmla="*/ 1710267 h 2870200"/>
              <a:gd name="connsiteX26" fmla="*/ 503460 w 4093327"/>
              <a:gd name="connsiteY26" fmla="*/ 1851666 h 2870200"/>
              <a:gd name="connsiteX27" fmla="*/ 537327 w 4093327"/>
              <a:gd name="connsiteY27" fmla="*/ 1820334 h 2870200"/>
              <a:gd name="connsiteX28" fmla="*/ 562727 w 4093327"/>
              <a:gd name="connsiteY28" fmla="*/ 1938867 h 2870200"/>
              <a:gd name="connsiteX29" fmla="*/ 579660 w 4093327"/>
              <a:gd name="connsiteY29" fmla="*/ 1998134 h 2870200"/>
              <a:gd name="connsiteX30" fmla="*/ 596593 w 4093327"/>
              <a:gd name="connsiteY30" fmla="*/ 2023534 h 2870200"/>
              <a:gd name="connsiteX31" fmla="*/ 621993 w 4093327"/>
              <a:gd name="connsiteY31" fmla="*/ 1786467 h 2870200"/>
              <a:gd name="connsiteX32" fmla="*/ 630460 w 4093327"/>
              <a:gd name="connsiteY32" fmla="*/ 1744134 h 2870200"/>
              <a:gd name="connsiteX33" fmla="*/ 647393 w 4093327"/>
              <a:gd name="connsiteY33" fmla="*/ 1718734 h 2870200"/>
              <a:gd name="connsiteX34" fmla="*/ 664327 w 4093327"/>
              <a:gd name="connsiteY34" fmla="*/ 1617134 h 2870200"/>
              <a:gd name="connsiteX35" fmla="*/ 681260 w 4093327"/>
              <a:gd name="connsiteY35" fmla="*/ 1557867 h 2870200"/>
              <a:gd name="connsiteX36" fmla="*/ 689727 w 4093327"/>
              <a:gd name="connsiteY36" fmla="*/ 1524000 h 2870200"/>
              <a:gd name="connsiteX37" fmla="*/ 706660 w 4093327"/>
              <a:gd name="connsiteY37" fmla="*/ 1312334 h 2870200"/>
              <a:gd name="connsiteX38" fmla="*/ 723593 w 4093327"/>
              <a:gd name="connsiteY38" fmla="*/ 1380067 h 2870200"/>
              <a:gd name="connsiteX39" fmla="*/ 740527 w 4093327"/>
              <a:gd name="connsiteY39" fmla="*/ 1532467 h 2870200"/>
              <a:gd name="connsiteX40" fmla="*/ 757460 w 4093327"/>
              <a:gd name="connsiteY40" fmla="*/ 1566334 h 2870200"/>
              <a:gd name="connsiteX41" fmla="*/ 782860 w 4093327"/>
              <a:gd name="connsiteY41" fmla="*/ 1456267 h 2870200"/>
              <a:gd name="connsiteX42" fmla="*/ 799793 w 4093327"/>
              <a:gd name="connsiteY42" fmla="*/ 1430867 h 2870200"/>
              <a:gd name="connsiteX43" fmla="*/ 833660 w 4093327"/>
              <a:gd name="connsiteY43" fmla="*/ 1388534 h 2870200"/>
              <a:gd name="connsiteX44" fmla="*/ 842127 w 4093327"/>
              <a:gd name="connsiteY44" fmla="*/ 1498600 h 2870200"/>
              <a:gd name="connsiteX45" fmla="*/ 867527 w 4093327"/>
              <a:gd name="connsiteY45" fmla="*/ 1811867 h 2870200"/>
              <a:gd name="connsiteX46" fmla="*/ 875993 w 4093327"/>
              <a:gd name="connsiteY46" fmla="*/ 1642534 h 2870200"/>
              <a:gd name="connsiteX47" fmla="*/ 901393 w 4093327"/>
              <a:gd name="connsiteY47" fmla="*/ 1583267 h 2870200"/>
              <a:gd name="connsiteX48" fmla="*/ 909860 w 4093327"/>
              <a:gd name="connsiteY48" fmla="*/ 1557867 h 2870200"/>
              <a:gd name="connsiteX49" fmla="*/ 918327 w 4093327"/>
              <a:gd name="connsiteY49" fmla="*/ 2006600 h 2870200"/>
              <a:gd name="connsiteX50" fmla="*/ 943727 w 4093327"/>
              <a:gd name="connsiteY50" fmla="*/ 2116667 h 2870200"/>
              <a:gd name="connsiteX51" fmla="*/ 952193 w 4093327"/>
              <a:gd name="connsiteY51" fmla="*/ 1948424 h 2870200"/>
              <a:gd name="connsiteX52" fmla="*/ 969127 w 4093327"/>
              <a:gd name="connsiteY52" fmla="*/ 1794934 h 2870200"/>
              <a:gd name="connsiteX53" fmla="*/ 977593 w 4093327"/>
              <a:gd name="connsiteY53" fmla="*/ 1761067 h 2870200"/>
              <a:gd name="connsiteX54" fmla="*/ 994527 w 4093327"/>
              <a:gd name="connsiteY54" fmla="*/ 1871134 h 2870200"/>
              <a:gd name="connsiteX55" fmla="*/ 1011460 w 4093327"/>
              <a:gd name="connsiteY55" fmla="*/ 1947334 h 2870200"/>
              <a:gd name="connsiteX56" fmla="*/ 1028393 w 4093327"/>
              <a:gd name="connsiteY56" fmla="*/ 2040467 h 2870200"/>
              <a:gd name="connsiteX57" fmla="*/ 1053793 w 4093327"/>
              <a:gd name="connsiteY57" fmla="*/ 2108200 h 2870200"/>
              <a:gd name="connsiteX58" fmla="*/ 1062260 w 4093327"/>
              <a:gd name="connsiteY58" fmla="*/ 2150534 h 2870200"/>
              <a:gd name="connsiteX59" fmla="*/ 1104593 w 4093327"/>
              <a:gd name="connsiteY59" fmla="*/ 2209800 h 2870200"/>
              <a:gd name="connsiteX60" fmla="*/ 1113060 w 4093327"/>
              <a:gd name="connsiteY60" fmla="*/ 2108200 h 2870200"/>
              <a:gd name="connsiteX61" fmla="*/ 1163860 w 4093327"/>
              <a:gd name="connsiteY61" fmla="*/ 1989667 h 2870200"/>
              <a:gd name="connsiteX62" fmla="*/ 1214660 w 4093327"/>
              <a:gd name="connsiteY62" fmla="*/ 1913467 h 2870200"/>
              <a:gd name="connsiteX63" fmla="*/ 1223127 w 4093327"/>
              <a:gd name="connsiteY63" fmla="*/ 2167467 h 2870200"/>
              <a:gd name="connsiteX64" fmla="*/ 1240060 w 4093327"/>
              <a:gd name="connsiteY64" fmla="*/ 2082800 h 2870200"/>
              <a:gd name="connsiteX65" fmla="*/ 1248527 w 4093327"/>
              <a:gd name="connsiteY65" fmla="*/ 2015067 h 2870200"/>
              <a:gd name="connsiteX66" fmla="*/ 1290860 w 4093327"/>
              <a:gd name="connsiteY66" fmla="*/ 1854200 h 2870200"/>
              <a:gd name="connsiteX67" fmla="*/ 1299327 w 4093327"/>
              <a:gd name="connsiteY67" fmla="*/ 1803400 h 2870200"/>
              <a:gd name="connsiteX68" fmla="*/ 1324727 w 4093327"/>
              <a:gd name="connsiteY68" fmla="*/ 1701800 h 2870200"/>
              <a:gd name="connsiteX69" fmla="*/ 1350127 w 4093327"/>
              <a:gd name="connsiteY69" fmla="*/ 1718734 h 2870200"/>
              <a:gd name="connsiteX70" fmla="*/ 1358593 w 4093327"/>
              <a:gd name="connsiteY70" fmla="*/ 1744134 h 2870200"/>
              <a:gd name="connsiteX71" fmla="*/ 1383993 w 4093327"/>
              <a:gd name="connsiteY71" fmla="*/ 1828800 h 2870200"/>
              <a:gd name="connsiteX72" fmla="*/ 1400927 w 4093327"/>
              <a:gd name="connsiteY72" fmla="*/ 1879600 h 2870200"/>
              <a:gd name="connsiteX73" fmla="*/ 1409393 w 4093327"/>
              <a:gd name="connsiteY73" fmla="*/ 1913467 h 2870200"/>
              <a:gd name="connsiteX74" fmla="*/ 1434793 w 4093327"/>
              <a:gd name="connsiteY74" fmla="*/ 1947334 h 2870200"/>
              <a:gd name="connsiteX75" fmla="*/ 1451727 w 4093327"/>
              <a:gd name="connsiteY75" fmla="*/ 1938867 h 2870200"/>
              <a:gd name="connsiteX76" fmla="*/ 1494060 w 4093327"/>
              <a:gd name="connsiteY76" fmla="*/ 1803400 h 2870200"/>
              <a:gd name="connsiteX77" fmla="*/ 1553327 w 4093327"/>
              <a:gd name="connsiteY77" fmla="*/ 1651000 h 2870200"/>
              <a:gd name="connsiteX78" fmla="*/ 1561793 w 4093327"/>
              <a:gd name="connsiteY78" fmla="*/ 1591734 h 2870200"/>
              <a:gd name="connsiteX79" fmla="*/ 1578727 w 4093327"/>
              <a:gd name="connsiteY79" fmla="*/ 1566334 h 2870200"/>
              <a:gd name="connsiteX80" fmla="*/ 1587193 w 4093327"/>
              <a:gd name="connsiteY80" fmla="*/ 1524000 h 2870200"/>
              <a:gd name="connsiteX81" fmla="*/ 1595660 w 4093327"/>
              <a:gd name="connsiteY81" fmla="*/ 1498600 h 2870200"/>
              <a:gd name="connsiteX82" fmla="*/ 1612593 w 4093327"/>
              <a:gd name="connsiteY82" fmla="*/ 1524000 h 2870200"/>
              <a:gd name="connsiteX83" fmla="*/ 1637993 w 4093327"/>
              <a:gd name="connsiteY83" fmla="*/ 1490134 h 2870200"/>
              <a:gd name="connsiteX84" fmla="*/ 1663393 w 4093327"/>
              <a:gd name="connsiteY84" fmla="*/ 1388534 h 2870200"/>
              <a:gd name="connsiteX85" fmla="*/ 1722660 w 4093327"/>
              <a:gd name="connsiteY85" fmla="*/ 1286934 h 2870200"/>
              <a:gd name="connsiteX86" fmla="*/ 1773460 w 4093327"/>
              <a:gd name="connsiteY86" fmla="*/ 1176867 h 2870200"/>
              <a:gd name="connsiteX87" fmla="*/ 1798860 w 4093327"/>
              <a:gd name="connsiteY87" fmla="*/ 1202267 h 2870200"/>
              <a:gd name="connsiteX88" fmla="*/ 1807327 w 4093327"/>
              <a:gd name="connsiteY88" fmla="*/ 1227667 h 2870200"/>
              <a:gd name="connsiteX89" fmla="*/ 1824260 w 4093327"/>
              <a:gd name="connsiteY89" fmla="*/ 1261534 h 2870200"/>
              <a:gd name="connsiteX90" fmla="*/ 1866593 w 4093327"/>
              <a:gd name="connsiteY90" fmla="*/ 1422400 h 2870200"/>
              <a:gd name="connsiteX91" fmla="*/ 1917393 w 4093327"/>
              <a:gd name="connsiteY91" fmla="*/ 1600200 h 2870200"/>
              <a:gd name="connsiteX92" fmla="*/ 1968193 w 4093327"/>
              <a:gd name="connsiteY92" fmla="*/ 1744134 h 2870200"/>
              <a:gd name="connsiteX93" fmla="*/ 1985127 w 4093327"/>
              <a:gd name="connsiteY93" fmla="*/ 1498600 h 2870200"/>
              <a:gd name="connsiteX94" fmla="*/ 2002060 w 4093327"/>
              <a:gd name="connsiteY94" fmla="*/ 1464734 h 2870200"/>
              <a:gd name="connsiteX95" fmla="*/ 2010527 w 4093327"/>
              <a:gd name="connsiteY95" fmla="*/ 1439334 h 2870200"/>
              <a:gd name="connsiteX96" fmla="*/ 2061327 w 4093327"/>
              <a:gd name="connsiteY96" fmla="*/ 2032000 h 2870200"/>
              <a:gd name="connsiteX97" fmla="*/ 2069793 w 4093327"/>
              <a:gd name="connsiteY97" fmla="*/ 2150534 h 2870200"/>
              <a:gd name="connsiteX98" fmla="*/ 2078260 w 4093327"/>
              <a:gd name="connsiteY98" fmla="*/ 2489200 h 2870200"/>
              <a:gd name="connsiteX99" fmla="*/ 2112127 w 4093327"/>
              <a:gd name="connsiteY99" fmla="*/ 2421467 h 2870200"/>
              <a:gd name="connsiteX100" fmla="*/ 2154460 w 4093327"/>
              <a:gd name="connsiteY100" fmla="*/ 2319867 h 2870200"/>
              <a:gd name="connsiteX101" fmla="*/ 2179860 w 4093327"/>
              <a:gd name="connsiteY101" fmla="*/ 2286000 h 2870200"/>
              <a:gd name="connsiteX102" fmla="*/ 2213727 w 4093327"/>
              <a:gd name="connsiteY102" fmla="*/ 2235200 h 2870200"/>
              <a:gd name="connsiteX103" fmla="*/ 2230660 w 4093327"/>
              <a:gd name="connsiteY103" fmla="*/ 2514600 h 2870200"/>
              <a:gd name="connsiteX104" fmla="*/ 2256060 w 4093327"/>
              <a:gd name="connsiteY104" fmla="*/ 2565400 h 2870200"/>
              <a:gd name="connsiteX105" fmla="*/ 2264527 w 4093327"/>
              <a:gd name="connsiteY105" fmla="*/ 2489200 h 2870200"/>
              <a:gd name="connsiteX106" fmla="*/ 2281460 w 4093327"/>
              <a:gd name="connsiteY106" fmla="*/ 2421467 h 2870200"/>
              <a:gd name="connsiteX107" fmla="*/ 2289927 w 4093327"/>
              <a:gd name="connsiteY107" fmla="*/ 1718734 h 2870200"/>
              <a:gd name="connsiteX108" fmla="*/ 2315327 w 4093327"/>
              <a:gd name="connsiteY108" fmla="*/ 1811867 h 2870200"/>
              <a:gd name="connsiteX109" fmla="*/ 2340727 w 4093327"/>
              <a:gd name="connsiteY109" fmla="*/ 1871134 h 2870200"/>
              <a:gd name="connsiteX110" fmla="*/ 2366127 w 4093327"/>
              <a:gd name="connsiteY110" fmla="*/ 1938867 h 2870200"/>
              <a:gd name="connsiteX111" fmla="*/ 2374593 w 4093327"/>
              <a:gd name="connsiteY111" fmla="*/ 1972734 h 2870200"/>
              <a:gd name="connsiteX112" fmla="*/ 2383060 w 4093327"/>
              <a:gd name="connsiteY112" fmla="*/ 1574800 h 2870200"/>
              <a:gd name="connsiteX113" fmla="*/ 2408460 w 4093327"/>
              <a:gd name="connsiteY113" fmla="*/ 1236134 h 2870200"/>
              <a:gd name="connsiteX114" fmla="*/ 2425393 w 4093327"/>
              <a:gd name="connsiteY114" fmla="*/ 1092200 h 2870200"/>
              <a:gd name="connsiteX115" fmla="*/ 2433860 w 4093327"/>
              <a:gd name="connsiteY115" fmla="*/ 1066800 h 2870200"/>
              <a:gd name="connsiteX116" fmla="*/ 2442327 w 4093327"/>
              <a:gd name="connsiteY116" fmla="*/ 1092200 h 2870200"/>
              <a:gd name="connsiteX117" fmla="*/ 2459260 w 4093327"/>
              <a:gd name="connsiteY117" fmla="*/ 1117600 h 2870200"/>
              <a:gd name="connsiteX118" fmla="*/ 2467727 w 4093327"/>
              <a:gd name="connsiteY118" fmla="*/ 1227667 h 2870200"/>
              <a:gd name="connsiteX119" fmla="*/ 2493127 w 4093327"/>
              <a:gd name="connsiteY119" fmla="*/ 753534 h 2870200"/>
              <a:gd name="connsiteX120" fmla="*/ 2510060 w 4093327"/>
              <a:gd name="connsiteY120" fmla="*/ 685800 h 2870200"/>
              <a:gd name="connsiteX121" fmla="*/ 2518527 w 4093327"/>
              <a:gd name="connsiteY121" fmla="*/ 609600 h 2870200"/>
              <a:gd name="connsiteX122" fmla="*/ 2526993 w 4093327"/>
              <a:gd name="connsiteY122" fmla="*/ 558800 h 2870200"/>
              <a:gd name="connsiteX123" fmla="*/ 2543927 w 4093327"/>
              <a:gd name="connsiteY123" fmla="*/ 584200 h 2870200"/>
              <a:gd name="connsiteX124" fmla="*/ 2552393 w 4093327"/>
              <a:gd name="connsiteY124" fmla="*/ 778934 h 2870200"/>
              <a:gd name="connsiteX125" fmla="*/ 2594727 w 4093327"/>
              <a:gd name="connsiteY125" fmla="*/ 914400 h 2870200"/>
              <a:gd name="connsiteX126" fmla="*/ 2611660 w 4093327"/>
              <a:gd name="connsiteY126" fmla="*/ 973667 h 2870200"/>
              <a:gd name="connsiteX127" fmla="*/ 2628593 w 4093327"/>
              <a:gd name="connsiteY127" fmla="*/ 812800 h 2870200"/>
              <a:gd name="connsiteX128" fmla="*/ 2645527 w 4093327"/>
              <a:gd name="connsiteY128" fmla="*/ 694267 h 2870200"/>
              <a:gd name="connsiteX129" fmla="*/ 2670927 w 4093327"/>
              <a:gd name="connsiteY129" fmla="*/ 558800 h 2870200"/>
              <a:gd name="connsiteX130" fmla="*/ 2696327 w 4093327"/>
              <a:gd name="connsiteY130" fmla="*/ 321734 h 2870200"/>
              <a:gd name="connsiteX131" fmla="*/ 2713260 w 4093327"/>
              <a:gd name="connsiteY131" fmla="*/ 1058334 h 2870200"/>
              <a:gd name="connsiteX132" fmla="*/ 2739657 w 4093327"/>
              <a:gd name="connsiteY132" fmla="*/ 1023969 h 2870200"/>
              <a:gd name="connsiteX133" fmla="*/ 2789460 w 4093327"/>
              <a:gd name="connsiteY133" fmla="*/ 905934 h 2870200"/>
              <a:gd name="connsiteX134" fmla="*/ 2823327 w 4093327"/>
              <a:gd name="connsiteY134" fmla="*/ 855134 h 2870200"/>
              <a:gd name="connsiteX135" fmla="*/ 2848727 w 4093327"/>
              <a:gd name="connsiteY135" fmla="*/ 1422400 h 2870200"/>
              <a:gd name="connsiteX136" fmla="*/ 2857193 w 4093327"/>
              <a:gd name="connsiteY136" fmla="*/ 1388534 h 2870200"/>
              <a:gd name="connsiteX137" fmla="*/ 2874127 w 4093327"/>
              <a:gd name="connsiteY137" fmla="*/ 1363134 h 2870200"/>
              <a:gd name="connsiteX138" fmla="*/ 2899527 w 4093327"/>
              <a:gd name="connsiteY138" fmla="*/ 1278467 h 2870200"/>
              <a:gd name="connsiteX139" fmla="*/ 2916460 w 4093327"/>
              <a:gd name="connsiteY139" fmla="*/ 1320800 h 2870200"/>
              <a:gd name="connsiteX140" fmla="*/ 2933393 w 4093327"/>
              <a:gd name="connsiteY140" fmla="*/ 1388534 h 2870200"/>
              <a:gd name="connsiteX141" fmla="*/ 2950327 w 4093327"/>
              <a:gd name="connsiteY141" fmla="*/ 1422400 h 2870200"/>
              <a:gd name="connsiteX142" fmla="*/ 2992660 w 4093327"/>
              <a:gd name="connsiteY142" fmla="*/ 1540934 h 2870200"/>
              <a:gd name="connsiteX143" fmla="*/ 3009593 w 4093327"/>
              <a:gd name="connsiteY143" fmla="*/ 1566334 h 2870200"/>
              <a:gd name="connsiteX144" fmla="*/ 3043460 w 4093327"/>
              <a:gd name="connsiteY144" fmla="*/ 1718734 h 2870200"/>
              <a:gd name="connsiteX145" fmla="*/ 3068860 w 4093327"/>
              <a:gd name="connsiteY145" fmla="*/ 1761067 h 2870200"/>
              <a:gd name="connsiteX146" fmla="*/ 3102727 w 4093327"/>
              <a:gd name="connsiteY146" fmla="*/ 1879600 h 2870200"/>
              <a:gd name="connsiteX147" fmla="*/ 3094260 w 4093327"/>
              <a:gd name="connsiteY147" fmla="*/ 1913467 h 2870200"/>
              <a:gd name="connsiteX148" fmla="*/ 3106710 w 4093327"/>
              <a:gd name="connsiteY148" fmla="*/ 1901016 h 2870200"/>
              <a:gd name="connsiteX149" fmla="*/ 3085793 w 4093327"/>
              <a:gd name="connsiteY149" fmla="*/ 1888067 h 2870200"/>
              <a:gd name="connsiteX150" fmla="*/ 3111193 w 4093327"/>
              <a:gd name="connsiteY150" fmla="*/ 1871134 h 2870200"/>
              <a:gd name="connsiteX151" fmla="*/ 3119660 w 4093327"/>
              <a:gd name="connsiteY151" fmla="*/ 1769534 h 2870200"/>
              <a:gd name="connsiteX152" fmla="*/ 3136593 w 4093327"/>
              <a:gd name="connsiteY152" fmla="*/ 1710267 h 2870200"/>
              <a:gd name="connsiteX153" fmla="*/ 3145060 w 4093327"/>
              <a:gd name="connsiteY153" fmla="*/ 1684867 h 2870200"/>
              <a:gd name="connsiteX154" fmla="*/ 3170460 w 4093327"/>
              <a:gd name="connsiteY154" fmla="*/ 1676400 h 2870200"/>
              <a:gd name="connsiteX155" fmla="*/ 3178927 w 4093327"/>
              <a:gd name="connsiteY155" fmla="*/ 2006600 h 2870200"/>
              <a:gd name="connsiteX156" fmla="*/ 3187393 w 4093327"/>
              <a:gd name="connsiteY156" fmla="*/ 2048934 h 2870200"/>
              <a:gd name="connsiteX157" fmla="*/ 3195860 w 4093327"/>
              <a:gd name="connsiteY157" fmla="*/ 2099734 h 2870200"/>
              <a:gd name="connsiteX158" fmla="*/ 3212793 w 4093327"/>
              <a:gd name="connsiteY158" fmla="*/ 2048934 h 2870200"/>
              <a:gd name="connsiteX159" fmla="*/ 3221260 w 4093327"/>
              <a:gd name="connsiteY159" fmla="*/ 1998134 h 2870200"/>
              <a:gd name="connsiteX160" fmla="*/ 3255127 w 4093327"/>
              <a:gd name="connsiteY160" fmla="*/ 2353734 h 2870200"/>
              <a:gd name="connsiteX161" fmla="*/ 3280527 w 4093327"/>
              <a:gd name="connsiteY161" fmla="*/ 2387600 h 2870200"/>
              <a:gd name="connsiteX162" fmla="*/ 3288993 w 4093327"/>
              <a:gd name="connsiteY162" fmla="*/ 2497667 h 2870200"/>
              <a:gd name="connsiteX163" fmla="*/ 3305927 w 4093327"/>
              <a:gd name="connsiteY163" fmla="*/ 2531534 h 2870200"/>
              <a:gd name="connsiteX164" fmla="*/ 3322860 w 4093327"/>
              <a:gd name="connsiteY164" fmla="*/ 2599267 h 2870200"/>
              <a:gd name="connsiteX165" fmla="*/ 3348260 w 4093327"/>
              <a:gd name="connsiteY165" fmla="*/ 2667000 h 2870200"/>
              <a:gd name="connsiteX166" fmla="*/ 3390593 w 4093327"/>
              <a:gd name="connsiteY166" fmla="*/ 2810934 h 2870200"/>
              <a:gd name="connsiteX167" fmla="*/ 3415993 w 4093327"/>
              <a:gd name="connsiteY167" fmla="*/ 2870200 h 2870200"/>
              <a:gd name="connsiteX168" fmla="*/ 3441393 w 4093327"/>
              <a:gd name="connsiteY168" fmla="*/ 1828800 h 2870200"/>
              <a:gd name="connsiteX169" fmla="*/ 3440895 w 4093327"/>
              <a:gd name="connsiteY169" fmla="*/ 2090271 h 2870200"/>
              <a:gd name="connsiteX170" fmla="*/ 3466793 w 4093327"/>
              <a:gd name="connsiteY170" fmla="*/ 1735667 h 2870200"/>
              <a:gd name="connsiteX171" fmla="*/ 3492193 w 4093327"/>
              <a:gd name="connsiteY171" fmla="*/ 1651000 h 2870200"/>
              <a:gd name="connsiteX172" fmla="*/ 3500660 w 4093327"/>
              <a:gd name="connsiteY172" fmla="*/ 1701800 h 2870200"/>
              <a:gd name="connsiteX173" fmla="*/ 3504644 w 4093327"/>
              <a:gd name="connsiteY173" fmla="*/ 1875118 h 2870200"/>
              <a:gd name="connsiteX174" fmla="*/ 3526060 w 4093327"/>
              <a:gd name="connsiteY174" fmla="*/ 1752600 h 2870200"/>
              <a:gd name="connsiteX175" fmla="*/ 3534527 w 4093327"/>
              <a:gd name="connsiteY175" fmla="*/ 1693334 h 2870200"/>
              <a:gd name="connsiteX176" fmla="*/ 3576860 w 4093327"/>
              <a:gd name="connsiteY176" fmla="*/ 1608667 h 2870200"/>
              <a:gd name="connsiteX177" fmla="*/ 3593793 w 4093327"/>
              <a:gd name="connsiteY177" fmla="*/ 1566334 h 2870200"/>
              <a:gd name="connsiteX178" fmla="*/ 3636127 w 4093327"/>
              <a:gd name="connsiteY178" fmla="*/ 1464734 h 2870200"/>
              <a:gd name="connsiteX179" fmla="*/ 3640111 w 4093327"/>
              <a:gd name="connsiteY179" fmla="*/ 1373094 h 2870200"/>
              <a:gd name="connsiteX180" fmla="*/ 3661527 w 4093327"/>
              <a:gd name="connsiteY180" fmla="*/ 1363134 h 2870200"/>
              <a:gd name="connsiteX181" fmla="*/ 3678460 w 4093327"/>
              <a:gd name="connsiteY181" fmla="*/ 1320800 h 2870200"/>
              <a:gd name="connsiteX182" fmla="*/ 3673480 w 4093327"/>
              <a:gd name="connsiteY182" fmla="*/ 1151964 h 2870200"/>
              <a:gd name="connsiteX183" fmla="*/ 3720793 w 4093327"/>
              <a:gd name="connsiteY183" fmla="*/ 1227667 h 2870200"/>
              <a:gd name="connsiteX184" fmla="*/ 3729260 w 4093327"/>
              <a:gd name="connsiteY184" fmla="*/ 1176867 h 2870200"/>
              <a:gd name="connsiteX185" fmla="*/ 3746193 w 4093327"/>
              <a:gd name="connsiteY185" fmla="*/ 1126067 h 2870200"/>
              <a:gd name="connsiteX186" fmla="*/ 3754660 w 4093327"/>
              <a:gd name="connsiteY186" fmla="*/ 1058334 h 2870200"/>
              <a:gd name="connsiteX187" fmla="*/ 3763127 w 4093327"/>
              <a:gd name="connsiteY187" fmla="*/ 1270000 h 2870200"/>
              <a:gd name="connsiteX188" fmla="*/ 3791975 w 4093327"/>
              <a:gd name="connsiteY188" fmla="*/ 678606 h 2870200"/>
              <a:gd name="connsiteX189" fmla="*/ 3796993 w 4093327"/>
              <a:gd name="connsiteY189" fmla="*/ 558800 h 2870200"/>
              <a:gd name="connsiteX190" fmla="*/ 3813927 w 4093327"/>
              <a:gd name="connsiteY190" fmla="*/ 482600 h 2870200"/>
              <a:gd name="connsiteX191" fmla="*/ 3822393 w 4093327"/>
              <a:gd name="connsiteY191" fmla="*/ 533400 h 2870200"/>
              <a:gd name="connsiteX192" fmla="*/ 3839327 w 4093327"/>
              <a:gd name="connsiteY192" fmla="*/ 660400 h 2870200"/>
              <a:gd name="connsiteX193" fmla="*/ 3847793 w 4093327"/>
              <a:gd name="connsiteY193" fmla="*/ 702734 h 2870200"/>
              <a:gd name="connsiteX194" fmla="*/ 3864727 w 4093327"/>
              <a:gd name="connsiteY194" fmla="*/ 736600 h 2870200"/>
              <a:gd name="connsiteX195" fmla="*/ 3881660 w 4093327"/>
              <a:gd name="connsiteY195" fmla="*/ 702734 h 2870200"/>
              <a:gd name="connsiteX196" fmla="*/ 3940927 w 4093327"/>
              <a:gd name="connsiteY196" fmla="*/ 482600 h 2870200"/>
              <a:gd name="connsiteX197" fmla="*/ 3957860 w 4093327"/>
              <a:gd name="connsiteY197" fmla="*/ 457200 h 2870200"/>
              <a:gd name="connsiteX198" fmla="*/ 3983260 w 4093327"/>
              <a:gd name="connsiteY198" fmla="*/ 177800 h 2870200"/>
              <a:gd name="connsiteX199" fmla="*/ 4008660 w 4093327"/>
              <a:gd name="connsiteY199" fmla="*/ 135467 h 2870200"/>
              <a:gd name="connsiteX200" fmla="*/ 4017127 w 4093327"/>
              <a:gd name="connsiteY200" fmla="*/ 101600 h 2870200"/>
              <a:gd name="connsiteX201" fmla="*/ 4025593 w 4093327"/>
              <a:gd name="connsiteY201" fmla="*/ 76200 h 2870200"/>
              <a:gd name="connsiteX202" fmla="*/ 4034060 w 4093327"/>
              <a:gd name="connsiteY202" fmla="*/ 110067 h 2870200"/>
              <a:gd name="connsiteX203" fmla="*/ 4050993 w 4093327"/>
              <a:gd name="connsiteY203" fmla="*/ 160867 h 2870200"/>
              <a:gd name="connsiteX204" fmla="*/ 4093327 w 4093327"/>
              <a:gd name="connsiteY204" fmla="*/ 0 h 2870200"/>
              <a:gd name="connsiteX0" fmla="*/ 0 w 4128314"/>
              <a:gd name="connsiteY0" fmla="*/ 724484 h 2870200"/>
              <a:gd name="connsiteX1" fmla="*/ 36261 w 4128314"/>
              <a:gd name="connsiteY1" fmla="*/ 647092 h 2870200"/>
              <a:gd name="connsiteX2" fmla="*/ 67349 w 4128314"/>
              <a:gd name="connsiteY2" fmla="*/ 567267 h 2870200"/>
              <a:gd name="connsiteX3" fmla="*/ 75688 w 4128314"/>
              <a:gd name="connsiteY3" fmla="*/ 828517 h 2870200"/>
              <a:gd name="connsiteX4" fmla="*/ 71447 w 4128314"/>
              <a:gd name="connsiteY4" fmla="*/ 1083293 h 2870200"/>
              <a:gd name="connsiteX5" fmla="*/ 69180 w 4128314"/>
              <a:gd name="connsiteY5" fmla="*/ 1212385 h 2870200"/>
              <a:gd name="connsiteX6" fmla="*/ 83771 w 4128314"/>
              <a:gd name="connsiteY6" fmla="*/ 1401791 h 2870200"/>
              <a:gd name="connsiteX7" fmla="*/ 126233 w 4128314"/>
              <a:gd name="connsiteY7" fmla="*/ 1209517 h 2870200"/>
              <a:gd name="connsiteX8" fmla="*/ 148980 w 4128314"/>
              <a:gd name="connsiteY8" fmla="*/ 1100667 h 2870200"/>
              <a:gd name="connsiteX9" fmla="*/ 182847 w 4128314"/>
              <a:gd name="connsiteY9" fmla="*/ 999067 h 2870200"/>
              <a:gd name="connsiteX10" fmla="*/ 199780 w 4128314"/>
              <a:gd name="connsiteY10" fmla="*/ 948267 h 2870200"/>
              <a:gd name="connsiteX11" fmla="*/ 216714 w 4128314"/>
              <a:gd name="connsiteY11" fmla="*/ 1134534 h 2870200"/>
              <a:gd name="connsiteX12" fmla="*/ 233647 w 4128314"/>
              <a:gd name="connsiteY12" fmla="*/ 1464734 h 2870200"/>
              <a:gd name="connsiteX13" fmla="*/ 292914 w 4128314"/>
              <a:gd name="connsiteY13" fmla="*/ 1363134 h 2870200"/>
              <a:gd name="connsiteX14" fmla="*/ 318314 w 4128314"/>
              <a:gd name="connsiteY14" fmla="*/ 1371600 h 2870200"/>
              <a:gd name="connsiteX15" fmla="*/ 326780 w 4128314"/>
              <a:gd name="connsiteY15" fmla="*/ 2243667 h 2870200"/>
              <a:gd name="connsiteX16" fmla="*/ 352180 w 4128314"/>
              <a:gd name="connsiteY16" fmla="*/ 2201334 h 2870200"/>
              <a:gd name="connsiteX17" fmla="*/ 360647 w 4128314"/>
              <a:gd name="connsiteY17" fmla="*/ 2150534 h 2870200"/>
              <a:gd name="connsiteX18" fmla="*/ 385549 w 4128314"/>
              <a:gd name="connsiteY18" fmla="*/ 2376146 h 2870200"/>
              <a:gd name="connsiteX19" fmla="*/ 402980 w 4128314"/>
              <a:gd name="connsiteY19" fmla="*/ 2082800 h 2870200"/>
              <a:gd name="connsiteX20" fmla="*/ 428879 w 4128314"/>
              <a:gd name="connsiteY20" fmla="*/ 1792444 h 2870200"/>
              <a:gd name="connsiteX21" fmla="*/ 436847 w 4128314"/>
              <a:gd name="connsiteY21" fmla="*/ 2032000 h 2870200"/>
              <a:gd name="connsiteX22" fmla="*/ 462247 w 4128314"/>
              <a:gd name="connsiteY22" fmla="*/ 1998134 h 2870200"/>
              <a:gd name="connsiteX23" fmla="*/ 479180 w 4128314"/>
              <a:gd name="connsiteY23" fmla="*/ 1752600 h 2870200"/>
              <a:gd name="connsiteX24" fmla="*/ 504580 w 4128314"/>
              <a:gd name="connsiteY24" fmla="*/ 1651000 h 2870200"/>
              <a:gd name="connsiteX25" fmla="*/ 529980 w 4128314"/>
              <a:gd name="connsiteY25" fmla="*/ 1710267 h 2870200"/>
              <a:gd name="connsiteX26" fmla="*/ 538447 w 4128314"/>
              <a:gd name="connsiteY26" fmla="*/ 1851666 h 2870200"/>
              <a:gd name="connsiteX27" fmla="*/ 572314 w 4128314"/>
              <a:gd name="connsiteY27" fmla="*/ 1820334 h 2870200"/>
              <a:gd name="connsiteX28" fmla="*/ 597714 w 4128314"/>
              <a:gd name="connsiteY28" fmla="*/ 1938867 h 2870200"/>
              <a:gd name="connsiteX29" fmla="*/ 614647 w 4128314"/>
              <a:gd name="connsiteY29" fmla="*/ 1998134 h 2870200"/>
              <a:gd name="connsiteX30" fmla="*/ 631580 w 4128314"/>
              <a:gd name="connsiteY30" fmla="*/ 2023534 h 2870200"/>
              <a:gd name="connsiteX31" fmla="*/ 656980 w 4128314"/>
              <a:gd name="connsiteY31" fmla="*/ 1786467 h 2870200"/>
              <a:gd name="connsiteX32" fmla="*/ 665447 w 4128314"/>
              <a:gd name="connsiteY32" fmla="*/ 1744134 h 2870200"/>
              <a:gd name="connsiteX33" fmla="*/ 682380 w 4128314"/>
              <a:gd name="connsiteY33" fmla="*/ 1718734 h 2870200"/>
              <a:gd name="connsiteX34" fmla="*/ 699314 w 4128314"/>
              <a:gd name="connsiteY34" fmla="*/ 1617134 h 2870200"/>
              <a:gd name="connsiteX35" fmla="*/ 716247 w 4128314"/>
              <a:gd name="connsiteY35" fmla="*/ 1557867 h 2870200"/>
              <a:gd name="connsiteX36" fmla="*/ 724714 w 4128314"/>
              <a:gd name="connsiteY36" fmla="*/ 1524000 h 2870200"/>
              <a:gd name="connsiteX37" fmla="*/ 741647 w 4128314"/>
              <a:gd name="connsiteY37" fmla="*/ 1312334 h 2870200"/>
              <a:gd name="connsiteX38" fmla="*/ 758580 w 4128314"/>
              <a:gd name="connsiteY38" fmla="*/ 1380067 h 2870200"/>
              <a:gd name="connsiteX39" fmla="*/ 775514 w 4128314"/>
              <a:gd name="connsiteY39" fmla="*/ 1532467 h 2870200"/>
              <a:gd name="connsiteX40" fmla="*/ 792447 w 4128314"/>
              <a:gd name="connsiteY40" fmla="*/ 1566334 h 2870200"/>
              <a:gd name="connsiteX41" fmla="*/ 817847 w 4128314"/>
              <a:gd name="connsiteY41" fmla="*/ 1456267 h 2870200"/>
              <a:gd name="connsiteX42" fmla="*/ 834780 w 4128314"/>
              <a:gd name="connsiteY42" fmla="*/ 1430867 h 2870200"/>
              <a:gd name="connsiteX43" fmla="*/ 868647 w 4128314"/>
              <a:gd name="connsiteY43" fmla="*/ 1388534 h 2870200"/>
              <a:gd name="connsiteX44" fmla="*/ 877114 w 4128314"/>
              <a:gd name="connsiteY44" fmla="*/ 1498600 h 2870200"/>
              <a:gd name="connsiteX45" fmla="*/ 902514 w 4128314"/>
              <a:gd name="connsiteY45" fmla="*/ 1811867 h 2870200"/>
              <a:gd name="connsiteX46" fmla="*/ 910980 w 4128314"/>
              <a:gd name="connsiteY46" fmla="*/ 1642534 h 2870200"/>
              <a:gd name="connsiteX47" fmla="*/ 936380 w 4128314"/>
              <a:gd name="connsiteY47" fmla="*/ 1583267 h 2870200"/>
              <a:gd name="connsiteX48" fmla="*/ 944847 w 4128314"/>
              <a:gd name="connsiteY48" fmla="*/ 1557867 h 2870200"/>
              <a:gd name="connsiteX49" fmla="*/ 953314 w 4128314"/>
              <a:gd name="connsiteY49" fmla="*/ 2006600 h 2870200"/>
              <a:gd name="connsiteX50" fmla="*/ 978714 w 4128314"/>
              <a:gd name="connsiteY50" fmla="*/ 2116667 h 2870200"/>
              <a:gd name="connsiteX51" fmla="*/ 987180 w 4128314"/>
              <a:gd name="connsiteY51" fmla="*/ 1948424 h 2870200"/>
              <a:gd name="connsiteX52" fmla="*/ 1004114 w 4128314"/>
              <a:gd name="connsiteY52" fmla="*/ 1794934 h 2870200"/>
              <a:gd name="connsiteX53" fmla="*/ 1012580 w 4128314"/>
              <a:gd name="connsiteY53" fmla="*/ 1761067 h 2870200"/>
              <a:gd name="connsiteX54" fmla="*/ 1029514 w 4128314"/>
              <a:gd name="connsiteY54" fmla="*/ 1871134 h 2870200"/>
              <a:gd name="connsiteX55" fmla="*/ 1046447 w 4128314"/>
              <a:gd name="connsiteY55" fmla="*/ 1947334 h 2870200"/>
              <a:gd name="connsiteX56" fmla="*/ 1063380 w 4128314"/>
              <a:gd name="connsiteY56" fmla="*/ 2040467 h 2870200"/>
              <a:gd name="connsiteX57" fmla="*/ 1088780 w 4128314"/>
              <a:gd name="connsiteY57" fmla="*/ 2108200 h 2870200"/>
              <a:gd name="connsiteX58" fmla="*/ 1097247 w 4128314"/>
              <a:gd name="connsiteY58" fmla="*/ 2150534 h 2870200"/>
              <a:gd name="connsiteX59" fmla="*/ 1139580 w 4128314"/>
              <a:gd name="connsiteY59" fmla="*/ 2209800 h 2870200"/>
              <a:gd name="connsiteX60" fmla="*/ 1148047 w 4128314"/>
              <a:gd name="connsiteY60" fmla="*/ 2108200 h 2870200"/>
              <a:gd name="connsiteX61" fmla="*/ 1198847 w 4128314"/>
              <a:gd name="connsiteY61" fmla="*/ 1989667 h 2870200"/>
              <a:gd name="connsiteX62" fmla="*/ 1249647 w 4128314"/>
              <a:gd name="connsiteY62" fmla="*/ 1913467 h 2870200"/>
              <a:gd name="connsiteX63" fmla="*/ 1258114 w 4128314"/>
              <a:gd name="connsiteY63" fmla="*/ 2167467 h 2870200"/>
              <a:gd name="connsiteX64" fmla="*/ 1275047 w 4128314"/>
              <a:gd name="connsiteY64" fmla="*/ 2082800 h 2870200"/>
              <a:gd name="connsiteX65" fmla="*/ 1283514 w 4128314"/>
              <a:gd name="connsiteY65" fmla="*/ 2015067 h 2870200"/>
              <a:gd name="connsiteX66" fmla="*/ 1325847 w 4128314"/>
              <a:gd name="connsiteY66" fmla="*/ 1854200 h 2870200"/>
              <a:gd name="connsiteX67" fmla="*/ 1334314 w 4128314"/>
              <a:gd name="connsiteY67" fmla="*/ 1803400 h 2870200"/>
              <a:gd name="connsiteX68" fmla="*/ 1359714 w 4128314"/>
              <a:gd name="connsiteY68" fmla="*/ 1701800 h 2870200"/>
              <a:gd name="connsiteX69" fmla="*/ 1385114 w 4128314"/>
              <a:gd name="connsiteY69" fmla="*/ 1718734 h 2870200"/>
              <a:gd name="connsiteX70" fmla="*/ 1393580 w 4128314"/>
              <a:gd name="connsiteY70" fmla="*/ 1744134 h 2870200"/>
              <a:gd name="connsiteX71" fmla="*/ 1418980 w 4128314"/>
              <a:gd name="connsiteY71" fmla="*/ 1828800 h 2870200"/>
              <a:gd name="connsiteX72" fmla="*/ 1435914 w 4128314"/>
              <a:gd name="connsiteY72" fmla="*/ 1879600 h 2870200"/>
              <a:gd name="connsiteX73" fmla="*/ 1444380 w 4128314"/>
              <a:gd name="connsiteY73" fmla="*/ 1913467 h 2870200"/>
              <a:gd name="connsiteX74" fmla="*/ 1469780 w 4128314"/>
              <a:gd name="connsiteY74" fmla="*/ 1947334 h 2870200"/>
              <a:gd name="connsiteX75" fmla="*/ 1486714 w 4128314"/>
              <a:gd name="connsiteY75" fmla="*/ 1938867 h 2870200"/>
              <a:gd name="connsiteX76" fmla="*/ 1529047 w 4128314"/>
              <a:gd name="connsiteY76" fmla="*/ 1803400 h 2870200"/>
              <a:gd name="connsiteX77" fmla="*/ 1588314 w 4128314"/>
              <a:gd name="connsiteY77" fmla="*/ 1651000 h 2870200"/>
              <a:gd name="connsiteX78" fmla="*/ 1596780 w 4128314"/>
              <a:gd name="connsiteY78" fmla="*/ 1591734 h 2870200"/>
              <a:gd name="connsiteX79" fmla="*/ 1613714 w 4128314"/>
              <a:gd name="connsiteY79" fmla="*/ 1566334 h 2870200"/>
              <a:gd name="connsiteX80" fmla="*/ 1622180 w 4128314"/>
              <a:gd name="connsiteY80" fmla="*/ 1524000 h 2870200"/>
              <a:gd name="connsiteX81" fmla="*/ 1630647 w 4128314"/>
              <a:gd name="connsiteY81" fmla="*/ 1498600 h 2870200"/>
              <a:gd name="connsiteX82" fmla="*/ 1647580 w 4128314"/>
              <a:gd name="connsiteY82" fmla="*/ 1524000 h 2870200"/>
              <a:gd name="connsiteX83" fmla="*/ 1672980 w 4128314"/>
              <a:gd name="connsiteY83" fmla="*/ 1490134 h 2870200"/>
              <a:gd name="connsiteX84" fmla="*/ 1698380 w 4128314"/>
              <a:gd name="connsiteY84" fmla="*/ 1388534 h 2870200"/>
              <a:gd name="connsiteX85" fmla="*/ 1757647 w 4128314"/>
              <a:gd name="connsiteY85" fmla="*/ 1286934 h 2870200"/>
              <a:gd name="connsiteX86" fmla="*/ 1808447 w 4128314"/>
              <a:gd name="connsiteY86" fmla="*/ 1176867 h 2870200"/>
              <a:gd name="connsiteX87" fmla="*/ 1833847 w 4128314"/>
              <a:gd name="connsiteY87" fmla="*/ 1202267 h 2870200"/>
              <a:gd name="connsiteX88" fmla="*/ 1842314 w 4128314"/>
              <a:gd name="connsiteY88" fmla="*/ 1227667 h 2870200"/>
              <a:gd name="connsiteX89" fmla="*/ 1859247 w 4128314"/>
              <a:gd name="connsiteY89" fmla="*/ 1261534 h 2870200"/>
              <a:gd name="connsiteX90" fmla="*/ 1901580 w 4128314"/>
              <a:gd name="connsiteY90" fmla="*/ 1422400 h 2870200"/>
              <a:gd name="connsiteX91" fmla="*/ 1952380 w 4128314"/>
              <a:gd name="connsiteY91" fmla="*/ 1600200 h 2870200"/>
              <a:gd name="connsiteX92" fmla="*/ 2003180 w 4128314"/>
              <a:gd name="connsiteY92" fmla="*/ 1744134 h 2870200"/>
              <a:gd name="connsiteX93" fmla="*/ 2020114 w 4128314"/>
              <a:gd name="connsiteY93" fmla="*/ 1498600 h 2870200"/>
              <a:gd name="connsiteX94" fmla="*/ 2037047 w 4128314"/>
              <a:gd name="connsiteY94" fmla="*/ 1464734 h 2870200"/>
              <a:gd name="connsiteX95" fmla="*/ 2045514 w 4128314"/>
              <a:gd name="connsiteY95" fmla="*/ 1439334 h 2870200"/>
              <a:gd name="connsiteX96" fmla="*/ 2096314 w 4128314"/>
              <a:gd name="connsiteY96" fmla="*/ 2032000 h 2870200"/>
              <a:gd name="connsiteX97" fmla="*/ 2104780 w 4128314"/>
              <a:gd name="connsiteY97" fmla="*/ 2150534 h 2870200"/>
              <a:gd name="connsiteX98" fmla="*/ 2113247 w 4128314"/>
              <a:gd name="connsiteY98" fmla="*/ 2489200 h 2870200"/>
              <a:gd name="connsiteX99" fmla="*/ 2147114 w 4128314"/>
              <a:gd name="connsiteY99" fmla="*/ 2421467 h 2870200"/>
              <a:gd name="connsiteX100" fmla="*/ 2189447 w 4128314"/>
              <a:gd name="connsiteY100" fmla="*/ 2319867 h 2870200"/>
              <a:gd name="connsiteX101" fmla="*/ 2214847 w 4128314"/>
              <a:gd name="connsiteY101" fmla="*/ 2286000 h 2870200"/>
              <a:gd name="connsiteX102" fmla="*/ 2248714 w 4128314"/>
              <a:gd name="connsiteY102" fmla="*/ 2235200 h 2870200"/>
              <a:gd name="connsiteX103" fmla="*/ 2265647 w 4128314"/>
              <a:gd name="connsiteY103" fmla="*/ 2514600 h 2870200"/>
              <a:gd name="connsiteX104" fmla="*/ 2291047 w 4128314"/>
              <a:gd name="connsiteY104" fmla="*/ 2565400 h 2870200"/>
              <a:gd name="connsiteX105" fmla="*/ 2299514 w 4128314"/>
              <a:gd name="connsiteY105" fmla="*/ 2489200 h 2870200"/>
              <a:gd name="connsiteX106" fmla="*/ 2316447 w 4128314"/>
              <a:gd name="connsiteY106" fmla="*/ 2421467 h 2870200"/>
              <a:gd name="connsiteX107" fmla="*/ 2324914 w 4128314"/>
              <a:gd name="connsiteY107" fmla="*/ 1718734 h 2870200"/>
              <a:gd name="connsiteX108" fmla="*/ 2350314 w 4128314"/>
              <a:gd name="connsiteY108" fmla="*/ 1811867 h 2870200"/>
              <a:gd name="connsiteX109" fmla="*/ 2375714 w 4128314"/>
              <a:gd name="connsiteY109" fmla="*/ 1871134 h 2870200"/>
              <a:gd name="connsiteX110" fmla="*/ 2401114 w 4128314"/>
              <a:gd name="connsiteY110" fmla="*/ 1938867 h 2870200"/>
              <a:gd name="connsiteX111" fmla="*/ 2409580 w 4128314"/>
              <a:gd name="connsiteY111" fmla="*/ 1972734 h 2870200"/>
              <a:gd name="connsiteX112" fmla="*/ 2418047 w 4128314"/>
              <a:gd name="connsiteY112" fmla="*/ 1574800 h 2870200"/>
              <a:gd name="connsiteX113" fmla="*/ 2443447 w 4128314"/>
              <a:gd name="connsiteY113" fmla="*/ 1236134 h 2870200"/>
              <a:gd name="connsiteX114" fmla="*/ 2460380 w 4128314"/>
              <a:gd name="connsiteY114" fmla="*/ 1092200 h 2870200"/>
              <a:gd name="connsiteX115" fmla="*/ 2468847 w 4128314"/>
              <a:gd name="connsiteY115" fmla="*/ 1066800 h 2870200"/>
              <a:gd name="connsiteX116" fmla="*/ 2477314 w 4128314"/>
              <a:gd name="connsiteY116" fmla="*/ 1092200 h 2870200"/>
              <a:gd name="connsiteX117" fmla="*/ 2494247 w 4128314"/>
              <a:gd name="connsiteY117" fmla="*/ 1117600 h 2870200"/>
              <a:gd name="connsiteX118" fmla="*/ 2502714 w 4128314"/>
              <a:gd name="connsiteY118" fmla="*/ 1227667 h 2870200"/>
              <a:gd name="connsiteX119" fmla="*/ 2528114 w 4128314"/>
              <a:gd name="connsiteY119" fmla="*/ 753534 h 2870200"/>
              <a:gd name="connsiteX120" fmla="*/ 2545047 w 4128314"/>
              <a:gd name="connsiteY120" fmla="*/ 685800 h 2870200"/>
              <a:gd name="connsiteX121" fmla="*/ 2553514 w 4128314"/>
              <a:gd name="connsiteY121" fmla="*/ 609600 h 2870200"/>
              <a:gd name="connsiteX122" fmla="*/ 2561980 w 4128314"/>
              <a:gd name="connsiteY122" fmla="*/ 558800 h 2870200"/>
              <a:gd name="connsiteX123" fmla="*/ 2578914 w 4128314"/>
              <a:gd name="connsiteY123" fmla="*/ 584200 h 2870200"/>
              <a:gd name="connsiteX124" fmla="*/ 2587380 w 4128314"/>
              <a:gd name="connsiteY124" fmla="*/ 778934 h 2870200"/>
              <a:gd name="connsiteX125" fmla="*/ 2629714 w 4128314"/>
              <a:gd name="connsiteY125" fmla="*/ 914400 h 2870200"/>
              <a:gd name="connsiteX126" fmla="*/ 2646647 w 4128314"/>
              <a:gd name="connsiteY126" fmla="*/ 973667 h 2870200"/>
              <a:gd name="connsiteX127" fmla="*/ 2663580 w 4128314"/>
              <a:gd name="connsiteY127" fmla="*/ 812800 h 2870200"/>
              <a:gd name="connsiteX128" fmla="*/ 2680514 w 4128314"/>
              <a:gd name="connsiteY128" fmla="*/ 694267 h 2870200"/>
              <a:gd name="connsiteX129" fmla="*/ 2705914 w 4128314"/>
              <a:gd name="connsiteY129" fmla="*/ 558800 h 2870200"/>
              <a:gd name="connsiteX130" fmla="*/ 2731314 w 4128314"/>
              <a:gd name="connsiteY130" fmla="*/ 321734 h 2870200"/>
              <a:gd name="connsiteX131" fmla="*/ 2748247 w 4128314"/>
              <a:gd name="connsiteY131" fmla="*/ 1058334 h 2870200"/>
              <a:gd name="connsiteX132" fmla="*/ 2774644 w 4128314"/>
              <a:gd name="connsiteY132" fmla="*/ 1023969 h 2870200"/>
              <a:gd name="connsiteX133" fmla="*/ 2824447 w 4128314"/>
              <a:gd name="connsiteY133" fmla="*/ 905934 h 2870200"/>
              <a:gd name="connsiteX134" fmla="*/ 2858314 w 4128314"/>
              <a:gd name="connsiteY134" fmla="*/ 855134 h 2870200"/>
              <a:gd name="connsiteX135" fmla="*/ 2883714 w 4128314"/>
              <a:gd name="connsiteY135" fmla="*/ 1422400 h 2870200"/>
              <a:gd name="connsiteX136" fmla="*/ 2892180 w 4128314"/>
              <a:gd name="connsiteY136" fmla="*/ 1388534 h 2870200"/>
              <a:gd name="connsiteX137" fmla="*/ 2909114 w 4128314"/>
              <a:gd name="connsiteY137" fmla="*/ 1363134 h 2870200"/>
              <a:gd name="connsiteX138" fmla="*/ 2934514 w 4128314"/>
              <a:gd name="connsiteY138" fmla="*/ 1278467 h 2870200"/>
              <a:gd name="connsiteX139" fmla="*/ 2951447 w 4128314"/>
              <a:gd name="connsiteY139" fmla="*/ 1320800 h 2870200"/>
              <a:gd name="connsiteX140" fmla="*/ 2968380 w 4128314"/>
              <a:gd name="connsiteY140" fmla="*/ 1388534 h 2870200"/>
              <a:gd name="connsiteX141" fmla="*/ 2985314 w 4128314"/>
              <a:gd name="connsiteY141" fmla="*/ 1422400 h 2870200"/>
              <a:gd name="connsiteX142" fmla="*/ 3027647 w 4128314"/>
              <a:gd name="connsiteY142" fmla="*/ 1540934 h 2870200"/>
              <a:gd name="connsiteX143" fmla="*/ 3044580 w 4128314"/>
              <a:gd name="connsiteY143" fmla="*/ 1566334 h 2870200"/>
              <a:gd name="connsiteX144" fmla="*/ 3078447 w 4128314"/>
              <a:gd name="connsiteY144" fmla="*/ 1718734 h 2870200"/>
              <a:gd name="connsiteX145" fmla="*/ 3103847 w 4128314"/>
              <a:gd name="connsiteY145" fmla="*/ 1761067 h 2870200"/>
              <a:gd name="connsiteX146" fmla="*/ 3137714 w 4128314"/>
              <a:gd name="connsiteY146" fmla="*/ 1879600 h 2870200"/>
              <a:gd name="connsiteX147" fmla="*/ 3129247 w 4128314"/>
              <a:gd name="connsiteY147" fmla="*/ 1913467 h 2870200"/>
              <a:gd name="connsiteX148" fmla="*/ 3141697 w 4128314"/>
              <a:gd name="connsiteY148" fmla="*/ 1901016 h 2870200"/>
              <a:gd name="connsiteX149" fmla="*/ 3120780 w 4128314"/>
              <a:gd name="connsiteY149" fmla="*/ 1888067 h 2870200"/>
              <a:gd name="connsiteX150" fmla="*/ 3146180 w 4128314"/>
              <a:gd name="connsiteY150" fmla="*/ 1871134 h 2870200"/>
              <a:gd name="connsiteX151" fmla="*/ 3154647 w 4128314"/>
              <a:gd name="connsiteY151" fmla="*/ 1769534 h 2870200"/>
              <a:gd name="connsiteX152" fmla="*/ 3171580 w 4128314"/>
              <a:gd name="connsiteY152" fmla="*/ 1710267 h 2870200"/>
              <a:gd name="connsiteX153" fmla="*/ 3180047 w 4128314"/>
              <a:gd name="connsiteY153" fmla="*/ 1684867 h 2870200"/>
              <a:gd name="connsiteX154" fmla="*/ 3205447 w 4128314"/>
              <a:gd name="connsiteY154" fmla="*/ 1676400 h 2870200"/>
              <a:gd name="connsiteX155" fmla="*/ 3213914 w 4128314"/>
              <a:gd name="connsiteY155" fmla="*/ 2006600 h 2870200"/>
              <a:gd name="connsiteX156" fmla="*/ 3222380 w 4128314"/>
              <a:gd name="connsiteY156" fmla="*/ 2048934 h 2870200"/>
              <a:gd name="connsiteX157" fmla="*/ 3230847 w 4128314"/>
              <a:gd name="connsiteY157" fmla="*/ 2099734 h 2870200"/>
              <a:gd name="connsiteX158" fmla="*/ 3247780 w 4128314"/>
              <a:gd name="connsiteY158" fmla="*/ 2048934 h 2870200"/>
              <a:gd name="connsiteX159" fmla="*/ 3256247 w 4128314"/>
              <a:gd name="connsiteY159" fmla="*/ 1998134 h 2870200"/>
              <a:gd name="connsiteX160" fmla="*/ 3290114 w 4128314"/>
              <a:gd name="connsiteY160" fmla="*/ 2353734 h 2870200"/>
              <a:gd name="connsiteX161" fmla="*/ 3315514 w 4128314"/>
              <a:gd name="connsiteY161" fmla="*/ 2387600 h 2870200"/>
              <a:gd name="connsiteX162" fmla="*/ 3323980 w 4128314"/>
              <a:gd name="connsiteY162" fmla="*/ 2497667 h 2870200"/>
              <a:gd name="connsiteX163" fmla="*/ 3340914 w 4128314"/>
              <a:gd name="connsiteY163" fmla="*/ 2531534 h 2870200"/>
              <a:gd name="connsiteX164" fmla="*/ 3357847 w 4128314"/>
              <a:gd name="connsiteY164" fmla="*/ 2599267 h 2870200"/>
              <a:gd name="connsiteX165" fmla="*/ 3383247 w 4128314"/>
              <a:gd name="connsiteY165" fmla="*/ 2667000 h 2870200"/>
              <a:gd name="connsiteX166" fmla="*/ 3425580 w 4128314"/>
              <a:gd name="connsiteY166" fmla="*/ 2810934 h 2870200"/>
              <a:gd name="connsiteX167" fmla="*/ 3450980 w 4128314"/>
              <a:gd name="connsiteY167" fmla="*/ 2870200 h 2870200"/>
              <a:gd name="connsiteX168" fmla="*/ 3476380 w 4128314"/>
              <a:gd name="connsiteY168" fmla="*/ 1828800 h 2870200"/>
              <a:gd name="connsiteX169" fmla="*/ 3475882 w 4128314"/>
              <a:gd name="connsiteY169" fmla="*/ 2090271 h 2870200"/>
              <a:gd name="connsiteX170" fmla="*/ 3501780 w 4128314"/>
              <a:gd name="connsiteY170" fmla="*/ 1735667 h 2870200"/>
              <a:gd name="connsiteX171" fmla="*/ 3527180 w 4128314"/>
              <a:gd name="connsiteY171" fmla="*/ 1651000 h 2870200"/>
              <a:gd name="connsiteX172" fmla="*/ 3535647 w 4128314"/>
              <a:gd name="connsiteY172" fmla="*/ 1701800 h 2870200"/>
              <a:gd name="connsiteX173" fmla="*/ 3539631 w 4128314"/>
              <a:gd name="connsiteY173" fmla="*/ 1875118 h 2870200"/>
              <a:gd name="connsiteX174" fmla="*/ 3561047 w 4128314"/>
              <a:gd name="connsiteY174" fmla="*/ 1752600 h 2870200"/>
              <a:gd name="connsiteX175" fmla="*/ 3569514 w 4128314"/>
              <a:gd name="connsiteY175" fmla="*/ 1693334 h 2870200"/>
              <a:gd name="connsiteX176" fmla="*/ 3611847 w 4128314"/>
              <a:gd name="connsiteY176" fmla="*/ 1608667 h 2870200"/>
              <a:gd name="connsiteX177" fmla="*/ 3628780 w 4128314"/>
              <a:gd name="connsiteY177" fmla="*/ 1566334 h 2870200"/>
              <a:gd name="connsiteX178" fmla="*/ 3671114 w 4128314"/>
              <a:gd name="connsiteY178" fmla="*/ 1464734 h 2870200"/>
              <a:gd name="connsiteX179" fmla="*/ 3675098 w 4128314"/>
              <a:gd name="connsiteY179" fmla="*/ 1373094 h 2870200"/>
              <a:gd name="connsiteX180" fmla="*/ 3696514 w 4128314"/>
              <a:gd name="connsiteY180" fmla="*/ 1363134 h 2870200"/>
              <a:gd name="connsiteX181" fmla="*/ 3713447 w 4128314"/>
              <a:gd name="connsiteY181" fmla="*/ 1320800 h 2870200"/>
              <a:gd name="connsiteX182" fmla="*/ 3708467 w 4128314"/>
              <a:gd name="connsiteY182" fmla="*/ 1151964 h 2870200"/>
              <a:gd name="connsiteX183" fmla="*/ 3755780 w 4128314"/>
              <a:gd name="connsiteY183" fmla="*/ 1227667 h 2870200"/>
              <a:gd name="connsiteX184" fmla="*/ 3764247 w 4128314"/>
              <a:gd name="connsiteY184" fmla="*/ 1176867 h 2870200"/>
              <a:gd name="connsiteX185" fmla="*/ 3781180 w 4128314"/>
              <a:gd name="connsiteY185" fmla="*/ 1126067 h 2870200"/>
              <a:gd name="connsiteX186" fmla="*/ 3789647 w 4128314"/>
              <a:gd name="connsiteY186" fmla="*/ 1058334 h 2870200"/>
              <a:gd name="connsiteX187" fmla="*/ 3798114 w 4128314"/>
              <a:gd name="connsiteY187" fmla="*/ 1270000 h 2870200"/>
              <a:gd name="connsiteX188" fmla="*/ 3826962 w 4128314"/>
              <a:gd name="connsiteY188" fmla="*/ 678606 h 2870200"/>
              <a:gd name="connsiteX189" fmla="*/ 3831980 w 4128314"/>
              <a:gd name="connsiteY189" fmla="*/ 558800 h 2870200"/>
              <a:gd name="connsiteX190" fmla="*/ 3848914 w 4128314"/>
              <a:gd name="connsiteY190" fmla="*/ 482600 h 2870200"/>
              <a:gd name="connsiteX191" fmla="*/ 3857380 w 4128314"/>
              <a:gd name="connsiteY191" fmla="*/ 533400 h 2870200"/>
              <a:gd name="connsiteX192" fmla="*/ 3874314 w 4128314"/>
              <a:gd name="connsiteY192" fmla="*/ 660400 h 2870200"/>
              <a:gd name="connsiteX193" fmla="*/ 3882780 w 4128314"/>
              <a:gd name="connsiteY193" fmla="*/ 702734 h 2870200"/>
              <a:gd name="connsiteX194" fmla="*/ 3899714 w 4128314"/>
              <a:gd name="connsiteY194" fmla="*/ 736600 h 2870200"/>
              <a:gd name="connsiteX195" fmla="*/ 3916647 w 4128314"/>
              <a:gd name="connsiteY195" fmla="*/ 702734 h 2870200"/>
              <a:gd name="connsiteX196" fmla="*/ 3975914 w 4128314"/>
              <a:gd name="connsiteY196" fmla="*/ 482600 h 2870200"/>
              <a:gd name="connsiteX197" fmla="*/ 3992847 w 4128314"/>
              <a:gd name="connsiteY197" fmla="*/ 457200 h 2870200"/>
              <a:gd name="connsiteX198" fmla="*/ 4018247 w 4128314"/>
              <a:gd name="connsiteY198" fmla="*/ 177800 h 2870200"/>
              <a:gd name="connsiteX199" fmla="*/ 4043647 w 4128314"/>
              <a:gd name="connsiteY199" fmla="*/ 135467 h 2870200"/>
              <a:gd name="connsiteX200" fmla="*/ 4052114 w 4128314"/>
              <a:gd name="connsiteY200" fmla="*/ 101600 h 2870200"/>
              <a:gd name="connsiteX201" fmla="*/ 4060580 w 4128314"/>
              <a:gd name="connsiteY201" fmla="*/ 76200 h 2870200"/>
              <a:gd name="connsiteX202" fmla="*/ 4069047 w 4128314"/>
              <a:gd name="connsiteY202" fmla="*/ 110067 h 2870200"/>
              <a:gd name="connsiteX203" fmla="*/ 4085980 w 4128314"/>
              <a:gd name="connsiteY203" fmla="*/ 160867 h 2870200"/>
              <a:gd name="connsiteX204" fmla="*/ 4128314 w 4128314"/>
              <a:gd name="connsiteY204" fmla="*/ 0 h 2870200"/>
              <a:gd name="connsiteX0" fmla="*/ 0 w 4114416"/>
              <a:gd name="connsiteY0" fmla="*/ 735359 h 2870200"/>
              <a:gd name="connsiteX1" fmla="*/ 22363 w 4114416"/>
              <a:gd name="connsiteY1" fmla="*/ 647092 h 2870200"/>
              <a:gd name="connsiteX2" fmla="*/ 53451 w 4114416"/>
              <a:gd name="connsiteY2" fmla="*/ 567267 h 2870200"/>
              <a:gd name="connsiteX3" fmla="*/ 61790 w 4114416"/>
              <a:gd name="connsiteY3" fmla="*/ 828517 h 2870200"/>
              <a:gd name="connsiteX4" fmla="*/ 57549 w 4114416"/>
              <a:gd name="connsiteY4" fmla="*/ 1083293 h 2870200"/>
              <a:gd name="connsiteX5" fmla="*/ 55282 w 4114416"/>
              <a:gd name="connsiteY5" fmla="*/ 1212385 h 2870200"/>
              <a:gd name="connsiteX6" fmla="*/ 69873 w 4114416"/>
              <a:gd name="connsiteY6" fmla="*/ 1401791 h 2870200"/>
              <a:gd name="connsiteX7" fmla="*/ 112335 w 4114416"/>
              <a:gd name="connsiteY7" fmla="*/ 1209517 h 2870200"/>
              <a:gd name="connsiteX8" fmla="*/ 135082 w 4114416"/>
              <a:gd name="connsiteY8" fmla="*/ 1100667 h 2870200"/>
              <a:gd name="connsiteX9" fmla="*/ 168949 w 4114416"/>
              <a:gd name="connsiteY9" fmla="*/ 999067 h 2870200"/>
              <a:gd name="connsiteX10" fmla="*/ 185882 w 4114416"/>
              <a:gd name="connsiteY10" fmla="*/ 948267 h 2870200"/>
              <a:gd name="connsiteX11" fmla="*/ 202816 w 4114416"/>
              <a:gd name="connsiteY11" fmla="*/ 1134534 h 2870200"/>
              <a:gd name="connsiteX12" fmla="*/ 219749 w 4114416"/>
              <a:gd name="connsiteY12" fmla="*/ 1464734 h 2870200"/>
              <a:gd name="connsiteX13" fmla="*/ 279016 w 4114416"/>
              <a:gd name="connsiteY13" fmla="*/ 1363134 h 2870200"/>
              <a:gd name="connsiteX14" fmla="*/ 304416 w 4114416"/>
              <a:gd name="connsiteY14" fmla="*/ 1371600 h 2870200"/>
              <a:gd name="connsiteX15" fmla="*/ 312882 w 4114416"/>
              <a:gd name="connsiteY15" fmla="*/ 2243667 h 2870200"/>
              <a:gd name="connsiteX16" fmla="*/ 338282 w 4114416"/>
              <a:gd name="connsiteY16" fmla="*/ 2201334 h 2870200"/>
              <a:gd name="connsiteX17" fmla="*/ 346749 w 4114416"/>
              <a:gd name="connsiteY17" fmla="*/ 2150534 h 2870200"/>
              <a:gd name="connsiteX18" fmla="*/ 371651 w 4114416"/>
              <a:gd name="connsiteY18" fmla="*/ 2376146 h 2870200"/>
              <a:gd name="connsiteX19" fmla="*/ 389082 w 4114416"/>
              <a:gd name="connsiteY19" fmla="*/ 2082800 h 2870200"/>
              <a:gd name="connsiteX20" fmla="*/ 414981 w 4114416"/>
              <a:gd name="connsiteY20" fmla="*/ 1792444 h 2870200"/>
              <a:gd name="connsiteX21" fmla="*/ 422949 w 4114416"/>
              <a:gd name="connsiteY21" fmla="*/ 2032000 h 2870200"/>
              <a:gd name="connsiteX22" fmla="*/ 448349 w 4114416"/>
              <a:gd name="connsiteY22" fmla="*/ 1998134 h 2870200"/>
              <a:gd name="connsiteX23" fmla="*/ 465282 w 4114416"/>
              <a:gd name="connsiteY23" fmla="*/ 1752600 h 2870200"/>
              <a:gd name="connsiteX24" fmla="*/ 490682 w 4114416"/>
              <a:gd name="connsiteY24" fmla="*/ 1651000 h 2870200"/>
              <a:gd name="connsiteX25" fmla="*/ 516082 w 4114416"/>
              <a:gd name="connsiteY25" fmla="*/ 1710267 h 2870200"/>
              <a:gd name="connsiteX26" fmla="*/ 524549 w 4114416"/>
              <a:gd name="connsiteY26" fmla="*/ 1851666 h 2870200"/>
              <a:gd name="connsiteX27" fmla="*/ 558416 w 4114416"/>
              <a:gd name="connsiteY27" fmla="*/ 1820334 h 2870200"/>
              <a:gd name="connsiteX28" fmla="*/ 583816 w 4114416"/>
              <a:gd name="connsiteY28" fmla="*/ 1938867 h 2870200"/>
              <a:gd name="connsiteX29" fmla="*/ 600749 w 4114416"/>
              <a:gd name="connsiteY29" fmla="*/ 1998134 h 2870200"/>
              <a:gd name="connsiteX30" fmla="*/ 617682 w 4114416"/>
              <a:gd name="connsiteY30" fmla="*/ 2023534 h 2870200"/>
              <a:gd name="connsiteX31" fmla="*/ 643082 w 4114416"/>
              <a:gd name="connsiteY31" fmla="*/ 1786467 h 2870200"/>
              <a:gd name="connsiteX32" fmla="*/ 651549 w 4114416"/>
              <a:gd name="connsiteY32" fmla="*/ 1744134 h 2870200"/>
              <a:gd name="connsiteX33" fmla="*/ 668482 w 4114416"/>
              <a:gd name="connsiteY33" fmla="*/ 1718734 h 2870200"/>
              <a:gd name="connsiteX34" fmla="*/ 685416 w 4114416"/>
              <a:gd name="connsiteY34" fmla="*/ 1617134 h 2870200"/>
              <a:gd name="connsiteX35" fmla="*/ 702349 w 4114416"/>
              <a:gd name="connsiteY35" fmla="*/ 1557867 h 2870200"/>
              <a:gd name="connsiteX36" fmla="*/ 710816 w 4114416"/>
              <a:gd name="connsiteY36" fmla="*/ 1524000 h 2870200"/>
              <a:gd name="connsiteX37" fmla="*/ 727749 w 4114416"/>
              <a:gd name="connsiteY37" fmla="*/ 1312334 h 2870200"/>
              <a:gd name="connsiteX38" fmla="*/ 744682 w 4114416"/>
              <a:gd name="connsiteY38" fmla="*/ 1380067 h 2870200"/>
              <a:gd name="connsiteX39" fmla="*/ 761616 w 4114416"/>
              <a:gd name="connsiteY39" fmla="*/ 1532467 h 2870200"/>
              <a:gd name="connsiteX40" fmla="*/ 778549 w 4114416"/>
              <a:gd name="connsiteY40" fmla="*/ 1566334 h 2870200"/>
              <a:gd name="connsiteX41" fmla="*/ 803949 w 4114416"/>
              <a:gd name="connsiteY41" fmla="*/ 1456267 h 2870200"/>
              <a:gd name="connsiteX42" fmla="*/ 820882 w 4114416"/>
              <a:gd name="connsiteY42" fmla="*/ 1430867 h 2870200"/>
              <a:gd name="connsiteX43" fmla="*/ 854749 w 4114416"/>
              <a:gd name="connsiteY43" fmla="*/ 1388534 h 2870200"/>
              <a:gd name="connsiteX44" fmla="*/ 863216 w 4114416"/>
              <a:gd name="connsiteY44" fmla="*/ 1498600 h 2870200"/>
              <a:gd name="connsiteX45" fmla="*/ 888616 w 4114416"/>
              <a:gd name="connsiteY45" fmla="*/ 1811867 h 2870200"/>
              <a:gd name="connsiteX46" fmla="*/ 897082 w 4114416"/>
              <a:gd name="connsiteY46" fmla="*/ 1642534 h 2870200"/>
              <a:gd name="connsiteX47" fmla="*/ 922482 w 4114416"/>
              <a:gd name="connsiteY47" fmla="*/ 1583267 h 2870200"/>
              <a:gd name="connsiteX48" fmla="*/ 930949 w 4114416"/>
              <a:gd name="connsiteY48" fmla="*/ 1557867 h 2870200"/>
              <a:gd name="connsiteX49" fmla="*/ 939416 w 4114416"/>
              <a:gd name="connsiteY49" fmla="*/ 2006600 h 2870200"/>
              <a:gd name="connsiteX50" fmla="*/ 964816 w 4114416"/>
              <a:gd name="connsiteY50" fmla="*/ 2116667 h 2870200"/>
              <a:gd name="connsiteX51" fmla="*/ 973282 w 4114416"/>
              <a:gd name="connsiteY51" fmla="*/ 1948424 h 2870200"/>
              <a:gd name="connsiteX52" fmla="*/ 990216 w 4114416"/>
              <a:gd name="connsiteY52" fmla="*/ 1794934 h 2870200"/>
              <a:gd name="connsiteX53" fmla="*/ 998682 w 4114416"/>
              <a:gd name="connsiteY53" fmla="*/ 1761067 h 2870200"/>
              <a:gd name="connsiteX54" fmla="*/ 1015616 w 4114416"/>
              <a:gd name="connsiteY54" fmla="*/ 1871134 h 2870200"/>
              <a:gd name="connsiteX55" fmla="*/ 1032549 w 4114416"/>
              <a:gd name="connsiteY55" fmla="*/ 1947334 h 2870200"/>
              <a:gd name="connsiteX56" fmla="*/ 1049482 w 4114416"/>
              <a:gd name="connsiteY56" fmla="*/ 2040467 h 2870200"/>
              <a:gd name="connsiteX57" fmla="*/ 1074882 w 4114416"/>
              <a:gd name="connsiteY57" fmla="*/ 2108200 h 2870200"/>
              <a:gd name="connsiteX58" fmla="*/ 1083349 w 4114416"/>
              <a:gd name="connsiteY58" fmla="*/ 2150534 h 2870200"/>
              <a:gd name="connsiteX59" fmla="*/ 1125682 w 4114416"/>
              <a:gd name="connsiteY59" fmla="*/ 2209800 h 2870200"/>
              <a:gd name="connsiteX60" fmla="*/ 1134149 w 4114416"/>
              <a:gd name="connsiteY60" fmla="*/ 2108200 h 2870200"/>
              <a:gd name="connsiteX61" fmla="*/ 1184949 w 4114416"/>
              <a:gd name="connsiteY61" fmla="*/ 1989667 h 2870200"/>
              <a:gd name="connsiteX62" fmla="*/ 1235749 w 4114416"/>
              <a:gd name="connsiteY62" fmla="*/ 1913467 h 2870200"/>
              <a:gd name="connsiteX63" fmla="*/ 1244216 w 4114416"/>
              <a:gd name="connsiteY63" fmla="*/ 2167467 h 2870200"/>
              <a:gd name="connsiteX64" fmla="*/ 1261149 w 4114416"/>
              <a:gd name="connsiteY64" fmla="*/ 2082800 h 2870200"/>
              <a:gd name="connsiteX65" fmla="*/ 1269616 w 4114416"/>
              <a:gd name="connsiteY65" fmla="*/ 2015067 h 2870200"/>
              <a:gd name="connsiteX66" fmla="*/ 1311949 w 4114416"/>
              <a:gd name="connsiteY66" fmla="*/ 1854200 h 2870200"/>
              <a:gd name="connsiteX67" fmla="*/ 1320416 w 4114416"/>
              <a:gd name="connsiteY67" fmla="*/ 1803400 h 2870200"/>
              <a:gd name="connsiteX68" fmla="*/ 1345816 w 4114416"/>
              <a:gd name="connsiteY68" fmla="*/ 1701800 h 2870200"/>
              <a:gd name="connsiteX69" fmla="*/ 1371216 w 4114416"/>
              <a:gd name="connsiteY69" fmla="*/ 1718734 h 2870200"/>
              <a:gd name="connsiteX70" fmla="*/ 1379682 w 4114416"/>
              <a:gd name="connsiteY70" fmla="*/ 1744134 h 2870200"/>
              <a:gd name="connsiteX71" fmla="*/ 1405082 w 4114416"/>
              <a:gd name="connsiteY71" fmla="*/ 1828800 h 2870200"/>
              <a:gd name="connsiteX72" fmla="*/ 1422016 w 4114416"/>
              <a:gd name="connsiteY72" fmla="*/ 1879600 h 2870200"/>
              <a:gd name="connsiteX73" fmla="*/ 1430482 w 4114416"/>
              <a:gd name="connsiteY73" fmla="*/ 1913467 h 2870200"/>
              <a:gd name="connsiteX74" fmla="*/ 1455882 w 4114416"/>
              <a:gd name="connsiteY74" fmla="*/ 1947334 h 2870200"/>
              <a:gd name="connsiteX75" fmla="*/ 1472816 w 4114416"/>
              <a:gd name="connsiteY75" fmla="*/ 1938867 h 2870200"/>
              <a:gd name="connsiteX76" fmla="*/ 1515149 w 4114416"/>
              <a:gd name="connsiteY76" fmla="*/ 1803400 h 2870200"/>
              <a:gd name="connsiteX77" fmla="*/ 1574416 w 4114416"/>
              <a:gd name="connsiteY77" fmla="*/ 1651000 h 2870200"/>
              <a:gd name="connsiteX78" fmla="*/ 1582882 w 4114416"/>
              <a:gd name="connsiteY78" fmla="*/ 1591734 h 2870200"/>
              <a:gd name="connsiteX79" fmla="*/ 1599816 w 4114416"/>
              <a:gd name="connsiteY79" fmla="*/ 1566334 h 2870200"/>
              <a:gd name="connsiteX80" fmla="*/ 1608282 w 4114416"/>
              <a:gd name="connsiteY80" fmla="*/ 1524000 h 2870200"/>
              <a:gd name="connsiteX81" fmla="*/ 1616749 w 4114416"/>
              <a:gd name="connsiteY81" fmla="*/ 1498600 h 2870200"/>
              <a:gd name="connsiteX82" fmla="*/ 1633682 w 4114416"/>
              <a:gd name="connsiteY82" fmla="*/ 1524000 h 2870200"/>
              <a:gd name="connsiteX83" fmla="*/ 1659082 w 4114416"/>
              <a:gd name="connsiteY83" fmla="*/ 1490134 h 2870200"/>
              <a:gd name="connsiteX84" fmla="*/ 1684482 w 4114416"/>
              <a:gd name="connsiteY84" fmla="*/ 1388534 h 2870200"/>
              <a:gd name="connsiteX85" fmla="*/ 1743749 w 4114416"/>
              <a:gd name="connsiteY85" fmla="*/ 1286934 h 2870200"/>
              <a:gd name="connsiteX86" fmla="*/ 1794549 w 4114416"/>
              <a:gd name="connsiteY86" fmla="*/ 1176867 h 2870200"/>
              <a:gd name="connsiteX87" fmla="*/ 1819949 w 4114416"/>
              <a:gd name="connsiteY87" fmla="*/ 1202267 h 2870200"/>
              <a:gd name="connsiteX88" fmla="*/ 1828416 w 4114416"/>
              <a:gd name="connsiteY88" fmla="*/ 1227667 h 2870200"/>
              <a:gd name="connsiteX89" fmla="*/ 1845349 w 4114416"/>
              <a:gd name="connsiteY89" fmla="*/ 1261534 h 2870200"/>
              <a:gd name="connsiteX90" fmla="*/ 1887682 w 4114416"/>
              <a:gd name="connsiteY90" fmla="*/ 1422400 h 2870200"/>
              <a:gd name="connsiteX91" fmla="*/ 1938482 w 4114416"/>
              <a:gd name="connsiteY91" fmla="*/ 1600200 h 2870200"/>
              <a:gd name="connsiteX92" fmla="*/ 1989282 w 4114416"/>
              <a:gd name="connsiteY92" fmla="*/ 1744134 h 2870200"/>
              <a:gd name="connsiteX93" fmla="*/ 2006216 w 4114416"/>
              <a:gd name="connsiteY93" fmla="*/ 1498600 h 2870200"/>
              <a:gd name="connsiteX94" fmla="*/ 2023149 w 4114416"/>
              <a:gd name="connsiteY94" fmla="*/ 1464734 h 2870200"/>
              <a:gd name="connsiteX95" fmla="*/ 2031616 w 4114416"/>
              <a:gd name="connsiteY95" fmla="*/ 1439334 h 2870200"/>
              <a:gd name="connsiteX96" fmla="*/ 2082416 w 4114416"/>
              <a:gd name="connsiteY96" fmla="*/ 2032000 h 2870200"/>
              <a:gd name="connsiteX97" fmla="*/ 2090882 w 4114416"/>
              <a:gd name="connsiteY97" fmla="*/ 2150534 h 2870200"/>
              <a:gd name="connsiteX98" fmla="*/ 2099349 w 4114416"/>
              <a:gd name="connsiteY98" fmla="*/ 2489200 h 2870200"/>
              <a:gd name="connsiteX99" fmla="*/ 2133216 w 4114416"/>
              <a:gd name="connsiteY99" fmla="*/ 2421467 h 2870200"/>
              <a:gd name="connsiteX100" fmla="*/ 2175549 w 4114416"/>
              <a:gd name="connsiteY100" fmla="*/ 2319867 h 2870200"/>
              <a:gd name="connsiteX101" fmla="*/ 2200949 w 4114416"/>
              <a:gd name="connsiteY101" fmla="*/ 2286000 h 2870200"/>
              <a:gd name="connsiteX102" fmla="*/ 2234816 w 4114416"/>
              <a:gd name="connsiteY102" fmla="*/ 2235200 h 2870200"/>
              <a:gd name="connsiteX103" fmla="*/ 2251749 w 4114416"/>
              <a:gd name="connsiteY103" fmla="*/ 2514600 h 2870200"/>
              <a:gd name="connsiteX104" fmla="*/ 2277149 w 4114416"/>
              <a:gd name="connsiteY104" fmla="*/ 2565400 h 2870200"/>
              <a:gd name="connsiteX105" fmla="*/ 2285616 w 4114416"/>
              <a:gd name="connsiteY105" fmla="*/ 2489200 h 2870200"/>
              <a:gd name="connsiteX106" fmla="*/ 2302549 w 4114416"/>
              <a:gd name="connsiteY106" fmla="*/ 2421467 h 2870200"/>
              <a:gd name="connsiteX107" fmla="*/ 2311016 w 4114416"/>
              <a:gd name="connsiteY107" fmla="*/ 1718734 h 2870200"/>
              <a:gd name="connsiteX108" fmla="*/ 2336416 w 4114416"/>
              <a:gd name="connsiteY108" fmla="*/ 1811867 h 2870200"/>
              <a:gd name="connsiteX109" fmla="*/ 2361816 w 4114416"/>
              <a:gd name="connsiteY109" fmla="*/ 1871134 h 2870200"/>
              <a:gd name="connsiteX110" fmla="*/ 2387216 w 4114416"/>
              <a:gd name="connsiteY110" fmla="*/ 1938867 h 2870200"/>
              <a:gd name="connsiteX111" fmla="*/ 2395682 w 4114416"/>
              <a:gd name="connsiteY111" fmla="*/ 1972734 h 2870200"/>
              <a:gd name="connsiteX112" fmla="*/ 2404149 w 4114416"/>
              <a:gd name="connsiteY112" fmla="*/ 1574800 h 2870200"/>
              <a:gd name="connsiteX113" fmla="*/ 2429549 w 4114416"/>
              <a:gd name="connsiteY113" fmla="*/ 1236134 h 2870200"/>
              <a:gd name="connsiteX114" fmla="*/ 2446482 w 4114416"/>
              <a:gd name="connsiteY114" fmla="*/ 1092200 h 2870200"/>
              <a:gd name="connsiteX115" fmla="*/ 2454949 w 4114416"/>
              <a:gd name="connsiteY115" fmla="*/ 1066800 h 2870200"/>
              <a:gd name="connsiteX116" fmla="*/ 2463416 w 4114416"/>
              <a:gd name="connsiteY116" fmla="*/ 1092200 h 2870200"/>
              <a:gd name="connsiteX117" fmla="*/ 2480349 w 4114416"/>
              <a:gd name="connsiteY117" fmla="*/ 1117600 h 2870200"/>
              <a:gd name="connsiteX118" fmla="*/ 2488816 w 4114416"/>
              <a:gd name="connsiteY118" fmla="*/ 1227667 h 2870200"/>
              <a:gd name="connsiteX119" fmla="*/ 2514216 w 4114416"/>
              <a:gd name="connsiteY119" fmla="*/ 753534 h 2870200"/>
              <a:gd name="connsiteX120" fmla="*/ 2531149 w 4114416"/>
              <a:gd name="connsiteY120" fmla="*/ 685800 h 2870200"/>
              <a:gd name="connsiteX121" fmla="*/ 2539616 w 4114416"/>
              <a:gd name="connsiteY121" fmla="*/ 609600 h 2870200"/>
              <a:gd name="connsiteX122" fmla="*/ 2548082 w 4114416"/>
              <a:gd name="connsiteY122" fmla="*/ 558800 h 2870200"/>
              <a:gd name="connsiteX123" fmla="*/ 2565016 w 4114416"/>
              <a:gd name="connsiteY123" fmla="*/ 584200 h 2870200"/>
              <a:gd name="connsiteX124" fmla="*/ 2573482 w 4114416"/>
              <a:gd name="connsiteY124" fmla="*/ 778934 h 2870200"/>
              <a:gd name="connsiteX125" fmla="*/ 2615816 w 4114416"/>
              <a:gd name="connsiteY125" fmla="*/ 914400 h 2870200"/>
              <a:gd name="connsiteX126" fmla="*/ 2632749 w 4114416"/>
              <a:gd name="connsiteY126" fmla="*/ 973667 h 2870200"/>
              <a:gd name="connsiteX127" fmla="*/ 2649682 w 4114416"/>
              <a:gd name="connsiteY127" fmla="*/ 812800 h 2870200"/>
              <a:gd name="connsiteX128" fmla="*/ 2666616 w 4114416"/>
              <a:gd name="connsiteY128" fmla="*/ 694267 h 2870200"/>
              <a:gd name="connsiteX129" fmla="*/ 2692016 w 4114416"/>
              <a:gd name="connsiteY129" fmla="*/ 558800 h 2870200"/>
              <a:gd name="connsiteX130" fmla="*/ 2717416 w 4114416"/>
              <a:gd name="connsiteY130" fmla="*/ 321734 h 2870200"/>
              <a:gd name="connsiteX131" fmla="*/ 2734349 w 4114416"/>
              <a:gd name="connsiteY131" fmla="*/ 1058334 h 2870200"/>
              <a:gd name="connsiteX132" fmla="*/ 2760746 w 4114416"/>
              <a:gd name="connsiteY132" fmla="*/ 1023969 h 2870200"/>
              <a:gd name="connsiteX133" fmla="*/ 2810549 w 4114416"/>
              <a:gd name="connsiteY133" fmla="*/ 905934 h 2870200"/>
              <a:gd name="connsiteX134" fmla="*/ 2844416 w 4114416"/>
              <a:gd name="connsiteY134" fmla="*/ 855134 h 2870200"/>
              <a:gd name="connsiteX135" fmla="*/ 2869816 w 4114416"/>
              <a:gd name="connsiteY135" fmla="*/ 1422400 h 2870200"/>
              <a:gd name="connsiteX136" fmla="*/ 2878282 w 4114416"/>
              <a:gd name="connsiteY136" fmla="*/ 1388534 h 2870200"/>
              <a:gd name="connsiteX137" fmla="*/ 2895216 w 4114416"/>
              <a:gd name="connsiteY137" fmla="*/ 1363134 h 2870200"/>
              <a:gd name="connsiteX138" fmla="*/ 2920616 w 4114416"/>
              <a:gd name="connsiteY138" fmla="*/ 1278467 h 2870200"/>
              <a:gd name="connsiteX139" fmla="*/ 2937549 w 4114416"/>
              <a:gd name="connsiteY139" fmla="*/ 1320800 h 2870200"/>
              <a:gd name="connsiteX140" fmla="*/ 2954482 w 4114416"/>
              <a:gd name="connsiteY140" fmla="*/ 1388534 h 2870200"/>
              <a:gd name="connsiteX141" fmla="*/ 2971416 w 4114416"/>
              <a:gd name="connsiteY141" fmla="*/ 1422400 h 2870200"/>
              <a:gd name="connsiteX142" fmla="*/ 3013749 w 4114416"/>
              <a:gd name="connsiteY142" fmla="*/ 1540934 h 2870200"/>
              <a:gd name="connsiteX143" fmla="*/ 3030682 w 4114416"/>
              <a:gd name="connsiteY143" fmla="*/ 1566334 h 2870200"/>
              <a:gd name="connsiteX144" fmla="*/ 3064549 w 4114416"/>
              <a:gd name="connsiteY144" fmla="*/ 1718734 h 2870200"/>
              <a:gd name="connsiteX145" fmla="*/ 3089949 w 4114416"/>
              <a:gd name="connsiteY145" fmla="*/ 1761067 h 2870200"/>
              <a:gd name="connsiteX146" fmla="*/ 3123816 w 4114416"/>
              <a:gd name="connsiteY146" fmla="*/ 1879600 h 2870200"/>
              <a:gd name="connsiteX147" fmla="*/ 3115349 w 4114416"/>
              <a:gd name="connsiteY147" fmla="*/ 1913467 h 2870200"/>
              <a:gd name="connsiteX148" fmla="*/ 3127799 w 4114416"/>
              <a:gd name="connsiteY148" fmla="*/ 1901016 h 2870200"/>
              <a:gd name="connsiteX149" fmla="*/ 3106882 w 4114416"/>
              <a:gd name="connsiteY149" fmla="*/ 1888067 h 2870200"/>
              <a:gd name="connsiteX150" fmla="*/ 3132282 w 4114416"/>
              <a:gd name="connsiteY150" fmla="*/ 1871134 h 2870200"/>
              <a:gd name="connsiteX151" fmla="*/ 3140749 w 4114416"/>
              <a:gd name="connsiteY151" fmla="*/ 1769534 h 2870200"/>
              <a:gd name="connsiteX152" fmla="*/ 3157682 w 4114416"/>
              <a:gd name="connsiteY152" fmla="*/ 1710267 h 2870200"/>
              <a:gd name="connsiteX153" fmla="*/ 3166149 w 4114416"/>
              <a:gd name="connsiteY153" fmla="*/ 1684867 h 2870200"/>
              <a:gd name="connsiteX154" fmla="*/ 3191549 w 4114416"/>
              <a:gd name="connsiteY154" fmla="*/ 1676400 h 2870200"/>
              <a:gd name="connsiteX155" fmla="*/ 3200016 w 4114416"/>
              <a:gd name="connsiteY155" fmla="*/ 2006600 h 2870200"/>
              <a:gd name="connsiteX156" fmla="*/ 3208482 w 4114416"/>
              <a:gd name="connsiteY156" fmla="*/ 2048934 h 2870200"/>
              <a:gd name="connsiteX157" fmla="*/ 3216949 w 4114416"/>
              <a:gd name="connsiteY157" fmla="*/ 2099734 h 2870200"/>
              <a:gd name="connsiteX158" fmla="*/ 3233882 w 4114416"/>
              <a:gd name="connsiteY158" fmla="*/ 2048934 h 2870200"/>
              <a:gd name="connsiteX159" fmla="*/ 3242349 w 4114416"/>
              <a:gd name="connsiteY159" fmla="*/ 1998134 h 2870200"/>
              <a:gd name="connsiteX160" fmla="*/ 3276216 w 4114416"/>
              <a:gd name="connsiteY160" fmla="*/ 2353734 h 2870200"/>
              <a:gd name="connsiteX161" fmla="*/ 3301616 w 4114416"/>
              <a:gd name="connsiteY161" fmla="*/ 2387600 h 2870200"/>
              <a:gd name="connsiteX162" fmla="*/ 3310082 w 4114416"/>
              <a:gd name="connsiteY162" fmla="*/ 2497667 h 2870200"/>
              <a:gd name="connsiteX163" fmla="*/ 3327016 w 4114416"/>
              <a:gd name="connsiteY163" fmla="*/ 2531534 h 2870200"/>
              <a:gd name="connsiteX164" fmla="*/ 3343949 w 4114416"/>
              <a:gd name="connsiteY164" fmla="*/ 2599267 h 2870200"/>
              <a:gd name="connsiteX165" fmla="*/ 3369349 w 4114416"/>
              <a:gd name="connsiteY165" fmla="*/ 2667000 h 2870200"/>
              <a:gd name="connsiteX166" fmla="*/ 3411682 w 4114416"/>
              <a:gd name="connsiteY166" fmla="*/ 2810934 h 2870200"/>
              <a:gd name="connsiteX167" fmla="*/ 3437082 w 4114416"/>
              <a:gd name="connsiteY167" fmla="*/ 2870200 h 2870200"/>
              <a:gd name="connsiteX168" fmla="*/ 3462482 w 4114416"/>
              <a:gd name="connsiteY168" fmla="*/ 1828800 h 2870200"/>
              <a:gd name="connsiteX169" fmla="*/ 3461984 w 4114416"/>
              <a:gd name="connsiteY169" fmla="*/ 2090271 h 2870200"/>
              <a:gd name="connsiteX170" fmla="*/ 3487882 w 4114416"/>
              <a:gd name="connsiteY170" fmla="*/ 1735667 h 2870200"/>
              <a:gd name="connsiteX171" fmla="*/ 3513282 w 4114416"/>
              <a:gd name="connsiteY171" fmla="*/ 1651000 h 2870200"/>
              <a:gd name="connsiteX172" fmla="*/ 3521749 w 4114416"/>
              <a:gd name="connsiteY172" fmla="*/ 1701800 h 2870200"/>
              <a:gd name="connsiteX173" fmla="*/ 3525733 w 4114416"/>
              <a:gd name="connsiteY173" fmla="*/ 1875118 h 2870200"/>
              <a:gd name="connsiteX174" fmla="*/ 3547149 w 4114416"/>
              <a:gd name="connsiteY174" fmla="*/ 1752600 h 2870200"/>
              <a:gd name="connsiteX175" fmla="*/ 3555616 w 4114416"/>
              <a:gd name="connsiteY175" fmla="*/ 1693334 h 2870200"/>
              <a:gd name="connsiteX176" fmla="*/ 3597949 w 4114416"/>
              <a:gd name="connsiteY176" fmla="*/ 1608667 h 2870200"/>
              <a:gd name="connsiteX177" fmla="*/ 3614882 w 4114416"/>
              <a:gd name="connsiteY177" fmla="*/ 1566334 h 2870200"/>
              <a:gd name="connsiteX178" fmla="*/ 3657216 w 4114416"/>
              <a:gd name="connsiteY178" fmla="*/ 1464734 h 2870200"/>
              <a:gd name="connsiteX179" fmla="*/ 3661200 w 4114416"/>
              <a:gd name="connsiteY179" fmla="*/ 1373094 h 2870200"/>
              <a:gd name="connsiteX180" fmla="*/ 3682616 w 4114416"/>
              <a:gd name="connsiteY180" fmla="*/ 1363134 h 2870200"/>
              <a:gd name="connsiteX181" fmla="*/ 3699549 w 4114416"/>
              <a:gd name="connsiteY181" fmla="*/ 1320800 h 2870200"/>
              <a:gd name="connsiteX182" fmla="*/ 3694569 w 4114416"/>
              <a:gd name="connsiteY182" fmla="*/ 1151964 h 2870200"/>
              <a:gd name="connsiteX183" fmla="*/ 3741882 w 4114416"/>
              <a:gd name="connsiteY183" fmla="*/ 1227667 h 2870200"/>
              <a:gd name="connsiteX184" fmla="*/ 3750349 w 4114416"/>
              <a:gd name="connsiteY184" fmla="*/ 1176867 h 2870200"/>
              <a:gd name="connsiteX185" fmla="*/ 3767282 w 4114416"/>
              <a:gd name="connsiteY185" fmla="*/ 1126067 h 2870200"/>
              <a:gd name="connsiteX186" fmla="*/ 3775749 w 4114416"/>
              <a:gd name="connsiteY186" fmla="*/ 1058334 h 2870200"/>
              <a:gd name="connsiteX187" fmla="*/ 3784216 w 4114416"/>
              <a:gd name="connsiteY187" fmla="*/ 1270000 h 2870200"/>
              <a:gd name="connsiteX188" fmla="*/ 3813064 w 4114416"/>
              <a:gd name="connsiteY188" fmla="*/ 678606 h 2870200"/>
              <a:gd name="connsiteX189" fmla="*/ 3818082 w 4114416"/>
              <a:gd name="connsiteY189" fmla="*/ 558800 h 2870200"/>
              <a:gd name="connsiteX190" fmla="*/ 3835016 w 4114416"/>
              <a:gd name="connsiteY190" fmla="*/ 482600 h 2870200"/>
              <a:gd name="connsiteX191" fmla="*/ 3843482 w 4114416"/>
              <a:gd name="connsiteY191" fmla="*/ 533400 h 2870200"/>
              <a:gd name="connsiteX192" fmla="*/ 3860416 w 4114416"/>
              <a:gd name="connsiteY192" fmla="*/ 660400 h 2870200"/>
              <a:gd name="connsiteX193" fmla="*/ 3868882 w 4114416"/>
              <a:gd name="connsiteY193" fmla="*/ 702734 h 2870200"/>
              <a:gd name="connsiteX194" fmla="*/ 3885816 w 4114416"/>
              <a:gd name="connsiteY194" fmla="*/ 736600 h 2870200"/>
              <a:gd name="connsiteX195" fmla="*/ 3902749 w 4114416"/>
              <a:gd name="connsiteY195" fmla="*/ 702734 h 2870200"/>
              <a:gd name="connsiteX196" fmla="*/ 3962016 w 4114416"/>
              <a:gd name="connsiteY196" fmla="*/ 482600 h 2870200"/>
              <a:gd name="connsiteX197" fmla="*/ 3978949 w 4114416"/>
              <a:gd name="connsiteY197" fmla="*/ 457200 h 2870200"/>
              <a:gd name="connsiteX198" fmla="*/ 4004349 w 4114416"/>
              <a:gd name="connsiteY198" fmla="*/ 177800 h 2870200"/>
              <a:gd name="connsiteX199" fmla="*/ 4029749 w 4114416"/>
              <a:gd name="connsiteY199" fmla="*/ 135467 h 2870200"/>
              <a:gd name="connsiteX200" fmla="*/ 4038216 w 4114416"/>
              <a:gd name="connsiteY200" fmla="*/ 101600 h 2870200"/>
              <a:gd name="connsiteX201" fmla="*/ 4046682 w 4114416"/>
              <a:gd name="connsiteY201" fmla="*/ 76200 h 2870200"/>
              <a:gd name="connsiteX202" fmla="*/ 4055149 w 4114416"/>
              <a:gd name="connsiteY202" fmla="*/ 110067 h 2870200"/>
              <a:gd name="connsiteX203" fmla="*/ 4072082 w 4114416"/>
              <a:gd name="connsiteY203" fmla="*/ 160867 h 2870200"/>
              <a:gd name="connsiteX204" fmla="*/ 4114416 w 4114416"/>
              <a:gd name="connsiteY204" fmla="*/ 0 h 2870200"/>
              <a:gd name="connsiteX0" fmla="*/ 0 w 4114416"/>
              <a:gd name="connsiteY0" fmla="*/ 735359 h 2870200"/>
              <a:gd name="connsiteX1" fmla="*/ 22363 w 4114416"/>
              <a:gd name="connsiteY1" fmla="*/ 647092 h 2870200"/>
              <a:gd name="connsiteX2" fmla="*/ 53451 w 4114416"/>
              <a:gd name="connsiteY2" fmla="*/ 567267 h 2870200"/>
              <a:gd name="connsiteX3" fmla="*/ 61790 w 4114416"/>
              <a:gd name="connsiteY3" fmla="*/ 828517 h 2870200"/>
              <a:gd name="connsiteX4" fmla="*/ 57549 w 4114416"/>
              <a:gd name="connsiteY4" fmla="*/ 1083293 h 2870200"/>
              <a:gd name="connsiteX5" fmla="*/ 55282 w 4114416"/>
              <a:gd name="connsiteY5" fmla="*/ 1212385 h 2870200"/>
              <a:gd name="connsiteX6" fmla="*/ 69873 w 4114416"/>
              <a:gd name="connsiteY6" fmla="*/ 1401791 h 2870200"/>
              <a:gd name="connsiteX7" fmla="*/ 112335 w 4114416"/>
              <a:gd name="connsiteY7" fmla="*/ 1209517 h 2870200"/>
              <a:gd name="connsiteX8" fmla="*/ 135082 w 4114416"/>
              <a:gd name="connsiteY8" fmla="*/ 1100667 h 2870200"/>
              <a:gd name="connsiteX9" fmla="*/ 168949 w 4114416"/>
              <a:gd name="connsiteY9" fmla="*/ 999067 h 2870200"/>
              <a:gd name="connsiteX10" fmla="*/ 185882 w 4114416"/>
              <a:gd name="connsiteY10" fmla="*/ 948267 h 2870200"/>
              <a:gd name="connsiteX11" fmla="*/ 202816 w 4114416"/>
              <a:gd name="connsiteY11" fmla="*/ 1134534 h 2870200"/>
              <a:gd name="connsiteX12" fmla="*/ 219749 w 4114416"/>
              <a:gd name="connsiteY12" fmla="*/ 1464734 h 2870200"/>
              <a:gd name="connsiteX13" fmla="*/ 279016 w 4114416"/>
              <a:gd name="connsiteY13" fmla="*/ 1363134 h 2870200"/>
              <a:gd name="connsiteX14" fmla="*/ 304416 w 4114416"/>
              <a:gd name="connsiteY14" fmla="*/ 1371600 h 2870200"/>
              <a:gd name="connsiteX15" fmla="*/ 312882 w 4114416"/>
              <a:gd name="connsiteY15" fmla="*/ 2243667 h 2870200"/>
              <a:gd name="connsiteX16" fmla="*/ 338282 w 4114416"/>
              <a:gd name="connsiteY16" fmla="*/ 2201334 h 2870200"/>
              <a:gd name="connsiteX17" fmla="*/ 346749 w 4114416"/>
              <a:gd name="connsiteY17" fmla="*/ 2150534 h 2870200"/>
              <a:gd name="connsiteX18" fmla="*/ 371651 w 4114416"/>
              <a:gd name="connsiteY18" fmla="*/ 2376146 h 2870200"/>
              <a:gd name="connsiteX19" fmla="*/ 389082 w 4114416"/>
              <a:gd name="connsiteY19" fmla="*/ 2082800 h 2870200"/>
              <a:gd name="connsiteX20" fmla="*/ 414981 w 4114416"/>
              <a:gd name="connsiteY20" fmla="*/ 1792444 h 2870200"/>
              <a:gd name="connsiteX21" fmla="*/ 422949 w 4114416"/>
              <a:gd name="connsiteY21" fmla="*/ 2032000 h 2870200"/>
              <a:gd name="connsiteX22" fmla="*/ 459467 w 4114416"/>
              <a:gd name="connsiteY22" fmla="*/ 1994509 h 2870200"/>
              <a:gd name="connsiteX23" fmla="*/ 465282 w 4114416"/>
              <a:gd name="connsiteY23" fmla="*/ 1752600 h 2870200"/>
              <a:gd name="connsiteX24" fmla="*/ 490682 w 4114416"/>
              <a:gd name="connsiteY24" fmla="*/ 1651000 h 2870200"/>
              <a:gd name="connsiteX25" fmla="*/ 516082 w 4114416"/>
              <a:gd name="connsiteY25" fmla="*/ 1710267 h 2870200"/>
              <a:gd name="connsiteX26" fmla="*/ 524549 w 4114416"/>
              <a:gd name="connsiteY26" fmla="*/ 1851666 h 2870200"/>
              <a:gd name="connsiteX27" fmla="*/ 558416 w 4114416"/>
              <a:gd name="connsiteY27" fmla="*/ 1820334 h 2870200"/>
              <a:gd name="connsiteX28" fmla="*/ 583816 w 4114416"/>
              <a:gd name="connsiteY28" fmla="*/ 1938867 h 2870200"/>
              <a:gd name="connsiteX29" fmla="*/ 600749 w 4114416"/>
              <a:gd name="connsiteY29" fmla="*/ 1998134 h 2870200"/>
              <a:gd name="connsiteX30" fmla="*/ 617682 w 4114416"/>
              <a:gd name="connsiteY30" fmla="*/ 2023534 h 2870200"/>
              <a:gd name="connsiteX31" fmla="*/ 643082 w 4114416"/>
              <a:gd name="connsiteY31" fmla="*/ 1786467 h 2870200"/>
              <a:gd name="connsiteX32" fmla="*/ 651549 w 4114416"/>
              <a:gd name="connsiteY32" fmla="*/ 1744134 h 2870200"/>
              <a:gd name="connsiteX33" fmla="*/ 668482 w 4114416"/>
              <a:gd name="connsiteY33" fmla="*/ 1718734 h 2870200"/>
              <a:gd name="connsiteX34" fmla="*/ 685416 w 4114416"/>
              <a:gd name="connsiteY34" fmla="*/ 1617134 h 2870200"/>
              <a:gd name="connsiteX35" fmla="*/ 702349 w 4114416"/>
              <a:gd name="connsiteY35" fmla="*/ 1557867 h 2870200"/>
              <a:gd name="connsiteX36" fmla="*/ 710816 w 4114416"/>
              <a:gd name="connsiteY36" fmla="*/ 1524000 h 2870200"/>
              <a:gd name="connsiteX37" fmla="*/ 727749 w 4114416"/>
              <a:gd name="connsiteY37" fmla="*/ 1312334 h 2870200"/>
              <a:gd name="connsiteX38" fmla="*/ 744682 w 4114416"/>
              <a:gd name="connsiteY38" fmla="*/ 1380067 h 2870200"/>
              <a:gd name="connsiteX39" fmla="*/ 761616 w 4114416"/>
              <a:gd name="connsiteY39" fmla="*/ 1532467 h 2870200"/>
              <a:gd name="connsiteX40" fmla="*/ 778549 w 4114416"/>
              <a:gd name="connsiteY40" fmla="*/ 1566334 h 2870200"/>
              <a:gd name="connsiteX41" fmla="*/ 803949 w 4114416"/>
              <a:gd name="connsiteY41" fmla="*/ 1456267 h 2870200"/>
              <a:gd name="connsiteX42" fmla="*/ 820882 w 4114416"/>
              <a:gd name="connsiteY42" fmla="*/ 1430867 h 2870200"/>
              <a:gd name="connsiteX43" fmla="*/ 854749 w 4114416"/>
              <a:gd name="connsiteY43" fmla="*/ 1388534 h 2870200"/>
              <a:gd name="connsiteX44" fmla="*/ 863216 w 4114416"/>
              <a:gd name="connsiteY44" fmla="*/ 1498600 h 2870200"/>
              <a:gd name="connsiteX45" fmla="*/ 888616 w 4114416"/>
              <a:gd name="connsiteY45" fmla="*/ 1811867 h 2870200"/>
              <a:gd name="connsiteX46" fmla="*/ 897082 w 4114416"/>
              <a:gd name="connsiteY46" fmla="*/ 1642534 h 2870200"/>
              <a:gd name="connsiteX47" fmla="*/ 922482 w 4114416"/>
              <a:gd name="connsiteY47" fmla="*/ 1583267 h 2870200"/>
              <a:gd name="connsiteX48" fmla="*/ 930949 w 4114416"/>
              <a:gd name="connsiteY48" fmla="*/ 1557867 h 2870200"/>
              <a:gd name="connsiteX49" fmla="*/ 939416 w 4114416"/>
              <a:gd name="connsiteY49" fmla="*/ 2006600 h 2870200"/>
              <a:gd name="connsiteX50" fmla="*/ 964816 w 4114416"/>
              <a:gd name="connsiteY50" fmla="*/ 2116667 h 2870200"/>
              <a:gd name="connsiteX51" fmla="*/ 973282 w 4114416"/>
              <a:gd name="connsiteY51" fmla="*/ 1948424 h 2870200"/>
              <a:gd name="connsiteX52" fmla="*/ 990216 w 4114416"/>
              <a:gd name="connsiteY52" fmla="*/ 1794934 h 2870200"/>
              <a:gd name="connsiteX53" fmla="*/ 998682 w 4114416"/>
              <a:gd name="connsiteY53" fmla="*/ 1761067 h 2870200"/>
              <a:gd name="connsiteX54" fmla="*/ 1015616 w 4114416"/>
              <a:gd name="connsiteY54" fmla="*/ 1871134 h 2870200"/>
              <a:gd name="connsiteX55" fmla="*/ 1032549 w 4114416"/>
              <a:gd name="connsiteY55" fmla="*/ 1947334 h 2870200"/>
              <a:gd name="connsiteX56" fmla="*/ 1049482 w 4114416"/>
              <a:gd name="connsiteY56" fmla="*/ 2040467 h 2870200"/>
              <a:gd name="connsiteX57" fmla="*/ 1074882 w 4114416"/>
              <a:gd name="connsiteY57" fmla="*/ 2108200 h 2870200"/>
              <a:gd name="connsiteX58" fmla="*/ 1083349 w 4114416"/>
              <a:gd name="connsiteY58" fmla="*/ 2150534 h 2870200"/>
              <a:gd name="connsiteX59" fmla="*/ 1125682 w 4114416"/>
              <a:gd name="connsiteY59" fmla="*/ 2209800 h 2870200"/>
              <a:gd name="connsiteX60" fmla="*/ 1134149 w 4114416"/>
              <a:gd name="connsiteY60" fmla="*/ 2108200 h 2870200"/>
              <a:gd name="connsiteX61" fmla="*/ 1184949 w 4114416"/>
              <a:gd name="connsiteY61" fmla="*/ 1989667 h 2870200"/>
              <a:gd name="connsiteX62" fmla="*/ 1235749 w 4114416"/>
              <a:gd name="connsiteY62" fmla="*/ 1913467 h 2870200"/>
              <a:gd name="connsiteX63" fmla="*/ 1244216 w 4114416"/>
              <a:gd name="connsiteY63" fmla="*/ 2167467 h 2870200"/>
              <a:gd name="connsiteX64" fmla="*/ 1261149 w 4114416"/>
              <a:gd name="connsiteY64" fmla="*/ 2082800 h 2870200"/>
              <a:gd name="connsiteX65" fmla="*/ 1269616 w 4114416"/>
              <a:gd name="connsiteY65" fmla="*/ 2015067 h 2870200"/>
              <a:gd name="connsiteX66" fmla="*/ 1311949 w 4114416"/>
              <a:gd name="connsiteY66" fmla="*/ 1854200 h 2870200"/>
              <a:gd name="connsiteX67" fmla="*/ 1320416 w 4114416"/>
              <a:gd name="connsiteY67" fmla="*/ 1803400 h 2870200"/>
              <a:gd name="connsiteX68" fmla="*/ 1345816 w 4114416"/>
              <a:gd name="connsiteY68" fmla="*/ 1701800 h 2870200"/>
              <a:gd name="connsiteX69" fmla="*/ 1371216 w 4114416"/>
              <a:gd name="connsiteY69" fmla="*/ 1718734 h 2870200"/>
              <a:gd name="connsiteX70" fmla="*/ 1379682 w 4114416"/>
              <a:gd name="connsiteY70" fmla="*/ 1744134 h 2870200"/>
              <a:gd name="connsiteX71" fmla="*/ 1405082 w 4114416"/>
              <a:gd name="connsiteY71" fmla="*/ 1828800 h 2870200"/>
              <a:gd name="connsiteX72" fmla="*/ 1422016 w 4114416"/>
              <a:gd name="connsiteY72" fmla="*/ 1879600 h 2870200"/>
              <a:gd name="connsiteX73" fmla="*/ 1430482 w 4114416"/>
              <a:gd name="connsiteY73" fmla="*/ 1913467 h 2870200"/>
              <a:gd name="connsiteX74" fmla="*/ 1455882 w 4114416"/>
              <a:gd name="connsiteY74" fmla="*/ 1947334 h 2870200"/>
              <a:gd name="connsiteX75" fmla="*/ 1472816 w 4114416"/>
              <a:gd name="connsiteY75" fmla="*/ 1938867 h 2870200"/>
              <a:gd name="connsiteX76" fmla="*/ 1515149 w 4114416"/>
              <a:gd name="connsiteY76" fmla="*/ 1803400 h 2870200"/>
              <a:gd name="connsiteX77" fmla="*/ 1574416 w 4114416"/>
              <a:gd name="connsiteY77" fmla="*/ 1651000 h 2870200"/>
              <a:gd name="connsiteX78" fmla="*/ 1582882 w 4114416"/>
              <a:gd name="connsiteY78" fmla="*/ 1591734 h 2870200"/>
              <a:gd name="connsiteX79" fmla="*/ 1599816 w 4114416"/>
              <a:gd name="connsiteY79" fmla="*/ 1566334 h 2870200"/>
              <a:gd name="connsiteX80" fmla="*/ 1608282 w 4114416"/>
              <a:gd name="connsiteY80" fmla="*/ 1524000 h 2870200"/>
              <a:gd name="connsiteX81" fmla="*/ 1616749 w 4114416"/>
              <a:gd name="connsiteY81" fmla="*/ 1498600 h 2870200"/>
              <a:gd name="connsiteX82" fmla="*/ 1633682 w 4114416"/>
              <a:gd name="connsiteY82" fmla="*/ 1524000 h 2870200"/>
              <a:gd name="connsiteX83" fmla="*/ 1659082 w 4114416"/>
              <a:gd name="connsiteY83" fmla="*/ 1490134 h 2870200"/>
              <a:gd name="connsiteX84" fmla="*/ 1684482 w 4114416"/>
              <a:gd name="connsiteY84" fmla="*/ 1388534 h 2870200"/>
              <a:gd name="connsiteX85" fmla="*/ 1743749 w 4114416"/>
              <a:gd name="connsiteY85" fmla="*/ 1286934 h 2870200"/>
              <a:gd name="connsiteX86" fmla="*/ 1794549 w 4114416"/>
              <a:gd name="connsiteY86" fmla="*/ 1176867 h 2870200"/>
              <a:gd name="connsiteX87" fmla="*/ 1819949 w 4114416"/>
              <a:gd name="connsiteY87" fmla="*/ 1202267 h 2870200"/>
              <a:gd name="connsiteX88" fmla="*/ 1828416 w 4114416"/>
              <a:gd name="connsiteY88" fmla="*/ 1227667 h 2870200"/>
              <a:gd name="connsiteX89" fmla="*/ 1845349 w 4114416"/>
              <a:gd name="connsiteY89" fmla="*/ 1261534 h 2870200"/>
              <a:gd name="connsiteX90" fmla="*/ 1887682 w 4114416"/>
              <a:gd name="connsiteY90" fmla="*/ 1422400 h 2870200"/>
              <a:gd name="connsiteX91" fmla="*/ 1938482 w 4114416"/>
              <a:gd name="connsiteY91" fmla="*/ 1600200 h 2870200"/>
              <a:gd name="connsiteX92" fmla="*/ 1989282 w 4114416"/>
              <a:gd name="connsiteY92" fmla="*/ 1744134 h 2870200"/>
              <a:gd name="connsiteX93" fmla="*/ 2006216 w 4114416"/>
              <a:gd name="connsiteY93" fmla="*/ 1498600 h 2870200"/>
              <a:gd name="connsiteX94" fmla="*/ 2023149 w 4114416"/>
              <a:gd name="connsiteY94" fmla="*/ 1464734 h 2870200"/>
              <a:gd name="connsiteX95" fmla="*/ 2031616 w 4114416"/>
              <a:gd name="connsiteY95" fmla="*/ 1439334 h 2870200"/>
              <a:gd name="connsiteX96" fmla="*/ 2082416 w 4114416"/>
              <a:gd name="connsiteY96" fmla="*/ 2032000 h 2870200"/>
              <a:gd name="connsiteX97" fmla="*/ 2090882 w 4114416"/>
              <a:gd name="connsiteY97" fmla="*/ 2150534 h 2870200"/>
              <a:gd name="connsiteX98" fmla="*/ 2099349 w 4114416"/>
              <a:gd name="connsiteY98" fmla="*/ 2489200 h 2870200"/>
              <a:gd name="connsiteX99" fmla="*/ 2133216 w 4114416"/>
              <a:gd name="connsiteY99" fmla="*/ 2421467 h 2870200"/>
              <a:gd name="connsiteX100" fmla="*/ 2175549 w 4114416"/>
              <a:gd name="connsiteY100" fmla="*/ 2319867 h 2870200"/>
              <a:gd name="connsiteX101" fmla="*/ 2200949 w 4114416"/>
              <a:gd name="connsiteY101" fmla="*/ 2286000 h 2870200"/>
              <a:gd name="connsiteX102" fmla="*/ 2234816 w 4114416"/>
              <a:gd name="connsiteY102" fmla="*/ 2235200 h 2870200"/>
              <a:gd name="connsiteX103" fmla="*/ 2251749 w 4114416"/>
              <a:gd name="connsiteY103" fmla="*/ 2514600 h 2870200"/>
              <a:gd name="connsiteX104" fmla="*/ 2277149 w 4114416"/>
              <a:gd name="connsiteY104" fmla="*/ 2565400 h 2870200"/>
              <a:gd name="connsiteX105" fmla="*/ 2285616 w 4114416"/>
              <a:gd name="connsiteY105" fmla="*/ 2489200 h 2870200"/>
              <a:gd name="connsiteX106" fmla="*/ 2302549 w 4114416"/>
              <a:gd name="connsiteY106" fmla="*/ 2421467 h 2870200"/>
              <a:gd name="connsiteX107" fmla="*/ 2311016 w 4114416"/>
              <a:gd name="connsiteY107" fmla="*/ 1718734 h 2870200"/>
              <a:gd name="connsiteX108" fmla="*/ 2336416 w 4114416"/>
              <a:gd name="connsiteY108" fmla="*/ 1811867 h 2870200"/>
              <a:gd name="connsiteX109" fmla="*/ 2361816 w 4114416"/>
              <a:gd name="connsiteY109" fmla="*/ 1871134 h 2870200"/>
              <a:gd name="connsiteX110" fmla="*/ 2387216 w 4114416"/>
              <a:gd name="connsiteY110" fmla="*/ 1938867 h 2870200"/>
              <a:gd name="connsiteX111" fmla="*/ 2395682 w 4114416"/>
              <a:gd name="connsiteY111" fmla="*/ 1972734 h 2870200"/>
              <a:gd name="connsiteX112" fmla="*/ 2404149 w 4114416"/>
              <a:gd name="connsiteY112" fmla="*/ 1574800 h 2870200"/>
              <a:gd name="connsiteX113" fmla="*/ 2429549 w 4114416"/>
              <a:gd name="connsiteY113" fmla="*/ 1236134 h 2870200"/>
              <a:gd name="connsiteX114" fmla="*/ 2446482 w 4114416"/>
              <a:gd name="connsiteY114" fmla="*/ 1092200 h 2870200"/>
              <a:gd name="connsiteX115" fmla="*/ 2454949 w 4114416"/>
              <a:gd name="connsiteY115" fmla="*/ 1066800 h 2870200"/>
              <a:gd name="connsiteX116" fmla="*/ 2463416 w 4114416"/>
              <a:gd name="connsiteY116" fmla="*/ 1092200 h 2870200"/>
              <a:gd name="connsiteX117" fmla="*/ 2480349 w 4114416"/>
              <a:gd name="connsiteY117" fmla="*/ 1117600 h 2870200"/>
              <a:gd name="connsiteX118" fmla="*/ 2488816 w 4114416"/>
              <a:gd name="connsiteY118" fmla="*/ 1227667 h 2870200"/>
              <a:gd name="connsiteX119" fmla="*/ 2514216 w 4114416"/>
              <a:gd name="connsiteY119" fmla="*/ 753534 h 2870200"/>
              <a:gd name="connsiteX120" fmla="*/ 2531149 w 4114416"/>
              <a:gd name="connsiteY120" fmla="*/ 685800 h 2870200"/>
              <a:gd name="connsiteX121" fmla="*/ 2539616 w 4114416"/>
              <a:gd name="connsiteY121" fmla="*/ 609600 h 2870200"/>
              <a:gd name="connsiteX122" fmla="*/ 2548082 w 4114416"/>
              <a:gd name="connsiteY122" fmla="*/ 558800 h 2870200"/>
              <a:gd name="connsiteX123" fmla="*/ 2565016 w 4114416"/>
              <a:gd name="connsiteY123" fmla="*/ 584200 h 2870200"/>
              <a:gd name="connsiteX124" fmla="*/ 2573482 w 4114416"/>
              <a:gd name="connsiteY124" fmla="*/ 778934 h 2870200"/>
              <a:gd name="connsiteX125" fmla="*/ 2615816 w 4114416"/>
              <a:gd name="connsiteY125" fmla="*/ 914400 h 2870200"/>
              <a:gd name="connsiteX126" fmla="*/ 2632749 w 4114416"/>
              <a:gd name="connsiteY126" fmla="*/ 973667 h 2870200"/>
              <a:gd name="connsiteX127" fmla="*/ 2649682 w 4114416"/>
              <a:gd name="connsiteY127" fmla="*/ 812800 h 2870200"/>
              <a:gd name="connsiteX128" fmla="*/ 2666616 w 4114416"/>
              <a:gd name="connsiteY128" fmla="*/ 694267 h 2870200"/>
              <a:gd name="connsiteX129" fmla="*/ 2692016 w 4114416"/>
              <a:gd name="connsiteY129" fmla="*/ 558800 h 2870200"/>
              <a:gd name="connsiteX130" fmla="*/ 2717416 w 4114416"/>
              <a:gd name="connsiteY130" fmla="*/ 321734 h 2870200"/>
              <a:gd name="connsiteX131" fmla="*/ 2734349 w 4114416"/>
              <a:gd name="connsiteY131" fmla="*/ 1058334 h 2870200"/>
              <a:gd name="connsiteX132" fmla="*/ 2760746 w 4114416"/>
              <a:gd name="connsiteY132" fmla="*/ 1023969 h 2870200"/>
              <a:gd name="connsiteX133" fmla="*/ 2810549 w 4114416"/>
              <a:gd name="connsiteY133" fmla="*/ 905934 h 2870200"/>
              <a:gd name="connsiteX134" fmla="*/ 2844416 w 4114416"/>
              <a:gd name="connsiteY134" fmla="*/ 855134 h 2870200"/>
              <a:gd name="connsiteX135" fmla="*/ 2869816 w 4114416"/>
              <a:gd name="connsiteY135" fmla="*/ 1422400 h 2870200"/>
              <a:gd name="connsiteX136" fmla="*/ 2878282 w 4114416"/>
              <a:gd name="connsiteY136" fmla="*/ 1388534 h 2870200"/>
              <a:gd name="connsiteX137" fmla="*/ 2895216 w 4114416"/>
              <a:gd name="connsiteY137" fmla="*/ 1363134 h 2870200"/>
              <a:gd name="connsiteX138" fmla="*/ 2920616 w 4114416"/>
              <a:gd name="connsiteY138" fmla="*/ 1278467 h 2870200"/>
              <a:gd name="connsiteX139" fmla="*/ 2937549 w 4114416"/>
              <a:gd name="connsiteY139" fmla="*/ 1320800 h 2870200"/>
              <a:gd name="connsiteX140" fmla="*/ 2954482 w 4114416"/>
              <a:gd name="connsiteY140" fmla="*/ 1388534 h 2870200"/>
              <a:gd name="connsiteX141" fmla="*/ 2971416 w 4114416"/>
              <a:gd name="connsiteY141" fmla="*/ 1422400 h 2870200"/>
              <a:gd name="connsiteX142" fmla="*/ 3013749 w 4114416"/>
              <a:gd name="connsiteY142" fmla="*/ 1540934 h 2870200"/>
              <a:gd name="connsiteX143" fmla="*/ 3030682 w 4114416"/>
              <a:gd name="connsiteY143" fmla="*/ 1566334 h 2870200"/>
              <a:gd name="connsiteX144" fmla="*/ 3064549 w 4114416"/>
              <a:gd name="connsiteY144" fmla="*/ 1718734 h 2870200"/>
              <a:gd name="connsiteX145" fmla="*/ 3089949 w 4114416"/>
              <a:gd name="connsiteY145" fmla="*/ 1761067 h 2870200"/>
              <a:gd name="connsiteX146" fmla="*/ 3123816 w 4114416"/>
              <a:gd name="connsiteY146" fmla="*/ 1879600 h 2870200"/>
              <a:gd name="connsiteX147" fmla="*/ 3115349 w 4114416"/>
              <a:gd name="connsiteY147" fmla="*/ 1913467 h 2870200"/>
              <a:gd name="connsiteX148" fmla="*/ 3127799 w 4114416"/>
              <a:gd name="connsiteY148" fmla="*/ 1901016 h 2870200"/>
              <a:gd name="connsiteX149" fmla="*/ 3106882 w 4114416"/>
              <a:gd name="connsiteY149" fmla="*/ 1888067 h 2870200"/>
              <a:gd name="connsiteX150" fmla="*/ 3132282 w 4114416"/>
              <a:gd name="connsiteY150" fmla="*/ 1871134 h 2870200"/>
              <a:gd name="connsiteX151" fmla="*/ 3140749 w 4114416"/>
              <a:gd name="connsiteY151" fmla="*/ 1769534 h 2870200"/>
              <a:gd name="connsiteX152" fmla="*/ 3157682 w 4114416"/>
              <a:gd name="connsiteY152" fmla="*/ 1710267 h 2870200"/>
              <a:gd name="connsiteX153" fmla="*/ 3166149 w 4114416"/>
              <a:gd name="connsiteY153" fmla="*/ 1684867 h 2870200"/>
              <a:gd name="connsiteX154" fmla="*/ 3191549 w 4114416"/>
              <a:gd name="connsiteY154" fmla="*/ 1676400 h 2870200"/>
              <a:gd name="connsiteX155" fmla="*/ 3200016 w 4114416"/>
              <a:gd name="connsiteY155" fmla="*/ 2006600 h 2870200"/>
              <a:gd name="connsiteX156" fmla="*/ 3208482 w 4114416"/>
              <a:gd name="connsiteY156" fmla="*/ 2048934 h 2870200"/>
              <a:gd name="connsiteX157" fmla="*/ 3216949 w 4114416"/>
              <a:gd name="connsiteY157" fmla="*/ 2099734 h 2870200"/>
              <a:gd name="connsiteX158" fmla="*/ 3233882 w 4114416"/>
              <a:gd name="connsiteY158" fmla="*/ 2048934 h 2870200"/>
              <a:gd name="connsiteX159" fmla="*/ 3242349 w 4114416"/>
              <a:gd name="connsiteY159" fmla="*/ 1998134 h 2870200"/>
              <a:gd name="connsiteX160" fmla="*/ 3276216 w 4114416"/>
              <a:gd name="connsiteY160" fmla="*/ 2353734 h 2870200"/>
              <a:gd name="connsiteX161" fmla="*/ 3301616 w 4114416"/>
              <a:gd name="connsiteY161" fmla="*/ 2387600 h 2870200"/>
              <a:gd name="connsiteX162" fmla="*/ 3310082 w 4114416"/>
              <a:gd name="connsiteY162" fmla="*/ 2497667 h 2870200"/>
              <a:gd name="connsiteX163" fmla="*/ 3327016 w 4114416"/>
              <a:gd name="connsiteY163" fmla="*/ 2531534 h 2870200"/>
              <a:gd name="connsiteX164" fmla="*/ 3343949 w 4114416"/>
              <a:gd name="connsiteY164" fmla="*/ 2599267 h 2870200"/>
              <a:gd name="connsiteX165" fmla="*/ 3369349 w 4114416"/>
              <a:gd name="connsiteY165" fmla="*/ 2667000 h 2870200"/>
              <a:gd name="connsiteX166" fmla="*/ 3411682 w 4114416"/>
              <a:gd name="connsiteY166" fmla="*/ 2810934 h 2870200"/>
              <a:gd name="connsiteX167" fmla="*/ 3437082 w 4114416"/>
              <a:gd name="connsiteY167" fmla="*/ 2870200 h 2870200"/>
              <a:gd name="connsiteX168" fmla="*/ 3462482 w 4114416"/>
              <a:gd name="connsiteY168" fmla="*/ 1828800 h 2870200"/>
              <a:gd name="connsiteX169" fmla="*/ 3461984 w 4114416"/>
              <a:gd name="connsiteY169" fmla="*/ 2090271 h 2870200"/>
              <a:gd name="connsiteX170" fmla="*/ 3487882 w 4114416"/>
              <a:gd name="connsiteY170" fmla="*/ 1735667 h 2870200"/>
              <a:gd name="connsiteX171" fmla="*/ 3513282 w 4114416"/>
              <a:gd name="connsiteY171" fmla="*/ 1651000 h 2870200"/>
              <a:gd name="connsiteX172" fmla="*/ 3521749 w 4114416"/>
              <a:gd name="connsiteY172" fmla="*/ 1701800 h 2870200"/>
              <a:gd name="connsiteX173" fmla="*/ 3525733 w 4114416"/>
              <a:gd name="connsiteY173" fmla="*/ 1875118 h 2870200"/>
              <a:gd name="connsiteX174" fmla="*/ 3547149 w 4114416"/>
              <a:gd name="connsiteY174" fmla="*/ 1752600 h 2870200"/>
              <a:gd name="connsiteX175" fmla="*/ 3555616 w 4114416"/>
              <a:gd name="connsiteY175" fmla="*/ 1693334 h 2870200"/>
              <a:gd name="connsiteX176" fmla="*/ 3597949 w 4114416"/>
              <a:gd name="connsiteY176" fmla="*/ 1608667 h 2870200"/>
              <a:gd name="connsiteX177" fmla="*/ 3614882 w 4114416"/>
              <a:gd name="connsiteY177" fmla="*/ 1566334 h 2870200"/>
              <a:gd name="connsiteX178" fmla="*/ 3657216 w 4114416"/>
              <a:gd name="connsiteY178" fmla="*/ 1464734 h 2870200"/>
              <a:gd name="connsiteX179" fmla="*/ 3661200 w 4114416"/>
              <a:gd name="connsiteY179" fmla="*/ 1373094 h 2870200"/>
              <a:gd name="connsiteX180" fmla="*/ 3682616 w 4114416"/>
              <a:gd name="connsiteY180" fmla="*/ 1363134 h 2870200"/>
              <a:gd name="connsiteX181" fmla="*/ 3699549 w 4114416"/>
              <a:gd name="connsiteY181" fmla="*/ 1320800 h 2870200"/>
              <a:gd name="connsiteX182" fmla="*/ 3694569 w 4114416"/>
              <a:gd name="connsiteY182" fmla="*/ 1151964 h 2870200"/>
              <a:gd name="connsiteX183" fmla="*/ 3741882 w 4114416"/>
              <a:gd name="connsiteY183" fmla="*/ 1227667 h 2870200"/>
              <a:gd name="connsiteX184" fmla="*/ 3750349 w 4114416"/>
              <a:gd name="connsiteY184" fmla="*/ 1176867 h 2870200"/>
              <a:gd name="connsiteX185" fmla="*/ 3767282 w 4114416"/>
              <a:gd name="connsiteY185" fmla="*/ 1126067 h 2870200"/>
              <a:gd name="connsiteX186" fmla="*/ 3775749 w 4114416"/>
              <a:gd name="connsiteY186" fmla="*/ 1058334 h 2870200"/>
              <a:gd name="connsiteX187" fmla="*/ 3784216 w 4114416"/>
              <a:gd name="connsiteY187" fmla="*/ 1270000 h 2870200"/>
              <a:gd name="connsiteX188" fmla="*/ 3813064 w 4114416"/>
              <a:gd name="connsiteY188" fmla="*/ 678606 h 2870200"/>
              <a:gd name="connsiteX189" fmla="*/ 3818082 w 4114416"/>
              <a:gd name="connsiteY189" fmla="*/ 558800 h 2870200"/>
              <a:gd name="connsiteX190" fmla="*/ 3835016 w 4114416"/>
              <a:gd name="connsiteY190" fmla="*/ 482600 h 2870200"/>
              <a:gd name="connsiteX191" fmla="*/ 3843482 w 4114416"/>
              <a:gd name="connsiteY191" fmla="*/ 533400 h 2870200"/>
              <a:gd name="connsiteX192" fmla="*/ 3860416 w 4114416"/>
              <a:gd name="connsiteY192" fmla="*/ 660400 h 2870200"/>
              <a:gd name="connsiteX193" fmla="*/ 3868882 w 4114416"/>
              <a:gd name="connsiteY193" fmla="*/ 702734 h 2870200"/>
              <a:gd name="connsiteX194" fmla="*/ 3885816 w 4114416"/>
              <a:gd name="connsiteY194" fmla="*/ 736600 h 2870200"/>
              <a:gd name="connsiteX195" fmla="*/ 3902749 w 4114416"/>
              <a:gd name="connsiteY195" fmla="*/ 702734 h 2870200"/>
              <a:gd name="connsiteX196" fmla="*/ 3962016 w 4114416"/>
              <a:gd name="connsiteY196" fmla="*/ 482600 h 2870200"/>
              <a:gd name="connsiteX197" fmla="*/ 3978949 w 4114416"/>
              <a:gd name="connsiteY197" fmla="*/ 457200 h 2870200"/>
              <a:gd name="connsiteX198" fmla="*/ 4004349 w 4114416"/>
              <a:gd name="connsiteY198" fmla="*/ 177800 h 2870200"/>
              <a:gd name="connsiteX199" fmla="*/ 4029749 w 4114416"/>
              <a:gd name="connsiteY199" fmla="*/ 135467 h 2870200"/>
              <a:gd name="connsiteX200" fmla="*/ 4038216 w 4114416"/>
              <a:gd name="connsiteY200" fmla="*/ 101600 h 2870200"/>
              <a:gd name="connsiteX201" fmla="*/ 4046682 w 4114416"/>
              <a:gd name="connsiteY201" fmla="*/ 76200 h 2870200"/>
              <a:gd name="connsiteX202" fmla="*/ 4055149 w 4114416"/>
              <a:gd name="connsiteY202" fmla="*/ 110067 h 2870200"/>
              <a:gd name="connsiteX203" fmla="*/ 4072082 w 4114416"/>
              <a:gd name="connsiteY203" fmla="*/ 160867 h 2870200"/>
              <a:gd name="connsiteX204" fmla="*/ 4114416 w 4114416"/>
              <a:gd name="connsiteY204" fmla="*/ 0 h 2870200"/>
              <a:gd name="connsiteX0" fmla="*/ 0 w 4114416"/>
              <a:gd name="connsiteY0" fmla="*/ 735359 h 2870200"/>
              <a:gd name="connsiteX1" fmla="*/ 22363 w 4114416"/>
              <a:gd name="connsiteY1" fmla="*/ 647092 h 2870200"/>
              <a:gd name="connsiteX2" fmla="*/ 53451 w 4114416"/>
              <a:gd name="connsiteY2" fmla="*/ 567267 h 2870200"/>
              <a:gd name="connsiteX3" fmla="*/ 61790 w 4114416"/>
              <a:gd name="connsiteY3" fmla="*/ 828517 h 2870200"/>
              <a:gd name="connsiteX4" fmla="*/ 57549 w 4114416"/>
              <a:gd name="connsiteY4" fmla="*/ 1083293 h 2870200"/>
              <a:gd name="connsiteX5" fmla="*/ 55282 w 4114416"/>
              <a:gd name="connsiteY5" fmla="*/ 1212385 h 2870200"/>
              <a:gd name="connsiteX6" fmla="*/ 69873 w 4114416"/>
              <a:gd name="connsiteY6" fmla="*/ 1401791 h 2870200"/>
              <a:gd name="connsiteX7" fmla="*/ 112335 w 4114416"/>
              <a:gd name="connsiteY7" fmla="*/ 1209517 h 2870200"/>
              <a:gd name="connsiteX8" fmla="*/ 135082 w 4114416"/>
              <a:gd name="connsiteY8" fmla="*/ 1100667 h 2870200"/>
              <a:gd name="connsiteX9" fmla="*/ 168949 w 4114416"/>
              <a:gd name="connsiteY9" fmla="*/ 999067 h 2870200"/>
              <a:gd name="connsiteX10" fmla="*/ 185882 w 4114416"/>
              <a:gd name="connsiteY10" fmla="*/ 948267 h 2870200"/>
              <a:gd name="connsiteX11" fmla="*/ 202816 w 4114416"/>
              <a:gd name="connsiteY11" fmla="*/ 1134534 h 2870200"/>
              <a:gd name="connsiteX12" fmla="*/ 219749 w 4114416"/>
              <a:gd name="connsiteY12" fmla="*/ 1464734 h 2870200"/>
              <a:gd name="connsiteX13" fmla="*/ 279016 w 4114416"/>
              <a:gd name="connsiteY13" fmla="*/ 1363134 h 2870200"/>
              <a:gd name="connsiteX14" fmla="*/ 304416 w 4114416"/>
              <a:gd name="connsiteY14" fmla="*/ 1371600 h 2870200"/>
              <a:gd name="connsiteX15" fmla="*/ 312882 w 4114416"/>
              <a:gd name="connsiteY15" fmla="*/ 2243667 h 2870200"/>
              <a:gd name="connsiteX16" fmla="*/ 338282 w 4114416"/>
              <a:gd name="connsiteY16" fmla="*/ 2201334 h 2870200"/>
              <a:gd name="connsiteX17" fmla="*/ 346749 w 4114416"/>
              <a:gd name="connsiteY17" fmla="*/ 2150534 h 2870200"/>
              <a:gd name="connsiteX18" fmla="*/ 371651 w 4114416"/>
              <a:gd name="connsiteY18" fmla="*/ 2376146 h 2870200"/>
              <a:gd name="connsiteX19" fmla="*/ 389082 w 4114416"/>
              <a:gd name="connsiteY19" fmla="*/ 2082800 h 2870200"/>
              <a:gd name="connsiteX20" fmla="*/ 414981 w 4114416"/>
              <a:gd name="connsiteY20" fmla="*/ 1792444 h 2870200"/>
              <a:gd name="connsiteX21" fmla="*/ 422949 w 4114416"/>
              <a:gd name="connsiteY21" fmla="*/ 2032000 h 2870200"/>
              <a:gd name="connsiteX22" fmla="*/ 459467 w 4114416"/>
              <a:gd name="connsiteY22" fmla="*/ 1994509 h 2870200"/>
              <a:gd name="connsiteX23" fmla="*/ 465282 w 4114416"/>
              <a:gd name="connsiteY23" fmla="*/ 1752600 h 2870200"/>
              <a:gd name="connsiteX24" fmla="*/ 490682 w 4114416"/>
              <a:gd name="connsiteY24" fmla="*/ 1651000 h 2870200"/>
              <a:gd name="connsiteX25" fmla="*/ 516082 w 4114416"/>
              <a:gd name="connsiteY25" fmla="*/ 1710267 h 2870200"/>
              <a:gd name="connsiteX26" fmla="*/ 524549 w 4114416"/>
              <a:gd name="connsiteY26" fmla="*/ 1851666 h 2870200"/>
              <a:gd name="connsiteX27" fmla="*/ 558416 w 4114416"/>
              <a:gd name="connsiteY27" fmla="*/ 1820334 h 2870200"/>
              <a:gd name="connsiteX28" fmla="*/ 583816 w 4114416"/>
              <a:gd name="connsiteY28" fmla="*/ 1938867 h 2870200"/>
              <a:gd name="connsiteX29" fmla="*/ 600749 w 4114416"/>
              <a:gd name="connsiteY29" fmla="*/ 1998134 h 2870200"/>
              <a:gd name="connsiteX30" fmla="*/ 617682 w 4114416"/>
              <a:gd name="connsiteY30" fmla="*/ 2023534 h 2870200"/>
              <a:gd name="connsiteX31" fmla="*/ 643082 w 4114416"/>
              <a:gd name="connsiteY31" fmla="*/ 1786467 h 2870200"/>
              <a:gd name="connsiteX32" fmla="*/ 651549 w 4114416"/>
              <a:gd name="connsiteY32" fmla="*/ 1744134 h 2870200"/>
              <a:gd name="connsiteX33" fmla="*/ 668482 w 4114416"/>
              <a:gd name="connsiteY33" fmla="*/ 1718734 h 2870200"/>
              <a:gd name="connsiteX34" fmla="*/ 685416 w 4114416"/>
              <a:gd name="connsiteY34" fmla="*/ 1617134 h 2870200"/>
              <a:gd name="connsiteX35" fmla="*/ 702349 w 4114416"/>
              <a:gd name="connsiteY35" fmla="*/ 1557867 h 2870200"/>
              <a:gd name="connsiteX36" fmla="*/ 710816 w 4114416"/>
              <a:gd name="connsiteY36" fmla="*/ 1524000 h 2870200"/>
              <a:gd name="connsiteX37" fmla="*/ 727749 w 4114416"/>
              <a:gd name="connsiteY37" fmla="*/ 1312334 h 2870200"/>
              <a:gd name="connsiteX38" fmla="*/ 744682 w 4114416"/>
              <a:gd name="connsiteY38" fmla="*/ 1380067 h 2870200"/>
              <a:gd name="connsiteX39" fmla="*/ 761616 w 4114416"/>
              <a:gd name="connsiteY39" fmla="*/ 1532467 h 2870200"/>
              <a:gd name="connsiteX40" fmla="*/ 778549 w 4114416"/>
              <a:gd name="connsiteY40" fmla="*/ 1566334 h 2870200"/>
              <a:gd name="connsiteX41" fmla="*/ 803949 w 4114416"/>
              <a:gd name="connsiteY41" fmla="*/ 1456267 h 2870200"/>
              <a:gd name="connsiteX42" fmla="*/ 820882 w 4114416"/>
              <a:gd name="connsiteY42" fmla="*/ 1430867 h 2870200"/>
              <a:gd name="connsiteX43" fmla="*/ 854749 w 4114416"/>
              <a:gd name="connsiteY43" fmla="*/ 1388534 h 2870200"/>
              <a:gd name="connsiteX44" fmla="*/ 863216 w 4114416"/>
              <a:gd name="connsiteY44" fmla="*/ 1498600 h 2870200"/>
              <a:gd name="connsiteX45" fmla="*/ 888616 w 4114416"/>
              <a:gd name="connsiteY45" fmla="*/ 1811867 h 2870200"/>
              <a:gd name="connsiteX46" fmla="*/ 897082 w 4114416"/>
              <a:gd name="connsiteY46" fmla="*/ 1642534 h 2870200"/>
              <a:gd name="connsiteX47" fmla="*/ 922482 w 4114416"/>
              <a:gd name="connsiteY47" fmla="*/ 1583267 h 2870200"/>
              <a:gd name="connsiteX48" fmla="*/ 930949 w 4114416"/>
              <a:gd name="connsiteY48" fmla="*/ 1557867 h 2870200"/>
              <a:gd name="connsiteX49" fmla="*/ 939416 w 4114416"/>
              <a:gd name="connsiteY49" fmla="*/ 2006600 h 2870200"/>
              <a:gd name="connsiteX50" fmla="*/ 964816 w 4114416"/>
              <a:gd name="connsiteY50" fmla="*/ 2116667 h 2870200"/>
              <a:gd name="connsiteX51" fmla="*/ 973282 w 4114416"/>
              <a:gd name="connsiteY51" fmla="*/ 1948424 h 2870200"/>
              <a:gd name="connsiteX52" fmla="*/ 990216 w 4114416"/>
              <a:gd name="connsiteY52" fmla="*/ 1794934 h 2870200"/>
              <a:gd name="connsiteX53" fmla="*/ 998682 w 4114416"/>
              <a:gd name="connsiteY53" fmla="*/ 1761067 h 2870200"/>
              <a:gd name="connsiteX54" fmla="*/ 1015616 w 4114416"/>
              <a:gd name="connsiteY54" fmla="*/ 1871134 h 2870200"/>
              <a:gd name="connsiteX55" fmla="*/ 1032549 w 4114416"/>
              <a:gd name="connsiteY55" fmla="*/ 1947334 h 2870200"/>
              <a:gd name="connsiteX56" fmla="*/ 1049482 w 4114416"/>
              <a:gd name="connsiteY56" fmla="*/ 2040467 h 2870200"/>
              <a:gd name="connsiteX57" fmla="*/ 1074882 w 4114416"/>
              <a:gd name="connsiteY57" fmla="*/ 2108200 h 2870200"/>
              <a:gd name="connsiteX58" fmla="*/ 1083349 w 4114416"/>
              <a:gd name="connsiteY58" fmla="*/ 2150534 h 2870200"/>
              <a:gd name="connsiteX59" fmla="*/ 1125682 w 4114416"/>
              <a:gd name="connsiteY59" fmla="*/ 2209800 h 2870200"/>
              <a:gd name="connsiteX60" fmla="*/ 1134149 w 4114416"/>
              <a:gd name="connsiteY60" fmla="*/ 2108200 h 2870200"/>
              <a:gd name="connsiteX61" fmla="*/ 1184949 w 4114416"/>
              <a:gd name="connsiteY61" fmla="*/ 1989667 h 2870200"/>
              <a:gd name="connsiteX62" fmla="*/ 1235749 w 4114416"/>
              <a:gd name="connsiteY62" fmla="*/ 1913467 h 2870200"/>
              <a:gd name="connsiteX63" fmla="*/ 1244216 w 4114416"/>
              <a:gd name="connsiteY63" fmla="*/ 2167467 h 2870200"/>
              <a:gd name="connsiteX64" fmla="*/ 1261149 w 4114416"/>
              <a:gd name="connsiteY64" fmla="*/ 2082800 h 2870200"/>
              <a:gd name="connsiteX65" fmla="*/ 1269616 w 4114416"/>
              <a:gd name="connsiteY65" fmla="*/ 2015067 h 2870200"/>
              <a:gd name="connsiteX66" fmla="*/ 1311949 w 4114416"/>
              <a:gd name="connsiteY66" fmla="*/ 1854200 h 2870200"/>
              <a:gd name="connsiteX67" fmla="*/ 1320416 w 4114416"/>
              <a:gd name="connsiteY67" fmla="*/ 1803400 h 2870200"/>
              <a:gd name="connsiteX68" fmla="*/ 1345816 w 4114416"/>
              <a:gd name="connsiteY68" fmla="*/ 1701800 h 2870200"/>
              <a:gd name="connsiteX69" fmla="*/ 1371216 w 4114416"/>
              <a:gd name="connsiteY69" fmla="*/ 1718734 h 2870200"/>
              <a:gd name="connsiteX70" fmla="*/ 1379682 w 4114416"/>
              <a:gd name="connsiteY70" fmla="*/ 1744134 h 2870200"/>
              <a:gd name="connsiteX71" fmla="*/ 1405082 w 4114416"/>
              <a:gd name="connsiteY71" fmla="*/ 1828800 h 2870200"/>
              <a:gd name="connsiteX72" fmla="*/ 1422016 w 4114416"/>
              <a:gd name="connsiteY72" fmla="*/ 1879600 h 2870200"/>
              <a:gd name="connsiteX73" fmla="*/ 1430482 w 4114416"/>
              <a:gd name="connsiteY73" fmla="*/ 1913467 h 2870200"/>
              <a:gd name="connsiteX74" fmla="*/ 1455882 w 4114416"/>
              <a:gd name="connsiteY74" fmla="*/ 1947334 h 2870200"/>
              <a:gd name="connsiteX75" fmla="*/ 1472816 w 4114416"/>
              <a:gd name="connsiteY75" fmla="*/ 1938867 h 2870200"/>
              <a:gd name="connsiteX76" fmla="*/ 1515149 w 4114416"/>
              <a:gd name="connsiteY76" fmla="*/ 1803400 h 2870200"/>
              <a:gd name="connsiteX77" fmla="*/ 1574416 w 4114416"/>
              <a:gd name="connsiteY77" fmla="*/ 1651000 h 2870200"/>
              <a:gd name="connsiteX78" fmla="*/ 1582882 w 4114416"/>
              <a:gd name="connsiteY78" fmla="*/ 1591734 h 2870200"/>
              <a:gd name="connsiteX79" fmla="*/ 1599816 w 4114416"/>
              <a:gd name="connsiteY79" fmla="*/ 1566334 h 2870200"/>
              <a:gd name="connsiteX80" fmla="*/ 1608282 w 4114416"/>
              <a:gd name="connsiteY80" fmla="*/ 1524000 h 2870200"/>
              <a:gd name="connsiteX81" fmla="*/ 1616749 w 4114416"/>
              <a:gd name="connsiteY81" fmla="*/ 1498600 h 2870200"/>
              <a:gd name="connsiteX82" fmla="*/ 1633682 w 4114416"/>
              <a:gd name="connsiteY82" fmla="*/ 1524000 h 2870200"/>
              <a:gd name="connsiteX83" fmla="*/ 1659082 w 4114416"/>
              <a:gd name="connsiteY83" fmla="*/ 1490134 h 2870200"/>
              <a:gd name="connsiteX84" fmla="*/ 1684482 w 4114416"/>
              <a:gd name="connsiteY84" fmla="*/ 1388534 h 2870200"/>
              <a:gd name="connsiteX85" fmla="*/ 1743749 w 4114416"/>
              <a:gd name="connsiteY85" fmla="*/ 1286934 h 2870200"/>
              <a:gd name="connsiteX86" fmla="*/ 1794549 w 4114416"/>
              <a:gd name="connsiteY86" fmla="*/ 1176867 h 2870200"/>
              <a:gd name="connsiteX87" fmla="*/ 1819949 w 4114416"/>
              <a:gd name="connsiteY87" fmla="*/ 1202267 h 2870200"/>
              <a:gd name="connsiteX88" fmla="*/ 1828416 w 4114416"/>
              <a:gd name="connsiteY88" fmla="*/ 1227667 h 2870200"/>
              <a:gd name="connsiteX89" fmla="*/ 1845349 w 4114416"/>
              <a:gd name="connsiteY89" fmla="*/ 1261534 h 2870200"/>
              <a:gd name="connsiteX90" fmla="*/ 1887682 w 4114416"/>
              <a:gd name="connsiteY90" fmla="*/ 1422400 h 2870200"/>
              <a:gd name="connsiteX91" fmla="*/ 1938482 w 4114416"/>
              <a:gd name="connsiteY91" fmla="*/ 1600200 h 2870200"/>
              <a:gd name="connsiteX92" fmla="*/ 1989282 w 4114416"/>
              <a:gd name="connsiteY92" fmla="*/ 1744134 h 2870200"/>
              <a:gd name="connsiteX93" fmla="*/ 2006216 w 4114416"/>
              <a:gd name="connsiteY93" fmla="*/ 1498600 h 2870200"/>
              <a:gd name="connsiteX94" fmla="*/ 2023149 w 4114416"/>
              <a:gd name="connsiteY94" fmla="*/ 1464734 h 2870200"/>
              <a:gd name="connsiteX95" fmla="*/ 2031616 w 4114416"/>
              <a:gd name="connsiteY95" fmla="*/ 1439334 h 2870200"/>
              <a:gd name="connsiteX96" fmla="*/ 2082416 w 4114416"/>
              <a:gd name="connsiteY96" fmla="*/ 2032000 h 2870200"/>
              <a:gd name="connsiteX97" fmla="*/ 2090882 w 4114416"/>
              <a:gd name="connsiteY97" fmla="*/ 2150534 h 2870200"/>
              <a:gd name="connsiteX98" fmla="*/ 2099349 w 4114416"/>
              <a:gd name="connsiteY98" fmla="*/ 2489200 h 2870200"/>
              <a:gd name="connsiteX99" fmla="*/ 2133216 w 4114416"/>
              <a:gd name="connsiteY99" fmla="*/ 2421467 h 2870200"/>
              <a:gd name="connsiteX100" fmla="*/ 2175549 w 4114416"/>
              <a:gd name="connsiteY100" fmla="*/ 2319867 h 2870200"/>
              <a:gd name="connsiteX101" fmla="*/ 2200949 w 4114416"/>
              <a:gd name="connsiteY101" fmla="*/ 2286000 h 2870200"/>
              <a:gd name="connsiteX102" fmla="*/ 2234816 w 4114416"/>
              <a:gd name="connsiteY102" fmla="*/ 2235200 h 2870200"/>
              <a:gd name="connsiteX103" fmla="*/ 2251749 w 4114416"/>
              <a:gd name="connsiteY103" fmla="*/ 2514600 h 2870200"/>
              <a:gd name="connsiteX104" fmla="*/ 2277149 w 4114416"/>
              <a:gd name="connsiteY104" fmla="*/ 2565400 h 2870200"/>
              <a:gd name="connsiteX105" fmla="*/ 2285616 w 4114416"/>
              <a:gd name="connsiteY105" fmla="*/ 2489200 h 2870200"/>
              <a:gd name="connsiteX106" fmla="*/ 2302549 w 4114416"/>
              <a:gd name="connsiteY106" fmla="*/ 2421467 h 2870200"/>
              <a:gd name="connsiteX107" fmla="*/ 2311016 w 4114416"/>
              <a:gd name="connsiteY107" fmla="*/ 1718734 h 2870200"/>
              <a:gd name="connsiteX108" fmla="*/ 2336416 w 4114416"/>
              <a:gd name="connsiteY108" fmla="*/ 1811867 h 2870200"/>
              <a:gd name="connsiteX109" fmla="*/ 2361816 w 4114416"/>
              <a:gd name="connsiteY109" fmla="*/ 1871134 h 2870200"/>
              <a:gd name="connsiteX110" fmla="*/ 2387216 w 4114416"/>
              <a:gd name="connsiteY110" fmla="*/ 1938867 h 2870200"/>
              <a:gd name="connsiteX111" fmla="*/ 2395682 w 4114416"/>
              <a:gd name="connsiteY111" fmla="*/ 1972734 h 2870200"/>
              <a:gd name="connsiteX112" fmla="*/ 2404149 w 4114416"/>
              <a:gd name="connsiteY112" fmla="*/ 1574800 h 2870200"/>
              <a:gd name="connsiteX113" fmla="*/ 2429549 w 4114416"/>
              <a:gd name="connsiteY113" fmla="*/ 1236134 h 2870200"/>
              <a:gd name="connsiteX114" fmla="*/ 2446482 w 4114416"/>
              <a:gd name="connsiteY114" fmla="*/ 1092200 h 2870200"/>
              <a:gd name="connsiteX115" fmla="*/ 2454949 w 4114416"/>
              <a:gd name="connsiteY115" fmla="*/ 1066800 h 2870200"/>
              <a:gd name="connsiteX116" fmla="*/ 2463416 w 4114416"/>
              <a:gd name="connsiteY116" fmla="*/ 1092200 h 2870200"/>
              <a:gd name="connsiteX117" fmla="*/ 2480349 w 4114416"/>
              <a:gd name="connsiteY117" fmla="*/ 1117600 h 2870200"/>
              <a:gd name="connsiteX118" fmla="*/ 2488816 w 4114416"/>
              <a:gd name="connsiteY118" fmla="*/ 1227667 h 2870200"/>
              <a:gd name="connsiteX119" fmla="*/ 2514216 w 4114416"/>
              <a:gd name="connsiteY119" fmla="*/ 753534 h 2870200"/>
              <a:gd name="connsiteX120" fmla="*/ 2531149 w 4114416"/>
              <a:gd name="connsiteY120" fmla="*/ 685800 h 2870200"/>
              <a:gd name="connsiteX121" fmla="*/ 2539616 w 4114416"/>
              <a:gd name="connsiteY121" fmla="*/ 609600 h 2870200"/>
              <a:gd name="connsiteX122" fmla="*/ 2548082 w 4114416"/>
              <a:gd name="connsiteY122" fmla="*/ 558800 h 2870200"/>
              <a:gd name="connsiteX123" fmla="*/ 2565016 w 4114416"/>
              <a:gd name="connsiteY123" fmla="*/ 584200 h 2870200"/>
              <a:gd name="connsiteX124" fmla="*/ 2573482 w 4114416"/>
              <a:gd name="connsiteY124" fmla="*/ 778934 h 2870200"/>
              <a:gd name="connsiteX125" fmla="*/ 2615816 w 4114416"/>
              <a:gd name="connsiteY125" fmla="*/ 914400 h 2870200"/>
              <a:gd name="connsiteX126" fmla="*/ 2632749 w 4114416"/>
              <a:gd name="connsiteY126" fmla="*/ 973667 h 2870200"/>
              <a:gd name="connsiteX127" fmla="*/ 2649682 w 4114416"/>
              <a:gd name="connsiteY127" fmla="*/ 812800 h 2870200"/>
              <a:gd name="connsiteX128" fmla="*/ 2666616 w 4114416"/>
              <a:gd name="connsiteY128" fmla="*/ 694267 h 2870200"/>
              <a:gd name="connsiteX129" fmla="*/ 2692016 w 4114416"/>
              <a:gd name="connsiteY129" fmla="*/ 558800 h 2870200"/>
              <a:gd name="connsiteX130" fmla="*/ 2717416 w 4114416"/>
              <a:gd name="connsiteY130" fmla="*/ 321734 h 2870200"/>
              <a:gd name="connsiteX131" fmla="*/ 2734349 w 4114416"/>
              <a:gd name="connsiteY131" fmla="*/ 1058334 h 2870200"/>
              <a:gd name="connsiteX132" fmla="*/ 2760746 w 4114416"/>
              <a:gd name="connsiteY132" fmla="*/ 1023969 h 2870200"/>
              <a:gd name="connsiteX133" fmla="*/ 2810549 w 4114416"/>
              <a:gd name="connsiteY133" fmla="*/ 905934 h 2870200"/>
              <a:gd name="connsiteX134" fmla="*/ 2844416 w 4114416"/>
              <a:gd name="connsiteY134" fmla="*/ 855134 h 2870200"/>
              <a:gd name="connsiteX135" fmla="*/ 2869816 w 4114416"/>
              <a:gd name="connsiteY135" fmla="*/ 1422400 h 2870200"/>
              <a:gd name="connsiteX136" fmla="*/ 2878282 w 4114416"/>
              <a:gd name="connsiteY136" fmla="*/ 1388534 h 2870200"/>
              <a:gd name="connsiteX137" fmla="*/ 2895216 w 4114416"/>
              <a:gd name="connsiteY137" fmla="*/ 1363134 h 2870200"/>
              <a:gd name="connsiteX138" fmla="*/ 2920616 w 4114416"/>
              <a:gd name="connsiteY138" fmla="*/ 1278467 h 2870200"/>
              <a:gd name="connsiteX139" fmla="*/ 2937549 w 4114416"/>
              <a:gd name="connsiteY139" fmla="*/ 1320800 h 2870200"/>
              <a:gd name="connsiteX140" fmla="*/ 2954482 w 4114416"/>
              <a:gd name="connsiteY140" fmla="*/ 1388534 h 2870200"/>
              <a:gd name="connsiteX141" fmla="*/ 2971416 w 4114416"/>
              <a:gd name="connsiteY141" fmla="*/ 1422400 h 2870200"/>
              <a:gd name="connsiteX142" fmla="*/ 3013749 w 4114416"/>
              <a:gd name="connsiteY142" fmla="*/ 1540934 h 2870200"/>
              <a:gd name="connsiteX143" fmla="*/ 3030682 w 4114416"/>
              <a:gd name="connsiteY143" fmla="*/ 1566334 h 2870200"/>
              <a:gd name="connsiteX144" fmla="*/ 3064549 w 4114416"/>
              <a:gd name="connsiteY144" fmla="*/ 1718734 h 2870200"/>
              <a:gd name="connsiteX145" fmla="*/ 3089949 w 4114416"/>
              <a:gd name="connsiteY145" fmla="*/ 1761067 h 2870200"/>
              <a:gd name="connsiteX146" fmla="*/ 3123816 w 4114416"/>
              <a:gd name="connsiteY146" fmla="*/ 1879600 h 2870200"/>
              <a:gd name="connsiteX147" fmla="*/ 3115349 w 4114416"/>
              <a:gd name="connsiteY147" fmla="*/ 1913467 h 2870200"/>
              <a:gd name="connsiteX148" fmla="*/ 3127799 w 4114416"/>
              <a:gd name="connsiteY148" fmla="*/ 1901016 h 2870200"/>
              <a:gd name="connsiteX149" fmla="*/ 3106882 w 4114416"/>
              <a:gd name="connsiteY149" fmla="*/ 1888067 h 2870200"/>
              <a:gd name="connsiteX150" fmla="*/ 3132282 w 4114416"/>
              <a:gd name="connsiteY150" fmla="*/ 1871134 h 2870200"/>
              <a:gd name="connsiteX151" fmla="*/ 3140749 w 4114416"/>
              <a:gd name="connsiteY151" fmla="*/ 1769534 h 2870200"/>
              <a:gd name="connsiteX152" fmla="*/ 3157682 w 4114416"/>
              <a:gd name="connsiteY152" fmla="*/ 1710267 h 2870200"/>
              <a:gd name="connsiteX153" fmla="*/ 3166149 w 4114416"/>
              <a:gd name="connsiteY153" fmla="*/ 1684867 h 2870200"/>
              <a:gd name="connsiteX154" fmla="*/ 3191549 w 4114416"/>
              <a:gd name="connsiteY154" fmla="*/ 1676400 h 2870200"/>
              <a:gd name="connsiteX155" fmla="*/ 3200016 w 4114416"/>
              <a:gd name="connsiteY155" fmla="*/ 2006600 h 2870200"/>
              <a:gd name="connsiteX156" fmla="*/ 3208482 w 4114416"/>
              <a:gd name="connsiteY156" fmla="*/ 2048934 h 2870200"/>
              <a:gd name="connsiteX157" fmla="*/ 3216949 w 4114416"/>
              <a:gd name="connsiteY157" fmla="*/ 2099734 h 2870200"/>
              <a:gd name="connsiteX158" fmla="*/ 3233882 w 4114416"/>
              <a:gd name="connsiteY158" fmla="*/ 2048934 h 2870200"/>
              <a:gd name="connsiteX159" fmla="*/ 3242349 w 4114416"/>
              <a:gd name="connsiteY159" fmla="*/ 1998134 h 2870200"/>
              <a:gd name="connsiteX160" fmla="*/ 3276216 w 4114416"/>
              <a:gd name="connsiteY160" fmla="*/ 2353734 h 2870200"/>
              <a:gd name="connsiteX161" fmla="*/ 3301616 w 4114416"/>
              <a:gd name="connsiteY161" fmla="*/ 2387600 h 2870200"/>
              <a:gd name="connsiteX162" fmla="*/ 3310082 w 4114416"/>
              <a:gd name="connsiteY162" fmla="*/ 2497667 h 2870200"/>
              <a:gd name="connsiteX163" fmla="*/ 3327016 w 4114416"/>
              <a:gd name="connsiteY163" fmla="*/ 2531534 h 2870200"/>
              <a:gd name="connsiteX164" fmla="*/ 3343949 w 4114416"/>
              <a:gd name="connsiteY164" fmla="*/ 2599267 h 2870200"/>
              <a:gd name="connsiteX165" fmla="*/ 3369349 w 4114416"/>
              <a:gd name="connsiteY165" fmla="*/ 2667000 h 2870200"/>
              <a:gd name="connsiteX166" fmla="*/ 3411682 w 4114416"/>
              <a:gd name="connsiteY166" fmla="*/ 2810934 h 2870200"/>
              <a:gd name="connsiteX167" fmla="*/ 3437082 w 4114416"/>
              <a:gd name="connsiteY167" fmla="*/ 2870200 h 2870200"/>
              <a:gd name="connsiteX168" fmla="*/ 3462482 w 4114416"/>
              <a:gd name="connsiteY168" fmla="*/ 1828800 h 2870200"/>
              <a:gd name="connsiteX169" fmla="*/ 3461984 w 4114416"/>
              <a:gd name="connsiteY169" fmla="*/ 2090271 h 2870200"/>
              <a:gd name="connsiteX170" fmla="*/ 3487882 w 4114416"/>
              <a:gd name="connsiteY170" fmla="*/ 1735667 h 2870200"/>
              <a:gd name="connsiteX171" fmla="*/ 3513282 w 4114416"/>
              <a:gd name="connsiteY171" fmla="*/ 1651000 h 2870200"/>
              <a:gd name="connsiteX172" fmla="*/ 3521749 w 4114416"/>
              <a:gd name="connsiteY172" fmla="*/ 1701800 h 2870200"/>
              <a:gd name="connsiteX173" fmla="*/ 3525733 w 4114416"/>
              <a:gd name="connsiteY173" fmla="*/ 1875118 h 2870200"/>
              <a:gd name="connsiteX174" fmla="*/ 3547149 w 4114416"/>
              <a:gd name="connsiteY174" fmla="*/ 1752600 h 2870200"/>
              <a:gd name="connsiteX175" fmla="*/ 3555616 w 4114416"/>
              <a:gd name="connsiteY175" fmla="*/ 1693334 h 2870200"/>
              <a:gd name="connsiteX176" fmla="*/ 3597949 w 4114416"/>
              <a:gd name="connsiteY176" fmla="*/ 1608667 h 2870200"/>
              <a:gd name="connsiteX177" fmla="*/ 3614882 w 4114416"/>
              <a:gd name="connsiteY177" fmla="*/ 1566334 h 2870200"/>
              <a:gd name="connsiteX178" fmla="*/ 3657216 w 4114416"/>
              <a:gd name="connsiteY178" fmla="*/ 1464734 h 2870200"/>
              <a:gd name="connsiteX179" fmla="*/ 3661200 w 4114416"/>
              <a:gd name="connsiteY179" fmla="*/ 1373094 h 2870200"/>
              <a:gd name="connsiteX180" fmla="*/ 3682616 w 4114416"/>
              <a:gd name="connsiteY180" fmla="*/ 1363134 h 2870200"/>
              <a:gd name="connsiteX181" fmla="*/ 3699549 w 4114416"/>
              <a:gd name="connsiteY181" fmla="*/ 1320800 h 2870200"/>
              <a:gd name="connsiteX182" fmla="*/ 3694569 w 4114416"/>
              <a:gd name="connsiteY182" fmla="*/ 1151964 h 2870200"/>
              <a:gd name="connsiteX183" fmla="*/ 3741882 w 4114416"/>
              <a:gd name="connsiteY183" fmla="*/ 1227667 h 2870200"/>
              <a:gd name="connsiteX184" fmla="*/ 3750349 w 4114416"/>
              <a:gd name="connsiteY184" fmla="*/ 1176867 h 2870200"/>
              <a:gd name="connsiteX185" fmla="*/ 3767282 w 4114416"/>
              <a:gd name="connsiteY185" fmla="*/ 1126067 h 2870200"/>
              <a:gd name="connsiteX186" fmla="*/ 3775749 w 4114416"/>
              <a:gd name="connsiteY186" fmla="*/ 1058334 h 2870200"/>
              <a:gd name="connsiteX187" fmla="*/ 3784216 w 4114416"/>
              <a:gd name="connsiteY187" fmla="*/ 1270000 h 2870200"/>
              <a:gd name="connsiteX188" fmla="*/ 3813064 w 4114416"/>
              <a:gd name="connsiteY188" fmla="*/ 678606 h 2870200"/>
              <a:gd name="connsiteX189" fmla="*/ 3818082 w 4114416"/>
              <a:gd name="connsiteY189" fmla="*/ 558800 h 2870200"/>
              <a:gd name="connsiteX190" fmla="*/ 3835016 w 4114416"/>
              <a:gd name="connsiteY190" fmla="*/ 482600 h 2870200"/>
              <a:gd name="connsiteX191" fmla="*/ 3843482 w 4114416"/>
              <a:gd name="connsiteY191" fmla="*/ 533400 h 2870200"/>
              <a:gd name="connsiteX192" fmla="*/ 3860416 w 4114416"/>
              <a:gd name="connsiteY192" fmla="*/ 660400 h 2870200"/>
              <a:gd name="connsiteX193" fmla="*/ 3868882 w 4114416"/>
              <a:gd name="connsiteY193" fmla="*/ 702734 h 2870200"/>
              <a:gd name="connsiteX194" fmla="*/ 3885816 w 4114416"/>
              <a:gd name="connsiteY194" fmla="*/ 736600 h 2870200"/>
              <a:gd name="connsiteX195" fmla="*/ 3902749 w 4114416"/>
              <a:gd name="connsiteY195" fmla="*/ 702734 h 2870200"/>
              <a:gd name="connsiteX196" fmla="*/ 3962016 w 4114416"/>
              <a:gd name="connsiteY196" fmla="*/ 482600 h 2870200"/>
              <a:gd name="connsiteX197" fmla="*/ 3978949 w 4114416"/>
              <a:gd name="connsiteY197" fmla="*/ 457200 h 2870200"/>
              <a:gd name="connsiteX198" fmla="*/ 4004349 w 4114416"/>
              <a:gd name="connsiteY198" fmla="*/ 177800 h 2870200"/>
              <a:gd name="connsiteX199" fmla="*/ 4029749 w 4114416"/>
              <a:gd name="connsiteY199" fmla="*/ 135467 h 2870200"/>
              <a:gd name="connsiteX200" fmla="*/ 4038216 w 4114416"/>
              <a:gd name="connsiteY200" fmla="*/ 101600 h 2870200"/>
              <a:gd name="connsiteX201" fmla="*/ 4046682 w 4114416"/>
              <a:gd name="connsiteY201" fmla="*/ 76200 h 2870200"/>
              <a:gd name="connsiteX202" fmla="*/ 4055149 w 4114416"/>
              <a:gd name="connsiteY202" fmla="*/ 110067 h 2870200"/>
              <a:gd name="connsiteX203" fmla="*/ 4072082 w 4114416"/>
              <a:gd name="connsiteY203" fmla="*/ 160867 h 2870200"/>
              <a:gd name="connsiteX204" fmla="*/ 4114416 w 4114416"/>
              <a:gd name="connsiteY204" fmla="*/ 0 h 2870200"/>
              <a:gd name="connsiteX0" fmla="*/ 0 w 4114416"/>
              <a:gd name="connsiteY0" fmla="*/ 735359 h 2870200"/>
              <a:gd name="connsiteX1" fmla="*/ 22363 w 4114416"/>
              <a:gd name="connsiteY1" fmla="*/ 647092 h 2870200"/>
              <a:gd name="connsiteX2" fmla="*/ 53451 w 4114416"/>
              <a:gd name="connsiteY2" fmla="*/ 567267 h 2870200"/>
              <a:gd name="connsiteX3" fmla="*/ 61790 w 4114416"/>
              <a:gd name="connsiteY3" fmla="*/ 828517 h 2870200"/>
              <a:gd name="connsiteX4" fmla="*/ 57549 w 4114416"/>
              <a:gd name="connsiteY4" fmla="*/ 1083293 h 2870200"/>
              <a:gd name="connsiteX5" fmla="*/ 55282 w 4114416"/>
              <a:gd name="connsiteY5" fmla="*/ 1212385 h 2870200"/>
              <a:gd name="connsiteX6" fmla="*/ 69873 w 4114416"/>
              <a:gd name="connsiteY6" fmla="*/ 1401791 h 2870200"/>
              <a:gd name="connsiteX7" fmla="*/ 112335 w 4114416"/>
              <a:gd name="connsiteY7" fmla="*/ 1209517 h 2870200"/>
              <a:gd name="connsiteX8" fmla="*/ 135082 w 4114416"/>
              <a:gd name="connsiteY8" fmla="*/ 1100667 h 2870200"/>
              <a:gd name="connsiteX9" fmla="*/ 168949 w 4114416"/>
              <a:gd name="connsiteY9" fmla="*/ 999067 h 2870200"/>
              <a:gd name="connsiteX10" fmla="*/ 185882 w 4114416"/>
              <a:gd name="connsiteY10" fmla="*/ 948267 h 2870200"/>
              <a:gd name="connsiteX11" fmla="*/ 202816 w 4114416"/>
              <a:gd name="connsiteY11" fmla="*/ 1134534 h 2870200"/>
              <a:gd name="connsiteX12" fmla="*/ 219749 w 4114416"/>
              <a:gd name="connsiteY12" fmla="*/ 1464734 h 2870200"/>
              <a:gd name="connsiteX13" fmla="*/ 279016 w 4114416"/>
              <a:gd name="connsiteY13" fmla="*/ 1363134 h 2870200"/>
              <a:gd name="connsiteX14" fmla="*/ 304416 w 4114416"/>
              <a:gd name="connsiteY14" fmla="*/ 1371600 h 2870200"/>
              <a:gd name="connsiteX15" fmla="*/ 312882 w 4114416"/>
              <a:gd name="connsiteY15" fmla="*/ 2243667 h 2870200"/>
              <a:gd name="connsiteX16" fmla="*/ 338282 w 4114416"/>
              <a:gd name="connsiteY16" fmla="*/ 2201334 h 2870200"/>
              <a:gd name="connsiteX17" fmla="*/ 346749 w 4114416"/>
              <a:gd name="connsiteY17" fmla="*/ 2150534 h 2870200"/>
              <a:gd name="connsiteX18" fmla="*/ 371651 w 4114416"/>
              <a:gd name="connsiteY18" fmla="*/ 2376146 h 2870200"/>
              <a:gd name="connsiteX19" fmla="*/ 389082 w 4114416"/>
              <a:gd name="connsiteY19" fmla="*/ 2082800 h 2870200"/>
              <a:gd name="connsiteX20" fmla="*/ 414981 w 4114416"/>
              <a:gd name="connsiteY20" fmla="*/ 1792444 h 2870200"/>
              <a:gd name="connsiteX21" fmla="*/ 422949 w 4114416"/>
              <a:gd name="connsiteY21" fmla="*/ 2032000 h 2870200"/>
              <a:gd name="connsiteX22" fmla="*/ 453908 w 4114416"/>
              <a:gd name="connsiteY22" fmla="*/ 1990884 h 2870200"/>
              <a:gd name="connsiteX23" fmla="*/ 465282 w 4114416"/>
              <a:gd name="connsiteY23" fmla="*/ 1752600 h 2870200"/>
              <a:gd name="connsiteX24" fmla="*/ 490682 w 4114416"/>
              <a:gd name="connsiteY24" fmla="*/ 1651000 h 2870200"/>
              <a:gd name="connsiteX25" fmla="*/ 516082 w 4114416"/>
              <a:gd name="connsiteY25" fmla="*/ 1710267 h 2870200"/>
              <a:gd name="connsiteX26" fmla="*/ 524549 w 4114416"/>
              <a:gd name="connsiteY26" fmla="*/ 1851666 h 2870200"/>
              <a:gd name="connsiteX27" fmla="*/ 558416 w 4114416"/>
              <a:gd name="connsiteY27" fmla="*/ 1820334 h 2870200"/>
              <a:gd name="connsiteX28" fmla="*/ 583816 w 4114416"/>
              <a:gd name="connsiteY28" fmla="*/ 1938867 h 2870200"/>
              <a:gd name="connsiteX29" fmla="*/ 600749 w 4114416"/>
              <a:gd name="connsiteY29" fmla="*/ 1998134 h 2870200"/>
              <a:gd name="connsiteX30" fmla="*/ 617682 w 4114416"/>
              <a:gd name="connsiteY30" fmla="*/ 2023534 h 2870200"/>
              <a:gd name="connsiteX31" fmla="*/ 643082 w 4114416"/>
              <a:gd name="connsiteY31" fmla="*/ 1786467 h 2870200"/>
              <a:gd name="connsiteX32" fmla="*/ 651549 w 4114416"/>
              <a:gd name="connsiteY32" fmla="*/ 1744134 h 2870200"/>
              <a:gd name="connsiteX33" fmla="*/ 668482 w 4114416"/>
              <a:gd name="connsiteY33" fmla="*/ 1718734 h 2870200"/>
              <a:gd name="connsiteX34" fmla="*/ 685416 w 4114416"/>
              <a:gd name="connsiteY34" fmla="*/ 1617134 h 2870200"/>
              <a:gd name="connsiteX35" fmla="*/ 702349 w 4114416"/>
              <a:gd name="connsiteY35" fmla="*/ 1557867 h 2870200"/>
              <a:gd name="connsiteX36" fmla="*/ 710816 w 4114416"/>
              <a:gd name="connsiteY36" fmla="*/ 1524000 h 2870200"/>
              <a:gd name="connsiteX37" fmla="*/ 727749 w 4114416"/>
              <a:gd name="connsiteY37" fmla="*/ 1312334 h 2870200"/>
              <a:gd name="connsiteX38" fmla="*/ 744682 w 4114416"/>
              <a:gd name="connsiteY38" fmla="*/ 1380067 h 2870200"/>
              <a:gd name="connsiteX39" fmla="*/ 761616 w 4114416"/>
              <a:gd name="connsiteY39" fmla="*/ 1532467 h 2870200"/>
              <a:gd name="connsiteX40" fmla="*/ 778549 w 4114416"/>
              <a:gd name="connsiteY40" fmla="*/ 1566334 h 2870200"/>
              <a:gd name="connsiteX41" fmla="*/ 803949 w 4114416"/>
              <a:gd name="connsiteY41" fmla="*/ 1456267 h 2870200"/>
              <a:gd name="connsiteX42" fmla="*/ 820882 w 4114416"/>
              <a:gd name="connsiteY42" fmla="*/ 1430867 h 2870200"/>
              <a:gd name="connsiteX43" fmla="*/ 854749 w 4114416"/>
              <a:gd name="connsiteY43" fmla="*/ 1388534 h 2870200"/>
              <a:gd name="connsiteX44" fmla="*/ 863216 w 4114416"/>
              <a:gd name="connsiteY44" fmla="*/ 1498600 h 2870200"/>
              <a:gd name="connsiteX45" fmla="*/ 888616 w 4114416"/>
              <a:gd name="connsiteY45" fmla="*/ 1811867 h 2870200"/>
              <a:gd name="connsiteX46" fmla="*/ 897082 w 4114416"/>
              <a:gd name="connsiteY46" fmla="*/ 1642534 h 2870200"/>
              <a:gd name="connsiteX47" fmla="*/ 922482 w 4114416"/>
              <a:gd name="connsiteY47" fmla="*/ 1583267 h 2870200"/>
              <a:gd name="connsiteX48" fmla="*/ 930949 w 4114416"/>
              <a:gd name="connsiteY48" fmla="*/ 1557867 h 2870200"/>
              <a:gd name="connsiteX49" fmla="*/ 939416 w 4114416"/>
              <a:gd name="connsiteY49" fmla="*/ 2006600 h 2870200"/>
              <a:gd name="connsiteX50" fmla="*/ 964816 w 4114416"/>
              <a:gd name="connsiteY50" fmla="*/ 2116667 h 2870200"/>
              <a:gd name="connsiteX51" fmla="*/ 973282 w 4114416"/>
              <a:gd name="connsiteY51" fmla="*/ 1948424 h 2870200"/>
              <a:gd name="connsiteX52" fmla="*/ 990216 w 4114416"/>
              <a:gd name="connsiteY52" fmla="*/ 1794934 h 2870200"/>
              <a:gd name="connsiteX53" fmla="*/ 998682 w 4114416"/>
              <a:gd name="connsiteY53" fmla="*/ 1761067 h 2870200"/>
              <a:gd name="connsiteX54" fmla="*/ 1015616 w 4114416"/>
              <a:gd name="connsiteY54" fmla="*/ 1871134 h 2870200"/>
              <a:gd name="connsiteX55" fmla="*/ 1032549 w 4114416"/>
              <a:gd name="connsiteY55" fmla="*/ 1947334 h 2870200"/>
              <a:gd name="connsiteX56" fmla="*/ 1049482 w 4114416"/>
              <a:gd name="connsiteY56" fmla="*/ 2040467 h 2870200"/>
              <a:gd name="connsiteX57" fmla="*/ 1074882 w 4114416"/>
              <a:gd name="connsiteY57" fmla="*/ 2108200 h 2870200"/>
              <a:gd name="connsiteX58" fmla="*/ 1083349 w 4114416"/>
              <a:gd name="connsiteY58" fmla="*/ 2150534 h 2870200"/>
              <a:gd name="connsiteX59" fmla="*/ 1125682 w 4114416"/>
              <a:gd name="connsiteY59" fmla="*/ 2209800 h 2870200"/>
              <a:gd name="connsiteX60" fmla="*/ 1134149 w 4114416"/>
              <a:gd name="connsiteY60" fmla="*/ 2108200 h 2870200"/>
              <a:gd name="connsiteX61" fmla="*/ 1184949 w 4114416"/>
              <a:gd name="connsiteY61" fmla="*/ 1989667 h 2870200"/>
              <a:gd name="connsiteX62" fmla="*/ 1235749 w 4114416"/>
              <a:gd name="connsiteY62" fmla="*/ 1913467 h 2870200"/>
              <a:gd name="connsiteX63" fmla="*/ 1244216 w 4114416"/>
              <a:gd name="connsiteY63" fmla="*/ 2167467 h 2870200"/>
              <a:gd name="connsiteX64" fmla="*/ 1261149 w 4114416"/>
              <a:gd name="connsiteY64" fmla="*/ 2082800 h 2870200"/>
              <a:gd name="connsiteX65" fmla="*/ 1269616 w 4114416"/>
              <a:gd name="connsiteY65" fmla="*/ 2015067 h 2870200"/>
              <a:gd name="connsiteX66" fmla="*/ 1311949 w 4114416"/>
              <a:gd name="connsiteY66" fmla="*/ 1854200 h 2870200"/>
              <a:gd name="connsiteX67" fmla="*/ 1320416 w 4114416"/>
              <a:gd name="connsiteY67" fmla="*/ 1803400 h 2870200"/>
              <a:gd name="connsiteX68" fmla="*/ 1345816 w 4114416"/>
              <a:gd name="connsiteY68" fmla="*/ 1701800 h 2870200"/>
              <a:gd name="connsiteX69" fmla="*/ 1371216 w 4114416"/>
              <a:gd name="connsiteY69" fmla="*/ 1718734 h 2870200"/>
              <a:gd name="connsiteX70" fmla="*/ 1379682 w 4114416"/>
              <a:gd name="connsiteY70" fmla="*/ 1744134 h 2870200"/>
              <a:gd name="connsiteX71" fmla="*/ 1405082 w 4114416"/>
              <a:gd name="connsiteY71" fmla="*/ 1828800 h 2870200"/>
              <a:gd name="connsiteX72" fmla="*/ 1422016 w 4114416"/>
              <a:gd name="connsiteY72" fmla="*/ 1879600 h 2870200"/>
              <a:gd name="connsiteX73" fmla="*/ 1430482 w 4114416"/>
              <a:gd name="connsiteY73" fmla="*/ 1913467 h 2870200"/>
              <a:gd name="connsiteX74" fmla="*/ 1455882 w 4114416"/>
              <a:gd name="connsiteY74" fmla="*/ 1947334 h 2870200"/>
              <a:gd name="connsiteX75" fmla="*/ 1472816 w 4114416"/>
              <a:gd name="connsiteY75" fmla="*/ 1938867 h 2870200"/>
              <a:gd name="connsiteX76" fmla="*/ 1515149 w 4114416"/>
              <a:gd name="connsiteY76" fmla="*/ 1803400 h 2870200"/>
              <a:gd name="connsiteX77" fmla="*/ 1574416 w 4114416"/>
              <a:gd name="connsiteY77" fmla="*/ 1651000 h 2870200"/>
              <a:gd name="connsiteX78" fmla="*/ 1582882 w 4114416"/>
              <a:gd name="connsiteY78" fmla="*/ 1591734 h 2870200"/>
              <a:gd name="connsiteX79" fmla="*/ 1599816 w 4114416"/>
              <a:gd name="connsiteY79" fmla="*/ 1566334 h 2870200"/>
              <a:gd name="connsiteX80" fmla="*/ 1608282 w 4114416"/>
              <a:gd name="connsiteY80" fmla="*/ 1524000 h 2870200"/>
              <a:gd name="connsiteX81" fmla="*/ 1616749 w 4114416"/>
              <a:gd name="connsiteY81" fmla="*/ 1498600 h 2870200"/>
              <a:gd name="connsiteX82" fmla="*/ 1633682 w 4114416"/>
              <a:gd name="connsiteY82" fmla="*/ 1524000 h 2870200"/>
              <a:gd name="connsiteX83" fmla="*/ 1659082 w 4114416"/>
              <a:gd name="connsiteY83" fmla="*/ 1490134 h 2870200"/>
              <a:gd name="connsiteX84" fmla="*/ 1684482 w 4114416"/>
              <a:gd name="connsiteY84" fmla="*/ 1388534 h 2870200"/>
              <a:gd name="connsiteX85" fmla="*/ 1743749 w 4114416"/>
              <a:gd name="connsiteY85" fmla="*/ 1286934 h 2870200"/>
              <a:gd name="connsiteX86" fmla="*/ 1794549 w 4114416"/>
              <a:gd name="connsiteY86" fmla="*/ 1176867 h 2870200"/>
              <a:gd name="connsiteX87" fmla="*/ 1819949 w 4114416"/>
              <a:gd name="connsiteY87" fmla="*/ 1202267 h 2870200"/>
              <a:gd name="connsiteX88" fmla="*/ 1828416 w 4114416"/>
              <a:gd name="connsiteY88" fmla="*/ 1227667 h 2870200"/>
              <a:gd name="connsiteX89" fmla="*/ 1845349 w 4114416"/>
              <a:gd name="connsiteY89" fmla="*/ 1261534 h 2870200"/>
              <a:gd name="connsiteX90" fmla="*/ 1887682 w 4114416"/>
              <a:gd name="connsiteY90" fmla="*/ 1422400 h 2870200"/>
              <a:gd name="connsiteX91" fmla="*/ 1938482 w 4114416"/>
              <a:gd name="connsiteY91" fmla="*/ 1600200 h 2870200"/>
              <a:gd name="connsiteX92" fmla="*/ 1989282 w 4114416"/>
              <a:gd name="connsiteY92" fmla="*/ 1744134 h 2870200"/>
              <a:gd name="connsiteX93" fmla="*/ 2006216 w 4114416"/>
              <a:gd name="connsiteY93" fmla="*/ 1498600 h 2870200"/>
              <a:gd name="connsiteX94" fmla="*/ 2023149 w 4114416"/>
              <a:gd name="connsiteY94" fmla="*/ 1464734 h 2870200"/>
              <a:gd name="connsiteX95" fmla="*/ 2031616 w 4114416"/>
              <a:gd name="connsiteY95" fmla="*/ 1439334 h 2870200"/>
              <a:gd name="connsiteX96" fmla="*/ 2082416 w 4114416"/>
              <a:gd name="connsiteY96" fmla="*/ 2032000 h 2870200"/>
              <a:gd name="connsiteX97" fmla="*/ 2090882 w 4114416"/>
              <a:gd name="connsiteY97" fmla="*/ 2150534 h 2870200"/>
              <a:gd name="connsiteX98" fmla="*/ 2099349 w 4114416"/>
              <a:gd name="connsiteY98" fmla="*/ 2489200 h 2870200"/>
              <a:gd name="connsiteX99" fmla="*/ 2133216 w 4114416"/>
              <a:gd name="connsiteY99" fmla="*/ 2421467 h 2870200"/>
              <a:gd name="connsiteX100" fmla="*/ 2175549 w 4114416"/>
              <a:gd name="connsiteY100" fmla="*/ 2319867 h 2870200"/>
              <a:gd name="connsiteX101" fmla="*/ 2200949 w 4114416"/>
              <a:gd name="connsiteY101" fmla="*/ 2286000 h 2870200"/>
              <a:gd name="connsiteX102" fmla="*/ 2234816 w 4114416"/>
              <a:gd name="connsiteY102" fmla="*/ 2235200 h 2870200"/>
              <a:gd name="connsiteX103" fmla="*/ 2251749 w 4114416"/>
              <a:gd name="connsiteY103" fmla="*/ 2514600 h 2870200"/>
              <a:gd name="connsiteX104" fmla="*/ 2277149 w 4114416"/>
              <a:gd name="connsiteY104" fmla="*/ 2565400 h 2870200"/>
              <a:gd name="connsiteX105" fmla="*/ 2285616 w 4114416"/>
              <a:gd name="connsiteY105" fmla="*/ 2489200 h 2870200"/>
              <a:gd name="connsiteX106" fmla="*/ 2302549 w 4114416"/>
              <a:gd name="connsiteY106" fmla="*/ 2421467 h 2870200"/>
              <a:gd name="connsiteX107" fmla="*/ 2311016 w 4114416"/>
              <a:gd name="connsiteY107" fmla="*/ 1718734 h 2870200"/>
              <a:gd name="connsiteX108" fmla="*/ 2336416 w 4114416"/>
              <a:gd name="connsiteY108" fmla="*/ 1811867 h 2870200"/>
              <a:gd name="connsiteX109" fmla="*/ 2361816 w 4114416"/>
              <a:gd name="connsiteY109" fmla="*/ 1871134 h 2870200"/>
              <a:gd name="connsiteX110" fmla="*/ 2387216 w 4114416"/>
              <a:gd name="connsiteY110" fmla="*/ 1938867 h 2870200"/>
              <a:gd name="connsiteX111" fmla="*/ 2395682 w 4114416"/>
              <a:gd name="connsiteY111" fmla="*/ 1972734 h 2870200"/>
              <a:gd name="connsiteX112" fmla="*/ 2404149 w 4114416"/>
              <a:gd name="connsiteY112" fmla="*/ 1574800 h 2870200"/>
              <a:gd name="connsiteX113" fmla="*/ 2429549 w 4114416"/>
              <a:gd name="connsiteY113" fmla="*/ 1236134 h 2870200"/>
              <a:gd name="connsiteX114" fmla="*/ 2446482 w 4114416"/>
              <a:gd name="connsiteY114" fmla="*/ 1092200 h 2870200"/>
              <a:gd name="connsiteX115" fmla="*/ 2454949 w 4114416"/>
              <a:gd name="connsiteY115" fmla="*/ 1066800 h 2870200"/>
              <a:gd name="connsiteX116" fmla="*/ 2463416 w 4114416"/>
              <a:gd name="connsiteY116" fmla="*/ 1092200 h 2870200"/>
              <a:gd name="connsiteX117" fmla="*/ 2480349 w 4114416"/>
              <a:gd name="connsiteY117" fmla="*/ 1117600 h 2870200"/>
              <a:gd name="connsiteX118" fmla="*/ 2488816 w 4114416"/>
              <a:gd name="connsiteY118" fmla="*/ 1227667 h 2870200"/>
              <a:gd name="connsiteX119" fmla="*/ 2514216 w 4114416"/>
              <a:gd name="connsiteY119" fmla="*/ 753534 h 2870200"/>
              <a:gd name="connsiteX120" fmla="*/ 2531149 w 4114416"/>
              <a:gd name="connsiteY120" fmla="*/ 685800 h 2870200"/>
              <a:gd name="connsiteX121" fmla="*/ 2539616 w 4114416"/>
              <a:gd name="connsiteY121" fmla="*/ 609600 h 2870200"/>
              <a:gd name="connsiteX122" fmla="*/ 2548082 w 4114416"/>
              <a:gd name="connsiteY122" fmla="*/ 558800 h 2870200"/>
              <a:gd name="connsiteX123" fmla="*/ 2565016 w 4114416"/>
              <a:gd name="connsiteY123" fmla="*/ 584200 h 2870200"/>
              <a:gd name="connsiteX124" fmla="*/ 2573482 w 4114416"/>
              <a:gd name="connsiteY124" fmla="*/ 778934 h 2870200"/>
              <a:gd name="connsiteX125" fmla="*/ 2615816 w 4114416"/>
              <a:gd name="connsiteY125" fmla="*/ 914400 h 2870200"/>
              <a:gd name="connsiteX126" fmla="*/ 2632749 w 4114416"/>
              <a:gd name="connsiteY126" fmla="*/ 973667 h 2870200"/>
              <a:gd name="connsiteX127" fmla="*/ 2649682 w 4114416"/>
              <a:gd name="connsiteY127" fmla="*/ 812800 h 2870200"/>
              <a:gd name="connsiteX128" fmla="*/ 2666616 w 4114416"/>
              <a:gd name="connsiteY128" fmla="*/ 694267 h 2870200"/>
              <a:gd name="connsiteX129" fmla="*/ 2692016 w 4114416"/>
              <a:gd name="connsiteY129" fmla="*/ 558800 h 2870200"/>
              <a:gd name="connsiteX130" fmla="*/ 2717416 w 4114416"/>
              <a:gd name="connsiteY130" fmla="*/ 321734 h 2870200"/>
              <a:gd name="connsiteX131" fmla="*/ 2734349 w 4114416"/>
              <a:gd name="connsiteY131" fmla="*/ 1058334 h 2870200"/>
              <a:gd name="connsiteX132" fmla="*/ 2760746 w 4114416"/>
              <a:gd name="connsiteY132" fmla="*/ 1023969 h 2870200"/>
              <a:gd name="connsiteX133" fmla="*/ 2810549 w 4114416"/>
              <a:gd name="connsiteY133" fmla="*/ 905934 h 2870200"/>
              <a:gd name="connsiteX134" fmla="*/ 2844416 w 4114416"/>
              <a:gd name="connsiteY134" fmla="*/ 855134 h 2870200"/>
              <a:gd name="connsiteX135" fmla="*/ 2869816 w 4114416"/>
              <a:gd name="connsiteY135" fmla="*/ 1422400 h 2870200"/>
              <a:gd name="connsiteX136" fmla="*/ 2878282 w 4114416"/>
              <a:gd name="connsiteY136" fmla="*/ 1388534 h 2870200"/>
              <a:gd name="connsiteX137" fmla="*/ 2895216 w 4114416"/>
              <a:gd name="connsiteY137" fmla="*/ 1363134 h 2870200"/>
              <a:gd name="connsiteX138" fmla="*/ 2920616 w 4114416"/>
              <a:gd name="connsiteY138" fmla="*/ 1278467 h 2870200"/>
              <a:gd name="connsiteX139" fmla="*/ 2937549 w 4114416"/>
              <a:gd name="connsiteY139" fmla="*/ 1320800 h 2870200"/>
              <a:gd name="connsiteX140" fmla="*/ 2954482 w 4114416"/>
              <a:gd name="connsiteY140" fmla="*/ 1388534 h 2870200"/>
              <a:gd name="connsiteX141" fmla="*/ 2971416 w 4114416"/>
              <a:gd name="connsiteY141" fmla="*/ 1422400 h 2870200"/>
              <a:gd name="connsiteX142" fmla="*/ 3013749 w 4114416"/>
              <a:gd name="connsiteY142" fmla="*/ 1540934 h 2870200"/>
              <a:gd name="connsiteX143" fmla="*/ 3030682 w 4114416"/>
              <a:gd name="connsiteY143" fmla="*/ 1566334 h 2870200"/>
              <a:gd name="connsiteX144" fmla="*/ 3064549 w 4114416"/>
              <a:gd name="connsiteY144" fmla="*/ 1718734 h 2870200"/>
              <a:gd name="connsiteX145" fmla="*/ 3089949 w 4114416"/>
              <a:gd name="connsiteY145" fmla="*/ 1761067 h 2870200"/>
              <a:gd name="connsiteX146" fmla="*/ 3123816 w 4114416"/>
              <a:gd name="connsiteY146" fmla="*/ 1879600 h 2870200"/>
              <a:gd name="connsiteX147" fmla="*/ 3115349 w 4114416"/>
              <a:gd name="connsiteY147" fmla="*/ 1913467 h 2870200"/>
              <a:gd name="connsiteX148" fmla="*/ 3127799 w 4114416"/>
              <a:gd name="connsiteY148" fmla="*/ 1901016 h 2870200"/>
              <a:gd name="connsiteX149" fmla="*/ 3106882 w 4114416"/>
              <a:gd name="connsiteY149" fmla="*/ 1888067 h 2870200"/>
              <a:gd name="connsiteX150" fmla="*/ 3132282 w 4114416"/>
              <a:gd name="connsiteY150" fmla="*/ 1871134 h 2870200"/>
              <a:gd name="connsiteX151" fmla="*/ 3140749 w 4114416"/>
              <a:gd name="connsiteY151" fmla="*/ 1769534 h 2870200"/>
              <a:gd name="connsiteX152" fmla="*/ 3157682 w 4114416"/>
              <a:gd name="connsiteY152" fmla="*/ 1710267 h 2870200"/>
              <a:gd name="connsiteX153" fmla="*/ 3166149 w 4114416"/>
              <a:gd name="connsiteY153" fmla="*/ 1684867 h 2870200"/>
              <a:gd name="connsiteX154" fmla="*/ 3191549 w 4114416"/>
              <a:gd name="connsiteY154" fmla="*/ 1676400 h 2870200"/>
              <a:gd name="connsiteX155" fmla="*/ 3200016 w 4114416"/>
              <a:gd name="connsiteY155" fmla="*/ 2006600 h 2870200"/>
              <a:gd name="connsiteX156" fmla="*/ 3208482 w 4114416"/>
              <a:gd name="connsiteY156" fmla="*/ 2048934 h 2870200"/>
              <a:gd name="connsiteX157" fmla="*/ 3216949 w 4114416"/>
              <a:gd name="connsiteY157" fmla="*/ 2099734 h 2870200"/>
              <a:gd name="connsiteX158" fmla="*/ 3233882 w 4114416"/>
              <a:gd name="connsiteY158" fmla="*/ 2048934 h 2870200"/>
              <a:gd name="connsiteX159" fmla="*/ 3242349 w 4114416"/>
              <a:gd name="connsiteY159" fmla="*/ 1998134 h 2870200"/>
              <a:gd name="connsiteX160" fmla="*/ 3276216 w 4114416"/>
              <a:gd name="connsiteY160" fmla="*/ 2353734 h 2870200"/>
              <a:gd name="connsiteX161" fmla="*/ 3301616 w 4114416"/>
              <a:gd name="connsiteY161" fmla="*/ 2387600 h 2870200"/>
              <a:gd name="connsiteX162" fmla="*/ 3310082 w 4114416"/>
              <a:gd name="connsiteY162" fmla="*/ 2497667 h 2870200"/>
              <a:gd name="connsiteX163" fmla="*/ 3327016 w 4114416"/>
              <a:gd name="connsiteY163" fmla="*/ 2531534 h 2870200"/>
              <a:gd name="connsiteX164" fmla="*/ 3343949 w 4114416"/>
              <a:gd name="connsiteY164" fmla="*/ 2599267 h 2870200"/>
              <a:gd name="connsiteX165" fmla="*/ 3369349 w 4114416"/>
              <a:gd name="connsiteY165" fmla="*/ 2667000 h 2870200"/>
              <a:gd name="connsiteX166" fmla="*/ 3411682 w 4114416"/>
              <a:gd name="connsiteY166" fmla="*/ 2810934 h 2870200"/>
              <a:gd name="connsiteX167" fmla="*/ 3437082 w 4114416"/>
              <a:gd name="connsiteY167" fmla="*/ 2870200 h 2870200"/>
              <a:gd name="connsiteX168" fmla="*/ 3462482 w 4114416"/>
              <a:gd name="connsiteY168" fmla="*/ 1828800 h 2870200"/>
              <a:gd name="connsiteX169" fmla="*/ 3461984 w 4114416"/>
              <a:gd name="connsiteY169" fmla="*/ 2090271 h 2870200"/>
              <a:gd name="connsiteX170" fmla="*/ 3487882 w 4114416"/>
              <a:gd name="connsiteY170" fmla="*/ 1735667 h 2870200"/>
              <a:gd name="connsiteX171" fmla="*/ 3513282 w 4114416"/>
              <a:gd name="connsiteY171" fmla="*/ 1651000 h 2870200"/>
              <a:gd name="connsiteX172" fmla="*/ 3521749 w 4114416"/>
              <a:gd name="connsiteY172" fmla="*/ 1701800 h 2870200"/>
              <a:gd name="connsiteX173" fmla="*/ 3525733 w 4114416"/>
              <a:gd name="connsiteY173" fmla="*/ 1875118 h 2870200"/>
              <a:gd name="connsiteX174" fmla="*/ 3547149 w 4114416"/>
              <a:gd name="connsiteY174" fmla="*/ 1752600 h 2870200"/>
              <a:gd name="connsiteX175" fmla="*/ 3555616 w 4114416"/>
              <a:gd name="connsiteY175" fmla="*/ 1693334 h 2870200"/>
              <a:gd name="connsiteX176" fmla="*/ 3597949 w 4114416"/>
              <a:gd name="connsiteY176" fmla="*/ 1608667 h 2870200"/>
              <a:gd name="connsiteX177" fmla="*/ 3614882 w 4114416"/>
              <a:gd name="connsiteY177" fmla="*/ 1566334 h 2870200"/>
              <a:gd name="connsiteX178" fmla="*/ 3657216 w 4114416"/>
              <a:gd name="connsiteY178" fmla="*/ 1464734 h 2870200"/>
              <a:gd name="connsiteX179" fmla="*/ 3661200 w 4114416"/>
              <a:gd name="connsiteY179" fmla="*/ 1373094 h 2870200"/>
              <a:gd name="connsiteX180" fmla="*/ 3682616 w 4114416"/>
              <a:gd name="connsiteY180" fmla="*/ 1363134 h 2870200"/>
              <a:gd name="connsiteX181" fmla="*/ 3699549 w 4114416"/>
              <a:gd name="connsiteY181" fmla="*/ 1320800 h 2870200"/>
              <a:gd name="connsiteX182" fmla="*/ 3694569 w 4114416"/>
              <a:gd name="connsiteY182" fmla="*/ 1151964 h 2870200"/>
              <a:gd name="connsiteX183" fmla="*/ 3741882 w 4114416"/>
              <a:gd name="connsiteY183" fmla="*/ 1227667 h 2870200"/>
              <a:gd name="connsiteX184" fmla="*/ 3750349 w 4114416"/>
              <a:gd name="connsiteY184" fmla="*/ 1176867 h 2870200"/>
              <a:gd name="connsiteX185" fmla="*/ 3767282 w 4114416"/>
              <a:gd name="connsiteY185" fmla="*/ 1126067 h 2870200"/>
              <a:gd name="connsiteX186" fmla="*/ 3775749 w 4114416"/>
              <a:gd name="connsiteY186" fmla="*/ 1058334 h 2870200"/>
              <a:gd name="connsiteX187" fmla="*/ 3784216 w 4114416"/>
              <a:gd name="connsiteY187" fmla="*/ 1270000 h 2870200"/>
              <a:gd name="connsiteX188" fmla="*/ 3813064 w 4114416"/>
              <a:gd name="connsiteY188" fmla="*/ 678606 h 2870200"/>
              <a:gd name="connsiteX189" fmla="*/ 3818082 w 4114416"/>
              <a:gd name="connsiteY189" fmla="*/ 558800 h 2870200"/>
              <a:gd name="connsiteX190" fmla="*/ 3835016 w 4114416"/>
              <a:gd name="connsiteY190" fmla="*/ 482600 h 2870200"/>
              <a:gd name="connsiteX191" fmla="*/ 3843482 w 4114416"/>
              <a:gd name="connsiteY191" fmla="*/ 533400 h 2870200"/>
              <a:gd name="connsiteX192" fmla="*/ 3860416 w 4114416"/>
              <a:gd name="connsiteY192" fmla="*/ 660400 h 2870200"/>
              <a:gd name="connsiteX193" fmla="*/ 3868882 w 4114416"/>
              <a:gd name="connsiteY193" fmla="*/ 702734 h 2870200"/>
              <a:gd name="connsiteX194" fmla="*/ 3885816 w 4114416"/>
              <a:gd name="connsiteY194" fmla="*/ 736600 h 2870200"/>
              <a:gd name="connsiteX195" fmla="*/ 3902749 w 4114416"/>
              <a:gd name="connsiteY195" fmla="*/ 702734 h 2870200"/>
              <a:gd name="connsiteX196" fmla="*/ 3962016 w 4114416"/>
              <a:gd name="connsiteY196" fmla="*/ 482600 h 2870200"/>
              <a:gd name="connsiteX197" fmla="*/ 3978949 w 4114416"/>
              <a:gd name="connsiteY197" fmla="*/ 457200 h 2870200"/>
              <a:gd name="connsiteX198" fmla="*/ 4004349 w 4114416"/>
              <a:gd name="connsiteY198" fmla="*/ 177800 h 2870200"/>
              <a:gd name="connsiteX199" fmla="*/ 4029749 w 4114416"/>
              <a:gd name="connsiteY199" fmla="*/ 135467 h 2870200"/>
              <a:gd name="connsiteX200" fmla="*/ 4038216 w 4114416"/>
              <a:gd name="connsiteY200" fmla="*/ 101600 h 2870200"/>
              <a:gd name="connsiteX201" fmla="*/ 4046682 w 4114416"/>
              <a:gd name="connsiteY201" fmla="*/ 76200 h 2870200"/>
              <a:gd name="connsiteX202" fmla="*/ 4055149 w 4114416"/>
              <a:gd name="connsiteY202" fmla="*/ 110067 h 2870200"/>
              <a:gd name="connsiteX203" fmla="*/ 4072082 w 4114416"/>
              <a:gd name="connsiteY203" fmla="*/ 160867 h 2870200"/>
              <a:gd name="connsiteX204" fmla="*/ 4114416 w 4114416"/>
              <a:gd name="connsiteY204" fmla="*/ 0 h 2870200"/>
              <a:gd name="connsiteX0" fmla="*/ 0 w 4114416"/>
              <a:gd name="connsiteY0" fmla="*/ 735359 h 2870200"/>
              <a:gd name="connsiteX1" fmla="*/ 22363 w 4114416"/>
              <a:gd name="connsiteY1" fmla="*/ 647092 h 2870200"/>
              <a:gd name="connsiteX2" fmla="*/ 53451 w 4114416"/>
              <a:gd name="connsiteY2" fmla="*/ 567267 h 2870200"/>
              <a:gd name="connsiteX3" fmla="*/ 61790 w 4114416"/>
              <a:gd name="connsiteY3" fmla="*/ 828517 h 2870200"/>
              <a:gd name="connsiteX4" fmla="*/ 57549 w 4114416"/>
              <a:gd name="connsiteY4" fmla="*/ 1083293 h 2870200"/>
              <a:gd name="connsiteX5" fmla="*/ 55282 w 4114416"/>
              <a:gd name="connsiteY5" fmla="*/ 1212385 h 2870200"/>
              <a:gd name="connsiteX6" fmla="*/ 69873 w 4114416"/>
              <a:gd name="connsiteY6" fmla="*/ 1401791 h 2870200"/>
              <a:gd name="connsiteX7" fmla="*/ 112335 w 4114416"/>
              <a:gd name="connsiteY7" fmla="*/ 1209517 h 2870200"/>
              <a:gd name="connsiteX8" fmla="*/ 135082 w 4114416"/>
              <a:gd name="connsiteY8" fmla="*/ 1100667 h 2870200"/>
              <a:gd name="connsiteX9" fmla="*/ 168949 w 4114416"/>
              <a:gd name="connsiteY9" fmla="*/ 999067 h 2870200"/>
              <a:gd name="connsiteX10" fmla="*/ 185882 w 4114416"/>
              <a:gd name="connsiteY10" fmla="*/ 948267 h 2870200"/>
              <a:gd name="connsiteX11" fmla="*/ 202816 w 4114416"/>
              <a:gd name="connsiteY11" fmla="*/ 1134534 h 2870200"/>
              <a:gd name="connsiteX12" fmla="*/ 219749 w 4114416"/>
              <a:gd name="connsiteY12" fmla="*/ 1464734 h 2870200"/>
              <a:gd name="connsiteX13" fmla="*/ 279016 w 4114416"/>
              <a:gd name="connsiteY13" fmla="*/ 1363134 h 2870200"/>
              <a:gd name="connsiteX14" fmla="*/ 304416 w 4114416"/>
              <a:gd name="connsiteY14" fmla="*/ 1371600 h 2870200"/>
              <a:gd name="connsiteX15" fmla="*/ 312882 w 4114416"/>
              <a:gd name="connsiteY15" fmla="*/ 2243667 h 2870200"/>
              <a:gd name="connsiteX16" fmla="*/ 338282 w 4114416"/>
              <a:gd name="connsiteY16" fmla="*/ 2201334 h 2870200"/>
              <a:gd name="connsiteX17" fmla="*/ 346749 w 4114416"/>
              <a:gd name="connsiteY17" fmla="*/ 2150534 h 2870200"/>
              <a:gd name="connsiteX18" fmla="*/ 371651 w 4114416"/>
              <a:gd name="connsiteY18" fmla="*/ 2376146 h 2870200"/>
              <a:gd name="connsiteX19" fmla="*/ 389082 w 4114416"/>
              <a:gd name="connsiteY19" fmla="*/ 2082800 h 2870200"/>
              <a:gd name="connsiteX20" fmla="*/ 414981 w 4114416"/>
              <a:gd name="connsiteY20" fmla="*/ 1792444 h 2870200"/>
              <a:gd name="connsiteX21" fmla="*/ 422949 w 4114416"/>
              <a:gd name="connsiteY21" fmla="*/ 2032000 h 2870200"/>
              <a:gd name="connsiteX22" fmla="*/ 453908 w 4114416"/>
              <a:gd name="connsiteY22" fmla="*/ 1990884 h 2870200"/>
              <a:gd name="connsiteX23" fmla="*/ 465282 w 4114416"/>
              <a:gd name="connsiteY23" fmla="*/ 1752600 h 2870200"/>
              <a:gd name="connsiteX24" fmla="*/ 490682 w 4114416"/>
              <a:gd name="connsiteY24" fmla="*/ 1651000 h 2870200"/>
              <a:gd name="connsiteX25" fmla="*/ 516082 w 4114416"/>
              <a:gd name="connsiteY25" fmla="*/ 1710267 h 2870200"/>
              <a:gd name="connsiteX26" fmla="*/ 524549 w 4114416"/>
              <a:gd name="connsiteY26" fmla="*/ 1851666 h 2870200"/>
              <a:gd name="connsiteX27" fmla="*/ 558416 w 4114416"/>
              <a:gd name="connsiteY27" fmla="*/ 1820334 h 2870200"/>
              <a:gd name="connsiteX28" fmla="*/ 583816 w 4114416"/>
              <a:gd name="connsiteY28" fmla="*/ 1938867 h 2870200"/>
              <a:gd name="connsiteX29" fmla="*/ 600749 w 4114416"/>
              <a:gd name="connsiteY29" fmla="*/ 1998134 h 2870200"/>
              <a:gd name="connsiteX30" fmla="*/ 617682 w 4114416"/>
              <a:gd name="connsiteY30" fmla="*/ 2023534 h 2870200"/>
              <a:gd name="connsiteX31" fmla="*/ 643082 w 4114416"/>
              <a:gd name="connsiteY31" fmla="*/ 1786467 h 2870200"/>
              <a:gd name="connsiteX32" fmla="*/ 651549 w 4114416"/>
              <a:gd name="connsiteY32" fmla="*/ 1744134 h 2870200"/>
              <a:gd name="connsiteX33" fmla="*/ 668482 w 4114416"/>
              <a:gd name="connsiteY33" fmla="*/ 1718734 h 2870200"/>
              <a:gd name="connsiteX34" fmla="*/ 685416 w 4114416"/>
              <a:gd name="connsiteY34" fmla="*/ 1617134 h 2870200"/>
              <a:gd name="connsiteX35" fmla="*/ 702349 w 4114416"/>
              <a:gd name="connsiteY35" fmla="*/ 1557867 h 2870200"/>
              <a:gd name="connsiteX36" fmla="*/ 710816 w 4114416"/>
              <a:gd name="connsiteY36" fmla="*/ 1524000 h 2870200"/>
              <a:gd name="connsiteX37" fmla="*/ 727749 w 4114416"/>
              <a:gd name="connsiteY37" fmla="*/ 1312334 h 2870200"/>
              <a:gd name="connsiteX38" fmla="*/ 744682 w 4114416"/>
              <a:gd name="connsiteY38" fmla="*/ 1380067 h 2870200"/>
              <a:gd name="connsiteX39" fmla="*/ 761616 w 4114416"/>
              <a:gd name="connsiteY39" fmla="*/ 1532467 h 2870200"/>
              <a:gd name="connsiteX40" fmla="*/ 778549 w 4114416"/>
              <a:gd name="connsiteY40" fmla="*/ 1566334 h 2870200"/>
              <a:gd name="connsiteX41" fmla="*/ 803949 w 4114416"/>
              <a:gd name="connsiteY41" fmla="*/ 1456267 h 2870200"/>
              <a:gd name="connsiteX42" fmla="*/ 820882 w 4114416"/>
              <a:gd name="connsiteY42" fmla="*/ 1430867 h 2870200"/>
              <a:gd name="connsiteX43" fmla="*/ 854749 w 4114416"/>
              <a:gd name="connsiteY43" fmla="*/ 1388534 h 2870200"/>
              <a:gd name="connsiteX44" fmla="*/ 863216 w 4114416"/>
              <a:gd name="connsiteY44" fmla="*/ 1498600 h 2870200"/>
              <a:gd name="connsiteX45" fmla="*/ 888616 w 4114416"/>
              <a:gd name="connsiteY45" fmla="*/ 1811867 h 2870200"/>
              <a:gd name="connsiteX46" fmla="*/ 897082 w 4114416"/>
              <a:gd name="connsiteY46" fmla="*/ 1642534 h 2870200"/>
              <a:gd name="connsiteX47" fmla="*/ 922482 w 4114416"/>
              <a:gd name="connsiteY47" fmla="*/ 1583267 h 2870200"/>
              <a:gd name="connsiteX48" fmla="*/ 930949 w 4114416"/>
              <a:gd name="connsiteY48" fmla="*/ 1557867 h 2870200"/>
              <a:gd name="connsiteX49" fmla="*/ 939416 w 4114416"/>
              <a:gd name="connsiteY49" fmla="*/ 2006600 h 2870200"/>
              <a:gd name="connsiteX50" fmla="*/ 964816 w 4114416"/>
              <a:gd name="connsiteY50" fmla="*/ 2116667 h 2870200"/>
              <a:gd name="connsiteX51" fmla="*/ 973282 w 4114416"/>
              <a:gd name="connsiteY51" fmla="*/ 1948424 h 2870200"/>
              <a:gd name="connsiteX52" fmla="*/ 990216 w 4114416"/>
              <a:gd name="connsiteY52" fmla="*/ 1794934 h 2870200"/>
              <a:gd name="connsiteX53" fmla="*/ 998682 w 4114416"/>
              <a:gd name="connsiteY53" fmla="*/ 1761067 h 2870200"/>
              <a:gd name="connsiteX54" fmla="*/ 1015616 w 4114416"/>
              <a:gd name="connsiteY54" fmla="*/ 1871134 h 2870200"/>
              <a:gd name="connsiteX55" fmla="*/ 1032549 w 4114416"/>
              <a:gd name="connsiteY55" fmla="*/ 1947334 h 2870200"/>
              <a:gd name="connsiteX56" fmla="*/ 1049482 w 4114416"/>
              <a:gd name="connsiteY56" fmla="*/ 2040467 h 2870200"/>
              <a:gd name="connsiteX57" fmla="*/ 1074882 w 4114416"/>
              <a:gd name="connsiteY57" fmla="*/ 2108200 h 2870200"/>
              <a:gd name="connsiteX58" fmla="*/ 1083349 w 4114416"/>
              <a:gd name="connsiteY58" fmla="*/ 2150534 h 2870200"/>
              <a:gd name="connsiteX59" fmla="*/ 1125682 w 4114416"/>
              <a:gd name="connsiteY59" fmla="*/ 2209800 h 2870200"/>
              <a:gd name="connsiteX60" fmla="*/ 1134149 w 4114416"/>
              <a:gd name="connsiteY60" fmla="*/ 2108200 h 2870200"/>
              <a:gd name="connsiteX61" fmla="*/ 1184949 w 4114416"/>
              <a:gd name="connsiteY61" fmla="*/ 1989667 h 2870200"/>
              <a:gd name="connsiteX62" fmla="*/ 1235749 w 4114416"/>
              <a:gd name="connsiteY62" fmla="*/ 1913467 h 2870200"/>
              <a:gd name="connsiteX63" fmla="*/ 1244216 w 4114416"/>
              <a:gd name="connsiteY63" fmla="*/ 2167467 h 2870200"/>
              <a:gd name="connsiteX64" fmla="*/ 1261149 w 4114416"/>
              <a:gd name="connsiteY64" fmla="*/ 2082800 h 2870200"/>
              <a:gd name="connsiteX65" fmla="*/ 1269616 w 4114416"/>
              <a:gd name="connsiteY65" fmla="*/ 2015067 h 2870200"/>
              <a:gd name="connsiteX66" fmla="*/ 1311949 w 4114416"/>
              <a:gd name="connsiteY66" fmla="*/ 1854200 h 2870200"/>
              <a:gd name="connsiteX67" fmla="*/ 1320416 w 4114416"/>
              <a:gd name="connsiteY67" fmla="*/ 1803400 h 2870200"/>
              <a:gd name="connsiteX68" fmla="*/ 1345816 w 4114416"/>
              <a:gd name="connsiteY68" fmla="*/ 1701800 h 2870200"/>
              <a:gd name="connsiteX69" fmla="*/ 1371216 w 4114416"/>
              <a:gd name="connsiteY69" fmla="*/ 1718734 h 2870200"/>
              <a:gd name="connsiteX70" fmla="*/ 1379682 w 4114416"/>
              <a:gd name="connsiteY70" fmla="*/ 1744134 h 2870200"/>
              <a:gd name="connsiteX71" fmla="*/ 1405082 w 4114416"/>
              <a:gd name="connsiteY71" fmla="*/ 1828800 h 2870200"/>
              <a:gd name="connsiteX72" fmla="*/ 1422016 w 4114416"/>
              <a:gd name="connsiteY72" fmla="*/ 1879600 h 2870200"/>
              <a:gd name="connsiteX73" fmla="*/ 1430482 w 4114416"/>
              <a:gd name="connsiteY73" fmla="*/ 1913467 h 2870200"/>
              <a:gd name="connsiteX74" fmla="*/ 1455882 w 4114416"/>
              <a:gd name="connsiteY74" fmla="*/ 1947334 h 2870200"/>
              <a:gd name="connsiteX75" fmla="*/ 1472816 w 4114416"/>
              <a:gd name="connsiteY75" fmla="*/ 1938867 h 2870200"/>
              <a:gd name="connsiteX76" fmla="*/ 1515149 w 4114416"/>
              <a:gd name="connsiteY76" fmla="*/ 1803400 h 2870200"/>
              <a:gd name="connsiteX77" fmla="*/ 1574416 w 4114416"/>
              <a:gd name="connsiteY77" fmla="*/ 1651000 h 2870200"/>
              <a:gd name="connsiteX78" fmla="*/ 1582882 w 4114416"/>
              <a:gd name="connsiteY78" fmla="*/ 1591734 h 2870200"/>
              <a:gd name="connsiteX79" fmla="*/ 1599816 w 4114416"/>
              <a:gd name="connsiteY79" fmla="*/ 1566334 h 2870200"/>
              <a:gd name="connsiteX80" fmla="*/ 1608282 w 4114416"/>
              <a:gd name="connsiteY80" fmla="*/ 1524000 h 2870200"/>
              <a:gd name="connsiteX81" fmla="*/ 1616749 w 4114416"/>
              <a:gd name="connsiteY81" fmla="*/ 1498600 h 2870200"/>
              <a:gd name="connsiteX82" fmla="*/ 1633682 w 4114416"/>
              <a:gd name="connsiteY82" fmla="*/ 1524000 h 2870200"/>
              <a:gd name="connsiteX83" fmla="*/ 1659082 w 4114416"/>
              <a:gd name="connsiteY83" fmla="*/ 1490134 h 2870200"/>
              <a:gd name="connsiteX84" fmla="*/ 1684482 w 4114416"/>
              <a:gd name="connsiteY84" fmla="*/ 1388534 h 2870200"/>
              <a:gd name="connsiteX85" fmla="*/ 1743749 w 4114416"/>
              <a:gd name="connsiteY85" fmla="*/ 1286934 h 2870200"/>
              <a:gd name="connsiteX86" fmla="*/ 1794549 w 4114416"/>
              <a:gd name="connsiteY86" fmla="*/ 1176867 h 2870200"/>
              <a:gd name="connsiteX87" fmla="*/ 1819949 w 4114416"/>
              <a:gd name="connsiteY87" fmla="*/ 1202267 h 2870200"/>
              <a:gd name="connsiteX88" fmla="*/ 1828416 w 4114416"/>
              <a:gd name="connsiteY88" fmla="*/ 1227667 h 2870200"/>
              <a:gd name="connsiteX89" fmla="*/ 1845349 w 4114416"/>
              <a:gd name="connsiteY89" fmla="*/ 1261534 h 2870200"/>
              <a:gd name="connsiteX90" fmla="*/ 1887682 w 4114416"/>
              <a:gd name="connsiteY90" fmla="*/ 1422400 h 2870200"/>
              <a:gd name="connsiteX91" fmla="*/ 1938482 w 4114416"/>
              <a:gd name="connsiteY91" fmla="*/ 1600200 h 2870200"/>
              <a:gd name="connsiteX92" fmla="*/ 1989282 w 4114416"/>
              <a:gd name="connsiteY92" fmla="*/ 1744134 h 2870200"/>
              <a:gd name="connsiteX93" fmla="*/ 2006216 w 4114416"/>
              <a:gd name="connsiteY93" fmla="*/ 1498600 h 2870200"/>
              <a:gd name="connsiteX94" fmla="*/ 2023149 w 4114416"/>
              <a:gd name="connsiteY94" fmla="*/ 1464734 h 2870200"/>
              <a:gd name="connsiteX95" fmla="*/ 2031616 w 4114416"/>
              <a:gd name="connsiteY95" fmla="*/ 1439334 h 2870200"/>
              <a:gd name="connsiteX96" fmla="*/ 2082416 w 4114416"/>
              <a:gd name="connsiteY96" fmla="*/ 2032000 h 2870200"/>
              <a:gd name="connsiteX97" fmla="*/ 2090882 w 4114416"/>
              <a:gd name="connsiteY97" fmla="*/ 2150534 h 2870200"/>
              <a:gd name="connsiteX98" fmla="*/ 2099349 w 4114416"/>
              <a:gd name="connsiteY98" fmla="*/ 2489200 h 2870200"/>
              <a:gd name="connsiteX99" fmla="*/ 2133216 w 4114416"/>
              <a:gd name="connsiteY99" fmla="*/ 2421467 h 2870200"/>
              <a:gd name="connsiteX100" fmla="*/ 2175549 w 4114416"/>
              <a:gd name="connsiteY100" fmla="*/ 2319867 h 2870200"/>
              <a:gd name="connsiteX101" fmla="*/ 2200949 w 4114416"/>
              <a:gd name="connsiteY101" fmla="*/ 2286000 h 2870200"/>
              <a:gd name="connsiteX102" fmla="*/ 2234816 w 4114416"/>
              <a:gd name="connsiteY102" fmla="*/ 2235200 h 2870200"/>
              <a:gd name="connsiteX103" fmla="*/ 2251749 w 4114416"/>
              <a:gd name="connsiteY103" fmla="*/ 2514600 h 2870200"/>
              <a:gd name="connsiteX104" fmla="*/ 2277149 w 4114416"/>
              <a:gd name="connsiteY104" fmla="*/ 2565400 h 2870200"/>
              <a:gd name="connsiteX105" fmla="*/ 2285616 w 4114416"/>
              <a:gd name="connsiteY105" fmla="*/ 2489200 h 2870200"/>
              <a:gd name="connsiteX106" fmla="*/ 2302549 w 4114416"/>
              <a:gd name="connsiteY106" fmla="*/ 2421467 h 2870200"/>
              <a:gd name="connsiteX107" fmla="*/ 2311016 w 4114416"/>
              <a:gd name="connsiteY107" fmla="*/ 1718734 h 2870200"/>
              <a:gd name="connsiteX108" fmla="*/ 2336416 w 4114416"/>
              <a:gd name="connsiteY108" fmla="*/ 1811867 h 2870200"/>
              <a:gd name="connsiteX109" fmla="*/ 2361816 w 4114416"/>
              <a:gd name="connsiteY109" fmla="*/ 1871134 h 2870200"/>
              <a:gd name="connsiteX110" fmla="*/ 2387216 w 4114416"/>
              <a:gd name="connsiteY110" fmla="*/ 1938867 h 2870200"/>
              <a:gd name="connsiteX111" fmla="*/ 2395682 w 4114416"/>
              <a:gd name="connsiteY111" fmla="*/ 1972734 h 2870200"/>
              <a:gd name="connsiteX112" fmla="*/ 2404149 w 4114416"/>
              <a:gd name="connsiteY112" fmla="*/ 1574800 h 2870200"/>
              <a:gd name="connsiteX113" fmla="*/ 2429549 w 4114416"/>
              <a:gd name="connsiteY113" fmla="*/ 1236134 h 2870200"/>
              <a:gd name="connsiteX114" fmla="*/ 2446482 w 4114416"/>
              <a:gd name="connsiteY114" fmla="*/ 1092200 h 2870200"/>
              <a:gd name="connsiteX115" fmla="*/ 2454949 w 4114416"/>
              <a:gd name="connsiteY115" fmla="*/ 1066800 h 2870200"/>
              <a:gd name="connsiteX116" fmla="*/ 2463416 w 4114416"/>
              <a:gd name="connsiteY116" fmla="*/ 1092200 h 2870200"/>
              <a:gd name="connsiteX117" fmla="*/ 2480349 w 4114416"/>
              <a:gd name="connsiteY117" fmla="*/ 1117600 h 2870200"/>
              <a:gd name="connsiteX118" fmla="*/ 2488816 w 4114416"/>
              <a:gd name="connsiteY118" fmla="*/ 1227667 h 2870200"/>
              <a:gd name="connsiteX119" fmla="*/ 2514216 w 4114416"/>
              <a:gd name="connsiteY119" fmla="*/ 753534 h 2870200"/>
              <a:gd name="connsiteX120" fmla="*/ 2531149 w 4114416"/>
              <a:gd name="connsiteY120" fmla="*/ 685800 h 2870200"/>
              <a:gd name="connsiteX121" fmla="*/ 2539616 w 4114416"/>
              <a:gd name="connsiteY121" fmla="*/ 609600 h 2870200"/>
              <a:gd name="connsiteX122" fmla="*/ 2548082 w 4114416"/>
              <a:gd name="connsiteY122" fmla="*/ 558800 h 2870200"/>
              <a:gd name="connsiteX123" fmla="*/ 2565016 w 4114416"/>
              <a:gd name="connsiteY123" fmla="*/ 584200 h 2870200"/>
              <a:gd name="connsiteX124" fmla="*/ 2573482 w 4114416"/>
              <a:gd name="connsiteY124" fmla="*/ 778934 h 2870200"/>
              <a:gd name="connsiteX125" fmla="*/ 2615816 w 4114416"/>
              <a:gd name="connsiteY125" fmla="*/ 914400 h 2870200"/>
              <a:gd name="connsiteX126" fmla="*/ 2632749 w 4114416"/>
              <a:gd name="connsiteY126" fmla="*/ 973667 h 2870200"/>
              <a:gd name="connsiteX127" fmla="*/ 2649682 w 4114416"/>
              <a:gd name="connsiteY127" fmla="*/ 812800 h 2870200"/>
              <a:gd name="connsiteX128" fmla="*/ 2666616 w 4114416"/>
              <a:gd name="connsiteY128" fmla="*/ 694267 h 2870200"/>
              <a:gd name="connsiteX129" fmla="*/ 2692016 w 4114416"/>
              <a:gd name="connsiteY129" fmla="*/ 558800 h 2870200"/>
              <a:gd name="connsiteX130" fmla="*/ 2717416 w 4114416"/>
              <a:gd name="connsiteY130" fmla="*/ 321734 h 2870200"/>
              <a:gd name="connsiteX131" fmla="*/ 2734349 w 4114416"/>
              <a:gd name="connsiteY131" fmla="*/ 1058334 h 2870200"/>
              <a:gd name="connsiteX132" fmla="*/ 2760746 w 4114416"/>
              <a:gd name="connsiteY132" fmla="*/ 1023969 h 2870200"/>
              <a:gd name="connsiteX133" fmla="*/ 2810549 w 4114416"/>
              <a:gd name="connsiteY133" fmla="*/ 905934 h 2870200"/>
              <a:gd name="connsiteX134" fmla="*/ 2844416 w 4114416"/>
              <a:gd name="connsiteY134" fmla="*/ 855134 h 2870200"/>
              <a:gd name="connsiteX135" fmla="*/ 2869816 w 4114416"/>
              <a:gd name="connsiteY135" fmla="*/ 1422400 h 2870200"/>
              <a:gd name="connsiteX136" fmla="*/ 2878282 w 4114416"/>
              <a:gd name="connsiteY136" fmla="*/ 1388534 h 2870200"/>
              <a:gd name="connsiteX137" fmla="*/ 2895216 w 4114416"/>
              <a:gd name="connsiteY137" fmla="*/ 1363134 h 2870200"/>
              <a:gd name="connsiteX138" fmla="*/ 2920616 w 4114416"/>
              <a:gd name="connsiteY138" fmla="*/ 1278467 h 2870200"/>
              <a:gd name="connsiteX139" fmla="*/ 2937549 w 4114416"/>
              <a:gd name="connsiteY139" fmla="*/ 1320800 h 2870200"/>
              <a:gd name="connsiteX140" fmla="*/ 2954482 w 4114416"/>
              <a:gd name="connsiteY140" fmla="*/ 1388534 h 2870200"/>
              <a:gd name="connsiteX141" fmla="*/ 2971416 w 4114416"/>
              <a:gd name="connsiteY141" fmla="*/ 1422400 h 2870200"/>
              <a:gd name="connsiteX142" fmla="*/ 3013749 w 4114416"/>
              <a:gd name="connsiteY142" fmla="*/ 1540934 h 2870200"/>
              <a:gd name="connsiteX143" fmla="*/ 3030682 w 4114416"/>
              <a:gd name="connsiteY143" fmla="*/ 1566334 h 2870200"/>
              <a:gd name="connsiteX144" fmla="*/ 3064549 w 4114416"/>
              <a:gd name="connsiteY144" fmla="*/ 1718734 h 2870200"/>
              <a:gd name="connsiteX145" fmla="*/ 3089949 w 4114416"/>
              <a:gd name="connsiteY145" fmla="*/ 1761067 h 2870200"/>
              <a:gd name="connsiteX146" fmla="*/ 3123816 w 4114416"/>
              <a:gd name="connsiteY146" fmla="*/ 1879600 h 2870200"/>
              <a:gd name="connsiteX147" fmla="*/ 3115349 w 4114416"/>
              <a:gd name="connsiteY147" fmla="*/ 1913467 h 2870200"/>
              <a:gd name="connsiteX148" fmla="*/ 3127799 w 4114416"/>
              <a:gd name="connsiteY148" fmla="*/ 1901016 h 2870200"/>
              <a:gd name="connsiteX149" fmla="*/ 3106882 w 4114416"/>
              <a:gd name="connsiteY149" fmla="*/ 1888067 h 2870200"/>
              <a:gd name="connsiteX150" fmla="*/ 3132282 w 4114416"/>
              <a:gd name="connsiteY150" fmla="*/ 1871134 h 2870200"/>
              <a:gd name="connsiteX151" fmla="*/ 3140749 w 4114416"/>
              <a:gd name="connsiteY151" fmla="*/ 1769534 h 2870200"/>
              <a:gd name="connsiteX152" fmla="*/ 3157682 w 4114416"/>
              <a:gd name="connsiteY152" fmla="*/ 1710267 h 2870200"/>
              <a:gd name="connsiteX153" fmla="*/ 3166149 w 4114416"/>
              <a:gd name="connsiteY153" fmla="*/ 1684867 h 2870200"/>
              <a:gd name="connsiteX154" fmla="*/ 3191549 w 4114416"/>
              <a:gd name="connsiteY154" fmla="*/ 1676400 h 2870200"/>
              <a:gd name="connsiteX155" fmla="*/ 3200016 w 4114416"/>
              <a:gd name="connsiteY155" fmla="*/ 2006600 h 2870200"/>
              <a:gd name="connsiteX156" fmla="*/ 3208482 w 4114416"/>
              <a:gd name="connsiteY156" fmla="*/ 2048934 h 2870200"/>
              <a:gd name="connsiteX157" fmla="*/ 3216949 w 4114416"/>
              <a:gd name="connsiteY157" fmla="*/ 2099734 h 2870200"/>
              <a:gd name="connsiteX158" fmla="*/ 3233882 w 4114416"/>
              <a:gd name="connsiteY158" fmla="*/ 2048934 h 2870200"/>
              <a:gd name="connsiteX159" fmla="*/ 3242349 w 4114416"/>
              <a:gd name="connsiteY159" fmla="*/ 1998134 h 2870200"/>
              <a:gd name="connsiteX160" fmla="*/ 3276216 w 4114416"/>
              <a:gd name="connsiteY160" fmla="*/ 2353734 h 2870200"/>
              <a:gd name="connsiteX161" fmla="*/ 3301616 w 4114416"/>
              <a:gd name="connsiteY161" fmla="*/ 2387600 h 2870200"/>
              <a:gd name="connsiteX162" fmla="*/ 3310082 w 4114416"/>
              <a:gd name="connsiteY162" fmla="*/ 2497667 h 2870200"/>
              <a:gd name="connsiteX163" fmla="*/ 3327016 w 4114416"/>
              <a:gd name="connsiteY163" fmla="*/ 2531534 h 2870200"/>
              <a:gd name="connsiteX164" fmla="*/ 3343949 w 4114416"/>
              <a:gd name="connsiteY164" fmla="*/ 2599267 h 2870200"/>
              <a:gd name="connsiteX165" fmla="*/ 3369349 w 4114416"/>
              <a:gd name="connsiteY165" fmla="*/ 2667000 h 2870200"/>
              <a:gd name="connsiteX166" fmla="*/ 3411682 w 4114416"/>
              <a:gd name="connsiteY166" fmla="*/ 2810934 h 2870200"/>
              <a:gd name="connsiteX167" fmla="*/ 3437082 w 4114416"/>
              <a:gd name="connsiteY167" fmla="*/ 2870200 h 2870200"/>
              <a:gd name="connsiteX168" fmla="*/ 3462482 w 4114416"/>
              <a:gd name="connsiteY168" fmla="*/ 1828800 h 2870200"/>
              <a:gd name="connsiteX169" fmla="*/ 3461984 w 4114416"/>
              <a:gd name="connsiteY169" fmla="*/ 2090271 h 2870200"/>
              <a:gd name="connsiteX170" fmla="*/ 3487882 w 4114416"/>
              <a:gd name="connsiteY170" fmla="*/ 1735667 h 2870200"/>
              <a:gd name="connsiteX171" fmla="*/ 3513282 w 4114416"/>
              <a:gd name="connsiteY171" fmla="*/ 1651000 h 2870200"/>
              <a:gd name="connsiteX172" fmla="*/ 3521749 w 4114416"/>
              <a:gd name="connsiteY172" fmla="*/ 1701800 h 2870200"/>
              <a:gd name="connsiteX173" fmla="*/ 3525733 w 4114416"/>
              <a:gd name="connsiteY173" fmla="*/ 1875118 h 2870200"/>
              <a:gd name="connsiteX174" fmla="*/ 3547149 w 4114416"/>
              <a:gd name="connsiteY174" fmla="*/ 1752600 h 2870200"/>
              <a:gd name="connsiteX175" fmla="*/ 3555616 w 4114416"/>
              <a:gd name="connsiteY175" fmla="*/ 1693334 h 2870200"/>
              <a:gd name="connsiteX176" fmla="*/ 3597949 w 4114416"/>
              <a:gd name="connsiteY176" fmla="*/ 1608667 h 2870200"/>
              <a:gd name="connsiteX177" fmla="*/ 3614882 w 4114416"/>
              <a:gd name="connsiteY177" fmla="*/ 1566334 h 2870200"/>
              <a:gd name="connsiteX178" fmla="*/ 3657216 w 4114416"/>
              <a:gd name="connsiteY178" fmla="*/ 1464734 h 2870200"/>
              <a:gd name="connsiteX179" fmla="*/ 3661200 w 4114416"/>
              <a:gd name="connsiteY179" fmla="*/ 1373094 h 2870200"/>
              <a:gd name="connsiteX180" fmla="*/ 3682616 w 4114416"/>
              <a:gd name="connsiteY180" fmla="*/ 1363134 h 2870200"/>
              <a:gd name="connsiteX181" fmla="*/ 3699549 w 4114416"/>
              <a:gd name="connsiteY181" fmla="*/ 1320800 h 2870200"/>
              <a:gd name="connsiteX182" fmla="*/ 3694569 w 4114416"/>
              <a:gd name="connsiteY182" fmla="*/ 1151964 h 2870200"/>
              <a:gd name="connsiteX183" fmla="*/ 3741882 w 4114416"/>
              <a:gd name="connsiteY183" fmla="*/ 1227667 h 2870200"/>
              <a:gd name="connsiteX184" fmla="*/ 3750349 w 4114416"/>
              <a:gd name="connsiteY184" fmla="*/ 1176867 h 2870200"/>
              <a:gd name="connsiteX185" fmla="*/ 3767282 w 4114416"/>
              <a:gd name="connsiteY185" fmla="*/ 1126067 h 2870200"/>
              <a:gd name="connsiteX186" fmla="*/ 3775749 w 4114416"/>
              <a:gd name="connsiteY186" fmla="*/ 1058334 h 2870200"/>
              <a:gd name="connsiteX187" fmla="*/ 3784216 w 4114416"/>
              <a:gd name="connsiteY187" fmla="*/ 1270000 h 2870200"/>
              <a:gd name="connsiteX188" fmla="*/ 3813064 w 4114416"/>
              <a:gd name="connsiteY188" fmla="*/ 678606 h 2870200"/>
              <a:gd name="connsiteX189" fmla="*/ 3818082 w 4114416"/>
              <a:gd name="connsiteY189" fmla="*/ 558800 h 2870200"/>
              <a:gd name="connsiteX190" fmla="*/ 3835016 w 4114416"/>
              <a:gd name="connsiteY190" fmla="*/ 482600 h 2870200"/>
              <a:gd name="connsiteX191" fmla="*/ 3843482 w 4114416"/>
              <a:gd name="connsiteY191" fmla="*/ 533400 h 2870200"/>
              <a:gd name="connsiteX192" fmla="*/ 3860416 w 4114416"/>
              <a:gd name="connsiteY192" fmla="*/ 660400 h 2870200"/>
              <a:gd name="connsiteX193" fmla="*/ 3868882 w 4114416"/>
              <a:gd name="connsiteY193" fmla="*/ 702734 h 2870200"/>
              <a:gd name="connsiteX194" fmla="*/ 3885816 w 4114416"/>
              <a:gd name="connsiteY194" fmla="*/ 736600 h 2870200"/>
              <a:gd name="connsiteX195" fmla="*/ 3902749 w 4114416"/>
              <a:gd name="connsiteY195" fmla="*/ 702734 h 2870200"/>
              <a:gd name="connsiteX196" fmla="*/ 3962016 w 4114416"/>
              <a:gd name="connsiteY196" fmla="*/ 482600 h 2870200"/>
              <a:gd name="connsiteX197" fmla="*/ 3978949 w 4114416"/>
              <a:gd name="connsiteY197" fmla="*/ 457200 h 2870200"/>
              <a:gd name="connsiteX198" fmla="*/ 4004349 w 4114416"/>
              <a:gd name="connsiteY198" fmla="*/ 177800 h 2870200"/>
              <a:gd name="connsiteX199" fmla="*/ 4029749 w 4114416"/>
              <a:gd name="connsiteY199" fmla="*/ 135467 h 2870200"/>
              <a:gd name="connsiteX200" fmla="*/ 4038216 w 4114416"/>
              <a:gd name="connsiteY200" fmla="*/ 101600 h 2870200"/>
              <a:gd name="connsiteX201" fmla="*/ 4046682 w 4114416"/>
              <a:gd name="connsiteY201" fmla="*/ 76200 h 2870200"/>
              <a:gd name="connsiteX202" fmla="*/ 4055149 w 4114416"/>
              <a:gd name="connsiteY202" fmla="*/ 110067 h 2870200"/>
              <a:gd name="connsiteX203" fmla="*/ 4072082 w 4114416"/>
              <a:gd name="connsiteY203" fmla="*/ 160867 h 2870200"/>
              <a:gd name="connsiteX204" fmla="*/ 4114416 w 4114416"/>
              <a:gd name="connsiteY204" fmla="*/ 0 h 2870200"/>
              <a:gd name="connsiteX0" fmla="*/ 0 w 4114416"/>
              <a:gd name="connsiteY0" fmla="*/ 735359 h 2870200"/>
              <a:gd name="connsiteX1" fmla="*/ 22363 w 4114416"/>
              <a:gd name="connsiteY1" fmla="*/ 647092 h 2870200"/>
              <a:gd name="connsiteX2" fmla="*/ 53451 w 4114416"/>
              <a:gd name="connsiteY2" fmla="*/ 567267 h 2870200"/>
              <a:gd name="connsiteX3" fmla="*/ 61790 w 4114416"/>
              <a:gd name="connsiteY3" fmla="*/ 828517 h 2870200"/>
              <a:gd name="connsiteX4" fmla="*/ 57549 w 4114416"/>
              <a:gd name="connsiteY4" fmla="*/ 1083293 h 2870200"/>
              <a:gd name="connsiteX5" fmla="*/ 55282 w 4114416"/>
              <a:gd name="connsiteY5" fmla="*/ 1212385 h 2870200"/>
              <a:gd name="connsiteX6" fmla="*/ 69873 w 4114416"/>
              <a:gd name="connsiteY6" fmla="*/ 1401791 h 2870200"/>
              <a:gd name="connsiteX7" fmla="*/ 112335 w 4114416"/>
              <a:gd name="connsiteY7" fmla="*/ 1209517 h 2870200"/>
              <a:gd name="connsiteX8" fmla="*/ 135082 w 4114416"/>
              <a:gd name="connsiteY8" fmla="*/ 1100667 h 2870200"/>
              <a:gd name="connsiteX9" fmla="*/ 168949 w 4114416"/>
              <a:gd name="connsiteY9" fmla="*/ 999067 h 2870200"/>
              <a:gd name="connsiteX10" fmla="*/ 185882 w 4114416"/>
              <a:gd name="connsiteY10" fmla="*/ 948267 h 2870200"/>
              <a:gd name="connsiteX11" fmla="*/ 202816 w 4114416"/>
              <a:gd name="connsiteY11" fmla="*/ 1134534 h 2870200"/>
              <a:gd name="connsiteX12" fmla="*/ 219749 w 4114416"/>
              <a:gd name="connsiteY12" fmla="*/ 1464734 h 2870200"/>
              <a:gd name="connsiteX13" fmla="*/ 279016 w 4114416"/>
              <a:gd name="connsiteY13" fmla="*/ 1363134 h 2870200"/>
              <a:gd name="connsiteX14" fmla="*/ 304416 w 4114416"/>
              <a:gd name="connsiteY14" fmla="*/ 1371600 h 2870200"/>
              <a:gd name="connsiteX15" fmla="*/ 312882 w 4114416"/>
              <a:gd name="connsiteY15" fmla="*/ 2243667 h 2870200"/>
              <a:gd name="connsiteX16" fmla="*/ 338282 w 4114416"/>
              <a:gd name="connsiteY16" fmla="*/ 2201334 h 2870200"/>
              <a:gd name="connsiteX17" fmla="*/ 346749 w 4114416"/>
              <a:gd name="connsiteY17" fmla="*/ 2150534 h 2870200"/>
              <a:gd name="connsiteX18" fmla="*/ 371651 w 4114416"/>
              <a:gd name="connsiteY18" fmla="*/ 2376146 h 2870200"/>
              <a:gd name="connsiteX19" fmla="*/ 389082 w 4114416"/>
              <a:gd name="connsiteY19" fmla="*/ 2082800 h 2870200"/>
              <a:gd name="connsiteX20" fmla="*/ 414981 w 4114416"/>
              <a:gd name="connsiteY20" fmla="*/ 1792444 h 2870200"/>
              <a:gd name="connsiteX21" fmla="*/ 422949 w 4114416"/>
              <a:gd name="connsiteY21" fmla="*/ 2032000 h 2870200"/>
              <a:gd name="connsiteX22" fmla="*/ 453908 w 4114416"/>
              <a:gd name="connsiteY22" fmla="*/ 1990884 h 2870200"/>
              <a:gd name="connsiteX23" fmla="*/ 465282 w 4114416"/>
              <a:gd name="connsiteY23" fmla="*/ 1752600 h 2870200"/>
              <a:gd name="connsiteX24" fmla="*/ 490682 w 4114416"/>
              <a:gd name="connsiteY24" fmla="*/ 1651000 h 2870200"/>
              <a:gd name="connsiteX25" fmla="*/ 516082 w 4114416"/>
              <a:gd name="connsiteY25" fmla="*/ 1710267 h 2870200"/>
              <a:gd name="connsiteX26" fmla="*/ 524549 w 4114416"/>
              <a:gd name="connsiteY26" fmla="*/ 1851666 h 2870200"/>
              <a:gd name="connsiteX27" fmla="*/ 558416 w 4114416"/>
              <a:gd name="connsiteY27" fmla="*/ 1820334 h 2870200"/>
              <a:gd name="connsiteX28" fmla="*/ 583816 w 4114416"/>
              <a:gd name="connsiteY28" fmla="*/ 1938867 h 2870200"/>
              <a:gd name="connsiteX29" fmla="*/ 600749 w 4114416"/>
              <a:gd name="connsiteY29" fmla="*/ 1998134 h 2870200"/>
              <a:gd name="connsiteX30" fmla="*/ 643082 w 4114416"/>
              <a:gd name="connsiteY30" fmla="*/ 1786467 h 2870200"/>
              <a:gd name="connsiteX31" fmla="*/ 651549 w 4114416"/>
              <a:gd name="connsiteY31" fmla="*/ 1744134 h 2870200"/>
              <a:gd name="connsiteX32" fmla="*/ 668482 w 4114416"/>
              <a:gd name="connsiteY32" fmla="*/ 1718734 h 2870200"/>
              <a:gd name="connsiteX33" fmla="*/ 685416 w 4114416"/>
              <a:gd name="connsiteY33" fmla="*/ 1617134 h 2870200"/>
              <a:gd name="connsiteX34" fmla="*/ 702349 w 4114416"/>
              <a:gd name="connsiteY34" fmla="*/ 1557867 h 2870200"/>
              <a:gd name="connsiteX35" fmla="*/ 710816 w 4114416"/>
              <a:gd name="connsiteY35" fmla="*/ 1524000 h 2870200"/>
              <a:gd name="connsiteX36" fmla="*/ 727749 w 4114416"/>
              <a:gd name="connsiteY36" fmla="*/ 1312334 h 2870200"/>
              <a:gd name="connsiteX37" fmla="*/ 744682 w 4114416"/>
              <a:gd name="connsiteY37" fmla="*/ 1380067 h 2870200"/>
              <a:gd name="connsiteX38" fmla="*/ 761616 w 4114416"/>
              <a:gd name="connsiteY38" fmla="*/ 1532467 h 2870200"/>
              <a:gd name="connsiteX39" fmla="*/ 778549 w 4114416"/>
              <a:gd name="connsiteY39" fmla="*/ 1566334 h 2870200"/>
              <a:gd name="connsiteX40" fmla="*/ 803949 w 4114416"/>
              <a:gd name="connsiteY40" fmla="*/ 1456267 h 2870200"/>
              <a:gd name="connsiteX41" fmla="*/ 820882 w 4114416"/>
              <a:gd name="connsiteY41" fmla="*/ 1430867 h 2870200"/>
              <a:gd name="connsiteX42" fmla="*/ 854749 w 4114416"/>
              <a:gd name="connsiteY42" fmla="*/ 1388534 h 2870200"/>
              <a:gd name="connsiteX43" fmla="*/ 863216 w 4114416"/>
              <a:gd name="connsiteY43" fmla="*/ 1498600 h 2870200"/>
              <a:gd name="connsiteX44" fmla="*/ 888616 w 4114416"/>
              <a:gd name="connsiteY44" fmla="*/ 1811867 h 2870200"/>
              <a:gd name="connsiteX45" fmla="*/ 897082 w 4114416"/>
              <a:gd name="connsiteY45" fmla="*/ 1642534 h 2870200"/>
              <a:gd name="connsiteX46" fmla="*/ 922482 w 4114416"/>
              <a:gd name="connsiteY46" fmla="*/ 1583267 h 2870200"/>
              <a:gd name="connsiteX47" fmla="*/ 930949 w 4114416"/>
              <a:gd name="connsiteY47" fmla="*/ 1557867 h 2870200"/>
              <a:gd name="connsiteX48" fmla="*/ 939416 w 4114416"/>
              <a:gd name="connsiteY48" fmla="*/ 2006600 h 2870200"/>
              <a:gd name="connsiteX49" fmla="*/ 964816 w 4114416"/>
              <a:gd name="connsiteY49" fmla="*/ 2116667 h 2870200"/>
              <a:gd name="connsiteX50" fmla="*/ 973282 w 4114416"/>
              <a:gd name="connsiteY50" fmla="*/ 1948424 h 2870200"/>
              <a:gd name="connsiteX51" fmla="*/ 990216 w 4114416"/>
              <a:gd name="connsiteY51" fmla="*/ 1794934 h 2870200"/>
              <a:gd name="connsiteX52" fmla="*/ 998682 w 4114416"/>
              <a:gd name="connsiteY52" fmla="*/ 1761067 h 2870200"/>
              <a:gd name="connsiteX53" fmla="*/ 1015616 w 4114416"/>
              <a:gd name="connsiteY53" fmla="*/ 1871134 h 2870200"/>
              <a:gd name="connsiteX54" fmla="*/ 1032549 w 4114416"/>
              <a:gd name="connsiteY54" fmla="*/ 1947334 h 2870200"/>
              <a:gd name="connsiteX55" fmla="*/ 1049482 w 4114416"/>
              <a:gd name="connsiteY55" fmla="*/ 2040467 h 2870200"/>
              <a:gd name="connsiteX56" fmla="*/ 1074882 w 4114416"/>
              <a:gd name="connsiteY56" fmla="*/ 2108200 h 2870200"/>
              <a:gd name="connsiteX57" fmla="*/ 1083349 w 4114416"/>
              <a:gd name="connsiteY57" fmla="*/ 2150534 h 2870200"/>
              <a:gd name="connsiteX58" fmla="*/ 1125682 w 4114416"/>
              <a:gd name="connsiteY58" fmla="*/ 2209800 h 2870200"/>
              <a:gd name="connsiteX59" fmla="*/ 1134149 w 4114416"/>
              <a:gd name="connsiteY59" fmla="*/ 2108200 h 2870200"/>
              <a:gd name="connsiteX60" fmla="*/ 1184949 w 4114416"/>
              <a:gd name="connsiteY60" fmla="*/ 1989667 h 2870200"/>
              <a:gd name="connsiteX61" fmla="*/ 1235749 w 4114416"/>
              <a:gd name="connsiteY61" fmla="*/ 1913467 h 2870200"/>
              <a:gd name="connsiteX62" fmla="*/ 1244216 w 4114416"/>
              <a:gd name="connsiteY62" fmla="*/ 2167467 h 2870200"/>
              <a:gd name="connsiteX63" fmla="*/ 1261149 w 4114416"/>
              <a:gd name="connsiteY63" fmla="*/ 2082800 h 2870200"/>
              <a:gd name="connsiteX64" fmla="*/ 1269616 w 4114416"/>
              <a:gd name="connsiteY64" fmla="*/ 2015067 h 2870200"/>
              <a:gd name="connsiteX65" fmla="*/ 1311949 w 4114416"/>
              <a:gd name="connsiteY65" fmla="*/ 1854200 h 2870200"/>
              <a:gd name="connsiteX66" fmla="*/ 1320416 w 4114416"/>
              <a:gd name="connsiteY66" fmla="*/ 1803400 h 2870200"/>
              <a:gd name="connsiteX67" fmla="*/ 1345816 w 4114416"/>
              <a:gd name="connsiteY67" fmla="*/ 1701800 h 2870200"/>
              <a:gd name="connsiteX68" fmla="*/ 1371216 w 4114416"/>
              <a:gd name="connsiteY68" fmla="*/ 1718734 h 2870200"/>
              <a:gd name="connsiteX69" fmla="*/ 1379682 w 4114416"/>
              <a:gd name="connsiteY69" fmla="*/ 1744134 h 2870200"/>
              <a:gd name="connsiteX70" fmla="*/ 1405082 w 4114416"/>
              <a:gd name="connsiteY70" fmla="*/ 1828800 h 2870200"/>
              <a:gd name="connsiteX71" fmla="*/ 1422016 w 4114416"/>
              <a:gd name="connsiteY71" fmla="*/ 1879600 h 2870200"/>
              <a:gd name="connsiteX72" fmla="*/ 1430482 w 4114416"/>
              <a:gd name="connsiteY72" fmla="*/ 1913467 h 2870200"/>
              <a:gd name="connsiteX73" fmla="*/ 1455882 w 4114416"/>
              <a:gd name="connsiteY73" fmla="*/ 1947334 h 2870200"/>
              <a:gd name="connsiteX74" fmla="*/ 1472816 w 4114416"/>
              <a:gd name="connsiteY74" fmla="*/ 1938867 h 2870200"/>
              <a:gd name="connsiteX75" fmla="*/ 1515149 w 4114416"/>
              <a:gd name="connsiteY75" fmla="*/ 1803400 h 2870200"/>
              <a:gd name="connsiteX76" fmla="*/ 1574416 w 4114416"/>
              <a:gd name="connsiteY76" fmla="*/ 1651000 h 2870200"/>
              <a:gd name="connsiteX77" fmla="*/ 1582882 w 4114416"/>
              <a:gd name="connsiteY77" fmla="*/ 1591734 h 2870200"/>
              <a:gd name="connsiteX78" fmla="*/ 1599816 w 4114416"/>
              <a:gd name="connsiteY78" fmla="*/ 1566334 h 2870200"/>
              <a:gd name="connsiteX79" fmla="*/ 1608282 w 4114416"/>
              <a:gd name="connsiteY79" fmla="*/ 1524000 h 2870200"/>
              <a:gd name="connsiteX80" fmla="*/ 1616749 w 4114416"/>
              <a:gd name="connsiteY80" fmla="*/ 1498600 h 2870200"/>
              <a:gd name="connsiteX81" fmla="*/ 1633682 w 4114416"/>
              <a:gd name="connsiteY81" fmla="*/ 1524000 h 2870200"/>
              <a:gd name="connsiteX82" fmla="*/ 1659082 w 4114416"/>
              <a:gd name="connsiteY82" fmla="*/ 1490134 h 2870200"/>
              <a:gd name="connsiteX83" fmla="*/ 1684482 w 4114416"/>
              <a:gd name="connsiteY83" fmla="*/ 1388534 h 2870200"/>
              <a:gd name="connsiteX84" fmla="*/ 1743749 w 4114416"/>
              <a:gd name="connsiteY84" fmla="*/ 1286934 h 2870200"/>
              <a:gd name="connsiteX85" fmla="*/ 1794549 w 4114416"/>
              <a:gd name="connsiteY85" fmla="*/ 1176867 h 2870200"/>
              <a:gd name="connsiteX86" fmla="*/ 1819949 w 4114416"/>
              <a:gd name="connsiteY86" fmla="*/ 1202267 h 2870200"/>
              <a:gd name="connsiteX87" fmla="*/ 1828416 w 4114416"/>
              <a:gd name="connsiteY87" fmla="*/ 1227667 h 2870200"/>
              <a:gd name="connsiteX88" fmla="*/ 1845349 w 4114416"/>
              <a:gd name="connsiteY88" fmla="*/ 1261534 h 2870200"/>
              <a:gd name="connsiteX89" fmla="*/ 1887682 w 4114416"/>
              <a:gd name="connsiteY89" fmla="*/ 1422400 h 2870200"/>
              <a:gd name="connsiteX90" fmla="*/ 1938482 w 4114416"/>
              <a:gd name="connsiteY90" fmla="*/ 1600200 h 2870200"/>
              <a:gd name="connsiteX91" fmla="*/ 1989282 w 4114416"/>
              <a:gd name="connsiteY91" fmla="*/ 1744134 h 2870200"/>
              <a:gd name="connsiteX92" fmla="*/ 2006216 w 4114416"/>
              <a:gd name="connsiteY92" fmla="*/ 1498600 h 2870200"/>
              <a:gd name="connsiteX93" fmla="*/ 2023149 w 4114416"/>
              <a:gd name="connsiteY93" fmla="*/ 1464734 h 2870200"/>
              <a:gd name="connsiteX94" fmla="*/ 2031616 w 4114416"/>
              <a:gd name="connsiteY94" fmla="*/ 1439334 h 2870200"/>
              <a:gd name="connsiteX95" fmla="*/ 2082416 w 4114416"/>
              <a:gd name="connsiteY95" fmla="*/ 2032000 h 2870200"/>
              <a:gd name="connsiteX96" fmla="*/ 2090882 w 4114416"/>
              <a:gd name="connsiteY96" fmla="*/ 2150534 h 2870200"/>
              <a:gd name="connsiteX97" fmla="*/ 2099349 w 4114416"/>
              <a:gd name="connsiteY97" fmla="*/ 2489200 h 2870200"/>
              <a:gd name="connsiteX98" fmla="*/ 2133216 w 4114416"/>
              <a:gd name="connsiteY98" fmla="*/ 2421467 h 2870200"/>
              <a:gd name="connsiteX99" fmla="*/ 2175549 w 4114416"/>
              <a:gd name="connsiteY99" fmla="*/ 2319867 h 2870200"/>
              <a:gd name="connsiteX100" fmla="*/ 2200949 w 4114416"/>
              <a:gd name="connsiteY100" fmla="*/ 2286000 h 2870200"/>
              <a:gd name="connsiteX101" fmla="*/ 2234816 w 4114416"/>
              <a:gd name="connsiteY101" fmla="*/ 2235200 h 2870200"/>
              <a:gd name="connsiteX102" fmla="*/ 2251749 w 4114416"/>
              <a:gd name="connsiteY102" fmla="*/ 2514600 h 2870200"/>
              <a:gd name="connsiteX103" fmla="*/ 2277149 w 4114416"/>
              <a:gd name="connsiteY103" fmla="*/ 2565400 h 2870200"/>
              <a:gd name="connsiteX104" fmla="*/ 2285616 w 4114416"/>
              <a:gd name="connsiteY104" fmla="*/ 2489200 h 2870200"/>
              <a:gd name="connsiteX105" fmla="*/ 2302549 w 4114416"/>
              <a:gd name="connsiteY105" fmla="*/ 2421467 h 2870200"/>
              <a:gd name="connsiteX106" fmla="*/ 2311016 w 4114416"/>
              <a:gd name="connsiteY106" fmla="*/ 1718734 h 2870200"/>
              <a:gd name="connsiteX107" fmla="*/ 2336416 w 4114416"/>
              <a:gd name="connsiteY107" fmla="*/ 1811867 h 2870200"/>
              <a:gd name="connsiteX108" fmla="*/ 2361816 w 4114416"/>
              <a:gd name="connsiteY108" fmla="*/ 1871134 h 2870200"/>
              <a:gd name="connsiteX109" fmla="*/ 2387216 w 4114416"/>
              <a:gd name="connsiteY109" fmla="*/ 1938867 h 2870200"/>
              <a:gd name="connsiteX110" fmla="*/ 2395682 w 4114416"/>
              <a:gd name="connsiteY110" fmla="*/ 1972734 h 2870200"/>
              <a:gd name="connsiteX111" fmla="*/ 2404149 w 4114416"/>
              <a:gd name="connsiteY111" fmla="*/ 1574800 h 2870200"/>
              <a:gd name="connsiteX112" fmla="*/ 2429549 w 4114416"/>
              <a:gd name="connsiteY112" fmla="*/ 1236134 h 2870200"/>
              <a:gd name="connsiteX113" fmla="*/ 2446482 w 4114416"/>
              <a:gd name="connsiteY113" fmla="*/ 1092200 h 2870200"/>
              <a:gd name="connsiteX114" fmla="*/ 2454949 w 4114416"/>
              <a:gd name="connsiteY114" fmla="*/ 1066800 h 2870200"/>
              <a:gd name="connsiteX115" fmla="*/ 2463416 w 4114416"/>
              <a:gd name="connsiteY115" fmla="*/ 1092200 h 2870200"/>
              <a:gd name="connsiteX116" fmla="*/ 2480349 w 4114416"/>
              <a:gd name="connsiteY116" fmla="*/ 1117600 h 2870200"/>
              <a:gd name="connsiteX117" fmla="*/ 2488816 w 4114416"/>
              <a:gd name="connsiteY117" fmla="*/ 1227667 h 2870200"/>
              <a:gd name="connsiteX118" fmla="*/ 2514216 w 4114416"/>
              <a:gd name="connsiteY118" fmla="*/ 753534 h 2870200"/>
              <a:gd name="connsiteX119" fmla="*/ 2531149 w 4114416"/>
              <a:gd name="connsiteY119" fmla="*/ 685800 h 2870200"/>
              <a:gd name="connsiteX120" fmla="*/ 2539616 w 4114416"/>
              <a:gd name="connsiteY120" fmla="*/ 609600 h 2870200"/>
              <a:gd name="connsiteX121" fmla="*/ 2548082 w 4114416"/>
              <a:gd name="connsiteY121" fmla="*/ 558800 h 2870200"/>
              <a:gd name="connsiteX122" fmla="*/ 2565016 w 4114416"/>
              <a:gd name="connsiteY122" fmla="*/ 584200 h 2870200"/>
              <a:gd name="connsiteX123" fmla="*/ 2573482 w 4114416"/>
              <a:gd name="connsiteY123" fmla="*/ 778934 h 2870200"/>
              <a:gd name="connsiteX124" fmla="*/ 2615816 w 4114416"/>
              <a:gd name="connsiteY124" fmla="*/ 914400 h 2870200"/>
              <a:gd name="connsiteX125" fmla="*/ 2632749 w 4114416"/>
              <a:gd name="connsiteY125" fmla="*/ 973667 h 2870200"/>
              <a:gd name="connsiteX126" fmla="*/ 2649682 w 4114416"/>
              <a:gd name="connsiteY126" fmla="*/ 812800 h 2870200"/>
              <a:gd name="connsiteX127" fmla="*/ 2666616 w 4114416"/>
              <a:gd name="connsiteY127" fmla="*/ 694267 h 2870200"/>
              <a:gd name="connsiteX128" fmla="*/ 2692016 w 4114416"/>
              <a:gd name="connsiteY128" fmla="*/ 558800 h 2870200"/>
              <a:gd name="connsiteX129" fmla="*/ 2717416 w 4114416"/>
              <a:gd name="connsiteY129" fmla="*/ 321734 h 2870200"/>
              <a:gd name="connsiteX130" fmla="*/ 2734349 w 4114416"/>
              <a:gd name="connsiteY130" fmla="*/ 1058334 h 2870200"/>
              <a:gd name="connsiteX131" fmla="*/ 2760746 w 4114416"/>
              <a:gd name="connsiteY131" fmla="*/ 1023969 h 2870200"/>
              <a:gd name="connsiteX132" fmla="*/ 2810549 w 4114416"/>
              <a:gd name="connsiteY132" fmla="*/ 905934 h 2870200"/>
              <a:gd name="connsiteX133" fmla="*/ 2844416 w 4114416"/>
              <a:gd name="connsiteY133" fmla="*/ 855134 h 2870200"/>
              <a:gd name="connsiteX134" fmla="*/ 2869816 w 4114416"/>
              <a:gd name="connsiteY134" fmla="*/ 1422400 h 2870200"/>
              <a:gd name="connsiteX135" fmla="*/ 2878282 w 4114416"/>
              <a:gd name="connsiteY135" fmla="*/ 1388534 h 2870200"/>
              <a:gd name="connsiteX136" fmla="*/ 2895216 w 4114416"/>
              <a:gd name="connsiteY136" fmla="*/ 1363134 h 2870200"/>
              <a:gd name="connsiteX137" fmla="*/ 2920616 w 4114416"/>
              <a:gd name="connsiteY137" fmla="*/ 1278467 h 2870200"/>
              <a:gd name="connsiteX138" fmla="*/ 2937549 w 4114416"/>
              <a:gd name="connsiteY138" fmla="*/ 1320800 h 2870200"/>
              <a:gd name="connsiteX139" fmla="*/ 2954482 w 4114416"/>
              <a:gd name="connsiteY139" fmla="*/ 1388534 h 2870200"/>
              <a:gd name="connsiteX140" fmla="*/ 2971416 w 4114416"/>
              <a:gd name="connsiteY140" fmla="*/ 1422400 h 2870200"/>
              <a:gd name="connsiteX141" fmla="*/ 3013749 w 4114416"/>
              <a:gd name="connsiteY141" fmla="*/ 1540934 h 2870200"/>
              <a:gd name="connsiteX142" fmla="*/ 3030682 w 4114416"/>
              <a:gd name="connsiteY142" fmla="*/ 1566334 h 2870200"/>
              <a:gd name="connsiteX143" fmla="*/ 3064549 w 4114416"/>
              <a:gd name="connsiteY143" fmla="*/ 1718734 h 2870200"/>
              <a:gd name="connsiteX144" fmla="*/ 3089949 w 4114416"/>
              <a:gd name="connsiteY144" fmla="*/ 1761067 h 2870200"/>
              <a:gd name="connsiteX145" fmla="*/ 3123816 w 4114416"/>
              <a:gd name="connsiteY145" fmla="*/ 1879600 h 2870200"/>
              <a:gd name="connsiteX146" fmla="*/ 3115349 w 4114416"/>
              <a:gd name="connsiteY146" fmla="*/ 1913467 h 2870200"/>
              <a:gd name="connsiteX147" fmla="*/ 3127799 w 4114416"/>
              <a:gd name="connsiteY147" fmla="*/ 1901016 h 2870200"/>
              <a:gd name="connsiteX148" fmla="*/ 3106882 w 4114416"/>
              <a:gd name="connsiteY148" fmla="*/ 1888067 h 2870200"/>
              <a:gd name="connsiteX149" fmla="*/ 3132282 w 4114416"/>
              <a:gd name="connsiteY149" fmla="*/ 1871134 h 2870200"/>
              <a:gd name="connsiteX150" fmla="*/ 3140749 w 4114416"/>
              <a:gd name="connsiteY150" fmla="*/ 1769534 h 2870200"/>
              <a:gd name="connsiteX151" fmla="*/ 3157682 w 4114416"/>
              <a:gd name="connsiteY151" fmla="*/ 1710267 h 2870200"/>
              <a:gd name="connsiteX152" fmla="*/ 3166149 w 4114416"/>
              <a:gd name="connsiteY152" fmla="*/ 1684867 h 2870200"/>
              <a:gd name="connsiteX153" fmla="*/ 3191549 w 4114416"/>
              <a:gd name="connsiteY153" fmla="*/ 1676400 h 2870200"/>
              <a:gd name="connsiteX154" fmla="*/ 3200016 w 4114416"/>
              <a:gd name="connsiteY154" fmla="*/ 2006600 h 2870200"/>
              <a:gd name="connsiteX155" fmla="*/ 3208482 w 4114416"/>
              <a:gd name="connsiteY155" fmla="*/ 2048934 h 2870200"/>
              <a:gd name="connsiteX156" fmla="*/ 3216949 w 4114416"/>
              <a:gd name="connsiteY156" fmla="*/ 2099734 h 2870200"/>
              <a:gd name="connsiteX157" fmla="*/ 3233882 w 4114416"/>
              <a:gd name="connsiteY157" fmla="*/ 2048934 h 2870200"/>
              <a:gd name="connsiteX158" fmla="*/ 3242349 w 4114416"/>
              <a:gd name="connsiteY158" fmla="*/ 1998134 h 2870200"/>
              <a:gd name="connsiteX159" fmla="*/ 3276216 w 4114416"/>
              <a:gd name="connsiteY159" fmla="*/ 2353734 h 2870200"/>
              <a:gd name="connsiteX160" fmla="*/ 3301616 w 4114416"/>
              <a:gd name="connsiteY160" fmla="*/ 2387600 h 2870200"/>
              <a:gd name="connsiteX161" fmla="*/ 3310082 w 4114416"/>
              <a:gd name="connsiteY161" fmla="*/ 2497667 h 2870200"/>
              <a:gd name="connsiteX162" fmla="*/ 3327016 w 4114416"/>
              <a:gd name="connsiteY162" fmla="*/ 2531534 h 2870200"/>
              <a:gd name="connsiteX163" fmla="*/ 3343949 w 4114416"/>
              <a:gd name="connsiteY163" fmla="*/ 2599267 h 2870200"/>
              <a:gd name="connsiteX164" fmla="*/ 3369349 w 4114416"/>
              <a:gd name="connsiteY164" fmla="*/ 2667000 h 2870200"/>
              <a:gd name="connsiteX165" fmla="*/ 3411682 w 4114416"/>
              <a:gd name="connsiteY165" fmla="*/ 2810934 h 2870200"/>
              <a:gd name="connsiteX166" fmla="*/ 3437082 w 4114416"/>
              <a:gd name="connsiteY166" fmla="*/ 2870200 h 2870200"/>
              <a:gd name="connsiteX167" fmla="*/ 3462482 w 4114416"/>
              <a:gd name="connsiteY167" fmla="*/ 1828800 h 2870200"/>
              <a:gd name="connsiteX168" fmla="*/ 3461984 w 4114416"/>
              <a:gd name="connsiteY168" fmla="*/ 2090271 h 2870200"/>
              <a:gd name="connsiteX169" fmla="*/ 3487882 w 4114416"/>
              <a:gd name="connsiteY169" fmla="*/ 1735667 h 2870200"/>
              <a:gd name="connsiteX170" fmla="*/ 3513282 w 4114416"/>
              <a:gd name="connsiteY170" fmla="*/ 1651000 h 2870200"/>
              <a:gd name="connsiteX171" fmla="*/ 3521749 w 4114416"/>
              <a:gd name="connsiteY171" fmla="*/ 1701800 h 2870200"/>
              <a:gd name="connsiteX172" fmla="*/ 3525733 w 4114416"/>
              <a:gd name="connsiteY172" fmla="*/ 1875118 h 2870200"/>
              <a:gd name="connsiteX173" fmla="*/ 3547149 w 4114416"/>
              <a:gd name="connsiteY173" fmla="*/ 1752600 h 2870200"/>
              <a:gd name="connsiteX174" fmla="*/ 3555616 w 4114416"/>
              <a:gd name="connsiteY174" fmla="*/ 1693334 h 2870200"/>
              <a:gd name="connsiteX175" fmla="*/ 3597949 w 4114416"/>
              <a:gd name="connsiteY175" fmla="*/ 1608667 h 2870200"/>
              <a:gd name="connsiteX176" fmla="*/ 3614882 w 4114416"/>
              <a:gd name="connsiteY176" fmla="*/ 1566334 h 2870200"/>
              <a:gd name="connsiteX177" fmla="*/ 3657216 w 4114416"/>
              <a:gd name="connsiteY177" fmla="*/ 1464734 h 2870200"/>
              <a:gd name="connsiteX178" fmla="*/ 3661200 w 4114416"/>
              <a:gd name="connsiteY178" fmla="*/ 1373094 h 2870200"/>
              <a:gd name="connsiteX179" fmla="*/ 3682616 w 4114416"/>
              <a:gd name="connsiteY179" fmla="*/ 1363134 h 2870200"/>
              <a:gd name="connsiteX180" fmla="*/ 3699549 w 4114416"/>
              <a:gd name="connsiteY180" fmla="*/ 1320800 h 2870200"/>
              <a:gd name="connsiteX181" fmla="*/ 3694569 w 4114416"/>
              <a:gd name="connsiteY181" fmla="*/ 1151964 h 2870200"/>
              <a:gd name="connsiteX182" fmla="*/ 3741882 w 4114416"/>
              <a:gd name="connsiteY182" fmla="*/ 1227667 h 2870200"/>
              <a:gd name="connsiteX183" fmla="*/ 3750349 w 4114416"/>
              <a:gd name="connsiteY183" fmla="*/ 1176867 h 2870200"/>
              <a:gd name="connsiteX184" fmla="*/ 3767282 w 4114416"/>
              <a:gd name="connsiteY184" fmla="*/ 1126067 h 2870200"/>
              <a:gd name="connsiteX185" fmla="*/ 3775749 w 4114416"/>
              <a:gd name="connsiteY185" fmla="*/ 1058334 h 2870200"/>
              <a:gd name="connsiteX186" fmla="*/ 3784216 w 4114416"/>
              <a:gd name="connsiteY186" fmla="*/ 1270000 h 2870200"/>
              <a:gd name="connsiteX187" fmla="*/ 3813064 w 4114416"/>
              <a:gd name="connsiteY187" fmla="*/ 678606 h 2870200"/>
              <a:gd name="connsiteX188" fmla="*/ 3818082 w 4114416"/>
              <a:gd name="connsiteY188" fmla="*/ 558800 h 2870200"/>
              <a:gd name="connsiteX189" fmla="*/ 3835016 w 4114416"/>
              <a:gd name="connsiteY189" fmla="*/ 482600 h 2870200"/>
              <a:gd name="connsiteX190" fmla="*/ 3843482 w 4114416"/>
              <a:gd name="connsiteY190" fmla="*/ 533400 h 2870200"/>
              <a:gd name="connsiteX191" fmla="*/ 3860416 w 4114416"/>
              <a:gd name="connsiteY191" fmla="*/ 660400 h 2870200"/>
              <a:gd name="connsiteX192" fmla="*/ 3868882 w 4114416"/>
              <a:gd name="connsiteY192" fmla="*/ 702734 h 2870200"/>
              <a:gd name="connsiteX193" fmla="*/ 3885816 w 4114416"/>
              <a:gd name="connsiteY193" fmla="*/ 736600 h 2870200"/>
              <a:gd name="connsiteX194" fmla="*/ 3902749 w 4114416"/>
              <a:gd name="connsiteY194" fmla="*/ 702734 h 2870200"/>
              <a:gd name="connsiteX195" fmla="*/ 3962016 w 4114416"/>
              <a:gd name="connsiteY195" fmla="*/ 482600 h 2870200"/>
              <a:gd name="connsiteX196" fmla="*/ 3978949 w 4114416"/>
              <a:gd name="connsiteY196" fmla="*/ 457200 h 2870200"/>
              <a:gd name="connsiteX197" fmla="*/ 4004349 w 4114416"/>
              <a:gd name="connsiteY197" fmla="*/ 177800 h 2870200"/>
              <a:gd name="connsiteX198" fmla="*/ 4029749 w 4114416"/>
              <a:gd name="connsiteY198" fmla="*/ 135467 h 2870200"/>
              <a:gd name="connsiteX199" fmla="*/ 4038216 w 4114416"/>
              <a:gd name="connsiteY199" fmla="*/ 101600 h 2870200"/>
              <a:gd name="connsiteX200" fmla="*/ 4046682 w 4114416"/>
              <a:gd name="connsiteY200" fmla="*/ 76200 h 2870200"/>
              <a:gd name="connsiteX201" fmla="*/ 4055149 w 4114416"/>
              <a:gd name="connsiteY201" fmla="*/ 110067 h 2870200"/>
              <a:gd name="connsiteX202" fmla="*/ 4072082 w 4114416"/>
              <a:gd name="connsiteY202" fmla="*/ 160867 h 2870200"/>
              <a:gd name="connsiteX203" fmla="*/ 4114416 w 4114416"/>
              <a:gd name="connsiteY203" fmla="*/ 0 h 2870200"/>
              <a:gd name="connsiteX0" fmla="*/ 0 w 4114416"/>
              <a:gd name="connsiteY0" fmla="*/ 735359 h 2870200"/>
              <a:gd name="connsiteX1" fmla="*/ 22363 w 4114416"/>
              <a:gd name="connsiteY1" fmla="*/ 647092 h 2870200"/>
              <a:gd name="connsiteX2" fmla="*/ 53451 w 4114416"/>
              <a:gd name="connsiteY2" fmla="*/ 567267 h 2870200"/>
              <a:gd name="connsiteX3" fmla="*/ 61790 w 4114416"/>
              <a:gd name="connsiteY3" fmla="*/ 828517 h 2870200"/>
              <a:gd name="connsiteX4" fmla="*/ 57549 w 4114416"/>
              <a:gd name="connsiteY4" fmla="*/ 1083293 h 2870200"/>
              <a:gd name="connsiteX5" fmla="*/ 55282 w 4114416"/>
              <a:gd name="connsiteY5" fmla="*/ 1212385 h 2870200"/>
              <a:gd name="connsiteX6" fmla="*/ 69873 w 4114416"/>
              <a:gd name="connsiteY6" fmla="*/ 1401791 h 2870200"/>
              <a:gd name="connsiteX7" fmla="*/ 112335 w 4114416"/>
              <a:gd name="connsiteY7" fmla="*/ 1209517 h 2870200"/>
              <a:gd name="connsiteX8" fmla="*/ 135082 w 4114416"/>
              <a:gd name="connsiteY8" fmla="*/ 1100667 h 2870200"/>
              <a:gd name="connsiteX9" fmla="*/ 168949 w 4114416"/>
              <a:gd name="connsiteY9" fmla="*/ 999067 h 2870200"/>
              <a:gd name="connsiteX10" fmla="*/ 185882 w 4114416"/>
              <a:gd name="connsiteY10" fmla="*/ 948267 h 2870200"/>
              <a:gd name="connsiteX11" fmla="*/ 202816 w 4114416"/>
              <a:gd name="connsiteY11" fmla="*/ 1134534 h 2870200"/>
              <a:gd name="connsiteX12" fmla="*/ 219749 w 4114416"/>
              <a:gd name="connsiteY12" fmla="*/ 1464734 h 2870200"/>
              <a:gd name="connsiteX13" fmla="*/ 279016 w 4114416"/>
              <a:gd name="connsiteY13" fmla="*/ 1363134 h 2870200"/>
              <a:gd name="connsiteX14" fmla="*/ 304416 w 4114416"/>
              <a:gd name="connsiteY14" fmla="*/ 1371600 h 2870200"/>
              <a:gd name="connsiteX15" fmla="*/ 312882 w 4114416"/>
              <a:gd name="connsiteY15" fmla="*/ 2243667 h 2870200"/>
              <a:gd name="connsiteX16" fmla="*/ 338282 w 4114416"/>
              <a:gd name="connsiteY16" fmla="*/ 2201334 h 2870200"/>
              <a:gd name="connsiteX17" fmla="*/ 346749 w 4114416"/>
              <a:gd name="connsiteY17" fmla="*/ 2150534 h 2870200"/>
              <a:gd name="connsiteX18" fmla="*/ 371651 w 4114416"/>
              <a:gd name="connsiteY18" fmla="*/ 2376146 h 2870200"/>
              <a:gd name="connsiteX19" fmla="*/ 389082 w 4114416"/>
              <a:gd name="connsiteY19" fmla="*/ 2082800 h 2870200"/>
              <a:gd name="connsiteX20" fmla="*/ 414981 w 4114416"/>
              <a:gd name="connsiteY20" fmla="*/ 1792444 h 2870200"/>
              <a:gd name="connsiteX21" fmla="*/ 422949 w 4114416"/>
              <a:gd name="connsiteY21" fmla="*/ 2032000 h 2870200"/>
              <a:gd name="connsiteX22" fmla="*/ 453908 w 4114416"/>
              <a:gd name="connsiteY22" fmla="*/ 1990884 h 2870200"/>
              <a:gd name="connsiteX23" fmla="*/ 465282 w 4114416"/>
              <a:gd name="connsiteY23" fmla="*/ 1752600 h 2870200"/>
              <a:gd name="connsiteX24" fmla="*/ 490682 w 4114416"/>
              <a:gd name="connsiteY24" fmla="*/ 1651000 h 2870200"/>
              <a:gd name="connsiteX25" fmla="*/ 516082 w 4114416"/>
              <a:gd name="connsiteY25" fmla="*/ 1710267 h 2870200"/>
              <a:gd name="connsiteX26" fmla="*/ 524549 w 4114416"/>
              <a:gd name="connsiteY26" fmla="*/ 1851666 h 2870200"/>
              <a:gd name="connsiteX27" fmla="*/ 558416 w 4114416"/>
              <a:gd name="connsiteY27" fmla="*/ 1820334 h 2870200"/>
              <a:gd name="connsiteX28" fmla="*/ 583816 w 4114416"/>
              <a:gd name="connsiteY28" fmla="*/ 1938867 h 2870200"/>
              <a:gd name="connsiteX29" fmla="*/ 600749 w 4114416"/>
              <a:gd name="connsiteY29" fmla="*/ 1998134 h 2870200"/>
              <a:gd name="connsiteX30" fmla="*/ 643082 w 4114416"/>
              <a:gd name="connsiteY30" fmla="*/ 1786467 h 2870200"/>
              <a:gd name="connsiteX31" fmla="*/ 668482 w 4114416"/>
              <a:gd name="connsiteY31" fmla="*/ 1718734 h 2870200"/>
              <a:gd name="connsiteX32" fmla="*/ 685416 w 4114416"/>
              <a:gd name="connsiteY32" fmla="*/ 1617134 h 2870200"/>
              <a:gd name="connsiteX33" fmla="*/ 702349 w 4114416"/>
              <a:gd name="connsiteY33" fmla="*/ 1557867 h 2870200"/>
              <a:gd name="connsiteX34" fmla="*/ 710816 w 4114416"/>
              <a:gd name="connsiteY34" fmla="*/ 1524000 h 2870200"/>
              <a:gd name="connsiteX35" fmla="*/ 727749 w 4114416"/>
              <a:gd name="connsiteY35" fmla="*/ 1312334 h 2870200"/>
              <a:gd name="connsiteX36" fmla="*/ 744682 w 4114416"/>
              <a:gd name="connsiteY36" fmla="*/ 1380067 h 2870200"/>
              <a:gd name="connsiteX37" fmla="*/ 761616 w 4114416"/>
              <a:gd name="connsiteY37" fmla="*/ 1532467 h 2870200"/>
              <a:gd name="connsiteX38" fmla="*/ 778549 w 4114416"/>
              <a:gd name="connsiteY38" fmla="*/ 1566334 h 2870200"/>
              <a:gd name="connsiteX39" fmla="*/ 803949 w 4114416"/>
              <a:gd name="connsiteY39" fmla="*/ 1456267 h 2870200"/>
              <a:gd name="connsiteX40" fmla="*/ 820882 w 4114416"/>
              <a:gd name="connsiteY40" fmla="*/ 1430867 h 2870200"/>
              <a:gd name="connsiteX41" fmla="*/ 854749 w 4114416"/>
              <a:gd name="connsiteY41" fmla="*/ 1388534 h 2870200"/>
              <a:gd name="connsiteX42" fmla="*/ 863216 w 4114416"/>
              <a:gd name="connsiteY42" fmla="*/ 1498600 h 2870200"/>
              <a:gd name="connsiteX43" fmla="*/ 888616 w 4114416"/>
              <a:gd name="connsiteY43" fmla="*/ 1811867 h 2870200"/>
              <a:gd name="connsiteX44" fmla="*/ 897082 w 4114416"/>
              <a:gd name="connsiteY44" fmla="*/ 1642534 h 2870200"/>
              <a:gd name="connsiteX45" fmla="*/ 922482 w 4114416"/>
              <a:gd name="connsiteY45" fmla="*/ 1583267 h 2870200"/>
              <a:gd name="connsiteX46" fmla="*/ 930949 w 4114416"/>
              <a:gd name="connsiteY46" fmla="*/ 1557867 h 2870200"/>
              <a:gd name="connsiteX47" fmla="*/ 939416 w 4114416"/>
              <a:gd name="connsiteY47" fmla="*/ 2006600 h 2870200"/>
              <a:gd name="connsiteX48" fmla="*/ 964816 w 4114416"/>
              <a:gd name="connsiteY48" fmla="*/ 2116667 h 2870200"/>
              <a:gd name="connsiteX49" fmla="*/ 973282 w 4114416"/>
              <a:gd name="connsiteY49" fmla="*/ 1948424 h 2870200"/>
              <a:gd name="connsiteX50" fmla="*/ 990216 w 4114416"/>
              <a:gd name="connsiteY50" fmla="*/ 1794934 h 2870200"/>
              <a:gd name="connsiteX51" fmla="*/ 998682 w 4114416"/>
              <a:gd name="connsiteY51" fmla="*/ 1761067 h 2870200"/>
              <a:gd name="connsiteX52" fmla="*/ 1015616 w 4114416"/>
              <a:gd name="connsiteY52" fmla="*/ 1871134 h 2870200"/>
              <a:gd name="connsiteX53" fmla="*/ 1032549 w 4114416"/>
              <a:gd name="connsiteY53" fmla="*/ 1947334 h 2870200"/>
              <a:gd name="connsiteX54" fmla="*/ 1049482 w 4114416"/>
              <a:gd name="connsiteY54" fmla="*/ 2040467 h 2870200"/>
              <a:gd name="connsiteX55" fmla="*/ 1074882 w 4114416"/>
              <a:gd name="connsiteY55" fmla="*/ 2108200 h 2870200"/>
              <a:gd name="connsiteX56" fmla="*/ 1083349 w 4114416"/>
              <a:gd name="connsiteY56" fmla="*/ 2150534 h 2870200"/>
              <a:gd name="connsiteX57" fmla="*/ 1125682 w 4114416"/>
              <a:gd name="connsiteY57" fmla="*/ 2209800 h 2870200"/>
              <a:gd name="connsiteX58" fmla="*/ 1134149 w 4114416"/>
              <a:gd name="connsiteY58" fmla="*/ 2108200 h 2870200"/>
              <a:gd name="connsiteX59" fmla="*/ 1184949 w 4114416"/>
              <a:gd name="connsiteY59" fmla="*/ 1989667 h 2870200"/>
              <a:gd name="connsiteX60" fmla="*/ 1235749 w 4114416"/>
              <a:gd name="connsiteY60" fmla="*/ 1913467 h 2870200"/>
              <a:gd name="connsiteX61" fmla="*/ 1244216 w 4114416"/>
              <a:gd name="connsiteY61" fmla="*/ 2167467 h 2870200"/>
              <a:gd name="connsiteX62" fmla="*/ 1261149 w 4114416"/>
              <a:gd name="connsiteY62" fmla="*/ 2082800 h 2870200"/>
              <a:gd name="connsiteX63" fmla="*/ 1269616 w 4114416"/>
              <a:gd name="connsiteY63" fmla="*/ 2015067 h 2870200"/>
              <a:gd name="connsiteX64" fmla="*/ 1311949 w 4114416"/>
              <a:gd name="connsiteY64" fmla="*/ 1854200 h 2870200"/>
              <a:gd name="connsiteX65" fmla="*/ 1320416 w 4114416"/>
              <a:gd name="connsiteY65" fmla="*/ 1803400 h 2870200"/>
              <a:gd name="connsiteX66" fmla="*/ 1345816 w 4114416"/>
              <a:gd name="connsiteY66" fmla="*/ 1701800 h 2870200"/>
              <a:gd name="connsiteX67" fmla="*/ 1371216 w 4114416"/>
              <a:gd name="connsiteY67" fmla="*/ 1718734 h 2870200"/>
              <a:gd name="connsiteX68" fmla="*/ 1379682 w 4114416"/>
              <a:gd name="connsiteY68" fmla="*/ 1744134 h 2870200"/>
              <a:gd name="connsiteX69" fmla="*/ 1405082 w 4114416"/>
              <a:gd name="connsiteY69" fmla="*/ 1828800 h 2870200"/>
              <a:gd name="connsiteX70" fmla="*/ 1422016 w 4114416"/>
              <a:gd name="connsiteY70" fmla="*/ 1879600 h 2870200"/>
              <a:gd name="connsiteX71" fmla="*/ 1430482 w 4114416"/>
              <a:gd name="connsiteY71" fmla="*/ 1913467 h 2870200"/>
              <a:gd name="connsiteX72" fmla="*/ 1455882 w 4114416"/>
              <a:gd name="connsiteY72" fmla="*/ 1947334 h 2870200"/>
              <a:gd name="connsiteX73" fmla="*/ 1472816 w 4114416"/>
              <a:gd name="connsiteY73" fmla="*/ 1938867 h 2870200"/>
              <a:gd name="connsiteX74" fmla="*/ 1515149 w 4114416"/>
              <a:gd name="connsiteY74" fmla="*/ 1803400 h 2870200"/>
              <a:gd name="connsiteX75" fmla="*/ 1574416 w 4114416"/>
              <a:gd name="connsiteY75" fmla="*/ 1651000 h 2870200"/>
              <a:gd name="connsiteX76" fmla="*/ 1582882 w 4114416"/>
              <a:gd name="connsiteY76" fmla="*/ 1591734 h 2870200"/>
              <a:gd name="connsiteX77" fmla="*/ 1599816 w 4114416"/>
              <a:gd name="connsiteY77" fmla="*/ 1566334 h 2870200"/>
              <a:gd name="connsiteX78" fmla="*/ 1608282 w 4114416"/>
              <a:gd name="connsiteY78" fmla="*/ 1524000 h 2870200"/>
              <a:gd name="connsiteX79" fmla="*/ 1616749 w 4114416"/>
              <a:gd name="connsiteY79" fmla="*/ 1498600 h 2870200"/>
              <a:gd name="connsiteX80" fmla="*/ 1633682 w 4114416"/>
              <a:gd name="connsiteY80" fmla="*/ 1524000 h 2870200"/>
              <a:gd name="connsiteX81" fmla="*/ 1659082 w 4114416"/>
              <a:gd name="connsiteY81" fmla="*/ 1490134 h 2870200"/>
              <a:gd name="connsiteX82" fmla="*/ 1684482 w 4114416"/>
              <a:gd name="connsiteY82" fmla="*/ 1388534 h 2870200"/>
              <a:gd name="connsiteX83" fmla="*/ 1743749 w 4114416"/>
              <a:gd name="connsiteY83" fmla="*/ 1286934 h 2870200"/>
              <a:gd name="connsiteX84" fmla="*/ 1794549 w 4114416"/>
              <a:gd name="connsiteY84" fmla="*/ 1176867 h 2870200"/>
              <a:gd name="connsiteX85" fmla="*/ 1819949 w 4114416"/>
              <a:gd name="connsiteY85" fmla="*/ 1202267 h 2870200"/>
              <a:gd name="connsiteX86" fmla="*/ 1828416 w 4114416"/>
              <a:gd name="connsiteY86" fmla="*/ 1227667 h 2870200"/>
              <a:gd name="connsiteX87" fmla="*/ 1845349 w 4114416"/>
              <a:gd name="connsiteY87" fmla="*/ 1261534 h 2870200"/>
              <a:gd name="connsiteX88" fmla="*/ 1887682 w 4114416"/>
              <a:gd name="connsiteY88" fmla="*/ 1422400 h 2870200"/>
              <a:gd name="connsiteX89" fmla="*/ 1938482 w 4114416"/>
              <a:gd name="connsiteY89" fmla="*/ 1600200 h 2870200"/>
              <a:gd name="connsiteX90" fmla="*/ 1989282 w 4114416"/>
              <a:gd name="connsiteY90" fmla="*/ 1744134 h 2870200"/>
              <a:gd name="connsiteX91" fmla="*/ 2006216 w 4114416"/>
              <a:gd name="connsiteY91" fmla="*/ 1498600 h 2870200"/>
              <a:gd name="connsiteX92" fmla="*/ 2023149 w 4114416"/>
              <a:gd name="connsiteY92" fmla="*/ 1464734 h 2870200"/>
              <a:gd name="connsiteX93" fmla="*/ 2031616 w 4114416"/>
              <a:gd name="connsiteY93" fmla="*/ 1439334 h 2870200"/>
              <a:gd name="connsiteX94" fmla="*/ 2082416 w 4114416"/>
              <a:gd name="connsiteY94" fmla="*/ 2032000 h 2870200"/>
              <a:gd name="connsiteX95" fmla="*/ 2090882 w 4114416"/>
              <a:gd name="connsiteY95" fmla="*/ 2150534 h 2870200"/>
              <a:gd name="connsiteX96" fmla="*/ 2099349 w 4114416"/>
              <a:gd name="connsiteY96" fmla="*/ 2489200 h 2870200"/>
              <a:gd name="connsiteX97" fmla="*/ 2133216 w 4114416"/>
              <a:gd name="connsiteY97" fmla="*/ 2421467 h 2870200"/>
              <a:gd name="connsiteX98" fmla="*/ 2175549 w 4114416"/>
              <a:gd name="connsiteY98" fmla="*/ 2319867 h 2870200"/>
              <a:gd name="connsiteX99" fmla="*/ 2200949 w 4114416"/>
              <a:gd name="connsiteY99" fmla="*/ 2286000 h 2870200"/>
              <a:gd name="connsiteX100" fmla="*/ 2234816 w 4114416"/>
              <a:gd name="connsiteY100" fmla="*/ 2235200 h 2870200"/>
              <a:gd name="connsiteX101" fmla="*/ 2251749 w 4114416"/>
              <a:gd name="connsiteY101" fmla="*/ 2514600 h 2870200"/>
              <a:gd name="connsiteX102" fmla="*/ 2277149 w 4114416"/>
              <a:gd name="connsiteY102" fmla="*/ 2565400 h 2870200"/>
              <a:gd name="connsiteX103" fmla="*/ 2285616 w 4114416"/>
              <a:gd name="connsiteY103" fmla="*/ 2489200 h 2870200"/>
              <a:gd name="connsiteX104" fmla="*/ 2302549 w 4114416"/>
              <a:gd name="connsiteY104" fmla="*/ 2421467 h 2870200"/>
              <a:gd name="connsiteX105" fmla="*/ 2311016 w 4114416"/>
              <a:gd name="connsiteY105" fmla="*/ 1718734 h 2870200"/>
              <a:gd name="connsiteX106" fmla="*/ 2336416 w 4114416"/>
              <a:gd name="connsiteY106" fmla="*/ 1811867 h 2870200"/>
              <a:gd name="connsiteX107" fmla="*/ 2361816 w 4114416"/>
              <a:gd name="connsiteY107" fmla="*/ 1871134 h 2870200"/>
              <a:gd name="connsiteX108" fmla="*/ 2387216 w 4114416"/>
              <a:gd name="connsiteY108" fmla="*/ 1938867 h 2870200"/>
              <a:gd name="connsiteX109" fmla="*/ 2395682 w 4114416"/>
              <a:gd name="connsiteY109" fmla="*/ 1972734 h 2870200"/>
              <a:gd name="connsiteX110" fmla="*/ 2404149 w 4114416"/>
              <a:gd name="connsiteY110" fmla="*/ 1574800 h 2870200"/>
              <a:gd name="connsiteX111" fmla="*/ 2429549 w 4114416"/>
              <a:gd name="connsiteY111" fmla="*/ 1236134 h 2870200"/>
              <a:gd name="connsiteX112" fmla="*/ 2446482 w 4114416"/>
              <a:gd name="connsiteY112" fmla="*/ 1092200 h 2870200"/>
              <a:gd name="connsiteX113" fmla="*/ 2454949 w 4114416"/>
              <a:gd name="connsiteY113" fmla="*/ 1066800 h 2870200"/>
              <a:gd name="connsiteX114" fmla="*/ 2463416 w 4114416"/>
              <a:gd name="connsiteY114" fmla="*/ 1092200 h 2870200"/>
              <a:gd name="connsiteX115" fmla="*/ 2480349 w 4114416"/>
              <a:gd name="connsiteY115" fmla="*/ 1117600 h 2870200"/>
              <a:gd name="connsiteX116" fmla="*/ 2488816 w 4114416"/>
              <a:gd name="connsiteY116" fmla="*/ 1227667 h 2870200"/>
              <a:gd name="connsiteX117" fmla="*/ 2514216 w 4114416"/>
              <a:gd name="connsiteY117" fmla="*/ 753534 h 2870200"/>
              <a:gd name="connsiteX118" fmla="*/ 2531149 w 4114416"/>
              <a:gd name="connsiteY118" fmla="*/ 685800 h 2870200"/>
              <a:gd name="connsiteX119" fmla="*/ 2539616 w 4114416"/>
              <a:gd name="connsiteY119" fmla="*/ 609600 h 2870200"/>
              <a:gd name="connsiteX120" fmla="*/ 2548082 w 4114416"/>
              <a:gd name="connsiteY120" fmla="*/ 558800 h 2870200"/>
              <a:gd name="connsiteX121" fmla="*/ 2565016 w 4114416"/>
              <a:gd name="connsiteY121" fmla="*/ 584200 h 2870200"/>
              <a:gd name="connsiteX122" fmla="*/ 2573482 w 4114416"/>
              <a:gd name="connsiteY122" fmla="*/ 778934 h 2870200"/>
              <a:gd name="connsiteX123" fmla="*/ 2615816 w 4114416"/>
              <a:gd name="connsiteY123" fmla="*/ 914400 h 2870200"/>
              <a:gd name="connsiteX124" fmla="*/ 2632749 w 4114416"/>
              <a:gd name="connsiteY124" fmla="*/ 973667 h 2870200"/>
              <a:gd name="connsiteX125" fmla="*/ 2649682 w 4114416"/>
              <a:gd name="connsiteY125" fmla="*/ 812800 h 2870200"/>
              <a:gd name="connsiteX126" fmla="*/ 2666616 w 4114416"/>
              <a:gd name="connsiteY126" fmla="*/ 694267 h 2870200"/>
              <a:gd name="connsiteX127" fmla="*/ 2692016 w 4114416"/>
              <a:gd name="connsiteY127" fmla="*/ 558800 h 2870200"/>
              <a:gd name="connsiteX128" fmla="*/ 2717416 w 4114416"/>
              <a:gd name="connsiteY128" fmla="*/ 321734 h 2870200"/>
              <a:gd name="connsiteX129" fmla="*/ 2734349 w 4114416"/>
              <a:gd name="connsiteY129" fmla="*/ 1058334 h 2870200"/>
              <a:gd name="connsiteX130" fmla="*/ 2760746 w 4114416"/>
              <a:gd name="connsiteY130" fmla="*/ 1023969 h 2870200"/>
              <a:gd name="connsiteX131" fmla="*/ 2810549 w 4114416"/>
              <a:gd name="connsiteY131" fmla="*/ 905934 h 2870200"/>
              <a:gd name="connsiteX132" fmla="*/ 2844416 w 4114416"/>
              <a:gd name="connsiteY132" fmla="*/ 855134 h 2870200"/>
              <a:gd name="connsiteX133" fmla="*/ 2869816 w 4114416"/>
              <a:gd name="connsiteY133" fmla="*/ 1422400 h 2870200"/>
              <a:gd name="connsiteX134" fmla="*/ 2878282 w 4114416"/>
              <a:gd name="connsiteY134" fmla="*/ 1388534 h 2870200"/>
              <a:gd name="connsiteX135" fmla="*/ 2895216 w 4114416"/>
              <a:gd name="connsiteY135" fmla="*/ 1363134 h 2870200"/>
              <a:gd name="connsiteX136" fmla="*/ 2920616 w 4114416"/>
              <a:gd name="connsiteY136" fmla="*/ 1278467 h 2870200"/>
              <a:gd name="connsiteX137" fmla="*/ 2937549 w 4114416"/>
              <a:gd name="connsiteY137" fmla="*/ 1320800 h 2870200"/>
              <a:gd name="connsiteX138" fmla="*/ 2954482 w 4114416"/>
              <a:gd name="connsiteY138" fmla="*/ 1388534 h 2870200"/>
              <a:gd name="connsiteX139" fmla="*/ 2971416 w 4114416"/>
              <a:gd name="connsiteY139" fmla="*/ 1422400 h 2870200"/>
              <a:gd name="connsiteX140" fmla="*/ 3013749 w 4114416"/>
              <a:gd name="connsiteY140" fmla="*/ 1540934 h 2870200"/>
              <a:gd name="connsiteX141" fmla="*/ 3030682 w 4114416"/>
              <a:gd name="connsiteY141" fmla="*/ 1566334 h 2870200"/>
              <a:gd name="connsiteX142" fmla="*/ 3064549 w 4114416"/>
              <a:gd name="connsiteY142" fmla="*/ 1718734 h 2870200"/>
              <a:gd name="connsiteX143" fmla="*/ 3089949 w 4114416"/>
              <a:gd name="connsiteY143" fmla="*/ 1761067 h 2870200"/>
              <a:gd name="connsiteX144" fmla="*/ 3123816 w 4114416"/>
              <a:gd name="connsiteY144" fmla="*/ 1879600 h 2870200"/>
              <a:gd name="connsiteX145" fmla="*/ 3115349 w 4114416"/>
              <a:gd name="connsiteY145" fmla="*/ 1913467 h 2870200"/>
              <a:gd name="connsiteX146" fmla="*/ 3127799 w 4114416"/>
              <a:gd name="connsiteY146" fmla="*/ 1901016 h 2870200"/>
              <a:gd name="connsiteX147" fmla="*/ 3106882 w 4114416"/>
              <a:gd name="connsiteY147" fmla="*/ 1888067 h 2870200"/>
              <a:gd name="connsiteX148" fmla="*/ 3132282 w 4114416"/>
              <a:gd name="connsiteY148" fmla="*/ 1871134 h 2870200"/>
              <a:gd name="connsiteX149" fmla="*/ 3140749 w 4114416"/>
              <a:gd name="connsiteY149" fmla="*/ 1769534 h 2870200"/>
              <a:gd name="connsiteX150" fmla="*/ 3157682 w 4114416"/>
              <a:gd name="connsiteY150" fmla="*/ 1710267 h 2870200"/>
              <a:gd name="connsiteX151" fmla="*/ 3166149 w 4114416"/>
              <a:gd name="connsiteY151" fmla="*/ 1684867 h 2870200"/>
              <a:gd name="connsiteX152" fmla="*/ 3191549 w 4114416"/>
              <a:gd name="connsiteY152" fmla="*/ 1676400 h 2870200"/>
              <a:gd name="connsiteX153" fmla="*/ 3200016 w 4114416"/>
              <a:gd name="connsiteY153" fmla="*/ 2006600 h 2870200"/>
              <a:gd name="connsiteX154" fmla="*/ 3208482 w 4114416"/>
              <a:gd name="connsiteY154" fmla="*/ 2048934 h 2870200"/>
              <a:gd name="connsiteX155" fmla="*/ 3216949 w 4114416"/>
              <a:gd name="connsiteY155" fmla="*/ 2099734 h 2870200"/>
              <a:gd name="connsiteX156" fmla="*/ 3233882 w 4114416"/>
              <a:gd name="connsiteY156" fmla="*/ 2048934 h 2870200"/>
              <a:gd name="connsiteX157" fmla="*/ 3242349 w 4114416"/>
              <a:gd name="connsiteY157" fmla="*/ 1998134 h 2870200"/>
              <a:gd name="connsiteX158" fmla="*/ 3276216 w 4114416"/>
              <a:gd name="connsiteY158" fmla="*/ 2353734 h 2870200"/>
              <a:gd name="connsiteX159" fmla="*/ 3301616 w 4114416"/>
              <a:gd name="connsiteY159" fmla="*/ 2387600 h 2870200"/>
              <a:gd name="connsiteX160" fmla="*/ 3310082 w 4114416"/>
              <a:gd name="connsiteY160" fmla="*/ 2497667 h 2870200"/>
              <a:gd name="connsiteX161" fmla="*/ 3327016 w 4114416"/>
              <a:gd name="connsiteY161" fmla="*/ 2531534 h 2870200"/>
              <a:gd name="connsiteX162" fmla="*/ 3343949 w 4114416"/>
              <a:gd name="connsiteY162" fmla="*/ 2599267 h 2870200"/>
              <a:gd name="connsiteX163" fmla="*/ 3369349 w 4114416"/>
              <a:gd name="connsiteY163" fmla="*/ 2667000 h 2870200"/>
              <a:gd name="connsiteX164" fmla="*/ 3411682 w 4114416"/>
              <a:gd name="connsiteY164" fmla="*/ 2810934 h 2870200"/>
              <a:gd name="connsiteX165" fmla="*/ 3437082 w 4114416"/>
              <a:gd name="connsiteY165" fmla="*/ 2870200 h 2870200"/>
              <a:gd name="connsiteX166" fmla="*/ 3462482 w 4114416"/>
              <a:gd name="connsiteY166" fmla="*/ 1828800 h 2870200"/>
              <a:gd name="connsiteX167" fmla="*/ 3461984 w 4114416"/>
              <a:gd name="connsiteY167" fmla="*/ 2090271 h 2870200"/>
              <a:gd name="connsiteX168" fmla="*/ 3487882 w 4114416"/>
              <a:gd name="connsiteY168" fmla="*/ 1735667 h 2870200"/>
              <a:gd name="connsiteX169" fmla="*/ 3513282 w 4114416"/>
              <a:gd name="connsiteY169" fmla="*/ 1651000 h 2870200"/>
              <a:gd name="connsiteX170" fmla="*/ 3521749 w 4114416"/>
              <a:gd name="connsiteY170" fmla="*/ 1701800 h 2870200"/>
              <a:gd name="connsiteX171" fmla="*/ 3525733 w 4114416"/>
              <a:gd name="connsiteY171" fmla="*/ 1875118 h 2870200"/>
              <a:gd name="connsiteX172" fmla="*/ 3547149 w 4114416"/>
              <a:gd name="connsiteY172" fmla="*/ 1752600 h 2870200"/>
              <a:gd name="connsiteX173" fmla="*/ 3555616 w 4114416"/>
              <a:gd name="connsiteY173" fmla="*/ 1693334 h 2870200"/>
              <a:gd name="connsiteX174" fmla="*/ 3597949 w 4114416"/>
              <a:gd name="connsiteY174" fmla="*/ 1608667 h 2870200"/>
              <a:gd name="connsiteX175" fmla="*/ 3614882 w 4114416"/>
              <a:gd name="connsiteY175" fmla="*/ 1566334 h 2870200"/>
              <a:gd name="connsiteX176" fmla="*/ 3657216 w 4114416"/>
              <a:gd name="connsiteY176" fmla="*/ 1464734 h 2870200"/>
              <a:gd name="connsiteX177" fmla="*/ 3661200 w 4114416"/>
              <a:gd name="connsiteY177" fmla="*/ 1373094 h 2870200"/>
              <a:gd name="connsiteX178" fmla="*/ 3682616 w 4114416"/>
              <a:gd name="connsiteY178" fmla="*/ 1363134 h 2870200"/>
              <a:gd name="connsiteX179" fmla="*/ 3699549 w 4114416"/>
              <a:gd name="connsiteY179" fmla="*/ 1320800 h 2870200"/>
              <a:gd name="connsiteX180" fmla="*/ 3694569 w 4114416"/>
              <a:gd name="connsiteY180" fmla="*/ 1151964 h 2870200"/>
              <a:gd name="connsiteX181" fmla="*/ 3741882 w 4114416"/>
              <a:gd name="connsiteY181" fmla="*/ 1227667 h 2870200"/>
              <a:gd name="connsiteX182" fmla="*/ 3750349 w 4114416"/>
              <a:gd name="connsiteY182" fmla="*/ 1176867 h 2870200"/>
              <a:gd name="connsiteX183" fmla="*/ 3767282 w 4114416"/>
              <a:gd name="connsiteY183" fmla="*/ 1126067 h 2870200"/>
              <a:gd name="connsiteX184" fmla="*/ 3775749 w 4114416"/>
              <a:gd name="connsiteY184" fmla="*/ 1058334 h 2870200"/>
              <a:gd name="connsiteX185" fmla="*/ 3784216 w 4114416"/>
              <a:gd name="connsiteY185" fmla="*/ 1270000 h 2870200"/>
              <a:gd name="connsiteX186" fmla="*/ 3813064 w 4114416"/>
              <a:gd name="connsiteY186" fmla="*/ 678606 h 2870200"/>
              <a:gd name="connsiteX187" fmla="*/ 3818082 w 4114416"/>
              <a:gd name="connsiteY187" fmla="*/ 558800 h 2870200"/>
              <a:gd name="connsiteX188" fmla="*/ 3835016 w 4114416"/>
              <a:gd name="connsiteY188" fmla="*/ 482600 h 2870200"/>
              <a:gd name="connsiteX189" fmla="*/ 3843482 w 4114416"/>
              <a:gd name="connsiteY189" fmla="*/ 533400 h 2870200"/>
              <a:gd name="connsiteX190" fmla="*/ 3860416 w 4114416"/>
              <a:gd name="connsiteY190" fmla="*/ 660400 h 2870200"/>
              <a:gd name="connsiteX191" fmla="*/ 3868882 w 4114416"/>
              <a:gd name="connsiteY191" fmla="*/ 702734 h 2870200"/>
              <a:gd name="connsiteX192" fmla="*/ 3885816 w 4114416"/>
              <a:gd name="connsiteY192" fmla="*/ 736600 h 2870200"/>
              <a:gd name="connsiteX193" fmla="*/ 3902749 w 4114416"/>
              <a:gd name="connsiteY193" fmla="*/ 702734 h 2870200"/>
              <a:gd name="connsiteX194" fmla="*/ 3962016 w 4114416"/>
              <a:gd name="connsiteY194" fmla="*/ 482600 h 2870200"/>
              <a:gd name="connsiteX195" fmla="*/ 3978949 w 4114416"/>
              <a:gd name="connsiteY195" fmla="*/ 457200 h 2870200"/>
              <a:gd name="connsiteX196" fmla="*/ 4004349 w 4114416"/>
              <a:gd name="connsiteY196" fmla="*/ 177800 h 2870200"/>
              <a:gd name="connsiteX197" fmla="*/ 4029749 w 4114416"/>
              <a:gd name="connsiteY197" fmla="*/ 135467 h 2870200"/>
              <a:gd name="connsiteX198" fmla="*/ 4038216 w 4114416"/>
              <a:gd name="connsiteY198" fmla="*/ 101600 h 2870200"/>
              <a:gd name="connsiteX199" fmla="*/ 4046682 w 4114416"/>
              <a:gd name="connsiteY199" fmla="*/ 76200 h 2870200"/>
              <a:gd name="connsiteX200" fmla="*/ 4055149 w 4114416"/>
              <a:gd name="connsiteY200" fmla="*/ 110067 h 2870200"/>
              <a:gd name="connsiteX201" fmla="*/ 4072082 w 4114416"/>
              <a:gd name="connsiteY201" fmla="*/ 160867 h 2870200"/>
              <a:gd name="connsiteX202" fmla="*/ 4114416 w 4114416"/>
              <a:gd name="connsiteY202" fmla="*/ 0 h 2870200"/>
              <a:gd name="connsiteX0" fmla="*/ 0 w 4114416"/>
              <a:gd name="connsiteY0" fmla="*/ 735359 h 2870200"/>
              <a:gd name="connsiteX1" fmla="*/ 22363 w 4114416"/>
              <a:gd name="connsiteY1" fmla="*/ 647092 h 2870200"/>
              <a:gd name="connsiteX2" fmla="*/ 53451 w 4114416"/>
              <a:gd name="connsiteY2" fmla="*/ 567267 h 2870200"/>
              <a:gd name="connsiteX3" fmla="*/ 61790 w 4114416"/>
              <a:gd name="connsiteY3" fmla="*/ 828517 h 2870200"/>
              <a:gd name="connsiteX4" fmla="*/ 57549 w 4114416"/>
              <a:gd name="connsiteY4" fmla="*/ 1083293 h 2870200"/>
              <a:gd name="connsiteX5" fmla="*/ 55282 w 4114416"/>
              <a:gd name="connsiteY5" fmla="*/ 1212385 h 2870200"/>
              <a:gd name="connsiteX6" fmla="*/ 69873 w 4114416"/>
              <a:gd name="connsiteY6" fmla="*/ 1401791 h 2870200"/>
              <a:gd name="connsiteX7" fmla="*/ 112335 w 4114416"/>
              <a:gd name="connsiteY7" fmla="*/ 1209517 h 2870200"/>
              <a:gd name="connsiteX8" fmla="*/ 135082 w 4114416"/>
              <a:gd name="connsiteY8" fmla="*/ 1100667 h 2870200"/>
              <a:gd name="connsiteX9" fmla="*/ 168949 w 4114416"/>
              <a:gd name="connsiteY9" fmla="*/ 999067 h 2870200"/>
              <a:gd name="connsiteX10" fmla="*/ 185882 w 4114416"/>
              <a:gd name="connsiteY10" fmla="*/ 948267 h 2870200"/>
              <a:gd name="connsiteX11" fmla="*/ 202816 w 4114416"/>
              <a:gd name="connsiteY11" fmla="*/ 1134534 h 2870200"/>
              <a:gd name="connsiteX12" fmla="*/ 219749 w 4114416"/>
              <a:gd name="connsiteY12" fmla="*/ 1464734 h 2870200"/>
              <a:gd name="connsiteX13" fmla="*/ 279016 w 4114416"/>
              <a:gd name="connsiteY13" fmla="*/ 1363134 h 2870200"/>
              <a:gd name="connsiteX14" fmla="*/ 304416 w 4114416"/>
              <a:gd name="connsiteY14" fmla="*/ 1371600 h 2870200"/>
              <a:gd name="connsiteX15" fmla="*/ 312882 w 4114416"/>
              <a:gd name="connsiteY15" fmla="*/ 2243667 h 2870200"/>
              <a:gd name="connsiteX16" fmla="*/ 338282 w 4114416"/>
              <a:gd name="connsiteY16" fmla="*/ 2201334 h 2870200"/>
              <a:gd name="connsiteX17" fmla="*/ 346749 w 4114416"/>
              <a:gd name="connsiteY17" fmla="*/ 2150534 h 2870200"/>
              <a:gd name="connsiteX18" fmla="*/ 371651 w 4114416"/>
              <a:gd name="connsiteY18" fmla="*/ 2376146 h 2870200"/>
              <a:gd name="connsiteX19" fmla="*/ 389082 w 4114416"/>
              <a:gd name="connsiteY19" fmla="*/ 2082800 h 2870200"/>
              <a:gd name="connsiteX20" fmla="*/ 414981 w 4114416"/>
              <a:gd name="connsiteY20" fmla="*/ 1792444 h 2870200"/>
              <a:gd name="connsiteX21" fmla="*/ 422949 w 4114416"/>
              <a:gd name="connsiteY21" fmla="*/ 2032000 h 2870200"/>
              <a:gd name="connsiteX22" fmla="*/ 453908 w 4114416"/>
              <a:gd name="connsiteY22" fmla="*/ 1990884 h 2870200"/>
              <a:gd name="connsiteX23" fmla="*/ 465282 w 4114416"/>
              <a:gd name="connsiteY23" fmla="*/ 1752600 h 2870200"/>
              <a:gd name="connsiteX24" fmla="*/ 490682 w 4114416"/>
              <a:gd name="connsiteY24" fmla="*/ 1651000 h 2870200"/>
              <a:gd name="connsiteX25" fmla="*/ 516082 w 4114416"/>
              <a:gd name="connsiteY25" fmla="*/ 1710267 h 2870200"/>
              <a:gd name="connsiteX26" fmla="*/ 524549 w 4114416"/>
              <a:gd name="connsiteY26" fmla="*/ 1851666 h 2870200"/>
              <a:gd name="connsiteX27" fmla="*/ 558416 w 4114416"/>
              <a:gd name="connsiteY27" fmla="*/ 1820334 h 2870200"/>
              <a:gd name="connsiteX28" fmla="*/ 583816 w 4114416"/>
              <a:gd name="connsiteY28" fmla="*/ 1938867 h 2870200"/>
              <a:gd name="connsiteX29" fmla="*/ 600749 w 4114416"/>
              <a:gd name="connsiteY29" fmla="*/ 1998134 h 2870200"/>
              <a:gd name="connsiteX30" fmla="*/ 643082 w 4114416"/>
              <a:gd name="connsiteY30" fmla="*/ 1786467 h 2870200"/>
              <a:gd name="connsiteX31" fmla="*/ 668482 w 4114416"/>
              <a:gd name="connsiteY31" fmla="*/ 1718734 h 2870200"/>
              <a:gd name="connsiteX32" fmla="*/ 685416 w 4114416"/>
              <a:gd name="connsiteY32" fmla="*/ 1617134 h 2870200"/>
              <a:gd name="connsiteX33" fmla="*/ 702349 w 4114416"/>
              <a:gd name="connsiteY33" fmla="*/ 1557867 h 2870200"/>
              <a:gd name="connsiteX34" fmla="*/ 710816 w 4114416"/>
              <a:gd name="connsiteY34" fmla="*/ 1524000 h 2870200"/>
              <a:gd name="connsiteX35" fmla="*/ 727749 w 4114416"/>
              <a:gd name="connsiteY35" fmla="*/ 1312334 h 2870200"/>
              <a:gd name="connsiteX36" fmla="*/ 744682 w 4114416"/>
              <a:gd name="connsiteY36" fmla="*/ 1380067 h 2870200"/>
              <a:gd name="connsiteX37" fmla="*/ 761616 w 4114416"/>
              <a:gd name="connsiteY37" fmla="*/ 1532467 h 2870200"/>
              <a:gd name="connsiteX38" fmla="*/ 778549 w 4114416"/>
              <a:gd name="connsiteY38" fmla="*/ 1566334 h 2870200"/>
              <a:gd name="connsiteX39" fmla="*/ 820882 w 4114416"/>
              <a:gd name="connsiteY39" fmla="*/ 1430867 h 2870200"/>
              <a:gd name="connsiteX40" fmla="*/ 854749 w 4114416"/>
              <a:gd name="connsiteY40" fmla="*/ 1388534 h 2870200"/>
              <a:gd name="connsiteX41" fmla="*/ 863216 w 4114416"/>
              <a:gd name="connsiteY41" fmla="*/ 1498600 h 2870200"/>
              <a:gd name="connsiteX42" fmla="*/ 888616 w 4114416"/>
              <a:gd name="connsiteY42" fmla="*/ 1811867 h 2870200"/>
              <a:gd name="connsiteX43" fmla="*/ 897082 w 4114416"/>
              <a:gd name="connsiteY43" fmla="*/ 1642534 h 2870200"/>
              <a:gd name="connsiteX44" fmla="*/ 922482 w 4114416"/>
              <a:gd name="connsiteY44" fmla="*/ 1583267 h 2870200"/>
              <a:gd name="connsiteX45" fmla="*/ 930949 w 4114416"/>
              <a:gd name="connsiteY45" fmla="*/ 1557867 h 2870200"/>
              <a:gd name="connsiteX46" fmla="*/ 939416 w 4114416"/>
              <a:gd name="connsiteY46" fmla="*/ 2006600 h 2870200"/>
              <a:gd name="connsiteX47" fmla="*/ 964816 w 4114416"/>
              <a:gd name="connsiteY47" fmla="*/ 2116667 h 2870200"/>
              <a:gd name="connsiteX48" fmla="*/ 973282 w 4114416"/>
              <a:gd name="connsiteY48" fmla="*/ 1948424 h 2870200"/>
              <a:gd name="connsiteX49" fmla="*/ 990216 w 4114416"/>
              <a:gd name="connsiteY49" fmla="*/ 1794934 h 2870200"/>
              <a:gd name="connsiteX50" fmla="*/ 998682 w 4114416"/>
              <a:gd name="connsiteY50" fmla="*/ 1761067 h 2870200"/>
              <a:gd name="connsiteX51" fmla="*/ 1015616 w 4114416"/>
              <a:gd name="connsiteY51" fmla="*/ 1871134 h 2870200"/>
              <a:gd name="connsiteX52" fmla="*/ 1032549 w 4114416"/>
              <a:gd name="connsiteY52" fmla="*/ 1947334 h 2870200"/>
              <a:gd name="connsiteX53" fmla="*/ 1049482 w 4114416"/>
              <a:gd name="connsiteY53" fmla="*/ 2040467 h 2870200"/>
              <a:gd name="connsiteX54" fmla="*/ 1074882 w 4114416"/>
              <a:gd name="connsiteY54" fmla="*/ 2108200 h 2870200"/>
              <a:gd name="connsiteX55" fmla="*/ 1083349 w 4114416"/>
              <a:gd name="connsiteY55" fmla="*/ 2150534 h 2870200"/>
              <a:gd name="connsiteX56" fmla="*/ 1125682 w 4114416"/>
              <a:gd name="connsiteY56" fmla="*/ 2209800 h 2870200"/>
              <a:gd name="connsiteX57" fmla="*/ 1134149 w 4114416"/>
              <a:gd name="connsiteY57" fmla="*/ 2108200 h 2870200"/>
              <a:gd name="connsiteX58" fmla="*/ 1184949 w 4114416"/>
              <a:gd name="connsiteY58" fmla="*/ 1989667 h 2870200"/>
              <a:gd name="connsiteX59" fmla="*/ 1235749 w 4114416"/>
              <a:gd name="connsiteY59" fmla="*/ 1913467 h 2870200"/>
              <a:gd name="connsiteX60" fmla="*/ 1244216 w 4114416"/>
              <a:gd name="connsiteY60" fmla="*/ 2167467 h 2870200"/>
              <a:gd name="connsiteX61" fmla="*/ 1261149 w 4114416"/>
              <a:gd name="connsiteY61" fmla="*/ 2082800 h 2870200"/>
              <a:gd name="connsiteX62" fmla="*/ 1269616 w 4114416"/>
              <a:gd name="connsiteY62" fmla="*/ 2015067 h 2870200"/>
              <a:gd name="connsiteX63" fmla="*/ 1311949 w 4114416"/>
              <a:gd name="connsiteY63" fmla="*/ 1854200 h 2870200"/>
              <a:gd name="connsiteX64" fmla="*/ 1320416 w 4114416"/>
              <a:gd name="connsiteY64" fmla="*/ 1803400 h 2870200"/>
              <a:gd name="connsiteX65" fmla="*/ 1345816 w 4114416"/>
              <a:gd name="connsiteY65" fmla="*/ 1701800 h 2870200"/>
              <a:gd name="connsiteX66" fmla="*/ 1371216 w 4114416"/>
              <a:gd name="connsiteY66" fmla="*/ 1718734 h 2870200"/>
              <a:gd name="connsiteX67" fmla="*/ 1379682 w 4114416"/>
              <a:gd name="connsiteY67" fmla="*/ 1744134 h 2870200"/>
              <a:gd name="connsiteX68" fmla="*/ 1405082 w 4114416"/>
              <a:gd name="connsiteY68" fmla="*/ 1828800 h 2870200"/>
              <a:gd name="connsiteX69" fmla="*/ 1422016 w 4114416"/>
              <a:gd name="connsiteY69" fmla="*/ 1879600 h 2870200"/>
              <a:gd name="connsiteX70" fmla="*/ 1430482 w 4114416"/>
              <a:gd name="connsiteY70" fmla="*/ 1913467 h 2870200"/>
              <a:gd name="connsiteX71" fmla="*/ 1455882 w 4114416"/>
              <a:gd name="connsiteY71" fmla="*/ 1947334 h 2870200"/>
              <a:gd name="connsiteX72" fmla="*/ 1472816 w 4114416"/>
              <a:gd name="connsiteY72" fmla="*/ 1938867 h 2870200"/>
              <a:gd name="connsiteX73" fmla="*/ 1515149 w 4114416"/>
              <a:gd name="connsiteY73" fmla="*/ 1803400 h 2870200"/>
              <a:gd name="connsiteX74" fmla="*/ 1574416 w 4114416"/>
              <a:gd name="connsiteY74" fmla="*/ 1651000 h 2870200"/>
              <a:gd name="connsiteX75" fmla="*/ 1582882 w 4114416"/>
              <a:gd name="connsiteY75" fmla="*/ 1591734 h 2870200"/>
              <a:gd name="connsiteX76" fmla="*/ 1599816 w 4114416"/>
              <a:gd name="connsiteY76" fmla="*/ 1566334 h 2870200"/>
              <a:gd name="connsiteX77" fmla="*/ 1608282 w 4114416"/>
              <a:gd name="connsiteY77" fmla="*/ 1524000 h 2870200"/>
              <a:gd name="connsiteX78" fmla="*/ 1616749 w 4114416"/>
              <a:gd name="connsiteY78" fmla="*/ 1498600 h 2870200"/>
              <a:gd name="connsiteX79" fmla="*/ 1633682 w 4114416"/>
              <a:gd name="connsiteY79" fmla="*/ 1524000 h 2870200"/>
              <a:gd name="connsiteX80" fmla="*/ 1659082 w 4114416"/>
              <a:gd name="connsiteY80" fmla="*/ 1490134 h 2870200"/>
              <a:gd name="connsiteX81" fmla="*/ 1684482 w 4114416"/>
              <a:gd name="connsiteY81" fmla="*/ 1388534 h 2870200"/>
              <a:gd name="connsiteX82" fmla="*/ 1743749 w 4114416"/>
              <a:gd name="connsiteY82" fmla="*/ 1286934 h 2870200"/>
              <a:gd name="connsiteX83" fmla="*/ 1794549 w 4114416"/>
              <a:gd name="connsiteY83" fmla="*/ 1176867 h 2870200"/>
              <a:gd name="connsiteX84" fmla="*/ 1819949 w 4114416"/>
              <a:gd name="connsiteY84" fmla="*/ 1202267 h 2870200"/>
              <a:gd name="connsiteX85" fmla="*/ 1828416 w 4114416"/>
              <a:gd name="connsiteY85" fmla="*/ 1227667 h 2870200"/>
              <a:gd name="connsiteX86" fmla="*/ 1845349 w 4114416"/>
              <a:gd name="connsiteY86" fmla="*/ 1261534 h 2870200"/>
              <a:gd name="connsiteX87" fmla="*/ 1887682 w 4114416"/>
              <a:gd name="connsiteY87" fmla="*/ 1422400 h 2870200"/>
              <a:gd name="connsiteX88" fmla="*/ 1938482 w 4114416"/>
              <a:gd name="connsiteY88" fmla="*/ 1600200 h 2870200"/>
              <a:gd name="connsiteX89" fmla="*/ 1989282 w 4114416"/>
              <a:gd name="connsiteY89" fmla="*/ 1744134 h 2870200"/>
              <a:gd name="connsiteX90" fmla="*/ 2006216 w 4114416"/>
              <a:gd name="connsiteY90" fmla="*/ 1498600 h 2870200"/>
              <a:gd name="connsiteX91" fmla="*/ 2023149 w 4114416"/>
              <a:gd name="connsiteY91" fmla="*/ 1464734 h 2870200"/>
              <a:gd name="connsiteX92" fmla="*/ 2031616 w 4114416"/>
              <a:gd name="connsiteY92" fmla="*/ 1439334 h 2870200"/>
              <a:gd name="connsiteX93" fmla="*/ 2082416 w 4114416"/>
              <a:gd name="connsiteY93" fmla="*/ 2032000 h 2870200"/>
              <a:gd name="connsiteX94" fmla="*/ 2090882 w 4114416"/>
              <a:gd name="connsiteY94" fmla="*/ 2150534 h 2870200"/>
              <a:gd name="connsiteX95" fmla="*/ 2099349 w 4114416"/>
              <a:gd name="connsiteY95" fmla="*/ 2489200 h 2870200"/>
              <a:gd name="connsiteX96" fmla="*/ 2133216 w 4114416"/>
              <a:gd name="connsiteY96" fmla="*/ 2421467 h 2870200"/>
              <a:gd name="connsiteX97" fmla="*/ 2175549 w 4114416"/>
              <a:gd name="connsiteY97" fmla="*/ 2319867 h 2870200"/>
              <a:gd name="connsiteX98" fmla="*/ 2200949 w 4114416"/>
              <a:gd name="connsiteY98" fmla="*/ 2286000 h 2870200"/>
              <a:gd name="connsiteX99" fmla="*/ 2234816 w 4114416"/>
              <a:gd name="connsiteY99" fmla="*/ 2235200 h 2870200"/>
              <a:gd name="connsiteX100" fmla="*/ 2251749 w 4114416"/>
              <a:gd name="connsiteY100" fmla="*/ 2514600 h 2870200"/>
              <a:gd name="connsiteX101" fmla="*/ 2277149 w 4114416"/>
              <a:gd name="connsiteY101" fmla="*/ 2565400 h 2870200"/>
              <a:gd name="connsiteX102" fmla="*/ 2285616 w 4114416"/>
              <a:gd name="connsiteY102" fmla="*/ 2489200 h 2870200"/>
              <a:gd name="connsiteX103" fmla="*/ 2302549 w 4114416"/>
              <a:gd name="connsiteY103" fmla="*/ 2421467 h 2870200"/>
              <a:gd name="connsiteX104" fmla="*/ 2311016 w 4114416"/>
              <a:gd name="connsiteY104" fmla="*/ 1718734 h 2870200"/>
              <a:gd name="connsiteX105" fmla="*/ 2336416 w 4114416"/>
              <a:gd name="connsiteY105" fmla="*/ 1811867 h 2870200"/>
              <a:gd name="connsiteX106" fmla="*/ 2361816 w 4114416"/>
              <a:gd name="connsiteY106" fmla="*/ 1871134 h 2870200"/>
              <a:gd name="connsiteX107" fmla="*/ 2387216 w 4114416"/>
              <a:gd name="connsiteY107" fmla="*/ 1938867 h 2870200"/>
              <a:gd name="connsiteX108" fmla="*/ 2395682 w 4114416"/>
              <a:gd name="connsiteY108" fmla="*/ 1972734 h 2870200"/>
              <a:gd name="connsiteX109" fmla="*/ 2404149 w 4114416"/>
              <a:gd name="connsiteY109" fmla="*/ 1574800 h 2870200"/>
              <a:gd name="connsiteX110" fmla="*/ 2429549 w 4114416"/>
              <a:gd name="connsiteY110" fmla="*/ 1236134 h 2870200"/>
              <a:gd name="connsiteX111" fmla="*/ 2446482 w 4114416"/>
              <a:gd name="connsiteY111" fmla="*/ 1092200 h 2870200"/>
              <a:gd name="connsiteX112" fmla="*/ 2454949 w 4114416"/>
              <a:gd name="connsiteY112" fmla="*/ 1066800 h 2870200"/>
              <a:gd name="connsiteX113" fmla="*/ 2463416 w 4114416"/>
              <a:gd name="connsiteY113" fmla="*/ 1092200 h 2870200"/>
              <a:gd name="connsiteX114" fmla="*/ 2480349 w 4114416"/>
              <a:gd name="connsiteY114" fmla="*/ 1117600 h 2870200"/>
              <a:gd name="connsiteX115" fmla="*/ 2488816 w 4114416"/>
              <a:gd name="connsiteY115" fmla="*/ 1227667 h 2870200"/>
              <a:gd name="connsiteX116" fmla="*/ 2514216 w 4114416"/>
              <a:gd name="connsiteY116" fmla="*/ 753534 h 2870200"/>
              <a:gd name="connsiteX117" fmla="*/ 2531149 w 4114416"/>
              <a:gd name="connsiteY117" fmla="*/ 685800 h 2870200"/>
              <a:gd name="connsiteX118" fmla="*/ 2539616 w 4114416"/>
              <a:gd name="connsiteY118" fmla="*/ 609600 h 2870200"/>
              <a:gd name="connsiteX119" fmla="*/ 2548082 w 4114416"/>
              <a:gd name="connsiteY119" fmla="*/ 558800 h 2870200"/>
              <a:gd name="connsiteX120" fmla="*/ 2565016 w 4114416"/>
              <a:gd name="connsiteY120" fmla="*/ 584200 h 2870200"/>
              <a:gd name="connsiteX121" fmla="*/ 2573482 w 4114416"/>
              <a:gd name="connsiteY121" fmla="*/ 778934 h 2870200"/>
              <a:gd name="connsiteX122" fmla="*/ 2615816 w 4114416"/>
              <a:gd name="connsiteY122" fmla="*/ 914400 h 2870200"/>
              <a:gd name="connsiteX123" fmla="*/ 2632749 w 4114416"/>
              <a:gd name="connsiteY123" fmla="*/ 973667 h 2870200"/>
              <a:gd name="connsiteX124" fmla="*/ 2649682 w 4114416"/>
              <a:gd name="connsiteY124" fmla="*/ 812800 h 2870200"/>
              <a:gd name="connsiteX125" fmla="*/ 2666616 w 4114416"/>
              <a:gd name="connsiteY125" fmla="*/ 694267 h 2870200"/>
              <a:gd name="connsiteX126" fmla="*/ 2692016 w 4114416"/>
              <a:gd name="connsiteY126" fmla="*/ 558800 h 2870200"/>
              <a:gd name="connsiteX127" fmla="*/ 2717416 w 4114416"/>
              <a:gd name="connsiteY127" fmla="*/ 321734 h 2870200"/>
              <a:gd name="connsiteX128" fmla="*/ 2734349 w 4114416"/>
              <a:gd name="connsiteY128" fmla="*/ 1058334 h 2870200"/>
              <a:gd name="connsiteX129" fmla="*/ 2760746 w 4114416"/>
              <a:gd name="connsiteY129" fmla="*/ 1023969 h 2870200"/>
              <a:gd name="connsiteX130" fmla="*/ 2810549 w 4114416"/>
              <a:gd name="connsiteY130" fmla="*/ 905934 h 2870200"/>
              <a:gd name="connsiteX131" fmla="*/ 2844416 w 4114416"/>
              <a:gd name="connsiteY131" fmla="*/ 855134 h 2870200"/>
              <a:gd name="connsiteX132" fmla="*/ 2869816 w 4114416"/>
              <a:gd name="connsiteY132" fmla="*/ 1422400 h 2870200"/>
              <a:gd name="connsiteX133" fmla="*/ 2878282 w 4114416"/>
              <a:gd name="connsiteY133" fmla="*/ 1388534 h 2870200"/>
              <a:gd name="connsiteX134" fmla="*/ 2895216 w 4114416"/>
              <a:gd name="connsiteY134" fmla="*/ 1363134 h 2870200"/>
              <a:gd name="connsiteX135" fmla="*/ 2920616 w 4114416"/>
              <a:gd name="connsiteY135" fmla="*/ 1278467 h 2870200"/>
              <a:gd name="connsiteX136" fmla="*/ 2937549 w 4114416"/>
              <a:gd name="connsiteY136" fmla="*/ 1320800 h 2870200"/>
              <a:gd name="connsiteX137" fmla="*/ 2954482 w 4114416"/>
              <a:gd name="connsiteY137" fmla="*/ 1388534 h 2870200"/>
              <a:gd name="connsiteX138" fmla="*/ 2971416 w 4114416"/>
              <a:gd name="connsiteY138" fmla="*/ 1422400 h 2870200"/>
              <a:gd name="connsiteX139" fmla="*/ 3013749 w 4114416"/>
              <a:gd name="connsiteY139" fmla="*/ 1540934 h 2870200"/>
              <a:gd name="connsiteX140" fmla="*/ 3030682 w 4114416"/>
              <a:gd name="connsiteY140" fmla="*/ 1566334 h 2870200"/>
              <a:gd name="connsiteX141" fmla="*/ 3064549 w 4114416"/>
              <a:gd name="connsiteY141" fmla="*/ 1718734 h 2870200"/>
              <a:gd name="connsiteX142" fmla="*/ 3089949 w 4114416"/>
              <a:gd name="connsiteY142" fmla="*/ 1761067 h 2870200"/>
              <a:gd name="connsiteX143" fmla="*/ 3123816 w 4114416"/>
              <a:gd name="connsiteY143" fmla="*/ 1879600 h 2870200"/>
              <a:gd name="connsiteX144" fmla="*/ 3115349 w 4114416"/>
              <a:gd name="connsiteY144" fmla="*/ 1913467 h 2870200"/>
              <a:gd name="connsiteX145" fmla="*/ 3127799 w 4114416"/>
              <a:gd name="connsiteY145" fmla="*/ 1901016 h 2870200"/>
              <a:gd name="connsiteX146" fmla="*/ 3106882 w 4114416"/>
              <a:gd name="connsiteY146" fmla="*/ 1888067 h 2870200"/>
              <a:gd name="connsiteX147" fmla="*/ 3132282 w 4114416"/>
              <a:gd name="connsiteY147" fmla="*/ 1871134 h 2870200"/>
              <a:gd name="connsiteX148" fmla="*/ 3140749 w 4114416"/>
              <a:gd name="connsiteY148" fmla="*/ 1769534 h 2870200"/>
              <a:gd name="connsiteX149" fmla="*/ 3157682 w 4114416"/>
              <a:gd name="connsiteY149" fmla="*/ 1710267 h 2870200"/>
              <a:gd name="connsiteX150" fmla="*/ 3166149 w 4114416"/>
              <a:gd name="connsiteY150" fmla="*/ 1684867 h 2870200"/>
              <a:gd name="connsiteX151" fmla="*/ 3191549 w 4114416"/>
              <a:gd name="connsiteY151" fmla="*/ 1676400 h 2870200"/>
              <a:gd name="connsiteX152" fmla="*/ 3200016 w 4114416"/>
              <a:gd name="connsiteY152" fmla="*/ 2006600 h 2870200"/>
              <a:gd name="connsiteX153" fmla="*/ 3208482 w 4114416"/>
              <a:gd name="connsiteY153" fmla="*/ 2048934 h 2870200"/>
              <a:gd name="connsiteX154" fmla="*/ 3216949 w 4114416"/>
              <a:gd name="connsiteY154" fmla="*/ 2099734 h 2870200"/>
              <a:gd name="connsiteX155" fmla="*/ 3233882 w 4114416"/>
              <a:gd name="connsiteY155" fmla="*/ 2048934 h 2870200"/>
              <a:gd name="connsiteX156" fmla="*/ 3242349 w 4114416"/>
              <a:gd name="connsiteY156" fmla="*/ 1998134 h 2870200"/>
              <a:gd name="connsiteX157" fmla="*/ 3276216 w 4114416"/>
              <a:gd name="connsiteY157" fmla="*/ 2353734 h 2870200"/>
              <a:gd name="connsiteX158" fmla="*/ 3301616 w 4114416"/>
              <a:gd name="connsiteY158" fmla="*/ 2387600 h 2870200"/>
              <a:gd name="connsiteX159" fmla="*/ 3310082 w 4114416"/>
              <a:gd name="connsiteY159" fmla="*/ 2497667 h 2870200"/>
              <a:gd name="connsiteX160" fmla="*/ 3327016 w 4114416"/>
              <a:gd name="connsiteY160" fmla="*/ 2531534 h 2870200"/>
              <a:gd name="connsiteX161" fmla="*/ 3343949 w 4114416"/>
              <a:gd name="connsiteY161" fmla="*/ 2599267 h 2870200"/>
              <a:gd name="connsiteX162" fmla="*/ 3369349 w 4114416"/>
              <a:gd name="connsiteY162" fmla="*/ 2667000 h 2870200"/>
              <a:gd name="connsiteX163" fmla="*/ 3411682 w 4114416"/>
              <a:gd name="connsiteY163" fmla="*/ 2810934 h 2870200"/>
              <a:gd name="connsiteX164" fmla="*/ 3437082 w 4114416"/>
              <a:gd name="connsiteY164" fmla="*/ 2870200 h 2870200"/>
              <a:gd name="connsiteX165" fmla="*/ 3462482 w 4114416"/>
              <a:gd name="connsiteY165" fmla="*/ 1828800 h 2870200"/>
              <a:gd name="connsiteX166" fmla="*/ 3461984 w 4114416"/>
              <a:gd name="connsiteY166" fmla="*/ 2090271 h 2870200"/>
              <a:gd name="connsiteX167" fmla="*/ 3487882 w 4114416"/>
              <a:gd name="connsiteY167" fmla="*/ 1735667 h 2870200"/>
              <a:gd name="connsiteX168" fmla="*/ 3513282 w 4114416"/>
              <a:gd name="connsiteY168" fmla="*/ 1651000 h 2870200"/>
              <a:gd name="connsiteX169" fmla="*/ 3521749 w 4114416"/>
              <a:gd name="connsiteY169" fmla="*/ 1701800 h 2870200"/>
              <a:gd name="connsiteX170" fmla="*/ 3525733 w 4114416"/>
              <a:gd name="connsiteY170" fmla="*/ 1875118 h 2870200"/>
              <a:gd name="connsiteX171" fmla="*/ 3547149 w 4114416"/>
              <a:gd name="connsiteY171" fmla="*/ 1752600 h 2870200"/>
              <a:gd name="connsiteX172" fmla="*/ 3555616 w 4114416"/>
              <a:gd name="connsiteY172" fmla="*/ 1693334 h 2870200"/>
              <a:gd name="connsiteX173" fmla="*/ 3597949 w 4114416"/>
              <a:gd name="connsiteY173" fmla="*/ 1608667 h 2870200"/>
              <a:gd name="connsiteX174" fmla="*/ 3614882 w 4114416"/>
              <a:gd name="connsiteY174" fmla="*/ 1566334 h 2870200"/>
              <a:gd name="connsiteX175" fmla="*/ 3657216 w 4114416"/>
              <a:gd name="connsiteY175" fmla="*/ 1464734 h 2870200"/>
              <a:gd name="connsiteX176" fmla="*/ 3661200 w 4114416"/>
              <a:gd name="connsiteY176" fmla="*/ 1373094 h 2870200"/>
              <a:gd name="connsiteX177" fmla="*/ 3682616 w 4114416"/>
              <a:gd name="connsiteY177" fmla="*/ 1363134 h 2870200"/>
              <a:gd name="connsiteX178" fmla="*/ 3699549 w 4114416"/>
              <a:gd name="connsiteY178" fmla="*/ 1320800 h 2870200"/>
              <a:gd name="connsiteX179" fmla="*/ 3694569 w 4114416"/>
              <a:gd name="connsiteY179" fmla="*/ 1151964 h 2870200"/>
              <a:gd name="connsiteX180" fmla="*/ 3741882 w 4114416"/>
              <a:gd name="connsiteY180" fmla="*/ 1227667 h 2870200"/>
              <a:gd name="connsiteX181" fmla="*/ 3750349 w 4114416"/>
              <a:gd name="connsiteY181" fmla="*/ 1176867 h 2870200"/>
              <a:gd name="connsiteX182" fmla="*/ 3767282 w 4114416"/>
              <a:gd name="connsiteY182" fmla="*/ 1126067 h 2870200"/>
              <a:gd name="connsiteX183" fmla="*/ 3775749 w 4114416"/>
              <a:gd name="connsiteY183" fmla="*/ 1058334 h 2870200"/>
              <a:gd name="connsiteX184" fmla="*/ 3784216 w 4114416"/>
              <a:gd name="connsiteY184" fmla="*/ 1270000 h 2870200"/>
              <a:gd name="connsiteX185" fmla="*/ 3813064 w 4114416"/>
              <a:gd name="connsiteY185" fmla="*/ 678606 h 2870200"/>
              <a:gd name="connsiteX186" fmla="*/ 3818082 w 4114416"/>
              <a:gd name="connsiteY186" fmla="*/ 558800 h 2870200"/>
              <a:gd name="connsiteX187" fmla="*/ 3835016 w 4114416"/>
              <a:gd name="connsiteY187" fmla="*/ 482600 h 2870200"/>
              <a:gd name="connsiteX188" fmla="*/ 3843482 w 4114416"/>
              <a:gd name="connsiteY188" fmla="*/ 533400 h 2870200"/>
              <a:gd name="connsiteX189" fmla="*/ 3860416 w 4114416"/>
              <a:gd name="connsiteY189" fmla="*/ 660400 h 2870200"/>
              <a:gd name="connsiteX190" fmla="*/ 3868882 w 4114416"/>
              <a:gd name="connsiteY190" fmla="*/ 702734 h 2870200"/>
              <a:gd name="connsiteX191" fmla="*/ 3885816 w 4114416"/>
              <a:gd name="connsiteY191" fmla="*/ 736600 h 2870200"/>
              <a:gd name="connsiteX192" fmla="*/ 3902749 w 4114416"/>
              <a:gd name="connsiteY192" fmla="*/ 702734 h 2870200"/>
              <a:gd name="connsiteX193" fmla="*/ 3962016 w 4114416"/>
              <a:gd name="connsiteY193" fmla="*/ 482600 h 2870200"/>
              <a:gd name="connsiteX194" fmla="*/ 3978949 w 4114416"/>
              <a:gd name="connsiteY194" fmla="*/ 457200 h 2870200"/>
              <a:gd name="connsiteX195" fmla="*/ 4004349 w 4114416"/>
              <a:gd name="connsiteY195" fmla="*/ 177800 h 2870200"/>
              <a:gd name="connsiteX196" fmla="*/ 4029749 w 4114416"/>
              <a:gd name="connsiteY196" fmla="*/ 135467 h 2870200"/>
              <a:gd name="connsiteX197" fmla="*/ 4038216 w 4114416"/>
              <a:gd name="connsiteY197" fmla="*/ 101600 h 2870200"/>
              <a:gd name="connsiteX198" fmla="*/ 4046682 w 4114416"/>
              <a:gd name="connsiteY198" fmla="*/ 76200 h 2870200"/>
              <a:gd name="connsiteX199" fmla="*/ 4055149 w 4114416"/>
              <a:gd name="connsiteY199" fmla="*/ 110067 h 2870200"/>
              <a:gd name="connsiteX200" fmla="*/ 4072082 w 4114416"/>
              <a:gd name="connsiteY200" fmla="*/ 160867 h 2870200"/>
              <a:gd name="connsiteX201" fmla="*/ 4114416 w 4114416"/>
              <a:gd name="connsiteY201" fmla="*/ 0 h 2870200"/>
              <a:gd name="connsiteX0" fmla="*/ 0 w 4114416"/>
              <a:gd name="connsiteY0" fmla="*/ 735359 h 2870200"/>
              <a:gd name="connsiteX1" fmla="*/ 22363 w 4114416"/>
              <a:gd name="connsiteY1" fmla="*/ 647092 h 2870200"/>
              <a:gd name="connsiteX2" fmla="*/ 53451 w 4114416"/>
              <a:gd name="connsiteY2" fmla="*/ 567267 h 2870200"/>
              <a:gd name="connsiteX3" fmla="*/ 61790 w 4114416"/>
              <a:gd name="connsiteY3" fmla="*/ 828517 h 2870200"/>
              <a:gd name="connsiteX4" fmla="*/ 57549 w 4114416"/>
              <a:gd name="connsiteY4" fmla="*/ 1083293 h 2870200"/>
              <a:gd name="connsiteX5" fmla="*/ 55282 w 4114416"/>
              <a:gd name="connsiteY5" fmla="*/ 1212385 h 2870200"/>
              <a:gd name="connsiteX6" fmla="*/ 69873 w 4114416"/>
              <a:gd name="connsiteY6" fmla="*/ 1401791 h 2870200"/>
              <a:gd name="connsiteX7" fmla="*/ 112335 w 4114416"/>
              <a:gd name="connsiteY7" fmla="*/ 1209517 h 2870200"/>
              <a:gd name="connsiteX8" fmla="*/ 135082 w 4114416"/>
              <a:gd name="connsiteY8" fmla="*/ 1100667 h 2870200"/>
              <a:gd name="connsiteX9" fmla="*/ 168949 w 4114416"/>
              <a:gd name="connsiteY9" fmla="*/ 999067 h 2870200"/>
              <a:gd name="connsiteX10" fmla="*/ 185882 w 4114416"/>
              <a:gd name="connsiteY10" fmla="*/ 948267 h 2870200"/>
              <a:gd name="connsiteX11" fmla="*/ 202816 w 4114416"/>
              <a:gd name="connsiteY11" fmla="*/ 1134534 h 2870200"/>
              <a:gd name="connsiteX12" fmla="*/ 219749 w 4114416"/>
              <a:gd name="connsiteY12" fmla="*/ 1464734 h 2870200"/>
              <a:gd name="connsiteX13" fmla="*/ 279016 w 4114416"/>
              <a:gd name="connsiteY13" fmla="*/ 1363134 h 2870200"/>
              <a:gd name="connsiteX14" fmla="*/ 304416 w 4114416"/>
              <a:gd name="connsiteY14" fmla="*/ 1371600 h 2870200"/>
              <a:gd name="connsiteX15" fmla="*/ 312882 w 4114416"/>
              <a:gd name="connsiteY15" fmla="*/ 2243667 h 2870200"/>
              <a:gd name="connsiteX16" fmla="*/ 338282 w 4114416"/>
              <a:gd name="connsiteY16" fmla="*/ 2201334 h 2870200"/>
              <a:gd name="connsiteX17" fmla="*/ 346749 w 4114416"/>
              <a:gd name="connsiteY17" fmla="*/ 2150534 h 2870200"/>
              <a:gd name="connsiteX18" fmla="*/ 371651 w 4114416"/>
              <a:gd name="connsiteY18" fmla="*/ 2376146 h 2870200"/>
              <a:gd name="connsiteX19" fmla="*/ 389082 w 4114416"/>
              <a:gd name="connsiteY19" fmla="*/ 2082800 h 2870200"/>
              <a:gd name="connsiteX20" fmla="*/ 414981 w 4114416"/>
              <a:gd name="connsiteY20" fmla="*/ 1792444 h 2870200"/>
              <a:gd name="connsiteX21" fmla="*/ 422949 w 4114416"/>
              <a:gd name="connsiteY21" fmla="*/ 2032000 h 2870200"/>
              <a:gd name="connsiteX22" fmla="*/ 453908 w 4114416"/>
              <a:gd name="connsiteY22" fmla="*/ 1990884 h 2870200"/>
              <a:gd name="connsiteX23" fmla="*/ 465282 w 4114416"/>
              <a:gd name="connsiteY23" fmla="*/ 1752600 h 2870200"/>
              <a:gd name="connsiteX24" fmla="*/ 490682 w 4114416"/>
              <a:gd name="connsiteY24" fmla="*/ 1651000 h 2870200"/>
              <a:gd name="connsiteX25" fmla="*/ 516082 w 4114416"/>
              <a:gd name="connsiteY25" fmla="*/ 1710267 h 2870200"/>
              <a:gd name="connsiteX26" fmla="*/ 524549 w 4114416"/>
              <a:gd name="connsiteY26" fmla="*/ 1851666 h 2870200"/>
              <a:gd name="connsiteX27" fmla="*/ 558416 w 4114416"/>
              <a:gd name="connsiteY27" fmla="*/ 1820334 h 2870200"/>
              <a:gd name="connsiteX28" fmla="*/ 583816 w 4114416"/>
              <a:gd name="connsiteY28" fmla="*/ 1938867 h 2870200"/>
              <a:gd name="connsiteX29" fmla="*/ 600749 w 4114416"/>
              <a:gd name="connsiteY29" fmla="*/ 1998134 h 2870200"/>
              <a:gd name="connsiteX30" fmla="*/ 643082 w 4114416"/>
              <a:gd name="connsiteY30" fmla="*/ 1786467 h 2870200"/>
              <a:gd name="connsiteX31" fmla="*/ 668482 w 4114416"/>
              <a:gd name="connsiteY31" fmla="*/ 1718734 h 2870200"/>
              <a:gd name="connsiteX32" fmla="*/ 685416 w 4114416"/>
              <a:gd name="connsiteY32" fmla="*/ 1617134 h 2870200"/>
              <a:gd name="connsiteX33" fmla="*/ 702349 w 4114416"/>
              <a:gd name="connsiteY33" fmla="*/ 1557867 h 2870200"/>
              <a:gd name="connsiteX34" fmla="*/ 710816 w 4114416"/>
              <a:gd name="connsiteY34" fmla="*/ 1524000 h 2870200"/>
              <a:gd name="connsiteX35" fmla="*/ 727749 w 4114416"/>
              <a:gd name="connsiteY35" fmla="*/ 1312334 h 2870200"/>
              <a:gd name="connsiteX36" fmla="*/ 744682 w 4114416"/>
              <a:gd name="connsiteY36" fmla="*/ 1380067 h 2870200"/>
              <a:gd name="connsiteX37" fmla="*/ 761616 w 4114416"/>
              <a:gd name="connsiteY37" fmla="*/ 1532467 h 2870200"/>
              <a:gd name="connsiteX38" fmla="*/ 778549 w 4114416"/>
              <a:gd name="connsiteY38" fmla="*/ 1566334 h 2870200"/>
              <a:gd name="connsiteX39" fmla="*/ 820882 w 4114416"/>
              <a:gd name="connsiteY39" fmla="*/ 1430867 h 2870200"/>
              <a:gd name="connsiteX40" fmla="*/ 854749 w 4114416"/>
              <a:gd name="connsiteY40" fmla="*/ 1388534 h 2870200"/>
              <a:gd name="connsiteX41" fmla="*/ 863216 w 4114416"/>
              <a:gd name="connsiteY41" fmla="*/ 1498600 h 2870200"/>
              <a:gd name="connsiteX42" fmla="*/ 888616 w 4114416"/>
              <a:gd name="connsiteY42" fmla="*/ 1811867 h 2870200"/>
              <a:gd name="connsiteX43" fmla="*/ 897082 w 4114416"/>
              <a:gd name="connsiteY43" fmla="*/ 1642534 h 2870200"/>
              <a:gd name="connsiteX44" fmla="*/ 930949 w 4114416"/>
              <a:gd name="connsiteY44" fmla="*/ 1557867 h 2870200"/>
              <a:gd name="connsiteX45" fmla="*/ 939416 w 4114416"/>
              <a:gd name="connsiteY45" fmla="*/ 2006600 h 2870200"/>
              <a:gd name="connsiteX46" fmla="*/ 964816 w 4114416"/>
              <a:gd name="connsiteY46" fmla="*/ 2116667 h 2870200"/>
              <a:gd name="connsiteX47" fmla="*/ 973282 w 4114416"/>
              <a:gd name="connsiteY47" fmla="*/ 1948424 h 2870200"/>
              <a:gd name="connsiteX48" fmla="*/ 990216 w 4114416"/>
              <a:gd name="connsiteY48" fmla="*/ 1794934 h 2870200"/>
              <a:gd name="connsiteX49" fmla="*/ 998682 w 4114416"/>
              <a:gd name="connsiteY49" fmla="*/ 1761067 h 2870200"/>
              <a:gd name="connsiteX50" fmla="*/ 1015616 w 4114416"/>
              <a:gd name="connsiteY50" fmla="*/ 1871134 h 2870200"/>
              <a:gd name="connsiteX51" fmla="*/ 1032549 w 4114416"/>
              <a:gd name="connsiteY51" fmla="*/ 1947334 h 2870200"/>
              <a:gd name="connsiteX52" fmla="*/ 1049482 w 4114416"/>
              <a:gd name="connsiteY52" fmla="*/ 2040467 h 2870200"/>
              <a:gd name="connsiteX53" fmla="*/ 1074882 w 4114416"/>
              <a:gd name="connsiteY53" fmla="*/ 2108200 h 2870200"/>
              <a:gd name="connsiteX54" fmla="*/ 1083349 w 4114416"/>
              <a:gd name="connsiteY54" fmla="*/ 2150534 h 2870200"/>
              <a:gd name="connsiteX55" fmla="*/ 1125682 w 4114416"/>
              <a:gd name="connsiteY55" fmla="*/ 2209800 h 2870200"/>
              <a:gd name="connsiteX56" fmla="*/ 1134149 w 4114416"/>
              <a:gd name="connsiteY56" fmla="*/ 2108200 h 2870200"/>
              <a:gd name="connsiteX57" fmla="*/ 1184949 w 4114416"/>
              <a:gd name="connsiteY57" fmla="*/ 1989667 h 2870200"/>
              <a:gd name="connsiteX58" fmla="*/ 1235749 w 4114416"/>
              <a:gd name="connsiteY58" fmla="*/ 1913467 h 2870200"/>
              <a:gd name="connsiteX59" fmla="*/ 1244216 w 4114416"/>
              <a:gd name="connsiteY59" fmla="*/ 2167467 h 2870200"/>
              <a:gd name="connsiteX60" fmla="*/ 1261149 w 4114416"/>
              <a:gd name="connsiteY60" fmla="*/ 2082800 h 2870200"/>
              <a:gd name="connsiteX61" fmla="*/ 1269616 w 4114416"/>
              <a:gd name="connsiteY61" fmla="*/ 2015067 h 2870200"/>
              <a:gd name="connsiteX62" fmla="*/ 1311949 w 4114416"/>
              <a:gd name="connsiteY62" fmla="*/ 1854200 h 2870200"/>
              <a:gd name="connsiteX63" fmla="*/ 1320416 w 4114416"/>
              <a:gd name="connsiteY63" fmla="*/ 1803400 h 2870200"/>
              <a:gd name="connsiteX64" fmla="*/ 1345816 w 4114416"/>
              <a:gd name="connsiteY64" fmla="*/ 1701800 h 2870200"/>
              <a:gd name="connsiteX65" fmla="*/ 1371216 w 4114416"/>
              <a:gd name="connsiteY65" fmla="*/ 1718734 h 2870200"/>
              <a:gd name="connsiteX66" fmla="*/ 1379682 w 4114416"/>
              <a:gd name="connsiteY66" fmla="*/ 1744134 h 2870200"/>
              <a:gd name="connsiteX67" fmla="*/ 1405082 w 4114416"/>
              <a:gd name="connsiteY67" fmla="*/ 1828800 h 2870200"/>
              <a:gd name="connsiteX68" fmla="*/ 1422016 w 4114416"/>
              <a:gd name="connsiteY68" fmla="*/ 1879600 h 2870200"/>
              <a:gd name="connsiteX69" fmla="*/ 1430482 w 4114416"/>
              <a:gd name="connsiteY69" fmla="*/ 1913467 h 2870200"/>
              <a:gd name="connsiteX70" fmla="*/ 1455882 w 4114416"/>
              <a:gd name="connsiteY70" fmla="*/ 1947334 h 2870200"/>
              <a:gd name="connsiteX71" fmla="*/ 1472816 w 4114416"/>
              <a:gd name="connsiteY71" fmla="*/ 1938867 h 2870200"/>
              <a:gd name="connsiteX72" fmla="*/ 1515149 w 4114416"/>
              <a:gd name="connsiteY72" fmla="*/ 1803400 h 2870200"/>
              <a:gd name="connsiteX73" fmla="*/ 1574416 w 4114416"/>
              <a:gd name="connsiteY73" fmla="*/ 1651000 h 2870200"/>
              <a:gd name="connsiteX74" fmla="*/ 1582882 w 4114416"/>
              <a:gd name="connsiteY74" fmla="*/ 1591734 h 2870200"/>
              <a:gd name="connsiteX75" fmla="*/ 1599816 w 4114416"/>
              <a:gd name="connsiteY75" fmla="*/ 1566334 h 2870200"/>
              <a:gd name="connsiteX76" fmla="*/ 1608282 w 4114416"/>
              <a:gd name="connsiteY76" fmla="*/ 1524000 h 2870200"/>
              <a:gd name="connsiteX77" fmla="*/ 1616749 w 4114416"/>
              <a:gd name="connsiteY77" fmla="*/ 1498600 h 2870200"/>
              <a:gd name="connsiteX78" fmla="*/ 1633682 w 4114416"/>
              <a:gd name="connsiteY78" fmla="*/ 1524000 h 2870200"/>
              <a:gd name="connsiteX79" fmla="*/ 1659082 w 4114416"/>
              <a:gd name="connsiteY79" fmla="*/ 1490134 h 2870200"/>
              <a:gd name="connsiteX80" fmla="*/ 1684482 w 4114416"/>
              <a:gd name="connsiteY80" fmla="*/ 1388534 h 2870200"/>
              <a:gd name="connsiteX81" fmla="*/ 1743749 w 4114416"/>
              <a:gd name="connsiteY81" fmla="*/ 1286934 h 2870200"/>
              <a:gd name="connsiteX82" fmla="*/ 1794549 w 4114416"/>
              <a:gd name="connsiteY82" fmla="*/ 1176867 h 2870200"/>
              <a:gd name="connsiteX83" fmla="*/ 1819949 w 4114416"/>
              <a:gd name="connsiteY83" fmla="*/ 1202267 h 2870200"/>
              <a:gd name="connsiteX84" fmla="*/ 1828416 w 4114416"/>
              <a:gd name="connsiteY84" fmla="*/ 1227667 h 2870200"/>
              <a:gd name="connsiteX85" fmla="*/ 1845349 w 4114416"/>
              <a:gd name="connsiteY85" fmla="*/ 1261534 h 2870200"/>
              <a:gd name="connsiteX86" fmla="*/ 1887682 w 4114416"/>
              <a:gd name="connsiteY86" fmla="*/ 1422400 h 2870200"/>
              <a:gd name="connsiteX87" fmla="*/ 1938482 w 4114416"/>
              <a:gd name="connsiteY87" fmla="*/ 1600200 h 2870200"/>
              <a:gd name="connsiteX88" fmla="*/ 1989282 w 4114416"/>
              <a:gd name="connsiteY88" fmla="*/ 1744134 h 2870200"/>
              <a:gd name="connsiteX89" fmla="*/ 2006216 w 4114416"/>
              <a:gd name="connsiteY89" fmla="*/ 1498600 h 2870200"/>
              <a:gd name="connsiteX90" fmla="*/ 2023149 w 4114416"/>
              <a:gd name="connsiteY90" fmla="*/ 1464734 h 2870200"/>
              <a:gd name="connsiteX91" fmla="*/ 2031616 w 4114416"/>
              <a:gd name="connsiteY91" fmla="*/ 1439334 h 2870200"/>
              <a:gd name="connsiteX92" fmla="*/ 2082416 w 4114416"/>
              <a:gd name="connsiteY92" fmla="*/ 2032000 h 2870200"/>
              <a:gd name="connsiteX93" fmla="*/ 2090882 w 4114416"/>
              <a:gd name="connsiteY93" fmla="*/ 2150534 h 2870200"/>
              <a:gd name="connsiteX94" fmla="*/ 2099349 w 4114416"/>
              <a:gd name="connsiteY94" fmla="*/ 2489200 h 2870200"/>
              <a:gd name="connsiteX95" fmla="*/ 2133216 w 4114416"/>
              <a:gd name="connsiteY95" fmla="*/ 2421467 h 2870200"/>
              <a:gd name="connsiteX96" fmla="*/ 2175549 w 4114416"/>
              <a:gd name="connsiteY96" fmla="*/ 2319867 h 2870200"/>
              <a:gd name="connsiteX97" fmla="*/ 2200949 w 4114416"/>
              <a:gd name="connsiteY97" fmla="*/ 2286000 h 2870200"/>
              <a:gd name="connsiteX98" fmla="*/ 2234816 w 4114416"/>
              <a:gd name="connsiteY98" fmla="*/ 2235200 h 2870200"/>
              <a:gd name="connsiteX99" fmla="*/ 2251749 w 4114416"/>
              <a:gd name="connsiteY99" fmla="*/ 2514600 h 2870200"/>
              <a:gd name="connsiteX100" fmla="*/ 2277149 w 4114416"/>
              <a:gd name="connsiteY100" fmla="*/ 2565400 h 2870200"/>
              <a:gd name="connsiteX101" fmla="*/ 2285616 w 4114416"/>
              <a:gd name="connsiteY101" fmla="*/ 2489200 h 2870200"/>
              <a:gd name="connsiteX102" fmla="*/ 2302549 w 4114416"/>
              <a:gd name="connsiteY102" fmla="*/ 2421467 h 2870200"/>
              <a:gd name="connsiteX103" fmla="*/ 2311016 w 4114416"/>
              <a:gd name="connsiteY103" fmla="*/ 1718734 h 2870200"/>
              <a:gd name="connsiteX104" fmla="*/ 2336416 w 4114416"/>
              <a:gd name="connsiteY104" fmla="*/ 1811867 h 2870200"/>
              <a:gd name="connsiteX105" fmla="*/ 2361816 w 4114416"/>
              <a:gd name="connsiteY105" fmla="*/ 1871134 h 2870200"/>
              <a:gd name="connsiteX106" fmla="*/ 2387216 w 4114416"/>
              <a:gd name="connsiteY106" fmla="*/ 1938867 h 2870200"/>
              <a:gd name="connsiteX107" fmla="*/ 2395682 w 4114416"/>
              <a:gd name="connsiteY107" fmla="*/ 1972734 h 2870200"/>
              <a:gd name="connsiteX108" fmla="*/ 2404149 w 4114416"/>
              <a:gd name="connsiteY108" fmla="*/ 1574800 h 2870200"/>
              <a:gd name="connsiteX109" fmla="*/ 2429549 w 4114416"/>
              <a:gd name="connsiteY109" fmla="*/ 1236134 h 2870200"/>
              <a:gd name="connsiteX110" fmla="*/ 2446482 w 4114416"/>
              <a:gd name="connsiteY110" fmla="*/ 1092200 h 2870200"/>
              <a:gd name="connsiteX111" fmla="*/ 2454949 w 4114416"/>
              <a:gd name="connsiteY111" fmla="*/ 1066800 h 2870200"/>
              <a:gd name="connsiteX112" fmla="*/ 2463416 w 4114416"/>
              <a:gd name="connsiteY112" fmla="*/ 1092200 h 2870200"/>
              <a:gd name="connsiteX113" fmla="*/ 2480349 w 4114416"/>
              <a:gd name="connsiteY113" fmla="*/ 1117600 h 2870200"/>
              <a:gd name="connsiteX114" fmla="*/ 2488816 w 4114416"/>
              <a:gd name="connsiteY114" fmla="*/ 1227667 h 2870200"/>
              <a:gd name="connsiteX115" fmla="*/ 2514216 w 4114416"/>
              <a:gd name="connsiteY115" fmla="*/ 753534 h 2870200"/>
              <a:gd name="connsiteX116" fmla="*/ 2531149 w 4114416"/>
              <a:gd name="connsiteY116" fmla="*/ 685800 h 2870200"/>
              <a:gd name="connsiteX117" fmla="*/ 2539616 w 4114416"/>
              <a:gd name="connsiteY117" fmla="*/ 609600 h 2870200"/>
              <a:gd name="connsiteX118" fmla="*/ 2548082 w 4114416"/>
              <a:gd name="connsiteY118" fmla="*/ 558800 h 2870200"/>
              <a:gd name="connsiteX119" fmla="*/ 2565016 w 4114416"/>
              <a:gd name="connsiteY119" fmla="*/ 584200 h 2870200"/>
              <a:gd name="connsiteX120" fmla="*/ 2573482 w 4114416"/>
              <a:gd name="connsiteY120" fmla="*/ 778934 h 2870200"/>
              <a:gd name="connsiteX121" fmla="*/ 2615816 w 4114416"/>
              <a:gd name="connsiteY121" fmla="*/ 914400 h 2870200"/>
              <a:gd name="connsiteX122" fmla="*/ 2632749 w 4114416"/>
              <a:gd name="connsiteY122" fmla="*/ 973667 h 2870200"/>
              <a:gd name="connsiteX123" fmla="*/ 2649682 w 4114416"/>
              <a:gd name="connsiteY123" fmla="*/ 812800 h 2870200"/>
              <a:gd name="connsiteX124" fmla="*/ 2666616 w 4114416"/>
              <a:gd name="connsiteY124" fmla="*/ 694267 h 2870200"/>
              <a:gd name="connsiteX125" fmla="*/ 2692016 w 4114416"/>
              <a:gd name="connsiteY125" fmla="*/ 558800 h 2870200"/>
              <a:gd name="connsiteX126" fmla="*/ 2717416 w 4114416"/>
              <a:gd name="connsiteY126" fmla="*/ 321734 h 2870200"/>
              <a:gd name="connsiteX127" fmla="*/ 2734349 w 4114416"/>
              <a:gd name="connsiteY127" fmla="*/ 1058334 h 2870200"/>
              <a:gd name="connsiteX128" fmla="*/ 2760746 w 4114416"/>
              <a:gd name="connsiteY128" fmla="*/ 1023969 h 2870200"/>
              <a:gd name="connsiteX129" fmla="*/ 2810549 w 4114416"/>
              <a:gd name="connsiteY129" fmla="*/ 905934 h 2870200"/>
              <a:gd name="connsiteX130" fmla="*/ 2844416 w 4114416"/>
              <a:gd name="connsiteY130" fmla="*/ 855134 h 2870200"/>
              <a:gd name="connsiteX131" fmla="*/ 2869816 w 4114416"/>
              <a:gd name="connsiteY131" fmla="*/ 1422400 h 2870200"/>
              <a:gd name="connsiteX132" fmla="*/ 2878282 w 4114416"/>
              <a:gd name="connsiteY132" fmla="*/ 1388534 h 2870200"/>
              <a:gd name="connsiteX133" fmla="*/ 2895216 w 4114416"/>
              <a:gd name="connsiteY133" fmla="*/ 1363134 h 2870200"/>
              <a:gd name="connsiteX134" fmla="*/ 2920616 w 4114416"/>
              <a:gd name="connsiteY134" fmla="*/ 1278467 h 2870200"/>
              <a:gd name="connsiteX135" fmla="*/ 2937549 w 4114416"/>
              <a:gd name="connsiteY135" fmla="*/ 1320800 h 2870200"/>
              <a:gd name="connsiteX136" fmla="*/ 2954482 w 4114416"/>
              <a:gd name="connsiteY136" fmla="*/ 1388534 h 2870200"/>
              <a:gd name="connsiteX137" fmla="*/ 2971416 w 4114416"/>
              <a:gd name="connsiteY137" fmla="*/ 1422400 h 2870200"/>
              <a:gd name="connsiteX138" fmla="*/ 3013749 w 4114416"/>
              <a:gd name="connsiteY138" fmla="*/ 1540934 h 2870200"/>
              <a:gd name="connsiteX139" fmla="*/ 3030682 w 4114416"/>
              <a:gd name="connsiteY139" fmla="*/ 1566334 h 2870200"/>
              <a:gd name="connsiteX140" fmla="*/ 3064549 w 4114416"/>
              <a:gd name="connsiteY140" fmla="*/ 1718734 h 2870200"/>
              <a:gd name="connsiteX141" fmla="*/ 3089949 w 4114416"/>
              <a:gd name="connsiteY141" fmla="*/ 1761067 h 2870200"/>
              <a:gd name="connsiteX142" fmla="*/ 3123816 w 4114416"/>
              <a:gd name="connsiteY142" fmla="*/ 1879600 h 2870200"/>
              <a:gd name="connsiteX143" fmla="*/ 3115349 w 4114416"/>
              <a:gd name="connsiteY143" fmla="*/ 1913467 h 2870200"/>
              <a:gd name="connsiteX144" fmla="*/ 3127799 w 4114416"/>
              <a:gd name="connsiteY144" fmla="*/ 1901016 h 2870200"/>
              <a:gd name="connsiteX145" fmla="*/ 3106882 w 4114416"/>
              <a:gd name="connsiteY145" fmla="*/ 1888067 h 2870200"/>
              <a:gd name="connsiteX146" fmla="*/ 3132282 w 4114416"/>
              <a:gd name="connsiteY146" fmla="*/ 1871134 h 2870200"/>
              <a:gd name="connsiteX147" fmla="*/ 3140749 w 4114416"/>
              <a:gd name="connsiteY147" fmla="*/ 1769534 h 2870200"/>
              <a:gd name="connsiteX148" fmla="*/ 3157682 w 4114416"/>
              <a:gd name="connsiteY148" fmla="*/ 1710267 h 2870200"/>
              <a:gd name="connsiteX149" fmla="*/ 3166149 w 4114416"/>
              <a:gd name="connsiteY149" fmla="*/ 1684867 h 2870200"/>
              <a:gd name="connsiteX150" fmla="*/ 3191549 w 4114416"/>
              <a:gd name="connsiteY150" fmla="*/ 1676400 h 2870200"/>
              <a:gd name="connsiteX151" fmla="*/ 3200016 w 4114416"/>
              <a:gd name="connsiteY151" fmla="*/ 2006600 h 2870200"/>
              <a:gd name="connsiteX152" fmla="*/ 3208482 w 4114416"/>
              <a:gd name="connsiteY152" fmla="*/ 2048934 h 2870200"/>
              <a:gd name="connsiteX153" fmla="*/ 3216949 w 4114416"/>
              <a:gd name="connsiteY153" fmla="*/ 2099734 h 2870200"/>
              <a:gd name="connsiteX154" fmla="*/ 3233882 w 4114416"/>
              <a:gd name="connsiteY154" fmla="*/ 2048934 h 2870200"/>
              <a:gd name="connsiteX155" fmla="*/ 3242349 w 4114416"/>
              <a:gd name="connsiteY155" fmla="*/ 1998134 h 2870200"/>
              <a:gd name="connsiteX156" fmla="*/ 3276216 w 4114416"/>
              <a:gd name="connsiteY156" fmla="*/ 2353734 h 2870200"/>
              <a:gd name="connsiteX157" fmla="*/ 3301616 w 4114416"/>
              <a:gd name="connsiteY157" fmla="*/ 2387600 h 2870200"/>
              <a:gd name="connsiteX158" fmla="*/ 3310082 w 4114416"/>
              <a:gd name="connsiteY158" fmla="*/ 2497667 h 2870200"/>
              <a:gd name="connsiteX159" fmla="*/ 3327016 w 4114416"/>
              <a:gd name="connsiteY159" fmla="*/ 2531534 h 2870200"/>
              <a:gd name="connsiteX160" fmla="*/ 3343949 w 4114416"/>
              <a:gd name="connsiteY160" fmla="*/ 2599267 h 2870200"/>
              <a:gd name="connsiteX161" fmla="*/ 3369349 w 4114416"/>
              <a:gd name="connsiteY161" fmla="*/ 2667000 h 2870200"/>
              <a:gd name="connsiteX162" fmla="*/ 3411682 w 4114416"/>
              <a:gd name="connsiteY162" fmla="*/ 2810934 h 2870200"/>
              <a:gd name="connsiteX163" fmla="*/ 3437082 w 4114416"/>
              <a:gd name="connsiteY163" fmla="*/ 2870200 h 2870200"/>
              <a:gd name="connsiteX164" fmla="*/ 3462482 w 4114416"/>
              <a:gd name="connsiteY164" fmla="*/ 1828800 h 2870200"/>
              <a:gd name="connsiteX165" fmla="*/ 3461984 w 4114416"/>
              <a:gd name="connsiteY165" fmla="*/ 2090271 h 2870200"/>
              <a:gd name="connsiteX166" fmla="*/ 3487882 w 4114416"/>
              <a:gd name="connsiteY166" fmla="*/ 1735667 h 2870200"/>
              <a:gd name="connsiteX167" fmla="*/ 3513282 w 4114416"/>
              <a:gd name="connsiteY167" fmla="*/ 1651000 h 2870200"/>
              <a:gd name="connsiteX168" fmla="*/ 3521749 w 4114416"/>
              <a:gd name="connsiteY168" fmla="*/ 1701800 h 2870200"/>
              <a:gd name="connsiteX169" fmla="*/ 3525733 w 4114416"/>
              <a:gd name="connsiteY169" fmla="*/ 1875118 h 2870200"/>
              <a:gd name="connsiteX170" fmla="*/ 3547149 w 4114416"/>
              <a:gd name="connsiteY170" fmla="*/ 1752600 h 2870200"/>
              <a:gd name="connsiteX171" fmla="*/ 3555616 w 4114416"/>
              <a:gd name="connsiteY171" fmla="*/ 1693334 h 2870200"/>
              <a:gd name="connsiteX172" fmla="*/ 3597949 w 4114416"/>
              <a:gd name="connsiteY172" fmla="*/ 1608667 h 2870200"/>
              <a:gd name="connsiteX173" fmla="*/ 3614882 w 4114416"/>
              <a:gd name="connsiteY173" fmla="*/ 1566334 h 2870200"/>
              <a:gd name="connsiteX174" fmla="*/ 3657216 w 4114416"/>
              <a:gd name="connsiteY174" fmla="*/ 1464734 h 2870200"/>
              <a:gd name="connsiteX175" fmla="*/ 3661200 w 4114416"/>
              <a:gd name="connsiteY175" fmla="*/ 1373094 h 2870200"/>
              <a:gd name="connsiteX176" fmla="*/ 3682616 w 4114416"/>
              <a:gd name="connsiteY176" fmla="*/ 1363134 h 2870200"/>
              <a:gd name="connsiteX177" fmla="*/ 3699549 w 4114416"/>
              <a:gd name="connsiteY177" fmla="*/ 1320800 h 2870200"/>
              <a:gd name="connsiteX178" fmla="*/ 3694569 w 4114416"/>
              <a:gd name="connsiteY178" fmla="*/ 1151964 h 2870200"/>
              <a:gd name="connsiteX179" fmla="*/ 3741882 w 4114416"/>
              <a:gd name="connsiteY179" fmla="*/ 1227667 h 2870200"/>
              <a:gd name="connsiteX180" fmla="*/ 3750349 w 4114416"/>
              <a:gd name="connsiteY180" fmla="*/ 1176867 h 2870200"/>
              <a:gd name="connsiteX181" fmla="*/ 3767282 w 4114416"/>
              <a:gd name="connsiteY181" fmla="*/ 1126067 h 2870200"/>
              <a:gd name="connsiteX182" fmla="*/ 3775749 w 4114416"/>
              <a:gd name="connsiteY182" fmla="*/ 1058334 h 2870200"/>
              <a:gd name="connsiteX183" fmla="*/ 3784216 w 4114416"/>
              <a:gd name="connsiteY183" fmla="*/ 1270000 h 2870200"/>
              <a:gd name="connsiteX184" fmla="*/ 3813064 w 4114416"/>
              <a:gd name="connsiteY184" fmla="*/ 678606 h 2870200"/>
              <a:gd name="connsiteX185" fmla="*/ 3818082 w 4114416"/>
              <a:gd name="connsiteY185" fmla="*/ 558800 h 2870200"/>
              <a:gd name="connsiteX186" fmla="*/ 3835016 w 4114416"/>
              <a:gd name="connsiteY186" fmla="*/ 482600 h 2870200"/>
              <a:gd name="connsiteX187" fmla="*/ 3843482 w 4114416"/>
              <a:gd name="connsiteY187" fmla="*/ 533400 h 2870200"/>
              <a:gd name="connsiteX188" fmla="*/ 3860416 w 4114416"/>
              <a:gd name="connsiteY188" fmla="*/ 660400 h 2870200"/>
              <a:gd name="connsiteX189" fmla="*/ 3868882 w 4114416"/>
              <a:gd name="connsiteY189" fmla="*/ 702734 h 2870200"/>
              <a:gd name="connsiteX190" fmla="*/ 3885816 w 4114416"/>
              <a:gd name="connsiteY190" fmla="*/ 736600 h 2870200"/>
              <a:gd name="connsiteX191" fmla="*/ 3902749 w 4114416"/>
              <a:gd name="connsiteY191" fmla="*/ 702734 h 2870200"/>
              <a:gd name="connsiteX192" fmla="*/ 3962016 w 4114416"/>
              <a:gd name="connsiteY192" fmla="*/ 482600 h 2870200"/>
              <a:gd name="connsiteX193" fmla="*/ 3978949 w 4114416"/>
              <a:gd name="connsiteY193" fmla="*/ 457200 h 2870200"/>
              <a:gd name="connsiteX194" fmla="*/ 4004349 w 4114416"/>
              <a:gd name="connsiteY194" fmla="*/ 177800 h 2870200"/>
              <a:gd name="connsiteX195" fmla="*/ 4029749 w 4114416"/>
              <a:gd name="connsiteY195" fmla="*/ 135467 h 2870200"/>
              <a:gd name="connsiteX196" fmla="*/ 4038216 w 4114416"/>
              <a:gd name="connsiteY196" fmla="*/ 101600 h 2870200"/>
              <a:gd name="connsiteX197" fmla="*/ 4046682 w 4114416"/>
              <a:gd name="connsiteY197" fmla="*/ 76200 h 2870200"/>
              <a:gd name="connsiteX198" fmla="*/ 4055149 w 4114416"/>
              <a:gd name="connsiteY198" fmla="*/ 110067 h 2870200"/>
              <a:gd name="connsiteX199" fmla="*/ 4072082 w 4114416"/>
              <a:gd name="connsiteY199" fmla="*/ 160867 h 2870200"/>
              <a:gd name="connsiteX200" fmla="*/ 4114416 w 4114416"/>
              <a:gd name="connsiteY200" fmla="*/ 0 h 2870200"/>
              <a:gd name="connsiteX0" fmla="*/ 0 w 4114416"/>
              <a:gd name="connsiteY0" fmla="*/ 735359 h 2870200"/>
              <a:gd name="connsiteX1" fmla="*/ 22363 w 4114416"/>
              <a:gd name="connsiteY1" fmla="*/ 647092 h 2870200"/>
              <a:gd name="connsiteX2" fmla="*/ 53451 w 4114416"/>
              <a:gd name="connsiteY2" fmla="*/ 567267 h 2870200"/>
              <a:gd name="connsiteX3" fmla="*/ 61790 w 4114416"/>
              <a:gd name="connsiteY3" fmla="*/ 828517 h 2870200"/>
              <a:gd name="connsiteX4" fmla="*/ 57549 w 4114416"/>
              <a:gd name="connsiteY4" fmla="*/ 1083293 h 2870200"/>
              <a:gd name="connsiteX5" fmla="*/ 55282 w 4114416"/>
              <a:gd name="connsiteY5" fmla="*/ 1212385 h 2870200"/>
              <a:gd name="connsiteX6" fmla="*/ 69873 w 4114416"/>
              <a:gd name="connsiteY6" fmla="*/ 1401791 h 2870200"/>
              <a:gd name="connsiteX7" fmla="*/ 112335 w 4114416"/>
              <a:gd name="connsiteY7" fmla="*/ 1209517 h 2870200"/>
              <a:gd name="connsiteX8" fmla="*/ 135082 w 4114416"/>
              <a:gd name="connsiteY8" fmla="*/ 1100667 h 2870200"/>
              <a:gd name="connsiteX9" fmla="*/ 168949 w 4114416"/>
              <a:gd name="connsiteY9" fmla="*/ 999067 h 2870200"/>
              <a:gd name="connsiteX10" fmla="*/ 185882 w 4114416"/>
              <a:gd name="connsiteY10" fmla="*/ 948267 h 2870200"/>
              <a:gd name="connsiteX11" fmla="*/ 202816 w 4114416"/>
              <a:gd name="connsiteY11" fmla="*/ 1134534 h 2870200"/>
              <a:gd name="connsiteX12" fmla="*/ 219749 w 4114416"/>
              <a:gd name="connsiteY12" fmla="*/ 1464734 h 2870200"/>
              <a:gd name="connsiteX13" fmla="*/ 279016 w 4114416"/>
              <a:gd name="connsiteY13" fmla="*/ 1363134 h 2870200"/>
              <a:gd name="connsiteX14" fmla="*/ 304416 w 4114416"/>
              <a:gd name="connsiteY14" fmla="*/ 1371600 h 2870200"/>
              <a:gd name="connsiteX15" fmla="*/ 312882 w 4114416"/>
              <a:gd name="connsiteY15" fmla="*/ 2243667 h 2870200"/>
              <a:gd name="connsiteX16" fmla="*/ 338282 w 4114416"/>
              <a:gd name="connsiteY16" fmla="*/ 2201334 h 2870200"/>
              <a:gd name="connsiteX17" fmla="*/ 346749 w 4114416"/>
              <a:gd name="connsiteY17" fmla="*/ 2150534 h 2870200"/>
              <a:gd name="connsiteX18" fmla="*/ 371651 w 4114416"/>
              <a:gd name="connsiteY18" fmla="*/ 2376146 h 2870200"/>
              <a:gd name="connsiteX19" fmla="*/ 389082 w 4114416"/>
              <a:gd name="connsiteY19" fmla="*/ 2082800 h 2870200"/>
              <a:gd name="connsiteX20" fmla="*/ 414981 w 4114416"/>
              <a:gd name="connsiteY20" fmla="*/ 1792444 h 2870200"/>
              <a:gd name="connsiteX21" fmla="*/ 422949 w 4114416"/>
              <a:gd name="connsiteY21" fmla="*/ 2032000 h 2870200"/>
              <a:gd name="connsiteX22" fmla="*/ 453908 w 4114416"/>
              <a:gd name="connsiteY22" fmla="*/ 1990884 h 2870200"/>
              <a:gd name="connsiteX23" fmla="*/ 465282 w 4114416"/>
              <a:gd name="connsiteY23" fmla="*/ 1752600 h 2870200"/>
              <a:gd name="connsiteX24" fmla="*/ 490682 w 4114416"/>
              <a:gd name="connsiteY24" fmla="*/ 1651000 h 2870200"/>
              <a:gd name="connsiteX25" fmla="*/ 516082 w 4114416"/>
              <a:gd name="connsiteY25" fmla="*/ 1710267 h 2870200"/>
              <a:gd name="connsiteX26" fmla="*/ 524549 w 4114416"/>
              <a:gd name="connsiteY26" fmla="*/ 1851666 h 2870200"/>
              <a:gd name="connsiteX27" fmla="*/ 558416 w 4114416"/>
              <a:gd name="connsiteY27" fmla="*/ 1820334 h 2870200"/>
              <a:gd name="connsiteX28" fmla="*/ 583816 w 4114416"/>
              <a:gd name="connsiteY28" fmla="*/ 1938867 h 2870200"/>
              <a:gd name="connsiteX29" fmla="*/ 600749 w 4114416"/>
              <a:gd name="connsiteY29" fmla="*/ 1998134 h 2870200"/>
              <a:gd name="connsiteX30" fmla="*/ 643082 w 4114416"/>
              <a:gd name="connsiteY30" fmla="*/ 1786467 h 2870200"/>
              <a:gd name="connsiteX31" fmla="*/ 668482 w 4114416"/>
              <a:gd name="connsiteY31" fmla="*/ 1718734 h 2870200"/>
              <a:gd name="connsiteX32" fmla="*/ 685416 w 4114416"/>
              <a:gd name="connsiteY32" fmla="*/ 1617134 h 2870200"/>
              <a:gd name="connsiteX33" fmla="*/ 702349 w 4114416"/>
              <a:gd name="connsiteY33" fmla="*/ 1557867 h 2870200"/>
              <a:gd name="connsiteX34" fmla="*/ 710816 w 4114416"/>
              <a:gd name="connsiteY34" fmla="*/ 1524000 h 2870200"/>
              <a:gd name="connsiteX35" fmla="*/ 727749 w 4114416"/>
              <a:gd name="connsiteY35" fmla="*/ 1312334 h 2870200"/>
              <a:gd name="connsiteX36" fmla="*/ 744682 w 4114416"/>
              <a:gd name="connsiteY36" fmla="*/ 1380067 h 2870200"/>
              <a:gd name="connsiteX37" fmla="*/ 761616 w 4114416"/>
              <a:gd name="connsiteY37" fmla="*/ 1532467 h 2870200"/>
              <a:gd name="connsiteX38" fmla="*/ 778549 w 4114416"/>
              <a:gd name="connsiteY38" fmla="*/ 1566334 h 2870200"/>
              <a:gd name="connsiteX39" fmla="*/ 820882 w 4114416"/>
              <a:gd name="connsiteY39" fmla="*/ 1430867 h 2870200"/>
              <a:gd name="connsiteX40" fmla="*/ 854749 w 4114416"/>
              <a:gd name="connsiteY40" fmla="*/ 1388534 h 2870200"/>
              <a:gd name="connsiteX41" fmla="*/ 863216 w 4114416"/>
              <a:gd name="connsiteY41" fmla="*/ 1498600 h 2870200"/>
              <a:gd name="connsiteX42" fmla="*/ 888616 w 4114416"/>
              <a:gd name="connsiteY42" fmla="*/ 1811867 h 2870200"/>
              <a:gd name="connsiteX43" fmla="*/ 897082 w 4114416"/>
              <a:gd name="connsiteY43" fmla="*/ 1642534 h 2870200"/>
              <a:gd name="connsiteX44" fmla="*/ 930949 w 4114416"/>
              <a:gd name="connsiteY44" fmla="*/ 1557867 h 2870200"/>
              <a:gd name="connsiteX45" fmla="*/ 939416 w 4114416"/>
              <a:gd name="connsiteY45" fmla="*/ 2006600 h 2870200"/>
              <a:gd name="connsiteX46" fmla="*/ 964816 w 4114416"/>
              <a:gd name="connsiteY46" fmla="*/ 2116667 h 2870200"/>
              <a:gd name="connsiteX47" fmla="*/ 973282 w 4114416"/>
              <a:gd name="connsiteY47" fmla="*/ 1948424 h 2870200"/>
              <a:gd name="connsiteX48" fmla="*/ 990216 w 4114416"/>
              <a:gd name="connsiteY48" fmla="*/ 1794934 h 2870200"/>
              <a:gd name="connsiteX49" fmla="*/ 998682 w 4114416"/>
              <a:gd name="connsiteY49" fmla="*/ 1761067 h 2870200"/>
              <a:gd name="connsiteX50" fmla="*/ 1015616 w 4114416"/>
              <a:gd name="connsiteY50" fmla="*/ 1871134 h 2870200"/>
              <a:gd name="connsiteX51" fmla="*/ 1032549 w 4114416"/>
              <a:gd name="connsiteY51" fmla="*/ 1947334 h 2870200"/>
              <a:gd name="connsiteX52" fmla="*/ 1049482 w 4114416"/>
              <a:gd name="connsiteY52" fmla="*/ 2040467 h 2870200"/>
              <a:gd name="connsiteX53" fmla="*/ 1074882 w 4114416"/>
              <a:gd name="connsiteY53" fmla="*/ 2108200 h 2870200"/>
              <a:gd name="connsiteX54" fmla="*/ 1083349 w 4114416"/>
              <a:gd name="connsiteY54" fmla="*/ 2150534 h 2870200"/>
              <a:gd name="connsiteX55" fmla="*/ 1125682 w 4114416"/>
              <a:gd name="connsiteY55" fmla="*/ 2209800 h 2870200"/>
              <a:gd name="connsiteX56" fmla="*/ 1134149 w 4114416"/>
              <a:gd name="connsiteY56" fmla="*/ 2108200 h 2870200"/>
              <a:gd name="connsiteX57" fmla="*/ 1184949 w 4114416"/>
              <a:gd name="connsiteY57" fmla="*/ 1989667 h 2870200"/>
              <a:gd name="connsiteX58" fmla="*/ 1235749 w 4114416"/>
              <a:gd name="connsiteY58" fmla="*/ 1913467 h 2870200"/>
              <a:gd name="connsiteX59" fmla="*/ 1244216 w 4114416"/>
              <a:gd name="connsiteY59" fmla="*/ 2167467 h 2870200"/>
              <a:gd name="connsiteX60" fmla="*/ 1261149 w 4114416"/>
              <a:gd name="connsiteY60" fmla="*/ 2082800 h 2870200"/>
              <a:gd name="connsiteX61" fmla="*/ 1269616 w 4114416"/>
              <a:gd name="connsiteY61" fmla="*/ 2015067 h 2870200"/>
              <a:gd name="connsiteX62" fmla="*/ 1311949 w 4114416"/>
              <a:gd name="connsiteY62" fmla="*/ 1854200 h 2870200"/>
              <a:gd name="connsiteX63" fmla="*/ 1320416 w 4114416"/>
              <a:gd name="connsiteY63" fmla="*/ 1803400 h 2870200"/>
              <a:gd name="connsiteX64" fmla="*/ 1345816 w 4114416"/>
              <a:gd name="connsiteY64" fmla="*/ 1701800 h 2870200"/>
              <a:gd name="connsiteX65" fmla="*/ 1371216 w 4114416"/>
              <a:gd name="connsiteY65" fmla="*/ 1718734 h 2870200"/>
              <a:gd name="connsiteX66" fmla="*/ 1379682 w 4114416"/>
              <a:gd name="connsiteY66" fmla="*/ 1744134 h 2870200"/>
              <a:gd name="connsiteX67" fmla="*/ 1405082 w 4114416"/>
              <a:gd name="connsiteY67" fmla="*/ 1828800 h 2870200"/>
              <a:gd name="connsiteX68" fmla="*/ 1422016 w 4114416"/>
              <a:gd name="connsiteY68" fmla="*/ 1879600 h 2870200"/>
              <a:gd name="connsiteX69" fmla="*/ 1430482 w 4114416"/>
              <a:gd name="connsiteY69" fmla="*/ 1913467 h 2870200"/>
              <a:gd name="connsiteX70" fmla="*/ 1455882 w 4114416"/>
              <a:gd name="connsiteY70" fmla="*/ 1947334 h 2870200"/>
              <a:gd name="connsiteX71" fmla="*/ 1472816 w 4114416"/>
              <a:gd name="connsiteY71" fmla="*/ 1938867 h 2870200"/>
              <a:gd name="connsiteX72" fmla="*/ 1515149 w 4114416"/>
              <a:gd name="connsiteY72" fmla="*/ 1803400 h 2870200"/>
              <a:gd name="connsiteX73" fmla="*/ 1574416 w 4114416"/>
              <a:gd name="connsiteY73" fmla="*/ 1651000 h 2870200"/>
              <a:gd name="connsiteX74" fmla="*/ 1582882 w 4114416"/>
              <a:gd name="connsiteY74" fmla="*/ 1591734 h 2870200"/>
              <a:gd name="connsiteX75" fmla="*/ 1599816 w 4114416"/>
              <a:gd name="connsiteY75" fmla="*/ 1566334 h 2870200"/>
              <a:gd name="connsiteX76" fmla="*/ 1608282 w 4114416"/>
              <a:gd name="connsiteY76" fmla="*/ 1524000 h 2870200"/>
              <a:gd name="connsiteX77" fmla="*/ 1616749 w 4114416"/>
              <a:gd name="connsiteY77" fmla="*/ 1498600 h 2870200"/>
              <a:gd name="connsiteX78" fmla="*/ 1633682 w 4114416"/>
              <a:gd name="connsiteY78" fmla="*/ 1524000 h 2870200"/>
              <a:gd name="connsiteX79" fmla="*/ 1659082 w 4114416"/>
              <a:gd name="connsiteY79" fmla="*/ 1490134 h 2870200"/>
              <a:gd name="connsiteX80" fmla="*/ 1684482 w 4114416"/>
              <a:gd name="connsiteY80" fmla="*/ 1388534 h 2870200"/>
              <a:gd name="connsiteX81" fmla="*/ 1743749 w 4114416"/>
              <a:gd name="connsiteY81" fmla="*/ 1286934 h 2870200"/>
              <a:gd name="connsiteX82" fmla="*/ 1794549 w 4114416"/>
              <a:gd name="connsiteY82" fmla="*/ 1176867 h 2870200"/>
              <a:gd name="connsiteX83" fmla="*/ 1819949 w 4114416"/>
              <a:gd name="connsiteY83" fmla="*/ 1202267 h 2870200"/>
              <a:gd name="connsiteX84" fmla="*/ 1828416 w 4114416"/>
              <a:gd name="connsiteY84" fmla="*/ 1227667 h 2870200"/>
              <a:gd name="connsiteX85" fmla="*/ 1845349 w 4114416"/>
              <a:gd name="connsiteY85" fmla="*/ 1261534 h 2870200"/>
              <a:gd name="connsiteX86" fmla="*/ 1887682 w 4114416"/>
              <a:gd name="connsiteY86" fmla="*/ 1422400 h 2870200"/>
              <a:gd name="connsiteX87" fmla="*/ 1938482 w 4114416"/>
              <a:gd name="connsiteY87" fmla="*/ 1600200 h 2870200"/>
              <a:gd name="connsiteX88" fmla="*/ 1989282 w 4114416"/>
              <a:gd name="connsiteY88" fmla="*/ 1744134 h 2870200"/>
              <a:gd name="connsiteX89" fmla="*/ 2006216 w 4114416"/>
              <a:gd name="connsiteY89" fmla="*/ 1498600 h 2870200"/>
              <a:gd name="connsiteX90" fmla="*/ 2023149 w 4114416"/>
              <a:gd name="connsiteY90" fmla="*/ 1464734 h 2870200"/>
              <a:gd name="connsiteX91" fmla="*/ 2031616 w 4114416"/>
              <a:gd name="connsiteY91" fmla="*/ 1439334 h 2870200"/>
              <a:gd name="connsiteX92" fmla="*/ 2082416 w 4114416"/>
              <a:gd name="connsiteY92" fmla="*/ 2032000 h 2870200"/>
              <a:gd name="connsiteX93" fmla="*/ 2090882 w 4114416"/>
              <a:gd name="connsiteY93" fmla="*/ 2150534 h 2870200"/>
              <a:gd name="connsiteX94" fmla="*/ 2099349 w 4114416"/>
              <a:gd name="connsiteY94" fmla="*/ 2489200 h 2870200"/>
              <a:gd name="connsiteX95" fmla="*/ 2133216 w 4114416"/>
              <a:gd name="connsiteY95" fmla="*/ 2421467 h 2870200"/>
              <a:gd name="connsiteX96" fmla="*/ 2175549 w 4114416"/>
              <a:gd name="connsiteY96" fmla="*/ 2319867 h 2870200"/>
              <a:gd name="connsiteX97" fmla="*/ 2200949 w 4114416"/>
              <a:gd name="connsiteY97" fmla="*/ 2286000 h 2870200"/>
              <a:gd name="connsiteX98" fmla="*/ 2234816 w 4114416"/>
              <a:gd name="connsiteY98" fmla="*/ 2235200 h 2870200"/>
              <a:gd name="connsiteX99" fmla="*/ 2251749 w 4114416"/>
              <a:gd name="connsiteY99" fmla="*/ 2514600 h 2870200"/>
              <a:gd name="connsiteX100" fmla="*/ 2277149 w 4114416"/>
              <a:gd name="connsiteY100" fmla="*/ 2565400 h 2870200"/>
              <a:gd name="connsiteX101" fmla="*/ 2285616 w 4114416"/>
              <a:gd name="connsiteY101" fmla="*/ 2489200 h 2870200"/>
              <a:gd name="connsiteX102" fmla="*/ 2302549 w 4114416"/>
              <a:gd name="connsiteY102" fmla="*/ 2421467 h 2870200"/>
              <a:gd name="connsiteX103" fmla="*/ 2311016 w 4114416"/>
              <a:gd name="connsiteY103" fmla="*/ 1718734 h 2870200"/>
              <a:gd name="connsiteX104" fmla="*/ 2336416 w 4114416"/>
              <a:gd name="connsiteY104" fmla="*/ 1811867 h 2870200"/>
              <a:gd name="connsiteX105" fmla="*/ 2361816 w 4114416"/>
              <a:gd name="connsiteY105" fmla="*/ 1871134 h 2870200"/>
              <a:gd name="connsiteX106" fmla="*/ 2387216 w 4114416"/>
              <a:gd name="connsiteY106" fmla="*/ 1938867 h 2870200"/>
              <a:gd name="connsiteX107" fmla="*/ 2395682 w 4114416"/>
              <a:gd name="connsiteY107" fmla="*/ 1972734 h 2870200"/>
              <a:gd name="connsiteX108" fmla="*/ 2404149 w 4114416"/>
              <a:gd name="connsiteY108" fmla="*/ 1574800 h 2870200"/>
              <a:gd name="connsiteX109" fmla="*/ 2429549 w 4114416"/>
              <a:gd name="connsiteY109" fmla="*/ 1236134 h 2870200"/>
              <a:gd name="connsiteX110" fmla="*/ 2446482 w 4114416"/>
              <a:gd name="connsiteY110" fmla="*/ 1092200 h 2870200"/>
              <a:gd name="connsiteX111" fmla="*/ 2454949 w 4114416"/>
              <a:gd name="connsiteY111" fmla="*/ 1066800 h 2870200"/>
              <a:gd name="connsiteX112" fmla="*/ 2463416 w 4114416"/>
              <a:gd name="connsiteY112" fmla="*/ 1092200 h 2870200"/>
              <a:gd name="connsiteX113" fmla="*/ 2480349 w 4114416"/>
              <a:gd name="connsiteY113" fmla="*/ 1117600 h 2870200"/>
              <a:gd name="connsiteX114" fmla="*/ 2488816 w 4114416"/>
              <a:gd name="connsiteY114" fmla="*/ 1227667 h 2870200"/>
              <a:gd name="connsiteX115" fmla="*/ 2514216 w 4114416"/>
              <a:gd name="connsiteY115" fmla="*/ 753534 h 2870200"/>
              <a:gd name="connsiteX116" fmla="*/ 2531149 w 4114416"/>
              <a:gd name="connsiteY116" fmla="*/ 685800 h 2870200"/>
              <a:gd name="connsiteX117" fmla="*/ 2539616 w 4114416"/>
              <a:gd name="connsiteY117" fmla="*/ 609600 h 2870200"/>
              <a:gd name="connsiteX118" fmla="*/ 2548082 w 4114416"/>
              <a:gd name="connsiteY118" fmla="*/ 558800 h 2870200"/>
              <a:gd name="connsiteX119" fmla="*/ 2565016 w 4114416"/>
              <a:gd name="connsiteY119" fmla="*/ 584200 h 2870200"/>
              <a:gd name="connsiteX120" fmla="*/ 2573482 w 4114416"/>
              <a:gd name="connsiteY120" fmla="*/ 778934 h 2870200"/>
              <a:gd name="connsiteX121" fmla="*/ 2615816 w 4114416"/>
              <a:gd name="connsiteY121" fmla="*/ 914400 h 2870200"/>
              <a:gd name="connsiteX122" fmla="*/ 2632749 w 4114416"/>
              <a:gd name="connsiteY122" fmla="*/ 973667 h 2870200"/>
              <a:gd name="connsiteX123" fmla="*/ 2649682 w 4114416"/>
              <a:gd name="connsiteY123" fmla="*/ 812800 h 2870200"/>
              <a:gd name="connsiteX124" fmla="*/ 2666616 w 4114416"/>
              <a:gd name="connsiteY124" fmla="*/ 694267 h 2870200"/>
              <a:gd name="connsiteX125" fmla="*/ 2692016 w 4114416"/>
              <a:gd name="connsiteY125" fmla="*/ 558800 h 2870200"/>
              <a:gd name="connsiteX126" fmla="*/ 2717416 w 4114416"/>
              <a:gd name="connsiteY126" fmla="*/ 321734 h 2870200"/>
              <a:gd name="connsiteX127" fmla="*/ 2734349 w 4114416"/>
              <a:gd name="connsiteY127" fmla="*/ 1058334 h 2870200"/>
              <a:gd name="connsiteX128" fmla="*/ 2760746 w 4114416"/>
              <a:gd name="connsiteY128" fmla="*/ 1023969 h 2870200"/>
              <a:gd name="connsiteX129" fmla="*/ 2810549 w 4114416"/>
              <a:gd name="connsiteY129" fmla="*/ 905934 h 2870200"/>
              <a:gd name="connsiteX130" fmla="*/ 2844416 w 4114416"/>
              <a:gd name="connsiteY130" fmla="*/ 855134 h 2870200"/>
              <a:gd name="connsiteX131" fmla="*/ 2869816 w 4114416"/>
              <a:gd name="connsiteY131" fmla="*/ 1422400 h 2870200"/>
              <a:gd name="connsiteX132" fmla="*/ 2878282 w 4114416"/>
              <a:gd name="connsiteY132" fmla="*/ 1388534 h 2870200"/>
              <a:gd name="connsiteX133" fmla="*/ 2895216 w 4114416"/>
              <a:gd name="connsiteY133" fmla="*/ 1363134 h 2870200"/>
              <a:gd name="connsiteX134" fmla="*/ 2920616 w 4114416"/>
              <a:gd name="connsiteY134" fmla="*/ 1278467 h 2870200"/>
              <a:gd name="connsiteX135" fmla="*/ 2937549 w 4114416"/>
              <a:gd name="connsiteY135" fmla="*/ 1320800 h 2870200"/>
              <a:gd name="connsiteX136" fmla="*/ 2954482 w 4114416"/>
              <a:gd name="connsiteY136" fmla="*/ 1388534 h 2870200"/>
              <a:gd name="connsiteX137" fmla="*/ 2971416 w 4114416"/>
              <a:gd name="connsiteY137" fmla="*/ 1422400 h 2870200"/>
              <a:gd name="connsiteX138" fmla="*/ 3013749 w 4114416"/>
              <a:gd name="connsiteY138" fmla="*/ 1540934 h 2870200"/>
              <a:gd name="connsiteX139" fmla="*/ 3030682 w 4114416"/>
              <a:gd name="connsiteY139" fmla="*/ 1566334 h 2870200"/>
              <a:gd name="connsiteX140" fmla="*/ 3064549 w 4114416"/>
              <a:gd name="connsiteY140" fmla="*/ 1718734 h 2870200"/>
              <a:gd name="connsiteX141" fmla="*/ 3089949 w 4114416"/>
              <a:gd name="connsiteY141" fmla="*/ 1761067 h 2870200"/>
              <a:gd name="connsiteX142" fmla="*/ 3123816 w 4114416"/>
              <a:gd name="connsiteY142" fmla="*/ 1879600 h 2870200"/>
              <a:gd name="connsiteX143" fmla="*/ 3115349 w 4114416"/>
              <a:gd name="connsiteY143" fmla="*/ 1913467 h 2870200"/>
              <a:gd name="connsiteX144" fmla="*/ 3127799 w 4114416"/>
              <a:gd name="connsiteY144" fmla="*/ 1901016 h 2870200"/>
              <a:gd name="connsiteX145" fmla="*/ 3106882 w 4114416"/>
              <a:gd name="connsiteY145" fmla="*/ 1888067 h 2870200"/>
              <a:gd name="connsiteX146" fmla="*/ 3132282 w 4114416"/>
              <a:gd name="connsiteY146" fmla="*/ 1871134 h 2870200"/>
              <a:gd name="connsiteX147" fmla="*/ 3140749 w 4114416"/>
              <a:gd name="connsiteY147" fmla="*/ 1769534 h 2870200"/>
              <a:gd name="connsiteX148" fmla="*/ 3157682 w 4114416"/>
              <a:gd name="connsiteY148" fmla="*/ 1710267 h 2870200"/>
              <a:gd name="connsiteX149" fmla="*/ 3166149 w 4114416"/>
              <a:gd name="connsiteY149" fmla="*/ 1684867 h 2870200"/>
              <a:gd name="connsiteX150" fmla="*/ 3191549 w 4114416"/>
              <a:gd name="connsiteY150" fmla="*/ 1676400 h 2870200"/>
              <a:gd name="connsiteX151" fmla="*/ 3200016 w 4114416"/>
              <a:gd name="connsiteY151" fmla="*/ 2006600 h 2870200"/>
              <a:gd name="connsiteX152" fmla="*/ 3208482 w 4114416"/>
              <a:gd name="connsiteY152" fmla="*/ 2048934 h 2870200"/>
              <a:gd name="connsiteX153" fmla="*/ 3216949 w 4114416"/>
              <a:gd name="connsiteY153" fmla="*/ 2099734 h 2870200"/>
              <a:gd name="connsiteX154" fmla="*/ 3233882 w 4114416"/>
              <a:gd name="connsiteY154" fmla="*/ 2048934 h 2870200"/>
              <a:gd name="connsiteX155" fmla="*/ 3242349 w 4114416"/>
              <a:gd name="connsiteY155" fmla="*/ 1998134 h 2870200"/>
              <a:gd name="connsiteX156" fmla="*/ 3276216 w 4114416"/>
              <a:gd name="connsiteY156" fmla="*/ 2353734 h 2870200"/>
              <a:gd name="connsiteX157" fmla="*/ 3301616 w 4114416"/>
              <a:gd name="connsiteY157" fmla="*/ 2387600 h 2870200"/>
              <a:gd name="connsiteX158" fmla="*/ 3310082 w 4114416"/>
              <a:gd name="connsiteY158" fmla="*/ 2497667 h 2870200"/>
              <a:gd name="connsiteX159" fmla="*/ 3327016 w 4114416"/>
              <a:gd name="connsiteY159" fmla="*/ 2531534 h 2870200"/>
              <a:gd name="connsiteX160" fmla="*/ 3343949 w 4114416"/>
              <a:gd name="connsiteY160" fmla="*/ 2599267 h 2870200"/>
              <a:gd name="connsiteX161" fmla="*/ 3369349 w 4114416"/>
              <a:gd name="connsiteY161" fmla="*/ 2667000 h 2870200"/>
              <a:gd name="connsiteX162" fmla="*/ 3411682 w 4114416"/>
              <a:gd name="connsiteY162" fmla="*/ 2810934 h 2870200"/>
              <a:gd name="connsiteX163" fmla="*/ 3437082 w 4114416"/>
              <a:gd name="connsiteY163" fmla="*/ 2870200 h 2870200"/>
              <a:gd name="connsiteX164" fmla="*/ 3462482 w 4114416"/>
              <a:gd name="connsiteY164" fmla="*/ 1828800 h 2870200"/>
              <a:gd name="connsiteX165" fmla="*/ 3461984 w 4114416"/>
              <a:gd name="connsiteY165" fmla="*/ 2090271 h 2870200"/>
              <a:gd name="connsiteX166" fmla="*/ 3487882 w 4114416"/>
              <a:gd name="connsiteY166" fmla="*/ 1735667 h 2870200"/>
              <a:gd name="connsiteX167" fmla="*/ 3513282 w 4114416"/>
              <a:gd name="connsiteY167" fmla="*/ 1651000 h 2870200"/>
              <a:gd name="connsiteX168" fmla="*/ 3521749 w 4114416"/>
              <a:gd name="connsiteY168" fmla="*/ 1701800 h 2870200"/>
              <a:gd name="connsiteX169" fmla="*/ 3525733 w 4114416"/>
              <a:gd name="connsiteY169" fmla="*/ 1875118 h 2870200"/>
              <a:gd name="connsiteX170" fmla="*/ 3547149 w 4114416"/>
              <a:gd name="connsiteY170" fmla="*/ 1752600 h 2870200"/>
              <a:gd name="connsiteX171" fmla="*/ 3555616 w 4114416"/>
              <a:gd name="connsiteY171" fmla="*/ 1693334 h 2870200"/>
              <a:gd name="connsiteX172" fmla="*/ 3597949 w 4114416"/>
              <a:gd name="connsiteY172" fmla="*/ 1608667 h 2870200"/>
              <a:gd name="connsiteX173" fmla="*/ 3614882 w 4114416"/>
              <a:gd name="connsiteY173" fmla="*/ 1566334 h 2870200"/>
              <a:gd name="connsiteX174" fmla="*/ 3657216 w 4114416"/>
              <a:gd name="connsiteY174" fmla="*/ 1464734 h 2870200"/>
              <a:gd name="connsiteX175" fmla="*/ 3661200 w 4114416"/>
              <a:gd name="connsiteY175" fmla="*/ 1373094 h 2870200"/>
              <a:gd name="connsiteX176" fmla="*/ 3682616 w 4114416"/>
              <a:gd name="connsiteY176" fmla="*/ 1363134 h 2870200"/>
              <a:gd name="connsiteX177" fmla="*/ 3699549 w 4114416"/>
              <a:gd name="connsiteY177" fmla="*/ 1320800 h 2870200"/>
              <a:gd name="connsiteX178" fmla="*/ 3694569 w 4114416"/>
              <a:gd name="connsiteY178" fmla="*/ 1151964 h 2870200"/>
              <a:gd name="connsiteX179" fmla="*/ 3741882 w 4114416"/>
              <a:gd name="connsiteY179" fmla="*/ 1227667 h 2870200"/>
              <a:gd name="connsiteX180" fmla="*/ 3750349 w 4114416"/>
              <a:gd name="connsiteY180" fmla="*/ 1176867 h 2870200"/>
              <a:gd name="connsiteX181" fmla="*/ 3767282 w 4114416"/>
              <a:gd name="connsiteY181" fmla="*/ 1126067 h 2870200"/>
              <a:gd name="connsiteX182" fmla="*/ 3775749 w 4114416"/>
              <a:gd name="connsiteY182" fmla="*/ 1058334 h 2870200"/>
              <a:gd name="connsiteX183" fmla="*/ 3784216 w 4114416"/>
              <a:gd name="connsiteY183" fmla="*/ 1270000 h 2870200"/>
              <a:gd name="connsiteX184" fmla="*/ 3813064 w 4114416"/>
              <a:gd name="connsiteY184" fmla="*/ 678606 h 2870200"/>
              <a:gd name="connsiteX185" fmla="*/ 3818082 w 4114416"/>
              <a:gd name="connsiteY185" fmla="*/ 558800 h 2870200"/>
              <a:gd name="connsiteX186" fmla="*/ 3835016 w 4114416"/>
              <a:gd name="connsiteY186" fmla="*/ 482600 h 2870200"/>
              <a:gd name="connsiteX187" fmla="*/ 3843482 w 4114416"/>
              <a:gd name="connsiteY187" fmla="*/ 533400 h 2870200"/>
              <a:gd name="connsiteX188" fmla="*/ 3860416 w 4114416"/>
              <a:gd name="connsiteY188" fmla="*/ 660400 h 2870200"/>
              <a:gd name="connsiteX189" fmla="*/ 3868882 w 4114416"/>
              <a:gd name="connsiteY189" fmla="*/ 702734 h 2870200"/>
              <a:gd name="connsiteX190" fmla="*/ 3885816 w 4114416"/>
              <a:gd name="connsiteY190" fmla="*/ 736600 h 2870200"/>
              <a:gd name="connsiteX191" fmla="*/ 3902749 w 4114416"/>
              <a:gd name="connsiteY191" fmla="*/ 702734 h 2870200"/>
              <a:gd name="connsiteX192" fmla="*/ 3962016 w 4114416"/>
              <a:gd name="connsiteY192" fmla="*/ 482600 h 2870200"/>
              <a:gd name="connsiteX193" fmla="*/ 3978949 w 4114416"/>
              <a:gd name="connsiteY193" fmla="*/ 457200 h 2870200"/>
              <a:gd name="connsiteX194" fmla="*/ 4004349 w 4114416"/>
              <a:gd name="connsiteY194" fmla="*/ 177800 h 2870200"/>
              <a:gd name="connsiteX195" fmla="*/ 4029749 w 4114416"/>
              <a:gd name="connsiteY195" fmla="*/ 135467 h 2870200"/>
              <a:gd name="connsiteX196" fmla="*/ 4038216 w 4114416"/>
              <a:gd name="connsiteY196" fmla="*/ 101600 h 2870200"/>
              <a:gd name="connsiteX197" fmla="*/ 4046682 w 4114416"/>
              <a:gd name="connsiteY197" fmla="*/ 76200 h 2870200"/>
              <a:gd name="connsiteX198" fmla="*/ 4055149 w 4114416"/>
              <a:gd name="connsiteY198" fmla="*/ 110067 h 2870200"/>
              <a:gd name="connsiteX199" fmla="*/ 4072082 w 4114416"/>
              <a:gd name="connsiteY199" fmla="*/ 160867 h 2870200"/>
              <a:gd name="connsiteX200" fmla="*/ 4114416 w 4114416"/>
              <a:gd name="connsiteY200" fmla="*/ 0 h 2870200"/>
              <a:gd name="connsiteX0" fmla="*/ 0 w 4114416"/>
              <a:gd name="connsiteY0" fmla="*/ 735359 h 2870200"/>
              <a:gd name="connsiteX1" fmla="*/ 22363 w 4114416"/>
              <a:gd name="connsiteY1" fmla="*/ 647092 h 2870200"/>
              <a:gd name="connsiteX2" fmla="*/ 53451 w 4114416"/>
              <a:gd name="connsiteY2" fmla="*/ 567267 h 2870200"/>
              <a:gd name="connsiteX3" fmla="*/ 61790 w 4114416"/>
              <a:gd name="connsiteY3" fmla="*/ 828517 h 2870200"/>
              <a:gd name="connsiteX4" fmla="*/ 57549 w 4114416"/>
              <a:gd name="connsiteY4" fmla="*/ 1083293 h 2870200"/>
              <a:gd name="connsiteX5" fmla="*/ 55282 w 4114416"/>
              <a:gd name="connsiteY5" fmla="*/ 1212385 h 2870200"/>
              <a:gd name="connsiteX6" fmla="*/ 69873 w 4114416"/>
              <a:gd name="connsiteY6" fmla="*/ 1401791 h 2870200"/>
              <a:gd name="connsiteX7" fmla="*/ 112335 w 4114416"/>
              <a:gd name="connsiteY7" fmla="*/ 1209517 h 2870200"/>
              <a:gd name="connsiteX8" fmla="*/ 135082 w 4114416"/>
              <a:gd name="connsiteY8" fmla="*/ 1100667 h 2870200"/>
              <a:gd name="connsiteX9" fmla="*/ 168949 w 4114416"/>
              <a:gd name="connsiteY9" fmla="*/ 999067 h 2870200"/>
              <a:gd name="connsiteX10" fmla="*/ 185882 w 4114416"/>
              <a:gd name="connsiteY10" fmla="*/ 948267 h 2870200"/>
              <a:gd name="connsiteX11" fmla="*/ 202816 w 4114416"/>
              <a:gd name="connsiteY11" fmla="*/ 1134534 h 2870200"/>
              <a:gd name="connsiteX12" fmla="*/ 219749 w 4114416"/>
              <a:gd name="connsiteY12" fmla="*/ 1464734 h 2870200"/>
              <a:gd name="connsiteX13" fmla="*/ 279016 w 4114416"/>
              <a:gd name="connsiteY13" fmla="*/ 1363134 h 2870200"/>
              <a:gd name="connsiteX14" fmla="*/ 304416 w 4114416"/>
              <a:gd name="connsiteY14" fmla="*/ 1371600 h 2870200"/>
              <a:gd name="connsiteX15" fmla="*/ 312882 w 4114416"/>
              <a:gd name="connsiteY15" fmla="*/ 2243667 h 2870200"/>
              <a:gd name="connsiteX16" fmla="*/ 338282 w 4114416"/>
              <a:gd name="connsiteY16" fmla="*/ 2201334 h 2870200"/>
              <a:gd name="connsiteX17" fmla="*/ 346749 w 4114416"/>
              <a:gd name="connsiteY17" fmla="*/ 2150534 h 2870200"/>
              <a:gd name="connsiteX18" fmla="*/ 371651 w 4114416"/>
              <a:gd name="connsiteY18" fmla="*/ 2376146 h 2870200"/>
              <a:gd name="connsiteX19" fmla="*/ 389082 w 4114416"/>
              <a:gd name="connsiteY19" fmla="*/ 2082800 h 2870200"/>
              <a:gd name="connsiteX20" fmla="*/ 414981 w 4114416"/>
              <a:gd name="connsiteY20" fmla="*/ 1792444 h 2870200"/>
              <a:gd name="connsiteX21" fmla="*/ 422949 w 4114416"/>
              <a:gd name="connsiteY21" fmla="*/ 2032000 h 2870200"/>
              <a:gd name="connsiteX22" fmla="*/ 453908 w 4114416"/>
              <a:gd name="connsiteY22" fmla="*/ 1990884 h 2870200"/>
              <a:gd name="connsiteX23" fmla="*/ 465282 w 4114416"/>
              <a:gd name="connsiteY23" fmla="*/ 1752600 h 2870200"/>
              <a:gd name="connsiteX24" fmla="*/ 490682 w 4114416"/>
              <a:gd name="connsiteY24" fmla="*/ 1651000 h 2870200"/>
              <a:gd name="connsiteX25" fmla="*/ 516082 w 4114416"/>
              <a:gd name="connsiteY25" fmla="*/ 1710267 h 2870200"/>
              <a:gd name="connsiteX26" fmla="*/ 524549 w 4114416"/>
              <a:gd name="connsiteY26" fmla="*/ 1851666 h 2870200"/>
              <a:gd name="connsiteX27" fmla="*/ 558416 w 4114416"/>
              <a:gd name="connsiteY27" fmla="*/ 1820334 h 2870200"/>
              <a:gd name="connsiteX28" fmla="*/ 583816 w 4114416"/>
              <a:gd name="connsiteY28" fmla="*/ 1938867 h 2870200"/>
              <a:gd name="connsiteX29" fmla="*/ 600749 w 4114416"/>
              <a:gd name="connsiteY29" fmla="*/ 1998134 h 2870200"/>
              <a:gd name="connsiteX30" fmla="*/ 643082 w 4114416"/>
              <a:gd name="connsiteY30" fmla="*/ 1786467 h 2870200"/>
              <a:gd name="connsiteX31" fmla="*/ 668482 w 4114416"/>
              <a:gd name="connsiteY31" fmla="*/ 1718734 h 2870200"/>
              <a:gd name="connsiteX32" fmla="*/ 685416 w 4114416"/>
              <a:gd name="connsiteY32" fmla="*/ 1617134 h 2870200"/>
              <a:gd name="connsiteX33" fmla="*/ 702349 w 4114416"/>
              <a:gd name="connsiteY33" fmla="*/ 1557867 h 2870200"/>
              <a:gd name="connsiteX34" fmla="*/ 710816 w 4114416"/>
              <a:gd name="connsiteY34" fmla="*/ 1524000 h 2870200"/>
              <a:gd name="connsiteX35" fmla="*/ 727749 w 4114416"/>
              <a:gd name="connsiteY35" fmla="*/ 1312334 h 2870200"/>
              <a:gd name="connsiteX36" fmla="*/ 744682 w 4114416"/>
              <a:gd name="connsiteY36" fmla="*/ 1380067 h 2870200"/>
              <a:gd name="connsiteX37" fmla="*/ 761616 w 4114416"/>
              <a:gd name="connsiteY37" fmla="*/ 1532467 h 2870200"/>
              <a:gd name="connsiteX38" fmla="*/ 778549 w 4114416"/>
              <a:gd name="connsiteY38" fmla="*/ 1566334 h 2870200"/>
              <a:gd name="connsiteX39" fmla="*/ 820882 w 4114416"/>
              <a:gd name="connsiteY39" fmla="*/ 1430867 h 2870200"/>
              <a:gd name="connsiteX40" fmla="*/ 854749 w 4114416"/>
              <a:gd name="connsiteY40" fmla="*/ 1388534 h 2870200"/>
              <a:gd name="connsiteX41" fmla="*/ 863216 w 4114416"/>
              <a:gd name="connsiteY41" fmla="*/ 1498600 h 2870200"/>
              <a:gd name="connsiteX42" fmla="*/ 888616 w 4114416"/>
              <a:gd name="connsiteY42" fmla="*/ 1811867 h 2870200"/>
              <a:gd name="connsiteX43" fmla="*/ 897082 w 4114416"/>
              <a:gd name="connsiteY43" fmla="*/ 1642534 h 2870200"/>
              <a:gd name="connsiteX44" fmla="*/ 930949 w 4114416"/>
              <a:gd name="connsiteY44" fmla="*/ 1557867 h 2870200"/>
              <a:gd name="connsiteX45" fmla="*/ 939416 w 4114416"/>
              <a:gd name="connsiteY45" fmla="*/ 2006600 h 2870200"/>
              <a:gd name="connsiteX46" fmla="*/ 964816 w 4114416"/>
              <a:gd name="connsiteY46" fmla="*/ 2116667 h 2870200"/>
              <a:gd name="connsiteX47" fmla="*/ 973282 w 4114416"/>
              <a:gd name="connsiteY47" fmla="*/ 1948424 h 2870200"/>
              <a:gd name="connsiteX48" fmla="*/ 990216 w 4114416"/>
              <a:gd name="connsiteY48" fmla="*/ 1794934 h 2870200"/>
              <a:gd name="connsiteX49" fmla="*/ 998682 w 4114416"/>
              <a:gd name="connsiteY49" fmla="*/ 1761067 h 2870200"/>
              <a:gd name="connsiteX50" fmla="*/ 1015616 w 4114416"/>
              <a:gd name="connsiteY50" fmla="*/ 1871134 h 2870200"/>
              <a:gd name="connsiteX51" fmla="*/ 1032549 w 4114416"/>
              <a:gd name="connsiteY51" fmla="*/ 1947334 h 2870200"/>
              <a:gd name="connsiteX52" fmla="*/ 1049482 w 4114416"/>
              <a:gd name="connsiteY52" fmla="*/ 2040467 h 2870200"/>
              <a:gd name="connsiteX53" fmla="*/ 1074882 w 4114416"/>
              <a:gd name="connsiteY53" fmla="*/ 2108200 h 2870200"/>
              <a:gd name="connsiteX54" fmla="*/ 1083349 w 4114416"/>
              <a:gd name="connsiteY54" fmla="*/ 2150534 h 2870200"/>
              <a:gd name="connsiteX55" fmla="*/ 1117344 w 4114416"/>
              <a:gd name="connsiteY55" fmla="*/ 2220675 h 2870200"/>
              <a:gd name="connsiteX56" fmla="*/ 1134149 w 4114416"/>
              <a:gd name="connsiteY56" fmla="*/ 2108200 h 2870200"/>
              <a:gd name="connsiteX57" fmla="*/ 1184949 w 4114416"/>
              <a:gd name="connsiteY57" fmla="*/ 1989667 h 2870200"/>
              <a:gd name="connsiteX58" fmla="*/ 1235749 w 4114416"/>
              <a:gd name="connsiteY58" fmla="*/ 1913467 h 2870200"/>
              <a:gd name="connsiteX59" fmla="*/ 1244216 w 4114416"/>
              <a:gd name="connsiteY59" fmla="*/ 2167467 h 2870200"/>
              <a:gd name="connsiteX60" fmla="*/ 1261149 w 4114416"/>
              <a:gd name="connsiteY60" fmla="*/ 2082800 h 2870200"/>
              <a:gd name="connsiteX61" fmla="*/ 1269616 w 4114416"/>
              <a:gd name="connsiteY61" fmla="*/ 2015067 h 2870200"/>
              <a:gd name="connsiteX62" fmla="*/ 1311949 w 4114416"/>
              <a:gd name="connsiteY62" fmla="*/ 1854200 h 2870200"/>
              <a:gd name="connsiteX63" fmla="*/ 1320416 w 4114416"/>
              <a:gd name="connsiteY63" fmla="*/ 1803400 h 2870200"/>
              <a:gd name="connsiteX64" fmla="*/ 1345816 w 4114416"/>
              <a:gd name="connsiteY64" fmla="*/ 1701800 h 2870200"/>
              <a:gd name="connsiteX65" fmla="*/ 1371216 w 4114416"/>
              <a:gd name="connsiteY65" fmla="*/ 1718734 h 2870200"/>
              <a:gd name="connsiteX66" fmla="*/ 1379682 w 4114416"/>
              <a:gd name="connsiteY66" fmla="*/ 1744134 h 2870200"/>
              <a:gd name="connsiteX67" fmla="*/ 1405082 w 4114416"/>
              <a:gd name="connsiteY67" fmla="*/ 1828800 h 2870200"/>
              <a:gd name="connsiteX68" fmla="*/ 1422016 w 4114416"/>
              <a:gd name="connsiteY68" fmla="*/ 1879600 h 2870200"/>
              <a:gd name="connsiteX69" fmla="*/ 1430482 w 4114416"/>
              <a:gd name="connsiteY69" fmla="*/ 1913467 h 2870200"/>
              <a:gd name="connsiteX70" fmla="*/ 1455882 w 4114416"/>
              <a:gd name="connsiteY70" fmla="*/ 1947334 h 2870200"/>
              <a:gd name="connsiteX71" fmla="*/ 1472816 w 4114416"/>
              <a:gd name="connsiteY71" fmla="*/ 1938867 h 2870200"/>
              <a:gd name="connsiteX72" fmla="*/ 1515149 w 4114416"/>
              <a:gd name="connsiteY72" fmla="*/ 1803400 h 2870200"/>
              <a:gd name="connsiteX73" fmla="*/ 1574416 w 4114416"/>
              <a:gd name="connsiteY73" fmla="*/ 1651000 h 2870200"/>
              <a:gd name="connsiteX74" fmla="*/ 1582882 w 4114416"/>
              <a:gd name="connsiteY74" fmla="*/ 1591734 h 2870200"/>
              <a:gd name="connsiteX75" fmla="*/ 1599816 w 4114416"/>
              <a:gd name="connsiteY75" fmla="*/ 1566334 h 2870200"/>
              <a:gd name="connsiteX76" fmla="*/ 1608282 w 4114416"/>
              <a:gd name="connsiteY76" fmla="*/ 1524000 h 2870200"/>
              <a:gd name="connsiteX77" fmla="*/ 1616749 w 4114416"/>
              <a:gd name="connsiteY77" fmla="*/ 1498600 h 2870200"/>
              <a:gd name="connsiteX78" fmla="*/ 1633682 w 4114416"/>
              <a:gd name="connsiteY78" fmla="*/ 1524000 h 2870200"/>
              <a:gd name="connsiteX79" fmla="*/ 1659082 w 4114416"/>
              <a:gd name="connsiteY79" fmla="*/ 1490134 h 2870200"/>
              <a:gd name="connsiteX80" fmla="*/ 1684482 w 4114416"/>
              <a:gd name="connsiteY80" fmla="*/ 1388534 h 2870200"/>
              <a:gd name="connsiteX81" fmla="*/ 1743749 w 4114416"/>
              <a:gd name="connsiteY81" fmla="*/ 1286934 h 2870200"/>
              <a:gd name="connsiteX82" fmla="*/ 1794549 w 4114416"/>
              <a:gd name="connsiteY82" fmla="*/ 1176867 h 2870200"/>
              <a:gd name="connsiteX83" fmla="*/ 1819949 w 4114416"/>
              <a:gd name="connsiteY83" fmla="*/ 1202267 h 2870200"/>
              <a:gd name="connsiteX84" fmla="*/ 1828416 w 4114416"/>
              <a:gd name="connsiteY84" fmla="*/ 1227667 h 2870200"/>
              <a:gd name="connsiteX85" fmla="*/ 1845349 w 4114416"/>
              <a:gd name="connsiteY85" fmla="*/ 1261534 h 2870200"/>
              <a:gd name="connsiteX86" fmla="*/ 1887682 w 4114416"/>
              <a:gd name="connsiteY86" fmla="*/ 1422400 h 2870200"/>
              <a:gd name="connsiteX87" fmla="*/ 1938482 w 4114416"/>
              <a:gd name="connsiteY87" fmla="*/ 1600200 h 2870200"/>
              <a:gd name="connsiteX88" fmla="*/ 1989282 w 4114416"/>
              <a:gd name="connsiteY88" fmla="*/ 1744134 h 2870200"/>
              <a:gd name="connsiteX89" fmla="*/ 2006216 w 4114416"/>
              <a:gd name="connsiteY89" fmla="*/ 1498600 h 2870200"/>
              <a:gd name="connsiteX90" fmla="*/ 2023149 w 4114416"/>
              <a:gd name="connsiteY90" fmla="*/ 1464734 h 2870200"/>
              <a:gd name="connsiteX91" fmla="*/ 2031616 w 4114416"/>
              <a:gd name="connsiteY91" fmla="*/ 1439334 h 2870200"/>
              <a:gd name="connsiteX92" fmla="*/ 2082416 w 4114416"/>
              <a:gd name="connsiteY92" fmla="*/ 2032000 h 2870200"/>
              <a:gd name="connsiteX93" fmla="*/ 2090882 w 4114416"/>
              <a:gd name="connsiteY93" fmla="*/ 2150534 h 2870200"/>
              <a:gd name="connsiteX94" fmla="*/ 2099349 w 4114416"/>
              <a:gd name="connsiteY94" fmla="*/ 2489200 h 2870200"/>
              <a:gd name="connsiteX95" fmla="*/ 2133216 w 4114416"/>
              <a:gd name="connsiteY95" fmla="*/ 2421467 h 2870200"/>
              <a:gd name="connsiteX96" fmla="*/ 2175549 w 4114416"/>
              <a:gd name="connsiteY96" fmla="*/ 2319867 h 2870200"/>
              <a:gd name="connsiteX97" fmla="*/ 2200949 w 4114416"/>
              <a:gd name="connsiteY97" fmla="*/ 2286000 h 2870200"/>
              <a:gd name="connsiteX98" fmla="*/ 2234816 w 4114416"/>
              <a:gd name="connsiteY98" fmla="*/ 2235200 h 2870200"/>
              <a:gd name="connsiteX99" fmla="*/ 2251749 w 4114416"/>
              <a:gd name="connsiteY99" fmla="*/ 2514600 h 2870200"/>
              <a:gd name="connsiteX100" fmla="*/ 2277149 w 4114416"/>
              <a:gd name="connsiteY100" fmla="*/ 2565400 h 2870200"/>
              <a:gd name="connsiteX101" fmla="*/ 2285616 w 4114416"/>
              <a:gd name="connsiteY101" fmla="*/ 2489200 h 2870200"/>
              <a:gd name="connsiteX102" fmla="*/ 2302549 w 4114416"/>
              <a:gd name="connsiteY102" fmla="*/ 2421467 h 2870200"/>
              <a:gd name="connsiteX103" fmla="*/ 2311016 w 4114416"/>
              <a:gd name="connsiteY103" fmla="*/ 1718734 h 2870200"/>
              <a:gd name="connsiteX104" fmla="*/ 2336416 w 4114416"/>
              <a:gd name="connsiteY104" fmla="*/ 1811867 h 2870200"/>
              <a:gd name="connsiteX105" fmla="*/ 2361816 w 4114416"/>
              <a:gd name="connsiteY105" fmla="*/ 1871134 h 2870200"/>
              <a:gd name="connsiteX106" fmla="*/ 2387216 w 4114416"/>
              <a:gd name="connsiteY106" fmla="*/ 1938867 h 2870200"/>
              <a:gd name="connsiteX107" fmla="*/ 2395682 w 4114416"/>
              <a:gd name="connsiteY107" fmla="*/ 1972734 h 2870200"/>
              <a:gd name="connsiteX108" fmla="*/ 2404149 w 4114416"/>
              <a:gd name="connsiteY108" fmla="*/ 1574800 h 2870200"/>
              <a:gd name="connsiteX109" fmla="*/ 2429549 w 4114416"/>
              <a:gd name="connsiteY109" fmla="*/ 1236134 h 2870200"/>
              <a:gd name="connsiteX110" fmla="*/ 2446482 w 4114416"/>
              <a:gd name="connsiteY110" fmla="*/ 1092200 h 2870200"/>
              <a:gd name="connsiteX111" fmla="*/ 2454949 w 4114416"/>
              <a:gd name="connsiteY111" fmla="*/ 1066800 h 2870200"/>
              <a:gd name="connsiteX112" fmla="*/ 2463416 w 4114416"/>
              <a:gd name="connsiteY112" fmla="*/ 1092200 h 2870200"/>
              <a:gd name="connsiteX113" fmla="*/ 2480349 w 4114416"/>
              <a:gd name="connsiteY113" fmla="*/ 1117600 h 2870200"/>
              <a:gd name="connsiteX114" fmla="*/ 2488816 w 4114416"/>
              <a:gd name="connsiteY114" fmla="*/ 1227667 h 2870200"/>
              <a:gd name="connsiteX115" fmla="*/ 2514216 w 4114416"/>
              <a:gd name="connsiteY115" fmla="*/ 753534 h 2870200"/>
              <a:gd name="connsiteX116" fmla="*/ 2531149 w 4114416"/>
              <a:gd name="connsiteY116" fmla="*/ 685800 h 2870200"/>
              <a:gd name="connsiteX117" fmla="*/ 2539616 w 4114416"/>
              <a:gd name="connsiteY117" fmla="*/ 609600 h 2870200"/>
              <a:gd name="connsiteX118" fmla="*/ 2548082 w 4114416"/>
              <a:gd name="connsiteY118" fmla="*/ 558800 h 2870200"/>
              <a:gd name="connsiteX119" fmla="*/ 2565016 w 4114416"/>
              <a:gd name="connsiteY119" fmla="*/ 584200 h 2870200"/>
              <a:gd name="connsiteX120" fmla="*/ 2573482 w 4114416"/>
              <a:gd name="connsiteY120" fmla="*/ 778934 h 2870200"/>
              <a:gd name="connsiteX121" fmla="*/ 2615816 w 4114416"/>
              <a:gd name="connsiteY121" fmla="*/ 914400 h 2870200"/>
              <a:gd name="connsiteX122" fmla="*/ 2632749 w 4114416"/>
              <a:gd name="connsiteY122" fmla="*/ 973667 h 2870200"/>
              <a:gd name="connsiteX123" fmla="*/ 2649682 w 4114416"/>
              <a:gd name="connsiteY123" fmla="*/ 812800 h 2870200"/>
              <a:gd name="connsiteX124" fmla="*/ 2666616 w 4114416"/>
              <a:gd name="connsiteY124" fmla="*/ 694267 h 2870200"/>
              <a:gd name="connsiteX125" fmla="*/ 2692016 w 4114416"/>
              <a:gd name="connsiteY125" fmla="*/ 558800 h 2870200"/>
              <a:gd name="connsiteX126" fmla="*/ 2717416 w 4114416"/>
              <a:gd name="connsiteY126" fmla="*/ 321734 h 2870200"/>
              <a:gd name="connsiteX127" fmla="*/ 2734349 w 4114416"/>
              <a:gd name="connsiteY127" fmla="*/ 1058334 h 2870200"/>
              <a:gd name="connsiteX128" fmla="*/ 2760746 w 4114416"/>
              <a:gd name="connsiteY128" fmla="*/ 1023969 h 2870200"/>
              <a:gd name="connsiteX129" fmla="*/ 2810549 w 4114416"/>
              <a:gd name="connsiteY129" fmla="*/ 905934 h 2870200"/>
              <a:gd name="connsiteX130" fmla="*/ 2844416 w 4114416"/>
              <a:gd name="connsiteY130" fmla="*/ 855134 h 2870200"/>
              <a:gd name="connsiteX131" fmla="*/ 2869816 w 4114416"/>
              <a:gd name="connsiteY131" fmla="*/ 1422400 h 2870200"/>
              <a:gd name="connsiteX132" fmla="*/ 2878282 w 4114416"/>
              <a:gd name="connsiteY132" fmla="*/ 1388534 h 2870200"/>
              <a:gd name="connsiteX133" fmla="*/ 2895216 w 4114416"/>
              <a:gd name="connsiteY133" fmla="*/ 1363134 h 2870200"/>
              <a:gd name="connsiteX134" fmla="*/ 2920616 w 4114416"/>
              <a:gd name="connsiteY134" fmla="*/ 1278467 h 2870200"/>
              <a:gd name="connsiteX135" fmla="*/ 2937549 w 4114416"/>
              <a:gd name="connsiteY135" fmla="*/ 1320800 h 2870200"/>
              <a:gd name="connsiteX136" fmla="*/ 2954482 w 4114416"/>
              <a:gd name="connsiteY136" fmla="*/ 1388534 h 2870200"/>
              <a:gd name="connsiteX137" fmla="*/ 2971416 w 4114416"/>
              <a:gd name="connsiteY137" fmla="*/ 1422400 h 2870200"/>
              <a:gd name="connsiteX138" fmla="*/ 3013749 w 4114416"/>
              <a:gd name="connsiteY138" fmla="*/ 1540934 h 2870200"/>
              <a:gd name="connsiteX139" fmla="*/ 3030682 w 4114416"/>
              <a:gd name="connsiteY139" fmla="*/ 1566334 h 2870200"/>
              <a:gd name="connsiteX140" fmla="*/ 3064549 w 4114416"/>
              <a:gd name="connsiteY140" fmla="*/ 1718734 h 2870200"/>
              <a:gd name="connsiteX141" fmla="*/ 3089949 w 4114416"/>
              <a:gd name="connsiteY141" fmla="*/ 1761067 h 2870200"/>
              <a:gd name="connsiteX142" fmla="*/ 3123816 w 4114416"/>
              <a:gd name="connsiteY142" fmla="*/ 1879600 h 2870200"/>
              <a:gd name="connsiteX143" fmla="*/ 3115349 w 4114416"/>
              <a:gd name="connsiteY143" fmla="*/ 1913467 h 2870200"/>
              <a:gd name="connsiteX144" fmla="*/ 3127799 w 4114416"/>
              <a:gd name="connsiteY144" fmla="*/ 1901016 h 2870200"/>
              <a:gd name="connsiteX145" fmla="*/ 3106882 w 4114416"/>
              <a:gd name="connsiteY145" fmla="*/ 1888067 h 2870200"/>
              <a:gd name="connsiteX146" fmla="*/ 3132282 w 4114416"/>
              <a:gd name="connsiteY146" fmla="*/ 1871134 h 2870200"/>
              <a:gd name="connsiteX147" fmla="*/ 3140749 w 4114416"/>
              <a:gd name="connsiteY147" fmla="*/ 1769534 h 2870200"/>
              <a:gd name="connsiteX148" fmla="*/ 3157682 w 4114416"/>
              <a:gd name="connsiteY148" fmla="*/ 1710267 h 2870200"/>
              <a:gd name="connsiteX149" fmla="*/ 3166149 w 4114416"/>
              <a:gd name="connsiteY149" fmla="*/ 1684867 h 2870200"/>
              <a:gd name="connsiteX150" fmla="*/ 3191549 w 4114416"/>
              <a:gd name="connsiteY150" fmla="*/ 1676400 h 2870200"/>
              <a:gd name="connsiteX151" fmla="*/ 3200016 w 4114416"/>
              <a:gd name="connsiteY151" fmla="*/ 2006600 h 2870200"/>
              <a:gd name="connsiteX152" fmla="*/ 3208482 w 4114416"/>
              <a:gd name="connsiteY152" fmla="*/ 2048934 h 2870200"/>
              <a:gd name="connsiteX153" fmla="*/ 3216949 w 4114416"/>
              <a:gd name="connsiteY153" fmla="*/ 2099734 h 2870200"/>
              <a:gd name="connsiteX154" fmla="*/ 3233882 w 4114416"/>
              <a:gd name="connsiteY154" fmla="*/ 2048934 h 2870200"/>
              <a:gd name="connsiteX155" fmla="*/ 3242349 w 4114416"/>
              <a:gd name="connsiteY155" fmla="*/ 1998134 h 2870200"/>
              <a:gd name="connsiteX156" fmla="*/ 3276216 w 4114416"/>
              <a:gd name="connsiteY156" fmla="*/ 2353734 h 2870200"/>
              <a:gd name="connsiteX157" fmla="*/ 3301616 w 4114416"/>
              <a:gd name="connsiteY157" fmla="*/ 2387600 h 2870200"/>
              <a:gd name="connsiteX158" fmla="*/ 3310082 w 4114416"/>
              <a:gd name="connsiteY158" fmla="*/ 2497667 h 2870200"/>
              <a:gd name="connsiteX159" fmla="*/ 3327016 w 4114416"/>
              <a:gd name="connsiteY159" fmla="*/ 2531534 h 2870200"/>
              <a:gd name="connsiteX160" fmla="*/ 3343949 w 4114416"/>
              <a:gd name="connsiteY160" fmla="*/ 2599267 h 2870200"/>
              <a:gd name="connsiteX161" fmla="*/ 3369349 w 4114416"/>
              <a:gd name="connsiteY161" fmla="*/ 2667000 h 2870200"/>
              <a:gd name="connsiteX162" fmla="*/ 3411682 w 4114416"/>
              <a:gd name="connsiteY162" fmla="*/ 2810934 h 2870200"/>
              <a:gd name="connsiteX163" fmla="*/ 3437082 w 4114416"/>
              <a:gd name="connsiteY163" fmla="*/ 2870200 h 2870200"/>
              <a:gd name="connsiteX164" fmla="*/ 3462482 w 4114416"/>
              <a:gd name="connsiteY164" fmla="*/ 1828800 h 2870200"/>
              <a:gd name="connsiteX165" fmla="*/ 3461984 w 4114416"/>
              <a:gd name="connsiteY165" fmla="*/ 2090271 h 2870200"/>
              <a:gd name="connsiteX166" fmla="*/ 3487882 w 4114416"/>
              <a:gd name="connsiteY166" fmla="*/ 1735667 h 2870200"/>
              <a:gd name="connsiteX167" fmla="*/ 3513282 w 4114416"/>
              <a:gd name="connsiteY167" fmla="*/ 1651000 h 2870200"/>
              <a:gd name="connsiteX168" fmla="*/ 3521749 w 4114416"/>
              <a:gd name="connsiteY168" fmla="*/ 1701800 h 2870200"/>
              <a:gd name="connsiteX169" fmla="*/ 3525733 w 4114416"/>
              <a:gd name="connsiteY169" fmla="*/ 1875118 h 2870200"/>
              <a:gd name="connsiteX170" fmla="*/ 3547149 w 4114416"/>
              <a:gd name="connsiteY170" fmla="*/ 1752600 h 2870200"/>
              <a:gd name="connsiteX171" fmla="*/ 3555616 w 4114416"/>
              <a:gd name="connsiteY171" fmla="*/ 1693334 h 2870200"/>
              <a:gd name="connsiteX172" fmla="*/ 3597949 w 4114416"/>
              <a:gd name="connsiteY172" fmla="*/ 1608667 h 2870200"/>
              <a:gd name="connsiteX173" fmla="*/ 3614882 w 4114416"/>
              <a:gd name="connsiteY173" fmla="*/ 1566334 h 2870200"/>
              <a:gd name="connsiteX174" fmla="*/ 3657216 w 4114416"/>
              <a:gd name="connsiteY174" fmla="*/ 1464734 h 2870200"/>
              <a:gd name="connsiteX175" fmla="*/ 3661200 w 4114416"/>
              <a:gd name="connsiteY175" fmla="*/ 1373094 h 2870200"/>
              <a:gd name="connsiteX176" fmla="*/ 3682616 w 4114416"/>
              <a:gd name="connsiteY176" fmla="*/ 1363134 h 2870200"/>
              <a:gd name="connsiteX177" fmla="*/ 3699549 w 4114416"/>
              <a:gd name="connsiteY177" fmla="*/ 1320800 h 2870200"/>
              <a:gd name="connsiteX178" fmla="*/ 3694569 w 4114416"/>
              <a:gd name="connsiteY178" fmla="*/ 1151964 h 2870200"/>
              <a:gd name="connsiteX179" fmla="*/ 3741882 w 4114416"/>
              <a:gd name="connsiteY179" fmla="*/ 1227667 h 2870200"/>
              <a:gd name="connsiteX180" fmla="*/ 3750349 w 4114416"/>
              <a:gd name="connsiteY180" fmla="*/ 1176867 h 2870200"/>
              <a:gd name="connsiteX181" fmla="*/ 3767282 w 4114416"/>
              <a:gd name="connsiteY181" fmla="*/ 1126067 h 2870200"/>
              <a:gd name="connsiteX182" fmla="*/ 3775749 w 4114416"/>
              <a:gd name="connsiteY182" fmla="*/ 1058334 h 2870200"/>
              <a:gd name="connsiteX183" fmla="*/ 3784216 w 4114416"/>
              <a:gd name="connsiteY183" fmla="*/ 1270000 h 2870200"/>
              <a:gd name="connsiteX184" fmla="*/ 3813064 w 4114416"/>
              <a:gd name="connsiteY184" fmla="*/ 678606 h 2870200"/>
              <a:gd name="connsiteX185" fmla="*/ 3818082 w 4114416"/>
              <a:gd name="connsiteY185" fmla="*/ 558800 h 2870200"/>
              <a:gd name="connsiteX186" fmla="*/ 3835016 w 4114416"/>
              <a:gd name="connsiteY186" fmla="*/ 482600 h 2870200"/>
              <a:gd name="connsiteX187" fmla="*/ 3843482 w 4114416"/>
              <a:gd name="connsiteY187" fmla="*/ 533400 h 2870200"/>
              <a:gd name="connsiteX188" fmla="*/ 3860416 w 4114416"/>
              <a:gd name="connsiteY188" fmla="*/ 660400 h 2870200"/>
              <a:gd name="connsiteX189" fmla="*/ 3868882 w 4114416"/>
              <a:gd name="connsiteY189" fmla="*/ 702734 h 2870200"/>
              <a:gd name="connsiteX190" fmla="*/ 3885816 w 4114416"/>
              <a:gd name="connsiteY190" fmla="*/ 736600 h 2870200"/>
              <a:gd name="connsiteX191" fmla="*/ 3902749 w 4114416"/>
              <a:gd name="connsiteY191" fmla="*/ 702734 h 2870200"/>
              <a:gd name="connsiteX192" fmla="*/ 3962016 w 4114416"/>
              <a:gd name="connsiteY192" fmla="*/ 482600 h 2870200"/>
              <a:gd name="connsiteX193" fmla="*/ 3978949 w 4114416"/>
              <a:gd name="connsiteY193" fmla="*/ 457200 h 2870200"/>
              <a:gd name="connsiteX194" fmla="*/ 4004349 w 4114416"/>
              <a:gd name="connsiteY194" fmla="*/ 177800 h 2870200"/>
              <a:gd name="connsiteX195" fmla="*/ 4029749 w 4114416"/>
              <a:gd name="connsiteY195" fmla="*/ 135467 h 2870200"/>
              <a:gd name="connsiteX196" fmla="*/ 4038216 w 4114416"/>
              <a:gd name="connsiteY196" fmla="*/ 101600 h 2870200"/>
              <a:gd name="connsiteX197" fmla="*/ 4046682 w 4114416"/>
              <a:gd name="connsiteY197" fmla="*/ 76200 h 2870200"/>
              <a:gd name="connsiteX198" fmla="*/ 4055149 w 4114416"/>
              <a:gd name="connsiteY198" fmla="*/ 110067 h 2870200"/>
              <a:gd name="connsiteX199" fmla="*/ 4072082 w 4114416"/>
              <a:gd name="connsiteY199" fmla="*/ 160867 h 2870200"/>
              <a:gd name="connsiteX200" fmla="*/ 4114416 w 4114416"/>
              <a:gd name="connsiteY200" fmla="*/ 0 h 2870200"/>
              <a:gd name="connsiteX0" fmla="*/ 0 w 4114416"/>
              <a:gd name="connsiteY0" fmla="*/ 735359 h 2870200"/>
              <a:gd name="connsiteX1" fmla="*/ 22363 w 4114416"/>
              <a:gd name="connsiteY1" fmla="*/ 647092 h 2870200"/>
              <a:gd name="connsiteX2" fmla="*/ 53451 w 4114416"/>
              <a:gd name="connsiteY2" fmla="*/ 567267 h 2870200"/>
              <a:gd name="connsiteX3" fmla="*/ 61790 w 4114416"/>
              <a:gd name="connsiteY3" fmla="*/ 828517 h 2870200"/>
              <a:gd name="connsiteX4" fmla="*/ 57549 w 4114416"/>
              <a:gd name="connsiteY4" fmla="*/ 1083293 h 2870200"/>
              <a:gd name="connsiteX5" fmla="*/ 55282 w 4114416"/>
              <a:gd name="connsiteY5" fmla="*/ 1212385 h 2870200"/>
              <a:gd name="connsiteX6" fmla="*/ 69873 w 4114416"/>
              <a:gd name="connsiteY6" fmla="*/ 1401791 h 2870200"/>
              <a:gd name="connsiteX7" fmla="*/ 112335 w 4114416"/>
              <a:gd name="connsiteY7" fmla="*/ 1209517 h 2870200"/>
              <a:gd name="connsiteX8" fmla="*/ 135082 w 4114416"/>
              <a:gd name="connsiteY8" fmla="*/ 1100667 h 2870200"/>
              <a:gd name="connsiteX9" fmla="*/ 168949 w 4114416"/>
              <a:gd name="connsiteY9" fmla="*/ 999067 h 2870200"/>
              <a:gd name="connsiteX10" fmla="*/ 185882 w 4114416"/>
              <a:gd name="connsiteY10" fmla="*/ 948267 h 2870200"/>
              <a:gd name="connsiteX11" fmla="*/ 202816 w 4114416"/>
              <a:gd name="connsiteY11" fmla="*/ 1134534 h 2870200"/>
              <a:gd name="connsiteX12" fmla="*/ 219749 w 4114416"/>
              <a:gd name="connsiteY12" fmla="*/ 1464734 h 2870200"/>
              <a:gd name="connsiteX13" fmla="*/ 279016 w 4114416"/>
              <a:gd name="connsiteY13" fmla="*/ 1363134 h 2870200"/>
              <a:gd name="connsiteX14" fmla="*/ 304416 w 4114416"/>
              <a:gd name="connsiteY14" fmla="*/ 1371600 h 2870200"/>
              <a:gd name="connsiteX15" fmla="*/ 312882 w 4114416"/>
              <a:gd name="connsiteY15" fmla="*/ 2243667 h 2870200"/>
              <a:gd name="connsiteX16" fmla="*/ 338282 w 4114416"/>
              <a:gd name="connsiteY16" fmla="*/ 2201334 h 2870200"/>
              <a:gd name="connsiteX17" fmla="*/ 346749 w 4114416"/>
              <a:gd name="connsiteY17" fmla="*/ 2150534 h 2870200"/>
              <a:gd name="connsiteX18" fmla="*/ 371651 w 4114416"/>
              <a:gd name="connsiteY18" fmla="*/ 2376146 h 2870200"/>
              <a:gd name="connsiteX19" fmla="*/ 389082 w 4114416"/>
              <a:gd name="connsiteY19" fmla="*/ 2082800 h 2870200"/>
              <a:gd name="connsiteX20" fmla="*/ 414981 w 4114416"/>
              <a:gd name="connsiteY20" fmla="*/ 1792444 h 2870200"/>
              <a:gd name="connsiteX21" fmla="*/ 422949 w 4114416"/>
              <a:gd name="connsiteY21" fmla="*/ 2032000 h 2870200"/>
              <a:gd name="connsiteX22" fmla="*/ 453908 w 4114416"/>
              <a:gd name="connsiteY22" fmla="*/ 1990884 h 2870200"/>
              <a:gd name="connsiteX23" fmla="*/ 465282 w 4114416"/>
              <a:gd name="connsiteY23" fmla="*/ 1752600 h 2870200"/>
              <a:gd name="connsiteX24" fmla="*/ 490682 w 4114416"/>
              <a:gd name="connsiteY24" fmla="*/ 1651000 h 2870200"/>
              <a:gd name="connsiteX25" fmla="*/ 516082 w 4114416"/>
              <a:gd name="connsiteY25" fmla="*/ 1710267 h 2870200"/>
              <a:gd name="connsiteX26" fmla="*/ 524549 w 4114416"/>
              <a:gd name="connsiteY26" fmla="*/ 1851666 h 2870200"/>
              <a:gd name="connsiteX27" fmla="*/ 558416 w 4114416"/>
              <a:gd name="connsiteY27" fmla="*/ 1820334 h 2870200"/>
              <a:gd name="connsiteX28" fmla="*/ 583816 w 4114416"/>
              <a:gd name="connsiteY28" fmla="*/ 1938867 h 2870200"/>
              <a:gd name="connsiteX29" fmla="*/ 600749 w 4114416"/>
              <a:gd name="connsiteY29" fmla="*/ 1998134 h 2870200"/>
              <a:gd name="connsiteX30" fmla="*/ 643082 w 4114416"/>
              <a:gd name="connsiteY30" fmla="*/ 1786467 h 2870200"/>
              <a:gd name="connsiteX31" fmla="*/ 668482 w 4114416"/>
              <a:gd name="connsiteY31" fmla="*/ 1718734 h 2870200"/>
              <a:gd name="connsiteX32" fmla="*/ 685416 w 4114416"/>
              <a:gd name="connsiteY32" fmla="*/ 1617134 h 2870200"/>
              <a:gd name="connsiteX33" fmla="*/ 702349 w 4114416"/>
              <a:gd name="connsiteY33" fmla="*/ 1557867 h 2870200"/>
              <a:gd name="connsiteX34" fmla="*/ 710816 w 4114416"/>
              <a:gd name="connsiteY34" fmla="*/ 1524000 h 2870200"/>
              <a:gd name="connsiteX35" fmla="*/ 727749 w 4114416"/>
              <a:gd name="connsiteY35" fmla="*/ 1312334 h 2870200"/>
              <a:gd name="connsiteX36" fmla="*/ 744682 w 4114416"/>
              <a:gd name="connsiteY36" fmla="*/ 1380067 h 2870200"/>
              <a:gd name="connsiteX37" fmla="*/ 761616 w 4114416"/>
              <a:gd name="connsiteY37" fmla="*/ 1532467 h 2870200"/>
              <a:gd name="connsiteX38" fmla="*/ 778549 w 4114416"/>
              <a:gd name="connsiteY38" fmla="*/ 1566334 h 2870200"/>
              <a:gd name="connsiteX39" fmla="*/ 820882 w 4114416"/>
              <a:gd name="connsiteY39" fmla="*/ 1430867 h 2870200"/>
              <a:gd name="connsiteX40" fmla="*/ 854749 w 4114416"/>
              <a:gd name="connsiteY40" fmla="*/ 1388534 h 2870200"/>
              <a:gd name="connsiteX41" fmla="*/ 863216 w 4114416"/>
              <a:gd name="connsiteY41" fmla="*/ 1498600 h 2870200"/>
              <a:gd name="connsiteX42" fmla="*/ 888616 w 4114416"/>
              <a:gd name="connsiteY42" fmla="*/ 1811867 h 2870200"/>
              <a:gd name="connsiteX43" fmla="*/ 897082 w 4114416"/>
              <a:gd name="connsiteY43" fmla="*/ 1642534 h 2870200"/>
              <a:gd name="connsiteX44" fmla="*/ 930949 w 4114416"/>
              <a:gd name="connsiteY44" fmla="*/ 1557867 h 2870200"/>
              <a:gd name="connsiteX45" fmla="*/ 939416 w 4114416"/>
              <a:gd name="connsiteY45" fmla="*/ 2006600 h 2870200"/>
              <a:gd name="connsiteX46" fmla="*/ 964816 w 4114416"/>
              <a:gd name="connsiteY46" fmla="*/ 2116667 h 2870200"/>
              <a:gd name="connsiteX47" fmla="*/ 973282 w 4114416"/>
              <a:gd name="connsiteY47" fmla="*/ 1948424 h 2870200"/>
              <a:gd name="connsiteX48" fmla="*/ 990216 w 4114416"/>
              <a:gd name="connsiteY48" fmla="*/ 1794934 h 2870200"/>
              <a:gd name="connsiteX49" fmla="*/ 998682 w 4114416"/>
              <a:gd name="connsiteY49" fmla="*/ 1761067 h 2870200"/>
              <a:gd name="connsiteX50" fmla="*/ 1015616 w 4114416"/>
              <a:gd name="connsiteY50" fmla="*/ 1871134 h 2870200"/>
              <a:gd name="connsiteX51" fmla="*/ 1032549 w 4114416"/>
              <a:gd name="connsiteY51" fmla="*/ 1947334 h 2870200"/>
              <a:gd name="connsiteX52" fmla="*/ 1049482 w 4114416"/>
              <a:gd name="connsiteY52" fmla="*/ 2040467 h 2870200"/>
              <a:gd name="connsiteX53" fmla="*/ 1074882 w 4114416"/>
              <a:gd name="connsiteY53" fmla="*/ 2108200 h 2870200"/>
              <a:gd name="connsiteX54" fmla="*/ 1105586 w 4114416"/>
              <a:gd name="connsiteY54" fmla="*/ 2165034 h 2870200"/>
              <a:gd name="connsiteX55" fmla="*/ 1117344 w 4114416"/>
              <a:gd name="connsiteY55" fmla="*/ 2220675 h 2870200"/>
              <a:gd name="connsiteX56" fmla="*/ 1134149 w 4114416"/>
              <a:gd name="connsiteY56" fmla="*/ 2108200 h 2870200"/>
              <a:gd name="connsiteX57" fmla="*/ 1184949 w 4114416"/>
              <a:gd name="connsiteY57" fmla="*/ 1989667 h 2870200"/>
              <a:gd name="connsiteX58" fmla="*/ 1235749 w 4114416"/>
              <a:gd name="connsiteY58" fmla="*/ 1913467 h 2870200"/>
              <a:gd name="connsiteX59" fmla="*/ 1244216 w 4114416"/>
              <a:gd name="connsiteY59" fmla="*/ 2167467 h 2870200"/>
              <a:gd name="connsiteX60" fmla="*/ 1261149 w 4114416"/>
              <a:gd name="connsiteY60" fmla="*/ 2082800 h 2870200"/>
              <a:gd name="connsiteX61" fmla="*/ 1269616 w 4114416"/>
              <a:gd name="connsiteY61" fmla="*/ 2015067 h 2870200"/>
              <a:gd name="connsiteX62" fmla="*/ 1311949 w 4114416"/>
              <a:gd name="connsiteY62" fmla="*/ 1854200 h 2870200"/>
              <a:gd name="connsiteX63" fmla="*/ 1320416 w 4114416"/>
              <a:gd name="connsiteY63" fmla="*/ 1803400 h 2870200"/>
              <a:gd name="connsiteX64" fmla="*/ 1345816 w 4114416"/>
              <a:gd name="connsiteY64" fmla="*/ 1701800 h 2870200"/>
              <a:gd name="connsiteX65" fmla="*/ 1371216 w 4114416"/>
              <a:gd name="connsiteY65" fmla="*/ 1718734 h 2870200"/>
              <a:gd name="connsiteX66" fmla="*/ 1379682 w 4114416"/>
              <a:gd name="connsiteY66" fmla="*/ 1744134 h 2870200"/>
              <a:gd name="connsiteX67" fmla="*/ 1405082 w 4114416"/>
              <a:gd name="connsiteY67" fmla="*/ 1828800 h 2870200"/>
              <a:gd name="connsiteX68" fmla="*/ 1422016 w 4114416"/>
              <a:gd name="connsiteY68" fmla="*/ 1879600 h 2870200"/>
              <a:gd name="connsiteX69" fmla="*/ 1430482 w 4114416"/>
              <a:gd name="connsiteY69" fmla="*/ 1913467 h 2870200"/>
              <a:gd name="connsiteX70" fmla="*/ 1455882 w 4114416"/>
              <a:gd name="connsiteY70" fmla="*/ 1947334 h 2870200"/>
              <a:gd name="connsiteX71" fmla="*/ 1472816 w 4114416"/>
              <a:gd name="connsiteY71" fmla="*/ 1938867 h 2870200"/>
              <a:gd name="connsiteX72" fmla="*/ 1515149 w 4114416"/>
              <a:gd name="connsiteY72" fmla="*/ 1803400 h 2870200"/>
              <a:gd name="connsiteX73" fmla="*/ 1574416 w 4114416"/>
              <a:gd name="connsiteY73" fmla="*/ 1651000 h 2870200"/>
              <a:gd name="connsiteX74" fmla="*/ 1582882 w 4114416"/>
              <a:gd name="connsiteY74" fmla="*/ 1591734 h 2870200"/>
              <a:gd name="connsiteX75" fmla="*/ 1599816 w 4114416"/>
              <a:gd name="connsiteY75" fmla="*/ 1566334 h 2870200"/>
              <a:gd name="connsiteX76" fmla="*/ 1608282 w 4114416"/>
              <a:gd name="connsiteY76" fmla="*/ 1524000 h 2870200"/>
              <a:gd name="connsiteX77" fmla="*/ 1616749 w 4114416"/>
              <a:gd name="connsiteY77" fmla="*/ 1498600 h 2870200"/>
              <a:gd name="connsiteX78" fmla="*/ 1633682 w 4114416"/>
              <a:gd name="connsiteY78" fmla="*/ 1524000 h 2870200"/>
              <a:gd name="connsiteX79" fmla="*/ 1659082 w 4114416"/>
              <a:gd name="connsiteY79" fmla="*/ 1490134 h 2870200"/>
              <a:gd name="connsiteX80" fmla="*/ 1684482 w 4114416"/>
              <a:gd name="connsiteY80" fmla="*/ 1388534 h 2870200"/>
              <a:gd name="connsiteX81" fmla="*/ 1743749 w 4114416"/>
              <a:gd name="connsiteY81" fmla="*/ 1286934 h 2870200"/>
              <a:gd name="connsiteX82" fmla="*/ 1794549 w 4114416"/>
              <a:gd name="connsiteY82" fmla="*/ 1176867 h 2870200"/>
              <a:gd name="connsiteX83" fmla="*/ 1819949 w 4114416"/>
              <a:gd name="connsiteY83" fmla="*/ 1202267 h 2870200"/>
              <a:gd name="connsiteX84" fmla="*/ 1828416 w 4114416"/>
              <a:gd name="connsiteY84" fmla="*/ 1227667 h 2870200"/>
              <a:gd name="connsiteX85" fmla="*/ 1845349 w 4114416"/>
              <a:gd name="connsiteY85" fmla="*/ 1261534 h 2870200"/>
              <a:gd name="connsiteX86" fmla="*/ 1887682 w 4114416"/>
              <a:gd name="connsiteY86" fmla="*/ 1422400 h 2870200"/>
              <a:gd name="connsiteX87" fmla="*/ 1938482 w 4114416"/>
              <a:gd name="connsiteY87" fmla="*/ 1600200 h 2870200"/>
              <a:gd name="connsiteX88" fmla="*/ 1989282 w 4114416"/>
              <a:gd name="connsiteY88" fmla="*/ 1744134 h 2870200"/>
              <a:gd name="connsiteX89" fmla="*/ 2006216 w 4114416"/>
              <a:gd name="connsiteY89" fmla="*/ 1498600 h 2870200"/>
              <a:gd name="connsiteX90" fmla="*/ 2023149 w 4114416"/>
              <a:gd name="connsiteY90" fmla="*/ 1464734 h 2870200"/>
              <a:gd name="connsiteX91" fmla="*/ 2031616 w 4114416"/>
              <a:gd name="connsiteY91" fmla="*/ 1439334 h 2870200"/>
              <a:gd name="connsiteX92" fmla="*/ 2082416 w 4114416"/>
              <a:gd name="connsiteY92" fmla="*/ 2032000 h 2870200"/>
              <a:gd name="connsiteX93" fmla="*/ 2090882 w 4114416"/>
              <a:gd name="connsiteY93" fmla="*/ 2150534 h 2870200"/>
              <a:gd name="connsiteX94" fmla="*/ 2099349 w 4114416"/>
              <a:gd name="connsiteY94" fmla="*/ 2489200 h 2870200"/>
              <a:gd name="connsiteX95" fmla="*/ 2133216 w 4114416"/>
              <a:gd name="connsiteY95" fmla="*/ 2421467 h 2870200"/>
              <a:gd name="connsiteX96" fmla="*/ 2175549 w 4114416"/>
              <a:gd name="connsiteY96" fmla="*/ 2319867 h 2870200"/>
              <a:gd name="connsiteX97" fmla="*/ 2200949 w 4114416"/>
              <a:gd name="connsiteY97" fmla="*/ 2286000 h 2870200"/>
              <a:gd name="connsiteX98" fmla="*/ 2234816 w 4114416"/>
              <a:gd name="connsiteY98" fmla="*/ 2235200 h 2870200"/>
              <a:gd name="connsiteX99" fmla="*/ 2251749 w 4114416"/>
              <a:gd name="connsiteY99" fmla="*/ 2514600 h 2870200"/>
              <a:gd name="connsiteX100" fmla="*/ 2277149 w 4114416"/>
              <a:gd name="connsiteY100" fmla="*/ 2565400 h 2870200"/>
              <a:gd name="connsiteX101" fmla="*/ 2285616 w 4114416"/>
              <a:gd name="connsiteY101" fmla="*/ 2489200 h 2870200"/>
              <a:gd name="connsiteX102" fmla="*/ 2302549 w 4114416"/>
              <a:gd name="connsiteY102" fmla="*/ 2421467 h 2870200"/>
              <a:gd name="connsiteX103" fmla="*/ 2311016 w 4114416"/>
              <a:gd name="connsiteY103" fmla="*/ 1718734 h 2870200"/>
              <a:gd name="connsiteX104" fmla="*/ 2336416 w 4114416"/>
              <a:gd name="connsiteY104" fmla="*/ 1811867 h 2870200"/>
              <a:gd name="connsiteX105" fmla="*/ 2361816 w 4114416"/>
              <a:gd name="connsiteY105" fmla="*/ 1871134 h 2870200"/>
              <a:gd name="connsiteX106" fmla="*/ 2387216 w 4114416"/>
              <a:gd name="connsiteY106" fmla="*/ 1938867 h 2870200"/>
              <a:gd name="connsiteX107" fmla="*/ 2395682 w 4114416"/>
              <a:gd name="connsiteY107" fmla="*/ 1972734 h 2870200"/>
              <a:gd name="connsiteX108" fmla="*/ 2404149 w 4114416"/>
              <a:gd name="connsiteY108" fmla="*/ 1574800 h 2870200"/>
              <a:gd name="connsiteX109" fmla="*/ 2429549 w 4114416"/>
              <a:gd name="connsiteY109" fmla="*/ 1236134 h 2870200"/>
              <a:gd name="connsiteX110" fmla="*/ 2446482 w 4114416"/>
              <a:gd name="connsiteY110" fmla="*/ 1092200 h 2870200"/>
              <a:gd name="connsiteX111" fmla="*/ 2454949 w 4114416"/>
              <a:gd name="connsiteY111" fmla="*/ 1066800 h 2870200"/>
              <a:gd name="connsiteX112" fmla="*/ 2463416 w 4114416"/>
              <a:gd name="connsiteY112" fmla="*/ 1092200 h 2870200"/>
              <a:gd name="connsiteX113" fmla="*/ 2480349 w 4114416"/>
              <a:gd name="connsiteY113" fmla="*/ 1117600 h 2870200"/>
              <a:gd name="connsiteX114" fmla="*/ 2488816 w 4114416"/>
              <a:gd name="connsiteY114" fmla="*/ 1227667 h 2870200"/>
              <a:gd name="connsiteX115" fmla="*/ 2514216 w 4114416"/>
              <a:gd name="connsiteY115" fmla="*/ 753534 h 2870200"/>
              <a:gd name="connsiteX116" fmla="*/ 2531149 w 4114416"/>
              <a:gd name="connsiteY116" fmla="*/ 685800 h 2870200"/>
              <a:gd name="connsiteX117" fmla="*/ 2539616 w 4114416"/>
              <a:gd name="connsiteY117" fmla="*/ 609600 h 2870200"/>
              <a:gd name="connsiteX118" fmla="*/ 2548082 w 4114416"/>
              <a:gd name="connsiteY118" fmla="*/ 558800 h 2870200"/>
              <a:gd name="connsiteX119" fmla="*/ 2565016 w 4114416"/>
              <a:gd name="connsiteY119" fmla="*/ 584200 h 2870200"/>
              <a:gd name="connsiteX120" fmla="*/ 2573482 w 4114416"/>
              <a:gd name="connsiteY120" fmla="*/ 778934 h 2870200"/>
              <a:gd name="connsiteX121" fmla="*/ 2615816 w 4114416"/>
              <a:gd name="connsiteY121" fmla="*/ 914400 h 2870200"/>
              <a:gd name="connsiteX122" fmla="*/ 2632749 w 4114416"/>
              <a:gd name="connsiteY122" fmla="*/ 973667 h 2870200"/>
              <a:gd name="connsiteX123" fmla="*/ 2649682 w 4114416"/>
              <a:gd name="connsiteY123" fmla="*/ 812800 h 2870200"/>
              <a:gd name="connsiteX124" fmla="*/ 2666616 w 4114416"/>
              <a:gd name="connsiteY124" fmla="*/ 694267 h 2870200"/>
              <a:gd name="connsiteX125" fmla="*/ 2692016 w 4114416"/>
              <a:gd name="connsiteY125" fmla="*/ 558800 h 2870200"/>
              <a:gd name="connsiteX126" fmla="*/ 2717416 w 4114416"/>
              <a:gd name="connsiteY126" fmla="*/ 321734 h 2870200"/>
              <a:gd name="connsiteX127" fmla="*/ 2734349 w 4114416"/>
              <a:gd name="connsiteY127" fmla="*/ 1058334 h 2870200"/>
              <a:gd name="connsiteX128" fmla="*/ 2760746 w 4114416"/>
              <a:gd name="connsiteY128" fmla="*/ 1023969 h 2870200"/>
              <a:gd name="connsiteX129" fmla="*/ 2810549 w 4114416"/>
              <a:gd name="connsiteY129" fmla="*/ 905934 h 2870200"/>
              <a:gd name="connsiteX130" fmla="*/ 2844416 w 4114416"/>
              <a:gd name="connsiteY130" fmla="*/ 855134 h 2870200"/>
              <a:gd name="connsiteX131" fmla="*/ 2869816 w 4114416"/>
              <a:gd name="connsiteY131" fmla="*/ 1422400 h 2870200"/>
              <a:gd name="connsiteX132" fmla="*/ 2878282 w 4114416"/>
              <a:gd name="connsiteY132" fmla="*/ 1388534 h 2870200"/>
              <a:gd name="connsiteX133" fmla="*/ 2895216 w 4114416"/>
              <a:gd name="connsiteY133" fmla="*/ 1363134 h 2870200"/>
              <a:gd name="connsiteX134" fmla="*/ 2920616 w 4114416"/>
              <a:gd name="connsiteY134" fmla="*/ 1278467 h 2870200"/>
              <a:gd name="connsiteX135" fmla="*/ 2937549 w 4114416"/>
              <a:gd name="connsiteY135" fmla="*/ 1320800 h 2870200"/>
              <a:gd name="connsiteX136" fmla="*/ 2954482 w 4114416"/>
              <a:gd name="connsiteY136" fmla="*/ 1388534 h 2870200"/>
              <a:gd name="connsiteX137" fmla="*/ 2971416 w 4114416"/>
              <a:gd name="connsiteY137" fmla="*/ 1422400 h 2870200"/>
              <a:gd name="connsiteX138" fmla="*/ 3013749 w 4114416"/>
              <a:gd name="connsiteY138" fmla="*/ 1540934 h 2870200"/>
              <a:gd name="connsiteX139" fmla="*/ 3030682 w 4114416"/>
              <a:gd name="connsiteY139" fmla="*/ 1566334 h 2870200"/>
              <a:gd name="connsiteX140" fmla="*/ 3064549 w 4114416"/>
              <a:gd name="connsiteY140" fmla="*/ 1718734 h 2870200"/>
              <a:gd name="connsiteX141" fmla="*/ 3089949 w 4114416"/>
              <a:gd name="connsiteY141" fmla="*/ 1761067 h 2870200"/>
              <a:gd name="connsiteX142" fmla="*/ 3123816 w 4114416"/>
              <a:gd name="connsiteY142" fmla="*/ 1879600 h 2870200"/>
              <a:gd name="connsiteX143" fmla="*/ 3115349 w 4114416"/>
              <a:gd name="connsiteY143" fmla="*/ 1913467 h 2870200"/>
              <a:gd name="connsiteX144" fmla="*/ 3127799 w 4114416"/>
              <a:gd name="connsiteY144" fmla="*/ 1901016 h 2870200"/>
              <a:gd name="connsiteX145" fmla="*/ 3106882 w 4114416"/>
              <a:gd name="connsiteY145" fmla="*/ 1888067 h 2870200"/>
              <a:gd name="connsiteX146" fmla="*/ 3132282 w 4114416"/>
              <a:gd name="connsiteY146" fmla="*/ 1871134 h 2870200"/>
              <a:gd name="connsiteX147" fmla="*/ 3140749 w 4114416"/>
              <a:gd name="connsiteY147" fmla="*/ 1769534 h 2870200"/>
              <a:gd name="connsiteX148" fmla="*/ 3157682 w 4114416"/>
              <a:gd name="connsiteY148" fmla="*/ 1710267 h 2870200"/>
              <a:gd name="connsiteX149" fmla="*/ 3166149 w 4114416"/>
              <a:gd name="connsiteY149" fmla="*/ 1684867 h 2870200"/>
              <a:gd name="connsiteX150" fmla="*/ 3191549 w 4114416"/>
              <a:gd name="connsiteY150" fmla="*/ 1676400 h 2870200"/>
              <a:gd name="connsiteX151" fmla="*/ 3200016 w 4114416"/>
              <a:gd name="connsiteY151" fmla="*/ 2006600 h 2870200"/>
              <a:gd name="connsiteX152" fmla="*/ 3208482 w 4114416"/>
              <a:gd name="connsiteY152" fmla="*/ 2048934 h 2870200"/>
              <a:gd name="connsiteX153" fmla="*/ 3216949 w 4114416"/>
              <a:gd name="connsiteY153" fmla="*/ 2099734 h 2870200"/>
              <a:gd name="connsiteX154" fmla="*/ 3233882 w 4114416"/>
              <a:gd name="connsiteY154" fmla="*/ 2048934 h 2870200"/>
              <a:gd name="connsiteX155" fmla="*/ 3242349 w 4114416"/>
              <a:gd name="connsiteY155" fmla="*/ 1998134 h 2870200"/>
              <a:gd name="connsiteX156" fmla="*/ 3276216 w 4114416"/>
              <a:gd name="connsiteY156" fmla="*/ 2353734 h 2870200"/>
              <a:gd name="connsiteX157" fmla="*/ 3301616 w 4114416"/>
              <a:gd name="connsiteY157" fmla="*/ 2387600 h 2870200"/>
              <a:gd name="connsiteX158" fmla="*/ 3310082 w 4114416"/>
              <a:gd name="connsiteY158" fmla="*/ 2497667 h 2870200"/>
              <a:gd name="connsiteX159" fmla="*/ 3327016 w 4114416"/>
              <a:gd name="connsiteY159" fmla="*/ 2531534 h 2870200"/>
              <a:gd name="connsiteX160" fmla="*/ 3343949 w 4114416"/>
              <a:gd name="connsiteY160" fmla="*/ 2599267 h 2870200"/>
              <a:gd name="connsiteX161" fmla="*/ 3369349 w 4114416"/>
              <a:gd name="connsiteY161" fmla="*/ 2667000 h 2870200"/>
              <a:gd name="connsiteX162" fmla="*/ 3411682 w 4114416"/>
              <a:gd name="connsiteY162" fmla="*/ 2810934 h 2870200"/>
              <a:gd name="connsiteX163" fmla="*/ 3437082 w 4114416"/>
              <a:gd name="connsiteY163" fmla="*/ 2870200 h 2870200"/>
              <a:gd name="connsiteX164" fmla="*/ 3462482 w 4114416"/>
              <a:gd name="connsiteY164" fmla="*/ 1828800 h 2870200"/>
              <a:gd name="connsiteX165" fmla="*/ 3461984 w 4114416"/>
              <a:gd name="connsiteY165" fmla="*/ 2090271 h 2870200"/>
              <a:gd name="connsiteX166" fmla="*/ 3487882 w 4114416"/>
              <a:gd name="connsiteY166" fmla="*/ 1735667 h 2870200"/>
              <a:gd name="connsiteX167" fmla="*/ 3513282 w 4114416"/>
              <a:gd name="connsiteY167" fmla="*/ 1651000 h 2870200"/>
              <a:gd name="connsiteX168" fmla="*/ 3521749 w 4114416"/>
              <a:gd name="connsiteY168" fmla="*/ 1701800 h 2870200"/>
              <a:gd name="connsiteX169" fmla="*/ 3525733 w 4114416"/>
              <a:gd name="connsiteY169" fmla="*/ 1875118 h 2870200"/>
              <a:gd name="connsiteX170" fmla="*/ 3547149 w 4114416"/>
              <a:gd name="connsiteY170" fmla="*/ 1752600 h 2870200"/>
              <a:gd name="connsiteX171" fmla="*/ 3555616 w 4114416"/>
              <a:gd name="connsiteY171" fmla="*/ 1693334 h 2870200"/>
              <a:gd name="connsiteX172" fmla="*/ 3597949 w 4114416"/>
              <a:gd name="connsiteY172" fmla="*/ 1608667 h 2870200"/>
              <a:gd name="connsiteX173" fmla="*/ 3614882 w 4114416"/>
              <a:gd name="connsiteY173" fmla="*/ 1566334 h 2870200"/>
              <a:gd name="connsiteX174" fmla="*/ 3657216 w 4114416"/>
              <a:gd name="connsiteY174" fmla="*/ 1464734 h 2870200"/>
              <a:gd name="connsiteX175" fmla="*/ 3661200 w 4114416"/>
              <a:gd name="connsiteY175" fmla="*/ 1373094 h 2870200"/>
              <a:gd name="connsiteX176" fmla="*/ 3682616 w 4114416"/>
              <a:gd name="connsiteY176" fmla="*/ 1363134 h 2870200"/>
              <a:gd name="connsiteX177" fmla="*/ 3699549 w 4114416"/>
              <a:gd name="connsiteY177" fmla="*/ 1320800 h 2870200"/>
              <a:gd name="connsiteX178" fmla="*/ 3694569 w 4114416"/>
              <a:gd name="connsiteY178" fmla="*/ 1151964 h 2870200"/>
              <a:gd name="connsiteX179" fmla="*/ 3741882 w 4114416"/>
              <a:gd name="connsiteY179" fmla="*/ 1227667 h 2870200"/>
              <a:gd name="connsiteX180" fmla="*/ 3750349 w 4114416"/>
              <a:gd name="connsiteY180" fmla="*/ 1176867 h 2870200"/>
              <a:gd name="connsiteX181" fmla="*/ 3767282 w 4114416"/>
              <a:gd name="connsiteY181" fmla="*/ 1126067 h 2870200"/>
              <a:gd name="connsiteX182" fmla="*/ 3775749 w 4114416"/>
              <a:gd name="connsiteY182" fmla="*/ 1058334 h 2870200"/>
              <a:gd name="connsiteX183" fmla="*/ 3784216 w 4114416"/>
              <a:gd name="connsiteY183" fmla="*/ 1270000 h 2870200"/>
              <a:gd name="connsiteX184" fmla="*/ 3813064 w 4114416"/>
              <a:gd name="connsiteY184" fmla="*/ 678606 h 2870200"/>
              <a:gd name="connsiteX185" fmla="*/ 3818082 w 4114416"/>
              <a:gd name="connsiteY185" fmla="*/ 558800 h 2870200"/>
              <a:gd name="connsiteX186" fmla="*/ 3835016 w 4114416"/>
              <a:gd name="connsiteY186" fmla="*/ 482600 h 2870200"/>
              <a:gd name="connsiteX187" fmla="*/ 3843482 w 4114416"/>
              <a:gd name="connsiteY187" fmla="*/ 533400 h 2870200"/>
              <a:gd name="connsiteX188" fmla="*/ 3860416 w 4114416"/>
              <a:gd name="connsiteY188" fmla="*/ 660400 h 2870200"/>
              <a:gd name="connsiteX189" fmla="*/ 3868882 w 4114416"/>
              <a:gd name="connsiteY189" fmla="*/ 702734 h 2870200"/>
              <a:gd name="connsiteX190" fmla="*/ 3885816 w 4114416"/>
              <a:gd name="connsiteY190" fmla="*/ 736600 h 2870200"/>
              <a:gd name="connsiteX191" fmla="*/ 3902749 w 4114416"/>
              <a:gd name="connsiteY191" fmla="*/ 702734 h 2870200"/>
              <a:gd name="connsiteX192" fmla="*/ 3962016 w 4114416"/>
              <a:gd name="connsiteY192" fmla="*/ 482600 h 2870200"/>
              <a:gd name="connsiteX193" fmla="*/ 3978949 w 4114416"/>
              <a:gd name="connsiteY193" fmla="*/ 457200 h 2870200"/>
              <a:gd name="connsiteX194" fmla="*/ 4004349 w 4114416"/>
              <a:gd name="connsiteY194" fmla="*/ 177800 h 2870200"/>
              <a:gd name="connsiteX195" fmla="*/ 4029749 w 4114416"/>
              <a:gd name="connsiteY195" fmla="*/ 135467 h 2870200"/>
              <a:gd name="connsiteX196" fmla="*/ 4038216 w 4114416"/>
              <a:gd name="connsiteY196" fmla="*/ 101600 h 2870200"/>
              <a:gd name="connsiteX197" fmla="*/ 4046682 w 4114416"/>
              <a:gd name="connsiteY197" fmla="*/ 76200 h 2870200"/>
              <a:gd name="connsiteX198" fmla="*/ 4055149 w 4114416"/>
              <a:gd name="connsiteY198" fmla="*/ 110067 h 2870200"/>
              <a:gd name="connsiteX199" fmla="*/ 4072082 w 4114416"/>
              <a:gd name="connsiteY199" fmla="*/ 160867 h 2870200"/>
              <a:gd name="connsiteX200" fmla="*/ 4114416 w 4114416"/>
              <a:gd name="connsiteY200" fmla="*/ 0 h 2870200"/>
              <a:gd name="connsiteX0" fmla="*/ 0 w 4114416"/>
              <a:gd name="connsiteY0" fmla="*/ 735359 h 2870200"/>
              <a:gd name="connsiteX1" fmla="*/ 22363 w 4114416"/>
              <a:gd name="connsiteY1" fmla="*/ 647092 h 2870200"/>
              <a:gd name="connsiteX2" fmla="*/ 53451 w 4114416"/>
              <a:gd name="connsiteY2" fmla="*/ 567267 h 2870200"/>
              <a:gd name="connsiteX3" fmla="*/ 61790 w 4114416"/>
              <a:gd name="connsiteY3" fmla="*/ 828517 h 2870200"/>
              <a:gd name="connsiteX4" fmla="*/ 57549 w 4114416"/>
              <a:gd name="connsiteY4" fmla="*/ 1083293 h 2870200"/>
              <a:gd name="connsiteX5" fmla="*/ 55282 w 4114416"/>
              <a:gd name="connsiteY5" fmla="*/ 1212385 h 2870200"/>
              <a:gd name="connsiteX6" fmla="*/ 69873 w 4114416"/>
              <a:gd name="connsiteY6" fmla="*/ 1401791 h 2870200"/>
              <a:gd name="connsiteX7" fmla="*/ 112335 w 4114416"/>
              <a:gd name="connsiteY7" fmla="*/ 1209517 h 2870200"/>
              <a:gd name="connsiteX8" fmla="*/ 135082 w 4114416"/>
              <a:gd name="connsiteY8" fmla="*/ 1100667 h 2870200"/>
              <a:gd name="connsiteX9" fmla="*/ 168949 w 4114416"/>
              <a:gd name="connsiteY9" fmla="*/ 999067 h 2870200"/>
              <a:gd name="connsiteX10" fmla="*/ 185882 w 4114416"/>
              <a:gd name="connsiteY10" fmla="*/ 948267 h 2870200"/>
              <a:gd name="connsiteX11" fmla="*/ 202816 w 4114416"/>
              <a:gd name="connsiteY11" fmla="*/ 1134534 h 2870200"/>
              <a:gd name="connsiteX12" fmla="*/ 219749 w 4114416"/>
              <a:gd name="connsiteY12" fmla="*/ 1464734 h 2870200"/>
              <a:gd name="connsiteX13" fmla="*/ 279016 w 4114416"/>
              <a:gd name="connsiteY13" fmla="*/ 1363134 h 2870200"/>
              <a:gd name="connsiteX14" fmla="*/ 304416 w 4114416"/>
              <a:gd name="connsiteY14" fmla="*/ 1371600 h 2870200"/>
              <a:gd name="connsiteX15" fmla="*/ 312882 w 4114416"/>
              <a:gd name="connsiteY15" fmla="*/ 2243667 h 2870200"/>
              <a:gd name="connsiteX16" fmla="*/ 338282 w 4114416"/>
              <a:gd name="connsiteY16" fmla="*/ 2201334 h 2870200"/>
              <a:gd name="connsiteX17" fmla="*/ 346749 w 4114416"/>
              <a:gd name="connsiteY17" fmla="*/ 2150534 h 2870200"/>
              <a:gd name="connsiteX18" fmla="*/ 371651 w 4114416"/>
              <a:gd name="connsiteY18" fmla="*/ 2376146 h 2870200"/>
              <a:gd name="connsiteX19" fmla="*/ 389082 w 4114416"/>
              <a:gd name="connsiteY19" fmla="*/ 2082800 h 2870200"/>
              <a:gd name="connsiteX20" fmla="*/ 414981 w 4114416"/>
              <a:gd name="connsiteY20" fmla="*/ 1792444 h 2870200"/>
              <a:gd name="connsiteX21" fmla="*/ 422949 w 4114416"/>
              <a:gd name="connsiteY21" fmla="*/ 2032000 h 2870200"/>
              <a:gd name="connsiteX22" fmla="*/ 453908 w 4114416"/>
              <a:gd name="connsiteY22" fmla="*/ 1990884 h 2870200"/>
              <a:gd name="connsiteX23" fmla="*/ 465282 w 4114416"/>
              <a:gd name="connsiteY23" fmla="*/ 1752600 h 2870200"/>
              <a:gd name="connsiteX24" fmla="*/ 490682 w 4114416"/>
              <a:gd name="connsiteY24" fmla="*/ 1651000 h 2870200"/>
              <a:gd name="connsiteX25" fmla="*/ 516082 w 4114416"/>
              <a:gd name="connsiteY25" fmla="*/ 1710267 h 2870200"/>
              <a:gd name="connsiteX26" fmla="*/ 524549 w 4114416"/>
              <a:gd name="connsiteY26" fmla="*/ 1851666 h 2870200"/>
              <a:gd name="connsiteX27" fmla="*/ 558416 w 4114416"/>
              <a:gd name="connsiteY27" fmla="*/ 1820334 h 2870200"/>
              <a:gd name="connsiteX28" fmla="*/ 583816 w 4114416"/>
              <a:gd name="connsiteY28" fmla="*/ 1938867 h 2870200"/>
              <a:gd name="connsiteX29" fmla="*/ 600749 w 4114416"/>
              <a:gd name="connsiteY29" fmla="*/ 1998134 h 2870200"/>
              <a:gd name="connsiteX30" fmla="*/ 643082 w 4114416"/>
              <a:gd name="connsiteY30" fmla="*/ 1786467 h 2870200"/>
              <a:gd name="connsiteX31" fmla="*/ 668482 w 4114416"/>
              <a:gd name="connsiteY31" fmla="*/ 1718734 h 2870200"/>
              <a:gd name="connsiteX32" fmla="*/ 685416 w 4114416"/>
              <a:gd name="connsiteY32" fmla="*/ 1617134 h 2870200"/>
              <a:gd name="connsiteX33" fmla="*/ 702349 w 4114416"/>
              <a:gd name="connsiteY33" fmla="*/ 1557867 h 2870200"/>
              <a:gd name="connsiteX34" fmla="*/ 710816 w 4114416"/>
              <a:gd name="connsiteY34" fmla="*/ 1524000 h 2870200"/>
              <a:gd name="connsiteX35" fmla="*/ 727749 w 4114416"/>
              <a:gd name="connsiteY35" fmla="*/ 1312334 h 2870200"/>
              <a:gd name="connsiteX36" fmla="*/ 744682 w 4114416"/>
              <a:gd name="connsiteY36" fmla="*/ 1380067 h 2870200"/>
              <a:gd name="connsiteX37" fmla="*/ 761616 w 4114416"/>
              <a:gd name="connsiteY37" fmla="*/ 1532467 h 2870200"/>
              <a:gd name="connsiteX38" fmla="*/ 778549 w 4114416"/>
              <a:gd name="connsiteY38" fmla="*/ 1566334 h 2870200"/>
              <a:gd name="connsiteX39" fmla="*/ 820882 w 4114416"/>
              <a:gd name="connsiteY39" fmla="*/ 1430867 h 2870200"/>
              <a:gd name="connsiteX40" fmla="*/ 854749 w 4114416"/>
              <a:gd name="connsiteY40" fmla="*/ 1388534 h 2870200"/>
              <a:gd name="connsiteX41" fmla="*/ 863216 w 4114416"/>
              <a:gd name="connsiteY41" fmla="*/ 1498600 h 2870200"/>
              <a:gd name="connsiteX42" fmla="*/ 888616 w 4114416"/>
              <a:gd name="connsiteY42" fmla="*/ 1811867 h 2870200"/>
              <a:gd name="connsiteX43" fmla="*/ 897082 w 4114416"/>
              <a:gd name="connsiteY43" fmla="*/ 1642534 h 2870200"/>
              <a:gd name="connsiteX44" fmla="*/ 930949 w 4114416"/>
              <a:gd name="connsiteY44" fmla="*/ 1557867 h 2870200"/>
              <a:gd name="connsiteX45" fmla="*/ 939416 w 4114416"/>
              <a:gd name="connsiteY45" fmla="*/ 2006600 h 2870200"/>
              <a:gd name="connsiteX46" fmla="*/ 964816 w 4114416"/>
              <a:gd name="connsiteY46" fmla="*/ 2116667 h 2870200"/>
              <a:gd name="connsiteX47" fmla="*/ 973282 w 4114416"/>
              <a:gd name="connsiteY47" fmla="*/ 1948424 h 2870200"/>
              <a:gd name="connsiteX48" fmla="*/ 990216 w 4114416"/>
              <a:gd name="connsiteY48" fmla="*/ 1794934 h 2870200"/>
              <a:gd name="connsiteX49" fmla="*/ 998682 w 4114416"/>
              <a:gd name="connsiteY49" fmla="*/ 1761067 h 2870200"/>
              <a:gd name="connsiteX50" fmla="*/ 1015616 w 4114416"/>
              <a:gd name="connsiteY50" fmla="*/ 1871134 h 2870200"/>
              <a:gd name="connsiteX51" fmla="*/ 1032549 w 4114416"/>
              <a:gd name="connsiteY51" fmla="*/ 1947334 h 2870200"/>
              <a:gd name="connsiteX52" fmla="*/ 1049482 w 4114416"/>
              <a:gd name="connsiteY52" fmla="*/ 2040467 h 2870200"/>
              <a:gd name="connsiteX53" fmla="*/ 1074882 w 4114416"/>
              <a:gd name="connsiteY53" fmla="*/ 2108200 h 2870200"/>
              <a:gd name="connsiteX54" fmla="*/ 1105586 w 4114416"/>
              <a:gd name="connsiteY54" fmla="*/ 2165034 h 2870200"/>
              <a:gd name="connsiteX55" fmla="*/ 1117344 w 4114416"/>
              <a:gd name="connsiteY55" fmla="*/ 2220675 h 2870200"/>
              <a:gd name="connsiteX56" fmla="*/ 1134149 w 4114416"/>
              <a:gd name="connsiteY56" fmla="*/ 2108200 h 2870200"/>
              <a:gd name="connsiteX57" fmla="*/ 1184949 w 4114416"/>
              <a:gd name="connsiteY57" fmla="*/ 1989667 h 2870200"/>
              <a:gd name="connsiteX58" fmla="*/ 1221851 w 4114416"/>
              <a:gd name="connsiteY58" fmla="*/ 1898967 h 2870200"/>
              <a:gd name="connsiteX59" fmla="*/ 1244216 w 4114416"/>
              <a:gd name="connsiteY59" fmla="*/ 2167467 h 2870200"/>
              <a:gd name="connsiteX60" fmla="*/ 1261149 w 4114416"/>
              <a:gd name="connsiteY60" fmla="*/ 2082800 h 2870200"/>
              <a:gd name="connsiteX61" fmla="*/ 1269616 w 4114416"/>
              <a:gd name="connsiteY61" fmla="*/ 2015067 h 2870200"/>
              <a:gd name="connsiteX62" fmla="*/ 1311949 w 4114416"/>
              <a:gd name="connsiteY62" fmla="*/ 1854200 h 2870200"/>
              <a:gd name="connsiteX63" fmla="*/ 1320416 w 4114416"/>
              <a:gd name="connsiteY63" fmla="*/ 1803400 h 2870200"/>
              <a:gd name="connsiteX64" fmla="*/ 1345816 w 4114416"/>
              <a:gd name="connsiteY64" fmla="*/ 1701800 h 2870200"/>
              <a:gd name="connsiteX65" fmla="*/ 1371216 w 4114416"/>
              <a:gd name="connsiteY65" fmla="*/ 1718734 h 2870200"/>
              <a:gd name="connsiteX66" fmla="*/ 1379682 w 4114416"/>
              <a:gd name="connsiteY66" fmla="*/ 1744134 h 2870200"/>
              <a:gd name="connsiteX67" fmla="*/ 1405082 w 4114416"/>
              <a:gd name="connsiteY67" fmla="*/ 1828800 h 2870200"/>
              <a:gd name="connsiteX68" fmla="*/ 1422016 w 4114416"/>
              <a:gd name="connsiteY68" fmla="*/ 1879600 h 2870200"/>
              <a:gd name="connsiteX69" fmla="*/ 1430482 w 4114416"/>
              <a:gd name="connsiteY69" fmla="*/ 1913467 h 2870200"/>
              <a:gd name="connsiteX70" fmla="*/ 1455882 w 4114416"/>
              <a:gd name="connsiteY70" fmla="*/ 1947334 h 2870200"/>
              <a:gd name="connsiteX71" fmla="*/ 1472816 w 4114416"/>
              <a:gd name="connsiteY71" fmla="*/ 1938867 h 2870200"/>
              <a:gd name="connsiteX72" fmla="*/ 1515149 w 4114416"/>
              <a:gd name="connsiteY72" fmla="*/ 1803400 h 2870200"/>
              <a:gd name="connsiteX73" fmla="*/ 1574416 w 4114416"/>
              <a:gd name="connsiteY73" fmla="*/ 1651000 h 2870200"/>
              <a:gd name="connsiteX74" fmla="*/ 1582882 w 4114416"/>
              <a:gd name="connsiteY74" fmla="*/ 1591734 h 2870200"/>
              <a:gd name="connsiteX75" fmla="*/ 1599816 w 4114416"/>
              <a:gd name="connsiteY75" fmla="*/ 1566334 h 2870200"/>
              <a:gd name="connsiteX76" fmla="*/ 1608282 w 4114416"/>
              <a:gd name="connsiteY76" fmla="*/ 1524000 h 2870200"/>
              <a:gd name="connsiteX77" fmla="*/ 1616749 w 4114416"/>
              <a:gd name="connsiteY77" fmla="*/ 1498600 h 2870200"/>
              <a:gd name="connsiteX78" fmla="*/ 1633682 w 4114416"/>
              <a:gd name="connsiteY78" fmla="*/ 1524000 h 2870200"/>
              <a:gd name="connsiteX79" fmla="*/ 1659082 w 4114416"/>
              <a:gd name="connsiteY79" fmla="*/ 1490134 h 2870200"/>
              <a:gd name="connsiteX80" fmla="*/ 1684482 w 4114416"/>
              <a:gd name="connsiteY80" fmla="*/ 1388534 h 2870200"/>
              <a:gd name="connsiteX81" fmla="*/ 1743749 w 4114416"/>
              <a:gd name="connsiteY81" fmla="*/ 1286934 h 2870200"/>
              <a:gd name="connsiteX82" fmla="*/ 1794549 w 4114416"/>
              <a:gd name="connsiteY82" fmla="*/ 1176867 h 2870200"/>
              <a:gd name="connsiteX83" fmla="*/ 1819949 w 4114416"/>
              <a:gd name="connsiteY83" fmla="*/ 1202267 h 2870200"/>
              <a:gd name="connsiteX84" fmla="*/ 1828416 w 4114416"/>
              <a:gd name="connsiteY84" fmla="*/ 1227667 h 2870200"/>
              <a:gd name="connsiteX85" fmla="*/ 1845349 w 4114416"/>
              <a:gd name="connsiteY85" fmla="*/ 1261534 h 2870200"/>
              <a:gd name="connsiteX86" fmla="*/ 1887682 w 4114416"/>
              <a:gd name="connsiteY86" fmla="*/ 1422400 h 2870200"/>
              <a:gd name="connsiteX87" fmla="*/ 1938482 w 4114416"/>
              <a:gd name="connsiteY87" fmla="*/ 1600200 h 2870200"/>
              <a:gd name="connsiteX88" fmla="*/ 1989282 w 4114416"/>
              <a:gd name="connsiteY88" fmla="*/ 1744134 h 2870200"/>
              <a:gd name="connsiteX89" fmla="*/ 2006216 w 4114416"/>
              <a:gd name="connsiteY89" fmla="*/ 1498600 h 2870200"/>
              <a:gd name="connsiteX90" fmla="*/ 2023149 w 4114416"/>
              <a:gd name="connsiteY90" fmla="*/ 1464734 h 2870200"/>
              <a:gd name="connsiteX91" fmla="*/ 2031616 w 4114416"/>
              <a:gd name="connsiteY91" fmla="*/ 1439334 h 2870200"/>
              <a:gd name="connsiteX92" fmla="*/ 2082416 w 4114416"/>
              <a:gd name="connsiteY92" fmla="*/ 2032000 h 2870200"/>
              <a:gd name="connsiteX93" fmla="*/ 2090882 w 4114416"/>
              <a:gd name="connsiteY93" fmla="*/ 2150534 h 2870200"/>
              <a:gd name="connsiteX94" fmla="*/ 2099349 w 4114416"/>
              <a:gd name="connsiteY94" fmla="*/ 2489200 h 2870200"/>
              <a:gd name="connsiteX95" fmla="*/ 2133216 w 4114416"/>
              <a:gd name="connsiteY95" fmla="*/ 2421467 h 2870200"/>
              <a:gd name="connsiteX96" fmla="*/ 2175549 w 4114416"/>
              <a:gd name="connsiteY96" fmla="*/ 2319867 h 2870200"/>
              <a:gd name="connsiteX97" fmla="*/ 2200949 w 4114416"/>
              <a:gd name="connsiteY97" fmla="*/ 2286000 h 2870200"/>
              <a:gd name="connsiteX98" fmla="*/ 2234816 w 4114416"/>
              <a:gd name="connsiteY98" fmla="*/ 2235200 h 2870200"/>
              <a:gd name="connsiteX99" fmla="*/ 2251749 w 4114416"/>
              <a:gd name="connsiteY99" fmla="*/ 2514600 h 2870200"/>
              <a:gd name="connsiteX100" fmla="*/ 2277149 w 4114416"/>
              <a:gd name="connsiteY100" fmla="*/ 2565400 h 2870200"/>
              <a:gd name="connsiteX101" fmla="*/ 2285616 w 4114416"/>
              <a:gd name="connsiteY101" fmla="*/ 2489200 h 2870200"/>
              <a:gd name="connsiteX102" fmla="*/ 2302549 w 4114416"/>
              <a:gd name="connsiteY102" fmla="*/ 2421467 h 2870200"/>
              <a:gd name="connsiteX103" fmla="*/ 2311016 w 4114416"/>
              <a:gd name="connsiteY103" fmla="*/ 1718734 h 2870200"/>
              <a:gd name="connsiteX104" fmla="*/ 2336416 w 4114416"/>
              <a:gd name="connsiteY104" fmla="*/ 1811867 h 2870200"/>
              <a:gd name="connsiteX105" fmla="*/ 2361816 w 4114416"/>
              <a:gd name="connsiteY105" fmla="*/ 1871134 h 2870200"/>
              <a:gd name="connsiteX106" fmla="*/ 2387216 w 4114416"/>
              <a:gd name="connsiteY106" fmla="*/ 1938867 h 2870200"/>
              <a:gd name="connsiteX107" fmla="*/ 2395682 w 4114416"/>
              <a:gd name="connsiteY107" fmla="*/ 1972734 h 2870200"/>
              <a:gd name="connsiteX108" fmla="*/ 2404149 w 4114416"/>
              <a:gd name="connsiteY108" fmla="*/ 1574800 h 2870200"/>
              <a:gd name="connsiteX109" fmla="*/ 2429549 w 4114416"/>
              <a:gd name="connsiteY109" fmla="*/ 1236134 h 2870200"/>
              <a:gd name="connsiteX110" fmla="*/ 2446482 w 4114416"/>
              <a:gd name="connsiteY110" fmla="*/ 1092200 h 2870200"/>
              <a:gd name="connsiteX111" fmla="*/ 2454949 w 4114416"/>
              <a:gd name="connsiteY111" fmla="*/ 1066800 h 2870200"/>
              <a:gd name="connsiteX112" fmla="*/ 2463416 w 4114416"/>
              <a:gd name="connsiteY112" fmla="*/ 1092200 h 2870200"/>
              <a:gd name="connsiteX113" fmla="*/ 2480349 w 4114416"/>
              <a:gd name="connsiteY113" fmla="*/ 1117600 h 2870200"/>
              <a:gd name="connsiteX114" fmla="*/ 2488816 w 4114416"/>
              <a:gd name="connsiteY114" fmla="*/ 1227667 h 2870200"/>
              <a:gd name="connsiteX115" fmla="*/ 2514216 w 4114416"/>
              <a:gd name="connsiteY115" fmla="*/ 753534 h 2870200"/>
              <a:gd name="connsiteX116" fmla="*/ 2531149 w 4114416"/>
              <a:gd name="connsiteY116" fmla="*/ 685800 h 2870200"/>
              <a:gd name="connsiteX117" fmla="*/ 2539616 w 4114416"/>
              <a:gd name="connsiteY117" fmla="*/ 609600 h 2870200"/>
              <a:gd name="connsiteX118" fmla="*/ 2548082 w 4114416"/>
              <a:gd name="connsiteY118" fmla="*/ 558800 h 2870200"/>
              <a:gd name="connsiteX119" fmla="*/ 2565016 w 4114416"/>
              <a:gd name="connsiteY119" fmla="*/ 584200 h 2870200"/>
              <a:gd name="connsiteX120" fmla="*/ 2573482 w 4114416"/>
              <a:gd name="connsiteY120" fmla="*/ 778934 h 2870200"/>
              <a:gd name="connsiteX121" fmla="*/ 2615816 w 4114416"/>
              <a:gd name="connsiteY121" fmla="*/ 914400 h 2870200"/>
              <a:gd name="connsiteX122" fmla="*/ 2632749 w 4114416"/>
              <a:gd name="connsiteY122" fmla="*/ 973667 h 2870200"/>
              <a:gd name="connsiteX123" fmla="*/ 2649682 w 4114416"/>
              <a:gd name="connsiteY123" fmla="*/ 812800 h 2870200"/>
              <a:gd name="connsiteX124" fmla="*/ 2666616 w 4114416"/>
              <a:gd name="connsiteY124" fmla="*/ 694267 h 2870200"/>
              <a:gd name="connsiteX125" fmla="*/ 2692016 w 4114416"/>
              <a:gd name="connsiteY125" fmla="*/ 558800 h 2870200"/>
              <a:gd name="connsiteX126" fmla="*/ 2717416 w 4114416"/>
              <a:gd name="connsiteY126" fmla="*/ 321734 h 2870200"/>
              <a:gd name="connsiteX127" fmla="*/ 2734349 w 4114416"/>
              <a:gd name="connsiteY127" fmla="*/ 1058334 h 2870200"/>
              <a:gd name="connsiteX128" fmla="*/ 2760746 w 4114416"/>
              <a:gd name="connsiteY128" fmla="*/ 1023969 h 2870200"/>
              <a:gd name="connsiteX129" fmla="*/ 2810549 w 4114416"/>
              <a:gd name="connsiteY129" fmla="*/ 905934 h 2870200"/>
              <a:gd name="connsiteX130" fmla="*/ 2844416 w 4114416"/>
              <a:gd name="connsiteY130" fmla="*/ 855134 h 2870200"/>
              <a:gd name="connsiteX131" fmla="*/ 2869816 w 4114416"/>
              <a:gd name="connsiteY131" fmla="*/ 1422400 h 2870200"/>
              <a:gd name="connsiteX132" fmla="*/ 2878282 w 4114416"/>
              <a:gd name="connsiteY132" fmla="*/ 1388534 h 2870200"/>
              <a:gd name="connsiteX133" fmla="*/ 2895216 w 4114416"/>
              <a:gd name="connsiteY133" fmla="*/ 1363134 h 2870200"/>
              <a:gd name="connsiteX134" fmla="*/ 2920616 w 4114416"/>
              <a:gd name="connsiteY134" fmla="*/ 1278467 h 2870200"/>
              <a:gd name="connsiteX135" fmla="*/ 2937549 w 4114416"/>
              <a:gd name="connsiteY135" fmla="*/ 1320800 h 2870200"/>
              <a:gd name="connsiteX136" fmla="*/ 2954482 w 4114416"/>
              <a:gd name="connsiteY136" fmla="*/ 1388534 h 2870200"/>
              <a:gd name="connsiteX137" fmla="*/ 2971416 w 4114416"/>
              <a:gd name="connsiteY137" fmla="*/ 1422400 h 2870200"/>
              <a:gd name="connsiteX138" fmla="*/ 3013749 w 4114416"/>
              <a:gd name="connsiteY138" fmla="*/ 1540934 h 2870200"/>
              <a:gd name="connsiteX139" fmla="*/ 3030682 w 4114416"/>
              <a:gd name="connsiteY139" fmla="*/ 1566334 h 2870200"/>
              <a:gd name="connsiteX140" fmla="*/ 3064549 w 4114416"/>
              <a:gd name="connsiteY140" fmla="*/ 1718734 h 2870200"/>
              <a:gd name="connsiteX141" fmla="*/ 3089949 w 4114416"/>
              <a:gd name="connsiteY141" fmla="*/ 1761067 h 2870200"/>
              <a:gd name="connsiteX142" fmla="*/ 3123816 w 4114416"/>
              <a:gd name="connsiteY142" fmla="*/ 1879600 h 2870200"/>
              <a:gd name="connsiteX143" fmla="*/ 3115349 w 4114416"/>
              <a:gd name="connsiteY143" fmla="*/ 1913467 h 2870200"/>
              <a:gd name="connsiteX144" fmla="*/ 3127799 w 4114416"/>
              <a:gd name="connsiteY144" fmla="*/ 1901016 h 2870200"/>
              <a:gd name="connsiteX145" fmla="*/ 3106882 w 4114416"/>
              <a:gd name="connsiteY145" fmla="*/ 1888067 h 2870200"/>
              <a:gd name="connsiteX146" fmla="*/ 3132282 w 4114416"/>
              <a:gd name="connsiteY146" fmla="*/ 1871134 h 2870200"/>
              <a:gd name="connsiteX147" fmla="*/ 3140749 w 4114416"/>
              <a:gd name="connsiteY147" fmla="*/ 1769534 h 2870200"/>
              <a:gd name="connsiteX148" fmla="*/ 3157682 w 4114416"/>
              <a:gd name="connsiteY148" fmla="*/ 1710267 h 2870200"/>
              <a:gd name="connsiteX149" fmla="*/ 3166149 w 4114416"/>
              <a:gd name="connsiteY149" fmla="*/ 1684867 h 2870200"/>
              <a:gd name="connsiteX150" fmla="*/ 3191549 w 4114416"/>
              <a:gd name="connsiteY150" fmla="*/ 1676400 h 2870200"/>
              <a:gd name="connsiteX151" fmla="*/ 3200016 w 4114416"/>
              <a:gd name="connsiteY151" fmla="*/ 2006600 h 2870200"/>
              <a:gd name="connsiteX152" fmla="*/ 3208482 w 4114416"/>
              <a:gd name="connsiteY152" fmla="*/ 2048934 h 2870200"/>
              <a:gd name="connsiteX153" fmla="*/ 3216949 w 4114416"/>
              <a:gd name="connsiteY153" fmla="*/ 2099734 h 2870200"/>
              <a:gd name="connsiteX154" fmla="*/ 3233882 w 4114416"/>
              <a:gd name="connsiteY154" fmla="*/ 2048934 h 2870200"/>
              <a:gd name="connsiteX155" fmla="*/ 3242349 w 4114416"/>
              <a:gd name="connsiteY155" fmla="*/ 1998134 h 2870200"/>
              <a:gd name="connsiteX156" fmla="*/ 3276216 w 4114416"/>
              <a:gd name="connsiteY156" fmla="*/ 2353734 h 2870200"/>
              <a:gd name="connsiteX157" fmla="*/ 3301616 w 4114416"/>
              <a:gd name="connsiteY157" fmla="*/ 2387600 h 2870200"/>
              <a:gd name="connsiteX158" fmla="*/ 3310082 w 4114416"/>
              <a:gd name="connsiteY158" fmla="*/ 2497667 h 2870200"/>
              <a:gd name="connsiteX159" fmla="*/ 3327016 w 4114416"/>
              <a:gd name="connsiteY159" fmla="*/ 2531534 h 2870200"/>
              <a:gd name="connsiteX160" fmla="*/ 3343949 w 4114416"/>
              <a:gd name="connsiteY160" fmla="*/ 2599267 h 2870200"/>
              <a:gd name="connsiteX161" fmla="*/ 3369349 w 4114416"/>
              <a:gd name="connsiteY161" fmla="*/ 2667000 h 2870200"/>
              <a:gd name="connsiteX162" fmla="*/ 3411682 w 4114416"/>
              <a:gd name="connsiteY162" fmla="*/ 2810934 h 2870200"/>
              <a:gd name="connsiteX163" fmla="*/ 3437082 w 4114416"/>
              <a:gd name="connsiteY163" fmla="*/ 2870200 h 2870200"/>
              <a:gd name="connsiteX164" fmla="*/ 3462482 w 4114416"/>
              <a:gd name="connsiteY164" fmla="*/ 1828800 h 2870200"/>
              <a:gd name="connsiteX165" fmla="*/ 3461984 w 4114416"/>
              <a:gd name="connsiteY165" fmla="*/ 2090271 h 2870200"/>
              <a:gd name="connsiteX166" fmla="*/ 3487882 w 4114416"/>
              <a:gd name="connsiteY166" fmla="*/ 1735667 h 2870200"/>
              <a:gd name="connsiteX167" fmla="*/ 3513282 w 4114416"/>
              <a:gd name="connsiteY167" fmla="*/ 1651000 h 2870200"/>
              <a:gd name="connsiteX168" fmla="*/ 3521749 w 4114416"/>
              <a:gd name="connsiteY168" fmla="*/ 1701800 h 2870200"/>
              <a:gd name="connsiteX169" fmla="*/ 3525733 w 4114416"/>
              <a:gd name="connsiteY169" fmla="*/ 1875118 h 2870200"/>
              <a:gd name="connsiteX170" fmla="*/ 3547149 w 4114416"/>
              <a:gd name="connsiteY170" fmla="*/ 1752600 h 2870200"/>
              <a:gd name="connsiteX171" fmla="*/ 3555616 w 4114416"/>
              <a:gd name="connsiteY171" fmla="*/ 1693334 h 2870200"/>
              <a:gd name="connsiteX172" fmla="*/ 3597949 w 4114416"/>
              <a:gd name="connsiteY172" fmla="*/ 1608667 h 2870200"/>
              <a:gd name="connsiteX173" fmla="*/ 3614882 w 4114416"/>
              <a:gd name="connsiteY173" fmla="*/ 1566334 h 2870200"/>
              <a:gd name="connsiteX174" fmla="*/ 3657216 w 4114416"/>
              <a:gd name="connsiteY174" fmla="*/ 1464734 h 2870200"/>
              <a:gd name="connsiteX175" fmla="*/ 3661200 w 4114416"/>
              <a:gd name="connsiteY175" fmla="*/ 1373094 h 2870200"/>
              <a:gd name="connsiteX176" fmla="*/ 3682616 w 4114416"/>
              <a:gd name="connsiteY176" fmla="*/ 1363134 h 2870200"/>
              <a:gd name="connsiteX177" fmla="*/ 3699549 w 4114416"/>
              <a:gd name="connsiteY177" fmla="*/ 1320800 h 2870200"/>
              <a:gd name="connsiteX178" fmla="*/ 3694569 w 4114416"/>
              <a:gd name="connsiteY178" fmla="*/ 1151964 h 2870200"/>
              <a:gd name="connsiteX179" fmla="*/ 3741882 w 4114416"/>
              <a:gd name="connsiteY179" fmla="*/ 1227667 h 2870200"/>
              <a:gd name="connsiteX180" fmla="*/ 3750349 w 4114416"/>
              <a:gd name="connsiteY180" fmla="*/ 1176867 h 2870200"/>
              <a:gd name="connsiteX181" fmla="*/ 3767282 w 4114416"/>
              <a:gd name="connsiteY181" fmla="*/ 1126067 h 2870200"/>
              <a:gd name="connsiteX182" fmla="*/ 3775749 w 4114416"/>
              <a:gd name="connsiteY182" fmla="*/ 1058334 h 2870200"/>
              <a:gd name="connsiteX183" fmla="*/ 3784216 w 4114416"/>
              <a:gd name="connsiteY183" fmla="*/ 1270000 h 2870200"/>
              <a:gd name="connsiteX184" fmla="*/ 3813064 w 4114416"/>
              <a:gd name="connsiteY184" fmla="*/ 678606 h 2870200"/>
              <a:gd name="connsiteX185" fmla="*/ 3818082 w 4114416"/>
              <a:gd name="connsiteY185" fmla="*/ 558800 h 2870200"/>
              <a:gd name="connsiteX186" fmla="*/ 3835016 w 4114416"/>
              <a:gd name="connsiteY186" fmla="*/ 482600 h 2870200"/>
              <a:gd name="connsiteX187" fmla="*/ 3843482 w 4114416"/>
              <a:gd name="connsiteY187" fmla="*/ 533400 h 2870200"/>
              <a:gd name="connsiteX188" fmla="*/ 3860416 w 4114416"/>
              <a:gd name="connsiteY188" fmla="*/ 660400 h 2870200"/>
              <a:gd name="connsiteX189" fmla="*/ 3868882 w 4114416"/>
              <a:gd name="connsiteY189" fmla="*/ 702734 h 2870200"/>
              <a:gd name="connsiteX190" fmla="*/ 3885816 w 4114416"/>
              <a:gd name="connsiteY190" fmla="*/ 736600 h 2870200"/>
              <a:gd name="connsiteX191" fmla="*/ 3902749 w 4114416"/>
              <a:gd name="connsiteY191" fmla="*/ 702734 h 2870200"/>
              <a:gd name="connsiteX192" fmla="*/ 3962016 w 4114416"/>
              <a:gd name="connsiteY192" fmla="*/ 482600 h 2870200"/>
              <a:gd name="connsiteX193" fmla="*/ 3978949 w 4114416"/>
              <a:gd name="connsiteY193" fmla="*/ 457200 h 2870200"/>
              <a:gd name="connsiteX194" fmla="*/ 4004349 w 4114416"/>
              <a:gd name="connsiteY194" fmla="*/ 177800 h 2870200"/>
              <a:gd name="connsiteX195" fmla="*/ 4029749 w 4114416"/>
              <a:gd name="connsiteY195" fmla="*/ 135467 h 2870200"/>
              <a:gd name="connsiteX196" fmla="*/ 4038216 w 4114416"/>
              <a:gd name="connsiteY196" fmla="*/ 101600 h 2870200"/>
              <a:gd name="connsiteX197" fmla="*/ 4046682 w 4114416"/>
              <a:gd name="connsiteY197" fmla="*/ 76200 h 2870200"/>
              <a:gd name="connsiteX198" fmla="*/ 4055149 w 4114416"/>
              <a:gd name="connsiteY198" fmla="*/ 110067 h 2870200"/>
              <a:gd name="connsiteX199" fmla="*/ 4072082 w 4114416"/>
              <a:gd name="connsiteY199" fmla="*/ 160867 h 2870200"/>
              <a:gd name="connsiteX200" fmla="*/ 4114416 w 4114416"/>
              <a:gd name="connsiteY200" fmla="*/ 0 h 2870200"/>
              <a:gd name="connsiteX0" fmla="*/ 0 w 4114416"/>
              <a:gd name="connsiteY0" fmla="*/ 735359 h 2870200"/>
              <a:gd name="connsiteX1" fmla="*/ 22363 w 4114416"/>
              <a:gd name="connsiteY1" fmla="*/ 647092 h 2870200"/>
              <a:gd name="connsiteX2" fmla="*/ 53451 w 4114416"/>
              <a:gd name="connsiteY2" fmla="*/ 567267 h 2870200"/>
              <a:gd name="connsiteX3" fmla="*/ 61790 w 4114416"/>
              <a:gd name="connsiteY3" fmla="*/ 828517 h 2870200"/>
              <a:gd name="connsiteX4" fmla="*/ 57549 w 4114416"/>
              <a:gd name="connsiteY4" fmla="*/ 1083293 h 2870200"/>
              <a:gd name="connsiteX5" fmla="*/ 55282 w 4114416"/>
              <a:gd name="connsiteY5" fmla="*/ 1212385 h 2870200"/>
              <a:gd name="connsiteX6" fmla="*/ 69873 w 4114416"/>
              <a:gd name="connsiteY6" fmla="*/ 1401791 h 2870200"/>
              <a:gd name="connsiteX7" fmla="*/ 112335 w 4114416"/>
              <a:gd name="connsiteY7" fmla="*/ 1209517 h 2870200"/>
              <a:gd name="connsiteX8" fmla="*/ 135082 w 4114416"/>
              <a:gd name="connsiteY8" fmla="*/ 1100667 h 2870200"/>
              <a:gd name="connsiteX9" fmla="*/ 168949 w 4114416"/>
              <a:gd name="connsiteY9" fmla="*/ 999067 h 2870200"/>
              <a:gd name="connsiteX10" fmla="*/ 185882 w 4114416"/>
              <a:gd name="connsiteY10" fmla="*/ 948267 h 2870200"/>
              <a:gd name="connsiteX11" fmla="*/ 202816 w 4114416"/>
              <a:gd name="connsiteY11" fmla="*/ 1134534 h 2870200"/>
              <a:gd name="connsiteX12" fmla="*/ 219749 w 4114416"/>
              <a:gd name="connsiteY12" fmla="*/ 1464734 h 2870200"/>
              <a:gd name="connsiteX13" fmla="*/ 279016 w 4114416"/>
              <a:gd name="connsiteY13" fmla="*/ 1363134 h 2870200"/>
              <a:gd name="connsiteX14" fmla="*/ 304416 w 4114416"/>
              <a:gd name="connsiteY14" fmla="*/ 1371600 h 2870200"/>
              <a:gd name="connsiteX15" fmla="*/ 312882 w 4114416"/>
              <a:gd name="connsiteY15" fmla="*/ 2243667 h 2870200"/>
              <a:gd name="connsiteX16" fmla="*/ 338282 w 4114416"/>
              <a:gd name="connsiteY16" fmla="*/ 2201334 h 2870200"/>
              <a:gd name="connsiteX17" fmla="*/ 346749 w 4114416"/>
              <a:gd name="connsiteY17" fmla="*/ 2150534 h 2870200"/>
              <a:gd name="connsiteX18" fmla="*/ 371651 w 4114416"/>
              <a:gd name="connsiteY18" fmla="*/ 2376146 h 2870200"/>
              <a:gd name="connsiteX19" fmla="*/ 389082 w 4114416"/>
              <a:gd name="connsiteY19" fmla="*/ 2082800 h 2870200"/>
              <a:gd name="connsiteX20" fmla="*/ 414981 w 4114416"/>
              <a:gd name="connsiteY20" fmla="*/ 1792444 h 2870200"/>
              <a:gd name="connsiteX21" fmla="*/ 422949 w 4114416"/>
              <a:gd name="connsiteY21" fmla="*/ 2032000 h 2870200"/>
              <a:gd name="connsiteX22" fmla="*/ 453908 w 4114416"/>
              <a:gd name="connsiteY22" fmla="*/ 1990884 h 2870200"/>
              <a:gd name="connsiteX23" fmla="*/ 465282 w 4114416"/>
              <a:gd name="connsiteY23" fmla="*/ 1752600 h 2870200"/>
              <a:gd name="connsiteX24" fmla="*/ 490682 w 4114416"/>
              <a:gd name="connsiteY24" fmla="*/ 1651000 h 2870200"/>
              <a:gd name="connsiteX25" fmla="*/ 516082 w 4114416"/>
              <a:gd name="connsiteY25" fmla="*/ 1710267 h 2870200"/>
              <a:gd name="connsiteX26" fmla="*/ 524549 w 4114416"/>
              <a:gd name="connsiteY26" fmla="*/ 1851666 h 2870200"/>
              <a:gd name="connsiteX27" fmla="*/ 558416 w 4114416"/>
              <a:gd name="connsiteY27" fmla="*/ 1820334 h 2870200"/>
              <a:gd name="connsiteX28" fmla="*/ 583816 w 4114416"/>
              <a:gd name="connsiteY28" fmla="*/ 1938867 h 2870200"/>
              <a:gd name="connsiteX29" fmla="*/ 600749 w 4114416"/>
              <a:gd name="connsiteY29" fmla="*/ 1998134 h 2870200"/>
              <a:gd name="connsiteX30" fmla="*/ 643082 w 4114416"/>
              <a:gd name="connsiteY30" fmla="*/ 1786467 h 2870200"/>
              <a:gd name="connsiteX31" fmla="*/ 668482 w 4114416"/>
              <a:gd name="connsiteY31" fmla="*/ 1718734 h 2870200"/>
              <a:gd name="connsiteX32" fmla="*/ 685416 w 4114416"/>
              <a:gd name="connsiteY32" fmla="*/ 1617134 h 2870200"/>
              <a:gd name="connsiteX33" fmla="*/ 702349 w 4114416"/>
              <a:gd name="connsiteY33" fmla="*/ 1557867 h 2870200"/>
              <a:gd name="connsiteX34" fmla="*/ 710816 w 4114416"/>
              <a:gd name="connsiteY34" fmla="*/ 1524000 h 2870200"/>
              <a:gd name="connsiteX35" fmla="*/ 727749 w 4114416"/>
              <a:gd name="connsiteY35" fmla="*/ 1312334 h 2870200"/>
              <a:gd name="connsiteX36" fmla="*/ 744682 w 4114416"/>
              <a:gd name="connsiteY36" fmla="*/ 1380067 h 2870200"/>
              <a:gd name="connsiteX37" fmla="*/ 761616 w 4114416"/>
              <a:gd name="connsiteY37" fmla="*/ 1532467 h 2870200"/>
              <a:gd name="connsiteX38" fmla="*/ 778549 w 4114416"/>
              <a:gd name="connsiteY38" fmla="*/ 1566334 h 2870200"/>
              <a:gd name="connsiteX39" fmla="*/ 820882 w 4114416"/>
              <a:gd name="connsiteY39" fmla="*/ 1430867 h 2870200"/>
              <a:gd name="connsiteX40" fmla="*/ 854749 w 4114416"/>
              <a:gd name="connsiteY40" fmla="*/ 1388534 h 2870200"/>
              <a:gd name="connsiteX41" fmla="*/ 863216 w 4114416"/>
              <a:gd name="connsiteY41" fmla="*/ 1498600 h 2870200"/>
              <a:gd name="connsiteX42" fmla="*/ 888616 w 4114416"/>
              <a:gd name="connsiteY42" fmla="*/ 1811867 h 2870200"/>
              <a:gd name="connsiteX43" fmla="*/ 897082 w 4114416"/>
              <a:gd name="connsiteY43" fmla="*/ 1642534 h 2870200"/>
              <a:gd name="connsiteX44" fmla="*/ 930949 w 4114416"/>
              <a:gd name="connsiteY44" fmla="*/ 1557867 h 2870200"/>
              <a:gd name="connsiteX45" fmla="*/ 939416 w 4114416"/>
              <a:gd name="connsiteY45" fmla="*/ 2006600 h 2870200"/>
              <a:gd name="connsiteX46" fmla="*/ 964816 w 4114416"/>
              <a:gd name="connsiteY46" fmla="*/ 2116667 h 2870200"/>
              <a:gd name="connsiteX47" fmla="*/ 973282 w 4114416"/>
              <a:gd name="connsiteY47" fmla="*/ 1948424 h 2870200"/>
              <a:gd name="connsiteX48" fmla="*/ 990216 w 4114416"/>
              <a:gd name="connsiteY48" fmla="*/ 1794934 h 2870200"/>
              <a:gd name="connsiteX49" fmla="*/ 998682 w 4114416"/>
              <a:gd name="connsiteY49" fmla="*/ 1761067 h 2870200"/>
              <a:gd name="connsiteX50" fmla="*/ 1015616 w 4114416"/>
              <a:gd name="connsiteY50" fmla="*/ 1871134 h 2870200"/>
              <a:gd name="connsiteX51" fmla="*/ 1032549 w 4114416"/>
              <a:gd name="connsiteY51" fmla="*/ 1947334 h 2870200"/>
              <a:gd name="connsiteX52" fmla="*/ 1049482 w 4114416"/>
              <a:gd name="connsiteY52" fmla="*/ 2040467 h 2870200"/>
              <a:gd name="connsiteX53" fmla="*/ 1074882 w 4114416"/>
              <a:gd name="connsiteY53" fmla="*/ 2108200 h 2870200"/>
              <a:gd name="connsiteX54" fmla="*/ 1105586 w 4114416"/>
              <a:gd name="connsiteY54" fmla="*/ 2165034 h 2870200"/>
              <a:gd name="connsiteX55" fmla="*/ 1117344 w 4114416"/>
              <a:gd name="connsiteY55" fmla="*/ 2220675 h 2870200"/>
              <a:gd name="connsiteX56" fmla="*/ 1134149 w 4114416"/>
              <a:gd name="connsiteY56" fmla="*/ 2108200 h 2870200"/>
              <a:gd name="connsiteX57" fmla="*/ 1184949 w 4114416"/>
              <a:gd name="connsiteY57" fmla="*/ 1989667 h 2870200"/>
              <a:gd name="connsiteX58" fmla="*/ 1221851 w 4114416"/>
              <a:gd name="connsiteY58" fmla="*/ 1898967 h 2870200"/>
              <a:gd name="connsiteX59" fmla="*/ 1244216 w 4114416"/>
              <a:gd name="connsiteY59" fmla="*/ 2167467 h 2870200"/>
              <a:gd name="connsiteX60" fmla="*/ 1261149 w 4114416"/>
              <a:gd name="connsiteY60" fmla="*/ 2082800 h 2870200"/>
              <a:gd name="connsiteX61" fmla="*/ 1269616 w 4114416"/>
              <a:gd name="connsiteY61" fmla="*/ 2015067 h 2870200"/>
              <a:gd name="connsiteX62" fmla="*/ 1311949 w 4114416"/>
              <a:gd name="connsiteY62" fmla="*/ 1854200 h 2870200"/>
              <a:gd name="connsiteX63" fmla="*/ 1320416 w 4114416"/>
              <a:gd name="connsiteY63" fmla="*/ 1803400 h 2870200"/>
              <a:gd name="connsiteX64" fmla="*/ 1345816 w 4114416"/>
              <a:gd name="connsiteY64" fmla="*/ 1701800 h 2870200"/>
              <a:gd name="connsiteX65" fmla="*/ 1371216 w 4114416"/>
              <a:gd name="connsiteY65" fmla="*/ 1718734 h 2870200"/>
              <a:gd name="connsiteX66" fmla="*/ 1379682 w 4114416"/>
              <a:gd name="connsiteY66" fmla="*/ 1744134 h 2870200"/>
              <a:gd name="connsiteX67" fmla="*/ 1405082 w 4114416"/>
              <a:gd name="connsiteY67" fmla="*/ 1828800 h 2870200"/>
              <a:gd name="connsiteX68" fmla="*/ 1422016 w 4114416"/>
              <a:gd name="connsiteY68" fmla="*/ 1879600 h 2870200"/>
              <a:gd name="connsiteX69" fmla="*/ 1455882 w 4114416"/>
              <a:gd name="connsiteY69" fmla="*/ 1947334 h 2870200"/>
              <a:gd name="connsiteX70" fmla="*/ 1472816 w 4114416"/>
              <a:gd name="connsiteY70" fmla="*/ 1938867 h 2870200"/>
              <a:gd name="connsiteX71" fmla="*/ 1515149 w 4114416"/>
              <a:gd name="connsiteY71" fmla="*/ 1803400 h 2870200"/>
              <a:gd name="connsiteX72" fmla="*/ 1574416 w 4114416"/>
              <a:gd name="connsiteY72" fmla="*/ 1651000 h 2870200"/>
              <a:gd name="connsiteX73" fmla="*/ 1582882 w 4114416"/>
              <a:gd name="connsiteY73" fmla="*/ 1591734 h 2870200"/>
              <a:gd name="connsiteX74" fmla="*/ 1599816 w 4114416"/>
              <a:gd name="connsiteY74" fmla="*/ 1566334 h 2870200"/>
              <a:gd name="connsiteX75" fmla="*/ 1608282 w 4114416"/>
              <a:gd name="connsiteY75" fmla="*/ 1524000 h 2870200"/>
              <a:gd name="connsiteX76" fmla="*/ 1616749 w 4114416"/>
              <a:gd name="connsiteY76" fmla="*/ 1498600 h 2870200"/>
              <a:gd name="connsiteX77" fmla="*/ 1633682 w 4114416"/>
              <a:gd name="connsiteY77" fmla="*/ 1524000 h 2870200"/>
              <a:gd name="connsiteX78" fmla="*/ 1659082 w 4114416"/>
              <a:gd name="connsiteY78" fmla="*/ 1490134 h 2870200"/>
              <a:gd name="connsiteX79" fmla="*/ 1684482 w 4114416"/>
              <a:gd name="connsiteY79" fmla="*/ 1388534 h 2870200"/>
              <a:gd name="connsiteX80" fmla="*/ 1743749 w 4114416"/>
              <a:gd name="connsiteY80" fmla="*/ 1286934 h 2870200"/>
              <a:gd name="connsiteX81" fmla="*/ 1794549 w 4114416"/>
              <a:gd name="connsiteY81" fmla="*/ 1176867 h 2870200"/>
              <a:gd name="connsiteX82" fmla="*/ 1819949 w 4114416"/>
              <a:gd name="connsiteY82" fmla="*/ 1202267 h 2870200"/>
              <a:gd name="connsiteX83" fmla="*/ 1828416 w 4114416"/>
              <a:gd name="connsiteY83" fmla="*/ 1227667 h 2870200"/>
              <a:gd name="connsiteX84" fmla="*/ 1845349 w 4114416"/>
              <a:gd name="connsiteY84" fmla="*/ 1261534 h 2870200"/>
              <a:gd name="connsiteX85" fmla="*/ 1887682 w 4114416"/>
              <a:gd name="connsiteY85" fmla="*/ 1422400 h 2870200"/>
              <a:gd name="connsiteX86" fmla="*/ 1938482 w 4114416"/>
              <a:gd name="connsiteY86" fmla="*/ 1600200 h 2870200"/>
              <a:gd name="connsiteX87" fmla="*/ 1989282 w 4114416"/>
              <a:gd name="connsiteY87" fmla="*/ 1744134 h 2870200"/>
              <a:gd name="connsiteX88" fmla="*/ 2006216 w 4114416"/>
              <a:gd name="connsiteY88" fmla="*/ 1498600 h 2870200"/>
              <a:gd name="connsiteX89" fmla="*/ 2023149 w 4114416"/>
              <a:gd name="connsiteY89" fmla="*/ 1464734 h 2870200"/>
              <a:gd name="connsiteX90" fmla="*/ 2031616 w 4114416"/>
              <a:gd name="connsiteY90" fmla="*/ 1439334 h 2870200"/>
              <a:gd name="connsiteX91" fmla="*/ 2082416 w 4114416"/>
              <a:gd name="connsiteY91" fmla="*/ 2032000 h 2870200"/>
              <a:gd name="connsiteX92" fmla="*/ 2090882 w 4114416"/>
              <a:gd name="connsiteY92" fmla="*/ 2150534 h 2870200"/>
              <a:gd name="connsiteX93" fmla="*/ 2099349 w 4114416"/>
              <a:gd name="connsiteY93" fmla="*/ 2489200 h 2870200"/>
              <a:gd name="connsiteX94" fmla="*/ 2133216 w 4114416"/>
              <a:gd name="connsiteY94" fmla="*/ 2421467 h 2870200"/>
              <a:gd name="connsiteX95" fmla="*/ 2175549 w 4114416"/>
              <a:gd name="connsiteY95" fmla="*/ 2319867 h 2870200"/>
              <a:gd name="connsiteX96" fmla="*/ 2200949 w 4114416"/>
              <a:gd name="connsiteY96" fmla="*/ 2286000 h 2870200"/>
              <a:gd name="connsiteX97" fmla="*/ 2234816 w 4114416"/>
              <a:gd name="connsiteY97" fmla="*/ 2235200 h 2870200"/>
              <a:gd name="connsiteX98" fmla="*/ 2251749 w 4114416"/>
              <a:gd name="connsiteY98" fmla="*/ 2514600 h 2870200"/>
              <a:gd name="connsiteX99" fmla="*/ 2277149 w 4114416"/>
              <a:gd name="connsiteY99" fmla="*/ 2565400 h 2870200"/>
              <a:gd name="connsiteX100" fmla="*/ 2285616 w 4114416"/>
              <a:gd name="connsiteY100" fmla="*/ 2489200 h 2870200"/>
              <a:gd name="connsiteX101" fmla="*/ 2302549 w 4114416"/>
              <a:gd name="connsiteY101" fmla="*/ 2421467 h 2870200"/>
              <a:gd name="connsiteX102" fmla="*/ 2311016 w 4114416"/>
              <a:gd name="connsiteY102" fmla="*/ 1718734 h 2870200"/>
              <a:gd name="connsiteX103" fmla="*/ 2336416 w 4114416"/>
              <a:gd name="connsiteY103" fmla="*/ 1811867 h 2870200"/>
              <a:gd name="connsiteX104" fmla="*/ 2361816 w 4114416"/>
              <a:gd name="connsiteY104" fmla="*/ 1871134 h 2870200"/>
              <a:gd name="connsiteX105" fmla="*/ 2387216 w 4114416"/>
              <a:gd name="connsiteY105" fmla="*/ 1938867 h 2870200"/>
              <a:gd name="connsiteX106" fmla="*/ 2395682 w 4114416"/>
              <a:gd name="connsiteY106" fmla="*/ 1972734 h 2870200"/>
              <a:gd name="connsiteX107" fmla="*/ 2404149 w 4114416"/>
              <a:gd name="connsiteY107" fmla="*/ 1574800 h 2870200"/>
              <a:gd name="connsiteX108" fmla="*/ 2429549 w 4114416"/>
              <a:gd name="connsiteY108" fmla="*/ 1236134 h 2870200"/>
              <a:gd name="connsiteX109" fmla="*/ 2446482 w 4114416"/>
              <a:gd name="connsiteY109" fmla="*/ 1092200 h 2870200"/>
              <a:gd name="connsiteX110" fmla="*/ 2454949 w 4114416"/>
              <a:gd name="connsiteY110" fmla="*/ 1066800 h 2870200"/>
              <a:gd name="connsiteX111" fmla="*/ 2463416 w 4114416"/>
              <a:gd name="connsiteY111" fmla="*/ 1092200 h 2870200"/>
              <a:gd name="connsiteX112" fmla="*/ 2480349 w 4114416"/>
              <a:gd name="connsiteY112" fmla="*/ 1117600 h 2870200"/>
              <a:gd name="connsiteX113" fmla="*/ 2488816 w 4114416"/>
              <a:gd name="connsiteY113" fmla="*/ 1227667 h 2870200"/>
              <a:gd name="connsiteX114" fmla="*/ 2514216 w 4114416"/>
              <a:gd name="connsiteY114" fmla="*/ 753534 h 2870200"/>
              <a:gd name="connsiteX115" fmla="*/ 2531149 w 4114416"/>
              <a:gd name="connsiteY115" fmla="*/ 685800 h 2870200"/>
              <a:gd name="connsiteX116" fmla="*/ 2539616 w 4114416"/>
              <a:gd name="connsiteY116" fmla="*/ 609600 h 2870200"/>
              <a:gd name="connsiteX117" fmla="*/ 2548082 w 4114416"/>
              <a:gd name="connsiteY117" fmla="*/ 558800 h 2870200"/>
              <a:gd name="connsiteX118" fmla="*/ 2565016 w 4114416"/>
              <a:gd name="connsiteY118" fmla="*/ 584200 h 2870200"/>
              <a:gd name="connsiteX119" fmla="*/ 2573482 w 4114416"/>
              <a:gd name="connsiteY119" fmla="*/ 778934 h 2870200"/>
              <a:gd name="connsiteX120" fmla="*/ 2615816 w 4114416"/>
              <a:gd name="connsiteY120" fmla="*/ 914400 h 2870200"/>
              <a:gd name="connsiteX121" fmla="*/ 2632749 w 4114416"/>
              <a:gd name="connsiteY121" fmla="*/ 973667 h 2870200"/>
              <a:gd name="connsiteX122" fmla="*/ 2649682 w 4114416"/>
              <a:gd name="connsiteY122" fmla="*/ 812800 h 2870200"/>
              <a:gd name="connsiteX123" fmla="*/ 2666616 w 4114416"/>
              <a:gd name="connsiteY123" fmla="*/ 694267 h 2870200"/>
              <a:gd name="connsiteX124" fmla="*/ 2692016 w 4114416"/>
              <a:gd name="connsiteY124" fmla="*/ 558800 h 2870200"/>
              <a:gd name="connsiteX125" fmla="*/ 2717416 w 4114416"/>
              <a:gd name="connsiteY125" fmla="*/ 321734 h 2870200"/>
              <a:gd name="connsiteX126" fmla="*/ 2734349 w 4114416"/>
              <a:gd name="connsiteY126" fmla="*/ 1058334 h 2870200"/>
              <a:gd name="connsiteX127" fmla="*/ 2760746 w 4114416"/>
              <a:gd name="connsiteY127" fmla="*/ 1023969 h 2870200"/>
              <a:gd name="connsiteX128" fmla="*/ 2810549 w 4114416"/>
              <a:gd name="connsiteY128" fmla="*/ 905934 h 2870200"/>
              <a:gd name="connsiteX129" fmla="*/ 2844416 w 4114416"/>
              <a:gd name="connsiteY129" fmla="*/ 855134 h 2870200"/>
              <a:gd name="connsiteX130" fmla="*/ 2869816 w 4114416"/>
              <a:gd name="connsiteY130" fmla="*/ 1422400 h 2870200"/>
              <a:gd name="connsiteX131" fmla="*/ 2878282 w 4114416"/>
              <a:gd name="connsiteY131" fmla="*/ 1388534 h 2870200"/>
              <a:gd name="connsiteX132" fmla="*/ 2895216 w 4114416"/>
              <a:gd name="connsiteY132" fmla="*/ 1363134 h 2870200"/>
              <a:gd name="connsiteX133" fmla="*/ 2920616 w 4114416"/>
              <a:gd name="connsiteY133" fmla="*/ 1278467 h 2870200"/>
              <a:gd name="connsiteX134" fmla="*/ 2937549 w 4114416"/>
              <a:gd name="connsiteY134" fmla="*/ 1320800 h 2870200"/>
              <a:gd name="connsiteX135" fmla="*/ 2954482 w 4114416"/>
              <a:gd name="connsiteY135" fmla="*/ 1388534 h 2870200"/>
              <a:gd name="connsiteX136" fmla="*/ 2971416 w 4114416"/>
              <a:gd name="connsiteY136" fmla="*/ 1422400 h 2870200"/>
              <a:gd name="connsiteX137" fmla="*/ 3013749 w 4114416"/>
              <a:gd name="connsiteY137" fmla="*/ 1540934 h 2870200"/>
              <a:gd name="connsiteX138" fmla="*/ 3030682 w 4114416"/>
              <a:gd name="connsiteY138" fmla="*/ 1566334 h 2870200"/>
              <a:gd name="connsiteX139" fmla="*/ 3064549 w 4114416"/>
              <a:gd name="connsiteY139" fmla="*/ 1718734 h 2870200"/>
              <a:gd name="connsiteX140" fmla="*/ 3089949 w 4114416"/>
              <a:gd name="connsiteY140" fmla="*/ 1761067 h 2870200"/>
              <a:gd name="connsiteX141" fmla="*/ 3123816 w 4114416"/>
              <a:gd name="connsiteY141" fmla="*/ 1879600 h 2870200"/>
              <a:gd name="connsiteX142" fmla="*/ 3115349 w 4114416"/>
              <a:gd name="connsiteY142" fmla="*/ 1913467 h 2870200"/>
              <a:gd name="connsiteX143" fmla="*/ 3127799 w 4114416"/>
              <a:gd name="connsiteY143" fmla="*/ 1901016 h 2870200"/>
              <a:gd name="connsiteX144" fmla="*/ 3106882 w 4114416"/>
              <a:gd name="connsiteY144" fmla="*/ 1888067 h 2870200"/>
              <a:gd name="connsiteX145" fmla="*/ 3132282 w 4114416"/>
              <a:gd name="connsiteY145" fmla="*/ 1871134 h 2870200"/>
              <a:gd name="connsiteX146" fmla="*/ 3140749 w 4114416"/>
              <a:gd name="connsiteY146" fmla="*/ 1769534 h 2870200"/>
              <a:gd name="connsiteX147" fmla="*/ 3157682 w 4114416"/>
              <a:gd name="connsiteY147" fmla="*/ 1710267 h 2870200"/>
              <a:gd name="connsiteX148" fmla="*/ 3166149 w 4114416"/>
              <a:gd name="connsiteY148" fmla="*/ 1684867 h 2870200"/>
              <a:gd name="connsiteX149" fmla="*/ 3191549 w 4114416"/>
              <a:gd name="connsiteY149" fmla="*/ 1676400 h 2870200"/>
              <a:gd name="connsiteX150" fmla="*/ 3200016 w 4114416"/>
              <a:gd name="connsiteY150" fmla="*/ 2006600 h 2870200"/>
              <a:gd name="connsiteX151" fmla="*/ 3208482 w 4114416"/>
              <a:gd name="connsiteY151" fmla="*/ 2048934 h 2870200"/>
              <a:gd name="connsiteX152" fmla="*/ 3216949 w 4114416"/>
              <a:gd name="connsiteY152" fmla="*/ 2099734 h 2870200"/>
              <a:gd name="connsiteX153" fmla="*/ 3233882 w 4114416"/>
              <a:gd name="connsiteY153" fmla="*/ 2048934 h 2870200"/>
              <a:gd name="connsiteX154" fmla="*/ 3242349 w 4114416"/>
              <a:gd name="connsiteY154" fmla="*/ 1998134 h 2870200"/>
              <a:gd name="connsiteX155" fmla="*/ 3276216 w 4114416"/>
              <a:gd name="connsiteY155" fmla="*/ 2353734 h 2870200"/>
              <a:gd name="connsiteX156" fmla="*/ 3301616 w 4114416"/>
              <a:gd name="connsiteY156" fmla="*/ 2387600 h 2870200"/>
              <a:gd name="connsiteX157" fmla="*/ 3310082 w 4114416"/>
              <a:gd name="connsiteY157" fmla="*/ 2497667 h 2870200"/>
              <a:gd name="connsiteX158" fmla="*/ 3327016 w 4114416"/>
              <a:gd name="connsiteY158" fmla="*/ 2531534 h 2870200"/>
              <a:gd name="connsiteX159" fmla="*/ 3343949 w 4114416"/>
              <a:gd name="connsiteY159" fmla="*/ 2599267 h 2870200"/>
              <a:gd name="connsiteX160" fmla="*/ 3369349 w 4114416"/>
              <a:gd name="connsiteY160" fmla="*/ 2667000 h 2870200"/>
              <a:gd name="connsiteX161" fmla="*/ 3411682 w 4114416"/>
              <a:gd name="connsiteY161" fmla="*/ 2810934 h 2870200"/>
              <a:gd name="connsiteX162" fmla="*/ 3437082 w 4114416"/>
              <a:gd name="connsiteY162" fmla="*/ 2870200 h 2870200"/>
              <a:gd name="connsiteX163" fmla="*/ 3462482 w 4114416"/>
              <a:gd name="connsiteY163" fmla="*/ 1828800 h 2870200"/>
              <a:gd name="connsiteX164" fmla="*/ 3461984 w 4114416"/>
              <a:gd name="connsiteY164" fmla="*/ 2090271 h 2870200"/>
              <a:gd name="connsiteX165" fmla="*/ 3487882 w 4114416"/>
              <a:gd name="connsiteY165" fmla="*/ 1735667 h 2870200"/>
              <a:gd name="connsiteX166" fmla="*/ 3513282 w 4114416"/>
              <a:gd name="connsiteY166" fmla="*/ 1651000 h 2870200"/>
              <a:gd name="connsiteX167" fmla="*/ 3521749 w 4114416"/>
              <a:gd name="connsiteY167" fmla="*/ 1701800 h 2870200"/>
              <a:gd name="connsiteX168" fmla="*/ 3525733 w 4114416"/>
              <a:gd name="connsiteY168" fmla="*/ 1875118 h 2870200"/>
              <a:gd name="connsiteX169" fmla="*/ 3547149 w 4114416"/>
              <a:gd name="connsiteY169" fmla="*/ 1752600 h 2870200"/>
              <a:gd name="connsiteX170" fmla="*/ 3555616 w 4114416"/>
              <a:gd name="connsiteY170" fmla="*/ 1693334 h 2870200"/>
              <a:gd name="connsiteX171" fmla="*/ 3597949 w 4114416"/>
              <a:gd name="connsiteY171" fmla="*/ 1608667 h 2870200"/>
              <a:gd name="connsiteX172" fmla="*/ 3614882 w 4114416"/>
              <a:gd name="connsiteY172" fmla="*/ 1566334 h 2870200"/>
              <a:gd name="connsiteX173" fmla="*/ 3657216 w 4114416"/>
              <a:gd name="connsiteY173" fmla="*/ 1464734 h 2870200"/>
              <a:gd name="connsiteX174" fmla="*/ 3661200 w 4114416"/>
              <a:gd name="connsiteY174" fmla="*/ 1373094 h 2870200"/>
              <a:gd name="connsiteX175" fmla="*/ 3682616 w 4114416"/>
              <a:gd name="connsiteY175" fmla="*/ 1363134 h 2870200"/>
              <a:gd name="connsiteX176" fmla="*/ 3699549 w 4114416"/>
              <a:gd name="connsiteY176" fmla="*/ 1320800 h 2870200"/>
              <a:gd name="connsiteX177" fmla="*/ 3694569 w 4114416"/>
              <a:gd name="connsiteY177" fmla="*/ 1151964 h 2870200"/>
              <a:gd name="connsiteX178" fmla="*/ 3741882 w 4114416"/>
              <a:gd name="connsiteY178" fmla="*/ 1227667 h 2870200"/>
              <a:gd name="connsiteX179" fmla="*/ 3750349 w 4114416"/>
              <a:gd name="connsiteY179" fmla="*/ 1176867 h 2870200"/>
              <a:gd name="connsiteX180" fmla="*/ 3767282 w 4114416"/>
              <a:gd name="connsiteY180" fmla="*/ 1126067 h 2870200"/>
              <a:gd name="connsiteX181" fmla="*/ 3775749 w 4114416"/>
              <a:gd name="connsiteY181" fmla="*/ 1058334 h 2870200"/>
              <a:gd name="connsiteX182" fmla="*/ 3784216 w 4114416"/>
              <a:gd name="connsiteY182" fmla="*/ 1270000 h 2870200"/>
              <a:gd name="connsiteX183" fmla="*/ 3813064 w 4114416"/>
              <a:gd name="connsiteY183" fmla="*/ 678606 h 2870200"/>
              <a:gd name="connsiteX184" fmla="*/ 3818082 w 4114416"/>
              <a:gd name="connsiteY184" fmla="*/ 558800 h 2870200"/>
              <a:gd name="connsiteX185" fmla="*/ 3835016 w 4114416"/>
              <a:gd name="connsiteY185" fmla="*/ 482600 h 2870200"/>
              <a:gd name="connsiteX186" fmla="*/ 3843482 w 4114416"/>
              <a:gd name="connsiteY186" fmla="*/ 533400 h 2870200"/>
              <a:gd name="connsiteX187" fmla="*/ 3860416 w 4114416"/>
              <a:gd name="connsiteY187" fmla="*/ 660400 h 2870200"/>
              <a:gd name="connsiteX188" fmla="*/ 3868882 w 4114416"/>
              <a:gd name="connsiteY188" fmla="*/ 702734 h 2870200"/>
              <a:gd name="connsiteX189" fmla="*/ 3885816 w 4114416"/>
              <a:gd name="connsiteY189" fmla="*/ 736600 h 2870200"/>
              <a:gd name="connsiteX190" fmla="*/ 3902749 w 4114416"/>
              <a:gd name="connsiteY190" fmla="*/ 702734 h 2870200"/>
              <a:gd name="connsiteX191" fmla="*/ 3962016 w 4114416"/>
              <a:gd name="connsiteY191" fmla="*/ 482600 h 2870200"/>
              <a:gd name="connsiteX192" fmla="*/ 3978949 w 4114416"/>
              <a:gd name="connsiteY192" fmla="*/ 457200 h 2870200"/>
              <a:gd name="connsiteX193" fmla="*/ 4004349 w 4114416"/>
              <a:gd name="connsiteY193" fmla="*/ 177800 h 2870200"/>
              <a:gd name="connsiteX194" fmla="*/ 4029749 w 4114416"/>
              <a:gd name="connsiteY194" fmla="*/ 135467 h 2870200"/>
              <a:gd name="connsiteX195" fmla="*/ 4038216 w 4114416"/>
              <a:gd name="connsiteY195" fmla="*/ 101600 h 2870200"/>
              <a:gd name="connsiteX196" fmla="*/ 4046682 w 4114416"/>
              <a:gd name="connsiteY196" fmla="*/ 76200 h 2870200"/>
              <a:gd name="connsiteX197" fmla="*/ 4055149 w 4114416"/>
              <a:gd name="connsiteY197" fmla="*/ 110067 h 2870200"/>
              <a:gd name="connsiteX198" fmla="*/ 4072082 w 4114416"/>
              <a:gd name="connsiteY198" fmla="*/ 160867 h 2870200"/>
              <a:gd name="connsiteX199" fmla="*/ 4114416 w 4114416"/>
              <a:gd name="connsiteY199" fmla="*/ 0 h 2870200"/>
              <a:gd name="connsiteX0" fmla="*/ 0 w 4114416"/>
              <a:gd name="connsiteY0" fmla="*/ 735359 h 2870200"/>
              <a:gd name="connsiteX1" fmla="*/ 22363 w 4114416"/>
              <a:gd name="connsiteY1" fmla="*/ 647092 h 2870200"/>
              <a:gd name="connsiteX2" fmla="*/ 53451 w 4114416"/>
              <a:gd name="connsiteY2" fmla="*/ 567267 h 2870200"/>
              <a:gd name="connsiteX3" fmla="*/ 61790 w 4114416"/>
              <a:gd name="connsiteY3" fmla="*/ 828517 h 2870200"/>
              <a:gd name="connsiteX4" fmla="*/ 57549 w 4114416"/>
              <a:gd name="connsiteY4" fmla="*/ 1083293 h 2870200"/>
              <a:gd name="connsiteX5" fmla="*/ 55282 w 4114416"/>
              <a:gd name="connsiteY5" fmla="*/ 1212385 h 2870200"/>
              <a:gd name="connsiteX6" fmla="*/ 69873 w 4114416"/>
              <a:gd name="connsiteY6" fmla="*/ 1401791 h 2870200"/>
              <a:gd name="connsiteX7" fmla="*/ 112335 w 4114416"/>
              <a:gd name="connsiteY7" fmla="*/ 1209517 h 2870200"/>
              <a:gd name="connsiteX8" fmla="*/ 135082 w 4114416"/>
              <a:gd name="connsiteY8" fmla="*/ 1100667 h 2870200"/>
              <a:gd name="connsiteX9" fmla="*/ 168949 w 4114416"/>
              <a:gd name="connsiteY9" fmla="*/ 999067 h 2870200"/>
              <a:gd name="connsiteX10" fmla="*/ 185882 w 4114416"/>
              <a:gd name="connsiteY10" fmla="*/ 948267 h 2870200"/>
              <a:gd name="connsiteX11" fmla="*/ 202816 w 4114416"/>
              <a:gd name="connsiteY11" fmla="*/ 1134534 h 2870200"/>
              <a:gd name="connsiteX12" fmla="*/ 219749 w 4114416"/>
              <a:gd name="connsiteY12" fmla="*/ 1464734 h 2870200"/>
              <a:gd name="connsiteX13" fmla="*/ 279016 w 4114416"/>
              <a:gd name="connsiteY13" fmla="*/ 1363134 h 2870200"/>
              <a:gd name="connsiteX14" fmla="*/ 304416 w 4114416"/>
              <a:gd name="connsiteY14" fmla="*/ 1371600 h 2870200"/>
              <a:gd name="connsiteX15" fmla="*/ 312882 w 4114416"/>
              <a:gd name="connsiteY15" fmla="*/ 2243667 h 2870200"/>
              <a:gd name="connsiteX16" fmla="*/ 338282 w 4114416"/>
              <a:gd name="connsiteY16" fmla="*/ 2201334 h 2870200"/>
              <a:gd name="connsiteX17" fmla="*/ 346749 w 4114416"/>
              <a:gd name="connsiteY17" fmla="*/ 2150534 h 2870200"/>
              <a:gd name="connsiteX18" fmla="*/ 371651 w 4114416"/>
              <a:gd name="connsiteY18" fmla="*/ 2376146 h 2870200"/>
              <a:gd name="connsiteX19" fmla="*/ 389082 w 4114416"/>
              <a:gd name="connsiteY19" fmla="*/ 2082800 h 2870200"/>
              <a:gd name="connsiteX20" fmla="*/ 414981 w 4114416"/>
              <a:gd name="connsiteY20" fmla="*/ 1792444 h 2870200"/>
              <a:gd name="connsiteX21" fmla="*/ 422949 w 4114416"/>
              <a:gd name="connsiteY21" fmla="*/ 2032000 h 2870200"/>
              <a:gd name="connsiteX22" fmla="*/ 453908 w 4114416"/>
              <a:gd name="connsiteY22" fmla="*/ 1990884 h 2870200"/>
              <a:gd name="connsiteX23" fmla="*/ 465282 w 4114416"/>
              <a:gd name="connsiteY23" fmla="*/ 1752600 h 2870200"/>
              <a:gd name="connsiteX24" fmla="*/ 490682 w 4114416"/>
              <a:gd name="connsiteY24" fmla="*/ 1651000 h 2870200"/>
              <a:gd name="connsiteX25" fmla="*/ 516082 w 4114416"/>
              <a:gd name="connsiteY25" fmla="*/ 1710267 h 2870200"/>
              <a:gd name="connsiteX26" fmla="*/ 524549 w 4114416"/>
              <a:gd name="connsiteY26" fmla="*/ 1851666 h 2870200"/>
              <a:gd name="connsiteX27" fmla="*/ 558416 w 4114416"/>
              <a:gd name="connsiteY27" fmla="*/ 1820334 h 2870200"/>
              <a:gd name="connsiteX28" fmla="*/ 583816 w 4114416"/>
              <a:gd name="connsiteY28" fmla="*/ 1938867 h 2870200"/>
              <a:gd name="connsiteX29" fmla="*/ 600749 w 4114416"/>
              <a:gd name="connsiteY29" fmla="*/ 1998134 h 2870200"/>
              <a:gd name="connsiteX30" fmla="*/ 643082 w 4114416"/>
              <a:gd name="connsiteY30" fmla="*/ 1786467 h 2870200"/>
              <a:gd name="connsiteX31" fmla="*/ 668482 w 4114416"/>
              <a:gd name="connsiteY31" fmla="*/ 1718734 h 2870200"/>
              <a:gd name="connsiteX32" fmla="*/ 685416 w 4114416"/>
              <a:gd name="connsiteY32" fmla="*/ 1617134 h 2870200"/>
              <a:gd name="connsiteX33" fmla="*/ 702349 w 4114416"/>
              <a:gd name="connsiteY33" fmla="*/ 1557867 h 2870200"/>
              <a:gd name="connsiteX34" fmla="*/ 710816 w 4114416"/>
              <a:gd name="connsiteY34" fmla="*/ 1524000 h 2870200"/>
              <a:gd name="connsiteX35" fmla="*/ 727749 w 4114416"/>
              <a:gd name="connsiteY35" fmla="*/ 1312334 h 2870200"/>
              <a:gd name="connsiteX36" fmla="*/ 744682 w 4114416"/>
              <a:gd name="connsiteY36" fmla="*/ 1380067 h 2870200"/>
              <a:gd name="connsiteX37" fmla="*/ 761616 w 4114416"/>
              <a:gd name="connsiteY37" fmla="*/ 1532467 h 2870200"/>
              <a:gd name="connsiteX38" fmla="*/ 778549 w 4114416"/>
              <a:gd name="connsiteY38" fmla="*/ 1566334 h 2870200"/>
              <a:gd name="connsiteX39" fmla="*/ 820882 w 4114416"/>
              <a:gd name="connsiteY39" fmla="*/ 1430867 h 2870200"/>
              <a:gd name="connsiteX40" fmla="*/ 854749 w 4114416"/>
              <a:gd name="connsiteY40" fmla="*/ 1388534 h 2870200"/>
              <a:gd name="connsiteX41" fmla="*/ 863216 w 4114416"/>
              <a:gd name="connsiteY41" fmla="*/ 1498600 h 2870200"/>
              <a:gd name="connsiteX42" fmla="*/ 888616 w 4114416"/>
              <a:gd name="connsiteY42" fmla="*/ 1811867 h 2870200"/>
              <a:gd name="connsiteX43" fmla="*/ 897082 w 4114416"/>
              <a:gd name="connsiteY43" fmla="*/ 1642534 h 2870200"/>
              <a:gd name="connsiteX44" fmla="*/ 930949 w 4114416"/>
              <a:gd name="connsiteY44" fmla="*/ 1557867 h 2870200"/>
              <a:gd name="connsiteX45" fmla="*/ 939416 w 4114416"/>
              <a:gd name="connsiteY45" fmla="*/ 2006600 h 2870200"/>
              <a:gd name="connsiteX46" fmla="*/ 964816 w 4114416"/>
              <a:gd name="connsiteY46" fmla="*/ 2116667 h 2870200"/>
              <a:gd name="connsiteX47" fmla="*/ 973282 w 4114416"/>
              <a:gd name="connsiteY47" fmla="*/ 1948424 h 2870200"/>
              <a:gd name="connsiteX48" fmla="*/ 990216 w 4114416"/>
              <a:gd name="connsiteY48" fmla="*/ 1794934 h 2870200"/>
              <a:gd name="connsiteX49" fmla="*/ 998682 w 4114416"/>
              <a:gd name="connsiteY49" fmla="*/ 1761067 h 2870200"/>
              <a:gd name="connsiteX50" fmla="*/ 1015616 w 4114416"/>
              <a:gd name="connsiteY50" fmla="*/ 1871134 h 2870200"/>
              <a:gd name="connsiteX51" fmla="*/ 1032549 w 4114416"/>
              <a:gd name="connsiteY51" fmla="*/ 1947334 h 2870200"/>
              <a:gd name="connsiteX52" fmla="*/ 1049482 w 4114416"/>
              <a:gd name="connsiteY52" fmla="*/ 2040467 h 2870200"/>
              <a:gd name="connsiteX53" fmla="*/ 1074882 w 4114416"/>
              <a:gd name="connsiteY53" fmla="*/ 2108200 h 2870200"/>
              <a:gd name="connsiteX54" fmla="*/ 1105586 w 4114416"/>
              <a:gd name="connsiteY54" fmla="*/ 2165034 h 2870200"/>
              <a:gd name="connsiteX55" fmla="*/ 1117344 w 4114416"/>
              <a:gd name="connsiteY55" fmla="*/ 2220675 h 2870200"/>
              <a:gd name="connsiteX56" fmla="*/ 1134149 w 4114416"/>
              <a:gd name="connsiteY56" fmla="*/ 2108200 h 2870200"/>
              <a:gd name="connsiteX57" fmla="*/ 1184949 w 4114416"/>
              <a:gd name="connsiteY57" fmla="*/ 1989667 h 2870200"/>
              <a:gd name="connsiteX58" fmla="*/ 1221851 w 4114416"/>
              <a:gd name="connsiteY58" fmla="*/ 1898967 h 2870200"/>
              <a:gd name="connsiteX59" fmla="*/ 1244216 w 4114416"/>
              <a:gd name="connsiteY59" fmla="*/ 2167467 h 2870200"/>
              <a:gd name="connsiteX60" fmla="*/ 1261149 w 4114416"/>
              <a:gd name="connsiteY60" fmla="*/ 2082800 h 2870200"/>
              <a:gd name="connsiteX61" fmla="*/ 1269616 w 4114416"/>
              <a:gd name="connsiteY61" fmla="*/ 2015067 h 2870200"/>
              <a:gd name="connsiteX62" fmla="*/ 1311949 w 4114416"/>
              <a:gd name="connsiteY62" fmla="*/ 1854200 h 2870200"/>
              <a:gd name="connsiteX63" fmla="*/ 1320416 w 4114416"/>
              <a:gd name="connsiteY63" fmla="*/ 1803400 h 2870200"/>
              <a:gd name="connsiteX64" fmla="*/ 1345816 w 4114416"/>
              <a:gd name="connsiteY64" fmla="*/ 1701800 h 2870200"/>
              <a:gd name="connsiteX65" fmla="*/ 1371216 w 4114416"/>
              <a:gd name="connsiteY65" fmla="*/ 1718734 h 2870200"/>
              <a:gd name="connsiteX66" fmla="*/ 1379682 w 4114416"/>
              <a:gd name="connsiteY66" fmla="*/ 1744134 h 2870200"/>
              <a:gd name="connsiteX67" fmla="*/ 1422016 w 4114416"/>
              <a:gd name="connsiteY67" fmla="*/ 1879600 h 2870200"/>
              <a:gd name="connsiteX68" fmla="*/ 1455882 w 4114416"/>
              <a:gd name="connsiteY68" fmla="*/ 1947334 h 2870200"/>
              <a:gd name="connsiteX69" fmla="*/ 1472816 w 4114416"/>
              <a:gd name="connsiteY69" fmla="*/ 1938867 h 2870200"/>
              <a:gd name="connsiteX70" fmla="*/ 1515149 w 4114416"/>
              <a:gd name="connsiteY70" fmla="*/ 1803400 h 2870200"/>
              <a:gd name="connsiteX71" fmla="*/ 1574416 w 4114416"/>
              <a:gd name="connsiteY71" fmla="*/ 1651000 h 2870200"/>
              <a:gd name="connsiteX72" fmla="*/ 1582882 w 4114416"/>
              <a:gd name="connsiteY72" fmla="*/ 1591734 h 2870200"/>
              <a:gd name="connsiteX73" fmla="*/ 1599816 w 4114416"/>
              <a:gd name="connsiteY73" fmla="*/ 1566334 h 2870200"/>
              <a:gd name="connsiteX74" fmla="*/ 1608282 w 4114416"/>
              <a:gd name="connsiteY74" fmla="*/ 1524000 h 2870200"/>
              <a:gd name="connsiteX75" fmla="*/ 1616749 w 4114416"/>
              <a:gd name="connsiteY75" fmla="*/ 1498600 h 2870200"/>
              <a:gd name="connsiteX76" fmla="*/ 1633682 w 4114416"/>
              <a:gd name="connsiteY76" fmla="*/ 1524000 h 2870200"/>
              <a:gd name="connsiteX77" fmla="*/ 1659082 w 4114416"/>
              <a:gd name="connsiteY77" fmla="*/ 1490134 h 2870200"/>
              <a:gd name="connsiteX78" fmla="*/ 1684482 w 4114416"/>
              <a:gd name="connsiteY78" fmla="*/ 1388534 h 2870200"/>
              <a:gd name="connsiteX79" fmla="*/ 1743749 w 4114416"/>
              <a:gd name="connsiteY79" fmla="*/ 1286934 h 2870200"/>
              <a:gd name="connsiteX80" fmla="*/ 1794549 w 4114416"/>
              <a:gd name="connsiteY80" fmla="*/ 1176867 h 2870200"/>
              <a:gd name="connsiteX81" fmla="*/ 1819949 w 4114416"/>
              <a:gd name="connsiteY81" fmla="*/ 1202267 h 2870200"/>
              <a:gd name="connsiteX82" fmla="*/ 1828416 w 4114416"/>
              <a:gd name="connsiteY82" fmla="*/ 1227667 h 2870200"/>
              <a:gd name="connsiteX83" fmla="*/ 1845349 w 4114416"/>
              <a:gd name="connsiteY83" fmla="*/ 1261534 h 2870200"/>
              <a:gd name="connsiteX84" fmla="*/ 1887682 w 4114416"/>
              <a:gd name="connsiteY84" fmla="*/ 1422400 h 2870200"/>
              <a:gd name="connsiteX85" fmla="*/ 1938482 w 4114416"/>
              <a:gd name="connsiteY85" fmla="*/ 1600200 h 2870200"/>
              <a:gd name="connsiteX86" fmla="*/ 1989282 w 4114416"/>
              <a:gd name="connsiteY86" fmla="*/ 1744134 h 2870200"/>
              <a:gd name="connsiteX87" fmla="*/ 2006216 w 4114416"/>
              <a:gd name="connsiteY87" fmla="*/ 1498600 h 2870200"/>
              <a:gd name="connsiteX88" fmla="*/ 2023149 w 4114416"/>
              <a:gd name="connsiteY88" fmla="*/ 1464734 h 2870200"/>
              <a:gd name="connsiteX89" fmla="*/ 2031616 w 4114416"/>
              <a:gd name="connsiteY89" fmla="*/ 1439334 h 2870200"/>
              <a:gd name="connsiteX90" fmla="*/ 2082416 w 4114416"/>
              <a:gd name="connsiteY90" fmla="*/ 2032000 h 2870200"/>
              <a:gd name="connsiteX91" fmla="*/ 2090882 w 4114416"/>
              <a:gd name="connsiteY91" fmla="*/ 2150534 h 2870200"/>
              <a:gd name="connsiteX92" fmla="*/ 2099349 w 4114416"/>
              <a:gd name="connsiteY92" fmla="*/ 2489200 h 2870200"/>
              <a:gd name="connsiteX93" fmla="*/ 2133216 w 4114416"/>
              <a:gd name="connsiteY93" fmla="*/ 2421467 h 2870200"/>
              <a:gd name="connsiteX94" fmla="*/ 2175549 w 4114416"/>
              <a:gd name="connsiteY94" fmla="*/ 2319867 h 2870200"/>
              <a:gd name="connsiteX95" fmla="*/ 2200949 w 4114416"/>
              <a:gd name="connsiteY95" fmla="*/ 2286000 h 2870200"/>
              <a:gd name="connsiteX96" fmla="*/ 2234816 w 4114416"/>
              <a:gd name="connsiteY96" fmla="*/ 2235200 h 2870200"/>
              <a:gd name="connsiteX97" fmla="*/ 2251749 w 4114416"/>
              <a:gd name="connsiteY97" fmla="*/ 2514600 h 2870200"/>
              <a:gd name="connsiteX98" fmla="*/ 2277149 w 4114416"/>
              <a:gd name="connsiteY98" fmla="*/ 2565400 h 2870200"/>
              <a:gd name="connsiteX99" fmla="*/ 2285616 w 4114416"/>
              <a:gd name="connsiteY99" fmla="*/ 2489200 h 2870200"/>
              <a:gd name="connsiteX100" fmla="*/ 2302549 w 4114416"/>
              <a:gd name="connsiteY100" fmla="*/ 2421467 h 2870200"/>
              <a:gd name="connsiteX101" fmla="*/ 2311016 w 4114416"/>
              <a:gd name="connsiteY101" fmla="*/ 1718734 h 2870200"/>
              <a:gd name="connsiteX102" fmla="*/ 2336416 w 4114416"/>
              <a:gd name="connsiteY102" fmla="*/ 1811867 h 2870200"/>
              <a:gd name="connsiteX103" fmla="*/ 2361816 w 4114416"/>
              <a:gd name="connsiteY103" fmla="*/ 1871134 h 2870200"/>
              <a:gd name="connsiteX104" fmla="*/ 2387216 w 4114416"/>
              <a:gd name="connsiteY104" fmla="*/ 1938867 h 2870200"/>
              <a:gd name="connsiteX105" fmla="*/ 2395682 w 4114416"/>
              <a:gd name="connsiteY105" fmla="*/ 1972734 h 2870200"/>
              <a:gd name="connsiteX106" fmla="*/ 2404149 w 4114416"/>
              <a:gd name="connsiteY106" fmla="*/ 1574800 h 2870200"/>
              <a:gd name="connsiteX107" fmla="*/ 2429549 w 4114416"/>
              <a:gd name="connsiteY107" fmla="*/ 1236134 h 2870200"/>
              <a:gd name="connsiteX108" fmla="*/ 2446482 w 4114416"/>
              <a:gd name="connsiteY108" fmla="*/ 1092200 h 2870200"/>
              <a:gd name="connsiteX109" fmla="*/ 2454949 w 4114416"/>
              <a:gd name="connsiteY109" fmla="*/ 1066800 h 2870200"/>
              <a:gd name="connsiteX110" fmla="*/ 2463416 w 4114416"/>
              <a:gd name="connsiteY110" fmla="*/ 1092200 h 2870200"/>
              <a:gd name="connsiteX111" fmla="*/ 2480349 w 4114416"/>
              <a:gd name="connsiteY111" fmla="*/ 1117600 h 2870200"/>
              <a:gd name="connsiteX112" fmla="*/ 2488816 w 4114416"/>
              <a:gd name="connsiteY112" fmla="*/ 1227667 h 2870200"/>
              <a:gd name="connsiteX113" fmla="*/ 2514216 w 4114416"/>
              <a:gd name="connsiteY113" fmla="*/ 753534 h 2870200"/>
              <a:gd name="connsiteX114" fmla="*/ 2531149 w 4114416"/>
              <a:gd name="connsiteY114" fmla="*/ 685800 h 2870200"/>
              <a:gd name="connsiteX115" fmla="*/ 2539616 w 4114416"/>
              <a:gd name="connsiteY115" fmla="*/ 609600 h 2870200"/>
              <a:gd name="connsiteX116" fmla="*/ 2548082 w 4114416"/>
              <a:gd name="connsiteY116" fmla="*/ 558800 h 2870200"/>
              <a:gd name="connsiteX117" fmla="*/ 2565016 w 4114416"/>
              <a:gd name="connsiteY117" fmla="*/ 584200 h 2870200"/>
              <a:gd name="connsiteX118" fmla="*/ 2573482 w 4114416"/>
              <a:gd name="connsiteY118" fmla="*/ 778934 h 2870200"/>
              <a:gd name="connsiteX119" fmla="*/ 2615816 w 4114416"/>
              <a:gd name="connsiteY119" fmla="*/ 914400 h 2870200"/>
              <a:gd name="connsiteX120" fmla="*/ 2632749 w 4114416"/>
              <a:gd name="connsiteY120" fmla="*/ 973667 h 2870200"/>
              <a:gd name="connsiteX121" fmla="*/ 2649682 w 4114416"/>
              <a:gd name="connsiteY121" fmla="*/ 812800 h 2870200"/>
              <a:gd name="connsiteX122" fmla="*/ 2666616 w 4114416"/>
              <a:gd name="connsiteY122" fmla="*/ 694267 h 2870200"/>
              <a:gd name="connsiteX123" fmla="*/ 2692016 w 4114416"/>
              <a:gd name="connsiteY123" fmla="*/ 558800 h 2870200"/>
              <a:gd name="connsiteX124" fmla="*/ 2717416 w 4114416"/>
              <a:gd name="connsiteY124" fmla="*/ 321734 h 2870200"/>
              <a:gd name="connsiteX125" fmla="*/ 2734349 w 4114416"/>
              <a:gd name="connsiteY125" fmla="*/ 1058334 h 2870200"/>
              <a:gd name="connsiteX126" fmla="*/ 2760746 w 4114416"/>
              <a:gd name="connsiteY126" fmla="*/ 1023969 h 2870200"/>
              <a:gd name="connsiteX127" fmla="*/ 2810549 w 4114416"/>
              <a:gd name="connsiteY127" fmla="*/ 905934 h 2870200"/>
              <a:gd name="connsiteX128" fmla="*/ 2844416 w 4114416"/>
              <a:gd name="connsiteY128" fmla="*/ 855134 h 2870200"/>
              <a:gd name="connsiteX129" fmla="*/ 2869816 w 4114416"/>
              <a:gd name="connsiteY129" fmla="*/ 1422400 h 2870200"/>
              <a:gd name="connsiteX130" fmla="*/ 2878282 w 4114416"/>
              <a:gd name="connsiteY130" fmla="*/ 1388534 h 2870200"/>
              <a:gd name="connsiteX131" fmla="*/ 2895216 w 4114416"/>
              <a:gd name="connsiteY131" fmla="*/ 1363134 h 2870200"/>
              <a:gd name="connsiteX132" fmla="*/ 2920616 w 4114416"/>
              <a:gd name="connsiteY132" fmla="*/ 1278467 h 2870200"/>
              <a:gd name="connsiteX133" fmla="*/ 2937549 w 4114416"/>
              <a:gd name="connsiteY133" fmla="*/ 1320800 h 2870200"/>
              <a:gd name="connsiteX134" fmla="*/ 2954482 w 4114416"/>
              <a:gd name="connsiteY134" fmla="*/ 1388534 h 2870200"/>
              <a:gd name="connsiteX135" fmla="*/ 2971416 w 4114416"/>
              <a:gd name="connsiteY135" fmla="*/ 1422400 h 2870200"/>
              <a:gd name="connsiteX136" fmla="*/ 3013749 w 4114416"/>
              <a:gd name="connsiteY136" fmla="*/ 1540934 h 2870200"/>
              <a:gd name="connsiteX137" fmla="*/ 3030682 w 4114416"/>
              <a:gd name="connsiteY137" fmla="*/ 1566334 h 2870200"/>
              <a:gd name="connsiteX138" fmla="*/ 3064549 w 4114416"/>
              <a:gd name="connsiteY138" fmla="*/ 1718734 h 2870200"/>
              <a:gd name="connsiteX139" fmla="*/ 3089949 w 4114416"/>
              <a:gd name="connsiteY139" fmla="*/ 1761067 h 2870200"/>
              <a:gd name="connsiteX140" fmla="*/ 3123816 w 4114416"/>
              <a:gd name="connsiteY140" fmla="*/ 1879600 h 2870200"/>
              <a:gd name="connsiteX141" fmla="*/ 3115349 w 4114416"/>
              <a:gd name="connsiteY141" fmla="*/ 1913467 h 2870200"/>
              <a:gd name="connsiteX142" fmla="*/ 3127799 w 4114416"/>
              <a:gd name="connsiteY142" fmla="*/ 1901016 h 2870200"/>
              <a:gd name="connsiteX143" fmla="*/ 3106882 w 4114416"/>
              <a:gd name="connsiteY143" fmla="*/ 1888067 h 2870200"/>
              <a:gd name="connsiteX144" fmla="*/ 3132282 w 4114416"/>
              <a:gd name="connsiteY144" fmla="*/ 1871134 h 2870200"/>
              <a:gd name="connsiteX145" fmla="*/ 3140749 w 4114416"/>
              <a:gd name="connsiteY145" fmla="*/ 1769534 h 2870200"/>
              <a:gd name="connsiteX146" fmla="*/ 3157682 w 4114416"/>
              <a:gd name="connsiteY146" fmla="*/ 1710267 h 2870200"/>
              <a:gd name="connsiteX147" fmla="*/ 3166149 w 4114416"/>
              <a:gd name="connsiteY147" fmla="*/ 1684867 h 2870200"/>
              <a:gd name="connsiteX148" fmla="*/ 3191549 w 4114416"/>
              <a:gd name="connsiteY148" fmla="*/ 1676400 h 2870200"/>
              <a:gd name="connsiteX149" fmla="*/ 3200016 w 4114416"/>
              <a:gd name="connsiteY149" fmla="*/ 2006600 h 2870200"/>
              <a:gd name="connsiteX150" fmla="*/ 3208482 w 4114416"/>
              <a:gd name="connsiteY150" fmla="*/ 2048934 h 2870200"/>
              <a:gd name="connsiteX151" fmla="*/ 3216949 w 4114416"/>
              <a:gd name="connsiteY151" fmla="*/ 2099734 h 2870200"/>
              <a:gd name="connsiteX152" fmla="*/ 3233882 w 4114416"/>
              <a:gd name="connsiteY152" fmla="*/ 2048934 h 2870200"/>
              <a:gd name="connsiteX153" fmla="*/ 3242349 w 4114416"/>
              <a:gd name="connsiteY153" fmla="*/ 1998134 h 2870200"/>
              <a:gd name="connsiteX154" fmla="*/ 3276216 w 4114416"/>
              <a:gd name="connsiteY154" fmla="*/ 2353734 h 2870200"/>
              <a:gd name="connsiteX155" fmla="*/ 3301616 w 4114416"/>
              <a:gd name="connsiteY155" fmla="*/ 2387600 h 2870200"/>
              <a:gd name="connsiteX156" fmla="*/ 3310082 w 4114416"/>
              <a:gd name="connsiteY156" fmla="*/ 2497667 h 2870200"/>
              <a:gd name="connsiteX157" fmla="*/ 3327016 w 4114416"/>
              <a:gd name="connsiteY157" fmla="*/ 2531534 h 2870200"/>
              <a:gd name="connsiteX158" fmla="*/ 3343949 w 4114416"/>
              <a:gd name="connsiteY158" fmla="*/ 2599267 h 2870200"/>
              <a:gd name="connsiteX159" fmla="*/ 3369349 w 4114416"/>
              <a:gd name="connsiteY159" fmla="*/ 2667000 h 2870200"/>
              <a:gd name="connsiteX160" fmla="*/ 3411682 w 4114416"/>
              <a:gd name="connsiteY160" fmla="*/ 2810934 h 2870200"/>
              <a:gd name="connsiteX161" fmla="*/ 3437082 w 4114416"/>
              <a:gd name="connsiteY161" fmla="*/ 2870200 h 2870200"/>
              <a:gd name="connsiteX162" fmla="*/ 3462482 w 4114416"/>
              <a:gd name="connsiteY162" fmla="*/ 1828800 h 2870200"/>
              <a:gd name="connsiteX163" fmla="*/ 3461984 w 4114416"/>
              <a:gd name="connsiteY163" fmla="*/ 2090271 h 2870200"/>
              <a:gd name="connsiteX164" fmla="*/ 3487882 w 4114416"/>
              <a:gd name="connsiteY164" fmla="*/ 1735667 h 2870200"/>
              <a:gd name="connsiteX165" fmla="*/ 3513282 w 4114416"/>
              <a:gd name="connsiteY165" fmla="*/ 1651000 h 2870200"/>
              <a:gd name="connsiteX166" fmla="*/ 3521749 w 4114416"/>
              <a:gd name="connsiteY166" fmla="*/ 1701800 h 2870200"/>
              <a:gd name="connsiteX167" fmla="*/ 3525733 w 4114416"/>
              <a:gd name="connsiteY167" fmla="*/ 1875118 h 2870200"/>
              <a:gd name="connsiteX168" fmla="*/ 3547149 w 4114416"/>
              <a:gd name="connsiteY168" fmla="*/ 1752600 h 2870200"/>
              <a:gd name="connsiteX169" fmla="*/ 3555616 w 4114416"/>
              <a:gd name="connsiteY169" fmla="*/ 1693334 h 2870200"/>
              <a:gd name="connsiteX170" fmla="*/ 3597949 w 4114416"/>
              <a:gd name="connsiteY170" fmla="*/ 1608667 h 2870200"/>
              <a:gd name="connsiteX171" fmla="*/ 3614882 w 4114416"/>
              <a:gd name="connsiteY171" fmla="*/ 1566334 h 2870200"/>
              <a:gd name="connsiteX172" fmla="*/ 3657216 w 4114416"/>
              <a:gd name="connsiteY172" fmla="*/ 1464734 h 2870200"/>
              <a:gd name="connsiteX173" fmla="*/ 3661200 w 4114416"/>
              <a:gd name="connsiteY173" fmla="*/ 1373094 h 2870200"/>
              <a:gd name="connsiteX174" fmla="*/ 3682616 w 4114416"/>
              <a:gd name="connsiteY174" fmla="*/ 1363134 h 2870200"/>
              <a:gd name="connsiteX175" fmla="*/ 3699549 w 4114416"/>
              <a:gd name="connsiteY175" fmla="*/ 1320800 h 2870200"/>
              <a:gd name="connsiteX176" fmla="*/ 3694569 w 4114416"/>
              <a:gd name="connsiteY176" fmla="*/ 1151964 h 2870200"/>
              <a:gd name="connsiteX177" fmla="*/ 3741882 w 4114416"/>
              <a:gd name="connsiteY177" fmla="*/ 1227667 h 2870200"/>
              <a:gd name="connsiteX178" fmla="*/ 3750349 w 4114416"/>
              <a:gd name="connsiteY178" fmla="*/ 1176867 h 2870200"/>
              <a:gd name="connsiteX179" fmla="*/ 3767282 w 4114416"/>
              <a:gd name="connsiteY179" fmla="*/ 1126067 h 2870200"/>
              <a:gd name="connsiteX180" fmla="*/ 3775749 w 4114416"/>
              <a:gd name="connsiteY180" fmla="*/ 1058334 h 2870200"/>
              <a:gd name="connsiteX181" fmla="*/ 3784216 w 4114416"/>
              <a:gd name="connsiteY181" fmla="*/ 1270000 h 2870200"/>
              <a:gd name="connsiteX182" fmla="*/ 3813064 w 4114416"/>
              <a:gd name="connsiteY182" fmla="*/ 678606 h 2870200"/>
              <a:gd name="connsiteX183" fmla="*/ 3818082 w 4114416"/>
              <a:gd name="connsiteY183" fmla="*/ 558800 h 2870200"/>
              <a:gd name="connsiteX184" fmla="*/ 3835016 w 4114416"/>
              <a:gd name="connsiteY184" fmla="*/ 482600 h 2870200"/>
              <a:gd name="connsiteX185" fmla="*/ 3843482 w 4114416"/>
              <a:gd name="connsiteY185" fmla="*/ 533400 h 2870200"/>
              <a:gd name="connsiteX186" fmla="*/ 3860416 w 4114416"/>
              <a:gd name="connsiteY186" fmla="*/ 660400 h 2870200"/>
              <a:gd name="connsiteX187" fmla="*/ 3868882 w 4114416"/>
              <a:gd name="connsiteY187" fmla="*/ 702734 h 2870200"/>
              <a:gd name="connsiteX188" fmla="*/ 3885816 w 4114416"/>
              <a:gd name="connsiteY188" fmla="*/ 736600 h 2870200"/>
              <a:gd name="connsiteX189" fmla="*/ 3902749 w 4114416"/>
              <a:gd name="connsiteY189" fmla="*/ 702734 h 2870200"/>
              <a:gd name="connsiteX190" fmla="*/ 3962016 w 4114416"/>
              <a:gd name="connsiteY190" fmla="*/ 482600 h 2870200"/>
              <a:gd name="connsiteX191" fmla="*/ 3978949 w 4114416"/>
              <a:gd name="connsiteY191" fmla="*/ 457200 h 2870200"/>
              <a:gd name="connsiteX192" fmla="*/ 4004349 w 4114416"/>
              <a:gd name="connsiteY192" fmla="*/ 177800 h 2870200"/>
              <a:gd name="connsiteX193" fmla="*/ 4029749 w 4114416"/>
              <a:gd name="connsiteY193" fmla="*/ 135467 h 2870200"/>
              <a:gd name="connsiteX194" fmla="*/ 4038216 w 4114416"/>
              <a:gd name="connsiteY194" fmla="*/ 101600 h 2870200"/>
              <a:gd name="connsiteX195" fmla="*/ 4046682 w 4114416"/>
              <a:gd name="connsiteY195" fmla="*/ 76200 h 2870200"/>
              <a:gd name="connsiteX196" fmla="*/ 4055149 w 4114416"/>
              <a:gd name="connsiteY196" fmla="*/ 110067 h 2870200"/>
              <a:gd name="connsiteX197" fmla="*/ 4072082 w 4114416"/>
              <a:gd name="connsiteY197" fmla="*/ 160867 h 2870200"/>
              <a:gd name="connsiteX198" fmla="*/ 4114416 w 4114416"/>
              <a:gd name="connsiteY198" fmla="*/ 0 h 2870200"/>
              <a:gd name="connsiteX0" fmla="*/ 0 w 4114416"/>
              <a:gd name="connsiteY0" fmla="*/ 735359 h 2870200"/>
              <a:gd name="connsiteX1" fmla="*/ 22363 w 4114416"/>
              <a:gd name="connsiteY1" fmla="*/ 647092 h 2870200"/>
              <a:gd name="connsiteX2" fmla="*/ 53451 w 4114416"/>
              <a:gd name="connsiteY2" fmla="*/ 567267 h 2870200"/>
              <a:gd name="connsiteX3" fmla="*/ 61790 w 4114416"/>
              <a:gd name="connsiteY3" fmla="*/ 828517 h 2870200"/>
              <a:gd name="connsiteX4" fmla="*/ 57549 w 4114416"/>
              <a:gd name="connsiteY4" fmla="*/ 1083293 h 2870200"/>
              <a:gd name="connsiteX5" fmla="*/ 55282 w 4114416"/>
              <a:gd name="connsiteY5" fmla="*/ 1212385 h 2870200"/>
              <a:gd name="connsiteX6" fmla="*/ 69873 w 4114416"/>
              <a:gd name="connsiteY6" fmla="*/ 1401791 h 2870200"/>
              <a:gd name="connsiteX7" fmla="*/ 112335 w 4114416"/>
              <a:gd name="connsiteY7" fmla="*/ 1209517 h 2870200"/>
              <a:gd name="connsiteX8" fmla="*/ 135082 w 4114416"/>
              <a:gd name="connsiteY8" fmla="*/ 1100667 h 2870200"/>
              <a:gd name="connsiteX9" fmla="*/ 168949 w 4114416"/>
              <a:gd name="connsiteY9" fmla="*/ 999067 h 2870200"/>
              <a:gd name="connsiteX10" fmla="*/ 185882 w 4114416"/>
              <a:gd name="connsiteY10" fmla="*/ 948267 h 2870200"/>
              <a:gd name="connsiteX11" fmla="*/ 202816 w 4114416"/>
              <a:gd name="connsiteY11" fmla="*/ 1134534 h 2870200"/>
              <a:gd name="connsiteX12" fmla="*/ 219749 w 4114416"/>
              <a:gd name="connsiteY12" fmla="*/ 1464734 h 2870200"/>
              <a:gd name="connsiteX13" fmla="*/ 279016 w 4114416"/>
              <a:gd name="connsiteY13" fmla="*/ 1363134 h 2870200"/>
              <a:gd name="connsiteX14" fmla="*/ 304416 w 4114416"/>
              <a:gd name="connsiteY14" fmla="*/ 1371600 h 2870200"/>
              <a:gd name="connsiteX15" fmla="*/ 312882 w 4114416"/>
              <a:gd name="connsiteY15" fmla="*/ 2243667 h 2870200"/>
              <a:gd name="connsiteX16" fmla="*/ 338282 w 4114416"/>
              <a:gd name="connsiteY16" fmla="*/ 2201334 h 2870200"/>
              <a:gd name="connsiteX17" fmla="*/ 346749 w 4114416"/>
              <a:gd name="connsiteY17" fmla="*/ 2150534 h 2870200"/>
              <a:gd name="connsiteX18" fmla="*/ 371651 w 4114416"/>
              <a:gd name="connsiteY18" fmla="*/ 2376146 h 2870200"/>
              <a:gd name="connsiteX19" fmla="*/ 389082 w 4114416"/>
              <a:gd name="connsiteY19" fmla="*/ 2082800 h 2870200"/>
              <a:gd name="connsiteX20" fmla="*/ 414981 w 4114416"/>
              <a:gd name="connsiteY20" fmla="*/ 1792444 h 2870200"/>
              <a:gd name="connsiteX21" fmla="*/ 422949 w 4114416"/>
              <a:gd name="connsiteY21" fmla="*/ 2032000 h 2870200"/>
              <a:gd name="connsiteX22" fmla="*/ 453908 w 4114416"/>
              <a:gd name="connsiteY22" fmla="*/ 1990884 h 2870200"/>
              <a:gd name="connsiteX23" fmla="*/ 465282 w 4114416"/>
              <a:gd name="connsiteY23" fmla="*/ 1752600 h 2870200"/>
              <a:gd name="connsiteX24" fmla="*/ 490682 w 4114416"/>
              <a:gd name="connsiteY24" fmla="*/ 1651000 h 2870200"/>
              <a:gd name="connsiteX25" fmla="*/ 516082 w 4114416"/>
              <a:gd name="connsiteY25" fmla="*/ 1710267 h 2870200"/>
              <a:gd name="connsiteX26" fmla="*/ 524549 w 4114416"/>
              <a:gd name="connsiteY26" fmla="*/ 1851666 h 2870200"/>
              <a:gd name="connsiteX27" fmla="*/ 558416 w 4114416"/>
              <a:gd name="connsiteY27" fmla="*/ 1820334 h 2870200"/>
              <a:gd name="connsiteX28" fmla="*/ 583816 w 4114416"/>
              <a:gd name="connsiteY28" fmla="*/ 1938867 h 2870200"/>
              <a:gd name="connsiteX29" fmla="*/ 600749 w 4114416"/>
              <a:gd name="connsiteY29" fmla="*/ 1998134 h 2870200"/>
              <a:gd name="connsiteX30" fmla="*/ 643082 w 4114416"/>
              <a:gd name="connsiteY30" fmla="*/ 1786467 h 2870200"/>
              <a:gd name="connsiteX31" fmla="*/ 668482 w 4114416"/>
              <a:gd name="connsiteY31" fmla="*/ 1718734 h 2870200"/>
              <a:gd name="connsiteX32" fmla="*/ 685416 w 4114416"/>
              <a:gd name="connsiteY32" fmla="*/ 1617134 h 2870200"/>
              <a:gd name="connsiteX33" fmla="*/ 702349 w 4114416"/>
              <a:gd name="connsiteY33" fmla="*/ 1557867 h 2870200"/>
              <a:gd name="connsiteX34" fmla="*/ 710816 w 4114416"/>
              <a:gd name="connsiteY34" fmla="*/ 1524000 h 2870200"/>
              <a:gd name="connsiteX35" fmla="*/ 727749 w 4114416"/>
              <a:gd name="connsiteY35" fmla="*/ 1312334 h 2870200"/>
              <a:gd name="connsiteX36" fmla="*/ 744682 w 4114416"/>
              <a:gd name="connsiteY36" fmla="*/ 1380067 h 2870200"/>
              <a:gd name="connsiteX37" fmla="*/ 761616 w 4114416"/>
              <a:gd name="connsiteY37" fmla="*/ 1532467 h 2870200"/>
              <a:gd name="connsiteX38" fmla="*/ 778549 w 4114416"/>
              <a:gd name="connsiteY38" fmla="*/ 1566334 h 2870200"/>
              <a:gd name="connsiteX39" fmla="*/ 820882 w 4114416"/>
              <a:gd name="connsiteY39" fmla="*/ 1430867 h 2870200"/>
              <a:gd name="connsiteX40" fmla="*/ 854749 w 4114416"/>
              <a:gd name="connsiteY40" fmla="*/ 1388534 h 2870200"/>
              <a:gd name="connsiteX41" fmla="*/ 863216 w 4114416"/>
              <a:gd name="connsiteY41" fmla="*/ 1498600 h 2870200"/>
              <a:gd name="connsiteX42" fmla="*/ 888616 w 4114416"/>
              <a:gd name="connsiteY42" fmla="*/ 1811867 h 2870200"/>
              <a:gd name="connsiteX43" fmla="*/ 897082 w 4114416"/>
              <a:gd name="connsiteY43" fmla="*/ 1642534 h 2870200"/>
              <a:gd name="connsiteX44" fmla="*/ 930949 w 4114416"/>
              <a:gd name="connsiteY44" fmla="*/ 1557867 h 2870200"/>
              <a:gd name="connsiteX45" fmla="*/ 939416 w 4114416"/>
              <a:gd name="connsiteY45" fmla="*/ 2006600 h 2870200"/>
              <a:gd name="connsiteX46" fmla="*/ 964816 w 4114416"/>
              <a:gd name="connsiteY46" fmla="*/ 2116667 h 2870200"/>
              <a:gd name="connsiteX47" fmla="*/ 973282 w 4114416"/>
              <a:gd name="connsiteY47" fmla="*/ 1948424 h 2870200"/>
              <a:gd name="connsiteX48" fmla="*/ 990216 w 4114416"/>
              <a:gd name="connsiteY48" fmla="*/ 1794934 h 2870200"/>
              <a:gd name="connsiteX49" fmla="*/ 998682 w 4114416"/>
              <a:gd name="connsiteY49" fmla="*/ 1761067 h 2870200"/>
              <a:gd name="connsiteX50" fmla="*/ 1015616 w 4114416"/>
              <a:gd name="connsiteY50" fmla="*/ 1871134 h 2870200"/>
              <a:gd name="connsiteX51" fmla="*/ 1032549 w 4114416"/>
              <a:gd name="connsiteY51" fmla="*/ 1947334 h 2870200"/>
              <a:gd name="connsiteX52" fmla="*/ 1049482 w 4114416"/>
              <a:gd name="connsiteY52" fmla="*/ 2040467 h 2870200"/>
              <a:gd name="connsiteX53" fmla="*/ 1074882 w 4114416"/>
              <a:gd name="connsiteY53" fmla="*/ 2108200 h 2870200"/>
              <a:gd name="connsiteX54" fmla="*/ 1105586 w 4114416"/>
              <a:gd name="connsiteY54" fmla="*/ 2165034 h 2870200"/>
              <a:gd name="connsiteX55" fmla="*/ 1117344 w 4114416"/>
              <a:gd name="connsiteY55" fmla="*/ 2220675 h 2870200"/>
              <a:gd name="connsiteX56" fmla="*/ 1134149 w 4114416"/>
              <a:gd name="connsiteY56" fmla="*/ 2108200 h 2870200"/>
              <a:gd name="connsiteX57" fmla="*/ 1184949 w 4114416"/>
              <a:gd name="connsiteY57" fmla="*/ 1989667 h 2870200"/>
              <a:gd name="connsiteX58" fmla="*/ 1221851 w 4114416"/>
              <a:gd name="connsiteY58" fmla="*/ 1898967 h 2870200"/>
              <a:gd name="connsiteX59" fmla="*/ 1244216 w 4114416"/>
              <a:gd name="connsiteY59" fmla="*/ 2167467 h 2870200"/>
              <a:gd name="connsiteX60" fmla="*/ 1261149 w 4114416"/>
              <a:gd name="connsiteY60" fmla="*/ 2082800 h 2870200"/>
              <a:gd name="connsiteX61" fmla="*/ 1269616 w 4114416"/>
              <a:gd name="connsiteY61" fmla="*/ 2015067 h 2870200"/>
              <a:gd name="connsiteX62" fmla="*/ 1311949 w 4114416"/>
              <a:gd name="connsiteY62" fmla="*/ 1854200 h 2870200"/>
              <a:gd name="connsiteX63" fmla="*/ 1320416 w 4114416"/>
              <a:gd name="connsiteY63" fmla="*/ 1803400 h 2870200"/>
              <a:gd name="connsiteX64" fmla="*/ 1345816 w 4114416"/>
              <a:gd name="connsiteY64" fmla="*/ 1701800 h 2870200"/>
              <a:gd name="connsiteX65" fmla="*/ 1379682 w 4114416"/>
              <a:gd name="connsiteY65" fmla="*/ 1744134 h 2870200"/>
              <a:gd name="connsiteX66" fmla="*/ 1422016 w 4114416"/>
              <a:gd name="connsiteY66" fmla="*/ 1879600 h 2870200"/>
              <a:gd name="connsiteX67" fmla="*/ 1455882 w 4114416"/>
              <a:gd name="connsiteY67" fmla="*/ 1947334 h 2870200"/>
              <a:gd name="connsiteX68" fmla="*/ 1472816 w 4114416"/>
              <a:gd name="connsiteY68" fmla="*/ 1938867 h 2870200"/>
              <a:gd name="connsiteX69" fmla="*/ 1515149 w 4114416"/>
              <a:gd name="connsiteY69" fmla="*/ 1803400 h 2870200"/>
              <a:gd name="connsiteX70" fmla="*/ 1574416 w 4114416"/>
              <a:gd name="connsiteY70" fmla="*/ 1651000 h 2870200"/>
              <a:gd name="connsiteX71" fmla="*/ 1582882 w 4114416"/>
              <a:gd name="connsiteY71" fmla="*/ 1591734 h 2870200"/>
              <a:gd name="connsiteX72" fmla="*/ 1599816 w 4114416"/>
              <a:gd name="connsiteY72" fmla="*/ 1566334 h 2870200"/>
              <a:gd name="connsiteX73" fmla="*/ 1608282 w 4114416"/>
              <a:gd name="connsiteY73" fmla="*/ 1524000 h 2870200"/>
              <a:gd name="connsiteX74" fmla="*/ 1616749 w 4114416"/>
              <a:gd name="connsiteY74" fmla="*/ 1498600 h 2870200"/>
              <a:gd name="connsiteX75" fmla="*/ 1633682 w 4114416"/>
              <a:gd name="connsiteY75" fmla="*/ 1524000 h 2870200"/>
              <a:gd name="connsiteX76" fmla="*/ 1659082 w 4114416"/>
              <a:gd name="connsiteY76" fmla="*/ 1490134 h 2870200"/>
              <a:gd name="connsiteX77" fmla="*/ 1684482 w 4114416"/>
              <a:gd name="connsiteY77" fmla="*/ 1388534 h 2870200"/>
              <a:gd name="connsiteX78" fmla="*/ 1743749 w 4114416"/>
              <a:gd name="connsiteY78" fmla="*/ 1286934 h 2870200"/>
              <a:gd name="connsiteX79" fmla="*/ 1794549 w 4114416"/>
              <a:gd name="connsiteY79" fmla="*/ 1176867 h 2870200"/>
              <a:gd name="connsiteX80" fmla="*/ 1819949 w 4114416"/>
              <a:gd name="connsiteY80" fmla="*/ 1202267 h 2870200"/>
              <a:gd name="connsiteX81" fmla="*/ 1828416 w 4114416"/>
              <a:gd name="connsiteY81" fmla="*/ 1227667 h 2870200"/>
              <a:gd name="connsiteX82" fmla="*/ 1845349 w 4114416"/>
              <a:gd name="connsiteY82" fmla="*/ 1261534 h 2870200"/>
              <a:gd name="connsiteX83" fmla="*/ 1887682 w 4114416"/>
              <a:gd name="connsiteY83" fmla="*/ 1422400 h 2870200"/>
              <a:gd name="connsiteX84" fmla="*/ 1938482 w 4114416"/>
              <a:gd name="connsiteY84" fmla="*/ 1600200 h 2870200"/>
              <a:gd name="connsiteX85" fmla="*/ 1989282 w 4114416"/>
              <a:gd name="connsiteY85" fmla="*/ 1744134 h 2870200"/>
              <a:gd name="connsiteX86" fmla="*/ 2006216 w 4114416"/>
              <a:gd name="connsiteY86" fmla="*/ 1498600 h 2870200"/>
              <a:gd name="connsiteX87" fmla="*/ 2023149 w 4114416"/>
              <a:gd name="connsiteY87" fmla="*/ 1464734 h 2870200"/>
              <a:gd name="connsiteX88" fmla="*/ 2031616 w 4114416"/>
              <a:gd name="connsiteY88" fmla="*/ 1439334 h 2870200"/>
              <a:gd name="connsiteX89" fmla="*/ 2082416 w 4114416"/>
              <a:gd name="connsiteY89" fmla="*/ 2032000 h 2870200"/>
              <a:gd name="connsiteX90" fmla="*/ 2090882 w 4114416"/>
              <a:gd name="connsiteY90" fmla="*/ 2150534 h 2870200"/>
              <a:gd name="connsiteX91" fmla="*/ 2099349 w 4114416"/>
              <a:gd name="connsiteY91" fmla="*/ 2489200 h 2870200"/>
              <a:gd name="connsiteX92" fmla="*/ 2133216 w 4114416"/>
              <a:gd name="connsiteY92" fmla="*/ 2421467 h 2870200"/>
              <a:gd name="connsiteX93" fmla="*/ 2175549 w 4114416"/>
              <a:gd name="connsiteY93" fmla="*/ 2319867 h 2870200"/>
              <a:gd name="connsiteX94" fmla="*/ 2200949 w 4114416"/>
              <a:gd name="connsiteY94" fmla="*/ 2286000 h 2870200"/>
              <a:gd name="connsiteX95" fmla="*/ 2234816 w 4114416"/>
              <a:gd name="connsiteY95" fmla="*/ 2235200 h 2870200"/>
              <a:gd name="connsiteX96" fmla="*/ 2251749 w 4114416"/>
              <a:gd name="connsiteY96" fmla="*/ 2514600 h 2870200"/>
              <a:gd name="connsiteX97" fmla="*/ 2277149 w 4114416"/>
              <a:gd name="connsiteY97" fmla="*/ 2565400 h 2870200"/>
              <a:gd name="connsiteX98" fmla="*/ 2285616 w 4114416"/>
              <a:gd name="connsiteY98" fmla="*/ 2489200 h 2870200"/>
              <a:gd name="connsiteX99" fmla="*/ 2302549 w 4114416"/>
              <a:gd name="connsiteY99" fmla="*/ 2421467 h 2870200"/>
              <a:gd name="connsiteX100" fmla="*/ 2311016 w 4114416"/>
              <a:gd name="connsiteY100" fmla="*/ 1718734 h 2870200"/>
              <a:gd name="connsiteX101" fmla="*/ 2336416 w 4114416"/>
              <a:gd name="connsiteY101" fmla="*/ 1811867 h 2870200"/>
              <a:gd name="connsiteX102" fmla="*/ 2361816 w 4114416"/>
              <a:gd name="connsiteY102" fmla="*/ 1871134 h 2870200"/>
              <a:gd name="connsiteX103" fmla="*/ 2387216 w 4114416"/>
              <a:gd name="connsiteY103" fmla="*/ 1938867 h 2870200"/>
              <a:gd name="connsiteX104" fmla="*/ 2395682 w 4114416"/>
              <a:gd name="connsiteY104" fmla="*/ 1972734 h 2870200"/>
              <a:gd name="connsiteX105" fmla="*/ 2404149 w 4114416"/>
              <a:gd name="connsiteY105" fmla="*/ 1574800 h 2870200"/>
              <a:gd name="connsiteX106" fmla="*/ 2429549 w 4114416"/>
              <a:gd name="connsiteY106" fmla="*/ 1236134 h 2870200"/>
              <a:gd name="connsiteX107" fmla="*/ 2446482 w 4114416"/>
              <a:gd name="connsiteY107" fmla="*/ 1092200 h 2870200"/>
              <a:gd name="connsiteX108" fmla="*/ 2454949 w 4114416"/>
              <a:gd name="connsiteY108" fmla="*/ 1066800 h 2870200"/>
              <a:gd name="connsiteX109" fmla="*/ 2463416 w 4114416"/>
              <a:gd name="connsiteY109" fmla="*/ 1092200 h 2870200"/>
              <a:gd name="connsiteX110" fmla="*/ 2480349 w 4114416"/>
              <a:gd name="connsiteY110" fmla="*/ 1117600 h 2870200"/>
              <a:gd name="connsiteX111" fmla="*/ 2488816 w 4114416"/>
              <a:gd name="connsiteY111" fmla="*/ 1227667 h 2870200"/>
              <a:gd name="connsiteX112" fmla="*/ 2514216 w 4114416"/>
              <a:gd name="connsiteY112" fmla="*/ 753534 h 2870200"/>
              <a:gd name="connsiteX113" fmla="*/ 2531149 w 4114416"/>
              <a:gd name="connsiteY113" fmla="*/ 685800 h 2870200"/>
              <a:gd name="connsiteX114" fmla="*/ 2539616 w 4114416"/>
              <a:gd name="connsiteY114" fmla="*/ 609600 h 2870200"/>
              <a:gd name="connsiteX115" fmla="*/ 2548082 w 4114416"/>
              <a:gd name="connsiteY115" fmla="*/ 558800 h 2870200"/>
              <a:gd name="connsiteX116" fmla="*/ 2565016 w 4114416"/>
              <a:gd name="connsiteY116" fmla="*/ 584200 h 2870200"/>
              <a:gd name="connsiteX117" fmla="*/ 2573482 w 4114416"/>
              <a:gd name="connsiteY117" fmla="*/ 778934 h 2870200"/>
              <a:gd name="connsiteX118" fmla="*/ 2615816 w 4114416"/>
              <a:gd name="connsiteY118" fmla="*/ 914400 h 2870200"/>
              <a:gd name="connsiteX119" fmla="*/ 2632749 w 4114416"/>
              <a:gd name="connsiteY119" fmla="*/ 973667 h 2870200"/>
              <a:gd name="connsiteX120" fmla="*/ 2649682 w 4114416"/>
              <a:gd name="connsiteY120" fmla="*/ 812800 h 2870200"/>
              <a:gd name="connsiteX121" fmla="*/ 2666616 w 4114416"/>
              <a:gd name="connsiteY121" fmla="*/ 694267 h 2870200"/>
              <a:gd name="connsiteX122" fmla="*/ 2692016 w 4114416"/>
              <a:gd name="connsiteY122" fmla="*/ 558800 h 2870200"/>
              <a:gd name="connsiteX123" fmla="*/ 2717416 w 4114416"/>
              <a:gd name="connsiteY123" fmla="*/ 321734 h 2870200"/>
              <a:gd name="connsiteX124" fmla="*/ 2734349 w 4114416"/>
              <a:gd name="connsiteY124" fmla="*/ 1058334 h 2870200"/>
              <a:gd name="connsiteX125" fmla="*/ 2760746 w 4114416"/>
              <a:gd name="connsiteY125" fmla="*/ 1023969 h 2870200"/>
              <a:gd name="connsiteX126" fmla="*/ 2810549 w 4114416"/>
              <a:gd name="connsiteY126" fmla="*/ 905934 h 2870200"/>
              <a:gd name="connsiteX127" fmla="*/ 2844416 w 4114416"/>
              <a:gd name="connsiteY127" fmla="*/ 855134 h 2870200"/>
              <a:gd name="connsiteX128" fmla="*/ 2869816 w 4114416"/>
              <a:gd name="connsiteY128" fmla="*/ 1422400 h 2870200"/>
              <a:gd name="connsiteX129" fmla="*/ 2878282 w 4114416"/>
              <a:gd name="connsiteY129" fmla="*/ 1388534 h 2870200"/>
              <a:gd name="connsiteX130" fmla="*/ 2895216 w 4114416"/>
              <a:gd name="connsiteY130" fmla="*/ 1363134 h 2870200"/>
              <a:gd name="connsiteX131" fmla="*/ 2920616 w 4114416"/>
              <a:gd name="connsiteY131" fmla="*/ 1278467 h 2870200"/>
              <a:gd name="connsiteX132" fmla="*/ 2937549 w 4114416"/>
              <a:gd name="connsiteY132" fmla="*/ 1320800 h 2870200"/>
              <a:gd name="connsiteX133" fmla="*/ 2954482 w 4114416"/>
              <a:gd name="connsiteY133" fmla="*/ 1388534 h 2870200"/>
              <a:gd name="connsiteX134" fmla="*/ 2971416 w 4114416"/>
              <a:gd name="connsiteY134" fmla="*/ 1422400 h 2870200"/>
              <a:gd name="connsiteX135" fmla="*/ 3013749 w 4114416"/>
              <a:gd name="connsiteY135" fmla="*/ 1540934 h 2870200"/>
              <a:gd name="connsiteX136" fmla="*/ 3030682 w 4114416"/>
              <a:gd name="connsiteY136" fmla="*/ 1566334 h 2870200"/>
              <a:gd name="connsiteX137" fmla="*/ 3064549 w 4114416"/>
              <a:gd name="connsiteY137" fmla="*/ 1718734 h 2870200"/>
              <a:gd name="connsiteX138" fmla="*/ 3089949 w 4114416"/>
              <a:gd name="connsiteY138" fmla="*/ 1761067 h 2870200"/>
              <a:gd name="connsiteX139" fmla="*/ 3123816 w 4114416"/>
              <a:gd name="connsiteY139" fmla="*/ 1879600 h 2870200"/>
              <a:gd name="connsiteX140" fmla="*/ 3115349 w 4114416"/>
              <a:gd name="connsiteY140" fmla="*/ 1913467 h 2870200"/>
              <a:gd name="connsiteX141" fmla="*/ 3127799 w 4114416"/>
              <a:gd name="connsiteY141" fmla="*/ 1901016 h 2870200"/>
              <a:gd name="connsiteX142" fmla="*/ 3106882 w 4114416"/>
              <a:gd name="connsiteY142" fmla="*/ 1888067 h 2870200"/>
              <a:gd name="connsiteX143" fmla="*/ 3132282 w 4114416"/>
              <a:gd name="connsiteY143" fmla="*/ 1871134 h 2870200"/>
              <a:gd name="connsiteX144" fmla="*/ 3140749 w 4114416"/>
              <a:gd name="connsiteY144" fmla="*/ 1769534 h 2870200"/>
              <a:gd name="connsiteX145" fmla="*/ 3157682 w 4114416"/>
              <a:gd name="connsiteY145" fmla="*/ 1710267 h 2870200"/>
              <a:gd name="connsiteX146" fmla="*/ 3166149 w 4114416"/>
              <a:gd name="connsiteY146" fmla="*/ 1684867 h 2870200"/>
              <a:gd name="connsiteX147" fmla="*/ 3191549 w 4114416"/>
              <a:gd name="connsiteY147" fmla="*/ 1676400 h 2870200"/>
              <a:gd name="connsiteX148" fmla="*/ 3200016 w 4114416"/>
              <a:gd name="connsiteY148" fmla="*/ 2006600 h 2870200"/>
              <a:gd name="connsiteX149" fmla="*/ 3208482 w 4114416"/>
              <a:gd name="connsiteY149" fmla="*/ 2048934 h 2870200"/>
              <a:gd name="connsiteX150" fmla="*/ 3216949 w 4114416"/>
              <a:gd name="connsiteY150" fmla="*/ 2099734 h 2870200"/>
              <a:gd name="connsiteX151" fmla="*/ 3233882 w 4114416"/>
              <a:gd name="connsiteY151" fmla="*/ 2048934 h 2870200"/>
              <a:gd name="connsiteX152" fmla="*/ 3242349 w 4114416"/>
              <a:gd name="connsiteY152" fmla="*/ 1998134 h 2870200"/>
              <a:gd name="connsiteX153" fmla="*/ 3276216 w 4114416"/>
              <a:gd name="connsiteY153" fmla="*/ 2353734 h 2870200"/>
              <a:gd name="connsiteX154" fmla="*/ 3301616 w 4114416"/>
              <a:gd name="connsiteY154" fmla="*/ 2387600 h 2870200"/>
              <a:gd name="connsiteX155" fmla="*/ 3310082 w 4114416"/>
              <a:gd name="connsiteY155" fmla="*/ 2497667 h 2870200"/>
              <a:gd name="connsiteX156" fmla="*/ 3327016 w 4114416"/>
              <a:gd name="connsiteY156" fmla="*/ 2531534 h 2870200"/>
              <a:gd name="connsiteX157" fmla="*/ 3343949 w 4114416"/>
              <a:gd name="connsiteY157" fmla="*/ 2599267 h 2870200"/>
              <a:gd name="connsiteX158" fmla="*/ 3369349 w 4114416"/>
              <a:gd name="connsiteY158" fmla="*/ 2667000 h 2870200"/>
              <a:gd name="connsiteX159" fmla="*/ 3411682 w 4114416"/>
              <a:gd name="connsiteY159" fmla="*/ 2810934 h 2870200"/>
              <a:gd name="connsiteX160" fmla="*/ 3437082 w 4114416"/>
              <a:gd name="connsiteY160" fmla="*/ 2870200 h 2870200"/>
              <a:gd name="connsiteX161" fmla="*/ 3462482 w 4114416"/>
              <a:gd name="connsiteY161" fmla="*/ 1828800 h 2870200"/>
              <a:gd name="connsiteX162" fmla="*/ 3461984 w 4114416"/>
              <a:gd name="connsiteY162" fmla="*/ 2090271 h 2870200"/>
              <a:gd name="connsiteX163" fmla="*/ 3487882 w 4114416"/>
              <a:gd name="connsiteY163" fmla="*/ 1735667 h 2870200"/>
              <a:gd name="connsiteX164" fmla="*/ 3513282 w 4114416"/>
              <a:gd name="connsiteY164" fmla="*/ 1651000 h 2870200"/>
              <a:gd name="connsiteX165" fmla="*/ 3521749 w 4114416"/>
              <a:gd name="connsiteY165" fmla="*/ 1701800 h 2870200"/>
              <a:gd name="connsiteX166" fmla="*/ 3525733 w 4114416"/>
              <a:gd name="connsiteY166" fmla="*/ 1875118 h 2870200"/>
              <a:gd name="connsiteX167" fmla="*/ 3547149 w 4114416"/>
              <a:gd name="connsiteY167" fmla="*/ 1752600 h 2870200"/>
              <a:gd name="connsiteX168" fmla="*/ 3555616 w 4114416"/>
              <a:gd name="connsiteY168" fmla="*/ 1693334 h 2870200"/>
              <a:gd name="connsiteX169" fmla="*/ 3597949 w 4114416"/>
              <a:gd name="connsiteY169" fmla="*/ 1608667 h 2870200"/>
              <a:gd name="connsiteX170" fmla="*/ 3614882 w 4114416"/>
              <a:gd name="connsiteY170" fmla="*/ 1566334 h 2870200"/>
              <a:gd name="connsiteX171" fmla="*/ 3657216 w 4114416"/>
              <a:gd name="connsiteY171" fmla="*/ 1464734 h 2870200"/>
              <a:gd name="connsiteX172" fmla="*/ 3661200 w 4114416"/>
              <a:gd name="connsiteY172" fmla="*/ 1373094 h 2870200"/>
              <a:gd name="connsiteX173" fmla="*/ 3682616 w 4114416"/>
              <a:gd name="connsiteY173" fmla="*/ 1363134 h 2870200"/>
              <a:gd name="connsiteX174" fmla="*/ 3699549 w 4114416"/>
              <a:gd name="connsiteY174" fmla="*/ 1320800 h 2870200"/>
              <a:gd name="connsiteX175" fmla="*/ 3694569 w 4114416"/>
              <a:gd name="connsiteY175" fmla="*/ 1151964 h 2870200"/>
              <a:gd name="connsiteX176" fmla="*/ 3741882 w 4114416"/>
              <a:gd name="connsiteY176" fmla="*/ 1227667 h 2870200"/>
              <a:gd name="connsiteX177" fmla="*/ 3750349 w 4114416"/>
              <a:gd name="connsiteY177" fmla="*/ 1176867 h 2870200"/>
              <a:gd name="connsiteX178" fmla="*/ 3767282 w 4114416"/>
              <a:gd name="connsiteY178" fmla="*/ 1126067 h 2870200"/>
              <a:gd name="connsiteX179" fmla="*/ 3775749 w 4114416"/>
              <a:gd name="connsiteY179" fmla="*/ 1058334 h 2870200"/>
              <a:gd name="connsiteX180" fmla="*/ 3784216 w 4114416"/>
              <a:gd name="connsiteY180" fmla="*/ 1270000 h 2870200"/>
              <a:gd name="connsiteX181" fmla="*/ 3813064 w 4114416"/>
              <a:gd name="connsiteY181" fmla="*/ 678606 h 2870200"/>
              <a:gd name="connsiteX182" fmla="*/ 3818082 w 4114416"/>
              <a:gd name="connsiteY182" fmla="*/ 558800 h 2870200"/>
              <a:gd name="connsiteX183" fmla="*/ 3835016 w 4114416"/>
              <a:gd name="connsiteY183" fmla="*/ 482600 h 2870200"/>
              <a:gd name="connsiteX184" fmla="*/ 3843482 w 4114416"/>
              <a:gd name="connsiteY184" fmla="*/ 533400 h 2870200"/>
              <a:gd name="connsiteX185" fmla="*/ 3860416 w 4114416"/>
              <a:gd name="connsiteY185" fmla="*/ 660400 h 2870200"/>
              <a:gd name="connsiteX186" fmla="*/ 3868882 w 4114416"/>
              <a:gd name="connsiteY186" fmla="*/ 702734 h 2870200"/>
              <a:gd name="connsiteX187" fmla="*/ 3885816 w 4114416"/>
              <a:gd name="connsiteY187" fmla="*/ 736600 h 2870200"/>
              <a:gd name="connsiteX188" fmla="*/ 3902749 w 4114416"/>
              <a:gd name="connsiteY188" fmla="*/ 702734 h 2870200"/>
              <a:gd name="connsiteX189" fmla="*/ 3962016 w 4114416"/>
              <a:gd name="connsiteY189" fmla="*/ 482600 h 2870200"/>
              <a:gd name="connsiteX190" fmla="*/ 3978949 w 4114416"/>
              <a:gd name="connsiteY190" fmla="*/ 457200 h 2870200"/>
              <a:gd name="connsiteX191" fmla="*/ 4004349 w 4114416"/>
              <a:gd name="connsiteY191" fmla="*/ 177800 h 2870200"/>
              <a:gd name="connsiteX192" fmla="*/ 4029749 w 4114416"/>
              <a:gd name="connsiteY192" fmla="*/ 135467 h 2870200"/>
              <a:gd name="connsiteX193" fmla="*/ 4038216 w 4114416"/>
              <a:gd name="connsiteY193" fmla="*/ 101600 h 2870200"/>
              <a:gd name="connsiteX194" fmla="*/ 4046682 w 4114416"/>
              <a:gd name="connsiteY194" fmla="*/ 76200 h 2870200"/>
              <a:gd name="connsiteX195" fmla="*/ 4055149 w 4114416"/>
              <a:gd name="connsiteY195" fmla="*/ 110067 h 2870200"/>
              <a:gd name="connsiteX196" fmla="*/ 4072082 w 4114416"/>
              <a:gd name="connsiteY196" fmla="*/ 160867 h 2870200"/>
              <a:gd name="connsiteX197" fmla="*/ 4114416 w 4114416"/>
              <a:gd name="connsiteY197" fmla="*/ 0 h 2870200"/>
              <a:gd name="connsiteX0" fmla="*/ 0 w 4114416"/>
              <a:gd name="connsiteY0" fmla="*/ 735359 h 2870200"/>
              <a:gd name="connsiteX1" fmla="*/ 22363 w 4114416"/>
              <a:gd name="connsiteY1" fmla="*/ 647092 h 2870200"/>
              <a:gd name="connsiteX2" fmla="*/ 53451 w 4114416"/>
              <a:gd name="connsiteY2" fmla="*/ 567267 h 2870200"/>
              <a:gd name="connsiteX3" fmla="*/ 61790 w 4114416"/>
              <a:gd name="connsiteY3" fmla="*/ 828517 h 2870200"/>
              <a:gd name="connsiteX4" fmla="*/ 57549 w 4114416"/>
              <a:gd name="connsiteY4" fmla="*/ 1083293 h 2870200"/>
              <a:gd name="connsiteX5" fmla="*/ 55282 w 4114416"/>
              <a:gd name="connsiteY5" fmla="*/ 1212385 h 2870200"/>
              <a:gd name="connsiteX6" fmla="*/ 69873 w 4114416"/>
              <a:gd name="connsiteY6" fmla="*/ 1401791 h 2870200"/>
              <a:gd name="connsiteX7" fmla="*/ 112335 w 4114416"/>
              <a:gd name="connsiteY7" fmla="*/ 1209517 h 2870200"/>
              <a:gd name="connsiteX8" fmla="*/ 135082 w 4114416"/>
              <a:gd name="connsiteY8" fmla="*/ 1100667 h 2870200"/>
              <a:gd name="connsiteX9" fmla="*/ 168949 w 4114416"/>
              <a:gd name="connsiteY9" fmla="*/ 999067 h 2870200"/>
              <a:gd name="connsiteX10" fmla="*/ 185882 w 4114416"/>
              <a:gd name="connsiteY10" fmla="*/ 948267 h 2870200"/>
              <a:gd name="connsiteX11" fmla="*/ 202816 w 4114416"/>
              <a:gd name="connsiteY11" fmla="*/ 1134534 h 2870200"/>
              <a:gd name="connsiteX12" fmla="*/ 219749 w 4114416"/>
              <a:gd name="connsiteY12" fmla="*/ 1464734 h 2870200"/>
              <a:gd name="connsiteX13" fmla="*/ 279016 w 4114416"/>
              <a:gd name="connsiteY13" fmla="*/ 1363134 h 2870200"/>
              <a:gd name="connsiteX14" fmla="*/ 304416 w 4114416"/>
              <a:gd name="connsiteY14" fmla="*/ 1371600 h 2870200"/>
              <a:gd name="connsiteX15" fmla="*/ 312882 w 4114416"/>
              <a:gd name="connsiteY15" fmla="*/ 2243667 h 2870200"/>
              <a:gd name="connsiteX16" fmla="*/ 338282 w 4114416"/>
              <a:gd name="connsiteY16" fmla="*/ 2201334 h 2870200"/>
              <a:gd name="connsiteX17" fmla="*/ 346749 w 4114416"/>
              <a:gd name="connsiteY17" fmla="*/ 2150534 h 2870200"/>
              <a:gd name="connsiteX18" fmla="*/ 371651 w 4114416"/>
              <a:gd name="connsiteY18" fmla="*/ 2376146 h 2870200"/>
              <a:gd name="connsiteX19" fmla="*/ 389082 w 4114416"/>
              <a:gd name="connsiteY19" fmla="*/ 2082800 h 2870200"/>
              <a:gd name="connsiteX20" fmla="*/ 414981 w 4114416"/>
              <a:gd name="connsiteY20" fmla="*/ 1792444 h 2870200"/>
              <a:gd name="connsiteX21" fmla="*/ 422949 w 4114416"/>
              <a:gd name="connsiteY21" fmla="*/ 2032000 h 2870200"/>
              <a:gd name="connsiteX22" fmla="*/ 453908 w 4114416"/>
              <a:gd name="connsiteY22" fmla="*/ 1990884 h 2870200"/>
              <a:gd name="connsiteX23" fmla="*/ 465282 w 4114416"/>
              <a:gd name="connsiteY23" fmla="*/ 1752600 h 2870200"/>
              <a:gd name="connsiteX24" fmla="*/ 490682 w 4114416"/>
              <a:gd name="connsiteY24" fmla="*/ 1651000 h 2870200"/>
              <a:gd name="connsiteX25" fmla="*/ 516082 w 4114416"/>
              <a:gd name="connsiteY25" fmla="*/ 1710267 h 2870200"/>
              <a:gd name="connsiteX26" fmla="*/ 524549 w 4114416"/>
              <a:gd name="connsiteY26" fmla="*/ 1851666 h 2870200"/>
              <a:gd name="connsiteX27" fmla="*/ 558416 w 4114416"/>
              <a:gd name="connsiteY27" fmla="*/ 1820334 h 2870200"/>
              <a:gd name="connsiteX28" fmla="*/ 583816 w 4114416"/>
              <a:gd name="connsiteY28" fmla="*/ 1938867 h 2870200"/>
              <a:gd name="connsiteX29" fmla="*/ 600749 w 4114416"/>
              <a:gd name="connsiteY29" fmla="*/ 1998134 h 2870200"/>
              <a:gd name="connsiteX30" fmla="*/ 643082 w 4114416"/>
              <a:gd name="connsiteY30" fmla="*/ 1786467 h 2870200"/>
              <a:gd name="connsiteX31" fmla="*/ 668482 w 4114416"/>
              <a:gd name="connsiteY31" fmla="*/ 1718734 h 2870200"/>
              <a:gd name="connsiteX32" fmla="*/ 685416 w 4114416"/>
              <a:gd name="connsiteY32" fmla="*/ 1617134 h 2870200"/>
              <a:gd name="connsiteX33" fmla="*/ 702349 w 4114416"/>
              <a:gd name="connsiteY33" fmla="*/ 1557867 h 2870200"/>
              <a:gd name="connsiteX34" fmla="*/ 710816 w 4114416"/>
              <a:gd name="connsiteY34" fmla="*/ 1524000 h 2870200"/>
              <a:gd name="connsiteX35" fmla="*/ 727749 w 4114416"/>
              <a:gd name="connsiteY35" fmla="*/ 1312334 h 2870200"/>
              <a:gd name="connsiteX36" fmla="*/ 744682 w 4114416"/>
              <a:gd name="connsiteY36" fmla="*/ 1380067 h 2870200"/>
              <a:gd name="connsiteX37" fmla="*/ 761616 w 4114416"/>
              <a:gd name="connsiteY37" fmla="*/ 1532467 h 2870200"/>
              <a:gd name="connsiteX38" fmla="*/ 778549 w 4114416"/>
              <a:gd name="connsiteY38" fmla="*/ 1566334 h 2870200"/>
              <a:gd name="connsiteX39" fmla="*/ 820882 w 4114416"/>
              <a:gd name="connsiteY39" fmla="*/ 1430867 h 2870200"/>
              <a:gd name="connsiteX40" fmla="*/ 854749 w 4114416"/>
              <a:gd name="connsiteY40" fmla="*/ 1388534 h 2870200"/>
              <a:gd name="connsiteX41" fmla="*/ 863216 w 4114416"/>
              <a:gd name="connsiteY41" fmla="*/ 1498600 h 2870200"/>
              <a:gd name="connsiteX42" fmla="*/ 888616 w 4114416"/>
              <a:gd name="connsiteY42" fmla="*/ 1811867 h 2870200"/>
              <a:gd name="connsiteX43" fmla="*/ 897082 w 4114416"/>
              <a:gd name="connsiteY43" fmla="*/ 1642534 h 2870200"/>
              <a:gd name="connsiteX44" fmla="*/ 930949 w 4114416"/>
              <a:gd name="connsiteY44" fmla="*/ 1557867 h 2870200"/>
              <a:gd name="connsiteX45" fmla="*/ 939416 w 4114416"/>
              <a:gd name="connsiteY45" fmla="*/ 2006600 h 2870200"/>
              <a:gd name="connsiteX46" fmla="*/ 964816 w 4114416"/>
              <a:gd name="connsiteY46" fmla="*/ 2116667 h 2870200"/>
              <a:gd name="connsiteX47" fmla="*/ 973282 w 4114416"/>
              <a:gd name="connsiteY47" fmla="*/ 1948424 h 2870200"/>
              <a:gd name="connsiteX48" fmla="*/ 990216 w 4114416"/>
              <a:gd name="connsiteY48" fmla="*/ 1794934 h 2870200"/>
              <a:gd name="connsiteX49" fmla="*/ 998682 w 4114416"/>
              <a:gd name="connsiteY49" fmla="*/ 1761067 h 2870200"/>
              <a:gd name="connsiteX50" fmla="*/ 1015616 w 4114416"/>
              <a:gd name="connsiteY50" fmla="*/ 1871134 h 2870200"/>
              <a:gd name="connsiteX51" fmla="*/ 1032549 w 4114416"/>
              <a:gd name="connsiteY51" fmla="*/ 1947334 h 2870200"/>
              <a:gd name="connsiteX52" fmla="*/ 1049482 w 4114416"/>
              <a:gd name="connsiteY52" fmla="*/ 2040467 h 2870200"/>
              <a:gd name="connsiteX53" fmla="*/ 1074882 w 4114416"/>
              <a:gd name="connsiteY53" fmla="*/ 2108200 h 2870200"/>
              <a:gd name="connsiteX54" fmla="*/ 1105586 w 4114416"/>
              <a:gd name="connsiteY54" fmla="*/ 2165034 h 2870200"/>
              <a:gd name="connsiteX55" fmla="*/ 1117344 w 4114416"/>
              <a:gd name="connsiteY55" fmla="*/ 2220675 h 2870200"/>
              <a:gd name="connsiteX56" fmla="*/ 1134149 w 4114416"/>
              <a:gd name="connsiteY56" fmla="*/ 2108200 h 2870200"/>
              <a:gd name="connsiteX57" fmla="*/ 1184949 w 4114416"/>
              <a:gd name="connsiteY57" fmla="*/ 1989667 h 2870200"/>
              <a:gd name="connsiteX58" fmla="*/ 1221851 w 4114416"/>
              <a:gd name="connsiteY58" fmla="*/ 1898967 h 2870200"/>
              <a:gd name="connsiteX59" fmla="*/ 1244216 w 4114416"/>
              <a:gd name="connsiteY59" fmla="*/ 2167467 h 2870200"/>
              <a:gd name="connsiteX60" fmla="*/ 1261149 w 4114416"/>
              <a:gd name="connsiteY60" fmla="*/ 2082800 h 2870200"/>
              <a:gd name="connsiteX61" fmla="*/ 1269616 w 4114416"/>
              <a:gd name="connsiteY61" fmla="*/ 2015067 h 2870200"/>
              <a:gd name="connsiteX62" fmla="*/ 1311949 w 4114416"/>
              <a:gd name="connsiteY62" fmla="*/ 1854200 h 2870200"/>
              <a:gd name="connsiteX63" fmla="*/ 1320416 w 4114416"/>
              <a:gd name="connsiteY63" fmla="*/ 1803400 h 2870200"/>
              <a:gd name="connsiteX64" fmla="*/ 1345816 w 4114416"/>
              <a:gd name="connsiteY64" fmla="*/ 1701800 h 2870200"/>
              <a:gd name="connsiteX65" fmla="*/ 1379682 w 4114416"/>
              <a:gd name="connsiteY65" fmla="*/ 1744134 h 2870200"/>
              <a:gd name="connsiteX66" fmla="*/ 1422016 w 4114416"/>
              <a:gd name="connsiteY66" fmla="*/ 1879600 h 2870200"/>
              <a:gd name="connsiteX67" fmla="*/ 1455882 w 4114416"/>
              <a:gd name="connsiteY67" fmla="*/ 1947334 h 2870200"/>
              <a:gd name="connsiteX68" fmla="*/ 1472816 w 4114416"/>
              <a:gd name="connsiteY68" fmla="*/ 1938867 h 2870200"/>
              <a:gd name="connsiteX69" fmla="*/ 1515149 w 4114416"/>
              <a:gd name="connsiteY69" fmla="*/ 1803400 h 2870200"/>
              <a:gd name="connsiteX70" fmla="*/ 1574416 w 4114416"/>
              <a:gd name="connsiteY70" fmla="*/ 1651000 h 2870200"/>
              <a:gd name="connsiteX71" fmla="*/ 1582882 w 4114416"/>
              <a:gd name="connsiteY71" fmla="*/ 1591734 h 2870200"/>
              <a:gd name="connsiteX72" fmla="*/ 1608282 w 4114416"/>
              <a:gd name="connsiteY72" fmla="*/ 1524000 h 2870200"/>
              <a:gd name="connsiteX73" fmla="*/ 1616749 w 4114416"/>
              <a:gd name="connsiteY73" fmla="*/ 1498600 h 2870200"/>
              <a:gd name="connsiteX74" fmla="*/ 1633682 w 4114416"/>
              <a:gd name="connsiteY74" fmla="*/ 1524000 h 2870200"/>
              <a:gd name="connsiteX75" fmla="*/ 1659082 w 4114416"/>
              <a:gd name="connsiteY75" fmla="*/ 1490134 h 2870200"/>
              <a:gd name="connsiteX76" fmla="*/ 1684482 w 4114416"/>
              <a:gd name="connsiteY76" fmla="*/ 1388534 h 2870200"/>
              <a:gd name="connsiteX77" fmla="*/ 1743749 w 4114416"/>
              <a:gd name="connsiteY77" fmla="*/ 1286934 h 2870200"/>
              <a:gd name="connsiteX78" fmla="*/ 1794549 w 4114416"/>
              <a:gd name="connsiteY78" fmla="*/ 1176867 h 2870200"/>
              <a:gd name="connsiteX79" fmla="*/ 1819949 w 4114416"/>
              <a:gd name="connsiteY79" fmla="*/ 1202267 h 2870200"/>
              <a:gd name="connsiteX80" fmla="*/ 1828416 w 4114416"/>
              <a:gd name="connsiteY80" fmla="*/ 1227667 h 2870200"/>
              <a:gd name="connsiteX81" fmla="*/ 1845349 w 4114416"/>
              <a:gd name="connsiteY81" fmla="*/ 1261534 h 2870200"/>
              <a:gd name="connsiteX82" fmla="*/ 1887682 w 4114416"/>
              <a:gd name="connsiteY82" fmla="*/ 1422400 h 2870200"/>
              <a:gd name="connsiteX83" fmla="*/ 1938482 w 4114416"/>
              <a:gd name="connsiteY83" fmla="*/ 1600200 h 2870200"/>
              <a:gd name="connsiteX84" fmla="*/ 1989282 w 4114416"/>
              <a:gd name="connsiteY84" fmla="*/ 1744134 h 2870200"/>
              <a:gd name="connsiteX85" fmla="*/ 2006216 w 4114416"/>
              <a:gd name="connsiteY85" fmla="*/ 1498600 h 2870200"/>
              <a:gd name="connsiteX86" fmla="*/ 2023149 w 4114416"/>
              <a:gd name="connsiteY86" fmla="*/ 1464734 h 2870200"/>
              <a:gd name="connsiteX87" fmla="*/ 2031616 w 4114416"/>
              <a:gd name="connsiteY87" fmla="*/ 1439334 h 2870200"/>
              <a:gd name="connsiteX88" fmla="*/ 2082416 w 4114416"/>
              <a:gd name="connsiteY88" fmla="*/ 2032000 h 2870200"/>
              <a:gd name="connsiteX89" fmla="*/ 2090882 w 4114416"/>
              <a:gd name="connsiteY89" fmla="*/ 2150534 h 2870200"/>
              <a:gd name="connsiteX90" fmla="*/ 2099349 w 4114416"/>
              <a:gd name="connsiteY90" fmla="*/ 2489200 h 2870200"/>
              <a:gd name="connsiteX91" fmla="*/ 2133216 w 4114416"/>
              <a:gd name="connsiteY91" fmla="*/ 2421467 h 2870200"/>
              <a:gd name="connsiteX92" fmla="*/ 2175549 w 4114416"/>
              <a:gd name="connsiteY92" fmla="*/ 2319867 h 2870200"/>
              <a:gd name="connsiteX93" fmla="*/ 2200949 w 4114416"/>
              <a:gd name="connsiteY93" fmla="*/ 2286000 h 2870200"/>
              <a:gd name="connsiteX94" fmla="*/ 2234816 w 4114416"/>
              <a:gd name="connsiteY94" fmla="*/ 2235200 h 2870200"/>
              <a:gd name="connsiteX95" fmla="*/ 2251749 w 4114416"/>
              <a:gd name="connsiteY95" fmla="*/ 2514600 h 2870200"/>
              <a:gd name="connsiteX96" fmla="*/ 2277149 w 4114416"/>
              <a:gd name="connsiteY96" fmla="*/ 2565400 h 2870200"/>
              <a:gd name="connsiteX97" fmla="*/ 2285616 w 4114416"/>
              <a:gd name="connsiteY97" fmla="*/ 2489200 h 2870200"/>
              <a:gd name="connsiteX98" fmla="*/ 2302549 w 4114416"/>
              <a:gd name="connsiteY98" fmla="*/ 2421467 h 2870200"/>
              <a:gd name="connsiteX99" fmla="*/ 2311016 w 4114416"/>
              <a:gd name="connsiteY99" fmla="*/ 1718734 h 2870200"/>
              <a:gd name="connsiteX100" fmla="*/ 2336416 w 4114416"/>
              <a:gd name="connsiteY100" fmla="*/ 1811867 h 2870200"/>
              <a:gd name="connsiteX101" fmla="*/ 2361816 w 4114416"/>
              <a:gd name="connsiteY101" fmla="*/ 1871134 h 2870200"/>
              <a:gd name="connsiteX102" fmla="*/ 2387216 w 4114416"/>
              <a:gd name="connsiteY102" fmla="*/ 1938867 h 2870200"/>
              <a:gd name="connsiteX103" fmla="*/ 2395682 w 4114416"/>
              <a:gd name="connsiteY103" fmla="*/ 1972734 h 2870200"/>
              <a:gd name="connsiteX104" fmla="*/ 2404149 w 4114416"/>
              <a:gd name="connsiteY104" fmla="*/ 1574800 h 2870200"/>
              <a:gd name="connsiteX105" fmla="*/ 2429549 w 4114416"/>
              <a:gd name="connsiteY105" fmla="*/ 1236134 h 2870200"/>
              <a:gd name="connsiteX106" fmla="*/ 2446482 w 4114416"/>
              <a:gd name="connsiteY106" fmla="*/ 1092200 h 2870200"/>
              <a:gd name="connsiteX107" fmla="*/ 2454949 w 4114416"/>
              <a:gd name="connsiteY107" fmla="*/ 1066800 h 2870200"/>
              <a:gd name="connsiteX108" fmla="*/ 2463416 w 4114416"/>
              <a:gd name="connsiteY108" fmla="*/ 1092200 h 2870200"/>
              <a:gd name="connsiteX109" fmla="*/ 2480349 w 4114416"/>
              <a:gd name="connsiteY109" fmla="*/ 1117600 h 2870200"/>
              <a:gd name="connsiteX110" fmla="*/ 2488816 w 4114416"/>
              <a:gd name="connsiteY110" fmla="*/ 1227667 h 2870200"/>
              <a:gd name="connsiteX111" fmla="*/ 2514216 w 4114416"/>
              <a:gd name="connsiteY111" fmla="*/ 753534 h 2870200"/>
              <a:gd name="connsiteX112" fmla="*/ 2531149 w 4114416"/>
              <a:gd name="connsiteY112" fmla="*/ 685800 h 2870200"/>
              <a:gd name="connsiteX113" fmla="*/ 2539616 w 4114416"/>
              <a:gd name="connsiteY113" fmla="*/ 609600 h 2870200"/>
              <a:gd name="connsiteX114" fmla="*/ 2548082 w 4114416"/>
              <a:gd name="connsiteY114" fmla="*/ 558800 h 2870200"/>
              <a:gd name="connsiteX115" fmla="*/ 2565016 w 4114416"/>
              <a:gd name="connsiteY115" fmla="*/ 584200 h 2870200"/>
              <a:gd name="connsiteX116" fmla="*/ 2573482 w 4114416"/>
              <a:gd name="connsiteY116" fmla="*/ 778934 h 2870200"/>
              <a:gd name="connsiteX117" fmla="*/ 2615816 w 4114416"/>
              <a:gd name="connsiteY117" fmla="*/ 914400 h 2870200"/>
              <a:gd name="connsiteX118" fmla="*/ 2632749 w 4114416"/>
              <a:gd name="connsiteY118" fmla="*/ 973667 h 2870200"/>
              <a:gd name="connsiteX119" fmla="*/ 2649682 w 4114416"/>
              <a:gd name="connsiteY119" fmla="*/ 812800 h 2870200"/>
              <a:gd name="connsiteX120" fmla="*/ 2666616 w 4114416"/>
              <a:gd name="connsiteY120" fmla="*/ 694267 h 2870200"/>
              <a:gd name="connsiteX121" fmla="*/ 2692016 w 4114416"/>
              <a:gd name="connsiteY121" fmla="*/ 558800 h 2870200"/>
              <a:gd name="connsiteX122" fmla="*/ 2717416 w 4114416"/>
              <a:gd name="connsiteY122" fmla="*/ 321734 h 2870200"/>
              <a:gd name="connsiteX123" fmla="*/ 2734349 w 4114416"/>
              <a:gd name="connsiteY123" fmla="*/ 1058334 h 2870200"/>
              <a:gd name="connsiteX124" fmla="*/ 2760746 w 4114416"/>
              <a:gd name="connsiteY124" fmla="*/ 1023969 h 2870200"/>
              <a:gd name="connsiteX125" fmla="*/ 2810549 w 4114416"/>
              <a:gd name="connsiteY125" fmla="*/ 905934 h 2870200"/>
              <a:gd name="connsiteX126" fmla="*/ 2844416 w 4114416"/>
              <a:gd name="connsiteY126" fmla="*/ 855134 h 2870200"/>
              <a:gd name="connsiteX127" fmla="*/ 2869816 w 4114416"/>
              <a:gd name="connsiteY127" fmla="*/ 1422400 h 2870200"/>
              <a:gd name="connsiteX128" fmla="*/ 2878282 w 4114416"/>
              <a:gd name="connsiteY128" fmla="*/ 1388534 h 2870200"/>
              <a:gd name="connsiteX129" fmla="*/ 2895216 w 4114416"/>
              <a:gd name="connsiteY129" fmla="*/ 1363134 h 2870200"/>
              <a:gd name="connsiteX130" fmla="*/ 2920616 w 4114416"/>
              <a:gd name="connsiteY130" fmla="*/ 1278467 h 2870200"/>
              <a:gd name="connsiteX131" fmla="*/ 2937549 w 4114416"/>
              <a:gd name="connsiteY131" fmla="*/ 1320800 h 2870200"/>
              <a:gd name="connsiteX132" fmla="*/ 2954482 w 4114416"/>
              <a:gd name="connsiteY132" fmla="*/ 1388534 h 2870200"/>
              <a:gd name="connsiteX133" fmla="*/ 2971416 w 4114416"/>
              <a:gd name="connsiteY133" fmla="*/ 1422400 h 2870200"/>
              <a:gd name="connsiteX134" fmla="*/ 3013749 w 4114416"/>
              <a:gd name="connsiteY134" fmla="*/ 1540934 h 2870200"/>
              <a:gd name="connsiteX135" fmla="*/ 3030682 w 4114416"/>
              <a:gd name="connsiteY135" fmla="*/ 1566334 h 2870200"/>
              <a:gd name="connsiteX136" fmla="*/ 3064549 w 4114416"/>
              <a:gd name="connsiteY136" fmla="*/ 1718734 h 2870200"/>
              <a:gd name="connsiteX137" fmla="*/ 3089949 w 4114416"/>
              <a:gd name="connsiteY137" fmla="*/ 1761067 h 2870200"/>
              <a:gd name="connsiteX138" fmla="*/ 3123816 w 4114416"/>
              <a:gd name="connsiteY138" fmla="*/ 1879600 h 2870200"/>
              <a:gd name="connsiteX139" fmla="*/ 3115349 w 4114416"/>
              <a:gd name="connsiteY139" fmla="*/ 1913467 h 2870200"/>
              <a:gd name="connsiteX140" fmla="*/ 3127799 w 4114416"/>
              <a:gd name="connsiteY140" fmla="*/ 1901016 h 2870200"/>
              <a:gd name="connsiteX141" fmla="*/ 3106882 w 4114416"/>
              <a:gd name="connsiteY141" fmla="*/ 1888067 h 2870200"/>
              <a:gd name="connsiteX142" fmla="*/ 3132282 w 4114416"/>
              <a:gd name="connsiteY142" fmla="*/ 1871134 h 2870200"/>
              <a:gd name="connsiteX143" fmla="*/ 3140749 w 4114416"/>
              <a:gd name="connsiteY143" fmla="*/ 1769534 h 2870200"/>
              <a:gd name="connsiteX144" fmla="*/ 3157682 w 4114416"/>
              <a:gd name="connsiteY144" fmla="*/ 1710267 h 2870200"/>
              <a:gd name="connsiteX145" fmla="*/ 3166149 w 4114416"/>
              <a:gd name="connsiteY145" fmla="*/ 1684867 h 2870200"/>
              <a:gd name="connsiteX146" fmla="*/ 3191549 w 4114416"/>
              <a:gd name="connsiteY146" fmla="*/ 1676400 h 2870200"/>
              <a:gd name="connsiteX147" fmla="*/ 3200016 w 4114416"/>
              <a:gd name="connsiteY147" fmla="*/ 2006600 h 2870200"/>
              <a:gd name="connsiteX148" fmla="*/ 3208482 w 4114416"/>
              <a:gd name="connsiteY148" fmla="*/ 2048934 h 2870200"/>
              <a:gd name="connsiteX149" fmla="*/ 3216949 w 4114416"/>
              <a:gd name="connsiteY149" fmla="*/ 2099734 h 2870200"/>
              <a:gd name="connsiteX150" fmla="*/ 3233882 w 4114416"/>
              <a:gd name="connsiteY150" fmla="*/ 2048934 h 2870200"/>
              <a:gd name="connsiteX151" fmla="*/ 3242349 w 4114416"/>
              <a:gd name="connsiteY151" fmla="*/ 1998134 h 2870200"/>
              <a:gd name="connsiteX152" fmla="*/ 3276216 w 4114416"/>
              <a:gd name="connsiteY152" fmla="*/ 2353734 h 2870200"/>
              <a:gd name="connsiteX153" fmla="*/ 3301616 w 4114416"/>
              <a:gd name="connsiteY153" fmla="*/ 2387600 h 2870200"/>
              <a:gd name="connsiteX154" fmla="*/ 3310082 w 4114416"/>
              <a:gd name="connsiteY154" fmla="*/ 2497667 h 2870200"/>
              <a:gd name="connsiteX155" fmla="*/ 3327016 w 4114416"/>
              <a:gd name="connsiteY155" fmla="*/ 2531534 h 2870200"/>
              <a:gd name="connsiteX156" fmla="*/ 3343949 w 4114416"/>
              <a:gd name="connsiteY156" fmla="*/ 2599267 h 2870200"/>
              <a:gd name="connsiteX157" fmla="*/ 3369349 w 4114416"/>
              <a:gd name="connsiteY157" fmla="*/ 2667000 h 2870200"/>
              <a:gd name="connsiteX158" fmla="*/ 3411682 w 4114416"/>
              <a:gd name="connsiteY158" fmla="*/ 2810934 h 2870200"/>
              <a:gd name="connsiteX159" fmla="*/ 3437082 w 4114416"/>
              <a:gd name="connsiteY159" fmla="*/ 2870200 h 2870200"/>
              <a:gd name="connsiteX160" fmla="*/ 3462482 w 4114416"/>
              <a:gd name="connsiteY160" fmla="*/ 1828800 h 2870200"/>
              <a:gd name="connsiteX161" fmla="*/ 3461984 w 4114416"/>
              <a:gd name="connsiteY161" fmla="*/ 2090271 h 2870200"/>
              <a:gd name="connsiteX162" fmla="*/ 3487882 w 4114416"/>
              <a:gd name="connsiteY162" fmla="*/ 1735667 h 2870200"/>
              <a:gd name="connsiteX163" fmla="*/ 3513282 w 4114416"/>
              <a:gd name="connsiteY163" fmla="*/ 1651000 h 2870200"/>
              <a:gd name="connsiteX164" fmla="*/ 3521749 w 4114416"/>
              <a:gd name="connsiteY164" fmla="*/ 1701800 h 2870200"/>
              <a:gd name="connsiteX165" fmla="*/ 3525733 w 4114416"/>
              <a:gd name="connsiteY165" fmla="*/ 1875118 h 2870200"/>
              <a:gd name="connsiteX166" fmla="*/ 3547149 w 4114416"/>
              <a:gd name="connsiteY166" fmla="*/ 1752600 h 2870200"/>
              <a:gd name="connsiteX167" fmla="*/ 3555616 w 4114416"/>
              <a:gd name="connsiteY167" fmla="*/ 1693334 h 2870200"/>
              <a:gd name="connsiteX168" fmla="*/ 3597949 w 4114416"/>
              <a:gd name="connsiteY168" fmla="*/ 1608667 h 2870200"/>
              <a:gd name="connsiteX169" fmla="*/ 3614882 w 4114416"/>
              <a:gd name="connsiteY169" fmla="*/ 1566334 h 2870200"/>
              <a:gd name="connsiteX170" fmla="*/ 3657216 w 4114416"/>
              <a:gd name="connsiteY170" fmla="*/ 1464734 h 2870200"/>
              <a:gd name="connsiteX171" fmla="*/ 3661200 w 4114416"/>
              <a:gd name="connsiteY171" fmla="*/ 1373094 h 2870200"/>
              <a:gd name="connsiteX172" fmla="*/ 3682616 w 4114416"/>
              <a:gd name="connsiteY172" fmla="*/ 1363134 h 2870200"/>
              <a:gd name="connsiteX173" fmla="*/ 3699549 w 4114416"/>
              <a:gd name="connsiteY173" fmla="*/ 1320800 h 2870200"/>
              <a:gd name="connsiteX174" fmla="*/ 3694569 w 4114416"/>
              <a:gd name="connsiteY174" fmla="*/ 1151964 h 2870200"/>
              <a:gd name="connsiteX175" fmla="*/ 3741882 w 4114416"/>
              <a:gd name="connsiteY175" fmla="*/ 1227667 h 2870200"/>
              <a:gd name="connsiteX176" fmla="*/ 3750349 w 4114416"/>
              <a:gd name="connsiteY176" fmla="*/ 1176867 h 2870200"/>
              <a:gd name="connsiteX177" fmla="*/ 3767282 w 4114416"/>
              <a:gd name="connsiteY177" fmla="*/ 1126067 h 2870200"/>
              <a:gd name="connsiteX178" fmla="*/ 3775749 w 4114416"/>
              <a:gd name="connsiteY178" fmla="*/ 1058334 h 2870200"/>
              <a:gd name="connsiteX179" fmla="*/ 3784216 w 4114416"/>
              <a:gd name="connsiteY179" fmla="*/ 1270000 h 2870200"/>
              <a:gd name="connsiteX180" fmla="*/ 3813064 w 4114416"/>
              <a:gd name="connsiteY180" fmla="*/ 678606 h 2870200"/>
              <a:gd name="connsiteX181" fmla="*/ 3818082 w 4114416"/>
              <a:gd name="connsiteY181" fmla="*/ 558800 h 2870200"/>
              <a:gd name="connsiteX182" fmla="*/ 3835016 w 4114416"/>
              <a:gd name="connsiteY182" fmla="*/ 482600 h 2870200"/>
              <a:gd name="connsiteX183" fmla="*/ 3843482 w 4114416"/>
              <a:gd name="connsiteY183" fmla="*/ 533400 h 2870200"/>
              <a:gd name="connsiteX184" fmla="*/ 3860416 w 4114416"/>
              <a:gd name="connsiteY184" fmla="*/ 660400 h 2870200"/>
              <a:gd name="connsiteX185" fmla="*/ 3868882 w 4114416"/>
              <a:gd name="connsiteY185" fmla="*/ 702734 h 2870200"/>
              <a:gd name="connsiteX186" fmla="*/ 3885816 w 4114416"/>
              <a:gd name="connsiteY186" fmla="*/ 736600 h 2870200"/>
              <a:gd name="connsiteX187" fmla="*/ 3902749 w 4114416"/>
              <a:gd name="connsiteY187" fmla="*/ 702734 h 2870200"/>
              <a:gd name="connsiteX188" fmla="*/ 3962016 w 4114416"/>
              <a:gd name="connsiteY188" fmla="*/ 482600 h 2870200"/>
              <a:gd name="connsiteX189" fmla="*/ 3978949 w 4114416"/>
              <a:gd name="connsiteY189" fmla="*/ 457200 h 2870200"/>
              <a:gd name="connsiteX190" fmla="*/ 4004349 w 4114416"/>
              <a:gd name="connsiteY190" fmla="*/ 177800 h 2870200"/>
              <a:gd name="connsiteX191" fmla="*/ 4029749 w 4114416"/>
              <a:gd name="connsiteY191" fmla="*/ 135467 h 2870200"/>
              <a:gd name="connsiteX192" fmla="*/ 4038216 w 4114416"/>
              <a:gd name="connsiteY192" fmla="*/ 101600 h 2870200"/>
              <a:gd name="connsiteX193" fmla="*/ 4046682 w 4114416"/>
              <a:gd name="connsiteY193" fmla="*/ 76200 h 2870200"/>
              <a:gd name="connsiteX194" fmla="*/ 4055149 w 4114416"/>
              <a:gd name="connsiteY194" fmla="*/ 110067 h 2870200"/>
              <a:gd name="connsiteX195" fmla="*/ 4072082 w 4114416"/>
              <a:gd name="connsiteY195" fmla="*/ 160867 h 2870200"/>
              <a:gd name="connsiteX196" fmla="*/ 4114416 w 4114416"/>
              <a:gd name="connsiteY196" fmla="*/ 0 h 2870200"/>
              <a:gd name="connsiteX0" fmla="*/ 0 w 4114416"/>
              <a:gd name="connsiteY0" fmla="*/ 735359 h 2870200"/>
              <a:gd name="connsiteX1" fmla="*/ 22363 w 4114416"/>
              <a:gd name="connsiteY1" fmla="*/ 647092 h 2870200"/>
              <a:gd name="connsiteX2" fmla="*/ 53451 w 4114416"/>
              <a:gd name="connsiteY2" fmla="*/ 567267 h 2870200"/>
              <a:gd name="connsiteX3" fmla="*/ 61790 w 4114416"/>
              <a:gd name="connsiteY3" fmla="*/ 828517 h 2870200"/>
              <a:gd name="connsiteX4" fmla="*/ 57549 w 4114416"/>
              <a:gd name="connsiteY4" fmla="*/ 1083293 h 2870200"/>
              <a:gd name="connsiteX5" fmla="*/ 55282 w 4114416"/>
              <a:gd name="connsiteY5" fmla="*/ 1212385 h 2870200"/>
              <a:gd name="connsiteX6" fmla="*/ 69873 w 4114416"/>
              <a:gd name="connsiteY6" fmla="*/ 1401791 h 2870200"/>
              <a:gd name="connsiteX7" fmla="*/ 112335 w 4114416"/>
              <a:gd name="connsiteY7" fmla="*/ 1209517 h 2870200"/>
              <a:gd name="connsiteX8" fmla="*/ 135082 w 4114416"/>
              <a:gd name="connsiteY8" fmla="*/ 1100667 h 2870200"/>
              <a:gd name="connsiteX9" fmla="*/ 168949 w 4114416"/>
              <a:gd name="connsiteY9" fmla="*/ 999067 h 2870200"/>
              <a:gd name="connsiteX10" fmla="*/ 185882 w 4114416"/>
              <a:gd name="connsiteY10" fmla="*/ 948267 h 2870200"/>
              <a:gd name="connsiteX11" fmla="*/ 202816 w 4114416"/>
              <a:gd name="connsiteY11" fmla="*/ 1134534 h 2870200"/>
              <a:gd name="connsiteX12" fmla="*/ 219749 w 4114416"/>
              <a:gd name="connsiteY12" fmla="*/ 1464734 h 2870200"/>
              <a:gd name="connsiteX13" fmla="*/ 279016 w 4114416"/>
              <a:gd name="connsiteY13" fmla="*/ 1363134 h 2870200"/>
              <a:gd name="connsiteX14" fmla="*/ 304416 w 4114416"/>
              <a:gd name="connsiteY14" fmla="*/ 1371600 h 2870200"/>
              <a:gd name="connsiteX15" fmla="*/ 312882 w 4114416"/>
              <a:gd name="connsiteY15" fmla="*/ 2243667 h 2870200"/>
              <a:gd name="connsiteX16" fmla="*/ 338282 w 4114416"/>
              <a:gd name="connsiteY16" fmla="*/ 2201334 h 2870200"/>
              <a:gd name="connsiteX17" fmla="*/ 346749 w 4114416"/>
              <a:gd name="connsiteY17" fmla="*/ 2150534 h 2870200"/>
              <a:gd name="connsiteX18" fmla="*/ 371651 w 4114416"/>
              <a:gd name="connsiteY18" fmla="*/ 2376146 h 2870200"/>
              <a:gd name="connsiteX19" fmla="*/ 389082 w 4114416"/>
              <a:gd name="connsiteY19" fmla="*/ 2082800 h 2870200"/>
              <a:gd name="connsiteX20" fmla="*/ 414981 w 4114416"/>
              <a:gd name="connsiteY20" fmla="*/ 1792444 h 2870200"/>
              <a:gd name="connsiteX21" fmla="*/ 422949 w 4114416"/>
              <a:gd name="connsiteY21" fmla="*/ 2032000 h 2870200"/>
              <a:gd name="connsiteX22" fmla="*/ 453908 w 4114416"/>
              <a:gd name="connsiteY22" fmla="*/ 1990884 h 2870200"/>
              <a:gd name="connsiteX23" fmla="*/ 465282 w 4114416"/>
              <a:gd name="connsiteY23" fmla="*/ 1752600 h 2870200"/>
              <a:gd name="connsiteX24" fmla="*/ 490682 w 4114416"/>
              <a:gd name="connsiteY24" fmla="*/ 1651000 h 2870200"/>
              <a:gd name="connsiteX25" fmla="*/ 516082 w 4114416"/>
              <a:gd name="connsiteY25" fmla="*/ 1710267 h 2870200"/>
              <a:gd name="connsiteX26" fmla="*/ 524549 w 4114416"/>
              <a:gd name="connsiteY26" fmla="*/ 1851666 h 2870200"/>
              <a:gd name="connsiteX27" fmla="*/ 558416 w 4114416"/>
              <a:gd name="connsiteY27" fmla="*/ 1820334 h 2870200"/>
              <a:gd name="connsiteX28" fmla="*/ 583816 w 4114416"/>
              <a:gd name="connsiteY28" fmla="*/ 1938867 h 2870200"/>
              <a:gd name="connsiteX29" fmla="*/ 600749 w 4114416"/>
              <a:gd name="connsiteY29" fmla="*/ 1998134 h 2870200"/>
              <a:gd name="connsiteX30" fmla="*/ 643082 w 4114416"/>
              <a:gd name="connsiteY30" fmla="*/ 1786467 h 2870200"/>
              <a:gd name="connsiteX31" fmla="*/ 668482 w 4114416"/>
              <a:gd name="connsiteY31" fmla="*/ 1718734 h 2870200"/>
              <a:gd name="connsiteX32" fmla="*/ 685416 w 4114416"/>
              <a:gd name="connsiteY32" fmla="*/ 1617134 h 2870200"/>
              <a:gd name="connsiteX33" fmla="*/ 702349 w 4114416"/>
              <a:gd name="connsiteY33" fmla="*/ 1557867 h 2870200"/>
              <a:gd name="connsiteX34" fmla="*/ 710816 w 4114416"/>
              <a:gd name="connsiteY34" fmla="*/ 1524000 h 2870200"/>
              <a:gd name="connsiteX35" fmla="*/ 727749 w 4114416"/>
              <a:gd name="connsiteY35" fmla="*/ 1312334 h 2870200"/>
              <a:gd name="connsiteX36" fmla="*/ 744682 w 4114416"/>
              <a:gd name="connsiteY36" fmla="*/ 1380067 h 2870200"/>
              <a:gd name="connsiteX37" fmla="*/ 761616 w 4114416"/>
              <a:gd name="connsiteY37" fmla="*/ 1532467 h 2870200"/>
              <a:gd name="connsiteX38" fmla="*/ 778549 w 4114416"/>
              <a:gd name="connsiteY38" fmla="*/ 1566334 h 2870200"/>
              <a:gd name="connsiteX39" fmla="*/ 820882 w 4114416"/>
              <a:gd name="connsiteY39" fmla="*/ 1430867 h 2870200"/>
              <a:gd name="connsiteX40" fmla="*/ 854749 w 4114416"/>
              <a:gd name="connsiteY40" fmla="*/ 1388534 h 2870200"/>
              <a:gd name="connsiteX41" fmla="*/ 863216 w 4114416"/>
              <a:gd name="connsiteY41" fmla="*/ 1498600 h 2870200"/>
              <a:gd name="connsiteX42" fmla="*/ 888616 w 4114416"/>
              <a:gd name="connsiteY42" fmla="*/ 1811867 h 2870200"/>
              <a:gd name="connsiteX43" fmla="*/ 897082 w 4114416"/>
              <a:gd name="connsiteY43" fmla="*/ 1642534 h 2870200"/>
              <a:gd name="connsiteX44" fmla="*/ 930949 w 4114416"/>
              <a:gd name="connsiteY44" fmla="*/ 1557867 h 2870200"/>
              <a:gd name="connsiteX45" fmla="*/ 939416 w 4114416"/>
              <a:gd name="connsiteY45" fmla="*/ 2006600 h 2870200"/>
              <a:gd name="connsiteX46" fmla="*/ 964816 w 4114416"/>
              <a:gd name="connsiteY46" fmla="*/ 2116667 h 2870200"/>
              <a:gd name="connsiteX47" fmla="*/ 973282 w 4114416"/>
              <a:gd name="connsiteY47" fmla="*/ 1948424 h 2870200"/>
              <a:gd name="connsiteX48" fmla="*/ 990216 w 4114416"/>
              <a:gd name="connsiteY48" fmla="*/ 1794934 h 2870200"/>
              <a:gd name="connsiteX49" fmla="*/ 998682 w 4114416"/>
              <a:gd name="connsiteY49" fmla="*/ 1761067 h 2870200"/>
              <a:gd name="connsiteX50" fmla="*/ 1015616 w 4114416"/>
              <a:gd name="connsiteY50" fmla="*/ 1871134 h 2870200"/>
              <a:gd name="connsiteX51" fmla="*/ 1032549 w 4114416"/>
              <a:gd name="connsiteY51" fmla="*/ 1947334 h 2870200"/>
              <a:gd name="connsiteX52" fmla="*/ 1049482 w 4114416"/>
              <a:gd name="connsiteY52" fmla="*/ 2040467 h 2870200"/>
              <a:gd name="connsiteX53" fmla="*/ 1074882 w 4114416"/>
              <a:gd name="connsiteY53" fmla="*/ 2108200 h 2870200"/>
              <a:gd name="connsiteX54" fmla="*/ 1105586 w 4114416"/>
              <a:gd name="connsiteY54" fmla="*/ 2165034 h 2870200"/>
              <a:gd name="connsiteX55" fmla="*/ 1117344 w 4114416"/>
              <a:gd name="connsiteY55" fmla="*/ 2220675 h 2870200"/>
              <a:gd name="connsiteX56" fmla="*/ 1134149 w 4114416"/>
              <a:gd name="connsiteY56" fmla="*/ 2108200 h 2870200"/>
              <a:gd name="connsiteX57" fmla="*/ 1184949 w 4114416"/>
              <a:gd name="connsiteY57" fmla="*/ 1989667 h 2870200"/>
              <a:gd name="connsiteX58" fmla="*/ 1221851 w 4114416"/>
              <a:gd name="connsiteY58" fmla="*/ 1898967 h 2870200"/>
              <a:gd name="connsiteX59" fmla="*/ 1244216 w 4114416"/>
              <a:gd name="connsiteY59" fmla="*/ 2167467 h 2870200"/>
              <a:gd name="connsiteX60" fmla="*/ 1261149 w 4114416"/>
              <a:gd name="connsiteY60" fmla="*/ 2082800 h 2870200"/>
              <a:gd name="connsiteX61" fmla="*/ 1269616 w 4114416"/>
              <a:gd name="connsiteY61" fmla="*/ 2015067 h 2870200"/>
              <a:gd name="connsiteX62" fmla="*/ 1311949 w 4114416"/>
              <a:gd name="connsiteY62" fmla="*/ 1854200 h 2870200"/>
              <a:gd name="connsiteX63" fmla="*/ 1320416 w 4114416"/>
              <a:gd name="connsiteY63" fmla="*/ 1803400 h 2870200"/>
              <a:gd name="connsiteX64" fmla="*/ 1345816 w 4114416"/>
              <a:gd name="connsiteY64" fmla="*/ 1701800 h 2870200"/>
              <a:gd name="connsiteX65" fmla="*/ 1379682 w 4114416"/>
              <a:gd name="connsiteY65" fmla="*/ 1744134 h 2870200"/>
              <a:gd name="connsiteX66" fmla="*/ 1422016 w 4114416"/>
              <a:gd name="connsiteY66" fmla="*/ 1879600 h 2870200"/>
              <a:gd name="connsiteX67" fmla="*/ 1455882 w 4114416"/>
              <a:gd name="connsiteY67" fmla="*/ 1947334 h 2870200"/>
              <a:gd name="connsiteX68" fmla="*/ 1472816 w 4114416"/>
              <a:gd name="connsiteY68" fmla="*/ 1938867 h 2870200"/>
              <a:gd name="connsiteX69" fmla="*/ 1515149 w 4114416"/>
              <a:gd name="connsiteY69" fmla="*/ 1803400 h 2870200"/>
              <a:gd name="connsiteX70" fmla="*/ 1574416 w 4114416"/>
              <a:gd name="connsiteY70" fmla="*/ 1651000 h 2870200"/>
              <a:gd name="connsiteX71" fmla="*/ 1582882 w 4114416"/>
              <a:gd name="connsiteY71" fmla="*/ 1591734 h 2870200"/>
              <a:gd name="connsiteX72" fmla="*/ 1616749 w 4114416"/>
              <a:gd name="connsiteY72" fmla="*/ 1498600 h 2870200"/>
              <a:gd name="connsiteX73" fmla="*/ 1633682 w 4114416"/>
              <a:gd name="connsiteY73" fmla="*/ 1524000 h 2870200"/>
              <a:gd name="connsiteX74" fmla="*/ 1659082 w 4114416"/>
              <a:gd name="connsiteY74" fmla="*/ 1490134 h 2870200"/>
              <a:gd name="connsiteX75" fmla="*/ 1684482 w 4114416"/>
              <a:gd name="connsiteY75" fmla="*/ 1388534 h 2870200"/>
              <a:gd name="connsiteX76" fmla="*/ 1743749 w 4114416"/>
              <a:gd name="connsiteY76" fmla="*/ 1286934 h 2870200"/>
              <a:gd name="connsiteX77" fmla="*/ 1794549 w 4114416"/>
              <a:gd name="connsiteY77" fmla="*/ 1176867 h 2870200"/>
              <a:gd name="connsiteX78" fmla="*/ 1819949 w 4114416"/>
              <a:gd name="connsiteY78" fmla="*/ 1202267 h 2870200"/>
              <a:gd name="connsiteX79" fmla="*/ 1828416 w 4114416"/>
              <a:gd name="connsiteY79" fmla="*/ 1227667 h 2870200"/>
              <a:gd name="connsiteX80" fmla="*/ 1845349 w 4114416"/>
              <a:gd name="connsiteY80" fmla="*/ 1261534 h 2870200"/>
              <a:gd name="connsiteX81" fmla="*/ 1887682 w 4114416"/>
              <a:gd name="connsiteY81" fmla="*/ 1422400 h 2870200"/>
              <a:gd name="connsiteX82" fmla="*/ 1938482 w 4114416"/>
              <a:gd name="connsiteY82" fmla="*/ 1600200 h 2870200"/>
              <a:gd name="connsiteX83" fmla="*/ 1989282 w 4114416"/>
              <a:gd name="connsiteY83" fmla="*/ 1744134 h 2870200"/>
              <a:gd name="connsiteX84" fmla="*/ 2006216 w 4114416"/>
              <a:gd name="connsiteY84" fmla="*/ 1498600 h 2870200"/>
              <a:gd name="connsiteX85" fmla="*/ 2023149 w 4114416"/>
              <a:gd name="connsiteY85" fmla="*/ 1464734 h 2870200"/>
              <a:gd name="connsiteX86" fmla="*/ 2031616 w 4114416"/>
              <a:gd name="connsiteY86" fmla="*/ 1439334 h 2870200"/>
              <a:gd name="connsiteX87" fmla="*/ 2082416 w 4114416"/>
              <a:gd name="connsiteY87" fmla="*/ 2032000 h 2870200"/>
              <a:gd name="connsiteX88" fmla="*/ 2090882 w 4114416"/>
              <a:gd name="connsiteY88" fmla="*/ 2150534 h 2870200"/>
              <a:gd name="connsiteX89" fmla="*/ 2099349 w 4114416"/>
              <a:gd name="connsiteY89" fmla="*/ 2489200 h 2870200"/>
              <a:gd name="connsiteX90" fmla="*/ 2133216 w 4114416"/>
              <a:gd name="connsiteY90" fmla="*/ 2421467 h 2870200"/>
              <a:gd name="connsiteX91" fmla="*/ 2175549 w 4114416"/>
              <a:gd name="connsiteY91" fmla="*/ 2319867 h 2870200"/>
              <a:gd name="connsiteX92" fmla="*/ 2200949 w 4114416"/>
              <a:gd name="connsiteY92" fmla="*/ 2286000 h 2870200"/>
              <a:gd name="connsiteX93" fmla="*/ 2234816 w 4114416"/>
              <a:gd name="connsiteY93" fmla="*/ 2235200 h 2870200"/>
              <a:gd name="connsiteX94" fmla="*/ 2251749 w 4114416"/>
              <a:gd name="connsiteY94" fmla="*/ 2514600 h 2870200"/>
              <a:gd name="connsiteX95" fmla="*/ 2277149 w 4114416"/>
              <a:gd name="connsiteY95" fmla="*/ 2565400 h 2870200"/>
              <a:gd name="connsiteX96" fmla="*/ 2285616 w 4114416"/>
              <a:gd name="connsiteY96" fmla="*/ 2489200 h 2870200"/>
              <a:gd name="connsiteX97" fmla="*/ 2302549 w 4114416"/>
              <a:gd name="connsiteY97" fmla="*/ 2421467 h 2870200"/>
              <a:gd name="connsiteX98" fmla="*/ 2311016 w 4114416"/>
              <a:gd name="connsiteY98" fmla="*/ 1718734 h 2870200"/>
              <a:gd name="connsiteX99" fmla="*/ 2336416 w 4114416"/>
              <a:gd name="connsiteY99" fmla="*/ 1811867 h 2870200"/>
              <a:gd name="connsiteX100" fmla="*/ 2361816 w 4114416"/>
              <a:gd name="connsiteY100" fmla="*/ 1871134 h 2870200"/>
              <a:gd name="connsiteX101" fmla="*/ 2387216 w 4114416"/>
              <a:gd name="connsiteY101" fmla="*/ 1938867 h 2870200"/>
              <a:gd name="connsiteX102" fmla="*/ 2395682 w 4114416"/>
              <a:gd name="connsiteY102" fmla="*/ 1972734 h 2870200"/>
              <a:gd name="connsiteX103" fmla="*/ 2404149 w 4114416"/>
              <a:gd name="connsiteY103" fmla="*/ 1574800 h 2870200"/>
              <a:gd name="connsiteX104" fmla="*/ 2429549 w 4114416"/>
              <a:gd name="connsiteY104" fmla="*/ 1236134 h 2870200"/>
              <a:gd name="connsiteX105" fmla="*/ 2446482 w 4114416"/>
              <a:gd name="connsiteY105" fmla="*/ 1092200 h 2870200"/>
              <a:gd name="connsiteX106" fmla="*/ 2454949 w 4114416"/>
              <a:gd name="connsiteY106" fmla="*/ 1066800 h 2870200"/>
              <a:gd name="connsiteX107" fmla="*/ 2463416 w 4114416"/>
              <a:gd name="connsiteY107" fmla="*/ 1092200 h 2870200"/>
              <a:gd name="connsiteX108" fmla="*/ 2480349 w 4114416"/>
              <a:gd name="connsiteY108" fmla="*/ 1117600 h 2870200"/>
              <a:gd name="connsiteX109" fmla="*/ 2488816 w 4114416"/>
              <a:gd name="connsiteY109" fmla="*/ 1227667 h 2870200"/>
              <a:gd name="connsiteX110" fmla="*/ 2514216 w 4114416"/>
              <a:gd name="connsiteY110" fmla="*/ 753534 h 2870200"/>
              <a:gd name="connsiteX111" fmla="*/ 2531149 w 4114416"/>
              <a:gd name="connsiteY111" fmla="*/ 685800 h 2870200"/>
              <a:gd name="connsiteX112" fmla="*/ 2539616 w 4114416"/>
              <a:gd name="connsiteY112" fmla="*/ 609600 h 2870200"/>
              <a:gd name="connsiteX113" fmla="*/ 2548082 w 4114416"/>
              <a:gd name="connsiteY113" fmla="*/ 558800 h 2870200"/>
              <a:gd name="connsiteX114" fmla="*/ 2565016 w 4114416"/>
              <a:gd name="connsiteY114" fmla="*/ 584200 h 2870200"/>
              <a:gd name="connsiteX115" fmla="*/ 2573482 w 4114416"/>
              <a:gd name="connsiteY115" fmla="*/ 778934 h 2870200"/>
              <a:gd name="connsiteX116" fmla="*/ 2615816 w 4114416"/>
              <a:gd name="connsiteY116" fmla="*/ 914400 h 2870200"/>
              <a:gd name="connsiteX117" fmla="*/ 2632749 w 4114416"/>
              <a:gd name="connsiteY117" fmla="*/ 973667 h 2870200"/>
              <a:gd name="connsiteX118" fmla="*/ 2649682 w 4114416"/>
              <a:gd name="connsiteY118" fmla="*/ 812800 h 2870200"/>
              <a:gd name="connsiteX119" fmla="*/ 2666616 w 4114416"/>
              <a:gd name="connsiteY119" fmla="*/ 694267 h 2870200"/>
              <a:gd name="connsiteX120" fmla="*/ 2692016 w 4114416"/>
              <a:gd name="connsiteY120" fmla="*/ 558800 h 2870200"/>
              <a:gd name="connsiteX121" fmla="*/ 2717416 w 4114416"/>
              <a:gd name="connsiteY121" fmla="*/ 321734 h 2870200"/>
              <a:gd name="connsiteX122" fmla="*/ 2734349 w 4114416"/>
              <a:gd name="connsiteY122" fmla="*/ 1058334 h 2870200"/>
              <a:gd name="connsiteX123" fmla="*/ 2760746 w 4114416"/>
              <a:gd name="connsiteY123" fmla="*/ 1023969 h 2870200"/>
              <a:gd name="connsiteX124" fmla="*/ 2810549 w 4114416"/>
              <a:gd name="connsiteY124" fmla="*/ 905934 h 2870200"/>
              <a:gd name="connsiteX125" fmla="*/ 2844416 w 4114416"/>
              <a:gd name="connsiteY125" fmla="*/ 855134 h 2870200"/>
              <a:gd name="connsiteX126" fmla="*/ 2869816 w 4114416"/>
              <a:gd name="connsiteY126" fmla="*/ 1422400 h 2870200"/>
              <a:gd name="connsiteX127" fmla="*/ 2878282 w 4114416"/>
              <a:gd name="connsiteY127" fmla="*/ 1388534 h 2870200"/>
              <a:gd name="connsiteX128" fmla="*/ 2895216 w 4114416"/>
              <a:gd name="connsiteY128" fmla="*/ 1363134 h 2870200"/>
              <a:gd name="connsiteX129" fmla="*/ 2920616 w 4114416"/>
              <a:gd name="connsiteY129" fmla="*/ 1278467 h 2870200"/>
              <a:gd name="connsiteX130" fmla="*/ 2937549 w 4114416"/>
              <a:gd name="connsiteY130" fmla="*/ 1320800 h 2870200"/>
              <a:gd name="connsiteX131" fmla="*/ 2954482 w 4114416"/>
              <a:gd name="connsiteY131" fmla="*/ 1388534 h 2870200"/>
              <a:gd name="connsiteX132" fmla="*/ 2971416 w 4114416"/>
              <a:gd name="connsiteY132" fmla="*/ 1422400 h 2870200"/>
              <a:gd name="connsiteX133" fmla="*/ 3013749 w 4114416"/>
              <a:gd name="connsiteY133" fmla="*/ 1540934 h 2870200"/>
              <a:gd name="connsiteX134" fmla="*/ 3030682 w 4114416"/>
              <a:gd name="connsiteY134" fmla="*/ 1566334 h 2870200"/>
              <a:gd name="connsiteX135" fmla="*/ 3064549 w 4114416"/>
              <a:gd name="connsiteY135" fmla="*/ 1718734 h 2870200"/>
              <a:gd name="connsiteX136" fmla="*/ 3089949 w 4114416"/>
              <a:gd name="connsiteY136" fmla="*/ 1761067 h 2870200"/>
              <a:gd name="connsiteX137" fmla="*/ 3123816 w 4114416"/>
              <a:gd name="connsiteY137" fmla="*/ 1879600 h 2870200"/>
              <a:gd name="connsiteX138" fmla="*/ 3115349 w 4114416"/>
              <a:gd name="connsiteY138" fmla="*/ 1913467 h 2870200"/>
              <a:gd name="connsiteX139" fmla="*/ 3127799 w 4114416"/>
              <a:gd name="connsiteY139" fmla="*/ 1901016 h 2870200"/>
              <a:gd name="connsiteX140" fmla="*/ 3106882 w 4114416"/>
              <a:gd name="connsiteY140" fmla="*/ 1888067 h 2870200"/>
              <a:gd name="connsiteX141" fmla="*/ 3132282 w 4114416"/>
              <a:gd name="connsiteY141" fmla="*/ 1871134 h 2870200"/>
              <a:gd name="connsiteX142" fmla="*/ 3140749 w 4114416"/>
              <a:gd name="connsiteY142" fmla="*/ 1769534 h 2870200"/>
              <a:gd name="connsiteX143" fmla="*/ 3157682 w 4114416"/>
              <a:gd name="connsiteY143" fmla="*/ 1710267 h 2870200"/>
              <a:gd name="connsiteX144" fmla="*/ 3166149 w 4114416"/>
              <a:gd name="connsiteY144" fmla="*/ 1684867 h 2870200"/>
              <a:gd name="connsiteX145" fmla="*/ 3191549 w 4114416"/>
              <a:gd name="connsiteY145" fmla="*/ 1676400 h 2870200"/>
              <a:gd name="connsiteX146" fmla="*/ 3200016 w 4114416"/>
              <a:gd name="connsiteY146" fmla="*/ 2006600 h 2870200"/>
              <a:gd name="connsiteX147" fmla="*/ 3208482 w 4114416"/>
              <a:gd name="connsiteY147" fmla="*/ 2048934 h 2870200"/>
              <a:gd name="connsiteX148" fmla="*/ 3216949 w 4114416"/>
              <a:gd name="connsiteY148" fmla="*/ 2099734 h 2870200"/>
              <a:gd name="connsiteX149" fmla="*/ 3233882 w 4114416"/>
              <a:gd name="connsiteY149" fmla="*/ 2048934 h 2870200"/>
              <a:gd name="connsiteX150" fmla="*/ 3242349 w 4114416"/>
              <a:gd name="connsiteY150" fmla="*/ 1998134 h 2870200"/>
              <a:gd name="connsiteX151" fmla="*/ 3276216 w 4114416"/>
              <a:gd name="connsiteY151" fmla="*/ 2353734 h 2870200"/>
              <a:gd name="connsiteX152" fmla="*/ 3301616 w 4114416"/>
              <a:gd name="connsiteY152" fmla="*/ 2387600 h 2870200"/>
              <a:gd name="connsiteX153" fmla="*/ 3310082 w 4114416"/>
              <a:gd name="connsiteY153" fmla="*/ 2497667 h 2870200"/>
              <a:gd name="connsiteX154" fmla="*/ 3327016 w 4114416"/>
              <a:gd name="connsiteY154" fmla="*/ 2531534 h 2870200"/>
              <a:gd name="connsiteX155" fmla="*/ 3343949 w 4114416"/>
              <a:gd name="connsiteY155" fmla="*/ 2599267 h 2870200"/>
              <a:gd name="connsiteX156" fmla="*/ 3369349 w 4114416"/>
              <a:gd name="connsiteY156" fmla="*/ 2667000 h 2870200"/>
              <a:gd name="connsiteX157" fmla="*/ 3411682 w 4114416"/>
              <a:gd name="connsiteY157" fmla="*/ 2810934 h 2870200"/>
              <a:gd name="connsiteX158" fmla="*/ 3437082 w 4114416"/>
              <a:gd name="connsiteY158" fmla="*/ 2870200 h 2870200"/>
              <a:gd name="connsiteX159" fmla="*/ 3462482 w 4114416"/>
              <a:gd name="connsiteY159" fmla="*/ 1828800 h 2870200"/>
              <a:gd name="connsiteX160" fmla="*/ 3461984 w 4114416"/>
              <a:gd name="connsiteY160" fmla="*/ 2090271 h 2870200"/>
              <a:gd name="connsiteX161" fmla="*/ 3487882 w 4114416"/>
              <a:gd name="connsiteY161" fmla="*/ 1735667 h 2870200"/>
              <a:gd name="connsiteX162" fmla="*/ 3513282 w 4114416"/>
              <a:gd name="connsiteY162" fmla="*/ 1651000 h 2870200"/>
              <a:gd name="connsiteX163" fmla="*/ 3521749 w 4114416"/>
              <a:gd name="connsiteY163" fmla="*/ 1701800 h 2870200"/>
              <a:gd name="connsiteX164" fmla="*/ 3525733 w 4114416"/>
              <a:gd name="connsiteY164" fmla="*/ 1875118 h 2870200"/>
              <a:gd name="connsiteX165" fmla="*/ 3547149 w 4114416"/>
              <a:gd name="connsiteY165" fmla="*/ 1752600 h 2870200"/>
              <a:gd name="connsiteX166" fmla="*/ 3555616 w 4114416"/>
              <a:gd name="connsiteY166" fmla="*/ 1693334 h 2870200"/>
              <a:gd name="connsiteX167" fmla="*/ 3597949 w 4114416"/>
              <a:gd name="connsiteY167" fmla="*/ 1608667 h 2870200"/>
              <a:gd name="connsiteX168" fmla="*/ 3614882 w 4114416"/>
              <a:gd name="connsiteY168" fmla="*/ 1566334 h 2870200"/>
              <a:gd name="connsiteX169" fmla="*/ 3657216 w 4114416"/>
              <a:gd name="connsiteY169" fmla="*/ 1464734 h 2870200"/>
              <a:gd name="connsiteX170" fmla="*/ 3661200 w 4114416"/>
              <a:gd name="connsiteY170" fmla="*/ 1373094 h 2870200"/>
              <a:gd name="connsiteX171" fmla="*/ 3682616 w 4114416"/>
              <a:gd name="connsiteY171" fmla="*/ 1363134 h 2870200"/>
              <a:gd name="connsiteX172" fmla="*/ 3699549 w 4114416"/>
              <a:gd name="connsiteY172" fmla="*/ 1320800 h 2870200"/>
              <a:gd name="connsiteX173" fmla="*/ 3694569 w 4114416"/>
              <a:gd name="connsiteY173" fmla="*/ 1151964 h 2870200"/>
              <a:gd name="connsiteX174" fmla="*/ 3741882 w 4114416"/>
              <a:gd name="connsiteY174" fmla="*/ 1227667 h 2870200"/>
              <a:gd name="connsiteX175" fmla="*/ 3750349 w 4114416"/>
              <a:gd name="connsiteY175" fmla="*/ 1176867 h 2870200"/>
              <a:gd name="connsiteX176" fmla="*/ 3767282 w 4114416"/>
              <a:gd name="connsiteY176" fmla="*/ 1126067 h 2870200"/>
              <a:gd name="connsiteX177" fmla="*/ 3775749 w 4114416"/>
              <a:gd name="connsiteY177" fmla="*/ 1058334 h 2870200"/>
              <a:gd name="connsiteX178" fmla="*/ 3784216 w 4114416"/>
              <a:gd name="connsiteY178" fmla="*/ 1270000 h 2870200"/>
              <a:gd name="connsiteX179" fmla="*/ 3813064 w 4114416"/>
              <a:gd name="connsiteY179" fmla="*/ 678606 h 2870200"/>
              <a:gd name="connsiteX180" fmla="*/ 3818082 w 4114416"/>
              <a:gd name="connsiteY180" fmla="*/ 558800 h 2870200"/>
              <a:gd name="connsiteX181" fmla="*/ 3835016 w 4114416"/>
              <a:gd name="connsiteY181" fmla="*/ 482600 h 2870200"/>
              <a:gd name="connsiteX182" fmla="*/ 3843482 w 4114416"/>
              <a:gd name="connsiteY182" fmla="*/ 533400 h 2870200"/>
              <a:gd name="connsiteX183" fmla="*/ 3860416 w 4114416"/>
              <a:gd name="connsiteY183" fmla="*/ 660400 h 2870200"/>
              <a:gd name="connsiteX184" fmla="*/ 3868882 w 4114416"/>
              <a:gd name="connsiteY184" fmla="*/ 702734 h 2870200"/>
              <a:gd name="connsiteX185" fmla="*/ 3885816 w 4114416"/>
              <a:gd name="connsiteY185" fmla="*/ 736600 h 2870200"/>
              <a:gd name="connsiteX186" fmla="*/ 3902749 w 4114416"/>
              <a:gd name="connsiteY186" fmla="*/ 702734 h 2870200"/>
              <a:gd name="connsiteX187" fmla="*/ 3962016 w 4114416"/>
              <a:gd name="connsiteY187" fmla="*/ 482600 h 2870200"/>
              <a:gd name="connsiteX188" fmla="*/ 3978949 w 4114416"/>
              <a:gd name="connsiteY188" fmla="*/ 457200 h 2870200"/>
              <a:gd name="connsiteX189" fmla="*/ 4004349 w 4114416"/>
              <a:gd name="connsiteY189" fmla="*/ 177800 h 2870200"/>
              <a:gd name="connsiteX190" fmla="*/ 4029749 w 4114416"/>
              <a:gd name="connsiteY190" fmla="*/ 135467 h 2870200"/>
              <a:gd name="connsiteX191" fmla="*/ 4038216 w 4114416"/>
              <a:gd name="connsiteY191" fmla="*/ 101600 h 2870200"/>
              <a:gd name="connsiteX192" fmla="*/ 4046682 w 4114416"/>
              <a:gd name="connsiteY192" fmla="*/ 76200 h 2870200"/>
              <a:gd name="connsiteX193" fmla="*/ 4055149 w 4114416"/>
              <a:gd name="connsiteY193" fmla="*/ 110067 h 2870200"/>
              <a:gd name="connsiteX194" fmla="*/ 4072082 w 4114416"/>
              <a:gd name="connsiteY194" fmla="*/ 160867 h 2870200"/>
              <a:gd name="connsiteX195" fmla="*/ 4114416 w 4114416"/>
              <a:gd name="connsiteY195" fmla="*/ 0 h 2870200"/>
              <a:gd name="connsiteX0" fmla="*/ 0 w 4114416"/>
              <a:gd name="connsiteY0" fmla="*/ 735359 h 2870200"/>
              <a:gd name="connsiteX1" fmla="*/ 22363 w 4114416"/>
              <a:gd name="connsiteY1" fmla="*/ 647092 h 2870200"/>
              <a:gd name="connsiteX2" fmla="*/ 53451 w 4114416"/>
              <a:gd name="connsiteY2" fmla="*/ 567267 h 2870200"/>
              <a:gd name="connsiteX3" fmla="*/ 61790 w 4114416"/>
              <a:gd name="connsiteY3" fmla="*/ 828517 h 2870200"/>
              <a:gd name="connsiteX4" fmla="*/ 57549 w 4114416"/>
              <a:gd name="connsiteY4" fmla="*/ 1083293 h 2870200"/>
              <a:gd name="connsiteX5" fmla="*/ 55282 w 4114416"/>
              <a:gd name="connsiteY5" fmla="*/ 1212385 h 2870200"/>
              <a:gd name="connsiteX6" fmla="*/ 69873 w 4114416"/>
              <a:gd name="connsiteY6" fmla="*/ 1401791 h 2870200"/>
              <a:gd name="connsiteX7" fmla="*/ 112335 w 4114416"/>
              <a:gd name="connsiteY7" fmla="*/ 1209517 h 2870200"/>
              <a:gd name="connsiteX8" fmla="*/ 135082 w 4114416"/>
              <a:gd name="connsiteY8" fmla="*/ 1100667 h 2870200"/>
              <a:gd name="connsiteX9" fmla="*/ 168949 w 4114416"/>
              <a:gd name="connsiteY9" fmla="*/ 999067 h 2870200"/>
              <a:gd name="connsiteX10" fmla="*/ 185882 w 4114416"/>
              <a:gd name="connsiteY10" fmla="*/ 948267 h 2870200"/>
              <a:gd name="connsiteX11" fmla="*/ 202816 w 4114416"/>
              <a:gd name="connsiteY11" fmla="*/ 1134534 h 2870200"/>
              <a:gd name="connsiteX12" fmla="*/ 219749 w 4114416"/>
              <a:gd name="connsiteY12" fmla="*/ 1464734 h 2870200"/>
              <a:gd name="connsiteX13" fmla="*/ 279016 w 4114416"/>
              <a:gd name="connsiteY13" fmla="*/ 1363134 h 2870200"/>
              <a:gd name="connsiteX14" fmla="*/ 304416 w 4114416"/>
              <a:gd name="connsiteY14" fmla="*/ 1371600 h 2870200"/>
              <a:gd name="connsiteX15" fmla="*/ 312882 w 4114416"/>
              <a:gd name="connsiteY15" fmla="*/ 2243667 h 2870200"/>
              <a:gd name="connsiteX16" fmla="*/ 338282 w 4114416"/>
              <a:gd name="connsiteY16" fmla="*/ 2201334 h 2870200"/>
              <a:gd name="connsiteX17" fmla="*/ 346749 w 4114416"/>
              <a:gd name="connsiteY17" fmla="*/ 2150534 h 2870200"/>
              <a:gd name="connsiteX18" fmla="*/ 371651 w 4114416"/>
              <a:gd name="connsiteY18" fmla="*/ 2376146 h 2870200"/>
              <a:gd name="connsiteX19" fmla="*/ 389082 w 4114416"/>
              <a:gd name="connsiteY19" fmla="*/ 2082800 h 2870200"/>
              <a:gd name="connsiteX20" fmla="*/ 414981 w 4114416"/>
              <a:gd name="connsiteY20" fmla="*/ 1792444 h 2870200"/>
              <a:gd name="connsiteX21" fmla="*/ 422949 w 4114416"/>
              <a:gd name="connsiteY21" fmla="*/ 2032000 h 2870200"/>
              <a:gd name="connsiteX22" fmla="*/ 453908 w 4114416"/>
              <a:gd name="connsiteY22" fmla="*/ 1990884 h 2870200"/>
              <a:gd name="connsiteX23" fmla="*/ 465282 w 4114416"/>
              <a:gd name="connsiteY23" fmla="*/ 1752600 h 2870200"/>
              <a:gd name="connsiteX24" fmla="*/ 490682 w 4114416"/>
              <a:gd name="connsiteY24" fmla="*/ 1651000 h 2870200"/>
              <a:gd name="connsiteX25" fmla="*/ 516082 w 4114416"/>
              <a:gd name="connsiteY25" fmla="*/ 1710267 h 2870200"/>
              <a:gd name="connsiteX26" fmla="*/ 524549 w 4114416"/>
              <a:gd name="connsiteY26" fmla="*/ 1851666 h 2870200"/>
              <a:gd name="connsiteX27" fmla="*/ 558416 w 4114416"/>
              <a:gd name="connsiteY27" fmla="*/ 1820334 h 2870200"/>
              <a:gd name="connsiteX28" fmla="*/ 583816 w 4114416"/>
              <a:gd name="connsiteY28" fmla="*/ 1938867 h 2870200"/>
              <a:gd name="connsiteX29" fmla="*/ 600749 w 4114416"/>
              <a:gd name="connsiteY29" fmla="*/ 1998134 h 2870200"/>
              <a:gd name="connsiteX30" fmla="*/ 643082 w 4114416"/>
              <a:gd name="connsiteY30" fmla="*/ 1786467 h 2870200"/>
              <a:gd name="connsiteX31" fmla="*/ 668482 w 4114416"/>
              <a:gd name="connsiteY31" fmla="*/ 1718734 h 2870200"/>
              <a:gd name="connsiteX32" fmla="*/ 685416 w 4114416"/>
              <a:gd name="connsiteY32" fmla="*/ 1617134 h 2870200"/>
              <a:gd name="connsiteX33" fmla="*/ 702349 w 4114416"/>
              <a:gd name="connsiteY33" fmla="*/ 1557867 h 2870200"/>
              <a:gd name="connsiteX34" fmla="*/ 710816 w 4114416"/>
              <a:gd name="connsiteY34" fmla="*/ 1524000 h 2870200"/>
              <a:gd name="connsiteX35" fmla="*/ 727749 w 4114416"/>
              <a:gd name="connsiteY35" fmla="*/ 1312334 h 2870200"/>
              <a:gd name="connsiteX36" fmla="*/ 744682 w 4114416"/>
              <a:gd name="connsiteY36" fmla="*/ 1380067 h 2870200"/>
              <a:gd name="connsiteX37" fmla="*/ 761616 w 4114416"/>
              <a:gd name="connsiteY37" fmla="*/ 1532467 h 2870200"/>
              <a:gd name="connsiteX38" fmla="*/ 778549 w 4114416"/>
              <a:gd name="connsiteY38" fmla="*/ 1566334 h 2870200"/>
              <a:gd name="connsiteX39" fmla="*/ 820882 w 4114416"/>
              <a:gd name="connsiteY39" fmla="*/ 1430867 h 2870200"/>
              <a:gd name="connsiteX40" fmla="*/ 854749 w 4114416"/>
              <a:gd name="connsiteY40" fmla="*/ 1388534 h 2870200"/>
              <a:gd name="connsiteX41" fmla="*/ 863216 w 4114416"/>
              <a:gd name="connsiteY41" fmla="*/ 1498600 h 2870200"/>
              <a:gd name="connsiteX42" fmla="*/ 888616 w 4114416"/>
              <a:gd name="connsiteY42" fmla="*/ 1811867 h 2870200"/>
              <a:gd name="connsiteX43" fmla="*/ 897082 w 4114416"/>
              <a:gd name="connsiteY43" fmla="*/ 1642534 h 2870200"/>
              <a:gd name="connsiteX44" fmla="*/ 930949 w 4114416"/>
              <a:gd name="connsiteY44" fmla="*/ 1557867 h 2870200"/>
              <a:gd name="connsiteX45" fmla="*/ 939416 w 4114416"/>
              <a:gd name="connsiteY45" fmla="*/ 2006600 h 2870200"/>
              <a:gd name="connsiteX46" fmla="*/ 964816 w 4114416"/>
              <a:gd name="connsiteY46" fmla="*/ 2116667 h 2870200"/>
              <a:gd name="connsiteX47" fmla="*/ 973282 w 4114416"/>
              <a:gd name="connsiteY47" fmla="*/ 1948424 h 2870200"/>
              <a:gd name="connsiteX48" fmla="*/ 990216 w 4114416"/>
              <a:gd name="connsiteY48" fmla="*/ 1794934 h 2870200"/>
              <a:gd name="connsiteX49" fmla="*/ 998682 w 4114416"/>
              <a:gd name="connsiteY49" fmla="*/ 1761067 h 2870200"/>
              <a:gd name="connsiteX50" fmla="*/ 1015616 w 4114416"/>
              <a:gd name="connsiteY50" fmla="*/ 1871134 h 2870200"/>
              <a:gd name="connsiteX51" fmla="*/ 1032549 w 4114416"/>
              <a:gd name="connsiteY51" fmla="*/ 1947334 h 2870200"/>
              <a:gd name="connsiteX52" fmla="*/ 1049482 w 4114416"/>
              <a:gd name="connsiteY52" fmla="*/ 2040467 h 2870200"/>
              <a:gd name="connsiteX53" fmla="*/ 1074882 w 4114416"/>
              <a:gd name="connsiteY53" fmla="*/ 2108200 h 2870200"/>
              <a:gd name="connsiteX54" fmla="*/ 1105586 w 4114416"/>
              <a:gd name="connsiteY54" fmla="*/ 2165034 h 2870200"/>
              <a:gd name="connsiteX55" fmla="*/ 1117344 w 4114416"/>
              <a:gd name="connsiteY55" fmla="*/ 2220675 h 2870200"/>
              <a:gd name="connsiteX56" fmla="*/ 1134149 w 4114416"/>
              <a:gd name="connsiteY56" fmla="*/ 2108200 h 2870200"/>
              <a:gd name="connsiteX57" fmla="*/ 1184949 w 4114416"/>
              <a:gd name="connsiteY57" fmla="*/ 1989667 h 2870200"/>
              <a:gd name="connsiteX58" fmla="*/ 1221851 w 4114416"/>
              <a:gd name="connsiteY58" fmla="*/ 1898967 h 2870200"/>
              <a:gd name="connsiteX59" fmla="*/ 1244216 w 4114416"/>
              <a:gd name="connsiteY59" fmla="*/ 2167467 h 2870200"/>
              <a:gd name="connsiteX60" fmla="*/ 1261149 w 4114416"/>
              <a:gd name="connsiteY60" fmla="*/ 2082800 h 2870200"/>
              <a:gd name="connsiteX61" fmla="*/ 1269616 w 4114416"/>
              <a:gd name="connsiteY61" fmla="*/ 2015067 h 2870200"/>
              <a:gd name="connsiteX62" fmla="*/ 1311949 w 4114416"/>
              <a:gd name="connsiteY62" fmla="*/ 1854200 h 2870200"/>
              <a:gd name="connsiteX63" fmla="*/ 1320416 w 4114416"/>
              <a:gd name="connsiteY63" fmla="*/ 1803400 h 2870200"/>
              <a:gd name="connsiteX64" fmla="*/ 1345816 w 4114416"/>
              <a:gd name="connsiteY64" fmla="*/ 1701800 h 2870200"/>
              <a:gd name="connsiteX65" fmla="*/ 1379682 w 4114416"/>
              <a:gd name="connsiteY65" fmla="*/ 1744134 h 2870200"/>
              <a:gd name="connsiteX66" fmla="*/ 1422016 w 4114416"/>
              <a:gd name="connsiteY66" fmla="*/ 1879600 h 2870200"/>
              <a:gd name="connsiteX67" fmla="*/ 1455882 w 4114416"/>
              <a:gd name="connsiteY67" fmla="*/ 1947334 h 2870200"/>
              <a:gd name="connsiteX68" fmla="*/ 1472816 w 4114416"/>
              <a:gd name="connsiteY68" fmla="*/ 1938867 h 2870200"/>
              <a:gd name="connsiteX69" fmla="*/ 1515149 w 4114416"/>
              <a:gd name="connsiteY69" fmla="*/ 1803400 h 2870200"/>
              <a:gd name="connsiteX70" fmla="*/ 1574416 w 4114416"/>
              <a:gd name="connsiteY70" fmla="*/ 1651000 h 2870200"/>
              <a:gd name="connsiteX71" fmla="*/ 1582882 w 4114416"/>
              <a:gd name="connsiteY71" fmla="*/ 1591734 h 2870200"/>
              <a:gd name="connsiteX72" fmla="*/ 1608410 w 4114416"/>
              <a:gd name="connsiteY72" fmla="*/ 1462351 h 2870200"/>
              <a:gd name="connsiteX73" fmla="*/ 1633682 w 4114416"/>
              <a:gd name="connsiteY73" fmla="*/ 1524000 h 2870200"/>
              <a:gd name="connsiteX74" fmla="*/ 1659082 w 4114416"/>
              <a:gd name="connsiteY74" fmla="*/ 1490134 h 2870200"/>
              <a:gd name="connsiteX75" fmla="*/ 1684482 w 4114416"/>
              <a:gd name="connsiteY75" fmla="*/ 1388534 h 2870200"/>
              <a:gd name="connsiteX76" fmla="*/ 1743749 w 4114416"/>
              <a:gd name="connsiteY76" fmla="*/ 1286934 h 2870200"/>
              <a:gd name="connsiteX77" fmla="*/ 1794549 w 4114416"/>
              <a:gd name="connsiteY77" fmla="*/ 1176867 h 2870200"/>
              <a:gd name="connsiteX78" fmla="*/ 1819949 w 4114416"/>
              <a:gd name="connsiteY78" fmla="*/ 1202267 h 2870200"/>
              <a:gd name="connsiteX79" fmla="*/ 1828416 w 4114416"/>
              <a:gd name="connsiteY79" fmla="*/ 1227667 h 2870200"/>
              <a:gd name="connsiteX80" fmla="*/ 1845349 w 4114416"/>
              <a:gd name="connsiteY80" fmla="*/ 1261534 h 2870200"/>
              <a:gd name="connsiteX81" fmla="*/ 1887682 w 4114416"/>
              <a:gd name="connsiteY81" fmla="*/ 1422400 h 2870200"/>
              <a:gd name="connsiteX82" fmla="*/ 1938482 w 4114416"/>
              <a:gd name="connsiteY82" fmla="*/ 1600200 h 2870200"/>
              <a:gd name="connsiteX83" fmla="*/ 1989282 w 4114416"/>
              <a:gd name="connsiteY83" fmla="*/ 1744134 h 2870200"/>
              <a:gd name="connsiteX84" fmla="*/ 2006216 w 4114416"/>
              <a:gd name="connsiteY84" fmla="*/ 1498600 h 2870200"/>
              <a:gd name="connsiteX85" fmla="*/ 2023149 w 4114416"/>
              <a:gd name="connsiteY85" fmla="*/ 1464734 h 2870200"/>
              <a:gd name="connsiteX86" fmla="*/ 2031616 w 4114416"/>
              <a:gd name="connsiteY86" fmla="*/ 1439334 h 2870200"/>
              <a:gd name="connsiteX87" fmla="*/ 2082416 w 4114416"/>
              <a:gd name="connsiteY87" fmla="*/ 2032000 h 2870200"/>
              <a:gd name="connsiteX88" fmla="*/ 2090882 w 4114416"/>
              <a:gd name="connsiteY88" fmla="*/ 2150534 h 2870200"/>
              <a:gd name="connsiteX89" fmla="*/ 2099349 w 4114416"/>
              <a:gd name="connsiteY89" fmla="*/ 2489200 h 2870200"/>
              <a:gd name="connsiteX90" fmla="*/ 2133216 w 4114416"/>
              <a:gd name="connsiteY90" fmla="*/ 2421467 h 2870200"/>
              <a:gd name="connsiteX91" fmla="*/ 2175549 w 4114416"/>
              <a:gd name="connsiteY91" fmla="*/ 2319867 h 2870200"/>
              <a:gd name="connsiteX92" fmla="*/ 2200949 w 4114416"/>
              <a:gd name="connsiteY92" fmla="*/ 2286000 h 2870200"/>
              <a:gd name="connsiteX93" fmla="*/ 2234816 w 4114416"/>
              <a:gd name="connsiteY93" fmla="*/ 2235200 h 2870200"/>
              <a:gd name="connsiteX94" fmla="*/ 2251749 w 4114416"/>
              <a:gd name="connsiteY94" fmla="*/ 2514600 h 2870200"/>
              <a:gd name="connsiteX95" fmla="*/ 2277149 w 4114416"/>
              <a:gd name="connsiteY95" fmla="*/ 2565400 h 2870200"/>
              <a:gd name="connsiteX96" fmla="*/ 2285616 w 4114416"/>
              <a:gd name="connsiteY96" fmla="*/ 2489200 h 2870200"/>
              <a:gd name="connsiteX97" fmla="*/ 2302549 w 4114416"/>
              <a:gd name="connsiteY97" fmla="*/ 2421467 h 2870200"/>
              <a:gd name="connsiteX98" fmla="*/ 2311016 w 4114416"/>
              <a:gd name="connsiteY98" fmla="*/ 1718734 h 2870200"/>
              <a:gd name="connsiteX99" fmla="*/ 2336416 w 4114416"/>
              <a:gd name="connsiteY99" fmla="*/ 1811867 h 2870200"/>
              <a:gd name="connsiteX100" fmla="*/ 2361816 w 4114416"/>
              <a:gd name="connsiteY100" fmla="*/ 1871134 h 2870200"/>
              <a:gd name="connsiteX101" fmla="*/ 2387216 w 4114416"/>
              <a:gd name="connsiteY101" fmla="*/ 1938867 h 2870200"/>
              <a:gd name="connsiteX102" fmla="*/ 2395682 w 4114416"/>
              <a:gd name="connsiteY102" fmla="*/ 1972734 h 2870200"/>
              <a:gd name="connsiteX103" fmla="*/ 2404149 w 4114416"/>
              <a:gd name="connsiteY103" fmla="*/ 1574800 h 2870200"/>
              <a:gd name="connsiteX104" fmla="*/ 2429549 w 4114416"/>
              <a:gd name="connsiteY104" fmla="*/ 1236134 h 2870200"/>
              <a:gd name="connsiteX105" fmla="*/ 2446482 w 4114416"/>
              <a:gd name="connsiteY105" fmla="*/ 1092200 h 2870200"/>
              <a:gd name="connsiteX106" fmla="*/ 2454949 w 4114416"/>
              <a:gd name="connsiteY106" fmla="*/ 1066800 h 2870200"/>
              <a:gd name="connsiteX107" fmla="*/ 2463416 w 4114416"/>
              <a:gd name="connsiteY107" fmla="*/ 1092200 h 2870200"/>
              <a:gd name="connsiteX108" fmla="*/ 2480349 w 4114416"/>
              <a:gd name="connsiteY108" fmla="*/ 1117600 h 2870200"/>
              <a:gd name="connsiteX109" fmla="*/ 2488816 w 4114416"/>
              <a:gd name="connsiteY109" fmla="*/ 1227667 h 2870200"/>
              <a:gd name="connsiteX110" fmla="*/ 2514216 w 4114416"/>
              <a:gd name="connsiteY110" fmla="*/ 753534 h 2870200"/>
              <a:gd name="connsiteX111" fmla="*/ 2531149 w 4114416"/>
              <a:gd name="connsiteY111" fmla="*/ 685800 h 2870200"/>
              <a:gd name="connsiteX112" fmla="*/ 2539616 w 4114416"/>
              <a:gd name="connsiteY112" fmla="*/ 609600 h 2870200"/>
              <a:gd name="connsiteX113" fmla="*/ 2548082 w 4114416"/>
              <a:gd name="connsiteY113" fmla="*/ 558800 h 2870200"/>
              <a:gd name="connsiteX114" fmla="*/ 2565016 w 4114416"/>
              <a:gd name="connsiteY114" fmla="*/ 584200 h 2870200"/>
              <a:gd name="connsiteX115" fmla="*/ 2573482 w 4114416"/>
              <a:gd name="connsiteY115" fmla="*/ 778934 h 2870200"/>
              <a:gd name="connsiteX116" fmla="*/ 2615816 w 4114416"/>
              <a:gd name="connsiteY116" fmla="*/ 914400 h 2870200"/>
              <a:gd name="connsiteX117" fmla="*/ 2632749 w 4114416"/>
              <a:gd name="connsiteY117" fmla="*/ 973667 h 2870200"/>
              <a:gd name="connsiteX118" fmla="*/ 2649682 w 4114416"/>
              <a:gd name="connsiteY118" fmla="*/ 812800 h 2870200"/>
              <a:gd name="connsiteX119" fmla="*/ 2666616 w 4114416"/>
              <a:gd name="connsiteY119" fmla="*/ 694267 h 2870200"/>
              <a:gd name="connsiteX120" fmla="*/ 2692016 w 4114416"/>
              <a:gd name="connsiteY120" fmla="*/ 558800 h 2870200"/>
              <a:gd name="connsiteX121" fmla="*/ 2717416 w 4114416"/>
              <a:gd name="connsiteY121" fmla="*/ 321734 h 2870200"/>
              <a:gd name="connsiteX122" fmla="*/ 2734349 w 4114416"/>
              <a:gd name="connsiteY122" fmla="*/ 1058334 h 2870200"/>
              <a:gd name="connsiteX123" fmla="*/ 2760746 w 4114416"/>
              <a:gd name="connsiteY123" fmla="*/ 1023969 h 2870200"/>
              <a:gd name="connsiteX124" fmla="*/ 2810549 w 4114416"/>
              <a:gd name="connsiteY124" fmla="*/ 905934 h 2870200"/>
              <a:gd name="connsiteX125" fmla="*/ 2844416 w 4114416"/>
              <a:gd name="connsiteY125" fmla="*/ 855134 h 2870200"/>
              <a:gd name="connsiteX126" fmla="*/ 2869816 w 4114416"/>
              <a:gd name="connsiteY126" fmla="*/ 1422400 h 2870200"/>
              <a:gd name="connsiteX127" fmla="*/ 2878282 w 4114416"/>
              <a:gd name="connsiteY127" fmla="*/ 1388534 h 2870200"/>
              <a:gd name="connsiteX128" fmla="*/ 2895216 w 4114416"/>
              <a:gd name="connsiteY128" fmla="*/ 1363134 h 2870200"/>
              <a:gd name="connsiteX129" fmla="*/ 2920616 w 4114416"/>
              <a:gd name="connsiteY129" fmla="*/ 1278467 h 2870200"/>
              <a:gd name="connsiteX130" fmla="*/ 2937549 w 4114416"/>
              <a:gd name="connsiteY130" fmla="*/ 1320800 h 2870200"/>
              <a:gd name="connsiteX131" fmla="*/ 2954482 w 4114416"/>
              <a:gd name="connsiteY131" fmla="*/ 1388534 h 2870200"/>
              <a:gd name="connsiteX132" fmla="*/ 2971416 w 4114416"/>
              <a:gd name="connsiteY132" fmla="*/ 1422400 h 2870200"/>
              <a:gd name="connsiteX133" fmla="*/ 3013749 w 4114416"/>
              <a:gd name="connsiteY133" fmla="*/ 1540934 h 2870200"/>
              <a:gd name="connsiteX134" fmla="*/ 3030682 w 4114416"/>
              <a:gd name="connsiteY134" fmla="*/ 1566334 h 2870200"/>
              <a:gd name="connsiteX135" fmla="*/ 3064549 w 4114416"/>
              <a:gd name="connsiteY135" fmla="*/ 1718734 h 2870200"/>
              <a:gd name="connsiteX136" fmla="*/ 3089949 w 4114416"/>
              <a:gd name="connsiteY136" fmla="*/ 1761067 h 2870200"/>
              <a:gd name="connsiteX137" fmla="*/ 3123816 w 4114416"/>
              <a:gd name="connsiteY137" fmla="*/ 1879600 h 2870200"/>
              <a:gd name="connsiteX138" fmla="*/ 3115349 w 4114416"/>
              <a:gd name="connsiteY138" fmla="*/ 1913467 h 2870200"/>
              <a:gd name="connsiteX139" fmla="*/ 3127799 w 4114416"/>
              <a:gd name="connsiteY139" fmla="*/ 1901016 h 2870200"/>
              <a:gd name="connsiteX140" fmla="*/ 3106882 w 4114416"/>
              <a:gd name="connsiteY140" fmla="*/ 1888067 h 2870200"/>
              <a:gd name="connsiteX141" fmla="*/ 3132282 w 4114416"/>
              <a:gd name="connsiteY141" fmla="*/ 1871134 h 2870200"/>
              <a:gd name="connsiteX142" fmla="*/ 3140749 w 4114416"/>
              <a:gd name="connsiteY142" fmla="*/ 1769534 h 2870200"/>
              <a:gd name="connsiteX143" fmla="*/ 3157682 w 4114416"/>
              <a:gd name="connsiteY143" fmla="*/ 1710267 h 2870200"/>
              <a:gd name="connsiteX144" fmla="*/ 3166149 w 4114416"/>
              <a:gd name="connsiteY144" fmla="*/ 1684867 h 2870200"/>
              <a:gd name="connsiteX145" fmla="*/ 3191549 w 4114416"/>
              <a:gd name="connsiteY145" fmla="*/ 1676400 h 2870200"/>
              <a:gd name="connsiteX146" fmla="*/ 3200016 w 4114416"/>
              <a:gd name="connsiteY146" fmla="*/ 2006600 h 2870200"/>
              <a:gd name="connsiteX147" fmla="*/ 3208482 w 4114416"/>
              <a:gd name="connsiteY147" fmla="*/ 2048934 h 2870200"/>
              <a:gd name="connsiteX148" fmla="*/ 3216949 w 4114416"/>
              <a:gd name="connsiteY148" fmla="*/ 2099734 h 2870200"/>
              <a:gd name="connsiteX149" fmla="*/ 3233882 w 4114416"/>
              <a:gd name="connsiteY149" fmla="*/ 2048934 h 2870200"/>
              <a:gd name="connsiteX150" fmla="*/ 3242349 w 4114416"/>
              <a:gd name="connsiteY150" fmla="*/ 1998134 h 2870200"/>
              <a:gd name="connsiteX151" fmla="*/ 3276216 w 4114416"/>
              <a:gd name="connsiteY151" fmla="*/ 2353734 h 2870200"/>
              <a:gd name="connsiteX152" fmla="*/ 3301616 w 4114416"/>
              <a:gd name="connsiteY152" fmla="*/ 2387600 h 2870200"/>
              <a:gd name="connsiteX153" fmla="*/ 3310082 w 4114416"/>
              <a:gd name="connsiteY153" fmla="*/ 2497667 h 2870200"/>
              <a:gd name="connsiteX154" fmla="*/ 3327016 w 4114416"/>
              <a:gd name="connsiteY154" fmla="*/ 2531534 h 2870200"/>
              <a:gd name="connsiteX155" fmla="*/ 3343949 w 4114416"/>
              <a:gd name="connsiteY155" fmla="*/ 2599267 h 2870200"/>
              <a:gd name="connsiteX156" fmla="*/ 3369349 w 4114416"/>
              <a:gd name="connsiteY156" fmla="*/ 2667000 h 2870200"/>
              <a:gd name="connsiteX157" fmla="*/ 3411682 w 4114416"/>
              <a:gd name="connsiteY157" fmla="*/ 2810934 h 2870200"/>
              <a:gd name="connsiteX158" fmla="*/ 3437082 w 4114416"/>
              <a:gd name="connsiteY158" fmla="*/ 2870200 h 2870200"/>
              <a:gd name="connsiteX159" fmla="*/ 3462482 w 4114416"/>
              <a:gd name="connsiteY159" fmla="*/ 1828800 h 2870200"/>
              <a:gd name="connsiteX160" fmla="*/ 3461984 w 4114416"/>
              <a:gd name="connsiteY160" fmla="*/ 2090271 h 2870200"/>
              <a:gd name="connsiteX161" fmla="*/ 3487882 w 4114416"/>
              <a:gd name="connsiteY161" fmla="*/ 1735667 h 2870200"/>
              <a:gd name="connsiteX162" fmla="*/ 3513282 w 4114416"/>
              <a:gd name="connsiteY162" fmla="*/ 1651000 h 2870200"/>
              <a:gd name="connsiteX163" fmla="*/ 3521749 w 4114416"/>
              <a:gd name="connsiteY163" fmla="*/ 1701800 h 2870200"/>
              <a:gd name="connsiteX164" fmla="*/ 3525733 w 4114416"/>
              <a:gd name="connsiteY164" fmla="*/ 1875118 h 2870200"/>
              <a:gd name="connsiteX165" fmla="*/ 3547149 w 4114416"/>
              <a:gd name="connsiteY165" fmla="*/ 1752600 h 2870200"/>
              <a:gd name="connsiteX166" fmla="*/ 3555616 w 4114416"/>
              <a:gd name="connsiteY166" fmla="*/ 1693334 h 2870200"/>
              <a:gd name="connsiteX167" fmla="*/ 3597949 w 4114416"/>
              <a:gd name="connsiteY167" fmla="*/ 1608667 h 2870200"/>
              <a:gd name="connsiteX168" fmla="*/ 3614882 w 4114416"/>
              <a:gd name="connsiteY168" fmla="*/ 1566334 h 2870200"/>
              <a:gd name="connsiteX169" fmla="*/ 3657216 w 4114416"/>
              <a:gd name="connsiteY169" fmla="*/ 1464734 h 2870200"/>
              <a:gd name="connsiteX170" fmla="*/ 3661200 w 4114416"/>
              <a:gd name="connsiteY170" fmla="*/ 1373094 h 2870200"/>
              <a:gd name="connsiteX171" fmla="*/ 3682616 w 4114416"/>
              <a:gd name="connsiteY171" fmla="*/ 1363134 h 2870200"/>
              <a:gd name="connsiteX172" fmla="*/ 3699549 w 4114416"/>
              <a:gd name="connsiteY172" fmla="*/ 1320800 h 2870200"/>
              <a:gd name="connsiteX173" fmla="*/ 3694569 w 4114416"/>
              <a:gd name="connsiteY173" fmla="*/ 1151964 h 2870200"/>
              <a:gd name="connsiteX174" fmla="*/ 3741882 w 4114416"/>
              <a:gd name="connsiteY174" fmla="*/ 1227667 h 2870200"/>
              <a:gd name="connsiteX175" fmla="*/ 3750349 w 4114416"/>
              <a:gd name="connsiteY175" fmla="*/ 1176867 h 2870200"/>
              <a:gd name="connsiteX176" fmla="*/ 3767282 w 4114416"/>
              <a:gd name="connsiteY176" fmla="*/ 1126067 h 2870200"/>
              <a:gd name="connsiteX177" fmla="*/ 3775749 w 4114416"/>
              <a:gd name="connsiteY177" fmla="*/ 1058334 h 2870200"/>
              <a:gd name="connsiteX178" fmla="*/ 3784216 w 4114416"/>
              <a:gd name="connsiteY178" fmla="*/ 1270000 h 2870200"/>
              <a:gd name="connsiteX179" fmla="*/ 3813064 w 4114416"/>
              <a:gd name="connsiteY179" fmla="*/ 678606 h 2870200"/>
              <a:gd name="connsiteX180" fmla="*/ 3818082 w 4114416"/>
              <a:gd name="connsiteY180" fmla="*/ 558800 h 2870200"/>
              <a:gd name="connsiteX181" fmla="*/ 3835016 w 4114416"/>
              <a:gd name="connsiteY181" fmla="*/ 482600 h 2870200"/>
              <a:gd name="connsiteX182" fmla="*/ 3843482 w 4114416"/>
              <a:gd name="connsiteY182" fmla="*/ 533400 h 2870200"/>
              <a:gd name="connsiteX183" fmla="*/ 3860416 w 4114416"/>
              <a:gd name="connsiteY183" fmla="*/ 660400 h 2870200"/>
              <a:gd name="connsiteX184" fmla="*/ 3868882 w 4114416"/>
              <a:gd name="connsiteY184" fmla="*/ 702734 h 2870200"/>
              <a:gd name="connsiteX185" fmla="*/ 3885816 w 4114416"/>
              <a:gd name="connsiteY185" fmla="*/ 736600 h 2870200"/>
              <a:gd name="connsiteX186" fmla="*/ 3902749 w 4114416"/>
              <a:gd name="connsiteY186" fmla="*/ 702734 h 2870200"/>
              <a:gd name="connsiteX187" fmla="*/ 3962016 w 4114416"/>
              <a:gd name="connsiteY187" fmla="*/ 482600 h 2870200"/>
              <a:gd name="connsiteX188" fmla="*/ 3978949 w 4114416"/>
              <a:gd name="connsiteY188" fmla="*/ 457200 h 2870200"/>
              <a:gd name="connsiteX189" fmla="*/ 4004349 w 4114416"/>
              <a:gd name="connsiteY189" fmla="*/ 177800 h 2870200"/>
              <a:gd name="connsiteX190" fmla="*/ 4029749 w 4114416"/>
              <a:gd name="connsiteY190" fmla="*/ 135467 h 2870200"/>
              <a:gd name="connsiteX191" fmla="*/ 4038216 w 4114416"/>
              <a:gd name="connsiteY191" fmla="*/ 101600 h 2870200"/>
              <a:gd name="connsiteX192" fmla="*/ 4046682 w 4114416"/>
              <a:gd name="connsiteY192" fmla="*/ 76200 h 2870200"/>
              <a:gd name="connsiteX193" fmla="*/ 4055149 w 4114416"/>
              <a:gd name="connsiteY193" fmla="*/ 110067 h 2870200"/>
              <a:gd name="connsiteX194" fmla="*/ 4072082 w 4114416"/>
              <a:gd name="connsiteY194" fmla="*/ 160867 h 2870200"/>
              <a:gd name="connsiteX195" fmla="*/ 4114416 w 4114416"/>
              <a:gd name="connsiteY195" fmla="*/ 0 h 2870200"/>
              <a:gd name="connsiteX0" fmla="*/ 0 w 4114416"/>
              <a:gd name="connsiteY0" fmla="*/ 735359 h 2870200"/>
              <a:gd name="connsiteX1" fmla="*/ 22363 w 4114416"/>
              <a:gd name="connsiteY1" fmla="*/ 647092 h 2870200"/>
              <a:gd name="connsiteX2" fmla="*/ 53451 w 4114416"/>
              <a:gd name="connsiteY2" fmla="*/ 567267 h 2870200"/>
              <a:gd name="connsiteX3" fmla="*/ 61790 w 4114416"/>
              <a:gd name="connsiteY3" fmla="*/ 828517 h 2870200"/>
              <a:gd name="connsiteX4" fmla="*/ 57549 w 4114416"/>
              <a:gd name="connsiteY4" fmla="*/ 1083293 h 2870200"/>
              <a:gd name="connsiteX5" fmla="*/ 55282 w 4114416"/>
              <a:gd name="connsiteY5" fmla="*/ 1212385 h 2870200"/>
              <a:gd name="connsiteX6" fmla="*/ 69873 w 4114416"/>
              <a:gd name="connsiteY6" fmla="*/ 1401791 h 2870200"/>
              <a:gd name="connsiteX7" fmla="*/ 112335 w 4114416"/>
              <a:gd name="connsiteY7" fmla="*/ 1209517 h 2870200"/>
              <a:gd name="connsiteX8" fmla="*/ 135082 w 4114416"/>
              <a:gd name="connsiteY8" fmla="*/ 1100667 h 2870200"/>
              <a:gd name="connsiteX9" fmla="*/ 168949 w 4114416"/>
              <a:gd name="connsiteY9" fmla="*/ 999067 h 2870200"/>
              <a:gd name="connsiteX10" fmla="*/ 185882 w 4114416"/>
              <a:gd name="connsiteY10" fmla="*/ 948267 h 2870200"/>
              <a:gd name="connsiteX11" fmla="*/ 202816 w 4114416"/>
              <a:gd name="connsiteY11" fmla="*/ 1134534 h 2870200"/>
              <a:gd name="connsiteX12" fmla="*/ 219749 w 4114416"/>
              <a:gd name="connsiteY12" fmla="*/ 1464734 h 2870200"/>
              <a:gd name="connsiteX13" fmla="*/ 279016 w 4114416"/>
              <a:gd name="connsiteY13" fmla="*/ 1363134 h 2870200"/>
              <a:gd name="connsiteX14" fmla="*/ 304416 w 4114416"/>
              <a:gd name="connsiteY14" fmla="*/ 1371600 h 2870200"/>
              <a:gd name="connsiteX15" fmla="*/ 312882 w 4114416"/>
              <a:gd name="connsiteY15" fmla="*/ 2243667 h 2870200"/>
              <a:gd name="connsiteX16" fmla="*/ 338282 w 4114416"/>
              <a:gd name="connsiteY16" fmla="*/ 2201334 h 2870200"/>
              <a:gd name="connsiteX17" fmla="*/ 346749 w 4114416"/>
              <a:gd name="connsiteY17" fmla="*/ 2150534 h 2870200"/>
              <a:gd name="connsiteX18" fmla="*/ 371651 w 4114416"/>
              <a:gd name="connsiteY18" fmla="*/ 2376146 h 2870200"/>
              <a:gd name="connsiteX19" fmla="*/ 389082 w 4114416"/>
              <a:gd name="connsiteY19" fmla="*/ 2082800 h 2870200"/>
              <a:gd name="connsiteX20" fmla="*/ 414981 w 4114416"/>
              <a:gd name="connsiteY20" fmla="*/ 1792444 h 2870200"/>
              <a:gd name="connsiteX21" fmla="*/ 422949 w 4114416"/>
              <a:gd name="connsiteY21" fmla="*/ 2032000 h 2870200"/>
              <a:gd name="connsiteX22" fmla="*/ 453908 w 4114416"/>
              <a:gd name="connsiteY22" fmla="*/ 1990884 h 2870200"/>
              <a:gd name="connsiteX23" fmla="*/ 465282 w 4114416"/>
              <a:gd name="connsiteY23" fmla="*/ 1752600 h 2870200"/>
              <a:gd name="connsiteX24" fmla="*/ 490682 w 4114416"/>
              <a:gd name="connsiteY24" fmla="*/ 1651000 h 2870200"/>
              <a:gd name="connsiteX25" fmla="*/ 516082 w 4114416"/>
              <a:gd name="connsiteY25" fmla="*/ 1710267 h 2870200"/>
              <a:gd name="connsiteX26" fmla="*/ 524549 w 4114416"/>
              <a:gd name="connsiteY26" fmla="*/ 1851666 h 2870200"/>
              <a:gd name="connsiteX27" fmla="*/ 558416 w 4114416"/>
              <a:gd name="connsiteY27" fmla="*/ 1820334 h 2870200"/>
              <a:gd name="connsiteX28" fmla="*/ 583816 w 4114416"/>
              <a:gd name="connsiteY28" fmla="*/ 1938867 h 2870200"/>
              <a:gd name="connsiteX29" fmla="*/ 600749 w 4114416"/>
              <a:gd name="connsiteY29" fmla="*/ 1998134 h 2870200"/>
              <a:gd name="connsiteX30" fmla="*/ 643082 w 4114416"/>
              <a:gd name="connsiteY30" fmla="*/ 1786467 h 2870200"/>
              <a:gd name="connsiteX31" fmla="*/ 668482 w 4114416"/>
              <a:gd name="connsiteY31" fmla="*/ 1718734 h 2870200"/>
              <a:gd name="connsiteX32" fmla="*/ 685416 w 4114416"/>
              <a:gd name="connsiteY32" fmla="*/ 1617134 h 2870200"/>
              <a:gd name="connsiteX33" fmla="*/ 702349 w 4114416"/>
              <a:gd name="connsiteY33" fmla="*/ 1557867 h 2870200"/>
              <a:gd name="connsiteX34" fmla="*/ 710816 w 4114416"/>
              <a:gd name="connsiteY34" fmla="*/ 1524000 h 2870200"/>
              <a:gd name="connsiteX35" fmla="*/ 727749 w 4114416"/>
              <a:gd name="connsiteY35" fmla="*/ 1312334 h 2870200"/>
              <a:gd name="connsiteX36" fmla="*/ 744682 w 4114416"/>
              <a:gd name="connsiteY36" fmla="*/ 1380067 h 2870200"/>
              <a:gd name="connsiteX37" fmla="*/ 761616 w 4114416"/>
              <a:gd name="connsiteY37" fmla="*/ 1532467 h 2870200"/>
              <a:gd name="connsiteX38" fmla="*/ 778549 w 4114416"/>
              <a:gd name="connsiteY38" fmla="*/ 1566334 h 2870200"/>
              <a:gd name="connsiteX39" fmla="*/ 820882 w 4114416"/>
              <a:gd name="connsiteY39" fmla="*/ 1430867 h 2870200"/>
              <a:gd name="connsiteX40" fmla="*/ 854749 w 4114416"/>
              <a:gd name="connsiteY40" fmla="*/ 1388534 h 2870200"/>
              <a:gd name="connsiteX41" fmla="*/ 863216 w 4114416"/>
              <a:gd name="connsiteY41" fmla="*/ 1498600 h 2870200"/>
              <a:gd name="connsiteX42" fmla="*/ 888616 w 4114416"/>
              <a:gd name="connsiteY42" fmla="*/ 1811867 h 2870200"/>
              <a:gd name="connsiteX43" fmla="*/ 897082 w 4114416"/>
              <a:gd name="connsiteY43" fmla="*/ 1642534 h 2870200"/>
              <a:gd name="connsiteX44" fmla="*/ 930949 w 4114416"/>
              <a:gd name="connsiteY44" fmla="*/ 1557867 h 2870200"/>
              <a:gd name="connsiteX45" fmla="*/ 939416 w 4114416"/>
              <a:gd name="connsiteY45" fmla="*/ 2006600 h 2870200"/>
              <a:gd name="connsiteX46" fmla="*/ 964816 w 4114416"/>
              <a:gd name="connsiteY46" fmla="*/ 2116667 h 2870200"/>
              <a:gd name="connsiteX47" fmla="*/ 973282 w 4114416"/>
              <a:gd name="connsiteY47" fmla="*/ 1948424 h 2870200"/>
              <a:gd name="connsiteX48" fmla="*/ 990216 w 4114416"/>
              <a:gd name="connsiteY48" fmla="*/ 1794934 h 2870200"/>
              <a:gd name="connsiteX49" fmla="*/ 998682 w 4114416"/>
              <a:gd name="connsiteY49" fmla="*/ 1761067 h 2870200"/>
              <a:gd name="connsiteX50" fmla="*/ 1015616 w 4114416"/>
              <a:gd name="connsiteY50" fmla="*/ 1871134 h 2870200"/>
              <a:gd name="connsiteX51" fmla="*/ 1032549 w 4114416"/>
              <a:gd name="connsiteY51" fmla="*/ 1947334 h 2870200"/>
              <a:gd name="connsiteX52" fmla="*/ 1049482 w 4114416"/>
              <a:gd name="connsiteY52" fmla="*/ 2040467 h 2870200"/>
              <a:gd name="connsiteX53" fmla="*/ 1074882 w 4114416"/>
              <a:gd name="connsiteY53" fmla="*/ 2108200 h 2870200"/>
              <a:gd name="connsiteX54" fmla="*/ 1105586 w 4114416"/>
              <a:gd name="connsiteY54" fmla="*/ 2165034 h 2870200"/>
              <a:gd name="connsiteX55" fmla="*/ 1117344 w 4114416"/>
              <a:gd name="connsiteY55" fmla="*/ 2220675 h 2870200"/>
              <a:gd name="connsiteX56" fmla="*/ 1134149 w 4114416"/>
              <a:gd name="connsiteY56" fmla="*/ 2108200 h 2870200"/>
              <a:gd name="connsiteX57" fmla="*/ 1184949 w 4114416"/>
              <a:gd name="connsiteY57" fmla="*/ 1989667 h 2870200"/>
              <a:gd name="connsiteX58" fmla="*/ 1221851 w 4114416"/>
              <a:gd name="connsiteY58" fmla="*/ 1898967 h 2870200"/>
              <a:gd name="connsiteX59" fmla="*/ 1244216 w 4114416"/>
              <a:gd name="connsiteY59" fmla="*/ 2167467 h 2870200"/>
              <a:gd name="connsiteX60" fmla="*/ 1261149 w 4114416"/>
              <a:gd name="connsiteY60" fmla="*/ 2082800 h 2870200"/>
              <a:gd name="connsiteX61" fmla="*/ 1269616 w 4114416"/>
              <a:gd name="connsiteY61" fmla="*/ 2015067 h 2870200"/>
              <a:gd name="connsiteX62" fmla="*/ 1311949 w 4114416"/>
              <a:gd name="connsiteY62" fmla="*/ 1854200 h 2870200"/>
              <a:gd name="connsiteX63" fmla="*/ 1320416 w 4114416"/>
              <a:gd name="connsiteY63" fmla="*/ 1803400 h 2870200"/>
              <a:gd name="connsiteX64" fmla="*/ 1345816 w 4114416"/>
              <a:gd name="connsiteY64" fmla="*/ 1701800 h 2870200"/>
              <a:gd name="connsiteX65" fmla="*/ 1379682 w 4114416"/>
              <a:gd name="connsiteY65" fmla="*/ 1744134 h 2870200"/>
              <a:gd name="connsiteX66" fmla="*/ 1422016 w 4114416"/>
              <a:gd name="connsiteY66" fmla="*/ 1879600 h 2870200"/>
              <a:gd name="connsiteX67" fmla="*/ 1455882 w 4114416"/>
              <a:gd name="connsiteY67" fmla="*/ 1947334 h 2870200"/>
              <a:gd name="connsiteX68" fmla="*/ 1472816 w 4114416"/>
              <a:gd name="connsiteY68" fmla="*/ 1938867 h 2870200"/>
              <a:gd name="connsiteX69" fmla="*/ 1515149 w 4114416"/>
              <a:gd name="connsiteY69" fmla="*/ 1803400 h 2870200"/>
              <a:gd name="connsiteX70" fmla="*/ 1574416 w 4114416"/>
              <a:gd name="connsiteY70" fmla="*/ 1651000 h 2870200"/>
              <a:gd name="connsiteX71" fmla="*/ 1582882 w 4114416"/>
              <a:gd name="connsiteY71" fmla="*/ 1591734 h 2870200"/>
              <a:gd name="connsiteX72" fmla="*/ 1608410 w 4114416"/>
              <a:gd name="connsiteY72" fmla="*/ 1462351 h 2870200"/>
              <a:gd name="connsiteX73" fmla="*/ 1633682 w 4114416"/>
              <a:gd name="connsiteY73" fmla="*/ 1524000 h 2870200"/>
              <a:gd name="connsiteX74" fmla="*/ 1659082 w 4114416"/>
              <a:gd name="connsiteY74" fmla="*/ 1490134 h 2870200"/>
              <a:gd name="connsiteX75" fmla="*/ 1684482 w 4114416"/>
              <a:gd name="connsiteY75" fmla="*/ 1388534 h 2870200"/>
              <a:gd name="connsiteX76" fmla="*/ 1732631 w 4114416"/>
              <a:gd name="connsiteY76" fmla="*/ 1294184 h 2870200"/>
              <a:gd name="connsiteX77" fmla="*/ 1794549 w 4114416"/>
              <a:gd name="connsiteY77" fmla="*/ 1176867 h 2870200"/>
              <a:gd name="connsiteX78" fmla="*/ 1819949 w 4114416"/>
              <a:gd name="connsiteY78" fmla="*/ 1202267 h 2870200"/>
              <a:gd name="connsiteX79" fmla="*/ 1828416 w 4114416"/>
              <a:gd name="connsiteY79" fmla="*/ 1227667 h 2870200"/>
              <a:gd name="connsiteX80" fmla="*/ 1845349 w 4114416"/>
              <a:gd name="connsiteY80" fmla="*/ 1261534 h 2870200"/>
              <a:gd name="connsiteX81" fmla="*/ 1887682 w 4114416"/>
              <a:gd name="connsiteY81" fmla="*/ 1422400 h 2870200"/>
              <a:gd name="connsiteX82" fmla="*/ 1938482 w 4114416"/>
              <a:gd name="connsiteY82" fmla="*/ 1600200 h 2870200"/>
              <a:gd name="connsiteX83" fmla="*/ 1989282 w 4114416"/>
              <a:gd name="connsiteY83" fmla="*/ 1744134 h 2870200"/>
              <a:gd name="connsiteX84" fmla="*/ 2006216 w 4114416"/>
              <a:gd name="connsiteY84" fmla="*/ 1498600 h 2870200"/>
              <a:gd name="connsiteX85" fmla="*/ 2023149 w 4114416"/>
              <a:gd name="connsiteY85" fmla="*/ 1464734 h 2870200"/>
              <a:gd name="connsiteX86" fmla="*/ 2031616 w 4114416"/>
              <a:gd name="connsiteY86" fmla="*/ 1439334 h 2870200"/>
              <a:gd name="connsiteX87" fmla="*/ 2082416 w 4114416"/>
              <a:gd name="connsiteY87" fmla="*/ 2032000 h 2870200"/>
              <a:gd name="connsiteX88" fmla="*/ 2090882 w 4114416"/>
              <a:gd name="connsiteY88" fmla="*/ 2150534 h 2870200"/>
              <a:gd name="connsiteX89" fmla="*/ 2099349 w 4114416"/>
              <a:gd name="connsiteY89" fmla="*/ 2489200 h 2870200"/>
              <a:gd name="connsiteX90" fmla="*/ 2133216 w 4114416"/>
              <a:gd name="connsiteY90" fmla="*/ 2421467 h 2870200"/>
              <a:gd name="connsiteX91" fmla="*/ 2175549 w 4114416"/>
              <a:gd name="connsiteY91" fmla="*/ 2319867 h 2870200"/>
              <a:gd name="connsiteX92" fmla="*/ 2200949 w 4114416"/>
              <a:gd name="connsiteY92" fmla="*/ 2286000 h 2870200"/>
              <a:gd name="connsiteX93" fmla="*/ 2234816 w 4114416"/>
              <a:gd name="connsiteY93" fmla="*/ 2235200 h 2870200"/>
              <a:gd name="connsiteX94" fmla="*/ 2251749 w 4114416"/>
              <a:gd name="connsiteY94" fmla="*/ 2514600 h 2870200"/>
              <a:gd name="connsiteX95" fmla="*/ 2277149 w 4114416"/>
              <a:gd name="connsiteY95" fmla="*/ 2565400 h 2870200"/>
              <a:gd name="connsiteX96" fmla="*/ 2285616 w 4114416"/>
              <a:gd name="connsiteY96" fmla="*/ 2489200 h 2870200"/>
              <a:gd name="connsiteX97" fmla="*/ 2302549 w 4114416"/>
              <a:gd name="connsiteY97" fmla="*/ 2421467 h 2870200"/>
              <a:gd name="connsiteX98" fmla="*/ 2311016 w 4114416"/>
              <a:gd name="connsiteY98" fmla="*/ 1718734 h 2870200"/>
              <a:gd name="connsiteX99" fmla="*/ 2336416 w 4114416"/>
              <a:gd name="connsiteY99" fmla="*/ 1811867 h 2870200"/>
              <a:gd name="connsiteX100" fmla="*/ 2361816 w 4114416"/>
              <a:gd name="connsiteY100" fmla="*/ 1871134 h 2870200"/>
              <a:gd name="connsiteX101" fmla="*/ 2387216 w 4114416"/>
              <a:gd name="connsiteY101" fmla="*/ 1938867 h 2870200"/>
              <a:gd name="connsiteX102" fmla="*/ 2395682 w 4114416"/>
              <a:gd name="connsiteY102" fmla="*/ 1972734 h 2870200"/>
              <a:gd name="connsiteX103" fmla="*/ 2404149 w 4114416"/>
              <a:gd name="connsiteY103" fmla="*/ 1574800 h 2870200"/>
              <a:gd name="connsiteX104" fmla="*/ 2429549 w 4114416"/>
              <a:gd name="connsiteY104" fmla="*/ 1236134 h 2870200"/>
              <a:gd name="connsiteX105" fmla="*/ 2446482 w 4114416"/>
              <a:gd name="connsiteY105" fmla="*/ 1092200 h 2870200"/>
              <a:gd name="connsiteX106" fmla="*/ 2454949 w 4114416"/>
              <a:gd name="connsiteY106" fmla="*/ 1066800 h 2870200"/>
              <a:gd name="connsiteX107" fmla="*/ 2463416 w 4114416"/>
              <a:gd name="connsiteY107" fmla="*/ 1092200 h 2870200"/>
              <a:gd name="connsiteX108" fmla="*/ 2480349 w 4114416"/>
              <a:gd name="connsiteY108" fmla="*/ 1117600 h 2870200"/>
              <a:gd name="connsiteX109" fmla="*/ 2488816 w 4114416"/>
              <a:gd name="connsiteY109" fmla="*/ 1227667 h 2870200"/>
              <a:gd name="connsiteX110" fmla="*/ 2514216 w 4114416"/>
              <a:gd name="connsiteY110" fmla="*/ 753534 h 2870200"/>
              <a:gd name="connsiteX111" fmla="*/ 2531149 w 4114416"/>
              <a:gd name="connsiteY111" fmla="*/ 685800 h 2870200"/>
              <a:gd name="connsiteX112" fmla="*/ 2539616 w 4114416"/>
              <a:gd name="connsiteY112" fmla="*/ 609600 h 2870200"/>
              <a:gd name="connsiteX113" fmla="*/ 2548082 w 4114416"/>
              <a:gd name="connsiteY113" fmla="*/ 558800 h 2870200"/>
              <a:gd name="connsiteX114" fmla="*/ 2565016 w 4114416"/>
              <a:gd name="connsiteY114" fmla="*/ 584200 h 2870200"/>
              <a:gd name="connsiteX115" fmla="*/ 2573482 w 4114416"/>
              <a:gd name="connsiteY115" fmla="*/ 778934 h 2870200"/>
              <a:gd name="connsiteX116" fmla="*/ 2615816 w 4114416"/>
              <a:gd name="connsiteY116" fmla="*/ 914400 h 2870200"/>
              <a:gd name="connsiteX117" fmla="*/ 2632749 w 4114416"/>
              <a:gd name="connsiteY117" fmla="*/ 973667 h 2870200"/>
              <a:gd name="connsiteX118" fmla="*/ 2649682 w 4114416"/>
              <a:gd name="connsiteY118" fmla="*/ 812800 h 2870200"/>
              <a:gd name="connsiteX119" fmla="*/ 2666616 w 4114416"/>
              <a:gd name="connsiteY119" fmla="*/ 694267 h 2870200"/>
              <a:gd name="connsiteX120" fmla="*/ 2692016 w 4114416"/>
              <a:gd name="connsiteY120" fmla="*/ 558800 h 2870200"/>
              <a:gd name="connsiteX121" fmla="*/ 2717416 w 4114416"/>
              <a:gd name="connsiteY121" fmla="*/ 321734 h 2870200"/>
              <a:gd name="connsiteX122" fmla="*/ 2734349 w 4114416"/>
              <a:gd name="connsiteY122" fmla="*/ 1058334 h 2870200"/>
              <a:gd name="connsiteX123" fmla="*/ 2760746 w 4114416"/>
              <a:gd name="connsiteY123" fmla="*/ 1023969 h 2870200"/>
              <a:gd name="connsiteX124" fmla="*/ 2810549 w 4114416"/>
              <a:gd name="connsiteY124" fmla="*/ 905934 h 2870200"/>
              <a:gd name="connsiteX125" fmla="*/ 2844416 w 4114416"/>
              <a:gd name="connsiteY125" fmla="*/ 855134 h 2870200"/>
              <a:gd name="connsiteX126" fmla="*/ 2869816 w 4114416"/>
              <a:gd name="connsiteY126" fmla="*/ 1422400 h 2870200"/>
              <a:gd name="connsiteX127" fmla="*/ 2878282 w 4114416"/>
              <a:gd name="connsiteY127" fmla="*/ 1388534 h 2870200"/>
              <a:gd name="connsiteX128" fmla="*/ 2895216 w 4114416"/>
              <a:gd name="connsiteY128" fmla="*/ 1363134 h 2870200"/>
              <a:gd name="connsiteX129" fmla="*/ 2920616 w 4114416"/>
              <a:gd name="connsiteY129" fmla="*/ 1278467 h 2870200"/>
              <a:gd name="connsiteX130" fmla="*/ 2937549 w 4114416"/>
              <a:gd name="connsiteY130" fmla="*/ 1320800 h 2870200"/>
              <a:gd name="connsiteX131" fmla="*/ 2954482 w 4114416"/>
              <a:gd name="connsiteY131" fmla="*/ 1388534 h 2870200"/>
              <a:gd name="connsiteX132" fmla="*/ 2971416 w 4114416"/>
              <a:gd name="connsiteY132" fmla="*/ 1422400 h 2870200"/>
              <a:gd name="connsiteX133" fmla="*/ 3013749 w 4114416"/>
              <a:gd name="connsiteY133" fmla="*/ 1540934 h 2870200"/>
              <a:gd name="connsiteX134" fmla="*/ 3030682 w 4114416"/>
              <a:gd name="connsiteY134" fmla="*/ 1566334 h 2870200"/>
              <a:gd name="connsiteX135" fmla="*/ 3064549 w 4114416"/>
              <a:gd name="connsiteY135" fmla="*/ 1718734 h 2870200"/>
              <a:gd name="connsiteX136" fmla="*/ 3089949 w 4114416"/>
              <a:gd name="connsiteY136" fmla="*/ 1761067 h 2870200"/>
              <a:gd name="connsiteX137" fmla="*/ 3123816 w 4114416"/>
              <a:gd name="connsiteY137" fmla="*/ 1879600 h 2870200"/>
              <a:gd name="connsiteX138" fmla="*/ 3115349 w 4114416"/>
              <a:gd name="connsiteY138" fmla="*/ 1913467 h 2870200"/>
              <a:gd name="connsiteX139" fmla="*/ 3127799 w 4114416"/>
              <a:gd name="connsiteY139" fmla="*/ 1901016 h 2870200"/>
              <a:gd name="connsiteX140" fmla="*/ 3106882 w 4114416"/>
              <a:gd name="connsiteY140" fmla="*/ 1888067 h 2870200"/>
              <a:gd name="connsiteX141" fmla="*/ 3132282 w 4114416"/>
              <a:gd name="connsiteY141" fmla="*/ 1871134 h 2870200"/>
              <a:gd name="connsiteX142" fmla="*/ 3140749 w 4114416"/>
              <a:gd name="connsiteY142" fmla="*/ 1769534 h 2870200"/>
              <a:gd name="connsiteX143" fmla="*/ 3157682 w 4114416"/>
              <a:gd name="connsiteY143" fmla="*/ 1710267 h 2870200"/>
              <a:gd name="connsiteX144" fmla="*/ 3166149 w 4114416"/>
              <a:gd name="connsiteY144" fmla="*/ 1684867 h 2870200"/>
              <a:gd name="connsiteX145" fmla="*/ 3191549 w 4114416"/>
              <a:gd name="connsiteY145" fmla="*/ 1676400 h 2870200"/>
              <a:gd name="connsiteX146" fmla="*/ 3200016 w 4114416"/>
              <a:gd name="connsiteY146" fmla="*/ 2006600 h 2870200"/>
              <a:gd name="connsiteX147" fmla="*/ 3208482 w 4114416"/>
              <a:gd name="connsiteY147" fmla="*/ 2048934 h 2870200"/>
              <a:gd name="connsiteX148" fmla="*/ 3216949 w 4114416"/>
              <a:gd name="connsiteY148" fmla="*/ 2099734 h 2870200"/>
              <a:gd name="connsiteX149" fmla="*/ 3233882 w 4114416"/>
              <a:gd name="connsiteY149" fmla="*/ 2048934 h 2870200"/>
              <a:gd name="connsiteX150" fmla="*/ 3242349 w 4114416"/>
              <a:gd name="connsiteY150" fmla="*/ 1998134 h 2870200"/>
              <a:gd name="connsiteX151" fmla="*/ 3276216 w 4114416"/>
              <a:gd name="connsiteY151" fmla="*/ 2353734 h 2870200"/>
              <a:gd name="connsiteX152" fmla="*/ 3301616 w 4114416"/>
              <a:gd name="connsiteY152" fmla="*/ 2387600 h 2870200"/>
              <a:gd name="connsiteX153" fmla="*/ 3310082 w 4114416"/>
              <a:gd name="connsiteY153" fmla="*/ 2497667 h 2870200"/>
              <a:gd name="connsiteX154" fmla="*/ 3327016 w 4114416"/>
              <a:gd name="connsiteY154" fmla="*/ 2531534 h 2870200"/>
              <a:gd name="connsiteX155" fmla="*/ 3343949 w 4114416"/>
              <a:gd name="connsiteY155" fmla="*/ 2599267 h 2870200"/>
              <a:gd name="connsiteX156" fmla="*/ 3369349 w 4114416"/>
              <a:gd name="connsiteY156" fmla="*/ 2667000 h 2870200"/>
              <a:gd name="connsiteX157" fmla="*/ 3411682 w 4114416"/>
              <a:gd name="connsiteY157" fmla="*/ 2810934 h 2870200"/>
              <a:gd name="connsiteX158" fmla="*/ 3437082 w 4114416"/>
              <a:gd name="connsiteY158" fmla="*/ 2870200 h 2870200"/>
              <a:gd name="connsiteX159" fmla="*/ 3462482 w 4114416"/>
              <a:gd name="connsiteY159" fmla="*/ 1828800 h 2870200"/>
              <a:gd name="connsiteX160" fmla="*/ 3461984 w 4114416"/>
              <a:gd name="connsiteY160" fmla="*/ 2090271 h 2870200"/>
              <a:gd name="connsiteX161" fmla="*/ 3487882 w 4114416"/>
              <a:gd name="connsiteY161" fmla="*/ 1735667 h 2870200"/>
              <a:gd name="connsiteX162" fmla="*/ 3513282 w 4114416"/>
              <a:gd name="connsiteY162" fmla="*/ 1651000 h 2870200"/>
              <a:gd name="connsiteX163" fmla="*/ 3521749 w 4114416"/>
              <a:gd name="connsiteY163" fmla="*/ 1701800 h 2870200"/>
              <a:gd name="connsiteX164" fmla="*/ 3525733 w 4114416"/>
              <a:gd name="connsiteY164" fmla="*/ 1875118 h 2870200"/>
              <a:gd name="connsiteX165" fmla="*/ 3547149 w 4114416"/>
              <a:gd name="connsiteY165" fmla="*/ 1752600 h 2870200"/>
              <a:gd name="connsiteX166" fmla="*/ 3555616 w 4114416"/>
              <a:gd name="connsiteY166" fmla="*/ 1693334 h 2870200"/>
              <a:gd name="connsiteX167" fmla="*/ 3597949 w 4114416"/>
              <a:gd name="connsiteY167" fmla="*/ 1608667 h 2870200"/>
              <a:gd name="connsiteX168" fmla="*/ 3614882 w 4114416"/>
              <a:gd name="connsiteY168" fmla="*/ 1566334 h 2870200"/>
              <a:gd name="connsiteX169" fmla="*/ 3657216 w 4114416"/>
              <a:gd name="connsiteY169" fmla="*/ 1464734 h 2870200"/>
              <a:gd name="connsiteX170" fmla="*/ 3661200 w 4114416"/>
              <a:gd name="connsiteY170" fmla="*/ 1373094 h 2870200"/>
              <a:gd name="connsiteX171" fmla="*/ 3682616 w 4114416"/>
              <a:gd name="connsiteY171" fmla="*/ 1363134 h 2870200"/>
              <a:gd name="connsiteX172" fmla="*/ 3699549 w 4114416"/>
              <a:gd name="connsiteY172" fmla="*/ 1320800 h 2870200"/>
              <a:gd name="connsiteX173" fmla="*/ 3694569 w 4114416"/>
              <a:gd name="connsiteY173" fmla="*/ 1151964 h 2870200"/>
              <a:gd name="connsiteX174" fmla="*/ 3741882 w 4114416"/>
              <a:gd name="connsiteY174" fmla="*/ 1227667 h 2870200"/>
              <a:gd name="connsiteX175" fmla="*/ 3750349 w 4114416"/>
              <a:gd name="connsiteY175" fmla="*/ 1176867 h 2870200"/>
              <a:gd name="connsiteX176" fmla="*/ 3767282 w 4114416"/>
              <a:gd name="connsiteY176" fmla="*/ 1126067 h 2870200"/>
              <a:gd name="connsiteX177" fmla="*/ 3775749 w 4114416"/>
              <a:gd name="connsiteY177" fmla="*/ 1058334 h 2870200"/>
              <a:gd name="connsiteX178" fmla="*/ 3784216 w 4114416"/>
              <a:gd name="connsiteY178" fmla="*/ 1270000 h 2870200"/>
              <a:gd name="connsiteX179" fmla="*/ 3813064 w 4114416"/>
              <a:gd name="connsiteY179" fmla="*/ 678606 h 2870200"/>
              <a:gd name="connsiteX180" fmla="*/ 3818082 w 4114416"/>
              <a:gd name="connsiteY180" fmla="*/ 558800 h 2870200"/>
              <a:gd name="connsiteX181" fmla="*/ 3835016 w 4114416"/>
              <a:gd name="connsiteY181" fmla="*/ 482600 h 2870200"/>
              <a:gd name="connsiteX182" fmla="*/ 3843482 w 4114416"/>
              <a:gd name="connsiteY182" fmla="*/ 533400 h 2870200"/>
              <a:gd name="connsiteX183" fmla="*/ 3860416 w 4114416"/>
              <a:gd name="connsiteY183" fmla="*/ 660400 h 2870200"/>
              <a:gd name="connsiteX184" fmla="*/ 3868882 w 4114416"/>
              <a:gd name="connsiteY184" fmla="*/ 702734 h 2870200"/>
              <a:gd name="connsiteX185" fmla="*/ 3885816 w 4114416"/>
              <a:gd name="connsiteY185" fmla="*/ 736600 h 2870200"/>
              <a:gd name="connsiteX186" fmla="*/ 3902749 w 4114416"/>
              <a:gd name="connsiteY186" fmla="*/ 702734 h 2870200"/>
              <a:gd name="connsiteX187" fmla="*/ 3962016 w 4114416"/>
              <a:gd name="connsiteY187" fmla="*/ 482600 h 2870200"/>
              <a:gd name="connsiteX188" fmla="*/ 3978949 w 4114416"/>
              <a:gd name="connsiteY188" fmla="*/ 457200 h 2870200"/>
              <a:gd name="connsiteX189" fmla="*/ 4004349 w 4114416"/>
              <a:gd name="connsiteY189" fmla="*/ 177800 h 2870200"/>
              <a:gd name="connsiteX190" fmla="*/ 4029749 w 4114416"/>
              <a:gd name="connsiteY190" fmla="*/ 135467 h 2870200"/>
              <a:gd name="connsiteX191" fmla="*/ 4038216 w 4114416"/>
              <a:gd name="connsiteY191" fmla="*/ 101600 h 2870200"/>
              <a:gd name="connsiteX192" fmla="*/ 4046682 w 4114416"/>
              <a:gd name="connsiteY192" fmla="*/ 76200 h 2870200"/>
              <a:gd name="connsiteX193" fmla="*/ 4055149 w 4114416"/>
              <a:gd name="connsiteY193" fmla="*/ 110067 h 2870200"/>
              <a:gd name="connsiteX194" fmla="*/ 4072082 w 4114416"/>
              <a:gd name="connsiteY194" fmla="*/ 160867 h 2870200"/>
              <a:gd name="connsiteX195" fmla="*/ 4114416 w 4114416"/>
              <a:gd name="connsiteY195" fmla="*/ 0 h 2870200"/>
              <a:gd name="connsiteX0" fmla="*/ 0 w 4114416"/>
              <a:gd name="connsiteY0" fmla="*/ 735359 h 2870200"/>
              <a:gd name="connsiteX1" fmla="*/ 22363 w 4114416"/>
              <a:gd name="connsiteY1" fmla="*/ 647092 h 2870200"/>
              <a:gd name="connsiteX2" fmla="*/ 53451 w 4114416"/>
              <a:gd name="connsiteY2" fmla="*/ 567267 h 2870200"/>
              <a:gd name="connsiteX3" fmla="*/ 61790 w 4114416"/>
              <a:gd name="connsiteY3" fmla="*/ 828517 h 2870200"/>
              <a:gd name="connsiteX4" fmla="*/ 57549 w 4114416"/>
              <a:gd name="connsiteY4" fmla="*/ 1083293 h 2870200"/>
              <a:gd name="connsiteX5" fmla="*/ 55282 w 4114416"/>
              <a:gd name="connsiteY5" fmla="*/ 1212385 h 2870200"/>
              <a:gd name="connsiteX6" fmla="*/ 69873 w 4114416"/>
              <a:gd name="connsiteY6" fmla="*/ 1401791 h 2870200"/>
              <a:gd name="connsiteX7" fmla="*/ 112335 w 4114416"/>
              <a:gd name="connsiteY7" fmla="*/ 1209517 h 2870200"/>
              <a:gd name="connsiteX8" fmla="*/ 135082 w 4114416"/>
              <a:gd name="connsiteY8" fmla="*/ 1100667 h 2870200"/>
              <a:gd name="connsiteX9" fmla="*/ 168949 w 4114416"/>
              <a:gd name="connsiteY9" fmla="*/ 999067 h 2870200"/>
              <a:gd name="connsiteX10" fmla="*/ 185882 w 4114416"/>
              <a:gd name="connsiteY10" fmla="*/ 948267 h 2870200"/>
              <a:gd name="connsiteX11" fmla="*/ 202816 w 4114416"/>
              <a:gd name="connsiteY11" fmla="*/ 1134534 h 2870200"/>
              <a:gd name="connsiteX12" fmla="*/ 219749 w 4114416"/>
              <a:gd name="connsiteY12" fmla="*/ 1464734 h 2870200"/>
              <a:gd name="connsiteX13" fmla="*/ 279016 w 4114416"/>
              <a:gd name="connsiteY13" fmla="*/ 1363134 h 2870200"/>
              <a:gd name="connsiteX14" fmla="*/ 304416 w 4114416"/>
              <a:gd name="connsiteY14" fmla="*/ 1371600 h 2870200"/>
              <a:gd name="connsiteX15" fmla="*/ 312882 w 4114416"/>
              <a:gd name="connsiteY15" fmla="*/ 2243667 h 2870200"/>
              <a:gd name="connsiteX16" fmla="*/ 338282 w 4114416"/>
              <a:gd name="connsiteY16" fmla="*/ 2201334 h 2870200"/>
              <a:gd name="connsiteX17" fmla="*/ 346749 w 4114416"/>
              <a:gd name="connsiteY17" fmla="*/ 2150534 h 2870200"/>
              <a:gd name="connsiteX18" fmla="*/ 371651 w 4114416"/>
              <a:gd name="connsiteY18" fmla="*/ 2376146 h 2870200"/>
              <a:gd name="connsiteX19" fmla="*/ 389082 w 4114416"/>
              <a:gd name="connsiteY19" fmla="*/ 2082800 h 2870200"/>
              <a:gd name="connsiteX20" fmla="*/ 414981 w 4114416"/>
              <a:gd name="connsiteY20" fmla="*/ 1792444 h 2870200"/>
              <a:gd name="connsiteX21" fmla="*/ 422949 w 4114416"/>
              <a:gd name="connsiteY21" fmla="*/ 2032000 h 2870200"/>
              <a:gd name="connsiteX22" fmla="*/ 453908 w 4114416"/>
              <a:gd name="connsiteY22" fmla="*/ 1990884 h 2870200"/>
              <a:gd name="connsiteX23" fmla="*/ 465282 w 4114416"/>
              <a:gd name="connsiteY23" fmla="*/ 1752600 h 2870200"/>
              <a:gd name="connsiteX24" fmla="*/ 490682 w 4114416"/>
              <a:gd name="connsiteY24" fmla="*/ 1651000 h 2870200"/>
              <a:gd name="connsiteX25" fmla="*/ 516082 w 4114416"/>
              <a:gd name="connsiteY25" fmla="*/ 1710267 h 2870200"/>
              <a:gd name="connsiteX26" fmla="*/ 524549 w 4114416"/>
              <a:gd name="connsiteY26" fmla="*/ 1851666 h 2870200"/>
              <a:gd name="connsiteX27" fmla="*/ 558416 w 4114416"/>
              <a:gd name="connsiteY27" fmla="*/ 1820334 h 2870200"/>
              <a:gd name="connsiteX28" fmla="*/ 583816 w 4114416"/>
              <a:gd name="connsiteY28" fmla="*/ 1938867 h 2870200"/>
              <a:gd name="connsiteX29" fmla="*/ 600749 w 4114416"/>
              <a:gd name="connsiteY29" fmla="*/ 1998134 h 2870200"/>
              <a:gd name="connsiteX30" fmla="*/ 643082 w 4114416"/>
              <a:gd name="connsiteY30" fmla="*/ 1786467 h 2870200"/>
              <a:gd name="connsiteX31" fmla="*/ 668482 w 4114416"/>
              <a:gd name="connsiteY31" fmla="*/ 1718734 h 2870200"/>
              <a:gd name="connsiteX32" fmla="*/ 685416 w 4114416"/>
              <a:gd name="connsiteY32" fmla="*/ 1617134 h 2870200"/>
              <a:gd name="connsiteX33" fmla="*/ 702349 w 4114416"/>
              <a:gd name="connsiteY33" fmla="*/ 1557867 h 2870200"/>
              <a:gd name="connsiteX34" fmla="*/ 710816 w 4114416"/>
              <a:gd name="connsiteY34" fmla="*/ 1524000 h 2870200"/>
              <a:gd name="connsiteX35" fmla="*/ 727749 w 4114416"/>
              <a:gd name="connsiteY35" fmla="*/ 1312334 h 2870200"/>
              <a:gd name="connsiteX36" fmla="*/ 744682 w 4114416"/>
              <a:gd name="connsiteY36" fmla="*/ 1380067 h 2870200"/>
              <a:gd name="connsiteX37" fmla="*/ 761616 w 4114416"/>
              <a:gd name="connsiteY37" fmla="*/ 1532467 h 2870200"/>
              <a:gd name="connsiteX38" fmla="*/ 778549 w 4114416"/>
              <a:gd name="connsiteY38" fmla="*/ 1566334 h 2870200"/>
              <a:gd name="connsiteX39" fmla="*/ 820882 w 4114416"/>
              <a:gd name="connsiteY39" fmla="*/ 1430867 h 2870200"/>
              <a:gd name="connsiteX40" fmla="*/ 854749 w 4114416"/>
              <a:gd name="connsiteY40" fmla="*/ 1388534 h 2870200"/>
              <a:gd name="connsiteX41" fmla="*/ 863216 w 4114416"/>
              <a:gd name="connsiteY41" fmla="*/ 1498600 h 2870200"/>
              <a:gd name="connsiteX42" fmla="*/ 888616 w 4114416"/>
              <a:gd name="connsiteY42" fmla="*/ 1811867 h 2870200"/>
              <a:gd name="connsiteX43" fmla="*/ 897082 w 4114416"/>
              <a:gd name="connsiteY43" fmla="*/ 1642534 h 2870200"/>
              <a:gd name="connsiteX44" fmla="*/ 930949 w 4114416"/>
              <a:gd name="connsiteY44" fmla="*/ 1557867 h 2870200"/>
              <a:gd name="connsiteX45" fmla="*/ 939416 w 4114416"/>
              <a:gd name="connsiteY45" fmla="*/ 2006600 h 2870200"/>
              <a:gd name="connsiteX46" fmla="*/ 964816 w 4114416"/>
              <a:gd name="connsiteY46" fmla="*/ 2116667 h 2870200"/>
              <a:gd name="connsiteX47" fmla="*/ 973282 w 4114416"/>
              <a:gd name="connsiteY47" fmla="*/ 1948424 h 2870200"/>
              <a:gd name="connsiteX48" fmla="*/ 990216 w 4114416"/>
              <a:gd name="connsiteY48" fmla="*/ 1794934 h 2870200"/>
              <a:gd name="connsiteX49" fmla="*/ 998682 w 4114416"/>
              <a:gd name="connsiteY49" fmla="*/ 1761067 h 2870200"/>
              <a:gd name="connsiteX50" fmla="*/ 1015616 w 4114416"/>
              <a:gd name="connsiteY50" fmla="*/ 1871134 h 2870200"/>
              <a:gd name="connsiteX51" fmla="*/ 1032549 w 4114416"/>
              <a:gd name="connsiteY51" fmla="*/ 1947334 h 2870200"/>
              <a:gd name="connsiteX52" fmla="*/ 1049482 w 4114416"/>
              <a:gd name="connsiteY52" fmla="*/ 2040467 h 2870200"/>
              <a:gd name="connsiteX53" fmla="*/ 1074882 w 4114416"/>
              <a:gd name="connsiteY53" fmla="*/ 2108200 h 2870200"/>
              <a:gd name="connsiteX54" fmla="*/ 1105586 w 4114416"/>
              <a:gd name="connsiteY54" fmla="*/ 2165034 h 2870200"/>
              <a:gd name="connsiteX55" fmla="*/ 1117344 w 4114416"/>
              <a:gd name="connsiteY55" fmla="*/ 2220675 h 2870200"/>
              <a:gd name="connsiteX56" fmla="*/ 1134149 w 4114416"/>
              <a:gd name="connsiteY56" fmla="*/ 2108200 h 2870200"/>
              <a:gd name="connsiteX57" fmla="*/ 1184949 w 4114416"/>
              <a:gd name="connsiteY57" fmla="*/ 1989667 h 2870200"/>
              <a:gd name="connsiteX58" fmla="*/ 1221851 w 4114416"/>
              <a:gd name="connsiteY58" fmla="*/ 1898967 h 2870200"/>
              <a:gd name="connsiteX59" fmla="*/ 1244216 w 4114416"/>
              <a:gd name="connsiteY59" fmla="*/ 2167467 h 2870200"/>
              <a:gd name="connsiteX60" fmla="*/ 1261149 w 4114416"/>
              <a:gd name="connsiteY60" fmla="*/ 2082800 h 2870200"/>
              <a:gd name="connsiteX61" fmla="*/ 1269616 w 4114416"/>
              <a:gd name="connsiteY61" fmla="*/ 2015067 h 2870200"/>
              <a:gd name="connsiteX62" fmla="*/ 1311949 w 4114416"/>
              <a:gd name="connsiteY62" fmla="*/ 1854200 h 2870200"/>
              <a:gd name="connsiteX63" fmla="*/ 1320416 w 4114416"/>
              <a:gd name="connsiteY63" fmla="*/ 1803400 h 2870200"/>
              <a:gd name="connsiteX64" fmla="*/ 1345816 w 4114416"/>
              <a:gd name="connsiteY64" fmla="*/ 1701800 h 2870200"/>
              <a:gd name="connsiteX65" fmla="*/ 1379682 w 4114416"/>
              <a:gd name="connsiteY65" fmla="*/ 1744134 h 2870200"/>
              <a:gd name="connsiteX66" fmla="*/ 1422016 w 4114416"/>
              <a:gd name="connsiteY66" fmla="*/ 1879600 h 2870200"/>
              <a:gd name="connsiteX67" fmla="*/ 1455882 w 4114416"/>
              <a:gd name="connsiteY67" fmla="*/ 1947334 h 2870200"/>
              <a:gd name="connsiteX68" fmla="*/ 1472816 w 4114416"/>
              <a:gd name="connsiteY68" fmla="*/ 1938867 h 2870200"/>
              <a:gd name="connsiteX69" fmla="*/ 1515149 w 4114416"/>
              <a:gd name="connsiteY69" fmla="*/ 1803400 h 2870200"/>
              <a:gd name="connsiteX70" fmla="*/ 1574416 w 4114416"/>
              <a:gd name="connsiteY70" fmla="*/ 1651000 h 2870200"/>
              <a:gd name="connsiteX71" fmla="*/ 1582882 w 4114416"/>
              <a:gd name="connsiteY71" fmla="*/ 1591734 h 2870200"/>
              <a:gd name="connsiteX72" fmla="*/ 1608410 w 4114416"/>
              <a:gd name="connsiteY72" fmla="*/ 1462351 h 2870200"/>
              <a:gd name="connsiteX73" fmla="*/ 1633682 w 4114416"/>
              <a:gd name="connsiteY73" fmla="*/ 1524000 h 2870200"/>
              <a:gd name="connsiteX74" fmla="*/ 1659082 w 4114416"/>
              <a:gd name="connsiteY74" fmla="*/ 1490134 h 2870200"/>
              <a:gd name="connsiteX75" fmla="*/ 1684482 w 4114416"/>
              <a:gd name="connsiteY75" fmla="*/ 1388534 h 2870200"/>
              <a:gd name="connsiteX76" fmla="*/ 1732631 w 4114416"/>
              <a:gd name="connsiteY76" fmla="*/ 1294184 h 2870200"/>
              <a:gd name="connsiteX77" fmla="*/ 1794549 w 4114416"/>
              <a:gd name="connsiteY77" fmla="*/ 1176867 h 2870200"/>
              <a:gd name="connsiteX78" fmla="*/ 1819949 w 4114416"/>
              <a:gd name="connsiteY78" fmla="*/ 1202267 h 2870200"/>
              <a:gd name="connsiteX79" fmla="*/ 1845349 w 4114416"/>
              <a:gd name="connsiteY79" fmla="*/ 1261534 h 2870200"/>
              <a:gd name="connsiteX80" fmla="*/ 1887682 w 4114416"/>
              <a:gd name="connsiteY80" fmla="*/ 1422400 h 2870200"/>
              <a:gd name="connsiteX81" fmla="*/ 1938482 w 4114416"/>
              <a:gd name="connsiteY81" fmla="*/ 1600200 h 2870200"/>
              <a:gd name="connsiteX82" fmla="*/ 1989282 w 4114416"/>
              <a:gd name="connsiteY82" fmla="*/ 1744134 h 2870200"/>
              <a:gd name="connsiteX83" fmla="*/ 2006216 w 4114416"/>
              <a:gd name="connsiteY83" fmla="*/ 1498600 h 2870200"/>
              <a:gd name="connsiteX84" fmla="*/ 2023149 w 4114416"/>
              <a:gd name="connsiteY84" fmla="*/ 1464734 h 2870200"/>
              <a:gd name="connsiteX85" fmla="*/ 2031616 w 4114416"/>
              <a:gd name="connsiteY85" fmla="*/ 1439334 h 2870200"/>
              <a:gd name="connsiteX86" fmla="*/ 2082416 w 4114416"/>
              <a:gd name="connsiteY86" fmla="*/ 2032000 h 2870200"/>
              <a:gd name="connsiteX87" fmla="*/ 2090882 w 4114416"/>
              <a:gd name="connsiteY87" fmla="*/ 2150534 h 2870200"/>
              <a:gd name="connsiteX88" fmla="*/ 2099349 w 4114416"/>
              <a:gd name="connsiteY88" fmla="*/ 2489200 h 2870200"/>
              <a:gd name="connsiteX89" fmla="*/ 2133216 w 4114416"/>
              <a:gd name="connsiteY89" fmla="*/ 2421467 h 2870200"/>
              <a:gd name="connsiteX90" fmla="*/ 2175549 w 4114416"/>
              <a:gd name="connsiteY90" fmla="*/ 2319867 h 2870200"/>
              <a:gd name="connsiteX91" fmla="*/ 2200949 w 4114416"/>
              <a:gd name="connsiteY91" fmla="*/ 2286000 h 2870200"/>
              <a:gd name="connsiteX92" fmla="*/ 2234816 w 4114416"/>
              <a:gd name="connsiteY92" fmla="*/ 2235200 h 2870200"/>
              <a:gd name="connsiteX93" fmla="*/ 2251749 w 4114416"/>
              <a:gd name="connsiteY93" fmla="*/ 2514600 h 2870200"/>
              <a:gd name="connsiteX94" fmla="*/ 2277149 w 4114416"/>
              <a:gd name="connsiteY94" fmla="*/ 2565400 h 2870200"/>
              <a:gd name="connsiteX95" fmla="*/ 2285616 w 4114416"/>
              <a:gd name="connsiteY95" fmla="*/ 2489200 h 2870200"/>
              <a:gd name="connsiteX96" fmla="*/ 2302549 w 4114416"/>
              <a:gd name="connsiteY96" fmla="*/ 2421467 h 2870200"/>
              <a:gd name="connsiteX97" fmla="*/ 2311016 w 4114416"/>
              <a:gd name="connsiteY97" fmla="*/ 1718734 h 2870200"/>
              <a:gd name="connsiteX98" fmla="*/ 2336416 w 4114416"/>
              <a:gd name="connsiteY98" fmla="*/ 1811867 h 2870200"/>
              <a:gd name="connsiteX99" fmla="*/ 2361816 w 4114416"/>
              <a:gd name="connsiteY99" fmla="*/ 1871134 h 2870200"/>
              <a:gd name="connsiteX100" fmla="*/ 2387216 w 4114416"/>
              <a:gd name="connsiteY100" fmla="*/ 1938867 h 2870200"/>
              <a:gd name="connsiteX101" fmla="*/ 2395682 w 4114416"/>
              <a:gd name="connsiteY101" fmla="*/ 1972734 h 2870200"/>
              <a:gd name="connsiteX102" fmla="*/ 2404149 w 4114416"/>
              <a:gd name="connsiteY102" fmla="*/ 1574800 h 2870200"/>
              <a:gd name="connsiteX103" fmla="*/ 2429549 w 4114416"/>
              <a:gd name="connsiteY103" fmla="*/ 1236134 h 2870200"/>
              <a:gd name="connsiteX104" fmla="*/ 2446482 w 4114416"/>
              <a:gd name="connsiteY104" fmla="*/ 1092200 h 2870200"/>
              <a:gd name="connsiteX105" fmla="*/ 2454949 w 4114416"/>
              <a:gd name="connsiteY105" fmla="*/ 1066800 h 2870200"/>
              <a:gd name="connsiteX106" fmla="*/ 2463416 w 4114416"/>
              <a:gd name="connsiteY106" fmla="*/ 1092200 h 2870200"/>
              <a:gd name="connsiteX107" fmla="*/ 2480349 w 4114416"/>
              <a:gd name="connsiteY107" fmla="*/ 1117600 h 2870200"/>
              <a:gd name="connsiteX108" fmla="*/ 2488816 w 4114416"/>
              <a:gd name="connsiteY108" fmla="*/ 1227667 h 2870200"/>
              <a:gd name="connsiteX109" fmla="*/ 2514216 w 4114416"/>
              <a:gd name="connsiteY109" fmla="*/ 753534 h 2870200"/>
              <a:gd name="connsiteX110" fmla="*/ 2531149 w 4114416"/>
              <a:gd name="connsiteY110" fmla="*/ 685800 h 2870200"/>
              <a:gd name="connsiteX111" fmla="*/ 2539616 w 4114416"/>
              <a:gd name="connsiteY111" fmla="*/ 609600 h 2870200"/>
              <a:gd name="connsiteX112" fmla="*/ 2548082 w 4114416"/>
              <a:gd name="connsiteY112" fmla="*/ 558800 h 2870200"/>
              <a:gd name="connsiteX113" fmla="*/ 2565016 w 4114416"/>
              <a:gd name="connsiteY113" fmla="*/ 584200 h 2870200"/>
              <a:gd name="connsiteX114" fmla="*/ 2573482 w 4114416"/>
              <a:gd name="connsiteY114" fmla="*/ 778934 h 2870200"/>
              <a:gd name="connsiteX115" fmla="*/ 2615816 w 4114416"/>
              <a:gd name="connsiteY115" fmla="*/ 914400 h 2870200"/>
              <a:gd name="connsiteX116" fmla="*/ 2632749 w 4114416"/>
              <a:gd name="connsiteY116" fmla="*/ 973667 h 2870200"/>
              <a:gd name="connsiteX117" fmla="*/ 2649682 w 4114416"/>
              <a:gd name="connsiteY117" fmla="*/ 812800 h 2870200"/>
              <a:gd name="connsiteX118" fmla="*/ 2666616 w 4114416"/>
              <a:gd name="connsiteY118" fmla="*/ 694267 h 2870200"/>
              <a:gd name="connsiteX119" fmla="*/ 2692016 w 4114416"/>
              <a:gd name="connsiteY119" fmla="*/ 558800 h 2870200"/>
              <a:gd name="connsiteX120" fmla="*/ 2717416 w 4114416"/>
              <a:gd name="connsiteY120" fmla="*/ 321734 h 2870200"/>
              <a:gd name="connsiteX121" fmla="*/ 2734349 w 4114416"/>
              <a:gd name="connsiteY121" fmla="*/ 1058334 h 2870200"/>
              <a:gd name="connsiteX122" fmla="*/ 2760746 w 4114416"/>
              <a:gd name="connsiteY122" fmla="*/ 1023969 h 2870200"/>
              <a:gd name="connsiteX123" fmla="*/ 2810549 w 4114416"/>
              <a:gd name="connsiteY123" fmla="*/ 905934 h 2870200"/>
              <a:gd name="connsiteX124" fmla="*/ 2844416 w 4114416"/>
              <a:gd name="connsiteY124" fmla="*/ 855134 h 2870200"/>
              <a:gd name="connsiteX125" fmla="*/ 2869816 w 4114416"/>
              <a:gd name="connsiteY125" fmla="*/ 1422400 h 2870200"/>
              <a:gd name="connsiteX126" fmla="*/ 2878282 w 4114416"/>
              <a:gd name="connsiteY126" fmla="*/ 1388534 h 2870200"/>
              <a:gd name="connsiteX127" fmla="*/ 2895216 w 4114416"/>
              <a:gd name="connsiteY127" fmla="*/ 1363134 h 2870200"/>
              <a:gd name="connsiteX128" fmla="*/ 2920616 w 4114416"/>
              <a:gd name="connsiteY128" fmla="*/ 1278467 h 2870200"/>
              <a:gd name="connsiteX129" fmla="*/ 2937549 w 4114416"/>
              <a:gd name="connsiteY129" fmla="*/ 1320800 h 2870200"/>
              <a:gd name="connsiteX130" fmla="*/ 2954482 w 4114416"/>
              <a:gd name="connsiteY130" fmla="*/ 1388534 h 2870200"/>
              <a:gd name="connsiteX131" fmla="*/ 2971416 w 4114416"/>
              <a:gd name="connsiteY131" fmla="*/ 1422400 h 2870200"/>
              <a:gd name="connsiteX132" fmla="*/ 3013749 w 4114416"/>
              <a:gd name="connsiteY132" fmla="*/ 1540934 h 2870200"/>
              <a:gd name="connsiteX133" fmla="*/ 3030682 w 4114416"/>
              <a:gd name="connsiteY133" fmla="*/ 1566334 h 2870200"/>
              <a:gd name="connsiteX134" fmla="*/ 3064549 w 4114416"/>
              <a:gd name="connsiteY134" fmla="*/ 1718734 h 2870200"/>
              <a:gd name="connsiteX135" fmla="*/ 3089949 w 4114416"/>
              <a:gd name="connsiteY135" fmla="*/ 1761067 h 2870200"/>
              <a:gd name="connsiteX136" fmla="*/ 3123816 w 4114416"/>
              <a:gd name="connsiteY136" fmla="*/ 1879600 h 2870200"/>
              <a:gd name="connsiteX137" fmla="*/ 3115349 w 4114416"/>
              <a:gd name="connsiteY137" fmla="*/ 1913467 h 2870200"/>
              <a:gd name="connsiteX138" fmla="*/ 3127799 w 4114416"/>
              <a:gd name="connsiteY138" fmla="*/ 1901016 h 2870200"/>
              <a:gd name="connsiteX139" fmla="*/ 3106882 w 4114416"/>
              <a:gd name="connsiteY139" fmla="*/ 1888067 h 2870200"/>
              <a:gd name="connsiteX140" fmla="*/ 3132282 w 4114416"/>
              <a:gd name="connsiteY140" fmla="*/ 1871134 h 2870200"/>
              <a:gd name="connsiteX141" fmla="*/ 3140749 w 4114416"/>
              <a:gd name="connsiteY141" fmla="*/ 1769534 h 2870200"/>
              <a:gd name="connsiteX142" fmla="*/ 3157682 w 4114416"/>
              <a:gd name="connsiteY142" fmla="*/ 1710267 h 2870200"/>
              <a:gd name="connsiteX143" fmla="*/ 3166149 w 4114416"/>
              <a:gd name="connsiteY143" fmla="*/ 1684867 h 2870200"/>
              <a:gd name="connsiteX144" fmla="*/ 3191549 w 4114416"/>
              <a:gd name="connsiteY144" fmla="*/ 1676400 h 2870200"/>
              <a:gd name="connsiteX145" fmla="*/ 3200016 w 4114416"/>
              <a:gd name="connsiteY145" fmla="*/ 2006600 h 2870200"/>
              <a:gd name="connsiteX146" fmla="*/ 3208482 w 4114416"/>
              <a:gd name="connsiteY146" fmla="*/ 2048934 h 2870200"/>
              <a:gd name="connsiteX147" fmla="*/ 3216949 w 4114416"/>
              <a:gd name="connsiteY147" fmla="*/ 2099734 h 2870200"/>
              <a:gd name="connsiteX148" fmla="*/ 3233882 w 4114416"/>
              <a:gd name="connsiteY148" fmla="*/ 2048934 h 2870200"/>
              <a:gd name="connsiteX149" fmla="*/ 3242349 w 4114416"/>
              <a:gd name="connsiteY149" fmla="*/ 1998134 h 2870200"/>
              <a:gd name="connsiteX150" fmla="*/ 3276216 w 4114416"/>
              <a:gd name="connsiteY150" fmla="*/ 2353734 h 2870200"/>
              <a:gd name="connsiteX151" fmla="*/ 3301616 w 4114416"/>
              <a:gd name="connsiteY151" fmla="*/ 2387600 h 2870200"/>
              <a:gd name="connsiteX152" fmla="*/ 3310082 w 4114416"/>
              <a:gd name="connsiteY152" fmla="*/ 2497667 h 2870200"/>
              <a:gd name="connsiteX153" fmla="*/ 3327016 w 4114416"/>
              <a:gd name="connsiteY153" fmla="*/ 2531534 h 2870200"/>
              <a:gd name="connsiteX154" fmla="*/ 3343949 w 4114416"/>
              <a:gd name="connsiteY154" fmla="*/ 2599267 h 2870200"/>
              <a:gd name="connsiteX155" fmla="*/ 3369349 w 4114416"/>
              <a:gd name="connsiteY155" fmla="*/ 2667000 h 2870200"/>
              <a:gd name="connsiteX156" fmla="*/ 3411682 w 4114416"/>
              <a:gd name="connsiteY156" fmla="*/ 2810934 h 2870200"/>
              <a:gd name="connsiteX157" fmla="*/ 3437082 w 4114416"/>
              <a:gd name="connsiteY157" fmla="*/ 2870200 h 2870200"/>
              <a:gd name="connsiteX158" fmla="*/ 3462482 w 4114416"/>
              <a:gd name="connsiteY158" fmla="*/ 1828800 h 2870200"/>
              <a:gd name="connsiteX159" fmla="*/ 3461984 w 4114416"/>
              <a:gd name="connsiteY159" fmla="*/ 2090271 h 2870200"/>
              <a:gd name="connsiteX160" fmla="*/ 3487882 w 4114416"/>
              <a:gd name="connsiteY160" fmla="*/ 1735667 h 2870200"/>
              <a:gd name="connsiteX161" fmla="*/ 3513282 w 4114416"/>
              <a:gd name="connsiteY161" fmla="*/ 1651000 h 2870200"/>
              <a:gd name="connsiteX162" fmla="*/ 3521749 w 4114416"/>
              <a:gd name="connsiteY162" fmla="*/ 1701800 h 2870200"/>
              <a:gd name="connsiteX163" fmla="*/ 3525733 w 4114416"/>
              <a:gd name="connsiteY163" fmla="*/ 1875118 h 2870200"/>
              <a:gd name="connsiteX164" fmla="*/ 3547149 w 4114416"/>
              <a:gd name="connsiteY164" fmla="*/ 1752600 h 2870200"/>
              <a:gd name="connsiteX165" fmla="*/ 3555616 w 4114416"/>
              <a:gd name="connsiteY165" fmla="*/ 1693334 h 2870200"/>
              <a:gd name="connsiteX166" fmla="*/ 3597949 w 4114416"/>
              <a:gd name="connsiteY166" fmla="*/ 1608667 h 2870200"/>
              <a:gd name="connsiteX167" fmla="*/ 3614882 w 4114416"/>
              <a:gd name="connsiteY167" fmla="*/ 1566334 h 2870200"/>
              <a:gd name="connsiteX168" fmla="*/ 3657216 w 4114416"/>
              <a:gd name="connsiteY168" fmla="*/ 1464734 h 2870200"/>
              <a:gd name="connsiteX169" fmla="*/ 3661200 w 4114416"/>
              <a:gd name="connsiteY169" fmla="*/ 1373094 h 2870200"/>
              <a:gd name="connsiteX170" fmla="*/ 3682616 w 4114416"/>
              <a:gd name="connsiteY170" fmla="*/ 1363134 h 2870200"/>
              <a:gd name="connsiteX171" fmla="*/ 3699549 w 4114416"/>
              <a:gd name="connsiteY171" fmla="*/ 1320800 h 2870200"/>
              <a:gd name="connsiteX172" fmla="*/ 3694569 w 4114416"/>
              <a:gd name="connsiteY172" fmla="*/ 1151964 h 2870200"/>
              <a:gd name="connsiteX173" fmla="*/ 3741882 w 4114416"/>
              <a:gd name="connsiteY173" fmla="*/ 1227667 h 2870200"/>
              <a:gd name="connsiteX174" fmla="*/ 3750349 w 4114416"/>
              <a:gd name="connsiteY174" fmla="*/ 1176867 h 2870200"/>
              <a:gd name="connsiteX175" fmla="*/ 3767282 w 4114416"/>
              <a:gd name="connsiteY175" fmla="*/ 1126067 h 2870200"/>
              <a:gd name="connsiteX176" fmla="*/ 3775749 w 4114416"/>
              <a:gd name="connsiteY176" fmla="*/ 1058334 h 2870200"/>
              <a:gd name="connsiteX177" fmla="*/ 3784216 w 4114416"/>
              <a:gd name="connsiteY177" fmla="*/ 1270000 h 2870200"/>
              <a:gd name="connsiteX178" fmla="*/ 3813064 w 4114416"/>
              <a:gd name="connsiteY178" fmla="*/ 678606 h 2870200"/>
              <a:gd name="connsiteX179" fmla="*/ 3818082 w 4114416"/>
              <a:gd name="connsiteY179" fmla="*/ 558800 h 2870200"/>
              <a:gd name="connsiteX180" fmla="*/ 3835016 w 4114416"/>
              <a:gd name="connsiteY180" fmla="*/ 482600 h 2870200"/>
              <a:gd name="connsiteX181" fmla="*/ 3843482 w 4114416"/>
              <a:gd name="connsiteY181" fmla="*/ 533400 h 2870200"/>
              <a:gd name="connsiteX182" fmla="*/ 3860416 w 4114416"/>
              <a:gd name="connsiteY182" fmla="*/ 660400 h 2870200"/>
              <a:gd name="connsiteX183" fmla="*/ 3868882 w 4114416"/>
              <a:gd name="connsiteY183" fmla="*/ 702734 h 2870200"/>
              <a:gd name="connsiteX184" fmla="*/ 3885816 w 4114416"/>
              <a:gd name="connsiteY184" fmla="*/ 736600 h 2870200"/>
              <a:gd name="connsiteX185" fmla="*/ 3902749 w 4114416"/>
              <a:gd name="connsiteY185" fmla="*/ 702734 h 2870200"/>
              <a:gd name="connsiteX186" fmla="*/ 3962016 w 4114416"/>
              <a:gd name="connsiteY186" fmla="*/ 482600 h 2870200"/>
              <a:gd name="connsiteX187" fmla="*/ 3978949 w 4114416"/>
              <a:gd name="connsiteY187" fmla="*/ 457200 h 2870200"/>
              <a:gd name="connsiteX188" fmla="*/ 4004349 w 4114416"/>
              <a:gd name="connsiteY188" fmla="*/ 177800 h 2870200"/>
              <a:gd name="connsiteX189" fmla="*/ 4029749 w 4114416"/>
              <a:gd name="connsiteY189" fmla="*/ 135467 h 2870200"/>
              <a:gd name="connsiteX190" fmla="*/ 4038216 w 4114416"/>
              <a:gd name="connsiteY190" fmla="*/ 101600 h 2870200"/>
              <a:gd name="connsiteX191" fmla="*/ 4046682 w 4114416"/>
              <a:gd name="connsiteY191" fmla="*/ 76200 h 2870200"/>
              <a:gd name="connsiteX192" fmla="*/ 4055149 w 4114416"/>
              <a:gd name="connsiteY192" fmla="*/ 110067 h 2870200"/>
              <a:gd name="connsiteX193" fmla="*/ 4072082 w 4114416"/>
              <a:gd name="connsiteY193" fmla="*/ 160867 h 2870200"/>
              <a:gd name="connsiteX194" fmla="*/ 4114416 w 4114416"/>
              <a:gd name="connsiteY194" fmla="*/ 0 h 2870200"/>
              <a:gd name="connsiteX0" fmla="*/ 0 w 4114416"/>
              <a:gd name="connsiteY0" fmla="*/ 735359 h 2870200"/>
              <a:gd name="connsiteX1" fmla="*/ 22363 w 4114416"/>
              <a:gd name="connsiteY1" fmla="*/ 647092 h 2870200"/>
              <a:gd name="connsiteX2" fmla="*/ 53451 w 4114416"/>
              <a:gd name="connsiteY2" fmla="*/ 567267 h 2870200"/>
              <a:gd name="connsiteX3" fmla="*/ 61790 w 4114416"/>
              <a:gd name="connsiteY3" fmla="*/ 828517 h 2870200"/>
              <a:gd name="connsiteX4" fmla="*/ 57549 w 4114416"/>
              <a:gd name="connsiteY4" fmla="*/ 1083293 h 2870200"/>
              <a:gd name="connsiteX5" fmla="*/ 55282 w 4114416"/>
              <a:gd name="connsiteY5" fmla="*/ 1212385 h 2870200"/>
              <a:gd name="connsiteX6" fmla="*/ 69873 w 4114416"/>
              <a:gd name="connsiteY6" fmla="*/ 1401791 h 2870200"/>
              <a:gd name="connsiteX7" fmla="*/ 112335 w 4114416"/>
              <a:gd name="connsiteY7" fmla="*/ 1209517 h 2870200"/>
              <a:gd name="connsiteX8" fmla="*/ 135082 w 4114416"/>
              <a:gd name="connsiteY8" fmla="*/ 1100667 h 2870200"/>
              <a:gd name="connsiteX9" fmla="*/ 168949 w 4114416"/>
              <a:gd name="connsiteY9" fmla="*/ 999067 h 2870200"/>
              <a:gd name="connsiteX10" fmla="*/ 185882 w 4114416"/>
              <a:gd name="connsiteY10" fmla="*/ 948267 h 2870200"/>
              <a:gd name="connsiteX11" fmla="*/ 202816 w 4114416"/>
              <a:gd name="connsiteY11" fmla="*/ 1134534 h 2870200"/>
              <a:gd name="connsiteX12" fmla="*/ 219749 w 4114416"/>
              <a:gd name="connsiteY12" fmla="*/ 1464734 h 2870200"/>
              <a:gd name="connsiteX13" fmla="*/ 279016 w 4114416"/>
              <a:gd name="connsiteY13" fmla="*/ 1363134 h 2870200"/>
              <a:gd name="connsiteX14" fmla="*/ 304416 w 4114416"/>
              <a:gd name="connsiteY14" fmla="*/ 1371600 h 2870200"/>
              <a:gd name="connsiteX15" fmla="*/ 312882 w 4114416"/>
              <a:gd name="connsiteY15" fmla="*/ 2243667 h 2870200"/>
              <a:gd name="connsiteX16" fmla="*/ 338282 w 4114416"/>
              <a:gd name="connsiteY16" fmla="*/ 2201334 h 2870200"/>
              <a:gd name="connsiteX17" fmla="*/ 346749 w 4114416"/>
              <a:gd name="connsiteY17" fmla="*/ 2150534 h 2870200"/>
              <a:gd name="connsiteX18" fmla="*/ 371651 w 4114416"/>
              <a:gd name="connsiteY18" fmla="*/ 2376146 h 2870200"/>
              <a:gd name="connsiteX19" fmla="*/ 389082 w 4114416"/>
              <a:gd name="connsiteY19" fmla="*/ 2082800 h 2870200"/>
              <a:gd name="connsiteX20" fmla="*/ 414981 w 4114416"/>
              <a:gd name="connsiteY20" fmla="*/ 1792444 h 2870200"/>
              <a:gd name="connsiteX21" fmla="*/ 422949 w 4114416"/>
              <a:gd name="connsiteY21" fmla="*/ 2032000 h 2870200"/>
              <a:gd name="connsiteX22" fmla="*/ 453908 w 4114416"/>
              <a:gd name="connsiteY22" fmla="*/ 1990884 h 2870200"/>
              <a:gd name="connsiteX23" fmla="*/ 465282 w 4114416"/>
              <a:gd name="connsiteY23" fmla="*/ 1752600 h 2870200"/>
              <a:gd name="connsiteX24" fmla="*/ 490682 w 4114416"/>
              <a:gd name="connsiteY24" fmla="*/ 1651000 h 2870200"/>
              <a:gd name="connsiteX25" fmla="*/ 516082 w 4114416"/>
              <a:gd name="connsiteY25" fmla="*/ 1710267 h 2870200"/>
              <a:gd name="connsiteX26" fmla="*/ 524549 w 4114416"/>
              <a:gd name="connsiteY26" fmla="*/ 1851666 h 2870200"/>
              <a:gd name="connsiteX27" fmla="*/ 558416 w 4114416"/>
              <a:gd name="connsiteY27" fmla="*/ 1820334 h 2870200"/>
              <a:gd name="connsiteX28" fmla="*/ 583816 w 4114416"/>
              <a:gd name="connsiteY28" fmla="*/ 1938867 h 2870200"/>
              <a:gd name="connsiteX29" fmla="*/ 600749 w 4114416"/>
              <a:gd name="connsiteY29" fmla="*/ 1998134 h 2870200"/>
              <a:gd name="connsiteX30" fmla="*/ 643082 w 4114416"/>
              <a:gd name="connsiteY30" fmla="*/ 1786467 h 2870200"/>
              <a:gd name="connsiteX31" fmla="*/ 668482 w 4114416"/>
              <a:gd name="connsiteY31" fmla="*/ 1718734 h 2870200"/>
              <a:gd name="connsiteX32" fmla="*/ 685416 w 4114416"/>
              <a:gd name="connsiteY32" fmla="*/ 1617134 h 2870200"/>
              <a:gd name="connsiteX33" fmla="*/ 702349 w 4114416"/>
              <a:gd name="connsiteY33" fmla="*/ 1557867 h 2870200"/>
              <a:gd name="connsiteX34" fmla="*/ 710816 w 4114416"/>
              <a:gd name="connsiteY34" fmla="*/ 1524000 h 2870200"/>
              <a:gd name="connsiteX35" fmla="*/ 727749 w 4114416"/>
              <a:gd name="connsiteY35" fmla="*/ 1312334 h 2870200"/>
              <a:gd name="connsiteX36" fmla="*/ 744682 w 4114416"/>
              <a:gd name="connsiteY36" fmla="*/ 1380067 h 2870200"/>
              <a:gd name="connsiteX37" fmla="*/ 761616 w 4114416"/>
              <a:gd name="connsiteY37" fmla="*/ 1532467 h 2870200"/>
              <a:gd name="connsiteX38" fmla="*/ 778549 w 4114416"/>
              <a:gd name="connsiteY38" fmla="*/ 1566334 h 2870200"/>
              <a:gd name="connsiteX39" fmla="*/ 820882 w 4114416"/>
              <a:gd name="connsiteY39" fmla="*/ 1430867 h 2870200"/>
              <a:gd name="connsiteX40" fmla="*/ 854749 w 4114416"/>
              <a:gd name="connsiteY40" fmla="*/ 1388534 h 2870200"/>
              <a:gd name="connsiteX41" fmla="*/ 863216 w 4114416"/>
              <a:gd name="connsiteY41" fmla="*/ 1498600 h 2870200"/>
              <a:gd name="connsiteX42" fmla="*/ 888616 w 4114416"/>
              <a:gd name="connsiteY42" fmla="*/ 1811867 h 2870200"/>
              <a:gd name="connsiteX43" fmla="*/ 897082 w 4114416"/>
              <a:gd name="connsiteY43" fmla="*/ 1642534 h 2870200"/>
              <a:gd name="connsiteX44" fmla="*/ 930949 w 4114416"/>
              <a:gd name="connsiteY44" fmla="*/ 1557867 h 2870200"/>
              <a:gd name="connsiteX45" fmla="*/ 939416 w 4114416"/>
              <a:gd name="connsiteY45" fmla="*/ 2006600 h 2870200"/>
              <a:gd name="connsiteX46" fmla="*/ 964816 w 4114416"/>
              <a:gd name="connsiteY46" fmla="*/ 2116667 h 2870200"/>
              <a:gd name="connsiteX47" fmla="*/ 973282 w 4114416"/>
              <a:gd name="connsiteY47" fmla="*/ 1948424 h 2870200"/>
              <a:gd name="connsiteX48" fmla="*/ 990216 w 4114416"/>
              <a:gd name="connsiteY48" fmla="*/ 1794934 h 2870200"/>
              <a:gd name="connsiteX49" fmla="*/ 998682 w 4114416"/>
              <a:gd name="connsiteY49" fmla="*/ 1761067 h 2870200"/>
              <a:gd name="connsiteX50" fmla="*/ 1015616 w 4114416"/>
              <a:gd name="connsiteY50" fmla="*/ 1871134 h 2870200"/>
              <a:gd name="connsiteX51" fmla="*/ 1032549 w 4114416"/>
              <a:gd name="connsiteY51" fmla="*/ 1947334 h 2870200"/>
              <a:gd name="connsiteX52" fmla="*/ 1049482 w 4114416"/>
              <a:gd name="connsiteY52" fmla="*/ 2040467 h 2870200"/>
              <a:gd name="connsiteX53" fmla="*/ 1074882 w 4114416"/>
              <a:gd name="connsiteY53" fmla="*/ 2108200 h 2870200"/>
              <a:gd name="connsiteX54" fmla="*/ 1105586 w 4114416"/>
              <a:gd name="connsiteY54" fmla="*/ 2165034 h 2870200"/>
              <a:gd name="connsiteX55" fmla="*/ 1117344 w 4114416"/>
              <a:gd name="connsiteY55" fmla="*/ 2220675 h 2870200"/>
              <a:gd name="connsiteX56" fmla="*/ 1134149 w 4114416"/>
              <a:gd name="connsiteY56" fmla="*/ 2108200 h 2870200"/>
              <a:gd name="connsiteX57" fmla="*/ 1184949 w 4114416"/>
              <a:gd name="connsiteY57" fmla="*/ 1989667 h 2870200"/>
              <a:gd name="connsiteX58" fmla="*/ 1221851 w 4114416"/>
              <a:gd name="connsiteY58" fmla="*/ 1898967 h 2870200"/>
              <a:gd name="connsiteX59" fmla="*/ 1244216 w 4114416"/>
              <a:gd name="connsiteY59" fmla="*/ 2167467 h 2870200"/>
              <a:gd name="connsiteX60" fmla="*/ 1261149 w 4114416"/>
              <a:gd name="connsiteY60" fmla="*/ 2082800 h 2870200"/>
              <a:gd name="connsiteX61" fmla="*/ 1269616 w 4114416"/>
              <a:gd name="connsiteY61" fmla="*/ 2015067 h 2870200"/>
              <a:gd name="connsiteX62" fmla="*/ 1311949 w 4114416"/>
              <a:gd name="connsiteY62" fmla="*/ 1854200 h 2870200"/>
              <a:gd name="connsiteX63" fmla="*/ 1320416 w 4114416"/>
              <a:gd name="connsiteY63" fmla="*/ 1803400 h 2870200"/>
              <a:gd name="connsiteX64" fmla="*/ 1345816 w 4114416"/>
              <a:gd name="connsiteY64" fmla="*/ 1701800 h 2870200"/>
              <a:gd name="connsiteX65" fmla="*/ 1379682 w 4114416"/>
              <a:gd name="connsiteY65" fmla="*/ 1744134 h 2870200"/>
              <a:gd name="connsiteX66" fmla="*/ 1422016 w 4114416"/>
              <a:gd name="connsiteY66" fmla="*/ 1879600 h 2870200"/>
              <a:gd name="connsiteX67" fmla="*/ 1455882 w 4114416"/>
              <a:gd name="connsiteY67" fmla="*/ 1947334 h 2870200"/>
              <a:gd name="connsiteX68" fmla="*/ 1472816 w 4114416"/>
              <a:gd name="connsiteY68" fmla="*/ 1938867 h 2870200"/>
              <a:gd name="connsiteX69" fmla="*/ 1515149 w 4114416"/>
              <a:gd name="connsiteY69" fmla="*/ 1803400 h 2870200"/>
              <a:gd name="connsiteX70" fmla="*/ 1574416 w 4114416"/>
              <a:gd name="connsiteY70" fmla="*/ 1651000 h 2870200"/>
              <a:gd name="connsiteX71" fmla="*/ 1582882 w 4114416"/>
              <a:gd name="connsiteY71" fmla="*/ 1591734 h 2870200"/>
              <a:gd name="connsiteX72" fmla="*/ 1608410 w 4114416"/>
              <a:gd name="connsiteY72" fmla="*/ 1462351 h 2870200"/>
              <a:gd name="connsiteX73" fmla="*/ 1633682 w 4114416"/>
              <a:gd name="connsiteY73" fmla="*/ 1524000 h 2870200"/>
              <a:gd name="connsiteX74" fmla="*/ 1659082 w 4114416"/>
              <a:gd name="connsiteY74" fmla="*/ 1490134 h 2870200"/>
              <a:gd name="connsiteX75" fmla="*/ 1684482 w 4114416"/>
              <a:gd name="connsiteY75" fmla="*/ 1388534 h 2870200"/>
              <a:gd name="connsiteX76" fmla="*/ 1732631 w 4114416"/>
              <a:gd name="connsiteY76" fmla="*/ 1294184 h 2870200"/>
              <a:gd name="connsiteX77" fmla="*/ 1794549 w 4114416"/>
              <a:gd name="connsiteY77" fmla="*/ 1176867 h 2870200"/>
              <a:gd name="connsiteX78" fmla="*/ 1831067 w 4114416"/>
              <a:gd name="connsiteY78" fmla="*/ 1238516 h 2870200"/>
              <a:gd name="connsiteX79" fmla="*/ 1845349 w 4114416"/>
              <a:gd name="connsiteY79" fmla="*/ 1261534 h 2870200"/>
              <a:gd name="connsiteX80" fmla="*/ 1887682 w 4114416"/>
              <a:gd name="connsiteY80" fmla="*/ 1422400 h 2870200"/>
              <a:gd name="connsiteX81" fmla="*/ 1938482 w 4114416"/>
              <a:gd name="connsiteY81" fmla="*/ 1600200 h 2870200"/>
              <a:gd name="connsiteX82" fmla="*/ 1989282 w 4114416"/>
              <a:gd name="connsiteY82" fmla="*/ 1744134 h 2870200"/>
              <a:gd name="connsiteX83" fmla="*/ 2006216 w 4114416"/>
              <a:gd name="connsiteY83" fmla="*/ 1498600 h 2870200"/>
              <a:gd name="connsiteX84" fmla="*/ 2023149 w 4114416"/>
              <a:gd name="connsiteY84" fmla="*/ 1464734 h 2870200"/>
              <a:gd name="connsiteX85" fmla="*/ 2031616 w 4114416"/>
              <a:gd name="connsiteY85" fmla="*/ 1439334 h 2870200"/>
              <a:gd name="connsiteX86" fmla="*/ 2082416 w 4114416"/>
              <a:gd name="connsiteY86" fmla="*/ 2032000 h 2870200"/>
              <a:gd name="connsiteX87" fmla="*/ 2090882 w 4114416"/>
              <a:gd name="connsiteY87" fmla="*/ 2150534 h 2870200"/>
              <a:gd name="connsiteX88" fmla="*/ 2099349 w 4114416"/>
              <a:gd name="connsiteY88" fmla="*/ 2489200 h 2870200"/>
              <a:gd name="connsiteX89" fmla="*/ 2133216 w 4114416"/>
              <a:gd name="connsiteY89" fmla="*/ 2421467 h 2870200"/>
              <a:gd name="connsiteX90" fmla="*/ 2175549 w 4114416"/>
              <a:gd name="connsiteY90" fmla="*/ 2319867 h 2870200"/>
              <a:gd name="connsiteX91" fmla="*/ 2200949 w 4114416"/>
              <a:gd name="connsiteY91" fmla="*/ 2286000 h 2870200"/>
              <a:gd name="connsiteX92" fmla="*/ 2234816 w 4114416"/>
              <a:gd name="connsiteY92" fmla="*/ 2235200 h 2870200"/>
              <a:gd name="connsiteX93" fmla="*/ 2251749 w 4114416"/>
              <a:gd name="connsiteY93" fmla="*/ 2514600 h 2870200"/>
              <a:gd name="connsiteX94" fmla="*/ 2277149 w 4114416"/>
              <a:gd name="connsiteY94" fmla="*/ 2565400 h 2870200"/>
              <a:gd name="connsiteX95" fmla="*/ 2285616 w 4114416"/>
              <a:gd name="connsiteY95" fmla="*/ 2489200 h 2870200"/>
              <a:gd name="connsiteX96" fmla="*/ 2302549 w 4114416"/>
              <a:gd name="connsiteY96" fmla="*/ 2421467 h 2870200"/>
              <a:gd name="connsiteX97" fmla="*/ 2311016 w 4114416"/>
              <a:gd name="connsiteY97" fmla="*/ 1718734 h 2870200"/>
              <a:gd name="connsiteX98" fmla="*/ 2336416 w 4114416"/>
              <a:gd name="connsiteY98" fmla="*/ 1811867 h 2870200"/>
              <a:gd name="connsiteX99" fmla="*/ 2361816 w 4114416"/>
              <a:gd name="connsiteY99" fmla="*/ 1871134 h 2870200"/>
              <a:gd name="connsiteX100" fmla="*/ 2387216 w 4114416"/>
              <a:gd name="connsiteY100" fmla="*/ 1938867 h 2870200"/>
              <a:gd name="connsiteX101" fmla="*/ 2395682 w 4114416"/>
              <a:gd name="connsiteY101" fmla="*/ 1972734 h 2870200"/>
              <a:gd name="connsiteX102" fmla="*/ 2404149 w 4114416"/>
              <a:gd name="connsiteY102" fmla="*/ 1574800 h 2870200"/>
              <a:gd name="connsiteX103" fmla="*/ 2429549 w 4114416"/>
              <a:gd name="connsiteY103" fmla="*/ 1236134 h 2870200"/>
              <a:gd name="connsiteX104" fmla="*/ 2446482 w 4114416"/>
              <a:gd name="connsiteY104" fmla="*/ 1092200 h 2870200"/>
              <a:gd name="connsiteX105" fmla="*/ 2454949 w 4114416"/>
              <a:gd name="connsiteY105" fmla="*/ 1066800 h 2870200"/>
              <a:gd name="connsiteX106" fmla="*/ 2463416 w 4114416"/>
              <a:gd name="connsiteY106" fmla="*/ 1092200 h 2870200"/>
              <a:gd name="connsiteX107" fmla="*/ 2480349 w 4114416"/>
              <a:gd name="connsiteY107" fmla="*/ 1117600 h 2870200"/>
              <a:gd name="connsiteX108" fmla="*/ 2488816 w 4114416"/>
              <a:gd name="connsiteY108" fmla="*/ 1227667 h 2870200"/>
              <a:gd name="connsiteX109" fmla="*/ 2514216 w 4114416"/>
              <a:gd name="connsiteY109" fmla="*/ 753534 h 2870200"/>
              <a:gd name="connsiteX110" fmla="*/ 2531149 w 4114416"/>
              <a:gd name="connsiteY110" fmla="*/ 685800 h 2870200"/>
              <a:gd name="connsiteX111" fmla="*/ 2539616 w 4114416"/>
              <a:gd name="connsiteY111" fmla="*/ 609600 h 2870200"/>
              <a:gd name="connsiteX112" fmla="*/ 2548082 w 4114416"/>
              <a:gd name="connsiteY112" fmla="*/ 558800 h 2870200"/>
              <a:gd name="connsiteX113" fmla="*/ 2565016 w 4114416"/>
              <a:gd name="connsiteY113" fmla="*/ 584200 h 2870200"/>
              <a:gd name="connsiteX114" fmla="*/ 2573482 w 4114416"/>
              <a:gd name="connsiteY114" fmla="*/ 778934 h 2870200"/>
              <a:gd name="connsiteX115" fmla="*/ 2615816 w 4114416"/>
              <a:gd name="connsiteY115" fmla="*/ 914400 h 2870200"/>
              <a:gd name="connsiteX116" fmla="*/ 2632749 w 4114416"/>
              <a:gd name="connsiteY116" fmla="*/ 973667 h 2870200"/>
              <a:gd name="connsiteX117" fmla="*/ 2649682 w 4114416"/>
              <a:gd name="connsiteY117" fmla="*/ 812800 h 2870200"/>
              <a:gd name="connsiteX118" fmla="*/ 2666616 w 4114416"/>
              <a:gd name="connsiteY118" fmla="*/ 694267 h 2870200"/>
              <a:gd name="connsiteX119" fmla="*/ 2692016 w 4114416"/>
              <a:gd name="connsiteY119" fmla="*/ 558800 h 2870200"/>
              <a:gd name="connsiteX120" fmla="*/ 2717416 w 4114416"/>
              <a:gd name="connsiteY120" fmla="*/ 321734 h 2870200"/>
              <a:gd name="connsiteX121" fmla="*/ 2734349 w 4114416"/>
              <a:gd name="connsiteY121" fmla="*/ 1058334 h 2870200"/>
              <a:gd name="connsiteX122" fmla="*/ 2760746 w 4114416"/>
              <a:gd name="connsiteY122" fmla="*/ 1023969 h 2870200"/>
              <a:gd name="connsiteX123" fmla="*/ 2810549 w 4114416"/>
              <a:gd name="connsiteY123" fmla="*/ 905934 h 2870200"/>
              <a:gd name="connsiteX124" fmla="*/ 2844416 w 4114416"/>
              <a:gd name="connsiteY124" fmla="*/ 855134 h 2870200"/>
              <a:gd name="connsiteX125" fmla="*/ 2869816 w 4114416"/>
              <a:gd name="connsiteY125" fmla="*/ 1422400 h 2870200"/>
              <a:gd name="connsiteX126" fmla="*/ 2878282 w 4114416"/>
              <a:gd name="connsiteY126" fmla="*/ 1388534 h 2870200"/>
              <a:gd name="connsiteX127" fmla="*/ 2895216 w 4114416"/>
              <a:gd name="connsiteY127" fmla="*/ 1363134 h 2870200"/>
              <a:gd name="connsiteX128" fmla="*/ 2920616 w 4114416"/>
              <a:gd name="connsiteY128" fmla="*/ 1278467 h 2870200"/>
              <a:gd name="connsiteX129" fmla="*/ 2937549 w 4114416"/>
              <a:gd name="connsiteY129" fmla="*/ 1320800 h 2870200"/>
              <a:gd name="connsiteX130" fmla="*/ 2954482 w 4114416"/>
              <a:gd name="connsiteY130" fmla="*/ 1388534 h 2870200"/>
              <a:gd name="connsiteX131" fmla="*/ 2971416 w 4114416"/>
              <a:gd name="connsiteY131" fmla="*/ 1422400 h 2870200"/>
              <a:gd name="connsiteX132" fmla="*/ 3013749 w 4114416"/>
              <a:gd name="connsiteY132" fmla="*/ 1540934 h 2870200"/>
              <a:gd name="connsiteX133" fmla="*/ 3030682 w 4114416"/>
              <a:gd name="connsiteY133" fmla="*/ 1566334 h 2870200"/>
              <a:gd name="connsiteX134" fmla="*/ 3064549 w 4114416"/>
              <a:gd name="connsiteY134" fmla="*/ 1718734 h 2870200"/>
              <a:gd name="connsiteX135" fmla="*/ 3089949 w 4114416"/>
              <a:gd name="connsiteY135" fmla="*/ 1761067 h 2870200"/>
              <a:gd name="connsiteX136" fmla="*/ 3123816 w 4114416"/>
              <a:gd name="connsiteY136" fmla="*/ 1879600 h 2870200"/>
              <a:gd name="connsiteX137" fmla="*/ 3115349 w 4114416"/>
              <a:gd name="connsiteY137" fmla="*/ 1913467 h 2870200"/>
              <a:gd name="connsiteX138" fmla="*/ 3127799 w 4114416"/>
              <a:gd name="connsiteY138" fmla="*/ 1901016 h 2870200"/>
              <a:gd name="connsiteX139" fmla="*/ 3106882 w 4114416"/>
              <a:gd name="connsiteY139" fmla="*/ 1888067 h 2870200"/>
              <a:gd name="connsiteX140" fmla="*/ 3132282 w 4114416"/>
              <a:gd name="connsiteY140" fmla="*/ 1871134 h 2870200"/>
              <a:gd name="connsiteX141" fmla="*/ 3140749 w 4114416"/>
              <a:gd name="connsiteY141" fmla="*/ 1769534 h 2870200"/>
              <a:gd name="connsiteX142" fmla="*/ 3157682 w 4114416"/>
              <a:gd name="connsiteY142" fmla="*/ 1710267 h 2870200"/>
              <a:gd name="connsiteX143" fmla="*/ 3166149 w 4114416"/>
              <a:gd name="connsiteY143" fmla="*/ 1684867 h 2870200"/>
              <a:gd name="connsiteX144" fmla="*/ 3191549 w 4114416"/>
              <a:gd name="connsiteY144" fmla="*/ 1676400 h 2870200"/>
              <a:gd name="connsiteX145" fmla="*/ 3200016 w 4114416"/>
              <a:gd name="connsiteY145" fmla="*/ 2006600 h 2870200"/>
              <a:gd name="connsiteX146" fmla="*/ 3208482 w 4114416"/>
              <a:gd name="connsiteY146" fmla="*/ 2048934 h 2870200"/>
              <a:gd name="connsiteX147" fmla="*/ 3216949 w 4114416"/>
              <a:gd name="connsiteY147" fmla="*/ 2099734 h 2870200"/>
              <a:gd name="connsiteX148" fmla="*/ 3233882 w 4114416"/>
              <a:gd name="connsiteY148" fmla="*/ 2048934 h 2870200"/>
              <a:gd name="connsiteX149" fmla="*/ 3242349 w 4114416"/>
              <a:gd name="connsiteY149" fmla="*/ 1998134 h 2870200"/>
              <a:gd name="connsiteX150" fmla="*/ 3276216 w 4114416"/>
              <a:gd name="connsiteY150" fmla="*/ 2353734 h 2870200"/>
              <a:gd name="connsiteX151" fmla="*/ 3301616 w 4114416"/>
              <a:gd name="connsiteY151" fmla="*/ 2387600 h 2870200"/>
              <a:gd name="connsiteX152" fmla="*/ 3310082 w 4114416"/>
              <a:gd name="connsiteY152" fmla="*/ 2497667 h 2870200"/>
              <a:gd name="connsiteX153" fmla="*/ 3327016 w 4114416"/>
              <a:gd name="connsiteY153" fmla="*/ 2531534 h 2870200"/>
              <a:gd name="connsiteX154" fmla="*/ 3343949 w 4114416"/>
              <a:gd name="connsiteY154" fmla="*/ 2599267 h 2870200"/>
              <a:gd name="connsiteX155" fmla="*/ 3369349 w 4114416"/>
              <a:gd name="connsiteY155" fmla="*/ 2667000 h 2870200"/>
              <a:gd name="connsiteX156" fmla="*/ 3411682 w 4114416"/>
              <a:gd name="connsiteY156" fmla="*/ 2810934 h 2870200"/>
              <a:gd name="connsiteX157" fmla="*/ 3437082 w 4114416"/>
              <a:gd name="connsiteY157" fmla="*/ 2870200 h 2870200"/>
              <a:gd name="connsiteX158" fmla="*/ 3462482 w 4114416"/>
              <a:gd name="connsiteY158" fmla="*/ 1828800 h 2870200"/>
              <a:gd name="connsiteX159" fmla="*/ 3461984 w 4114416"/>
              <a:gd name="connsiteY159" fmla="*/ 2090271 h 2870200"/>
              <a:gd name="connsiteX160" fmla="*/ 3487882 w 4114416"/>
              <a:gd name="connsiteY160" fmla="*/ 1735667 h 2870200"/>
              <a:gd name="connsiteX161" fmla="*/ 3513282 w 4114416"/>
              <a:gd name="connsiteY161" fmla="*/ 1651000 h 2870200"/>
              <a:gd name="connsiteX162" fmla="*/ 3521749 w 4114416"/>
              <a:gd name="connsiteY162" fmla="*/ 1701800 h 2870200"/>
              <a:gd name="connsiteX163" fmla="*/ 3525733 w 4114416"/>
              <a:gd name="connsiteY163" fmla="*/ 1875118 h 2870200"/>
              <a:gd name="connsiteX164" fmla="*/ 3547149 w 4114416"/>
              <a:gd name="connsiteY164" fmla="*/ 1752600 h 2870200"/>
              <a:gd name="connsiteX165" fmla="*/ 3555616 w 4114416"/>
              <a:gd name="connsiteY165" fmla="*/ 1693334 h 2870200"/>
              <a:gd name="connsiteX166" fmla="*/ 3597949 w 4114416"/>
              <a:gd name="connsiteY166" fmla="*/ 1608667 h 2870200"/>
              <a:gd name="connsiteX167" fmla="*/ 3614882 w 4114416"/>
              <a:gd name="connsiteY167" fmla="*/ 1566334 h 2870200"/>
              <a:gd name="connsiteX168" fmla="*/ 3657216 w 4114416"/>
              <a:gd name="connsiteY168" fmla="*/ 1464734 h 2870200"/>
              <a:gd name="connsiteX169" fmla="*/ 3661200 w 4114416"/>
              <a:gd name="connsiteY169" fmla="*/ 1373094 h 2870200"/>
              <a:gd name="connsiteX170" fmla="*/ 3682616 w 4114416"/>
              <a:gd name="connsiteY170" fmla="*/ 1363134 h 2870200"/>
              <a:gd name="connsiteX171" fmla="*/ 3699549 w 4114416"/>
              <a:gd name="connsiteY171" fmla="*/ 1320800 h 2870200"/>
              <a:gd name="connsiteX172" fmla="*/ 3694569 w 4114416"/>
              <a:gd name="connsiteY172" fmla="*/ 1151964 h 2870200"/>
              <a:gd name="connsiteX173" fmla="*/ 3741882 w 4114416"/>
              <a:gd name="connsiteY173" fmla="*/ 1227667 h 2870200"/>
              <a:gd name="connsiteX174" fmla="*/ 3750349 w 4114416"/>
              <a:gd name="connsiteY174" fmla="*/ 1176867 h 2870200"/>
              <a:gd name="connsiteX175" fmla="*/ 3767282 w 4114416"/>
              <a:gd name="connsiteY175" fmla="*/ 1126067 h 2870200"/>
              <a:gd name="connsiteX176" fmla="*/ 3775749 w 4114416"/>
              <a:gd name="connsiteY176" fmla="*/ 1058334 h 2870200"/>
              <a:gd name="connsiteX177" fmla="*/ 3784216 w 4114416"/>
              <a:gd name="connsiteY177" fmla="*/ 1270000 h 2870200"/>
              <a:gd name="connsiteX178" fmla="*/ 3813064 w 4114416"/>
              <a:gd name="connsiteY178" fmla="*/ 678606 h 2870200"/>
              <a:gd name="connsiteX179" fmla="*/ 3818082 w 4114416"/>
              <a:gd name="connsiteY179" fmla="*/ 558800 h 2870200"/>
              <a:gd name="connsiteX180" fmla="*/ 3835016 w 4114416"/>
              <a:gd name="connsiteY180" fmla="*/ 482600 h 2870200"/>
              <a:gd name="connsiteX181" fmla="*/ 3843482 w 4114416"/>
              <a:gd name="connsiteY181" fmla="*/ 533400 h 2870200"/>
              <a:gd name="connsiteX182" fmla="*/ 3860416 w 4114416"/>
              <a:gd name="connsiteY182" fmla="*/ 660400 h 2870200"/>
              <a:gd name="connsiteX183" fmla="*/ 3868882 w 4114416"/>
              <a:gd name="connsiteY183" fmla="*/ 702734 h 2870200"/>
              <a:gd name="connsiteX184" fmla="*/ 3885816 w 4114416"/>
              <a:gd name="connsiteY184" fmla="*/ 736600 h 2870200"/>
              <a:gd name="connsiteX185" fmla="*/ 3902749 w 4114416"/>
              <a:gd name="connsiteY185" fmla="*/ 702734 h 2870200"/>
              <a:gd name="connsiteX186" fmla="*/ 3962016 w 4114416"/>
              <a:gd name="connsiteY186" fmla="*/ 482600 h 2870200"/>
              <a:gd name="connsiteX187" fmla="*/ 3978949 w 4114416"/>
              <a:gd name="connsiteY187" fmla="*/ 457200 h 2870200"/>
              <a:gd name="connsiteX188" fmla="*/ 4004349 w 4114416"/>
              <a:gd name="connsiteY188" fmla="*/ 177800 h 2870200"/>
              <a:gd name="connsiteX189" fmla="*/ 4029749 w 4114416"/>
              <a:gd name="connsiteY189" fmla="*/ 135467 h 2870200"/>
              <a:gd name="connsiteX190" fmla="*/ 4038216 w 4114416"/>
              <a:gd name="connsiteY190" fmla="*/ 101600 h 2870200"/>
              <a:gd name="connsiteX191" fmla="*/ 4046682 w 4114416"/>
              <a:gd name="connsiteY191" fmla="*/ 76200 h 2870200"/>
              <a:gd name="connsiteX192" fmla="*/ 4055149 w 4114416"/>
              <a:gd name="connsiteY192" fmla="*/ 110067 h 2870200"/>
              <a:gd name="connsiteX193" fmla="*/ 4072082 w 4114416"/>
              <a:gd name="connsiteY193" fmla="*/ 160867 h 2870200"/>
              <a:gd name="connsiteX194" fmla="*/ 4114416 w 4114416"/>
              <a:gd name="connsiteY194" fmla="*/ 0 h 2870200"/>
              <a:gd name="connsiteX0" fmla="*/ 0 w 4114416"/>
              <a:gd name="connsiteY0" fmla="*/ 735359 h 2870200"/>
              <a:gd name="connsiteX1" fmla="*/ 22363 w 4114416"/>
              <a:gd name="connsiteY1" fmla="*/ 647092 h 2870200"/>
              <a:gd name="connsiteX2" fmla="*/ 53451 w 4114416"/>
              <a:gd name="connsiteY2" fmla="*/ 567267 h 2870200"/>
              <a:gd name="connsiteX3" fmla="*/ 61790 w 4114416"/>
              <a:gd name="connsiteY3" fmla="*/ 828517 h 2870200"/>
              <a:gd name="connsiteX4" fmla="*/ 57549 w 4114416"/>
              <a:gd name="connsiteY4" fmla="*/ 1083293 h 2870200"/>
              <a:gd name="connsiteX5" fmla="*/ 55282 w 4114416"/>
              <a:gd name="connsiteY5" fmla="*/ 1212385 h 2870200"/>
              <a:gd name="connsiteX6" fmla="*/ 69873 w 4114416"/>
              <a:gd name="connsiteY6" fmla="*/ 1401791 h 2870200"/>
              <a:gd name="connsiteX7" fmla="*/ 112335 w 4114416"/>
              <a:gd name="connsiteY7" fmla="*/ 1209517 h 2870200"/>
              <a:gd name="connsiteX8" fmla="*/ 135082 w 4114416"/>
              <a:gd name="connsiteY8" fmla="*/ 1100667 h 2870200"/>
              <a:gd name="connsiteX9" fmla="*/ 168949 w 4114416"/>
              <a:gd name="connsiteY9" fmla="*/ 999067 h 2870200"/>
              <a:gd name="connsiteX10" fmla="*/ 185882 w 4114416"/>
              <a:gd name="connsiteY10" fmla="*/ 948267 h 2870200"/>
              <a:gd name="connsiteX11" fmla="*/ 202816 w 4114416"/>
              <a:gd name="connsiteY11" fmla="*/ 1134534 h 2870200"/>
              <a:gd name="connsiteX12" fmla="*/ 219749 w 4114416"/>
              <a:gd name="connsiteY12" fmla="*/ 1464734 h 2870200"/>
              <a:gd name="connsiteX13" fmla="*/ 279016 w 4114416"/>
              <a:gd name="connsiteY13" fmla="*/ 1363134 h 2870200"/>
              <a:gd name="connsiteX14" fmla="*/ 304416 w 4114416"/>
              <a:gd name="connsiteY14" fmla="*/ 1371600 h 2870200"/>
              <a:gd name="connsiteX15" fmla="*/ 312882 w 4114416"/>
              <a:gd name="connsiteY15" fmla="*/ 2243667 h 2870200"/>
              <a:gd name="connsiteX16" fmla="*/ 338282 w 4114416"/>
              <a:gd name="connsiteY16" fmla="*/ 2201334 h 2870200"/>
              <a:gd name="connsiteX17" fmla="*/ 346749 w 4114416"/>
              <a:gd name="connsiteY17" fmla="*/ 2150534 h 2870200"/>
              <a:gd name="connsiteX18" fmla="*/ 371651 w 4114416"/>
              <a:gd name="connsiteY18" fmla="*/ 2376146 h 2870200"/>
              <a:gd name="connsiteX19" fmla="*/ 389082 w 4114416"/>
              <a:gd name="connsiteY19" fmla="*/ 2082800 h 2870200"/>
              <a:gd name="connsiteX20" fmla="*/ 414981 w 4114416"/>
              <a:gd name="connsiteY20" fmla="*/ 1792444 h 2870200"/>
              <a:gd name="connsiteX21" fmla="*/ 422949 w 4114416"/>
              <a:gd name="connsiteY21" fmla="*/ 2032000 h 2870200"/>
              <a:gd name="connsiteX22" fmla="*/ 453908 w 4114416"/>
              <a:gd name="connsiteY22" fmla="*/ 1990884 h 2870200"/>
              <a:gd name="connsiteX23" fmla="*/ 465282 w 4114416"/>
              <a:gd name="connsiteY23" fmla="*/ 1752600 h 2870200"/>
              <a:gd name="connsiteX24" fmla="*/ 490682 w 4114416"/>
              <a:gd name="connsiteY24" fmla="*/ 1651000 h 2870200"/>
              <a:gd name="connsiteX25" fmla="*/ 516082 w 4114416"/>
              <a:gd name="connsiteY25" fmla="*/ 1710267 h 2870200"/>
              <a:gd name="connsiteX26" fmla="*/ 524549 w 4114416"/>
              <a:gd name="connsiteY26" fmla="*/ 1851666 h 2870200"/>
              <a:gd name="connsiteX27" fmla="*/ 558416 w 4114416"/>
              <a:gd name="connsiteY27" fmla="*/ 1820334 h 2870200"/>
              <a:gd name="connsiteX28" fmla="*/ 583816 w 4114416"/>
              <a:gd name="connsiteY28" fmla="*/ 1938867 h 2870200"/>
              <a:gd name="connsiteX29" fmla="*/ 600749 w 4114416"/>
              <a:gd name="connsiteY29" fmla="*/ 1998134 h 2870200"/>
              <a:gd name="connsiteX30" fmla="*/ 643082 w 4114416"/>
              <a:gd name="connsiteY30" fmla="*/ 1786467 h 2870200"/>
              <a:gd name="connsiteX31" fmla="*/ 668482 w 4114416"/>
              <a:gd name="connsiteY31" fmla="*/ 1718734 h 2870200"/>
              <a:gd name="connsiteX32" fmla="*/ 685416 w 4114416"/>
              <a:gd name="connsiteY32" fmla="*/ 1617134 h 2870200"/>
              <a:gd name="connsiteX33" fmla="*/ 702349 w 4114416"/>
              <a:gd name="connsiteY33" fmla="*/ 1557867 h 2870200"/>
              <a:gd name="connsiteX34" fmla="*/ 710816 w 4114416"/>
              <a:gd name="connsiteY34" fmla="*/ 1524000 h 2870200"/>
              <a:gd name="connsiteX35" fmla="*/ 727749 w 4114416"/>
              <a:gd name="connsiteY35" fmla="*/ 1312334 h 2870200"/>
              <a:gd name="connsiteX36" fmla="*/ 744682 w 4114416"/>
              <a:gd name="connsiteY36" fmla="*/ 1380067 h 2870200"/>
              <a:gd name="connsiteX37" fmla="*/ 761616 w 4114416"/>
              <a:gd name="connsiteY37" fmla="*/ 1532467 h 2870200"/>
              <a:gd name="connsiteX38" fmla="*/ 778549 w 4114416"/>
              <a:gd name="connsiteY38" fmla="*/ 1566334 h 2870200"/>
              <a:gd name="connsiteX39" fmla="*/ 820882 w 4114416"/>
              <a:gd name="connsiteY39" fmla="*/ 1430867 h 2870200"/>
              <a:gd name="connsiteX40" fmla="*/ 854749 w 4114416"/>
              <a:gd name="connsiteY40" fmla="*/ 1388534 h 2870200"/>
              <a:gd name="connsiteX41" fmla="*/ 863216 w 4114416"/>
              <a:gd name="connsiteY41" fmla="*/ 1498600 h 2870200"/>
              <a:gd name="connsiteX42" fmla="*/ 888616 w 4114416"/>
              <a:gd name="connsiteY42" fmla="*/ 1811867 h 2870200"/>
              <a:gd name="connsiteX43" fmla="*/ 897082 w 4114416"/>
              <a:gd name="connsiteY43" fmla="*/ 1642534 h 2870200"/>
              <a:gd name="connsiteX44" fmla="*/ 930949 w 4114416"/>
              <a:gd name="connsiteY44" fmla="*/ 1557867 h 2870200"/>
              <a:gd name="connsiteX45" fmla="*/ 939416 w 4114416"/>
              <a:gd name="connsiteY45" fmla="*/ 2006600 h 2870200"/>
              <a:gd name="connsiteX46" fmla="*/ 964816 w 4114416"/>
              <a:gd name="connsiteY46" fmla="*/ 2116667 h 2870200"/>
              <a:gd name="connsiteX47" fmla="*/ 973282 w 4114416"/>
              <a:gd name="connsiteY47" fmla="*/ 1948424 h 2870200"/>
              <a:gd name="connsiteX48" fmla="*/ 990216 w 4114416"/>
              <a:gd name="connsiteY48" fmla="*/ 1794934 h 2870200"/>
              <a:gd name="connsiteX49" fmla="*/ 998682 w 4114416"/>
              <a:gd name="connsiteY49" fmla="*/ 1761067 h 2870200"/>
              <a:gd name="connsiteX50" fmla="*/ 1015616 w 4114416"/>
              <a:gd name="connsiteY50" fmla="*/ 1871134 h 2870200"/>
              <a:gd name="connsiteX51" fmla="*/ 1032549 w 4114416"/>
              <a:gd name="connsiteY51" fmla="*/ 1947334 h 2870200"/>
              <a:gd name="connsiteX52" fmla="*/ 1049482 w 4114416"/>
              <a:gd name="connsiteY52" fmla="*/ 2040467 h 2870200"/>
              <a:gd name="connsiteX53" fmla="*/ 1074882 w 4114416"/>
              <a:gd name="connsiteY53" fmla="*/ 2108200 h 2870200"/>
              <a:gd name="connsiteX54" fmla="*/ 1105586 w 4114416"/>
              <a:gd name="connsiteY54" fmla="*/ 2165034 h 2870200"/>
              <a:gd name="connsiteX55" fmla="*/ 1117344 w 4114416"/>
              <a:gd name="connsiteY55" fmla="*/ 2220675 h 2870200"/>
              <a:gd name="connsiteX56" fmla="*/ 1134149 w 4114416"/>
              <a:gd name="connsiteY56" fmla="*/ 2108200 h 2870200"/>
              <a:gd name="connsiteX57" fmla="*/ 1184949 w 4114416"/>
              <a:gd name="connsiteY57" fmla="*/ 1989667 h 2870200"/>
              <a:gd name="connsiteX58" fmla="*/ 1221851 w 4114416"/>
              <a:gd name="connsiteY58" fmla="*/ 1898967 h 2870200"/>
              <a:gd name="connsiteX59" fmla="*/ 1244216 w 4114416"/>
              <a:gd name="connsiteY59" fmla="*/ 2167467 h 2870200"/>
              <a:gd name="connsiteX60" fmla="*/ 1261149 w 4114416"/>
              <a:gd name="connsiteY60" fmla="*/ 2082800 h 2870200"/>
              <a:gd name="connsiteX61" fmla="*/ 1269616 w 4114416"/>
              <a:gd name="connsiteY61" fmla="*/ 2015067 h 2870200"/>
              <a:gd name="connsiteX62" fmla="*/ 1311949 w 4114416"/>
              <a:gd name="connsiteY62" fmla="*/ 1854200 h 2870200"/>
              <a:gd name="connsiteX63" fmla="*/ 1320416 w 4114416"/>
              <a:gd name="connsiteY63" fmla="*/ 1803400 h 2870200"/>
              <a:gd name="connsiteX64" fmla="*/ 1345816 w 4114416"/>
              <a:gd name="connsiteY64" fmla="*/ 1701800 h 2870200"/>
              <a:gd name="connsiteX65" fmla="*/ 1379682 w 4114416"/>
              <a:gd name="connsiteY65" fmla="*/ 1744134 h 2870200"/>
              <a:gd name="connsiteX66" fmla="*/ 1422016 w 4114416"/>
              <a:gd name="connsiteY66" fmla="*/ 1879600 h 2870200"/>
              <a:gd name="connsiteX67" fmla="*/ 1455882 w 4114416"/>
              <a:gd name="connsiteY67" fmla="*/ 1947334 h 2870200"/>
              <a:gd name="connsiteX68" fmla="*/ 1472816 w 4114416"/>
              <a:gd name="connsiteY68" fmla="*/ 1938867 h 2870200"/>
              <a:gd name="connsiteX69" fmla="*/ 1515149 w 4114416"/>
              <a:gd name="connsiteY69" fmla="*/ 1803400 h 2870200"/>
              <a:gd name="connsiteX70" fmla="*/ 1574416 w 4114416"/>
              <a:gd name="connsiteY70" fmla="*/ 1651000 h 2870200"/>
              <a:gd name="connsiteX71" fmla="*/ 1582882 w 4114416"/>
              <a:gd name="connsiteY71" fmla="*/ 1591734 h 2870200"/>
              <a:gd name="connsiteX72" fmla="*/ 1608410 w 4114416"/>
              <a:gd name="connsiteY72" fmla="*/ 1462351 h 2870200"/>
              <a:gd name="connsiteX73" fmla="*/ 1633682 w 4114416"/>
              <a:gd name="connsiteY73" fmla="*/ 1524000 h 2870200"/>
              <a:gd name="connsiteX74" fmla="*/ 1659082 w 4114416"/>
              <a:gd name="connsiteY74" fmla="*/ 1490134 h 2870200"/>
              <a:gd name="connsiteX75" fmla="*/ 1684482 w 4114416"/>
              <a:gd name="connsiteY75" fmla="*/ 1388534 h 2870200"/>
              <a:gd name="connsiteX76" fmla="*/ 1732631 w 4114416"/>
              <a:gd name="connsiteY76" fmla="*/ 1294184 h 2870200"/>
              <a:gd name="connsiteX77" fmla="*/ 1794549 w 4114416"/>
              <a:gd name="connsiteY77" fmla="*/ 1176867 h 2870200"/>
              <a:gd name="connsiteX78" fmla="*/ 1831067 w 4114416"/>
              <a:gd name="connsiteY78" fmla="*/ 1238516 h 2870200"/>
              <a:gd name="connsiteX79" fmla="*/ 1853688 w 4114416"/>
              <a:gd name="connsiteY79" fmla="*/ 1323159 h 2870200"/>
              <a:gd name="connsiteX80" fmla="*/ 1887682 w 4114416"/>
              <a:gd name="connsiteY80" fmla="*/ 1422400 h 2870200"/>
              <a:gd name="connsiteX81" fmla="*/ 1938482 w 4114416"/>
              <a:gd name="connsiteY81" fmla="*/ 1600200 h 2870200"/>
              <a:gd name="connsiteX82" fmla="*/ 1989282 w 4114416"/>
              <a:gd name="connsiteY82" fmla="*/ 1744134 h 2870200"/>
              <a:gd name="connsiteX83" fmla="*/ 2006216 w 4114416"/>
              <a:gd name="connsiteY83" fmla="*/ 1498600 h 2870200"/>
              <a:gd name="connsiteX84" fmla="*/ 2023149 w 4114416"/>
              <a:gd name="connsiteY84" fmla="*/ 1464734 h 2870200"/>
              <a:gd name="connsiteX85" fmla="*/ 2031616 w 4114416"/>
              <a:gd name="connsiteY85" fmla="*/ 1439334 h 2870200"/>
              <a:gd name="connsiteX86" fmla="*/ 2082416 w 4114416"/>
              <a:gd name="connsiteY86" fmla="*/ 2032000 h 2870200"/>
              <a:gd name="connsiteX87" fmla="*/ 2090882 w 4114416"/>
              <a:gd name="connsiteY87" fmla="*/ 2150534 h 2870200"/>
              <a:gd name="connsiteX88" fmla="*/ 2099349 w 4114416"/>
              <a:gd name="connsiteY88" fmla="*/ 2489200 h 2870200"/>
              <a:gd name="connsiteX89" fmla="*/ 2133216 w 4114416"/>
              <a:gd name="connsiteY89" fmla="*/ 2421467 h 2870200"/>
              <a:gd name="connsiteX90" fmla="*/ 2175549 w 4114416"/>
              <a:gd name="connsiteY90" fmla="*/ 2319867 h 2870200"/>
              <a:gd name="connsiteX91" fmla="*/ 2200949 w 4114416"/>
              <a:gd name="connsiteY91" fmla="*/ 2286000 h 2870200"/>
              <a:gd name="connsiteX92" fmla="*/ 2234816 w 4114416"/>
              <a:gd name="connsiteY92" fmla="*/ 2235200 h 2870200"/>
              <a:gd name="connsiteX93" fmla="*/ 2251749 w 4114416"/>
              <a:gd name="connsiteY93" fmla="*/ 2514600 h 2870200"/>
              <a:gd name="connsiteX94" fmla="*/ 2277149 w 4114416"/>
              <a:gd name="connsiteY94" fmla="*/ 2565400 h 2870200"/>
              <a:gd name="connsiteX95" fmla="*/ 2285616 w 4114416"/>
              <a:gd name="connsiteY95" fmla="*/ 2489200 h 2870200"/>
              <a:gd name="connsiteX96" fmla="*/ 2302549 w 4114416"/>
              <a:gd name="connsiteY96" fmla="*/ 2421467 h 2870200"/>
              <a:gd name="connsiteX97" fmla="*/ 2311016 w 4114416"/>
              <a:gd name="connsiteY97" fmla="*/ 1718734 h 2870200"/>
              <a:gd name="connsiteX98" fmla="*/ 2336416 w 4114416"/>
              <a:gd name="connsiteY98" fmla="*/ 1811867 h 2870200"/>
              <a:gd name="connsiteX99" fmla="*/ 2361816 w 4114416"/>
              <a:gd name="connsiteY99" fmla="*/ 1871134 h 2870200"/>
              <a:gd name="connsiteX100" fmla="*/ 2387216 w 4114416"/>
              <a:gd name="connsiteY100" fmla="*/ 1938867 h 2870200"/>
              <a:gd name="connsiteX101" fmla="*/ 2395682 w 4114416"/>
              <a:gd name="connsiteY101" fmla="*/ 1972734 h 2870200"/>
              <a:gd name="connsiteX102" fmla="*/ 2404149 w 4114416"/>
              <a:gd name="connsiteY102" fmla="*/ 1574800 h 2870200"/>
              <a:gd name="connsiteX103" fmla="*/ 2429549 w 4114416"/>
              <a:gd name="connsiteY103" fmla="*/ 1236134 h 2870200"/>
              <a:gd name="connsiteX104" fmla="*/ 2446482 w 4114416"/>
              <a:gd name="connsiteY104" fmla="*/ 1092200 h 2870200"/>
              <a:gd name="connsiteX105" fmla="*/ 2454949 w 4114416"/>
              <a:gd name="connsiteY105" fmla="*/ 1066800 h 2870200"/>
              <a:gd name="connsiteX106" fmla="*/ 2463416 w 4114416"/>
              <a:gd name="connsiteY106" fmla="*/ 1092200 h 2870200"/>
              <a:gd name="connsiteX107" fmla="*/ 2480349 w 4114416"/>
              <a:gd name="connsiteY107" fmla="*/ 1117600 h 2870200"/>
              <a:gd name="connsiteX108" fmla="*/ 2488816 w 4114416"/>
              <a:gd name="connsiteY108" fmla="*/ 1227667 h 2870200"/>
              <a:gd name="connsiteX109" fmla="*/ 2514216 w 4114416"/>
              <a:gd name="connsiteY109" fmla="*/ 753534 h 2870200"/>
              <a:gd name="connsiteX110" fmla="*/ 2531149 w 4114416"/>
              <a:gd name="connsiteY110" fmla="*/ 685800 h 2870200"/>
              <a:gd name="connsiteX111" fmla="*/ 2539616 w 4114416"/>
              <a:gd name="connsiteY111" fmla="*/ 609600 h 2870200"/>
              <a:gd name="connsiteX112" fmla="*/ 2548082 w 4114416"/>
              <a:gd name="connsiteY112" fmla="*/ 558800 h 2870200"/>
              <a:gd name="connsiteX113" fmla="*/ 2565016 w 4114416"/>
              <a:gd name="connsiteY113" fmla="*/ 584200 h 2870200"/>
              <a:gd name="connsiteX114" fmla="*/ 2573482 w 4114416"/>
              <a:gd name="connsiteY114" fmla="*/ 778934 h 2870200"/>
              <a:gd name="connsiteX115" fmla="*/ 2615816 w 4114416"/>
              <a:gd name="connsiteY115" fmla="*/ 914400 h 2870200"/>
              <a:gd name="connsiteX116" fmla="*/ 2632749 w 4114416"/>
              <a:gd name="connsiteY116" fmla="*/ 973667 h 2870200"/>
              <a:gd name="connsiteX117" fmla="*/ 2649682 w 4114416"/>
              <a:gd name="connsiteY117" fmla="*/ 812800 h 2870200"/>
              <a:gd name="connsiteX118" fmla="*/ 2666616 w 4114416"/>
              <a:gd name="connsiteY118" fmla="*/ 694267 h 2870200"/>
              <a:gd name="connsiteX119" fmla="*/ 2692016 w 4114416"/>
              <a:gd name="connsiteY119" fmla="*/ 558800 h 2870200"/>
              <a:gd name="connsiteX120" fmla="*/ 2717416 w 4114416"/>
              <a:gd name="connsiteY120" fmla="*/ 321734 h 2870200"/>
              <a:gd name="connsiteX121" fmla="*/ 2734349 w 4114416"/>
              <a:gd name="connsiteY121" fmla="*/ 1058334 h 2870200"/>
              <a:gd name="connsiteX122" fmla="*/ 2760746 w 4114416"/>
              <a:gd name="connsiteY122" fmla="*/ 1023969 h 2870200"/>
              <a:gd name="connsiteX123" fmla="*/ 2810549 w 4114416"/>
              <a:gd name="connsiteY123" fmla="*/ 905934 h 2870200"/>
              <a:gd name="connsiteX124" fmla="*/ 2844416 w 4114416"/>
              <a:gd name="connsiteY124" fmla="*/ 855134 h 2870200"/>
              <a:gd name="connsiteX125" fmla="*/ 2869816 w 4114416"/>
              <a:gd name="connsiteY125" fmla="*/ 1422400 h 2870200"/>
              <a:gd name="connsiteX126" fmla="*/ 2878282 w 4114416"/>
              <a:gd name="connsiteY126" fmla="*/ 1388534 h 2870200"/>
              <a:gd name="connsiteX127" fmla="*/ 2895216 w 4114416"/>
              <a:gd name="connsiteY127" fmla="*/ 1363134 h 2870200"/>
              <a:gd name="connsiteX128" fmla="*/ 2920616 w 4114416"/>
              <a:gd name="connsiteY128" fmla="*/ 1278467 h 2870200"/>
              <a:gd name="connsiteX129" fmla="*/ 2937549 w 4114416"/>
              <a:gd name="connsiteY129" fmla="*/ 1320800 h 2870200"/>
              <a:gd name="connsiteX130" fmla="*/ 2954482 w 4114416"/>
              <a:gd name="connsiteY130" fmla="*/ 1388534 h 2870200"/>
              <a:gd name="connsiteX131" fmla="*/ 2971416 w 4114416"/>
              <a:gd name="connsiteY131" fmla="*/ 1422400 h 2870200"/>
              <a:gd name="connsiteX132" fmla="*/ 3013749 w 4114416"/>
              <a:gd name="connsiteY132" fmla="*/ 1540934 h 2870200"/>
              <a:gd name="connsiteX133" fmla="*/ 3030682 w 4114416"/>
              <a:gd name="connsiteY133" fmla="*/ 1566334 h 2870200"/>
              <a:gd name="connsiteX134" fmla="*/ 3064549 w 4114416"/>
              <a:gd name="connsiteY134" fmla="*/ 1718734 h 2870200"/>
              <a:gd name="connsiteX135" fmla="*/ 3089949 w 4114416"/>
              <a:gd name="connsiteY135" fmla="*/ 1761067 h 2870200"/>
              <a:gd name="connsiteX136" fmla="*/ 3123816 w 4114416"/>
              <a:gd name="connsiteY136" fmla="*/ 1879600 h 2870200"/>
              <a:gd name="connsiteX137" fmla="*/ 3115349 w 4114416"/>
              <a:gd name="connsiteY137" fmla="*/ 1913467 h 2870200"/>
              <a:gd name="connsiteX138" fmla="*/ 3127799 w 4114416"/>
              <a:gd name="connsiteY138" fmla="*/ 1901016 h 2870200"/>
              <a:gd name="connsiteX139" fmla="*/ 3106882 w 4114416"/>
              <a:gd name="connsiteY139" fmla="*/ 1888067 h 2870200"/>
              <a:gd name="connsiteX140" fmla="*/ 3132282 w 4114416"/>
              <a:gd name="connsiteY140" fmla="*/ 1871134 h 2870200"/>
              <a:gd name="connsiteX141" fmla="*/ 3140749 w 4114416"/>
              <a:gd name="connsiteY141" fmla="*/ 1769534 h 2870200"/>
              <a:gd name="connsiteX142" fmla="*/ 3157682 w 4114416"/>
              <a:gd name="connsiteY142" fmla="*/ 1710267 h 2870200"/>
              <a:gd name="connsiteX143" fmla="*/ 3166149 w 4114416"/>
              <a:gd name="connsiteY143" fmla="*/ 1684867 h 2870200"/>
              <a:gd name="connsiteX144" fmla="*/ 3191549 w 4114416"/>
              <a:gd name="connsiteY144" fmla="*/ 1676400 h 2870200"/>
              <a:gd name="connsiteX145" fmla="*/ 3200016 w 4114416"/>
              <a:gd name="connsiteY145" fmla="*/ 2006600 h 2870200"/>
              <a:gd name="connsiteX146" fmla="*/ 3208482 w 4114416"/>
              <a:gd name="connsiteY146" fmla="*/ 2048934 h 2870200"/>
              <a:gd name="connsiteX147" fmla="*/ 3216949 w 4114416"/>
              <a:gd name="connsiteY147" fmla="*/ 2099734 h 2870200"/>
              <a:gd name="connsiteX148" fmla="*/ 3233882 w 4114416"/>
              <a:gd name="connsiteY148" fmla="*/ 2048934 h 2870200"/>
              <a:gd name="connsiteX149" fmla="*/ 3242349 w 4114416"/>
              <a:gd name="connsiteY149" fmla="*/ 1998134 h 2870200"/>
              <a:gd name="connsiteX150" fmla="*/ 3276216 w 4114416"/>
              <a:gd name="connsiteY150" fmla="*/ 2353734 h 2870200"/>
              <a:gd name="connsiteX151" fmla="*/ 3301616 w 4114416"/>
              <a:gd name="connsiteY151" fmla="*/ 2387600 h 2870200"/>
              <a:gd name="connsiteX152" fmla="*/ 3310082 w 4114416"/>
              <a:gd name="connsiteY152" fmla="*/ 2497667 h 2870200"/>
              <a:gd name="connsiteX153" fmla="*/ 3327016 w 4114416"/>
              <a:gd name="connsiteY153" fmla="*/ 2531534 h 2870200"/>
              <a:gd name="connsiteX154" fmla="*/ 3343949 w 4114416"/>
              <a:gd name="connsiteY154" fmla="*/ 2599267 h 2870200"/>
              <a:gd name="connsiteX155" fmla="*/ 3369349 w 4114416"/>
              <a:gd name="connsiteY155" fmla="*/ 2667000 h 2870200"/>
              <a:gd name="connsiteX156" fmla="*/ 3411682 w 4114416"/>
              <a:gd name="connsiteY156" fmla="*/ 2810934 h 2870200"/>
              <a:gd name="connsiteX157" fmla="*/ 3437082 w 4114416"/>
              <a:gd name="connsiteY157" fmla="*/ 2870200 h 2870200"/>
              <a:gd name="connsiteX158" fmla="*/ 3462482 w 4114416"/>
              <a:gd name="connsiteY158" fmla="*/ 1828800 h 2870200"/>
              <a:gd name="connsiteX159" fmla="*/ 3461984 w 4114416"/>
              <a:gd name="connsiteY159" fmla="*/ 2090271 h 2870200"/>
              <a:gd name="connsiteX160" fmla="*/ 3487882 w 4114416"/>
              <a:gd name="connsiteY160" fmla="*/ 1735667 h 2870200"/>
              <a:gd name="connsiteX161" fmla="*/ 3513282 w 4114416"/>
              <a:gd name="connsiteY161" fmla="*/ 1651000 h 2870200"/>
              <a:gd name="connsiteX162" fmla="*/ 3521749 w 4114416"/>
              <a:gd name="connsiteY162" fmla="*/ 1701800 h 2870200"/>
              <a:gd name="connsiteX163" fmla="*/ 3525733 w 4114416"/>
              <a:gd name="connsiteY163" fmla="*/ 1875118 h 2870200"/>
              <a:gd name="connsiteX164" fmla="*/ 3547149 w 4114416"/>
              <a:gd name="connsiteY164" fmla="*/ 1752600 h 2870200"/>
              <a:gd name="connsiteX165" fmla="*/ 3555616 w 4114416"/>
              <a:gd name="connsiteY165" fmla="*/ 1693334 h 2870200"/>
              <a:gd name="connsiteX166" fmla="*/ 3597949 w 4114416"/>
              <a:gd name="connsiteY166" fmla="*/ 1608667 h 2870200"/>
              <a:gd name="connsiteX167" fmla="*/ 3614882 w 4114416"/>
              <a:gd name="connsiteY167" fmla="*/ 1566334 h 2870200"/>
              <a:gd name="connsiteX168" fmla="*/ 3657216 w 4114416"/>
              <a:gd name="connsiteY168" fmla="*/ 1464734 h 2870200"/>
              <a:gd name="connsiteX169" fmla="*/ 3661200 w 4114416"/>
              <a:gd name="connsiteY169" fmla="*/ 1373094 h 2870200"/>
              <a:gd name="connsiteX170" fmla="*/ 3682616 w 4114416"/>
              <a:gd name="connsiteY170" fmla="*/ 1363134 h 2870200"/>
              <a:gd name="connsiteX171" fmla="*/ 3699549 w 4114416"/>
              <a:gd name="connsiteY171" fmla="*/ 1320800 h 2870200"/>
              <a:gd name="connsiteX172" fmla="*/ 3694569 w 4114416"/>
              <a:gd name="connsiteY172" fmla="*/ 1151964 h 2870200"/>
              <a:gd name="connsiteX173" fmla="*/ 3741882 w 4114416"/>
              <a:gd name="connsiteY173" fmla="*/ 1227667 h 2870200"/>
              <a:gd name="connsiteX174" fmla="*/ 3750349 w 4114416"/>
              <a:gd name="connsiteY174" fmla="*/ 1176867 h 2870200"/>
              <a:gd name="connsiteX175" fmla="*/ 3767282 w 4114416"/>
              <a:gd name="connsiteY175" fmla="*/ 1126067 h 2870200"/>
              <a:gd name="connsiteX176" fmla="*/ 3775749 w 4114416"/>
              <a:gd name="connsiteY176" fmla="*/ 1058334 h 2870200"/>
              <a:gd name="connsiteX177" fmla="*/ 3784216 w 4114416"/>
              <a:gd name="connsiteY177" fmla="*/ 1270000 h 2870200"/>
              <a:gd name="connsiteX178" fmla="*/ 3813064 w 4114416"/>
              <a:gd name="connsiteY178" fmla="*/ 678606 h 2870200"/>
              <a:gd name="connsiteX179" fmla="*/ 3818082 w 4114416"/>
              <a:gd name="connsiteY179" fmla="*/ 558800 h 2870200"/>
              <a:gd name="connsiteX180" fmla="*/ 3835016 w 4114416"/>
              <a:gd name="connsiteY180" fmla="*/ 482600 h 2870200"/>
              <a:gd name="connsiteX181" fmla="*/ 3843482 w 4114416"/>
              <a:gd name="connsiteY181" fmla="*/ 533400 h 2870200"/>
              <a:gd name="connsiteX182" fmla="*/ 3860416 w 4114416"/>
              <a:gd name="connsiteY182" fmla="*/ 660400 h 2870200"/>
              <a:gd name="connsiteX183" fmla="*/ 3868882 w 4114416"/>
              <a:gd name="connsiteY183" fmla="*/ 702734 h 2870200"/>
              <a:gd name="connsiteX184" fmla="*/ 3885816 w 4114416"/>
              <a:gd name="connsiteY184" fmla="*/ 736600 h 2870200"/>
              <a:gd name="connsiteX185" fmla="*/ 3902749 w 4114416"/>
              <a:gd name="connsiteY185" fmla="*/ 702734 h 2870200"/>
              <a:gd name="connsiteX186" fmla="*/ 3962016 w 4114416"/>
              <a:gd name="connsiteY186" fmla="*/ 482600 h 2870200"/>
              <a:gd name="connsiteX187" fmla="*/ 3978949 w 4114416"/>
              <a:gd name="connsiteY187" fmla="*/ 457200 h 2870200"/>
              <a:gd name="connsiteX188" fmla="*/ 4004349 w 4114416"/>
              <a:gd name="connsiteY188" fmla="*/ 177800 h 2870200"/>
              <a:gd name="connsiteX189" fmla="*/ 4029749 w 4114416"/>
              <a:gd name="connsiteY189" fmla="*/ 135467 h 2870200"/>
              <a:gd name="connsiteX190" fmla="*/ 4038216 w 4114416"/>
              <a:gd name="connsiteY190" fmla="*/ 101600 h 2870200"/>
              <a:gd name="connsiteX191" fmla="*/ 4046682 w 4114416"/>
              <a:gd name="connsiteY191" fmla="*/ 76200 h 2870200"/>
              <a:gd name="connsiteX192" fmla="*/ 4055149 w 4114416"/>
              <a:gd name="connsiteY192" fmla="*/ 110067 h 2870200"/>
              <a:gd name="connsiteX193" fmla="*/ 4072082 w 4114416"/>
              <a:gd name="connsiteY193" fmla="*/ 160867 h 2870200"/>
              <a:gd name="connsiteX194" fmla="*/ 4114416 w 4114416"/>
              <a:gd name="connsiteY194" fmla="*/ 0 h 2870200"/>
              <a:gd name="connsiteX0" fmla="*/ 0 w 4114416"/>
              <a:gd name="connsiteY0" fmla="*/ 735359 h 2870200"/>
              <a:gd name="connsiteX1" fmla="*/ 22363 w 4114416"/>
              <a:gd name="connsiteY1" fmla="*/ 647092 h 2870200"/>
              <a:gd name="connsiteX2" fmla="*/ 53451 w 4114416"/>
              <a:gd name="connsiteY2" fmla="*/ 567267 h 2870200"/>
              <a:gd name="connsiteX3" fmla="*/ 61790 w 4114416"/>
              <a:gd name="connsiteY3" fmla="*/ 828517 h 2870200"/>
              <a:gd name="connsiteX4" fmla="*/ 57549 w 4114416"/>
              <a:gd name="connsiteY4" fmla="*/ 1083293 h 2870200"/>
              <a:gd name="connsiteX5" fmla="*/ 55282 w 4114416"/>
              <a:gd name="connsiteY5" fmla="*/ 1212385 h 2870200"/>
              <a:gd name="connsiteX6" fmla="*/ 69873 w 4114416"/>
              <a:gd name="connsiteY6" fmla="*/ 1401791 h 2870200"/>
              <a:gd name="connsiteX7" fmla="*/ 112335 w 4114416"/>
              <a:gd name="connsiteY7" fmla="*/ 1209517 h 2870200"/>
              <a:gd name="connsiteX8" fmla="*/ 135082 w 4114416"/>
              <a:gd name="connsiteY8" fmla="*/ 1100667 h 2870200"/>
              <a:gd name="connsiteX9" fmla="*/ 168949 w 4114416"/>
              <a:gd name="connsiteY9" fmla="*/ 999067 h 2870200"/>
              <a:gd name="connsiteX10" fmla="*/ 185882 w 4114416"/>
              <a:gd name="connsiteY10" fmla="*/ 948267 h 2870200"/>
              <a:gd name="connsiteX11" fmla="*/ 202816 w 4114416"/>
              <a:gd name="connsiteY11" fmla="*/ 1134534 h 2870200"/>
              <a:gd name="connsiteX12" fmla="*/ 219749 w 4114416"/>
              <a:gd name="connsiteY12" fmla="*/ 1464734 h 2870200"/>
              <a:gd name="connsiteX13" fmla="*/ 279016 w 4114416"/>
              <a:gd name="connsiteY13" fmla="*/ 1363134 h 2870200"/>
              <a:gd name="connsiteX14" fmla="*/ 304416 w 4114416"/>
              <a:gd name="connsiteY14" fmla="*/ 1371600 h 2870200"/>
              <a:gd name="connsiteX15" fmla="*/ 312882 w 4114416"/>
              <a:gd name="connsiteY15" fmla="*/ 2243667 h 2870200"/>
              <a:gd name="connsiteX16" fmla="*/ 338282 w 4114416"/>
              <a:gd name="connsiteY16" fmla="*/ 2201334 h 2870200"/>
              <a:gd name="connsiteX17" fmla="*/ 346749 w 4114416"/>
              <a:gd name="connsiteY17" fmla="*/ 2150534 h 2870200"/>
              <a:gd name="connsiteX18" fmla="*/ 371651 w 4114416"/>
              <a:gd name="connsiteY18" fmla="*/ 2376146 h 2870200"/>
              <a:gd name="connsiteX19" fmla="*/ 389082 w 4114416"/>
              <a:gd name="connsiteY19" fmla="*/ 2082800 h 2870200"/>
              <a:gd name="connsiteX20" fmla="*/ 414981 w 4114416"/>
              <a:gd name="connsiteY20" fmla="*/ 1792444 h 2870200"/>
              <a:gd name="connsiteX21" fmla="*/ 422949 w 4114416"/>
              <a:gd name="connsiteY21" fmla="*/ 2032000 h 2870200"/>
              <a:gd name="connsiteX22" fmla="*/ 453908 w 4114416"/>
              <a:gd name="connsiteY22" fmla="*/ 1990884 h 2870200"/>
              <a:gd name="connsiteX23" fmla="*/ 465282 w 4114416"/>
              <a:gd name="connsiteY23" fmla="*/ 1752600 h 2870200"/>
              <a:gd name="connsiteX24" fmla="*/ 490682 w 4114416"/>
              <a:gd name="connsiteY24" fmla="*/ 1651000 h 2870200"/>
              <a:gd name="connsiteX25" fmla="*/ 516082 w 4114416"/>
              <a:gd name="connsiteY25" fmla="*/ 1710267 h 2870200"/>
              <a:gd name="connsiteX26" fmla="*/ 524549 w 4114416"/>
              <a:gd name="connsiteY26" fmla="*/ 1851666 h 2870200"/>
              <a:gd name="connsiteX27" fmla="*/ 558416 w 4114416"/>
              <a:gd name="connsiteY27" fmla="*/ 1820334 h 2870200"/>
              <a:gd name="connsiteX28" fmla="*/ 583816 w 4114416"/>
              <a:gd name="connsiteY28" fmla="*/ 1938867 h 2870200"/>
              <a:gd name="connsiteX29" fmla="*/ 600749 w 4114416"/>
              <a:gd name="connsiteY29" fmla="*/ 1998134 h 2870200"/>
              <a:gd name="connsiteX30" fmla="*/ 643082 w 4114416"/>
              <a:gd name="connsiteY30" fmla="*/ 1786467 h 2870200"/>
              <a:gd name="connsiteX31" fmla="*/ 668482 w 4114416"/>
              <a:gd name="connsiteY31" fmla="*/ 1718734 h 2870200"/>
              <a:gd name="connsiteX32" fmla="*/ 685416 w 4114416"/>
              <a:gd name="connsiteY32" fmla="*/ 1617134 h 2870200"/>
              <a:gd name="connsiteX33" fmla="*/ 702349 w 4114416"/>
              <a:gd name="connsiteY33" fmla="*/ 1557867 h 2870200"/>
              <a:gd name="connsiteX34" fmla="*/ 710816 w 4114416"/>
              <a:gd name="connsiteY34" fmla="*/ 1524000 h 2870200"/>
              <a:gd name="connsiteX35" fmla="*/ 727749 w 4114416"/>
              <a:gd name="connsiteY35" fmla="*/ 1312334 h 2870200"/>
              <a:gd name="connsiteX36" fmla="*/ 744682 w 4114416"/>
              <a:gd name="connsiteY36" fmla="*/ 1380067 h 2870200"/>
              <a:gd name="connsiteX37" fmla="*/ 761616 w 4114416"/>
              <a:gd name="connsiteY37" fmla="*/ 1532467 h 2870200"/>
              <a:gd name="connsiteX38" fmla="*/ 778549 w 4114416"/>
              <a:gd name="connsiteY38" fmla="*/ 1566334 h 2870200"/>
              <a:gd name="connsiteX39" fmla="*/ 820882 w 4114416"/>
              <a:gd name="connsiteY39" fmla="*/ 1430867 h 2870200"/>
              <a:gd name="connsiteX40" fmla="*/ 854749 w 4114416"/>
              <a:gd name="connsiteY40" fmla="*/ 1388534 h 2870200"/>
              <a:gd name="connsiteX41" fmla="*/ 863216 w 4114416"/>
              <a:gd name="connsiteY41" fmla="*/ 1498600 h 2870200"/>
              <a:gd name="connsiteX42" fmla="*/ 888616 w 4114416"/>
              <a:gd name="connsiteY42" fmla="*/ 1811867 h 2870200"/>
              <a:gd name="connsiteX43" fmla="*/ 897082 w 4114416"/>
              <a:gd name="connsiteY43" fmla="*/ 1642534 h 2870200"/>
              <a:gd name="connsiteX44" fmla="*/ 930949 w 4114416"/>
              <a:gd name="connsiteY44" fmla="*/ 1557867 h 2870200"/>
              <a:gd name="connsiteX45" fmla="*/ 939416 w 4114416"/>
              <a:gd name="connsiteY45" fmla="*/ 2006600 h 2870200"/>
              <a:gd name="connsiteX46" fmla="*/ 964816 w 4114416"/>
              <a:gd name="connsiteY46" fmla="*/ 2116667 h 2870200"/>
              <a:gd name="connsiteX47" fmla="*/ 973282 w 4114416"/>
              <a:gd name="connsiteY47" fmla="*/ 1948424 h 2870200"/>
              <a:gd name="connsiteX48" fmla="*/ 990216 w 4114416"/>
              <a:gd name="connsiteY48" fmla="*/ 1794934 h 2870200"/>
              <a:gd name="connsiteX49" fmla="*/ 998682 w 4114416"/>
              <a:gd name="connsiteY49" fmla="*/ 1761067 h 2870200"/>
              <a:gd name="connsiteX50" fmla="*/ 1015616 w 4114416"/>
              <a:gd name="connsiteY50" fmla="*/ 1871134 h 2870200"/>
              <a:gd name="connsiteX51" fmla="*/ 1032549 w 4114416"/>
              <a:gd name="connsiteY51" fmla="*/ 1947334 h 2870200"/>
              <a:gd name="connsiteX52" fmla="*/ 1049482 w 4114416"/>
              <a:gd name="connsiteY52" fmla="*/ 2040467 h 2870200"/>
              <a:gd name="connsiteX53" fmla="*/ 1074882 w 4114416"/>
              <a:gd name="connsiteY53" fmla="*/ 2108200 h 2870200"/>
              <a:gd name="connsiteX54" fmla="*/ 1105586 w 4114416"/>
              <a:gd name="connsiteY54" fmla="*/ 2165034 h 2870200"/>
              <a:gd name="connsiteX55" fmla="*/ 1117344 w 4114416"/>
              <a:gd name="connsiteY55" fmla="*/ 2220675 h 2870200"/>
              <a:gd name="connsiteX56" fmla="*/ 1134149 w 4114416"/>
              <a:gd name="connsiteY56" fmla="*/ 2108200 h 2870200"/>
              <a:gd name="connsiteX57" fmla="*/ 1184949 w 4114416"/>
              <a:gd name="connsiteY57" fmla="*/ 1989667 h 2870200"/>
              <a:gd name="connsiteX58" fmla="*/ 1221851 w 4114416"/>
              <a:gd name="connsiteY58" fmla="*/ 1898967 h 2870200"/>
              <a:gd name="connsiteX59" fmla="*/ 1244216 w 4114416"/>
              <a:gd name="connsiteY59" fmla="*/ 2167467 h 2870200"/>
              <a:gd name="connsiteX60" fmla="*/ 1261149 w 4114416"/>
              <a:gd name="connsiteY60" fmla="*/ 2082800 h 2870200"/>
              <a:gd name="connsiteX61" fmla="*/ 1269616 w 4114416"/>
              <a:gd name="connsiteY61" fmla="*/ 2015067 h 2870200"/>
              <a:gd name="connsiteX62" fmla="*/ 1311949 w 4114416"/>
              <a:gd name="connsiteY62" fmla="*/ 1854200 h 2870200"/>
              <a:gd name="connsiteX63" fmla="*/ 1320416 w 4114416"/>
              <a:gd name="connsiteY63" fmla="*/ 1803400 h 2870200"/>
              <a:gd name="connsiteX64" fmla="*/ 1345816 w 4114416"/>
              <a:gd name="connsiteY64" fmla="*/ 1701800 h 2870200"/>
              <a:gd name="connsiteX65" fmla="*/ 1379682 w 4114416"/>
              <a:gd name="connsiteY65" fmla="*/ 1744134 h 2870200"/>
              <a:gd name="connsiteX66" fmla="*/ 1422016 w 4114416"/>
              <a:gd name="connsiteY66" fmla="*/ 1879600 h 2870200"/>
              <a:gd name="connsiteX67" fmla="*/ 1455882 w 4114416"/>
              <a:gd name="connsiteY67" fmla="*/ 1947334 h 2870200"/>
              <a:gd name="connsiteX68" fmla="*/ 1472816 w 4114416"/>
              <a:gd name="connsiteY68" fmla="*/ 1938867 h 2870200"/>
              <a:gd name="connsiteX69" fmla="*/ 1515149 w 4114416"/>
              <a:gd name="connsiteY69" fmla="*/ 1803400 h 2870200"/>
              <a:gd name="connsiteX70" fmla="*/ 1574416 w 4114416"/>
              <a:gd name="connsiteY70" fmla="*/ 1651000 h 2870200"/>
              <a:gd name="connsiteX71" fmla="*/ 1582882 w 4114416"/>
              <a:gd name="connsiteY71" fmla="*/ 1591734 h 2870200"/>
              <a:gd name="connsiteX72" fmla="*/ 1608410 w 4114416"/>
              <a:gd name="connsiteY72" fmla="*/ 1462351 h 2870200"/>
              <a:gd name="connsiteX73" fmla="*/ 1633682 w 4114416"/>
              <a:gd name="connsiteY73" fmla="*/ 1524000 h 2870200"/>
              <a:gd name="connsiteX74" fmla="*/ 1659082 w 4114416"/>
              <a:gd name="connsiteY74" fmla="*/ 1490134 h 2870200"/>
              <a:gd name="connsiteX75" fmla="*/ 1684482 w 4114416"/>
              <a:gd name="connsiteY75" fmla="*/ 1388534 h 2870200"/>
              <a:gd name="connsiteX76" fmla="*/ 1732631 w 4114416"/>
              <a:gd name="connsiteY76" fmla="*/ 1294184 h 2870200"/>
              <a:gd name="connsiteX77" fmla="*/ 1794549 w 4114416"/>
              <a:gd name="connsiteY77" fmla="*/ 1176867 h 2870200"/>
              <a:gd name="connsiteX78" fmla="*/ 1831067 w 4114416"/>
              <a:gd name="connsiteY78" fmla="*/ 1238516 h 2870200"/>
              <a:gd name="connsiteX79" fmla="*/ 1853688 w 4114416"/>
              <a:gd name="connsiteY79" fmla="*/ 1323159 h 2870200"/>
              <a:gd name="connsiteX80" fmla="*/ 1887682 w 4114416"/>
              <a:gd name="connsiteY80" fmla="*/ 1422400 h 2870200"/>
              <a:gd name="connsiteX81" fmla="*/ 1938482 w 4114416"/>
              <a:gd name="connsiteY81" fmla="*/ 1600200 h 2870200"/>
              <a:gd name="connsiteX82" fmla="*/ 1978163 w 4114416"/>
              <a:gd name="connsiteY82" fmla="*/ 1762259 h 2870200"/>
              <a:gd name="connsiteX83" fmla="*/ 2006216 w 4114416"/>
              <a:gd name="connsiteY83" fmla="*/ 1498600 h 2870200"/>
              <a:gd name="connsiteX84" fmla="*/ 2023149 w 4114416"/>
              <a:gd name="connsiteY84" fmla="*/ 1464734 h 2870200"/>
              <a:gd name="connsiteX85" fmla="*/ 2031616 w 4114416"/>
              <a:gd name="connsiteY85" fmla="*/ 1439334 h 2870200"/>
              <a:gd name="connsiteX86" fmla="*/ 2082416 w 4114416"/>
              <a:gd name="connsiteY86" fmla="*/ 2032000 h 2870200"/>
              <a:gd name="connsiteX87" fmla="*/ 2090882 w 4114416"/>
              <a:gd name="connsiteY87" fmla="*/ 2150534 h 2870200"/>
              <a:gd name="connsiteX88" fmla="*/ 2099349 w 4114416"/>
              <a:gd name="connsiteY88" fmla="*/ 2489200 h 2870200"/>
              <a:gd name="connsiteX89" fmla="*/ 2133216 w 4114416"/>
              <a:gd name="connsiteY89" fmla="*/ 2421467 h 2870200"/>
              <a:gd name="connsiteX90" fmla="*/ 2175549 w 4114416"/>
              <a:gd name="connsiteY90" fmla="*/ 2319867 h 2870200"/>
              <a:gd name="connsiteX91" fmla="*/ 2200949 w 4114416"/>
              <a:gd name="connsiteY91" fmla="*/ 2286000 h 2870200"/>
              <a:gd name="connsiteX92" fmla="*/ 2234816 w 4114416"/>
              <a:gd name="connsiteY92" fmla="*/ 2235200 h 2870200"/>
              <a:gd name="connsiteX93" fmla="*/ 2251749 w 4114416"/>
              <a:gd name="connsiteY93" fmla="*/ 2514600 h 2870200"/>
              <a:gd name="connsiteX94" fmla="*/ 2277149 w 4114416"/>
              <a:gd name="connsiteY94" fmla="*/ 2565400 h 2870200"/>
              <a:gd name="connsiteX95" fmla="*/ 2285616 w 4114416"/>
              <a:gd name="connsiteY95" fmla="*/ 2489200 h 2870200"/>
              <a:gd name="connsiteX96" fmla="*/ 2302549 w 4114416"/>
              <a:gd name="connsiteY96" fmla="*/ 2421467 h 2870200"/>
              <a:gd name="connsiteX97" fmla="*/ 2311016 w 4114416"/>
              <a:gd name="connsiteY97" fmla="*/ 1718734 h 2870200"/>
              <a:gd name="connsiteX98" fmla="*/ 2336416 w 4114416"/>
              <a:gd name="connsiteY98" fmla="*/ 1811867 h 2870200"/>
              <a:gd name="connsiteX99" fmla="*/ 2361816 w 4114416"/>
              <a:gd name="connsiteY99" fmla="*/ 1871134 h 2870200"/>
              <a:gd name="connsiteX100" fmla="*/ 2387216 w 4114416"/>
              <a:gd name="connsiteY100" fmla="*/ 1938867 h 2870200"/>
              <a:gd name="connsiteX101" fmla="*/ 2395682 w 4114416"/>
              <a:gd name="connsiteY101" fmla="*/ 1972734 h 2870200"/>
              <a:gd name="connsiteX102" fmla="*/ 2404149 w 4114416"/>
              <a:gd name="connsiteY102" fmla="*/ 1574800 h 2870200"/>
              <a:gd name="connsiteX103" fmla="*/ 2429549 w 4114416"/>
              <a:gd name="connsiteY103" fmla="*/ 1236134 h 2870200"/>
              <a:gd name="connsiteX104" fmla="*/ 2446482 w 4114416"/>
              <a:gd name="connsiteY104" fmla="*/ 1092200 h 2870200"/>
              <a:gd name="connsiteX105" fmla="*/ 2454949 w 4114416"/>
              <a:gd name="connsiteY105" fmla="*/ 1066800 h 2870200"/>
              <a:gd name="connsiteX106" fmla="*/ 2463416 w 4114416"/>
              <a:gd name="connsiteY106" fmla="*/ 1092200 h 2870200"/>
              <a:gd name="connsiteX107" fmla="*/ 2480349 w 4114416"/>
              <a:gd name="connsiteY107" fmla="*/ 1117600 h 2870200"/>
              <a:gd name="connsiteX108" fmla="*/ 2488816 w 4114416"/>
              <a:gd name="connsiteY108" fmla="*/ 1227667 h 2870200"/>
              <a:gd name="connsiteX109" fmla="*/ 2514216 w 4114416"/>
              <a:gd name="connsiteY109" fmla="*/ 753534 h 2870200"/>
              <a:gd name="connsiteX110" fmla="*/ 2531149 w 4114416"/>
              <a:gd name="connsiteY110" fmla="*/ 685800 h 2870200"/>
              <a:gd name="connsiteX111" fmla="*/ 2539616 w 4114416"/>
              <a:gd name="connsiteY111" fmla="*/ 609600 h 2870200"/>
              <a:gd name="connsiteX112" fmla="*/ 2548082 w 4114416"/>
              <a:gd name="connsiteY112" fmla="*/ 558800 h 2870200"/>
              <a:gd name="connsiteX113" fmla="*/ 2565016 w 4114416"/>
              <a:gd name="connsiteY113" fmla="*/ 584200 h 2870200"/>
              <a:gd name="connsiteX114" fmla="*/ 2573482 w 4114416"/>
              <a:gd name="connsiteY114" fmla="*/ 778934 h 2870200"/>
              <a:gd name="connsiteX115" fmla="*/ 2615816 w 4114416"/>
              <a:gd name="connsiteY115" fmla="*/ 914400 h 2870200"/>
              <a:gd name="connsiteX116" fmla="*/ 2632749 w 4114416"/>
              <a:gd name="connsiteY116" fmla="*/ 973667 h 2870200"/>
              <a:gd name="connsiteX117" fmla="*/ 2649682 w 4114416"/>
              <a:gd name="connsiteY117" fmla="*/ 812800 h 2870200"/>
              <a:gd name="connsiteX118" fmla="*/ 2666616 w 4114416"/>
              <a:gd name="connsiteY118" fmla="*/ 694267 h 2870200"/>
              <a:gd name="connsiteX119" fmla="*/ 2692016 w 4114416"/>
              <a:gd name="connsiteY119" fmla="*/ 558800 h 2870200"/>
              <a:gd name="connsiteX120" fmla="*/ 2717416 w 4114416"/>
              <a:gd name="connsiteY120" fmla="*/ 321734 h 2870200"/>
              <a:gd name="connsiteX121" fmla="*/ 2734349 w 4114416"/>
              <a:gd name="connsiteY121" fmla="*/ 1058334 h 2870200"/>
              <a:gd name="connsiteX122" fmla="*/ 2760746 w 4114416"/>
              <a:gd name="connsiteY122" fmla="*/ 1023969 h 2870200"/>
              <a:gd name="connsiteX123" fmla="*/ 2810549 w 4114416"/>
              <a:gd name="connsiteY123" fmla="*/ 905934 h 2870200"/>
              <a:gd name="connsiteX124" fmla="*/ 2844416 w 4114416"/>
              <a:gd name="connsiteY124" fmla="*/ 855134 h 2870200"/>
              <a:gd name="connsiteX125" fmla="*/ 2869816 w 4114416"/>
              <a:gd name="connsiteY125" fmla="*/ 1422400 h 2870200"/>
              <a:gd name="connsiteX126" fmla="*/ 2878282 w 4114416"/>
              <a:gd name="connsiteY126" fmla="*/ 1388534 h 2870200"/>
              <a:gd name="connsiteX127" fmla="*/ 2895216 w 4114416"/>
              <a:gd name="connsiteY127" fmla="*/ 1363134 h 2870200"/>
              <a:gd name="connsiteX128" fmla="*/ 2920616 w 4114416"/>
              <a:gd name="connsiteY128" fmla="*/ 1278467 h 2870200"/>
              <a:gd name="connsiteX129" fmla="*/ 2937549 w 4114416"/>
              <a:gd name="connsiteY129" fmla="*/ 1320800 h 2870200"/>
              <a:gd name="connsiteX130" fmla="*/ 2954482 w 4114416"/>
              <a:gd name="connsiteY130" fmla="*/ 1388534 h 2870200"/>
              <a:gd name="connsiteX131" fmla="*/ 2971416 w 4114416"/>
              <a:gd name="connsiteY131" fmla="*/ 1422400 h 2870200"/>
              <a:gd name="connsiteX132" fmla="*/ 3013749 w 4114416"/>
              <a:gd name="connsiteY132" fmla="*/ 1540934 h 2870200"/>
              <a:gd name="connsiteX133" fmla="*/ 3030682 w 4114416"/>
              <a:gd name="connsiteY133" fmla="*/ 1566334 h 2870200"/>
              <a:gd name="connsiteX134" fmla="*/ 3064549 w 4114416"/>
              <a:gd name="connsiteY134" fmla="*/ 1718734 h 2870200"/>
              <a:gd name="connsiteX135" fmla="*/ 3089949 w 4114416"/>
              <a:gd name="connsiteY135" fmla="*/ 1761067 h 2870200"/>
              <a:gd name="connsiteX136" fmla="*/ 3123816 w 4114416"/>
              <a:gd name="connsiteY136" fmla="*/ 1879600 h 2870200"/>
              <a:gd name="connsiteX137" fmla="*/ 3115349 w 4114416"/>
              <a:gd name="connsiteY137" fmla="*/ 1913467 h 2870200"/>
              <a:gd name="connsiteX138" fmla="*/ 3127799 w 4114416"/>
              <a:gd name="connsiteY138" fmla="*/ 1901016 h 2870200"/>
              <a:gd name="connsiteX139" fmla="*/ 3106882 w 4114416"/>
              <a:gd name="connsiteY139" fmla="*/ 1888067 h 2870200"/>
              <a:gd name="connsiteX140" fmla="*/ 3132282 w 4114416"/>
              <a:gd name="connsiteY140" fmla="*/ 1871134 h 2870200"/>
              <a:gd name="connsiteX141" fmla="*/ 3140749 w 4114416"/>
              <a:gd name="connsiteY141" fmla="*/ 1769534 h 2870200"/>
              <a:gd name="connsiteX142" fmla="*/ 3157682 w 4114416"/>
              <a:gd name="connsiteY142" fmla="*/ 1710267 h 2870200"/>
              <a:gd name="connsiteX143" fmla="*/ 3166149 w 4114416"/>
              <a:gd name="connsiteY143" fmla="*/ 1684867 h 2870200"/>
              <a:gd name="connsiteX144" fmla="*/ 3191549 w 4114416"/>
              <a:gd name="connsiteY144" fmla="*/ 1676400 h 2870200"/>
              <a:gd name="connsiteX145" fmla="*/ 3200016 w 4114416"/>
              <a:gd name="connsiteY145" fmla="*/ 2006600 h 2870200"/>
              <a:gd name="connsiteX146" fmla="*/ 3208482 w 4114416"/>
              <a:gd name="connsiteY146" fmla="*/ 2048934 h 2870200"/>
              <a:gd name="connsiteX147" fmla="*/ 3216949 w 4114416"/>
              <a:gd name="connsiteY147" fmla="*/ 2099734 h 2870200"/>
              <a:gd name="connsiteX148" fmla="*/ 3233882 w 4114416"/>
              <a:gd name="connsiteY148" fmla="*/ 2048934 h 2870200"/>
              <a:gd name="connsiteX149" fmla="*/ 3242349 w 4114416"/>
              <a:gd name="connsiteY149" fmla="*/ 1998134 h 2870200"/>
              <a:gd name="connsiteX150" fmla="*/ 3276216 w 4114416"/>
              <a:gd name="connsiteY150" fmla="*/ 2353734 h 2870200"/>
              <a:gd name="connsiteX151" fmla="*/ 3301616 w 4114416"/>
              <a:gd name="connsiteY151" fmla="*/ 2387600 h 2870200"/>
              <a:gd name="connsiteX152" fmla="*/ 3310082 w 4114416"/>
              <a:gd name="connsiteY152" fmla="*/ 2497667 h 2870200"/>
              <a:gd name="connsiteX153" fmla="*/ 3327016 w 4114416"/>
              <a:gd name="connsiteY153" fmla="*/ 2531534 h 2870200"/>
              <a:gd name="connsiteX154" fmla="*/ 3343949 w 4114416"/>
              <a:gd name="connsiteY154" fmla="*/ 2599267 h 2870200"/>
              <a:gd name="connsiteX155" fmla="*/ 3369349 w 4114416"/>
              <a:gd name="connsiteY155" fmla="*/ 2667000 h 2870200"/>
              <a:gd name="connsiteX156" fmla="*/ 3411682 w 4114416"/>
              <a:gd name="connsiteY156" fmla="*/ 2810934 h 2870200"/>
              <a:gd name="connsiteX157" fmla="*/ 3437082 w 4114416"/>
              <a:gd name="connsiteY157" fmla="*/ 2870200 h 2870200"/>
              <a:gd name="connsiteX158" fmla="*/ 3462482 w 4114416"/>
              <a:gd name="connsiteY158" fmla="*/ 1828800 h 2870200"/>
              <a:gd name="connsiteX159" fmla="*/ 3461984 w 4114416"/>
              <a:gd name="connsiteY159" fmla="*/ 2090271 h 2870200"/>
              <a:gd name="connsiteX160" fmla="*/ 3487882 w 4114416"/>
              <a:gd name="connsiteY160" fmla="*/ 1735667 h 2870200"/>
              <a:gd name="connsiteX161" fmla="*/ 3513282 w 4114416"/>
              <a:gd name="connsiteY161" fmla="*/ 1651000 h 2870200"/>
              <a:gd name="connsiteX162" fmla="*/ 3521749 w 4114416"/>
              <a:gd name="connsiteY162" fmla="*/ 1701800 h 2870200"/>
              <a:gd name="connsiteX163" fmla="*/ 3525733 w 4114416"/>
              <a:gd name="connsiteY163" fmla="*/ 1875118 h 2870200"/>
              <a:gd name="connsiteX164" fmla="*/ 3547149 w 4114416"/>
              <a:gd name="connsiteY164" fmla="*/ 1752600 h 2870200"/>
              <a:gd name="connsiteX165" fmla="*/ 3555616 w 4114416"/>
              <a:gd name="connsiteY165" fmla="*/ 1693334 h 2870200"/>
              <a:gd name="connsiteX166" fmla="*/ 3597949 w 4114416"/>
              <a:gd name="connsiteY166" fmla="*/ 1608667 h 2870200"/>
              <a:gd name="connsiteX167" fmla="*/ 3614882 w 4114416"/>
              <a:gd name="connsiteY167" fmla="*/ 1566334 h 2870200"/>
              <a:gd name="connsiteX168" fmla="*/ 3657216 w 4114416"/>
              <a:gd name="connsiteY168" fmla="*/ 1464734 h 2870200"/>
              <a:gd name="connsiteX169" fmla="*/ 3661200 w 4114416"/>
              <a:gd name="connsiteY169" fmla="*/ 1373094 h 2870200"/>
              <a:gd name="connsiteX170" fmla="*/ 3682616 w 4114416"/>
              <a:gd name="connsiteY170" fmla="*/ 1363134 h 2870200"/>
              <a:gd name="connsiteX171" fmla="*/ 3699549 w 4114416"/>
              <a:gd name="connsiteY171" fmla="*/ 1320800 h 2870200"/>
              <a:gd name="connsiteX172" fmla="*/ 3694569 w 4114416"/>
              <a:gd name="connsiteY172" fmla="*/ 1151964 h 2870200"/>
              <a:gd name="connsiteX173" fmla="*/ 3741882 w 4114416"/>
              <a:gd name="connsiteY173" fmla="*/ 1227667 h 2870200"/>
              <a:gd name="connsiteX174" fmla="*/ 3750349 w 4114416"/>
              <a:gd name="connsiteY174" fmla="*/ 1176867 h 2870200"/>
              <a:gd name="connsiteX175" fmla="*/ 3767282 w 4114416"/>
              <a:gd name="connsiteY175" fmla="*/ 1126067 h 2870200"/>
              <a:gd name="connsiteX176" fmla="*/ 3775749 w 4114416"/>
              <a:gd name="connsiteY176" fmla="*/ 1058334 h 2870200"/>
              <a:gd name="connsiteX177" fmla="*/ 3784216 w 4114416"/>
              <a:gd name="connsiteY177" fmla="*/ 1270000 h 2870200"/>
              <a:gd name="connsiteX178" fmla="*/ 3813064 w 4114416"/>
              <a:gd name="connsiteY178" fmla="*/ 678606 h 2870200"/>
              <a:gd name="connsiteX179" fmla="*/ 3818082 w 4114416"/>
              <a:gd name="connsiteY179" fmla="*/ 558800 h 2870200"/>
              <a:gd name="connsiteX180" fmla="*/ 3835016 w 4114416"/>
              <a:gd name="connsiteY180" fmla="*/ 482600 h 2870200"/>
              <a:gd name="connsiteX181" fmla="*/ 3843482 w 4114416"/>
              <a:gd name="connsiteY181" fmla="*/ 533400 h 2870200"/>
              <a:gd name="connsiteX182" fmla="*/ 3860416 w 4114416"/>
              <a:gd name="connsiteY182" fmla="*/ 660400 h 2870200"/>
              <a:gd name="connsiteX183" fmla="*/ 3868882 w 4114416"/>
              <a:gd name="connsiteY183" fmla="*/ 702734 h 2870200"/>
              <a:gd name="connsiteX184" fmla="*/ 3885816 w 4114416"/>
              <a:gd name="connsiteY184" fmla="*/ 736600 h 2870200"/>
              <a:gd name="connsiteX185" fmla="*/ 3902749 w 4114416"/>
              <a:gd name="connsiteY185" fmla="*/ 702734 h 2870200"/>
              <a:gd name="connsiteX186" fmla="*/ 3962016 w 4114416"/>
              <a:gd name="connsiteY186" fmla="*/ 482600 h 2870200"/>
              <a:gd name="connsiteX187" fmla="*/ 3978949 w 4114416"/>
              <a:gd name="connsiteY187" fmla="*/ 457200 h 2870200"/>
              <a:gd name="connsiteX188" fmla="*/ 4004349 w 4114416"/>
              <a:gd name="connsiteY188" fmla="*/ 177800 h 2870200"/>
              <a:gd name="connsiteX189" fmla="*/ 4029749 w 4114416"/>
              <a:gd name="connsiteY189" fmla="*/ 135467 h 2870200"/>
              <a:gd name="connsiteX190" fmla="*/ 4038216 w 4114416"/>
              <a:gd name="connsiteY190" fmla="*/ 101600 h 2870200"/>
              <a:gd name="connsiteX191" fmla="*/ 4046682 w 4114416"/>
              <a:gd name="connsiteY191" fmla="*/ 76200 h 2870200"/>
              <a:gd name="connsiteX192" fmla="*/ 4055149 w 4114416"/>
              <a:gd name="connsiteY192" fmla="*/ 110067 h 2870200"/>
              <a:gd name="connsiteX193" fmla="*/ 4072082 w 4114416"/>
              <a:gd name="connsiteY193" fmla="*/ 160867 h 2870200"/>
              <a:gd name="connsiteX194" fmla="*/ 4114416 w 4114416"/>
              <a:gd name="connsiteY194" fmla="*/ 0 h 2870200"/>
              <a:gd name="connsiteX0" fmla="*/ 0 w 4114416"/>
              <a:gd name="connsiteY0" fmla="*/ 735359 h 2870200"/>
              <a:gd name="connsiteX1" fmla="*/ 22363 w 4114416"/>
              <a:gd name="connsiteY1" fmla="*/ 647092 h 2870200"/>
              <a:gd name="connsiteX2" fmla="*/ 53451 w 4114416"/>
              <a:gd name="connsiteY2" fmla="*/ 567267 h 2870200"/>
              <a:gd name="connsiteX3" fmla="*/ 61790 w 4114416"/>
              <a:gd name="connsiteY3" fmla="*/ 828517 h 2870200"/>
              <a:gd name="connsiteX4" fmla="*/ 57549 w 4114416"/>
              <a:gd name="connsiteY4" fmla="*/ 1083293 h 2870200"/>
              <a:gd name="connsiteX5" fmla="*/ 55282 w 4114416"/>
              <a:gd name="connsiteY5" fmla="*/ 1212385 h 2870200"/>
              <a:gd name="connsiteX6" fmla="*/ 69873 w 4114416"/>
              <a:gd name="connsiteY6" fmla="*/ 1401791 h 2870200"/>
              <a:gd name="connsiteX7" fmla="*/ 112335 w 4114416"/>
              <a:gd name="connsiteY7" fmla="*/ 1209517 h 2870200"/>
              <a:gd name="connsiteX8" fmla="*/ 135082 w 4114416"/>
              <a:gd name="connsiteY8" fmla="*/ 1100667 h 2870200"/>
              <a:gd name="connsiteX9" fmla="*/ 168949 w 4114416"/>
              <a:gd name="connsiteY9" fmla="*/ 999067 h 2870200"/>
              <a:gd name="connsiteX10" fmla="*/ 185882 w 4114416"/>
              <a:gd name="connsiteY10" fmla="*/ 948267 h 2870200"/>
              <a:gd name="connsiteX11" fmla="*/ 202816 w 4114416"/>
              <a:gd name="connsiteY11" fmla="*/ 1134534 h 2870200"/>
              <a:gd name="connsiteX12" fmla="*/ 219749 w 4114416"/>
              <a:gd name="connsiteY12" fmla="*/ 1464734 h 2870200"/>
              <a:gd name="connsiteX13" fmla="*/ 279016 w 4114416"/>
              <a:gd name="connsiteY13" fmla="*/ 1363134 h 2870200"/>
              <a:gd name="connsiteX14" fmla="*/ 304416 w 4114416"/>
              <a:gd name="connsiteY14" fmla="*/ 1371600 h 2870200"/>
              <a:gd name="connsiteX15" fmla="*/ 312882 w 4114416"/>
              <a:gd name="connsiteY15" fmla="*/ 2243667 h 2870200"/>
              <a:gd name="connsiteX16" fmla="*/ 338282 w 4114416"/>
              <a:gd name="connsiteY16" fmla="*/ 2201334 h 2870200"/>
              <a:gd name="connsiteX17" fmla="*/ 346749 w 4114416"/>
              <a:gd name="connsiteY17" fmla="*/ 2150534 h 2870200"/>
              <a:gd name="connsiteX18" fmla="*/ 371651 w 4114416"/>
              <a:gd name="connsiteY18" fmla="*/ 2376146 h 2870200"/>
              <a:gd name="connsiteX19" fmla="*/ 389082 w 4114416"/>
              <a:gd name="connsiteY19" fmla="*/ 2082800 h 2870200"/>
              <a:gd name="connsiteX20" fmla="*/ 414981 w 4114416"/>
              <a:gd name="connsiteY20" fmla="*/ 1792444 h 2870200"/>
              <a:gd name="connsiteX21" fmla="*/ 422949 w 4114416"/>
              <a:gd name="connsiteY21" fmla="*/ 2032000 h 2870200"/>
              <a:gd name="connsiteX22" fmla="*/ 453908 w 4114416"/>
              <a:gd name="connsiteY22" fmla="*/ 1990884 h 2870200"/>
              <a:gd name="connsiteX23" fmla="*/ 465282 w 4114416"/>
              <a:gd name="connsiteY23" fmla="*/ 1752600 h 2870200"/>
              <a:gd name="connsiteX24" fmla="*/ 490682 w 4114416"/>
              <a:gd name="connsiteY24" fmla="*/ 1651000 h 2870200"/>
              <a:gd name="connsiteX25" fmla="*/ 516082 w 4114416"/>
              <a:gd name="connsiteY25" fmla="*/ 1710267 h 2870200"/>
              <a:gd name="connsiteX26" fmla="*/ 524549 w 4114416"/>
              <a:gd name="connsiteY26" fmla="*/ 1851666 h 2870200"/>
              <a:gd name="connsiteX27" fmla="*/ 558416 w 4114416"/>
              <a:gd name="connsiteY27" fmla="*/ 1820334 h 2870200"/>
              <a:gd name="connsiteX28" fmla="*/ 583816 w 4114416"/>
              <a:gd name="connsiteY28" fmla="*/ 1938867 h 2870200"/>
              <a:gd name="connsiteX29" fmla="*/ 600749 w 4114416"/>
              <a:gd name="connsiteY29" fmla="*/ 1998134 h 2870200"/>
              <a:gd name="connsiteX30" fmla="*/ 643082 w 4114416"/>
              <a:gd name="connsiteY30" fmla="*/ 1786467 h 2870200"/>
              <a:gd name="connsiteX31" fmla="*/ 668482 w 4114416"/>
              <a:gd name="connsiteY31" fmla="*/ 1718734 h 2870200"/>
              <a:gd name="connsiteX32" fmla="*/ 685416 w 4114416"/>
              <a:gd name="connsiteY32" fmla="*/ 1617134 h 2870200"/>
              <a:gd name="connsiteX33" fmla="*/ 702349 w 4114416"/>
              <a:gd name="connsiteY33" fmla="*/ 1557867 h 2870200"/>
              <a:gd name="connsiteX34" fmla="*/ 710816 w 4114416"/>
              <a:gd name="connsiteY34" fmla="*/ 1524000 h 2870200"/>
              <a:gd name="connsiteX35" fmla="*/ 727749 w 4114416"/>
              <a:gd name="connsiteY35" fmla="*/ 1312334 h 2870200"/>
              <a:gd name="connsiteX36" fmla="*/ 744682 w 4114416"/>
              <a:gd name="connsiteY36" fmla="*/ 1380067 h 2870200"/>
              <a:gd name="connsiteX37" fmla="*/ 761616 w 4114416"/>
              <a:gd name="connsiteY37" fmla="*/ 1532467 h 2870200"/>
              <a:gd name="connsiteX38" fmla="*/ 778549 w 4114416"/>
              <a:gd name="connsiteY38" fmla="*/ 1566334 h 2870200"/>
              <a:gd name="connsiteX39" fmla="*/ 820882 w 4114416"/>
              <a:gd name="connsiteY39" fmla="*/ 1430867 h 2870200"/>
              <a:gd name="connsiteX40" fmla="*/ 854749 w 4114416"/>
              <a:gd name="connsiteY40" fmla="*/ 1388534 h 2870200"/>
              <a:gd name="connsiteX41" fmla="*/ 863216 w 4114416"/>
              <a:gd name="connsiteY41" fmla="*/ 1498600 h 2870200"/>
              <a:gd name="connsiteX42" fmla="*/ 888616 w 4114416"/>
              <a:gd name="connsiteY42" fmla="*/ 1811867 h 2870200"/>
              <a:gd name="connsiteX43" fmla="*/ 897082 w 4114416"/>
              <a:gd name="connsiteY43" fmla="*/ 1642534 h 2870200"/>
              <a:gd name="connsiteX44" fmla="*/ 930949 w 4114416"/>
              <a:gd name="connsiteY44" fmla="*/ 1557867 h 2870200"/>
              <a:gd name="connsiteX45" fmla="*/ 939416 w 4114416"/>
              <a:gd name="connsiteY45" fmla="*/ 2006600 h 2870200"/>
              <a:gd name="connsiteX46" fmla="*/ 964816 w 4114416"/>
              <a:gd name="connsiteY46" fmla="*/ 2116667 h 2870200"/>
              <a:gd name="connsiteX47" fmla="*/ 973282 w 4114416"/>
              <a:gd name="connsiteY47" fmla="*/ 1948424 h 2870200"/>
              <a:gd name="connsiteX48" fmla="*/ 990216 w 4114416"/>
              <a:gd name="connsiteY48" fmla="*/ 1794934 h 2870200"/>
              <a:gd name="connsiteX49" fmla="*/ 998682 w 4114416"/>
              <a:gd name="connsiteY49" fmla="*/ 1761067 h 2870200"/>
              <a:gd name="connsiteX50" fmla="*/ 1015616 w 4114416"/>
              <a:gd name="connsiteY50" fmla="*/ 1871134 h 2870200"/>
              <a:gd name="connsiteX51" fmla="*/ 1032549 w 4114416"/>
              <a:gd name="connsiteY51" fmla="*/ 1947334 h 2870200"/>
              <a:gd name="connsiteX52" fmla="*/ 1049482 w 4114416"/>
              <a:gd name="connsiteY52" fmla="*/ 2040467 h 2870200"/>
              <a:gd name="connsiteX53" fmla="*/ 1074882 w 4114416"/>
              <a:gd name="connsiteY53" fmla="*/ 2108200 h 2870200"/>
              <a:gd name="connsiteX54" fmla="*/ 1105586 w 4114416"/>
              <a:gd name="connsiteY54" fmla="*/ 2165034 h 2870200"/>
              <a:gd name="connsiteX55" fmla="*/ 1117344 w 4114416"/>
              <a:gd name="connsiteY55" fmla="*/ 2220675 h 2870200"/>
              <a:gd name="connsiteX56" fmla="*/ 1134149 w 4114416"/>
              <a:gd name="connsiteY56" fmla="*/ 2108200 h 2870200"/>
              <a:gd name="connsiteX57" fmla="*/ 1184949 w 4114416"/>
              <a:gd name="connsiteY57" fmla="*/ 1989667 h 2870200"/>
              <a:gd name="connsiteX58" fmla="*/ 1221851 w 4114416"/>
              <a:gd name="connsiteY58" fmla="*/ 1898967 h 2870200"/>
              <a:gd name="connsiteX59" fmla="*/ 1244216 w 4114416"/>
              <a:gd name="connsiteY59" fmla="*/ 2167467 h 2870200"/>
              <a:gd name="connsiteX60" fmla="*/ 1261149 w 4114416"/>
              <a:gd name="connsiteY60" fmla="*/ 2082800 h 2870200"/>
              <a:gd name="connsiteX61" fmla="*/ 1269616 w 4114416"/>
              <a:gd name="connsiteY61" fmla="*/ 2015067 h 2870200"/>
              <a:gd name="connsiteX62" fmla="*/ 1311949 w 4114416"/>
              <a:gd name="connsiteY62" fmla="*/ 1854200 h 2870200"/>
              <a:gd name="connsiteX63" fmla="*/ 1320416 w 4114416"/>
              <a:gd name="connsiteY63" fmla="*/ 1803400 h 2870200"/>
              <a:gd name="connsiteX64" fmla="*/ 1345816 w 4114416"/>
              <a:gd name="connsiteY64" fmla="*/ 1701800 h 2870200"/>
              <a:gd name="connsiteX65" fmla="*/ 1379682 w 4114416"/>
              <a:gd name="connsiteY65" fmla="*/ 1744134 h 2870200"/>
              <a:gd name="connsiteX66" fmla="*/ 1422016 w 4114416"/>
              <a:gd name="connsiteY66" fmla="*/ 1879600 h 2870200"/>
              <a:gd name="connsiteX67" fmla="*/ 1455882 w 4114416"/>
              <a:gd name="connsiteY67" fmla="*/ 1947334 h 2870200"/>
              <a:gd name="connsiteX68" fmla="*/ 1472816 w 4114416"/>
              <a:gd name="connsiteY68" fmla="*/ 1938867 h 2870200"/>
              <a:gd name="connsiteX69" fmla="*/ 1515149 w 4114416"/>
              <a:gd name="connsiteY69" fmla="*/ 1803400 h 2870200"/>
              <a:gd name="connsiteX70" fmla="*/ 1574416 w 4114416"/>
              <a:gd name="connsiteY70" fmla="*/ 1651000 h 2870200"/>
              <a:gd name="connsiteX71" fmla="*/ 1582882 w 4114416"/>
              <a:gd name="connsiteY71" fmla="*/ 1591734 h 2870200"/>
              <a:gd name="connsiteX72" fmla="*/ 1608410 w 4114416"/>
              <a:gd name="connsiteY72" fmla="*/ 1462351 h 2870200"/>
              <a:gd name="connsiteX73" fmla="*/ 1633682 w 4114416"/>
              <a:gd name="connsiteY73" fmla="*/ 1524000 h 2870200"/>
              <a:gd name="connsiteX74" fmla="*/ 1659082 w 4114416"/>
              <a:gd name="connsiteY74" fmla="*/ 1490134 h 2870200"/>
              <a:gd name="connsiteX75" fmla="*/ 1684482 w 4114416"/>
              <a:gd name="connsiteY75" fmla="*/ 1388534 h 2870200"/>
              <a:gd name="connsiteX76" fmla="*/ 1732631 w 4114416"/>
              <a:gd name="connsiteY76" fmla="*/ 1294184 h 2870200"/>
              <a:gd name="connsiteX77" fmla="*/ 1794549 w 4114416"/>
              <a:gd name="connsiteY77" fmla="*/ 1176867 h 2870200"/>
              <a:gd name="connsiteX78" fmla="*/ 1831067 w 4114416"/>
              <a:gd name="connsiteY78" fmla="*/ 1238516 h 2870200"/>
              <a:gd name="connsiteX79" fmla="*/ 1853688 w 4114416"/>
              <a:gd name="connsiteY79" fmla="*/ 1323159 h 2870200"/>
              <a:gd name="connsiteX80" fmla="*/ 1887682 w 4114416"/>
              <a:gd name="connsiteY80" fmla="*/ 1422400 h 2870200"/>
              <a:gd name="connsiteX81" fmla="*/ 1938482 w 4114416"/>
              <a:gd name="connsiteY81" fmla="*/ 1600200 h 2870200"/>
              <a:gd name="connsiteX82" fmla="*/ 1978163 w 4114416"/>
              <a:gd name="connsiteY82" fmla="*/ 1762259 h 2870200"/>
              <a:gd name="connsiteX83" fmla="*/ 2006216 w 4114416"/>
              <a:gd name="connsiteY83" fmla="*/ 1498600 h 2870200"/>
              <a:gd name="connsiteX84" fmla="*/ 2023149 w 4114416"/>
              <a:gd name="connsiteY84" fmla="*/ 1464734 h 2870200"/>
              <a:gd name="connsiteX85" fmla="*/ 2031616 w 4114416"/>
              <a:gd name="connsiteY85" fmla="*/ 1439334 h 2870200"/>
              <a:gd name="connsiteX86" fmla="*/ 2067707 w 4114416"/>
              <a:gd name="connsiteY86" fmla="*/ 1908377 h 2870200"/>
              <a:gd name="connsiteX87" fmla="*/ 2082416 w 4114416"/>
              <a:gd name="connsiteY87" fmla="*/ 2032000 h 2870200"/>
              <a:gd name="connsiteX88" fmla="*/ 2090882 w 4114416"/>
              <a:gd name="connsiteY88" fmla="*/ 2150534 h 2870200"/>
              <a:gd name="connsiteX89" fmla="*/ 2099349 w 4114416"/>
              <a:gd name="connsiteY89" fmla="*/ 2489200 h 2870200"/>
              <a:gd name="connsiteX90" fmla="*/ 2133216 w 4114416"/>
              <a:gd name="connsiteY90" fmla="*/ 2421467 h 2870200"/>
              <a:gd name="connsiteX91" fmla="*/ 2175549 w 4114416"/>
              <a:gd name="connsiteY91" fmla="*/ 2319867 h 2870200"/>
              <a:gd name="connsiteX92" fmla="*/ 2200949 w 4114416"/>
              <a:gd name="connsiteY92" fmla="*/ 2286000 h 2870200"/>
              <a:gd name="connsiteX93" fmla="*/ 2234816 w 4114416"/>
              <a:gd name="connsiteY93" fmla="*/ 2235200 h 2870200"/>
              <a:gd name="connsiteX94" fmla="*/ 2251749 w 4114416"/>
              <a:gd name="connsiteY94" fmla="*/ 2514600 h 2870200"/>
              <a:gd name="connsiteX95" fmla="*/ 2277149 w 4114416"/>
              <a:gd name="connsiteY95" fmla="*/ 2565400 h 2870200"/>
              <a:gd name="connsiteX96" fmla="*/ 2285616 w 4114416"/>
              <a:gd name="connsiteY96" fmla="*/ 2489200 h 2870200"/>
              <a:gd name="connsiteX97" fmla="*/ 2302549 w 4114416"/>
              <a:gd name="connsiteY97" fmla="*/ 2421467 h 2870200"/>
              <a:gd name="connsiteX98" fmla="*/ 2311016 w 4114416"/>
              <a:gd name="connsiteY98" fmla="*/ 1718734 h 2870200"/>
              <a:gd name="connsiteX99" fmla="*/ 2336416 w 4114416"/>
              <a:gd name="connsiteY99" fmla="*/ 1811867 h 2870200"/>
              <a:gd name="connsiteX100" fmla="*/ 2361816 w 4114416"/>
              <a:gd name="connsiteY100" fmla="*/ 1871134 h 2870200"/>
              <a:gd name="connsiteX101" fmla="*/ 2387216 w 4114416"/>
              <a:gd name="connsiteY101" fmla="*/ 1938867 h 2870200"/>
              <a:gd name="connsiteX102" fmla="*/ 2395682 w 4114416"/>
              <a:gd name="connsiteY102" fmla="*/ 1972734 h 2870200"/>
              <a:gd name="connsiteX103" fmla="*/ 2404149 w 4114416"/>
              <a:gd name="connsiteY103" fmla="*/ 1574800 h 2870200"/>
              <a:gd name="connsiteX104" fmla="*/ 2429549 w 4114416"/>
              <a:gd name="connsiteY104" fmla="*/ 1236134 h 2870200"/>
              <a:gd name="connsiteX105" fmla="*/ 2446482 w 4114416"/>
              <a:gd name="connsiteY105" fmla="*/ 1092200 h 2870200"/>
              <a:gd name="connsiteX106" fmla="*/ 2454949 w 4114416"/>
              <a:gd name="connsiteY106" fmla="*/ 1066800 h 2870200"/>
              <a:gd name="connsiteX107" fmla="*/ 2463416 w 4114416"/>
              <a:gd name="connsiteY107" fmla="*/ 1092200 h 2870200"/>
              <a:gd name="connsiteX108" fmla="*/ 2480349 w 4114416"/>
              <a:gd name="connsiteY108" fmla="*/ 1117600 h 2870200"/>
              <a:gd name="connsiteX109" fmla="*/ 2488816 w 4114416"/>
              <a:gd name="connsiteY109" fmla="*/ 1227667 h 2870200"/>
              <a:gd name="connsiteX110" fmla="*/ 2514216 w 4114416"/>
              <a:gd name="connsiteY110" fmla="*/ 753534 h 2870200"/>
              <a:gd name="connsiteX111" fmla="*/ 2531149 w 4114416"/>
              <a:gd name="connsiteY111" fmla="*/ 685800 h 2870200"/>
              <a:gd name="connsiteX112" fmla="*/ 2539616 w 4114416"/>
              <a:gd name="connsiteY112" fmla="*/ 609600 h 2870200"/>
              <a:gd name="connsiteX113" fmla="*/ 2548082 w 4114416"/>
              <a:gd name="connsiteY113" fmla="*/ 558800 h 2870200"/>
              <a:gd name="connsiteX114" fmla="*/ 2565016 w 4114416"/>
              <a:gd name="connsiteY114" fmla="*/ 584200 h 2870200"/>
              <a:gd name="connsiteX115" fmla="*/ 2573482 w 4114416"/>
              <a:gd name="connsiteY115" fmla="*/ 778934 h 2870200"/>
              <a:gd name="connsiteX116" fmla="*/ 2615816 w 4114416"/>
              <a:gd name="connsiteY116" fmla="*/ 914400 h 2870200"/>
              <a:gd name="connsiteX117" fmla="*/ 2632749 w 4114416"/>
              <a:gd name="connsiteY117" fmla="*/ 973667 h 2870200"/>
              <a:gd name="connsiteX118" fmla="*/ 2649682 w 4114416"/>
              <a:gd name="connsiteY118" fmla="*/ 812800 h 2870200"/>
              <a:gd name="connsiteX119" fmla="*/ 2666616 w 4114416"/>
              <a:gd name="connsiteY119" fmla="*/ 694267 h 2870200"/>
              <a:gd name="connsiteX120" fmla="*/ 2692016 w 4114416"/>
              <a:gd name="connsiteY120" fmla="*/ 558800 h 2870200"/>
              <a:gd name="connsiteX121" fmla="*/ 2717416 w 4114416"/>
              <a:gd name="connsiteY121" fmla="*/ 321734 h 2870200"/>
              <a:gd name="connsiteX122" fmla="*/ 2734349 w 4114416"/>
              <a:gd name="connsiteY122" fmla="*/ 1058334 h 2870200"/>
              <a:gd name="connsiteX123" fmla="*/ 2760746 w 4114416"/>
              <a:gd name="connsiteY123" fmla="*/ 1023969 h 2870200"/>
              <a:gd name="connsiteX124" fmla="*/ 2810549 w 4114416"/>
              <a:gd name="connsiteY124" fmla="*/ 905934 h 2870200"/>
              <a:gd name="connsiteX125" fmla="*/ 2844416 w 4114416"/>
              <a:gd name="connsiteY125" fmla="*/ 855134 h 2870200"/>
              <a:gd name="connsiteX126" fmla="*/ 2869816 w 4114416"/>
              <a:gd name="connsiteY126" fmla="*/ 1422400 h 2870200"/>
              <a:gd name="connsiteX127" fmla="*/ 2878282 w 4114416"/>
              <a:gd name="connsiteY127" fmla="*/ 1388534 h 2870200"/>
              <a:gd name="connsiteX128" fmla="*/ 2895216 w 4114416"/>
              <a:gd name="connsiteY128" fmla="*/ 1363134 h 2870200"/>
              <a:gd name="connsiteX129" fmla="*/ 2920616 w 4114416"/>
              <a:gd name="connsiteY129" fmla="*/ 1278467 h 2870200"/>
              <a:gd name="connsiteX130" fmla="*/ 2937549 w 4114416"/>
              <a:gd name="connsiteY130" fmla="*/ 1320800 h 2870200"/>
              <a:gd name="connsiteX131" fmla="*/ 2954482 w 4114416"/>
              <a:gd name="connsiteY131" fmla="*/ 1388534 h 2870200"/>
              <a:gd name="connsiteX132" fmla="*/ 2971416 w 4114416"/>
              <a:gd name="connsiteY132" fmla="*/ 1422400 h 2870200"/>
              <a:gd name="connsiteX133" fmla="*/ 3013749 w 4114416"/>
              <a:gd name="connsiteY133" fmla="*/ 1540934 h 2870200"/>
              <a:gd name="connsiteX134" fmla="*/ 3030682 w 4114416"/>
              <a:gd name="connsiteY134" fmla="*/ 1566334 h 2870200"/>
              <a:gd name="connsiteX135" fmla="*/ 3064549 w 4114416"/>
              <a:gd name="connsiteY135" fmla="*/ 1718734 h 2870200"/>
              <a:gd name="connsiteX136" fmla="*/ 3089949 w 4114416"/>
              <a:gd name="connsiteY136" fmla="*/ 1761067 h 2870200"/>
              <a:gd name="connsiteX137" fmla="*/ 3123816 w 4114416"/>
              <a:gd name="connsiteY137" fmla="*/ 1879600 h 2870200"/>
              <a:gd name="connsiteX138" fmla="*/ 3115349 w 4114416"/>
              <a:gd name="connsiteY138" fmla="*/ 1913467 h 2870200"/>
              <a:gd name="connsiteX139" fmla="*/ 3127799 w 4114416"/>
              <a:gd name="connsiteY139" fmla="*/ 1901016 h 2870200"/>
              <a:gd name="connsiteX140" fmla="*/ 3106882 w 4114416"/>
              <a:gd name="connsiteY140" fmla="*/ 1888067 h 2870200"/>
              <a:gd name="connsiteX141" fmla="*/ 3132282 w 4114416"/>
              <a:gd name="connsiteY141" fmla="*/ 1871134 h 2870200"/>
              <a:gd name="connsiteX142" fmla="*/ 3140749 w 4114416"/>
              <a:gd name="connsiteY142" fmla="*/ 1769534 h 2870200"/>
              <a:gd name="connsiteX143" fmla="*/ 3157682 w 4114416"/>
              <a:gd name="connsiteY143" fmla="*/ 1710267 h 2870200"/>
              <a:gd name="connsiteX144" fmla="*/ 3166149 w 4114416"/>
              <a:gd name="connsiteY144" fmla="*/ 1684867 h 2870200"/>
              <a:gd name="connsiteX145" fmla="*/ 3191549 w 4114416"/>
              <a:gd name="connsiteY145" fmla="*/ 1676400 h 2870200"/>
              <a:gd name="connsiteX146" fmla="*/ 3200016 w 4114416"/>
              <a:gd name="connsiteY146" fmla="*/ 2006600 h 2870200"/>
              <a:gd name="connsiteX147" fmla="*/ 3208482 w 4114416"/>
              <a:gd name="connsiteY147" fmla="*/ 2048934 h 2870200"/>
              <a:gd name="connsiteX148" fmla="*/ 3216949 w 4114416"/>
              <a:gd name="connsiteY148" fmla="*/ 2099734 h 2870200"/>
              <a:gd name="connsiteX149" fmla="*/ 3233882 w 4114416"/>
              <a:gd name="connsiteY149" fmla="*/ 2048934 h 2870200"/>
              <a:gd name="connsiteX150" fmla="*/ 3242349 w 4114416"/>
              <a:gd name="connsiteY150" fmla="*/ 1998134 h 2870200"/>
              <a:gd name="connsiteX151" fmla="*/ 3276216 w 4114416"/>
              <a:gd name="connsiteY151" fmla="*/ 2353734 h 2870200"/>
              <a:gd name="connsiteX152" fmla="*/ 3301616 w 4114416"/>
              <a:gd name="connsiteY152" fmla="*/ 2387600 h 2870200"/>
              <a:gd name="connsiteX153" fmla="*/ 3310082 w 4114416"/>
              <a:gd name="connsiteY153" fmla="*/ 2497667 h 2870200"/>
              <a:gd name="connsiteX154" fmla="*/ 3327016 w 4114416"/>
              <a:gd name="connsiteY154" fmla="*/ 2531534 h 2870200"/>
              <a:gd name="connsiteX155" fmla="*/ 3343949 w 4114416"/>
              <a:gd name="connsiteY155" fmla="*/ 2599267 h 2870200"/>
              <a:gd name="connsiteX156" fmla="*/ 3369349 w 4114416"/>
              <a:gd name="connsiteY156" fmla="*/ 2667000 h 2870200"/>
              <a:gd name="connsiteX157" fmla="*/ 3411682 w 4114416"/>
              <a:gd name="connsiteY157" fmla="*/ 2810934 h 2870200"/>
              <a:gd name="connsiteX158" fmla="*/ 3437082 w 4114416"/>
              <a:gd name="connsiteY158" fmla="*/ 2870200 h 2870200"/>
              <a:gd name="connsiteX159" fmla="*/ 3462482 w 4114416"/>
              <a:gd name="connsiteY159" fmla="*/ 1828800 h 2870200"/>
              <a:gd name="connsiteX160" fmla="*/ 3461984 w 4114416"/>
              <a:gd name="connsiteY160" fmla="*/ 2090271 h 2870200"/>
              <a:gd name="connsiteX161" fmla="*/ 3487882 w 4114416"/>
              <a:gd name="connsiteY161" fmla="*/ 1735667 h 2870200"/>
              <a:gd name="connsiteX162" fmla="*/ 3513282 w 4114416"/>
              <a:gd name="connsiteY162" fmla="*/ 1651000 h 2870200"/>
              <a:gd name="connsiteX163" fmla="*/ 3521749 w 4114416"/>
              <a:gd name="connsiteY163" fmla="*/ 1701800 h 2870200"/>
              <a:gd name="connsiteX164" fmla="*/ 3525733 w 4114416"/>
              <a:gd name="connsiteY164" fmla="*/ 1875118 h 2870200"/>
              <a:gd name="connsiteX165" fmla="*/ 3547149 w 4114416"/>
              <a:gd name="connsiteY165" fmla="*/ 1752600 h 2870200"/>
              <a:gd name="connsiteX166" fmla="*/ 3555616 w 4114416"/>
              <a:gd name="connsiteY166" fmla="*/ 1693334 h 2870200"/>
              <a:gd name="connsiteX167" fmla="*/ 3597949 w 4114416"/>
              <a:gd name="connsiteY167" fmla="*/ 1608667 h 2870200"/>
              <a:gd name="connsiteX168" fmla="*/ 3614882 w 4114416"/>
              <a:gd name="connsiteY168" fmla="*/ 1566334 h 2870200"/>
              <a:gd name="connsiteX169" fmla="*/ 3657216 w 4114416"/>
              <a:gd name="connsiteY169" fmla="*/ 1464734 h 2870200"/>
              <a:gd name="connsiteX170" fmla="*/ 3661200 w 4114416"/>
              <a:gd name="connsiteY170" fmla="*/ 1373094 h 2870200"/>
              <a:gd name="connsiteX171" fmla="*/ 3682616 w 4114416"/>
              <a:gd name="connsiteY171" fmla="*/ 1363134 h 2870200"/>
              <a:gd name="connsiteX172" fmla="*/ 3699549 w 4114416"/>
              <a:gd name="connsiteY172" fmla="*/ 1320800 h 2870200"/>
              <a:gd name="connsiteX173" fmla="*/ 3694569 w 4114416"/>
              <a:gd name="connsiteY173" fmla="*/ 1151964 h 2870200"/>
              <a:gd name="connsiteX174" fmla="*/ 3741882 w 4114416"/>
              <a:gd name="connsiteY174" fmla="*/ 1227667 h 2870200"/>
              <a:gd name="connsiteX175" fmla="*/ 3750349 w 4114416"/>
              <a:gd name="connsiteY175" fmla="*/ 1176867 h 2870200"/>
              <a:gd name="connsiteX176" fmla="*/ 3767282 w 4114416"/>
              <a:gd name="connsiteY176" fmla="*/ 1126067 h 2870200"/>
              <a:gd name="connsiteX177" fmla="*/ 3775749 w 4114416"/>
              <a:gd name="connsiteY177" fmla="*/ 1058334 h 2870200"/>
              <a:gd name="connsiteX178" fmla="*/ 3784216 w 4114416"/>
              <a:gd name="connsiteY178" fmla="*/ 1270000 h 2870200"/>
              <a:gd name="connsiteX179" fmla="*/ 3813064 w 4114416"/>
              <a:gd name="connsiteY179" fmla="*/ 678606 h 2870200"/>
              <a:gd name="connsiteX180" fmla="*/ 3818082 w 4114416"/>
              <a:gd name="connsiteY180" fmla="*/ 558800 h 2870200"/>
              <a:gd name="connsiteX181" fmla="*/ 3835016 w 4114416"/>
              <a:gd name="connsiteY181" fmla="*/ 482600 h 2870200"/>
              <a:gd name="connsiteX182" fmla="*/ 3843482 w 4114416"/>
              <a:gd name="connsiteY182" fmla="*/ 533400 h 2870200"/>
              <a:gd name="connsiteX183" fmla="*/ 3860416 w 4114416"/>
              <a:gd name="connsiteY183" fmla="*/ 660400 h 2870200"/>
              <a:gd name="connsiteX184" fmla="*/ 3868882 w 4114416"/>
              <a:gd name="connsiteY184" fmla="*/ 702734 h 2870200"/>
              <a:gd name="connsiteX185" fmla="*/ 3885816 w 4114416"/>
              <a:gd name="connsiteY185" fmla="*/ 736600 h 2870200"/>
              <a:gd name="connsiteX186" fmla="*/ 3902749 w 4114416"/>
              <a:gd name="connsiteY186" fmla="*/ 702734 h 2870200"/>
              <a:gd name="connsiteX187" fmla="*/ 3962016 w 4114416"/>
              <a:gd name="connsiteY187" fmla="*/ 482600 h 2870200"/>
              <a:gd name="connsiteX188" fmla="*/ 3978949 w 4114416"/>
              <a:gd name="connsiteY188" fmla="*/ 457200 h 2870200"/>
              <a:gd name="connsiteX189" fmla="*/ 4004349 w 4114416"/>
              <a:gd name="connsiteY189" fmla="*/ 177800 h 2870200"/>
              <a:gd name="connsiteX190" fmla="*/ 4029749 w 4114416"/>
              <a:gd name="connsiteY190" fmla="*/ 135467 h 2870200"/>
              <a:gd name="connsiteX191" fmla="*/ 4038216 w 4114416"/>
              <a:gd name="connsiteY191" fmla="*/ 101600 h 2870200"/>
              <a:gd name="connsiteX192" fmla="*/ 4046682 w 4114416"/>
              <a:gd name="connsiteY192" fmla="*/ 76200 h 2870200"/>
              <a:gd name="connsiteX193" fmla="*/ 4055149 w 4114416"/>
              <a:gd name="connsiteY193" fmla="*/ 110067 h 2870200"/>
              <a:gd name="connsiteX194" fmla="*/ 4072082 w 4114416"/>
              <a:gd name="connsiteY194" fmla="*/ 160867 h 2870200"/>
              <a:gd name="connsiteX195" fmla="*/ 4114416 w 4114416"/>
              <a:gd name="connsiteY195" fmla="*/ 0 h 2870200"/>
              <a:gd name="connsiteX0" fmla="*/ 0 w 4114416"/>
              <a:gd name="connsiteY0" fmla="*/ 735359 h 2870200"/>
              <a:gd name="connsiteX1" fmla="*/ 22363 w 4114416"/>
              <a:gd name="connsiteY1" fmla="*/ 647092 h 2870200"/>
              <a:gd name="connsiteX2" fmla="*/ 53451 w 4114416"/>
              <a:gd name="connsiteY2" fmla="*/ 567267 h 2870200"/>
              <a:gd name="connsiteX3" fmla="*/ 61790 w 4114416"/>
              <a:gd name="connsiteY3" fmla="*/ 828517 h 2870200"/>
              <a:gd name="connsiteX4" fmla="*/ 57549 w 4114416"/>
              <a:gd name="connsiteY4" fmla="*/ 1083293 h 2870200"/>
              <a:gd name="connsiteX5" fmla="*/ 55282 w 4114416"/>
              <a:gd name="connsiteY5" fmla="*/ 1212385 h 2870200"/>
              <a:gd name="connsiteX6" fmla="*/ 69873 w 4114416"/>
              <a:gd name="connsiteY6" fmla="*/ 1401791 h 2870200"/>
              <a:gd name="connsiteX7" fmla="*/ 112335 w 4114416"/>
              <a:gd name="connsiteY7" fmla="*/ 1209517 h 2870200"/>
              <a:gd name="connsiteX8" fmla="*/ 135082 w 4114416"/>
              <a:gd name="connsiteY8" fmla="*/ 1100667 h 2870200"/>
              <a:gd name="connsiteX9" fmla="*/ 168949 w 4114416"/>
              <a:gd name="connsiteY9" fmla="*/ 999067 h 2870200"/>
              <a:gd name="connsiteX10" fmla="*/ 185882 w 4114416"/>
              <a:gd name="connsiteY10" fmla="*/ 948267 h 2870200"/>
              <a:gd name="connsiteX11" fmla="*/ 202816 w 4114416"/>
              <a:gd name="connsiteY11" fmla="*/ 1134534 h 2870200"/>
              <a:gd name="connsiteX12" fmla="*/ 219749 w 4114416"/>
              <a:gd name="connsiteY12" fmla="*/ 1464734 h 2870200"/>
              <a:gd name="connsiteX13" fmla="*/ 279016 w 4114416"/>
              <a:gd name="connsiteY13" fmla="*/ 1363134 h 2870200"/>
              <a:gd name="connsiteX14" fmla="*/ 304416 w 4114416"/>
              <a:gd name="connsiteY14" fmla="*/ 1371600 h 2870200"/>
              <a:gd name="connsiteX15" fmla="*/ 312882 w 4114416"/>
              <a:gd name="connsiteY15" fmla="*/ 2243667 h 2870200"/>
              <a:gd name="connsiteX16" fmla="*/ 338282 w 4114416"/>
              <a:gd name="connsiteY16" fmla="*/ 2201334 h 2870200"/>
              <a:gd name="connsiteX17" fmla="*/ 346749 w 4114416"/>
              <a:gd name="connsiteY17" fmla="*/ 2150534 h 2870200"/>
              <a:gd name="connsiteX18" fmla="*/ 371651 w 4114416"/>
              <a:gd name="connsiteY18" fmla="*/ 2376146 h 2870200"/>
              <a:gd name="connsiteX19" fmla="*/ 389082 w 4114416"/>
              <a:gd name="connsiteY19" fmla="*/ 2082800 h 2870200"/>
              <a:gd name="connsiteX20" fmla="*/ 414981 w 4114416"/>
              <a:gd name="connsiteY20" fmla="*/ 1792444 h 2870200"/>
              <a:gd name="connsiteX21" fmla="*/ 422949 w 4114416"/>
              <a:gd name="connsiteY21" fmla="*/ 2032000 h 2870200"/>
              <a:gd name="connsiteX22" fmla="*/ 453908 w 4114416"/>
              <a:gd name="connsiteY22" fmla="*/ 1990884 h 2870200"/>
              <a:gd name="connsiteX23" fmla="*/ 465282 w 4114416"/>
              <a:gd name="connsiteY23" fmla="*/ 1752600 h 2870200"/>
              <a:gd name="connsiteX24" fmla="*/ 490682 w 4114416"/>
              <a:gd name="connsiteY24" fmla="*/ 1651000 h 2870200"/>
              <a:gd name="connsiteX25" fmla="*/ 516082 w 4114416"/>
              <a:gd name="connsiteY25" fmla="*/ 1710267 h 2870200"/>
              <a:gd name="connsiteX26" fmla="*/ 524549 w 4114416"/>
              <a:gd name="connsiteY26" fmla="*/ 1851666 h 2870200"/>
              <a:gd name="connsiteX27" fmla="*/ 558416 w 4114416"/>
              <a:gd name="connsiteY27" fmla="*/ 1820334 h 2870200"/>
              <a:gd name="connsiteX28" fmla="*/ 583816 w 4114416"/>
              <a:gd name="connsiteY28" fmla="*/ 1938867 h 2870200"/>
              <a:gd name="connsiteX29" fmla="*/ 600749 w 4114416"/>
              <a:gd name="connsiteY29" fmla="*/ 1998134 h 2870200"/>
              <a:gd name="connsiteX30" fmla="*/ 643082 w 4114416"/>
              <a:gd name="connsiteY30" fmla="*/ 1786467 h 2870200"/>
              <a:gd name="connsiteX31" fmla="*/ 668482 w 4114416"/>
              <a:gd name="connsiteY31" fmla="*/ 1718734 h 2870200"/>
              <a:gd name="connsiteX32" fmla="*/ 685416 w 4114416"/>
              <a:gd name="connsiteY32" fmla="*/ 1617134 h 2870200"/>
              <a:gd name="connsiteX33" fmla="*/ 702349 w 4114416"/>
              <a:gd name="connsiteY33" fmla="*/ 1557867 h 2870200"/>
              <a:gd name="connsiteX34" fmla="*/ 710816 w 4114416"/>
              <a:gd name="connsiteY34" fmla="*/ 1524000 h 2870200"/>
              <a:gd name="connsiteX35" fmla="*/ 727749 w 4114416"/>
              <a:gd name="connsiteY35" fmla="*/ 1312334 h 2870200"/>
              <a:gd name="connsiteX36" fmla="*/ 744682 w 4114416"/>
              <a:gd name="connsiteY36" fmla="*/ 1380067 h 2870200"/>
              <a:gd name="connsiteX37" fmla="*/ 761616 w 4114416"/>
              <a:gd name="connsiteY37" fmla="*/ 1532467 h 2870200"/>
              <a:gd name="connsiteX38" fmla="*/ 778549 w 4114416"/>
              <a:gd name="connsiteY38" fmla="*/ 1566334 h 2870200"/>
              <a:gd name="connsiteX39" fmla="*/ 820882 w 4114416"/>
              <a:gd name="connsiteY39" fmla="*/ 1430867 h 2870200"/>
              <a:gd name="connsiteX40" fmla="*/ 854749 w 4114416"/>
              <a:gd name="connsiteY40" fmla="*/ 1388534 h 2870200"/>
              <a:gd name="connsiteX41" fmla="*/ 863216 w 4114416"/>
              <a:gd name="connsiteY41" fmla="*/ 1498600 h 2870200"/>
              <a:gd name="connsiteX42" fmla="*/ 888616 w 4114416"/>
              <a:gd name="connsiteY42" fmla="*/ 1811867 h 2870200"/>
              <a:gd name="connsiteX43" fmla="*/ 897082 w 4114416"/>
              <a:gd name="connsiteY43" fmla="*/ 1642534 h 2870200"/>
              <a:gd name="connsiteX44" fmla="*/ 930949 w 4114416"/>
              <a:gd name="connsiteY44" fmla="*/ 1557867 h 2870200"/>
              <a:gd name="connsiteX45" fmla="*/ 939416 w 4114416"/>
              <a:gd name="connsiteY45" fmla="*/ 2006600 h 2870200"/>
              <a:gd name="connsiteX46" fmla="*/ 964816 w 4114416"/>
              <a:gd name="connsiteY46" fmla="*/ 2116667 h 2870200"/>
              <a:gd name="connsiteX47" fmla="*/ 973282 w 4114416"/>
              <a:gd name="connsiteY47" fmla="*/ 1948424 h 2870200"/>
              <a:gd name="connsiteX48" fmla="*/ 990216 w 4114416"/>
              <a:gd name="connsiteY48" fmla="*/ 1794934 h 2870200"/>
              <a:gd name="connsiteX49" fmla="*/ 998682 w 4114416"/>
              <a:gd name="connsiteY49" fmla="*/ 1761067 h 2870200"/>
              <a:gd name="connsiteX50" fmla="*/ 1015616 w 4114416"/>
              <a:gd name="connsiteY50" fmla="*/ 1871134 h 2870200"/>
              <a:gd name="connsiteX51" fmla="*/ 1032549 w 4114416"/>
              <a:gd name="connsiteY51" fmla="*/ 1947334 h 2870200"/>
              <a:gd name="connsiteX52" fmla="*/ 1049482 w 4114416"/>
              <a:gd name="connsiteY52" fmla="*/ 2040467 h 2870200"/>
              <a:gd name="connsiteX53" fmla="*/ 1074882 w 4114416"/>
              <a:gd name="connsiteY53" fmla="*/ 2108200 h 2870200"/>
              <a:gd name="connsiteX54" fmla="*/ 1105586 w 4114416"/>
              <a:gd name="connsiteY54" fmla="*/ 2165034 h 2870200"/>
              <a:gd name="connsiteX55" fmla="*/ 1117344 w 4114416"/>
              <a:gd name="connsiteY55" fmla="*/ 2220675 h 2870200"/>
              <a:gd name="connsiteX56" fmla="*/ 1134149 w 4114416"/>
              <a:gd name="connsiteY56" fmla="*/ 2108200 h 2870200"/>
              <a:gd name="connsiteX57" fmla="*/ 1184949 w 4114416"/>
              <a:gd name="connsiteY57" fmla="*/ 1989667 h 2870200"/>
              <a:gd name="connsiteX58" fmla="*/ 1221851 w 4114416"/>
              <a:gd name="connsiteY58" fmla="*/ 1898967 h 2870200"/>
              <a:gd name="connsiteX59" fmla="*/ 1244216 w 4114416"/>
              <a:gd name="connsiteY59" fmla="*/ 2167467 h 2870200"/>
              <a:gd name="connsiteX60" fmla="*/ 1261149 w 4114416"/>
              <a:gd name="connsiteY60" fmla="*/ 2082800 h 2870200"/>
              <a:gd name="connsiteX61" fmla="*/ 1269616 w 4114416"/>
              <a:gd name="connsiteY61" fmla="*/ 2015067 h 2870200"/>
              <a:gd name="connsiteX62" fmla="*/ 1311949 w 4114416"/>
              <a:gd name="connsiteY62" fmla="*/ 1854200 h 2870200"/>
              <a:gd name="connsiteX63" fmla="*/ 1320416 w 4114416"/>
              <a:gd name="connsiteY63" fmla="*/ 1803400 h 2870200"/>
              <a:gd name="connsiteX64" fmla="*/ 1345816 w 4114416"/>
              <a:gd name="connsiteY64" fmla="*/ 1701800 h 2870200"/>
              <a:gd name="connsiteX65" fmla="*/ 1379682 w 4114416"/>
              <a:gd name="connsiteY65" fmla="*/ 1744134 h 2870200"/>
              <a:gd name="connsiteX66" fmla="*/ 1422016 w 4114416"/>
              <a:gd name="connsiteY66" fmla="*/ 1879600 h 2870200"/>
              <a:gd name="connsiteX67" fmla="*/ 1455882 w 4114416"/>
              <a:gd name="connsiteY67" fmla="*/ 1947334 h 2870200"/>
              <a:gd name="connsiteX68" fmla="*/ 1472816 w 4114416"/>
              <a:gd name="connsiteY68" fmla="*/ 1938867 h 2870200"/>
              <a:gd name="connsiteX69" fmla="*/ 1515149 w 4114416"/>
              <a:gd name="connsiteY69" fmla="*/ 1803400 h 2870200"/>
              <a:gd name="connsiteX70" fmla="*/ 1574416 w 4114416"/>
              <a:gd name="connsiteY70" fmla="*/ 1651000 h 2870200"/>
              <a:gd name="connsiteX71" fmla="*/ 1582882 w 4114416"/>
              <a:gd name="connsiteY71" fmla="*/ 1591734 h 2870200"/>
              <a:gd name="connsiteX72" fmla="*/ 1608410 w 4114416"/>
              <a:gd name="connsiteY72" fmla="*/ 1462351 h 2870200"/>
              <a:gd name="connsiteX73" fmla="*/ 1633682 w 4114416"/>
              <a:gd name="connsiteY73" fmla="*/ 1524000 h 2870200"/>
              <a:gd name="connsiteX74" fmla="*/ 1659082 w 4114416"/>
              <a:gd name="connsiteY74" fmla="*/ 1490134 h 2870200"/>
              <a:gd name="connsiteX75" fmla="*/ 1684482 w 4114416"/>
              <a:gd name="connsiteY75" fmla="*/ 1388534 h 2870200"/>
              <a:gd name="connsiteX76" fmla="*/ 1732631 w 4114416"/>
              <a:gd name="connsiteY76" fmla="*/ 1294184 h 2870200"/>
              <a:gd name="connsiteX77" fmla="*/ 1794549 w 4114416"/>
              <a:gd name="connsiteY77" fmla="*/ 1176867 h 2870200"/>
              <a:gd name="connsiteX78" fmla="*/ 1831067 w 4114416"/>
              <a:gd name="connsiteY78" fmla="*/ 1238516 h 2870200"/>
              <a:gd name="connsiteX79" fmla="*/ 1853688 w 4114416"/>
              <a:gd name="connsiteY79" fmla="*/ 1323159 h 2870200"/>
              <a:gd name="connsiteX80" fmla="*/ 1887682 w 4114416"/>
              <a:gd name="connsiteY80" fmla="*/ 1422400 h 2870200"/>
              <a:gd name="connsiteX81" fmla="*/ 1938482 w 4114416"/>
              <a:gd name="connsiteY81" fmla="*/ 1600200 h 2870200"/>
              <a:gd name="connsiteX82" fmla="*/ 1978163 w 4114416"/>
              <a:gd name="connsiteY82" fmla="*/ 1762259 h 2870200"/>
              <a:gd name="connsiteX83" fmla="*/ 2006216 w 4114416"/>
              <a:gd name="connsiteY83" fmla="*/ 1498600 h 2870200"/>
              <a:gd name="connsiteX84" fmla="*/ 2023149 w 4114416"/>
              <a:gd name="connsiteY84" fmla="*/ 1464734 h 2870200"/>
              <a:gd name="connsiteX85" fmla="*/ 2031616 w 4114416"/>
              <a:gd name="connsiteY85" fmla="*/ 1439334 h 2870200"/>
              <a:gd name="connsiteX86" fmla="*/ 2067707 w 4114416"/>
              <a:gd name="connsiteY86" fmla="*/ 1908377 h 2870200"/>
              <a:gd name="connsiteX87" fmla="*/ 2082416 w 4114416"/>
              <a:gd name="connsiteY87" fmla="*/ 2032000 h 2870200"/>
              <a:gd name="connsiteX88" fmla="*/ 2090882 w 4114416"/>
              <a:gd name="connsiteY88" fmla="*/ 2150534 h 2870200"/>
              <a:gd name="connsiteX89" fmla="*/ 2099349 w 4114416"/>
              <a:gd name="connsiteY89" fmla="*/ 2489200 h 2870200"/>
              <a:gd name="connsiteX90" fmla="*/ 2133216 w 4114416"/>
              <a:gd name="connsiteY90" fmla="*/ 2421467 h 2870200"/>
              <a:gd name="connsiteX91" fmla="*/ 2175549 w 4114416"/>
              <a:gd name="connsiteY91" fmla="*/ 2319867 h 2870200"/>
              <a:gd name="connsiteX92" fmla="*/ 2200949 w 4114416"/>
              <a:gd name="connsiteY92" fmla="*/ 2286000 h 2870200"/>
              <a:gd name="connsiteX93" fmla="*/ 2212579 w 4114416"/>
              <a:gd name="connsiteY93" fmla="*/ 2206201 h 2870200"/>
              <a:gd name="connsiteX94" fmla="*/ 2251749 w 4114416"/>
              <a:gd name="connsiteY94" fmla="*/ 2514600 h 2870200"/>
              <a:gd name="connsiteX95" fmla="*/ 2277149 w 4114416"/>
              <a:gd name="connsiteY95" fmla="*/ 2565400 h 2870200"/>
              <a:gd name="connsiteX96" fmla="*/ 2285616 w 4114416"/>
              <a:gd name="connsiteY96" fmla="*/ 2489200 h 2870200"/>
              <a:gd name="connsiteX97" fmla="*/ 2302549 w 4114416"/>
              <a:gd name="connsiteY97" fmla="*/ 2421467 h 2870200"/>
              <a:gd name="connsiteX98" fmla="*/ 2311016 w 4114416"/>
              <a:gd name="connsiteY98" fmla="*/ 1718734 h 2870200"/>
              <a:gd name="connsiteX99" fmla="*/ 2336416 w 4114416"/>
              <a:gd name="connsiteY99" fmla="*/ 1811867 h 2870200"/>
              <a:gd name="connsiteX100" fmla="*/ 2361816 w 4114416"/>
              <a:gd name="connsiteY100" fmla="*/ 1871134 h 2870200"/>
              <a:gd name="connsiteX101" fmla="*/ 2387216 w 4114416"/>
              <a:gd name="connsiteY101" fmla="*/ 1938867 h 2870200"/>
              <a:gd name="connsiteX102" fmla="*/ 2395682 w 4114416"/>
              <a:gd name="connsiteY102" fmla="*/ 1972734 h 2870200"/>
              <a:gd name="connsiteX103" fmla="*/ 2404149 w 4114416"/>
              <a:gd name="connsiteY103" fmla="*/ 1574800 h 2870200"/>
              <a:gd name="connsiteX104" fmla="*/ 2429549 w 4114416"/>
              <a:gd name="connsiteY104" fmla="*/ 1236134 h 2870200"/>
              <a:gd name="connsiteX105" fmla="*/ 2446482 w 4114416"/>
              <a:gd name="connsiteY105" fmla="*/ 1092200 h 2870200"/>
              <a:gd name="connsiteX106" fmla="*/ 2454949 w 4114416"/>
              <a:gd name="connsiteY106" fmla="*/ 1066800 h 2870200"/>
              <a:gd name="connsiteX107" fmla="*/ 2463416 w 4114416"/>
              <a:gd name="connsiteY107" fmla="*/ 1092200 h 2870200"/>
              <a:gd name="connsiteX108" fmla="*/ 2480349 w 4114416"/>
              <a:gd name="connsiteY108" fmla="*/ 1117600 h 2870200"/>
              <a:gd name="connsiteX109" fmla="*/ 2488816 w 4114416"/>
              <a:gd name="connsiteY109" fmla="*/ 1227667 h 2870200"/>
              <a:gd name="connsiteX110" fmla="*/ 2514216 w 4114416"/>
              <a:gd name="connsiteY110" fmla="*/ 753534 h 2870200"/>
              <a:gd name="connsiteX111" fmla="*/ 2531149 w 4114416"/>
              <a:gd name="connsiteY111" fmla="*/ 685800 h 2870200"/>
              <a:gd name="connsiteX112" fmla="*/ 2539616 w 4114416"/>
              <a:gd name="connsiteY112" fmla="*/ 609600 h 2870200"/>
              <a:gd name="connsiteX113" fmla="*/ 2548082 w 4114416"/>
              <a:gd name="connsiteY113" fmla="*/ 558800 h 2870200"/>
              <a:gd name="connsiteX114" fmla="*/ 2565016 w 4114416"/>
              <a:gd name="connsiteY114" fmla="*/ 584200 h 2870200"/>
              <a:gd name="connsiteX115" fmla="*/ 2573482 w 4114416"/>
              <a:gd name="connsiteY115" fmla="*/ 778934 h 2870200"/>
              <a:gd name="connsiteX116" fmla="*/ 2615816 w 4114416"/>
              <a:gd name="connsiteY116" fmla="*/ 914400 h 2870200"/>
              <a:gd name="connsiteX117" fmla="*/ 2632749 w 4114416"/>
              <a:gd name="connsiteY117" fmla="*/ 973667 h 2870200"/>
              <a:gd name="connsiteX118" fmla="*/ 2649682 w 4114416"/>
              <a:gd name="connsiteY118" fmla="*/ 812800 h 2870200"/>
              <a:gd name="connsiteX119" fmla="*/ 2666616 w 4114416"/>
              <a:gd name="connsiteY119" fmla="*/ 694267 h 2870200"/>
              <a:gd name="connsiteX120" fmla="*/ 2692016 w 4114416"/>
              <a:gd name="connsiteY120" fmla="*/ 558800 h 2870200"/>
              <a:gd name="connsiteX121" fmla="*/ 2717416 w 4114416"/>
              <a:gd name="connsiteY121" fmla="*/ 321734 h 2870200"/>
              <a:gd name="connsiteX122" fmla="*/ 2734349 w 4114416"/>
              <a:gd name="connsiteY122" fmla="*/ 1058334 h 2870200"/>
              <a:gd name="connsiteX123" fmla="*/ 2760746 w 4114416"/>
              <a:gd name="connsiteY123" fmla="*/ 1023969 h 2870200"/>
              <a:gd name="connsiteX124" fmla="*/ 2810549 w 4114416"/>
              <a:gd name="connsiteY124" fmla="*/ 905934 h 2870200"/>
              <a:gd name="connsiteX125" fmla="*/ 2844416 w 4114416"/>
              <a:gd name="connsiteY125" fmla="*/ 855134 h 2870200"/>
              <a:gd name="connsiteX126" fmla="*/ 2869816 w 4114416"/>
              <a:gd name="connsiteY126" fmla="*/ 1422400 h 2870200"/>
              <a:gd name="connsiteX127" fmla="*/ 2878282 w 4114416"/>
              <a:gd name="connsiteY127" fmla="*/ 1388534 h 2870200"/>
              <a:gd name="connsiteX128" fmla="*/ 2895216 w 4114416"/>
              <a:gd name="connsiteY128" fmla="*/ 1363134 h 2870200"/>
              <a:gd name="connsiteX129" fmla="*/ 2920616 w 4114416"/>
              <a:gd name="connsiteY129" fmla="*/ 1278467 h 2870200"/>
              <a:gd name="connsiteX130" fmla="*/ 2937549 w 4114416"/>
              <a:gd name="connsiteY130" fmla="*/ 1320800 h 2870200"/>
              <a:gd name="connsiteX131" fmla="*/ 2954482 w 4114416"/>
              <a:gd name="connsiteY131" fmla="*/ 1388534 h 2870200"/>
              <a:gd name="connsiteX132" fmla="*/ 2971416 w 4114416"/>
              <a:gd name="connsiteY132" fmla="*/ 1422400 h 2870200"/>
              <a:gd name="connsiteX133" fmla="*/ 3013749 w 4114416"/>
              <a:gd name="connsiteY133" fmla="*/ 1540934 h 2870200"/>
              <a:gd name="connsiteX134" fmla="*/ 3030682 w 4114416"/>
              <a:gd name="connsiteY134" fmla="*/ 1566334 h 2870200"/>
              <a:gd name="connsiteX135" fmla="*/ 3064549 w 4114416"/>
              <a:gd name="connsiteY135" fmla="*/ 1718734 h 2870200"/>
              <a:gd name="connsiteX136" fmla="*/ 3089949 w 4114416"/>
              <a:gd name="connsiteY136" fmla="*/ 1761067 h 2870200"/>
              <a:gd name="connsiteX137" fmla="*/ 3123816 w 4114416"/>
              <a:gd name="connsiteY137" fmla="*/ 1879600 h 2870200"/>
              <a:gd name="connsiteX138" fmla="*/ 3115349 w 4114416"/>
              <a:gd name="connsiteY138" fmla="*/ 1913467 h 2870200"/>
              <a:gd name="connsiteX139" fmla="*/ 3127799 w 4114416"/>
              <a:gd name="connsiteY139" fmla="*/ 1901016 h 2870200"/>
              <a:gd name="connsiteX140" fmla="*/ 3106882 w 4114416"/>
              <a:gd name="connsiteY140" fmla="*/ 1888067 h 2870200"/>
              <a:gd name="connsiteX141" fmla="*/ 3132282 w 4114416"/>
              <a:gd name="connsiteY141" fmla="*/ 1871134 h 2870200"/>
              <a:gd name="connsiteX142" fmla="*/ 3140749 w 4114416"/>
              <a:gd name="connsiteY142" fmla="*/ 1769534 h 2870200"/>
              <a:gd name="connsiteX143" fmla="*/ 3157682 w 4114416"/>
              <a:gd name="connsiteY143" fmla="*/ 1710267 h 2870200"/>
              <a:gd name="connsiteX144" fmla="*/ 3166149 w 4114416"/>
              <a:gd name="connsiteY144" fmla="*/ 1684867 h 2870200"/>
              <a:gd name="connsiteX145" fmla="*/ 3191549 w 4114416"/>
              <a:gd name="connsiteY145" fmla="*/ 1676400 h 2870200"/>
              <a:gd name="connsiteX146" fmla="*/ 3200016 w 4114416"/>
              <a:gd name="connsiteY146" fmla="*/ 2006600 h 2870200"/>
              <a:gd name="connsiteX147" fmla="*/ 3208482 w 4114416"/>
              <a:gd name="connsiteY147" fmla="*/ 2048934 h 2870200"/>
              <a:gd name="connsiteX148" fmla="*/ 3216949 w 4114416"/>
              <a:gd name="connsiteY148" fmla="*/ 2099734 h 2870200"/>
              <a:gd name="connsiteX149" fmla="*/ 3233882 w 4114416"/>
              <a:gd name="connsiteY149" fmla="*/ 2048934 h 2870200"/>
              <a:gd name="connsiteX150" fmla="*/ 3242349 w 4114416"/>
              <a:gd name="connsiteY150" fmla="*/ 1998134 h 2870200"/>
              <a:gd name="connsiteX151" fmla="*/ 3276216 w 4114416"/>
              <a:gd name="connsiteY151" fmla="*/ 2353734 h 2870200"/>
              <a:gd name="connsiteX152" fmla="*/ 3301616 w 4114416"/>
              <a:gd name="connsiteY152" fmla="*/ 2387600 h 2870200"/>
              <a:gd name="connsiteX153" fmla="*/ 3310082 w 4114416"/>
              <a:gd name="connsiteY153" fmla="*/ 2497667 h 2870200"/>
              <a:gd name="connsiteX154" fmla="*/ 3327016 w 4114416"/>
              <a:gd name="connsiteY154" fmla="*/ 2531534 h 2870200"/>
              <a:gd name="connsiteX155" fmla="*/ 3343949 w 4114416"/>
              <a:gd name="connsiteY155" fmla="*/ 2599267 h 2870200"/>
              <a:gd name="connsiteX156" fmla="*/ 3369349 w 4114416"/>
              <a:gd name="connsiteY156" fmla="*/ 2667000 h 2870200"/>
              <a:gd name="connsiteX157" fmla="*/ 3411682 w 4114416"/>
              <a:gd name="connsiteY157" fmla="*/ 2810934 h 2870200"/>
              <a:gd name="connsiteX158" fmla="*/ 3437082 w 4114416"/>
              <a:gd name="connsiteY158" fmla="*/ 2870200 h 2870200"/>
              <a:gd name="connsiteX159" fmla="*/ 3462482 w 4114416"/>
              <a:gd name="connsiteY159" fmla="*/ 1828800 h 2870200"/>
              <a:gd name="connsiteX160" fmla="*/ 3461984 w 4114416"/>
              <a:gd name="connsiteY160" fmla="*/ 2090271 h 2870200"/>
              <a:gd name="connsiteX161" fmla="*/ 3487882 w 4114416"/>
              <a:gd name="connsiteY161" fmla="*/ 1735667 h 2870200"/>
              <a:gd name="connsiteX162" fmla="*/ 3513282 w 4114416"/>
              <a:gd name="connsiteY162" fmla="*/ 1651000 h 2870200"/>
              <a:gd name="connsiteX163" fmla="*/ 3521749 w 4114416"/>
              <a:gd name="connsiteY163" fmla="*/ 1701800 h 2870200"/>
              <a:gd name="connsiteX164" fmla="*/ 3525733 w 4114416"/>
              <a:gd name="connsiteY164" fmla="*/ 1875118 h 2870200"/>
              <a:gd name="connsiteX165" fmla="*/ 3547149 w 4114416"/>
              <a:gd name="connsiteY165" fmla="*/ 1752600 h 2870200"/>
              <a:gd name="connsiteX166" fmla="*/ 3555616 w 4114416"/>
              <a:gd name="connsiteY166" fmla="*/ 1693334 h 2870200"/>
              <a:gd name="connsiteX167" fmla="*/ 3597949 w 4114416"/>
              <a:gd name="connsiteY167" fmla="*/ 1608667 h 2870200"/>
              <a:gd name="connsiteX168" fmla="*/ 3614882 w 4114416"/>
              <a:gd name="connsiteY168" fmla="*/ 1566334 h 2870200"/>
              <a:gd name="connsiteX169" fmla="*/ 3657216 w 4114416"/>
              <a:gd name="connsiteY169" fmla="*/ 1464734 h 2870200"/>
              <a:gd name="connsiteX170" fmla="*/ 3661200 w 4114416"/>
              <a:gd name="connsiteY170" fmla="*/ 1373094 h 2870200"/>
              <a:gd name="connsiteX171" fmla="*/ 3682616 w 4114416"/>
              <a:gd name="connsiteY171" fmla="*/ 1363134 h 2870200"/>
              <a:gd name="connsiteX172" fmla="*/ 3699549 w 4114416"/>
              <a:gd name="connsiteY172" fmla="*/ 1320800 h 2870200"/>
              <a:gd name="connsiteX173" fmla="*/ 3694569 w 4114416"/>
              <a:gd name="connsiteY173" fmla="*/ 1151964 h 2870200"/>
              <a:gd name="connsiteX174" fmla="*/ 3741882 w 4114416"/>
              <a:gd name="connsiteY174" fmla="*/ 1227667 h 2870200"/>
              <a:gd name="connsiteX175" fmla="*/ 3750349 w 4114416"/>
              <a:gd name="connsiteY175" fmla="*/ 1176867 h 2870200"/>
              <a:gd name="connsiteX176" fmla="*/ 3767282 w 4114416"/>
              <a:gd name="connsiteY176" fmla="*/ 1126067 h 2870200"/>
              <a:gd name="connsiteX177" fmla="*/ 3775749 w 4114416"/>
              <a:gd name="connsiteY177" fmla="*/ 1058334 h 2870200"/>
              <a:gd name="connsiteX178" fmla="*/ 3784216 w 4114416"/>
              <a:gd name="connsiteY178" fmla="*/ 1270000 h 2870200"/>
              <a:gd name="connsiteX179" fmla="*/ 3813064 w 4114416"/>
              <a:gd name="connsiteY179" fmla="*/ 678606 h 2870200"/>
              <a:gd name="connsiteX180" fmla="*/ 3818082 w 4114416"/>
              <a:gd name="connsiteY180" fmla="*/ 558800 h 2870200"/>
              <a:gd name="connsiteX181" fmla="*/ 3835016 w 4114416"/>
              <a:gd name="connsiteY181" fmla="*/ 482600 h 2870200"/>
              <a:gd name="connsiteX182" fmla="*/ 3843482 w 4114416"/>
              <a:gd name="connsiteY182" fmla="*/ 533400 h 2870200"/>
              <a:gd name="connsiteX183" fmla="*/ 3860416 w 4114416"/>
              <a:gd name="connsiteY183" fmla="*/ 660400 h 2870200"/>
              <a:gd name="connsiteX184" fmla="*/ 3868882 w 4114416"/>
              <a:gd name="connsiteY184" fmla="*/ 702734 h 2870200"/>
              <a:gd name="connsiteX185" fmla="*/ 3885816 w 4114416"/>
              <a:gd name="connsiteY185" fmla="*/ 736600 h 2870200"/>
              <a:gd name="connsiteX186" fmla="*/ 3902749 w 4114416"/>
              <a:gd name="connsiteY186" fmla="*/ 702734 h 2870200"/>
              <a:gd name="connsiteX187" fmla="*/ 3962016 w 4114416"/>
              <a:gd name="connsiteY187" fmla="*/ 482600 h 2870200"/>
              <a:gd name="connsiteX188" fmla="*/ 3978949 w 4114416"/>
              <a:gd name="connsiteY188" fmla="*/ 457200 h 2870200"/>
              <a:gd name="connsiteX189" fmla="*/ 4004349 w 4114416"/>
              <a:gd name="connsiteY189" fmla="*/ 177800 h 2870200"/>
              <a:gd name="connsiteX190" fmla="*/ 4029749 w 4114416"/>
              <a:gd name="connsiteY190" fmla="*/ 135467 h 2870200"/>
              <a:gd name="connsiteX191" fmla="*/ 4038216 w 4114416"/>
              <a:gd name="connsiteY191" fmla="*/ 101600 h 2870200"/>
              <a:gd name="connsiteX192" fmla="*/ 4046682 w 4114416"/>
              <a:gd name="connsiteY192" fmla="*/ 76200 h 2870200"/>
              <a:gd name="connsiteX193" fmla="*/ 4055149 w 4114416"/>
              <a:gd name="connsiteY193" fmla="*/ 110067 h 2870200"/>
              <a:gd name="connsiteX194" fmla="*/ 4072082 w 4114416"/>
              <a:gd name="connsiteY194" fmla="*/ 160867 h 2870200"/>
              <a:gd name="connsiteX195" fmla="*/ 4114416 w 4114416"/>
              <a:gd name="connsiteY195" fmla="*/ 0 h 2870200"/>
              <a:gd name="connsiteX0" fmla="*/ 0 w 4114416"/>
              <a:gd name="connsiteY0" fmla="*/ 735359 h 2870200"/>
              <a:gd name="connsiteX1" fmla="*/ 22363 w 4114416"/>
              <a:gd name="connsiteY1" fmla="*/ 647092 h 2870200"/>
              <a:gd name="connsiteX2" fmla="*/ 53451 w 4114416"/>
              <a:gd name="connsiteY2" fmla="*/ 567267 h 2870200"/>
              <a:gd name="connsiteX3" fmla="*/ 61790 w 4114416"/>
              <a:gd name="connsiteY3" fmla="*/ 828517 h 2870200"/>
              <a:gd name="connsiteX4" fmla="*/ 57549 w 4114416"/>
              <a:gd name="connsiteY4" fmla="*/ 1083293 h 2870200"/>
              <a:gd name="connsiteX5" fmla="*/ 55282 w 4114416"/>
              <a:gd name="connsiteY5" fmla="*/ 1212385 h 2870200"/>
              <a:gd name="connsiteX6" fmla="*/ 69873 w 4114416"/>
              <a:gd name="connsiteY6" fmla="*/ 1401791 h 2870200"/>
              <a:gd name="connsiteX7" fmla="*/ 112335 w 4114416"/>
              <a:gd name="connsiteY7" fmla="*/ 1209517 h 2870200"/>
              <a:gd name="connsiteX8" fmla="*/ 135082 w 4114416"/>
              <a:gd name="connsiteY8" fmla="*/ 1100667 h 2870200"/>
              <a:gd name="connsiteX9" fmla="*/ 168949 w 4114416"/>
              <a:gd name="connsiteY9" fmla="*/ 999067 h 2870200"/>
              <a:gd name="connsiteX10" fmla="*/ 185882 w 4114416"/>
              <a:gd name="connsiteY10" fmla="*/ 948267 h 2870200"/>
              <a:gd name="connsiteX11" fmla="*/ 202816 w 4114416"/>
              <a:gd name="connsiteY11" fmla="*/ 1134534 h 2870200"/>
              <a:gd name="connsiteX12" fmla="*/ 219749 w 4114416"/>
              <a:gd name="connsiteY12" fmla="*/ 1464734 h 2870200"/>
              <a:gd name="connsiteX13" fmla="*/ 279016 w 4114416"/>
              <a:gd name="connsiteY13" fmla="*/ 1363134 h 2870200"/>
              <a:gd name="connsiteX14" fmla="*/ 304416 w 4114416"/>
              <a:gd name="connsiteY14" fmla="*/ 1371600 h 2870200"/>
              <a:gd name="connsiteX15" fmla="*/ 312882 w 4114416"/>
              <a:gd name="connsiteY15" fmla="*/ 2243667 h 2870200"/>
              <a:gd name="connsiteX16" fmla="*/ 338282 w 4114416"/>
              <a:gd name="connsiteY16" fmla="*/ 2201334 h 2870200"/>
              <a:gd name="connsiteX17" fmla="*/ 346749 w 4114416"/>
              <a:gd name="connsiteY17" fmla="*/ 2150534 h 2870200"/>
              <a:gd name="connsiteX18" fmla="*/ 371651 w 4114416"/>
              <a:gd name="connsiteY18" fmla="*/ 2376146 h 2870200"/>
              <a:gd name="connsiteX19" fmla="*/ 389082 w 4114416"/>
              <a:gd name="connsiteY19" fmla="*/ 2082800 h 2870200"/>
              <a:gd name="connsiteX20" fmla="*/ 414981 w 4114416"/>
              <a:gd name="connsiteY20" fmla="*/ 1792444 h 2870200"/>
              <a:gd name="connsiteX21" fmla="*/ 422949 w 4114416"/>
              <a:gd name="connsiteY21" fmla="*/ 2032000 h 2870200"/>
              <a:gd name="connsiteX22" fmla="*/ 453908 w 4114416"/>
              <a:gd name="connsiteY22" fmla="*/ 1990884 h 2870200"/>
              <a:gd name="connsiteX23" fmla="*/ 465282 w 4114416"/>
              <a:gd name="connsiteY23" fmla="*/ 1752600 h 2870200"/>
              <a:gd name="connsiteX24" fmla="*/ 490682 w 4114416"/>
              <a:gd name="connsiteY24" fmla="*/ 1651000 h 2870200"/>
              <a:gd name="connsiteX25" fmla="*/ 516082 w 4114416"/>
              <a:gd name="connsiteY25" fmla="*/ 1710267 h 2870200"/>
              <a:gd name="connsiteX26" fmla="*/ 524549 w 4114416"/>
              <a:gd name="connsiteY26" fmla="*/ 1851666 h 2870200"/>
              <a:gd name="connsiteX27" fmla="*/ 558416 w 4114416"/>
              <a:gd name="connsiteY27" fmla="*/ 1820334 h 2870200"/>
              <a:gd name="connsiteX28" fmla="*/ 583816 w 4114416"/>
              <a:gd name="connsiteY28" fmla="*/ 1938867 h 2870200"/>
              <a:gd name="connsiteX29" fmla="*/ 600749 w 4114416"/>
              <a:gd name="connsiteY29" fmla="*/ 1998134 h 2870200"/>
              <a:gd name="connsiteX30" fmla="*/ 643082 w 4114416"/>
              <a:gd name="connsiteY30" fmla="*/ 1786467 h 2870200"/>
              <a:gd name="connsiteX31" fmla="*/ 668482 w 4114416"/>
              <a:gd name="connsiteY31" fmla="*/ 1718734 h 2870200"/>
              <a:gd name="connsiteX32" fmla="*/ 685416 w 4114416"/>
              <a:gd name="connsiteY32" fmla="*/ 1617134 h 2870200"/>
              <a:gd name="connsiteX33" fmla="*/ 702349 w 4114416"/>
              <a:gd name="connsiteY33" fmla="*/ 1557867 h 2870200"/>
              <a:gd name="connsiteX34" fmla="*/ 710816 w 4114416"/>
              <a:gd name="connsiteY34" fmla="*/ 1524000 h 2870200"/>
              <a:gd name="connsiteX35" fmla="*/ 727749 w 4114416"/>
              <a:gd name="connsiteY35" fmla="*/ 1312334 h 2870200"/>
              <a:gd name="connsiteX36" fmla="*/ 744682 w 4114416"/>
              <a:gd name="connsiteY36" fmla="*/ 1380067 h 2870200"/>
              <a:gd name="connsiteX37" fmla="*/ 761616 w 4114416"/>
              <a:gd name="connsiteY37" fmla="*/ 1532467 h 2870200"/>
              <a:gd name="connsiteX38" fmla="*/ 778549 w 4114416"/>
              <a:gd name="connsiteY38" fmla="*/ 1566334 h 2870200"/>
              <a:gd name="connsiteX39" fmla="*/ 820882 w 4114416"/>
              <a:gd name="connsiteY39" fmla="*/ 1430867 h 2870200"/>
              <a:gd name="connsiteX40" fmla="*/ 854749 w 4114416"/>
              <a:gd name="connsiteY40" fmla="*/ 1388534 h 2870200"/>
              <a:gd name="connsiteX41" fmla="*/ 863216 w 4114416"/>
              <a:gd name="connsiteY41" fmla="*/ 1498600 h 2870200"/>
              <a:gd name="connsiteX42" fmla="*/ 888616 w 4114416"/>
              <a:gd name="connsiteY42" fmla="*/ 1811867 h 2870200"/>
              <a:gd name="connsiteX43" fmla="*/ 897082 w 4114416"/>
              <a:gd name="connsiteY43" fmla="*/ 1642534 h 2870200"/>
              <a:gd name="connsiteX44" fmla="*/ 930949 w 4114416"/>
              <a:gd name="connsiteY44" fmla="*/ 1557867 h 2870200"/>
              <a:gd name="connsiteX45" fmla="*/ 939416 w 4114416"/>
              <a:gd name="connsiteY45" fmla="*/ 2006600 h 2870200"/>
              <a:gd name="connsiteX46" fmla="*/ 964816 w 4114416"/>
              <a:gd name="connsiteY46" fmla="*/ 2116667 h 2870200"/>
              <a:gd name="connsiteX47" fmla="*/ 973282 w 4114416"/>
              <a:gd name="connsiteY47" fmla="*/ 1948424 h 2870200"/>
              <a:gd name="connsiteX48" fmla="*/ 990216 w 4114416"/>
              <a:gd name="connsiteY48" fmla="*/ 1794934 h 2870200"/>
              <a:gd name="connsiteX49" fmla="*/ 998682 w 4114416"/>
              <a:gd name="connsiteY49" fmla="*/ 1761067 h 2870200"/>
              <a:gd name="connsiteX50" fmla="*/ 1015616 w 4114416"/>
              <a:gd name="connsiteY50" fmla="*/ 1871134 h 2870200"/>
              <a:gd name="connsiteX51" fmla="*/ 1032549 w 4114416"/>
              <a:gd name="connsiteY51" fmla="*/ 1947334 h 2870200"/>
              <a:gd name="connsiteX52" fmla="*/ 1049482 w 4114416"/>
              <a:gd name="connsiteY52" fmla="*/ 2040467 h 2870200"/>
              <a:gd name="connsiteX53" fmla="*/ 1074882 w 4114416"/>
              <a:gd name="connsiteY53" fmla="*/ 2108200 h 2870200"/>
              <a:gd name="connsiteX54" fmla="*/ 1105586 w 4114416"/>
              <a:gd name="connsiteY54" fmla="*/ 2165034 h 2870200"/>
              <a:gd name="connsiteX55" fmla="*/ 1117344 w 4114416"/>
              <a:gd name="connsiteY55" fmla="*/ 2220675 h 2870200"/>
              <a:gd name="connsiteX56" fmla="*/ 1134149 w 4114416"/>
              <a:gd name="connsiteY56" fmla="*/ 2108200 h 2870200"/>
              <a:gd name="connsiteX57" fmla="*/ 1184949 w 4114416"/>
              <a:gd name="connsiteY57" fmla="*/ 1989667 h 2870200"/>
              <a:gd name="connsiteX58" fmla="*/ 1221851 w 4114416"/>
              <a:gd name="connsiteY58" fmla="*/ 1898967 h 2870200"/>
              <a:gd name="connsiteX59" fmla="*/ 1244216 w 4114416"/>
              <a:gd name="connsiteY59" fmla="*/ 2167467 h 2870200"/>
              <a:gd name="connsiteX60" fmla="*/ 1261149 w 4114416"/>
              <a:gd name="connsiteY60" fmla="*/ 2082800 h 2870200"/>
              <a:gd name="connsiteX61" fmla="*/ 1269616 w 4114416"/>
              <a:gd name="connsiteY61" fmla="*/ 2015067 h 2870200"/>
              <a:gd name="connsiteX62" fmla="*/ 1311949 w 4114416"/>
              <a:gd name="connsiteY62" fmla="*/ 1854200 h 2870200"/>
              <a:gd name="connsiteX63" fmla="*/ 1320416 w 4114416"/>
              <a:gd name="connsiteY63" fmla="*/ 1803400 h 2870200"/>
              <a:gd name="connsiteX64" fmla="*/ 1345816 w 4114416"/>
              <a:gd name="connsiteY64" fmla="*/ 1701800 h 2870200"/>
              <a:gd name="connsiteX65" fmla="*/ 1379682 w 4114416"/>
              <a:gd name="connsiteY65" fmla="*/ 1744134 h 2870200"/>
              <a:gd name="connsiteX66" fmla="*/ 1422016 w 4114416"/>
              <a:gd name="connsiteY66" fmla="*/ 1879600 h 2870200"/>
              <a:gd name="connsiteX67" fmla="*/ 1455882 w 4114416"/>
              <a:gd name="connsiteY67" fmla="*/ 1947334 h 2870200"/>
              <a:gd name="connsiteX68" fmla="*/ 1472816 w 4114416"/>
              <a:gd name="connsiteY68" fmla="*/ 1938867 h 2870200"/>
              <a:gd name="connsiteX69" fmla="*/ 1515149 w 4114416"/>
              <a:gd name="connsiteY69" fmla="*/ 1803400 h 2870200"/>
              <a:gd name="connsiteX70" fmla="*/ 1574416 w 4114416"/>
              <a:gd name="connsiteY70" fmla="*/ 1651000 h 2870200"/>
              <a:gd name="connsiteX71" fmla="*/ 1582882 w 4114416"/>
              <a:gd name="connsiteY71" fmla="*/ 1591734 h 2870200"/>
              <a:gd name="connsiteX72" fmla="*/ 1608410 w 4114416"/>
              <a:gd name="connsiteY72" fmla="*/ 1462351 h 2870200"/>
              <a:gd name="connsiteX73" fmla="*/ 1633682 w 4114416"/>
              <a:gd name="connsiteY73" fmla="*/ 1524000 h 2870200"/>
              <a:gd name="connsiteX74" fmla="*/ 1659082 w 4114416"/>
              <a:gd name="connsiteY74" fmla="*/ 1490134 h 2870200"/>
              <a:gd name="connsiteX75" fmla="*/ 1684482 w 4114416"/>
              <a:gd name="connsiteY75" fmla="*/ 1388534 h 2870200"/>
              <a:gd name="connsiteX76" fmla="*/ 1732631 w 4114416"/>
              <a:gd name="connsiteY76" fmla="*/ 1294184 h 2870200"/>
              <a:gd name="connsiteX77" fmla="*/ 1794549 w 4114416"/>
              <a:gd name="connsiteY77" fmla="*/ 1176867 h 2870200"/>
              <a:gd name="connsiteX78" fmla="*/ 1831067 w 4114416"/>
              <a:gd name="connsiteY78" fmla="*/ 1238516 h 2870200"/>
              <a:gd name="connsiteX79" fmla="*/ 1853688 w 4114416"/>
              <a:gd name="connsiteY79" fmla="*/ 1323159 h 2870200"/>
              <a:gd name="connsiteX80" fmla="*/ 1887682 w 4114416"/>
              <a:gd name="connsiteY80" fmla="*/ 1422400 h 2870200"/>
              <a:gd name="connsiteX81" fmla="*/ 1938482 w 4114416"/>
              <a:gd name="connsiteY81" fmla="*/ 1600200 h 2870200"/>
              <a:gd name="connsiteX82" fmla="*/ 1978163 w 4114416"/>
              <a:gd name="connsiteY82" fmla="*/ 1762259 h 2870200"/>
              <a:gd name="connsiteX83" fmla="*/ 2006216 w 4114416"/>
              <a:gd name="connsiteY83" fmla="*/ 1498600 h 2870200"/>
              <a:gd name="connsiteX84" fmla="*/ 2023149 w 4114416"/>
              <a:gd name="connsiteY84" fmla="*/ 1464734 h 2870200"/>
              <a:gd name="connsiteX85" fmla="*/ 2031616 w 4114416"/>
              <a:gd name="connsiteY85" fmla="*/ 1439334 h 2870200"/>
              <a:gd name="connsiteX86" fmla="*/ 2067707 w 4114416"/>
              <a:gd name="connsiteY86" fmla="*/ 1908377 h 2870200"/>
              <a:gd name="connsiteX87" fmla="*/ 2082416 w 4114416"/>
              <a:gd name="connsiteY87" fmla="*/ 2032000 h 2870200"/>
              <a:gd name="connsiteX88" fmla="*/ 2090882 w 4114416"/>
              <a:gd name="connsiteY88" fmla="*/ 2150534 h 2870200"/>
              <a:gd name="connsiteX89" fmla="*/ 2099349 w 4114416"/>
              <a:gd name="connsiteY89" fmla="*/ 2489200 h 2870200"/>
              <a:gd name="connsiteX90" fmla="*/ 2133216 w 4114416"/>
              <a:gd name="connsiteY90" fmla="*/ 2421467 h 2870200"/>
              <a:gd name="connsiteX91" fmla="*/ 2175549 w 4114416"/>
              <a:gd name="connsiteY91" fmla="*/ 2319867 h 2870200"/>
              <a:gd name="connsiteX92" fmla="*/ 2192611 w 4114416"/>
              <a:gd name="connsiteY92" fmla="*/ 2271500 h 2870200"/>
              <a:gd name="connsiteX93" fmla="*/ 2212579 w 4114416"/>
              <a:gd name="connsiteY93" fmla="*/ 2206201 h 2870200"/>
              <a:gd name="connsiteX94" fmla="*/ 2251749 w 4114416"/>
              <a:gd name="connsiteY94" fmla="*/ 2514600 h 2870200"/>
              <a:gd name="connsiteX95" fmla="*/ 2277149 w 4114416"/>
              <a:gd name="connsiteY95" fmla="*/ 2565400 h 2870200"/>
              <a:gd name="connsiteX96" fmla="*/ 2285616 w 4114416"/>
              <a:gd name="connsiteY96" fmla="*/ 2489200 h 2870200"/>
              <a:gd name="connsiteX97" fmla="*/ 2302549 w 4114416"/>
              <a:gd name="connsiteY97" fmla="*/ 2421467 h 2870200"/>
              <a:gd name="connsiteX98" fmla="*/ 2311016 w 4114416"/>
              <a:gd name="connsiteY98" fmla="*/ 1718734 h 2870200"/>
              <a:gd name="connsiteX99" fmla="*/ 2336416 w 4114416"/>
              <a:gd name="connsiteY99" fmla="*/ 1811867 h 2870200"/>
              <a:gd name="connsiteX100" fmla="*/ 2361816 w 4114416"/>
              <a:gd name="connsiteY100" fmla="*/ 1871134 h 2870200"/>
              <a:gd name="connsiteX101" fmla="*/ 2387216 w 4114416"/>
              <a:gd name="connsiteY101" fmla="*/ 1938867 h 2870200"/>
              <a:gd name="connsiteX102" fmla="*/ 2395682 w 4114416"/>
              <a:gd name="connsiteY102" fmla="*/ 1972734 h 2870200"/>
              <a:gd name="connsiteX103" fmla="*/ 2404149 w 4114416"/>
              <a:gd name="connsiteY103" fmla="*/ 1574800 h 2870200"/>
              <a:gd name="connsiteX104" fmla="*/ 2429549 w 4114416"/>
              <a:gd name="connsiteY104" fmla="*/ 1236134 h 2870200"/>
              <a:gd name="connsiteX105" fmla="*/ 2446482 w 4114416"/>
              <a:gd name="connsiteY105" fmla="*/ 1092200 h 2870200"/>
              <a:gd name="connsiteX106" fmla="*/ 2454949 w 4114416"/>
              <a:gd name="connsiteY106" fmla="*/ 1066800 h 2870200"/>
              <a:gd name="connsiteX107" fmla="*/ 2463416 w 4114416"/>
              <a:gd name="connsiteY107" fmla="*/ 1092200 h 2870200"/>
              <a:gd name="connsiteX108" fmla="*/ 2480349 w 4114416"/>
              <a:gd name="connsiteY108" fmla="*/ 1117600 h 2870200"/>
              <a:gd name="connsiteX109" fmla="*/ 2488816 w 4114416"/>
              <a:gd name="connsiteY109" fmla="*/ 1227667 h 2870200"/>
              <a:gd name="connsiteX110" fmla="*/ 2514216 w 4114416"/>
              <a:gd name="connsiteY110" fmla="*/ 753534 h 2870200"/>
              <a:gd name="connsiteX111" fmla="*/ 2531149 w 4114416"/>
              <a:gd name="connsiteY111" fmla="*/ 685800 h 2870200"/>
              <a:gd name="connsiteX112" fmla="*/ 2539616 w 4114416"/>
              <a:gd name="connsiteY112" fmla="*/ 609600 h 2870200"/>
              <a:gd name="connsiteX113" fmla="*/ 2548082 w 4114416"/>
              <a:gd name="connsiteY113" fmla="*/ 558800 h 2870200"/>
              <a:gd name="connsiteX114" fmla="*/ 2565016 w 4114416"/>
              <a:gd name="connsiteY114" fmla="*/ 584200 h 2870200"/>
              <a:gd name="connsiteX115" fmla="*/ 2573482 w 4114416"/>
              <a:gd name="connsiteY115" fmla="*/ 778934 h 2870200"/>
              <a:gd name="connsiteX116" fmla="*/ 2615816 w 4114416"/>
              <a:gd name="connsiteY116" fmla="*/ 914400 h 2870200"/>
              <a:gd name="connsiteX117" fmla="*/ 2632749 w 4114416"/>
              <a:gd name="connsiteY117" fmla="*/ 973667 h 2870200"/>
              <a:gd name="connsiteX118" fmla="*/ 2649682 w 4114416"/>
              <a:gd name="connsiteY118" fmla="*/ 812800 h 2870200"/>
              <a:gd name="connsiteX119" fmla="*/ 2666616 w 4114416"/>
              <a:gd name="connsiteY119" fmla="*/ 694267 h 2870200"/>
              <a:gd name="connsiteX120" fmla="*/ 2692016 w 4114416"/>
              <a:gd name="connsiteY120" fmla="*/ 558800 h 2870200"/>
              <a:gd name="connsiteX121" fmla="*/ 2717416 w 4114416"/>
              <a:gd name="connsiteY121" fmla="*/ 321734 h 2870200"/>
              <a:gd name="connsiteX122" fmla="*/ 2734349 w 4114416"/>
              <a:gd name="connsiteY122" fmla="*/ 1058334 h 2870200"/>
              <a:gd name="connsiteX123" fmla="*/ 2760746 w 4114416"/>
              <a:gd name="connsiteY123" fmla="*/ 1023969 h 2870200"/>
              <a:gd name="connsiteX124" fmla="*/ 2810549 w 4114416"/>
              <a:gd name="connsiteY124" fmla="*/ 905934 h 2870200"/>
              <a:gd name="connsiteX125" fmla="*/ 2844416 w 4114416"/>
              <a:gd name="connsiteY125" fmla="*/ 855134 h 2870200"/>
              <a:gd name="connsiteX126" fmla="*/ 2869816 w 4114416"/>
              <a:gd name="connsiteY126" fmla="*/ 1422400 h 2870200"/>
              <a:gd name="connsiteX127" fmla="*/ 2878282 w 4114416"/>
              <a:gd name="connsiteY127" fmla="*/ 1388534 h 2870200"/>
              <a:gd name="connsiteX128" fmla="*/ 2895216 w 4114416"/>
              <a:gd name="connsiteY128" fmla="*/ 1363134 h 2870200"/>
              <a:gd name="connsiteX129" fmla="*/ 2920616 w 4114416"/>
              <a:gd name="connsiteY129" fmla="*/ 1278467 h 2870200"/>
              <a:gd name="connsiteX130" fmla="*/ 2937549 w 4114416"/>
              <a:gd name="connsiteY130" fmla="*/ 1320800 h 2870200"/>
              <a:gd name="connsiteX131" fmla="*/ 2954482 w 4114416"/>
              <a:gd name="connsiteY131" fmla="*/ 1388534 h 2870200"/>
              <a:gd name="connsiteX132" fmla="*/ 2971416 w 4114416"/>
              <a:gd name="connsiteY132" fmla="*/ 1422400 h 2870200"/>
              <a:gd name="connsiteX133" fmla="*/ 3013749 w 4114416"/>
              <a:gd name="connsiteY133" fmla="*/ 1540934 h 2870200"/>
              <a:gd name="connsiteX134" fmla="*/ 3030682 w 4114416"/>
              <a:gd name="connsiteY134" fmla="*/ 1566334 h 2870200"/>
              <a:gd name="connsiteX135" fmla="*/ 3064549 w 4114416"/>
              <a:gd name="connsiteY135" fmla="*/ 1718734 h 2870200"/>
              <a:gd name="connsiteX136" fmla="*/ 3089949 w 4114416"/>
              <a:gd name="connsiteY136" fmla="*/ 1761067 h 2870200"/>
              <a:gd name="connsiteX137" fmla="*/ 3123816 w 4114416"/>
              <a:gd name="connsiteY137" fmla="*/ 1879600 h 2870200"/>
              <a:gd name="connsiteX138" fmla="*/ 3115349 w 4114416"/>
              <a:gd name="connsiteY138" fmla="*/ 1913467 h 2870200"/>
              <a:gd name="connsiteX139" fmla="*/ 3127799 w 4114416"/>
              <a:gd name="connsiteY139" fmla="*/ 1901016 h 2870200"/>
              <a:gd name="connsiteX140" fmla="*/ 3106882 w 4114416"/>
              <a:gd name="connsiteY140" fmla="*/ 1888067 h 2870200"/>
              <a:gd name="connsiteX141" fmla="*/ 3132282 w 4114416"/>
              <a:gd name="connsiteY141" fmla="*/ 1871134 h 2870200"/>
              <a:gd name="connsiteX142" fmla="*/ 3140749 w 4114416"/>
              <a:gd name="connsiteY142" fmla="*/ 1769534 h 2870200"/>
              <a:gd name="connsiteX143" fmla="*/ 3157682 w 4114416"/>
              <a:gd name="connsiteY143" fmla="*/ 1710267 h 2870200"/>
              <a:gd name="connsiteX144" fmla="*/ 3166149 w 4114416"/>
              <a:gd name="connsiteY144" fmla="*/ 1684867 h 2870200"/>
              <a:gd name="connsiteX145" fmla="*/ 3191549 w 4114416"/>
              <a:gd name="connsiteY145" fmla="*/ 1676400 h 2870200"/>
              <a:gd name="connsiteX146" fmla="*/ 3200016 w 4114416"/>
              <a:gd name="connsiteY146" fmla="*/ 2006600 h 2870200"/>
              <a:gd name="connsiteX147" fmla="*/ 3208482 w 4114416"/>
              <a:gd name="connsiteY147" fmla="*/ 2048934 h 2870200"/>
              <a:gd name="connsiteX148" fmla="*/ 3216949 w 4114416"/>
              <a:gd name="connsiteY148" fmla="*/ 2099734 h 2870200"/>
              <a:gd name="connsiteX149" fmla="*/ 3233882 w 4114416"/>
              <a:gd name="connsiteY149" fmla="*/ 2048934 h 2870200"/>
              <a:gd name="connsiteX150" fmla="*/ 3242349 w 4114416"/>
              <a:gd name="connsiteY150" fmla="*/ 1998134 h 2870200"/>
              <a:gd name="connsiteX151" fmla="*/ 3276216 w 4114416"/>
              <a:gd name="connsiteY151" fmla="*/ 2353734 h 2870200"/>
              <a:gd name="connsiteX152" fmla="*/ 3301616 w 4114416"/>
              <a:gd name="connsiteY152" fmla="*/ 2387600 h 2870200"/>
              <a:gd name="connsiteX153" fmla="*/ 3310082 w 4114416"/>
              <a:gd name="connsiteY153" fmla="*/ 2497667 h 2870200"/>
              <a:gd name="connsiteX154" fmla="*/ 3327016 w 4114416"/>
              <a:gd name="connsiteY154" fmla="*/ 2531534 h 2870200"/>
              <a:gd name="connsiteX155" fmla="*/ 3343949 w 4114416"/>
              <a:gd name="connsiteY155" fmla="*/ 2599267 h 2870200"/>
              <a:gd name="connsiteX156" fmla="*/ 3369349 w 4114416"/>
              <a:gd name="connsiteY156" fmla="*/ 2667000 h 2870200"/>
              <a:gd name="connsiteX157" fmla="*/ 3411682 w 4114416"/>
              <a:gd name="connsiteY157" fmla="*/ 2810934 h 2870200"/>
              <a:gd name="connsiteX158" fmla="*/ 3437082 w 4114416"/>
              <a:gd name="connsiteY158" fmla="*/ 2870200 h 2870200"/>
              <a:gd name="connsiteX159" fmla="*/ 3462482 w 4114416"/>
              <a:gd name="connsiteY159" fmla="*/ 1828800 h 2870200"/>
              <a:gd name="connsiteX160" fmla="*/ 3461984 w 4114416"/>
              <a:gd name="connsiteY160" fmla="*/ 2090271 h 2870200"/>
              <a:gd name="connsiteX161" fmla="*/ 3487882 w 4114416"/>
              <a:gd name="connsiteY161" fmla="*/ 1735667 h 2870200"/>
              <a:gd name="connsiteX162" fmla="*/ 3513282 w 4114416"/>
              <a:gd name="connsiteY162" fmla="*/ 1651000 h 2870200"/>
              <a:gd name="connsiteX163" fmla="*/ 3521749 w 4114416"/>
              <a:gd name="connsiteY163" fmla="*/ 1701800 h 2870200"/>
              <a:gd name="connsiteX164" fmla="*/ 3525733 w 4114416"/>
              <a:gd name="connsiteY164" fmla="*/ 1875118 h 2870200"/>
              <a:gd name="connsiteX165" fmla="*/ 3547149 w 4114416"/>
              <a:gd name="connsiteY165" fmla="*/ 1752600 h 2870200"/>
              <a:gd name="connsiteX166" fmla="*/ 3555616 w 4114416"/>
              <a:gd name="connsiteY166" fmla="*/ 1693334 h 2870200"/>
              <a:gd name="connsiteX167" fmla="*/ 3597949 w 4114416"/>
              <a:gd name="connsiteY167" fmla="*/ 1608667 h 2870200"/>
              <a:gd name="connsiteX168" fmla="*/ 3614882 w 4114416"/>
              <a:gd name="connsiteY168" fmla="*/ 1566334 h 2870200"/>
              <a:gd name="connsiteX169" fmla="*/ 3657216 w 4114416"/>
              <a:gd name="connsiteY169" fmla="*/ 1464734 h 2870200"/>
              <a:gd name="connsiteX170" fmla="*/ 3661200 w 4114416"/>
              <a:gd name="connsiteY170" fmla="*/ 1373094 h 2870200"/>
              <a:gd name="connsiteX171" fmla="*/ 3682616 w 4114416"/>
              <a:gd name="connsiteY171" fmla="*/ 1363134 h 2870200"/>
              <a:gd name="connsiteX172" fmla="*/ 3699549 w 4114416"/>
              <a:gd name="connsiteY172" fmla="*/ 1320800 h 2870200"/>
              <a:gd name="connsiteX173" fmla="*/ 3694569 w 4114416"/>
              <a:gd name="connsiteY173" fmla="*/ 1151964 h 2870200"/>
              <a:gd name="connsiteX174" fmla="*/ 3741882 w 4114416"/>
              <a:gd name="connsiteY174" fmla="*/ 1227667 h 2870200"/>
              <a:gd name="connsiteX175" fmla="*/ 3750349 w 4114416"/>
              <a:gd name="connsiteY175" fmla="*/ 1176867 h 2870200"/>
              <a:gd name="connsiteX176" fmla="*/ 3767282 w 4114416"/>
              <a:gd name="connsiteY176" fmla="*/ 1126067 h 2870200"/>
              <a:gd name="connsiteX177" fmla="*/ 3775749 w 4114416"/>
              <a:gd name="connsiteY177" fmla="*/ 1058334 h 2870200"/>
              <a:gd name="connsiteX178" fmla="*/ 3784216 w 4114416"/>
              <a:gd name="connsiteY178" fmla="*/ 1270000 h 2870200"/>
              <a:gd name="connsiteX179" fmla="*/ 3813064 w 4114416"/>
              <a:gd name="connsiteY179" fmla="*/ 678606 h 2870200"/>
              <a:gd name="connsiteX180" fmla="*/ 3818082 w 4114416"/>
              <a:gd name="connsiteY180" fmla="*/ 558800 h 2870200"/>
              <a:gd name="connsiteX181" fmla="*/ 3835016 w 4114416"/>
              <a:gd name="connsiteY181" fmla="*/ 482600 h 2870200"/>
              <a:gd name="connsiteX182" fmla="*/ 3843482 w 4114416"/>
              <a:gd name="connsiteY182" fmla="*/ 533400 h 2870200"/>
              <a:gd name="connsiteX183" fmla="*/ 3860416 w 4114416"/>
              <a:gd name="connsiteY183" fmla="*/ 660400 h 2870200"/>
              <a:gd name="connsiteX184" fmla="*/ 3868882 w 4114416"/>
              <a:gd name="connsiteY184" fmla="*/ 702734 h 2870200"/>
              <a:gd name="connsiteX185" fmla="*/ 3885816 w 4114416"/>
              <a:gd name="connsiteY185" fmla="*/ 736600 h 2870200"/>
              <a:gd name="connsiteX186" fmla="*/ 3902749 w 4114416"/>
              <a:gd name="connsiteY186" fmla="*/ 702734 h 2870200"/>
              <a:gd name="connsiteX187" fmla="*/ 3962016 w 4114416"/>
              <a:gd name="connsiteY187" fmla="*/ 482600 h 2870200"/>
              <a:gd name="connsiteX188" fmla="*/ 3978949 w 4114416"/>
              <a:gd name="connsiteY188" fmla="*/ 457200 h 2870200"/>
              <a:gd name="connsiteX189" fmla="*/ 4004349 w 4114416"/>
              <a:gd name="connsiteY189" fmla="*/ 177800 h 2870200"/>
              <a:gd name="connsiteX190" fmla="*/ 4029749 w 4114416"/>
              <a:gd name="connsiteY190" fmla="*/ 135467 h 2870200"/>
              <a:gd name="connsiteX191" fmla="*/ 4038216 w 4114416"/>
              <a:gd name="connsiteY191" fmla="*/ 101600 h 2870200"/>
              <a:gd name="connsiteX192" fmla="*/ 4046682 w 4114416"/>
              <a:gd name="connsiteY192" fmla="*/ 76200 h 2870200"/>
              <a:gd name="connsiteX193" fmla="*/ 4055149 w 4114416"/>
              <a:gd name="connsiteY193" fmla="*/ 110067 h 2870200"/>
              <a:gd name="connsiteX194" fmla="*/ 4072082 w 4114416"/>
              <a:gd name="connsiteY194" fmla="*/ 160867 h 2870200"/>
              <a:gd name="connsiteX195" fmla="*/ 4114416 w 4114416"/>
              <a:gd name="connsiteY195" fmla="*/ 0 h 2870200"/>
              <a:gd name="connsiteX0" fmla="*/ 0 w 4114416"/>
              <a:gd name="connsiteY0" fmla="*/ 735359 h 2870200"/>
              <a:gd name="connsiteX1" fmla="*/ 22363 w 4114416"/>
              <a:gd name="connsiteY1" fmla="*/ 647092 h 2870200"/>
              <a:gd name="connsiteX2" fmla="*/ 53451 w 4114416"/>
              <a:gd name="connsiteY2" fmla="*/ 567267 h 2870200"/>
              <a:gd name="connsiteX3" fmla="*/ 61790 w 4114416"/>
              <a:gd name="connsiteY3" fmla="*/ 828517 h 2870200"/>
              <a:gd name="connsiteX4" fmla="*/ 57549 w 4114416"/>
              <a:gd name="connsiteY4" fmla="*/ 1083293 h 2870200"/>
              <a:gd name="connsiteX5" fmla="*/ 55282 w 4114416"/>
              <a:gd name="connsiteY5" fmla="*/ 1212385 h 2870200"/>
              <a:gd name="connsiteX6" fmla="*/ 69873 w 4114416"/>
              <a:gd name="connsiteY6" fmla="*/ 1401791 h 2870200"/>
              <a:gd name="connsiteX7" fmla="*/ 112335 w 4114416"/>
              <a:gd name="connsiteY7" fmla="*/ 1209517 h 2870200"/>
              <a:gd name="connsiteX8" fmla="*/ 135082 w 4114416"/>
              <a:gd name="connsiteY8" fmla="*/ 1100667 h 2870200"/>
              <a:gd name="connsiteX9" fmla="*/ 168949 w 4114416"/>
              <a:gd name="connsiteY9" fmla="*/ 999067 h 2870200"/>
              <a:gd name="connsiteX10" fmla="*/ 185882 w 4114416"/>
              <a:gd name="connsiteY10" fmla="*/ 948267 h 2870200"/>
              <a:gd name="connsiteX11" fmla="*/ 202816 w 4114416"/>
              <a:gd name="connsiteY11" fmla="*/ 1134534 h 2870200"/>
              <a:gd name="connsiteX12" fmla="*/ 219749 w 4114416"/>
              <a:gd name="connsiteY12" fmla="*/ 1464734 h 2870200"/>
              <a:gd name="connsiteX13" fmla="*/ 279016 w 4114416"/>
              <a:gd name="connsiteY13" fmla="*/ 1363134 h 2870200"/>
              <a:gd name="connsiteX14" fmla="*/ 304416 w 4114416"/>
              <a:gd name="connsiteY14" fmla="*/ 1371600 h 2870200"/>
              <a:gd name="connsiteX15" fmla="*/ 312882 w 4114416"/>
              <a:gd name="connsiteY15" fmla="*/ 2243667 h 2870200"/>
              <a:gd name="connsiteX16" fmla="*/ 338282 w 4114416"/>
              <a:gd name="connsiteY16" fmla="*/ 2201334 h 2870200"/>
              <a:gd name="connsiteX17" fmla="*/ 346749 w 4114416"/>
              <a:gd name="connsiteY17" fmla="*/ 2150534 h 2870200"/>
              <a:gd name="connsiteX18" fmla="*/ 371651 w 4114416"/>
              <a:gd name="connsiteY18" fmla="*/ 2376146 h 2870200"/>
              <a:gd name="connsiteX19" fmla="*/ 389082 w 4114416"/>
              <a:gd name="connsiteY19" fmla="*/ 2082800 h 2870200"/>
              <a:gd name="connsiteX20" fmla="*/ 414981 w 4114416"/>
              <a:gd name="connsiteY20" fmla="*/ 1792444 h 2870200"/>
              <a:gd name="connsiteX21" fmla="*/ 422949 w 4114416"/>
              <a:gd name="connsiteY21" fmla="*/ 2032000 h 2870200"/>
              <a:gd name="connsiteX22" fmla="*/ 453908 w 4114416"/>
              <a:gd name="connsiteY22" fmla="*/ 1990884 h 2870200"/>
              <a:gd name="connsiteX23" fmla="*/ 465282 w 4114416"/>
              <a:gd name="connsiteY23" fmla="*/ 1752600 h 2870200"/>
              <a:gd name="connsiteX24" fmla="*/ 490682 w 4114416"/>
              <a:gd name="connsiteY24" fmla="*/ 1651000 h 2870200"/>
              <a:gd name="connsiteX25" fmla="*/ 516082 w 4114416"/>
              <a:gd name="connsiteY25" fmla="*/ 1710267 h 2870200"/>
              <a:gd name="connsiteX26" fmla="*/ 524549 w 4114416"/>
              <a:gd name="connsiteY26" fmla="*/ 1851666 h 2870200"/>
              <a:gd name="connsiteX27" fmla="*/ 558416 w 4114416"/>
              <a:gd name="connsiteY27" fmla="*/ 1820334 h 2870200"/>
              <a:gd name="connsiteX28" fmla="*/ 583816 w 4114416"/>
              <a:gd name="connsiteY28" fmla="*/ 1938867 h 2870200"/>
              <a:gd name="connsiteX29" fmla="*/ 600749 w 4114416"/>
              <a:gd name="connsiteY29" fmla="*/ 1998134 h 2870200"/>
              <a:gd name="connsiteX30" fmla="*/ 643082 w 4114416"/>
              <a:gd name="connsiteY30" fmla="*/ 1786467 h 2870200"/>
              <a:gd name="connsiteX31" fmla="*/ 668482 w 4114416"/>
              <a:gd name="connsiteY31" fmla="*/ 1718734 h 2870200"/>
              <a:gd name="connsiteX32" fmla="*/ 685416 w 4114416"/>
              <a:gd name="connsiteY32" fmla="*/ 1617134 h 2870200"/>
              <a:gd name="connsiteX33" fmla="*/ 702349 w 4114416"/>
              <a:gd name="connsiteY33" fmla="*/ 1557867 h 2870200"/>
              <a:gd name="connsiteX34" fmla="*/ 710816 w 4114416"/>
              <a:gd name="connsiteY34" fmla="*/ 1524000 h 2870200"/>
              <a:gd name="connsiteX35" fmla="*/ 727749 w 4114416"/>
              <a:gd name="connsiteY35" fmla="*/ 1312334 h 2870200"/>
              <a:gd name="connsiteX36" fmla="*/ 744682 w 4114416"/>
              <a:gd name="connsiteY36" fmla="*/ 1380067 h 2870200"/>
              <a:gd name="connsiteX37" fmla="*/ 761616 w 4114416"/>
              <a:gd name="connsiteY37" fmla="*/ 1532467 h 2870200"/>
              <a:gd name="connsiteX38" fmla="*/ 778549 w 4114416"/>
              <a:gd name="connsiteY38" fmla="*/ 1566334 h 2870200"/>
              <a:gd name="connsiteX39" fmla="*/ 820882 w 4114416"/>
              <a:gd name="connsiteY39" fmla="*/ 1430867 h 2870200"/>
              <a:gd name="connsiteX40" fmla="*/ 854749 w 4114416"/>
              <a:gd name="connsiteY40" fmla="*/ 1388534 h 2870200"/>
              <a:gd name="connsiteX41" fmla="*/ 863216 w 4114416"/>
              <a:gd name="connsiteY41" fmla="*/ 1498600 h 2870200"/>
              <a:gd name="connsiteX42" fmla="*/ 888616 w 4114416"/>
              <a:gd name="connsiteY42" fmla="*/ 1811867 h 2870200"/>
              <a:gd name="connsiteX43" fmla="*/ 897082 w 4114416"/>
              <a:gd name="connsiteY43" fmla="*/ 1642534 h 2870200"/>
              <a:gd name="connsiteX44" fmla="*/ 930949 w 4114416"/>
              <a:gd name="connsiteY44" fmla="*/ 1557867 h 2870200"/>
              <a:gd name="connsiteX45" fmla="*/ 939416 w 4114416"/>
              <a:gd name="connsiteY45" fmla="*/ 2006600 h 2870200"/>
              <a:gd name="connsiteX46" fmla="*/ 964816 w 4114416"/>
              <a:gd name="connsiteY46" fmla="*/ 2116667 h 2870200"/>
              <a:gd name="connsiteX47" fmla="*/ 973282 w 4114416"/>
              <a:gd name="connsiteY47" fmla="*/ 1948424 h 2870200"/>
              <a:gd name="connsiteX48" fmla="*/ 990216 w 4114416"/>
              <a:gd name="connsiteY48" fmla="*/ 1794934 h 2870200"/>
              <a:gd name="connsiteX49" fmla="*/ 998682 w 4114416"/>
              <a:gd name="connsiteY49" fmla="*/ 1761067 h 2870200"/>
              <a:gd name="connsiteX50" fmla="*/ 1015616 w 4114416"/>
              <a:gd name="connsiteY50" fmla="*/ 1871134 h 2870200"/>
              <a:gd name="connsiteX51" fmla="*/ 1032549 w 4114416"/>
              <a:gd name="connsiteY51" fmla="*/ 1947334 h 2870200"/>
              <a:gd name="connsiteX52" fmla="*/ 1049482 w 4114416"/>
              <a:gd name="connsiteY52" fmla="*/ 2040467 h 2870200"/>
              <a:gd name="connsiteX53" fmla="*/ 1074882 w 4114416"/>
              <a:gd name="connsiteY53" fmla="*/ 2108200 h 2870200"/>
              <a:gd name="connsiteX54" fmla="*/ 1105586 w 4114416"/>
              <a:gd name="connsiteY54" fmla="*/ 2165034 h 2870200"/>
              <a:gd name="connsiteX55" fmla="*/ 1117344 w 4114416"/>
              <a:gd name="connsiteY55" fmla="*/ 2220675 h 2870200"/>
              <a:gd name="connsiteX56" fmla="*/ 1134149 w 4114416"/>
              <a:gd name="connsiteY56" fmla="*/ 2108200 h 2870200"/>
              <a:gd name="connsiteX57" fmla="*/ 1184949 w 4114416"/>
              <a:gd name="connsiteY57" fmla="*/ 1989667 h 2870200"/>
              <a:gd name="connsiteX58" fmla="*/ 1221851 w 4114416"/>
              <a:gd name="connsiteY58" fmla="*/ 1898967 h 2870200"/>
              <a:gd name="connsiteX59" fmla="*/ 1244216 w 4114416"/>
              <a:gd name="connsiteY59" fmla="*/ 2167467 h 2870200"/>
              <a:gd name="connsiteX60" fmla="*/ 1261149 w 4114416"/>
              <a:gd name="connsiteY60" fmla="*/ 2082800 h 2870200"/>
              <a:gd name="connsiteX61" fmla="*/ 1269616 w 4114416"/>
              <a:gd name="connsiteY61" fmla="*/ 2015067 h 2870200"/>
              <a:gd name="connsiteX62" fmla="*/ 1311949 w 4114416"/>
              <a:gd name="connsiteY62" fmla="*/ 1854200 h 2870200"/>
              <a:gd name="connsiteX63" fmla="*/ 1320416 w 4114416"/>
              <a:gd name="connsiteY63" fmla="*/ 1803400 h 2870200"/>
              <a:gd name="connsiteX64" fmla="*/ 1345816 w 4114416"/>
              <a:gd name="connsiteY64" fmla="*/ 1701800 h 2870200"/>
              <a:gd name="connsiteX65" fmla="*/ 1379682 w 4114416"/>
              <a:gd name="connsiteY65" fmla="*/ 1744134 h 2870200"/>
              <a:gd name="connsiteX66" fmla="*/ 1422016 w 4114416"/>
              <a:gd name="connsiteY66" fmla="*/ 1879600 h 2870200"/>
              <a:gd name="connsiteX67" fmla="*/ 1455882 w 4114416"/>
              <a:gd name="connsiteY67" fmla="*/ 1947334 h 2870200"/>
              <a:gd name="connsiteX68" fmla="*/ 1472816 w 4114416"/>
              <a:gd name="connsiteY68" fmla="*/ 1938867 h 2870200"/>
              <a:gd name="connsiteX69" fmla="*/ 1515149 w 4114416"/>
              <a:gd name="connsiteY69" fmla="*/ 1803400 h 2870200"/>
              <a:gd name="connsiteX70" fmla="*/ 1574416 w 4114416"/>
              <a:gd name="connsiteY70" fmla="*/ 1651000 h 2870200"/>
              <a:gd name="connsiteX71" fmla="*/ 1582882 w 4114416"/>
              <a:gd name="connsiteY71" fmla="*/ 1591734 h 2870200"/>
              <a:gd name="connsiteX72" fmla="*/ 1608410 w 4114416"/>
              <a:gd name="connsiteY72" fmla="*/ 1462351 h 2870200"/>
              <a:gd name="connsiteX73" fmla="*/ 1633682 w 4114416"/>
              <a:gd name="connsiteY73" fmla="*/ 1524000 h 2870200"/>
              <a:gd name="connsiteX74" fmla="*/ 1659082 w 4114416"/>
              <a:gd name="connsiteY74" fmla="*/ 1490134 h 2870200"/>
              <a:gd name="connsiteX75" fmla="*/ 1684482 w 4114416"/>
              <a:gd name="connsiteY75" fmla="*/ 1388534 h 2870200"/>
              <a:gd name="connsiteX76" fmla="*/ 1732631 w 4114416"/>
              <a:gd name="connsiteY76" fmla="*/ 1294184 h 2870200"/>
              <a:gd name="connsiteX77" fmla="*/ 1794549 w 4114416"/>
              <a:gd name="connsiteY77" fmla="*/ 1176867 h 2870200"/>
              <a:gd name="connsiteX78" fmla="*/ 1831067 w 4114416"/>
              <a:gd name="connsiteY78" fmla="*/ 1238516 h 2870200"/>
              <a:gd name="connsiteX79" fmla="*/ 1853688 w 4114416"/>
              <a:gd name="connsiteY79" fmla="*/ 1323159 h 2870200"/>
              <a:gd name="connsiteX80" fmla="*/ 1887682 w 4114416"/>
              <a:gd name="connsiteY80" fmla="*/ 1422400 h 2870200"/>
              <a:gd name="connsiteX81" fmla="*/ 1938482 w 4114416"/>
              <a:gd name="connsiteY81" fmla="*/ 1600200 h 2870200"/>
              <a:gd name="connsiteX82" fmla="*/ 1978163 w 4114416"/>
              <a:gd name="connsiteY82" fmla="*/ 1762259 h 2870200"/>
              <a:gd name="connsiteX83" fmla="*/ 2006216 w 4114416"/>
              <a:gd name="connsiteY83" fmla="*/ 1498600 h 2870200"/>
              <a:gd name="connsiteX84" fmla="*/ 2023149 w 4114416"/>
              <a:gd name="connsiteY84" fmla="*/ 1464734 h 2870200"/>
              <a:gd name="connsiteX85" fmla="*/ 2031616 w 4114416"/>
              <a:gd name="connsiteY85" fmla="*/ 1439334 h 2870200"/>
              <a:gd name="connsiteX86" fmla="*/ 2067707 w 4114416"/>
              <a:gd name="connsiteY86" fmla="*/ 1908377 h 2870200"/>
              <a:gd name="connsiteX87" fmla="*/ 2082416 w 4114416"/>
              <a:gd name="connsiteY87" fmla="*/ 2032000 h 2870200"/>
              <a:gd name="connsiteX88" fmla="*/ 2090882 w 4114416"/>
              <a:gd name="connsiteY88" fmla="*/ 2150534 h 2870200"/>
              <a:gd name="connsiteX89" fmla="*/ 2099349 w 4114416"/>
              <a:gd name="connsiteY89" fmla="*/ 2489200 h 2870200"/>
              <a:gd name="connsiteX90" fmla="*/ 2133216 w 4114416"/>
              <a:gd name="connsiteY90" fmla="*/ 2421467 h 2870200"/>
              <a:gd name="connsiteX91" fmla="*/ 2175549 w 4114416"/>
              <a:gd name="connsiteY91" fmla="*/ 2319867 h 2870200"/>
              <a:gd name="connsiteX92" fmla="*/ 2192611 w 4114416"/>
              <a:gd name="connsiteY92" fmla="*/ 2271500 h 2870200"/>
              <a:gd name="connsiteX93" fmla="*/ 2212579 w 4114416"/>
              <a:gd name="connsiteY93" fmla="*/ 2206201 h 2870200"/>
              <a:gd name="connsiteX94" fmla="*/ 2251749 w 4114416"/>
              <a:gd name="connsiteY94" fmla="*/ 2514600 h 2870200"/>
              <a:gd name="connsiteX95" fmla="*/ 2277149 w 4114416"/>
              <a:gd name="connsiteY95" fmla="*/ 2565400 h 2870200"/>
              <a:gd name="connsiteX96" fmla="*/ 2285616 w 4114416"/>
              <a:gd name="connsiteY96" fmla="*/ 2489200 h 2870200"/>
              <a:gd name="connsiteX97" fmla="*/ 2302549 w 4114416"/>
              <a:gd name="connsiteY97" fmla="*/ 2421467 h 2870200"/>
              <a:gd name="connsiteX98" fmla="*/ 2311016 w 4114416"/>
              <a:gd name="connsiteY98" fmla="*/ 1718734 h 2870200"/>
              <a:gd name="connsiteX99" fmla="*/ 2336416 w 4114416"/>
              <a:gd name="connsiteY99" fmla="*/ 1811867 h 2870200"/>
              <a:gd name="connsiteX100" fmla="*/ 2361816 w 4114416"/>
              <a:gd name="connsiteY100" fmla="*/ 1871134 h 2870200"/>
              <a:gd name="connsiteX101" fmla="*/ 2395682 w 4114416"/>
              <a:gd name="connsiteY101" fmla="*/ 1972734 h 2870200"/>
              <a:gd name="connsiteX102" fmla="*/ 2404149 w 4114416"/>
              <a:gd name="connsiteY102" fmla="*/ 1574800 h 2870200"/>
              <a:gd name="connsiteX103" fmla="*/ 2429549 w 4114416"/>
              <a:gd name="connsiteY103" fmla="*/ 1236134 h 2870200"/>
              <a:gd name="connsiteX104" fmla="*/ 2446482 w 4114416"/>
              <a:gd name="connsiteY104" fmla="*/ 1092200 h 2870200"/>
              <a:gd name="connsiteX105" fmla="*/ 2454949 w 4114416"/>
              <a:gd name="connsiteY105" fmla="*/ 1066800 h 2870200"/>
              <a:gd name="connsiteX106" fmla="*/ 2463416 w 4114416"/>
              <a:gd name="connsiteY106" fmla="*/ 1092200 h 2870200"/>
              <a:gd name="connsiteX107" fmla="*/ 2480349 w 4114416"/>
              <a:gd name="connsiteY107" fmla="*/ 1117600 h 2870200"/>
              <a:gd name="connsiteX108" fmla="*/ 2488816 w 4114416"/>
              <a:gd name="connsiteY108" fmla="*/ 1227667 h 2870200"/>
              <a:gd name="connsiteX109" fmla="*/ 2514216 w 4114416"/>
              <a:gd name="connsiteY109" fmla="*/ 753534 h 2870200"/>
              <a:gd name="connsiteX110" fmla="*/ 2531149 w 4114416"/>
              <a:gd name="connsiteY110" fmla="*/ 685800 h 2870200"/>
              <a:gd name="connsiteX111" fmla="*/ 2539616 w 4114416"/>
              <a:gd name="connsiteY111" fmla="*/ 609600 h 2870200"/>
              <a:gd name="connsiteX112" fmla="*/ 2548082 w 4114416"/>
              <a:gd name="connsiteY112" fmla="*/ 558800 h 2870200"/>
              <a:gd name="connsiteX113" fmla="*/ 2565016 w 4114416"/>
              <a:gd name="connsiteY113" fmla="*/ 584200 h 2870200"/>
              <a:gd name="connsiteX114" fmla="*/ 2573482 w 4114416"/>
              <a:gd name="connsiteY114" fmla="*/ 778934 h 2870200"/>
              <a:gd name="connsiteX115" fmla="*/ 2615816 w 4114416"/>
              <a:gd name="connsiteY115" fmla="*/ 914400 h 2870200"/>
              <a:gd name="connsiteX116" fmla="*/ 2632749 w 4114416"/>
              <a:gd name="connsiteY116" fmla="*/ 973667 h 2870200"/>
              <a:gd name="connsiteX117" fmla="*/ 2649682 w 4114416"/>
              <a:gd name="connsiteY117" fmla="*/ 812800 h 2870200"/>
              <a:gd name="connsiteX118" fmla="*/ 2666616 w 4114416"/>
              <a:gd name="connsiteY118" fmla="*/ 694267 h 2870200"/>
              <a:gd name="connsiteX119" fmla="*/ 2692016 w 4114416"/>
              <a:gd name="connsiteY119" fmla="*/ 558800 h 2870200"/>
              <a:gd name="connsiteX120" fmla="*/ 2717416 w 4114416"/>
              <a:gd name="connsiteY120" fmla="*/ 321734 h 2870200"/>
              <a:gd name="connsiteX121" fmla="*/ 2734349 w 4114416"/>
              <a:gd name="connsiteY121" fmla="*/ 1058334 h 2870200"/>
              <a:gd name="connsiteX122" fmla="*/ 2760746 w 4114416"/>
              <a:gd name="connsiteY122" fmla="*/ 1023969 h 2870200"/>
              <a:gd name="connsiteX123" fmla="*/ 2810549 w 4114416"/>
              <a:gd name="connsiteY123" fmla="*/ 905934 h 2870200"/>
              <a:gd name="connsiteX124" fmla="*/ 2844416 w 4114416"/>
              <a:gd name="connsiteY124" fmla="*/ 855134 h 2870200"/>
              <a:gd name="connsiteX125" fmla="*/ 2869816 w 4114416"/>
              <a:gd name="connsiteY125" fmla="*/ 1422400 h 2870200"/>
              <a:gd name="connsiteX126" fmla="*/ 2878282 w 4114416"/>
              <a:gd name="connsiteY126" fmla="*/ 1388534 h 2870200"/>
              <a:gd name="connsiteX127" fmla="*/ 2895216 w 4114416"/>
              <a:gd name="connsiteY127" fmla="*/ 1363134 h 2870200"/>
              <a:gd name="connsiteX128" fmla="*/ 2920616 w 4114416"/>
              <a:gd name="connsiteY128" fmla="*/ 1278467 h 2870200"/>
              <a:gd name="connsiteX129" fmla="*/ 2937549 w 4114416"/>
              <a:gd name="connsiteY129" fmla="*/ 1320800 h 2870200"/>
              <a:gd name="connsiteX130" fmla="*/ 2954482 w 4114416"/>
              <a:gd name="connsiteY130" fmla="*/ 1388534 h 2870200"/>
              <a:gd name="connsiteX131" fmla="*/ 2971416 w 4114416"/>
              <a:gd name="connsiteY131" fmla="*/ 1422400 h 2870200"/>
              <a:gd name="connsiteX132" fmla="*/ 3013749 w 4114416"/>
              <a:gd name="connsiteY132" fmla="*/ 1540934 h 2870200"/>
              <a:gd name="connsiteX133" fmla="*/ 3030682 w 4114416"/>
              <a:gd name="connsiteY133" fmla="*/ 1566334 h 2870200"/>
              <a:gd name="connsiteX134" fmla="*/ 3064549 w 4114416"/>
              <a:gd name="connsiteY134" fmla="*/ 1718734 h 2870200"/>
              <a:gd name="connsiteX135" fmla="*/ 3089949 w 4114416"/>
              <a:gd name="connsiteY135" fmla="*/ 1761067 h 2870200"/>
              <a:gd name="connsiteX136" fmla="*/ 3123816 w 4114416"/>
              <a:gd name="connsiteY136" fmla="*/ 1879600 h 2870200"/>
              <a:gd name="connsiteX137" fmla="*/ 3115349 w 4114416"/>
              <a:gd name="connsiteY137" fmla="*/ 1913467 h 2870200"/>
              <a:gd name="connsiteX138" fmla="*/ 3127799 w 4114416"/>
              <a:gd name="connsiteY138" fmla="*/ 1901016 h 2870200"/>
              <a:gd name="connsiteX139" fmla="*/ 3106882 w 4114416"/>
              <a:gd name="connsiteY139" fmla="*/ 1888067 h 2870200"/>
              <a:gd name="connsiteX140" fmla="*/ 3132282 w 4114416"/>
              <a:gd name="connsiteY140" fmla="*/ 1871134 h 2870200"/>
              <a:gd name="connsiteX141" fmla="*/ 3140749 w 4114416"/>
              <a:gd name="connsiteY141" fmla="*/ 1769534 h 2870200"/>
              <a:gd name="connsiteX142" fmla="*/ 3157682 w 4114416"/>
              <a:gd name="connsiteY142" fmla="*/ 1710267 h 2870200"/>
              <a:gd name="connsiteX143" fmla="*/ 3166149 w 4114416"/>
              <a:gd name="connsiteY143" fmla="*/ 1684867 h 2870200"/>
              <a:gd name="connsiteX144" fmla="*/ 3191549 w 4114416"/>
              <a:gd name="connsiteY144" fmla="*/ 1676400 h 2870200"/>
              <a:gd name="connsiteX145" fmla="*/ 3200016 w 4114416"/>
              <a:gd name="connsiteY145" fmla="*/ 2006600 h 2870200"/>
              <a:gd name="connsiteX146" fmla="*/ 3208482 w 4114416"/>
              <a:gd name="connsiteY146" fmla="*/ 2048934 h 2870200"/>
              <a:gd name="connsiteX147" fmla="*/ 3216949 w 4114416"/>
              <a:gd name="connsiteY147" fmla="*/ 2099734 h 2870200"/>
              <a:gd name="connsiteX148" fmla="*/ 3233882 w 4114416"/>
              <a:gd name="connsiteY148" fmla="*/ 2048934 h 2870200"/>
              <a:gd name="connsiteX149" fmla="*/ 3242349 w 4114416"/>
              <a:gd name="connsiteY149" fmla="*/ 1998134 h 2870200"/>
              <a:gd name="connsiteX150" fmla="*/ 3276216 w 4114416"/>
              <a:gd name="connsiteY150" fmla="*/ 2353734 h 2870200"/>
              <a:gd name="connsiteX151" fmla="*/ 3301616 w 4114416"/>
              <a:gd name="connsiteY151" fmla="*/ 2387600 h 2870200"/>
              <a:gd name="connsiteX152" fmla="*/ 3310082 w 4114416"/>
              <a:gd name="connsiteY152" fmla="*/ 2497667 h 2870200"/>
              <a:gd name="connsiteX153" fmla="*/ 3327016 w 4114416"/>
              <a:gd name="connsiteY153" fmla="*/ 2531534 h 2870200"/>
              <a:gd name="connsiteX154" fmla="*/ 3343949 w 4114416"/>
              <a:gd name="connsiteY154" fmla="*/ 2599267 h 2870200"/>
              <a:gd name="connsiteX155" fmla="*/ 3369349 w 4114416"/>
              <a:gd name="connsiteY155" fmla="*/ 2667000 h 2870200"/>
              <a:gd name="connsiteX156" fmla="*/ 3411682 w 4114416"/>
              <a:gd name="connsiteY156" fmla="*/ 2810934 h 2870200"/>
              <a:gd name="connsiteX157" fmla="*/ 3437082 w 4114416"/>
              <a:gd name="connsiteY157" fmla="*/ 2870200 h 2870200"/>
              <a:gd name="connsiteX158" fmla="*/ 3462482 w 4114416"/>
              <a:gd name="connsiteY158" fmla="*/ 1828800 h 2870200"/>
              <a:gd name="connsiteX159" fmla="*/ 3461984 w 4114416"/>
              <a:gd name="connsiteY159" fmla="*/ 2090271 h 2870200"/>
              <a:gd name="connsiteX160" fmla="*/ 3487882 w 4114416"/>
              <a:gd name="connsiteY160" fmla="*/ 1735667 h 2870200"/>
              <a:gd name="connsiteX161" fmla="*/ 3513282 w 4114416"/>
              <a:gd name="connsiteY161" fmla="*/ 1651000 h 2870200"/>
              <a:gd name="connsiteX162" fmla="*/ 3521749 w 4114416"/>
              <a:gd name="connsiteY162" fmla="*/ 1701800 h 2870200"/>
              <a:gd name="connsiteX163" fmla="*/ 3525733 w 4114416"/>
              <a:gd name="connsiteY163" fmla="*/ 1875118 h 2870200"/>
              <a:gd name="connsiteX164" fmla="*/ 3547149 w 4114416"/>
              <a:gd name="connsiteY164" fmla="*/ 1752600 h 2870200"/>
              <a:gd name="connsiteX165" fmla="*/ 3555616 w 4114416"/>
              <a:gd name="connsiteY165" fmla="*/ 1693334 h 2870200"/>
              <a:gd name="connsiteX166" fmla="*/ 3597949 w 4114416"/>
              <a:gd name="connsiteY166" fmla="*/ 1608667 h 2870200"/>
              <a:gd name="connsiteX167" fmla="*/ 3614882 w 4114416"/>
              <a:gd name="connsiteY167" fmla="*/ 1566334 h 2870200"/>
              <a:gd name="connsiteX168" fmla="*/ 3657216 w 4114416"/>
              <a:gd name="connsiteY168" fmla="*/ 1464734 h 2870200"/>
              <a:gd name="connsiteX169" fmla="*/ 3661200 w 4114416"/>
              <a:gd name="connsiteY169" fmla="*/ 1373094 h 2870200"/>
              <a:gd name="connsiteX170" fmla="*/ 3682616 w 4114416"/>
              <a:gd name="connsiteY170" fmla="*/ 1363134 h 2870200"/>
              <a:gd name="connsiteX171" fmla="*/ 3699549 w 4114416"/>
              <a:gd name="connsiteY171" fmla="*/ 1320800 h 2870200"/>
              <a:gd name="connsiteX172" fmla="*/ 3694569 w 4114416"/>
              <a:gd name="connsiteY172" fmla="*/ 1151964 h 2870200"/>
              <a:gd name="connsiteX173" fmla="*/ 3741882 w 4114416"/>
              <a:gd name="connsiteY173" fmla="*/ 1227667 h 2870200"/>
              <a:gd name="connsiteX174" fmla="*/ 3750349 w 4114416"/>
              <a:gd name="connsiteY174" fmla="*/ 1176867 h 2870200"/>
              <a:gd name="connsiteX175" fmla="*/ 3767282 w 4114416"/>
              <a:gd name="connsiteY175" fmla="*/ 1126067 h 2870200"/>
              <a:gd name="connsiteX176" fmla="*/ 3775749 w 4114416"/>
              <a:gd name="connsiteY176" fmla="*/ 1058334 h 2870200"/>
              <a:gd name="connsiteX177" fmla="*/ 3784216 w 4114416"/>
              <a:gd name="connsiteY177" fmla="*/ 1270000 h 2870200"/>
              <a:gd name="connsiteX178" fmla="*/ 3813064 w 4114416"/>
              <a:gd name="connsiteY178" fmla="*/ 678606 h 2870200"/>
              <a:gd name="connsiteX179" fmla="*/ 3818082 w 4114416"/>
              <a:gd name="connsiteY179" fmla="*/ 558800 h 2870200"/>
              <a:gd name="connsiteX180" fmla="*/ 3835016 w 4114416"/>
              <a:gd name="connsiteY180" fmla="*/ 482600 h 2870200"/>
              <a:gd name="connsiteX181" fmla="*/ 3843482 w 4114416"/>
              <a:gd name="connsiteY181" fmla="*/ 533400 h 2870200"/>
              <a:gd name="connsiteX182" fmla="*/ 3860416 w 4114416"/>
              <a:gd name="connsiteY182" fmla="*/ 660400 h 2870200"/>
              <a:gd name="connsiteX183" fmla="*/ 3868882 w 4114416"/>
              <a:gd name="connsiteY183" fmla="*/ 702734 h 2870200"/>
              <a:gd name="connsiteX184" fmla="*/ 3885816 w 4114416"/>
              <a:gd name="connsiteY184" fmla="*/ 736600 h 2870200"/>
              <a:gd name="connsiteX185" fmla="*/ 3902749 w 4114416"/>
              <a:gd name="connsiteY185" fmla="*/ 702734 h 2870200"/>
              <a:gd name="connsiteX186" fmla="*/ 3962016 w 4114416"/>
              <a:gd name="connsiteY186" fmla="*/ 482600 h 2870200"/>
              <a:gd name="connsiteX187" fmla="*/ 3978949 w 4114416"/>
              <a:gd name="connsiteY187" fmla="*/ 457200 h 2870200"/>
              <a:gd name="connsiteX188" fmla="*/ 4004349 w 4114416"/>
              <a:gd name="connsiteY188" fmla="*/ 177800 h 2870200"/>
              <a:gd name="connsiteX189" fmla="*/ 4029749 w 4114416"/>
              <a:gd name="connsiteY189" fmla="*/ 135467 h 2870200"/>
              <a:gd name="connsiteX190" fmla="*/ 4038216 w 4114416"/>
              <a:gd name="connsiteY190" fmla="*/ 101600 h 2870200"/>
              <a:gd name="connsiteX191" fmla="*/ 4046682 w 4114416"/>
              <a:gd name="connsiteY191" fmla="*/ 76200 h 2870200"/>
              <a:gd name="connsiteX192" fmla="*/ 4055149 w 4114416"/>
              <a:gd name="connsiteY192" fmla="*/ 110067 h 2870200"/>
              <a:gd name="connsiteX193" fmla="*/ 4072082 w 4114416"/>
              <a:gd name="connsiteY193" fmla="*/ 160867 h 2870200"/>
              <a:gd name="connsiteX194" fmla="*/ 4114416 w 4114416"/>
              <a:gd name="connsiteY194" fmla="*/ 0 h 2870200"/>
              <a:gd name="connsiteX0" fmla="*/ 0 w 4114416"/>
              <a:gd name="connsiteY0" fmla="*/ 735359 h 2870200"/>
              <a:gd name="connsiteX1" fmla="*/ 22363 w 4114416"/>
              <a:gd name="connsiteY1" fmla="*/ 647092 h 2870200"/>
              <a:gd name="connsiteX2" fmla="*/ 53451 w 4114416"/>
              <a:gd name="connsiteY2" fmla="*/ 567267 h 2870200"/>
              <a:gd name="connsiteX3" fmla="*/ 61790 w 4114416"/>
              <a:gd name="connsiteY3" fmla="*/ 828517 h 2870200"/>
              <a:gd name="connsiteX4" fmla="*/ 57549 w 4114416"/>
              <a:gd name="connsiteY4" fmla="*/ 1083293 h 2870200"/>
              <a:gd name="connsiteX5" fmla="*/ 55282 w 4114416"/>
              <a:gd name="connsiteY5" fmla="*/ 1212385 h 2870200"/>
              <a:gd name="connsiteX6" fmla="*/ 69873 w 4114416"/>
              <a:gd name="connsiteY6" fmla="*/ 1401791 h 2870200"/>
              <a:gd name="connsiteX7" fmla="*/ 112335 w 4114416"/>
              <a:gd name="connsiteY7" fmla="*/ 1209517 h 2870200"/>
              <a:gd name="connsiteX8" fmla="*/ 135082 w 4114416"/>
              <a:gd name="connsiteY8" fmla="*/ 1100667 h 2870200"/>
              <a:gd name="connsiteX9" fmla="*/ 168949 w 4114416"/>
              <a:gd name="connsiteY9" fmla="*/ 999067 h 2870200"/>
              <a:gd name="connsiteX10" fmla="*/ 185882 w 4114416"/>
              <a:gd name="connsiteY10" fmla="*/ 948267 h 2870200"/>
              <a:gd name="connsiteX11" fmla="*/ 202816 w 4114416"/>
              <a:gd name="connsiteY11" fmla="*/ 1134534 h 2870200"/>
              <a:gd name="connsiteX12" fmla="*/ 219749 w 4114416"/>
              <a:gd name="connsiteY12" fmla="*/ 1464734 h 2870200"/>
              <a:gd name="connsiteX13" fmla="*/ 279016 w 4114416"/>
              <a:gd name="connsiteY13" fmla="*/ 1363134 h 2870200"/>
              <a:gd name="connsiteX14" fmla="*/ 304416 w 4114416"/>
              <a:gd name="connsiteY14" fmla="*/ 1371600 h 2870200"/>
              <a:gd name="connsiteX15" fmla="*/ 312882 w 4114416"/>
              <a:gd name="connsiteY15" fmla="*/ 2243667 h 2870200"/>
              <a:gd name="connsiteX16" fmla="*/ 338282 w 4114416"/>
              <a:gd name="connsiteY16" fmla="*/ 2201334 h 2870200"/>
              <a:gd name="connsiteX17" fmla="*/ 346749 w 4114416"/>
              <a:gd name="connsiteY17" fmla="*/ 2150534 h 2870200"/>
              <a:gd name="connsiteX18" fmla="*/ 371651 w 4114416"/>
              <a:gd name="connsiteY18" fmla="*/ 2376146 h 2870200"/>
              <a:gd name="connsiteX19" fmla="*/ 389082 w 4114416"/>
              <a:gd name="connsiteY19" fmla="*/ 2082800 h 2870200"/>
              <a:gd name="connsiteX20" fmla="*/ 414981 w 4114416"/>
              <a:gd name="connsiteY20" fmla="*/ 1792444 h 2870200"/>
              <a:gd name="connsiteX21" fmla="*/ 422949 w 4114416"/>
              <a:gd name="connsiteY21" fmla="*/ 2032000 h 2870200"/>
              <a:gd name="connsiteX22" fmla="*/ 453908 w 4114416"/>
              <a:gd name="connsiteY22" fmla="*/ 1990884 h 2870200"/>
              <a:gd name="connsiteX23" fmla="*/ 465282 w 4114416"/>
              <a:gd name="connsiteY23" fmla="*/ 1752600 h 2870200"/>
              <a:gd name="connsiteX24" fmla="*/ 490682 w 4114416"/>
              <a:gd name="connsiteY24" fmla="*/ 1651000 h 2870200"/>
              <a:gd name="connsiteX25" fmla="*/ 516082 w 4114416"/>
              <a:gd name="connsiteY25" fmla="*/ 1710267 h 2870200"/>
              <a:gd name="connsiteX26" fmla="*/ 524549 w 4114416"/>
              <a:gd name="connsiteY26" fmla="*/ 1851666 h 2870200"/>
              <a:gd name="connsiteX27" fmla="*/ 558416 w 4114416"/>
              <a:gd name="connsiteY27" fmla="*/ 1820334 h 2870200"/>
              <a:gd name="connsiteX28" fmla="*/ 583816 w 4114416"/>
              <a:gd name="connsiteY28" fmla="*/ 1938867 h 2870200"/>
              <a:gd name="connsiteX29" fmla="*/ 600749 w 4114416"/>
              <a:gd name="connsiteY29" fmla="*/ 1998134 h 2870200"/>
              <a:gd name="connsiteX30" fmla="*/ 643082 w 4114416"/>
              <a:gd name="connsiteY30" fmla="*/ 1786467 h 2870200"/>
              <a:gd name="connsiteX31" fmla="*/ 668482 w 4114416"/>
              <a:gd name="connsiteY31" fmla="*/ 1718734 h 2870200"/>
              <a:gd name="connsiteX32" fmla="*/ 685416 w 4114416"/>
              <a:gd name="connsiteY32" fmla="*/ 1617134 h 2870200"/>
              <a:gd name="connsiteX33" fmla="*/ 702349 w 4114416"/>
              <a:gd name="connsiteY33" fmla="*/ 1557867 h 2870200"/>
              <a:gd name="connsiteX34" fmla="*/ 710816 w 4114416"/>
              <a:gd name="connsiteY34" fmla="*/ 1524000 h 2870200"/>
              <a:gd name="connsiteX35" fmla="*/ 727749 w 4114416"/>
              <a:gd name="connsiteY35" fmla="*/ 1312334 h 2870200"/>
              <a:gd name="connsiteX36" fmla="*/ 744682 w 4114416"/>
              <a:gd name="connsiteY36" fmla="*/ 1380067 h 2870200"/>
              <a:gd name="connsiteX37" fmla="*/ 761616 w 4114416"/>
              <a:gd name="connsiteY37" fmla="*/ 1532467 h 2870200"/>
              <a:gd name="connsiteX38" fmla="*/ 778549 w 4114416"/>
              <a:gd name="connsiteY38" fmla="*/ 1566334 h 2870200"/>
              <a:gd name="connsiteX39" fmla="*/ 820882 w 4114416"/>
              <a:gd name="connsiteY39" fmla="*/ 1430867 h 2870200"/>
              <a:gd name="connsiteX40" fmla="*/ 854749 w 4114416"/>
              <a:gd name="connsiteY40" fmla="*/ 1388534 h 2870200"/>
              <a:gd name="connsiteX41" fmla="*/ 863216 w 4114416"/>
              <a:gd name="connsiteY41" fmla="*/ 1498600 h 2870200"/>
              <a:gd name="connsiteX42" fmla="*/ 888616 w 4114416"/>
              <a:gd name="connsiteY42" fmla="*/ 1811867 h 2870200"/>
              <a:gd name="connsiteX43" fmla="*/ 897082 w 4114416"/>
              <a:gd name="connsiteY43" fmla="*/ 1642534 h 2870200"/>
              <a:gd name="connsiteX44" fmla="*/ 930949 w 4114416"/>
              <a:gd name="connsiteY44" fmla="*/ 1557867 h 2870200"/>
              <a:gd name="connsiteX45" fmla="*/ 939416 w 4114416"/>
              <a:gd name="connsiteY45" fmla="*/ 2006600 h 2870200"/>
              <a:gd name="connsiteX46" fmla="*/ 964816 w 4114416"/>
              <a:gd name="connsiteY46" fmla="*/ 2116667 h 2870200"/>
              <a:gd name="connsiteX47" fmla="*/ 973282 w 4114416"/>
              <a:gd name="connsiteY47" fmla="*/ 1948424 h 2870200"/>
              <a:gd name="connsiteX48" fmla="*/ 990216 w 4114416"/>
              <a:gd name="connsiteY48" fmla="*/ 1794934 h 2870200"/>
              <a:gd name="connsiteX49" fmla="*/ 998682 w 4114416"/>
              <a:gd name="connsiteY49" fmla="*/ 1761067 h 2870200"/>
              <a:gd name="connsiteX50" fmla="*/ 1015616 w 4114416"/>
              <a:gd name="connsiteY50" fmla="*/ 1871134 h 2870200"/>
              <a:gd name="connsiteX51" fmla="*/ 1032549 w 4114416"/>
              <a:gd name="connsiteY51" fmla="*/ 1947334 h 2870200"/>
              <a:gd name="connsiteX52" fmla="*/ 1049482 w 4114416"/>
              <a:gd name="connsiteY52" fmla="*/ 2040467 h 2870200"/>
              <a:gd name="connsiteX53" fmla="*/ 1074882 w 4114416"/>
              <a:gd name="connsiteY53" fmla="*/ 2108200 h 2870200"/>
              <a:gd name="connsiteX54" fmla="*/ 1105586 w 4114416"/>
              <a:gd name="connsiteY54" fmla="*/ 2165034 h 2870200"/>
              <a:gd name="connsiteX55" fmla="*/ 1117344 w 4114416"/>
              <a:gd name="connsiteY55" fmla="*/ 2220675 h 2870200"/>
              <a:gd name="connsiteX56" fmla="*/ 1134149 w 4114416"/>
              <a:gd name="connsiteY56" fmla="*/ 2108200 h 2870200"/>
              <a:gd name="connsiteX57" fmla="*/ 1184949 w 4114416"/>
              <a:gd name="connsiteY57" fmla="*/ 1989667 h 2870200"/>
              <a:gd name="connsiteX58" fmla="*/ 1221851 w 4114416"/>
              <a:gd name="connsiteY58" fmla="*/ 1898967 h 2870200"/>
              <a:gd name="connsiteX59" fmla="*/ 1244216 w 4114416"/>
              <a:gd name="connsiteY59" fmla="*/ 2167467 h 2870200"/>
              <a:gd name="connsiteX60" fmla="*/ 1261149 w 4114416"/>
              <a:gd name="connsiteY60" fmla="*/ 2082800 h 2870200"/>
              <a:gd name="connsiteX61" fmla="*/ 1269616 w 4114416"/>
              <a:gd name="connsiteY61" fmla="*/ 2015067 h 2870200"/>
              <a:gd name="connsiteX62" fmla="*/ 1311949 w 4114416"/>
              <a:gd name="connsiteY62" fmla="*/ 1854200 h 2870200"/>
              <a:gd name="connsiteX63" fmla="*/ 1320416 w 4114416"/>
              <a:gd name="connsiteY63" fmla="*/ 1803400 h 2870200"/>
              <a:gd name="connsiteX64" fmla="*/ 1345816 w 4114416"/>
              <a:gd name="connsiteY64" fmla="*/ 1701800 h 2870200"/>
              <a:gd name="connsiteX65" fmla="*/ 1379682 w 4114416"/>
              <a:gd name="connsiteY65" fmla="*/ 1744134 h 2870200"/>
              <a:gd name="connsiteX66" fmla="*/ 1422016 w 4114416"/>
              <a:gd name="connsiteY66" fmla="*/ 1879600 h 2870200"/>
              <a:gd name="connsiteX67" fmla="*/ 1455882 w 4114416"/>
              <a:gd name="connsiteY67" fmla="*/ 1947334 h 2870200"/>
              <a:gd name="connsiteX68" fmla="*/ 1472816 w 4114416"/>
              <a:gd name="connsiteY68" fmla="*/ 1938867 h 2870200"/>
              <a:gd name="connsiteX69" fmla="*/ 1515149 w 4114416"/>
              <a:gd name="connsiteY69" fmla="*/ 1803400 h 2870200"/>
              <a:gd name="connsiteX70" fmla="*/ 1574416 w 4114416"/>
              <a:gd name="connsiteY70" fmla="*/ 1651000 h 2870200"/>
              <a:gd name="connsiteX71" fmla="*/ 1582882 w 4114416"/>
              <a:gd name="connsiteY71" fmla="*/ 1591734 h 2870200"/>
              <a:gd name="connsiteX72" fmla="*/ 1608410 w 4114416"/>
              <a:gd name="connsiteY72" fmla="*/ 1462351 h 2870200"/>
              <a:gd name="connsiteX73" fmla="*/ 1633682 w 4114416"/>
              <a:gd name="connsiteY73" fmla="*/ 1524000 h 2870200"/>
              <a:gd name="connsiteX74" fmla="*/ 1659082 w 4114416"/>
              <a:gd name="connsiteY74" fmla="*/ 1490134 h 2870200"/>
              <a:gd name="connsiteX75" fmla="*/ 1684482 w 4114416"/>
              <a:gd name="connsiteY75" fmla="*/ 1388534 h 2870200"/>
              <a:gd name="connsiteX76" fmla="*/ 1732631 w 4114416"/>
              <a:gd name="connsiteY76" fmla="*/ 1294184 h 2870200"/>
              <a:gd name="connsiteX77" fmla="*/ 1794549 w 4114416"/>
              <a:gd name="connsiteY77" fmla="*/ 1176867 h 2870200"/>
              <a:gd name="connsiteX78" fmla="*/ 1831067 w 4114416"/>
              <a:gd name="connsiteY78" fmla="*/ 1238516 h 2870200"/>
              <a:gd name="connsiteX79" fmla="*/ 1853688 w 4114416"/>
              <a:gd name="connsiteY79" fmla="*/ 1323159 h 2870200"/>
              <a:gd name="connsiteX80" fmla="*/ 1887682 w 4114416"/>
              <a:gd name="connsiteY80" fmla="*/ 1422400 h 2870200"/>
              <a:gd name="connsiteX81" fmla="*/ 1938482 w 4114416"/>
              <a:gd name="connsiteY81" fmla="*/ 1600200 h 2870200"/>
              <a:gd name="connsiteX82" fmla="*/ 1978163 w 4114416"/>
              <a:gd name="connsiteY82" fmla="*/ 1762259 h 2870200"/>
              <a:gd name="connsiteX83" fmla="*/ 2006216 w 4114416"/>
              <a:gd name="connsiteY83" fmla="*/ 1498600 h 2870200"/>
              <a:gd name="connsiteX84" fmla="*/ 2023149 w 4114416"/>
              <a:gd name="connsiteY84" fmla="*/ 1464734 h 2870200"/>
              <a:gd name="connsiteX85" fmla="*/ 2031616 w 4114416"/>
              <a:gd name="connsiteY85" fmla="*/ 1439334 h 2870200"/>
              <a:gd name="connsiteX86" fmla="*/ 2067707 w 4114416"/>
              <a:gd name="connsiteY86" fmla="*/ 1908377 h 2870200"/>
              <a:gd name="connsiteX87" fmla="*/ 2082416 w 4114416"/>
              <a:gd name="connsiteY87" fmla="*/ 2032000 h 2870200"/>
              <a:gd name="connsiteX88" fmla="*/ 2090882 w 4114416"/>
              <a:gd name="connsiteY88" fmla="*/ 2150534 h 2870200"/>
              <a:gd name="connsiteX89" fmla="*/ 2099349 w 4114416"/>
              <a:gd name="connsiteY89" fmla="*/ 2489200 h 2870200"/>
              <a:gd name="connsiteX90" fmla="*/ 2133216 w 4114416"/>
              <a:gd name="connsiteY90" fmla="*/ 2421467 h 2870200"/>
              <a:gd name="connsiteX91" fmla="*/ 2175549 w 4114416"/>
              <a:gd name="connsiteY91" fmla="*/ 2319867 h 2870200"/>
              <a:gd name="connsiteX92" fmla="*/ 2192611 w 4114416"/>
              <a:gd name="connsiteY92" fmla="*/ 2271500 h 2870200"/>
              <a:gd name="connsiteX93" fmla="*/ 2212579 w 4114416"/>
              <a:gd name="connsiteY93" fmla="*/ 2206201 h 2870200"/>
              <a:gd name="connsiteX94" fmla="*/ 2251749 w 4114416"/>
              <a:gd name="connsiteY94" fmla="*/ 2514600 h 2870200"/>
              <a:gd name="connsiteX95" fmla="*/ 2277149 w 4114416"/>
              <a:gd name="connsiteY95" fmla="*/ 2565400 h 2870200"/>
              <a:gd name="connsiteX96" fmla="*/ 2285616 w 4114416"/>
              <a:gd name="connsiteY96" fmla="*/ 2489200 h 2870200"/>
              <a:gd name="connsiteX97" fmla="*/ 2302549 w 4114416"/>
              <a:gd name="connsiteY97" fmla="*/ 2421467 h 2870200"/>
              <a:gd name="connsiteX98" fmla="*/ 2311016 w 4114416"/>
              <a:gd name="connsiteY98" fmla="*/ 1718734 h 2870200"/>
              <a:gd name="connsiteX99" fmla="*/ 2336416 w 4114416"/>
              <a:gd name="connsiteY99" fmla="*/ 1811867 h 2870200"/>
              <a:gd name="connsiteX100" fmla="*/ 2361816 w 4114416"/>
              <a:gd name="connsiteY100" fmla="*/ 1871134 h 2870200"/>
              <a:gd name="connsiteX101" fmla="*/ 2395682 w 4114416"/>
              <a:gd name="connsiteY101" fmla="*/ 1972734 h 2870200"/>
              <a:gd name="connsiteX102" fmla="*/ 2404149 w 4114416"/>
              <a:gd name="connsiteY102" fmla="*/ 1574800 h 2870200"/>
              <a:gd name="connsiteX103" fmla="*/ 2429549 w 4114416"/>
              <a:gd name="connsiteY103" fmla="*/ 1236134 h 2870200"/>
              <a:gd name="connsiteX104" fmla="*/ 2446482 w 4114416"/>
              <a:gd name="connsiteY104" fmla="*/ 1092200 h 2870200"/>
              <a:gd name="connsiteX105" fmla="*/ 2454949 w 4114416"/>
              <a:gd name="connsiteY105" fmla="*/ 1066800 h 2870200"/>
              <a:gd name="connsiteX106" fmla="*/ 2463416 w 4114416"/>
              <a:gd name="connsiteY106" fmla="*/ 1092200 h 2870200"/>
              <a:gd name="connsiteX107" fmla="*/ 2488816 w 4114416"/>
              <a:gd name="connsiteY107" fmla="*/ 1227667 h 2870200"/>
              <a:gd name="connsiteX108" fmla="*/ 2514216 w 4114416"/>
              <a:gd name="connsiteY108" fmla="*/ 753534 h 2870200"/>
              <a:gd name="connsiteX109" fmla="*/ 2531149 w 4114416"/>
              <a:gd name="connsiteY109" fmla="*/ 685800 h 2870200"/>
              <a:gd name="connsiteX110" fmla="*/ 2539616 w 4114416"/>
              <a:gd name="connsiteY110" fmla="*/ 609600 h 2870200"/>
              <a:gd name="connsiteX111" fmla="*/ 2548082 w 4114416"/>
              <a:gd name="connsiteY111" fmla="*/ 558800 h 2870200"/>
              <a:gd name="connsiteX112" fmla="*/ 2565016 w 4114416"/>
              <a:gd name="connsiteY112" fmla="*/ 584200 h 2870200"/>
              <a:gd name="connsiteX113" fmla="*/ 2573482 w 4114416"/>
              <a:gd name="connsiteY113" fmla="*/ 778934 h 2870200"/>
              <a:gd name="connsiteX114" fmla="*/ 2615816 w 4114416"/>
              <a:gd name="connsiteY114" fmla="*/ 914400 h 2870200"/>
              <a:gd name="connsiteX115" fmla="*/ 2632749 w 4114416"/>
              <a:gd name="connsiteY115" fmla="*/ 973667 h 2870200"/>
              <a:gd name="connsiteX116" fmla="*/ 2649682 w 4114416"/>
              <a:gd name="connsiteY116" fmla="*/ 812800 h 2870200"/>
              <a:gd name="connsiteX117" fmla="*/ 2666616 w 4114416"/>
              <a:gd name="connsiteY117" fmla="*/ 694267 h 2870200"/>
              <a:gd name="connsiteX118" fmla="*/ 2692016 w 4114416"/>
              <a:gd name="connsiteY118" fmla="*/ 558800 h 2870200"/>
              <a:gd name="connsiteX119" fmla="*/ 2717416 w 4114416"/>
              <a:gd name="connsiteY119" fmla="*/ 321734 h 2870200"/>
              <a:gd name="connsiteX120" fmla="*/ 2734349 w 4114416"/>
              <a:gd name="connsiteY120" fmla="*/ 1058334 h 2870200"/>
              <a:gd name="connsiteX121" fmla="*/ 2760746 w 4114416"/>
              <a:gd name="connsiteY121" fmla="*/ 1023969 h 2870200"/>
              <a:gd name="connsiteX122" fmla="*/ 2810549 w 4114416"/>
              <a:gd name="connsiteY122" fmla="*/ 905934 h 2870200"/>
              <a:gd name="connsiteX123" fmla="*/ 2844416 w 4114416"/>
              <a:gd name="connsiteY123" fmla="*/ 855134 h 2870200"/>
              <a:gd name="connsiteX124" fmla="*/ 2869816 w 4114416"/>
              <a:gd name="connsiteY124" fmla="*/ 1422400 h 2870200"/>
              <a:gd name="connsiteX125" fmla="*/ 2878282 w 4114416"/>
              <a:gd name="connsiteY125" fmla="*/ 1388534 h 2870200"/>
              <a:gd name="connsiteX126" fmla="*/ 2895216 w 4114416"/>
              <a:gd name="connsiteY126" fmla="*/ 1363134 h 2870200"/>
              <a:gd name="connsiteX127" fmla="*/ 2920616 w 4114416"/>
              <a:gd name="connsiteY127" fmla="*/ 1278467 h 2870200"/>
              <a:gd name="connsiteX128" fmla="*/ 2937549 w 4114416"/>
              <a:gd name="connsiteY128" fmla="*/ 1320800 h 2870200"/>
              <a:gd name="connsiteX129" fmla="*/ 2954482 w 4114416"/>
              <a:gd name="connsiteY129" fmla="*/ 1388534 h 2870200"/>
              <a:gd name="connsiteX130" fmla="*/ 2971416 w 4114416"/>
              <a:gd name="connsiteY130" fmla="*/ 1422400 h 2870200"/>
              <a:gd name="connsiteX131" fmla="*/ 3013749 w 4114416"/>
              <a:gd name="connsiteY131" fmla="*/ 1540934 h 2870200"/>
              <a:gd name="connsiteX132" fmla="*/ 3030682 w 4114416"/>
              <a:gd name="connsiteY132" fmla="*/ 1566334 h 2870200"/>
              <a:gd name="connsiteX133" fmla="*/ 3064549 w 4114416"/>
              <a:gd name="connsiteY133" fmla="*/ 1718734 h 2870200"/>
              <a:gd name="connsiteX134" fmla="*/ 3089949 w 4114416"/>
              <a:gd name="connsiteY134" fmla="*/ 1761067 h 2870200"/>
              <a:gd name="connsiteX135" fmla="*/ 3123816 w 4114416"/>
              <a:gd name="connsiteY135" fmla="*/ 1879600 h 2870200"/>
              <a:gd name="connsiteX136" fmla="*/ 3115349 w 4114416"/>
              <a:gd name="connsiteY136" fmla="*/ 1913467 h 2870200"/>
              <a:gd name="connsiteX137" fmla="*/ 3127799 w 4114416"/>
              <a:gd name="connsiteY137" fmla="*/ 1901016 h 2870200"/>
              <a:gd name="connsiteX138" fmla="*/ 3106882 w 4114416"/>
              <a:gd name="connsiteY138" fmla="*/ 1888067 h 2870200"/>
              <a:gd name="connsiteX139" fmla="*/ 3132282 w 4114416"/>
              <a:gd name="connsiteY139" fmla="*/ 1871134 h 2870200"/>
              <a:gd name="connsiteX140" fmla="*/ 3140749 w 4114416"/>
              <a:gd name="connsiteY140" fmla="*/ 1769534 h 2870200"/>
              <a:gd name="connsiteX141" fmla="*/ 3157682 w 4114416"/>
              <a:gd name="connsiteY141" fmla="*/ 1710267 h 2870200"/>
              <a:gd name="connsiteX142" fmla="*/ 3166149 w 4114416"/>
              <a:gd name="connsiteY142" fmla="*/ 1684867 h 2870200"/>
              <a:gd name="connsiteX143" fmla="*/ 3191549 w 4114416"/>
              <a:gd name="connsiteY143" fmla="*/ 1676400 h 2870200"/>
              <a:gd name="connsiteX144" fmla="*/ 3200016 w 4114416"/>
              <a:gd name="connsiteY144" fmla="*/ 2006600 h 2870200"/>
              <a:gd name="connsiteX145" fmla="*/ 3208482 w 4114416"/>
              <a:gd name="connsiteY145" fmla="*/ 2048934 h 2870200"/>
              <a:gd name="connsiteX146" fmla="*/ 3216949 w 4114416"/>
              <a:gd name="connsiteY146" fmla="*/ 2099734 h 2870200"/>
              <a:gd name="connsiteX147" fmla="*/ 3233882 w 4114416"/>
              <a:gd name="connsiteY147" fmla="*/ 2048934 h 2870200"/>
              <a:gd name="connsiteX148" fmla="*/ 3242349 w 4114416"/>
              <a:gd name="connsiteY148" fmla="*/ 1998134 h 2870200"/>
              <a:gd name="connsiteX149" fmla="*/ 3276216 w 4114416"/>
              <a:gd name="connsiteY149" fmla="*/ 2353734 h 2870200"/>
              <a:gd name="connsiteX150" fmla="*/ 3301616 w 4114416"/>
              <a:gd name="connsiteY150" fmla="*/ 2387600 h 2870200"/>
              <a:gd name="connsiteX151" fmla="*/ 3310082 w 4114416"/>
              <a:gd name="connsiteY151" fmla="*/ 2497667 h 2870200"/>
              <a:gd name="connsiteX152" fmla="*/ 3327016 w 4114416"/>
              <a:gd name="connsiteY152" fmla="*/ 2531534 h 2870200"/>
              <a:gd name="connsiteX153" fmla="*/ 3343949 w 4114416"/>
              <a:gd name="connsiteY153" fmla="*/ 2599267 h 2870200"/>
              <a:gd name="connsiteX154" fmla="*/ 3369349 w 4114416"/>
              <a:gd name="connsiteY154" fmla="*/ 2667000 h 2870200"/>
              <a:gd name="connsiteX155" fmla="*/ 3411682 w 4114416"/>
              <a:gd name="connsiteY155" fmla="*/ 2810934 h 2870200"/>
              <a:gd name="connsiteX156" fmla="*/ 3437082 w 4114416"/>
              <a:gd name="connsiteY156" fmla="*/ 2870200 h 2870200"/>
              <a:gd name="connsiteX157" fmla="*/ 3462482 w 4114416"/>
              <a:gd name="connsiteY157" fmla="*/ 1828800 h 2870200"/>
              <a:gd name="connsiteX158" fmla="*/ 3461984 w 4114416"/>
              <a:gd name="connsiteY158" fmla="*/ 2090271 h 2870200"/>
              <a:gd name="connsiteX159" fmla="*/ 3487882 w 4114416"/>
              <a:gd name="connsiteY159" fmla="*/ 1735667 h 2870200"/>
              <a:gd name="connsiteX160" fmla="*/ 3513282 w 4114416"/>
              <a:gd name="connsiteY160" fmla="*/ 1651000 h 2870200"/>
              <a:gd name="connsiteX161" fmla="*/ 3521749 w 4114416"/>
              <a:gd name="connsiteY161" fmla="*/ 1701800 h 2870200"/>
              <a:gd name="connsiteX162" fmla="*/ 3525733 w 4114416"/>
              <a:gd name="connsiteY162" fmla="*/ 1875118 h 2870200"/>
              <a:gd name="connsiteX163" fmla="*/ 3547149 w 4114416"/>
              <a:gd name="connsiteY163" fmla="*/ 1752600 h 2870200"/>
              <a:gd name="connsiteX164" fmla="*/ 3555616 w 4114416"/>
              <a:gd name="connsiteY164" fmla="*/ 1693334 h 2870200"/>
              <a:gd name="connsiteX165" fmla="*/ 3597949 w 4114416"/>
              <a:gd name="connsiteY165" fmla="*/ 1608667 h 2870200"/>
              <a:gd name="connsiteX166" fmla="*/ 3614882 w 4114416"/>
              <a:gd name="connsiteY166" fmla="*/ 1566334 h 2870200"/>
              <a:gd name="connsiteX167" fmla="*/ 3657216 w 4114416"/>
              <a:gd name="connsiteY167" fmla="*/ 1464734 h 2870200"/>
              <a:gd name="connsiteX168" fmla="*/ 3661200 w 4114416"/>
              <a:gd name="connsiteY168" fmla="*/ 1373094 h 2870200"/>
              <a:gd name="connsiteX169" fmla="*/ 3682616 w 4114416"/>
              <a:gd name="connsiteY169" fmla="*/ 1363134 h 2870200"/>
              <a:gd name="connsiteX170" fmla="*/ 3699549 w 4114416"/>
              <a:gd name="connsiteY170" fmla="*/ 1320800 h 2870200"/>
              <a:gd name="connsiteX171" fmla="*/ 3694569 w 4114416"/>
              <a:gd name="connsiteY171" fmla="*/ 1151964 h 2870200"/>
              <a:gd name="connsiteX172" fmla="*/ 3741882 w 4114416"/>
              <a:gd name="connsiteY172" fmla="*/ 1227667 h 2870200"/>
              <a:gd name="connsiteX173" fmla="*/ 3750349 w 4114416"/>
              <a:gd name="connsiteY173" fmla="*/ 1176867 h 2870200"/>
              <a:gd name="connsiteX174" fmla="*/ 3767282 w 4114416"/>
              <a:gd name="connsiteY174" fmla="*/ 1126067 h 2870200"/>
              <a:gd name="connsiteX175" fmla="*/ 3775749 w 4114416"/>
              <a:gd name="connsiteY175" fmla="*/ 1058334 h 2870200"/>
              <a:gd name="connsiteX176" fmla="*/ 3784216 w 4114416"/>
              <a:gd name="connsiteY176" fmla="*/ 1270000 h 2870200"/>
              <a:gd name="connsiteX177" fmla="*/ 3813064 w 4114416"/>
              <a:gd name="connsiteY177" fmla="*/ 678606 h 2870200"/>
              <a:gd name="connsiteX178" fmla="*/ 3818082 w 4114416"/>
              <a:gd name="connsiteY178" fmla="*/ 558800 h 2870200"/>
              <a:gd name="connsiteX179" fmla="*/ 3835016 w 4114416"/>
              <a:gd name="connsiteY179" fmla="*/ 482600 h 2870200"/>
              <a:gd name="connsiteX180" fmla="*/ 3843482 w 4114416"/>
              <a:gd name="connsiteY180" fmla="*/ 533400 h 2870200"/>
              <a:gd name="connsiteX181" fmla="*/ 3860416 w 4114416"/>
              <a:gd name="connsiteY181" fmla="*/ 660400 h 2870200"/>
              <a:gd name="connsiteX182" fmla="*/ 3868882 w 4114416"/>
              <a:gd name="connsiteY182" fmla="*/ 702734 h 2870200"/>
              <a:gd name="connsiteX183" fmla="*/ 3885816 w 4114416"/>
              <a:gd name="connsiteY183" fmla="*/ 736600 h 2870200"/>
              <a:gd name="connsiteX184" fmla="*/ 3902749 w 4114416"/>
              <a:gd name="connsiteY184" fmla="*/ 702734 h 2870200"/>
              <a:gd name="connsiteX185" fmla="*/ 3962016 w 4114416"/>
              <a:gd name="connsiteY185" fmla="*/ 482600 h 2870200"/>
              <a:gd name="connsiteX186" fmla="*/ 3978949 w 4114416"/>
              <a:gd name="connsiteY186" fmla="*/ 457200 h 2870200"/>
              <a:gd name="connsiteX187" fmla="*/ 4004349 w 4114416"/>
              <a:gd name="connsiteY187" fmla="*/ 177800 h 2870200"/>
              <a:gd name="connsiteX188" fmla="*/ 4029749 w 4114416"/>
              <a:gd name="connsiteY188" fmla="*/ 135467 h 2870200"/>
              <a:gd name="connsiteX189" fmla="*/ 4038216 w 4114416"/>
              <a:gd name="connsiteY189" fmla="*/ 101600 h 2870200"/>
              <a:gd name="connsiteX190" fmla="*/ 4046682 w 4114416"/>
              <a:gd name="connsiteY190" fmla="*/ 76200 h 2870200"/>
              <a:gd name="connsiteX191" fmla="*/ 4055149 w 4114416"/>
              <a:gd name="connsiteY191" fmla="*/ 110067 h 2870200"/>
              <a:gd name="connsiteX192" fmla="*/ 4072082 w 4114416"/>
              <a:gd name="connsiteY192" fmla="*/ 160867 h 2870200"/>
              <a:gd name="connsiteX193" fmla="*/ 4114416 w 4114416"/>
              <a:gd name="connsiteY193" fmla="*/ 0 h 2870200"/>
              <a:gd name="connsiteX0" fmla="*/ 0 w 4114416"/>
              <a:gd name="connsiteY0" fmla="*/ 735359 h 2870200"/>
              <a:gd name="connsiteX1" fmla="*/ 22363 w 4114416"/>
              <a:gd name="connsiteY1" fmla="*/ 647092 h 2870200"/>
              <a:gd name="connsiteX2" fmla="*/ 53451 w 4114416"/>
              <a:gd name="connsiteY2" fmla="*/ 567267 h 2870200"/>
              <a:gd name="connsiteX3" fmla="*/ 61790 w 4114416"/>
              <a:gd name="connsiteY3" fmla="*/ 828517 h 2870200"/>
              <a:gd name="connsiteX4" fmla="*/ 57549 w 4114416"/>
              <a:gd name="connsiteY4" fmla="*/ 1083293 h 2870200"/>
              <a:gd name="connsiteX5" fmla="*/ 55282 w 4114416"/>
              <a:gd name="connsiteY5" fmla="*/ 1212385 h 2870200"/>
              <a:gd name="connsiteX6" fmla="*/ 69873 w 4114416"/>
              <a:gd name="connsiteY6" fmla="*/ 1401791 h 2870200"/>
              <a:gd name="connsiteX7" fmla="*/ 112335 w 4114416"/>
              <a:gd name="connsiteY7" fmla="*/ 1209517 h 2870200"/>
              <a:gd name="connsiteX8" fmla="*/ 135082 w 4114416"/>
              <a:gd name="connsiteY8" fmla="*/ 1100667 h 2870200"/>
              <a:gd name="connsiteX9" fmla="*/ 168949 w 4114416"/>
              <a:gd name="connsiteY9" fmla="*/ 999067 h 2870200"/>
              <a:gd name="connsiteX10" fmla="*/ 185882 w 4114416"/>
              <a:gd name="connsiteY10" fmla="*/ 948267 h 2870200"/>
              <a:gd name="connsiteX11" fmla="*/ 202816 w 4114416"/>
              <a:gd name="connsiteY11" fmla="*/ 1134534 h 2870200"/>
              <a:gd name="connsiteX12" fmla="*/ 219749 w 4114416"/>
              <a:gd name="connsiteY12" fmla="*/ 1464734 h 2870200"/>
              <a:gd name="connsiteX13" fmla="*/ 279016 w 4114416"/>
              <a:gd name="connsiteY13" fmla="*/ 1363134 h 2870200"/>
              <a:gd name="connsiteX14" fmla="*/ 304416 w 4114416"/>
              <a:gd name="connsiteY14" fmla="*/ 1371600 h 2870200"/>
              <a:gd name="connsiteX15" fmla="*/ 312882 w 4114416"/>
              <a:gd name="connsiteY15" fmla="*/ 2243667 h 2870200"/>
              <a:gd name="connsiteX16" fmla="*/ 338282 w 4114416"/>
              <a:gd name="connsiteY16" fmla="*/ 2201334 h 2870200"/>
              <a:gd name="connsiteX17" fmla="*/ 346749 w 4114416"/>
              <a:gd name="connsiteY17" fmla="*/ 2150534 h 2870200"/>
              <a:gd name="connsiteX18" fmla="*/ 371651 w 4114416"/>
              <a:gd name="connsiteY18" fmla="*/ 2376146 h 2870200"/>
              <a:gd name="connsiteX19" fmla="*/ 389082 w 4114416"/>
              <a:gd name="connsiteY19" fmla="*/ 2082800 h 2870200"/>
              <a:gd name="connsiteX20" fmla="*/ 414981 w 4114416"/>
              <a:gd name="connsiteY20" fmla="*/ 1792444 h 2870200"/>
              <a:gd name="connsiteX21" fmla="*/ 422949 w 4114416"/>
              <a:gd name="connsiteY21" fmla="*/ 2032000 h 2870200"/>
              <a:gd name="connsiteX22" fmla="*/ 453908 w 4114416"/>
              <a:gd name="connsiteY22" fmla="*/ 1990884 h 2870200"/>
              <a:gd name="connsiteX23" fmla="*/ 465282 w 4114416"/>
              <a:gd name="connsiteY23" fmla="*/ 1752600 h 2870200"/>
              <a:gd name="connsiteX24" fmla="*/ 490682 w 4114416"/>
              <a:gd name="connsiteY24" fmla="*/ 1651000 h 2870200"/>
              <a:gd name="connsiteX25" fmla="*/ 516082 w 4114416"/>
              <a:gd name="connsiteY25" fmla="*/ 1710267 h 2870200"/>
              <a:gd name="connsiteX26" fmla="*/ 524549 w 4114416"/>
              <a:gd name="connsiteY26" fmla="*/ 1851666 h 2870200"/>
              <a:gd name="connsiteX27" fmla="*/ 558416 w 4114416"/>
              <a:gd name="connsiteY27" fmla="*/ 1820334 h 2870200"/>
              <a:gd name="connsiteX28" fmla="*/ 583816 w 4114416"/>
              <a:gd name="connsiteY28" fmla="*/ 1938867 h 2870200"/>
              <a:gd name="connsiteX29" fmla="*/ 600749 w 4114416"/>
              <a:gd name="connsiteY29" fmla="*/ 1998134 h 2870200"/>
              <a:gd name="connsiteX30" fmla="*/ 643082 w 4114416"/>
              <a:gd name="connsiteY30" fmla="*/ 1786467 h 2870200"/>
              <a:gd name="connsiteX31" fmla="*/ 668482 w 4114416"/>
              <a:gd name="connsiteY31" fmla="*/ 1718734 h 2870200"/>
              <a:gd name="connsiteX32" fmla="*/ 685416 w 4114416"/>
              <a:gd name="connsiteY32" fmla="*/ 1617134 h 2870200"/>
              <a:gd name="connsiteX33" fmla="*/ 702349 w 4114416"/>
              <a:gd name="connsiteY33" fmla="*/ 1557867 h 2870200"/>
              <a:gd name="connsiteX34" fmla="*/ 710816 w 4114416"/>
              <a:gd name="connsiteY34" fmla="*/ 1524000 h 2870200"/>
              <a:gd name="connsiteX35" fmla="*/ 727749 w 4114416"/>
              <a:gd name="connsiteY35" fmla="*/ 1312334 h 2870200"/>
              <a:gd name="connsiteX36" fmla="*/ 744682 w 4114416"/>
              <a:gd name="connsiteY36" fmla="*/ 1380067 h 2870200"/>
              <a:gd name="connsiteX37" fmla="*/ 761616 w 4114416"/>
              <a:gd name="connsiteY37" fmla="*/ 1532467 h 2870200"/>
              <a:gd name="connsiteX38" fmla="*/ 778549 w 4114416"/>
              <a:gd name="connsiteY38" fmla="*/ 1566334 h 2870200"/>
              <a:gd name="connsiteX39" fmla="*/ 820882 w 4114416"/>
              <a:gd name="connsiteY39" fmla="*/ 1430867 h 2870200"/>
              <a:gd name="connsiteX40" fmla="*/ 854749 w 4114416"/>
              <a:gd name="connsiteY40" fmla="*/ 1388534 h 2870200"/>
              <a:gd name="connsiteX41" fmla="*/ 863216 w 4114416"/>
              <a:gd name="connsiteY41" fmla="*/ 1498600 h 2870200"/>
              <a:gd name="connsiteX42" fmla="*/ 888616 w 4114416"/>
              <a:gd name="connsiteY42" fmla="*/ 1811867 h 2870200"/>
              <a:gd name="connsiteX43" fmla="*/ 897082 w 4114416"/>
              <a:gd name="connsiteY43" fmla="*/ 1642534 h 2870200"/>
              <a:gd name="connsiteX44" fmla="*/ 930949 w 4114416"/>
              <a:gd name="connsiteY44" fmla="*/ 1557867 h 2870200"/>
              <a:gd name="connsiteX45" fmla="*/ 939416 w 4114416"/>
              <a:gd name="connsiteY45" fmla="*/ 2006600 h 2870200"/>
              <a:gd name="connsiteX46" fmla="*/ 964816 w 4114416"/>
              <a:gd name="connsiteY46" fmla="*/ 2116667 h 2870200"/>
              <a:gd name="connsiteX47" fmla="*/ 973282 w 4114416"/>
              <a:gd name="connsiteY47" fmla="*/ 1948424 h 2870200"/>
              <a:gd name="connsiteX48" fmla="*/ 990216 w 4114416"/>
              <a:gd name="connsiteY48" fmla="*/ 1794934 h 2870200"/>
              <a:gd name="connsiteX49" fmla="*/ 998682 w 4114416"/>
              <a:gd name="connsiteY49" fmla="*/ 1761067 h 2870200"/>
              <a:gd name="connsiteX50" fmla="*/ 1015616 w 4114416"/>
              <a:gd name="connsiteY50" fmla="*/ 1871134 h 2870200"/>
              <a:gd name="connsiteX51" fmla="*/ 1032549 w 4114416"/>
              <a:gd name="connsiteY51" fmla="*/ 1947334 h 2870200"/>
              <a:gd name="connsiteX52" fmla="*/ 1049482 w 4114416"/>
              <a:gd name="connsiteY52" fmla="*/ 2040467 h 2870200"/>
              <a:gd name="connsiteX53" fmla="*/ 1074882 w 4114416"/>
              <a:gd name="connsiteY53" fmla="*/ 2108200 h 2870200"/>
              <a:gd name="connsiteX54" fmla="*/ 1105586 w 4114416"/>
              <a:gd name="connsiteY54" fmla="*/ 2165034 h 2870200"/>
              <a:gd name="connsiteX55" fmla="*/ 1117344 w 4114416"/>
              <a:gd name="connsiteY55" fmla="*/ 2220675 h 2870200"/>
              <a:gd name="connsiteX56" fmla="*/ 1134149 w 4114416"/>
              <a:gd name="connsiteY56" fmla="*/ 2108200 h 2870200"/>
              <a:gd name="connsiteX57" fmla="*/ 1184949 w 4114416"/>
              <a:gd name="connsiteY57" fmla="*/ 1989667 h 2870200"/>
              <a:gd name="connsiteX58" fmla="*/ 1221851 w 4114416"/>
              <a:gd name="connsiteY58" fmla="*/ 1898967 h 2870200"/>
              <a:gd name="connsiteX59" fmla="*/ 1244216 w 4114416"/>
              <a:gd name="connsiteY59" fmla="*/ 2167467 h 2870200"/>
              <a:gd name="connsiteX60" fmla="*/ 1261149 w 4114416"/>
              <a:gd name="connsiteY60" fmla="*/ 2082800 h 2870200"/>
              <a:gd name="connsiteX61" fmla="*/ 1269616 w 4114416"/>
              <a:gd name="connsiteY61" fmla="*/ 2015067 h 2870200"/>
              <a:gd name="connsiteX62" fmla="*/ 1311949 w 4114416"/>
              <a:gd name="connsiteY62" fmla="*/ 1854200 h 2870200"/>
              <a:gd name="connsiteX63" fmla="*/ 1320416 w 4114416"/>
              <a:gd name="connsiteY63" fmla="*/ 1803400 h 2870200"/>
              <a:gd name="connsiteX64" fmla="*/ 1345816 w 4114416"/>
              <a:gd name="connsiteY64" fmla="*/ 1701800 h 2870200"/>
              <a:gd name="connsiteX65" fmla="*/ 1379682 w 4114416"/>
              <a:gd name="connsiteY65" fmla="*/ 1744134 h 2870200"/>
              <a:gd name="connsiteX66" fmla="*/ 1422016 w 4114416"/>
              <a:gd name="connsiteY66" fmla="*/ 1879600 h 2870200"/>
              <a:gd name="connsiteX67" fmla="*/ 1455882 w 4114416"/>
              <a:gd name="connsiteY67" fmla="*/ 1947334 h 2870200"/>
              <a:gd name="connsiteX68" fmla="*/ 1472816 w 4114416"/>
              <a:gd name="connsiteY68" fmla="*/ 1938867 h 2870200"/>
              <a:gd name="connsiteX69" fmla="*/ 1515149 w 4114416"/>
              <a:gd name="connsiteY69" fmla="*/ 1803400 h 2870200"/>
              <a:gd name="connsiteX70" fmla="*/ 1574416 w 4114416"/>
              <a:gd name="connsiteY70" fmla="*/ 1651000 h 2870200"/>
              <a:gd name="connsiteX71" fmla="*/ 1582882 w 4114416"/>
              <a:gd name="connsiteY71" fmla="*/ 1591734 h 2870200"/>
              <a:gd name="connsiteX72" fmla="*/ 1608410 w 4114416"/>
              <a:gd name="connsiteY72" fmla="*/ 1462351 h 2870200"/>
              <a:gd name="connsiteX73" fmla="*/ 1633682 w 4114416"/>
              <a:gd name="connsiteY73" fmla="*/ 1524000 h 2870200"/>
              <a:gd name="connsiteX74" fmla="*/ 1659082 w 4114416"/>
              <a:gd name="connsiteY74" fmla="*/ 1490134 h 2870200"/>
              <a:gd name="connsiteX75" fmla="*/ 1684482 w 4114416"/>
              <a:gd name="connsiteY75" fmla="*/ 1388534 h 2870200"/>
              <a:gd name="connsiteX76" fmla="*/ 1732631 w 4114416"/>
              <a:gd name="connsiteY76" fmla="*/ 1294184 h 2870200"/>
              <a:gd name="connsiteX77" fmla="*/ 1794549 w 4114416"/>
              <a:gd name="connsiteY77" fmla="*/ 1176867 h 2870200"/>
              <a:gd name="connsiteX78" fmla="*/ 1831067 w 4114416"/>
              <a:gd name="connsiteY78" fmla="*/ 1238516 h 2870200"/>
              <a:gd name="connsiteX79" fmla="*/ 1853688 w 4114416"/>
              <a:gd name="connsiteY79" fmla="*/ 1323159 h 2870200"/>
              <a:gd name="connsiteX80" fmla="*/ 1887682 w 4114416"/>
              <a:gd name="connsiteY80" fmla="*/ 1422400 h 2870200"/>
              <a:gd name="connsiteX81" fmla="*/ 1938482 w 4114416"/>
              <a:gd name="connsiteY81" fmla="*/ 1600200 h 2870200"/>
              <a:gd name="connsiteX82" fmla="*/ 1978163 w 4114416"/>
              <a:gd name="connsiteY82" fmla="*/ 1762259 h 2870200"/>
              <a:gd name="connsiteX83" fmla="*/ 2006216 w 4114416"/>
              <a:gd name="connsiteY83" fmla="*/ 1498600 h 2870200"/>
              <a:gd name="connsiteX84" fmla="*/ 2023149 w 4114416"/>
              <a:gd name="connsiteY84" fmla="*/ 1464734 h 2870200"/>
              <a:gd name="connsiteX85" fmla="*/ 2031616 w 4114416"/>
              <a:gd name="connsiteY85" fmla="*/ 1439334 h 2870200"/>
              <a:gd name="connsiteX86" fmla="*/ 2067707 w 4114416"/>
              <a:gd name="connsiteY86" fmla="*/ 1908377 h 2870200"/>
              <a:gd name="connsiteX87" fmla="*/ 2082416 w 4114416"/>
              <a:gd name="connsiteY87" fmla="*/ 2032000 h 2870200"/>
              <a:gd name="connsiteX88" fmla="*/ 2090882 w 4114416"/>
              <a:gd name="connsiteY88" fmla="*/ 2150534 h 2870200"/>
              <a:gd name="connsiteX89" fmla="*/ 2099349 w 4114416"/>
              <a:gd name="connsiteY89" fmla="*/ 2489200 h 2870200"/>
              <a:gd name="connsiteX90" fmla="*/ 2133216 w 4114416"/>
              <a:gd name="connsiteY90" fmla="*/ 2421467 h 2870200"/>
              <a:gd name="connsiteX91" fmla="*/ 2175549 w 4114416"/>
              <a:gd name="connsiteY91" fmla="*/ 2319867 h 2870200"/>
              <a:gd name="connsiteX92" fmla="*/ 2192611 w 4114416"/>
              <a:gd name="connsiteY92" fmla="*/ 2271500 h 2870200"/>
              <a:gd name="connsiteX93" fmla="*/ 2212579 w 4114416"/>
              <a:gd name="connsiteY93" fmla="*/ 2206201 h 2870200"/>
              <a:gd name="connsiteX94" fmla="*/ 2251749 w 4114416"/>
              <a:gd name="connsiteY94" fmla="*/ 2514600 h 2870200"/>
              <a:gd name="connsiteX95" fmla="*/ 2277149 w 4114416"/>
              <a:gd name="connsiteY95" fmla="*/ 2565400 h 2870200"/>
              <a:gd name="connsiteX96" fmla="*/ 2285616 w 4114416"/>
              <a:gd name="connsiteY96" fmla="*/ 2489200 h 2870200"/>
              <a:gd name="connsiteX97" fmla="*/ 2302549 w 4114416"/>
              <a:gd name="connsiteY97" fmla="*/ 2421467 h 2870200"/>
              <a:gd name="connsiteX98" fmla="*/ 2311016 w 4114416"/>
              <a:gd name="connsiteY98" fmla="*/ 1718734 h 2870200"/>
              <a:gd name="connsiteX99" fmla="*/ 2336416 w 4114416"/>
              <a:gd name="connsiteY99" fmla="*/ 1811867 h 2870200"/>
              <a:gd name="connsiteX100" fmla="*/ 2361816 w 4114416"/>
              <a:gd name="connsiteY100" fmla="*/ 1871134 h 2870200"/>
              <a:gd name="connsiteX101" fmla="*/ 2395682 w 4114416"/>
              <a:gd name="connsiteY101" fmla="*/ 1972734 h 2870200"/>
              <a:gd name="connsiteX102" fmla="*/ 2404149 w 4114416"/>
              <a:gd name="connsiteY102" fmla="*/ 1574800 h 2870200"/>
              <a:gd name="connsiteX103" fmla="*/ 2429549 w 4114416"/>
              <a:gd name="connsiteY103" fmla="*/ 1236134 h 2870200"/>
              <a:gd name="connsiteX104" fmla="*/ 2446482 w 4114416"/>
              <a:gd name="connsiteY104" fmla="*/ 1092200 h 2870200"/>
              <a:gd name="connsiteX105" fmla="*/ 2454949 w 4114416"/>
              <a:gd name="connsiteY105" fmla="*/ 1066800 h 2870200"/>
              <a:gd name="connsiteX106" fmla="*/ 2463416 w 4114416"/>
              <a:gd name="connsiteY106" fmla="*/ 1092200 h 2870200"/>
              <a:gd name="connsiteX107" fmla="*/ 2488816 w 4114416"/>
              <a:gd name="connsiteY107" fmla="*/ 1227667 h 2870200"/>
              <a:gd name="connsiteX108" fmla="*/ 2514216 w 4114416"/>
              <a:gd name="connsiteY108" fmla="*/ 753534 h 2870200"/>
              <a:gd name="connsiteX109" fmla="*/ 2531149 w 4114416"/>
              <a:gd name="connsiteY109" fmla="*/ 685800 h 2870200"/>
              <a:gd name="connsiteX110" fmla="*/ 2539616 w 4114416"/>
              <a:gd name="connsiteY110" fmla="*/ 609600 h 2870200"/>
              <a:gd name="connsiteX111" fmla="*/ 2548082 w 4114416"/>
              <a:gd name="connsiteY111" fmla="*/ 558800 h 2870200"/>
              <a:gd name="connsiteX112" fmla="*/ 2565016 w 4114416"/>
              <a:gd name="connsiteY112" fmla="*/ 584200 h 2870200"/>
              <a:gd name="connsiteX113" fmla="*/ 2573482 w 4114416"/>
              <a:gd name="connsiteY113" fmla="*/ 778934 h 2870200"/>
              <a:gd name="connsiteX114" fmla="*/ 2615816 w 4114416"/>
              <a:gd name="connsiteY114" fmla="*/ 914400 h 2870200"/>
              <a:gd name="connsiteX115" fmla="*/ 2632749 w 4114416"/>
              <a:gd name="connsiteY115" fmla="*/ 973667 h 2870200"/>
              <a:gd name="connsiteX116" fmla="*/ 2649682 w 4114416"/>
              <a:gd name="connsiteY116" fmla="*/ 812800 h 2870200"/>
              <a:gd name="connsiteX117" fmla="*/ 2666616 w 4114416"/>
              <a:gd name="connsiteY117" fmla="*/ 694267 h 2870200"/>
              <a:gd name="connsiteX118" fmla="*/ 2692016 w 4114416"/>
              <a:gd name="connsiteY118" fmla="*/ 558800 h 2870200"/>
              <a:gd name="connsiteX119" fmla="*/ 2717416 w 4114416"/>
              <a:gd name="connsiteY119" fmla="*/ 321734 h 2870200"/>
              <a:gd name="connsiteX120" fmla="*/ 2734349 w 4114416"/>
              <a:gd name="connsiteY120" fmla="*/ 1058334 h 2870200"/>
              <a:gd name="connsiteX121" fmla="*/ 2760746 w 4114416"/>
              <a:gd name="connsiteY121" fmla="*/ 1023969 h 2870200"/>
              <a:gd name="connsiteX122" fmla="*/ 2810549 w 4114416"/>
              <a:gd name="connsiteY122" fmla="*/ 905934 h 2870200"/>
              <a:gd name="connsiteX123" fmla="*/ 2844416 w 4114416"/>
              <a:gd name="connsiteY123" fmla="*/ 855134 h 2870200"/>
              <a:gd name="connsiteX124" fmla="*/ 2869816 w 4114416"/>
              <a:gd name="connsiteY124" fmla="*/ 1422400 h 2870200"/>
              <a:gd name="connsiteX125" fmla="*/ 2878282 w 4114416"/>
              <a:gd name="connsiteY125" fmla="*/ 1388534 h 2870200"/>
              <a:gd name="connsiteX126" fmla="*/ 2895216 w 4114416"/>
              <a:gd name="connsiteY126" fmla="*/ 1363134 h 2870200"/>
              <a:gd name="connsiteX127" fmla="*/ 2920616 w 4114416"/>
              <a:gd name="connsiteY127" fmla="*/ 1278467 h 2870200"/>
              <a:gd name="connsiteX128" fmla="*/ 2937549 w 4114416"/>
              <a:gd name="connsiteY128" fmla="*/ 1320800 h 2870200"/>
              <a:gd name="connsiteX129" fmla="*/ 2954482 w 4114416"/>
              <a:gd name="connsiteY129" fmla="*/ 1388534 h 2870200"/>
              <a:gd name="connsiteX130" fmla="*/ 2971416 w 4114416"/>
              <a:gd name="connsiteY130" fmla="*/ 1422400 h 2870200"/>
              <a:gd name="connsiteX131" fmla="*/ 3013749 w 4114416"/>
              <a:gd name="connsiteY131" fmla="*/ 1540934 h 2870200"/>
              <a:gd name="connsiteX132" fmla="*/ 3030682 w 4114416"/>
              <a:gd name="connsiteY132" fmla="*/ 1566334 h 2870200"/>
              <a:gd name="connsiteX133" fmla="*/ 3064549 w 4114416"/>
              <a:gd name="connsiteY133" fmla="*/ 1718734 h 2870200"/>
              <a:gd name="connsiteX134" fmla="*/ 3089949 w 4114416"/>
              <a:gd name="connsiteY134" fmla="*/ 1761067 h 2870200"/>
              <a:gd name="connsiteX135" fmla="*/ 3123816 w 4114416"/>
              <a:gd name="connsiteY135" fmla="*/ 1879600 h 2870200"/>
              <a:gd name="connsiteX136" fmla="*/ 3115349 w 4114416"/>
              <a:gd name="connsiteY136" fmla="*/ 1913467 h 2870200"/>
              <a:gd name="connsiteX137" fmla="*/ 3127799 w 4114416"/>
              <a:gd name="connsiteY137" fmla="*/ 1901016 h 2870200"/>
              <a:gd name="connsiteX138" fmla="*/ 3132282 w 4114416"/>
              <a:gd name="connsiteY138" fmla="*/ 1871134 h 2870200"/>
              <a:gd name="connsiteX139" fmla="*/ 3140749 w 4114416"/>
              <a:gd name="connsiteY139" fmla="*/ 1769534 h 2870200"/>
              <a:gd name="connsiteX140" fmla="*/ 3157682 w 4114416"/>
              <a:gd name="connsiteY140" fmla="*/ 1710267 h 2870200"/>
              <a:gd name="connsiteX141" fmla="*/ 3166149 w 4114416"/>
              <a:gd name="connsiteY141" fmla="*/ 1684867 h 2870200"/>
              <a:gd name="connsiteX142" fmla="*/ 3191549 w 4114416"/>
              <a:gd name="connsiteY142" fmla="*/ 1676400 h 2870200"/>
              <a:gd name="connsiteX143" fmla="*/ 3200016 w 4114416"/>
              <a:gd name="connsiteY143" fmla="*/ 2006600 h 2870200"/>
              <a:gd name="connsiteX144" fmla="*/ 3208482 w 4114416"/>
              <a:gd name="connsiteY144" fmla="*/ 2048934 h 2870200"/>
              <a:gd name="connsiteX145" fmla="*/ 3216949 w 4114416"/>
              <a:gd name="connsiteY145" fmla="*/ 2099734 h 2870200"/>
              <a:gd name="connsiteX146" fmla="*/ 3233882 w 4114416"/>
              <a:gd name="connsiteY146" fmla="*/ 2048934 h 2870200"/>
              <a:gd name="connsiteX147" fmla="*/ 3242349 w 4114416"/>
              <a:gd name="connsiteY147" fmla="*/ 1998134 h 2870200"/>
              <a:gd name="connsiteX148" fmla="*/ 3276216 w 4114416"/>
              <a:gd name="connsiteY148" fmla="*/ 2353734 h 2870200"/>
              <a:gd name="connsiteX149" fmla="*/ 3301616 w 4114416"/>
              <a:gd name="connsiteY149" fmla="*/ 2387600 h 2870200"/>
              <a:gd name="connsiteX150" fmla="*/ 3310082 w 4114416"/>
              <a:gd name="connsiteY150" fmla="*/ 2497667 h 2870200"/>
              <a:gd name="connsiteX151" fmla="*/ 3327016 w 4114416"/>
              <a:gd name="connsiteY151" fmla="*/ 2531534 h 2870200"/>
              <a:gd name="connsiteX152" fmla="*/ 3343949 w 4114416"/>
              <a:gd name="connsiteY152" fmla="*/ 2599267 h 2870200"/>
              <a:gd name="connsiteX153" fmla="*/ 3369349 w 4114416"/>
              <a:gd name="connsiteY153" fmla="*/ 2667000 h 2870200"/>
              <a:gd name="connsiteX154" fmla="*/ 3411682 w 4114416"/>
              <a:gd name="connsiteY154" fmla="*/ 2810934 h 2870200"/>
              <a:gd name="connsiteX155" fmla="*/ 3437082 w 4114416"/>
              <a:gd name="connsiteY155" fmla="*/ 2870200 h 2870200"/>
              <a:gd name="connsiteX156" fmla="*/ 3462482 w 4114416"/>
              <a:gd name="connsiteY156" fmla="*/ 1828800 h 2870200"/>
              <a:gd name="connsiteX157" fmla="*/ 3461984 w 4114416"/>
              <a:gd name="connsiteY157" fmla="*/ 2090271 h 2870200"/>
              <a:gd name="connsiteX158" fmla="*/ 3487882 w 4114416"/>
              <a:gd name="connsiteY158" fmla="*/ 1735667 h 2870200"/>
              <a:gd name="connsiteX159" fmla="*/ 3513282 w 4114416"/>
              <a:gd name="connsiteY159" fmla="*/ 1651000 h 2870200"/>
              <a:gd name="connsiteX160" fmla="*/ 3521749 w 4114416"/>
              <a:gd name="connsiteY160" fmla="*/ 1701800 h 2870200"/>
              <a:gd name="connsiteX161" fmla="*/ 3525733 w 4114416"/>
              <a:gd name="connsiteY161" fmla="*/ 1875118 h 2870200"/>
              <a:gd name="connsiteX162" fmla="*/ 3547149 w 4114416"/>
              <a:gd name="connsiteY162" fmla="*/ 1752600 h 2870200"/>
              <a:gd name="connsiteX163" fmla="*/ 3555616 w 4114416"/>
              <a:gd name="connsiteY163" fmla="*/ 1693334 h 2870200"/>
              <a:gd name="connsiteX164" fmla="*/ 3597949 w 4114416"/>
              <a:gd name="connsiteY164" fmla="*/ 1608667 h 2870200"/>
              <a:gd name="connsiteX165" fmla="*/ 3614882 w 4114416"/>
              <a:gd name="connsiteY165" fmla="*/ 1566334 h 2870200"/>
              <a:gd name="connsiteX166" fmla="*/ 3657216 w 4114416"/>
              <a:gd name="connsiteY166" fmla="*/ 1464734 h 2870200"/>
              <a:gd name="connsiteX167" fmla="*/ 3661200 w 4114416"/>
              <a:gd name="connsiteY167" fmla="*/ 1373094 h 2870200"/>
              <a:gd name="connsiteX168" fmla="*/ 3682616 w 4114416"/>
              <a:gd name="connsiteY168" fmla="*/ 1363134 h 2870200"/>
              <a:gd name="connsiteX169" fmla="*/ 3699549 w 4114416"/>
              <a:gd name="connsiteY169" fmla="*/ 1320800 h 2870200"/>
              <a:gd name="connsiteX170" fmla="*/ 3694569 w 4114416"/>
              <a:gd name="connsiteY170" fmla="*/ 1151964 h 2870200"/>
              <a:gd name="connsiteX171" fmla="*/ 3741882 w 4114416"/>
              <a:gd name="connsiteY171" fmla="*/ 1227667 h 2870200"/>
              <a:gd name="connsiteX172" fmla="*/ 3750349 w 4114416"/>
              <a:gd name="connsiteY172" fmla="*/ 1176867 h 2870200"/>
              <a:gd name="connsiteX173" fmla="*/ 3767282 w 4114416"/>
              <a:gd name="connsiteY173" fmla="*/ 1126067 h 2870200"/>
              <a:gd name="connsiteX174" fmla="*/ 3775749 w 4114416"/>
              <a:gd name="connsiteY174" fmla="*/ 1058334 h 2870200"/>
              <a:gd name="connsiteX175" fmla="*/ 3784216 w 4114416"/>
              <a:gd name="connsiteY175" fmla="*/ 1270000 h 2870200"/>
              <a:gd name="connsiteX176" fmla="*/ 3813064 w 4114416"/>
              <a:gd name="connsiteY176" fmla="*/ 678606 h 2870200"/>
              <a:gd name="connsiteX177" fmla="*/ 3818082 w 4114416"/>
              <a:gd name="connsiteY177" fmla="*/ 558800 h 2870200"/>
              <a:gd name="connsiteX178" fmla="*/ 3835016 w 4114416"/>
              <a:gd name="connsiteY178" fmla="*/ 482600 h 2870200"/>
              <a:gd name="connsiteX179" fmla="*/ 3843482 w 4114416"/>
              <a:gd name="connsiteY179" fmla="*/ 533400 h 2870200"/>
              <a:gd name="connsiteX180" fmla="*/ 3860416 w 4114416"/>
              <a:gd name="connsiteY180" fmla="*/ 660400 h 2870200"/>
              <a:gd name="connsiteX181" fmla="*/ 3868882 w 4114416"/>
              <a:gd name="connsiteY181" fmla="*/ 702734 h 2870200"/>
              <a:gd name="connsiteX182" fmla="*/ 3885816 w 4114416"/>
              <a:gd name="connsiteY182" fmla="*/ 736600 h 2870200"/>
              <a:gd name="connsiteX183" fmla="*/ 3902749 w 4114416"/>
              <a:gd name="connsiteY183" fmla="*/ 702734 h 2870200"/>
              <a:gd name="connsiteX184" fmla="*/ 3962016 w 4114416"/>
              <a:gd name="connsiteY184" fmla="*/ 482600 h 2870200"/>
              <a:gd name="connsiteX185" fmla="*/ 3978949 w 4114416"/>
              <a:gd name="connsiteY185" fmla="*/ 457200 h 2870200"/>
              <a:gd name="connsiteX186" fmla="*/ 4004349 w 4114416"/>
              <a:gd name="connsiteY186" fmla="*/ 177800 h 2870200"/>
              <a:gd name="connsiteX187" fmla="*/ 4029749 w 4114416"/>
              <a:gd name="connsiteY187" fmla="*/ 135467 h 2870200"/>
              <a:gd name="connsiteX188" fmla="*/ 4038216 w 4114416"/>
              <a:gd name="connsiteY188" fmla="*/ 101600 h 2870200"/>
              <a:gd name="connsiteX189" fmla="*/ 4046682 w 4114416"/>
              <a:gd name="connsiteY189" fmla="*/ 76200 h 2870200"/>
              <a:gd name="connsiteX190" fmla="*/ 4055149 w 4114416"/>
              <a:gd name="connsiteY190" fmla="*/ 110067 h 2870200"/>
              <a:gd name="connsiteX191" fmla="*/ 4072082 w 4114416"/>
              <a:gd name="connsiteY191" fmla="*/ 160867 h 2870200"/>
              <a:gd name="connsiteX192" fmla="*/ 4114416 w 4114416"/>
              <a:gd name="connsiteY192" fmla="*/ 0 h 2870200"/>
              <a:gd name="connsiteX0" fmla="*/ 0 w 4114416"/>
              <a:gd name="connsiteY0" fmla="*/ 735359 h 2870200"/>
              <a:gd name="connsiteX1" fmla="*/ 22363 w 4114416"/>
              <a:gd name="connsiteY1" fmla="*/ 647092 h 2870200"/>
              <a:gd name="connsiteX2" fmla="*/ 53451 w 4114416"/>
              <a:gd name="connsiteY2" fmla="*/ 567267 h 2870200"/>
              <a:gd name="connsiteX3" fmla="*/ 61790 w 4114416"/>
              <a:gd name="connsiteY3" fmla="*/ 828517 h 2870200"/>
              <a:gd name="connsiteX4" fmla="*/ 57549 w 4114416"/>
              <a:gd name="connsiteY4" fmla="*/ 1083293 h 2870200"/>
              <a:gd name="connsiteX5" fmla="*/ 55282 w 4114416"/>
              <a:gd name="connsiteY5" fmla="*/ 1212385 h 2870200"/>
              <a:gd name="connsiteX6" fmla="*/ 69873 w 4114416"/>
              <a:gd name="connsiteY6" fmla="*/ 1401791 h 2870200"/>
              <a:gd name="connsiteX7" fmla="*/ 112335 w 4114416"/>
              <a:gd name="connsiteY7" fmla="*/ 1209517 h 2870200"/>
              <a:gd name="connsiteX8" fmla="*/ 135082 w 4114416"/>
              <a:gd name="connsiteY8" fmla="*/ 1100667 h 2870200"/>
              <a:gd name="connsiteX9" fmla="*/ 168949 w 4114416"/>
              <a:gd name="connsiteY9" fmla="*/ 999067 h 2870200"/>
              <a:gd name="connsiteX10" fmla="*/ 185882 w 4114416"/>
              <a:gd name="connsiteY10" fmla="*/ 948267 h 2870200"/>
              <a:gd name="connsiteX11" fmla="*/ 202816 w 4114416"/>
              <a:gd name="connsiteY11" fmla="*/ 1134534 h 2870200"/>
              <a:gd name="connsiteX12" fmla="*/ 219749 w 4114416"/>
              <a:gd name="connsiteY12" fmla="*/ 1464734 h 2870200"/>
              <a:gd name="connsiteX13" fmla="*/ 279016 w 4114416"/>
              <a:gd name="connsiteY13" fmla="*/ 1363134 h 2870200"/>
              <a:gd name="connsiteX14" fmla="*/ 304416 w 4114416"/>
              <a:gd name="connsiteY14" fmla="*/ 1371600 h 2870200"/>
              <a:gd name="connsiteX15" fmla="*/ 312882 w 4114416"/>
              <a:gd name="connsiteY15" fmla="*/ 2243667 h 2870200"/>
              <a:gd name="connsiteX16" fmla="*/ 338282 w 4114416"/>
              <a:gd name="connsiteY16" fmla="*/ 2201334 h 2870200"/>
              <a:gd name="connsiteX17" fmla="*/ 346749 w 4114416"/>
              <a:gd name="connsiteY17" fmla="*/ 2150534 h 2870200"/>
              <a:gd name="connsiteX18" fmla="*/ 371651 w 4114416"/>
              <a:gd name="connsiteY18" fmla="*/ 2376146 h 2870200"/>
              <a:gd name="connsiteX19" fmla="*/ 389082 w 4114416"/>
              <a:gd name="connsiteY19" fmla="*/ 2082800 h 2870200"/>
              <a:gd name="connsiteX20" fmla="*/ 414981 w 4114416"/>
              <a:gd name="connsiteY20" fmla="*/ 1792444 h 2870200"/>
              <a:gd name="connsiteX21" fmla="*/ 422949 w 4114416"/>
              <a:gd name="connsiteY21" fmla="*/ 2032000 h 2870200"/>
              <a:gd name="connsiteX22" fmla="*/ 453908 w 4114416"/>
              <a:gd name="connsiteY22" fmla="*/ 1990884 h 2870200"/>
              <a:gd name="connsiteX23" fmla="*/ 465282 w 4114416"/>
              <a:gd name="connsiteY23" fmla="*/ 1752600 h 2870200"/>
              <a:gd name="connsiteX24" fmla="*/ 490682 w 4114416"/>
              <a:gd name="connsiteY24" fmla="*/ 1651000 h 2870200"/>
              <a:gd name="connsiteX25" fmla="*/ 516082 w 4114416"/>
              <a:gd name="connsiteY25" fmla="*/ 1710267 h 2870200"/>
              <a:gd name="connsiteX26" fmla="*/ 524549 w 4114416"/>
              <a:gd name="connsiteY26" fmla="*/ 1851666 h 2870200"/>
              <a:gd name="connsiteX27" fmla="*/ 558416 w 4114416"/>
              <a:gd name="connsiteY27" fmla="*/ 1820334 h 2870200"/>
              <a:gd name="connsiteX28" fmla="*/ 583816 w 4114416"/>
              <a:gd name="connsiteY28" fmla="*/ 1938867 h 2870200"/>
              <a:gd name="connsiteX29" fmla="*/ 600749 w 4114416"/>
              <a:gd name="connsiteY29" fmla="*/ 1998134 h 2870200"/>
              <a:gd name="connsiteX30" fmla="*/ 643082 w 4114416"/>
              <a:gd name="connsiteY30" fmla="*/ 1786467 h 2870200"/>
              <a:gd name="connsiteX31" fmla="*/ 668482 w 4114416"/>
              <a:gd name="connsiteY31" fmla="*/ 1718734 h 2870200"/>
              <a:gd name="connsiteX32" fmla="*/ 685416 w 4114416"/>
              <a:gd name="connsiteY32" fmla="*/ 1617134 h 2870200"/>
              <a:gd name="connsiteX33" fmla="*/ 702349 w 4114416"/>
              <a:gd name="connsiteY33" fmla="*/ 1557867 h 2870200"/>
              <a:gd name="connsiteX34" fmla="*/ 710816 w 4114416"/>
              <a:gd name="connsiteY34" fmla="*/ 1524000 h 2870200"/>
              <a:gd name="connsiteX35" fmla="*/ 727749 w 4114416"/>
              <a:gd name="connsiteY35" fmla="*/ 1312334 h 2870200"/>
              <a:gd name="connsiteX36" fmla="*/ 744682 w 4114416"/>
              <a:gd name="connsiteY36" fmla="*/ 1380067 h 2870200"/>
              <a:gd name="connsiteX37" fmla="*/ 761616 w 4114416"/>
              <a:gd name="connsiteY37" fmla="*/ 1532467 h 2870200"/>
              <a:gd name="connsiteX38" fmla="*/ 778549 w 4114416"/>
              <a:gd name="connsiteY38" fmla="*/ 1566334 h 2870200"/>
              <a:gd name="connsiteX39" fmla="*/ 820882 w 4114416"/>
              <a:gd name="connsiteY39" fmla="*/ 1430867 h 2870200"/>
              <a:gd name="connsiteX40" fmla="*/ 854749 w 4114416"/>
              <a:gd name="connsiteY40" fmla="*/ 1388534 h 2870200"/>
              <a:gd name="connsiteX41" fmla="*/ 863216 w 4114416"/>
              <a:gd name="connsiteY41" fmla="*/ 1498600 h 2870200"/>
              <a:gd name="connsiteX42" fmla="*/ 888616 w 4114416"/>
              <a:gd name="connsiteY42" fmla="*/ 1811867 h 2870200"/>
              <a:gd name="connsiteX43" fmla="*/ 897082 w 4114416"/>
              <a:gd name="connsiteY43" fmla="*/ 1642534 h 2870200"/>
              <a:gd name="connsiteX44" fmla="*/ 930949 w 4114416"/>
              <a:gd name="connsiteY44" fmla="*/ 1557867 h 2870200"/>
              <a:gd name="connsiteX45" fmla="*/ 939416 w 4114416"/>
              <a:gd name="connsiteY45" fmla="*/ 2006600 h 2870200"/>
              <a:gd name="connsiteX46" fmla="*/ 964816 w 4114416"/>
              <a:gd name="connsiteY46" fmla="*/ 2116667 h 2870200"/>
              <a:gd name="connsiteX47" fmla="*/ 973282 w 4114416"/>
              <a:gd name="connsiteY47" fmla="*/ 1948424 h 2870200"/>
              <a:gd name="connsiteX48" fmla="*/ 990216 w 4114416"/>
              <a:gd name="connsiteY48" fmla="*/ 1794934 h 2870200"/>
              <a:gd name="connsiteX49" fmla="*/ 998682 w 4114416"/>
              <a:gd name="connsiteY49" fmla="*/ 1761067 h 2870200"/>
              <a:gd name="connsiteX50" fmla="*/ 1015616 w 4114416"/>
              <a:gd name="connsiteY50" fmla="*/ 1871134 h 2870200"/>
              <a:gd name="connsiteX51" fmla="*/ 1032549 w 4114416"/>
              <a:gd name="connsiteY51" fmla="*/ 1947334 h 2870200"/>
              <a:gd name="connsiteX52" fmla="*/ 1049482 w 4114416"/>
              <a:gd name="connsiteY52" fmla="*/ 2040467 h 2870200"/>
              <a:gd name="connsiteX53" fmla="*/ 1074882 w 4114416"/>
              <a:gd name="connsiteY53" fmla="*/ 2108200 h 2870200"/>
              <a:gd name="connsiteX54" fmla="*/ 1105586 w 4114416"/>
              <a:gd name="connsiteY54" fmla="*/ 2165034 h 2870200"/>
              <a:gd name="connsiteX55" fmla="*/ 1117344 w 4114416"/>
              <a:gd name="connsiteY55" fmla="*/ 2220675 h 2870200"/>
              <a:gd name="connsiteX56" fmla="*/ 1134149 w 4114416"/>
              <a:gd name="connsiteY56" fmla="*/ 2108200 h 2870200"/>
              <a:gd name="connsiteX57" fmla="*/ 1184949 w 4114416"/>
              <a:gd name="connsiteY57" fmla="*/ 1989667 h 2870200"/>
              <a:gd name="connsiteX58" fmla="*/ 1221851 w 4114416"/>
              <a:gd name="connsiteY58" fmla="*/ 1898967 h 2870200"/>
              <a:gd name="connsiteX59" fmla="*/ 1244216 w 4114416"/>
              <a:gd name="connsiteY59" fmla="*/ 2167467 h 2870200"/>
              <a:gd name="connsiteX60" fmla="*/ 1261149 w 4114416"/>
              <a:gd name="connsiteY60" fmla="*/ 2082800 h 2870200"/>
              <a:gd name="connsiteX61" fmla="*/ 1269616 w 4114416"/>
              <a:gd name="connsiteY61" fmla="*/ 2015067 h 2870200"/>
              <a:gd name="connsiteX62" fmla="*/ 1311949 w 4114416"/>
              <a:gd name="connsiteY62" fmla="*/ 1854200 h 2870200"/>
              <a:gd name="connsiteX63" fmla="*/ 1320416 w 4114416"/>
              <a:gd name="connsiteY63" fmla="*/ 1803400 h 2870200"/>
              <a:gd name="connsiteX64" fmla="*/ 1345816 w 4114416"/>
              <a:gd name="connsiteY64" fmla="*/ 1701800 h 2870200"/>
              <a:gd name="connsiteX65" fmla="*/ 1379682 w 4114416"/>
              <a:gd name="connsiteY65" fmla="*/ 1744134 h 2870200"/>
              <a:gd name="connsiteX66" fmla="*/ 1422016 w 4114416"/>
              <a:gd name="connsiteY66" fmla="*/ 1879600 h 2870200"/>
              <a:gd name="connsiteX67" fmla="*/ 1455882 w 4114416"/>
              <a:gd name="connsiteY67" fmla="*/ 1947334 h 2870200"/>
              <a:gd name="connsiteX68" fmla="*/ 1472816 w 4114416"/>
              <a:gd name="connsiteY68" fmla="*/ 1938867 h 2870200"/>
              <a:gd name="connsiteX69" fmla="*/ 1515149 w 4114416"/>
              <a:gd name="connsiteY69" fmla="*/ 1803400 h 2870200"/>
              <a:gd name="connsiteX70" fmla="*/ 1574416 w 4114416"/>
              <a:gd name="connsiteY70" fmla="*/ 1651000 h 2870200"/>
              <a:gd name="connsiteX71" fmla="*/ 1582882 w 4114416"/>
              <a:gd name="connsiteY71" fmla="*/ 1591734 h 2870200"/>
              <a:gd name="connsiteX72" fmla="*/ 1608410 w 4114416"/>
              <a:gd name="connsiteY72" fmla="*/ 1462351 h 2870200"/>
              <a:gd name="connsiteX73" fmla="*/ 1633682 w 4114416"/>
              <a:gd name="connsiteY73" fmla="*/ 1524000 h 2870200"/>
              <a:gd name="connsiteX74" fmla="*/ 1659082 w 4114416"/>
              <a:gd name="connsiteY74" fmla="*/ 1490134 h 2870200"/>
              <a:gd name="connsiteX75" fmla="*/ 1684482 w 4114416"/>
              <a:gd name="connsiteY75" fmla="*/ 1388534 h 2870200"/>
              <a:gd name="connsiteX76" fmla="*/ 1732631 w 4114416"/>
              <a:gd name="connsiteY76" fmla="*/ 1294184 h 2870200"/>
              <a:gd name="connsiteX77" fmla="*/ 1794549 w 4114416"/>
              <a:gd name="connsiteY77" fmla="*/ 1176867 h 2870200"/>
              <a:gd name="connsiteX78" fmla="*/ 1831067 w 4114416"/>
              <a:gd name="connsiteY78" fmla="*/ 1238516 h 2870200"/>
              <a:gd name="connsiteX79" fmla="*/ 1853688 w 4114416"/>
              <a:gd name="connsiteY79" fmla="*/ 1323159 h 2870200"/>
              <a:gd name="connsiteX80" fmla="*/ 1887682 w 4114416"/>
              <a:gd name="connsiteY80" fmla="*/ 1422400 h 2870200"/>
              <a:gd name="connsiteX81" fmla="*/ 1938482 w 4114416"/>
              <a:gd name="connsiteY81" fmla="*/ 1600200 h 2870200"/>
              <a:gd name="connsiteX82" fmla="*/ 1978163 w 4114416"/>
              <a:gd name="connsiteY82" fmla="*/ 1762259 h 2870200"/>
              <a:gd name="connsiteX83" fmla="*/ 2006216 w 4114416"/>
              <a:gd name="connsiteY83" fmla="*/ 1498600 h 2870200"/>
              <a:gd name="connsiteX84" fmla="*/ 2023149 w 4114416"/>
              <a:gd name="connsiteY84" fmla="*/ 1464734 h 2870200"/>
              <a:gd name="connsiteX85" fmla="*/ 2031616 w 4114416"/>
              <a:gd name="connsiteY85" fmla="*/ 1439334 h 2870200"/>
              <a:gd name="connsiteX86" fmla="*/ 2067707 w 4114416"/>
              <a:gd name="connsiteY86" fmla="*/ 1908377 h 2870200"/>
              <a:gd name="connsiteX87" fmla="*/ 2082416 w 4114416"/>
              <a:gd name="connsiteY87" fmla="*/ 2032000 h 2870200"/>
              <a:gd name="connsiteX88" fmla="*/ 2090882 w 4114416"/>
              <a:gd name="connsiteY88" fmla="*/ 2150534 h 2870200"/>
              <a:gd name="connsiteX89" fmla="*/ 2099349 w 4114416"/>
              <a:gd name="connsiteY89" fmla="*/ 2489200 h 2870200"/>
              <a:gd name="connsiteX90" fmla="*/ 2133216 w 4114416"/>
              <a:gd name="connsiteY90" fmla="*/ 2421467 h 2870200"/>
              <a:gd name="connsiteX91" fmla="*/ 2175549 w 4114416"/>
              <a:gd name="connsiteY91" fmla="*/ 2319867 h 2870200"/>
              <a:gd name="connsiteX92" fmla="*/ 2192611 w 4114416"/>
              <a:gd name="connsiteY92" fmla="*/ 2271500 h 2870200"/>
              <a:gd name="connsiteX93" fmla="*/ 2212579 w 4114416"/>
              <a:gd name="connsiteY93" fmla="*/ 2206201 h 2870200"/>
              <a:gd name="connsiteX94" fmla="*/ 2251749 w 4114416"/>
              <a:gd name="connsiteY94" fmla="*/ 2514600 h 2870200"/>
              <a:gd name="connsiteX95" fmla="*/ 2277149 w 4114416"/>
              <a:gd name="connsiteY95" fmla="*/ 2565400 h 2870200"/>
              <a:gd name="connsiteX96" fmla="*/ 2285616 w 4114416"/>
              <a:gd name="connsiteY96" fmla="*/ 2489200 h 2870200"/>
              <a:gd name="connsiteX97" fmla="*/ 2302549 w 4114416"/>
              <a:gd name="connsiteY97" fmla="*/ 2421467 h 2870200"/>
              <a:gd name="connsiteX98" fmla="*/ 2311016 w 4114416"/>
              <a:gd name="connsiteY98" fmla="*/ 1718734 h 2870200"/>
              <a:gd name="connsiteX99" fmla="*/ 2336416 w 4114416"/>
              <a:gd name="connsiteY99" fmla="*/ 1811867 h 2870200"/>
              <a:gd name="connsiteX100" fmla="*/ 2361816 w 4114416"/>
              <a:gd name="connsiteY100" fmla="*/ 1871134 h 2870200"/>
              <a:gd name="connsiteX101" fmla="*/ 2395682 w 4114416"/>
              <a:gd name="connsiteY101" fmla="*/ 1972734 h 2870200"/>
              <a:gd name="connsiteX102" fmla="*/ 2404149 w 4114416"/>
              <a:gd name="connsiteY102" fmla="*/ 1574800 h 2870200"/>
              <a:gd name="connsiteX103" fmla="*/ 2429549 w 4114416"/>
              <a:gd name="connsiteY103" fmla="*/ 1236134 h 2870200"/>
              <a:gd name="connsiteX104" fmla="*/ 2446482 w 4114416"/>
              <a:gd name="connsiteY104" fmla="*/ 1092200 h 2870200"/>
              <a:gd name="connsiteX105" fmla="*/ 2454949 w 4114416"/>
              <a:gd name="connsiteY105" fmla="*/ 1066800 h 2870200"/>
              <a:gd name="connsiteX106" fmla="*/ 2463416 w 4114416"/>
              <a:gd name="connsiteY106" fmla="*/ 1092200 h 2870200"/>
              <a:gd name="connsiteX107" fmla="*/ 2488816 w 4114416"/>
              <a:gd name="connsiteY107" fmla="*/ 1227667 h 2870200"/>
              <a:gd name="connsiteX108" fmla="*/ 2514216 w 4114416"/>
              <a:gd name="connsiteY108" fmla="*/ 753534 h 2870200"/>
              <a:gd name="connsiteX109" fmla="*/ 2531149 w 4114416"/>
              <a:gd name="connsiteY109" fmla="*/ 685800 h 2870200"/>
              <a:gd name="connsiteX110" fmla="*/ 2539616 w 4114416"/>
              <a:gd name="connsiteY110" fmla="*/ 609600 h 2870200"/>
              <a:gd name="connsiteX111" fmla="*/ 2548082 w 4114416"/>
              <a:gd name="connsiteY111" fmla="*/ 558800 h 2870200"/>
              <a:gd name="connsiteX112" fmla="*/ 2565016 w 4114416"/>
              <a:gd name="connsiteY112" fmla="*/ 584200 h 2870200"/>
              <a:gd name="connsiteX113" fmla="*/ 2573482 w 4114416"/>
              <a:gd name="connsiteY113" fmla="*/ 778934 h 2870200"/>
              <a:gd name="connsiteX114" fmla="*/ 2615816 w 4114416"/>
              <a:gd name="connsiteY114" fmla="*/ 914400 h 2870200"/>
              <a:gd name="connsiteX115" fmla="*/ 2632749 w 4114416"/>
              <a:gd name="connsiteY115" fmla="*/ 973667 h 2870200"/>
              <a:gd name="connsiteX116" fmla="*/ 2649682 w 4114416"/>
              <a:gd name="connsiteY116" fmla="*/ 812800 h 2870200"/>
              <a:gd name="connsiteX117" fmla="*/ 2666616 w 4114416"/>
              <a:gd name="connsiteY117" fmla="*/ 694267 h 2870200"/>
              <a:gd name="connsiteX118" fmla="*/ 2692016 w 4114416"/>
              <a:gd name="connsiteY118" fmla="*/ 558800 h 2870200"/>
              <a:gd name="connsiteX119" fmla="*/ 2717416 w 4114416"/>
              <a:gd name="connsiteY119" fmla="*/ 321734 h 2870200"/>
              <a:gd name="connsiteX120" fmla="*/ 2734349 w 4114416"/>
              <a:gd name="connsiteY120" fmla="*/ 1058334 h 2870200"/>
              <a:gd name="connsiteX121" fmla="*/ 2760746 w 4114416"/>
              <a:gd name="connsiteY121" fmla="*/ 1023969 h 2870200"/>
              <a:gd name="connsiteX122" fmla="*/ 2810549 w 4114416"/>
              <a:gd name="connsiteY122" fmla="*/ 905934 h 2870200"/>
              <a:gd name="connsiteX123" fmla="*/ 2844416 w 4114416"/>
              <a:gd name="connsiteY123" fmla="*/ 855134 h 2870200"/>
              <a:gd name="connsiteX124" fmla="*/ 2869816 w 4114416"/>
              <a:gd name="connsiteY124" fmla="*/ 1422400 h 2870200"/>
              <a:gd name="connsiteX125" fmla="*/ 2878282 w 4114416"/>
              <a:gd name="connsiteY125" fmla="*/ 1388534 h 2870200"/>
              <a:gd name="connsiteX126" fmla="*/ 2895216 w 4114416"/>
              <a:gd name="connsiteY126" fmla="*/ 1363134 h 2870200"/>
              <a:gd name="connsiteX127" fmla="*/ 2920616 w 4114416"/>
              <a:gd name="connsiteY127" fmla="*/ 1278467 h 2870200"/>
              <a:gd name="connsiteX128" fmla="*/ 2937549 w 4114416"/>
              <a:gd name="connsiteY128" fmla="*/ 1320800 h 2870200"/>
              <a:gd name="connsiteX129" fmla="*/ 2954482 w 4114416"/>
              <a:gd name="connsiteY129" fmla="*/ 1388534 h 2870200"/>
              <a:gd name="connsiteX130" fmla="*/ 2971416 w 4114416"/>
              <a:gd name="connsiteY130" fmla="*/ 1422400 h 2870200"/>
              <a:gd name="connsiteX131" fmla="*/ 3013749 w 4114416"/>
              <a:gd name="connsiteY131" fmla="*/ 1540934 h 2870200"/>
              <a:gd name="connsiteX132" fmla="*/ 3030682 w 4114416"/>
              <a:gd name="connsiteY132" fmla="*/ 1566334 h 2870200"/>
              <a:gd name="connsiteX133" fmla="*/ 3064549 w 4114416"/>
              <a:gd name="connsiteY133" fmla="*/ 1718734 h 2870200"/>
              <a:gd name="connsiteX134" fmla="*/ 3089949 w 4114416"/>
              <a:gd name="connsiteY134" fmla="*/ 1761067 h 2870200"/>
              <a:gd name="connsiteX135" fmla="*/ 3123816 w 4114416"/>
              <a:gd name="connsiteY135" fmla="*/ 1879600 h 2870200"/>
              <a:gd name="connsiteX136" fmla="*/ 3115349 w 4114416"/>
              <a:gd name="connsiteY136" fmla="*/ 1913467 h 2870200"/>
              <a:gd name="connsiteX137" fmla="*/ 3127799 w 4114416"/>
              <a:gd name="connsiteY137" fmla="*/ 1901016 h 2870200"/>
              <a:gd name="connsiteX138" fmla="*/ 3140749 w 4114416"/>
              <a:gd name="connsiteY138" fmla="*/ 1769534 h 2870200"/>
              <a:gd name="connsiteX139" fmla="*/ 3157682 w 4114416"/>
              <a:gd name="connsiteY139" fmla="*/ 1710267 h 2870200"/>
              <a:gd name="connsiteX140" fmla="*/ 3166149 w 4114416"/>
              <a:gd name="connsiteY140" fmla="*/ 1684867 h 2870200"/>
              <a:gd name="connsiteX141" fmla="*/ 3191549 w 4114416"/>
              <a:gd name="connsiteY141" fmla="*/ 1676400 h 2870200"/>
              <a:gd name="connsiteX142" fmla="*/ 3200016 w 4114416"/>
              <a:gd name="connsiteY142" fmla="*/ 2006600 h 2870200"/>
              <a:gd name="connsiteX143" fmla="*/ 3208482 w 4114416"/>
              <a:gd name="connsiteY143" fmla="*/ 2048934 h 2870200"/>
              <a:gd name="connsiteX144" fmla="*/ 3216949 w 4114416"/>
              <a:gd name="connsiteY144" fmla="*/ 2099734 h 2870200"/>
              <a:gd name="connsiteX145" fmla="*/ 3233882 w 4114416"/>
              <a:gd name="connsiteY145" fmla="*/ 2048934 h 2870200"/>
              <a:gd name="connsiteX146" fmla="*/ 3242349 w 4114416"/>
              <a:gd name="connsiteY146" fmla="*/ 1998134 h 2870200"/>
              <a:gd name="connsiteX147" fmla="*/ 3276216 w 4114416"/>
              <a:gd name="connsiteY147" fmla="*/ 2353734 h 2870200"/>
              <a:gd name="connsiteX148" fmla="*/ 3301616 w 4114416"/>
              <a:gd name="connsiteY148" fmla="*/ 2387600 h 2870200"/>
              <a:gd name="connsiteX149" fmla="*/ 3310082 w 4114416"/>
              <a:gd name="connsiteY149" fmla="*/ 2497667 h 2870200"/>
              <a:gd name="connsiteX150" fmla="*/ 3327016 w 4114416"/>
              <a:gd name="connsiteY150" fmla="*/ 2531534 h 2870200"/>
              <a:gd name="connsiteX151" fmla="*/ 3343949 w 4114416"/>
              <a:gd name="connsiteY151" fmla="*/ 2599267 h 2870200"/>
              <a:gd name="connsiteX152" fmla="*/ 3369349 w 4114416"/>
              <a:gd name="connsiteY152" fmla="*/ 2667000 h 2870200"/>
              <a:gd name="connsiteX153" fmla="*/ 3411682 w 4114416"/>
              <a:gd name="connsiteY153" fmla="*/ 2810934 h 2870200"/>
              <a:gd name="connsiteX154" fmla="*/ 3437082 w 4114416"/>
              <a:gd name="connsiteY154" fmla="*/ 2870200 h 2870200"/>
              <a:gd name="connsiteX155" fmla="*/ 3462482 w 4114416"/>
              <a:gd name="connsiteY155" fmla="*/ 1828800 h 2870200"/>
              <a:gd name="connsiteX156" fmla="*/ 3461984 w 4114416"/>
              <a:gd name="connsiteY156" fmla="*/ 2090271 h 2870200"/>
              <a:gd name="connsiteX157" fmla="*/ 3487882 w 4114416"/>
              <a:gd name="connsiteY157" fmla="*/ 1735667 h 2870200"/>
              <a:gd name="connsiteX158" fmla="*/ 3513282 w 4114416"/>
              <a:gd name="connsiteY158" fmla="*/ 1651000 h 2870200"/>
              <a:gd name="connsiteX159" fmla="*/ 3521749 w 4114416"/>
              <a:gd name="connsiteY159" fmla="*/ 1701800 h 2870200"/>
              <a:gd name="connsiteX160" fmla="*/ 3525733 w 4114416"/>
              <a:gd name="connsiteY160" fmla="*/ 1875118 h 2870200"/>
              <a:gd name="connsiteX161" fmla="*/ 3547149 w 4114416"/>
              <a:gd name="connsiteY161" fmla="*/ 1752600 h 2870200"/>
              <a:gd name="connsiteX162" fmla="*/ 3555616 w 4114416"/>
              <a:gd name="connsiteY162" fmla="*/ 1693334 h 2870200"/>
              <a:gd name="connsiteX163" fmla="*/ 3597949 w 4114416"/>
              <a:gd name="connsiteY163" fmla="*/ 1608667 h 2870200"/>
              <a:gd name="connsiteX164" fmla="*/ 3614882 w 4114416"/>
              <a:gd name="connsiteY164" fmla="*/ 1566334 h 2870200"/>
              <a:gd name="connsiteX165" fmla="*/ 3657216 w 4114416"/>
              <a:gd name="connsiteY165" fmla="*/ 1464734 h 2870200"/>
              <a:gd name="connsiteX166" fmla="*/ 3661200 w 4114416"/>
              <a:gd name="connsiteY166" fmla="*/ 1373094 h 2870200"/>
              <a:gd name="connsiteX167" fmla="*/ 3682616 w 4114416"/>
              <a:gd name="connsiteY167" fmla="*/ 1363134 h 2870200"/>
              <a:gd name="connsiteX168" fmla="*/ 3699549 w 4114416"/>
              <a:gd name="connsiteY168" fmla="*/ 1320800 h 2870200"/>
              <a:gd name="connsiteX169" fmla="*/ 3694569 w 4114416"/>
              <a:gd name="connsiteY169" fmla="*/ 1151964 h 2870200"/>
              <a:gd name="connsiteX170" fmla="*/ 3741882 w 4114416"/>
              <a:gd name="connsiteY170" fmla="*/ 1227667 h 2870200"/>
              <a:gd name="connsiteX171" fmla="*/ 3750349 w 4114416"/>
              <a:gd name="connsiteY171" fmla="*/ 1176867 h 2870200"/>
              <a:gd name="connsiteX172" fmla="*/ 3767282 w 4114416"/>
              <a:gd name="connsiteY172" fmla="*/ 1126067 h 2870200"/>
              <a:gd name="connsiteX173" fmla="*/ 3775749 w 4114416"/>
              <a:gd name="connsiteY173" fmla="*/ 1058334 h 2870200"/>
              <a:gd name="connsiteX174" fmla="*/ 3784216 w 4114416"/>
              <a:gd name="connsiteY174" fmla="*/ 1270000 h 2870200"/>
              <a:gd name="connsiteX175" fmla="*/ 3813064 w 4114416"/>
              <a:gd name="connsiteY175" fmla="*/ 678606 h 2870200"/>
              <a:gd name="connsiteX176" fmla="*/ 3818082 w 4114416"/>
              <a:gd name="connsiteY176" fmla="*/ 558800 h 2870200"/>
              <a:gd name="connsiteX177" fmla="*/ 3835016 w 4114416"/>
              <a:gd name="connsiteY177" fmla="*/ 482600 h 2870200"/>
              <a:gd name="connsiteX178" fmla="*/ 3843482 w 4114416"/>
              <a:gd name="connsiteY178" fmla="*/ 533400 h 2870200"/>
              <a:gd name="connsiteX179" fmla="*/ 3860416 w 4114416"/>
              <a:gd name="connsiteY179" fmla="*/ 660400 h 2870200"/>
              <a:gd name="connsiteX180" fmla="*/ 3868882 w 4114416"/>
              <a:gd name="connsiteY180" fmla="*/ 702734 h 2870200"/>
              <a:gd name="connsiteX181" fmla="*/ 3885816 w 4114416"/>
              <a:gd name="connsiteY181" fmla="*/ 736600 h 2870200"/>
              <a:gd name="connsiteX182" fmla="*/ 3902749 w 4114416"/>
              <a:gd name="connsiteY182" fmla="*/ 702734 h 2870200"/>
              <a:gd name="connsiteX183" fmla="*/ 3962016 w 4114416"/>
              <a:gd name="connsiteY183" fmla="*/ 482600 h 2870200"/>
              <a:gd name="connsiteX184" fmla="*/ 3978949 w 4114416"/>
              <a:gd name="connsiteY184" fmla="*/ 457200 h 2870200"/>
              <a:gd name="connsiteX185" fmla="*/ 4004349 w 4114416"/>
              <a:gd name="connsiteY185" fmla="*/ 177800 h 2870200"/>
              <a:gd name="connsiteX186" fmla="*/ 4029749 w 4114416"/>
              <a:gd name="connsiteY186" fmla="*/ 135467 h 2870200"/>
              <a:gd name="connsiteX187" fmla="*/ 4038216 w 4114416"/>
              <a:gd name="connsiteY187" fmla="*/ 101600 h 2870200"/>
              <a:gd name="connsiteX188" fmla="*/ 4046682 w 4114416"/>
              <a:gd name="connsiteY188" fmla="*/ 76200 h 2870200"/>
              <a:gd name="connsiteX189" fmla="*/ 4055149 w 4114416"/>
              <a:gd name="connsiteY189" fmla="*/ 110067 h 2870200"/>
              <a:gd name="connsiteX190" fmla="*/ 4072082 w 4114416"/>
              <a:gd name="connsiteY190" fmla="*/ 160867 h 2870200"/>
              <a:gd name="connsiteX191" fmla="*/ 4114416 w 4114416"/>
              <a:gd name="connsiteY191" fmla="*/ 0 h 2870200"/>
              <a:gd name="connsiteX0" fmla="*/ 0 w 4114416"/>
              <a:gd name="connsiteY0" fmla="*/ 735359 h 2870200"/>
              <a:gd name="connsiteX1" fmla="*/ 22363 w 4114416"/>
              <a:gd name="connsiteY1" fmla="*/ 647092 h 2870200"/>
              <a:gd name="connsiteX2" fmla="*/ 53451 w 4114416"/>
              <a:gd name="connsiteY2" fmla="*/ 567267 h 2870200"/>
              <a:gd name="connsiteX3" fmla="*/ 61790 w 4114416"/>
              <a:gd name="connsiteY3" fmla="*/ 828517 h 2870200"/>
              <a:gd name="connsiteX4" fmla="*/ 57549 w 4114416"/>
              <a:gd name="connsiteY4" fmla="*/ 1083293 h 2870200"/>
              <a:gd name="connsiteX5" fmla="*/ 55282 w 4114416"/>
              <a:gd name="connsiteY5" fmla="*/ 1212385 h 2870200"/>
              <a:gd name="connsiteX6" fmla="*/ 69873 w 4114416"/>
              <a:gd name="connsiteY6" fmla="*/ 1401791 h 2870200"/>
              <a:gd name="connsiteX7" fmla="*/ 112335 w 4114416"/>
              <a:gd name="connsiteY7" fmla="*/ 1209517 h 2870200"/>
              <a:gd name="connsiteX8" fmla="*/ 135082 w 4114416"/>
              <a:gd name="connsiteY8" fmla="*/ 1100667 h 2870200"/>
              <a:gd name="connsiteX9" fmla="*/ 168949 w 4114416"/>
              <a:gd name="connsiteY9" fmla="*/ 999067 h 2870200"/>
              <a:gd name="connsiteX10" fmla="*/ 185882 w 4114416"/>
              <a:gd name="connsiteY10" fmla="*/ 948267 h 2870200"/>
              <a:gd name="connsiteX11" fmla="*/ 202816 w 4114416"/>
              <a:gd name="connsiteY11" fmla="*/ 1134534 h 2870200"/>
              <a:gd name="connsiteX12" fmla="*/ 219749 w 4114416"/>
              <a:gd name="connsiteY12" fmla="*/ 1464734 h 2870200"/>
              <a:gd name="connsiteX13" fmla="*/ 279016 w 4114416"/>
              <a:gd name="connsiteY13" fmla="*/ 1363134 h 2870200"/>
              <a:gd name="connsiteX14" fmla="*/ 304416 w 4114416"/>
              <a:gd name="connsiteY14" fmla="*/ 1371600 h 2870200"/>
              <a:gd name="connsiteX15" fmla="*/ 312882 w 4114416"/>
              <a:gd name="connsiteY15" fmla="*/ 2243667 h 2870200"/>
              <a:gd name="connsiteX16" fmla="*/ 338282 w 4114416"/>
              <a:gd name="connsiteY16" fmla="*/ 2201334 h 2870200"/>
              <a:gd name="connsiteX17" fmla="*/ 346749 w 4114416"/>
              <a:gd name="connsiteY17" fmla="*/ 2150534 h 2870200"/>
              <a:gd name="connsiteX18" fmla="*/ 371651 w 4114416"/>
              <a:gd name="connsiteY18" fmla="*/ 2376146 h 2870200"/>
              <a:gd name="connsiteX19" fmla="*/ 389082 w 4114416"/>
              <a:gd name="connsiteY19" fmla="*/ 2082800 h 2870200"/>
              <a:gd name="connsiteX20" fmla="*/ 414981 w 4114416"/>
              <a:gd name="connsiteY20" fmla="*/ 1792444 h 2870200"/>
              <a:gd name="connsiteX21" fmla="*/ 422949 w 4114416"/>
              <a:gd name="connsiteY21" fmla="*/ 2032000 h 2870200"/>
              <a:gd name="connsiteX22" fmla="*/ 453908 w 4114416"/>
              <a:gd name="connsiteY22" fmla="*/ 1990884 h 2870200"/>
              <a:gd name="connsiteX23" fmla="*/ 465282 w 4114416"/>
              <a:gd name="connsiteY23" fmla="*/ 1752600 h 2870200"/>
              <a:gd name="connsiteX24" fmla="*/ 490682 w 4114416"/>
              <a:gd name="connsiteY24" fmla="*/ 1651000 h 2870200"/>
              <a:gd name="connsiteX25" fmla="*/ 516082 w 4114416"/>
              <a:gd name="connsiteY25" fmla="*/ 1710267 h 2870200"/>
              <a:gd name="connsiteX26" fmla="*/ 524549 w 4114416"/>
              <a:gd name="connsiteY26" fmla="*/ 1851666 h 2870200"/>
              <a:gd name="connsiteX27" fmla="*/ 558416 w 4114416"/>
              <a:gd name="connsiteY27" fmla="*/ 1820334 h 2870200"/>
              <a:gd name="connsiteX28" fmla="*/ 583816 w 4114416"/>
              <a:gd name="connsiteY28" fmla="*/ 1938867 h 2870200"/>
              <a:gd name="connsiteX29" fmla="*/ 600749 w 4114416"/>
              <a:gd name="connsiteY29" fmla="*/ 1998134 h 2870200"/>
              <a:gd name="connsiteX30" fmla="*/ 643082 w 4114416"/>
              <a:gd name="connsiteY30" fmla="*/ 1786467 h 2870200"/>
              <a:gd name="connsiteX31" fmla="*/ 668482 w 4114416"/>
              <a:gd name="connsiteY31" fmla="*/ 1718734 h 2870200"/>
              <a:gd name="connsiteX32" fmla="*/ 685416 w 4114416"/>
              <a:gd name="connsiteY32" fmla="*/ 1617134 h 2870200"/>
              <a:gd name="connsiteX33" fmla="*/ 702349 w 4114416"/>
              <a:gd name="connsiteY33" fmla="*/ 1557867 h 2870200"/>
              <a:gd name="connsiteX34" fmla="*/ 710816 w 4114416"/>
              <a:gd name="connsiteY34" fmla="*/ 1524000 h 2870200"/>
              <a:gd name="connsiteX35" fmla="*/ 727749 w 4114416"/>
              <a:gd name="connsiteY35" fmla="*/ 1312334 h 2870200"/>
              <a:gd name="connsiteX36" fmla="*/ 744682 w 4114416"/>
              <a:gd name="connsiteY36" fmla="*/ 1380067 h 2870200"/>
              <a:gd name="connsiteX37" fmla="*/ 761616 w 4114416"/>
              <a:gd name="connsiteY37" fmla="*/ 1532467 h 2870200"/>
              <a:gd name="connsiteX38" fmla="*/ 778549 w 4114416"/>
              <a:gd name="connsiteY38" fmla="*/ 1566334 h 2870200"/>
              <a:gd name="connsiteX39" fmla="*/ 820882 w 4114416"/>
              <a:gd name="connsiteY39" fmla="*/ 1430867 h 2870200"/>
              <a:gd name="connsiteX40" fmla="*/ 854749 w 4114416"/>
              <a:gd name="connsiteY40" fmla="*/ 1388534 h 2870200"/>
              <a:gd name="connsiteX41" fmla="*/ 863216 w 4114416"/>
              <a:gd name="connsiteY41" fmla="*/ 1498600 h 2870200"/>
              <a:gd name="connsiteX42" fmla="*/ 888616 w 4114416"/>
              <a:gd name="connsiteY42" fmla="*/ 1811867 h 2870200"/>
              <a:gd name="connsiteX43" fmla="*/ 897082 w 4114416"/>
              <a:gd name="connsiteY43" fmla="*/ 1642534 h 2870200"/>
              <a:gd name="connsiteX44" fmla="*/ 930949 w 4114416"/>
              <a:gd name="connsiteY44" fmla="*/ 1557867 h 2870200"/>
              <a:gd name="connsiteX45" fmla="*/ 939416 w 4114416"/>
              <a:gd name="connsiteY45" fmla="*/ 2006600 h 2870200"/>
              <a:gd name="connsiteX46" fmla="*/ 964816 w 4114416"/>
              <a:gd name="connsiteY46" fmla="*/ 2116667 h 2870200"/>
              <a:gd name="connsiteX47" fmla="*/ 973282 w 4114416"/>
              <a:gd name="connsiteY47" fmla="*/ 1948424 h 2870200"/>
              <a:gd name="connsiteX48" fmla="*/ 990216 w 4114416"/>
              <a:gd name="connsiteY48" fmla="*/ 1794934 h 2870200"/>
              <a:gd name="connsiteX49" fmla="*/ 998682 w 4114416"/>
              <a:gd name="connsiteY49" fmla="*/ 1761067 h 2870200"/>
              <a:gd name="connsiteX50" fmla="*/ 1015616 w 4114416"/>
              <a:gd name="connsiteY50" fmla="*/ 1871134 h 2870200"/>
              <a:gd name="connsiteX51" fmla="*/ 1032549 w 4114416"/>
              <a:gd name="connsiteY51" fmla="*/ 1947334 h 2870200"/>
              <a:gd name="connsiteX52" fmla="*/ 1049482 w 4114416"/>
              <a:gd name="connsiteY52" fmla="*/ 2040467 h 2870200"/>
              <a:gd name="connsiteX53" fmla="*/ 1074882 w 4114416"/>
              <a:gd name="connsiteY53" fmla="*/ 2108200 h 2870200"/>
              <a:gd name="connsiteX54" fmla="*/ 1105586 w 4114416"/>
              <a:gd name="connsiteY54" fmla="*/ 2165034 h 2870200"/>
              <a:gd name="connsiteX55" fmla="*/ 1117344 w 4114416"/>
              <a:gd name="connsiteY55" fmla="*/ 2220675 h 2870200"/>
              <a:gd name="connsiteX56" fmla="*/ 1134149 w 4114416"/>
              <a:gd name="connsiteY56" fmla="*/ 2108200 h 2870200"/>
              <a:gd name="connsiteX57" fmla="*/ 1184949 w 4114416"/>
              <a:gd name="connsiteY57" fmla="*/ 1989667 h 2870200"/>
              <a:gd name="connsiteX58" fmla="*/ 1221851 w 4114416"/>
              <a:gd name="connsiteY58" fmla="*/ 1898967 h 2870200"/>
              <a:gd name="connsiteX59" fmla="*/ 1244216 w 4114416"/>
              <a:gd name="connsiteY59" fmla="*/ 2167467 h 2870200"/>
              <a:gd name="connsiteX60" fmla="*/ 1261149 w 4114416"/>
              <a:gd name="connsiteY60" fmla="*/ 2082800 h 2870200"/>
              <a:gd name="connsiteX61" fmla="*/ 1269616 w 4114416"/>
              <a:gd name="connsiteY61" fmla="*/ 2015067 h 2870200"/>
              <a:gd name="connsiteX62" fmla="*/ 1311949 w 4114416"/>
              <a:gd name="connsiteY62" fmla="*/ 1854200 h 2870200"/>
              <a:gd name="connsiteX63" fmla="*/ 1320416 w 4114416"/>
              <a:gd name="connsiteY63" fmla="*/ 1803400 h 2870200"/>
              <a:gd name="connsiteX64" fmla="*/ 1345816 w 4114416"/>
              <a:gd name="connsiteY64" fmla="*/ 1701800 h 2870200"/>
              <a:gd name="connsiteX65" fmla="*/ 1379682 w 4114416"/>
              <a:gd name="connsiteY65" fmla="*/ 1744134 h 2870200"/>
              <a:gd name="connsiteX66" fmla="*/ 1422016 w 4114416"/>
              <a:gd name="connsiteY66" fmla="*/ 1879600 h 2870200"/>
              <a:gd name="connsiteX67" fmla="*/ 1455882 w 4114416"/>
              <a:gd name="connsiteY67" fmla="*/ 1947334 h 2870200"/>
              <a:gd name="connsiteX68" fmla="*/ 1472816 w 4114416"/>
              <a:gd name="connsiteY68" fmla="*/ 1938867 h 2870200"/>
              <a:gd name="connsiteX69" fmla="*/ 1515149 w 4114416"/>
              <a:gd name="connsiteY69" fmla="*/ 1803400 h 2870200"/>
              <a:gd name="connsiteX70" fmla="*/ 1574416 w 4114416"/>
              <a:gd name="connsiteY70" fmla="*/ 1651000 h 2870200"/>
              <a:gd name="connsiteX71" fmla="*/ 1582882 w 4114416"/>
              <a:gd name="connsiteY71" fmla="*/ 1591734 h 2870200"/>
              <a:gd name="connsiteX72" fmla="*/ 1608410 w 4114416"/>
              <a:gd name="connsiteY72" fmla="*/ 1462351 h 2870200"/>
              <a:gd name="connsiteX73" fmla="*/ 1633682 w 4114416"/>
              <a:gd name="connsiteY73" fmla="*/ 1524000 h 2870200"/>
              <a:gd name="connsiteX74" fmla="*/ 1659082 w 4114416"/>
              <a:gd name="connsiteY74" fmla="*/ 1490134 h 2870200"/>
              <a:gd name="connsiteX75" fmla="*/ 1684482 w 4114416"/>
              <a:gd name="connsiteY75" fmla="*/ 1388534 h 2870200"/>
              <a:gd name="connsiteX76" fmla="*/ 1732631 w 4114416"/>
              <a:gd name="connsiteY76" fmla="*/ 1294184 h 2870200"/>
              <a:gd name="connsiteX77" fmla="*/ 1794549 w 4114416"/>
              <a:gd name="connsiteY77" fmla="*/ 1176867 h 2870200"/>
              <a:gd name="connsiteX78" fmla="*/ 1831067 w 4114416"/>
              <a:gd name="connsiteY78" fmla="*/ 1238516 h 2870200"/>
              <a:gd name="connsiteX79" fmla="*/ 1853688 w 4114416"/>
              <a:gd name="connsiteY79" fmla="*/ 1323159 h 2870200"/>
              <a:gd name="connsiteX80" fmla="*/ 1887682 w 4114416"/>
              <a:gd name="connsiteY80" fmla="*/ 1422400 h 2870200"/>
              <a:gd name="connsiteX81" fmla="*/ 1938482 w 4114416"/>
              <a:gd name="connsiteY81" fmla="*/ 1600200 h 2870200"/>
              <a:gd name="connsiteX82" fmla="*/ 1978163 w 4114416"/>
              <a:gd name="connsiteY82" fmla="*/ 1762259 h 2870200"/>
              <a:gd name="connsiteX83" fmla="*/ 2006216 w 4114416"/>
              <a:gd name="connsiteY83" fmla="*/ 1498600 h 2870200"/>
              <a:gd name="connsiteX84" fmla="*/ 2023149 w 4114416"/>
              <a:gd name="connsiteY84" fmla="*/ 1464734 h 2870200"/>
              <a:gd name="connsiteX85" fmla="*/ 2031616 w 4114416"/>
              <a:gd name="connsiteY85" fmla="*/ 1439334 h 2870200"/>
              <a:gd name="connsiteX86" fmla="*/ 2067707 w 4114416"/>
              <a:gd name="connsiteY86" fmla="*/ 1908377 h 2870200"/>
              <a:gd name="connsiteX87" fmla="*/ 2082416 w 4114416"/>
              <a:gd name="connsiteY87" fmla="*/ 2032000 h 2870200"/>
              <a:gd name="connsiteX88" fmla="*/ 2090882 w 4114416"/>
              <a:gd name="connsiteY88" fmla="*/ 2150534 h 2870200"/>
              <a:gd name="connsiteX89" fmla="*/ 2099349 w 4114416"/>
              <a:gd name="connsiteY89" fmla="*/ 2489200 h 2870200"/>
              <a:gd name="connsiteX90" fmla="*/ 2133216 w 4114416"/>
              <a:gd name="connsiteY90" fmla="*/ 2421467 h 2870200"/>
              <a:gd name="connsiteX91" fmla="*/ 2175549 w 4114416"/>
              <a:gd name="connsiteY91" fmla="*/ 2319867 h 2870200"/>
              <a:gd name="connsiteX92" fmla="*/ 2192611 w 4114416"/>
              <a:gd name="connsiteY92" fmla="*/ 2271500 h 2870200"/>
              <a:gd name="connsiteX93" fmla="*/ 2212579 w 4114416"/>
              <a:gd name="connsiteY93" fmla="*/ 2206201 h 2870200"/>
              <a:gd name="connsiteX94" fmla="*/ 2251749 w 4114416"/>
              <a:gd name="connsiteY94" fmla="*/ 2514600 h 2870200"/>
              <a:gd name="connsiteX95" fmla="*/ 2277149 w 4114416"/>
              <a:gd name="connsiteY95" fmla="*/ 2565400 h 2870200"/>
              <a:gd name="connsiteX96" fmla="*/ 2285616 w 4114416"/>
              <a:gd name="connsiteY96" fmla="*/ 2489200 h 2870200"/>
              <a:gd name="connsiteX97" fmla="*/ 2302549 w 4114416"/>
              <a:gd name="connsiteY97" fmla="*/ 2421467 h 2870200"/>
              <a:gd name="connsiteX98" fmla="*/ 2311016 w 4114416"/>
              <a:gd name="connsiteY98" fmla="*/ 1718734 h 2870200"/>
              <a:gd name="connsiteX99" fmla="*/ 2336416 w 4114416"/>
              <a:gd name="connsiteY99" fmla="*/ 1811867 h 2870200"/>
              <a:gd name="connsiteX100" fmla="*/ 2361816 w 4114416"/>
              <a:gd name="connsiteY100" fmla="*/ 1871134 h 2870200"/>
              <a:gd name="connsiteX101" fmla="*/ 2395682 w 4114416"/>
              <a:gd name="connsiteY101" fmla="*/ 1972734 h 2870200"/>
              <a:gd name="connsiteX102" fmla="*/ 2404149 w 4114416"/>
              <a:gd name="connsiteY102" fmla="*/ 1574800 h 2870200"/>
              <a:gd name="connsiteX103" fmla="*/ 2429549 w 4114416"/>
              <a:gd name="connsiteY103" fmla="*/ 1236134 h 2870200"/>
              <a:gd name="connsiteX104" fmla="*/ 2446482 w 4114416"/>
              <a:gd name="connsiteY104" fmla="*/ 1092200 h 2870200"/>
              <a:gd name="connsiteX105" fmla="*/ 2454949 w 4114416"/>
              <a:gd name="connsiteY105" fmla="*/ 1066800 h 2870200"/>
              <a:gd name="connsiteX106" fmla="*/ 2463416 w 4114416"/>
              <a:gd name="connsiteY106" fmla="*/ 1092200 h 2870200"/>
              <a:gd name="connsiteX107" fmla="*/ 2488816 w 4114416"/>
              <a:gd name="connsiteY107" fmla="*/ 1227667 h 2870200"/>
              <a:gd name="connsiteX108" fmla="*/ 2514216 w 4114416"/>
              <a:gd name="connsiteY108" fmla="*/ 753534 h 2870200"/>
              <a:gd name="connsiteX109" fmla="*/ 2531149 w 4114416"/>
              <a:gd name="connsiteY109" fmla="*/ 685800 h 2870200"/>
              <a:gd name="connsiteX110" fmla="*/ 2539616 w 4114416"/>
              <a:gd name="connsiteY110" fmla="*/ 609600 h 2870200"/>
              <a:gd name="connsiteX111" fmla="*/ 2548082 w 4114416"/>
              <a:gd name="connsiteY111" fmla="*/ 558800 h 2870200"/>
              <a:gd name="connsiteX112" fmla="*/ 2565016 w 4114416"/>
              <a:gd name="connsiteY112" fmla="*/ 584200 h 2870200"/>
              <a:gd name="connsiteX113" fmla="*/ 2573482 w 4114416"/>
              <a:gd name="connsiteY113" fmla="*/ 778934 h 2870200"/>
              <a:gd name="connsiteX114" fmla="*/ 2615816 w 4114416"/>
              <a:gd name="connsiteY114" fmla="*/ 914400 h 2870200"/>
              <a:gd name="connsiteX115" fmla="*/ 2632749 w 4114416"/>
              <a:gd name="connsiteY115" fmla="*/ 973667 h 2870200"/>
              <a:gd name="connsiteX116" fmla="*/ 2649682 w 4114416"/>
              <a:gd name="connsiteY116" fmla="*/ 812800 h 2870200"/>
              <a:gd name="connsiteX117" fmla="*/ 2666616 w 4114416"/>
              <a:gd name="connsiteY117" fmla="*/ 694267 h 2870200"/>
              <a:gd name="connsiteX118" fmla="*/ 2692016 w 4114416"/>
              <a:gd name="connsiteY118" fmla="*/ 558800 h 2870200"/>
              <a:gd name="connsiteX119" fmla="*/ 2717416 w 4114416"/>
              <a:gd name="connsiteY119" fmla="*/ 321734 h 2870200"/>
              <a:gd name="connsiteX120" fmla="*/ 2734349 w 4114416"/>
              <a:gd name="connsiteY120" fmla="*/ 1058334 h 2870200"/>
              <a:gd name="connsiteX121" fmla="*/ 2760746 w 4114416"/>
              <a:gd name="connsiteY121" fmla="*/ 1023969 h 2870200"/>
              <a:gd name="connsiteX122" fmla="*/ 2810549 w 4114416"/>
              <a:gd name="connsiteY122" fmla="*/ 905934 h 2870200"/>
              <a:gd name="connsiteX123" fmla="*/ 2844416 w 4114416"/>
              <a:gd name="connsiteY123" fmla="*/ 855134 h 2870200"/>
              <a:gd name="connsiteX124" fmla="*/ 2869816 w 4114416"/>
              <a:gd name="connsiteY124" fmla="*/ 1422400 h 2870200"/>
              <a:gd name="connsiteX125" fmla="*/ 2878282 w 4114416"/>
              <a:gd name="connsiteY125" fmla="*/ 1388534 h 2870200"/>
              <a:gd name="connsiteX126" fmla="*/ 2895216 w 4114416"/>
              <a:gd name="connsiteY126" fmla="*/ 1363134 h 2870200"/>
              <a:gd name="connsiteX127" fmla="*/ 2920616 w 4114416"/>
              <a:gd name="connsiteY127" fmla="*/ 1278467 h 2870200"/>
              <a:gd name="connsiteX128" fmla="*/ 2937549 w 4114416"/>
              <a:gd name="connsiteY128" fmla="*/ 1320800 h 2870200"/>
              <a:gd name="connsiteX129" fmla="*/ 2954482 w 4114416"/>
              <a:gd name="connsiteY129" fmla="*/ 1388534 h 2870200"/>
              <a:gd name="connsiteX130" fmla="*/ 2971416 w 4114416"/>
              <a:gd name="connsiteY130" fmla="*/ 1422400 h 2870200"/>
              <a:gd name="connsiteX131" fmla="*/ 3013749 w 4114416"/>
              <a:gd name="connsiteY131" fmla="*/ 1540934 h 2870200"/>
              <a:gd name="connsiteX132" fmla="*/ 3030682 w 4114416"/>
              <a:gd name="connsiteY132" fmla="*/ 1566334 h 2870200"/>
              <a:gd name="connsiteX133" fmla="*/ 3064549 w 4114416"/>
              <a:gd name="connsiteY133" fmla="*/ 1718734 h 2870200"/>
              <a:gd name="connsiteX134" fmla="*/ 3089949 w 4114416"/>
              <a:gd name="connsiteY134" fmla="*/ 1761067 h 2870200"/>
              <a:gd name="connsiteX135" fmla="*/ 3123816 w 4114416"/>
              <a:gd name="connsiteY135" fmla="*/ 1879600 h 2870200"/>
              <a:gd name="connsiteX136" fmla="*/ 3115349 w 4114416"/>
              <a:gd name="connsiteY136" fmla="*/ 1913467 h 2870200"/>
              <a:gd name="connsiteX137" fmla="*/ 3140749 w 4114416"/>
              <a:gd name="connsiteY137" fmla="*/ 1769534 h 2870200"/>
              <a:gd name="connsiteX138" fmla="*/ 3157682 w 4114416"/>
              <a:gd name="connsiteY138" fmla="*/ 1710267 h 2870200"/>
              <a:gd name="connsiteX139" fmla="*/ 3166149 w 4114416"/>
              <a:gd name="connsiteY139" fmla="*/ 1684867 h 2870200"/>
              <a:gd name="connsiteX140" fmla="*/ 3191549 w 4114416"/>
              <a:gd name="connsiteY140" fmla="*/ 1676400 h 2870200"/>
              <a:gd name="connsiteX141" fmla="*/ 3200016 w 4114416"/>
              <a:gd name="connsiteY141" fmla="*/ 2006600 h 2870200"/>
              <a:gd name="connsiteX142" fmla="*/ 3208482 w 4114416"/>
              <a:gd name="connsiteY142" fmla="*/ 2048934 h 2870200"/>
              <a:gd name="connsiteX143" fmla="*/ 3216949 w 4114416"/>
              <a:gd name="connsiteY143" fmla="*/ 2099734 h 2870200"/>
              <a:gd name="connsiteX144" fmla="*/ 3233882 w 4114416"/>
              <a:gd name="connsiteY144" fmla="*/ 2048934 h 2870200"/>
              <a:gd name="connsiteX145" fmla="*/ 3242349 w 4114416"/>
              <a:gd name="connsiteY145" fmla="*/ 1998134 h 2870200"/>
              <a:gd name="connsiteX146" fmla="*/ 3276216 w 4114416"/>
              <a:gd name="connsiteY146" fmla="*/ 2353734 h 2870200"/>
              <a:gd name="connsiteX147" fmla="*/ 3301616 w 4114416"/>
              <a:gd name="connsiteY147" fmla="*/ 2387600 h 2870200"/>
              <a:gd name="connsiteX148" fmla="*/ 3310082 w 4114416"/>
              <a:gd name="connsiteY148" fmla="*/ 2497667 h 2870200"/>
              <a:gd name="connsiteX149" fmla="*/ 3327016 w 4114416"/>
              <a:gd name="connsiteY149" fmla="*/ 2531534 h 2870200"/>
              <a:gd name="connsiteX150" fmla="*/ 3343949 w 4114416"/>
              <a:gd name="connsiteY150" fmla="*/ 2599267 h 2870200"/>
              <a:gd name="connsiteX151" fmla="*/ 3369349 w 4114416"/>
              <a:gd name="connsiteY151" fmla="*/ 2667000 h 2870200"/>
              <a:gd name="connsiteX152" fmla="*/ 3411682 w 4114416"/>
              <a:gd name="connsiteY152" fmla="*/ 2810934 h 2870200"/>
              <a:gd name="connsiteX153" fmla="*/ 3437082 w 4114416"/>
              <a:gd name="connsiteY153" fmla="*/ 2870200 h 2870200"/>
              <a:gd name="connsiteX154" fmla="*/ 3462482 w 4114416"/>
              <a:gd name="connsiteY154" fmla="*/ 1828800 h 2870200"/>
              <a:gd name="connsiteX155" fmla="*/ 3461984 w 4114416"/>
              <a:gd name="connsiteY155" fmla="*/ 2090271 h 2870200"/>
              <a:gd name="connsiteX156" fmla="*/ 3487882 w 4114416"/>
              <a:gd name="connsiteY156" fmla="*/ 1735667 h 2870200"/>
              <a:gd name="connsiteX157" fmla="*/ 3513282 w 4114416"/>
              <a:gd name="connsiteY157" fmla="*/ 1651000 h 2870200"/>
              <a:gd name="connsiteX158" fmla="*/ 3521749 w 4114416"/>
              <a:gd name="connsiteY158" fmla="*/ 1701800 h 2870200"/>
              <a:gd name="connsiteX159" fmla="*/ 3525733 w 4114416"/>
              <a:gd name="connsiteY159" fmla="*/ 1875118 h 2870200"/>
              <a:gd name="connsiteX160" fmla="*/ 3547149 w 4114416"/>
              <a:gd name="connsiteY160" fmla="*/ 1752600 h 2870200"/>
              <a:gd name="connsiteX161" fmla="*/ 3555616 w 4114416"/>
              <a:gd name="connsiteY161" fmla="*/ 1693334 h 2870200"/>
              <a:gd name="connsiteX162" fmla="*/ 3597949 w 4114416"/>
              <a:gd name="connsiteY162" fmla="*/ 1608667 h 2870200"/>
              <a:gd name="connsiteX163" fmla="*/ 3614882 w 4114416"/>
              <a:gd name="connsiteY163" fmla="*/ 1566334 h 2870200"/>
              <a:gd name="connsiteX164" fmla="*/ 3657216 w 4114416"/>
              <a:gd name="connsiteY164" fmla="*/ 1464734 h 2870200"/>
              <a:gd name="connsiteX165" fmla="*/ 3661200 w 4114416"/>
              <a:gd name="connsiteY165" fmla="*/ 1373094 h 2870200"/>
              <a:gd name="connsiteX166" fmla="*/ 3682616 w 4114416"/>
              <a:gd name="connsiteY166" fmla="*/ 1363134 h 2870200"/>
              <a:gd name="connsiteX167" fmla="*/ 3699549 w 4114416"/>
              <a:gd name="connsiteY167" fmla="*/ 1320800 h 2870200"/>
              <a:gd name="connsiteX168" fmla="*/ 3694569 w 4114416"/>
              <a:gd name="connsiteY168" fmla="*/ 1151964 h 2870200"/>
              <a:gd name="connsiteX169" fmla="*/ 3741882 w 4114416"/>
              <a:gd name="connsiteY169" fmla="*/ 1227667 h 2870200"/>
              <a:gd name="connsiteX170" fmla="*/ 3750349 w 4114416"/>
              <a:gd name="connsiteY170" fmla="*/ 1176867 h 2870200"/>
              <a:gd name="connsiteX171" fmla="*/ 3767282 w 4114416"/>
              <a:gd name="connsiteY171" fmla="*/ 1126067 h 2870200"/>
              <a:gd name="connsiteX172" fmla="*/ 3775749 w 4114416"/>
              <a:gd name="connsiteY172" fmla="*/ 1058334 h 2870200"/>
              <a:gd name="connsiteX173" fmla="*/ 3784216 w 4114416"/>
              <a:gd name="connsiteY173" fmla="*/ 1270000 h 2870200"/>
              <a:gd name="connsiteX174" fmla="*/ 3813064 w 4114416"/>
              <a:gd name="connsiteY174" fmla="*/ 678606 h 2870200"/>
              <a:gd name="connsiteX175" fmla="*/ 3818082 w 4114416"/>
              <a:gd name="connsiteY175" fmla="*/ 558800 h 2870200"/>
              <a:gd name="connsiteX176" fmla="*/ 3835016 w 4114416"/>
              <a:gd name="connsiteY176" fmla="*/ 482600 h 2870200"/>
              <a:gd name="connsiteX177" fmla="*/ 3843482 w 4114416"/>
              <a:gd name="connsiteY177" fmla="*/ 533400 h 2870200"/>
              <a:gd name="connsiteX178" fmla="*/ 3860416 w 4114416"/>
              <a:gd name="connsiteY178" fmla="*/ 660400 h 2870200"/>
              <a:gd name="connsiteX179" fmla="*/ 3868882 w 4114416"/>
              <a:gd name="connsiteY179" fmla="*/ 702734 h 2870200"/>
              <a:gd name="connsiteX180" fmla="*/ 3885816 w 4114416"/>
              <a:gd name="connsiteY180" fmla="*/ 736600 h 2870200"/>
              <a:gd name="connsiteX181" fmla="*/ 3902749 w 4114416"/>
              <a:gd name="connsiteY181" fmla="*/ 702734 h 2870200"/>
              <a:gd name="connsiteX182" fmla="*/ 3962016 w 4114416"/>
              <a:gd name="connsiteY182" fmla="*/ 482600 h 2870200"/>
              <a:gd name="connsiteX183" fmla="*/ 3978949 w 4114416"/>
              <a:gd name="connsiteY183" fmla="*/ 457200 h 2870200"/>
              <a:gd name="connsiteX184" fmla="*/ 4004349 w 4114416"/>
              <a:gd name="connsiteY184" fmla="*/ 177800 h 2870200"/>
              <a:gd name="connsiteX185" fmla="*/ 4029749 w 4114416"/>
              <a:gd name="connsiteY185" fmla="*/ 135467 h 2870200"/>
              <a:gd name="connsiteX186" fmla="*/ 4038216 w 4114416"/>
              <a:gd name="connsiteY186" fmla="*/ 101600 h 2870200"/>
              <a:gd name="connsiteX187" fmla="*/ 4046682 w 4114416"/>
              <a:gd name="connsiteY187" fmla="*/ 76200 h 2870200"/>
              <a:gd name="connsiteX188" fmla="*/ 4055149 w 4114416"/>
              <a:gd name="connsiteY188" fmla="*/ 110067 h 2870200"/>
              <a:gd name="connsiteX189" fmla="*/ 4072082 w 4114416"/>
              <a:gd name="connsiteY189" fmla="*/ 160867 h 2870200"/>
              <a:gd name="connsiteX190" fmla="*/ 4114416 w 4114416"/>
              <a:gd name="connsiteY190" fmla="*/ 0 h 2870200"/>
              <a:gd name="connsiteX0" fmla="*/ 0 w 4114416"/>
              <a:gd name="connsiteY0" fmla="*/ 735359 h 2870200"/>
              <a:gd name="connsiteX1" fmla="*/ 22363 w 4114416"/>
              <a:gd name="connsiteY1" fmla="*/ 647092 h 2870200"/>
              <a:gd name="connsiteX2" fmla="*/ 53451 w 4114416"/>
              <a:gd name="connsiteY2" fmla="*/ 567267 h 2870200"/>
              <a:gd name="connsiteX3" fmla="*/ 61790 w 4114416"/>
              <a:gd name="connsiteY3" fmla="*/ 828517 h 2870200"/>
              <a:gd name="connsiteX4" fmla="*/ 57549 w 4114416"/>
              <a:gd name="connsiteY4" fmla="*/ 1083293 h 2870200"/>
              <a:gd name="connsiteX5" fmla="*/ 55282 w 4114416"/>
              <a:gd name="connsiteY5" fmla="*/ 1212385 h 2870200"/>
              <a:gd name="connsiteX6" fmla="*/ 69873 w 4114416"/>
              <a:gd name="connsiteY6" fmla="*/ 1401791 h 2870200"/>
              <a:gd name="connsiteX7" fmla="*/ 112335 w 4114416"/>
              <a:gd name="connsiteY7" fmla="*/ 1209517 h 2870200"/>
              <a:gd name="connsiteX8" fmla="*/ 135082 w 4114416"/>
              <a:gd name="connsiteY8" fmla="*/ 1100667 h 2870200"/>
              <a:gd name="connsiteX9" fmla="*/ 168949 w 4114416"/>
              <a:gd name="connsiteY9" fmla="*/ 999067 h 2870200"/>
              <a:gd name="connsiteX10" fmla="*/ 185882 w 4114416"/>
              <a:gd name="connsiteY10" fmla="*/ 948267 h 2870200"/>
              <a:gd name="connsiteX11" fmla="*/ 202816 w 4114416"/>
              <a:gd name="connsiteY11" fmla="*/ 1134534 h 2870200"/>
              <a:gd name="connsiteX12" fmla="*/ 219749 w 4114416"/>
              <a:gd name="connsiteY12" fmla="*/ 1464734 h 2870200"/>
              <a:gd name="connsiteX13" fmla="*/ 279016 w 4114416"/>
              <a:gd name="connsiteY13" fmla="*/ 1363134 h 2870200"/>
              <a:gd name="connsiteX14" fmla="*/ 304416 w 4114416"/>
              <a:gd name="connsiteY14" fmla="*/ 1371600 h 2870200"/>
              <a:gd name="connsiteX15" fmla="*/ 312882 w 4114416"/>
              <a:gd name="connsiteY15" fmla="*/ 2243667 h 2870200"/>
              <a:gd name="connsiteX16" fmla="*/ 338282 w 4114416"/>
              <a:gd name="connsiteY16" fmla="*/ 2201334 h 2870200"/>
              <a:gd name="connsiteX17" fmla="*/ 346749 w 4114416"/>
              <a:gd name="connsiteY17" fmla="*/ 2150534 h 2870200"/>
              <a:gd name="connsiteX18" fmla="*/ 371651 w 4114416"/>
              <a:gd name="connsiteY18" fmla="*/ 2376146 h 2870200"/>
              <a:gd name="connsiteX19" fmla="*/ 389082 w 4114416"/>
              <a:gd name="connsiteY19" fmla="*/ 2082800 h 2870200"/>
              <a:gd name="connsiteX20" fmla="*/ 414981 w 4114416"/>
              <a:gd name="connsiteY20" fmla="*/ 1792444 h 2870200"/>
              <a:gd name="connsiteX21" fmla="*/ 422949 w 4114416"/>
              <a:gd name="connsiteY21" fmla="*/ 2032000 h 2870200"/>
              <a:gd name="connsiteX22" fmla="*/ 453908 w 4114416"/>
              <a:gd name="connsiteY22" fmla="*/ 1990884 h 2870200"/>
              <a:gd name="connsiteX23" fmla="*/ 465282 w 4114416"/>
              <a:gd name="connsiteY23" fmla="*/ 1752600 h 2870200"/>
              <a:gd name="connsiteX24" fmla="*/ 490682 w 4114416"/>
              <a:gd name="connsiteY24" fmla="*/ 1651000 h 2870200"/>
              <a:gd name="connsiteX25" fmla="*/ 516082 w 4114416"/>
              <a:gd name="connsiteY25" fmla="*/ 1710267 h 2870200"/>
              <a:gd name="connsiteX26" fmla="*/ 524549 w 4114416"/>
              <a:gd name="connsiteY26" fmla="*/ 1851666 h 2870200"/>
              <a:gd name="connsiteX27" fmla="*/ 558416 w 4114416"/>
              <a:gd name="connsiteY27" fmla="*/ 1820334 h 2870200"/>
              <a:gd name="connsiteX28" fmla="*/ 583816 w 4114416"/>
              <a:gd name="connsiteY28" fmla="*/ 1938867 h 2870200"/>
              <a:gd name="connsiteX29" fmla="*/ 600749 w 4114416"/>
              <a:gd name="connsiteY29" fmla="*/ 1998134 h 2870200"/>
              <a:gd name="connsiteX30" fmla="*/ 643082 w 4114416"/>
              <a:gd name="connsiteY30" fmla="*/ 1786467 h 2870200"/>
              <a:gd name="connsiteX31" fmla="*/ 668482 w 4114416"/>
              <a:gd name="connsiteY31" fmla="*/ 1718734 h 2870200"/>
              <a:gd name="connsiteX32" fmla="*/ 685416 w 4114416"/>
              <a:gd name="connsiteY32" fmla="*/ 1617134 h 2870200"/>
              <a:gd name="connsiteX33" fmla="*/ 702349 w 4114416"/>
              <a:gd name="connsiteY33" fmla="*/ 1557867 h 2870200"/>
              <a:gd name="connsiteX34" fmla="*/ 710816 w 4114416"/>
              <a:gd name="connsiteY34" fmla="*/ 1524000 h 2870200"/>
              <a:gd name="connsiteX35" fmla="*/ 727749 w 4114416"/>
              <a:gd name="connsiteY35" fmla="*/ 1312334 h 2870200"/>
              <a:gd name="connsiteX36" fmla="*/ 744682 w 4114416"/>
              <a:gd name="connsiteY36" fmla="*/ 1380067 h 2870200"/>
              <a:gd name="connsiteX37" fmla="*/ 761616 w 4114416"/>
              <a:gd name="connsiteY37" fmla="*/ 1532467 h 2870200"/>
              <a:gd name="connsiteX38" fmla="*/ 778549 w 4114416"/>
              <a:gd name="connsiteY38" fmla="*/ 1566334 h 2870200"/>
              <a:gd name="connsiteX39" fmla="*/ 820882 w 4114416"/>
              <a:gd name="connsiteY39" fmla="*/ 1430867 h 2870200"/>
              <a:gd name="connsiteX40" fmla="*/ 854749 w 4114416"/>
              <a:gd name="connsiteY40" fmla="*/ 1388534 h 2870200"/>
              <a:gd name="connsiteX41" fmla="*/ 863216 w 4114416"/>
              <a:gd name="connsiteY41" fmla="*/ 1498600 h 2870200"/>
              <a:gd name="connsiteX42" fmla="*/ 888616 w 4114416"/>
              <a:gd name="connsiteY42" fmla="*/ 1811867 h 2870200"/>
              <a:gd name="connsiteX43" fmla="*/ 897082 w 4114416"/>
              <a:gd name="connsiteY43" fmla="*/ 1642534 h 2870200"/>
              <a:gd name="connsiteX44" fmla="*/ 930949 w 4114416"/>
              <a:gd name="connsiteY44" fmla="*/ 1557867 h 2870200"/>
              <a:gd name="connsiteX45" fmla="*/ 939416 w 4114416"/>
              <a:gd name="connsiteY45" fmla="*/ 2006600 h 2870200"/>
              <a:gd name="connsiteX46" fmla="*/ 964816 w 4114416"/>
              <a:gd name="connsiteY46" fmla="*/ 2116667 h 2870200"/>
              <a:gd name="connsiteX47" fmla="*/ 973282 w 4114416"/>
              <a:gd name="connsiteY47" fmla="*/ 1948424 h 2870200"/>
              <a:gd name="connsiteX48" fmla="*/ 990216 w 4114416"/>
              <a:gd name="connsiteY48" fmla="*/ 1794934 h 2870200"/>
              <a:gd name="connsiteX49" fmla="*/ 998682 w 4114416"/>
              <a:gd name="connsiteY49" fmla="*/ 1761067 h 2870200"/>
              <a:gd name="connsiteX50" fmla="*/ 1015616 w 4114416"/>
              <a:gd name="connsiteY50" fmla="*/ 1871134 h 2870200"/>
              <a:gd name="connsiteX51" fmla="*/ 1032549 w 4114416"/>
              <a:gd name="connsiteY51" fmla="*/ 1947334 h 2870200"/>
              <a:gd name="connsiteX52" fmla="*/ 1049482 w 4114416"/>
              <a:gd name="connsiteY52" fmla="*/ 2040467 h 2870200"/>
              <a:gd name="connsiteX53" fmla="*/ 1074882 w 4114416"/>
              <a:gd name="connsiteY53" fmla="*/ 2108200 h 2870200"/>
              <a:gd name="connsiteX54" fmla="*/ 1105586 w 4114416"/>
              <a:gd name="connsiteY54" fmla="*/ 2165034 h 2870200"/>
              <a:gd name="connsiteX55" fmla="*/ 1117344 w 4114416"/>
              <a:gd name="connsiteY55" fmla="*/ 2220675 h 2870200"/>
              <a:gd name="connsiteX56" fmla="*/ 1134149 w 4114416"/>
              <a:gd name="connsiteY56" fmla="*/ 2108200 h 2870200"/>
              <a:gd name="connsiteX57" fmla="*/ 1184949 w 4114416"/>
              <a:gd name="connsiteY57" fmla="*/ 1989667 h 2870200"/>
              <a:gd name="connsiteX58" fmla="*/ 1221851 w 4114416"/>
              <a:gd name="connsiteY58" fmla="*/ 1898967 h 2870200"/>
              <a:gd name="connsiteX59" fmla="*/ 1244216 w 4114416"/>
              <a:gd name="connsiteY59" fmla="*/ 2167467 h 2870200"/>
              <a:gd name="connsiteX60" fmla="*/ 1261149 w 4114416"/>
              <a:gd name="connsiteY60" fmla="*/ 2082800 h 2870200"/>
              <a:gd name="connsiteX61" fmla="*/ 1269616 w 4114416"/>
              <a:gd name="connsiteY61" fmla="*/ 2015067 h 2870200"/>
              <a:gd name="connsiteX62" fmla="*/ 1311949 w 4114416"/>
              <a:gd name="connsiteY62" fmla="*/ 1854200 h 2870200"/>
              <a:gd name="connsiteX63" fmla="*/ 1320416 w 4114416"/>
              <a:gd name="connsiteY63" fmla="*/ 1803400 h 2870200"/>
              <a:gd name="connsiteX64" fmla="*/ 1345816 w 4114416"/>
              <a:gd name="connsiteY64" fmla="*/ 1701800 h 2870200"/>
              <a:gd name="connsiteX65" fmla="*/ 1379682 w 4114416"/>
              <a:gd name="connsiteY65" fmla="*/ 1744134 h 2870200"/>
              <a:gd name="connsiteX66" fmla="*/ 1422016 w 4114416"/>
              <a:gd name="connsiteY66" fmla="*/ 1879600 h 2870200"/>
              <a:gd name="connsiteX67" fmla="*/ 1455882 w 4114416"/>
              <a:gd name="connsiteY67" fmla="*/ 1947334 h 2870200"/>
              <a:gd name="connsiteX68" fmla="*/ 1472816 w 4114416"/>
              <a:gd name="connsiteY68" fmla="*/ 1938867 h 2870200"/>
              <a:gd name="connsiteX69" fmla="*/ 1515149 w 4114416"/>
              <a:gd name="connsiteY69" fmla="*/ 1803400 h 2870200"/>
              <a:gd name="connsiteX70" fmla="*/ 1574416 w 4114416"/>
              <a:gd name="connsiteY70" fmla="*/ 1651000 h 2870200"/>
              <a:gd name="connsiteX71" fmla="*/ 1582882 w 4114416"/>
              <a:gd name="connsiteY71" fmla="*/ 1591734 h 2870200"/>
              <a:gd name="connsiteX72" fmla="*/ 1608410 w 4114416"/>
              <a:gd name="connsiteY72" fmla="*/ 1462351 h 2870200"/>
              <a:gd name="connsiteX73" fmla="*/ 1633682 w 4114416"/>
              <a:gd name="connsiteY73" fmla="*/ 1524000 h 2870200"/>
              <a:gd name="connsiteX74" fmla="*/ 1659082 w 4114416"/>
              <a:gd name="connsiteY74" fmla="*/ 1490134 h 2870200"/>
              <a:gd name="connsiteX75" fmla="*/ 1684482 w 4114416"/>
              <a:gd name="connsiteY75" fmla="*/ 1388534 h 2870200"/>
              <a:gd name="connsiteX76" fmla="*/ 1732631 w 4114416"/>
              <a:gd name="connsiteY76" fmla="*/ 1294184 h 2870200"/>
              <a:gd name="connsiteX77" fmla="*/ 1794549 w 4114416"/>
              <a:gd name="connsiteY77" fmla="*/ 1176867 h 2870200"/>
              <a:gd name="connsiteX78" fmla="*/ 1831067 w 4114416"/>
              <a:gd name="connsiteY78" fmla="*/ 1238516 h 2870200"/>
              <a:gd name="connsiteX79" fmla="*/ 1853688 w 4114416"/>
              <a:gd name="connsiteY79" fmla="*/ 1323159 h 2870200"/>
              <a:gd name="connsiteX80" fmla="*/ 1887682 w 4114416"/>
              <a:gd name="connsiteY80" fmla="*/ 1422400 h 2870200"/>
              <a:gd name="connsiteX81" fmla="*/ 1938482 w 4114416"/>
              <a:gd name="connsiteY81" fmla="*/ 1600200 h 2870200"/>
              <a:gd name="connsiteX82" fmla="*/ 1978163 w 4114416"/>
              <a:gd name="connsiteY82" fmla="*/ 1762259 h 2870200"/>
              <a:gd name="connsiteX83" fmla="*/ 2006216 w 4114416"/>
              <a:gd name="connsiteY83" fmla="*/ 1498600 h 2870200"/>
              <a:gd name="connsiteX84" fmla="*/ 2023149 w 4114416"/>
              <a:gd name="connsiteY84" fmla="*/ 1464734 h 2870200"/>
              <a:gd name="connsiteX85" fmla="*/ 2031616 w 4114416"/>
              <a:gd name="connsiteY85" fmla="*/ 1439334 h 2870200"/>
              <a:gd name="connsiteX86" fmla="*/ 2067707 w 4114416"/>
              <a:gd name="connsiteY86" fmla="*/ 1908377 h 2870200"/>
              <a:gd name="connsiteX87" fmla="*/ 2082416 w 4114416"/>
              <a:gd name="connsiteY87" fmla="*/ 2032000 h 2870200"/>
              <a:gd name="connsiteX88" fmla="*/ 2090882 w 4114416"/>
              <a:gd name="connsiteY88" fmla="*/ 2150534 h 2870200"/>
              <a:gd name="connsiteX89" fmla="*/ 2099349 w 4114416"/>
              <a:gd name="connsiteY89" fmla="*/ 2489200 h 2870200"/>
              <a:gd name="connsiteX90" fmla="*/ 2133216 w 4114416"/>
              <a:gd name="connsiteY90" fmla="*/ 2421467 h 2870200"/>
              <a:gd name="connsiteX91" fmla="*/ 2175549 w 4114416"/>
              <a:gd name="connsiteY91" fmla="*/ 2319867 h 2870200"/>
              <a:gd name="connsiteX92" fmla="*/ 2192611 w 4114416"/>
              <a:gd name="connsiteY92" fmla="*/ 2271500 h 2870200"/>
              <a:gd name="connsiteX93" fmla="*/ 2212579 w 4114416"/>
              <a:gd name="connsiteY93" fmla="*/ 2206201 h 2870200"/>
              <a:gd name="connsiteX94" fmla="*/ 2251749 w 4114416"/>
              <a:gd name="connsiteY94" fmla="*/ 2514600 h 2870200"/>
              <a:gd name="connsiteX95" fmla="*/ 2277149 w 4114416"/>
              <a:gd name="connsiteY95" fmla="*/ 2565400 h 2870200"/>
              <a:gd name="connsiteX96" fmla="*/ 2285616 w 4114416"/>
              <a:gd name="connsiteY96" fmla="*/ 2489200 h 2870200"/>
              <a:gd name="connsiteX97" fmla="*/ 2302549 w 4114416"/>
              <a:gd name="connsiteY97" fmla="*/ 2421467 h 2870200"/>
              <a:gd name="connsiteX98" fmla="*/ 2311016 w 4114416"/>
              <a:gd name="connsiteY98" fmla="*/ 1718734 h 2870200"/>
              <a:gd name="connsiteX99" fmla="*/ 2336416 w 4114416"/>
              <a:gd name="connsiteY99" fmla="*/ 1811867 h 2870200"/>
              <a:gd name="connsiteX100" fmla="*/ 2361816 w 4114416"/>
              <a:gd name="connsiteY100" fmla="*/ 1871134 h 2870200"/>
              <a:gd name="connsiteX101" fmla="*/ 2395682 w 4114416"/>
              <a:gd name="connsiteY101" fmla="*/ 1972734 h 2870200"/>
              <a:gd name="connsiteX102" fmla="*/ 2404149 w 4114416"/>
              <a:gd name="connsiteY102" fmla="*/ 1574800 h 2870200"/>
              <a:gd name="connsiteX103" fmla="*/ 2429549 w 4114416"/>
              <a:gd name="connsiteY103" fmla="*/ 1236134 h 2870200"/>
              <a:gd name="connsiteX104" fmla="*/ 2446482 w 4114416"/>
              <a:gd name="connsiteY104" fmla="*/ 1092200 h 2870200"/>
              <a:gd name="connsiteX105" fmla="*/ 2454949 w 4114416"/>
              <a:gd name="connsiteY105" fmla="*/ 1066800 h 2870200"/>
              <a:gd name="connsiteX106" fmla="*/ 2463416 w 4114416"/>
              <a:gd name="connsiteY106" fmla="*/ 1092200 h 2870200"/>
              <a:gd name="connsiteX107" fmla="*/ 2488816 w 4114416"/>
              <a:gd name="connsiteY107" fmla="*/ 1227667 h 2870200"/>
              <a:gd name="connsiteX108" fmla="*/ 2514216 w 4114416"/>
              <a:gd name="connsiteY108" fmla="*/ 753534 h 2870200"/>
              <a:gd name="connsiteX109" fmla="*/ 2531149 w 4114416"/>
              <a:gd name="connsiteY109" fmla="*/ 685800 h 2870200"/>
              <a:gd name="connsiteX110" fmla="*/ 2539616 w 4114416"/>
              <a:gd name="connsiteY110" fmla="*/ 609600 h 2870200"/>
              <a:gd name="connsiteX111" fmla="*/ 2548082 w 4114416"/>
              <a:gd name="connsiteY111" fmla="*/ 558800 h 2870200"/>
              <a:gd name="connsiteX112" fmla="*/ 2565016 w 4114416"/>
              <a:gd name="connsiteY112" fmla="*/ 584200 h 2870200"/>
              <a:gd name="connsiteX113" fmla="*/ 2573482 w 4114416"/>
              <a:gd name="connsiteY113" fmla="*/ 778934 h 2870200"/>
              <a:gd name="connsiteX114" fmla="*/ 2615816 w 4114416"/>
              <a:gd name="connsiteY114" fmla="*/ 914400 h 2870200"/>
              <a:gd name="connsiteX115" fmla="*/ 2632749 w 4114416"/>
              <a:gd name="connsiteY115" fmla="*/ 973667 h 2870200"/>
              <a:gd name="connsiteX116" fmla="*/ 2649682 w 4114416"/>
              <a:gd name="connsiteY116" fmla="*/ 812800 h 2870200"/>
              <a:gd name="connsiteX117" fmla="*/ 2666616 w 4114416"/>
              <a:gd name="connsiteY117" fmla="*/ 694267 h 2870200"/>
              <a:gd name="connsiteX118" fmla="*/ 2692016 w 4114416"/>
              <a:gd name="connsiteY118" fmla="*/ 558800 h 2870200"/>
              <a:gd name="connsiteX119" fmla="*/ 2717416 w 4114416"/>
              <a:gd name="connsiteY119" fmla="*/ 321734 h 2870200"/>
              <a:gd name="connsiteX120" fmla="*/ 2734349 w 4114416"/>
              <a:gd name="connsiteY120" fmla="*/ 1058334 h 2870200"/>
              <a:gd name="connsiteX121" fmla="*/ 2760746 w 4114416"/>
              <a:gd name="connsiteY121" fmla="*/ 1023969 h 2870200"/>
              <a:gd name="connsiteX122" fmla="*/ 2810549 w 4114416"/>
              <a:gd name="connsiteY122" fmla="*/ 905934 h 2870200"/>
              <a:gd name="connsiteX123" fmla="*/ 2844416 w 4114416"/>
              <a:gd name="connsiteY123" fmla="*/ 855134 h 2870200"/>
              <a:gd name="connsiteX124" fmla="*/ 2869816 w 4114416"/>
              <a:gd name="connsiteY124" fmla="*/ 1422400 h 2870200"/>
              <a:gd name="connsiteX125" fmla="*/ 2878282 w 4114416"/>
              <a:gd name="connsiteY125" fmla="*/ 1388534 h 2870200"/>
              <a:gd name="connsiteX126" fmla="*/ 2895216 w 4114416"/>
              <a:gd name="connsiteY126" fmla="*/ 1363134 h 2870200"/>
              <a:gd name="connsiteX127" fmla="*/ 2920616 w 4114416"/>
              <a:gd name="connsiteY127" fmla="*/ 1278467 h 2870200"/>
              <a:gd name="connsiteX128" fmla="*/ 2937549 w 4114416"/>
              <a:gd name="connsiteY128" fmla="*/ 1320800 h 2870200"/>
              <a:gd name="connsiteX129" fmla="*/ 2954482 w 4114416"/>
              <a:gd name="connsiteY129" fmla="*/ 1388534 h 2870200"/>
              <a:gd name="connsiteX130" fmla="*/ 2971416 w 4114416"/>
              <a:gd name="connsiteY130" fmla="*/ 1422400 h 2870200"/>
              <a:gd name="connsiteX131" fmla="*/ 3013749 w 4114416"/>
              <a:gd name="connsiteY131" fmla="*/ 1540934 h 2870200"/>
              <a:gd name="connsiteX132" fmla="*/ 3030682 w 4114416"/>
              <a:gd name="connsiteY132" fmla="*/ 1566334 h 2870200"/>
              <a:gd name="connsiteX133" fmla="*/ 3064549 w 4114416"/>
              <a:gd name="connsiteY133" fmla="*/ 1718734 h 2870200"/>
              <a:gd name="connsiteX134" fmla="*/ 3089949 w 4114416"/>
              <a:gd name="connsiteY134" fmla="*/ 1761067 h 2870200"/>
              <a:gd name="connsiteX135" fmla="*/ 3115349 w 4114416"/>
              <a:gd name="connsiteY135" fmla="*/ 1913467 h 2870200"/>
              <a:gd name="connsiteX136" fmla="*/ 3140749 w 4114416"/>
              <a:gd name="connsiteY136" fmla="*/ 1769534 h 2870200"/>
              <a:gd name="connsiteX137" fmla="*/ 3157682 w 4114416"/>
              <a:gd name="connsiteY137" fmla="*/ 1710267 h 2870200"/>
              <a:gd name="connsiteX138" fmla="*/ 3166149 w 4114416"/>
              <a:gd name="connsiteY138" fmla="*/ 1684867 h 2870200"/>
              <a:gd name="connsiteX139" fmla="*/ 3191549 w 4114416"/>
              <a:gd name="connsiteY139" fmla="*/ 1676400 h 2870200"/>
              <a:gd name="connsiteX140" fmla="*/ 3200016 w 4114416"/>
              <a:gd name="connsiteY140" fmla="*/ 2006600 h 2870200"/>
              <a:gd name="connsiteX141" fmla="*/ 3208482 w 4114416"/>
              <a:gd name="connsiteY141" fmla="*/ 2048934 h 2870200"/>
              <a:gd name="connsiteX142" fmla="*/ 3216949 w 4114416"/>
              <a:gd name="connsiteY142" fmla="*/ 2099734 h 2870200"/>
              <a:gd name="connsiteX143" fmla="*/ 3233882 w 4114416"/>
              <a:gd name="connsiteY143" fmla="*/ 2048934 h 2870200"/>
              <a:gd name="connsiteX144" fmla="*/ 3242349 w 4114416"/>
              <a:gd name="connsiteY144" fmla="*/ 1998134 h 2870200"/>
              <a:gd name="connsiteX145" fmla="*/ 3276216 w 4114416"/>
              <a:gd name="connsiteY145" fmla="*/ 2353734 h 2870200"/>
              <a:gd name="connsiteX146" fmla="*/ 3301616 w 4114416"/>
              <a:gd name="connsiteY146" fmla="*/ 2387600 h 2870200"/>
              <a:gd name="connsiteX147" fmla="*/ 3310082 w 4114416"/>
              <a:gd name="connsiteY147" fmla="*/ 2497667 h 2870200"/>
              <a:gd name="connsiteX148" fmla="*/ 3327016 w 4114416"/>
              <a:gd name="connsiteY148" fmla="*/ 2531534 h 2870200"/>
              <a:gd name="connsiteX149" fmla="*/ 3343949 w 4114416"/>
              <a:gd name="connsiteY149" fmla="*/ 2599267 h 2870200"/>
              <a:gd name="connsiteX150" fmla="*/ 3369349 w 4114416"/>
              <a:gd name="connsiteY150" fmla="*/ 2667000 h 2870200"/>
              <a:gd name="connsiteX151" fmla="*/ 3411682 w 4114416"/>
              <a:gd name="connsiteY151" fmla="*/ 2810934 h 2870200"/>
              <a:gd name="connsiteX152" fmla="*/ 3437082 w 4114416"/>
              <a:gd name="connsiteY152" fmla="*/ 2870200 h 2870200"/>
              <a:gd name="connsiteX153" fmla="*/ 3462482 w 4114416"/>
              <a:gd name="connsiteY153" fmla="*/ 1828800 h 2870200"/>
              <a:gd name="connsiteX154" fmla="*/ 3461984 w 4114416"/>
              <a:gd name="connsiteY154" fmla="*/ 2090271 h 2870200"/>
              <a:gd name="connsiteX155" fmla="*/ 3487882 w 4114416"/>
              <a:gd name="connsiteY155" fmla="*/ 1735667 h 2870200"/>
              <a:gd name="connsiteX156" fmla="*/ 3513282 w 4114416"/>
              <a:gd name="connsiteY156" fmla="*/ 1651000 h 2870200"/>
              <a:gd name="connsiteX157" fmla="*/ 3521749 w 4114416"/>
              <a:gd name="connsiteY157" fmla="*/ 1701800 h 2870200"/>
              <a:gd name="connsiteX158" fmla="*/ 3525733 w 4114416"/>
              <a:gd name="connsiteY158" fmla="*/ 1875118 h 2870200"/>
              <a:gd name="connsiteX159" fmla="*/ 3547149 w 4114416"/>
              <a:gd name="connsiteY159" fmla="*/ 1752600 h 2870200"/>
              <a:gd name="connsiteX160" fmla="*/ 3555616 w 4114416"/>
              <a:gd name="connsiteY160" fmla="*/ 1693334 h 2870200"/>
              <a:gd name="connsiteX161" fmla="*/ 3597949 w 4114416"/>
              <a:gd name="connsiteY161" fmla="*/ 1608667 h 2870200"/>
              <a:gd name="connsiteX162" fmla="*/ 3614882 w 4114416"/>
              <a:gd name="connsiteY162" fmla="*/ 1566334 h 2870200"/>
              <a:gd name="connsiteX163" fmla="*/ 3657216 w 4114416"/>
              <a:gd name="connsiteY163" fmla="*/ 1464734 h 2870200"/>
              <a:gd name="connsiteX164" fmla="*/ 3661200 w 4114416"/>
              <a:gd name="connsiteY164" fmla="*/ 1373094 h 2870200"/>
              <a:gd name="connsiteX165" fmla="*/ 3682616 w 4114416"/>
              <a:gd name="connsiteY165" fmla="*/ 1363134 h 2870200"/>
              <a:gd name="connsiteX166" fmla="*/ 3699549 w 4114416"/>
              <a:gd name="connsiteY166" fmla="*/ 1320800 h 2870200"/>
              <a:gd name="connsiteX167" fmla="*/ 3694569 w 4114416"/>
              <a:gd name="connsiteY167" fmla="*/ 1151964 h 2870200"/>
              <a:gd name="connsiteX168" fmla="*/ 3741882 w 4114416"/>
              <a:gd name="connsiteY168" fmla="*/ 1227667 h 2870200"/>
              <a:gd name="connsiteX169" fmla="*/ 3750349 w 4114416"/>
              <a:gd name="connsiteY169" fmla="*/ 1176867 h 2870200"/>
              <a:gd name="connsiteX170" fmla="*/ 3767282 w 4114416"/>
              <a:gd name="connsiteY170" fmla="*/ 1126067 h 2870200"/>
              <a:gd name="connsiteX171" fmla="*/ 3775749 w 4114416"/>
              <a:gd name="connsiteY171" fmla="*/ 1058334 h 2870200"/>
              <a:gd name="connsiteX172" fmla="*/ 3784216 w 4114416"/>
              <a:gd name="connsiteY172" fmla="*/ 1270000 h 2870200"/>
              <a:gd name="connsiteX173" fmla="*/ 3813064 w 4114416"/>
              <a:gd name="connsiteY173" fmla="*/ 678606 h 2870200"/>
              <a:gd name="connsiteX174" fmla="*/ 3818082 w 4114416"/>
              <a:gd name="connsiteY174" fmla="*/ 558800 h 2870200"/>
              <a:gd name="connsiteX175" fmla="*/ 3835016 w 4114416"/>
              <a:gd name="connsiteY175" fmla="*/ 482600 h 2870200"/>
              <a:gd name="connsiteX176" fmla="*/ 3843482 w 4114416"/>
              <a:gd name="connsiteY176" fmla="*/ 533400 h 2870200"/>
              <a:gd name="connsiteX177" fmla="*/ 3860416 w 4114416"/>
              <a:gd name="connsiteY177" fmla="*/ 660400 h 2870200"/>
              <a:gd name="connsiteX178" fmla="*/ 3868882 w 4114416"/>
              <a:gd name="connsiteY178" fmla="*/ 702734 h 2870200"/>
              <a:gd name="connsiteX179" fmla="*/ 3885816 w 4114416"/>
              <a:gd name="connsiteY179" fmla="*/ 736600 h 2870200"/>
              <a:gd name="connsiteX180" fmla="*/ 3902749 w 4114416"/>
              <a:gd name="connsiteY180" fmla="*/ 702734 h 2870200"/>
              <a:gd name="connsiteX181" fmla="*/ 3962016 w 4114416"/>
              <a:gd name="connsiteY181" fmla="*/ 482600 h 2870200"/>
              <a:gd name="connsiteX182" fmla="*/ 3978949 w 4114416"/>
              <a:gd name="connsiteY182" fmla="*/ 457200 h 2870200"/>
              <a:gd name="connsiteX183" fmla="*/ 4004349 w 4114416"/>
              <a:gd name="connsiteY183" fmla="*/ 177800 h 2870200"/>
              <a:gd name="connsiteX184" fmla="*/ 4029749 w 4114416"/>
              <a:gd name="connsiteY184" fmla="*/ 135467 h 2870200"/>
              <a:gd name="connsiteX185" fmla="*/ 4038216 w 4114416"/>
              <a:gd name="connsiteY185" fmla="*/ 101600 h 2870200"/>
              <a:gd name="connsiteX186" fmla="*/ 4046682 w 4114416"/>
              <a:gd name="connsiteY186" fmla="*/ 76200 h 2870200"/>
              <a:gd name="connsiteX187" fmla="*/ 4055149 w 4114416"/>
              <a:gd name="connsiteY187" fmla="*/ 110067 h 2870200"/>
              <a:gd name="connsiteX188" fmla="*/ 4072082 w 4114416"/>
              <a:gd name="connsiteY188" fmla="*/ 160867 h 2870200"/>
              <a:gd name="connsiteX189" fmla="*/ 4114416 w 4114416"/>
              <a:gd name="connsiteY189" fmla="*/ 0 h 2870200"/>
              <a:gd name="connsiteX0" fmla="*/ 0 w 4114416"/>
              <a:gd name="connsiteY0" fmla="*/ 735359 h 2870200"/>
              <a:gd name="connsiteX1" fmla="*/ 22363 w 4114416"/>
              <a:gd name="connsiteY1" fmla="*/ 647092 h 2870200"/>
              <a:gd name="connsiteX2" fmla="*/ 53451 w 4114416"/>
              <a:gd name="connsiteY2" fmla="*/ 567267 h 2870200"/>
              <a:gd name="connsiteX3" fmla="*/ 61790 w 4114416"/>
              <a:gd name="connsiteY3" fmla="*/ 828517 h 2870200"/>
              <a:gd name="connsiteX4" fmla="*/ 57549 w 4114416"/>
              <a:gd name="connsiteY4" fmla="*/ 1083293 h 2870200"/>
              <a:gd name="connsiteX5" fmla="*/ 55282 w 4114416"/>
              <a:gd name="connsiteY5" fmla="*/ 1212385 h 2870200"/>
              <a:gd name="connsiteX6" fmla="*/ 69873 w 4114416"/>
              <a:gd name="connsiteY6" fmla="*/ 1401791 h 2870200"/>
              <a:gd name="connsiteX7" fmla="*/ 112335 w 4114416"/>
              <a:gd name="connsiteY7" fmla="*/ 1209517 h 2870200"/>
              <a:gd name="connsiteX8" fmla="*/ 135082 w 4114416"/>
              <a:gd name="connsiteY8" fmla="*/ 1100667 h 2870200"/>
              <a:gd name="connsiteX9" fmla="*/ 168949 w 4114416"/>
              <a:gd name="connsiteY9" fmla="*/ 999067 h 2870200"/>
              <a:gd name="connsiteX10" fmla="*/ 185882 w 4114416"/>
              <a:gd name="connsiteY10" fmla="*/ 948267 h 2870200"/>
              <a:gd name="connsiteX11" fmla="*/ 202816 w 4114416"/>
              <a:gd name="connsiteY11" fmla="*/ 1134534 h 2870200"/>
              <a:gd name="connsiteX12" fmla="*/ 219749 w 4114416"/>
              <a:gd name="connsiteY12" fmla="*/ 1464734 h 2870200"/>
              <a:gd name="connsiteX13" fmla="*/ 279016 w 4114416"/>
              <a:gd name="connsiteY13" fmla="*/ 1363134 h 2870200"/>
              <a:gd name="connsiteX14" fmla="*/ 304416 w 4114416"/>
              <a:gd name="connsiteY14" fmla="*/ 1371600 h 2870200"/>
              <a:gd name="connsiteX15" fmla="*/ 312882 w 4114416"/>
              <a:gd name="connsiteY15" fmla="*/ 2243667 h 2870200"/>
              <a:gd name="connsiteX16" fmla="*/ 338282 w 4114416"/>
              <a:gd name="connsiteY16" fmla="*/ 2201334 h 2870200"/>
              <a:gd name="connsiteX17" fmla="*/ 346749 w 4114416"/>
              <a:gd name="connsiteY17" fmla="*/ 2150534 h 2870200"/>
              <a:gd name="connsiteX18" fmla="*/ 371651 w 4114416"/>
              <a:gd name="connsiteY18" fmla="*/ 2376146 h 2870200"/>
              <a:gd name="connsiteX19" fmla="*/ 389082 w 4114416"/>
              <a:gd name="connsiteY19" fmla="*/ 2082800 h 2870200"/>
              <a:gd name="connsiteX20" fmla="*/ 414981 w 4114416"/>
              <a:gd name="connsiteY20" fmla="*/ 1792444 h 2870200"/>
              <a:gd name="connsiteX21" fmla="*/ 422949 w 4114416"/>
              <a:gd name="connsiteY21" fmla="*/ 2032000 h 2870200"/>
              <a:gd name="connsiteX22" fmla="*/ 453908 w 4114416"/>
              <a:gd name="connsiteY22" fmla="*/ 1990884 h 2870200"/>
              <a:gd name="connsiteX23" fmla="*/ 465282 w 4114416"/>
              <a:gd name="connsiteY23" fmla="*/ 1752600 h 2870200"/>
              <a:gd name="connsiteX24" fmla="*/ 490682 w 4114416"/>
              <a:gd name="connsiteY24" fmla="*/ 1651000 h 2870200"/>
              <a:gd name="connsiteX25" fmla="*/ 516082 w 4114416"/>
              <a:gd name="connsiteY25" fmla="*/ 1710267 h 2870200"/>
              <a:gd name="connsiteX26" fmla="*/ 524549 w 4114416"/>
              <a:gd name="connsiteY26" fmla="*/ 1851666 h 2870200"/>
              <a:gd name="connsiteX27" fmla="*/ 558416 w 4114416"/>
              <a:gd name="connsiteY27" fmla="*/ 1820334 h 2870200"/>
              <a:gd name="connsiteX28" fmla="*/ 583816 w 4114416"/>
              <a:gd name="connsiteY28" fmla="*/ 1938867 h 2870200"/>
              <a:gd name="connsiteX29" fmla="*/ 600749 w 4114416"/>
              <a:gd name="connsiteY29" fmla="*/ 1998134 h 2870200"/>
              <a:gd name="connsiteX30" fmla="*/ 643082 w 4114416"/>
              <a:gd name="connsiteY30" fmla="*/ 1786467 h 2870200"/>
              <a:gd name="connsiteX31" fmla="*/ 668482 w 4114416"/>
              <a:gd name="connsiteY31" fmla="*/ 1718734 h 2870200"/>
              <a:gd name="connsiteX32" fmla="*/ 685416 w 4114416"/>
              <a:gd name="connsiteY32" fmla="*/ 1617134 h 2870200"/>
              <a:gd name="connsiteX33" fmla="*/ 702349 w 4114416"/>
              <a:gd name="connsiteY33" fmla="*/ 1557867 h 2870200"/>
              <a:gd name="connsiteX34" fmla="*/ 710816 w 4114416"/>
              <a:gd name="connsiteY34" fmla="*/ 1524000 h 2870200"/>
              <a:gd name="connsiteX35" fmla="*/ 727749 w 4114416"/>
              <a:gd name="connsiteY35" fmla="*/ 1312334 h 2870200"/>
              <a:gd name="connsiteX36" fmla="*/ 744682 w 4114416"/>
              <a:gd name="connsiteY36" fmla="*/ 1380067 h 2870200"/>
              <a:gd name="connsiteX37" fmla="*/ 761616 w 4114416"/>
              <a:gd name="connsiteY37" fmla="*/ 1532467 h 2870200"/>
              <a:gd name="connsiteX38" fmla="*/ 778549 w 4114416"/>
              <a:gd name="connsiteY38" fmla="*/ 1566334 h 2870200"/>
              <a:gd name="connsiteX39" fmla="*/ 820882 w 4114416"/>
              <a:gd name="connsiteY39" fmla="*/ 1430867 h 2870200"/>
              <a:gd name="connsiteX40" fmla="*/ 854749 w 4114416"/>
              <a:gd name="connsiteY40" fmla="*/ 1388534 h 2870200"/>
              <a:gd name="connsiteX41" fmla="*/ 863216 w 4114416"/>
              <a:gd name="connsiteY41" fmla="*/ 1498600 h 2870200"/>
              <a:gd name="connsiteX42" fmla="*/ 888616 w 4114416"/>
              <a:gd name="connsiteY42" fmla="*/ 1811867 h 2870200"/>
              <a:gd name="connsiteX43" fmla="*/ 897082 w 4114416"/>
              <a:gd name="connsiteY43" fmla="*/ 1642534 h 2870200"/>
              <a:gd name="connsiteX44" fmla="*/ 930949 w 4114416"/>
              <a:gd name="connsiteY44" fmla="*/ 1557867 h 2870200"/>
              <a:gd name="connsiteX45" fmla="*/ 939416 w 4114416"/>
              <a:gd name="connsiteY45" fmla="*/ 2006600 h 2870200"/>
              <a:gd name="connsiteX46" fmla="*/ 964816 w 4114416"/>
              <a:gd name="connsiteY46" fmla="*/ 2116667 h 2870200"/>
              <a:gd name="connsiteX47" fmla="*/ 973282 w 4114416"/>
              <a:gd name="connsiteY47" fmla="*/ 1948424 h 2870200"/>
              <a:gd name="connsiteX48" fmla="*/ 990216 w 4114416"/>
              <a:gd name="connsiteY48" fmla="*/ 1794934 h 2870200"/>
              <a:gd name="connsiteX49" fmla="*/ 998682 w 4114416"/>
              <a:gd name="connsiteY49" fmla="*/ 1761067 h 2870200"/>
              <a:gd name="connsiteX50" fmla="*/ 1015616 w 4114416"/>
              <a:gd name="connsiteY50" fmla="*/ 1871134 h 2870200"/>
              <a:gd name="connsiteX51" fmla="*/ 1032549 w 4114416"/>
              <a:gd name="connsiteY51" fmla="*/ 1947334 h 2870200"/>
              <a:gd name="connsiteX52" fmla="*/ 1049482 w 4114416"/>
              <a:gd name="connsiteY52" fmla="*/ 2040467 h 2870200"/>
              <a:gd name="connsiteX53" fmla="*/ 1074882 w 4114416"/>
              <a:gd name="connsiteY53" fmla="*/ 2108200 h 2870200"/>
              <a:gd name="connsiteX54" fmla="*/ 1105586 w 4114416"/>
              <a:gd name="connsiteY54" fmla="*/ 2165034 h 2870200"/>
              <a:gd name="connsiteX55" fmla="*/ 1117344 w 4114416"/>
              <a:gd name="connsiteY55" fmla="*/ 2220675 h 2870200"/>
              <a:gd name="connsiteX56" fmla="*/ 1134149 w 4114416"/>
              <a:gd name="connsiteY56" fmla="*/ 2108200 h 2870200"/>
              <a:gd name="connsiteX57" fmla="*/ 1184949 w 4114416"/>
              <a:gd name="connsiteY57" fmla="*/ 1989667 h 2870200"/>
              <a:gd name="connsiteX58" fmla="*/ 1221851 w 4114416"/>
              <a:gd name="connsiteY58" fmla="*/ 1898967 h 2870200"/>
              <a:gd name="connsiteX59" fmla="*/ 1244216 w 4114416"/>
              <a:gd name="connsiteY59" fmla="*/ 2167467 h 2870200"/>
              <a:gd name="connsiteX60" fmla="*/ 1261149 w 4114416"/>
              <a:gd name="connsiteY60" fmla="*/ 2082800 h 2870200"/>
              <a:gd name="connsiteX61" fmla="*/ 1269616 w 4114416"/>
              <a:gd name="connsiteY61" fmla="*/ 2015067 h 2870200"/>
              <a:gd name="connsiteX62" fmla="*/ 1311949 w 4114416"/>
              <a:gd name="connsiteY62" fmla="*/ 1854200 h 2870200"/>
              <a:gd name="connsiteX63" fmla="*/ 1320416 w 4114416"/>
              <a:gd name="connsiteY63" fmla="*/ 1803400 h 2870200"/>
              <a:gd name="connsiteX64" fmla="*/ 1345816 w 4114416"/>
              <a:gd name="connsiteY64" fmla="*/ 1701800 h 2870200"/>
              <a:gd name="connsiteX65" fmla="*/ 1379682 w 4114416"/>
              <a:gd name="connsiteY65" fmla="*/ 1744134 h 2870200"/>
              <a:gd name="connsiteX66" fmla="*/ 1422016 w 4114416"/>
              <a:gd name="connsiteY66" fmla="*/ 1879600 h 2870200"/>
              <a:gd name="connsiteX67" fmla="*/ 1455882 w 4114416"/>
              <a:gd name="connsiteY67" fmla="*/ 1947334 h 2870200"/>
              <a:gd name="connsiteX68" fmla="*/ 1472816 w 4114416"/>
              <a:gd name="connsiteY68" fmla="*/ 1938867 h 2870200"/>
              <a:gd name="connsiteX69" fmla="*/ 1515149 w 4114416"/>
              <a:gd name="connsiteY69" fmla="*/ 1803400 h 2870200"/>
              <a:gd name="connsiteX70" fmla="*/ 1574416 w 4114416"/>
              <a:gd name="connsiteY70" fmla="*/ 1651000 h 2870200"/>
              <a:gd name="connsiteX71" fmla="*/ 1582882 w 4114416"/>
              <a:gd name="connsiteY71" fmla="*/ 1591734 h 2870200"/>
              <a:gd name="connsiteX72" fmla="*/ 1608410 w 4114416"/>
              <a:gd name="connsiteY72" fmla="*/ 1462351 h 2870200"/>
              <a:gd name="connsiteX73" fmla="*/ 1633682 w 4114416"/>
              <a:gd name="connsiteY73" fmla="*/ 1524000 h 2870200"/>
              <a:gd name="connsiteX74" fmla="*/ 1659082 w 4114416"/>
              <a:gd name="connsiteY74" fmla="*/ 1490134 h 2870200"/>
              <a:gd name="connsiteX75" fmla="*/ 1684482 w 4114416"/>
              <a:gd name="connsiteY75" fmla="*/ 1388534 h 2870200"/>
              <a:gd name="connsiteX76" fmla="*/ 1732631 w 4114416"/>
              <a:gd name="connsiteY76" fmla="*/ 1294184 h 2870200"/>
              <a:gd name="connsiteX77" fmla="*/ 1794549 w 4114416"/>
              <a:gd name="connsiteY77" fmla="*/ 1176867 h 2870200"/>
              <a:gd name="connsiteX78" fmla="*/ 1831067 w 4114416"/>
              <a:gd name="connsiteY78" fmla="*/ 1238516 h 2870200"/>
              <a:gd name="connsiteX79" fmla="*/ 1853688 w 4114416"/>
              <a:gd name="connsiteY79" fmla="*/ 1323159 h 2870200"/>
              <a:gd name="connsiteX80" fmla="*/ 1887682 w 4114416"/>
              <a:gd name="connsiteY80" fmla="*/ 1422400 h 2870200"/>
              <a:gd name="connsiteX81" fmla="*/ 1938482 w 4114416"/>
              <a:gd name="connsiteY81" fmla="*/ 1600200 h 2870200"/>
              <a:gd name="connsiteX82" fmla="*/ 1978163 w 4114416"/>
              <a:gd name="connsiteY82" fmla="*/ 1762259 h 2870200"/>
              <a:gd name="connsiteX83" fmla="*/ 2006216 w 4114416"/>
              <a:gd name="connsiteY83" fmla="*/ 1498600 h 2870200"/>
              <a:gd name="connsiteX84" fmla="*/ 2023149 w 4114416"/>
              <a:gd name="connsiteY84" fmla="*/ 1464734 h 2870200"/>
              <a:gd name="connsiteX85" fmla="*/ 2031616 w 4114416"/>
              <a:gd name="connsiteY85" fmla="*/ 1439334 h 2870200"/>
              <a:gd name="connsiteX86" fmla="*/ 2067707 w 4114416"/>
              <a:gd name="connsiteY86" fmla="*/ 1908377 h 2870200"/>
              <a:gd name="connsiteX87" fmla="*/ 2082416 w 4114416"/>
              <a:gd name="connsiteY87" fmla="*/ 2032000 h 2870200"/>
              <a:gd name="connsiteX88" fmla="*/ 2090882 w 4114416"/>
              <a:gd name="connsiteY88" fmla="*/ 2150534 h 2870200"/>
              <a:gd name="connsiteX89" fmla="*/ 2099349 w 4114416"/>
              <a:gd name="connsiteY89" fmla="*/ 2489200 h 2870200"/>
              <a:gd name="connsiteX90" fmla="*/ 2133216 w 4114416"/>
              <a:gd name="connsiteY90" fmla="*/ 2421467 h 2870200"/>
              <a:gd name="connsiteX91" fmla="*/ 2175549 w 4114416"/>
              <a:gd name="connsiteY91" fmla="*/ 2319867 h 2870200"/>
              <a:gd name="connsiteX92" fmla="*/ 2192611 w 4114416"/>
              <a:gd name="connsiteY92" fmla="*/ 2271500 h 2870200"/>
              <a:gd name="connsiteX93" fmla="*/ 2212579 w 4114416"/>
              <a:gd name="connsiteY93" fmla="*/ 2206201 h 2870200"/>
              <a:gd name="connsiteX94" fmla="*/ 2251749 w 4114416"/>
              <a:gd name="connsiteY94" fmla="*/ 2514600 h 2870200"/>
              <a:gd name="connsiteX95" fmla="*/ 2277149 w 4114416"/>
              <a:gd name="connsiteY95" fmla="*/ 2565400 h 2870200"/>
              <a:gd name="connsiteX96" fmla="*/ 2285616 w 4114416"/>
              <a:gd name="connsiteY96" fmla="*/ 2489200 h 2870200"/>
              <a:gd name="connsiteX97" fmla="*/ 2302549 w 4114416"/>
              <a:gd name="connsiteY97" fmla="*/ 2421467 h 2870200"/>
              <a:gd name="connsiteX98" fmla="*/ 2311016 w 4114416"/>
              <a:gd name="connsiteY98" fmla="*/ 1718734 h 2870200"/>
              <a:gd name="connsiteX99" fmla="*/ 2336416 w 4114416"/>
              <a:gd name="connsiteY99" fmla="*/ 1811867 h 2870200"/>
              <a:gd name="connsiteX100" fmla="*/ 2361816 w 4114416"/>
              <a:gd name="connsiteY100" fmla="*/ 1871134 h 2870200"/>
              <a:gd name="connsiteX101" fmla="*/ 2395682 w 4114416"/>
              <a:gd name="connsiteY101" fmla="*/ 1972734 h 2870200"/>
              <a:gd name="connsiteX102" fmla="*/ 2404149 w 4114416"/>
              <a:gd name="connsiteY102" fmla="*/ 1574800 h 2870200"/>
              <a:gd name="connsiteX103" fmla="*/ 2429549 w 4114416"/>
              <a:gd name="connsiteY103" fmla="*/ 1236134 h 2870200"/>
              <a:gd name="connsiteX104" fmla="*/ 2446482 w 4114416"/>
              <a:gd name="connsiteY104" fmla="*/ 1092200 h 2870200"/>
              <a:gd name="connsiteX105" fmla="*/ 2454949 w 4114416"/>
              <a:gd name="connsiteY105" fmla="*/ 1066800 h 2870200"/>
              <a:gd name="connsiteX106" fmla="*/ 2463416 w 4114416"/>
              <a:gd name="connsiteY106" fmla="*/ 1092200 h 2870200"/>
              <a:gd name="connsiteX107" fmla="*/ 2488816 w 4114416"/>
              <a:gd name="connsiteY107" fmla="*/ 1227667 h 2870200"/>
              <a:gd name="connsiteX108" fmla="*/ 2514216 w 4114416"/>
              <a:gd name="connsiteY108" fmla="*/ 753534 h 2870200"/>
              <a:gd name="connsiteX109" fmla="*/ 2531149 w 4114416"/>
              <a:gd name="connsiteY109" fmla="*/ 685800 h 2870200"/>
              <a:gd name="connsiteX110" fmla="*/ 2539616 w 4114416"/>
              <a:gd name="connsiteY110" fmla="*/ 609600 h 2870200"/>
              <a:gd name="connsiteX111" fmla="*/ 2548082 w 4114416"/>
              <a:gd name="connsiteY111" fmla="*/ 558800 h 2870200"/>
              <a:gd name="connsiteX112" fmla="*/ 2565016 w 4114416"/>
              <a:gd name="connsiteY112" fmla="*/ 584200 h 2870200"/>
              <a:gd name="connsiteX113" fmla="*/ 2573482 w 4114416"/>
              <a:gd name="connsiteY113" fmla="*/ 778934 h 2870200"/>
              <a:gd name="connsiteX114" fmla="*/ 2615816 w 4114416"/>
              <a:gd name="connsiteY114" fmla="*/ 914400 h 2870200"/>
              <a:gd name="connsiteX115" fmla="*/ 2632749 w 4114416"/>
              <a:gd name="connsiteY115" fmla="*/ 973667 h 2870200"/>
              <a:gd name="connsiteX116" fmla="*/ 2649682 w 4114416"/>
              <a:gd name="connsiteY116" fmla="*/ 812800 h 2870200"/>
              <a:gd name="connsiteX117" fmla="*/ 2666616 w 4114416"/>
              <a:gd name="connsiteY117" fmla="*/ 694267 h 2870200"/>
              <a:gd name="connsiteX118" fmla="*/ 2692016 w 4114416"/>
              <a:gd name="connsiteY118" fmla="*/ 558800 h 2870200"/>
              <a:gd name="connsiteX119" fmla="*/ 2717416 w 4114416"/>
              <a:gd name="connsiteY119" fmla="*/ 321734 h 2870200"/>
              <a:gd name="connsiteX120" fmla="*/ 2734349 w 4114416"/>
              <a:gd name="connsiteY120" fmla="*/ 1058334 h 2870200"/>
              <a:gd name="connsiteX121" fmla="*/ 2760746 w 4114416"/>
              <a:gd name="connsiteY121" fmla="*/ 1023969 h 2870200"/>
              <a:gd name="connsiteX122" fmla="*/ 2810549 w 4114416"/>
              <a:gd name="connsiteY122" fmla="*/ 905934 h 2870200"/>
              <a:gd name="connsiteX123" fmla="*/ 2844416 w 4114416"/>
              <a:gd name="connsiteY123" fmla="*/ 855134 h 2870200"/>
              <a:gd name="connsiteX124" fmla="*/ 2869816 w 4114416"/>
              <a:gd name="connsiteY124" fmla="*/ 1422400 h 2870200"/>
              <a:gd name="connsiteX125" fmla="*/ 2878282 w 4114416"/>
              <a:gd name="connsiteY125" fmla="*/ 1388534 h 2870200"/>
              <a:gd name="connsiteX126" fmla="*/ 2895216 w 4114416"/>
              <a:gd name="connsiteY126" fmla="*/ 1363134 h 2870200"/>
              <a:gd name="connsiteX127" fmla="*/ 2920616 w 4114416"/>
              <a:gd name="connsiteY127" fmla="*/ 1278467 h 2870200"/>
              <a:gd name="connsiteX128" fmla="*/ 2937549 w 4114416"/>
              <a:gd name="connsiteY128" fmla="*/ 1320800 h 2870200"/>
              <a:gd name="connsiteX129" fmla="*/ 2954482 w 4114416"/>
              <a:gd name="connsiteY129" fmla="*/ 1388534 h 2870200"/>
              <a:gd name="connsiteX130" fmla="*/ 2971416 w 4114416"/>
              <a:gd name="connsiteY130" fmla="*/ 1422400 h 2870200"/>
              <a:gd name="connsiteX131" fmla="*/ 3013749 w 4114416"/>
              <a:gd name="connsiteY131" fmla="*/ 1540934 h 2870200"/>
              <a:gd name="connsiteX132" fmla="*/ 3030682 w 4114416"/>
              <a:gd name="connsiteY132" fmla="*/ 1566334 h 2870200"/>
              <a:gd name="connsiteX133" fmla="*/ 3064549 w 4114416"/>
              <a:gd name="connsiteY133" fmla="*/ 1718734 h 2870200"/>
              <a:gd name="connsiteX134" fmla="*/ 3089949 w 4114416"/>
              <a:gd name="connsiteY134" fmla="*/ 1761067 h 2870200"/>
              <a:gd name="connsiteX135" fmla="*/ 3118129 w 4114416"/>
              <a:gd name="connsiteY135" fmla="*/ 1909842 h 2870200"/>
              <a:gd name="connsiteX136" fmla="*/ 3140749 w 4114416"/>
              <a:gd name="connsiteY136" fmla="*/ 1769534 h 2870200"/>
              <a:gd name="connsiteX137" fmla="*/ 3157682 w 4114416"/>
              <a:gd name="connsiteY137" fmla="*/ 1710267 h 2870200"/>
              <a:gd name="connsiteX138" fmla="*/ 3166149 w 4114416"/>
              <a:gd name="connsiteY138" fmla="*/ 1684867 h 2870200"/>
              <a:gd name="connsiteX139" fmla="*/ 3191549 w 4114416"/>
              <a:gd name="connsiteY139" fmla="*/ 1676400 h 2870200"/>
              <a:gd name="connsiteX140" fmla="*/ 3200016 w 4114416"/>
              <a:gd name="connsiteY140" fmla="*/ 2006600 h 2870200"/>
              <a:gd name="connsiteX141" fmla="*/ 3208482 w 4114416"/>
              <a:gd name="connsiteY141" fmla="*/ 2048934 h 2870200"/>
              <a:gd name="connsiteX142" fmla="*/ 3216949 w 4114416"/>
              <a:gd name="connsiteY142" fmla="*/ 2099734 h 2870200"/>
              <a:gd name="connsiteX143" fmla="*/ 3233882 w 4114416"/>
              <a:gd name="connsiteY143" fmla="*/ 2048934 h 2870200"/>
              <a:gd name="connsiteX144" fmla="*/ 3242349 w 4114416"/>
              <a:gd name="connsiteY144" fmla="*/ 1998134 h 2870200"/>
              <a:gd name="connsiteX145" fmla="*/ 3276216 w 4114416"/>
              <a:gd name="connsiteY145" fmla="*/ 2353734 h 2870200"/>
              <a:gd name="connsiteX146" fmla="*/ 3301616 w 4114416"/>
              <a:gd name="connsiteY146" fmla="*/ 2387600 h 2870200"/>
              <a:gd name="connsiteX147" fmla="*/ 3310082 w 4114416"/>
              <a:gd name="connsiteY147" fmla="*/ 2497667 h 2870200"/>
              <a:gd name="connsiteX148" fmla="*/ 3327016 w 4114416"/>
              <a:gd name="connsiteY148" fmla="*/ 2531534 h 2870200"/>
              <a:gd name="connsiteX149" fmla="*/ 3343949 w 4114416"/>
              <a:gd name="connsiteY149" fmla="*/ 2599267 h 2870200"/>
              <a:gd name="connsiteX150" fmla="*/ 3369349 w 4114416"/>
              <a:gd name="connsiteY150" fmla="*/ 2667000 h 2870200"/>
              <a:gd name="connsiteX151" fmla="*/ 3411682 w 4114416"/>
              <a:gd name="connsiteY151" fmla="*/ 2810934 h 2870200"/>
              <a:gd name="connsiteX152" fmla="*/ 3437082 w 4114416"/>
              <a:gd name="connsiteY152" fmla="*/ 2870200 h 2870200"/>
              <a:gd name="connsiteX153" fmla="*/ 3462482 w 4114416"/>
              <a:gd name="connsiteY153" fmla="*/ 1828800 h 2870200"/>
              <a:gd name="connsiteX154" fmla="*/ 3461984 w 4114416"/>
              <a:gd name="connsiteY154" fmla="*/ 2090271 h 2870200"/>
              <a:gd name="connsiteX155" fmla="*/ 3487882 w 4114416"/>
              <a:gd name="connsiteY155" fmla="*/ 1735667 h 2870200"/>
              <a:gd name="connsiteX156" fmla="*/ 3513282 w 4114416"/>
              <a:gd name="connsiteY156" fmla="*/ 1651000 h 2870200"/>
              <a:gd name="connsiteX157" fmla="*/ 3521749 w 4114416"/>
              <a:gd name="connsiteY157" fmla="*/ 1701800 h 2870200"/>
              <a:gd name="connsiteX158" fmla="*/ 3525733 w 4114416"/>
              <a:gd name="connsiteY158" fmla="*/ 1875118 h 2870200"/>
              <a:gd name="connsiteX159" fmla="*/ 3547149 w 4114416"/>
              <a:gd name="connsiteY159" fmla="*/ 1752600 h 2870200"/>
              <a:gd name="connsiteX160" fmla="*/ 3555616 w 4114416"/>
              <a:gd name="connsiteY160" fmla="*/ 1693334 h 2870200"/>
              <a:gd name="connsiteX161" fmla="*/ 3597949 w 4114416"/>
              <a:gd name="connsiteY161" fmla="*/ 1608667 h 2870200"/>
              <a:gd name="connsiteX162" fmla="*/ 3614882 w 4114416"/>
              <a:gd name="connsiteY162" fmla="*/ 1566334 h 2870200"/>
              <a:gd name="connsiteX163" fmla="*/ 3657216 w 4114416"/>
              <a:gd name="connsiteY163" fmla="*/ 1464734 h 2870200"/>
              <a:gd name="connsiteX164" fmla="*/ 3661200 w 4114416"/>
              <a:gd name="connsiteY164" fmla="*/ 1373094 h 2870200"/>
              <a:gd name="connsiteX165" fmla="*/ 3682616 w 4114416"/>
              <a:gd name="connsiteY165" fmla="*/ 1363134 h 2870200"/>
              <a:gd name="connsiteX166" fmla="*/ 3699549 w 4114416"/>
              <a:gd name="connsiteY166" fmla="*/ 1320800 h 2870200"/>
              <a:gd name="connsiteX167" fmla="*/ 3694569 w 4114416"/>
              <a:gd name="connsiteY167" fmla="*/ 1151964 h 2870200"/>
              <a:gd name="connsiteX168" fmla="*/ 3741882 w 4114416"/>
              <a:gd name="connsiteY168" fmla="*/ 1227667 h 2870200"/>
              <a:gd name="connsiteX169" fmla="*/ 3750349 w 4114416"/>
              <a:gd name="connsiteY169" fmla="*/ 1176867 h 2870200"/>
              <a:gd name="connsiteX170" fmla="*/ 3767282 w 4114416"/>
              <a:gd name="connsiteY170" fmla="*/ 1126067 h 2870200"/>
              <a:gd name="connsiteX171" fmla="*/ 3775749 w 4114416"/>
              <a:gd name="connsiteY171" fmla="*/ 1058334 h 2870200"/>
              <a:gd name="connsiteX172" fmla="*/ 3784216 w 4114416"/>
              <a:gd name="connsiteY172" fmla="*/ 1270000 h 2870200"/>
              <a:gd name="connsiteX173" fmla="*/ 3813064 w 4114416"/>
              <a:gd name="connsiteY173" fmla="*/ 678606 h 2870200"/>
              <a:gd name="connsiteX174" fmla="*/ 3818082 w 4114416"/>
              <a:gd name="connsiteY174" fmla="*/ 558800 h 2870200"/>
              <a:gd name="connsiteX175" fmla="*/ 3835016 w 4114416"/>
              <a:gd name="connsiteY175" fmla="*/ 482600 h 2870200"/>
              <a:gd name="connsiteX176" fmla="*/ 3843482 w 4114416"/>
              <a:gd name="connsiteY176" fmla="*/ 533400 h 2870200"/>
              <a:gd name="connsiteX177" fmla="*/ 3860416 w 4114416"/>
              <a:gd name="connsiteY177" fmla="*/ 660400 h 2870200"/>
              <a:gd name="connsiteX178" fmla="*/ 3868882 w 4114416"/>
              <a:gd name="connsiteY178" fmla="*/ 702734 h 2870200"/>
              <a:gd name="connsiteX179" fmla="*/ 3885816 w 4114416"/>
              <a:gd name="connsiteY179" fmla="*/ 736600 h 2870200"/>
              <a:gd name="connsiteX180" fmla="*/ 3902749 w 4114416"/>
              <a:gd name="connsiteY180" fmla="*/ 702734 h 2870200"/>
              <a:gd name="connsiteX181" fmla="*/ 3962016 w 4114416"/>
              <a:gd name="connsiteY181" fmla="*/ 482600 h 2870200"/>
              <a:gd name="connsiteX182" fmla="*/ 3978949 w 4114416"/>
              <a:gd name="connsiteY182" fmla="*/ 457200 h 2870200"/>
              <a:gd name="connsiteX183" fmla="*/ 4004349 w 4114416"/>
              <a:gd name="connsiteY183" fmla="*/ 177800 h 2870200"/>
              <a:gd name="connsiteX184" fmla="*/ 4029749 w 4114416"/>
              <a:gd name="connsiteY184" fmla="*/ 135467 h 2870200"/>
              <a:gd name="connsiteX185" fmla="*/ 4038216 w 4114416"/>
              <a:gd name="connsiteY185" fmla="*/ 101600 h 2870200"/>
              <a:gd name="connsiteX186" fmla="*/ 4046682 w 4114416"/>
              <a:gd name="connsiteY186" fmla="*/ 76200 h 2870200"/>
              <a:gd name="connsiteX187" fmla="*/ 4055149 w 4114416"/>
              <a:gd name="connsiteY187" fmla="*/ 110067 h 2870200"/>
              <a:gd name="connsiteX188" fmla="*/ 4072082 w 4114416"/>
              <a:gd name="connsiteY188" fmla="*/ 160867 h 2870200"/>
              <a:gd name="connsiteX189" fmla="*/ 4114416 w 4114416"/>
              <a:gd name="connsiteY189" fmla="*/ 0 h 28702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  <a:cxn ang="0">
                <a:pos x="connsiteX54" y="connsiteY54"/>
              </a:cxn>
              <a:cxn ang="0">
                <a:pos x="connsiteX55" y="connsiteY55"/>
              </a:cxn>
              <a:cxn ang="0">
                <a:pos x="connsiteX56" y="connsiteY56"/>
              </a:cxn>
              <a:cxn ang="0">
                <a:pos x="connsiteX57" y="connsiteY57"/>
              </a:cxn>
              <a:cxn ang="0">
                <a:pos x="connsiteX58" y="connsiteY58"/>
              </a:cxn>
              <a:cxn ang="0">
                <a:pos x="connsiteX59" y="connsiteY59"/>
              </a:cxn>
              <a:cxn ang="0">
                <a:pos x="connsiteX60" y="connsiteY60"/>
              </a:cxn>
              <a:cxn ang="0">
                <a:pos x="connsiteX61" y="connsiteY61"/>
              </a:cxn>
              <a:cxn ang="0">
                <a:pos x="connsiteX62" y="connsiteY62"/>
              </a:cxn>
              <a:cxn ang="0">
                <a:pos x="connsiteX63" y="connsiteY63"/>
              </a:cxn>
              <a:cxn ang="0">
                <a:pos x="connsiteX64" y="connsiteY64"/>
              </a:cxn>
              <a:cxn ang="0">
                <a:pos x="connsiteX65" y="connsiteY65"/>
              </a:cxn>
              <a:cxn ang="0">
                <a:pos x="connsiteX66" y="connsiteY66"/>
              </a:cxn>
              <a:cxn ang="0">
                <a:pos x="connsiteX67" y="connsiteY67"/>
              </a:cxn>
              <a:cxn ang="0">
                <a:pos x="connsiteX68" y="connsiteY68"/>
              </a:cxn>
              <a:cxn ang="0">
                <a:pos x="connsiteX69" y="connsiteY69"/>
              </a:cxn>
              <a:cxn ang="0">
                <a:pos x="connsiteX70" y="connsiteY70"/>
              </a:cxn>
              <a:cxn ang="0">
                <a:pos x="connsiteX71" y="connsiteY71"/>
              </a:cxn>
              <a:cxn ang="0">
                <a:pos x="connsiteX72" y="connsiteY72"/>
              </a:cxn>
              <a:cxn ang="0">
                <a:pos x="connsiteX73" y="connsiteY73"/>
              </a:cxn>
              <a:cxn ang="0">
                <a:pos x="connsiteX74" y="connsiteY74"/>
              </a:cxn>
              <a:cxn ang="0">
                <a:pos x="connsiteX75" y="connsiteY75"/>
              </a:cxn>
              <a:cxn ang="0">
                <a:pos x="connsiteX76" y="connsiteY76"/>
              </a:cxn>
              <a:cxn ang="0">
                <a:pos x="connsiteX77" y="connsiteY77"/>
              </a:cxn>
              <a:cxn ang="0">
                <a:pos x="connsiteX78" y="connsiteY78"/>
              </a:cxn>
              <a:cxn ang="0">
                <a:pos x="connsiteX79" y="connsiteY79"/>
              </a:cxn>
              <a:cxn ang="0">
                <a:pos x="connsiteX80" y="connsiteY80"/>
              </a:cxn>
              <a:cxn ang="0">
                <a:pos x="connsiteX81" y="connsiteY81"/>
              </a:cxn>
              <a:cxn ang="0">
                <a:pos x="connsiteX82" y="connsiteY82"/>
              </a:cxn>
              <a:cxn ang="0">
                <a:pos x="connsiteX83" y="connsiteY83"/>
              </a:cxn>
              <a:cxn ang="0">
                <a:pos x="connsiteX84" y="connsiteY84"/>
              </a:cxn>
              <a:cxn ang="0">
                <a:pos x="connsiteX85" y="connsiteY85"/>
              </a:cxn>
              <a:cxn ang="0">
                <a:pos x="connsiteX86" y="connsiteY86"/>
              </a:cxn>
              <a:cxn ang="0">
                <a:pos x="connsiteX87" y="connsiteY87"/>
              </a:cxn>
              <a:cxn ang="0">
                <a:pos x="connsiteX88" y="connsiteY88"/>
              </a:cxn>
              <a:cxn ang="0">
                <a:pos x="connsiteX89" y="connsiteY89"/>
              </a:cxn>
              <a:cxn ang="0">
                <a:pos x="connsiteX90" y="connsiteY90"/>
              </a:cxn>
              <a:cxn ang="0">
                <a:pos x="connsiteX91" y="connsiteY91"/>
              </a:cxn>
              <a:cxn ang="0">
                <a:pos x="connsiteX92" y="connsiteY92"/>
              </a:cxn>
              <a:cxn ang="0">
                <a:pos x="connsiteX93" y="connsiteY93"/>
              </a:cxn>
              <a:cxn ang="0">
                <a:pos x="connsiteX94" y="connsiteY94"/>
              </a:cxn>
              <a:cxn ang="0">
                <a:pos x="connsiteX95" y="connsiteY95"/>
              </a:cxn>
              <a:cxn ang="0">
                <a:pos x="connsiteX96" y="connsiteY96"/>
              </a:cxn>
              <a:cxn ang="0">
                <a:pos x="connsiteX97" y="connsiteY97"/>
              </a:cxn>
              <a:cxn ang="0">
                <a:pos x="connsiteX98" y="connsiteY98"/>
              </a:cxn>
              <a:cxn ang="0">
                <a:pos x="connsiteX99" y="connsiteY99"/>
              </a:cxn>
              <a:cxn ang="0">
                <a:pos x="connsiteX100" y="connsiteY100"/>
              </a:cxn>
              <a:cxn ang="0">
                <a:pos x="connsiteX101" y="connsiteY101"/>
              </a:cxn>
              <a:cxn ang="0">
                <a:pos x="connsiteX102" y="connsiteY102"/>
              </a:cxn>
              <a:cxn ang="0">
                <a:pos x="connsiteX103" y="connsiteY103"/>
              </a:cxn>
              <a:cxn ang="0">
                <a:pos x="connsiteX104" y="connsiteY104"/>
              </a:cxn>
              <a:cxn ang="0">
                <a:pos x="connsiteX105" y="connsiteY105"/>
              </a:cxn>
              <a:cxn ang="0">
                <a:pos x="connsiteX106" y="connsiteY106"/>
              </a:cxn>
              <a:cxn ang="0">
                <a:pos x="connsiteX107" y="connsiteY107"/>
              </a:cxn>
              <a:cxn ang="0">
                <a:pos x="connsiteX108" y="connsiteY108"/>
              </a:cxn>
              <a:cxn ang="0">
                <a:pos x="connsiteX109" y="connsiteY109"/>
              </a:cxn>
              <a:cxn ang="0">
                <a:pos x="connsiteX110" y="connsiteY110"/>
              </a:cxn>
              <a:cxn ang="0">
                <a:pos x="connsiteX111" y="connsiteY111"/>
              </a:cxn>
              <a:cxn ang="0">
                <a:pos x="connsiteX112" y="connsiteY112"/>
              </a:cxn>
              <a:cxn ang="0">
                <a:pos x="connsiteX113" y="connsiteY113"/>
              </a:cxn>
              <a:cxn ang="0">
                <a:pos x="connsiteX114" y="connsiteY114"/>
              </a:cxn>
              <a:cxn ang="0">
                <a:pos x="connsiteX115" y="connsiteY115"/>
              </a:cxn>
              <a:cxn ang="0">
                <a:pos x="connsiteX116" y="connsiteY116"/>
              </a:cxn>
              <a:cxn ang="0">
                <a:pos x="connsiteX117" y="connsiteY117"/>
              </a:cxn>
              <a:cxn ang="0">
                <a:pos x="connsiteX118" y="connsiteY118"/>
              </a:cxn>
              <a:cxn ang="0">
                <a:pos x="connsiteX119" y="connsiteY119"/>
              </a:cxn>
              <a:cxn ang="0">
                <a:pos x="connsiteX120" y="connsiteY120"/>
              </a:cxn>
              <a:cxn ang="0">
                <a:pos x="connsiteX121" y="connsiteY121"/>
              </a:cxn>
              <a:cxn ang="0">
                <a:pos x="connsiteX122" y="connsiteY122"/>
              </a:cxn>
              <a:cxn ang="0">
                <a:pos x="connsiteX123" y="connsiteY123"/>
              </a:cxn>
              <a:cxn ang="0">
                <a:pos x="connsiteX124" y="connsiteY124"/>
              </a:cxn>
              <a:cxn ang="0">
                <a:pos x="connsiteX125" y="connsiteY125"/>
              </a:cxn>
              <a:cxn ang="0">
                <a:pos x="connsiteX126" y="connsiteY126"/>
              </a:cxn>
              <a:cxn ang="0">
                <a:pos x="connsiteX127" y="connsiteY127"/>
              </a:cxn>
              <a:cxn ang="0">
                <a:pos x="connsiteX128" y="connsiteY128"/>
              </a:cxn>
              <a:cxn ang="0">
                <a:pos x="connsiteX129" y="connsiteY129"/>
              </a:cxn>
              <a:cxn ang="0">
                <a:pos x="connsiteX130" y="connsiteY130"/>
              </a:cxn>
              <a:cxn ang="0">
                <a:pos x="connsiteX131" y="connsiteY131"/>
              </a:cxn>
              <a:cxn ang="0">
                <a:pos x="connsiteX132" y="connsiteY132"/>
              </a:cxn>
              <a:cxn ang="0">
                <a:pos x="connsiteX133" y="connsiteY133"/>
              </a:cxn>
              <a:cxn ang="0">
                <a:pos x="connsiteX134" y="connsiteY134"/>
              </a:cxn>
              <a:cxn ang="0">
                <a:pos x="connsiteX135" y="connsiteY135"/>
              </a:cxn>
              <a:cxn ang="0">
                <a:pos x="connsiteX136" y="connsiteY136"/>
              </a:cxn>
              <a:cxn ang="0">
                <a:pos x="connsiteX137" y="connsiteY137"/>
              </a:cxn>
              <a:cxn ang="0">
                <a:pos x="connsiteX138" y="connsiteY138"/>
              </a:cxn>
              <a:cxn ang="0">
                <a:pos x="connsiteX139" y="connsiteY139"/>
              </a:cxn>
              <a:cxn ang="0">
                <a:pos x="connsiteX140" y="connsiteY140"/>
              </a:cxn>
              <a:cxn ang="0">
                <a:pos x="connsiteX141" y="connsiteY141"/>
              </a:cxn>
              <a:cxn ang="0">
                <a:pos x="connsiteX142" y="connsiteY142"/>
              </a:cxn>
              <a:cxn ang="0">
                <a:pos x="connsiteX143" y="connsiteY143"/>
              </a:cxn>
              <a:cxn ang="0">
                <a:pos x="connsiteX144" y="connsiteY144"/>
              </a:cxn>
              <a:cxn ang="0">
                <a:pos x="connsiteX145" y="connsiteY145"/>
              </a:cxn>
              <a:cxn ang="0">
                <a:pos x="connsiteX146" y="connsiteY146"/>
              </a:cxn>
              <a:cxn ang="0">
                <a:pos x="connsiteX147" y="connsiteY147"/>
              </a:cxn>
              <a:cxn ang="0">
                <a:pos x="connsiteX148" y="connsiteY148"/>
              </a:cxn>
              <a:cxn ang="0">
                <a:pos x="connsiteX149" y="connsiteY149"/>
              </a:cxn>
              <a:cxn ang="0">
                <a:pos x="connsiteX150" y="connsiteY150"/>
              </a:cxn>
              <a:cxn ang="0">
                <a:pos x="connsiteX151" y="connsiteY151"/>
              </a:cxn>
              <a:cxn ang="0">
                <a:pos x="connsiteX152" y="connsiteY152"/>
              </a:cxn>
              <a:cxn ang="0">
                <a:pos x="connsiteX153" y="connsiteY153"/>
              </a:cxn>
              <a:cxn ang="0">
                <a:pos x="connsiteX154" y="connsiteY154"/>
              </a:cxn>
              <a:cxn ang="0">
                <a:pos x="connsiteX155" y="connsiteY155"/>
              </a:cxn>
              <a:cxn ang="0">
                <a:pos x="connsiteX156" y="connsiteY156"/>
              </a:cxn>
              <a:cxn ang="0">
                <a:pos x="connsiteX157" y="connsiteY157"/>
              </a:cxn>
              <a:cxn ang="0">
                <a:pos x="connsiteX158" y="connsiteY158"/>
              </a:cxn>
              <a:cxn ang="0">
                <a:pos x="connsiteX159" y="connsiteY159"/>
              </a:cxn>
              <a:cxn ang="0">
                <a:pos x="connsiteX160" y="connsiteY160"/>
              </a:cxn>
              <a:cxn ang="0">
                <a:pos x="connsiteX161" y="connsiteY161"/>
              </a:cxn>
              <a:cxn ang="0">
                <a:pos x="connsiteX162" y="connsiteY162"/>
              </a:cxn>
              <a:cxn ang="0">
                <a:pos x="connsiteX163" y="connsiteY163"/>
              </a:cxn>
              <a:cxn ang="0">
                <a:pos x="connsiteX164" y="connsiteY164"/>
              </a:cxn>
              <a:cxn ang="0">
                <a:pos x="connsiteX165" y="connsiteY165"/>
              </a:cxn>
              <a:cxn ang="0">
                <a:pos x="connsiteX166" y="connsiteY166"/>
              </a:cxn>
              <a:cxn ang="0">
                <a:pos x="connsiteX167" y="connsiteY167"/>
              </a:cxn>
              <a:cxn ang="0">
                <a:pos x="connsiteX168" y="connsiteY168"/>
              </a:cxn>
              <a:cxn ang="0">
                <a:pos x="connsiteX169" y="connsiteY169"/>
              </a:cxn>
              <a:cxn ang="0">
                <a:pos x="connsiteX170" y="connsiteY170"/>
              </a:cxn>
              <a:cxn ang="0">
                <a:pos x="connsiteX171" y="connsiteY171"/>
              </a:cxn>
              <a:cxn ang="0">
                <a:pos x="connsiteX172" y="connsiteY172"/>
              </a:cxn>
              <a:cxn ang="0">
                <a:pos x="connsiteX173" y="connsiteY173"/>
              </a:cxn>
              <a:cxn ang="0">
                <a:pos x="connsiteX174" y="connsiteY174"/>
              </a:cxn>
              <a:cxn ang="0">
                <a:pos x="connsiteX175" y="connsiteY175"/>
              </a:cxn>
              <a:cxn ang="0">
                <a:pos x="connsiteX176" y="connsiteY176"/>
              </a:cxn>
              <a:cxn ang="0">
                <a:pos x="connsiteX177" y="connsiteY177"/>
              </a:cxn>
              <a:cxn ang="0">
                <a:pos x="connsiteX178" y="connsiteY178"/>
              </a:cxn>
              <a:cxn ang="0">
                <a:pos x="connsiteX179" y="connsiteY179"/>
              </a:cxn>
              <a:cxn ang="0">
                <a:pos x="connsiteX180" y="connsiteY180"/>
              </a:cxn>
              <a:cxn ang="0">
                <a:pos x="connsiteX181" y="connsiteY181"/>
              </a:cxn>
              <a:cxn ang="0">
                <a:pos x="connsiteX182" y="connsiteY182"/>
              </a:cxn>
              <a:cxn ang="0">
                <a:pos x="connsiteX183" y="connsiteY183"/>
              </a:cxn>
              <a:cxn ang="0">
                <a:pos x="connsiteX184" y="connsiteY184"/>
              </a:cxn>
              <a:cxn ang="0">
                <a:pos x="connsiteX185" y="connsiteY185"/>
              </a:cxn>
              <a:cxn ang="0">
                <a:pos x="connsiteX186" y="connsiteY186"/>
              </a:cxn>
              <a:cxn ang="0">
                <a:pos x="connsiteX187" y="connsiteY187"/>
              </a:cxn>
              <a:cxn ang="0">
                <a:pos x="connsiteX188" y="connsiteY188"/>
              </a:cxn>
              <a:cxn ang="0">
                <a:pos x="connsiteX189" y="connsiteY189"/>
              </a:cxn>
            </a:cxnLst>
            <a:rect l="l" t="t" r="r" b="b"/>
            <a:pathLst>
              <a:path w="4114416" h="2870200">
                <a:moveTo>
                  <a:pt x="0" y="735359"/>
                </a:moveTo>
                <a:cubicBezTo>
                  <a:pt x="2822" y="715603"/>
                  <a:pt x="13455" y="675107"/>
                  <a:pt x="22363" y="647092"/>
                </a:cubicBezTo>
                <a:cubicBezTo>
                  <a:pt x="31271" y="619077"/>
                  <a:pt x="46880" y="536425"/>
                  <a:pt x="53451" y="567267"/>
                </a:cubicBezTo>
                <a:cubicBezTo>
                  <a:pt x="60022" y="598109"/>
                  <a:pt x="61107" y="742513"/>
                  <a:pt x="61790" y="828517"/>
                </a:cubicBezTo>
                <a:cubicBezTo>
                  <a:pt x="62473" y="914521"/>
                  <a:pt x="61877" y="1019315"/>
                  <a:pt x="57549" y="1083293"/>
                </a:cubicBezTo>
                <a:cubicBezTo>
                  <a:pt x="53222" y="1147271"/>
                  <a:pt x="56471" y="1167156"/>
                  <a:pt x="55282" y="1212385"/>
                </a:cubicBezTo>
                <a:cubicBezTo>
                  <a:pt x="54093" y="1257614"/>
                  <a:pt x="60364" y="1402269"/>
                  <a:pt x="69873" y="1401791"/>
                </a:cubicBezTo>
                <a:cubicBezTo>
                  <a:pt x="79382" y="1401313"/>
                  <a:pt x="101467" y="1259704"/>
                  <a:pt x="112335" y="1209517"/>
                </a:cubicBezTo>
                <a:cubicBezTo>
                  <a:pt x="123203" y="1159330"/>
                  <a:pt x="125646" y="1135742"/>
                  <a:pt x="135082" y="1100667"/>
                </a:cubicBezTo>
                <a:cubicBezTo>
                  <a:pt x="144518" y="1065592"/>
                  <a:pt x="157660" y="1032934"/>
                  <a:pt x="168949" y="999067"/>
                </a:cubicBezTo>
                <a:lnTo>
                  <a:pt x="185882" y="948267"/>
                </a:lnTo>
                <a:cubicBezTo>
                  <a:pt x="191527" y="1010356"/>
                  <a:pt x="199358" y="1072285"/>
                  <a:pt x="202816" y="1134534"/>
                </a:cubicBezTo>
                <a:cubicBezTo>
                  <a:pt x="223475" y="1506401"/>
                  <a:pt x="195948" y="1298133"/>
                  <a:pt x="219749" y="1464734"/>
                </a:cubicBezTo>
                <a:cubicBezTo>
                  <a:pt x="232449" y="1502834"/>
                  <a:pt x="264905" y="1378656"/>
                  <a:pt x="279016" y="1363134"/>
                </a:cubicBezTo>
                <a:cubicBezTo>
                  <a:pt x="293127" y="1347612"/>
                  <a:pt x="298772" y="1224845"/>
                  <a:pt x="304416" y="1371600"/>
                </a:cubicBezTo>
                <a:cubicBezTo>
                  <a:pt x="310060" y="1518355"/>
                  <a:pt x="310060" y="1952978"/>
                  <a:pt x="312882" y="2243667"/>
                </a:cubicBezTo>
                <a:cubicBezTo>
                  <a:pt x="321349" y="2229556"/>
                  <a:pt x="332658" y="2216799"/>
                  <a:pt x="338282" y="2201334"/>
                </a:cubicBezTo>
                <a:cubicBezTo>
                  <a:pt x="344149" y="2185201"/>
                  <a:pt x="341187" y="2121399"/>
                  <a:pt x="346749" y="2150534"/>
                </a:cubicBezTo>
                <a:cubicBezTo>
                  <a:pt x="352311" y="2179669"/>
                  <a:pt x="360362" y="2384613"/>
                  <a:pt x="371651" y="2376146"/>
                </a:cubicBezTo>
                <a:cubicBezTo>
                  <a:pt x="374473" y="2362035"/>
                  <a:pt x="381860" y="2180084"/>
                  <a:pt x="389082" y="2082800"/>
                </a:cubicBezTo>
                <a:cubicBezTo>
                  <a:pt x="396304" y="1985516"/>
                  <a:pt x="410553" y="1799086"/>
                  <a:pt x="414981" y="1792444"/>
                </a:cubicBezTo>
                <a:cubicBezTo>
                  <a:pt x="421982" y="1781942"/>
                  <a:pt x="416461" y="1998927"/>
                  <a:pt x="422949" y="2032000"/>
                </a:cubicBezTo>
                <a:cubicBezTo>
                  <a:pt x="429437" y="2065073"/>
                  <a:pt x="445441" y="2002173"/>
                  <a:pt x="453908" y="1990884"/>
                </a:cubicBezTo>
                <a:cubicBezTo>
                  <a:pt x="457739" y="1880418"/>
                  <a:pt x="459153" y="1809247"/>
                  <a:pt x="465282" y="1752600"/>
                </a:cubicBezTo>
                <a:cubicBezTo>
                  <a:pt x="471411" y="1695953"/>
                  <a:pt x="490682" y="1651000"/>
                  <a:pt x="490682" y="1651000"/>
                </a:cubicBezTo>
                <a:cubicBezTo>
                  <a:pt x="499149" y="1670756"/>
                  <a:pt x="510437" y="1676823"/>
                  <a:pt x="516082" y="1710267"/>
                </a:cubicBezTo>
                <a:cubicBezTo>
                  <a:pt x="521727" y="1743711"/>
                  <a:pt x="521345" y="1843336"/>
                  <a:pt x="524549" y="1851666"/>
                </a:cubicBezTo>
                <a:cubicBezTo>
                  <a:pt x="535461" y="1880036"/>
                  <a:pt x="548538" y="1805800"/>
                  <a:pt x="558416" y="1820334"/>
                </a:cubicBezTo>
                <a:cubicBezTo>
                  <a:pt x="568294" y="1834868"/>
                  <a:pt x="568766" y="1873649"/>
                  <a:pt x="583816" y="1938867"/>
                </a:cubicBezTo>
                <a:cubicBezTo>
                  <a:pt x="586143" y="1948949"/>
                  <a:pt x="590871" y="2023534"/>
                  <a:pt x="600749" y="1998134"/>
                </a:cubicBezTo>
                <a:cubicBezTo>
                  <a:pt x="610627" y="1972734"/>
                  <a:pt x="631793" y="1833034"/>
                  <a:pt x="643082" y="1786467"/>
                </a:cubicBezTo>
                <a:cubicBezTo>
                  <a:pt x="654371" y="1739900"/>
                  <a:pt x="661426" y="1746956"/>
                  <a:pt x="668482" y="1718734"/>
                </a:cubicBezTo>
                <a:cubicBezTo>
                  <a:pt x="674127" y="1684867"/>
                  <a:pt x="679089" y="1650880"/>
                  <a:pt x="685416" y="1617134"/>
                </a:cubicBezTo>
                <a:cubicBezTo>
                  <a:pt x="692637" y="1578623"/>
                  <a:pt x="692817" y="1591227"/>
                  <a:pt x="702349" y="1557867"/>
                </a:cubicBezTo>
                <a:cubicBezTo>
                  <a:pt x="705546" y="1546678"/>
                  <a:pt x="707994" y="1535289"/>
                  <a:pt x="710816" y="1524000"/>
                </a:cubicBezTo>
                <a:cubicBezTo>
                  <a:pt x="716460" y="1453445"/>
                  <a:pt x="711538" y="1381233"/>
                  <a:pt x="727749" y="1312334"/>
                </a:cubicBezTo>
                <a:cubicBezTo>
                  <a:pt x="733079" y="1289680"/>
                  <a:pt x="744682" y="1380067"/>
                  <a:pt x="744682" y="1380067"/>
                </a:cubicBezTo>
                <a:cubicBezTo>
                  <a:pt x="750327" y="1430867"/>
                  <a:pt x="752473" y="1482179"/>
                  <a:pt x="761616" y="1532467"/>
                </a:cubicBezTo>
                <a:cubicBezTo>
                  <a:pt x="763874" y="1544885"/>
                  <a:pt x="768671" y="1583267"/>
                  <a:pt x="778549" y="1566334"/>
                </a:cubicBezTo>
                <a:cubicBezTo>
                  <a:pt x="788427" y="1549401"/>
                  <a:pt x="808182" y="1460500"/>
                  <a:pt x="820882" y="1430867"/>
                </a:cubicBezTo>
                <a:cubicBezTo>
                  <a:pt x="840284" y="1353262"/>
                  <a:pt x="824907" y="1343770"/>
                  <a:pt x="854749" y="1388534"/>
                </a:cubicBezTo>
                <a:cubicBezTo>
                  <a:pt x="857571" y="1425223"/>
                  <a:pt x="861582" y="1461839"/>
                  <a:pt x="863216" y="1498600"/>
                </a:cubicBezTo>
                <a:cubicBezTo>
                  <a:pt x="876404" y="1795343"/>
                  <a:pt x="837409" y="1683856"/>
                  <a:pt x="888616" y="1811867"/>
                </a:cubicBezTo>
                <a:cubicBezTo>
                  <a:pt x="891438" y="1755423"/>
                  <a:pt x="890027" y="1684867"/>
                  <a:pt x="897082" y="1642534"/>
                </a:cubicBezTo>
                <a:cubicBezTo>
                  <a:pt x="904137" y="1600201"/>
                  <a:pt x="923893" y="1497189"/>
                  <a:pt x="930949" y="1557867"/>
                </a:cubicBezTo>
                <a:cubicBezTo>
                  <a:pt x="933771" y="1707445"/>
                  <a:pt x="932186" y="1857171"/>
                  <a:pt x="939416" y="2006600"/>
                </a:cubicBezTo>
                <a:cubicBezTo>
                  <a:pt x="940000" y="2018668"/>
                  <a:pt x="958479" y="2091318"/>
                  <a:pt x="964816" y="2116667"/>
                </a:cubicBezTo>
                <a:cubicBezTo>
                  <a:pt x="967638" y="2020711"/>
                  <a:pt x="965727" y="2044123"/>
                  <a:pt x="973282" y="1948424"/>
                </a:cubicBezTo>
                <a:cubicBezTo>
                  <a:pt x="974275" y="1935842"/>
                  <a:pt x="985983" y="1826160"/>
                  <a:pt x="990216" y="1794934"/>
                </a:cubicBezTo>
                <a:cubicBezTo>
                  <a:pt x="994449" y="1763708"/>
                  <a:pt x="995860" y="1772356"/>
                  <a:pt x="998682" y="1761067"/>
                </a:cubicBezTo>
                <a:cubicBezTo>
                  <a:pt x="1019356" y="1823087"/>
                  <a:pt x="995972" y="1746720"/>
                  <a:pt x="1015616" y="1871134"/>
                </a:cubicBezTo>
                <a:cubicBezTo>
                  <a:pt x="1019674" y="1896835"/>
                  <a:pt x="1027446" y="1921820"/>
                  <a:pt x="1032549" y="1947334"/>
                </a:cubicBezTo>
                <a:cubicBezTo>
                  <a:pt x="1038737" y="1978275"/>
                  <a:pt x="1042871" y="2009614"/>
                  <a:pt x="1049482" y="2040467"/>
                </a:cubicBezTo>
                <a:cubicBezTo>
                  <a:pt x="1053594" y="2059654"/>
                  <a:pt x="1065531" y="2087439"/>
                  <a:pt x="1074882" y="2108200"/>
                </a:cubicBezTo>
                <a:cubicBezTo>
                  <a:pt x="1084233" y="2128961"/>
                  <a:pt x="1098509" y="2146288"/>
                  <a:pt x="1105586" y="2165034"/>
                </a:cubicBezTo>
                <a:cubicBezTo>
                  <a:pt x="1112663" y="2183780"/>
                  <a:pt x="1115881" y="2218725"/>
                  <a:pt x="1117344" y="2220675"/>
                </a:cubicBezTo>
                <a:cubicBezTo>
                  <a:pt x="1120166" y="2186808"/>
                  <a:pt x="1122881" y="2146701"/>
                  <a:pt x="1134149" y="2108200"/>
                </a:cubicBezTo>
                <a:cubicBezTo>
                  <a:pt x="1145417" y="2069699"/>
                  <a:pt x="1170332" y="2024539"/>
                  <a:pt x="1184949" y="1989667"/>
                </a:cubicBezTo>
                <a:cubicBezTo>
                  <a:pt x="1199566" y="1954795"/>
                  <a:pt x="1177020" y="1928854"/>
                  <a:pt x="1221851" y="1898967"/>
                </a:cubicBezTo>
                <a:cubicBezTo>
                  <a:pt x="1224673" y="1983634"/>
                  <a:pt x="1237666" y="2136828"/>
                  <a:pt x="1244216" y="2167467"/>
                </a:cubicBezTo>
                <a:cubicBezTo>
                  <a:pt x="1250766" y="2198106"/>
                  <a:pt x="1256417" y="2111190"/>
                  <a:pt x="1261149" y="2082800"/>
                </a:cubicBezTo>
                <a:cubicBezTo>
                  <a:pt x="1264890" y="2060356"/>
                  <a:pt x="1264680" y="2037279"/>
                  <a:pt x="1269616" y="2015067"/>
                </a:cubicBezTo>
                <a:cubicBezTo>
                  <a:pt x="1281644" y="1960939"/>
                  <a:pt x="1302833" y="1908893"/>
                  <a:pt x="1311949" y="1854200"/>
                </a:cubicBezTo>
                <a:cubicBezTo>
                  <a:pt x="1314771" y="1837267"/>
                  <a:pt x="1316692" y="1820158"/>
                  <a:pt x="1320416" y="1803400"/>
                </a:cubicBezTo>
                <a:cubicBezTo>
                  <a:pt x="1327989" y="1769322"/>
                  <a:pt x="1335938" y="1711678"/>
                  <a:pt x="1345816" y="1701800"/>
                </a:cubicBezTo>
                <a:cubicBezTo>
                  <a:pt x="1355694" y="1691922"/>
                  <a:pt x="1366982" y="1714501"/>
                  <a:pt x="1379682" y="1744134"/>
                </a:cubicBezTo>
                <a:cubicBezTo>
                  <a:pt x="1392382" y="1773767"/>
                  <a:pt x="1409316" y="1845733"/>
                  <a:pt x="1422016" y="1879600"/>
                </a:cubicBezTo>
                <a:cubicBezTo>
                  <a:pt x="1434716" y="1913467"/>
                  <a:pt x="1447416" y="1937456"/>
                  <a:pt x="1455882" y="1947334"/>
                </a:cubicBezTo>
                <a:cubicBezTo>
                  <a:pt x="1470161" y="2018723"/>
                  <a:pt x="1459067" y="1989281"/>
                  <a:pt x="1472816" y="1938867"/>
                </a:cubicBezTo>
                <a:cubicBezTo>
                  <a:pt x="1485264" y="1893225"/>
                  <a:pt x="1499404" y="1848012"/>
                  <a:pt x="1515149" y="1803400"/>
                </a:cubicBezTo>
                <a:cubicBezTo>
                  <a:pt x="1533290" y="1752001"/>
                  <a:pt x="1574416" y="1651000"/>
                  <a:pt x="1574416" y="1651000"/>
                </a:cubicBezTo>
                <a:cubicBezTo>
                  <a:pt x="1577238" y="1631245"/>
                  <a:pt x="1577216" y="1623176"/>
                  <a:pt x="1582882" y="1591734"/>
                </a:cubicBezTo>
                <a:cubicBezTo>
                  <a:pt x="1588548" y="1560293"/>
                  <a:pt x="1599943" y="1473640"/>
                  <a:pt x="1608410" y="1462351"/>
                </a:cubicBezTo>
                <a:cubicBezTo>
                  <a:pt x="1614054" y="1470818"/>
                  <a:pt x="1625237" y="1519370"/>
                  <a:pt x="1633682" y="1524000"/>
                </a:cubicBezTo>
                <a:cubicBezTo>
                  <a:pt x="1642127" y="1528631"/>
                  <a:pt x="1654127" y="1503346"/>
                  <a:pt x="1659082" y="1490134"/>
                </a:cubicBezTo>
                <a:cubicBezTo>
                  <a:pt x="1671339" y="1457448"/>
                  <a:pt x="1672224" y="1421192"/>
                  <a:pt x="1684482" y="1388534"/>
                </a:cubicBezTo>
                <a:cubicBezTo>
                  <a:pt x="1696740" y="1355876"/>
                  <a:pt x="1715097" y="1329252"/>
                  <a:pt x="1732631" y="1294184"/>
                </a:cubicBezTo>
                <a:cubicBezTo>
                  <a:pt x="1826165" y="1107115"/>
                  <a:pt x="1714188" y="1310801"/>
                  <a:pt x="1794549" y="1176867"/>
                </a:cubicBezTo>
                <a:cubicBezTo>
                  <a:pt x="1803016" y="1185334"/>
                  <a:pt x="1821211" y="1214134"/>
                  <a:pt x="1831067" y="1238516"/>
                </a:cubicBezTo>
                <a:cubicBezTo>
                  <a:pt x="1840923" y="1262898"/>
                  <a:pt x="1844252" y="1292512"/>
                  <a:pt x="1853688" y="1323159"/>
                </a:cubicBezTo>
                <a:cubicBezTo>
                  <a:pt x="1863124" y="1353806"/>
                  <a:pt x="1873550" y="1376226"/>
                  <a:pt x="1887682" y="1422400"/>
                </a:cubicBezTo>
                <a:cubicBezTo>
                  <a:pt x="1901814" y="1468574"/>
                  <a:pt x="1923402" y="1543557"/>
                  <a:pt x="1938482" y="1600200"/>
                </a:cubicBezTo>
                <a:cubicBezTo>
                  <a:pt x="1953562" y="1656843"/>
                  <a:pt x="1945138" y="1663183"/>
                  <a:pt x="1978163" y="1762259"/>
                </a:cubicBezTo>
                <a:cubicBezTo>
                  <a:pt x="1978511" y="1755994"/>
                  <a:pt x="1998718" y="1548187"/>
                  <a:pt x="2006216" y="1498600"/>
                </a:cubicBezTo>
                <a:cubicBezTo>
                  <a:pt x="2013714" y="1449013"/>
                  <a:pt x="2018177" y="1476335"/>
                  <a:pt x="2023149" y="1464734"/>
                </a:cubicBezTo>
                <a:cubicBezTo>
                  <a:pt x="2026665" y="1456531"/>
                  <a:pt x="2028794" y="1447801"/>
                  <a:pt x="2031616" y="1439334"/>
                </a:cubicBezTo>
                <a:cubicBezTo>
                  <a:pt x="2037653" y="1513879"/>
                  <a:pt x="2059240" y="1809599"/>
                  <a:pt x="2067707" y="1908377"/>
                </a:cubicBezTo>
                <a:cubicBezTo>
                  <a:pt x="2076174" y="2007155"/>
                  <a:pt x="2077164" y="1992245"/>
                  <a:pt x="2082416" y="2032000"/>
                </a:cubicBezTo>
                <a:cubicBezTo>
                  <a:pt x="2085238" y="2071511"/>
                  <a:pt x="2089416" y="2110949"/>
                  <a:pt x="2090882" y="2150534"/>
                </a:cubicBezTo>
                <a:cubicBezTo>
                  <a:pt x="2095061" y="2263381"/>
                  <a:pt x="2081916" y="2377630"/>
                  <a:pt x="2099349" y="2489200"/>
                </a:cubicBezTo>
                <a:cubicBezTo>
                  <a:pt x="2103246" y="2514140"/>
                  <a:pt x="2125234" y="2445414"/>
                  <a:pt x="2133216" y="2421467"/>
                </a:cubicBezTo>
                <a:cubicBezTo>
                  <a:pt x="2148268" y="2376310"/>
                  <a:pt x="2165650" y="2344861"/>
                  <a:pt x="2175549" y="2319867"/>
                </a:cubicBezTo>
                <a:cubicBezTo>
                  <a:pt x="2185448" y="2294873"/>
                  <a:pt x="2186439" y="2290444"/>
                  <a:pt x="2192611" y="2271500"/>
                </a:cubicBezTo>
                <a:cubicBezTo>
                  <a:pt x="2198783" y="2252556"/>
                  <a:pt x="2202723" y="2165684"/>
                  <a:pt x="2212579" y="2206201"/>
                </a:cubicBezTo>
                <a:cubicBezTo>
                  <a:pt x="2222435" y="2246718"/>
                  <a:pt x="2240987" y="2454734"/>
                  <a:pt x="2251749" y="2514600"/>
                </a:cubicBezTo>
                <a:cubicBezTo>
                  <a:pt x="2262511" y="2574466"/>
                  <a:pt x="2267478" y="2550893"/>
                  <a:pt x="2277149" y="2565400"/>
                </a:cubicBezTo>
                <a:cubicBezTo>
                  <a:pt x="2279971" y="2540000"/>
                  <a:pt x="2281175" y="2514367"/>
                  <a:pt x="2285616" y="2489200"/>
                </a:cubicBezTo>
                <a:cubicBezTo>
                  <a:pt x="2289660" y="2466282"/>
                  <a:pt x="2301782" y="2444727"/>
                  <a:pt x="2302549" y="2421467"/>
                </a:cubicBezTo>
                <a:cubicBezTo>
                  <a:pt x="2310268" y="2187333"/>
                  <a:pt x="2308194" y="1952978"/>
                  <a:pt x="2311016" y="1718734"/>
                </a:cubicBezTo>
                <a:cubicBezTo>
                  <a:pt x="2331642" y="1821871"/>
                  <a:pt x="2304190" y="1693706"/>
                  <a:pt x="2336416" y="1811867"/>
                </a:cubicBezTo>
                <a:cubicBezTo>
                  <a:pt x="2351465" y="1867045"/>
                  <a:pt x="2331923" y="1841241"/>
                  <a:pt x="2361816" y="1871134"/>
                </a:cubicBezTo>
                <a:cubicBezTo>
                  <a:pt x="2371694" y="1897945"/>
                  <a:pt x="2388627" y="2022123"/>
                  <a:pt x="2395682" y="1972734"/>
                </a:cubicBezTo>
                <a:cubicBezTo>
                  <a:pt x="2402738" y="1923345"/>
                  <a:pt x="2399357" y="1707388"/>
                  <a:pt x="2404149" y="1574800"/>
                </a:cubicBezTo>
                <a:cubicBezTo>
                  <a:pt x="2414548" y="1287099"/>
                  <a:pt x="2397222" y="1365434"/>
                  <a:pt x="2429549" y="1236134"/>
                </a:cubicBezTo>
                <a:cubicBezTo>
                  <a:pt x="2435193" y="1188156"/>
                  <a:pt x="2439316" y="1139974"/>
                  <a:pt x="2446482" y="1092200"/>
                </a:cubicBezTo>
                <a:cubicBezTo>
                  <a:pt x="2447806" y="1083374"/>
                  <a:pt x="2446024" y="1066800"/>
                  <a:pt x="2454949" y="1066800"/>
                </a:cubicBezTo>
                <a:cubicBezTo>
                  <a:pt x="2463874" y="1066800"/>
                  <a:pt x="2457772" y="1065389"/>
                  <a:pt x="2463416" y="1092200"/>
                </a:cubicBezTo>
                <a:cubicBezTo>
                  <a:pt x="2469060" y="1119011"/>
                  <a:pt x="2480349" y="1284111"/>
                  <a:pt x="2488816" y="1227667"/>
                </a:cubicBezTo>
                <a:cubicBezTo>
                  <a:pt x="2497283" y="1171223"/>
                  <a:pt x="2509414" y="839976"/>
                  <a:pt x="2514216" y="753534"/>
                </a:cubicBezTo>
                <a:cubicBezTo>
                  <a:pt x="2515507" y="730297"/>
                  <a:pt x="2525505" y="708378"/>
                  <a:pt x="2531149" y="685800"/>
                </a:cubicBezTo>
                <a:cubicBezTo>
                  <a:pt x="2533971" y="660400"/>
                  <a:pt x="2536238" y="634932"/>
                  <a:pt x="2539616" y="609600"/>
                </a:cubicBezTo>
                <a:cubicBezTo>
                  <a:pt x="2541885" y="592584"/>
                  <a:pt x="2535943" y="570939"/>
                  <a:pt x="2548082" y="558800"/>
                </a:cubicBezTo>
                <a:cubicBezTo>
                  <a:pt x="2555277" y="551605"/>
                  <a:pt x="2559371" y="575733"/>
                  <a:pt x="2565016" y="584200"/>
                </a:cubicBezTo>
                <a:cubicBezTo>
                  <a:pt x="2567838" y="649111"/>
                  <a:pt x="2567224" y="714263"/>
                  <a:pt x="2573482" y="778934"/>
                </a:cubicBezTo>
                <a:cubicBezTo>
                  <a:pt x="2578061" y="826251"/>
                  <a:pt x="2601105" y="870267"/>
                  <a:pt x="2615816" y="914400"/>
                </a:cubicBezTo>
                <a:cubicBezTo>
                  <a:pt x="2622313" y="933892"/>
                  <a:pt x="2627105" y="953911"/>
                  <a:pt x="2632749" y="973667"/>
                </a:cubicBezTo>
                <a:cubicBezTo>
                  <a:pt x="2652699" y="873922"/>
                  <a:pt x="2629968" y="996802"/>
                  <a:pt x="2649682" y="812800"/>
                </a:cubicBezTo>
                <a:cubicBezTo>
                  <a:pt x="2653934" y="773115"/>
                  <a:pt x="2660054" y="733636"/>
                  <a:pt x="2666616" y="694267"/>
                </a:cubicBezTo>
                <a:cubicBezTo>
                  <a:pt x="2674169" y="648950"/>
                  <a:pt x="2684701" y="604156"/>
                  <a:pt x="2692016" y="558800"/>
                </a:cubicBezTo>
                <a:cubicBezTo>
                  <a:pt x="2709645" y="449502"/>
                  <a:pt x="2709264" y="427704"/>
                  <a:pt x="2717416" y="321734"/>
                </a:cubicBezTo>
                <a:cubicBezTo>
                  <a:pt x="2723060" y="567267"/>
                  <a:pt x="2725583" y="812892"/>
                  <a:pt x="2734349" y="1058334"/>
                </a:cubicBezTo>
                <a:cubicBezTo>
                  <a:pt x="2734668" y="1067253"/>
                  <a:pt x="2756755" y="1031951"/>
                  <a:pt x="2760746" y="1023969"/>
                </a:cubicBezTo>
                <a:cubicBezTo>
                  <a:pt x="2782202" y="981056"/>
                  <a:pt x="2796604" y="934073"/>
                  <a:pt x="2810549" y="905934"/>
                </a:cubicBezTo>
                <a:cubicBezTo>
                  <a:pt x="2824494" y="877795"/>
                  <a:pt x="2812705" y="886845"/>
                  <a:pt x="2844416" y="855134"/>
                </a:cubicBezTo>
                <a:cubicBezTo>
                  <a:pt x="2910624" y="1053772"/>
                  <a:pt x="2840454" y="835164"/>
                  <a:pt x="2869816" y="1422400"/>
                </a:cubicBezTo>
                <a:cubicBezTo>
                  <a:pt x="2870397" y="1434022"/>
                  <a:pt x="2873698" y="1399229"/>
                  <a:pt x="2878282" y="1388534"/>
                </a:cubicBezTo>
                <a:cubicBezTo>
                  <a:pt x="2882290" y="1379181"/>
                  <a:pt x="2889571" y="1371601"/>
                  <a:pt x="2895216" y="1363134"/>
                </a:cubicBezTo>
                <a:cubicBezTo>
                  <a:pt x="2915829" y="1301295"/>
                  <a:pt x="2907820" y="1329650"/>
                  <a:pt x="2920616" y="1278467"/>
                </a:cubicBezTo>
                <a:cubicBezTo>
                  <a:pt x="2926260" y="1292578"/>
                  <a:pt x="2933080" y="1306274"/>
                  <a:pt x="2937549" y="1320800"/>
                </a:cubicBezTo>
                <a:cubicBezTo>
                  <a:pt x="2944393" y="1343044"/>
                  <a:pt x="2944074" y="1367718"/>
                  <a:pt x="2954482" y="1388534"/>
                </a:cubicBezTo>
                <a:lnTo>
                  <a:pt x="2971416" y="1422400"/>
                </a:lnTo>
                <a:cubicBezTo>
                  <a:pt x="2981407" y="1462367"/>
                  <a:pt x="2990833" y="1506560"/>
                  <a:pt x="3013749" y="1540934"/>
                </a:cubicBezTo>
                <a:lnTo>
                  <a:pt x="3030682" y="1566334"/>
                </a:lnTo>
                <a:cubicBezTo>
                  <a:pt x="3037059" y="1604597"/>
                  <a:pt x="3050905" y="1695994"/>
                  <a:pt x="3064549" y="1718734"/>
                </a:cubicBezTo>
                <a:lnTo>
                  <a:pt x="3089949" y="1761067"/>
                </a:lnTo>
                <a:cubicBezTo>
                  <a:pt x="3098416" y="1793523"/>
                  <a:pt x="3109662" y="1908431"/>
                  <a:pt x="3118129" y="1909842"/>
                </a:cubicBezTo>
                <a:cubicBezTo>
                  <a:pt x="3126596" y="1911253"/>
                  <a:pt x="3134157" y="1802796"/>
                  <a:pt x="3140749" y="1769534"/>
                </a:cubicBezTo>
                <a:cubicBezTo>
                  <a:pt x="3147341" y="1736272"/>
                  <a:pt x="3151778" y="1729947"/>
                  <a:pt x="3157682" y="1710267"/>
                </a:cubicBezTo>
                <a:cubicBezTo>
                  <a:pt x="3160246" y="1701719"/>
                  <a:pt x="3159838" y="1691178"/>
                  <a:pt x="3166149" y="1684867"/>
                </a:cubicBezTo>
                <a:cubicBezTo>
                  <a:pt x="3172460" y="1678556"/>
                  <a:pt x="3183082" y="1679222"/>
                  <a:pt x="3191549" y="1676400"/>
                </a:cubicBezTo>
                <a:cubicBezTo>
                  <a:pt x="3194371" y="1786467"/>
                  <a:pt x="3195017" y="1896611"/>
                  <a:pt x="3200016" y="2006600"/>
                </a:cubicBezTo>
                <a:cubicBezTo>
                  <a:pt x="3200669" y="2020976"/>
                  <a:pt x="3205908" y="2034775"/>
                  <a:pt x="3208482" y="2048934"/>
                </a:cubicBezTo>
                <a:cubicBezTo>
                  <a:pt x="3211553" y="2065824"/>
                  <a:pt x="3214127" y="2082801"/>
                  <a:pt x="3216949" y="2099734"/>
                </a:cubicBezTo>
                <a:cubicBezTo>
                  <a:pt x="3222593" y="2082801"/>
                  <a:pt x="3229553" y="2066250"/>
                  <a:pt x="3233882" y="2048934"/>
                </a:cubicBezTo>
                <a:cubicBezTo>
                  <a:pt x="3238046" y="2032280"/>
                  <a:pt x="3240552" y="1981061"/>
                  <a:pt x="3242349" y="1998134"/>
                </a:cubicBezTo>
                <a:cubicBezTo>
                  <a:pt x="3243557" y="2009606"/>
                  <a:pt x="3244897" y="2311976"/>
                  <a:pt x="3276216" y="2353734"/>
                </a:cubicBezTo>
                <a:lnTo>
                  <a:pt x="3301616" y="2387600"/>
                </a:lnTo>
                <a:cubicBezTo>
                  <a:pt x="3304438" y="2424289"/>
                  <a:pt x="3303687" y="2461430"/>
                  <a:pt x="3310082" y="2497667"/>
                </a:cubicBezTo>
                <a:cubicBezTo>
                  <a:pt x="3312275" y="2510097"/>
                  <a:pt x="3323025" y="2519560"/>
                  <a:pt x="3327016" y="2531534"/>
                </a:cubicBezTo>
                <a:cubicBezTo>
                  <a:pt x="3334375" y="2553612"/>
                  <a:pt x="3337826" y="2576815"/>
                  <a:pt x="3343949" y="2599267"/>
                </a:cubicBezTo>
                <a:cubicBezTo>
                  <a:pt x="3349636" y="2620119"/>
                  <a:pt x="3362020" y="2648677"/>
                  <a:pt x="3369349" y="2667000"/>
                </a:cubicBezTo>
                <a:cubicBezTo>
                  <a:pt x="3400642" y="2839118"/>
                  <a:pt x="3365587" y="2695698"/>
                  <a:pt x="3411682" y="2810934"/>
                </a:cubicBezTo>
                <a:cubicBezTo>
                  <a:pt x="3439019" y="2879275"/>
                  <a:pt x="3399351" y="2813603"/>
                  <a:pt x="3437082" y="2870200"/>
                </a:cubicBezTo>
                <a:cubicBezTo>
                  <a:pt x="3445549" y="2523067"/>
                  <a:pt x="3451464" y="2175862"/>
                  <a:pt x="3462482" y="1828800"/>
                </a:cubicBezTo>
                <a:cubicBezTo>
                  <a:pt x="3462765" y="1819880"/>
                  <a:pt x="3459636" y="2098881"/>
                  <a:pt x="3461984" y="2090271"/>
                </a:cubicBezTo>
                <a:cubicBezTo>
                  <a:pt x="3468107" y="2067819"/>
                  <a:pt x="3479332" y="1808879"/>
                  <a:pt x="3487882" y="1735667"/>
                </a:cubicBezTo>
                <a:cubicBezTo>
                  <a:pt x="3496432" y="1662455"/>
                  <a:pt x="3478219" y="1686065"/>
                  <a:pt x="3513282" y="1651000"/>
                </a:cubicBezTo>
                <a:cubicBezTo>
                  <a:pt x="3516104" y="1667933"/>
                  <a:pt x="3519674" y="1664447"/>
                  <a:pt x="3521749" y="1701800"/>
                </a:cubicBezTo>
                <a:cubicBezTo>
                  <a:pt x="3523824" y="1739153"/>
                  <a:pt x="3510535" y="1844722"/>
                  <a:pt x="3525733" y="1875118"/>
                </a:cubicBezTo>
                <a:cubicBezTo>
                  <a:pt x="3533715" y="1891083"/>
                  <a:pt x="3541505" y="1769533"/>
                  <a:pt x="3547149" y="1752600"/>
                </a:cubicBezTo>
                <a:cubicBezTo>
                  <a:pt x="3549971" y="1732845"/>
                  <a:pt x="3550776" y="1712694"/>
                  <a:pt x="3555616" y="1693334"/>
                </a:cubicBezTo>
                <a:cubicBezTo>
                  <a:pt x="3566492" y="1649831"/>
                  <a:pt x="3577905" y="1648754"/>
                  <a:pt x="3597949" y="1608667"/>
                </a:cubicBezTo>
                <a:cubicBezTo>
                  <a:pt x="3604746" y="1595074"/>
                  <a:pt x="3609238" y="1580445"/>
                  <a:pt x="3614882" y="1566334"/>
                </a:cubicBezTo>
                <a:cubicBezTo>
                  <a:pt x="3633581" y="1435448"/>
                  <a:pt x="3649496" y="1496941"/>
                  <a:pt x="3657216" y="1464734"/>
                </a:cubicBezTo>
                <a:cubicBezTo>
                  <a:pt x="3664936" y="1432527"/>
                  <a:pt x="3657710" y="1387055"/>
                  <a:pt x="3661200" y="1373094"/>
                </a:cubicBezTo>
                <a:cubicBezTo>
                  <a:pt x="3666183" y="1353162"/>
                  <a:pt x="3676225" y="1371850"/>
                  <a:pt x="3682616" y="1363134"/>
                </a:cubicBezTo>
                <a:cubicBezTo>
                  <a:pt x="3689007" y="1354418"/>
                  <a:pt x="3697557" y="1355995"/>
                  <a:pt x="3699549" y="1320800"/>
                </a:cubicBezTo>
                <a:cubicBezTo>
                  <a:pt x="3701541" y="1285605"/>
                  <a:pt x="3690876" y="1160089"/>
                  <a:pt x="3694569" y="1151964"/>
                </a:cubicBezTo>
                <a:cubicBezTo>
                  <a:pt x="3705014" y="1128984"/>
                  <a:pt x="3730593" y="1250245"/>
                  <a:pt x="3741882" y="1227667"/>
                </a:cubicBezTo>
                <a:cubicBezTo>
                  <a:pt x="3744704" y="1210734"/>
                  <a:pt x="3746185" y="1193521"/>
                  <a:pt x="3750349" y="1176867"/>
                </a:cubicBezTo>
                <a:cubicBezTo>
                  <a:pt x="3754678" y="1159551"/>
                  <a:pt x="3763542" y="1143520"/>
                  <a:pt x="3767282" y="1126067"/>
                </a:cubicBezTo>
                <a:cubicBezTo>
                  <a:pt x="3772050" y="1103819"/>
                  <a:pt x="3772927" y="1080912"/>
                  <a:pt x="3775749" y="1058334"/>
                </a:cubicBezTo>
                <a:cubicBezTo>
                  <a:pt x="3778571" y="1128889"/>
                  <a:pt x="3777997" y="1333288"/>
                  <a:pt x="3784216" y="1270000"/>
                </a:cubicBezTo>
                <a:cubicBezTo>
                  <a:pt x="3790435" y="1206712"/>
                  <a:pt x="3807420" y="797139"/>
                  <a:pt x="3813064" y="678606"/>
                </a:cubicBezTo>
                <a:cubicBezTo>
                  <a:pt x="3818708" y="560073"/>
                  <a:pt x="3805459" y="586238"/>
                  <a:pt x="3818082" y="558800"/>
                </a:cubicBezTo>
                <a:cubicBezTo>
                  <a:pt x="3823727" y="533400"/>
                  <a:pt x="3816617" y="500999"/>
                  <a:pt x="3835016" y="482600"/>
                </a:cubicBezTo>
                <a:cubicBezTo>
                  <a:pt x="3847155" y="470461"/>
                  <a:pt x="3841054" y="516406"/>
                  <a:pt x="3843482" y="533400"/>
                </a:cubicBezTo>
                <a:cubicBezTo>
                  <a:pt x="3849522" y="575679"/>
                  <a:pt x="3854081" y="618165"/>
                  <a:pt x="3860416" y="660400"/>
                </a:cubicBezTo>
                <a:cubicBezTo>
                  <a:pt x="3862551" y="674632"/>
                  <a:pt x="3864331" y="689082"/>
                  <a:pt x="3868882" y="702734"/>
                </a:cubicBezTo>
                <a:cubicBezTo>
                  <a:pt x="3872873" y="714708"/>
                  <a:pt x="3880171" y="725311"/>
                  <a:pt x="3885816" y="736600"/>
                </a:cubicBezTo>
                <a:cubicBezTo>
                  <a:pt x="3891460" y="725311"/>
                  <a:pt x="3899122" y="714823"/>
                  <a:pt x="3902749" y="702734"/>
                </a:cubicBezTo>
                <a:cubicBezTo>
                  <a:pt x="3919794" y="645917"/>
                  <a:pt x="3938414" y="543966"/>
                  <a:pt x="3962016" y="482600"/>
                </a:cubicBezTo>
                <a:cubicBezTo>
                  <a:pt x="3965669" y="473103"/>
                  <a:pt x="3973305" y="465667"/>
                  <a:pt x="3978949" y="457200"/>
                </a:cubicBezTo>
                <a:cubicBezTo>
                  <a:pt x="3982235" y="388187"/>
                  <a:pt x="3981605" y="255132"/>
                  <a:pt x="4004349" y="177800"/>
                </a:cubicBezTo>
                <a:cubicBezTo>
                  <a:pt x="4008992" y="162013"/>
                  <a:pt x="4021282" y="149578"/>
                  <a:pt x="4029749" y="135467"/>
                </a:cubicBezTo>
                <a:cubicBezTo>
                  <a:pt x="4032571" y="124178"/>
                  <a:pt x="4035019" y="112789"/>
                  <a:pt x="4038216" y="101600"/>
                </a:cubicBezTo>
                <a:cubicBezTo>
                  <a:pt x="4040668" y="93019"/>
                  <a:pt x="4038700" y="72209"/>
                  <a:pt x="4046682" y="76200"/>
                </a:cubicBezTo>
                <a:cubicBezTo>
                  <a:pt x="4057090" y="81404"/>
                  <a:pt x="4051805" y="98921"/>
                  <a:pt x="4055149" y="110067"/>
                </a:cubicBezTo>
                <a:cubicBezTo>
                  <a:pt x="4060278" y="127164"/>
                  <a:pt x="4066438" y="143934"/>
                  <a:pt x="4072082" y="160867"/>
                </a:cubicBezTo>
                <a:cubicBezTo>
                  <a:pt x="4107394" y="10791"/>
                  <a:pt x="4083907" y="61018"/>
                  <a:pt x="4114416" y="0"/>
                </a:cubicBezTo>
              </a:path>
            </a:pathLst>
          </a:custGeom>
          <a:noFill/>
          <a:ln w="28575" cap="flat" cmpd="sng" algn="ctr">
            <a:solidFill>
              <a:srgbClr val="FF0000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GB" sz="16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Lucida Sans Unicode" pitchFamily="34" charset="0"/>
            </a:endParaRPr>
          </a:p>
        </p:txBody>
      </p:sp>
      <p:cxnSp>
        <p:nvCxnSpPr>
          <p:cNvPr id="99" name="Straight Connector 98"/>
          <p:cNvCxnSpPr/>
          <p:nvPr/>
        </p:nvCxnSpPr>
        <p:spPr bwMode="auto">
          <a:xfrm flipV="1">
            <a:off x="6852159" y="5530226"/>
            <a:ext cx="731659" cy="869687"/>
          </a:xfrm>
          <a:prstGeom prst="line">
            <a:avLst/>
          </a:prstGeom>
          <a:solidFill>
            <a:schemeClr val="accent1"/>
          </a:solidFill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</p:cxnSp>
      <p:cxnSp>
        <p:nvCxnSpPr>
          <p:cNvPr id="100" name="Straight Connector 99"/>
          <p:cNvCxnSpPr/>
          <p:nvPr/>
        </p:nvCxnSpPr>
        <p:spPr bwMode="auto">
          <a:xfrm flipV="1">
            <a:off x="5226711" y="4616438"/>
            <a:ext cx="1281946" cy="913788"/>
          </a:xfrm>
          <a:prstGeom prst="line">
            <a:avLst/>
          </a:prstGeom>
          <a:solidFill>
            <a:schemeClr val="accent1"/>
          </a:solidFill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</p:cxnSp>
      <p:sp>
        <p:nvSpPr>
          <p:cNvPr id="101" name="Oval 100"/>
          <p:cNvSpPr/>
          <p:nvPr/>
        </p:nvSpPr>
        <p:spPr bwMode="auto">
          <a:xfrm>
            <a:off x="6599274" y="4143025"/>
            <a:ext cx="1369316" cy="1359108"/>
          </a:xfrm>
          <a:prstGeom prst="ellipse">
            <a:avLst/>
          </a:prstGeom>
          <a:noFill/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GB" sz="16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Lucida Sans Unicode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185595619"/>
      </p:ext>
    </p:extLst>
  </p:cSld>
  <p:clrMapOvr>
    <a:masterClrMapping/>
  </p:clrMapOvr>
</p:sld>
</file>

<file path=ppt/slides/slide6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2290" name="Picture 2" descr="http://digitalcontentproducer.com/hdhdv/depth/Photodiode1.jpg"/>
          <p:cNvPicPr>
            <a:picLocks noChangeAspect="1" noChangeArrowheads="1"/>
          </p:cNvPicPr>
          <p:nvPr/>
        </p:nvPicPr>
        <p:blipFill>
          <a:blip r:embed="rId2" cstate="print"/>
          <a:srcRect t="5536"/>
          <a:stretch>
            <a:fillRect/>
          </a:stretch>
        </p:blipFill>
        <p:spPr bwMode="auto">
          <a:xfrm>
            <a:off x="3779838" y="2349500"/>
            <a:ext cx="5111750" cy="392112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sp>
        <p:nvSpPr>
          <p:cNvPr id="12291" name="Rectangle 1"/>
          <p:cNvSpPr>
            <a:spLocks noChangeArrowheads="1"/>
          </p:cNvSpPr>
          <p:nvPr/>
        </p:nvSpPr>
        <p:spPr bwMode="auto">
          <a:xfrm>
            <a:off x="395288" y="943905"/>
            <a:ext cx="6335712" cy="186204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pPr marL="182563" indent="-182563">
              <a:lnSpc>
                <a:spcPts val="2300"/>
              </a:lnSpc>
              <a:buFont typeface="Arial" pitchFamily="34" charset="0"/>
              <a:buChar char="•"/>
            </a:pPr>
            <a:r>
              <a:rPr lang="en-GB" dirty="0"/>
              <a:t>photon strikes the diode</a:t>
            </a:r>
          </a:p>
          <a:p>
            <a:pPr marL="182563" indent="-182563">
              <a:lnSpc>
                <a:spcPts val="2300"/>
              </a:lnSpc>
              <a:buFont typeface="Arial" pitchFamily="34" charset="0"/>
              <a:buChar char="•"/>
            </a:pPr>
            <a:r>
              <a:rPr lang="en-GB" dirty="0"/>
              <a:t>excites an electron</a:t>
            </a:r>
          </a:p>
          <a:p>
            <a:pPr marL="182563" indent="-182563">
              <a:lnSpc>
                <a:spcPts val="2300"/>
              </a:lnSpc>
              <a:buFont typeface="Arial" pitchFamily="34" charset="0"/>
              <a:buChar char="•"/>
            </a:pPr>
            <a:r>
              <a:rPr lang="en-GB" dirty="0"/>
              <a:t>creating a free electron and a (positively charged electron hole)</a:t>
            </a:r>
          </a:p>
          <a:p>
            <a:pPr marL="182563" indent="-182563">
              <a:lnSpc>
                <a:spcPts val="2300"/>
              </a:lnSpc>
              <a:buFont typeface="Arial" pitchFamily="34" charset="0"/>
              <a:buChar char="•"/>
            </a:pPr>
            <a:r>
              <a:rPr lang="en-GB" dirty="0"/>
              <a:t>current is produced - photocurrent </a:t>
            </a:r>
          </a:p>
          <a:p>
            <a:pPr marL="182563" indent="-182563">
              <a:lnSpc>
                <a:spcPts val="2300"/>
              </a:lnSpc>
              <a:buFont typeface="Arial" pitchFamily="34" charset="0"/>
              <a:buChar char="•"/>
            </a:pPr>
            <a:endParaRPr lang="en-GB" dirty="0"/>
          </a:p>
        </p:txBody>
      </p:sp>
      <p:sp>
        <p:nvSpPr>
          <p:cNvPr id="12292" name="Rectangle 3"/>
          <p:cNvSpPr>
            <a:spLocks noChangeArrowheads="1"/>
          </p:cNvSpPr>
          <p:nvPr/>
        </p:nvSpPr>
        <p:spPr bwMode="auto">
          <a:xfrm>
            <a:off x="395288" y="331788"/>
            <a:ext cx="3058851" cy="46166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>
            <a:spAutoFit/>
          </a:bodyPr>
          <a:lstStyle/>
          <a:p>
            <a:r>
              <a:rPr lang="en-GB" sz="2400" b="1" dirty="0">
                <a:solidFill>
                  <a:srgbClr val="000000"/>
                </a:solidFill>
              </a:rPr>
              <a:t>Photoelectric effect</a:t>
            </a:r>
          </a:p>
        </p:txBody>
      </p:sp>
      <p:pic>
        <p:nvPicPr>
          <p:cNvPr id="12293" name="Picture 2" descr="http://digitalcontentproducer.com/hdhdv/depth/CMOS%20Chip1.jpg"/>
          <p:cNvPicPr>
            <a:picLocks noChangeAspect="1" noChangeArrowheads="1"/>
          </p:cNvPicPr>
          <p:nvPr/>
        </p:nvPicPr>
        <p:blipFill>
          <a:blip r:embed="rId3" cstate="print"/>
          <a:srcRect/>
          <a:stretch>
            <a:fillRect/>
          </a:stretch>
        </p:blipFill>
        <p:spPr bwMode="auto">
          <a:xfrm>
            <a:off x="468313" y="3068638"/>
            <a:ext cx="3095625" cy="274161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</p:spTree>
    <p:extLst>
      <p:ext uri="{BB962C8B-B14F-4D97-AF65-F5344CB8AC3E}">
        <p14:creationId xmlns:p14="http://schemas.microsoft.com/office/powerpoint/2010/main" val="3550787816"/>
      </p:ext>
    </p:extLst>
  </p:cSld>
  <p:clrMapOvr>
    <a:masterClrMapping/>
  </p:clrMapOvr>
</p:sld>
</file>

<file path=ppt/slides/slide6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>
            <a:spLocks noChangeArrowheads="1"/>
          </p:cNvSpPr>
          <p:nvPr/>
        </p:nvSpPr>
        <p:spPr bwMode="auto">
          <a:xfrm>
            <a:off x="-7938" y="0"/>
            <a:ext cx="9144001" cy="6858000"/>
          </a:xfrm>
          <a:prstGeom prst="rect">
            <a:avLst/>
          </a:prstGeom>
          <a:solidFill>
            <a:srgbClr val="3E3E3E"/>
          </a:solidFill>
          <a:ln w="9525" algn="ctr">
            <a:solidFill>
              <a:schemeClr val="tx1"/>
            </a:solidFill>
            <a:round/>
            <a:headEnd/>
            <a:tailEnd/>
          </a:ln>
        </p:spPr>
        <p:txBody>
          <a:bodyPr/>
          <a:lstStyle/>
          <a:p>
            <a:endParaRPr lang="en-US">
              <a:solidFill>
                <a:srgbClr val="FFFF00"/>
              </a:solidFill>
            </a:endParaRPr>
          </a:p>
        </p:txBody>
      </p:sp>
      <p:sp>
        <p:nvSpPr>
          <p:cNvPr id="3" name="TextBox 2"/>
          <p:cNvSpPr txBox="1">
            <a:spLocks noChangeArrowheads="1"/>
          </p:cNvSpPr>
          <p:nvPr/>
        </p:nvSpPr>
        <p:spPr bwMode="auto">
          <a:xfrm>
            <a:off x="395288" y="339725"/>
            <a:ext cx="8110537" cy="46166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square">
            <a:spAutoFit/>
          </a:bodyPr>
          <a:lstStyle/>
          <a:p>
            <a:r>
              <a:rPr lang="en-US" sz="2400" b="1" dirty="0">
                <a:solidFill>
                  <a:srgbClr val="FFFF00"/>
                </a:solidFill>
              </a:rPr>
              <a:t>Dynamic Range – Camera  Sensor, Signal to Noise</a:t>
            </a:r>
            <a:endParaRPr lang="en-GB" sz="2400" b="1" dirty="0"/>
          </a:p>
        </p:txBody>
      </p:sp>
      <p:sp>
        <p:nvSpPr>
          <p:cNvPr id="4" name="TextBox 3"/>
          <p:cNvSpPr txBox="1">
            <a:spLocks noChangeArrowheads="1"/>
          </p:cNvSpPr>
          <p:nvPr/>
        </p:nvSpPr>
        <p:spPr bwMode="auto">
          <a:xfrm>
            <a:off x="395288" y="1042988"/>
            <a:ext cx="3227387" cy="181451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pPr marL="180975" indent="-180975">
              <a:buFont typeface="Arial" charset="0"/>
              <a:buChar char="•"/>
            </a:pPr>
            <a:r>
              <a:rPr lang="en-US">
                <a:solidFill>
                  <a:srgbClr val="FFFF00"/>
                </a:solidFill>
              </a:rPr>
              <a:t>signal: the light which hits the camera sensor</a:t>
            </a:r>
          </a:p>
          <a:p>
            <a:pPr marL="180975" indent="-180975">
              <a:buFont typeface="Arial" charset="0"/>
              <a:buChar char="•"/>
            </a:pPr>
            <a:r>
              <a:rPr lang="en-US">
                <a:solidFill>
                  <a:srgbClr val="FFFF00"/>
                </a:solidFill>
              </a:rPr>
              <a:t>noise is unavoidable</a:t>
            </a:r>
          </a:p>
          <a:p>
            <a:pPr marL="180975" indent="-180975">
              <a:buFont typeface="Arial" charset="0"/>
              <a:buChar char="•"/>
            </a:pPr>
            <a:r>
              <a:rPr lang="en-US">
                <a:solidFill>
                  <a:srgbClr val="FFFF00"/>
                </a:solidFill>
              </a:rPr>
              <a:t>can be small relative to the signal </a:t>
            </a:r>
          </a:p>
          <a:p>
            <a:pPr marL="180975" lvl="1" indent="-180975">
              <a:buFont typeface="Arial" charset="0"/>
              <a:buChar char="•"/>
            </a:pPr>
            <a:r>
              <a:rPr lang="en-US">
                <a:solidFill>
                  <a:srgbClr val="FFFF00"/>
                </a:solidFill>
              </a:rPr>
              <a:t>appears to be nonexistent</a:t>
            </a:r>
          </a:p>
          <a:p>
            <a:pPr marL="180975" indent="-180975">
              <a:buFont typeface="Arial" charset="0"/>
              <a:buChar char="•"/>
            </a:pPr>
            <a:endParaRPr lang="en-US">
              <a:solidFill>
                <a:srgbClr val="FFFF00"/>
              </a:solidFill>
            </a:endParaRPr>
          </a:p>
        </p:txBody>
      </p:sp>
      <p:pic>
        <p:nvPicPr>
          <p:cNvPr id="5" name="Picture 2"/>
          <p:cNvPicPr>
            <a:picLocks noChangeAspect="1" noChangeArrowheads="1"/>
          </p:cNvPicPr>
          <p:nvPr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5178425" y="3708400"/>
            <a:ext cx="3606800" cy="2371725"/>
          </a:xfrm>
          <a:prstGeom prst="rect">
            <a:avLst/>
          </a:prstGeom>
          <a:noFill/>
          <a:ln w="9525" algn="ctr">
            <a:noFill/>
            <a:miter lim="800000"/>
            <a:headEnd/>
            <a:tailEnd/>
          </a:ln>
        </p:spPr>
      </p:pic>
      <p:pic>
        <p:nvPicPr>
          <p:cNvPr id="6" name="Picture 3"/>
          <p:cNvPicPr>
            <a:picLocks noChangeAspect="1" noChangeArrowheads="1"/>
          </p:cNvPicPr>
          <p:nvPr/>
        </p:nvPicPr>
        <p:blipFill>
          <a:blip r:embed="rId3" cstate="print"/>
          <a:srcRect/>
          <a:stretch>
            <a:fillRect/>
          </a:stretch>
        </p:blipFill>
        <p:spPr bwMode="auto">
          <a:xfrm>
            <a:off x="395288" y="3686175"/>
            <a:ext cx="3544887" cy="2392363"/>
          </a:xfrm>
          <a:prstGeom prst="rect">
            <a:avLst/>
          </a:prstGeom>
          <a:noFill/>
          <a:ln w="9525" algn="ctr">
            <a:noFill/>
            <a:miter lim="800000"/>
            <a:headEnd/>
            <a:tailEnd/>
          </a:ln>
        </p:spPr>
      </p:pic>
      <p:sp>
        <p:nvSpPr>
          <p:cNvPr id="7" name="TextBox 4"/>
          <p:cNvSpPr txBox="1">
            <a:spLocks noChangeArrowheads="1"/>
          </p:cNvSpPr>
          <p:nvPr/>
        </p:nvSpPr>
        <p:spPr bwMode="auto">
          <a:xfrm>
            <a:off x="395288" y="6069013"/>
            <a:ext cx="8458200" cy="338137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r>
              <a:rPr lang="en-US">
                <a:solidFill>
                  <a:srgbClr val="FFFF00"/>
                </a:solidFill>
              </a:rPr>
              <a:t>noise low ratio = much noise                          high ratios = very little visible noise</a:t>
            </a:r>
          </a:p>
        </p:txBody>
      </p:sp>
      <p:cxnSp>
        <p:nvCxnSpPr>
          <p:cNvPr id="8" name="Straight Connector 7"/>
          <p:cNvCxnSpPr/>
          <p:nvPr/>
        </p:nvCxnSpPr>
        <p:spPr bwMode="auto">
          <a:xfrm rot="5400000">
            <a:off x="2572544" y="2108994"/>
            <a:ext cx="2339975" cy="17463"/>
          </a:xfrm>
          <a:prstGeom prst="line">
            <a:avLst/>
          </a:prstGeom>
          <a:solidFill>
            <a:schemeClr val="accent1"/>
          </a:solidFill>
          <a:ln w="19050" cap="flat" cmpd="sng" algn="ctr">
            <a:solidFill>
              <a:schemeClr val="accent1">
                <a:lumMod val="40000"/>
                <a:lumOff val="60000"/>
              </a:schemeClr>
            </a:solidFill>
            <a:prstDash val="solid"/>
            <a:round/>
            <a:headEnd type="none" w="med" len="med"/>
            <a:tailEnd type="none" w="med" len="med"/>
          </a:ln>
          <a:effectLst/>
        </p:spPr>
      </p:cxnSp>
      <p:cxnSp>
        <p:nvCxnSpPr>
          <p:cNvPr id="9" name="Straight Connector 8"/>
          <p:cNvCxnSpPr/>
          <p:nvPr/>
        </p:nvCxnSpPr>
        <p:spPr bwMode="auto">
          <a:xfrm>
            <a:off x="3708400" y="3279775"/>
            <a:ext cx="2376488" cy="7938"/>
          </a:xfrm>
          <a:prstGeom prst="line">
            <a:avLst/>
          </a:prstGeom>
          <a:solidFill>
            <a:schemeClr val="accent1"/>
          </a:solidFill>
          <a:ln w="19050" cap="flat" cmpd="sng" algn="ctr">
            <a:solidFill>
              <a:schemeClr val="accent1">
                <a:lumMod val="40000"/>
                <a:lumOff val="60000"/>
              </a:schemeClr>
            </a:solidFill>
            <a:prstDash val="solid"/>
            <a:round/>
            <a:headEnd type="none" w="med" len="med"/>
            <a:tailEnd type="none" w="med" len="med"/>
          </a:ln>
          <a:effectLst/>
        </p:spPr>
      </p:cxnSp>
      <p:cxnSp>
        <p:nvCxnSpPr>
          <p:cNvPr id="10" name="Straight Connector 12"/>
          <p:cNvCxnSpPr>
            <a:cxnSpLocks noChangeShapeType="1"/>
          </p:cNvCxnSpPr>
          <p:nvPr/>
        </p:nvCxnSpPr>
        <p:spPr bwMode="auto">
          <a:xfrm>
            <a:off x="3794125" y="2776538"/>
            <a:ext cx="2281238" cy="9525"/>
          </a:xfrm>
          <a:prstGeom prst="line">
            <a:avLst/>
          </a:prstGeom>
          <a:noFill/>
          <a:ln w="9525" algn="ctr">
            <a:solidFill>
              <a:srgbClr val="FF9900"/>
            </a:solidFill>
            <a:round/>
            <a:headEnd/>
            <a:tailEnd/>
          </a:ln>
        </p:spPr>
      </p:cxnSp>
      <p:cxnSp>
        <p:nvCxnSpPr>
          <p:cNvPr id="11" name="Straight Connector 14"/>
          <p:cNvCxnSpPr>
            <a:cxnSpLocks noChangeShapeType="1"/>
          </p:cNvCxnSpPr>
          <p:nvPr/>
        </p:nvCxnSpPr>
        <p:spPr bwMode="auto">
          <a:xfrm rot="5400000" flipH="1" flipV="1">
            <a:off x="3855244" y="1132681"/>
            <a:ext cx="2039938" cy="2041525"/>
          </a:xfrm>
          <a:prstGeom prst="line">
            <a:avLst/>
          </a:prstGeom>
          <a:noFill/>
          <a:ln w="9525" algn="ctr">
            <a:solidFill>
              <a:srgbClr val="FFFF00"/>
            </a:solidFill>
            <a:round/>
            <a:headEnd/>
            <a:tailEnd/>
          </a:ln>
        </p:spPr>
      </p:cxnSp>
      <p:sp>
        <p:nvSpPr>
          <p:cNvPr id="12" name="TextBox 15"/>
          <p:cNvSpPr txBox="1">
            <a:spLocks noChangeArrowheads="1"/>
          </p:cNvSpPr>
          <p:nvPr/>
        </p:nvSpPr>
        <p:spPr bwMode="auto">
          <a:xfrm>
            <a:off x="3743325" y="931863"/>
            <a:ext cx="1273175" cy="43656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r>
              <a:rPr lang="en-GB" sz="1200">
                <a:solidFill>
                  <a:srgbClr val="FFFF00"/>
                </a:solidFill>
              </a:rPr>
              <a:t>signal strength</a:t>
            </a:r>
          </a:p>
        </p:txBody>
      </p:sp>
      <p:sp>
        <p:nvSpPr>
          <p:cNvPr id="14" name="TextBox 17"/>
          <p:cNvSpPr txBox="1">
            <a:spLocks noChangeArrowheads="1"/>
          </p:cNvSpPr>
          <p:nvPr/>
        </p:nvSpPr>
        <p:spPr bwMode="auto">
          <a:xfrm>
            <a:off x="4478338" y="2786063"/>
            <a:ext cx="1717675" cy="261937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r>
              <a:rPr lang="en-GB" sz="1200">
                <a:solidFill>
                  <a:srgbClr val="FF9900"/>
                </a:solidFill>
              </a:rPr>
              <a:t>constant noise level</a:t>
            </a:r>
          </a:p>
        </p:txBody>
      </p:sp>
      <p:sp>
        <p:nvSpPr>
          <p:cNvPr id="15" name="TextBox 18"/>
          <p:cNvSpPr txBox="1">
            <a:spLocks noChangeArrowheads="1"/>
          </p:cNvSpPr>
          <p:nvPr/>
        </p:nvSpPr>
        <p:spPr bwMode="auto">
          <a:xfrm>
            <a:off x="5178425" y="1765300"/>
            <a:ext cx="649288" cy="43656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r>
              <a:rPr lang="en-GB" sz="1200">
                <a:solidFill>
                  <a:schemeClr val="bg1"/>
                </a:solidFill>
              </a:rPr>
              <a:t>image signal</a:t>
            </a:r>
          </a:p>
        </p:txBody>
      </p:sp>
      <p:sp>
        <p:nvSpPr>
          <p:cNvPr id="16" name="TextBox 21"/>
          <p:cNvSpPr txBox="1">
            <a:spLocks noChangeArrowheads="1"/>
          </p:cNvSpPr>
          <p:nvPr/>
        </p:nvSpPr>
        <p:spPr bwMode="auto">
          <a:xfrm>
            <a:off x="6486525" y="1052513"/>
            <a:ext cx="2255838" cy="18161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pPr marL="180975" indent="-180975"/>
            <a:r>
              <a:rPr lang="en-US" b="1">
                <a:solidFill>
                  <a:srgbClr val="FFFF00"/>
                </a:solidFill>
              </a:rPr>
              <a:t>Signal to noise ratio (SNR) </a:t>
            </a:r>
          </a:p>
          <a:p>
            <a:pPr marL="180975" indent="-180975">
              <a:buFont typeface="Arial" charset="0"/>
              <a:buChar char="•"/>
            </a:pPr>
            <a:r>
              <a:rPr lang="en-US">
                <a:solidFill>
                  <a:srgbClr val="FFFF00"/>
                </a:solidFill>
              </a:rPr>
              <a:t>compare relative amounts of signal and noise </a:t>
            </a:r>
          </a:p>
          <a:p>
            <a:pPr marL="180975" indent="-180975">
              <a:buFont typeface="Arial" charset="0"/>
              <a:buChar char="•"/>
            </a:pPr>
            <a:r>
              <a:rPr lang="en-US">
                <a:solidFill>
                  <a:srgbClr val="FFFF00"/>
                </a:solidFill>
              </a:rPr>
              <a:t>used for any electronic system</a:t>
            </a:r>
            <a:endParaRPr lang="en-GB"/>
          </a:p>
        </p:txBody>
      </p:sp>
      <p:sp>
        <p:nvSpPr>
          <p:cNvPr id="17" name="Right Brace 24"/>
          <p:cNvSpPr>
            <a:spLocks/>
          </p:cNvSpPr>
          <p:nvPr/>
        </p:nvSpPr>
        <p:spPr bwMode="auto">
          <a:xfrm rot="5400000">
            <a:off x="4027488" y="3117850"/>
            <a:ext cx="238125" cy="866775"/>
          </a:xfrm>
          <a:prstGeom prst="rightBrace">
            <a:avLst>
              <a:gd name="adj1" fmla="val 37057"/>
              <a:gd name="adj2" fmla="val 50000"/>
            </a:avLst>
          </a:prstGeom>
          <a:noFill/>
          <a:ln w="9525" algn="ctr">
            <a:solidFill>
              <a:srgbClr val="FFFF00"/>
            </a:solidFill>
            <a:round/>
            <a:headEnd/>
            <a:tailEnd/>
          </a:ln>
        </p:spPr>
        <p:txBody>
          <a:bodyPr/>
          <a:lstStyle/>
          <a:p>
            <a:endParaRPr lang="en-US"/>
          </a:p>
        </p:txBody>
      </p:sp>
      <p:sp>
        <p:nvSpPr>
          <p:cNvPr id="18" name="Right Brace 27"/>
          <p:cNvSpPr>
            <a:spLocks/>
          </p:cNvSpPr>
          <p:nvPr/>
        </p:nvSpPr>
        <p:spPr bwMode="auto">
          <a:xfrm rot="5400000">
            <a:off x="5254625" y="2865438"/>
            <a:ext cx="238125" cy="1371600"/>
          </a:xfrm>
          <a:prstGeom prst="rightBrace">
            <a:avLst>
              <a:gd name="adj1" fmla="val 37093"/>
              <a:gd name="adj2" fmla="val 83644"/>
            </a:avLst>
          </a:prstGeom>
          <a:noFill/>
          <a:ln w="9525" algn="ctr">
            <a:solidFill>
              <a:srgbClr val="FFFF00"/>
            </a:solidFill>
            <a:round/>
            <a:headEnd/>
            <a:tailEnd/>
          </a:ln>
        </p:spPr>
        <p:txBody>
          <a:bodyPr/>
          <a:lstStyle/>
          <a:p>
            <a:endParaRPr lang="en-US"/>
          </a:p>
        </p:txBody>
      </p:sp>
      <p:cxnSp>
        <p:nvCxnSpPr>
          <p:cNvPr id="19" name="Elbow Connector 29"/>
          <p:cNvCxnSpPr>
            <a:cxnSpLocks noChangeShapeType="1"/>
          </p:cNvCxnSpPr>
          <p:nvPr/>
        </p:nvCxnSpPr>
        <p:spPr bwMode="auto">
          <a:xfrm rot="5400000">
            <a:off x="3807619" y="3909219"/>
            <a:ext cx="563562" cy="146050"/>
          </a:xfrm>
          <a:prstGeom prst="bentConnector3">
            <a:avLst>
              <a:gd name="adj1" fmla="val 100000"/>
            </a:avLst>
          </a:prstGeom>
          <a:noFill/>
          <a:ln w="19050" algn="ctr">
            <a:solidFill>
              <a:srgbClr val="FFFF00"/>
            </a:solidFill>
            <a:round/>
            <a:headEnd/>
            <a:tailEnd type="arrow" w="med" len="med"/>
          </a:ln>
        </p:spPr>
      </p:cxnSp>
      <p:cxnSp>
        <p:nvCxnSpPr>
          <p:cNvPr id="20" name="Elbow Connector 36"/>
          <p:cNvCxnSpPr>
            <a:cxnSpLocks noChangeShapeType="1"/>
          </p:cNvCxnSpPr>
          <p:nvPr/>
        </p:nvCxnSpPr>
        <p:spPr bwMode="auto">
          <a:xfrm rot="16200000" flipH="1">
            <a:off x="4725988" y="3875087"/>
            <a:ext cx="573088" cy="201613"/>
          </a:xfrm>
          <a:prstGeom prst="bentConnector3">
            <a:avLst>
              <a:gd name="adj1" fmla="val 100019"/>
            </a:avLst>
          </a:prstGeom>
          <a:noFill/>
          <a:ln w="19050" algn="ctr">
            <a:solidFill>
              <a:srgbClr val="FFFF00"/>
            </a:solidFill>
            <a:round/>
            <a:headEnd/>
            <a:tailEnd type="arrow" w="med" len="med"/>
          </a:ln>
        </p:spPr>
      </p:cxnSp>
      <p:sp>
        <p:nvSpPr>
          <p:cNvPr id="21" name="TextBox 20"/>
          <p:cNvSpPr txBox="1"/>
          <p:nvPr/>
        </p:nvSpPr>
        <p:spPr>
          <a:xfrm>
            <a:off x="6200775" y="6381750"/>
            <a:ext cx="2943225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sz="1000" dirty="0">
                <a:solidFill>
                  <a:srgbClr val="FFC000"/>
                </a:solidFill>
              </a:rPr>
              <a:t>http://www.cambridgeincolour.com/</a:t>
            </a:r>
          </a:p>
        </p:txBody>
      </p:sp>
      <p:pic>
        <p:nvPicPr>
          <p:cNvPr id="22" name="Picture 2"/>
          <p:cNvPicPr>
            <a:picLocks noChangeAspect="1" noChangeArrowheads="1"/>
          </p:cNvPicPr>
          <p:nvPr/>
        </p:nvPicPr>
        <p:blipFill>
          <a:blip r:embed="rId4" cstate="print"/>
          <a:srcRect/>
          <a:stretch>
            <a:fillRect/>
          </a:stretch>
        </p:blipFill>
        <p:spPr bwMode="auto">
          <a:xfrm>
            <a:off x="3689863" y="3308301"/>
            <a:ext cx="2404037" cy="146147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sp>
        <p:nvSpPr>
          <p:cNvPr id="13" name="TextBox 16"/>
          <p:cNvSpPr txBox="1">
            <a:spLocks noChangeArrowheads="1"/>
          </p:cNvSpPr>
          <p:nvPr/>
        </p:nvSpPr>
        <p:spPr bwMode="auto">
          <a:xfrm>
            <a:off x="4155282" y="3236119"/>
            <a:ext cx="965200" cy="261937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r>
              <a:rPr lang="en-GB" sz="1200">
                <a:solidFill>
                  <a:srgbClr val="FFFF00"/>
                </a:solidFill>
              </a:rPr>
              <a:t>light level</a:t>
            </a:r>
          </a:p>
        </p:txBody>
      </p:sp>
    </p:spTree>
    <p:extLst>
      <p:ext uri="{BB962C8B-B14F-4D97-AF65-F5344CB8AC3E}">
        <p14:creationId xmlns:p14="http://schemas.microsoft.com/office/powerpoint/2010/main" val="2621066428"/>
      </p:ext>
    </p:extLst>
  </p:cSld>
  <p:clrMapOvr>
    <a:masterClrMapping/>
  </p:clrMapOvr>
</p:sld>
</file>

<file path=ppt/slides/slide6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Rectangle 9"/>
          <p:cNvSpPr>
            <a:spLocks noChangeArrowheads="1"/>
          </p:cNvSpPr>
          <p:nvPr/>
        </p:nvSpPr>
        <p:spPr bwMode="auto">
          <a:xfrm>
            <a:off x="-1" y="0"/>
            <a:ext cx="9144001" cy="6858000"/>
          </a:xfrm>
          <a:prstGeom prst="rect">
            <a:avLst/>
          </a:prstGeom>
          <a:solidFill>
            <a:srgbClr val="3E3E3E"/>
          </a:solidFill>
          <a:ln w="9525" algn="ctr">
            <a:solidFill>
              <a:schemeClr val="tx1"/>
            </a:solidFill>
            <a:round/>
            <a:headEnd/>
            <a:tailEnd/>
          </a:ln>
        </p:spPr>
        <p:txBody>
          <a:bodyPr/>
          <a:lstStyle/>
          <a:p>
            <a:endParaRPr lang="en-US" dirty="0">
              <a:solidFill>
                <a:srgbClr val="FFFF00"/>
              </a:solidFill>
            </a:endParaRPr>
          </a:p>
        </p:txBody>
      </p:sp>
      <p:pic>
        <p:nvPicPr>
          <p:cNvPr id="4101" name="Picture 5" descr="http://images.cambridgeincolour.com/tutorials/dr_photosites1.png"/>
          <p:cNvPicPr>
            <a:picLocks noChangeAspect="1" noChangeArrowheads="1"/>
          </p:cNvPicPr>
          <p:nvPr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395288" y="2209800"/>
            <a:ext cx="1114425" cy="828675"/>
          </a:xfrm>
          <a:prstGeom prst="rect">
            <a:avLst/>
          </a:prstGeom>
          <a:noFill/>
        </p:spPr>
      </p:pic>
      <p:pic>
        <p:nvPicPr>
          <p:cNvPr id="4102" name="Picture 6" descr="http://images.cambridgeincolour.com/tutorials/dr_photosites2.png"/>
          <p:cNvPicPr>
            <a:picLocks noChangeAspect="1" noChangeArrowheads="1"/>
          </p:cNvPicPr>
          <p:nvPr/>
        </p:nvPicPr>
        <p:blipFill>
          <a:blip r:embed="rId3" cstate="print"/>
          <a:srcRect/>
          <a:stretch>
            <a:fillRect/>
          </a:stretch>
        </p:blipFill>
        <p:spPr bwMode="auto">
          <a:xfrm>
            <a:off x="395288" y="3429000"/>
            <a:ext cx="1114425" cy="828675"/>
          </a:xfrm>
          <a:prstGeom prst="rect">
            <a:avLst/>
          </a:prstGeom>
          <a:noFill/>
        </p:spPr>
      </p:pic>
      <p:pic>
        <p:nvPicPr>
          <p:cNvPr id="4103" name="Picture 7" descr="http://images.cambridgeincolour.com/tutorials/dr_photosites3.png"/>
          <p:cNvPicPr>
            <a:picLocks noChangeAspect="1" noChangeArrowheads="1"/>
          </p:cNvPicPr>
          <p:nvPr/>
        </p:nvPicPr>
        <p:blipFill>
          <a:blip r:embed="rId4" cstate="print"/>
          <a:srcRect/>
          <a:stretch>
            <a:fillRect/>
          </a:stretch>
        </p:blipFill>
        <p:spPr bwMode="auto">
          <a:xfrm>
            <a:off x="395288" y="4752975"/>
            <a:ext cx="752475" cy="828675"/>
          </a:xfrm>
          <a:prstGeom prst="rect">
            <a:avLst/>
          </a:prstGeom>
          <a:noFill/>
        </p:spPr>
      </p:pic>
      <p:sp>
        <p:nvSpPr>
          <p:cNvPr id="11" name="TextBox 10"/>
          <p:cNvSpPr txBox="1">
            <a:spLocks noChangeArrowheads="1"/>
          </p:cNvSpPr>
          <p:nvPr/>
        </p:nvSpPr>
        <p:spPr bwMode="auto">
          <a:xfrm>
            <a:off x="395288" y="339725"/>
            <a:ext cx="8110537" cy="46166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square">
            <a:spAutoFit/>
          </a:bodyPr>
          <a:lstStyle/>
          <a:p>
            <a:r>
              <a:rPr lang="en-US" sz="2400" b="1" dirty="0">
                <a:solidFill>
                  <a:srgbClr val="FFFF00"/>
                </a:solidFill>
              </a:rPr>
              <a:t>Dynamic Range – Camera  Sensor, </a:t>
            </a:r>
            <a:r>
              <a:rPr lang="en-US" sz="2400" b="1" dirty="0" err="1">
                <a:solidFill>
                  <a:srgbClr val="FFFF00"/>
                </a:solidFill>
              </a:rPr>
              <a:t>Photosites</a:t>
            </a:r>
            <a:endParaRPr lang="en-GB" sz="2400" b="1" dirty="0"/>
          </a:p>
        </p:txBody>
      </p:sp>
      <p:sp>
        <p:nvSpPr>
          <p:cNvPr id="12" name="TextBox 11"/>
          <p:cNvSpPr txBox="1"/>
          <p:nvPr/>
        </p:nvSpPr>
        <p:spPr>
          <a:xfrm>
            <a:off x="1543051" y="2162175"/>
            <a:ext cx="3295649" cy="452431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b="1" dirty="0">
                <a:solidFill>
                  <a:srgbClr val="FFFF00"/>
                </a:solidFill>
              </a:rPr>
              <a:t>Black level </a:t>
            </a:r>
            <a:r>
              <a:rPr lang="en-GB" dirty="0">
                <a:solidFill>
                  <a:srgbClr val="FFFF00"/>
                </a:solidFill>
              </a:rPr>
              <a:t>– at low level,  is </a:t>
            </a:r>
            <a:r>
              <a:rPr lang="en-GB" i="1" dirty="0">
                <a:solidFill>
                  <a:srgbClr val="FFFF00"/>
                </a:solidFill>
              </a:rPr>
              <a:t>limited by the signal required to overcome the sensor noise</a:t>
            </a:r>
            <a:r>
              <a:rPr lang="en-GB" dirty="0">
                <a:solidFill>
                  <a:srgbClr val="FFFF00"/>
                </a:solidFill>
              </a:rPr>
              <a:t>.  </a:t>
            </a:r>
          </a:p>
          <a:p>
            <a:endParaRPr lang="en-GB" dirty="0">
              <a:solidFill>
                <a:srgbClr val="FFFF00"/>
              </a:solidFill>
            </a:endParaRPr>
          </a:p>
          <a:p>
            <a:endParaRPr lang="en-GB" dirty="0">
              <a:solidFill>
                <a:srgbClr val="FFFF00"/>
              </a:solidFill>
            </a:endParaRPr>
          </a:p>
          <a:p>
            <a:r>
              <a:rPr lang="en-GB" dirty="0">
                <a:solidFill>
                  <a:srgbClr val="FFFF00"/>
                </a:solidFill>
              </a:rPr>
              <a:t>White is limited by the highest level of charge accommodated in the </a:t>
            </a:r>
            <a:r>
              <a:rPr lang="en-GB" dirty="0" err="1">
                <a:solidFill>
                  <a:srgbClr val="FFFF00"/>
                </a:solidFill>
              </a:rPr>
              <a:t>photosite</a:t>
            </a:r>
            <a:endParaRPr lang="en-GB" dirty="0">
              <a:solidFill>
                <a:srgbClr val="FFFF00"/>
              </a:solidFill>
            </a:endParaRPr>
          </a:p>
          <a:p>
            <a:endParaRPr lang="en-GB" dirty="0">
              <a:solidFill>
                <a:srgbClr val="FFFF00"/>
              </a:solidFill>
            </a:endParaRPr>
          </a:p>
          <a:p>
            <a:r>
              <a:rPr lang="en-GB" dirty="0">
                <a:solidFill>
                  <a:srgbClr val="FFFF00"/>
                </a:solidFill>
              </a:rPr>
              <a:t>... Depends on the capacity of the </a:t>
            </a:r>
            <a:r>
              <a:rPr lang="en-GB" dirty="0" err="1">
                <a:solidFill>
                  <a:srgbClr val="FFFF00"/>
                </a:solidFill>
              </a:rPr>
              <a:t>photosite</a:t>
            </a:r>
            <a:r>
              <a:rPr lang="en-GB" dirty="0">
                <a:solidFill>
                  <a:srgbClr val="FFFF00"/>
                </a:solidFill>
              </a:rPr>
              <a:t>.  A lower capacity element may accommodate less light before it is saturated</a:t>
            </a:r>
          </a:p>
          <a:p>
            <a:pPr marL="180975" indent="-180975"/>
            <a:r>
              <a:rPr lang="en-GB" dirty="0">
                <a:solidFill>
                  <a:srgbClr val="FFFF00"/>
                </a:solidFill>
              </a:rPr>
              <a:t>… smaller sensors usually have lower capacities</a:t>
            </a:r>
          </a:p>
          <a:p>
            <a:pPr marL="180975" indent="-180975"/>
            <a:r>
              <a:rPr lang="en-GB" dirty="0">
                <a:solidFill>
                  <a:srgbClr val="FFFF00"/>
                </a:solidFill>
              </a:rPr>
              <a:t>… compact cameras, smaller sensors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395288" y="866775"/>
            <a:ext cx="8081962" cy="132343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dirty="0">
                <a:solidFill>
                  <a:srgbClr val="FFFF00"/>
                </a:solidFill>
              </a:rPr>
              <a:t>Camera sensors – each </a:t>
            </a:r>
            <a:r>
              <a:rPr lang="en-GB" i="1" dirty="0" err="1">
                <a:solidFill>
                  <a:srgbClr val="FFFF00"/>
                </a:solidFill>
              </a:rPr>
              <a:t>photosite</a:t>
            </a:r>
            <a:r>
              <a:rPr lang="en-GB" dirty="0">
                <a:solidFill>
                  <a:srgbClr val="FFFF00"/>
                </a:solidFill>
              </a:rPr>
              <a:t> accumulates charge in response to the incident light </a:t>
            </a:r>
          </a:p>
          <a:p>
            <a:pPr marL="180975" indent="-180975">
              <a:buFont typeface="Arial" pitchFamily="34" charset="0"/>
              <a:buChar char="•"/>
            </a:pPr>
            <a:r>
              <a:rPr lang="en-GB" dirty="0">
                <a:solidFill>
                  <a:srgbClr val="FFFF00"/>
                </a:solidFill>
              </a:rPr>
              <a:t>Figures below – accumulation of charge is like filling buckets with balls (or water ... whatever ...);  actually electrons </a:t>
            </a:r>
          </a:p>
          <a:p>
            <a:endParaRPr lang="en-GB" dirty="0"/>
          </a:p>
        </p:txBody>
      </p:sp>
      <p:sp>
        <p:nvSpPr>
          <p:cNvPr id="14" name="TextBox 13"/>
          <p:cNvSpPr txBox="1"/>
          <p:nvPr/>
        </p:nvSpPr>
        <p:spPr>
          <a:xfrm>
            <a:off x="6124574" y="2076450"/>
            <a:ext cx="2581275" cy="427809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180975" indent="-180975">
              <a:buFont typeface="Arial" pitchFamily="34" charset="0"/>
              <a:buChar char="•"/>
            </a:pPr>
            <a:r>
              <a:rPr lang="en-GB" dirty="0">
                <a:solidFill>
                  <a:srgbClr val="FFFF00"/>
                </a:solidFill>
              </a:rPr>
              <a:t>Contrast ratio is the ratio between  lowest level and highest level</a:t>
            </a:r>
          </a:p>
          <a:p>
            <a:pPr marL="180975" indent="-180975">
              <a:buFont typeface="Arial" pitchFamily="34" charset="0"/>
              <a:buChar char="•"/>
            </a:pPr>
            <a:endParaRPr lang="en-GB" dirty="0">
              <a:solidFill>
                <a:srgbClr val="FFFF00"/>
              </a:solidFill>
            </a:endParaRPr>
          </a:p>
          <a:p>
            <a:pPr marL="180975" indent="-180975">
              <a:buFont typeface="Arial" pitchFamily="34" charset="0"/>
              <a:buChar char="•"/>
            </a:pPr>
            <a:r>
              <a:rPr lang="en-GB" dirty="0">
                <a:solidFill>
                  <a:srgbClr val="FFFF00"/>
                </a:solidFill>
              </a:rPr>
              <a:t>lower ISO levels usually have bigger dynamic ranges, since there is less noise at low ISO black levels</a:t>
            </a:r>
          </a:p>
          <a:p>
            <a:pPr marL="180975" indent="-180975">
              <a:buFont typeface="Arial" pitchFamily="34" charset="0"/>
              <a:buChar char="•"/>
            </a:pPr>
            <a:endParaRPr lang="en-GB" dirty="0">
              <a:solidFill>
                <a:srgbClr val="FFFF00"/>
              </a:solidFill>
            </a:endParaRPr>
          </a:p>
          <a:p>
            <a:pPr marL="180975" indent="-180975">
              <a:buFont typeface="Arial" pitchFamily="34" charset="0"/>
              <a:buChar char="•"/>
            </a:pPr>
            <a:r>
              <a:rPr lang="en-GB" dirty="0">
                <a:solidFill>
                  <a:srgbClr val="FFFF00"/>
                </a:solidFill>
              </a:rPr>
              <a:t>Camera dynamic range usually measured in f-stops</a:t>
            </a:r>
          </a:p>
          <a:p>
            <a:pPr marL="180975" indent="-180975">
              <a:buFont typeface="Arial" pitchFamily="34" charset="0"/>
              <a:buChar char="•"/>
            </a:pPr>
            <a:endParaRPr lang="en-GB" dirty="0">
              <a:solidFill>
                <a:srgbClr val="FFFF00"/>
              </a:solidFill>
            </a:endParaRPr>
          </a:p>
          <a:p>
            <a:pPr marL="180975" indent="-180975">
              <a:buFont typeface="Arial" pitchFamily="34" charset="0"/>
              <a:buChar char="•"/>
            </a:pPr>
            <a:r>
              <a:rPr lang="en-GB" dirty="0">
                <a:solidFill>
                  <a:srgbClr val="FFFF00"/>
                </a:solidFill>
              </a:rPr>
              <a:t>e.g. contrast ratio of 1024 </a:t>
            </a:r>
            <a:r>
              <a:rPr lang="en-GB" dirty="0">
                <a:solidFill>
                  <a:srgbClr val="FFFF00"/>
                </a:solidFill>
                <a:latin typeface="Lucida Sans Unicode"/>
                <a:cs typeface="Lucida Sans Unicode"/>
              </a:rPr>
              <a:t>≡ 2</a:t>
            </a:r>
            <a:r>
              <a:rPr lang="en-GB" baseline="30000" dirty="0">
                <a:solidFill>
                  <a:srgbClr val="FFFF00"/>
                </a:solidFill>
                <a:latin typeface="Lucida Sans Unicode"/>
                <a:cs typeface="Lucida Sans Unicode"/>
              </a:rPr>
              <a:t>10</a:t>
            </a:r>
            <a:r>
              <a:rPr lang="en-GB" dirty="0">
                <a:solidFill>
                  <a:srgbClr val="FFFF00"/>
                </a:solidFill>
                <a:latin typeface="Lucida Sans Unicode"/>
                <a:cs typeface="Lucida Sans Unicode"/>
              </a:rPr>
              <a:t>, </a:t>
            </a:r>
          </a:p>
          <a:p>
            <a:pPr marL="180975" indent="-180975"/>
            <a:r>
              <a:rPr lang="en-GB" dirty="0">
                <a:solidFill>
                  <a:srgbClr val="FFFF00"/>
                </a:solidFill>
                <a:latin typeface="Lucida Sans Unicode"/>
                <a:cs typeface="Lucida Sans Unicode"/>
              </a:rPr>
              <a:t>	i.e. 10 stops</a:t>
            </a:r>
            <a:endParaRPr lang="en-GB" dirty="0">
              <a:solidFill>
                <a:srgbClr val="FFFF00"/>
              </a:solidFill>
            </a:endParaRPr>
          </a:p>
        </p:txBody>
      </p:sp>
      <p:sp>
        <p:nvSpPr>
          <p:cNvPr id="15" name="Right Brace 14"/>
          <p:cNvSpPr/>
          <p:nvPr/>
        </p:nvSpPr>
        <p:spPr bwMode="auto">
          <a:xfrm>
            <a:off x="4810126" y="3485614"/>
            <a:ext cx="371475" cy="2771776"/>
          </a:xfrm>
          <a:prstGeom prst="rightBrace">
            <a:avLst>
              <a:gd name="adj1" fmla="val 36538"/>
              <a:gd name="adj2" fmla="val 50000"/>
            </a:avLst>
          </a:prstGeom>
          <a:noFill/>
          <a:ln w="9525" cap="flat" cmpd="sng" algn="ctr">
            <a:solidFill>
              <a:srgbClr val="FFFF00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GB" sz="16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Lucida Sans Unicode" pitchFamily="34" charset="0"/>
            </a:endParaRPr>
          </a:p>
        </p:txBody>
      </p:sp>
      <p:cxnSp>
        <p:nvCxnSpPr>
          <p:cNvPr id="17" name="Straight Arrow Connector 16"/>
          <p:cNvCxnSpPr/>
          <p:nvPr/>
        </p:nvCxnSpPr>
        <p:spPr bwMode="auto">
          <a:xfrm flipH="1" flipV="1">
            <a:off x="4933954" y="2533652"/>
            <a:ext cx="1057271" cy="19048"/>
          </a:xfrm>
          <a:prstGeom prst="straightConnector1">
            <a:avLst/>
          </a:prstGeom>
          <a:solidFill>
            <a:schemeClr val="accent1"/>
          </a:solidFill>
          <a:ln w="9525" cap="flat" cmpd="sng" algn="ctr">
            <a:solidFill>
              <a:srgbClr val="FFFF00"/>
            </a:solidFill>
            <a:prstDash val="solid"/>
            <a:round/>
            <a:headEnd type="none" w="med" len="med"/>
            <a:tailEnd type="arrow"/>
          </a:ln>
          <a:effectLst/>
        </p:spPr>
      </p:cxnSp>
      <p:cxnSp>
        <p:nvCxnSpPr>
          <p:cNvPr id="18" name="Straight Arrow Connector 17"/>
          <p:cNvCxnSpPr/>
          <p:nvPr/>
        </p:nvCxnSpPr>
        <p:spPr bwMode="auto">
          <a:xfrm flipH="1">
            <a:off x="5233988" y="2667000"/>
            <a:ext cx="795339" cy="2204502"/>
          </a:xfrm>
          <a:prstGeom prst="straightConnector1">
            <a:avLst/>
          </a:prstGeom>
          <a:solidFill>
            <a:schemeClr val="accent1"/>
          </a:solidFill>
          <a:ln w="9525" cap="flat" cmpd="sng" algn="ctr">
            <a:solidFill>
              <a:srgbClr val="FFFF00"/>
            </a:solidFill>
            <a:prstDash val="solid"/>
            <a:round/>
            <a:headEnd type="none" w="med" len="med"/>
            <a:tailEnd type="arrow"/>
          </a:ln>
          <a:effectLst/>
        </p:spPr>
      </p:cxnSp>
    </p:spTree>
    <p:extLst>
      <p:ext uri="{BB962C8B-B14F-4D97-AF65-F5344CB8AC3E}">
        <p14:creationId xmlns:p14="http://schemas.microsoft.com/office/powerpoint/2010/main" val="4070362462"/>
      </p:ext>
    </p:extLst>
  </p:cSld>
  <p:clrMapOvr>
    <a:masterClrMapping/>
  </p:clrMapOvr>
</p:sld>
</file>

<file path=ppt/slides/slide6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Rectangle 9"/>
          <p:cNvSpPr>
            <a:spLocks noChangeArrowheads="1"/>
          </p:cNvSpPr>
          <p:nvPr/>
        </p:nvSpPr>
        <p:spPr bwMode="auto">
          <a:xfrm>
            <a:off x="-1" y="0"/>
            <a:ext cx="9144001" cy="6858000"/>
          </a:xfrm>
          <a:prstGeom prst="rect">
            <a:avLst/>
          </a:prstGeom>
          <a:solidFill>
            <a:srgbClr val="3E3E3E"/>
          </a:solidFill>
          <a:ln w="9525" algn="ctr">
            <a:solidFill>
              <a:schemeClr val="tx1"/>
            </a:solidFill>
            <a:round/>
            <a:headEnd/>
            <a:tailEnd/>
          </a:ln>
        </p:spPr>
        <p:txBody>
          <a:bodyPr/>
          <a:lstStyle/>
          <a:p>
            <a:r>
              <a:rPr lang="en-US" dirty="0">
                <a:solidFill>
                  <a:srgbClr val="FFFF00"/>
                </a:solidFill>
              </a:rPr>
              <a:t>(state</a:t>
            </a:r>
          </a:p>
        </p:txBody>
      </p:sp>
      <p:sp>
        <p:nvSpPr>
          <p:cNvPr id="2" name="TextBox 1"/>
          <p:cNvSpPr txBox="1">
            <a:spLocks noChangeArrowheads="1"/>
          </p:cNvSpPr>
          <p:nvPr/>
        </p:nvSpPr>
        <p:spPr bwMode="auto">
          <a:xfrm>
            <a:off x="395288" y="339725"/>
            <a:ext cx="8110537" cy="46166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square">
            <a:spAutoFit/>
          </a:bodyPr>
          <a:lstStyle/>
          <a:p>
            <a:r>
              <a:rPr lang="en-US" sz="2400" b="1" dirty="0">
                <a:solidFill>
                  <a:srgbClr val="FFFF00"/>
                </a:solidFill>
              </a:rPr>
              <a:t>Dynamic Range – Camera  Sensor, </a:t>
            </a:r>
            <a:r>
              <a:rPr lang="en-US" sz="2400" b="1" dirty="0" err="1">
                <a:solidFill>
                  <a:srgbClr val="FFFF00"/>
                </a:solidFill>
              </a:rPr>
              <a:t>Photosites</a:t>
            </a:r>
            <a:endParaRPr lang="en-GB" sz="2400" b="1" dirty="0">
              <a:solidFill>
                <a:srgbClr val="FFFF00"/>
              </a:solidFill>
            </a:endParaRPr>
          </a:p>
        </p:txBody>
      </p:sp>
      <p:sp>
        <p:nvSpPr>
          <p:cNvPr id="6" name="TextBox 5"/>
          <p:cNvSpPr txBox="1"/>
          <p:nvPr/>
        </p:nvSpPr>
        <p:spPr>
          <a:xfrm>
            <a:off x="1855393" y="1386185"/>
            <a:ext cx="4206601" cy="92333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GB" sz="1800" dirty="0">
                <a:solidFill>
                  <a:srgbClr val="FFFF00"/>
                </a:solidFill>
              </a:rPr>
              <a:t>Dynamic Range = </a:t>
            </a:r>
            <a:r>
              <a:rPr lang="en-GB" sz="1800" u="sng" dirty="0">
                <a:solidFill>
                  <a:srgbClr val="FFFF00"/>
                </a:solidFill>
              </a:rPr>
              <a:t>Full Well Capacity</a:t>
            </a:r>
            <a:endParaRPr lang="en-GB" sz="1800" dirty="0">
              <a:solidFill>
                <a:srgbClr val="FFFF00"/>
              </a:solidFill>
            </a:endParaRPr>
          </a:p>
          <a:p>
            <a:r>
              <a:rPr lang="en-GB" sz="1800" dirty="0">
                <a:solidFill>
                  <a:srgbClr val="FFFF00"/>
                </a:solidFill>
              </a:rPr>
              <a:t>		     Camera Noise</a:t>
            </a:r>
          </a:p>
          <a:p>
            <a:endParaRPr lang="en-GB" sz="1800" u="sng" dirty="0">
              <a:solidFill>
                <a:srgbClr val="FFFF00"/>
              </a:solidFill>
            </a:endParaRPr>
          </a:p>
        </p:txBody>
      </p:sp>
      <p:pic>
        <p:nvPicPr>
          <p:cNvPr id="7" name="Picture 5" descr="http://images.cambridgeincolour.com/tutorials/dr_photosites1.png"/>
          <p:cNvPicPr>
            <a:picLocks noChangeAspect="1" noChangeArrowheads="1"/>
          </p:cNvPicPr>
          <p:nvPr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395288" y="2209800"/>
            <a:ext cx="1114425" cy="828675"/>
          </a:xfrm>
          <a:prstGeom prst="rect">
            <a:avLst/>
          </a:prstGeom>
          <a:noFill/>
        </p:spPr>
      </p:pic>
      <p:pic>
        <p:nvPicPr>
          <p:cNvPr id="8" name="Picture 6" descr="http://images.cambridgeincolour.com/tutorials/dr_photosites2.png"/>
          <p:cNvPicPr>
            <a:picLocks noChangeAspect="1" noChangeArrowheads="1"/>
          </p:cNvPicPr>
          <p:nvPr/>
        </p:nvPicPr>
        <p:blipFill>
          <a:blip r:embed="rId3" cstate="print"/>
          <a:srcRect/>
          <a:stretch>
            <a:fillRect/>
          </a:stretch>
        </p:blipFill>
        <p:spPr bwMode="auto">
          <a:xfrm>
            <a:off x="395288" y="3429000"/>
            <a:ext cx="1114425" cy="828675"/>
          </a:xfrm>
          <a:prstGeom prst="rect">
            <a:avLst/>
          </a:prstGeom>
          <a:noFill/>
        </p:spPr>
      </p:pic>
      <p:pic>
        <p:nvPicPr>
          <p:cNvPr id="9" name="Picture 7" descr="http://images.cambridgeincolour.com/tutorials/dr_photosites3.png"/>
          <p:cNvPicPr>
            <a:picLocks noChangeAspect="1" noChangeArrowheads="1"/>
          </p:cNvPicPr>
          <p:nvPr/>
        </p:nvPicPr>
        <p:blipFill>
          <a:blip r:embed="rId4" cstate="print"/>
          <a:srcRect/>
          <a:stretch>
            <a:fillRect/>
          </a:stretch>
        </p:blipFill>
        <p:spPr bwMode="auto">
          <a:xfrm>
            <a:off x="395288" y="4752975"/>
            <a:ext cx="752475" cy="828675"/>
          </a:xfrm>
          <a:prstGeom prst="rect">
            <a:avLst/>
          </a:prstGeom>
          <a:noFill/>
        </p:spPr>
      </p:pic>
      <p:sp>
        <p:nvSpPr>
          <p:cNvPr id="11" name="TextBox 10"/>
          <p:cNvSpPr txBox="1"/>
          <p:nvPr/>
        </p:nvSpPr>
        <p:spPr>
          <a:xfrm>
            <a:off x="1855393" y="2332217"/>
            <a:ext cx="6942926" cy="1477328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GB" sz="1800" dirty="0">
                <a:solidFill>
                  <a:srgbClr val="FFFF00"/>
                </a:solidFill>
              </a:rPr>
              <a:t>= 20 log</a:t>
            </a:r>
            <a:r>
              <a:rPr lang="en-GB" sz="1050" dirty="0">
                <a:solidFill>
                  <a:srgbClr val="FFFF00"/>
                </a:solidFill>
              </a:rPr>
              <a:t>10</a:t>
            </a:r>
            <a:r>
              <a:rPr lang="en-GB" sz="1800" dirty="0">
                <a:solidFill>
                  <a:srgbClr val="FFFF00"/>
                </a:solidFill>
              </a:rPr>
              <a:t> </a:t>
            </a:r>
            <a:r>
              <a:rPr lang="en-GB" sz="1800" u="sng" dirty="0">
                <a:solidFill>
                  <a:srgbClr val="FFFF00"/>
                </a:solidFill>
              </a:rPr>
              <a:t>Full Well Capacity (stated as number of electrons)</a:t>
            </a:r>
            <a:endParaRPr lang="en-GB" sz="1800" dirty="0">
              <a:solidFill>
                <a:srgbClr val="FFFF00"/>
              </a:solidFill>
            </a:endParaRPr>
          </a:p>
          <a:p>
            <a:r>
              <a:rPr lang="en-GB" sz="1800" dirty="0">
                <a:solidFill>
                  <a:srgbClr val="FFFF00"/>
                </a:solidFill>
              </a:rPr>
              <a:t>                   Camera Noise (stated as number of electrons)</a:t>
            </a:r>
          </a:p>
          <a:p>
            <a:endParaRPr lang="en-GB" sz="1800" dirty="0">
              <a:solidFill>
                <a:srgbClr val="FFFF00"/>
              </a:solidFill>
            </a:endParaRPr>
          </a:p>
          <a:p>
            <a:r>
              <a:rPr lang="en-GB" sz="1800" dirty="0">
                <a:solidFill>
                  <a:srgbClr val="FFFF00"/>
                </a:solidFill>
              </a:rPr>
              <a:t>                                                 … … stated in decibels (dB)</a:t>
            </a:r>
          </a:p>
          <a:p>
            <a:endParaRPr lang="en-GB" sz="1800" u="sng" dirty="0">
              <a:solidFill>
                <a:srgbClr val="FFFF00"/>
              </a:solidFill>
            </a:endParaRPr>
          </a:p>
        </p:txBody>
      </p:sp>
      <p:sp>
        <p:nvSpPr>
          <p:cNvPr id="12" name="TextBox 11"/>
          <p:cNvSpPr txBox="1"/>
          <p:nvPr/>
        </p:nvSpPr>
        <p:spPr>
          <a:xfrm>
            <a:off x="1905002" y="3876268"/>
            <a:ext cx="6013185" cy="2062103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GB" dirty="0">
                <a:solidFill>
                  <a:srgbClr val="FFFF00"/>
                </a:solidFill>
              </a:rPr>
              <a:t>Dynamic range improves if the full-well capacity is higher </a:t>
            </a:r>
          </a:p>
          <a:p>
            <a:r>
              <a:rPr lang="en-GB" dirty="0">
                <a:solidFill>
                  <a:srgbClr val="FFFF00"/>
                </a:solidFill>
              </a:rPr>
              <a:t>        … and the camera noise is lower</a:t>
            </a:r>
          </a:p>
          <a:p>
            <a:endParaRPr lang="en-GB" dirty="0">
              <a:solidFill>
                <a:srgbClr val="FFFF00"/>
              </a:solidFill>
            </a:endParaRPr>
          </a:p>
          <a:p>
            <a:r>
              <a:rPr lang="en-GB" dirty="0">
                <a:solidFill>
                  <a:srgbClr val="FFFF00"/>
                </a:solidFill>
              </a:rPr>
              <a:t>Parameters that affect the dynamic range: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GB" dirty="0">
                <a:solidFill>
                  <a:srgbClr val="FFFF00"/>
                </a:solidFill>
              </a:rPr>
              <a:t>Pixel size (Full-well capacity)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GB" dirty="0">
                <a:solidFill>
                  <a:srgbClr val="FFFF00"/>
                </a:solidFill>
              </a:rPr>
              <a:t>Temperature (Dark noise)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GB" dirty="0">
                <a:solidFill>
                  <a:srgbClr val="FFFF00"/>
                </a:solidFill>
              </a:rPr>
              <a:t>Readout rate (Readout noise)</a:t>
            </a:r>
          </a:p>
          <a:p>
            <a:endParaRPr lang="en-GB" dirty="0">
              <a:solidFill>
                <a:srgbClr val="FFFF0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4089288176"/>
      </p:ext>
    </p:extLst>
  </p:cSld>
  <p:clrMapOvr>
    <a:masterClrMapping/>
  </p:clrMapOvr>
</p:sld>
</file>

<file path=ppt/slides/slide6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00" name="Text Box 46"/>
          <p:cNvSpPr txBox="1">
            <a:spLocks noChangeArrowheads="1"/>
          </p:cNvSpPr>
          <p:nvPr/>
        </p:nvSpPr>
        <p:spPr bwMode="auto">
          <a:xfrm>
            <a:off x="430213" y="365125"/>
            <a:ext cx="2506662" cy="457200"/>
          </a:xfrm>
          <a:prstGeom prst="rect">
            <a:avLst/>
          </a:prstGeom>
          <a:noFill/>
          <a:ln w="9525" algn="ctr">
            <a:noFill/>
            <a:miter lim="800000"/>
            <a:headEnd/>
            <a:tailEnd/>
          </a:ln>
        </p:spPr>
        <p:txBody>
          <a:bodyPr wrap="none">
            <a:spAutoFit/>
          </a:bodyPr>
          <a:lstStyle/>
          <a:p>
            <a:r>
              <a:rPr lang="en-GB" sz="2400" b="1" dirty="0"/>
              <a:t>Noise Factor, F</a:t>
            </a:r>
            <a:r>
              <a:rPr lang="en-GB" sz="2400" b="1" baseline="-25000" dirty="0"/>
              <a:t>n</a:t>
            </a:r>
            <a:endParaRPr lang="en-US" sz="3600" b="1" dirty="0"/>
          </a:p>
        </p:txBody>
      </p:sp>
      <p:sp>
        <p:nvSpPr>
          <p:cNvPr id="4101" name="Text Box 48"/>
          <p:cNvSpPr txBox="1">
            <a:spLocks noChangeArrowheads="1"/>
          </p:cNvSpPr>
          <p:nvPr/>
        </p:nvSpPr>
        <p:spPr bwMode="auto">
          <a:xfrm>
            <a:off x="468313" y="2208213"/>
            <a:ext cx="5089525" cy="4153060"/>
          </a:xfrm>
          <a:prstGeom prst="rect">
            <a:avLst/>
          </a:prstGeom>
          <a:noFill/>
          <a:ln w="9525" algn="ctr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pPr marL="176213" indent="-176213">
              <a:lnSpc>
                <a:spcPts val="2400"/>
              </a:lnSpc>
            </a:pPr>
            <a:r>
              <a:rPr lang="en-US" sz="1600" b="0" dirty="0"/>
              <a:t>The noise factor of a system </a:t>
            </a:r>
            <a:r>
              <a:rPr lang="en-US" sz="1600" b="0"/>
              <a:t>is </a:t>
            </a:r>
          </a:p>
          <a:p>
            <a:pPr marL="176213" indent="-176213">
              <a:lnSpc>
                <a:spcPts val="2400"/>
              </a:lnSpc>
            </a:pPr>
            <a:r>
              <a:rPr lang="en-US"/>
              <a:t>	</a:t>
            </a:r>
            <a:r>
              <a:rPr lang="en-US" sz="1600" b="0"/>
              <a:t>the </a:t>
            </a:r>
            <a:r>
              <a:rPr lang="en-US" sz="1600" b="0" dirty="0"/>
              <a:t>ratio of output noise power (</a:t>
            </a:r>
            <a:r>
              <a:rPr lang="en-US" sz="1600" b="0" dirty="0" err="1"/>
              <a:t>P</a:t>
            </a:r>
            <a:r>
              <a:rPr lang="en-US" sz="1600" b="0" baseline="-25000" dirty="0" err="1"/>
              <a:t>no</a:t>
            </a:r>
            <a:r>
              <a:rPr lang="en-US" sz="1600" b="0"/>
              <a:t>) </a:t>
            </a:r>
          </a:p>
          <a:p>
            <a:pPr marL="176213" indent="-176213">
              <a:lnSpc>
                <a:spcPts val="2400"/>
              </a:lnSpc>
            </a:pPr>
            <a:r>
              <a:rPr lang="en-US"/>
              <a:t>	</a:t>
            </a:r>
            <a:r>
              <a:rPr lang="en-US" sz="1600" b="0"/>
              <a:t>to </a:t>
            </a:r>
            <a:r>
              <a:rPr lang="en-US" sz="1600" b="0" dirty="0"/>
              <a:t>input noise power (</a:t>
            </a:r>
            <a:r>
              <a:rPr lang="en-US" sz="1600" b="0" dirty="0" err="1"/>
              <a:t>P</a:t>
            </a:r>
            <a:r>
              <a:rPr lang="en-US" sz="1600" b="0" baseline="-25000" dirty="0" err="1"/>
              <a:t>ni</a:t>
            </a:r>
            <a:r>
              <a:rPr lang="en-US" sz="1600" b="0" dirty="0"/>
              <a:t>): </a:t>
            </a:r>
          </a:p>
          <a:p>
            <a:pPr marL="176213" indent="-176213"/>
            <a:endParaRPr lang="en-GB" sz="1600" b="0" dirty="0"/>
          </a:p>
          <a:p>
            <a:pPr marL="176213" indent="-176213"/>
            <a:endParaRPr lang="en-GB" sz="1600" b="0" dirty="0"/>
          </a:p>
          <a:p>
            <a:pPr marL="176213" indent="-176213"/>
            <a:endParaRPr lang="en-GB" sz="1600" b="0" dirty="0"/>
          </a:p>
          <a:p>
            <a:pPr marL="176213" indent="-176213"/>
            <a:endParaRPr lang="en-GB" sz="1600" b="0" dirty="0"/>
          </a:p>
          <a:p>
            <a:pPr marL="176213" indent="-176213"/>
            <a:endParaRPr lang="en-GB" sz="1600" b="0" dirty="0"/>
          </a:p>
          <a:p>
            <a:pPr marL="176213" indent="-176213"/>
            <a:r>
              <a:rPr lang="en-GB" sz="1600" b="0" dirty="0"/>
              <a:t>Ideally </a:t>
            </a:r>
            <a:r>
              <a:rPr lang="en-GB" sz="1600" b="0" dirty="0" err="1"/>
              <a:t>F</a:t>
            </a:r>
            <a:r>
              <a:rPr lang="en-GB" sz="1600" b="0" baseline="-25000" dirty="0" err="1"/>
              <a:t>n</a:t>
            </a:r>
            <a:r>
              <a:rPr lang="en-GB" sz="1600" b="0" dirty="0"/>
              <a:t> = 1 </a:t>
            </a:r>
          </a:p>
          <a:p>
            <a:pPr marL="176213" indent="-176213"/>
            <a:r>
              <a:rPr lang="en-GB" sz="1600" b="0" dirty="0"/>
              <a:t>	</a:t>
            </a:r>
            <a:r>
              <a:rPr lang="en-GB" sz="1100" b="0" dirty="0"/>
              <a:t>(because noise out would = noise in)</a:t>
            </a:r>
            <a:r>
              <a:rPr lang="en-GB" sz="1050" b="0" dirty="0"/>
              <a:t> </a:t>
            </a:r>
            <a:endParaRPr lang="en-GB" sz="1600" b="0" dirty="0"/>
          </a:p>
          <a:p>
            <a:pPr marL="176213" indent="-176213"/>
            <a:endParaRPr lang="en-GB" sz="1600" b="0" dirty="0"/>
          </a:p>
          <a:p>
            <a:pPr marL="176213" indent="-176213">
              <a:lnSpc>
                <a:spcPts val="2300"/>
              </a:lnSpc>
              <a:buFontTx/>
              <a:buChar char="•"/>
            </a:pPr>
            <a:r>
              <a:rPr lang="en-GB" sz="1600" b="0" dirty="0"/>
              <a:t>Noise sources are subject to temperature (thermal </a:t>
            </a:r>
            <a:r>
              <a:rPr lang="en-GB" sz="1600" b="0"/>
              <a:t>noise)</a:t>
            </a:r>
          </a:p>
          <a:p>
            <a:pPr>
              <a:lnSpc>
                <a:spcPts val="2300"/>
              </a:lnSpc>
            </a:pPr>
            <a:r>
              <a:rPr lang="en-GB" sz="1600" b="0">
                <a:ea typeface="Lucida Sans Unicode" pitchFamily="34" charset="0"/>
                <a:cs typeface="Lucida Sans Unicode" pitchFamily="34" charset="0"/>
              </a:rPr>
              <a:t>   ∴ </a:t>
            </a:r>
            <a:r>
              <a:rPr lang="en-GB" sz="1600" b="0" dirty="0"/>
              <a:t>needs to be measured at a </a:t>
            </a:r>
            <a:r>
              <a:rPr lang="en-GB" sz="1600" b="0"/>
              <a:t>standard 	temperature </a:t>
            </a:r>
            <a:r>
              <a:rPr lang="en-GB" sz="1600" b="0" dirty="0"/>
              <a:t>= T</a:t>
            </a:r>
            <a:r>
              <a:rPr lang="en-GB" sz="1600" b="0" baseline="-25000" dirty="0"/>
              <a:t>0</a:t>
            </a:r>
            <a:r>
              <a:rPr lang="en-GB" sz="1600" b="0" dirty="0"/>
              <a:t> = 20</a:t>
            </a:r>
            <a:r>
              <a:rPr lang="en-US" sz="1600" b="0" dirty="0">
                <a:ea typeface="Lucida Sans Unicode" pitchFamily="34" charset="0"/>
                <a:cs typeface="Lucida Sans Unicode" pitchFamily="34" charset="0"/>
              </a:rPr>
              <a:t>ºC;  = 293K</a:t>
            </a:r>
            <a:endParaRPr lang="en-US" sz="1600" b="0" dirty="0"/>
          </a:p>
        </p:txBody>
      </p:sp>
      <p:sp>
        <p:nvSpPr>
          <p:cNvPr id="4102" name="Rectangle 61"/>
          <p:cNvSpPr>
            <a:spLocks noChangeArrowheads="1"/>
          </p:cNvSpPr>
          <p:nvPr/>
        </p:nvSpPr>
        <p:spPr bwMode="auto">
          <a:xfrm>
            <a:off x="5805488" y="1266825"/>
            <a:ext cx="3338512" cy="4273550"/>
          </a:xfrm>
          <a:prstGeom prst="rect">
            <a:avLst/>
          </a:prstGeom>
          <a:solidFill>
            <a:srgbClr val="FFFFCC"/>
          </a:solidFill>
          <a:ln w="9525" algn="ctr">
            <a:noFill/>
            <a:miter lim="800000"/>
            <a:headEnd/>
            <a:tailEnd/>
          </a:ln>
        </p:spPr>
        <p:txBody>
          <a:bodyPr wrap="none" anchor="ctr"/>
          <a:lstStyle/>
          <a:p>
            <a:endParaRPr lang="en-US"/>
          </a:p>
        </p:txBody>
      </p:sp>
      <p:sp>
        <p:nvSpPr>
          <p:cNvPr id="4103" name="AutoShape 54"/>
          <p:cNvSpPr>
            <a:spLocks noChangeArrowheads="1"/>
          </p:cNvSpPr>
          <p:nvPr/>
        </p:nvSpPr>
        <p:spPr bwMode="auto">
          <a:xfrm rot="5400000">
            <a:off x="6796881" y="1920082"/>
            <a:ext cx="1298575" cy="1376362"/>
          </a:xfrm>
          <a:prstGeom prst="triangle">
            <a:avLst>
              <a:gd name="adj" fmla="val 50000"/>
            </a:avLst>
          </a:prstGeom>
          <a:solidFill>
            <a:srgbClr val="FFCC66"/>
          </a:solidFill>
          <a:ln w="9525" algn="ctr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/>
          <a:p>
            <a:endParaRPr lang="en-US" sz="1600"/>
          </a:p>
        </p:txBody>
      </p:sp>
      <p:sp>
        <p:nvSpPr>
          <p:cNvPr id="4104" name="Line 55"/>
          <p:cNvSpPr>
            <a:spLocks noChangeShapeType="1"/>
          </p:cNvSpPr>
          <p:nvPr/>
        </p:nvSpPr>
        <p:spPr bwMode="auto">
          <a:xfrm>
            <a:off x="6200775" y="2613025"/>
            <a:ext cx="727075" cy="0"/>
          </a:xfrm>
          <a:prstGeom prst="line">
            <a:avLst/>
          </a:prstGeom>
          <a:noFill/>
          <a:ln w="76200">
            <a:solidFill>
              <a:srgbClr val="800000"/>
            </a:solidFill>
            <a:round/>
            <a:headEnd/>
            <a:tailEnd type="triangle" w="med" len="med"/>
          </a:ln>
        </p:spPr>
        <p:txBody>
          <a:bodyPr/>
          <a:lstStyle/>
          <a:p>
            <a:endParaRPr lang="en-GB" sz="1600"/>
          </a:p>
        </p:txBody>
      </p:sp>
      <p:sp>
        <p:nvSpPr>
          <p:cNvPr id="4105" name="Rectangle 57"/>
          <p:cNvSpPr>
            <a:spLocks noChangeArrowheads="1"/>
          </p:cNvSpPr>
          <p:nvPr/>
        </p:nvSpPr>
        <p:spPr bwMode="auto">
          <a:xfrm>
            <a:off x="6992938" y="2305050"/>
            <a:ext cx="476412" cy="461665"/>
          </a:xfrm>
          <a:prstGeom prst="rect">
            <a:avLst/>
          </a:prstGeom>
          <a:noFill/>
          <a:ln w="9525" algn="ctr">
            <a:noFill/>
            <a:miter lim="800000"/>
            <a:headEnd/>
            <a:tailEnd/>
          </a:ln>
        </p:spPr>
        <p:txBody>
          <a:bodyPr wrap="none">
            <a:spAutoFit/>
          </a:bodyPr>
          <a:lstStyle/>
          <a:p>
            <a:r>
              <a:rPr lang="en-GB" sz="2400"/>
              <a:t>F</a:t>
            </a:r>
            <a:r>
              <a:rPr lang="en-GB" sz="2400" baseline="-25000"/>
              <a:t>n</a:t>
            </a:r>
            <a:endParaRPr lang="en-US" sz="2400" baseline="-25000"/>
          </a:p>
        </p:txBody>
      </p:sp>
      <p:graphicFrame>
        <p:nvGraphicFramePr>
          <p:cNvPr id="4099" name="Object 58"/>
          <p:cNvGraphicFramePr>
            <a:graphicFrameLocks noChangeAspect="1"/>
          </p:cNvGraphicFramePr>
          <p:nvPr/>
        </p:nvGraphicFramePr>
        <p:xfrm>
          <a:off x="7000875" y="3592513"/>
          <a:ext cx="925513" cy="703262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9218" name="Equation" r:id="rId3" imgW="583947" imgH="444307" progId="Equation.3">
                  <p:embed/>
                </p:oleObj>
              </mc:Choice>
              <mc:Fallback>
                <p:oleObj name="Equation" r:id="rId3" imgW="583947" imgH="444307" progId="Equation.3">
                  <p:embed/>
                  <p:pic>
                    <p:nvPicPr>
                      <p:cNvPr id="4099" name="Object 58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7000875" y="3592513"/>
                        <a:ext cx="925513" cy="703262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4106" name="Line 60"/>
          <p:cNvSpPr>
            <a:spLocks noChangeShapeType="1"/>
          </p:cNvSpPr>
          <p:nvPr/>
        </p:nvSpPr>
        <p:spPr bwMode="auto">
          <a:xfrm>
            <a:off x="7974013" y="2613025"/>
            <a:ext cx="727075" cy="0"/>
          </a:xfrm>
          <a:prstGeom prst="line">
            <a:avLst/>
          </a:prstGeom>
          <a:noFill/>
          <a:ln w="76200">
            <a:solidFill>
              <a:srgbClr val="800000"/>
            </a:solidFill>
            <a:round/>
            <a:headEnd/>
            <a:tailEnd type="triangle" w="med" len="med"/>
          </a:ln>
        </p:spPr>
        <p:txBody>
          <a:bodyPr/>
          <a:lstStyle/>
          <a:p>
            <a:endParaRPr lang="en-GB" sz="1600"/>
          </a:p>
        </p:txBody>
      </p:sp>
      <p:sp>
        <p:nvSpPr>
          <p:cNvPr id="4107" name="Rectangle 65"/>
          <p:cNvSpPr>
            <a:spLocks noChangeArrowheads="1"/>
          </p:cNvSpPr>
          <p:nvPr/>
        </p:nvSpPr>
        <p:spPr bwMode="auto">
          <a:xfrm>
            <a:off x="468313" y="914400"/>
            <a:ext cx="5311775" cy="670055"/>
          </a:xfrm>
          <a:prstGeom prst="rect">
            <a:avLst/>
          </a:prstGeom>
          <a:noFill/>
          <a:ln w="9525" algn="ctr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pPr>
              <a:lnSpc>
                <a:spcPts val="2300"/>
              </a:lnSpc>
            </a:pPr>
            <a:r>
              <a:rPr lang="en-US" sz="1600" b="0"/>
              <a:t>specifies </a:t>
            </a:r>
            <a:r>
              <a:rPr lang="en-US" sz="1600" b="0" dirty="0"/>
              <a:t>how much </a:t>
            </a:r>
            <a:r>
              <a:rPr lang="en-US" sz="1600" b="0" i="1" dirty="0"/>
              <a:t>additional noise </a:t>
            </a:r>
            <a:r>
              <a:rPr lang="en-US" sz="1600" b="0" dirty="0"/>
              <a:t>the device will </a:t>
            </a:r>
            <a:r>
              <a:rPr lang="en-US" sz="1600" b="0" i="1" dirty="0"/>
              <a:t>contribute </a:t>
            </a:r>
            <a:r>
              <a:rPr lang="en-US" sz="1600" b="0" dirty="0"/>
              <a:t>to the noise already from the source.</a:t>
            </a:r>
          </a:p>
        </p:txBody>
      </p:sp>
      <p:grpSp>
        <p:nvGrpSpPr>
          <p:cNvPr id="3" name="Group 70"/>
          <p:cNvGrpSpPr>
            <a:grpSpLocks/>
          </p:cNvGrpSpPr>
          <p:nvPr/>
        </p:nvGrpSpPr>
        <p:grpSpPr bwMode="auto">
          <a:xfrm>
            <a:off x="6013450" y="2824163"/>
            <a:ext cx="612775" cy="209550"/>
            <a:chOff x="3404" y="1080"/>
            <a:chExt cx="1755" cy="819"/>
          </a:xfrm>
        </p:grpSpPr>
        <p:grpSp>
          <p:nvGrpSpPr>
            <p:cNvPr id="4" name="Group 71"/>
            <p:cNvGrpSpPr>
              <a:grpSpLocks/>
            </p:cNvGrpSpPr>
            <p:nvPr/>
          </p:nvGrpSpPr>
          <p:grpSpPr bwMode="auto">
            <a:xfrm>
              <a:off x="3404" y="1080"/>
              <a:ext cx="590" cy="801"/>
              <a:chOff x="3462" y="1100"/>
              <a:chExt cx="1549" cy="801"/>
            </a:xfrm>
          </p:grpSpPr>
          <p:sp>
            <p:nvSpPr>
              <p:cNvPr id="4141" name="Freeform 72"/>
              <p:cNvSpPr>
                <a:spLocks/>
              </p:cNvSpPr>
              <p:nvPr/>
            </p:nvSpPr>
            <p:spPr bwMode="auto">
              <a:xfrm>
                <a:off x="3462" y="1126"/>
                <a:ext cx="313" cy="756"/>
              </a:xfrm>
              <a:custGeom>
                <a:avLst/>
                <a:gdLst>
                  <a:gd name="T0" fmla="*/ 0 w 717"/>
                  <a:gd name="T1" fmla="*/ 756 h 756"/>
                  <a:gd name="T2" fmla="*/ 4 w 717"/>
                  <a:gd name="T3" fmla="*/ 167 h 756"/>
                  <a:gd name="T4" fmla="*/ 5 w 717"/>
                  <a:gd name="T5" fmla="*/ 384 h 756"/>
                  <a:gd name="T6" fmla="*/ 7 w 717"/>
                  <a:gd name="T7" fmla="*/ 103 h 756"/>
                  <a:gd name="T8" fmla="*/ 10 w 717"/>
                  <a:gd name="T9" fmla="*/ 519 h 756"/>
                  <a:gd name="T10" fmla="*/ 11 w 717"/>
                  <a:gd name="T11" fmla="*/ 487 h 756"/>
                  <a:gd name="T12" fmla="*/ 11 w 717"/>
                  <a:gd name="T13" fmla="*/ 359 h 756"/>
                  <a:gd name="T14" fmla="*/ 14 w 717"/>
                  <a:gd name="T15" fmla="*/ 71 h 756"/>
                  <a:gd name="T16" fmla="*/ 16 w 717"/>
                  <a:gd name="T17" fmla="*/ 244 h 756"/>
                  <a:gd name="T18" fmla="*/ 17 w 717"/>
                  <a:gd name="T19" fmla="*/ 96 h 756"/>
                  <a:gd name="T20" fmla="*/ 18 w 717"/>
                  <a:gd name="T21" fmla="*/ 615 h 756"/>
                  <a:gd name="T22" fmla="*/ 21 w 717"/>
                  <a:gd name="T23" fmla="*/ 397 h 756"/>
                  <a:gd name="T24" fmla="*/ 24 w 717"/>
                  <a:gd name="T25" fmla="*/ 519 h 756"/>
                  <a:gd name="T26" fmla="*/ 25 w 717"/>
                  <a:gd name="T27" fmla="*/ 308 h 756"/>
                  <a:gd name="T28" fmla="*/ 28 w 717"/>
                  <a:gd name="T29" fmla="*/ 442 h 756"/>
                  <a:gd name="T30" fmla="*/ 29 w 717"/>
                  <a:gd name="T31" fmla="*/ 352 h 756"/>
                  <a:gd name="T32" fmla="*/ 30 w 717"/>
                  <a:gd name="T33" fmla="*/ 384 h 756"/>
                  <a:gd name="T34" fmla="*/ 31 w 717"/>
                  <a:gd name="T35" fmla="*/ 135 h 756"/>
                  <a:gd name="T36" fmla="*/ 33 w 717"/>
                  <a:gd name="T37" fmla="*/ 301 h 756"/>
                  <a:gd name="T38" fmla="*/ 32 w 717"/>
                  <a:gd name="T39" fmla="*/ 519 h 756"/>
                  <a:gd name="T40" fmla="*/ 34 w 717"/>
                  <a:gd name="T41" fmla="*/ 679 h 756"/>
                  <a:gd name="T42" fmla="*/ 36 w 717"/>
                  <a:gd name="T43" fmla="*/ 628 h 756"/>
                  <a:gd name="T44" fmla="*/ 37 w 717"/>
                  <a:gd name="T45" fmla="*/ 480 h 756"/>
                  <a:gd name="T46" fmla="*/ 38 w 717"/>
                  <a:gd name="T47" fmla="*/ 391 h 756"/>
                  <a:gd name="T48" fmla="*/ 36 w 717"/>
                  <a:gd name="T49" fmla="*/ 506 h 756"/>
                  <a:gd name="T50" fmla="*/ 38 w 717"/>
                  <a:gd name="T51" fmla="*/ 352 h 756"/>
                  <a:gd name="T52" fmla="*/ 39 w 717"/>
                  <a:gd name="T53" fmla="*/ 455 h 756"/>
                  <a:gd name="T54" fmla="*/ 41 w 717"/>
                  <a:gd name="T55" fmla="*/ 519 h 756"/>
                  <a:gd name="T56" fmla="*/ 43 w 717"/>
                  <a:gd name="T57" fmla="*/ 410 h 756"/>
                  <a:gd name="T58" fmla="*/ 44 w 717"/>
                  <a:gd name="T59" fmla="*/ 186 h 756"/>
                  <a:gd name="T60" fmla="*/ 45 w 717"/>
                  <a:gd name="T61" fmla="*/ 231 h 756"/>
                  <a:gd name="T62" fmla="*/ 48 w 717"/>
                  <a:gd name="T63" fmla="*/ 148 h 756"/>
                  <a:gd name="T64" fmla="*/ 48 w 717"/>
                  <a:gd name="T65" fmla="*/ 301 h 756"/>
                  <a:gd name="T66" fmla="*/ 48 w 717"/>
                  <a:gd name="T67" fmla="*/ 730 h 756"/>
                  <a:gd name="T68" fmla="*/ 54 w 717"/>
                  <a:gd name="T69" fmla="*/ 0 h 756"/>
                  <a:gd name="T70" fmla="*/ 54 w 717"/>
                  <a:gd name="T71" fmla="*/ 250 h 756"/>
                  <a:gd name="T72" fmla="*/ 55 w 717"/>
                  <a:gd name="T73" fmla="*/ 333 h 756"/>
                  <a:gd name="T74" fmla="*/ 57 w 717"/>
                  <a:gd name="T75" fmla="*/ 192 h 756"/>
                  <a:gd name="T76" fmla="*/ 59 w 717"/>
                  <a:gd name="T77" fmla="*/ 340 h 756"/>
                  <a:gd name="T78" fmla="*/ 58 w 717"/>
                  <a:gd name="T79" fmla="*/ 429 h 756"/>
                  <a:gd name="T80" fmla="*/ 60 w 717"/>
                  <a:gd name="T81" fmla="*/ 461 h 756"/>
                  <a:gd name="T82" fmla="*/ 0 60000 65536"/>
                  <a:gd name="T83" fmla="*/ 0 60000 65536"/>
                  <a:gd name="T84" fmla="*/ 0 60000 65536"/>
                  <a:gd name="T85" fmla="*/ 0 60000 65536"/>
                  <a:gd name="T86" fmla="*/ 0 60000 65536"/>
                  <a:gd name="T87" fmla="*/ 0 60000 65536"/>
                  <a:gd name="T88" fmla="*/ 0 60000 65536"/>
                  <a:gd name="T89" fmla="*/ 0 60000 65536"/>
                  <a:gd name="T90" fmla="*/ 0 60000 65536"/>
                  <a:gd name="T91" fmla="*/ 0 60000 65536"/>
                  <a:gd name="T92" fmla="*/ 0 60000 65536"/>
                  <a:gd name="T93" fmla="*/ 0 60000 65536"/>
                  <a:gd name="T94" fmla="*/ 0 60000 65536"/>
                  <a:gd name="T95" fmla="*/ 0 60000 65536"/>
                  <a:gd name="T96" fmla="*/ 0 60000 65536"/>
                  <a:gd name="T97" fmla="*/ 0 60000 65536"/>
                  <a:gd name="T98" fmla="*/ 0 60000 65536"/>
                  <a:gd name="T99" fmla="*/ 0 60000 65536"/>
                  <a:gd name="T100" fmla="*/ 0 60000 65536"/>
                  <a:gd name="T101" fmla="*/ 0 60000 65536"/>
                  <a:gd name="T102" fmla="*/ 0 60000 65536"/>
                  <a:gd name="T103" fmla="*/ 0 60000 65536"/>
                  <a:gd name="T104" fmla="*/ 0 60000 65536"/>
                  <a:gd name="T105" fmla="*/ 0 60000 65536"/>
                  <a:gd name="T106" fmla="*/ 0 60000 65536"/>
                  <a:gd name="T107" fmla="*/ 0 60000 65536"/>
                  <a:gd name="T108" fmla="*/ 0 60000 65536"/>
                  <a:gd name="T109" fmla="*/ 0 60000 65536"/>
                  <a:gd name="T110" fmla="*/ 0 60000 65536"/>
                  <a:gd name="T111" fmla="*/ 0 60000 65536"/>
                  <a:gd name="T112" fmla="*/ 0 60000 65536"/>
                  <a:gd name="T113" fmla="*/ 0 60000 65536"/>
                  <a:gd name="T114" fmla="*/ 0 60000 65536"/>
                  <a:gd name="T115" fmla="*/ 0 60000 65536"/>
                  <a:gd name="T116" fmla="*/ 0 60000 65536"/>
                  <a:gd name="T117" fmla="*/ 0 60000 65536"/>
                  <a:gd name="T118" fmla="*/ 0 60000 65536"/>
                  <a:gd name="T119" fmla="*/ 0 60000 65536"/>
                  <a:gd name="T120" fmla="*/ 0 60000 65536"/>
                  <a:gd name="T121" fmla="*/ 0 60000 65536"/>
                  <a:gd name="T122" fmla="*/ 0 60000 65536"/>
                  <a:gd name="T123" fmla="*/ 0 w 717"/>
                  <a:gd name="T124" fmla="*/ 0 h 756"/>
                  <a:gd name="T125" fmla="*/ 717 w 717"/>
                  <a:gd name="T126" fmla="*/ 756 h 756"/>
                </a:gdLst>
                <a:ahLst/>
                <a:cxnLst>
                  <a:cxn ang="T82">
                    <a:pos x="T0" y="T1"/>
                  </a:cxn>
                  <a:cxn ang="T83">
                    <a:pos x="T2" y="T3"/>
                  </a:cxn>
                  <a:cxn ang="T84">
                    <a:pos x="T4" y="T5"/>
                  </a:cxn>
                  <a:cxn ang="T85">
                    <a:pos x="T6" y="T7"/>
                  </a:cxn>
                  <a:cxn ang="T86">
                    <a:pos x="T8" y="T9"/>
                  </a:cxn>
                  <a:cxn ang="T87">
                    <a:pos x="T10" y="T11"/>
                  </a:cxn>
                  <a:cxn ang="T88">
                    <a:pos x="T12" y="T13"/>
                  </a:cxn>
                  <a:cxn ang="T89">
                    <a:pos x="T14" y="T15"/>
                  </a:cxn>
                  <a:cxn ang="T90">
                    <a:pos x="T16" y="T17"/>
                  </a:cxn>
                  <a:cxn ang="T91">
                    <a:pos x="T18" y="T19"/>
                  </a:cxn>
                  <a:cxn ang="T92">
                    <a:pos x="T20" y="T21"/>
                  </a:cxn>
                  <a:cxn ang="T93">
                    <a:pos x="T22" y="T23"/>
                  </a:cxn>
                  <a:cxn ang="T94">
                    <a:pos x="T24" y="T25"/>
                  </a:cxn>
                  <a:cxn ang="T95">
                    <a:pos x="T26" y="T27"/>
                  </a:cxn>
                  <a:cxn ang="T96">
                    <a:pos x="T28" y="T29"/>
                  </a:cxn>
                  <a:cxn ang="T97">
                    <a:pos x="T30" y="T31"/>
                  </a:cxn>
                  <a:cxn ang="T98">
                    <a:pos x="T32" y="T33"/>
                  </a:cxn>
                  <a:cxn ang="T99">
                    <a:pos x="T34" y="T35"/>
                  </a:cxn>
                  <a:cxn ang="T100">
                    <a:pos x="T36" y="T37"/>
                  </a:cxn>
                  <a:cxn ang="T101">
                    <a:pos x="T38" y="T39"/>
                  </a:cxn>
                  <a:cxn ang="T102">
                    <a:pos x="T40" y="T41"/>
                  </a:cxn>
                  <a:cxn ang="T103">
                    <a:pos x="T42" y="T43"/>
                  </a:cxn>
                  <a:cxn ang="T104">
                    <a:pos x="T44" y="T45"/>
                  </a:cxn>
                  <a:cxn ang="T105">
                    <a:pos x="T46" y="T47"/>
                  </a:cxn>
                  <a:cxn ang="T106">
                    <a:pos x="T48" y="T49"/>
                  </a:cxn>
                  <a:cxn ang="T107">
                    <a:pos x="T50" y="T51"/>
                  </a:cxn>
                  <a:cxn ang="T108">
                    <a:pos x="T52" y="T53"/>
                  </a:cxn>
                  <a:cxn ang="T109">
                    <a:pos x="T54" y="T55"/>
                  </a:cxn>
                  <a:cxn ang="T110">
                    <a:pos x="T56" y="T57"/>
                  </a:cxn>
                  <a:cxn ang="T111">
                    <a:pos x="T58" y="T59"/>
                  </a:cxn>
                  <a:cxn ang="T112">
                    <a:pos x="T60" y="T61"/>
                  </a:cxn>
                  <a:cxn ang="T113">
                    <a:pos x="T62" y="T63"/>
                  </a:cxn>
                  <a:cxn ang="T114">
                    <a:pos x="T64" y="T65"/>
                  </a:cxn>
                  <a:cxn ang="T115">
                    <a:pos x="T66" y="T67"/>
                  </a:cxn>
                  <a:cxn ang="T116">
                    <a:pos x="T68" y="T69"/>
                  </a:cxn>
                  <a:cxn ang="T117">
                    <a:pos x="T70" y="T71"/>
                  </a:cxn>
                  <a:cxn ang="T118">
                    <a:pos x="T72" y="T73"/>
                  </a:cxn>
                  <a:cxn ang="T119">
                    <a:pos x="T74" y="T75"/>
                  </a:cxn>
                  <a:cxn ang="T120">
                    <a:pos x="T76" y="T77"/>
                  </a:cxn>
                  <a:cxn ang="T121">
                    <a:pos x="T78" y="T79"/>
                  </a:cxn>
                  <a:cxn ang="T122">
                    <a:pos x="T80" y="T81"/>
                  </a:cxn>
                </a:cxnLst>
                <a:rect l="T123" t="T124" r="T125" b="T126"/>
                <a:pathLst>
                  <a:path w="717" h="756">
                    <a:moveTo>
                      <a:pt x="0" y="756"/>
                    </a:moveTo>
                    <a:lnTo>
                      <a:pt x="52" y="167"/>
                    </a:lnTo>
                    <a:lnTo>
                      <a:pt x="64" y="384"/>
                    </a:lnTo>
                    <a:lnTo>
                      <a:pt x="90" y="103"/>
                    </a:lnTo>
                    <a:lnTo>
                      <a:pt x="116" y="519"/>
                    </a:lnTo>
                    <a:lnTo>
                      <a:pt x="135" y="487"/>
                    </a:lnTo>
                    <a:lnTo>
                      <a:pt x="135" y="359"/>
                    </a:lnTo>
                    <a:lnTo>
                      <a:pt x="167" y="71"/>
                    </a:lnTo>
                    <a:lnTo>
                      <a:pt x="192" y="244"/>
                    </a:lnTo>
                    <a:lnTo>
                      <a:pt x="205" y="96"/>
                    </a:lnTo>
                    <a:lnTo>
                      <a:pt x="218" y="615"/>
                    </a:lnTo>
                    <a:lnTo>
                      <a:pt x="244" y="397"/>
                    </a:lnTo>
                    <a:lnTo>
                      <a:pt x="282" y="519"/>
                    </a:lnTo>
                    <a:lnTo>
                      <a:pt x="308" y="308"/>
                    </a:lnTo>
                    <a:lnTo>
                      <a:pt x="333" y="442"/>
                    </a:lnTo>
                    <a:lnTo>
                      <a:pt x="346" y="352"/>
                    </a:lnTo>
                    <a:lnTo>
                      <a:pt x="365" y="384"/>
                    </a:lnTo>
                    <a:lnTo>
                      <a:pt x="378" y="135"/>
                    </a:lnTo>
                    <a:lnTo>
                      <a:pt x="391" y="301"/>
                    </a:lnTo>
                    <a:lnTo>
                      <a:pt x="384" y="519"/>
                    </a:lnTo>
                    <a:lnTo>
                      <a:pt x="404" y="679"/>
                    </a:lnTo>
                    <a:lnTo>
                      <a:pt x="429" y="628"/>
                    </a:lnTo>
                    <a:lnTo>
                      <a:pt x="442" y="480"/>
                    </a:lnTo>
                    <a:lnTo>
                      <a:pt x="455" y="391"/>
                    </a:lnTo>
                    <a:lnTo>
                      <a:pt x="436" y="506"/>
                    </a:lnTo>
                    <a:lnTo>
                      <a:pt x="461" y="352"/>
                    </a:lnTo>
                    <a:lnTo>
                      <a:pt x="474" y="455"/>
                    </a:lnTo>
                    <a:lnTo>
                      <a:pt x="493" y="519"/>
                    </a:lnTo>
                    <a:lnTo>
                      <a:pt x="512" y="410"/>
                    </a:lnTo>
                    <a:lnTo>
                      <a:pt x="532" y="186"/>
                    </a:lnTo>
                    <a:lnTo>
                      <a:pt x="544" y="231"/>
                    </a:lnTo>
                    <a:lnTo>
                      <a:pt x="570" y="148"/>
                    </a:lnTo>
                    <a:lnTo>
                      <a:pt x="576" y="301"/>
                    </a:lnTo>
                    <a:lnTo>
                      <a:pt x="576" y="730"/>
                    </a:lnTo>
                    <a:lnTo>
                      <a:pt x="647" y="0"/>
                    </a:lnTo>
                    <a:lnTo>
                      <a:pt x="647" y="250"/>
                    </a:lnTo>
                    <a:lnTo>
                      <a:pt x="660" y="333"/>
                    </a:lnTo>
                    <a:lnTo>
                      <a:pt x="685" y="192"/>
                    </a:lnTo>
                    <a:lnTo>
                      <a:pt x="711" y="340"/>
                    </a:lnTo>
                    <a:lnTo>
                      <a:pt x="698" y="429"/>
                    </a:lnTo>
                    <a:lnTo>
                      <a:pt x="717" y="461"/>
                    </a:lnTo>
                  </a:path>
                </a:pathLst>
              </a:custGeom>
              <a:noFill/>
              <a:ln w="9525">
                <a:solidFill>
                  <a:srgbClr val="0079F2"/>
                </a:solidFill>
                <a:round/>
                <a:headEnd/>
                <a:tailEnd/>
              </a:ln>
            </p:spPr>
            <p:txBody>
              <a:bodyPr/>
              <a:lstStyle/>
              <a:p>
                <a:endParaRPr lang="en-GB" sz="1600"/>
              </a:p>
            </p:txBody>
          </p:sp>
          <p:sp>
            <p:nvSpPr>
              <p:cNvPr id="4142" name="Freeform 73"/>
              <p:cNvSpPr>
                <a:spLocks/>
              </p:cNvSpPr>
              <p:nvPr/>
            </p:nvSpPr>
            <p:spPr bwMode="auto">
              <a:xfrm flipH="1" flipV="1">
                <a:off x="3770" y="1145"/>
                <a:ext cx="313" cy="756"/>
              </a:xfrm>
              <a:custGeom>
                <a:avLst/>
                <a:gdLst>
                  <a:gd name="T0" fmla="*/ 0 w 717"/>
                  <a:gd name="T1" fmla="*/ 756 h 756"/>
                  <a:gd name="T2" fmla="*/ 4 w 717"/>
                  <a:gd name="T3" fmla="*/ 167 h 756"/>
                  <a:gd name="T4" fmla="*/ 5 w 717"/>
                  <a:gd name="T5" fmla="*/ 384 h 756"/>
                  <a:gd name="T6" fmla="*/ 7 w 717"/>
                  <a:gd name="T7" fmla="*/ 103 h 756"/>
                  <a:gd name="T8" fmla="*/ 10 w 717"/>
                  <a:gd name="T9" fmla="*/ 519 h 756"/>
                  <a:gd name="T10" fmla="*/ 11 w 717"/>
                  <a:gd name="T11" fmla="*/ 487 h 756"/>
                  <a:gd name="T12" fmla="*/ 11 w 717"/>
                  <a:gd name="T13" fmla="*/ 359 h 756"/>
                  <a:gd name="T14" fmla="*/ 14 w 717"/>
                  <a:gd name="T15" fmla="*/ 71 h 756"/>
                  <a:gd name="T16" fmla="*/ 16 w 717"/>
                  <a:gd name="T17" fmla="*/ 244 h 756"/>
                  <a:gd name="T18" fmla="*/ 17 w 717"/>
                  <a:gd name="T19" fmla="*/ 96 h 756"/>
                  <a:gd name="T20" fmla="*/ 18 w 717"/>
                  <a:gd name="T21" fmla="*/ 615 h 756"/>
                  <a:gd name="T22" fmla="*/ 21 w 717"/>
                  <a:gd name="T23" fmla="*/ 397 h 756"/>
                  <a:gd name="T24" fmla="*/ 24 w 717"/>
                  <a:gd name="T25" fmla="*/ 519 h 756"/>
                  <a:gd name="T26" fmla="*/ 25 w 717"/>
                  <a:gd name="T27" fmla="*/ 308 h 756"/>
                  <a:gd name="T28" fmla="*/ 28 w 717"/>
                  <a:gd name="T29" fmla="*/ 442 h 756"/>
                  <a:gd name="T30" fmla="*/ 29 w 717"/>
                  <a:gd name="T31" fmla="*/ 352 h 756"/>
                  <a:gd name="T32" fmla="*/ 30 w 717"/>
                  <a:gd name="T33" fmla="*/ 384 h 756"/>
                  <a:gd name="T34" fmla="*/ 31 w 717"/>
                  <a:gd name="T35" fmla="*/ 135 h 756"/>
                  <a:gd name="T36" fmla="*/ 33 w 717"/>
                  <a:gd name="T37" fmla="*/ 301 h 756"/>
                  <a:gd name="T38" fmla="*/ 32 w 717"/>
                  <a:gd name="T39" fmla="*/ 519 h 756"/>
                  <a:gd name="T40" fmla="*/ 34 w 717"/>
                  <a:gd name="T41" fmla="*/ 679 h 756"/>
                  <a:gd name="T42" fmla="*/ 36 w 717"/>
                  <a:gd name="T43" fmla="*/ 628 h 756"/>
                  <a:gd name="T44" fmla="*/ 37 w 717"/>
                  <a:gd name="T45" fmla="*/ 480 h 756"/>
                  <a:gd name="T46" fmla="*/ 38 w 717"/>
                  <a:gd name="T47" fmla="*/ 391 h 756"/>
                  <a:gd name="T48" fmla="*/ 36 w 717"/>
                  <a:gd name="T49" fmla="*/ 506 h 756"/>
                  <a:gd name="T50" fmla="*/ 38 w 717"/>
                  <a:gd name="T51" fmla="*/ 352 h 756"/>
                  <a:gd name="T52" fmla="*/ 39 w 717"/>
                  <a:gd name="T53" fmla="*/ 455 h 756"/>
                  <a:gd name="T54" fmla="*/ 41 w 717"/>
                  <a:gd name="T55" fmla="*/ 519 h 756"/>
                  <a:gd name="T56" fmla="*/ 43 w 717"/>
                  <a:gd name="T57" fmla="*/ 410 h 756"/>
                  <a:gd name="T58" fmla="*/ 44 w 717"/>
                  <a:gd name="T59" fmla="*/ 186 h 756"/>
                  <a:gd name="T60" fmla="*/ 45 w 717"/>
                  <a:gd name="T61" fmla="*/ 231 h 756"/>
                  <a:gd name="T62" fmla="*/ 48 w 717"/>
                  <a:gd name="T63" fmla="*/ 148 h 756"/>
                  <a:gd name="T64" fmla="*/ 48 w 717"/>
                  <a:gd name="T65" fmla="*/ 301 h 756"/>
                  <a:gd name="T66" fmla="*/ 48 w 717"/>
                  <a:gd name="T67" fmla="*/ 730 h 756"/>
                  <a:gd name="T68" fmla="*/ 54 w 717"/>
                  <a:gd name="T69" fmla="*/ 0 h 756"/>
                  <a:gd name="T70" fmla="*/ 54 w 717"/>
                  <a:gd name="T71" fmla="*/ 250 h 756"/>
                  <a:gd name="T72" fmla="*/ 55 w 717"/>
                  <a:gd name="T73" fmla="*/ 333 h 756"/>
                  <a:gd name="T74" fmla="*/ 57 w 717"/>
                  <a:gd name="T75" fmla="*/ 192 h 756"/>
                  <a:gd name="T76" fmla="*/ 59 w 717"/>
                  <a:gd name="T77" fmla="*/ 340 h 756"/>
                  <a:gd name="T78" fmla="*/ 58 w 717"/>
                  <a:gd name="T79" fmla="*/ 429 h 756"/>
                  <a:gd name="T80" fmla="*/ 60 w 717"/>
                  <a:gd name="T81" fmla="*/ 461 h 756"/>
                  <a:gd name="T82" fmla="*/ 0 60000 65536"/>
                  <a:gd name="T83" fmla="*/ 0 60000 65536"/>
                  <a:gd name="T84" fmla="*/ 0 60000 65536"/>
                  <a:gd name="T85" fmla="*/ 0 60000 65536"/>
                  <a:gd name="T86" fmla="*/ 0 60000 65536"/>
                  <a:gd name="T87" fmla="*/ 0 60000 65536"/>
                  <a:gd name="T88" fmla="*/ 0 60000 65536"/>
                  <a:gd name="T89" fmla="*/ 0 60000 65536"/>
                  <a:gd name="T90" fmla="*/ 0 60000 65536"/>
                  <a:gd name="T91" fmla="*/ 0 60000 65536"/>
                  <a:gd name="T92" fmla="*/ 0 60000 65536"/>
                  <a:gd name="T93" fmla="*/ 0 60000 65536"/>
                  <a:gd name="T94" fmla="*/ 0 60000 65536"/>
                  <a:gd name="T95" fmla="*/ 0 60000 65536"/>
                  <a:gd name="T96" fmla="*/ 0 60000 65536"/>
                  <a:gd name="T97" fmla="*/ 0 60000 65536"/>
                  <a:gd name="T98" fmla="*/ 0 60000 65536"/>
                  <a:gd name="T99" fmla="*/ 0 60000 65536"/>
                  <a:gd name="T100" fmla="*/ 0 60000 65536"/>
                  <a:gd name="T101" fmla="*/ 0 60000 65536"/>
                  <a:gd name="T102" fmla="*/ 0 60000 65536"/>
                  <a:gd name="T103" fmla="*/ 0 60000 65536"/>
                  <a:gd name="T104" fmla="*/ 0 60000 65536"/>
                  <a:gd name="T105" fmla="*/ 0 60000 65536"/>
                  <a:gd name="T106" fmla="*/ 0 60000 65536"/>
                  <a:gd name="T107" fmla="*/ 0 60000 65536"/>
                  <a:gd name="T108" fmla="*/ 0 60000 65536"/>
                  <a:gd name="T109" fmla="*/ 0 60000 65536"/>
                  <a:gd name="T110" fmla="*/ 0 60000 65536"/>
                  <a:gd name="T111" fmla="*/ 0 60000 65536"/>
                  <a:gd name="T112" fmla="*/ 0 60000 65536"/>
                  <a:gd name="T113" fmla="*/ 0 60000 65536"/>
                  <a:gd name="T114" fmla="*/ 0 60000 65536"/>
                  <a:gd name="T115" fmla="*/ 0 60000 65536"/>
                  <a:gd name="T116" fmla="*/ 0 60000 65536"/>
                  <a:gd name="T117" fmla="*/ 0 60000 65536"/>
                  <a:gd name="T118" fmla="*/ 0 60000 65536"/>
                  <a:gd name="T119" fmla="*/ 0 60000 65536"/>
                  <a:gd name="T120" fmla="*/ 0 60000 65536"/>
                  <a:gd name="T121" fmla="*/ 0 60000 65536"/>
                  <a:gd name="T122" fmla="*/ 0 60000 65536"/>
                  <a:gd name="T123" fmla="*/ 0 w 717"/>
                  <a:gd name="T124" fmla="*/ 0 h 756"/>
                  <a:gd name="T125" fmla="*/ 717 w 717"/>
                  <a:gd name="T126" fmla="*/ 756 h 756"/>
                </a:gdLst>
                <a:ahLst/>
                <a:cxnLst>
                  <a:cxn ang="T82">
                    <a:pos x="T0" y="T1"/>
                  </a:cxn>
                  <a:cxn ang="T83">
                    <a:pos x="T2" y="T3"/>
                  </a:cxn>
                  <a:cxn ang="T84">
                    <a:pos x="T4" y="T5"/>
                  </a:cxn>
                  <a:cxn ang="T85">
                    <a:pos x="T6" y="T7"/>
                  </a:cxn>
                  <a:cxn ang="T86">
                    <a:pos x="T8" y="T9"/>
                  </a:cxn>
                  <a:cxn ang="T87">
                    <a:pos x="T10" y="T11"/>
                  </a:cxn>
                  <a:cxn ang="T88">
                    <a:pos x="T12" y="T13"/>
                  </a:cxn>
                  <a:cxn ang="T89">
                    <a:pos x="T14" y="T15"/>
                  </a:cxn>
                  <a:cxn ang="T90">
                    <a:pos x="T16" y="T17"/>
                  </a:cxn>
                  <a:cxn ang="T91">
                    <a:pos x="T18" y="T19"/>
                  </a:cxn>
                  <a:cxn ang="T92">
                    <a:pos x="T20" y="T21"/>
                  </a:cxn>
                  <a:cxn ang="T93">
                    <a:pos x="T22" y="T23"/>
                  </a:cxn>
                  <a:cxn ang="T94">
                    <a:pos x="T24" y="T25"/>
                  </a:cxn>
                  <a:cxn ang="T95">
                    <a:pos x="T26" y="T27"/>
                  </a:cxn>
                  <a:cxn ang="T96">
                    <a:pos x="T28" y="T29"/>
                  </a:cxn>
                  <a:cxn ang="T97">
                    <a:pos x="T30" y="T31"/>
                  </a:cxn>
                  <a:cxn ang="T98">
                    <a:pos x="T32" y="T33"/>
                  </a:cxn>
                  <a:cxn ang="T99">
                    <a:pos x="T34" y="T35"/>
                  </a:cxn>
                  <a:cxn ang="T100">
                    <a:pos x="T36" y="T37"/>
                  </a:cxn>
                  <a:cxn ang="T101">
                    <a:pos x="T38" y="T39"/>
                  </a:cxn>
                  <a:cxn ang="T102">
                    <a:pos x="T40" y="T41"/>
                  </a:cxn>
                  <a:cxn ang="T103">
                    <a:pos x="T42" y="T43"/>
                  </a:cxn>
                  <a:cxn ang="T104">
                    <a:pos x="T44" y="T45"/>
                  </a:cxn>
                  <a:cxn ang="T105">
                    <a:pos x="T46" y="T47"/>
                  </a:cxn>
                  <a:cxn ang="T106">
                    <a:pos x="T48" y="T49"/>
                  </a:cxn>
                  <a:cxn ang="T107">
                    <a:pos x="T50" y="T51"/>
                  </a:cxn>
                  <a:cxn ang="T108">
                    <a:pos x="T52" y="T53"/>
                  </a:cxn>
                  <a:cxn ang="T109">
                    <a:pos x="T54" y="T55"/>
                  </a:cxn>
                  <a:cxn ang="T110">
                    <a:pos x="T56" y="T57"/>
                  </a:cxn>
                  <a:cxn ang="T111">
                    <a:pos x="T58" y="T59"/>
                  </a:cxn>
                  <a:cxn ang="T112">
                    <a:pos x="T60" y="T61"/>
                  </a:cxn>
                  <a:cxn ang="T113">
                    <a:pos x="T62" y="T63"/>
                  </a:cxn>
                  <a:cxn ang="T114">
                    <a:pos x="T64" y="T65"/>
                  </a:cxn>
                  <a:cxn ang="T115">
                    <a:pos x="T66" y="T67"/>
                  </a:cxn>
                  <a:cxn ang="T116">
                    <a:pos x="T68" y="T69"/>
                  </a:cxn>
                  <a:cxn ang="T117">
                    <a:pos x="T70" y="T71"/>
                  </a:cxn>
                  <a:cxn ang="T118">
                    <a:pos x="T72" y="T73"/>
                  </a:cxn>
                  <a:cxn ang="T119">
                    <a:pos x="T74" y="T75"/>
                  </a:cxn>
                  <a:cxn ang="T120">
                    <a:pos x="T76" y="T77"/>
                  </a:cxn>
                  <a:cxn ang="T121">
                    <a:pos x="T78" y="T79"/>
                  </a:cxn>
                  <a:cxn ang="T122">
                    <a:pos x="T80" y="T81"/>
                  </a:cxn>
                </a:cxnLst>
                <a:rect l="T123" t="T124" r="T125" b="T126"/>
                <a:pathLst>
                  <a:path w="717" h="756">
                    <a:moveTo>
                      <a:pt x="0" y="756"/>
                    </a:moveTo>
                    <a:lnTo>
                      <a:pt x="52" y="167"/>
                    </a:lnTo>
                    <a:lnTo>
                      <a:pt x="64" y="384"/>
                    </a:lnTo>
                    <a:lnTo>
                      <a:pt x="90" y="103"/>
                    </a:lnTo>
                    <a:lnTo>
                      <a:pt x="116" y="519"/>
                    </a:lnTo>
                    <a:lnTo>
                      <a:pt x="135" y="487"/>
                    </a:lnTo>
                    <a:lnTo>
                      <a:pt x="135" y="359"/>
                    </a:lnTo>
                    <a:lnTo>
                      <a:pt x="167" y="71"/>
                    </a:lnTo>
                    <a:lnTo>
                      <a:pt x="192" y="244"/>
                    </a:lnTo>
                    <a:lnTo>
                      <a:pt x="205" y="96"/>
                    </a:lnTo>
                    <a:lnTo>
                      <a:pt x="218" y="615"/>
                    </a:lnTo>
                    <a:lnTo>
                      <a:pt x="244" y="397"/>
                    </a:lnTo>
                    <a:lnTo>
                      <a:pt x="282" y="519"/>
                    </a:lnTo>
                    <a:lnTo>
                      <a:pt x="308" y="308"/>
                    </a:lnTo>
                    <a:lnTo>
                      <a:pt x="333" y="442"/>
                    </a:lnTo>
                    <a:lnTo>
                      <a:pt x="346" y="352"/>
                    </a:lnTo>
                    <a:lnTo>
                      <a:pt x="365" y="384"/>
                    </a:lnTo>
                    <a:lnTo>
                      <a:pt x="378" y="135"/>
                    </a:lnTo>
                    <a:lnTo>
                      <a:pt x="391" y="301"/>
                    </a:lnTo>
                    <a:lnTo>
                      <a:pt x="384" y="519"/>
                    </a:lnTo>
                    <a:lnTo>
                      <a:pt x="404" y="679"/>
                    </a:lnTo>
                    <a:lnTo>
                      <a:pt x="429" y="628"/>
                    </a:lnTo>
                    <a:lnTo>
                      <a:pt x="442" y="480"/>
                    </a:lnTo>
                    <a:lnTo>
                      <a:pt x="455" y="391"/>
                    </a:lnTo>
                    <a:lnTo>
                      <a:pt x="436" y="506"/>
                    </a:lnTo>
                    <a:lnTo>
                      <a:pt x="461" y="352"/>
                    </a:lnTo>
                    <a:lnTo>
                      <a:pt x="474" y="455"/>
                    </a:lnTo>
                    <a:lnTo>
                      <a:pt x="493" y="519"/>
                    </a:lnTo>
                    <a:lnTo>
                      <a:pt x="512" y="410"/>
                    </a:lnTo>
                    <a:lnTo>
                      <a:pt x="532" y="186"/>
                    </a:lnTo>
                    <a:lnTo>
                      <a:pt x="544" y="231"/>
                    </a:lnTo>
                    <a:lnTo>
                      <a:pt x="570" y="148"/>
                    </a:lnTo>
                    <a:lnTo>
                      <a:pt x="576" y="301"/>
                    </a:lnTo>
                    <a:lnTo>
                      <a:pt x="576" y="730"/>
                    </a:lnTo>
                    <a:lnTo>
                      <a:pt x="647" y="0"/>
                    </a:lnTo>
                    <a:lnTo>
                      <a:pt x="647" y="250"/>
                    </a:lnTo>
                    <a:lnTo>
                      <a:pt x="660" y="333"/>
                    </a:lnTo>
                    <a:lnTo>
                      <a:pt x="685" y="192"/>
                    </a:lnTo>
                    <a:lnTo>
                      <a:pt x="711" y="340"/>
                    </a:lnTo>
                    <a:lnTo>
                      <a:pt x="698" y="429"/>
                    </a:lnTo>
                    <a:lnTo>
                      <a:pt x="717" y="461"/>
                    </a:lnTo>
                  </a:path>
                </a:pathLst>
              </a:custGeom>
              <a:noFill/>
              <a:ln w="9525">
                <a:solidFill>
                  <a:srgbClr val="0079F2"/>
                </a:solidFill>
                <a:round/>
                <a:headEnd/>
                <a:tailEnd/>
              </a:ln>
            </p:spPr>
            <p:txBody>
              <a:bodyPr/>
              <a:lstStyle/>
              <a:p>
                <a:endParaRPr lang="en-GB" sz="1600"/>
              </a:p>
            </p:txBody>
          </p:sp>
          <p:sp>
            <p:nvSpPr>
              <p:cNvPr id="4143" name="Freeform 74"/>
              <p:cNvSpPr>
                <a:spLocks/>
              </p:cNvSpPr>
              <p:nvPr/>
            </p:nvSpPr>
            <p:spPr bwMode="auto">
              <a:xfrm flipH="1">
                <a:off x="4077" y="1119"/>
                <a:ext cx="313" cy="756"/>
              </a:xfrm>
              <a:custGeom>
                <a:avLst/>
                <a:gdLst>
                  <a:gd name="T0" fmla="*/ 0 w 717"/>
                  <a:gd name="T1" fmla="*/ 756 h 756"/>
                  <a:gd name="T2" fmla="*/ 4 w 717"/>
                  <a:gd name="T3" fmla="*/ 167 h 756"/>
                  <a:gd name="T4" fmla="*/ 5 w 717"/>
                  <a:gd name="T5" fmla="*/ 384 h 756"/>
                  <a:gd name="T6" fmla="*/ 7 w 717"/>
                  <a:gd name="T7" fmla="*/ 103 h 756"/>
                  <a:gd name="T8" fmla="*/ 10 w 717"/>
                  <a:gd name="T9" fmla="*/ 519 h 756"/>
                  <a:gd name="T10" fmla="*/ 11 w 717"/>
                  <a:gd name="T11" fmla="*/ 487 h 756"/>
                  <a:gd name="T12" fmla="*/ 11 w 717"/>
                  <a:gd name="T13" fmla="*/ 359 h 756"/>
                  <a:gd name="T14" fmla="*/ 14 w 717"/>
                  <a:gd name="T15" fmla="*/ 71 h 756"/>
                  <a:gd name="T16" fmla="*/ 16 w 717"/>
                  <a:gd name="T17" fmla="*/ 244 h 756"/>
                  <a:gd name="T18" fmla="*/ 17 w 717"/>
                  <a:gd name="T19" fmla="*/ 96 h 756"/>
                  <a:gd name="T20" fmla="*/ 18 w 717"/>
                  <a:gd name="T21" fmla="*/ 615 h 756"/>
                  <a:gd name="T22" fmla="*/ 21 w 717"/>
                  <a:gd name="T23" fmla="*/ 397 h 756"/>
                  <a:gd name="T24" fmla="*/ 24 w 717"/>
                  <a:gd name="T25" fmla="*/ 519 h 756"/>
                  <a:gd name="T26" fmla="*/ 25 w 717"/>
                  <a:gd name="T27" fmla="*/ 308 h 756"/>
                  <a:gd name="T28" fmla="*/ 28 w 717"/>
                  <a:gd name="T29" fmla="*/ 442 h 756"/>
                  <a:gd name="T30" fmla="*/ 29 w 717"/>
                  <a:gd name="T31" fmla="*/ 352 h 756"/>
                  <a:gd name="T32" fmla="*/ 30 w 717"/>
                  <a:gd name="T33" fmla="*/ 384 h 756"/>
                  <a:gd name="T34" fmla="*/ 31 w 717"/>
                  <a:gd name="T35" fmla="*/ 135 h 756"/>
                  <a:gd name="T36" fmla="*/ 33 w 717"/>
                  <a:gd name="T37" fmla="*/ 301 h 756"/>
                  <a:gd name="T38" fmla="*/ 32 w 717"/>
                  <a:gd name="T39" fmla="*/ 519 h 756"/>
                  <a:gd name="T40" fmla="*/ 34 w 717"/>
                  <a:gd name="T41" fmla="*/ 679 h 756"/>
                  <a:gd name="T42" fmla="*/ 36 w 717"/>
                  <a:gd name="T43" fmla="*/ 628 h 756"/>
                  <a:gd name="T44" fmla="*/ 37 w 717"/>
                  <a:gd name="T45" fmla="*/ 480 h 756"/>
                  <a:gd name="T46" fmla="*/ 38 w 717"/>
                  <a:gd name="T47" fmla="*/ 391 h 756"/>
                  <a:gd name="T48" fmla="*/ 36 w 717"/>
                  <a:gd name="T49" fmla="*/ 506 h 756"/>
                  <a:gd name="T50" fmla="*/ 38 w 717"/>
                  <a:gd name="T51" fmla="*/ 352 h 756"/>
                  <a:gd name="T52" fmla="*/ 39 w 717"/>
                  <a:gd name="T53" fmla="*/ 455 h 756"/>
                  <a:gd name="T54" fmla="*/ 41 w 717"/>
                  <a:gd name="T55" fmla="*/ 519 h 756"/>
                  <a:gd name="T56" fmla="*/ 43 w 717"/>
                  <a:gd name="T57" fmla="*/ 410 h 756"/>
                  <a:gd name="T58" fmla="*/ 44 w 717"/>
                  <a:gd name="T59" fmla="*/ 186 h 756"/>
                  <a:gd name="T60" fmla="*/ 45 w 717"/>
                  <a:gd name="T61" fmla="*/ 231 h 756"/>
                  <a:gd name="T62" fmla="*/ 48 w 717"/>
                  <a:gd name="T63" fmla="*/ 148 h 756"/>
                  <a:gd name="T64" fmla="*/ 48 w 717"/>
                  <a:gd name="T65" fmla="*/ 301 h 756"/>
                  <a:gd name="T66" fmla="*/ 48 w 717"/>
                  <a:gd name="T67" fmla="*/ 730 h 756"/>
                  <a:gd name="T68" fmla="*/ 54 w 717"/>
                  <a:gd name="T69" fmla="*/ 0 h 756"/>
                  <a:gd name="T70" fmla="*/ 54 w 717"/>
                  <a:gd name="T71" fmla="*/ 250 h 756"/>
                  <a:gd name="T72" fmla="*/ 55 w 717"/>
                  <a:gd name="T73" fmla="*/ 333 h 756"/>
                  <a:gd name="T74" fmla="*/ 57 w 717"/>
                  <a:gd name="T75" fmla="*/ 192 h 756"/>
                  <a:gd name="T76" fmla="*/ 59 w 717"/>
                  <a:gd name="T77" fmla="*/ 340 h 756"/>
                  <a:gd name="T78" fmla="*/ 58 w 717"/>
                  <a:gd name="T79" fmla="*/ 429 h 756"/>
                  <a:gd name="T80" fmla="*/ 60 w 717"/>
                  <a:gd name="T81" fmla="*/ 461 h 756"/>
                  <a:gd name="T82" fmla="*/ 0 60000 65536"/>
                  <a:gd name="T83" fmla="*/ 0 60000 65536"/>
                  <a:gd name="T84" fmla="*/ 0 60000 65536"/>
                  <a:gd name="T85" fmla="*/ 0 60000 65536"/>
                  <a:gd name="T86" fmla="*/ 0 60000 65536"/>
                  <a:gd name="T87" fmla="*/ 0 60000 65536"/>
                  <a:gd name="T88" fmla="*/ 0 60000 65536"/>
                  <a:gd name="T89" fmla="*/ 0 60000 65536"/>
                  <a:gd name="T90" fmla="*/ 0 60000 65536"/>
                  <a:gd name="T91" fmla="*/ 0 60000 65536"/>
                  <a:gd name="T92" fmla="*/ 0 60000 65536"/>
                  <a:gd name="T93" fmla="*/ 0 60000 65536"/>
                  <a:gd name="T94" fmla="*/ 0 60000 65536"/>
                  <a:gd name="T95" fmla="*/ 0 60000 65536"/>
                  <a:gd name="T96" fmla="*/ 0 60000 65536"/>
                  <a:gd name="T97" fmla="*/ 0 60000 65536"/>
                  <a:gd name="T98" fmla="*/ 0 60000 65536"/>
                  <a:gd name="T99" fmla="*/ 0 60000 65536"/>
                  <a:gd name="T100" fmla="*/ 0 60000 65536"/>
                  <a:gd name="T101" fmla="*/ 0 60000 65536"/>
                  <a:gd name="T102" fmla="*/ 0 60000 65536"/>
                  <a:gd name="T103" fmla="*/ 0 60000 65536"/>
                  <a:gd name="T104" fmla="*/ 0 60000 65536"/>
                  <a:gd name="T105" fmla="*/ 0 60000 65536"/>
                  <a:gd name="T106" fmla="*/ 0 60000 65536"/>
                  <a:gd name="T107" fmla="*/ 0 60000 65536"/>
                  <a:gd name="T108" fmla="*/ 0 60000 65536"/>
                  <a:gd name="T109" fmla="*/ 0 60000 65536"/>
                  <a:gd name="T110" fmla="*/ 0 60000 65536"/>
                  <a:gd name="T111" fmla="*/ 0 60000 65536"/>
                  <a:gd name="T112" fmla="*/ 0 60000 65536"/>
                  <a:gd name="T113" fmla="*/ 0 60000 65536"/>
                  <a:gd name="T114" fmla="*/ 0 60000 65536"/>
                  <a:gd name="T115" fmla="*/ 0 60000 65536"/>
                  <a:gd name="T116" fmla="*/ 0 60000 65536"/>
                  <a:gd name="T117" fmla="*/ 0 60000 65536"/>
                  <a:gd name="T118" fmla="*/ 0 60000 65536"/>
                  <a:gd name="T119" fmla="*/ 0 60000 65536"/>
                  <a:gd name="T120" fmla="*/ 0 60000 65536"/>
                  <a:gd name="T121" fmla="*/ 0 60000 65536"/>
                  <a:gd name="T122" fmla="*/ 0 60000 65536"/>
                  <a:gd name="T123" fmla="*/ 0 w 717"/>
                  <a:gd name="T124" fmla="*/ 0 h 756"/>
                  <a:gd name="T125" fmla="*/ 717 w 717"/>
                  <a:gd name="T126" fmla="*/ 756 h 756"/>
                </a:gdLst>
                <a:ahLst/>
                <a:cxnLst>
                  <a:cxn ang="T82">
                    <a:pos x="T0" y="T1"/>
                  </a:cxn>
                  <a:cxn ang="T83">
                    <a:pos x="T2" y="T3"/>
                  </a:cxn>
                  <a:cxn ang="T84">
                    <a:pos x="T4" y="T5"/>
                  </a:cxn>
                  <a:cxn ang="T85">
                    <a:pos x="T6" y="T7"/>
                  </a:cxn>
                  <a:cxn ang="T86">
                    <a:pos x="T8" y="T9"/>
                  </a:cxn>
                  <a:cxn ang="T87">
                    <a:pos x="T10" y="T11"/>
                  </a:cxn>
                  <a:cxn ang="T88">
                    <a:pos x="T12" y="T13"/>
                  </a:cxn>
                  <a:cxn ang="T89">
                    <a:pos x="T14" y="T15"/>
                  </a:cxn>
                  <a:cxn ang="T90">
                    <a:pos x="T16" y="T17"/>
                  </a:cxn>
                  <a:cxn ang="T91">
                    <a:pos x="T18" y="T19"/>
                  </a:cxn>
                  <a:cxn ang="T92">
                    <a:pos x="T20" y="T21"/>
                  </a:cxn>
                  <a:cxn ang="T93">
                    <a:pos x="T22" y="T23"/>
                  </a:cxn>
                  <a:cxn ang="T94">
                    <a:pos x="T24" y="T25"/>
                  </a:cxn>
                  <a:cxn ang="T95">
                    <a:pos x="T26" y="T27"/>
                  </a:cxn>
                  <a:cxn ang="T96">
                    <a:pos x="T28" y="T29"/>
                  </a:cxn>
                  <a:cxn ang="T97">
                    <a:pos x="T30" y="T31"/>
                  </a:cxn>
                  <a:cxn ang="T98">
                    <a:pos x="T32" y="T33"/>
                  </a:cxn>
                  <a:cxn ang="T99">
                    <a:pos x="T34" y="T35"/>
                  </a:cxn>
                  <a:cxn ang="T100">
                    <a:pos x="T36" y="T37"/>
                  </a:cxn>
                  <a:cxn ang="T101">
                    <a:pos x="T38" y="T39"/>
                  </a:cxn>
                  <a:cxn ang="T102">
                    <a:pos x="T40" y="T41"/>
                  </a:cxn>
                  <a:cxn ang="T103">
                    <a:pos x="T42" y="T43"/>
                  </a:cxn>
                  <a:cxn ang="T104">
                    <a:pos x="T44" y="T45"/>
                  </a:cxn>
                  <a:cxn ang="T105">
                    <a:pos x="T46" y="T47"/>
                  </a:cxn>
                  <a:cxn ang="T106">
                    <a:pos x="T48" y="T49"/>
                  </a:cxn>
                  <a:cxn ang="T107">
                    <a:pos x="T50" y="T51"/>
                  </a:cxn>
                  <a:cxn ang="T108">
                    <a:pos x="T52" y="T53"/>
                  </a:cxn>
                  <a:cxn ang="T109">
                    <a:pos x="T54" y="T55"/>
                  </a:cxn>
                  <a:cxn ang="T110">
                    <a:pos x="T56" y="T57"/>
                  </a:cxn>
                  <a:cxn ang="T111">
                    <a:pos x="T58" y="T59"/>
                  </a:cxn>
                  <a:cxn ang="T112">
                    <a:pos x="T60" y="T61"/>
                  </a:cxn>
                  <a:cxn ang="T113">
                    <a:pos x="T62" y="T63"/>
                  </a:cxn>
                  <a:cxn ang="T114">
                    <a:pos x="T64" y="T65"/>
                  </a:cxn>
                  <a:cxn ang="T115">
                    <a:pos x="T66" y="T67"/>
                  </a:cxn>
                  <a:cxn ang="T116">
                    <a:pos x="T68" y="T69"/>
                  </a:cxn>
                  <a:cxn ang="T117">
                    <a:pos x="T70" y="T71"/>
                  </a:cxn>
                  <a:cxn ang="T118">
                    <a:pos x="T72" y="T73"/>
                  </a:cxn>
                  <a:cxn ang="T119">
                    <a:pos x="T74" y="T75"/>
                  </a:cxn>
                  <a:cxn ang="T120">
                    <a:pos x="T76" y="T77"/>
                  </a:cxn>
                  <a:cxn ang="T121">
                    <a:pos x="T78" y="T79"/>
                  </a:cxn>
                  <a:cxn ang="T122">
                    <a:pos x="T80" y="T81"/>
                  </a:cxn>
                </a:cxnLst>
                <a:rect l="T123" t="T124" r="T125" b="T126"/>
                <a:pathLst>
                  <a:path w="717" h="756">
                    <a:moveTo>
                      <a:pt x="0" y="756"/>
                    </a:moveTo>
                    <a:lnTo>
                      <a:pt x="52" y="167"/>
                    </a:lnTo>
                    <a:lnTo>
                      <a:pt x="64" y="384"/>
                    </a:lnTo>
                    <a:lnTo>
                      <a:pt x="90" y="103"/>
                    </a:lnTo>
                    <a:lnTo>
                      <a:pt x="116" y="519"/>
                    </a:lnTo>
                    <a:lnTo>
                      <a:pt x="135" y="487"/>
                    </a:lnTo>
                    <a:lnTo>
                      <a:pt x="135" y="359"/>
                    </a:lnTo>
                    <a:lnTo>
                      <a:pt x="167" y="71"/>
                    </a:lnTo>
                    <a:lnTo>
                      <a:pt x="192" y="244"/>
                    </a:lnTo>
                    <a:lnTo>
                      <a:pt x="205" y="96"/>
                    </a:lnTo>
                    <a:lnTo>
                      <a:pt x="218" y="615"/>
                    </a:lnTo>
                    <a:lnTo>
                      <a:pt x="244" y="397"/>
                    </a:lnTo>
                    <a:lnTo>
                      <a:pt x="282" y="519"/>
                    </a:lnTo>
                    <a:lnTo>
                      <a:pt x="308" y="308"/>
                    </a:lnTo>
                    <a:lnTo>
                      <a:pt x="333" y="442"/>
                    </a:lnTo>
                    <a:lnTo>
                      <a:pt x="346" y="352"/>
                    </a:lnTo>
                    <a:lnTo>
                      <a:pt x="365" y="384"/>
                    </a:lnTo>
                    <a:lnTo>
                      <a:pt x="378" y="135"/>
                    </a:lnTo>
                    <a:lnTo>
                      <a:pt x="391" y="301"/>
                    </a:lnTo>
                    <a:lnTo>
                      <a:pt x="384" y="519"/>
                    </a:lnTo>
                    <a:lnTo>
                      <a:pt x="404" y="679"/>
                    </a:lnTo>
                    <a:lnTo>
                      <a:pt x="429" y="628"/>
                    </a:lnTo>
                    <a:lnTo>
                      <a:pt x="442" y="480"/>
                    </a:lnTo>
                    <a:lnTo>
                      <a:pt x="455" y="391"/>
                    </a:lnTo>
                    <a:lnTo>
                      <a:pt x="436" y="506"/>
                    </a:lnTo>
                    <a:lnTo>
                      <a:pt x="461" y="352"/>
                    </a:lnTo>
                    <a:lnTo>
                      <a:pt x="474" y="455"/>
                    </a:lnTo>
                    <a:lnTo>
                      <a:pt x="493" y="519"/>
                    </a:lnTo>
                    <a:lnTo>
                      <a:pt x="512" y="410"/>
                    </a:lnTo>
                    <a:lnTo>
                      <a:pt x="532" y="186"/>
                    </a:lnTo>
                    <a:lnTo>
                      <a:pt x="544" y="231"/>
                    </a:lnTo>
                    <a:lnTo>
                      <a:pt x="570" y="148"/>
                    </a:lnTo>
                    <a:lnTo>
                      <a:pt x="576" y="301"/>
                    </a:lnTo>
                    <a:lnTo>
                      <a:pt x="576" y="730"/>
                    </a:lnTo>
                    <a:lnTo>
                      <a:pt x="647" y="0"/>
                    </a:lnTo>
                    <a:lnTo>
                      <a:pt x="647" y="250"/>
                    </a:lnTo>
                    <a:lnTo>
                      <a:pt x="660" y="333"/>
                    </a:lnTo>
                    <a:lnTo>
                      <a:pt x="685" y="192"/>
                    </a:lnTo>
                    <a:lnTo>
                      <a:pt x="711" y="340"/>
                    </a:lnTo>
                    <a:lnTo>
                      <a:pt x="698" y="429"/>
                    </a:lnTo>
                    <a:lnTo>
                      <a:pt x="717" y="461"/>
                    </a:lnTo>
                  </a:path>
                </a:pathLst>
              </a:custGeom>
              <a:noFill/>
              <a:ln w="9525">
                <a:solidFill>
                  <a:srgbClr val="0079F2"/>
                </a:solidFill>
                <a:round/>
                <a:headEnd/>
                <a:tailEnd/>
              </a:ln>
            </p:spPr>
            <p:txBody>
              <a:bodyPr/>
              <a:lstStyle/>
              <a:p>
                <a:endParaRPr lang="en-GB" sz="1600"/>
              </a:p>
            </p:txBody>
          </p:sp>
          <p:sp>
            <p:nvSpPr>
              <p:cNvPr id="4144" name="Freeform 75"/>
              <p:cNvSpPr>
                <a:spLocks/>
              </p:cNvSpPr>
              <p:nvPr/>
            </p:nvSpPr>
            <p:spPr bwMode="auto">
              <a:xfrm flipV="1">
                <a:off x="4385" y="1138"/>
                <a:ext cx="313" cy="756"/>
              </a:xfrm>
              <a:custGeom>
                <a:avLst/>
                <a:gdLst>
                  <a:gd name="T0" fmla="*/ 0 w 717"/>
                  <a:gd name="T1" fmla="*/ 756 h 756"/>
                  <a:gd name="T2" fmla="*/ 4 w 717"/>
                  <a:gd name="T3" fmla="*/ 167 h 756"/>
                  <a:gd name="T4" fmla="*/ 5 w 717"/>
                  <a:gd name="T5" fmla="*/ 384 h 756"/>
                  <a:gd name="T6" fmla="*/ 7 w 717"/>
                  <a:gd name="T7" fmla="*/ 103 h 756"/>
                  <a:gd name="T8" fmla="*/ 10 w 717"/>
                  <a:gd name="T9" fmla="*/ 519 h 756"/>
                  <a:gd name="T10" fmla="*/ 11 w 717"/>
                  <a:gd name="T11" fmla="*/ 487 h 756"/>
                  <a:gd name="T12" fmla="*/ 11 w 717"/>
                  <a:gd name="T13" fmla="*/ 359 h 756"/>
                  <a:gd name="T14" fmla="*/ 14 w 717"/>
                  <a:gd name="T15" fmla="*/ 71 h 756"/>
                  <a:gd name="T16" fmla="*/ 16 w 717"/>
                  <a:gd name="T17" fmla="*/ 244 h 756"/>
                  <a:gd name="T18" fmla="*/ 17 w 717"/>
                  <a:gd name="T19" fmla="*/ 96 h 756"/>
                  <a:gd name="T20" fmla="*/ 18 w 717"/>
                  <a:gd name="T21" fmla="*/ 615 h 756"/>
                  <a:gd name="T22" fmla="*/ 21 w 717"/>
                  <a:gd name="T23" fmla="*/ 397 h 756"/>
                  <a:gd name="T24" fmla="*/ 24 w 717"/>
                  <a:gd name="T25" fmla="*/ 519 h 756"/>
                  <a:gd name="T26" fmla="*/ 25 w 717"/>
                  <a:gd name="T27" fmla="*/ 308 h 756"/>
                  <a:gd name="T28" fmla="*/ 28 w 717"/>
                  <a:gd name="T29" fmla="*/ 442 h 756"/>
                  <a:gd name="T30" fmla="*/ 29 w 717"/>
                  <a:gd name="T31" fmla="*/ 352 h 756"/>
                  <a:gd name="T32" fmla="*/ 30 w 717"/>
                  <a:gd name="T33" fmla="*/ 384 h 756"/>
                  <a:gd name="T34" fmla="*/ 31 w 717"/>
                  <a:gd name="T35" fmla="*/ 135 h 756"/>
                  <a:gd name="T36" fmla="*/ 33 w 717"/>
                  <a:gd name="T37" fmla="*/ 301 h 756"/>
                  <a:gd name="T38" fmla="*/ 32 w 717"/>
                  <a:gd name="T39" fmla="*/ 519 h 756"/>
                  <a:gd name="T40" fmla="*/ 34 w 717"/>
                  <a:gd name="T41" fmla="*/ 679 h 756"/>
                  <a:gd name="T42" fmla="*/ 36 w 717"/>
                  <a:gd name="T43" fmla="*/ 628 h 756"/>
                  <a:gd name="T44" fmla="*/ 37 w 717"/>
                  <a:gd name="T45" fmla="*/ 480 h 756"/>
                  <a:gd name="T46" fmla="*/ 38 w 717"/>
                  <a:gd name="T47" fmla="*/ 391 h 756"/>
                  <a:gd name="T48" fmla="*/ 36 w 717"/>
                  <a:gd name="T49" fmla="*/ 506 h 756"/>
                  <a:gd name="T50" fmla="*/ 38 w 717"/>
                  <a:gd name="T51" fmla="*/ 352 h 756"/>
                  <a:gd name="T52" fmla="*/ 39 w 717"/>
                  <a:gd name="T53" fmla="*/ 455 h 756"/>
                  <a:gd name="T54" fmla="*/ 41 w 717"/>
                  <a:gd name="T55" fmla="*/ 519 h 756"/>
                  <a:gd name="T56" fmla="*/ 43 w 717"/>
                  <a:gd name="T57" fmla="*/ 410 h 756"/>
                  <a:gd name="T58" fmla="*/ 44 w 717"/>
                  <a:gd name="T59" fmla="*/ 186 h 756"/>
                  <a:gd name="T60" fmla="*/ 45 w 717"/>
                  <a:gd name="T61" fmla="*/ 231 h 756"/>
                  <a:gd name="T62" fmla="*/ 48 w 717"/>
                  <a:gd name="T63" fmla="*/ 148 h 756"/>
                  <a:gd name="T64" fmla="*/ 48 w 717"/>
                  <a:gd name="T65" fmla="*/ 301 h 756"/>
                  <a:gd name="T66" fmla="*/ 48 w 717"/>
                  <a:gd name="T67" fmla="*/ 730 h 756"/>
                  <a:gd name="T68" fmla="*/ 54 w 717"/>
                  <a:gd name="T69" fmla="*/ 0 h 756"/>
                  <a:gd name="T70" fmla="*/ 54 w 717"/>
                  <a:gd name="T71" fmla="*/ 250 h 756"/>
                  <a:gd name="T72" fmla="*/ 55 w 717"/>
                  <a:gd name="T73" fmla="*/ 333 h 756"/>
                  <a:gd name="T74" fmla="*/ 57 w 717"/>
                  <a:gd name="T75" fmla="*/ 192 h 756"/>
                  <a:gd name="T76" fmla="*/ 59 w 717"/>
                  <a:gd name="T77" fmla="*/ 340 h 756"/>
                  <a:gd name="T78" fmla="*/ 58 w 717"/>
                  <a:gd name="T79" fmla="*/ 429 h 756"/>
                  <a:gd name="T80" fmla="*/ 60 w 717"/>
                  <a:gd name="T81" fmla="*/ 461 h 756"/>
                  <a:gd name="T82" fmla="*/ 0 60000 65536"/>
                  <a:gd name="T83" fmla="*/ 0 60000 65536"/>
                  <a:gd name="T84" fmla="*/ 0 60000 65536"/>
                  <a:gd name="T85" fmla="*/ 0 60000 65536"/>
                  <a:gd name="T86" fmla="*/ 0 60000 65536"/>
                  <a:gd name="T87" fmla="*/ 0 60000 65536"/>
                  <a:gd name="T88" fmla="*/ 0 60000 65536"/>
                  <a:gd name="T89" fmla="*/ 0 60000 65536"/>
                  <a:gd name="T90" fmla="*/ 0 60000 65536"/>
                  <a:gd name="T91" fmla="*/ 0 60000 65536"/>
                  <a:gd name="T92" fmla="*/ 0 60000 65536"/>
                  <a:gd name="T93" fmla="*/ 0 60000 65536"/>
                  <a:gd name="T94" fmla="*/ 0 60000 65536"/>
                  <a:gd name="T95" fmla="*/ 0 60000 65536"/>
                  <a:gd name="T96" fmla="*/ 0 60000 65536"/>
                  <a:gd name="T97" fmla="*/ 0 60000 65536"/>
                  <a:gd name="T98" fmla="*/ 0 60000 65536"/>
                  <a:gd name="T99" fmla="*/ 0 60000 65536"/>
                  <a:gd name="T100" fmla="*/ 0 60000 65536"/>
                  <a:gd name="T101" fmla="*/ 0 60000 65536"/>
                  <a:gd name="T102" fmla="*/ 0 60000 65536"/>
                  <a:gd name="T103" fmla="*/ 0 60000 65536"/>
                  <a:gd name="T104" fmla="*/ 0 60000 65536"/>
                  <a:gd name="T105" fmla="*/ 0 60000 65536"/>
                  <a:gd name="T106" fmla="*/ 0 60000 65536"/>
                  <a:gd name="T107" fmla="*/ 0 60000 65536"/>
                  <a:gd name="T108" fmla="*/ 0 60000 65536"/>
                  <a:gd name="T109" fmla="*/ 0 60000 65536"/>
                  <a:gd name="T110" fmla="*/ 0 60000 65536"/>
                  <a:gd name="T111" fmla="*/ 0 60000 65536"/>
                  <a:gd name="T112" fmla="*/ 0 60000 65536"/>
                  <a:gd name="T113" fmla="*/ 0 60000 65536"/>
                  <a:gd name="T114" fmla="*/ 0 60000 65536"/>
                  <a:gd name="T115" fmla="*/ 0 60000 65536"/>
                  <a:gd name="T116" fmla="*/ 0 60000 65536"/>
                  <a:gd name="T117" fmla="*/ 0 60000 65536"/>
                  <a:gd name="T118" fmla="*/ 0 60000 65536"/>
                  <a:gd name="T119" fmla="*/ 0 60000 65536"/>
                  <a:gd name="T120" fmla="*/ 0 60000 65536"/>
                  <a:gd name="T121" fmla="*/ 0 60000 65536"/>
                  <a:gd name="T122" fmla="*/ 0 60000 65536"/>
                  <a:gd name="T123" fmla="*/ 0 w 717"/>
                  <a:gd name="T124" fmla="*/ 0 h 756"/>
                  <a:gd name="T125" fmla="*/ 717 w 717"/>
                  <a:gd name="T126" fmla="*/ 756 h 756"/>
                </a:gdLst>
                <a:ahLst/>
                <a:cxnLst>
                  <a:cxn ang="T82">
                    <a:pos x="T0" y="T1"/>
                  </a:cxn>
                  <a:cxn ang="T83">
                    <a:pos x="T2" y="T3"/>
                  </a:cxn>
                  <a:cxn ang="T84">
                    <a:pos x="T4" y="T5"/>
                  </a:cxn>
                  <a:cxn ang="T85">
                    <a:pos x="T6" y="T7"/>
                  </a:cxn>
                  <a:cxn ang="T86">
                    <a:pos x="T8" y="T9"/>
                  </a:cxn>
                  <a:cxn ang="T87">
                    <a:pos x="T10" y="T11"/>
                  </a:cxn>
                  <a:cxn ang="T88">
                    <a:pos x="T12" y="T13"/>
                  </a:cxn>
                  <a:cxn ang="T89">
                    <a:pos x="T14" y="T15"/>
                  </a:cxn>
                  <a:cxn ang="T90">
                    <a:pos x="T16" y="T17"/>
                  </a:cxn>
                  <a:cxn ang="T91">
                    <a:pos x="T18" y="T19"/>
                  </a:cxn>
                  <a:cxn ang="T92">
                    <a:pos x="T20" y="T21"/>
                  </a:cxn>
                  <a:cxn ang="T93">
                    <a:pos x="T22" y="T23"/>
                  </a:cxn>
                  <a:cxn ang="T94">
                    <a:pos x="T24" y="T25"/>
                  </a:cxn>
                  <a:cxn ang="T95">
                    <a:pos x="T26" y="T27"/>
                  </a:cxn>
                  <a:cxn ang="T96">
                    <a:pos x="T28" y="T29"/>
                  </a:cxn>
                  <a:cxn ang="T97">
                    <a:pos x="T30" y="T31"/>
                  </a:cxn>
                  <a:cxn ang="T98">
                    <a:pos x="T32" y="T33"/>
                  </a:cxn>
                  <a:cxn ang="T99">
                    <a:pos x="T34" y="T35"/>
                  </a:cxn>
                  <a:cxn ang="T100">
                    <a:pos x="T36" y="T37"/>
                  </a:cxn>
                  <a:cxn ang="T101">
                    <a:pos x="T38" y="T39"/>
                  </a:cxn>
                  <a:cxn ang="T102">
                    <a:pos x="T40" y="T41"/>
                  </a:cxn>
                  <a:cxn ang="T103">
                    <a:pos x="T42" y="T43"/>
                  </a:cxn>
                  <a:cxn ang="T104">
                    <a:pos x="T44" y="T45"/>
                  </a:cxn>
                  <a:cxn ang="T105">
                    <a:pos x="T46" y="T47"/>
                  </a:cxn>
                  <a:cxn ang="T106">
                    <a:pos x="T48" y="T49"/>
                  </a:cxn>
                  <a:cxn ang="T107">
                    <a:pos x="T50" y="T51"/>
                  </a:cxn>
                  <a:cxn ang="T108">
                    <a:pos x="T52" y="T53"/>
                  </a:cxn>
                  <a:cxn ang="T109">
                    <a:pos x="T54" y="T55"/>
                  </a:cxn>
                  <a:cxn ang="T110">
                    <a:pos x="T56" y="T57"/>
                  </a:cxn>
                  <a:cxn ang="T111">
                    <a:pos x="T58" y="T59"/>
                  </a:cxn>
                  <a:cxn ang="T112">
                    <a:pos x="T60" y="T61"/>
                  </a:cxn>
                  <a:cxn ang="T113">
                    <a:pos x="T62" y="T63"/>
                  </a:cxn>
                  <a:cxn ang="T114">
                    <a:pos x="T64" y="T65"/>
                  </a:cxn>
                  <a:cxn ang="T115">
                    <a:pos x="T66" y="T67"/>
                  </a:cxn>
                  <a:cxn ang="T116">
                    <a:pos x="T68" y="T69"/>
                  </a:cxn>
                  <a:cxn ang="T117">
                    <a:pos x="T70" y="T71"/>
                  </a:cxn>
                  <a:cxn ang="T118">
                    <a:pos x="T72" y="T73"/>
                  </a:cxn>
                  <a:cxn ang="T119">
                    <a:pos x="T74" y="T75"/>
                  </a:cxn>
                  <a:cxn ang="T120">
                    <a:pos x="T76" y="T77"/>
                  </a:cxn>
                  <a:cxn ang="T121">
                    <a:pos x="T78" y="T79"/>
                  </a:cxn>
                  <a:cxn ang="T122">
                    <a:pos x="T80" y="T81"/>
                  </a:cxn>
                </a:cxnLst>
                <a:rect l="T123" t="T124" r="T125" b="T126"/>
                <a:pathLst>
                  <a:path w="717" h="756">
                    <a:moveTo>
                      <a:pt x="0" y="756"/>
                    </a:moveTo>
                    <a:lnTo>
                      <a:pt x="52" y="167"/>
                    </a:lnTo>
                    <a:lnTo>
                      <a:pt x="64" y="384"/>
                    </a:lnTo>
                    <a:lnTo>
                      <a:pt x="90" y="103"/>
                    </a:lnTo>
                    <a:lnTo>
                      <a:pt x="116" y="519"/>
                    </a:lnTo>
                    <a:lnTo>
                      <a:pt x="135" y="487"/>
                    </a:lnTo>
                    <a:lnTo>
                      <a:pt x="135" y="359"/>
                    </a:lnTo>
                    <a:lnTo>
                      <a:pt x="167" y="71"/>
                    </a:lnTo>
                    <a:lnTo>
                      <a:pt x="192" y="244"/>
                    </a:lnTo>
                    <a:lnTo>
                      <a:pt x="205" y="96"/>
                    </a:lnTo>
                    <a:lnTo>
                      <a:pt x="218" y="615"/>
                    </a:lnTo>
                    <a:lnTo>
                      <a:pt x="244" y="397"/>
                    </a:lnTo>
                    <a:lnTo>
                      <a:pt x="282" y="519"/>
                    </a:lnTo>
                    <a:lnTo>
                      <a:pt x="308" y="308"/>
                    </a:lnTo>
                    <a:lnTo>
                      <a:pt x="333" y="442"/>
                    </a:lnTo>
                    <a:lnTo>
                      <a:pt x="346" y="352"/>
                    </a:lnTo>
                    <a:lnTo>
                      <a:pt x="365" y="384"/>
                    </a:lnTo>
                    <a:lnTo>
                      <a:pt x="378" y="135"/>
                    </a:lnTo>
                    <a:lnTo>
                      <a:pt x="391" y="301"/>
                    </a:lnTo>
                    <a:lnTo>
                      <a:pt x="384" y="519"/>
                    </a:lnTo>
                    <a:lnTo>
                      <a:pt x="404" y="679"/>
                    </a:lnTo>
                    <a:lnTo>
                      <a:pt x="429" y="628"/>
                    </a:lnTo>
                    <a:lnTo>
                      <a:pt x="442" y="480"/>
                    </a:lnTo>
                    <a:lnTo>
                      <a:pt x="455" y="391"/>
                    </a:lnTo>
                    <a:lnTo>
                      <a:pt x="436" y="506"/>
                    </a:lnTo>
                    <a:lnTo>
                      <a:pt x="461" y="352"/>
                    </a:lnTo>
                    <a:lnTo>
                      <a:pt x="474" y="455"/>
                    </a:lnTo>
                    <a:lnTo>
                      <a:pt x="493" y="519"/>
                    </a:lnTo>
                    <a:lnTo>
                      <a:pt x="512" y="410"/>
                    </a:lnTo>
                    <a:lnTo>
                      <a:pt x="532" y="186"/>
                    </a:lnTo>
                    <a:lnTo>
                      <a:pt x="544" y="231"/>
                    </a:lnTo>
                    <a:lnTo>
                      <a:pt x="570" y="148"/>
                    </a:lnTo>
                    <a:lnTo>
                      <a:pt x="576" y="301"/>
                    </a:lnTo>
                    <a:lnTo>
                      <a:pt x="576" y="730"/>
                    </a:lnTo>
                    <a:lnTo>
                      <a:pt x="647" y="0"/>
                    </a:lnTo>
                    <a:lnTo>
                      <a:pt x="647" y="250"/>
                    </a:lnTo>
                    <a:lnTo>
                      <a:pt x="660" y="333"/>
                    </a:lnTo>
                    <a:lnTo>
                      <a:pt x="685" y="192"/>
                    </a:lnTo>
                    <a:lnTo>
                      <a:pt x="711" y="340"/>
                    </a:lnTo>
                    <a:lnTo>
                      <a:pt x="698" y="429"/>
                    </a:lnTo>
                    <a:lnTo>
                      <a:pt x="717" y="461"/>
                    </a:lnTo>
                  </a:path>
                </a:pathLst>
              </a:custGeom>
              <a:noFill/>
              <a:ln w="9525">
                <a:solidFill>
                  <a:srgbClr val="0079F2"/>
                </a:solidFill>
                <a:round/>
                <a:headEnd/>
                <a:tailEnd/>
              </a:ln>
            </p:spPr>
            <p:txBody>
              <a:bodyPr/>
              <a:lstStyle/>
              <a:p>
                <a:endParaRPr lang="en-GB" sz="1600"/>
              </a:p>
            </p:txBody>
          </p:sp>
          <p:sp>
            <p:nvSpPr>
              <p:cNvPr id="4145" name="Freeform 76"/>
              <p:cNvSpPr>
                <a:spLocks/>
              </p:cNvSpPr>
              <p:nvPr/>
            </p:nvSpPr>
            <p:spPr bwMode="auto">
              <a:xfrm flipH="1">
                <a:off x="4698" y="1100"/>
                <a:ext cx="313" cy="756"/>
              </a:xfrm>
              <a:custGeom>
                <a:avLst/>
                <a:gdLst>
                  <a:gd name="T0" fmla="*/ 0 w 717"/>
                  <a:gd name="T1" fmla="*/ 756 h 756"/>
                  <a:gd name="T2" fmla="*/ 4 w 717"/>
                  <a:gd name="T3" fmla="*/ 167 h 756"/>
                  <a:gd name="T4" fmla="*/ 5 w 717"/>
                  <a:gd name="T5" fmla="*/ 384 h 756"/>
                  <a:gd name="T6" fmla="*/ 7 w 717"/>
                  <a:gd name="T7" fmla="*/ 103 h 756"/>
                  <a:gd name="T8" fmla="*/ 10 w 717"/>
                  <a:gd name="T9" fmla="*/ 519 h 756"/>
                  <a:gd name="T10" fmla="*/ 11 w 717"/>
                  <a:gd name="T11" fmla="*/ 487 h 756"/>
                  <a:gd name="T12" fmla="*/ 11 w 717"/>
                  <a:gd name="T13" fmla="*/ 359 h 756"/>
                  <a:gd name="T14" fmla="*/ 14 w 717"/>
                  <a:gd name="T15" fmla="*/ 71 h 756"/>
                  <a:gd name="T16" fmla="*/ 16 w 717"/>
                  <a:gd name="T17" fmla="*/ 244 h 756"/>
                  <a:gd name="T18" fmla="*/ 17 w 717"/>
                  <a:gd name="T19" fmla="*/ 96 h 756"/>
                  <a:gd name="T20" fmla="*/ 18 w 717"/>
                  <a:gd name="T21" fmla="*/ 615 h 756"/>
                  <a:gd name="T22" fmla="*/ 21 w 717"/>
                  <a:gd name="T23" fmla="*/ 397 h 756"/>
                  <a:gd name="T24" fmla="*/ 24 w 717"/>
                  <a:gd name="T25" fmla="*/ 519 h 756"/>
                  <a:gd name="T26" fmla="*/ 25 w 717"/>
                  <a:gd name="T27" fmla="*/ 308 h 756"/>
                  <a:gd name="T28" fmla="*/ 28 w 717"/>
                  <a:gd name="T29" fmla="*/ 442 h 756"/>
                  <a:gd name="T30" fmla="*/ 29 w 717"/>
                  <a:gd name="T31" fmla="*/ 352 h 756"/>
                  <a:gd name="T32" fmla="*/ 30 w 717"/>
                  <a:gd name="T33" fmla="*/ 384 h 756"/>
                  <a:gd name="T34" fmla="*/ 31 w 717"/>
                  <a:gd name="T35" fmla="*/ 135 h 756"/>
                  <a:gd name="T36" fmla="*/ 33 w 717"/>
                  <a:gd name="T37" fmla="*/ 301 h 756"/>
                  <a:gd name="T38" fmla="*/ 32 w 717"/>
                  <a:gd name="T39" fmla="*/ 519 h 756"/>
                  <a:gd name="T40" fmla="*/ 34 w 717"/>
                  <a:gd name="T41" fmla="*/ 679 h 756"/>
                  <a:gd name="T42" fmla="*/ 36 w 717"/>
                  <a:gd name="T43" fmla="*/ 628 h 756"/>
                  <a:gd name="T44" fmla="*/ 37 w 717"/>
                  <a:gd name="T45" fmla="*/ 480 h 756"/>
                  <a:gd name="T46" fmla="*/ 38 w 717"/>
                  <a:gd name="T47" fmla="*/ 391 h 756"/>
                  <a:gd name="T48" fmla="*/ 36 w 717"/>
                  <a:gd name="T49" fmla="*/ 506 h 756"/>
                  <a:gd name="T50" fmla="*/ 38 w 717"/>
                  <a:gd name="T51" fmla="*/ 352 h 756"/>
                  <a:gd name="T52" fmla="*/ 39 w 717"/>
                  <a:gd name="T53" fmla="*/ 455 h 756"/>
                  <a:gd name="T54" fmla="*/ 41 w 717"/>
                  <a:gd name="T55" fmla="*/ 519 h 756"/>
                  <a:gd name="T56" fmla="*/ 43 w 717"/>
                  <a:gd name="T57" fmla="*/ 410 h 756"/>
                  <a:gd name="T58" fmla="*/ 44 w 717"/>
                  <a:gd name="T59" fmla="*/ 186 h 756"/>
                  <a:gd name="T60" fmla="*/ 45 w 717"/>
                  <a:gd name="T61" fmla="*/ 231 h 756"/>
                  <a:gd name="T62" fmla="*/ 48 w 717"/>
                  <a:gd name="T63" fmla="*/ 148 h 756"/>
                  <a:gd name="T64" fmla="*/ 48 w 717"/>
                  <a:gd name="T65" fmla="*/ 301 h 756"/>
                  <a:gd name="T66" fmla="*/ 48 w 717"/>
                  <a:gd name="T67" fmla="*/ 730 h 756"/>
                  <a:gd name="T68" fmla="*/ 54 w 717"/>
                  <a:gd name="T69" fmla="*/ 0 h 756"/>
                  <a:gd name="T70" fmla="*/ 54 w 717"/>
                  <a:gd name="T71" fmla="*/ 250 h 756"/>
                  <a:gd name="T72" fmla="*/ 55 w 717"/>
                  <a:gd name="T73" fmla="*/ 333 h 756"/>
                  <a:gd name="T74" fmla="*/ 57 w 717"/>
                  <a:gd name="T75" fmla="*/ 192 h 756"/>
                  <a:gd name="T76" fmla="*/ 59 w 717"/>
                  <a:gd name="T77" fmla="*/ 340 h 756"/>
                  <a:gd name="T78" fmla="*/ 58 w 717"/>
                  <a:gd name="T79" fmla="*/ 429 h 756"/>
                  <a:gd name="T80" fmla="*/ 60 w 717"/>
                  <a:gd name="T81" fmla="*/ 461 h 756"/>
                  <a:gd name="T82" fmla="*/ 0 60000 65536"/>
                  <a:gd name="T83" fmla="*/ 0 60000 65536"/>
                  <a:gd name="T84" fmla="*/ 0 60000 65536"/>
                  <a:gd name="T85" fmla="*/ 0 60000 65536"/>
                  <a:gd name="T86" fmla="*/ 0 60000 65536"/>
                  <a:gd name="T87" fmla="*/ 0 60000 65536"/>
                  <a:gd name="T88" fmla="*/ 0 60000 65536"/>
                  <a:gd name="T89" fmla="*/ 0 60000 65536"/>
                  <a:gd name="T90" fmla="*/ 0 60000 65536"/>
                  <a:gd name="T91" fmla="*/ 0 60000 65536"/>
                  <a:gd name="T92" fmla="*/ 0 60000 65536"/>
                  <a:gd name="T93" fmla="*/ 0 60000 65536"/>
                  <a:gd name="T94" fmla="*/ 0 60000 65536"/>
                  <a:gd name="T95" fmla="*/ 0 60000 65536"/>
                  <a:gd name="T96" fmla="*/ 0 60000 65536"/>
                  <a:gd name="T97" fmla="*/ 0 60000 65536"/>
                  <a:gd name="T98" fmla="*/ 0 60000 65536"/>
                  <a:gd name="T99" fmla="*/ 0 60000 65536"/>
                  <a:gd name="T100" fmla="*/ 0 60000 65536"/>
                  <a:gd name="T101" fmla="*/ 0 60000 65536"/>
                  <a:gd name="T102" fmla="*/ 0 60000 65536"/>
                  <a:gd name="T103" fmla="*/ 0 60000 65536"/>
                  <a:gd name="T104" fmla="*/ 0 60000 65536"/>
                  <a:gd name="T105" fmla="*/ 0 60000 65536"/>
                  <a:gd name="T106" fmla="*/ 0 60000 65536"/>
                  <a:gd name="T107" fmla="*/ 0 60000 65536"/>
                  <a:gd name="T108" fmla="*/ 0 60000 65536"/>
                  <a:gd name="T109" fmla="*/ 0 60000 65536"/>
                  <a:gd name="T110" fmla="*/ 0 60000 65536"/>
                  <a:gd name="T111" fmla="*/ 0 60000 65536"/>
                  <a:gd name="T112" fmla="*/ 0 60000 65536"/>
                  <a:gd name="T113" fmla="*/ 0 60000 65536"/>
                  <a:gd name="T114" fmla="*/ 0 60000 65536"/>
                  <a:gd name="T115" fmla="*/ 0 60000 65536"/>
                  <a:gd name="T116" fmla="*/ 0 60000 65536"/>
                  <a:gd name="T117" fmla="*/ 0 60000 65536"/>
                  <a:gd name="T118" fmla="*/ 0 60000 65536"/>
                  <a:gd name="T119" fmla="*/ 0 60000 65536"/>
                  <a:gd name="T120" fmla="*/ 0 60000 65536"/>
                  <a:gd name="T121" fmla="*/ 0 60000 65536"/>
                  <a:gd name="T122" fmla="*/ 0 60000 65536"/>
                  <a:gd name="T123" fmla="*/ 0 w 717"/>
                  <a:gd name="T124" fmla="*/ 0 h 756"/>
                  <a:gd name="T125" fmla="*/ 717 w 717"/>
                  <a:gd name="T126" fmla="*/ 756 h 756"/>
                </a:gdLst>
                <a:ahLst/>
                <a:cxnLst>
                  <a:cxn ang="T82">
                    <a:pos x="T0" y="T1"/>
                  </a:cxn>
                  <a:cxn ang="T83">
                    <a:pos x="T2" y="T3"/>
                  </a:cxn>
                  <a:cxn ang="T84">
                    <a:pos x="T4" y="T5"/>
                  </a:cxn>
                  <a:cxn ang="T85">
                    <a:pos x="T6" y="T7"/>
                  </a:cxn>
                  <a:cxn ang="T86">
                    <a:pos x="T8" y="T9"/>
                  </a:cxn>
                  <a:cxn ang="T87">
                    <a:pos x="T10" y="T11"/>
                  </a:cxn>
                  <a:cxn ang="T88">
                    <a:pos x="T12" y="T13"/>
                  </a:cxn>
                  <a:cxn ang="T89">
                    <a:pos x="T14" y="T15"/>
                  </a:cxn>
                  <a:cxn ang="T90">
                    <a:pos x="T16" y="T17"/>
                  </a:cxn>
                  <a:cxn ang="T91">
                    <a:pos x="T18" y="T19"/>
                  </a:cxn>
                  <a:cxn ang="T92">
                    <a:pos x="T20" y="T21"/>
                  </a:cxn>
                  <a:cxn ang="T93">
                    <a:pos x="T22" y="T23"/>
                  </a:cxn>
                  <a:cxn ang="T94">
                    <a:pos x="T24" y="T25"/>
                  </a:cxn>
                  <a:cxn ang="T95">
                    <a:pos x="T26" y="T27"/>
                  </a:cxn>
                  <a:cxn ang="T96">
                    <a:pos x="T28" y="T29"/>
                  </a:cxn>
                  <a:cxn ang="T97">
                    <a:pos x="T30" y="T31"/>
                  </a:cxn>
                  <a:cxn ang="T98">
                    <a:pos x="T32" y="T33"/>
                  </a:cxn>
                  <a:cxn ang="T99">
                    <a:pos x="T34" y="T35"/>
                  </a:cxn>
                  <a:cxn ang="T100">
                    <a:pos x="T36" y="T37"/>
                  </a:cxn>
                  <a:cxn ang="T101">
                    <a:pos x="T38" y="T39"/>
                  </a:cxn>
                  <a:cxn ang="T102">
                    <a:pos x="T40" y="T41"/>
                  </a:cxn>
                  <a:cxn ang="T103">
                    <a:pos x="T42" y="T43"/>
                  </a:cxn>
                  <a:cxn ang="T104">
                    <a:pos x="T44" y="T45"/>
                  </a:cxn>
                  <a:cxn ang="T105">
                    <a:pos x="T46" y="T47"/>
                  </a:cxn>
                  <a:cxn ang="T106">
                    <a:pos x="T48" y="T49"/>
                  </a:cxn>
                  <a:cxn ang="T107">
                    <a:pos x="T50" y="T51"/>
                  </a:cxn>
                  <a:cxn ang="T108">
                    <a:pos x="T52" y="T53"/>
                  </a:cxn>
                  <a:cxn ang="T109">
                    <a:pos x="T54" y="T55"/>
                  </a:cxn>
                  <a:cxn ang="T110">
                    <a:pos x="T56" y="T57"/>
                  </a:cxn>
                  <a:cxn ang="T111">
                    <a:pos x="T58" y="T59"/>
                  </a:cxn>
                  <a:cxn ang="T112">
                    <a:pos x="T60" y="T61"/>
                  </a:cxn>
                  <a:cxn ang="T113">
                    <a:pos x="T62" y="T63"/>
                  </a:cxn>
                  <a:cxn ang="T114">
                    <a:pos x="T64" y="T65"/>
                  </a:cxn>
                  <a:cxn ang="T115">
                    <a:pos x="T66" y="T67"/>
                  </a:cxn>
                  <a:cxn ang="T116">
                    <a:pos x="T68" y="T69"/>
                  </a:cxn>
                  <a:cxn ang="T117">
                    <a:pos x="T70" y="T71"/>
                  </a:cxn>
                  <a:cxn ang="T118">
                    <a:pos x="T72" y="T73"/>
                  </a:cxn>
                  <a:cxn ang="T119">
                    <a:pos x="T74" y="T75"/>
                  </a:cxn>
                  <a:cxn ang="T120">
                    <a:pos x="T76" y="T77"/>
                  </a:cxn>
                  <a:cxn ang="T121">
                    <a:pos x="T78" y="T79"/>
                  </a:cxn>
                  <a:cxn ang="T122">
                    <a:pos x="T80" y="T81"/>
                  </a:cxn>
                </a:cxnLst>
                <a:rect l="T123" t="T124" r="T125" b="T126"/>
                <a:pathLst>
                  <a:path w="717" h="756">
                    <a:moveTo>
                      <a:pt x="0" y="756"/>
                    </a:moveTo>
                    <a:lnTo>
                      <a:pt x="52" y="167"/>
                    </a:lnTo>
                    <a:lnTo>
                      <a:pt x="64" y="384"/>
                    </a:lnTo>
                    <a:lnTo>
                      <a:pt x="90" y="103"/>
                    </a:lnTo>
                    <a:lnTo>
                      <a:pt x="116" y="519"/>
                    </a:lnTo>
                    <a:lnTo>
                      <a:pt x="135" y="487"/>
                    </a:lnTo>
                    <a:lnTo>
                      <a:pt x="135" y="359"/>
                    </a:lnTo>
                    <a:lnTo>
                      <a:pt x="167" y="71"/>
                    </a:lnTo>
                    <a:lnTo>
                      <a:pt x="192" y="244"/>
                    </a:lnTo>
                    <a:lnTo>
                      <a:pt x="205" y="96"/>
                    </a:lnTo>
                    <a:lnTo>
                      <a:pt x="218" y="615"/>
                    </a:lnTo>
                    <a:lnTo>
                      <a:pt x="244" y="397"/>
                    </a:lnTo>
                    <a:lnTo>
                      <a:pt x="282" y="519"/>
                    </a:lnTo>
                    <a:lnTo>
                      <a:pt x="308" y="308"/>
                    </a:lnTo>
                    <a:lnTo>
                      <a:pt x="333" y="442"/>
                    </a:lnTo>
                    <a:lnTo>
                      <a:pt x="346" y="352"/>
                    </a:lnTo>
                    <a:lnTo>
                      <a:pt x="365" y="384"/>
                    </a:lnTo>
                    <a:lnTo>
                      <a:pt x="378" y="135"/>
                    </a:lnTo>
                    <a:lnTo>
                      <a:pt x="391" y="301"/>
                    </a:lnTo>
                    <a:lnTo>
                      <a:pt x="384" y="519"/>
                    </a:lnTo>
                    <a:lnTo>
                      <a:pt x="404" y="679"/>
                    </a:lnTo>
                    <a:lnTo>
                      <a:pt x="429" y="628"/>
                    </a:lnTo>
                    <a:lnTo>
                      <a:pt x="442" y="480"/>
                    </a:lnTo>
                    <a:lnTo>
                      <a:pt x="455" y="391"/>
                    </a:lnTo>
                    <a:lnTo>
                      <a:pt x="436" y="506"/>
                    </a:lnTo>
                    <a:lnTo>
                      <a:pt x="461" y="352"/>
                    </a:lnTo>
                    <a:lnTo>
                      <a:pt x="474" y="455"/>
                    </a:lnTo>
                    <a:lnTo>
                      <a:pt x="493" y="519"/>
                    </a:lnTo>
                    <a:lnTo>
                      <a:pt x="512" y="410"/>
                    </a:lnTo>
                    <a:lnTo>
                      <a:pt x="532" y="186"/>
                    </a:lnTo>
                    <a:lnTo>
                      <a:pt x="544" y="231"/>
                    </a:lnTo>
                    <a:lnTo>
                      <a:pt x="570" y="148"/>
                    </a:lnTo>
                    <a:lnTo>
                      <a:pt x="576" y="301"/>
                    </a:lnTo>
                    <a:lnTo>
                      <a:pt x="576" y="730"/>
                    </a:lnTo>
                    <a:lnTo>
                      <a:pt x="647" y="0"/>
                    </a:lnTo>
                    <a:lnTo>
                      <a:pt x="647" y="250"/>
                    </a:lnTo>
                    <a:lnTo>
                      <a:pt x="660" y="333"/>
                    </a:lnTo>
                    <a:lnTo>
                      <a:pt x="685" y="192"/>
                    </a:lnTo>
                    <a:lnTo>
                      <a:pt x="711" y="340"/>
                    </a:lnTo>
                    <a:lnTo>
                      <a:pt x="698" y="429"/>
                    </a:lnTo>
                    <a:lnTo>
                      <a:pt x="717" y="461"/>
                    </a:lnTo>
                  </a:path>
                </a:pathLst>
              </a:custGeom>
              <a:noFill/>
              <a:ln w="9525">
                <a:solidFill>
                  <a:srgbClr val="0079F2"/>
                </a:solidFill>
                <a:round/>
                <a:headEnd/>
                <a:tailEnd/>
              </a:ln>
            </p:spPr>
            <p:txBody>
              <a:bodyPr/>
              <a:lstStyle/>
              <a:p>
                <a:endParaRPr lang="en-GB" sz="1600"/>
              </a:p>
            </p:txBody>
          </p:sp>
        </p:grpSp>
        <p:grpSp>
          <p:nvGrpSpPr>
            <p:cNvPr id="5" name="Group 77"/>
            <p:cNvGrpSpPr>
              <a:grpSpLocks/>
            </p:cNvGrpSpPr>
            <p:nvPr/>
          </p:nvGrpSpPr>
          <p:grpSpPr bwMode="auto">
            <a:xfrm flipH="1">
              <a:off x="3986" y="1092"/>
              <a:ext cx="590" cy="801"/>
              <a:chOff x="3462" y="1100"/>
              <a:chExt cx="1549" cy="801"/>
            </a:xfrm>
          </p:grpSpPr>
          <p:sp>
            <p:nvSpPr>
              <p:cNvPr id="4136" name="Freeform 78"/>
              <p:cNvSpPr>
                <a:spLocks/>
              </p:cNvSpPr>
              <p:nvPr/>
            </p:nvSpPr>
            <p:spPr bwMode="auto">
              <a:xfrm>
                <a:off x="3462" y="1126"/>
                <a:ext cx="313" cy="756"/>
              </a:xfrm>
              <a:custGeom>
                <a:avLst/>
                <a:gdLst>
                  <a:gd name="T0" fmla="*/ 0 w 717"/>
                  <a:gd name="T1" fmla="*/ 756 h 756"/>
                  <a:gd name="T2" fmla="*/ 4 w 717"/>
                  <a:gd name="T3" fmla="*/ 167 h 756"/>
                  <a:gd name="T4" fmla="*/ 5 w 717"/>
                  <a:gd name="T5" fmla="*/ 384 h 756"/>
                  <a:gd name="T6" fmla="*/ 7 w 717"/>
                  <a:gd name="T7" fmla="*/ 103 h 756"/>
                  <a:gd name="T8" fmla="*/ 10 w 717"/>
                  <a:gd name="T9" fmla="*/ 519 h 756"/>
                  <a:gd name="T10" fmla="*/ 11 w 717"/>
                  <a:gd name="T11" fmla="*/ 487 h 756"/>
                  <a:gd name="T12" fmla="*/ 11 w 717"/>
                  <a:gd name="T13" fmla="*/ 359 h 756"/>
                  <a:gd name="T14" fmla="*/ 14 w 717"/>
                  <a:gd name="T15" fmla="*/ 71 h 756"/>
                  <a:gd name="T16" fmla="*/ 16 w 717"/>
                  <a:gd name="T17" fmla="*/ 244 h 756"/>
                  <a:gd name="T18" fmla="*/ 17 w 717"/>
                  <a:gd name="T19" fmla="*/ 96 h 756"/>
                  <a:gd name="T20" fmla="*/ 18 w 717"/>
                  <a:gd name="T21" fmla="*/ 615 h 756"/>
                  <a:gd name="T22" fmla="*/ 21 w 717"/>
                  <a:gd name="T23" fmla="*/ 397 h 756"/>
                  <a:gd name="T24" fmla="*/ 24 w 717"/>
                  <a:gd name="T25" fmla="*/ 519 h 756"/>
                  <a:gd name="T26" fmla="*/ 25 w 717"/>
                  <a:gd name="T27" fmla="*/ 308 h 756"/>
                  <a:gd name="T28" fmla="*/ 28 w 717"/>
                  <a:gd name="T29" fmla="*/ 442 h 756"/>
                  <a:gd name="T30" fmla="*/ 29 w 717"/>
                  <a:gd name="T31" fmla="*/ 352 h 756"/>
                  <a:gd name="T32" fmla="*/ 30 w 717"/>
                  <a:gd name="T33" fmla="*/ 384 h 756"/>
                  <a:gd name="T34" fmla="*/ 31 w 717"/>
                  <a:gd name="T35" fmla="*/ 135 h 756"/>
                  <a:gd name="T36" fmla="*/ 33 w 717"/>
                  <a:gd name="T37" fmla="*/ 301 h 756"/>
                  <a:gd name="T38" fmla="*/ 32 w 717"/>
                  <a:gd name="T39" fmla="*/ 519 h 756"/>
                  <a:gd name="T40" fmla="*/ 34 w 717"/>
                  <a:gd name="T41" fmla="*/ 679 h 756"/>
                  <a:gd name="T42" fmla="*/ 36 w 717"/>
                  <a:gd name="T43" fmla="*/ 628 h 756"/>
                  <a:gd name="T44" fmla="*/ 37 w 717"/>
                  <a:gd name="T45" fmla="*/ 480 h 756"/>
                  <a:gd name="T46" fmla="*/ 38 w 717"/>
                  <a:gd name="T47" fmla="*/ 391 h 756"/>
                  <a:gd name="T48" fmla="*/ 36 w 717"/>
                  <a:gd name="T49" fmla="*/ 506 h 756"/>
                  <a:gd name="T50" fmla="*/ 38 w 717"/>
                  <a:gd name="T51" fmla="*/ 352 h 756"/>
                  <a:gd name="T52" fmla="*/ 39 w 717"/>
                  <a:gd name="T53" fmla="*/ 455 h 756"/>
                  <a:gd name="T54" fmla="*/ 41 w 717"/>
                  <a:gd name="T55" fmla="*/ 519 h 756"/>
                  <a:gd name="T56" fmla="*/ 43 w 717"/>
                  <a:gd name="T57" fmla="*/ 410 h 756"/>
                  <a:gd name="T58" fmla="*/ 44 w 717"/>
                  <a:gd name="T59" fmla="*/ 186 h 756"/>
                  <a:gd name="T60" fmla="*/ 45 w 717"/>
                  <a:gd name="T61" fmla="*/ 231 h 756"/>
                  <a:gd name="T62" fmla="*/ 48 w 717"/>
                  <a:gd name="T63" fmla="*/ 148 h 756"/>
                  <a:gd name="T64" fmla="*/ 48 w 717"/>
                  <a:gd name="T65" fmla="*/ 301 h 756"/>
                  <a:gd name="T66" fmla="*/ 48 w 717"/>
                  <a:gd name="T67" fmla="*/ 730 h 756"/>
                  <a:gd name="T68" fmla="*/ 54 w 717"/>
                  <a:gd name="T69" fmla="*/ 0 h 756"/>
                  <a:gd name="T70" fmla="*/ 54 w 717"/>
                  <a:gd name="T71" fmla="*/ 250 h 756"/>
                  <a:gd name="T72" fmla="*/ 55 w 717"/>
                  <a:gd name="T73" fmla="*/ 333 h 756"/>
                  <a:gd name="T74" fmla="*/ 57 w 717"/>
                  <a:gd name="T75" fmla="*/ 192 h 756"/>
                  <a:gd name="T76" fmla="*/ 59 w 717"/>
                  <a:gd name="T77" fmla="*/ 340 h 756"/>
                  <a:gd name="T78" fmla="*/ 58 w 717"/>
                  <a:gd name="T79" fmla="*/ 429 h 756"/>
                  <a:gd name="T80" fmla="*/ 60 w 717"/>
                  <a:gd name="T81" fmla="*/ 461 h 756"/>
                  <a:gd name="T82" fmla="*/ 0 60000 65536"/>
                  <a:gd name="T83" fmla="*/ 0 60000 65536"/>
                  <a:gd name="T84" fmla="*/ 0 60000 65536"/>
                  <a:gd name="T85" fmla="*/ 0 60000 65536"/>
                  <a:gd name="T86" fmla="*/ 0 60000 65536"/>
                  <a:gd name="T87" fmla="*/ 0 60000 65536"/>
                  <a:gd name="T88" fmla="*/ 0 60000 65536"/>
                  <a:gd name="T89" fmla="*/ 0 60000 65536"/>
                  <a:gd name="T90" fmla="*/ 0 60000 65536"/>
                  <a:gd name="T91" fmla="*/ 0 60000 65536"/>
                  <a:gd name="T92" fmla="*/ 0 60000 65536"/>
                  <a:gd name="T93" fmla="*/ 0 60000 65536"/>
                  <a:gd name="T94" fmla="*/ 0 60000 65536"/>
                  <a:gd name="T95" fmla="*/ 0 60000 65536"/>
                  <a:gd name="T96" fmla="*/ 0 60000 65536"/>
                  <a:gd name="T97" fmla="*/ 0 60000 65536"/>
                  <a:gd name="T98" fmla="*/ 0 60000 65536"/>
                  <a:gd name="T99" fmla="*/ 0 60000 65536"/>
                  <a:gd name="T100" fmla="*/ 0 60000 65536"/>
                  <a:gd name="T101" fmla="*/ 0 60000 65536"/>
                  <a:gd name="T102" fmla="*/ 0 60000 65536"/>
                  <a:gd name="T103" fmla="*/ 0 60000 65536"/>
                  <a:gd name="T104" fmla="*/ 0 60000 65536"/>
                  <a:gd name="T105" fmla="*/ 0 60000 65536"/>
                  <a:gd name="T106" fmla="*/ 0 60000 65536"/>
                  <a:gd name="T107" fmla="*/ 0 60000 65536"/>
                  <a:gd name="T108" fmla="*/ 0 60000 65536"/>
                  <a:gd name="T109" fmla="*/ 0 60000 65536"/>
                  <a:gd name="T110" fmla="*/ 0 60000 65536"/>
                  <a:gd name="T111" fmla="*/ 0 60000 65536"/>
                  <a:gd name="T112" fmla="*/ 0 60000 65536"/>
                  <a:gd name="T113" fmla="*/ 0 60000 65536"/>
                  <a:gd name="T114" fmla="*/ 0 60000 65536"/>
                  <a:gd name="T115" fmla="*/ 0 60000 65536"/>
                  <a:gd name="T116" fmla="*/ 0 60000 65536"/>
                  <a:gd name="T117" fmla="*/ 0 60000 65536"/>
                  <a:gd name="T118" fmla="*/ 0 60000 65536"/>
                  <a:gd name="T119" fmla="*/ 0 60000 65536"/>
                  <a:gd name="T120" fmla="*/ 0 60000 65536"/>
                  <a:gd name="T121" fmla="*/ 0 60000 65536"/>
                  <a:gd name="T122" fmla="*/ 0 60000 65536"/>
                  <a:gd name="T123" fmla="*/ 0 w 717"/>
                  <a:gd name="T124" fmla="*/ 0 h 756"/>
                  <a:gd name="T125" fmla="*/ 717 w 717"/>
                  <a:gd name="T126" fmla="*/ 756 h 756"/>
                </a:gdLst>
                <a:ahLst/>
                <a:cxnLst>
                  <a:cxn ang="T82">
                    <a:pos x="T0" y="T1"/>
                  </a:cxn>
                  <a:cxn ang="T83">
                    <a:pos x="T2" y="T3"/>
                  </a:cxn>
                  <a:cxn ang="T84">
                    <a:pos x="T4" y="T5"/>
                  </a:cxn>
                  <a:cxn ang="T85">
                    <a:pos x="T6" y="T7"/>
                  </a:cxn>
                  <a:cxn ang="T86">
                    <a:pos x="T8" y="T9"/>
                  </a:cxn>
                  <a:cxn ang="T87">
                    <a:pos x="T10" y="T11"/>
                  </a:cxn>
                  <a:cxn ang="T88">
                    <a:pos x="T12" y="T13"/>
                  </a:cxn>
                  <a:cxn ang="T89">
                    <a:pos x="T14" y="T15"/>
                  </a:cxn>
                  <a:cxn ang="T90">
                    <a:pos x="T16" y="T17"/>
                  </a:cxn>
                  <a:cxn ang="T91">
                    <a:pos x="T18" y="T19"/>
                  </a:cxn>
                  <a:cxn ang="T92">
                    <a:pos x="T20" y="T21"/>
                  </a:cxn>
                  <a:cxn ang="T93">
                    <a:pos x="T22" y="T23"/>
                  </a:cxn>
                  <a:cxn ang="T94">
                    <a:pos x="T24" y="T25"/>
                  </a:cxn>
                  <a:cxn ang="T95">
                    <a:pos x="T26" y="T27"/>
                  </a:cxn>
                  <a:cxn ang="T96">
                    <a:pos x="T28" y="T29"/>
                  </a:cxn>
                  <a:cxn ang="T97">
                    <a:pos x="T30" y="T31"/>
                  </a:cxn>
                  <a:cxn ang="T98">
                    <a:pos x="T32" y="T33"/>
                  </a:cxn>
                  <a:cxn ang="T99">
                    <a:pos x="T34" y="T35"/>
                  </a:cxn>
                  <a:cxn ang="T100">
                    <a:pos x="T36" y="T37"/>
                  </a:cxn>
                  <a:cxn ang="T101">
                    <a:pos x="T38" y="T39"/>
                  </a:cxn>
                  <a:cxn ang="T102">
                    <a:pos x="T40" y="T41"/>
                  </a:cxn>
                  <a:cxn ang="T103">
                    <a:pos x="T42" y="T43"/>
                  </a:cxn>
                  <a:cxn ang="T104">
                    <a:pos x="T44" y="T45"/>
                  </a:cxn>
                  <a:cxn ang="T105">
                    <a:pos x="T46" y="T47"/>
                  </a:cxn>
                  <a:cxn ang="T106">
                    <a:pos x="T48" y="T49"/>
                  </a:cxn>
                  <a:cxn ang="T107">
                    <a:pos x="T50" y="T51"/>
                  </a:cxn>
                  <a:cxn ang="T108">
                    <a:pos x="T52" y="T53"/>
                  </a:cxn>
                  <a:cxn ang="T109">
                    <a:pos x="T54" y="T55"/>
                  </a:cxn>
                  <a:cxn ang="T110">
                    <a:pos x="T56" y="T57"/>
                  </a:cxn>
                  <a:cxn ang="T111">
                    <a:pos x="T58" y="T59"/>
                  </a:cxn>
                  <a:cxn ang="T112">
                    <a:pos x="T60" y="T61"/>
                  </a:cxn>
                  <a:cxn ang="T113">
                    <a:pos x="T62" y="T63"/>
                  </a:cxn>
                  <a:cxn ang="T114">
                    <a:pos x="T64" y="T65"/>
                  </a:cxn>
                  <a:cxn ang="T115">
                    <a:pos x="T66" y="T67"/>
                  </a:cxn>
                  <a:cxn ang="T116">
                    <a:pos x="T68" y="T69"/>
                  </a:cxn>
                  <a:cxn ang="T117">
                    <a:pos x="T70" y="T71"/>
                  </a:cxn>
                  <a:cxn ang="T118">
                    <a:pos x="T72" y="T73"/>
                  </a:cxn>
                  <a:cxn ang="T119">
                    <a:pos x="T74" y="T75"/>
                  </a:cxn>
                  <a:cxn ang="T120">
                    <a:pos x="T76" y="T77"/>
                  </a:cxn>
                  <a:cxn ang="T121">
                    <a:pos x="T78" y="T79"/>
                  </a:cxn>
                  <a:cxn ang="T122">
                    <a:pos x="T80" y="T81"/>
                  </a:cxn>
                </a:cxnLst>
                <a:rect l="T123" t="T124" r="T125" b="T126"/>
                <a:pathLst>
                  <a:path w="717" h="756">
                    <a:moveTo>
                      <a:pt x="0" y="756"/>
                    </a:moveTo>
                    <a:lnTo>
                      <a:pt x="52" y="167"/>
                    </a:lnTo>
                    <a:lnTo>
                      <a:pt x="64" y="384"/>
                    </a:lnTo>
                    <a:lnTo>
                      <a:pt x="90" y="103"/>
                    </a:lnTo>
                    <a:lnTo>
                      <a:pt x="116" y="519"/>
                    </a:lnTo>
                    <a:lnTo>
                      <a:pt x="135" y="487"/>
                    </a:lnTo>
                    <a:lnTo>
                      <a:pt x="135" y="359"/>
                    </a:lnTo>
                    <a:lnTo>
                      <a:pt x="167" y="71"/>
                    </a:lnTo>
                    <a:lnTo>
                      <a:pt x="192" y="244"/>
                    </a:lnTo>
                    <a:lnTo>
                      <a:pt x="205" y="96"/>
                    </a:lnTo>
                    <a:lnTo>
                      <a:pt x="218" y="615"/>
                    </a:lnTo>
                    <a:lnTo>
                      <a:pt x="244" y="397"/>
                    </a:lnTo>
                    <a:lnTo>
                      <a:pt x="282" y="519"/>
                    </a:lnTo>
                    <a:lnTo>
                      <a:pt x="308" y="308"/>
                    </a:lnTo>
                    <a:lnTo>
                      <a:pt x="333" y="442"/>
                    </a:lnTo>
                    <a:lnTo>
                      <a:pt x="346" y="352"/>
                    </a:lnTo>
                    <a:lnTo>
                      <a:pt x="365" y="384"/>
                    </a:lnTo>
                    <a:lnTo>
                      <a:pt x="378" y="135"/>
                    </a:lnTo>
                    <a:lnTo>
                      <a:pt x="391" y="301"/>
                    </a:lnTo>
                    <a:lnTo>
                      <a:pt x="384" y="519"/>
                    </a:lnTo>
                    <a:lnTo>
                      <a:pt x="404" y="679"/>
                    </a:lnTo>
                    <a:lnTo>
                      <a:pt x="429" y="628"/>
                    </a:lnTo>
                    <a:lnTo>
                      <a:pt x="442" y="480"/>
                    </a:lnTo>
                    <a:lnTo>
                      <a:pt x="455" y="391"/>
                    </a:lnTo>
                    <a:lnTo>
                      <a:pt x="436" y="506"/>
                    </a:lnTo>
                    <a:lnTo>
                      <a:pt x="461" y="352"/>
                    </a:lnTo>
                    <a:lnTo>
                      <a:pt x="474" y="455"/>
                    </a:lnTo>
                    <a:lnTo>
                      <a:pt x="493" y="519"/>
                    </a:lnTo>
                    <a:lnTo>
                      <a:pt x="512" y="410"/>
                    </a:lnTo>
                    <a:lnTo>
                      <a:pt x="532" y="186"/>
                    </a:lnTo>
                    <a:lnTo>
                      <a:pt x="544" y="231"/>
                    </a:lnTo>
                    <a:lnTo>
                      <a:pt x="570" y="148"/>
                    </a:lnTo>
                    <a:lnTo>
                      <a:pt x="576" y="301"/>
                    </a:lnTo>
                    <a:lnTo>
                      <a:pt x="576" y="730"/>
                    </a:lnTo>
                    <a:lnTo>
                      <a:pt x="647" y="0"/>
                    </a:lnTo>
                    <a:lnTo>
                      <a:pt x="647" y="250"/>
                    </a:lnTo>
                    <a:lnTo>
                      <a:pt x="660" y="333"/>
                    </a:lnTo>
                    <a:lnTo>
                      <a:pt x="685" y="192"/>
                    </a:lnTo>
                    <a:lnTo>
                      <a:pt x="711" y="340"/>
                    </a:lnTo>
                    <a:lnTo>
                      <a:pt x="698" y="429"/>
                    </a:lnTo>
                    <a:lnTo>
                      <a:pt x="717" y="461"/>
                    </a:lnTo>
                  </a:path>
                </a:pathLst>
              </a:custGeom>
              <a:noFill/>
              <a:ln w="9525">
                <a:solidFill>
                  <a:srgbClr val="0079F2"/>
                </a:solidFill>
                <a:round/>
                <a:headEnd/>
                <a:tailEnd/>
              </a:ln>
            </p:spPr>
            <p:txBody>
              <a:bodyPr/>
              <a:lstStyle/>
              <a:p>
                <a:endParaRPr lang="en-GB" sz="1600"/>
              </a:p>
            </p:txBody>
          </p:sp>
          <p:sp>
            <p:nvSpPr>
              <p:cNvPr id="4137" name="Freeform 79"/>
              <p:cNvSpPr>
                <a:spLocks/>
              </p:cNvSpPr>
              <p:nvPr/>
            </p:nvSpPr>
            <p:spPr bwMode="auto">
              <a:xfrm flipH="1" flipV="1">
                <a:off x="3770" y="1145"/>
                <a:ext cx="313" cy="756"/>
              </a:xfrm>
              <a:custGeom>
                <a:avLst/>
                <a:gdLst>
                  <a:gd name="T0" fmla="*/ 0 w 717"/>
                  <a:gd name="T1" fmla="*/ 756 h 756"/>
                  <a:gd name="T2" fmla="*/ 4 w 717"/>
                  <a:gd name="T3" fmla="*/ 167 h 756"/>
                  <a:gd name="T4" fmla="*/ 5 w 717"/>
                  <a:gd name="T5" fmla="*/ 384 h 756"/>
                  <a:gd name="T6" fmla="*/ 7 w 717"/>
                  <a:gd name="T7" fmla="*/ 103 h 756"/>
                  <a:gd name="T8" fmla="*/ 10 w 717"/>
                  <a:gd name="T9" fmla="*/ 519 h 756"/>
                  <a:gd name="T10" fmla="*/ 11 w 717"/>
                  <a:gd name="T11" fmla="*/ 487 h 756"/>
                  <a:gd name="T12" fmla="*/ 11 w 717"/>
                  <a:gd name="T13" fmla="*/ 359 h 756"/>
                  <a:gd name="T14" fmla="*/ 14 w 717"/>
                  <a:gd name="T15" fmla="*/ 71 h 756"/>
                  <a:gd name="T16" fmla="*/ 16 w 717"/>
                  <a:gd name="T17" fmla="*/ 244 h 756"/>
                  <a:gd name="T18" fmla="*/ 17 w 717"/>
                  <a:gd name="T19" fmla="*/ 96 h 756"/>
                  <a:gd name="T20" fmla="*/ 18 w 717"/>
                  <a:gd name="T21" fmla="*/ 615 h 756"/>
                  <a:gd name="T22" fmla="*/ 21 w 717"/>
                  <a:gd name="T23" fmla="*/ 397 h 756"/>
                  <a:gd name="T24" fmla="*/ 24 w 717"/>
                  <a:gd name="T25" fmla="*/ 519 h 756"/>
                  <a:gd name="T26" fmla="*/ 25 w 717"/>
                  <a:gd name="T27" fmla="*/ 308 h 756"/>
                  <a:gd name="T28" fmla="*/ 28 w 717"/>
                  <a:gd name="T29" fmla="*/ 442 h 756"/>
                  <a:gd name="T30" fmla="*/ 29 w 717"/>
                  <a:gd name="T31" fmla="*/ 352 h 756"/>
                  <a:gd name="T32" fmla="*/ 30 w 717"/>
                  <a:gd name="T33" fmla="*/ 384 h 756"/>
                  <a:gd name="T34" fmla="*/ 31 w 717"/>
                  <a:gd name="T35" fmla="*/ 135 h 756"/>
                  <a:gd name="T36" fmla="*/ 33 w 717"/>
                  <a:gd name="T37" fmla="*/ 301 h 756"/>
                  <a:gd name="T38" fmla="*/ 32 w 717"/>
                  <a:gd name="T39" fmla="*/ 519 h 756"/>
                  <a:gd name="T40" fmla="*/ 34 w 717"/>
                  <a:gd name="T41" fmla="*/ 679 h 756"/>
                  <a:gd name="T42" fmla="*/ 36 w 717"/>
                  <a:gd name="T43" fmla="*/ 628 h 756"/>
                  <a:gd name="T44" fmla="*/ 37 w 717"/>
                  <a:gd name="T45" fmla="*/ 480 h 756"/>
                  <a:gd name="T46" fmla="*/ 38 w 717"/>
                  <a:gd name="T47" fmla="*/ 391 h 756"/>
                  <a:gd name="T48" fmla="*/ 36 w 717"/>
                  <a:gd name="T49" fmla="*/ 506 h 756"/>
                  <a:gd name="T50" fmla="*/ 38 w 717"/>
                  <a:gd name="T51" fmla="*/ 352 h 756"/>
                  <a:gd name="T52" fmla="*/ 39 w 717"/>
                  <a:gd name="T53" fmla="*/ 455 h 756"/>
                  <a:gd name="T54" fmla="*/ 41 w 717"/>
                  <a:gd name="T55" fmla="*/ 519 h 756"/>
                  <a:gd name="T56" fmla="*/ 43 w 717"/>
                  <a:gd name="T57" fmla="*/ 410 h 756"/>
                  <a:gd name="T58" fmla="*/ 44 w 717"/>
                  <a:gd name="T59" fmla="*/ 186 h 756"/>
                  <a:gd name="T60" fmla="*/ 45 w 717"/>
                  <a:gd name="T61" fmla="*/ 231 h 756"/>
                  <a:gd name="T62" fmla="*/ 48 w 717"/>
                  <a:gd name="T63" fmla="*/ 148 h 756"/>
                  <a:gd name="T64" fmla="*/ 48 w 717"/>
                  <a:gd name="T65" fmla="*/ 301 h 756"/>
                  <a:gd name="T66" fmla="*/ 48 w 717"/>
                  <a:gd name="T67" fmla="*/ 730 h 756"/>
                  <a:gd name="T68" fmla="*/ 54 w 717"/>
                  <a:gd name="T69" fmla="*/ 0 h 756"/>
                  <a:gd name="T70" fmla="*/ 54 w 717"/>
                  <a:gd name="T71" fmla="*/ 250 h 756"/>
                  <a:gd name="T72" fmla="*/ 55 w 717"/>
                  <a:gd name="T73" fmla="*/ 333 h 756"/>
                  <a:gd name="T74" fmla="*/ 57 w 717"/>
                  <a:gd name="T75" fmla="*/ 192 h 756"/>
                  <a:gd name="T76" fmla="*/ 59 w 717"/>
                  <a:gd name="T77" fmla="*/ 340 h 756"/>
                  <a:gd name="T78" fmla="*/ 58 w 717"/>
                  <a:gd name="T79" fmla="*/ 429 h 756"/>
                  <a:gd name="T80" fmla="*/ 60 w 717"/>
                  <a:gd name="T81" fmla="*/ 461 h 756"/>
                  <a:gd name="T82" fmla="*/ 0 60000 65536"/>
                  <a:gd name="T83" fmla="*/ 0 60000 65536"/>
                  <a:gd name="T84" fmla="*/ 0 60000 65536"/>
                  <a:gd name="T85" fmla="*/ 0 60000 65536"/>
                  <a:gd name="T86" fmla="*/ 0 60000 65536"/>
                  <a:gd name="T87" fmla="*/ 0 60000 65536"/>
                  <a:gd name="T88" fmla="*/ 0 60000 65536"/>
                  <a:gd name="T89" fmla="*/ 0 60000 65536"/>
                  <a:gd name="T90" fmla="*/ 0 60000 65536"/>
                  <a:gd name="T91" fmla="*/ 0 60000 65536"/>
                  <a:gd name="T92" fmla="*/ 0 60000 65536"/>
                  <a:gd name="T93" fmla="*/ 0 60000 65536"/>
                  <a:gd name="T94" fmla="*/ 0 60000 65536"/>
                  <a:gd name="T95" fmla="*/ 0 60000 65536"/>
                  <a:gd name="T96" fmla="*/ 0 60000 65536"/>
                  <a:gd name="T97" fmla="*/ 0 60000 65536"/>
                  <a:gd name="T98" fmla="*/ 0 60000 65536"/>
                  <a:gd name="T99" fmla="*/ 0 60000 65536"/>
                  <a:gd name="T100" fmla="*/ 0 60000 65536"/>
                  <a:gd name="T101" fmla="*/ 0 60000 65536"/>
                  <a:gd name="T102" fmla="*/ 0 60000 65536"/>
                  <a:gd name="T103" fmla="*/ 0 60000 65536"/>
                  <a:gd name="T104" fmla="*/ 0 60000 65536"/>
                  <a:gd name="T105" fmla="*/ 0 60000 65536"/>
                  <a:gd name="T106" fmla="*/ 0 60000 65536"/>
                  <a:gd name="T107" fmla="*/ 0 60000 65536"/>
                  <a:gd name="T108" fmla="*/ 0 60000 65536"/>
                  <a:gd name="T109" fmla="*/ 0 60000 65536"/>
                  <a:gd name="T110" fmla="*/ 0 60000 65536"/>
                  <a:gd name="T111" fmla="*/ 0 60000 65536"/>
                  <a:gd name="T112" fmla="*/ 0 60000 65536"/>
                  <a:gd name="T113" fmla="*/ 0 60000 65536"/>
                  <a:gd name="T114" fmla="*/ 0 60000 65536"/>
                  <a:gd name="T115" fmla="*/ 0 60000 65536"/>
                  <a:gd name="T116" fmla="*/ 0 60000 65536"/>
                  <a:gd name="T117" fmla="*/ 0 60000 65536"/>
                  <a:gd name="T118" fmla="*/ 0 60000 65536"/>
                  <a:gd name="T119" fmla="*/ 0 60000 65536"/>
                  <a:gd name="T120" fmla="*/ 0 60000 65536"/>
                  <a:gd name="T121" fmla="*/ 0 60000 65536"/>
                  <a:gd name="T122" fmla="*/ 0 60000 65536"/>
                  <a:gd name="T123" fmla="*/ 0 w 717"/>
                  <a:gd name="T124" fmla="*/ 0 h 756"/>
                  <a:gd name="T125" fmla="*/ 717 w 717"/>
                  <a:gd name="T126" fmla="*/ 756 h 756"/>
                </a:gdLst>
                <a:ahLst/>
                <a:cxnLst>
                  <a:cxn ang="T82">
                    <a:pos x="T0" y="T1"/>
                  </a:cxn>
                  <a:cxn ang="T83">
                    <a:pos x="T2" y="T3"/>
                  </a:cxn>
                  <a:cxn ang="T84">
                    <a:pos x="T4" y="T5"/>
                  </a:cxn>
                  <a:cxn ang="T85">
                    <a:pos x="T6" y="T7"/>
                  </a:cxn>
                  <a:cxn ang="T86">
                    <a:pos x="T8" y="T9"/>
                  </a:cxn>
                  <a:cxn ang="T87">
                    <a:pos x="T10" y="T11"/>
                  </a:cxn>
                  <a:cxn ang="T88">
                    <a:pos x="T12" y="T13"/>
                  </a:cxn>
                  <a:cxn ang="T89">
                    <a:pos x="T14" y="T15"/>
                  </a:cxn>
                  <a:cxn ang="T90">
                    <a:pos x="T16" y="T17"/>
                  </a:cxn>
                  <a:cxn ang="T91">
                    <a:pos x="T18" y="T19"/>
                  </a:cxn>
                  <a:cxn ang="T92">
                    <a:pos x="T20" y="T21"/>
                  </a:cxn>
                  <a:cxn ang="T93">
                    <a:pos x="T22" y="T23"/>
                  </a:cxn>
                  <a:cxn ang="T94">
                    <a:pos x="T24" y="T25"/>
                  </a:cxn>
                  <a:cxn ang="T95">
                    <a:pos x="T26" y="T27"/>
                  </a:cxn>
                  <a:cxn ang="T96">
                    <a:pos x="T28" y="T29"/>
                  </a:cxn>
                  <a:cxn ang="T97">
                    <a:pos x="T30" y="T31"/>
                  </a:cxn>
                  <a:cxn ang="T98">
                    <a:pos x="T32" y="T33"/>
                  </a:cxn>
                  <a:cxn ang="T99">
                    <a:pos x="T34" y="T35"/>
                  </a:cxn>
                  <a:cxn ang="T100">
                    <a:pos x="T36" y="T37"/>
                  </a:cxn>
                  <a:cxn ang="T101">
                    <a:pos x="T38" y="T39"/>
                  </a:cxn>
                  <a:cxn ang="T102">
                    <a:pos x="T40" y="T41"/>
                  </a:cxn>
                  <a:cxn ang="T103">
                    <a:pos x="T42" y="T43"/>
                  </a:cxn>
                  <a:cxn ang="T104">
                    <a:pos x="T44" y="T45"/>
                  </a:cxn>
                  <a:cxn ang="T105">
                    <a:pos x="T46" y="T47"/>
                  </a:cxn>
                  <a:cxn ang="T106">
                    <a:pos x="T48" y="T49"/>
                  </a:cxn>
                  <a:cxn ang="T107">
                    <a:pos x="T50" y="T51"/>
                  </a:cxn>
                  <a:cxn ang="T108">
                    <a:pos x="T52" y="T53"/>
                  </a:cxn>
                  <a:cxn ang="T109">
                    <a:pos x="T54" y="T55"/>
                  </a:cxn>
                  <a:cxn ang="T110">
                    <a:pos x="T56" y="T57"/>
                  </a:cxn>
                  <a:cxn ang="T111">
                    <a:pos x="T58" y="T59"/>
                  </a:cxn>
                  <a:cxn ang="T112">
                    <a:pos x="T60" y="T61"/>
                  </a:cxn>
                  <a:cxn ang="T113">
                    <a:pos x="T62" y="T63"/>
                  </a:cxn>
                  <a:cxn ang="T114">
                    <a:pos x="T64" y="T65"/>
                  </a:cxn>
                  <a:cxn ang="T115">
                    <a:pos x="T66" y="T67"/>
                  </a:cxn>
                  <a:cxn ang="T116">
                    <a:pos x="T68" y="T69"/>
                  </a:cxn>
                  <a:cxn ang="T117">
                    <a:pos x="T70" y="T71"/>
                  </a:cxn>
                  <a:cxn ang="T118">
                    <a:pos x="T72" y="T73"/>
                  </a:cxn>
                  <a:cxn ang="T119">
                    <a:pos x="T74" y="T75"/>
                  </a:cxn>
                  <a:cxn ang="T120">
                    <a:pos x="T76" y="T77"/>
                  </a:cxn>
                  <a:cxn ang="T121">
                    <a:pos x="T78" y="T79"/>
                  </a:cxn>
                  <a:cxn ang="T122">
                    <a:pos x="T80" y="T81"/>
                  </a:cxn>
                </a:cxnLst>
                <a:rect l="T123" t="T124" r="T125" b="T126"/>
                <a:pathLst>
                  <a:path w="717" h="756">
                    <a:moveTo>
                      <a:pt x="0" y="756"/>
                    </a:moveTo>
                    <a:lnTo>
                      <a:pt x="52" y="167"/>
                    </a:lnTo>
                    <a:lnTo>
                      <a:pt x="64" y="384"/>
                    </a:lnTo>
                    <a:lnTo>
                      <a:pt x="90" y="103"/>
                    </a:lnTo>
                    <a:lnTo>
                      <a:pt x="116" y="519"/>
                    </a:lnTo>
                    <a:lnTo>
                      <a:pt x="135" y="487"/>
                    </a:lnTo>
                    <a:lnTo>
                      <a:pt x="135" y="359"/>
                    </a:lnTo>
                    <a:lnTo>
                      <a:pt x="167" y="71"/>
                    </a:lnTo>
                    <a:lnTo>
                      <a:pt x="192" y="244"/>
                    </a:lnTo>
                    <a:lnTo>
                      <a:pt x="205" y="96"/>
                    </a:lnTo>
                    <a:lnTo>
                      <a:pt x="218" y="615"/>
                    </a:lnTo>
                    <a:lnTo>
                      <a:pt x="244" y="397"/>
                    </a:lnTo>
                    <a:lnTo>
                      <a:pt x="282" y="519"/>
                    </a:lnTo>
                    <a:lnTo>
                      <a:pt x="308" y="308"/>
                    </a:lnTo>
                    <a:lnTo>
                      <a:pt x="333" y="442"/>
                    </a:lnTo>
                    <a:lnTo>
                      <a:pt x="346" y="352"/>
                    </a:lnTo>
                    <a:lnTo>
                      <a:pt x="365" y="384"/>
                    </a:lnTo>
                    <a:lnTo>
                      <a:pt x="378" y="135"/>
                    </a:lnTo>
                    <a:lnTo>
                      <a:pt x="391" y="301"/>
                    </a:lnTo>
                    <a:lnTo>
                      <a:pt x="384" y="519"/>
                    </a:lnTo>
                    <a:lnTo>
                      <a:pt x="404" y="679"/>
                    </a:lnTo>
                    <a:lnTo>
                      <a:pt x="429" y="628"/>
                    </a:lnTo>
                    <a:lnTo>
                      <a:pt x="442" y="480"/>
                    </a:lnTo>
                    <a:lnTo>
                      <a:pt x="455" y="391"/>
                    </a:lnTo>
                    <a:lnTo>
                      <a:pt x="436" y="506"/>
                    </a:lnTo>
                    <a:lnTo>
                      <a:pt x="461" y="352"/>
                    </a:lnTo>
                    <a:lnTo>
                      <a:pt x="474" y="455"/>
                    </a:lnTo>
                    <a:lnTo>
                      <a:pt x="493" y="519"/>
                    </a:lnTo>
                    <a:lnTo>
                      <a:pt x="512" y="410"/>
                    </a:lnTo>
                    <a:lnTo>
                      <a:pt x="532" y="186"/>
                    </a:lnTo>
                    <a:lnTo>
                      <a:pt x="544" y="231"/>
                    </a:lnTo>
                    <a:lnTo>
                      <a:pt x="570" y="148"/>
                    </a:lnTo>
                    <a:lnTo>
                      <a:pt x="576" y="301"/>
                    </a:lnTo>
                    <a:lnTo>
                      <a:pt x="576" y="730"/>
                    </a:lnTo>
                    <a:lnTo>
                      <a:pt x="647" y="0"/>
                    </a:lnTo>
                    <a:lnTo>
                      <a:pt x="647" y="250"/>
                    </a:lnTo>
                    <a:lnTo>
                      <a:pt x="660" y="333"/>
                    </a:lnTo>
                    <a:lnTo>
                      <a:pt x="685" y="192"/>
                    </a:lnTo>
                    <a:lnTo>
                      <a:pt x="711" y="340"/>
                    </a:lnTo>
                    <a:lnTo>
                      <a:pt x="698" y="429"/>
                    </a:lnTo>
                    <a:lnTo>
                      <a:pt x="717" y="461"/>
                    </a:lnTo>
                  </a:path>
                </a:pathLst>
              </a:custGeom>
              <a:noFill/>
              <a:ln w="9525">
                <a:solidFill>
                  <a:srgbClr val="0079F2"/>
                </a:solidFill>
                <a:round/>
                <a:headEnd/>
                <a:tailEnd/>
              </a:ln>
            </p:spPr>
            <p:txBody>
              <a:bodyPr/>
              <a:lstStyle/>
              <a:p>
                <a:endParaRPr lang="en-GB" sz="1600"/>
              </a:p>
            </p:txBody>
          </p:sp>
          <p:sp>
            <p:nvSpPr>
              <p:cNvPr id="4138" name="Freeform 80"/>
              <p:cNvSpPr>
                <a:spLocks/>
              </p:cNvSpPr>
              <p:nvPr/>
            </p:nvSpPr>
            <p:spPr bwMode="auto">
              <a:xfrm flipH="1">
                <a:off x="4077" y="1119"/>
                <a:ext cx="313" cy="756"/>
              </a:xfrm>
              <a:custGeom>
                <a:avLst/>
                <a:gdLst>
                  <a:gd name="T0" fmla="*/ 0 w 717"/>
                  <a:gd name="T1" fmla="*/ 756 h 756"/>
                  <a:gd name="T2" fmla="*/ 4 w 717"/>
                  <a:gd name="T3" fmla="*/ 167 h 756"/>
                  <a:gd name="T4" fmla="*/ 5 w 717"/>
                  <a:gd name="T5" fmla="*/ 384 h 756"/>
                  <a:gd name="T6" fmla="*/ 7 w 717"/>
                  <a:gd name="T7" fmla="*/ 103 h 756"/>
                  <a:gd name="T8" fmla="*/ 10 w 717"/>
                  <a:gd name="T9" fmla="*/ 519 h 756"/>
                  <a:gd name="T10" fmla="*/ 11 w 717"/>
                  <a:gd name="T11" fmla="*/ 487 h 756"/>
                  <a:gd name="T12" fmla="*/ 11 w 717"/>
                  <a:gd name="T13" fmla="*/ 359 h 756"/>
                  <a:gd name="T14" fmla="*/ 14 w 717"/>
                  <a:gd name="T15" fmla="*/ 71 h 756"/>
                  <a:gd name="T16" fmla="*/ 16 w 717"/>
                  <a:gd name="T17" fmla="*/ 244 h 756"/>
                  <a:gd name="T18" fmla="*/ 17 w 717"/>
                  <a:gd name="T19" fmla="*/ 96 h 756"/>
                  <a:gd name="T20" fmla="*/ 18 w 717"/>
                  <a:gd name="T21" fmla="*/ 615 h 756"/>
                  <a:gd name="T22" fmla="*/ 21 w 717"/>
                  <a:gd name="T23" fmla="*/ 397 h 756"/>
                  <a:gd name="T24" fmla="*/ 24 w 717"/>
                  <a:gd name="T25" fmla="*/ 519 h 756"/>
                  <a:gd name="T26" fmla="*/ 25 w 717"/>
                  <a:gd name="T27" fmla="*/ 308 h 756"/>
                  <a:gd name="T28" fmla="*/ 28 w 717"/>
                  <a:gd name="T29" fmla="*/ 442 h 756"/>
                  <a:gd name="T30" fmla="*/ 29 w 717"/>
                  <a:gd name="T31" fmla="*/ 352 h 756"/>
                  <a:gd name="T32" fmla="*/ 30 w 717"/>
                  <a:gd name="T33" fmla="*/ 384 h 756"/>
                  <a:gd name="T34" fmla="*/ 31 w 717"/>
                  <a:gd name="T35" fmla="*/ 135 h 756"/>
                  <a:gd name="T36" fmla="*/ 33 w 717"/>
                  <a:gd name="T37" fmla="*/ 301 h 756"/>
                  <a:gd name="T38" fmla="*/ 32 w 717"/>
                  <a:gd name="T39" fmla="*/ 519 h 756"/>
                  <a:gd name="T40" fmla="*/ 34 w 717"/>
                  <a:gd name="T41" fmla="*/ 679 h 756"/>
                  <a:gd name="T42" fmla="*/ 36 w 717"/>
                  <a:gd name="T43" fmla="*/ 628 h 756"/>
                  <a:gd name="T44" fmla="*/ 37 w 717"/>
                  <a:gd name="T45" fmla="*/ 480 h 756"/>
                  <a:gd name="T46" fmla="*/ 38 w 717"/>
                  <a:gd name="T47" fmla="*/ 391 h 756"/>
                  <a:gd name="T48" fmla="*/ 36 w 717"/>
                  <a:gd name="T49" fmla="*/ 506 h 756"/>
                  <a:gd name="T50" fmla="*/ 38 w 717"/>
                  <a:gd name="T51" fmla="*/ 352 h 756"/>
                  <a:gd name="T52" fmla="*/ 39 w 717"/>
                  <a:gd name="T53" fmla="*/ 455 h 756"/>
                  <a:gd name="T54" fmla="*/ 41 w 717"/>
                  <a:gd name="T55" fmla="*/ 519 h 756"/>
                  <a:gd name="T56" fmla="*/ 43 w 717"/>
                  <a:gd name="T57" fmla="*/ 410 h 756"/>
                  <a:gd name="T58" fmla="*/ 44 w 717"/>
                  <a:gd name="T59" fmla="*/ 186 h 756"/>
                  <a:gd name="T60" fmla="*/ 45 w 717"/>
                  <a:gd name="T61" fmla="*/ 231 h 756"/>
                  <a:gd name="T62" fmla="*/ 48 w 717"/>
                  <a:gd name="T63" fmla="*/ 148 h 756"/>
                  <a:gd name="T64" fmla="*/ 48 w 717"/>
                  <a:gd name="T65" fmla="*/ 301 h 756"/>
                  <a:gd name="T66" fmla="*/ 48 w 717"/>
                  <a:gd name="T67" fmla="*/ 730 h 756"/>
                  <a:gd name="T68" fmla="*/ 54 w 717"/>
                  <a:gd name="T69" fmla="*/ 0 h 756"/>
                  <a:gd name="T70" fmla="*/ 54 w 717"/>
                  <a:gd name="T71" fmla="*/ 250 h 756"/>
                  <a:gd name="T72" fmla="*/ 55 w 717"/>
                  <a:gd name="T73" fmla="*/ 333 h 756"/>
                  <a:gd name="T74" fmla="*/ 57 w 717"/>
                  <a:gd name="T75" fmla="*/ 192 h 756"/>
                  <a:gd name="T76" fmla="*/ 59 w 717"/>
                  <a:gd name="T77" fmla="*/ 340 h 756"/>
                  <a:gd name="T78" fmla="*/ 58 w 717"/>
                  <a:gd name="T79" fmla="*/ 429 h 756"/>
                  <a:gd name="T80" fmla="*/ 60 w 717"/>
                  <a:gd name="T81" fmla="*/ 461 h 756"/>
                  <a:gd name="T82" fmla="*/ 0 60000 65536"/>
                  <a:gd name="T83" fmla="*/ 0 60000 65536"/>
                  <a:gd name="T84" fmla="*/ 0 60000 65536"/>
                  <a:gd name="T85" fmla="*/ 0 60000 65536"/>
                  <a:gd name="T86" fmla="*/ 0 60000 65536"/>
                  <a:gd name="T87" fmla="*/ 0 60000 65536"/>
                  <a:gd name="T88" fmla="*/ 0 60000 65536"/>
                  <a:gd name="T89" fmla="*/ 0 60000 65536"/>
                  <a:gd name="T90" fmla="*/ 0 60000 65536"/>
                  <a:gd name="T91" fmla="*/ 0 60000 65536"/>
                  <a:gd name="T92" fmla="*/ 0 60000 65536"/>
                  <a:gd name="T93" fmla="*/ 0 60000 65536"/>
                  <a:gd name="T94" fmla="*/ 0 60000 65536"/>
                  <a:gd name="T95" fmla="*/ 0 60000 65536"/>
                  <a:gd name="T96" fmla="*/ 0 60000 65536"/>
                  <a:gd name="T97" fmla="*/ 0 60000 65536"/>
                  <a:gd name="T98" fmla="*/ 0 60000 65536"/>
                  <a:gd name="T99" fmla="*/ 0 60000 65536"/>
                  <a:gd name="T100" fmla="*/ 0 60000 65536"/>
                  <a:gd name="T101" fmla="*/ 0 60000 65536"/>
                  <a:gd name="T102" fmla="*/ 0 60000 65536"/>
                  <a:gd name="T103" fmla="*/ 0 60000 65536"/>
                  <a:gd name="T104" fmla="*/ 0 60000 65536"/>
                  <a:gd name="T105" fmla="*/ 0 60000 65536"/>
                  <a:gd name="T106" fmla="*/ 0 60000 65536"/>
                  <a:gd name="T107" fmla="*/ 0 60000 65536"/>
                  <a:gd name="T108" fmla="*/ 0 60000 65536"/>
                  <a:gd name="T109" fmla="*/ 0 60000 65536"/>
                  <a:gd name="T110" fmla="*/ 0 60000 65536"/>
                  <a:gd name="T111" fmla="*/ 0 60000 65536"/>
                  <a:gd name="T112" fmla="*/ 0 60000 65536"/>
                  <a:gd name="T113" fmla="*/ 0 60000 65536"/>
                  <a:gd name="T114" fmla="*/ 0 60000 65536"/>
                  <a:gd name="T115" fmla="*/ 0 60000 65536"/>
                  <a:gd name="T116" fmla="*/ 0 60000 65536"/>
                  <a:gd name="T117" fmla="*/ 0 60000 65536"/>
                  <a:gd name="T118" fmla="*/ 0 60000 65536"/>
                  <a:gd name="T119" fmla="*/ 0 60000 65536"/>
                  <a:gd name="T120" fmla="*/ 0 60000 65536"/>
                  <a:gd name="T121" fmla="*/ 0 60000 65536"/>
                  <a:gd name="T122" fmla="*/ 0 60000 65536"/>
                  <a:gd name="T123" fmla="*/ 0 w 717"/>
                  <a:gd name="T124" fmla="*/ 0 h 756"/>
                  <a:gd name="T125" fmla="*/ 717 w 717"/>
                  <a:gd name="T126" fmla="*/ 756 h 756"/>
                </a:gdLst>
                <a:ahLst/>
                <a:cxnLst>
                  <a:cxn ang="T82">
                    <a:pos x="T0" y="T1"/>
                  </a:cxn>
                  <a:cxn ang="T83">
                    <a:pos x="T2" y="T3"/>
                  </a:cxn>
                  <a:cxn ang="T84">
                    <a:pos x="T4" y="T5"/>
                  </a:cxn>
                  <a:cxn ang="T85">
                    <a:pos x="T6" y="T7"/>
                  </a:cxn>
                  <a:cxn ang="T86">
                    <a:pos x="T8" y="T9"/>
                  </a:cxn>
                  <a:cxn ang="T87">
                    <a:pos x="T10" y="T11"/>
                  </a:cxn>
                  <a:cxn ang="T88">
                    <a:pos x="T12" y="T13"/>
                  </a:cxn>
                  <a:cxn ang="T89">
                    <a:pos x="T14" y="T15"/>
                  </a:cxn>
                  <a:cxn ang="T90">
                    <a:pos x="T16" y="T17"/>
                  </a:cxn>
                  <a:cxn ang="T91">
                    <a:pos x="T18" y="T19"/>
                  </a:cxn>
                  <a:cxn ang="T92">
                    <a:pos x="T20" y="T21"/>
                  </a:cxn>
                  <a:cxn ang="T93">
                    <a:pos x="T22" y="T23"/>
                  </a:cxn>
                  <a:cxn ang="T94">
                    <a:pos x="T24" y="T25"/>
                  </a:cxn>
                  <a:cxn ang="T95">
                    <a:pos x="T26" y="T27"/>
                  </a:cxn>
                  <a:cxn ang="T96">
                    <a:pos x="T28" y="T29"/>
                  </a:cxn>
                  <a:cxn ang="T97">
                    <a:pos x="T30" y="T31"/>
                  </a:cxn>
                  <a:cxn ang="T98">
                    <a:pos x="T32" y="T33"/>
                  </a:cxn>
                  <a:cxn ang="T99">
                    <a:pos x="T34" y="T35"/>
                  </a:cxn>
                  <a:cxn ang="T100">
                    <a:pos x="T36" y="T37"/>
                  </a:cxn>
                  <a:cxn ang="T101">
                    <a:pos x="T38" y="T39"/>
                  </a:cxn>
                  <a:cxn ang="T102">
                    <a:pos x="T40" y="T41"/>
                  </a:cxn>
                  <a:cxn ang="T103">
                    <a:pos x="T42" y="T43"/>
                  </a:cxn>
                  <a:cxn ang="T104">
                    <a:pos x="T44" y="T45"/>
                  </a:cxn>
                  <a:cxn ang="T105">
                    <a:pos x="T46" y="T47"/>
                  </a:cxn>
                  <a:cxn ang="T106">
                    <a:pos x="T48" y="T49"/>
                  </a:cxn>
                  <a:cxn ang="T107">
                    <a:pos x="T50" y="T51"/>
                  </a:cxn>
                  <a:cxn ang="T108">
                    <a:pos x="T52" y="T53"/>
                  </a:cxn>
                  <a:cxn ang="T109">
                    <a:pos x="T54" y="T55"/>
                  </a:cxn>
                  <a:cxn ang="T110">
                    <a:pos x="T56" y="T57"/>
                  </a:cxn>
                  <a:cxn ang="T111">
                    <a:pos x="T58" y="T59"/>
                  </a:cxn>
                  <a:cxn ang="T112">
                    <a:pos x="T60" y="T61"/>
                  </a:cxn>
                  <a:cxn ang="T113">
                    <a:pos x="T62" y="T63"/>
                  </a:cxn>
                  <a:cxn ang="T114">
                    <a:pos x="T64" y="T65"/>
                  </a:cxn>
                  <a:cxn ang="T115">
                    <a:pos x="T66" y="T67"/>
                  </a:cxn>
                  <a:cxn ang="T116">
                    <a:pos x="T68" y="T69"/>
                  </a:cxn>
                  <a:cxn ang="T117">
                    <a:pos x="T70" y="T71"/>
                  </a:cxn>
                  <a:cxn ang="T118">
                    <a:pos x="T72" y="T73"/>
                  </a:cxn>
                  <a:cxn ang="T119">
                    <a:pos x="T74" y="T75"/>
                  </a:cxn>
                  <a:cxn ang="T120">
                    <a:pos x="T76" y="T77"/>
                  </a:cxn>
                  <a:cxn ang="T121">
                    <a:pos x="T78" y="T79"/>
                  </a:cxn>
                  <a:cxn ang="T122">
                    <a:pos x="T80" y="T81"/>
                  </a:cxn>
                </a:cxnLst>
                <a:rect l="T123" t="T124" r="T125" b="T126"/>
                <a:pathLst>
                  <a:path w="717" h="756">
                    <a:moveTo>
                      <a:pt x="0" y="756"/>
                    </a:moveTo>
                    <a:lnTo>
                      <a:pt x="52" y="167"/>
                    </a:lnTo>
                    <a:lnTo>
                      <a:pt x="64" y="384"/>
                    </a:lnTo>
                    <a:lnTo>
                      <a:pt x="90" y="103"/>
                    </a:lnTo>
                    <a:lnTo>
                      <a:pt x="116" y="519"/>
                    </a:lnTo>
                    <a:lnTo>
                      <a:pt x="135" y="487"/>
                    </a:lnTo>
                    <a:lnTo>
                      <a:pt x="135" y="359"/>
                    </a:lnTo>
                    <a:lnTo>
                      <a:pt x="167" y="71"/>
                    </a:lnTo>
                    <a:lnTo>
                      <a:pt x="192" y="244"/>
                    </a:lnTo>
                    <a:lnTo>
                      <a:pt x="205" y="96"/>
                    </a:lnTo>
                    <a:lnTo>
                      <a:pt x="218" y="615"/>
                    </a:lnTo>
                    <a:lnTo>
                      <a:pt x="244" y="397"/>
                    </a:lnTo>
                    <a:lnTo>
                      <a:pt x="282" y="519"/>
                    </a:lnTo>
                    <a:lnTo>
                      <a:pt x="308" y="308"/>
                    </a:lnTo>
                    <a:lnTo>
                      <a:pt x="333" y="442"/>
                    </a:lnTo>
                    <a:lnTo>
                      <a:pt x="346" y="352"/>
                    </a:lnTo>
                    <a:lnTo>
                      <a:pt x="365" y="384"/>
                    </a:lnTo>
                    <a:lnTo>
                      <a:pt x="378" y="135"/>
                    </a:lnTo>
                    <a:lnTo>
                      <a:pt x="391" y="301"/>
                    </a:lnTo>
                    <a:lnTo>
                      <a:pt x="384" y="519"/>
                    </a:lnTo>
                    <a:lnTo>
                      <a:pt x="404" y="679"/>
                    </a:lnTo>
                    <a:lnTo>
                      <a:pt x="429" y="628"/>
                    </a:lnTo>
                    <a:lnTo>
                      <a:pt x="442" y="480"/>
                    </a:lnTo>
                    <a:lnTo>
                      <a:pt x="455" y="391"/>
                    </a:lnTo>
                    <a:lnTo>
                      <a:pt x="436" y="506"/>
                    </a:lnTo>
                    <a:lnTo>
                      <a:pt x="461" y="352"/>
                    </a:lnTo>
                    <a:lnTo>
                      <a:pt x="474" y="455"/>
                    </a:lnTo>
                    <a:lnTo>
                      <a:pt x="493" y="519"/>
                    </a:lnTo>
                    <a:lnTo>
                      <a:pt x="512" y="410"/>
                    </a:lnTo>
                    <a:lnTo>
                      <a:pt x="532" y="186"/>
                    </a:lnTo>
                    <a:lnTo>
                      <a:pt x="544" y="231"/>
                    </a:lnTo>
                    <a:lnTo>
                      <a:pt x="570" y="148"/>
                    </a:lnTo>
                    <a:lnTo>
                      <a:pt x="576" y="301"/>
                    </a:lnTo>
                    <a:lnTo>
                      <a:pt x="576" y="730"/>
                    </a:lnTo>
                    <a:lnTo>
                      <a:pt x="647" y="0"/>
                    </a:lnTo>
                    <a:lnTo>
                      <a:pt x="647" y="250"/>
                    </a:lnTo>
                    <a:lnTo>
                      <a:pt x="660" y="333"/>
                    </a:lnTo>
                    <a:lnTo>
                      <a:pt x="685" y="192"/>
                    </a:lnTo>
                    <a:lnTo>
                      <a:pt x="711" y="340"/>
                    </a:lnTo>
                    <a:lnTo>
                      <a:pt x="698" y="429"/>
                    </a:lnTo>
                    <a:lnTo>
                      <a:pt x="717" y="461"/>
                    </a:lnTo>
                  </a:path>
                </a:pathLst>
              </a:custGeom>
              <a:noFill/>
              <a:ln w="9525">
                <a:solidFill>
                  <a:srgbClr val="0079F2"/>
                </a:solidFill>
                <a:round/>
                <a:headEnd/>
                <a:tailEnd/>
              </a:ln>
            </p:spPr>
            <p:txBody>
              <a:bodyPr/>
              <a:lstStyle/>
              <a:p>
                <a:endParaRPr lang="en-GB" sz="1600"/>
              </a:p>
            </p:txBody>
          </p:sp>
          <p:sp>
            <p:nvSpPr>
              <p:cNvPr id="4139" name="Freeform 81"/>
              <p:cNvSpPr>
                <a:spLocks/>
              </p:cNvSpPr>
              <p:nvPr/>
            </p:nvSpPr>
            <p:spPr bwMode="auto">
              <a:xfrm flipV="1">
                <a:off x="4385" y="1138"/>
                <a:ext cx="313" cy="756"/>
              </a:xfrm>
              <a:custGeom>
                <a:avLst/>
                <a:gdLst>
                  <a:gd name="T0" fmla="*/ 0 w 717"/>
                  <a:gd name="T1" fmla="*/ 756 h 756"/>
                  <a:gd name="T2" fmla="*/ 4 w 717"/>
                  <a:gd name="T3" fmla="*/ 167 h 756"/>
                  <a:gd name="T4" fmla="*/ 5 w 717"/>
                  <a:gd name="T5" fmla="*/ 384 h 756"/>
                  <a:gd name="T6" fmla="*/ 7 w 717"/>
                  <a:gd name="T7" fmla="*/ 103 h 756"/>
                  <a:gd name="T8" fmla="*/ 10 w 717"/>
                  <a:gd name="T9" fmla="*/ 519 h 756"/>
                  <a:gd name="T10" fmla="*/ 11 w 717"/>
                  <a:gd name="T11" fmla="*/ 487 h 756"/>
                  <a:gd name="T12" fmla="*/ 11 w 717"/>
                  <a:gd name="T13" fmla="*/ 359 h 756"/>
                  <a:gd name="T14" fmla="*/ 14 w 717"/>
                  <a:gd name="T15" fmla="*/ 71 h 756"/>
                  <a:gd name="T16" fmla="*/ 16 w 717"/>
                  <a:gd name="T17" fmla="*/ 244 h 756"/>
                  <a:gd name="T18" fmla="*/ 17 w 717"/>
                  <a:gd name="T19" fmla="*/ 96 h 756"/>
                  <a:gd name="T20" fmla="*/ 18 w 717"/>
                  <a:gd name="T21" fmla="*/ 615 h 756"/>
                  <a:gd name="T22" fmla="*/ 21 w 717"/>
                  <a:gd name="T23" fmla="*/ 397 h 756"/>
                  <a:gd name="T24" fmla="*/ 24 w 717"/>
                  <a:gd name="T25" fmla="*/ 519 h 756"/>
                  <a:gd name="T26" fmla="*/ 25 w 717"/>
                  <a:gd name="T27" fmla="*/ 308 h 756"/>
                  <a:gd name="T28" fmla="*/ 28 w 717"/>
                  <a:gd name="T29" fmla="*/ 442 h 756"/>
                  <a:gd name="T30" fmla="*/ 29 w 717"/>
                  <a:gd name="T31" fmla="*/ 352 h 756"/>
                  <a:gd name="T32" fmla="*/ 30 w 717"/>
                  <a:gd name="T33" fmla="*/ 384 h 756"/>
                  <a:gd name="T34" fmla="*/ 31 w 717"/>
                  <a:gd name="T35" fmla="*/ 135 h 756"/>
                  <a:gd name="T36" fmla="*/ 33 w 717"/>
                  <a:gd name="T37" fmla="*/ 301 h 756"/>
                  <a:gd name="T38" fmla="*/ 32 w 717"/>
                  <a:gd name="T39" fmla="*/ 519 h 756"/>
                  <a:gd name="T40" fmla="*/ 34 w 717"/>
                  <a:gd name="T41" fmla="*/ 679 h 756"/>
                  <a:gd name="T42" fmla="*/ 36 w 717"/>
                  <a:gd name="T43" fmla="*/ 628 h 756"/>
                  <a:gd name="T44" fmla="*/ 37 w 717"/>
                  <a:gd name="T45" fmla="*/ 480 h 756"/>
                  <a:gd name="T46" fmla="*/ 38 w 717"/>
                  <a:gd name="T47" fmla="*/ 391 h 756"/>
                  <a:gd name="T48" fmla="*/ 36 w 717"/>
                  <a:gd name="T49" fmla="*/ 506 h 756"/>
                  <a:gd name="T50" fmla="*/ 38 w 717"/>
                  <a:gd name="T51" fmla="*/ 352 h 756"/>
                  <a:gd name="T52" fmla="*/ 39 w 717"/>
                  <a:gd name="T53" fmla="*/ 455 h 756"/>
                  <a:gd name="T54" fmla="*/ 41 w 717"/>
                  <a:gd name="T55" fmla="*/ 519 h 756"/>
                  <a:gd name="T56" fmla="*/ 43 w 717"/>
                  <a:gd name="T57" fmla="*/ 410 h 756"/>
                  <a:gd name="T58" fmla="*/ 44 w 717"/>
                  <a:gd name="T59" fmla="*/ 186 h 756"/>
                  <a:gd name="T60" fmla="*/ 45 w 717"/>
                  <a:gd name="T61" fmla="*/ 231 h 756"/>
                  <a:gd name="T62" fmla="*/ 48 w 717"/>
                  <a:gd name="T63" fmla="*/ 148 h 756"/>
                  <a:gd name="T64" fmla="*/ 48 w 717"/>
                  <a:gd name="T65" fmla="*/ 301 h 756"/>
                  <a:gd name="T66" fmla="*/ 48 w 717"/>
                  <a:gd name="T67" fmla="*/ 730 h 756"/>
                  <a:gd name="T68" fmla="*/ 54 w 717"/>
                  <a:gd name="T69" fmla="*/ 0 h 756"/>
                  <a:gd name="T70" fmla="*/ 54 w 717"/>
                  <a:gd name="T71" fmla="*/ 250 h 756"/>
                  <a:gd name="T72" fmla="*/ 55 w 717"/>
                  <a:gd name="T73" fmla="*/ 333 h 756"/>
                  <a:gd name="T74" fmla="*/ 57 w 717"/>
                  <a:gd name="T75" fmla="*/ 192 h 756"/>
                  <a:gd name="T76" fmla="*/ 59 w 717"/>
                  <a:gd name="T77" fmla="*/ 340 h 756"/>
                  <a:gd name="T78" fmla="*/ 58 w 717"/>
                  <a:gd name="T79" fmla="*/ 429 h 756"/>
                  <a:gd name="T80" fmla="*/ 60 w 717"/>
                  <a:gd name="T81" fmla="*/ 461 h 756"/>
                  <a:gd name="T82" fmla="*/ 0 60000 65536"/>
                  <a:gd name="T83" fmla="*/ 0 60000 65536"/>
                  <a:gd name="T84" fmla="*/ 0 60000 65536"/>
                  <a:gd name="T85" fmla="*/ 0 60000 65536"/>
                  <a:gd name="T86" fmla="*/ 0 60000 65536"/>
                  <a:gd name="T87" fmla="*/ 0 60000 65536"/>
                  <a:gd name="T88" fmla="*/ 0 60000 65536"/>
                  <a:gd name="T89" fmla="*/ 0 60000 65536"/>
                  <a:gd name="T90" fmla="*/ 0 60000 65536"/>
                  <a:gd name="T91" fmla="*/ 0 60000 65536"/>
                  <a:gd name="T92" fmla="*/ 0 60000 65536"/>
                  <a:gd name="T93" fmla="*/ 0 60000 65536"/>
                  <a:gd name="T94" fmla="*/ 0 60000 65536"/>
                  <a:gd name="T95" fmla="*/ 0 60000 65536"/>
                  <a:gd name="T96" fmla="*/ 0 60000 65536"/>
                  <a:gd name="T97" fmla="*/ 0 60000 65536"/>
                  <a:gd name="T98" fmla="*/ 0 60000 65536"/>
                  <a:gd name="T99" fmla="*/ 0 60000 65536"/>
                  <a:gd name="T100" fmla="*/ 0 60000 65536"/>
                  <a:gd name="T101" fmla="*/ 0 60000 65536"/>
                  <a:gd name="T102" fmla="*/ 0 60000 65536"/>
                  <a:gd name="T103" fmla="*/ 0 60000 65536"/>
                  <a:gd name="T104" fmla="*/ 0 60000 65536"/>
                  <a:gd name="T105" fmla="*/ 0 60000 65536"/>
                  <a:gd name="T106" fmla="*/ 0 60000 65536"/>
                  <a:gd name="T107" fmla="*/ 0 60000 65536"/>
                  <a:gd name="T108" fmla="*/ 0 60000 65536"/>
                  <a:gd name="T109" fmla="*/ 0 60000 65536"/>
                  <a:gd name="T110" fmla="*/ 0 60000 65536"/>
                  <a:gd name="T111" fmla="*/ 0 60000 65536"/>
                  <a:gd name="T112" fmla="*/ 0 60000 65536"/>
                  <a:gd name="T113" fmla="*/ 0 60000 65536"/>
                  <a:gd name="T114" fmla="*/ 0 60000 65536"/>
                  <a:gd name="T115" fmla="*/ 0 60000 65536"/>
                  <a:gd name="T116" fmla="*/ 0 60000 65536"/>
                  <a:gd name="T117" fmla="*/ 0 60000 65536"/>
                  <a:gd name="T118" fmla="*/ 0 60000 65536"/>
                  <a:gd name="T119" fmla="*/ 0 60000 65536"/>
                  <a:gd name="T120" fmla="*/ 0 60000 65536"/>
                  <a:gd name="T121" fmla="*/ 0 60000 65536"/>
                  <a:gd name="T122" fmla="*/ 0 60000 65536"/>
                  <a:gd name="T123" fmla="*/ 0 w 717"/>
                  <a:gd name="T124" fmla="*/ 0 h 756"/>
                  <a:gd name="T125" fmla="*/ 717 w 717"/>
                  <a:gd name="T126" fmla="*/ 756 h 756"/>
                </a:gdLst>
                <a:ahLst/>
                <a:cxnLst>
                  <a:cxn ang="T82">
                    <a:pos x="T0" y="T1"/>
                  </a:cxn>
                  <a:cxn ang="T83">
                    <a:pos x="T2" y="T3"/>
                  </a:cxn>
                  <a:cxn ang="T84">
                    <a:pos x="T4" y="T5"/>
                  </a:cxn>
                  <a:cxn ang="T85">
                    <a:pos x="T6" y="T7"/>
                  </a:cxn>
                  <a:cxn ang="T86">
                    <a:pos x="T8" y="T9"/>
                  </a:cxn>
                  <a:cxn ang="T87">
                    <a:pos x="T10" y="T11"/>
                  </a:cxn>
                  <a:cxn ang="T88">
                    <a:pos x="T12" y="T13"/>
                  </a:cxn>
                  <a:cxn ang="T89">
                    <a:pos x="T14" y="T15"/>
                  </a:cxn>
                  <a:cxn ang="T90">
                    <a:pos x="T16" y="T17"/>
                  </a:cxn>
                  <a:cxn ang="T91">
                    <a:pos x="T18" y="T19"/>
                  </a:cxn>
                  <a:cxn ang="T92">
                    <a:pos x="T20" y="T21"/>
                  </a:cxn>
                  <a:cxn ang="T93">
                    <a:pos x="T22" y="T23"/>
                  </a:cxn>
                  <a:cxn ang="T94">
                    <a:pos x="T24" y="T25"/>
                  </a:cxn>
                  <a:cxn ang="T95">
                    <a:pos x="T26" y="T27"/>
                  </a:cxn>
                  <a:cxn ang="T96">
                    <a:pos x="T28" y="T29"/>
                  </a:cxn>
                  <a:cxn ang="T97">
                    <a:pos x="T30" y="T31"/>
                  </a:cxn>
                  <a:cxn ang="T98">
                    <a:pos x="T32" y="T33"/>
                  </a:cxn>
                  <a:cxn ang="T99">
                    <a:pos x="T34" y="T35"/>
                  </a:cxn>
                  <a:cxn ang="T100">
                    <a:pos x="T36" y="T37"/>
                  </a:cxn>
                  <a:cxn ang="T101">
                    <a:pos x="T38" y="T39"/>
                  </a:cxn>
                  <a:cxn ang="T102">
                    <a:pos x="T40" y="T41"/>
                  </a:cxn>
                  <a:cxn ang="T103">
                    <a:pos x="T42" y="T43"/>
                  </a:cxn>
                  <a:cxn ang="T104">
                    <a:pos x="T44" y="T45"/>
                  </a:cxn>
                  <a:cxn ang="T105">
                    <a:pos x="T46" y="T47"/>
                  </a:cxn>
                  <a:cxn ang="T106">
                    <a:pos x="T48" y="T49"/>
                  </a:cxn>
                  <a:cxn ang="T107">
                    <a:pos x="T50" y="T51"/>
                  </a:cxn>
                  <a:cxn ang="T108">
                    <a:pos x="T52" y="T53"/>
                  </a:cxn>
                  <a:cxn ang="T109">
                    <a:pos x="T54" y="T55"/>
                  </a:cxn>
                  <a:cxn ang="T110">
                    <a:pos x="T56" y="T57"/>
                  </a:cxn>
                  <a:cxn ang="T111">
                    <a:pos x="T58" y="T59"/>
                  </a:cxn>
                  <a:cxn ang="T112">
                    <a:pos x="T60" y="T61"/>
                  </a:cxn>
                  <a:cxn ang="T113">
                    <a:pos x="T62" y="T63"/>
                  </a:cxn>
                  <a:cxn ang="T114">
                    <a:pos x="T64" y="T65"/>
                  </a:cxn>
                  <a:cxn ang="T115">
                    <a:pos x="T66" y="T67"/>
                  </a:cxn>
                  <a:cxn ang="T116">
                    <a:pos x="T68" y="T69"/>
                  </a:cxn>
                  <a:cxn ang="T117">
                    <a:pos x="T70" y="T71"/>
                  </a:cxn>
                  <a:cxn ang="T118">
                    <a:pos x="T72" y="T73"/>
                  </a:cxn>
                  <a:cxn ang="T119">
                    <a:pos x="T74" y="T75"/>
                  </a:cxn>
                  <a:cxn ang="T120">
                    <a:pos x="T76" y="T77"/>
                  </a:cxn>
                  <a:cxn ang="T121">
                    <a:pos x="T78" y="T79"/>
                  </a:cxn>
                  <a:cxn ang="T122">
                    <a:pos x="T80" y="T81"/>
                  </a:cxn>
                </a:cxnLst>
                <a:rect l="T123" t="T124" r="T125" b="T126"/>
                <a:pathLst>
                  <a:path w="717" h="756">
                    <a:moveTo>
                      <a:pt x="0" y="756"/>
                    </a:moveTo>
                    <a:lnTo>
                      <a:pt x="52" y="167"/>
                    </a:lnTo>
                    <a:lnTo>
                      <a:pt x="64" y="384"/>
                    </a:lnTo>
                    <a:lnTo>
                      <a:pt x="90" y="103"/>
                    </a:lnTo>
                    <a:lnTo>
                      <a:pt x="116" y="519"/>
                    </a:lnTo>
                    <a:lnTo>
                      <a:pt x="135" y="487"/>
                    </a:lnTo>
                    <a:lnTo>
                      <a:pt x="135" y="359"/>
                    </a:lnTo>
                    <a:lnTo>
                      <a:pt x="167" y="71"/>
                    </a:lnTo>
                    <a:lnTo>
                      <a:pt x="192" y="244"/>
                    </a:lnTo>
                    <a:lnTo>
                      <a:pt x="205" y="96"/>
                    </a:lnTo>
                    <a:lnTo>
                      <a:pt x="218" y="615"/>
                    </a:lnTo>
                    <a:lnTo>
                      <a:pt x="244" y="397"/>
                    </a:lnTo>
                    <a:lnTo>
                      <a:pt x="282" y="519"/>
                    </a:lnTo>
                    <a:lnTo>
                      <a:pt x="308" y="308"/>
                    </a:lnTo>
                    <a:lnTo>
                      <a:pt x="333" y="442"/>
                    </a:lnTo>
                    <a:lnTo>
                      <a:pt x="346" y="352"/>
                    </a:lnTo>
                    <a:lnTo>
                      <a:pt x="365" y="384"/>
                    </a:lnTo>
                    <a:lnTo>
                      <a:pt x="378" y="135"/>
                    </a:lnTo>
                    <a:lnTo>
                      <a:pt x="391" y="301"/>
                    </a:lnTo>
                    <a:lnTo>
                      <a:pt x="384" y="519"/>
                    </a:lnTo>
                    <a:lnTo>
                      <a:pt x="404" y="679"/>
                    </a:lnTo>
                    <a:lnTo>
                      <a:pt x="429" y="628"/>
                    </a:lnTo>
                    <a:lnTo>
                      <a:pt x="442" y="480"/>
                    </a:lnTo>
                    <a:lnTo>
                      <a:pt x="455" y="391"/>
                    </a:lnTo>
                    <a:lnTo>
                      <a:pt x="436" y="506"/>
                    </a:lnTo>
                    <a:lnTo>
                      <a:pt x="461" y="352"/>
                    </a:lnTo>
                    <a:lnTo>
                      <a:pt x="474" y="455"/>
                    </a:lnTo>
                    <a:lnTo>
                      <a:pt x="493" y="519"/>
                    </a:lnTo>
                    <a:lnTo>
                      <a:pt x="512" y="410"/>
                    </a:lnTo>
                    <a:lnTo>
                      <a:pt x="532" y="186"/>
                    </a:lnTo>
                    <a:lnTo>
                      <a:pt x="544" y="231"/>
                    </a:lnTo>
                    <a:lnTo>
                      <a:pt x="570" y="148"/>
                    </a:lnTo>
                    <a:lnTo>
                      <a:pt x="576" y="301"/>
                    </a:lnTo>
                    <a:lnTo>
                      <a:pt x="576" y="730"/>
                    </a:lnTo>
                    <a:lnTo>
                      <a:pt x="647" y="0"/>
                    </a:lnTo>
                    <a:lnTo>
                      <a:pt x="647" y="250"/>
                    </a:lnTo>
                    <a:lnTo>
                      <a:pt x="660" y="333"/>
                    </a:lnTo>
                    <a:lnTo>
                      <a:pt x="685" y="192"/>
                    </a:lnTo>
                    <a:lnTo>
                      <a:pt x="711" y="340"/>
                    </a:lnTo>
                    <a:lnTo>
                      <a:pt x="698" y="429"/>
                    </a:lnTo>
                    <a:lnTo>
                      <a:pt x="717" y="461"/>
                    </a:lnTo>
                  </a:path>
                </a:pathLst>
              </a:custGeom>
              <a:noFill/>
              <a:ln w="9525">
                <a:solidFill>
                  <a:srgbClr val="0079F2"/>
                </a:solidFill>
                <a:round/>
                <a:headEnd/>
                <a:tailEnd/>
              </a:ln>
            </p:spPr>
            <p:txBody>
              <a:bodyPr/>
              <a:lstStyle/>
              <a:p>
                <a:endParaRPr lang="en-GB" sz="1600"/>
              </a:p>
            </p:txBody>
          </p:sp>
          <p:sp>
            <p:nvSpPr>
              <p:cNvPr id="4140" name="Freeform 82"/>
              <p:cNvSpPr>
                <a:spLocks/>
              </p:cNvSpPr>
              <p:nvPr/>
            </p:nvSpPr>
            <p:spPr bwMode="auto">
              <a:xfrm flipH="1">
                <a:off x="4698" y="1100"/>
                <a:ext cx="313" cy="756"/>
              </a:xfrm>
              <a:custGeom>
                <a:avLst/>
                <a:gdLst>
                  <a:gd name="T0" fmla="*/ 0 w 717"/>
                  <a:gd name="T1" fmla="*/ 756 h 756"/>
                  <a:gd name="T2" fmla="*/ 4 w 717"/>
                  <a:gd name="T3" fmla="*/ 167 h 756"/>
                  <a:gd name="T4" fmla="*/ 5 w 717"/>
                  <a:gd name="T5" fmla="*/ 384 h 756"/>
                  <a:gd name="T6" fmla="*/ 7 w 717"/>
                  <a:gd name="T7" fmla="*/ 103 h 756"/>
                  <a:gd name="T8" fmla="*/ 10 w 717"/>
                  <a:gd name="T9" fmla="*/ 519 h 756"/>
                  <a:gd name="T10" fmla="*/ 11 w 717"/>
                  <a:gd name="T11" fmla="*/ 487 h 756"/>
                  <a:gd name="T12" fmla="*/ 11 w 717"/>
                  <a:gd name="T13" fmla="*/ 359 h 756"/>
                  <a:gd name="T14" fmla="*/ 14 w 717"/>
                  <a:gd name="T15" fmla="*/ 71 h 756"/>
                  <a:gd name="T16" fmla="*/ 16 w 717"/>
                  <a:gd name="T17" fmla="*/ 244 h 756"/>
                  <a:gd name="T18" fmla="*/ 17 w 717"/>
                  <a:gd name="T19" fmla="*/ 96 h 756"/>
                  <a:gd name="T20" fmla="*/ 18 w 717"/>
                  <a:gd name="T21" fmla="*/ 615 h 756"/>
                  <a:gd name="T22" fmla="*/ 21 w 717"/>
                  <a:gd name="T23" fmla="*/ 397 h 756"/>
                  <a:gd name="T24" fmla="*/ 24 w 717"/>
                  <a:gd name="T25" fmla="*/ 519 h 756"/>
                  <a:gd name="T26" fmla="*/ 25 w 717"/>
                  <a:gd name="T27" fmla="*/ 308 h 756"/>
                  <a:gd name="T28" fmla="*/ 28 w 717"/>
                  <a:gd name="T29" fmla="*/ 442 h 756"/>
                  <a:gd name="T30" fmla="*/ 29 w 717"/>
                  <a:gd name="T31" fmla="*/ 352 h 756"/>
                  <a:gd name="T32" fmla="*/ 30 w 717"/>
                  <a:gd name="T33" fmla="*/ 384 h 756"/>
                  <a:gd name="T34" fmla="*/ 31 w 717"/>
                  <a:gd name="T35" fmla="*/ 135 h 756"/>
                  <a:gd name="T36" fmla="*/ 33 w 717"/>
                  <a:gd name="T37" fmla="*/ 301 h 756"/>
                  <a:gd name="T38" fmla="*/ 32 w 717"/>
                  <a:gd name="T39" fmla="*/ 519 h 756"/>
                  <a:gd name="T40" fmla="*/ 34 w 717"/>
                  <a:gd name="T41" fmla="*/ 679 h 756"/>
                  <a:gd name="T42" fmla="*/ 36 w 717"/>
                  <a:gd name="T43" fmla="*/ 628 h 756"/>
                  <a:gd name="T44" fmla="*/ 37 w 717"/>
                  <a:gd name="T45" fmla="*/ 480 h 756"/>
                  <a:gd name="T46" fmla="*/ 38 w 717"/>
                  <a:gd name="T47" fmla="*/ 391 h 756"/>
                  <a:gd name="T48" fmla="*/ 36 w 717"/>
                  <a:gd name="T49" fmla="*/ 506 h 756"/>
                  <a:gd name="T50" fmla="*/ 38 w 717"/>
                  <a:gd name="T51" fmla="*/ 352 h 756"/>
                  <a:gd name="T52" fmla="*/ 39 w 717"/>
                  <a:gd name="T53" fmla="*/ 455 h 756"/>
                  <a:gd name="T54" fmla="*/ 41 w 717"/>
                  <a:gd name="T55" fmla="*/ 519 h 756"/>
                  <a:gd name="T56" fmla="*/ 43 w 717"/>
                  <a:gd name="T57" fmla="*/ 410 h 756"/>
                  <a:gd name="T58" fmla="*/ 44 w 717"/>
                  <a:gd name="T59" fmla="*/ 186 h 756"/>
                  <a:gd name="T60" fmla="*/ 45 w 717"/>
                  <a:gd name="T61" fmla="*/ 231 h 756"/>
                  <a:gd name="T62" fmla="*/ 48 w 717"/>
                  <a:gd name="T63" fmla="*/ 148 h 756"/>
                  <a:gd name="T64" fmla="*/ 48 w 717"/>
                  <a:gd name="T65" fmla="*/ 301 h 756"/>
                  <a:gd name="T66" fmla="*/ 48 w 717"/>
                  <a:gd name="T67" fmla="*/ 730 h 756"/>
                  <a:gd name="T68" fmla="*/ 54 w 717"/>
                  <a:gd name="T69" fmla="*/ 0 h 756"/>
                  <a:gd name="T70" fmla="*/ 54 w 717"/>
                  <a:gd name="T71" fmla="*/ 250 h 756"/>
                  <a:gd name="T72" fmla="*/ 55 w 717"/>
                  <a:gd name="T73" fmla="*/ 333 h 756"/>
                  <a:gd name="T74" fmla="*/ 57 w 717"/>
                  <a:gd name="T75" fmla="*/ 192 h 756"/>
                  <a:gd name="T76" fmla="*/ 59 w 717"/>
                  <a:gd name="T77" fmla="*/ 340 h 756"/>
                  <a:gd name="T78" fmla="*/ 58 w 717"/>
                  <a:gd name="T79" fmla="*/ 429 h 756"/>
                  <a:gd name="T80" fmla="*/ 60 w 717"/>
                  <a:gd name="T81" fmla="*/ 461 h 756"/>
                  <a:gd name="T82" fmla="*/ 0 60000 65536"/>
                  <a:gd name="T83" fmla="*/ 0 60000 65536"/>
                  <a:gd name="T84" fmla="*/ 0 60000 65536"/>
                  <a:gd name="T85" fmla="*/ 0 60000 65536"/>
                  <a:gd name="T86" fmla="*/ 0 60000 65536"/>
                  <a:gd name="T87" fmla="*/ 0 60000 65536"/>
                  <a:gd name="T88" fmla="*/ 0 60000 65536"/>
                  <a:gd name="T89" fmla="*/ 0 60000 65536"/>
                  <a:gd name="T90" fmla="*/ 0 60000 65536"/>
                  <a:gd name="T91" fmla="*/ 0 60000 65536"/>
                  <a:gd name="T92" fmla="*/ 0 60000 65536"/>
                  <a:gd name="T93" fmla="*/ 0 60000 65536"/>
                  <a:gd name="T94" fmla="*/ 0 60000 65536"/>
                  <a:gd name="T95" fmla="*/ 0 60000 65536"/>
                  <a:gd name="T96" fmla="*/ 0 60000 65536"/>
                  <a:gd name="T97" fmla="*/ 0 60000 65536"/>
                  <a:gd name="T98" fmla="*/ 0 60000 65536"/>
                  <a:gd name="T99" fmla="*/ 0 60000 65536"/>
                  <a:gd name="T100" fmla="*/ 0 60000 65536"/>
                  <a:gd name="T101" fmla="*/ 0 60000 65536"/>
                  <a:gd name="T102" fmla="*/ 0 60000 65536"/>
                  <a:gd name="T103" fmla="*/ 0 60000 65536"/>
                  <a:gd name="T104" fmla="*/ 0 60000 65536"/>
                  <a:gd name="T105" fmla="*/ 0 60000 65536"/>
                  <a:gd name="T106" fmla="*/ 0 60000 65536"/>
                  <a:gd name="T107" fmla="*/ 0 60000 65536"/>
                  <a:gd name="T108" fmla="*/ 0 60000 65536"/>
                  <a:gd name="T109" fmla="*/ 0 60000 65536"/>
                  <a:gd name="T110" fmla="*/ 0 60000 65536"/>
                  <a:gd name="T111" fmla="*/ 0 60000 65536"/>
                  <a:gd name="T112" fmla="*/ 0 60000 65536"/>
                  <a:gd name="T113" fmla="*/ 0 60000 65536"/>
                  <a:gd name="T114" fmla="*/ 0 60000 65536"/>
                  <a:gd name="T115" fmla="*/ 0 60000 65536"/>
                  <a:gd name="T116" fmla="*/ 0 60000 65536"/>
                  <a:gd name="T117" fmla="*/ 0 60000 65536"/>
                  <a:gd name="T118" fmla="*/ 0 60000 65536"/>
                  <a:gd name="T119" fmla="*/ 0 60000 65536"/>
                  <a:gd name="T120" fmla="*/ 0 60000 65536"/>
                  <a:gd name="T121" fmla="*/ 0 60000 65536"/>
                  <a:gd name="T122" fmla="*/ 0 60000 65536"/>
                  <a:gd name="T123" fmla="*/ 0 w 717"/>
                  <a:gd name="T124" fmla="*/ 0 h 756"/>
                  <a:gd name="T125" fmla="*/ 717 w 717"/>
                  <a:gd name="T126" fmla="*/ 756 h 756"/>
                </a:gdLst>
                <a:ahLst/>
                <a:cxnLst>
                  <a:cxn ang="T82">
                    <a:pos x="T0" y="T1"/>
                  </a:cxn>
                  <a:cxn ang="T83">
                    <a:pos x="T2" y="T3"/>
                  </a:cxn>
                  <a:cxn ang="T84">
                    <a:pos x="T4" y="T5"/>
                  </a:cxn>
                  <a:cxn ang="T85">
                    <a:pos x="T6" y="T7"/>
                  </a:cxn>
                  <a:cxn ang="T86">
                    <a:pos x="T8" y="T9"/>
                  </a:cxn>
                  <a:cxn ang="T87">
                    <a:pos x="T10" y="T11"/>
                  </a:cxn>
                  <a:cxn ang="T88">
                    <a:pos x="T12" y="T13"/>
                  </a:cxn>
                  <a:cxn ang="T89">
                    <a:pos x="T14" y="T15"/>
                  </a:cxn>
                  <a:cxn ang="T90">
                    <a:pos x="T16" y="T17"/>
                  </a:cxn>
                  <a:cxn ang="T91">
                    <a:pos x="T18" y="T19"/>
                  </a:cxn>
                  <a:cxn ang="T92">
                    <a:pos x="T20" y="T21"/>
                  </a:cxn>
                  <a:cxn ang="T93">
                    <a:pos x="T22" y="T23"/>
                  </a:cxn>
                  <a:cxn ang="T94">
                    <a:pos x="T24" y="T25"/>
                  </a:cxn>
                  <a:cxn ang="T95">
                    <a:pos x="T26" y="T27"/>
                  </a:cxn>
                  <a:cxn ang="T96">
                    <a:pos x="T28" y="T29"/>
                  </a:cxn>
                  <a:cxn ang="T97">
                    <a:pos x="T30" y="T31"/>
                  </a:cxn>
                  <a:cxn ang="T98">
                    <a:pos x="T32" y="T33"/>
                  </a:cxn>
                  <a:cxn ang="T99">
                    <a:pos x="T34" y="T35"/>
                  </a:cxn>
                  <a:cxn ang="T100">
                    <a:pos x="T36" y="T37"/>
                  </a:cxn>
                  <a:cxn ang="T101">
                    <a:pos x="T38" y="T39"/>
                  </a:cxn>
                  <a:cxn ang="T102">
                    <a:pos x="T40" y="T41"/>
                  </a:cxn>
                  <a:cxn ang="T103">
                    <a:pos x="T42" y="T43"/>
                  </a:cxn>
                  <a:cxn ang="T104">
                    <a:pos x="T44" y="T45"/>
                  </a:cxn>
                  <a:cxn ang="T105">
                    <a:pos x="T46" y="T47"/>
                  </a:cxn>
                  <a:cxn ang="T106">
                    <a:pos x="T48" y="T49"/>
                  </a:cxn>
                  <a:cxn ang="T107">
                    <a:pos x="T50" y="T51"/>
                  </a:cxn>
                  <a:cxn ang="T108">
                    <a:pos x="T52" y="T53"/>
                  </a:cxn>
                  <a:cxn ang="T109">
                    <a:pos x="T54" y="T55"/>
                  </a:cxn>
                  <a:cxn ang="T110">
                    <a:pos x="T56" y="T57"/>
                  </a:cxn>
                  <a:cxn ang="T111">
                    <a:pos x="T58" y="T59"/>
                  </a:cxn>
                  <a:cxn ang="T112">
                    <a:pos x="T60" y="T61"/>
                  </a:cxn>
                  <a:cxn ang="T113">
                    <a:pos x="T62" y="T63"/>
                  </a:cxn>
                  <a:cxn ang="T114">
                    <a:pos x="T64" y="T65"/>
                  </a:cxn>
                  <a:cxn ang="T115">
                    <a:pos x="T66" y="T67"/>
                  </a:cxn>
                  <a:cxn ang="T116">
                    <a:pos x="T68" y="T69"/>
                  </a:cxn>
                  <a:cxn ang="T117">
                    <a:pos x="T70" y="T71"/>
                  </a:cxn>
                  <a:cxn ang="T118">
                    <a:pos x="T72" y="T73"/>
                  </a:cxn>
                  <a:cxn ang="T119">
                    <a:pos x="T74" y="T75"/>
                  </a:cxn>
                  <a:cxn ang="T120">
                    <a:pos x="T76" y="T77"/>
                  </a:cxn>
                  <a:cxn ang="T121">
                    <a:pos x="T78" y="T79"/>
                  </a:cxn>
                  <a:cxn ang="T122">
                    <a:pos x="T80" y="T81"/>
                  </a:cxn>
                </a:cxnLst>
                <a:rect l="T123" t="T124" r="T125" b="T126"/>
                <a:pathLst>
                  <a:path w="717" h="756">
                    <a:moveTo>
                      <a:pt x="0" y="756"/>
                    </a:moveTo>
                    <a:lnTo>
                      <a:pt x="52" y="167"/>
                    </a:lnTo>
                    <a:lnTo>
                      <a:pt x="64" y="384"/>
                    </a:lnTo>
                    <a:lnTo>
                      <a:pt x="90" y="103"/>
                    </a:lnTo>
                    <a:lnTo>
                      <a:pt x="116" y="519"/>
                    </a:lnTo>
                    <a:lnTo>
                      <a:pt x="135" y="487"/>
                    </a:lnTo>
                    <a:lnTo>
                      <a:pt x="135" y="359"/>
                    </a:lnTo>
                    <a:lnTo>
                      <a:pt x="167" y="71"/>
                    </a:lnTo>
                    <a:lnTo>
                      <a:pt x="192" y="244"/>
                    </a:lnTo>
                    <a:lnTo>
                      <a:pt x="205" y="96"/>
                    </a:lnTo>
                    <a:lnTo>
                      <a:pt x="218" y="615"/>
                    </a:lnTo>
                    <a:lnTo>
                      <a:pt x="244" y="397"/>
                    </a:lnTo>
                    <a:lnTo>
                      <a:pt x="282" y="519"/>
                    </a:lnTo>
                    <a:lnTo>
                      <a:pt x="308" y="308"/>
                    </a:lnTo>
                    <a:lnTo>
                      <a:pt x="333" y="442"/>
                    </a:lnTo>
                    <a:lnTo>
                      <a:pt x="346" y="352"/>
                    </a:lnTo>
                    <a:lnTo>
                      <a:pt x="365" y="384"/>
                    </a:lnTo>
                    <a:lnTo>
                      <a:pt x="378" y="135"/>
                    </a:lnTo>
                    <a:lnTo>
                      <a:pt x="391" y="301"/>
                    </a:lnTo>
                    <a:lnTo>
                      <a:pt x="384" y="519"/>
                    </a:lnTo>
                    <a:lnTo>
                      <a:pt x="404" y="679"/>
                    </a:lnTo>
                    <a:lnTo>
                      <a:pt x="429" y="628"/>
                    </a:lnTo>
                    <a:lnTo>
                      <a:pt x="442" y="480"/>
                    </a:lnTo>
                    <a:lnTo>
                      <a:pt x="455" y="391"/>
                    </a:lnTo>
                    <a:lnTo>
                      <a:pt x="436" y="506"/>
                    </a:lnTo>
                    <a:lnTo>
                      <a:pt x="461" y="352"/>
                    </a:lnTo>
                    <a:lnTo>
                      <a:pt x="474" y="455"/>
                    </a:lnTo>
                    <a:lnTo>
                      <a:pt x="493" y="519"/>
                    </a:lnTo>
                    <a:lnTo>
                      <a:pt x="512" y="410"/>
                    </a:lnTo>
                    <a:lnTo>
                      <a:pt x="532" y="186"/>
                    </a:lnTo>
                    <a:lnTo>
                      <a:pt x="544" y="231"/>
                    </a:lnTo>
                    <a:lnTo>
                      <a:pt x="570" y="148"/>
                    </a:lnTo>
                    <a:lnTo>
                      <a:pt x="576" y="301"/>
                    </a:lnTo>
                    <a:lnTo>
                      <a:pt x="576" y="730"/>
                    </a:lnTo>
                    <a:lnTo>
                      <a:pt x="647" y="0"/>
                    </a:lnTo>
                    <a:lnTo>
                      <a:pt x="647" y="250"/>
                    </a:lnTo>
                    <a:lnTo>
                      <a:pt x="660" y="333"/>
                    </a:lnTo>
                    <a:lnTo>
                      <a:pt x="685" y="192"/>
                    </a:lnTo>
                    <a:lnTo>
                      <a:pt x="711" y="340"/>
                    </a:lnTo>
                    <a:lnTo>
                      <a:pt x="698" y="429"/>
                    </a:lnTo>
                    <a:lnTo>
                      <a:pt x="717" y="461"/>
                    </a:lnTo>
                  </a:path>
                </a:pathLst>
              </a:custGeom>
              <a:noFill/>
              <a:ln w="9525">
                <a:solidFill>
                  <a:srgbClr val="0079F2"/>
                </a:solidFill>
                <a:round/>
                <a:headEnd/>
                <a:tailEnd/>
              </a:ln>
            </p:spPr>
            <p:txBody>
              <a:bodyPr/>
              <a:lstStyle/>
              <a:p>
                <a:endParaRPr lang="en-GB" sz="1600"/>
              </a:p>
            </p:txBody>
          </p:sp>
        </p:grpSp>
        <p:grpSp>
          <p:nvGrpSpPr>
            <p:cNvPr id="6" name="Group 83"/>
            <p:cNvGrpSpPr>
              <a:grpSpLocks/>
            </p:cNvGrpSpPr>
            <p:nvPr/>
          </p:nvGrpSpPr>
          <p:grpSpPr bwMode="auto">
            <a:xfrm flipH="1">
              <a:off x="4569" y="1098"/>
              <a:ext cx="590" cy="801"/>
              <a:chOff x="3462" y="1100"/>
              <a:chExt cx="1549" cy="801"/>
            </a:xfrm>
          </p:grpSpPr>
          <p:sp>
            <p:nvSpPr>
              <p:cNvPr id="4131" name="Freeform 84"/>
              <p:cNvSpPr>
                <a:spLocks/>
              </p:cNvSpPr>
              <p:nvPr/>
            </p:nvSpPr>
            <p:spPr bwMode="auto">
              <a:xfrm>
                <a:off x="3462" y="1126"/>
                <a:ext cx="313" cy="756"/>
              </a:xfrm>
              <a:custGeom>
                <a:avLst/>
                <a:gdLst>
                  <a:gd name="T0" fmla="*/ 0 w 717"/>
                  <a:gd name="T1" fmla="*/ 756 h 756"/>
                  <a:gd name="T2" fmla="*/ 4 w 717"/>
                  <a:gd name="T3" fmla="*/ 167 h 756"/>
                  <a:gd name="T4" fmla="*/ 5 w 717"/>
                  <a:gd name="T5" fmla="*/ 384 h 756"/>
                  <a:gd name="T6" fmla="*/ 7 w 717"/>
                  <a:gd name="T7" fmla="*/ 103 h 756"/>
                  <a:gd name="T8" fmla="*/ 10 w 717"/>
                  <a:gd name="T9" fmla="*/ 519 h 756"/>
                  <a:gd name="T10" fmla="*/ 11 w 717"/>
                  <a:gd name="T11" fmla="*/ 487 h 756"/>
                  <a:gd name="T12" fmla="*/ 11 w 717"/>
                  <a:gd name="T13" fmla="*/ 359 h 756"/>
                  <a:gd name="T14" fmla="*/ 14 w 717"/>
                  <a:gd name="T15" fmla="*/ 71 h 756"/>
                  <a:gd name="T16" fmla="*/ 16 w 717"/>
                  <a:gd name="T17" fmla="*/ 244 h 756"/>
                  <a:gd name="T18" fmla="*/ 17 w 717"/>
                  <a:gd name="T19" fmla="*/ 96 h 756"/>
                  <a:gd name="T20" fmla="*/ 18 w 717"/>
                  <a:gd name="T21" fmla="*/ 615 h 756"/>
                  <a:gd name="T22" fmla="*/ 21 w 717"/>
                  <a:gd name="T23" fmla="*/ 397 h 756"/>
                  <a:gd name="T24" fmla="*/ 24 w 717"/>
                  <a:gd name="T25" fmla="*/ 519 h 756"/>
                  <a:gd name="T26" fmla="*/ 25 w 717"/>
                  <a:gd name="T27" fmla="*/ 308 h 756"/>
                  <a:gd name="T28" fmla="*/ 28 w 717"/>
                  <a:gd name="T29" fmla="*/ 442 h 756"/>
                  <a:gd name="T30" fmla="*/ 29 w 717"/>
                  <a:gd name="T31" fmla="*/ 352 h 756"/>
                  <a:gd name="T32" fmla="*/ 30 w 717"/>
                  <a:gd name="T33" fmla="*/ 384 h 756"/>
                  <a:gd name="T34" fmla="*/ 31 w 717"/>
                  <a:gd name="T35" fmla="*/ 135 h 756"/>
                  <a:gd name="T36" fmla="*/ 33 w 717"/>
                  <a:gd name="T37" fmla="*/ 301 h 756"/>
                  <a:gd name="T38" fmla="*/ 32 w 717"/>
                  <a:gd name="T39" fmla="*/ 519 h 756"/>
                  <a:gd name="T40" fmla="*/ 34 w 717"/>
                  <a:gd name="T41" fmla="*/ 679 h 756"/>
                  <a:gd name="T42" fmla="*/ 36 w 717"/>
                  <a:gd name="T43" fmla="*/ 628 h 756"/>
                  <a:gd name="T44" fmla="*/ 37 w 717"/>
                  <a:gd name="T45" fmla="*/ 480 h 756"/>
                  <a:gd name="T46" fmla="*/ 38 w 717"/>
                  <a:gd name="T47" fmla="*/ 391 h 756"/>
                  <a:gd name="T48" fmla="*/ 36 w 717"/>
                  <a:gd name="T49" fmla="*/ 506 h 756"/>
                  <a:gd name="T50" fmla="*/ 38 w 717"/>
                  <a:gd name="T51" fmla="*/ 352 h 756"/>
                  <a:gd name="T52" fmla="*/ 39 w 717"/>
                  <a:gd name="T53" fmla="*/ 455 h 756"/>
                  <a:gd name="T54" fmla="*/ 41 w 717"/>
                  <a:gd name="T55" fmla="*/ 519 h 756"/>
                  <a:gd name="T56" fmla="*/ 43 w 717"/>
                  <a:gd name="T57" fmla="*/ 410 h 756"/>
                  <a:gd name="T58" fmla="*/ 44 w 717"/>
                  <a:gd name="T59" fmla="*/ 186 h 756"/>
                  <a:gd name="T60" fmla="*/ 45 w 717"/>
                  <a:gd name="T61" fmla="*/ 231 h 756"/>
                  <a:gd name="T62" fmla="*/ 48 w 717"/>
                  <a:gd name="T63" fmla="*/ 148 h 756"/>
                  <a:gd name="T64" fmla="*/ 48 w 717"/>
                  <a:gd name="T65" fmla="*/ 301 h 756"/>
                  <a:gd name="T66" fmla="*/ 48 w 717"/>
                  <a:gd name="T67" fmla="*/ 730 h 756"/>
                  <a:gd name="T68" fmla="*/ 54 w 717"/>
                  <a:gd name="T69" fmla="*/ 0 h 756"/>
                  <a:gd name="T70" fmla="*/ 54 w 717"/>
                  <a:gd name="T71" fmla="*/ 250 h 756"/>
                  <a:gd name="T72" fmla="*/ 55 w 717"/>
                  <a:gd name="T73" fmla="*/ 333 h 756"/>
                  <a:gd name="T74" fmla="*/ 57 w 717"/>
                  <a:gd name="T75" fmla="*/ 192 h 756"/>
                  <a:gd name="T76" fmla="*/ 59 w 717"/>
                  <a:gd name="T77" fmla="*/ 340 h 756"/>
                  <a:gd name="T78" fmla="*/ 58 w 717"/>
                  <a:gd name="T79" fmla="*/ 429 h 756"/>
                  <a:gd name="T80" fmla="*/ 60 w 717"/>
                  <a:gd name="T81" fmla="*/ 461 h 756"/>
                  <a:gd name="T82" fmla="*/ 0 60000 65536"/>
                  <a:gd name="T83" fmla="*/ 0 60000 65536"/>
                  <a:gd name="T84" fmla="*/ 0 60000 65536"/>
                  <a:gd name="T85" fmla="*/ 0 60000 65536"/>
                  <a:gd name="T86" fmla="*/ 0 60000 65536"/>
                  <a:gd name="T87" fmla="*/ 0 60000 65536"/>
                  <a:gd name="T88" fmla="*/ 0 60000 65536"/>
                  <a:gd name="T89" fmla="*/ 0 60000 65536"/>
                  <a:gd name="T90" fmla="*/ 0 60000 65536"/>
                  <a:gd name="T91" fmla="*/ 0 60000 65536"/>
                  <a:gd name="T92" fmla="*/ 0 60000 65536"/>
                  <a:gd name="T93" fmla="*/ 0 60000 65536"/>
                  <a:gd name="T94" fmla="*/ 0 60000 65536"/>
                  <a:gd name="T95" fmla="*/ 0 60000 65536"/>
                  <a:gd name="T96" fmla="*/ 0 60000 65536"/>
                  <a:gd name="T97" fmla="*/ 0 60000 65536"/>
                  <a:gd name="T98" fmla="*/ 0 60000 65536"/>
                  <a:gd name="T99" fmla="*/ 0 60000 65536"/>
                  <a:gd name="T100" fmla="*/ 0 60000 65536"/>
                  <a:gd name="T101" fmla="*/ 0 60000 65536"/>
                  <a:gd name="T102" fmla="*/ 0 60000 65536"/>
                  <a:gd name="T103" fmla="*/ 0 60000 65536"/>
                  <a:gd name="T104" fmla="*/ 0 60000 65536"/>
                  <a:gd name="T105" fmla="*/ 0 60000 65536"/>
                  <a:gd name="T106" fmla="*/ 0 60000 65536"/>
                  <a:gd name="T107" fmla="*/ 0 60000 65536"/>
                  <a:gd name="T108" fmla="*/ 0 60000 65536"/>
                  <a:gd name="T109" fmla="*/ 0 60000 65536"/>
                  <a:gd name="T110" fmla="*/ 0 60000 65536"/>
                  <a:gd name="T111" fmla="*/ 0 60000 65536"/>
                  <a:gd name="T112" fmla="*/ 0 60000 65536"/>
                  <a:gd name="T113" fmla="*/ 0 60000 65536"/>
                  <a:gd name="T114" fmla="*/ 0 60000 65536"/>
                  <a:gd name="T115" fmla="*/ 0 60000 65536"/>
                  <a:gd name="T116" fmla="*/ 0 60000 65536"/>
                  <a:gd name="T117" fmla="*/ 0 60000 65536"/>
                  <a:gd name="T118" fmla="*/ 0 60000 65536"/>
                  <a:gd name="T119" fmla="*/ 0 60000 65536"/>
                  <a:gd name="T120" fmla="*/ 0 60000 65536"/>
                  <a:gd name="T121" fmla="*/ 0 60000 65536"/>
                  <a:gd name="T122" fmla="*/ 0 60000 65536"/>
                  <a:gd name="T123" fmla="*/ 0 w 717"/>
                  <a:gd name="T124" fmla="*/ 0 h 756"/>
                  <a:gd name="T125" fmla="*/ 717 w 717"/>
                  <a:gd name="T126" fmla="*/ 756 h 756"/>
                </a:gdLst>
                <a:ahLst/>
                <a:cxnLst>
                  <a:cxn ang="T82">
                    <a:pos x="T0" y="T1"/>
                  </a:cxn>
                  <a:cxn ang="T83">
                    <a:pos x="T2" y="T3"/>
                  </a:cxn>
                  <a:cxn ang="T84">
                    <a:pos x="T4" y="T5"/>
                  </a:cxn>
                  <a:cxn ang="T85">
                    <a:pos x="T6" y="T7"/>
                  </a:cxn>
                  <a:cxn ang="T86">
                    <a:pos x="T8" y="T9"/>
                  </a:cxn>
                  <a:cxn ang="T87">
                    <a:pos x="T10" y="T11"/>
                  </a:cxn>
                  <a:cxn ang="T88">
                    <a:pos x="T12" y="T13"/>
                  </a:cxn>
                  <a:cxn ang="T89">
                    <a:pos x="T14" y="T15"/>
                  </a:cxn>
                  <a:cxn ang="T90">
                    <a:pos x="T16" y="T17"/>
                  </a:cxn>
                  <a:cxn ang="T91">
                    <a:pos x="T18" y="T19"/>
                  </a:cxn>
                  <a:cxn ang="T92">
                    <a:pos x="T20" y="T21"/>
                  </a:cxn>
                  <a:cxn ang="T93">
                    <a:pos x="T22" y="T23"/>
                  </a:cxn>
                  <a:cxn ang="T94">
                    <a:pos x="T24" y="T25"/>
                  </a:cxn>
                  <a:cxn ang="T95">
                    <a:pos x="T26" y="T27"/>
                  </a:cxn>
                  <a:cxn ang="T96">
                    <a:pos x="T28" y="T29"/>
                  </a:cxn>
                  <a:cxn ang="T97">
                    <a:pos x="T30" y="T31"/>
                  </a:cxn>
                  <a:cxn ang="T98">
                    <a:pos x="T32" y="T33"/>
                  </a:cxn>
                  <a:cxn ang="T99">
                    <a:pos x="T34" y="T35"/>
                  </a:cxn>
                  <a:cxn ang="T100">
                    <a:pos x="T36" y="T37"/>
                  </a:cxn>
                  <a:cxn ang="T101">
                    <a:pos x="T38" y="T39"/>
                  </a:cxn>
                  <a:cxn ang="T102">
                    <a:pos x="T40" y="T41"/>
                  </a:cxn>
                  <a:cxn ang="T103">
                    <a:pos x="T42" y="T43"/>
                  </a:cxn>
                  <a:cxn ang="T104">
                    <a:pos x="T44" y="T45"/>
                  </a:cxn>
                  <a:cxn ang="T105">
                    <a:pos x="T46" y="T47"/>
                  </a:cxn>
                  <a:cxn ang="T106">
                    <a:pos x="T48" y="T49"/>
                  </a:cxn>
                  <a:cxn ang="T107">
                    <a:pos x="T50" y="T51"/>
                  </a:cxn>
                  <a:cxn ang="T108">
                    <a:pos x="T52" y="T53"/>
                  </a:cxn>
                  <a:cxn ang="T109">
                    <a:pos x="T54" y="T55"/>
                  </a:cxn>
                  <a:cxn ang="T110">
                    <a:pos x="T56" y="T57"/>
                  </a:cxn>
                  <a:cxn ang="T111">
                    <a:pos x="T58" y="T59"/>
                  </a:cxn>
                  <a:cxn ang="T112">
                    <a:pos x="T60" y="T61"/>
                  </a:cxn>
                  <a:cxn ang="T113">
                    <a:pos x="T62" y="T63"/>
                  </a:cxn>
                  <a:cxn ang="T114">
                    <a:pos x="T64" y="T65"/>
                  </a:cxn>
                  <a:cxn ang="T115">
                    <a:pos x="T66" y="T67"/>
                  </a:cxn>
                  <a:cxn ang="T116">
                    <a:pos x="T68" y="T69"/>
                  </a:cxn>
                  <a:cxn ang="T117">
                    <a:pos x="T70" y="T71"/>
                  </a:cxn>
                  <a:cxn ang="T118">
                    <a:pos x="T72" y="T73"/>
                  </a:cxn>
                  <a:cxn ang="T119">
                    <a:pos x="T74" y="T75"/>
                  </a:cxn>
                  <a:cxn ang="T120">
                    <a:pos x="T76" y="T77"/>
                  </a:cxn>
                  <a:cxn ang="T121">
                    <a:pos x="T78" y="T79"/>
                  </a:cxn>
                  <a:cxn ang="T122">
                    <a:pos x="T80" y="T81"/>
                  </a:cxn>
                </a:cxnLst>
                <a:rect l="T123" t="T124" r="T125" b="T126"/>
                <a:pathLst>
                  <a:path w="717" h="756">
                    <a:moveTo>
                      <a:pt x="0" y="756"/>
                    </a:moveTo>
                    <a:lnTo>
                      <a:pt x="52" y="167"/>
                    </a:lnTo>
                    <a:lnTo>
                      <a:pt x="64" y="384"/>
                    </a:lnTo>
                    <a:lnTo>
                      <a:pt x="90" y="103"/>
                    </a:lnTo>
                    <a:lnTo>
                      <a:pt x="116" y="519"/>
                    </a:lnTo>
                    <a:lnTo>
                      <a:pt x="135" y="487"/>
                    </a:lnTo>
                    <a:lnTo>
                      <a:pt x="135" y="359"/>
                    </a:lnTo>
                    <a:lnTo>
                      <a:pt x="167" y="71"/>
                    </a:lnTo>
                    <a:lnTo>
                      <a:pt x="192" y="244"/>
                    </a:lnTo>
                    <a:lnTo>
                      <a:pt x="205" y="96"/>
                    </a:lnTo>
                    <a:lnTo>
                      <a:pt x="218" y="615"/>
                    </a:lnTo>
                    <a:lnTo>
                      <a:pt x="244" y="397"/>
                    </a:lnTo>
                    <a:lnTo>
                      <a:pt x="282" y="519"/>
                    </a:lnTo>
                    <a:lnTo>
                      <a:pt x="308" y="308"/>
                    </a:lnTo>
                    <a:lnTo>
                      <a:pt x="333" y="442"/>
                    </a:lnTo>
                    <a:lnTo>
                      <a:pt x="346" y="352"/>
                    </a:lnTo>
                    <a:lnTo>
                      <a:pt x="365" y="384"/>
                    </a:lnTo>
                    <a:lnTo>
                      <a:pt x="378" y="135"/>
                    </a:lnTo>
                    <a:lnTo>
                      <a:pt x="391" y="301"/>
                    </a:lnTo>
                    <a:lnTo>
                      <a:pt x="384" y="519"/>
                    </a:lnTo>
                    <a:lnTo>
                      <a:pt x="404" y="679"/>
                    </a:lnTo>
                    <a:lnTo>
                      <a:pt x="429" y="628"/>
                    </a:lnTo>
                    <a:lnTo>
                      <a:pt x="442" y="480"/>
                    </a:lnTo>
                    <a:lnTo>
                      <a:pt x="455" y="391"/>
                    </a:lnTo>
                    <a:lnTo>
                      <a:pt x="436" y="506"/>
                    </a:lnTo>
                    <a:lnTo>
                      <a:pt x="461" y="352"/>
                    </a:lnTo>
                    <a:lnTo>
                      <a:pt x="474" y="455"/>
                    </a:lnTo>
                    <a:lnTo>
                      <a:pt x="493" y="519"/>
                    </a:lnTo>
                    <a:lnTo>
                      <a:pt x="512" y="410"/>
                    </a:lnTo>
                    <a:lnTo>
                      <a:pt x="532" y="186"/>
                    </a:lnTo>
                    <a:lnTo>
                      <a:pt x="544" y="231"/>
                    </a:lnTo>
                    <a:lnTo>
                      <a:pt x="570" y="148"/>
                    </a:lnTo>
                    <a:lnTo>
                      <a:pt x="576" y="301"/>
                    </a:lnTo>
                    <a:lnTo>
                      <a:pt x="576" y="730"/>
                    </a:lnTo>
                    <a:lnTo>
                      <a:pt x="647" y="0"/>
                    </a:lnTo>
                    <a:lnTo>
                      <a:pt x="647" y="250"/>
                    </a:lnTo>
                    <a:lnTo>
                      <a:pt x="660" y="333"/>
                    </a:lnTo>
                    <a:lnTo>
                      <a:pt x="685" y="192"/>
                    </a:lnTo>
                    <a:lnTo>
                      <a:pt x="711" y="340"/>
                    </a:lnTo>
                    <a:lnTo>
                      <a:pt x="698" y="429"/>
                    </a:lnTo>
                    <a:lnTo>
                      <a:pt x="717" y="461"/>
                    </a:lnTo>
                  </a:path>
                </a:pathLst>
              </a:custGeom>
              <a:noFill/>
              <a:ln w="9525">
                <a:solidFill>
                  <a:srgbClr val="0079F2"/>
                </a:solidFill>
                <a:round/>
                <a:headEnd/>
                <a:tailEnd/>
              </a:ln>
            </p:spPr>
            <p:txBody>
              <a:bodyPr/>
              <a:lstStyle/>
              <a:p>
                <a:endParaRPr lang="en-GB" sz="1600"/>
              </a:p>
            </p:txBody>
          </p:sp>
          <p:sp>
            <p:nvSpPr>
              <p:cNvPr id="4132" name="Freeform 85"/>
              <p:cNvSpPr>
                <a:spLocks/>
              </p:cNvSpPr>
              <p:nvPr/>
            </p:nvSpPr>
            <p:spPr bwMode="auto">
              <a:xfrm flipH="1" flipV="1">
                <a:off x="3770" y="1145"/>
                <a:ext cx="313" cy="756"/>
              </a:xfrm>
              <a:custGeom>
                <a:avLst/>
                <a:gdLst>
                  <a:gd name="T0" fmla="*/ 0 w 717"/>
                  <a:gd name="T1" fmla="*/ 756 h 756"/>
                  <a:gd name="T2" fmla="*/ 4 w 717"/>
                  <a:gd name="T3" fmla="*/ 167 h 756"/>
                  <a:gd name="T4" fmla="*/ 5 w 717"/>
                  <a:gd name="T5" fmla="*/ 384 h 756"/>
                  <a:gd name="T6" fmla="*/ 7 w 717"/>
                  <a:gd name="T7" fmla="*/ 103 h 756"/>
                  <a:gd name="T8" fmla="*/ 10 w 717"/>
                  <a:gd name="T9" fmla="*/ 519 h 756"/>
                  <a:gd name="T10" fmla="*/ 11 w 717"/>
                  <a:gd name="T11" fmla="*/ 487 h 756"/>
                  <a:gd name="T12" fmla="*/ 11 w 717"/>
                  <a:gd name="T13" fmla="*/ 359 h 756"/>
                  <a:gd name="T14" fmla="*/ 14 w 717"/>
                  <a:gd name="T15" fmla="*/ 71 h 756"/>
                  <a:gd name="T16" fmla="*/ 16 w 717"/>
                  <a:gd name="T17" fmla="*/ 244 h 756"/>
                  <a:gd name="T18" fmla="*/ 17 w 717"/>
                  <a:gd name="T19" fmla="*/ 96 h 756"/>
                  <a:gd name="T20" fmla="*/ 18 w 717"/>
                  <a:gd name="T21" fmla="*/ 615 h 756"/>
                  <a:gd name="T22" fmla="*/ 21 w 717"/>
                  <a:gd name="T23" fmla="*/ 397 h 756"/>
                  <a:gd name="T24" fmla="*/ 24 w 717"/>
                  <a:gd name="T25" fmla="*/ 519 h 756"/>
                  <a:gd name="T26" fmla="*/ 25 w 717"/>
                  <a:gd name="T27" fmla="*/ 308 h 756"/>
                  <a:gd name="T28" fmla="*/ 28 w 717"/>
                  <a:gd name="T29" fmla="*/ 442 h 756"/>
                  <a:gd name="T30" fmla="*/ 29 w 717"/>
                  <a:gd name="T31" fmla="*/ 352 h 756"/>
                  <a:gd name="T32" fmla="*/ 30 w 717"/>
                  <a:gd name="T33" fmla="*/ 384 h 756"/>
                  <a:gd name="T34" fmla="*/ 31 w 717"/>
                  <a:gd name="T35" fmla="*/ 135 h 756"/>
                  <a:gd name="T36" fmla="*/ 33 w 717"/>
                  <a:gd name="T37" fmla="*/ 301 h 756"/>
                  <a:gd name="T38" fmla="*/ 32 w 717"/>
                  <a:gd name="T39" fmla="*/ 519 h 756"/>
                  <a:gd name="T40" fmla="*/ 34 w 717"/>
                  <a:gd name="T41" fmla="*/ 679 h 756"/>
                  <a:gd name="T42" fmla="*/ 36 w 717"/>
                  <a:gd name="T43" fmla="*/ 628 h 756"/>
                  <a:gd name="T44" fmla="*/ 37 w 717"/>
                  <a:gd name="T45" fmla="*/ 480 h 756"/>
                  <a:gd name="T46" fmla="*/ 38 w 717"/>
                  <a:gd name="T47" fmla="*/ 391 h 756"/>
                  <a:gd name="T48" fmla="*/ 36 w 717"/>
                  <a:gd name="T49" fmla="*/ 506 h 756"/>
                  <a:gd name="T50" fmla="*/ 38 w 717"/>
                  <a:gd name="T51" fmla="*/ 352 h 756"/>
                  <a:gd name="T52" fmla="*/ 39 w 717"/>
                  <a:gd name="T53" fmla="*/ 455 h 756"/>
                  <a:gd name="T54" fmla="*/ 41 w 717"/>
                  <a:gd name="T55" fmla="*/ 519 h 756"/>
                  <a:gd name="T56" fmla="*/ 43 w 717"/>
                  <a:gd name="T57" fmla="*/ 410 h 756"/>
                  <a:gd name="T58" fmla="*/ 44 w 717"/>
                  <a:gd name="T59" fmla="*/ 186 h 756"/>
                  <a:gd name="T60" fmla="*/ 45 w 717"/>
                  <a:gd name="T61" fmla="*/ 231 h 756"/>
                  <a:gd name="T62" fmla="*/ 48 w 717"/>
                  <a:gd name="T63" fmla="*/ 148 h 756"/>
                  <a:gd name="T64" fmla="*/ 48 w 717"/>
                  <a:gd name="T65" fmla="*/ 301 h 756"/>
                  <a:gd name="T66" fmla="*/ 48 w 717"/>
                  <a:gd name="T67" fmla="*/ 730 h 756"/>
                  <a:gd name="T68" fmla="*/ 54 w 717"/>
                  <a:gd name="T69" fmla="*/ 0 h 756"/>
                  <a:gd name="T70" fmla="*/ 54 w 717"/>
                  <a:gd name="T71" fmla="*/ 250 h 756"/>
                  <a:gd name="T72" fmla="*/ 55 w 717"/>
                  <a:gd name="T73" fmla="*/ 333 h 756"/>
                  <a:gd name="T74" fmla="*/ 57 w 717"/>
                  <a:gd name="T75" fmla="*/ 192 h 756"/>
                  <a:gd name="T76" fmla="*/ 59 w 717"/>
                  <a:gd name="T77" fmla="*/ 340 h 756"/>
                  <a:gd name="T78" fmla="*/ 58 w 717"/>
                  <a:gd name="T79" fmla="*/ 429 h 756"/>
                  <a:gd name="T80" fmla="*/ 60 w 717"/>
                  <a:gd name="T81" fmla="*/ 461 h 756"/>
                  <a:gd name="T82" fmla="*/ 0 60000 65536"/>
                  <a:gd name="T83" fmla="*/ 0 60000 65536"/>
                  <a:gd name="T84" fmla="*/ 0 60000 65536"/>
                  <a:gd name="T85" fmla="*/ 0 60000 65536"/>
                  <a:gd name="T86" fmla="*/ 0 60000 65536"/>
                  <a:gd name="T87" fmla="*/ 0 60000 65536"/>
                  <a:gd name="T88" fmla="*/ 0 60000 65536"/>
                  <a:gd name="T89" fmla="*/ 0 60000 65536"/>
                  <a:gd name="T90" fmla="*/ 0 60000 65536"/>
                  <a:gd name="T91" fmla="*/ 0 60000 65536"/>
                  <a:gd name="T92" fmla="*/ 0 60000 65536"/>
                  <a:gd name="T93" fmla="*/ 0 60000 65536"/>
                  <a:gd name="T94" fmla="*/ 0 60000 65536"/>
                  <a:gd name="T95" fmla="*/ 0 60000 65536"/>
                  <a:gd name="T96" fmla="*/ 0 60000 65536"/>
                  <a:gd name="T97" fmla="*/ 0 60000 65536"/>
                  <a:gd name="T98" fmla="*/ 0 60000 65536"/>
                  <a:gd name="T99" fmla="*/ 0 60000 65536"/>
                  <a:gd name="T100" fmla="*/ 0 60000 65536"/>
                  <a:gd name="T101" fmla="*/ 0 60000 65536"/>
                  <a:gd name="T102" fmla="*/ 0 60000 65536"/>
                  <a:gd name="T103" fmla="*/ 0 60000 65536"/>
                  <a:gd name="T104" fmla="*/ 0 60000 65536"/>
                  <a:gd name="T105" fmla="*/ 0 60000 65536"/>
                  <a:gd name="T106" fmla="*/ 0 60000 65536"/>
                  <a:gd name="T107" fmla="*/ 0 60000 65536"/>
                  <a:gd name="T108" fmla="*/ 0 60000 65536"/>
                  <a:gd name="T109" fmla="*/ 0 60000 65536"/>
                  <a:gd name="T110" fmla="*/ 0 60000 65536"/>
                  <a:gd name="T111" fmla="*/ 0 60000 65536"/>
                  <a:gd name="T112" fmla="*/ 0 60000 65536"/>
                  <a:gd name="T113" fmla="*/ 0 60000 65536"/>
                  <a:gd name="T114" fmla="*/ 0 60000 65536"/>
                  <a:gd name="T115" fmla="*/ 0 60000 65536"/>
                  <a:gd name="T116" fmla="*/ 0 60000 65536"/>
                  <a:gd name="T117" fmla="*/ 0 60000 65536"/>
                  <a:gd name="T118" fmla="*/ 0 60000 65536"/>
                  <a:gd name="T119" fmla="*/ 0 60000 65536"/>
                  <a:gd name="T120" fmla="*/ 0 60000 65536"/>
                  <a:gd name="T121" fmla="*/ 0 60000 65536"/>
                  <a:gd name="T122" fmla="*/ 0 60000 65536"/>
                  <a:gd name="T123" fmla="*/ 0 w 717"/>
                  <a:gd name="T124" fmla="*/ 0 h 756"/>
                  <a:gd name="T125" fmla="*/ 717 w 717"/>
                  <a:gd name="T126" fmla="*/ 756 h 756"/>
                </a:gdLst>
                <a:ahLst/>
                <a:cxnLst>
                  <a:cxn ang="T82">
                    <a:pos x="T0" y="T1"/>
                  </a:cxn>
                  <a:cxn ang="T83">
                    <a:pos x="T2" y="T3"/>
                  </a:cxn>
                  <a:cxn ang="T84">
                    <a:pos x="T4" y="T5"/>
                  </a:cxn>
                  <a:cxn ang="T85">
                    <a:pos x="T6" y="T7"/>
                  </a:cxn>
                  <a:cxn ang="T86">
                    <a:pos x="T8" y="T9"/>
                  </a:cxn>
                  <a:cxn ang="T87">
                    <a:pos x="T10" y="T11"/>
                  </a:cxn>
                  <a:cxn ang="T88">
                    <a:pos x="T12" y="T13"/>
                  </a:cxn>
                  <a:cxn ang="T89">
                    <a:pos x="T14" y="T15"/>
                  </a:cxn>
                  <a:cxn ang="T90">
                    <a:pos x="T16" y="T17"/>
                  </a:cxn>
                  <a:cxn ang="T91">
                    <a:pos x="T18" y="T19"/>
                  </a:cxn>
                  <a:cxn ang="T92">
                    <a:pos x="T20" y="T21"/>
                  </a:cxn>
                  <a:cxn ang="T93">
                    <a:pos x="T22" y="T23"/>
                  </a:cxn>
                  <a:cxn ang="T94">
                    <a:pos x="T24" y="T25"/>
                  </a:cxn>
                  <a:cxn ang="T95">
                    <a:pos x="T26" y="T27"/>
                  </a:cxn>
                  <a:cxn ang="T96">
                    <a:pos x="T28" y="T29"/>
                  </a:cxn>
                  <a:cxn ang="T97">
                    <a:pos x="T30" y="T31"/>
                  </a:cxn>
                  <a:cxn ang="T98">
                    <a:pos x="T32" y="T33"/>
                  </a:cxn>
                  <a:cxn ang="T99">
                    <a:pos x="T34" y="T35"/>
                  </a:cxn>
                  <a:cxn ang="T100">
                    <a:pos x="T36" y="T37"/>
                  </a:cxn>
                  <a:cxn ang="T101">
                    <a:pos x="T38" y="T39"/>
                  </a:cxn>
                  <a:cxn ang="T102">
                    <a:pos x="T40" y="T41"/>
                  </a:cxn>
                  <a:cxn ang="T103">
                    <a:pos x="T42" y="T43"/>
                  </a:cxn>
                  <a:cxn ang="T104">
                    <a:pos x="T44" y="T45"/>
                  </a:cxn>
                  <a:cxn ang="T105">
                    <a:pos x="T46" y="T47"/>
                  </a:cxn>
                  <a:cxn ang="T106">
                    <a:pos x="T48" y="T49"/>
                  </a:cxn>
                  <a:cxn ang="T107">
                    <a:pos x="T50" y="T51"/>
                  </a:cxn>
                  <a:cxn ang="T108">
                    <a:pos x="T52" y="T53"/>
                  </a:cxn>
                  <a:cxn ang="T109">
                    <a:pos x="T54" y="T55"/>
                  </a:cxn>
                  <a:cxn ang="T110">
                    <a:pos x="T56" y="T57"/>
                  </a:cxn>
                  <a:cxn ang="T111">
                    <a:pos x="T58" y="T59"/>
                  </a:cxn>
                  <a:cxn ang="T112">
                    <a:pos x="T60" y="T61"/>
                  </a:cxn>
                  <a:cxn ang="T113">
                    <a:pos x="T62" y="T63"/>
                  </a:cxn>
                  <a:cxn ang="T114">
                    <a:pos x="T64" y="T65"/>
                  </a:cxn>
                  <a:cxn ang="T115">
                    <a:pos x="T66" y="T67"/>
                  </a:cxn>
                  <a:cxn ang="T116">
                    <a:pos x="T68" y="T69"/>
                  </a:cxn>
                  <a:cxn ang="T117">
                    <a:pos x="T70" y="T71"/>
                  </a:cxn>
                  <a:cxn ang="T118">
                    <a:pos x="T72" y="T73"/>
                  </a:cxn>
                  <a:cxn ang="T119">
                    <a:pos x="T74" y="T75"/>
                  </a:cxn>
                  <a:cxn ang="T120">
                    <a:pos x="T76" y="T77"/>
                  </a:cxn>
                  <a:cxn ang="T121">
                    <a:pos x="T78" y="T79"/>
                  </a:cxn>
                  <a:cxn ang="T122">
                    <a:pos x="T80" y="T81"/>
                  </a:cxn>
                </a:cxnLst>
                <a:rect l="T123" t="T124" r="T125" b="T126"/>
                <a:pathLst>
                  <a:path w="717" h="756">
                    <a:moveTo>
                      <a:pt x="0" y="756"/>
                    </a:moveTo>
                    <a:lnTo>
                      <a:pt x="52" y="167"/>
                    </a:lnTo>
                    <a:lnTo>
                      <a:pt x="64" y="384"/>
                    </a:lnTo>
                    <a:lnTo>
                      <a:pt x="90" y="103"/>
                    </a:lnTo>
                    <a:lnTo>
                      <a:pt x="116" y="519"/>
                    </a:lnTo>
                    <a:lnTo>
                      <a:pt x="135" y="487"/>
                    </a:lnTo>
                    <a:lnTo>
                      <a:pt x="135" y="359"/>
                    </a:lnTo>
                    <a:lnTo>
                      <a:pt x="167" y="71"/>
                    </a:lnTo>
                    <a:lnTo>
                      <a:pt x="192" y="244"/>
                    </a:lnTo>
                    <a:lnTo>
                      <a:pt x="205" y="96"/>
                    </a:lnTo>
                    <a:lnTo>
                      <a:pt x="218" y="615"/>
                    </a:lnTo>
                    <a:lnTo>
                      <a:pt x="244" y="397"/>
                    </a:lnTo>
                    <a:lnTo>
                      <a:pt x="282" y="519"/>
                    </a:lnTo>
                    <a:lnTo>
                      <a:pt x="308" y="308"/>
                    </a:lnTo>
                    <a:lnTo>
                      <a:pt x="333" y="442"/>
                    </a:lnTo>
                    <a:lnTo>
                      <a:pt x="346" y="352"/>
                    </a:lnTo>
                    <a:lnTo>
                      <a:pt x="365" y="384"/>
                    </a:lnTo>
                    <a:lnTo>
                      <a:pt x="378" y="135"/>
                    </a:lnTo>
                    <a:lnTo>
                      <a:pt x="391" y="301"/>
                    </a:lnTo>
                    <a:lnTo>
                      <a:pt x="384" y="519"/>
                    </a:lnTo>
                    <a:lnTo>
                      <a:pt x="404" y="679"/>
                    </a:lnTo>
                    <a:lnTo>
                      <a:pt x="429" y="628"/>
                    </a:lnTo>
                    <a:lnTo>
                      <a:pt x="442" y="480"/>
                    </a:lnTo>
                    <a:lnTo>
                      <a:pt x="455" y="391"/>
                    </a:lnTo>
                    <a:lnTo>
                      <a:pt x="436" y="506"/>
                    </a:lnTo>
                    <a:lnTo>
                      <a:pt x="461" y="352"/>
                    </a:lnTo>
                    <a:lnTo>
                      <a:pt x="474" y="455"/>
                    </a:lnTo>
                    <a:lnTo>
                      <a:pt x="493" y="519"/>
                    </a:lnTo>
                    <a:lnTo>
                      <a:pt x="512" y="410"/>
                    </a:lnTo>
                    <a:lnTo>
                      <a:pt x="532" y="186"/>
                    </a:lnTo>
                    <a:lnTo>
                      <a:pt x="544" y="231"/>
                    </a:lnTo>
                    <a:lnTo>
                      <a:pt x="570" y="148"/>
                    </a:lnTo>
                    <a:lnTo>
                      <a:pt x="576" y="301"/>
                    </a:lnTo>
                    <a:lnTo>
                      <a:pt x="576" y="730"/>
                    </a:lnTo>
                    <a:lnTo>
                      <a:pt x="647" y="0"/>
                    </a:lnTo>
                    <a:lnTo>
                      <a:pt x="647" y="250"/>
                    </a:lnTo>
                    <a:lnTo>
                      <a:pt x="660" y="333"/>
                    </a:lnTo>
                    <a:lnTo>
                      <a:pt x="685" y="192"/>
                    </a:lnTo>
                    <a:lnTo>
                      <a:pt x="711" y="340"/>
                    </a:lnTo>
                    <a:lnTo>
                      <a:pt x="698" y="429"/>
                    </a:lnTo>
                    <a:lnTo>
                      <a:pt x="717" y="461"/>
                    </a:lnTo>
                  </a:path>
                </a:pathLst>
              </a:custGeom>
              <a:noFill/>
              <a:ln w="9525">
                <a:solidFill>
                  <a:srgbClr val="0079F2"/>
                </a:solidFill>
                <a:round/>
                <a:headEnd/>
                <a:tailEnd/>
              </a:ln>
            </p:spPr>
            <p:txBody>
              <a:bodyPr/>
              <a:lstStyle/>
              <a:p>
                <a:endParaRPr lang="en-GB" sz="1600"/>
              </a:p>
            </p:txBody>
          </p:sp>
          <p:sp>
            <p:nvSpPr>
              <p:cNvPr id="4133" name="Freeform 86"/>
              <p:cNvSpPr>
                <a:spLocks/>
              </p:cNvSpPr>
              <p:nvPr/>
            </p:nvSpPr>
            <p:spPr bwMode="auto">
              <a:xfrm flipH="1">
                <a:off x="4077" y="1119"/>
                <a:ext cx="313" cy="756"/>
              </a:xfrm>
              <a:custGeom>
                <a:avLst/>
                <a:gdLst>
                  <a:gd name="T0" fmla="*/ 0 w 717"/>
                  <a:gd name="T1" fmla="*/ 756 h 756"/>
                  <a:gd name="T2" fmla="*/ 4 w 717"/>
                  <a:gd name="T3" fmla="*/ 167 h 756"/>
                  <a:gd name="T4" fmla="*/ 5 w 717"/>
                  <a:gd name="T5" fmla="*/ 384 h 756"/>
                  <a:gd name="T6" fmla="*/ 7 w 717"/>
                  <a:gd name="T7" fmla="*/ 103 h 756"/>
                  <a:gd name="T8" fmla="*/ 10 w 717"/>
                  <a:gd name="T9" fmla="*/ 519 h 756"/>
                  <a:gd name="T10" fmla="*/ 11 w 717"/>
                  <a:gd name="T11" fmla="*/ 487 h 756"/>
                  <a:gd name="T12" fmla="*/ 11 w 717"/>
                  <a:gd name="T13" fmla="*/ 359 h 756"/>
                  <a:gd name="T14" fmla="*/ 14 w 717"/>
                  <a:gd name="T15" fmla="*/ 71 h 756"/>
                  <a:gd name="T16" fmla="*/ 16 w 717"/>
                  <a:gd name="T17" fmla="*/ 244 h 756"/>
                  <a:gd name="T18" fmla="*/ 17 w 717"/>
                  <a:gd name="T19" fmla="*/ 96 h 756"/>
                  <a:gd name="T20" fmla="*/ 18 w 717"/>
                  <a:gd name="T21" fmla="*/ 615 h 756"/>
                  <a:gd name="T22" fmla="*/ 21 w 717"/>
                  <a:gd name="T23" fmla="*/ 397 h 756"/>
                  <a:gd name="T24" fmla="*/ 24 w 717"/>
                  <a:gd name="T25" fmla="*/ 519 h 756"/>
                  <a:gd name="T26" fmla="*/ 25 w 717"/>
                  <a:gd name="T27" fmla="*/ 308 h 756"/>
                  <a:gd name="T28" fmla="*/ 28 w 717"/>
                  <a:gd name="T29" fmla="*/ 442 h 756"/>
                  <a:gd name="T30" fmla="*/ 29 w 717"/>
                  <a:gd name="T31" fmla="*/ 352 h 756"/>
                  <a:gd name="T32" fmla="*/ 30 w 717"/>
                  <a:gd name="T33" fmla="*/ 384 h 756"/>
                  <a:gd name="T34" fmla="*/ 31 w 717"/>
                  <a:gd name="T35" fmla="*/ 135 h 756"/>
                  <a:gd name="T36" fmla="*/ 33 w 717"/>
                  <a:gd name="T37" fmla="*/ 301 h 756"/>
                  <a:gd name="T38" fmla="*/ 32 w 717"/>
                  <a:gd name="T39" fmla="*/ 519 h 756"/>
                  <a:gd name="T40" fmla="*/ 34 w 717"/>
                  <a:gd name="T41" fmla="*/ 679 h 756"/>
                  <a:gd name="T42" fmla="*/ 36 w 717"/>
                  <a:gd name="T43" fmla="*/ 628 h 756"/>
                  <a:gd name="T44" fmla="*/ 37 w 717"/>
                  <a:gd name="T45" fmla="*/ 480 h 756"/>
                  <a:gd name="T46" fmla="*/ 38 w 717"/>
                  <a:gd name="T47" fmla="*/ 391 h 756"/>
                  <a:gd name="T48" fmla="*/ 36 w 717"/>
                  <a:gd name="T49" fmla="*/ 506 h 756"/>
                  <a:gd name="T50" fmla="*/ 38 w 717"/>
                  <a:gd name="T51" fmla="*/ 352 h 756"/>
                  <a:gd name="T52" fmla="*/ 39 w 717"/>
                  <a:gd name="T53" fmla="*/ 455 h 756"/>
                  <a:gd name="T54" fmla="*/ 41 w 717"/>
                  <a:gd name="T55" fmla="*/ 519 h 756"/>
                  <a:gd name="T56" fmla="*/ 43 w 717"/>
                  <a:gd name="T57" fmla="*/ 410 h 756"/>
                  <a:gd name="T58" fmla="*/ 44 w 717"/>
                  <a:gd name="T59" fmla="*/ 186 h 756"/>
                  <a:gd name="T60" fmla="*/ 45 w 717"/>
                  <a:gd name="T61" fmla="*/ 231 h 756"/>
                  <a:gd name="T62" fmla="*/ 48 w 717"/>
                  <a:gd name="T63" fmla="*/ 148 h 756"/>
                  <a:gd name="T64" fmla="*/ 48 w 717"/>
                  <a:gd name="T65" fmla="*/ 301 h 756"/>
                  <a:gd name="T66" fmla="*/ 48 w 717"/>
                  <a:gd name="T67" fmla="*/ 730 h 756"/>
                  <a:gd name="T68" fmla="*/ 54 w 717"/>
                  <a:gd name="T69" fmla="*/ 0 h 756"/>
                  <a:gd name="T70" fmla="*/ 54 w 717"/>
                  <a:gd name="T71" fmla="*/ 250 h 756"/>
                  <a:gd name="T72" fmla="*/ 55 w 717"/>
                  <a:gd name="T73" fmla="*/ 333 h 756"/>
                  <a:gd name="T74" fmla="*/ 57 w 717"/>
                  <a:gd name="T75" fmla="*/ 192 h 756"/>
                  <a:gd name="T76" fmla="*/ 59 w 717"/>
                  <a:gd name="T77" fmla="*/ 340 h 756"/>
                  <a:gd name="T78" fmla="*/ 58 w 717"/>
                  <a:gd name="T79" fmla="*/ 429 h 756"/>
                  <a:gd name="T80" fmla="*/ 60 w 717"/>
                  <a:gd name="T81" fmla="*/ 461 h 756"/>
                  <a:gd name="T82" fmla="*/ 0 60000 65536"/>
                  <a:gd name="T83" fmla="*/ 0 60000 65536"/>
                  <a:gd name="T84" fmla="*/ 0 60000 65536"/>
                  <a:gd name="T85" fmla="*/ 0 60000 65536"/>
                  <a:gd name="T86" fmla="*/ 0 60000 65536"/>
                  <a:gd name="T87" fmla="*/ 0 60000 65536"/>
                  <a:gd name="T88" fmla="*/ 0 60000 65536"/>
                  <a:gd name="T89" fmla="*/ 0 60000 65536"/>
                  <a:gd name="T90" fmla="*/ 0 60000 65536"/>
                  <a:gd name="T91" fmla="*/ 0 60000 65536"/>
                  <a:gd name="T92" fmla="*/ 0 60000 65536"/>
                  <a:gd name="T93" fmla="*/ 0 60000 65536"/>
                  <a:gd name="T94" fmla="*/ 0 60000 65536"/>
                  <a:gd name="T95" fmla="*/ 0 60000 65536"/>
                  <a:gd name="T96" fmla="*/ 0 60000 65536"/>
                  <a:gd name="T97" fmla="*/ 0 60000 65536"/>
                  <a:gd name="T98" fmla="*/ 0 60000 65536"/>
                  <a:gd name="T99" fmla="*/ 0 60000 65536"/>
                  <a:gd name="T100" fmla="*/ 0 60000 65536"/>
                  <a:gd name="T101" fmla="*/ 0 60000 65536"/>
                  <a:gd name="T102" fmla="*/ 0 60000 65536"/>
                  <a:gd name="T103" fmla="*/ 0 60000 65536"/>
                  <a:gd name="T104" fmla="*/ 0 60000 65536"/>
                  <a:gd name="T105" fmla="*/ 0 60000 65536"/>
                  <a:gd name="T106" fmla="*/ 0 60000 65536"/>
                  <a:gd name="T107" fmla="*/ 0 60000 65536"/>
                  <a:gd name="T108" fmla="*/ 0 60000 65536"/>
                  <a:gd name="T109" fmla="*/ 0 60000 65536"/>
                  <a:gd name="T110" fmla="*/ 0 60000 65536"/>
                  <a:gd name="T111" fmla="*/ 0 60000 65536"/>
                  <a:gd name="T112" fmla="*/ 0 60000 65536"/>
                  <a:gd name="T113" fmla="*/ 0 60000 65536"/>
                  <a:gd name="T114" fmla="*/ 0 60000 65536"/>
                  <a:gd name="T115" fmla="*/ 0 60000 65536"/>
                  <a:gd name="T116" fmla="*/ 0 60000 65536"/>
                  <a:gd name="T117" fmla="*/ 0 60000 65536"/>
                  <a:gd name="T118" fmla="*/ 0 60000 65536"/>
                  <a:gd name="T119" fmla="*/ 0 60000 65536"/>
                  <a:gd name="T120" fmla="*/ 0 60000 65536"/>
                  <a:gd name="T121" fmla="*/ 0 60000 65536"/>
                  <a:gd name="T122" fmla="*/ 0 60000 65536"/>
                  <a:gd name="T123" fmla="*/ 0 w 717"/>
                  <a:gd name="T124" fmla="*/ 0 h 756"/>
                  <a:gd name="T125" fmla="*/ 717 w 717"/>
                  <a:gd name="T126" fmla="*/ 756 h 756"/>
                </a:gdLst>
                <a:ahLst/>
                <a:cxnLst>
                  <a:cxn ang="T82">
                    <a:pos x="T0" y="T1"/>
                  </a:cxn>
                  <a:cxn ang="T83">
                    <a:pos x="T2" y="T3"/>
                  </a:cxn>
                  <a:cxn ang="T84">
                    <a:pos x="T4" y="T5"/>
                  </a:cxn>
                  <a:cxn ang="T85">
                    <a:pos x="T6" y="T7"/>
                  </a:cxn>
                  <a:cxn ang="T86">
                    <a:pos x="T8" y="T9"/>
                  </a:cxn>
                  <a:cxn ang="T87">
                    <a:pos x="T10" y="T11"/>
                  </a:cxn>
                  <a:cxn ang="T88">
                    <a:pos x="T12" y="T13"/>
                  </a:cxn>
                  <a:cxn ang="T89">
                    <a:pos x="T14" y="T15"/>
                  </a:cxn>
                  <a:cxn ang="T90">
                    <a:pos x="T16" y="T17"/>
                  </a:cxn>
                  <a:cxn ang="T91">
                    <a:pos x="T18" y="T19"/>
                  </a:cxn>
                  <a:cxn ang="T92">
                    <a:pos x="T20" y="T21"/>
                  </a:cxn>
                  <a:cxn ang="T93">
                    <a:pos x="T22" y="T23"/>
                  </a:cxn>
                  <a:cxn ang="T94">
                    <a:pos x="T24" y="T25"/>
                  </a:cxn>
                  <a:cxn ang="T95">
                    <a:pos x="T26" y="T27"/>
                  </a:cxn>
                  <a:cxn ang="T96">
                    <a:pos x="T28" y="T29"/>
                  </a:cxn>
                  <a:cxn ang="T97">
                    <a:pos x="T30" y="T31"/>
                  </a:cxn>
                  <a:cxn ang="T98">
                    <a:pos x="T32" y="T33"/>
                  </a:cxn>
                  <a:cxn ang="T99">
                    <a:pos x="T34" y="T35"/>
                  </a:cxn>
                  <a:cxn ang="T100">
                    <a:pos x="T36" y="T37"/>
                  </a:cxn>
                  <a:cxn ang="T101">
                    <a:pos x="T38" y="T39"/>
                  </a:cxn>
                  <a:cxn ang="T102">
                    <a:pos x="T40" y="T41"/>
                  </a:cxn>
                  <a:cxn ang="T103">
                    <a:pos x="T42" y="T43"/>
                  </a:cxn>
                  <a:cxn ang="T104">
                    <a:pos x="T44" y="T45"/>
                  </a:cxn>
                  <a:cxn ang="T105">
                    <a:pos x="T46" y="T47"/>
                  </a:cxn>
                  <a:cxn ang="T106">
                    <a:pos x="T48" y="T49"/>
                  </a:cxn>
                  <a:cxn ang="T107">
                    <a:pos x="T50" y="T51"/>
                  </a:cxn>
                  <a:cxn ang="T108">
                    <a:pos x="T52" y="T53"/>
                  </a:cxn>
                  <a:cxn ang="T109">
                    <a:pos x="T54" y="T55"/>
                  </a:cxn>
                  <a:cxn ang="T110">
                    <a:pos x="T56" y="T57"/>
                  </a:cxn>
                  <a:cxn ang="T111">
                    <a:pos x="T58" y="T59"/>
                  </a:cxn>
                  <a:cxn ang="T112">
                    <a:pos x="T60" y="T61"/>
                  </a:cxn>
                  <a:cxn ang="T113">
                    <a:pos x="T62" y="T63"/>
                  </a:cxn>
                  <a:cxn ang="T114">
                    <a:pos x="T64" y="T65"/>
                  </a:cxn>
                  <a:cxn ang="T115">
                    <a:pos x="T66" y="T67"/>
                  </a:cxn>
                  <a:cxn ang="T116">
                    <a:pos x="T68" y="T69"/>
                  </a:cxn>
                  <a:cxn ang="T117">
                    <a:pos x="T70" y="T71"/>
                  </a:cxn>
                  <a:cxn ang="T118">
                    <a:pos x="T72" y="T73"/>
                  </a:cxn>
                  <a:cxn ang="T119">
                    <a:pos x="T74" y="T75"/>
                  </a:cxn>
                  <a:cxn ang="T120">
                    <a:pos x="T76" y="T77"/>
                  </a:cxn>
                  <a:cxn ang="T121">
                    <a:pos x="T78" y="T79"/>
                  </a:cxn>
                  <a:cxn ang="T122">
                    <a:pos x="T80" y="T81"/>
                  </a:cxn>
                </a:cxnLst>
                <a:rect l="T123" t="T124" r="T125" b="T126"/>
                <a:pathLst>
                  <a:path w="717" h="756">
                    <a:moveTo>
                      <a:pt x="0" y="756"/>
                    </a:moveTo>
                    <a:lnTo>
                      <a:pt x="52" y="167"/>
                    </a:lnTo>
                    <a:lnTo>
                      <a:pt x="64" y="384"/>
                    </a:lnTo>
                    <a:lnTo>
                      <a:pt x="90" y="103"/>
                    </a:lnTo>
                    <a:lnTo>
                      <a:pt x="116" y="519"/>
                    </a:lnTo>
                    <a:lnTo>
                      <a:pt x="135" y="487"/>
                    </a:lnTo>
                    <a:lnTo>
                      <a:pt x="135" y="359"/>
                    </a:lnTo>
                    <a:lnTo>
                      <a:pt x="167" y="71"/>
                    </a:lnTo>
                    <a:lnTo>
                      <a:pt x="192" y="244"/>
                    </a:lnTo>
                    <a:lnTo>
                      <a:pt x="205" y="96"/>
                    </a:lnTo>
                    <a:lnTo>
                      <a:pt x="218" y="615"/>
                    </a:lnTo>
                    <a:lnTo>
                      <a:pt x="244" y="397"/>
                    </a:lnTo>
                    <a:lnTo>
                      <a:pt x="282" y="519"/>
                    </a:lnTo>
                    <a:lnTo>
                      <a:pt x="308" y="308"/>
                    </a:lnTo>
                    <a:lnTo>
                      <a:pt x="333" y="442"/>
                    </a:lnTo>
                    <a:lnTo>
                      <a:pt x="346" y="352"/>
                    </a:lnTo>
                    <a:lnTo>
                      <a:pt x="365" y="384"/>
                    </a:lnTo>
                    <a:lnTo>
                      <a:pt x="378" y="135"/>
                    </a:lnTo>
                    <a:lnTo>
                      <a:pt x="391" y="301"/>
                    </a:lnTo>
                    <a:lnTo>
                      <a:pt x="384" y="519"/>
                    </a:lnTo>
                    <a:lnTo>
                      <a:pt x="404" y="679"/>
                    </a:lnTo>
                    <a:lnTo>
                      <a:pt x="429" y="628"/>
                    </a:lnTo>
                    <a:lnTo>
                      <a:pt x="442" y="480"/>
                    </a:lnTo>
                    <a:lnTo>
                      <a:pt x="455" y="391"/>
                    </a:lnTo>
                    <a:lnTo>
                      <a:pt x="436" y="506"/>
                    </a:lnTo>
                    <a:lnTo>
                      <a:pt x="461" y="352"/>
                    </a:lnTo>
                    <a:lnTo>
                      <a:pt x="474" y="455"/>
                    </a:lnTo>
                    <a:lnTo>
                      <a:pt x="493" y="519"/>
                    </a:lnTo>
                    <a:lnTo>
                      <a:pt x="512" y="410"/>
                    </a:lnTo>
                    <a:lnTo>
                      <a:pt x="532" y="186"/>
                    </a:lnTo>
                    <a:lnTo>
                      <a:pt x="544" y="231"/>
                    </a:lnTo>
                    <a:lnTo>
                      <a:pt x="570" y="148"/>
                    </a:lnTo>
                    <a:lnTo>
                      <a:pt x="576" y="301"/>
                    </a:lnTo>
                    <a:lnTo>
                      <a:pt x="576" y="730"/>
                    </a:lnTo>
                    <a:lnTo>
                      <a:pt x="647" y="0"/>
                    </a:lnTo>
                    <a:lnTo>
                      <a:pt x="647" y="250"/>
                    </a:lnTo>
                    <a:lnTo>
                      <a:pt x="660" y="333"/>
                    </a:lnTo>
                    <a:lnTo>
                      <a:pt x="685" y="192"/>
                    </a:lnTo>
                    <a:lnTo>
                      <a:pt x="711" y="340"/>
                    </a:lnTo>
                    <a:lnTo>
                      <a:pt x="698" y="429"/>
                    </a:lnTo>
                    <a:lnTo>
                      <a:pt x="717" y="461"/>
                    </a:lnTo>
                  </a:path>
                </a:pathLst>
              </a:custGeom>
              <a:noFill/>
              <a:ln w="9525">
                <a:solidFill>
                  <a:srgbClr val="0079F2"/>
                </a:solidFill>
                <a:round/>
                <a:headEnd/>
                <a:tailEnd/>
              </a:ln>
            </p:spPr>
            <p:txBody>
              <a:bodyPr/>
              <a:lstStyle/>
              <a:p>
                <a:endParaRPr lang="en-GB" sz="1600"/>
              </a:p>
            </p:txBody>
          </p:sp>
          <p:sp>
            <p:nvSpPr>
              <p:cNvPr id="4134" name="Freeform 87"/>
              <p:cNvSpPr>
                <a:spLocks/>
              </p:cNvSpPr>
              <p:nvPr/>
            </p:nvSpPr>
            <p:spPr bwMode="auto">
              <a:xfrm flipV="1">
                <a:off x="4385" y="1138"/>
                <a:ext cx="313" cy="756"/>
              </a:xfrm>
              <a:custGeom>
                <a:avLst/>
                <a:gdLst>
                  <a:gd name="T0" fmla="*/ 0 w 717"/>
                  <a:gd name="T1" fmla="*/ 756 h 756"/>
                  <a:gd name="T2" fmla="*/ 4 w 717"/>
                  <a:gd name="T3" fmla="*/ 167 h 756"/>
                  <a:gd name="T4" fmla="*/ 5 w 717"/>
                  <a:gd name="T5" fmla="*/ 384 h 756"/>
                  <a:gd name="T6" fmla="*/ 7 w 717"/>
                  <a:gd name="T7" fmla="*/ 103 h 756"/>
                  <a:gd name="T8" fmla="*/ 10 w 717"/>
                  <a:gd name="T9" fmla="*/ 519 h 756"/>
                  <a:gd name="T10" fmla="*/ 11 w 717"/>
                  <a:gd name="T11" fmla="*/ 487 h 756"/>
                  <a:gd name="T12" fmla="*/ 11 w 717"/>
                  <a:gd name="T13" fmla="*/ 359 h 756"/>
                  <a:gd name="T14" fmla="*/ 14 w 717"/>
                  <a:gd name="T15" fmla="*/ 71 h 756"/>
                  <a:gd name="T16" fmla="*/ 16 w 717"/>
                  <a:gd name="T17" fmla="*/ 244 h 756"/>
                  <a:gd name="T18" fmla="*/ 17 w 717"/>
                  <a:gd name="T19" fmla="*/ 96 h 756"/>
                  <a:gd name="T20" fmla="*/ 18 w 717"/>
                  <a:gd name="T21" fmla="*/ 615 h 756"/>
                  <a:gd name="T22" fmla="*/ 21 w 717"/>
                  <a:gd name="T23" fmla="*/ 397 h 756"/>
                  <a:gd name="T24" fmla="*/ 24 w 717"/>
                  <a:gd name="T25" fmla="*/ 519 h 756"/>
                  <a:gd name="T26" fmla="*/ 25 w 717"/>
                  <a:gd name="T27" fmla="*/ 308 h 756"/>
                  <a:gd name="T28" fmla="*/ 28 w 717"/>
                  <a:gd name="T29" fmla="*/ 442 h 756"/>
                  <a:gd name="T30" fmla="*/ 29 w 717"/>
                  <a:gd name="T31" fmla="*/ 352 h 756"/>
                  <a:gd name="T32" fmla="*/ 30 w 717"/>
                  <a:gd name="T33" fmla="*/ 384 h 756"/>
                  <a:gd name="T34" fmla="*/ 31 w 717"/>
                  <a:gd name="T35" fmla="*/ 135 h 756"/>
                  <a:gd name="T36" fmla="*/ 33 w 717"/>
                  <a:gd name="T37" fmla="*/ 301 h 756"/>
                  <a:gd name="T38" fmla="*/ 32 w 717"/>
                  <a:gd name="T39" fmla="*/ 519 h 756"/>
                  <a:gd name="T40" fmla="*/ 34 w 717"/>
                  <a:gd name="T41" fmla="*/ 679 h 756"/>
                  <a:gd name="T42" fmla="*/ 36 w 717"/>
                  <a:gd name="T43" fmla="*/ 628 h 756"/>
                  <a:gd name="T44" fmla="*/ 37 w 717"/>
                  <a:gd name="T45" fmla="*/ 480 h 756"/>
                  <a:gd name="T46" fmla="*/ 38 w 717"/>
                  <a:gd name="T47" fmla="*/ 391 h 756"/>
                  <a:gd name="T48" fmla="*/ 36 w 717"/>
                  <a:gd name="T49" fmla="*/ 506 h 756"/>
                  <a:gd name="T50" fmla="*/ 38 w 717"/>
                  <a:gd name="T51" fmla="*/ 352 h 756"/>
                  <a:gd name="T52" fmla="*/ 39 w 717"/>
                  <a:gd name="T53" fmla="*/ 455 h 756"/>
                  <a:gd name="T54" fmla="*/ 41 w 717"/>
                  <a:gd name="T55" fmla="*/ 519 h 756"/>
                  <a:gd name="T56" fmla="*/ 43 w 717"/>
                  <a:gd name="T57" fmla="*/ 410 h 756"/>
                  <a:gd name="T58" fmla="*/ 44 w 717"/>
                  <a:gd name="T59" fmla="*/ 186 h 756"/>
                  <a:gd name="T60" fmla="*/ 45 w 717"/>
                  <a:gd name="T61" fmla="*/ 231 h 756"/>
                  <a:gd name="T62" fmla="*/ 48 w 717"/>
                  <a:gd name="T63" fmla="*/ 148 h 756"/>
                  <a:gd name="T64" fmla="*/ 48 w 717"/>
                  <a:gd name="T65" fmla="*/ 301 h 756"/>
                  <a:gd name="T66" fmla="*/ 48 w 717"/>
                  <a:gd name="T67" fmla="*/ 730 h 756"/>
                  <a:gd name="T68" fmla="*/ 54 w 717"/>
                  <a:gd name="T69" fmla="*/ 0 h 756"/>
                  <a:gd name="T70" fmla="*/ 54 w 717"/>
                  <a:gd name="T71" fmla="*/ 250 h 756"/>
                  <a:gd name="T72" fmla="*/ 55 w 717"/>
                  <a:gd name="T73" fmla="*/ 333 h 756"/>
                  <a:gd name="T74" fmla="*/ 57 w 717"/>
                  <a:gd name="T75" fmla="*/ 192 h 756"/>
                  <a:gd name="T76" fmla="*/ 59 w 717"/>
                  <a:gd name="T77" fmla="*/ 340 h 756"/>
                  <a:gd name="T78" fmla="*/ 58 w 717"/>
                  <a:gd name="T79" fmla="*/ 429 h 756"/>
                  <a:gd name="T80" fmla="*/ 60 w 717"/>
                  <a:gd name="T81" fmla="*/ 461 h 756"/>
                  <a:gd name="T82" fmla="*/ 0 60000 65536"/>
                  <a:gd name="T83" fmla="*/ 0 60000 65536"/>
                  <a:gd name="T84" fmla="*/ 0 60000 65536"/>
                  <a:gd name="T85" fmla="*/ 0 60000 65536"/>
                  <a:gd name="T86" fmla="*/ 0 60000 65536"/>
                  <a:gd name="T87" fmla="*/ 0 60000 65536"/>
                  <a:gd name="T88" fmla="*/ 0 60000 65536"/>
                  <a:gd name="T89" fmla="*/ 0 60000 65536"/>
                  <a:gd name="T90" fmla="*/ 0 60000 65536"/>
                  <a:gd name="T91" fmla="*/ 0 60000 65536"/>
                  <a:gd name="T92" fmla="*/ 0 60000 65536"/>
                  <a:gd name="T93" fmla="*/ 0 60000 65536"/>
                  <a:gd name="T94" fmla="*/ 0 60000 65536"/>
                  <a:gd name="T95" fmla="*/ 0 60000 65536"/>
                  <a:gd name="T96" fmla="*/ 0 60000 65536"/>
                  <a:gd name="T97" fmla="*/ 0 60000 65536"/>
                  <a:gd name="T98" fmla="*/ 0 60000 65536"/>
                  <a:gd name="T99" fmla="*/ 0 60000 65536"/>
                  <a:gd name="T100" fmla="*/ 0 60000 65536"/>
                  <a:gd name="T101" fmla="*/ 0 60000 65536"/>
                  <a:gd name="T102" fmla="*/ 0 60000 65536"/>
                  <a:gd name="T103" fmla="*/ 0 60000 65536"/>
                  <a:gd name="T104" fmla="*/ 0 60000 65536"/>
                  <a:gd name="T105" fmla="*/ 0 60000 65536"/>
                  <a:gd name="T106" fmla="*/ 0 60000 65536"/>
                  <a:gd name="T107" fmla="*/ 0 60000 65536"/>
                  <a:gd name="T108" fmla="*/ 0 60000 65536"/>
                  <a:gd name="T109" fmla="*/ 0 60000 65536"/>
                  <a:gd name="T110" fmla="*/ 0 60000 65536"/>
                  <a:gd name="T111" fmla="*/ 0 60000 65536"/>
                  <a:gd name="T112" fmla="*/ 0 60000 65536"/>
                  <a:gd name="T113" fmla="*/ 0 60000 65536"/>
                  <a:gd name="T114" fmla="*/ 0 60000 65536"/>
                  <a:gd name="T115" fmla="*/ 0 60000 65536"/>
                  <a:gd name="T116" fmla="*/ 0 60000 65536"/>
                  <a:gd name="T117" fmla="*/ 0 60000 65536"/>
                  <a:gd name="T118" fmla="*/ 0 60000 65536"/>
                  <a:gd name="T119" fmla="*/ 0 60000 65536"/>
                  <a:gd name="T120" fmla="*/ 0 60000 65536"/>
                  <a:gd name="T121" fmla="*/ 0 60000 65536"/>
                  <a:gd name="T122" fmla="*/ 0 60000 65536"/>
                  <a:gd name="T123" fmla="*/ 0 w 717"/>
                  <a:gd name="T124" fmla="*/ 0 h 756"/>
                  <a:gd name="T125" fmla="*/ 717 w 717"/>
                  <a:gd name="T126" fmla="*/ 756 h 756"/>
                </a:gdLst>
                <a:ahLst/>
                <a:cxnLst>
                  <a:cxn ang="T82">
                    <a:pos x="T0" y="T1"/>
                  </a:cxn>
                  <a:cxn ang="T83">
                    <a:pos x="T2" y="T3"/>
                  </a:cxn>
                  <a:cxn ang="T84">
                    <a:pos x="T4" y="T5"/>
                  </a:cxn>
                  <a:cxn ang="T85">
                    <a:pos x="T6" y="T7"/>
                  </a:cxn>
                  <a:cxn ang="T86">
                    <a:pos x="T8" y="T9"/>
                  </a:cxn>
                  <a:cxn ang="T87">
                    <a:pos x="T10" y="T11"/>
                  </a:cxn>
                  <a:cxn ang="T88">
                    <a:pos x="T12" y="T13"/>
                  </a:cxn>
                  <a:cxn ang="T89">
                    <a:pos x="T14" y="T15"/>
                  </a:cxn>
                  <a:cxn ang="T90">
                    <a:pos x="T16" y="T17"/>
                  </a:cxn>
                  <a:cxn ang="T91">
                    <a:pos x="T18" y="T19"/>
                  </a:cxn>
                  <a:cxn ang="T92">
                    <a:pos x="T20" y="T21"/>
                  </a:cxn>
                  <a:cxn ang="T93">
                    <a:pos x="T22" y="T23"/>
                  </a:cxn>
                  <a:cxn ang="T94">
                    <a:pos x="T24" y="T25"/>
                  </a:cxn>
                  <a:cxn ang="T95">
                    <a:pos x="T26" y="T27"/>
                  </a:cxn>
                  <a:cxn ang="T96">
                    <a:pos x="T28" y="T29"/>
                  </a:cxn>
                  <a:cxn ang="T97">
                    <a:pos x="T30" y="T31"/>
                  </a:cxn>
                  <a:cxn ang="T98">
                    <a:pos x="T32" y="T33"/>
                  </a:cxn>
                  <a:cxn ang="T99">
                    <a:pos x="T34" y="T35"/>
                  </a:cxn>
                  <a:cxn ang="T100">
                    <a:pos x="T36" y="T37"/>
                  </a:cxn>
                  <a:cxn ang="T101">
                    <a:pos x="T38" y="T39"/>
                  </a:cxn>
                  <a:cxn ang="T102">
                    <a:pos x="T40" y="T41"/>
                  </a:cxn>
                  <a:cxn ang="T103">
                    <a:pos x="T42" y="T43"/>
                  </a:cxn>
                  <a:cxn ang="T104">
                    <a:pos x="T44" y="T45"/>
                  </a:cxn>
                  <a:cxn ang="T105">
                    <a:pos x="T46" y="T47"/>
                  </a:cxn>
                  <a:cxn ang="T106">
                    <a:pos x="T48" y="T49"/>
                  </a:cxn>
                  <a:cxn ang="T107">
                    <a:pos x="T50" y="T51"/>
                  </a:cxn>
                  <a:cxn ang="T108">
                    <a:pos x="T52" y="T53"/>
                  </a:cxn>
                  <a:cxn ang="T109">
                    <a:pos x="T54" y="T55"/>
                  </a:cxn>
                  <a:cxn ang="T110">
                    <a:pos x="T56" y="T57"/>
                  </a:cxn>
                  <a:cxn ang="T111">
                    <a:pos x="T58" y="T59"/>
                  </a:cxn>
                  <a:cxn ang="T112">
                    <a:pos x="T60" y="T61"/>
                  </a:cxn>
                  <a:cxn ang="T113">
                    <a:pos x="T62" y="T63"/>
                  </a:cxn>
                  <a:cxn ang="T114">
                    <a:pos x="T64" y="T65"/>
                  </a:cxn>
                  <a:cxn ang="T115">
                    <a:pos x="T66" y="T67"/>
                  </a:cxn>
                  <a:cxn ang="T116">
                    <a:pos x="T68" y="T69"/>
                  </a:cxn>
                  <a:cxn ang="T117">
                    <a:pos x="T70" y="T71"/>
                  </a:cxn>
                  <a:cxn ang="T118">
                    <a:pos x="T72" y="T73"/>
                  </a:cxn>
                  <a:cxn ang="T119">
                    <a:pos x="T74" y="T75"/>
                  </a:cxn>
                  <a:cxn ang="T120">
                    <a:pos x="T76" y="T77"/>
                  </a:cxn>
                  <a:cxn ang="T121">
                    <a:pos x="T78" y="T79"/>
                  </a:cxn>
                  <a:cxn ang="T122">
                    <a:pos x="T80" y="T81"/>
                  </a:cxn>
                </a:cxnLst>
                <a:rect l="T123" t="T124" r="T125" b="T126"/>
                <a:pathLst>
                  <a:path w="717" h="756">
                    <a:moveTo>
                      <a:pt x="0" y="756"/>
                    </a:moveTo>
                    <a:lnTo>
                      <a:pt x="52" y="167"/>
                    </a:lnTo>
                    <a:lnTo>
                      <a:pt x="64" y="384"/>
                    </a:lnTo>
                    <a:lnTo>
                      <a:pt x="90" y="103"/>
                    </a:lnTo>
                    <a:lnTo>
                      <a:pt x="116" y="519"/>
                    </a:lnTo>
                    <a:lnTo>
                      <a:pt x="135" y="487"/>
                    </a:lnTo>
                    <a:lnTo>
                      <a:pt x="135" y="359"/>
                    </a:lnTo>
                    <a:lnTo>
                      <a:pt x="167" y="71"/>
                    </a:lnTo>
                    <a:lnTo>
                      <a:pt x="192" y="244"/>
                    </a:lnTo>
                    <a:lnTo>
                      <a:pt x="205" y="96"/>
                    </a:lnTo>
                    <a:lnTo>
                      <a:pt x="218" y="615"/>
                    </a:lnTo>
                    <a:lnTo>
                      <a:pt x="244" y="397"/>
                    </a:lnTo>
                    <a:lnTo>
                      <a:pt x="282" y="519"/>
                    </a:lnTo>
                    <a:lnTo>
                      <a:pt x="308" y="308"/>
                    </a:lnTo>
                    <a:lnTo>
                      <a:pt x="333" y="442"/>
                    </a:lnTo>
                    <a:lnTo>
                      <a:pt x="346" y="352"/>
                    </a:lnTo>
                    <a:lnTo>
                      <a:pt x="365" y="384"/>
                    </a:lnTo>
                    <a:lnTo>
                      <a:pt x="378" y="135"/>
                    </a:lnTo>
                    <a:lnTo>
                      <a:pt x="391" y="301"/>
                    </a:lnTo>
                    <a:lnTo>
                      <a:pt x="384" y="519"/>
                    </a:lnTo>
                    <a:lnTo>
                      <a:pt x="404" y="679"/>
                    </a:lnTo>
                    <a:lnTo>
                      <a:pt x="429" y="628"/>
                    </a:lnTo>
                    <a:lnTo>
                      <a:pt x="442" y="480"/>
                    </a:lnTo>
                    <a:lnTo>
                      <a:pt x="455" y="391"/>
                    </a:lnTo>
                    <a:lnTo>
                      <a:pt x="436" y="506"/>
                    </a:lnTo>
                    <a:lnTo>
                      <a:pt x="461" y="352"/>
                    </a:lnTo>
                    <a:lnTo>
                      <a:pt x="474" y="455"/>
                    </a:lnTo>
                    <a:lnTo>
                      <a:pt x="493" y="519"/>
                    </a:lnTo>
                    <a:lnTo>
                      <a:pt x="512" y="410"/>
                    </a:lnTo>
                    <a:lnTo>
                      <a:pt x="532" y="186"/>
                    </a:lnTo>
                    <a:lnTo>
                      <a:pt x="544" y="231"/>
                    </a:lnTo>
                    <a:lnTo>
                      <a:pt x="570" y="148"/>
                    </a:lnTo>
                    <a:lnTo>
                      <a:pt x="576" y="301"/>
                    </a:lnTo>
                    <a:lnTo>
                      <a:pt x="576" y="730"/>
                    </a:lnTo>
                    <a:lnTo>
                      <a:pt x="647" y="0"/>
                    </a:lnTo>
                    <a:lnTo>
                      <a:pt x="647" y="250"/>
                    </a:lnTo>
                    <a:lnTo>
                      <a:pt x="660" y="333"/>
                    </a:lnTo>
                    <a:lnTo>
                      <a:pt x="685" y="192"/>
                    </a:lnTo>
                    <a:lnTo>
                      <a:pt x="711" y="340"/>
                    </a:lnTo>
                    <a:lnTo>
                      <a:pt x="698" y="429"/>
                    </a:lnTo>
                    <a:lnTo>
                      <a:pt x="717" y="461"/>
                    </a:lnTo>
                  </a:path>
                </a:pathLst>
              </a:custGeom>
              <a:noFill/>
              <a:ln w="9525">
                <a:solidFill>
                  <a:srgbClr val="0079F2"/>
                </a:solidFill>
                <a:round/>
                <a:headEnd/>
                <a:tailEnd/>
              </a:ln>
            </p:spPr>
            <p:txBody>
              <a:bodyPr/>
              <a:lstStyle/>
              <a:p>
                <a:endParaRPr lang="en-GB" sz="1600"/>
              </a:p>
            </p:txBody>
          </p:sp>
          <p:sp>
            <p:nvSpPr>
              <p:cNvPr id="4135" name="Freeform 88"/>
              <p:cNvSpPr>
                <a:spLocks/>
              </p:cNvSpPr>
              <p:nvPr/>
            </p:nvSpPr>
            <p:spPr bwMode="auto">
              <a:xfrm flipH="1">
                <a:off x="4698" y="1100"/>
                <a:ext cx="313" cy="756"/>
              </a:xfrm>
              <a:custGeom>
                <a:avLst/>
                <a:gdLst>
                  <a:gd name="T0" fmla="*/ 0 w 717"/>
                  <a:gd name="T1" fmla="*/ 756 h 756"/>
                  <a:gd name="T2" fmla="*/ 4 w 717"/>
                  <a:gd name="T3" fmla="*/ 167 h 756"/>
                  <a:gd name="T4" fmla="*/ 5 w 717"/>
                  <a:gd name="T5" fmla="*/ 384 h 756"/>
                  <a:gd name="T6" fmla="*/ 7 w 717"/>
                  <a:gd name="T7" fmla="*/ 103 h 756"/>
                  <a:gd name="T8" fmla="*/ 10 w 717"/>
                  <a:gd name="T9" fmla="*/ 519 h 756"/>
                  <a:gd name="T10" fmla="*/ 11 w 717"/>
                  <a:gd name="T11" fmla="*/ 487 h 756"/>
                  <a:gd name="T12" fmla="*/ 11 w 717"/>
                  <a:gd name="T13" fmla="*/ 359 h 756"/>
                  <a:gd name="T14" fmla="*/ 14 w 717"/>
                  <a:gd name="T15" fmla="*/ 71 h 756"/>
                  <a:gd name="T16" fmla="*/ 16 w 717"/>
                  <a:gd name="T17" fmla="*/ 244 h 756"/>
                  <a:gd name="T18" fmla="*/ 17 w 717"/>
                  <a:gd name="T19" fmla="*/ 96 h 756"/>
                  <a:gd name="T20" fmla="*/ 18 w 717"/>
                  <a:gd name="T21" fmla="*/ 615 h 756"/>
                  <a:gd name="T22" fmla="*/ 21 w 717"/>
                  <a:gd name="T23" fmla="*/ 397 h 756"/>
                  <a:gd name="T24" fmla="*/ 24 w 717"/>
                  <a:gd name="T25" fmla="*/ 519 h 756"/>
                  <a:gd name="T26" fmla="*/ 25 w 717"/>
                  <a:gd name="T27" fmla="*/ 308 h 756"/>
                  <a:gd name="T28" fmla="*/ 28 w 717"/>
                  <a:gd name="T29" fmla="*/ 442 h 756"/>
                  <a:gd name="T30" fmla="*/ 29 w 717"/>
                  <a:gd name="T31" fmla="*/ 352 h 756"/>
                  <a:gd name="T32" fmla="*/ 30 w 717"/>
                  <a:gd name="T33" fmla="*/ 384 h 756"/>
                  <a:gd name="T34" fmla="*/ 31 w 717"/>
                  <a:gd name="T35" fmla="*/ 135 h 756"/>
                  <a:gd name="T36" fmla="*/ 33 w 717"/>
                  <a:gd name="T37" fmla="*/ 301 h 756"/>
                  <a:gd name="T38" fmla="*/ 32 w 717"/>
                  <a:gd name="T39" fmla="*/ 519 h 756"/>
                  <a:gd name="T40" fmla="*/ 34 w 717"/>
                  <a:gd name="T41" fmla="*/ 679 h 756"/>
                  <a:gd name="T42" fmla="*/ 36 w 717"/>
                  <a:gd name="T43" fmla="*/ 628 h 756"/>
                  <a:gd name="T44" fmla="*/ 37 w 717"/>
                  <a:gd name="T45" fmla="*/ 480 h 756"/>
                  <a:gd name="T46" fmla="*/ 38 w 717"/>
                  <a:gd name="T47" fmla="*/ 391 h 756"/>
                  <a:gd name="T48" fmla="*/ 36 w 717"/>
                  <a:gd name="T49" fmla="*/ 506 h 756"/>
                  <a:gd name="T50" fmla="*/ 38 w 717"/>
                  <a:gd name="T51" fmla="*/ 352 h 756"/>
                  <a:gd name="T52" fmla="*/ 39 w 717"/>
                  <a:gd name="T53" fmla="*/ 455 h 756"/>
                  <a:gd name="T54" fmla="*/ 41 w 717"/>
                  <a:gd name="T55" fmla="*/ 519 h 756"/>
                  <a:gd name="T56" fmla="*/ 43 w 717"/>
                  <a:gd name="T57" fmla="*/ 410 h 756"/>
                  <a:gd name="T58" fmla="*/ 44 w 717"/>
                  <a:gd name="T59" fmla="*/ 186 h 756"/>
                  <a:gd name="T60" fmla="*/ 45 w 717"/>
                  <a:gd name="T61" fmla="*/ 231 h 756"/>
                  <a:gd name="T62" fmla="*/ 48 w 717"/>
                  <a:gd name="T63" fmla="*/ 148 h 756"/>
                  <a:gd name="T64" fmla="*/ 48 w 717"/>
                  <a:gd name="T65" fmla="*/ 301 h 756"/>
                  <a:gd name="T66" fmla="*/ 48 w 717"/>
                  <a:gd name="T67" fmla="*/ 730 h 756"/>
                  <a:gd name="T68" fmla="*/ 54 w 717"/>
                  <a:gd name="T69" fmla="*/ 0 h 756"/>
                  <a:gd name="T70" fmla="*/ 54 w 717"/>
                  <a:gd name="T71" fmla="*/ 250 h 756"/>
                  <a:gd name="T72" fmla="*/ 55 w 717"/>
                  <a:gd name="T73" fmla="*/ 333 h 756"/>
                  <a:gd name="T74" fmla="*/ 57 w 717"/>
                  <a:gd name="T75" fmla="*/ 192 h 756"/>
                  <a:gd name="T76" fmla="*/ 59 w 717"/>
                  <a:gd name="T77" fmla="*/ 340 h 756"/>
                  <a:gd name="T78" fmla="*/ 58 w 717"/>
                  <a:gd name="T79" fmla="*/ 429 h 756"/>
                  <a:gd name="T80" fmla="*/ 60 w 717"/>
                  <a:gd name="T81" fmla="*/ 461 h 756"/>
                  <a:gd name="T82" fmla="*/ 0 60000 65536"/>
                  <a:gd name="T83" fmla="*/ 0 60000 65536"/>
                  <a:gd name="T84" fmla="*/ 0 60000 65536"/>
                  <a:gd name="T85" fmla="*/ 0 60000 65536"/>
                  <a:gd name="T86" fmla="*/ 0 60000 65536"/>
                  <a:gd name="T87" fmla="*/ 0 60000 65536"/>
                  <a:gd name="T88" fmla="*/ 0 60000 65536"/>
                  <a:gd name="T89" fmla="*/ 0 60000 65536"/>
                  <a:gd name="T90" fmla="*/ 0 60000 65536"/>
                  <a:gd name="T91" fmla="*/ 0 60000 65536"/>
                  <a:gd name="T92" fmla="*/ 0 60000 65536"/>
                  <a:gd name="T93" fmla="*/ 0 60000 65536"/>
                  <a:gd name="T94" fmla="*/ 0 60000 65536"/>
                  <a:gd name="T95" fmla="*/ 0 60000 65536"/>
                  <a:gd name="T96" fmla="*/ 0 60000 65536"/>
                  <a:gd name="T97" fmla="*/ 0 60000 65536"/>
                  <a:gd name="T98" fmla="*/ 0 60000 65536"/>
                  <a:gd name="T99" fmla="*/ 0 60000 65536"/>
                  <a:gd name="T100" fmla="*/ 0 60000 65536"/>
                  <a:gd name="T101" fmla="*/ 0 60000 65536"/>
                  <a:gd name="T102" fmla="*/ 0 60000 65536"/>
                  <a:gd name="T103" fmla="*/ 0 60000 65536"/>
                  <a:gd name="T104" fmla="*/ 0 60000 65536"/>
                  <a:gd name="T105" fmla="*/ 0 60000 65536"/>
                  <a:gd name="T106" fmla="*/ 0 60000 65536"/>
                  <a:gd name="T107" fmla="*/ 0 60000 65536"/>
                  <a:gd name="T108" fmla="*/ 0 60000 65536"/>
                  <a:gd name="T109" fmla="*/ 0 60000 65536"/>
                  <a:gd name="T110" fmla="*/ 0 60000 65536"/>
                  <a:gd name="T111" fmla="*/ 0 60000 65536"/>
                  <a:gd name="T112" fmla="*/ 0 60000 65536"/>
                  <a:gd name="T113" fmla="*/ 0 60000 65536"/>
                  <a:gd name="T114" fmla="*/ 0 60000 65536"/>
                  <a:gd name="T115" fmla="*/ 0 60000 65536"/>
                  <a:gd name="T116" fmla="*/ 0 60000 65536"/>
                  <a:gd name="T117" fmla="*/ 0 60000 65536"/>
                  <a:gd name="T118" fmla="*/ 0 60000 65536"/>
                  <a:gd name="T119" fmla="*/ 0 60000 65536"/>
                  <a:gd name="T120" fmla="*/ 0 60000 65536"/>
                  <a:gd name="T121" fmla="*/ 0 60000 65536"/>
                  <a:gd name="T122" fmla="*/ 0 60000 65536"/>
                  <a:gd name="T123" fmla="*/ 0 w 717"/>
                  <a:gd name="T124" fmla="*/ 0 h 756"/>
                  <a:gd name="T125" fmla="*/ 717 w 717"/>
                  <a:gd name="T126" fmla="*/ 756 h 756"/>
                </a:gdLst>
                <a:ahLst/>
                <a:cxnLst>
                  <a:cxn ang="T82">
                    <a:pos x="T0" y="T1"/>
                  </a:cxn>
                  <a:cxn ang="T83">
                    <a:pos x="T2" y="T3"/>
                  </a:cxn>
                  <a:cxn ang="T84">
                    <a:pos x="T4" y="T5"/>
                  </a:cxn>
                  <a:cxn ang="T85">
                    <a:pos x="T6" y="T7"/>
                  </a:cxn>
                  <a:cxn ang="T86">
                    <a:pos x="T8" y="T9"/>
                  </a:cxn>
                  <a:cxn ang="T87">
                    <a:pos x="T10" y="T11"/>
                  </a:cxn>
                  <a:cxn ang="T88">
                    <a:pos x="T12" y="T13"/>
                  </a:cxn>
                  <a:cxn ang="T89">
                    <a:pos x="T14" y="T15"/>
                  </a:cxn>
                  <a:cxn ang="T90">
                    <a:pos x="T16" y="T17"/>
                  </a:cxn>
                  <a:cxn ang="T91">
                    <a:pos x="T18" y="T19"/>
                  </a:cxn>
                  <a:cxn ang="T92">
                    <a:pos x="T20" y="T21"/>
                  </a:cxn>
                  <a:cxn ang="T93">
                    <a:pos x="T22" y="T23"/>
                  </a:cxn>
                  <a:cxn ang="T94">
                    <a:pos x="T24" y="T25"/>
                  </a:cxn>
                  <a:cxn ang="T95">
                    <a:pos x="T26" y="T27"/>
                  </a:cxn>
                  <a:cxn ang="T96">
                    <a:pos x="T28" y="T29"/>
                  </a:cxn>
                  <a:cxn ang="T97">
                    <a:pos x="T30" y="T31"/>
                  </a:cxn>
                  <a:cxn ang="T98">
                    <a:pos x="T32" y="T33"/>
                  </a:cxn>
                  <a:cxn ang="T99">
                    <a:pos x="T34" y="T35"/>
                  </a:cxn>
                  <a:cxn ang="T100">
                    <a:pos x="T36" y="T37"/>
                  </a:cxn>
                  <a:cxn ang="T101">
                    <a:pos x="T38" y="T39"/>
                  </a:cxn>
                  <a:cxn ang="T102">
                    <a:pos x="T40" y="T41"/>
                  </a:cxn>
                  <a:cxn ang="T103">
                    <a:pos x="T42" y="T43"/>
                  </a:cxn>
                  <a:cxn ang="T104">
                    <a:pos x="T44" y="T45"/>
                  </a:cxn>
                  <a:cxn ang="T105">
                    <a:pos x="T46" y="T47"/>
                  </a:cxn>
                  <a:cxn ang="T106">
                    <a:pos x="T48" y="T49"/>
                  </a:cxn>
                  <a:cxn ang="T107">
                    <a:pos x="T50" y="T51"/>
                  </a:cxn>
                  <a:cxn ang="T108">
                    <a:pos x="T52" y="T53"/>
                  </a:cxn>
                  <a:cxn ang="T109">
                    <a:pos x="T54" y="T55"/>
                  </a:cxn>
                  <a:cxn ang="T110">
                    <a:pos x="T56" y="T57"/>
                  </a:cxn>
                  <a:cxn ang="T111">
                    <a:pos x="T58" y="T59"/>
                  </a:cxn>
                  <a:cxn ang="T112">
                    <a:pos x="T60" y="T61"/>
                  </a:cxn>
                  <a:cxn ang="T113">
                    <a:pos x="T62" y="T63"/>
                  </a:cxn>
                  <a:cxn ang="T114">
                    <a:pos x="T64" y="T65"/>
                  </a:cxn>
                  <a:cxn ang="T115">
                    <a:pos x="T66" y="T67"/>
                  </a:cxn>
                  <a:cxn ang="T116">
                    <a:pos x="T68" y="T69"/>
                  </a:cxn>
                  <a:cxn ang="T117">
                    <a:pos x="T70" y="T71"/>
                  </a:cxn>
                  <a:cxn ang="T118">
                    <a:pos x="T72" y="T73"/>
                  </a:cxn>
                  <a:cxn ang="T119">
                    <a:pos x="T74" y="T75"/>
                  </a:cxn>
                  <a:cxn ang="T120">
                    <a:pos x="T76" y="T77"/>
                  </a:cxn>
                  <a:cxn ang="T121">
                    <a:pos x="T78" y="T79"/>
                  </a:cxn>
                  <a:cxn ang="T122">
                    <a:pos x="T80" y="T81"/>
                  </a:cxn>
                </a:cxnLst>
                <a:rect l="T123" t="T124" r="T125" b="T126"/>
                <a:pathLst>
                  <a:path w="717" h="756">
                    <a:moveTo>
                      <a:pt x="0" y="756"/>
                    </a:moveTo>
                    <a:lnTo>
                      <a:pt x="52" y="167"/>
                    </a:lnTo>
                    <a:lnTo>
                      <a:pt x="64" y="384"/>
                    </a:lnTo>
                    <a:lnTo>
                      <a:pt x="90" y="103"/>
                    </a:lnTo>
                    <a:lnTo>
                      <a:pt x="116" y="519"/>
                    </a:lnTo>
                    <a:lnTo>
                      <a:pt x="135" y="487"/>
                    </a:lnTo>
                    <a:lnTo>
                      <a:pt x="135" y="359"/>
                    </a:lnTo>
                    <a:lnTo>
                      <a:pt x="167" y="71"/>
                    </a:lnTo>
                    <a:lnTo>
                      <a:pt x="192" y="244"/>
                    </a:lnTo>
                    <a:lnTo>
                      <a:pt x="205" y="96"/>
                    </a:lnTo>
                    <a:lnTo>
                      <a:pt x="218" y="615"/>
                    </a:lnTo>
                    <a:lnTo>
                      <a:pt x="244" y="397"/>
                    </a:lnTo>
                    <a:lnTo>
                      <a:pt x="282" y="519"/>
                    </a:lnTo>
                    <a:lnTo>
                      <a:pt x="308" y="308"/>
                    </a:lnTo>
                    <a:lnTo>
                      <a:pt x="333" y="442"/>
                    </a:lnTo>
                    <a:lnTo>
                      <a:pt x="346" y="352"/>
                    </a:lnTo>
                    <a:lnTo>
                      <a:pt x="365" y="384"/>
                    </a:lnTo>
                    <a:lnTo>
                      <a:pt x="378" y="135"/>
                    </a:lnTo>
                    <a:lnTo>
                      <a:pt x="391" y="301"/>
                    </a:lnTo>
                    <a:lnTo>
                      <a:pt x="384" y="519"/>
                    </a:lnTo>
                    <a:lnTo>
                      <a:pt x="404" y="679"/>
                    </a:lnTo>
                    <a:lnTo>
                      <a:pt x="429" y="628"/>
                    </a:lnTo>
                    <a:lnTo>
                      <a:pt x="442" y="480"/>
                    </a:lnTo>
                    <a:lnTo>
                      <a:pt x="455" y="391"/>
                    </a:lnTo>
                    <a:lnTo>
                      <a:pt x="436" y="506"/>
                    </a:lnTo>
                    <a:lnTo>
                      <a:pt x="461" y="352"/>
                    </a:lnTo>
                    <a:lnTo>
                      <a:pt x="474" y="455"/>
                    </a:lnTo>
                    <a:lnTo>
                      <a:pt x="493" y="519"/>
                    </a:lnTo>
                    <a:lnTo>
                      <a:pt x="512" y="410"/>
                    </a:lnTo>
                    <a:lnTo>
                      <a:pt x="532" y="186"/>
                    </a:lnTo>
                    <a:lnTo>
                      <a:pt x="544" y="231"/>
                    </a:lnTo>
                    <a:lnTo>
                      <a:pt x="570" y="148"/>
                    </a:lnTo>
                    <a:lnTo>
                      <a:pt x="576" y="301"/>
                    </a:lnTo>
                    <a:lnTo>
                      <a:pt x="576" y="730"/>
                    </a:lnTo>
                    <a:lnTo>
                      <a:pt x="647" y="0"/>
                    </a:lnTo>
                    <a:lnTo>
                      <a:pt x="647" y="250"/>
                    </a:lnTo>
                    <a:lnTo>
                      <a:pt x="660" y="333"/>
                    </a:lnTo>
                    <a:lnTo>
                      <a:pt x="685" y="192"/>
                    </a:lnTo>
                    <a:lnTo>
                      <a:pt x="711" y="340"/>
                    </a:lnTo>
                    <a:lnTo>
                      <a:pt x="698" y="429"/>
                    </a:lnTo>
                    <a:lnTo>
                      <a:pt x="717" y="461"/>
                    </a:lnTo>
                  </a:path>
                </a:pathLst>
              </a:custGeom>
              <a:noFill/>
              <a:ln w="9525">
                <a:solidFill>
                  <a:srgbClr val="0079F2"/>
                </a:solidFill>
                <a:round/>
                <a:headEnd/>
                <a:tailEnd/>
              </a:ln>
            </p:spPr>
            <p:txBody>
              <a:bodyPr/>
              <a:lstStyle/>
              <a:p>
                <a:endParaRPr lang="en-GB" sz="1600"/>
              </a:p>
            </p:txBody>
          </p:sp>
        </p:grpSp>
      </p:grpSp>
      <p:grpSp>
        <p:nvGrpSpPr>
          <p:cNvPr id="7" name="Group 89"/>
          <p:cNvGrpSpPr>
            <a:grpSpLocks/>
          </p:cNvGrpSpPr>
          <p:nvPr/>
        </p:nvGrpSpPr>
        <p:grpSpPr bwMode="auto">
          <a:xfrm>
            <a:off x="7885113" y="2771775"/>
            <a:ext cx="820737" cy="504825"/>
            <a:chOff x="3404" y="1080"/>
            <a:chExt cx="1755" cy="819"/>
          </a:xfrm>
        </p:grpSpPr>
        <p:grpSp>
          <p:nvGrpSpPr>
            <p:cNvPr id="8" name="Group 90"/>
            <p:cNvGrpSpPr>
              <a:grpSpLocks/>
            </p:cNvGrpSpPr>
            <p:nvPr/>
          </p:nvGrpSpPr>
          <p:grpSpPr bwMode="auto">
            <a:xfrm>
              <a:off x="3404" y="1080"/>
              <a:ext cx="590" cy="801"/>
              <a:chOff x="3462" y="1100"/>
              <a:chExt cx="1549" cy="801"/>
            </a:xfrm>
          </p:grpSpPr>
          <p:sp>
            <p:nvSpPr>
              <p:cNvPr id="4123" name="Freeform 91"/>
              <p:cNvSpPr>
                <a:spLocks/>
              </p:cNvSpPr>
              <p:nvPr/>
            </p:nvSpPr>
            <p:spPr bwMode="auto">
              <a:xfrm>
                <a:off x="3462" y="1126"/>
                <a:ext cx="313" cy="756"/>
              </a:xfrm>
              <a:custGeom>
                <a:avLst/>
                <a:gdLst>
                  <a:gd name="T0" fmla="*/ 0 w 717"/>
                  <a:gd name="T1" fmla="*/ 756 h 756"/>
                  <a:gd name="T2" fmla="*/ 4 w 717"/>
                  <a:gd name="T3" fmla="*/ 167 h 756"/>
                  <a:gd name="T4" fmla="*/ 5 w 717"/>
                  <a:gd name="T5" fmla="*/ 384 h 756"/>
                  <a:gd name="T6" fmla="*/ 7 w 717"/>
                  <a:gd name="T7" fmla="*/ 103 h 756"/>
                  <a:gd name="T8" fmla="*/ 10 w 717"/>
                  <a:gd name="T9" fmla="*/ 519 h 756"/>
                  <a:gd name="T10" fmla="*/ 11 w 717"/>
                  <a:gd name="T11" fmla="*/ 487 h 756"/>
                  <a:gd name="T12" fmla="*/ 11 w 717"/>
                  <a:gd name="T13" fmla="*/ 359 h 756"/>
                  <a:gd name="T14" fmla="*/ 14 w 717"/>
                  <a:gd name="T15" fmla="*/ 71 h 756"/>
                  <a:gd name="T16" fmla="*/ 16 w 717"/>
                  <a:gd name="T17" fmla="*/ 244 h 756"/>
                  <a:gd name="T18" fmla="*/ 17 w 717"/>
                  <a:gd name="T19" fmla="*/ 96 h 756"/>
                  <a:gd name="T20" fmla="*/ 18 w 717"/>
                  <a:gd name="T21" fmla="*/ 615 h 756"/>
                  <a:gd name="T22" fmla="*/ 21 w 717"/>
                  <a:gd name="T23" fmla="*/ 397 h 756"/>
                  <a:gd name="T24" fmla="*/ 24 w 717"/>
                  <a:gd name="T25" fmla="*/ 519 h 756"/>
                  <a:gd name="T26" fmla="*/ 25 w 717"/>
                  <a:gd name="T27" fmla="*/ 308 h 756"/>
                  <a:gd name="T28" fmla="*/ 28 w 717"/>
                  <a:gd name="T29" fmla="*/ 442 h 756"/>
                  <a:gd name="T30" fmla="*/ 29 w 717"/>
                  <a:gd name="T31" fmla="*/ 352 h 756"/>
                  <a:gd name="T32" fmla="*/ 30 w 717"/>
                  <a:gd name="T33" fmla="*/ 384 h 756"/>
                  <a:gd name="T34" fmla="*/ 31 w 717"/>
                  <a:gd name="T35" fmla="*/ 135 h 756"/>
                  <a:gd name="T36" fmla="*/ 33 w 717"/>
                  <a:gd name="T37" fmla="*/ 301 h 756"/>
                  <a:gd name="T38" fmla="*/ 32 w 717"/>
                  <a:gd name="T39" fmla="*/ 519 h 756"/>
                  <a:gd name="T40" fmla="*/ 34 w 717"/>
                  <a:gd name="T41" fmla="*/ 679 h 756"/>
                  <a:gd name="T42" fmla="*/ 36 w 717"/>
                  <a:gd name="T43" fmla="*/ 628 h 756"/>
                  <a:gd name="T44" fmla="*/ 37 w 717"/>
                  <a:gd name="T45" fmla="*/ 480 h 756"/>
                  <a:gd name="T46" fmla="*/ 38 w 717"/>
                  <a:gd name="T47" fmla="*/ 391 h 756"/>
                  <a:gd name="T48" fmla="*/ 36 w 717"/>
                  <a:gd name="T49" fmla="*/ 506 h 756"/>
                  <a:gd name="T50" fmla="*/ 38 w 717"/>
                  <a:gd name="T51" fmla="*/ 352 h 756"/>
                  <a:gd name="T52" fmla="*/ 39 w 717"/>
                  <a:gd name="T53" fmla="*/ 455 h 756"/>
                  <a:gd name="T54" fmla="*/ 41 w 717"/>
                  <a:gd name="T55" fmla="*/ 519 h 756"/>
                  <a:gd name="T56" fmla="*/ 43 w 717"/>
                  <a:gd name="T57" fmla="*/ 410 h 756"/>
                  <a:gd name="T58" fmla="*/ 44 w 717"/>
                  <a:gd name="T59" fmla="*/ 186 h 756"/>
                  <a:gd name="T60" fmla="*/ 45 w 717"/>
                  <a:gd name="T61" fmla="*/ 231 h 756"/>
                  <a:gd name="T62" fmla="*/ 48 w 717"/>
                  <a:gd name="T63" fmla="*/ 148 h 756"/>
                  <a:gd name="T64" fmla="*/ 48 w 717"/>
                  <a:gd name="T65" fmla="*/ 301 h 756"/>
                  <a:gd name="T66" fmla="*/ 48 w 717"/>
                  <a:gd name="T67" fmla="*/ 730 h 756"/>
                  <a:gd name="T68" fmla="*/ 54 w 717"/>
                  <a:gd name="T69" fmla="*/ 0 h 756"/>
                  <a:gd name="T70" fmla="*/ 54 w 717"/>
                  <a:gd name="T71" fmla="*/ 250 h 756"/>
                  <a:gd name="T72" fmla="*/ 55 w 717"/>
                  <a:gd name="T73" fmla="*/ 333 h 756"/>
                  <a:gd name="T74" fmla="*/ 57 w 717"/>
                  <a:gd name="T75" fmla="*/ 192 h 756"/>
                  <a:gd name="T76" fmla="*/ 59 w 717"/>
                  <a:gd name="T77" fmla="*/ 340 h 756"/>
                  <a:gd name="T78" fmla="*/ 58 w 717"/>
                  <a:gd name="T79" fmla="*/ 429 h 756"/>
                  <a:gd name="T80" fmla="*/ 60 w 717"/>
                  <a:gd name="T81" fmla="*/ 461 h 756"/>
                  <a:gd name="T82" fmla="*/ 0 60000 65536"/>
                  <a:gd name="T83" fmla="*/ 0 60000 65536"/>
                  <a:gd name="T84" fmla="*/ 0 60000 65536"/>
                  <a:gd name="T85" fmla="*/ 0 60000 65536"/>
                  <a:gd name="T86" fmla="*/ 0 60000 65536"/>
                  <a:gd name="T87" fmla="*/ 0 60000 65536"/>
                  <a:gd name="T88" fmla="*/ 0 60000 65536"/>
                  <a:gd name="T89" fmla="*/ 0 60000 65536"/>
                  <a:gd name="T90" fmla="*/ 0 60000 65536"/>
                  <a:gd name="T91" fmla="*/ 0 60000 65536"/>
                  <a:gd name="T92" fmla="*/ 0 60000 65536"/>
                  <a:gd name="T93" fmla="*/ 0 60000 65536"/>
                  <a:gd name="T94" fmla="*/ 0 60000 65536"/>
                  <a:gd name="T95" fmla="*/ 0 60000 65536"/>
                  <a:gd name="T96" fmla="*/ 0 60000 65536"/>
                  <a:gd name="T97" fmla="*/ 0 60000 65536"/>
                  <a:gd name="T98" fmla="*/ 0 60000 65536"/>
                  <a:gd name="T99" fmla="*/ 0 60000 65536"/>
                  <a:gd name="T100" fmla="*/ 0 60000 65536"/>
                  <a:gd name="T101" fmla="*/ 0 60000 65536"/>
                  <a:gd name="T102" fmla="*/ 0 60000 65536"/>
                  <a:gd name="T103" fmla="*/ 0 60000 65536"/>
                  <a:gd name="T104" fmla="*/ 0 60000 65536"/>
                  <a:gd name="T105" fmla="*/ 0 60000 65536"/>
                  <a:gd name="T106" fmla="*/ 0 60000 65536"/>
                  <a:gd name="T107" fmla="*/ 0 60000 65536"/>
                  <a:gd name="T108" fmla="*/ 0 60000 65536"/>
                  <a:gd name="T109" fmla="*/ 0 60000 65536"/>
                  <a:gd name="T110" fmla="*/ 0 60000 65536"/>
                  <a:gd name="T111" fmla="*/ 0 60000 65536"/>
                  <a:gd name="T112" fmla="*/ 0 60000 65536"/>
                  <a:gd name="T113" fmla="*/ 0 60000 65536"/>
                  <a:gd name="T114" fmla="*/ 0 60000 65536"/>
                  <a:gd name="T115" fmla="*/ 0 60000 65536"/>
                  <a:gd name="T116" fmla="*/ 0 60000 65536"/>
                  <a:gd name="T117" fmla="*/ 0 60000 65536"/>
                  <a:gd name="T118" fmla="*/ 0 60000 65536"/>
                  <a:gd name="T119" fmla="*/ 0 60000 65536"/>
                  <a:gd name="T120" fmla="*/ 0 60000 65536"/>
                  <a:gd name="T121" fmla="*/ 0 60000 65536"/>
                  <a:gd name="T122" fmla="*/ 0 60000 65536"/>
                  <a:gd name="T123" fmla="*/ 0 w 717"/>
                  <a:gd name="T124" fmla="*/ 0 h 756"/>
                  <a:gd name="T125" fmla="*/ 717 w 717"/>
                  <a:gd name="T126" fmla="*/ 756 h 756"/>
                </a:gdLst>
                <a:ahLst/>
                <a:cxnLst>
                  <a:cxn ang="T82">
                    <a:pos x="T0" y="T1"/>
                  </a:cxn>
                  <a:cxn ang="T83">
                    <a:pos x="T2" y="T3"/>
                  </a:cxn>
                  <a:cxn ang="T84">
                    <a:pos x="T4" y="T5"/>
                  </a:cxn>
                  <a:cxn ang="T85">
                    <a:pos x="T6" y="T7"/>
                  </a:cxn>
                  <a:cxn ang="T86">
                    <a:pos x="T8" y="T9"/>
                  </a:cxn>
                  <a:cxn ang="T87">
                    <a:pos x="T10" y="T11"/>
                  </a:cxn>
                  <a:cxn ang="T88">
                    <a:pos x="T12" y="T13"/>
                  </a:cxn>
                  <a:cxn ang="T89">
                    <a:pos x="T14" y="T15"/>
                  </a:cxn>
                  <a:cxn ang="T90">
                    <a:pos x="T16" y="T17"/>
                  </a:cxn>
                  <a:cxn ang="T91">
                    <a:pos x="T18" y="T19"/>
                  </a:cxn>
                  <a:cxn ang="T92">
                    <a:pos x="T20" y="T21"/>
                  </a:cxn>
                  <a:cxn ang="T93">
                    <a:pos x="T22" y="T23"/>
                  </a:cxn>
                  <a:cxn ang="T94">
                    <a:pos x="T24" y="T25"/>
                  </a:cxn>
                  <a:cxn ang="T95">
                    <a:pos x="T26" y="T27"/>
                  </a:cxn>
                  <a:cxn ang="T96">
                    <a:pos x="T28" y="T29"/>
                  </a:cxn>
                  <a:cxn ang="T97">
                    <a:pos x="T30" y="T31"/>
                  </a:cxn>
                  <a:cxn ang="T98">
                    <a:pos x="T32" y="T33"/>
                  </a:cxn>
                  <a:cxn ang="T99">
                    <a:pos x="T34" y="T35"/>
                  </a:cxn>
                  <a:cxn ang="T100">
                    <a:pos x="T36" y="T37"/>
                  </a:cxn>
                  <a:cxn ang="T101">
                    <a:pos x="T38" y="T39"/>
                  </a:cxn>
                  <a:cxn ang="T102">
                    <a:pos x="T40" y="T41"/>
                  </a:cxn>
                  <a:cxn ang="T103">
                    <a:pos x="T42" y="T43"/>
                  </a:cxn>
                  <a:cxn ang="T104">
                    <a:pos x="T44" y="T45"/>
                  </a:cxn>
                  <a:cxn ang="T105">
                    <a:pos x="T46" y="T47"/>
                  </a:cxn>
                  <a:cxn ang="T106">
                    <a:pos x="T48" y="T49"/>
                  </a:cxn>
                  <a:cxn ang="T107">
                    <a:pos x="T50" y="T51"/>
                  </a:cxn>
                  <a:cxn ang="T108">
                    <a:pos x="T52" y="T53"/>
                  </a:cxn>
                  <a:cxn ang="T109">
                    <a:pos x="T54" y="T55"/>
                  </a:cxn>
                  <a:cxn ang="T110">
                    <a:pos x="T56" y="T57"/>
                  </a:cxn>
                  <a:cxn ang="T111">
                    <a:pos x="T58" y="T59"/>
                  </a:cxn>
                  <a:cxn ang="T112">
                    <a:pos x="T60" y="T61"/>
                  </a:cxn>
                  <a:cxn ang="T113">
                    <a:pos x="T62" y="T63"/>
                  </a:cxn>
                  <a:cxn ang="T114">
                    <a:pos x="T64" y="T65"/>
                  </a:cxn>
                  <a:cxn ang="T115">
                    <a:pos x="T66" y="T67"/>
                  </a:cxn>
                  <a:cxn ang="T116">
                    <a:pos x="T68" y="T69"/>
                  </a:cxn>
                  <a:cxn ang="T117">
                    <a:pos x="T70" y="T71"/>
                  </a:cxn>
                  <a:cxn ang="T118">
                    <a:pos x="T72" y="T73"/>
                  </a:cxn>
                  <a:cxn ang="T119">
                    <a:pos x="T74" y="T75"/>
                  </a:cxn>
                  <a:cxn ang="T120">
                    <a:pos x="T76" y="T77"/>
                  </a:cxn>
                  <a:cxn ang="T121">
                    <a:pos x="T78" y="T79"/>
                  </a:cxn>
                  <a:cxn ang="T122">
                    <a:pos x="T80" y="T81"/>
                  </a:cxn>
                </a:cxnLst>
                <a:rect l="T123" t="T124" r="T125" b="T126"/>
                <a:pathLst>
                  <a:path w="717" h="756">
                    <a:moveTo>
                      <a:pt x="0" y="756"/>
                    </a:moveTo>
                    <a:lnTo>
                      <a:pt x="52" y="167"/>
                    </a:lnTo>
                    <a:lnTo>
                      <a:pt x="64" y="384"/>
                    </a:lnTo>
                    <a:lnTo>
                      <a:pt x="90" y="103"/>
                    </a:lnTo>
                    <a:lnTo>
                      <a:pt x="116" y="519"/>
                    </a:lnTo>
                    <a:lnTo>
                      <a:pt x="135" y="487"/>
                    </a:lnTo>
                    <a:lnTo>
                      <a:pt x="135" y="359"/>
                    </a:lnTo>
                    <a:lnTo>
                      <a:pt x="167" y="71"/>
                    </a:lnTo>
                    <a:lnTo>
                      <a:pt x="192" y="244"/>
                    </a:lnTo>
                    <a:lnTo>
                      <a:pt x="205" y="96"/>
                    </a:lnTo>
                    <a:lnTo>
                      <a:pt x="218" y="615"/>
                    </a:lnTo>
                    <a:lnTo>
                      <a:pt x="244" y="397"/>
                    </a:lnTo>
                    <a:lnTo>
                      <a:pt x="282" y="519"/>
                    </a:lnTo>
                    <a:lnTo>
                      <a:pt x="308" y="308"/>
                    </a:lnTo>
                    <a:lnTo>
                      <a:pt x="333" y="442"/>
                    </a:lnTo>
                    <a:lnTo>
                      <a:pt x="346" y="352"/>
                    </a:lnTo>
                    <a:lnTo>
                      <a:pt x="365" y="384"/>
                    </a:lnTo>
                    <a:lnTo>
                      <a:pt x="378" y="135"/>
                    </a:lnTo>
                    <a:lnTo>
                      <a:pt x="391" y="301"/>
                    </a:lnTo>
                    <a:lnTo>
                      <a:pt x="384" y="519"/>
                    </a:lnTo>
                    <a:lnTo>
                      <a:pt x="404" y="679"/>
                    </a:lnTo>
                    <a:lnTo>
                      <a:pt x="429" y="628"/>
                    </a:lnTo>
                    <a:lnTo>
                      <a:pt x="442" y="480"/>
                    </a:lnTo>
                    <a:lnTo>
                      <a:pt x="455" y="391"/>
                    </a:lnTo>
                    <a:lnTo>
                      <a:pt x="436" y="506"/>
                    </a:lnTo>
                    <a:lnTo>
                      <a:pt x="461" y="352"/>
                    </a:lnTo>
                    <a:lnTo>
                      <a:pt x="474" y="455"/>
                    </a:lnTo>
                    <a:lnTo>
                      <a:pt x="493" y="519"/>
                    </a:lnTo>
                    <a:lnTo>
                      <a:pt x="512" y="410"/>
                    </a:lnTo>
                    <a:lnTo>
                      <a:pt x="532" y="186"/>
                    </a:lnTo>
                    <a:lnTo>
                      <a:pt x="544" y="231"/>
                    </a:lnTo>
                    <a:lnTo>
                      <a:pt x="570" y="148"/>
                    </a:lnTo>
                    <a:lnTo>
                      <a:pt x="576" y="301"/>
                    </a:lnTo>
                    <a:lnTo>
                      <a:pt x="576" y="730"/>
                    </a:lnTo>
                    <a:lnTo>
                      <a:pt x="647" y="0"/>
                    </a:lnTo>
                    <a:lnTo>
                      <a:pt x="647" y="250"/>
                    </a:lnTo>
                    <a:lnTo>
                      <a:pt x="660" y="333"/>
                    </a:lnTo>
                    <a:lnTo>
                      <a:pt x="685" y="192"/>
                    </a:lnTo>
                    <a:lnTo>
                      <a:pt x="711" y="340"/>
                    </a:lnTo>
                    <a:lnTo>
                      <a:pt x="698" y="429"/>
                    </a:lnTo>
                    <a:lnTo>
                      <a:pt x="717" y="461"/>
                    </a:lnTo>
                  </a:path>
                </a:pathLst>
              </a:custGeom>
              <a:noFill/>
              <a:ln w="9525">
                <a:solidFill>
                  <a:srgbClr val="0079F2"/>
                </a:solidFill>
                <a:round/>
                <a:headEnd/>
                <a:tailEnd/>
              </a:ln>
            </p:spPr>
            <p:txBody>
              <a:bodyPr/>
              <a:lstStyle/>
              <a:p>
                <a:endParaRPr lang="en-GB" sz="1600"/>
              </a:p>
            </p:txBody>
          </p:sp>
          <p:sp>
            <p:nvSpPr>
              <p:cNvPr id="4124" name="Freeform 92"/>
              <p:cNvSpPr>
                <a:spLocks/>
              </p:cNvSpPr>
              <p:nvPr/>
            </p:nvSpPr>
            <p:spPr bwMode="auto">
              <a:xfrm flipH="1" flipV="1">
                <a:off x="3770" y="1145"/>
                <a:ext cx="313" cy="756"/>
              </a:xfrm>
              <a:custGeom>
                <a:avLst/>
                <a:gdLst>
                  <a:gd name="T0" fmla="*/ 0 w 717"/>
                  <a:gd name="T1" fmla="*/ 756 h 756"/>
                  <a:gd name="T2" fmla="*/ 4 w 717"/>
                  <a:gd name="T3" fmla="*/ 167 h 756"/>
                  <a:gd name="T4" fmla="*/ 5 w 717"/>
                  <a:gd name="T5" fmla="*/ 384 h 756"/>
                  <a:gd name="T6" fmla="*/ 7 w 717"/>
                  <a:gd name="T7" fmla="*/ 103 h 756"/>
                  <a:gd name="T8" fmla="*/ 10 w 717"/>
                  <a:gd name="T9" fmla="*/ 519 h 756"/>
                  <a:gd name="T10" fmla="*/ 11 w 717"/>
                  <a:gd name="T11" fmla="*/ 487 h 756"/>
                  <a:gd name="T12" fmla="*/ 11 w 717"/>
                  <a:gd name="T13" fmla="*/ 359 h 756"/>
                  <a:gd name="T14" fmla="*/ 14 w 717"/>
                  <a:gd name="T15" fmla="*/ 71 h 756"/>
                  <a:gd name="T16" fmla="*/ 16 w 717"/>
                  <a:gd name="T17" fmla="*/ 244 h 756"/>
                  <a:gd name="T18" fmla="*/ 17 w 717"/>
                  <a:gd name="T19" fmla="*/ 96 h 756"/>
                  <a:gd name="T20" fmla="*/ 18 w 717"/>
                  <a:gd name="T21" fmla="*/ 615 h 756"/>
                  <a:gd name="T22" fmla="*/ 21 w 717"/>
                  <a:gd name="T23" fmla="*/ 397 h 756"/>
                  <a:gd name="T24" fmla="*/ 24 w 717"/>
                  <a:gd name="T25" fmla="*/ 519 h 756"/>
                  <a:gd name="T26" fmla="*/ 25 w 717"/>
                  <a:gd name="T27" fmla="*/ 308 h 756"/>
                  <a:gd name="T28" fmla="*/ 28 w 717"/>
                  <a:gd name="T29" fmla="*/ 442 h 756"/>
                  <a:gd name="T30" fmla="*/ 29 w 717"/>
                  <a:gd name="T31" fmla="*/ 352 h 756"/>
                  <a:gd name="T32" fmla="*/ 30 w 717"/>
                  <a:gd name="T33" fmla="*/ 384 h 756"/>
                  <a:gd name="T34" fmla="*/ 31 w 717"/>
                  <a:gd name="T35" fmla="*/ 135 h 756"/>
                  <a:gd name="T36" fmla="*/ 33 w 717"/>
                  <a:gd name="T37" fmla="*/ 301 h 756"/>
                  <a:gd name="T38" fmla="*/ 32 w 717"/>
                  <a:gd name="T39" fmla="*/ 519 h 756"/>
                  <a:gd name="T40" fmla="*/ 34 w 717"/>
                  <a:gd name="T41" fmla="*/ 679 h 756"/>
                  <a:gd name="T42" fmla="*/ 36 w 717"/>
                  <a:gd name="T43" fmla="*/ 628 h 756"/>
                  <a:gd name="T44" fmla="*/ 37 w 717"/>
                  <a:gd name="T45" fmla="*/ 480 h 756"/>
                  <a:gd name="T46" fmla="*/ 38 w 717"/>
                  <a:gd name="T47" fmla="*/ 391 h 756"/>
                  <a:gd name="T48" fmla="*/ 36 w 717"/>
                  <a:gd name="T49" fmla="*/ 506 h 756"/>
                  <a:gd name="T50" fmla="*/ 38 w 717"/>
                  <a:gd name="T51" fmla="*/ 352 h 756"/>
                  <a:gd name="T52" fmla="*/ 39 w 717"/>
                  <a:gd name="T53" fmla="*/ 455 h 756"/>
                  <a:gd name="T54" fmla="*/ 41 w 717"/>
                  <a:gd name="T55" fmla="*/ 519 h 756"/>
                  <a:gd name="T56" fmla="*/ 43 w 717"/>
                  <a:gd name="T57" fmla="*/ 410 h 756"/>
                  <a:gd name="T58" fmla="*/ 44 w 717"/>
                  <a:gd name="T59" fmla="*/ 186 h 756"/>
                  <a:gd name="T60" fmla="*/ 45 w 717"/>
                  <a:gd name="T61" fmla="*/ 231 h 756"/>
                  <a:gd name="T62" fmla="*/ 48 w 717"/>
                  <a:gd name="T63" fmla="*/ 148 h 756"/>
                  <a:gd name="T64" fmla="*/ 48 w 717"/>
                  <a:gd name="T65" fmla="*/ 301 h 756"/>
                  <a:gd name="T66" fmla="*/ 48 w 717"/>
                  <a:gd name="T67" fmla="*/ 730 h 756"/>
                  <a:gd name="T68" fmla="*/ 54 w 717"/>
                  <a:gd name="T69" fmla="*/ 0 h 756"/>
                  <a:gd name="T70" fmla="*/ 54 w 717"/>
                  <a:gd name="T71" fmla="*/ 250 h 756"/>
                  <a:gd name="T72" fmla="*/ 55 w 717"/>
                  <a:gd name="T73" fmla="*/ 333 h 756"/>
                  <a:gd name="T74" fmla="*/ 57 w 717"/>
                  <a:gd name="T75" fmla="*/ 192 h 756"/>
                  <a:gd name="T76" fmla="*/ 59 w 717"/>
                  <a:gd name="T77" fmla="*/ 340 h 756"/>
                  <a:gd name="T78" fmla="*/ 58 w 717"/>
                  <a:gd name="T79" fmla="*/ 429 h 756"/>
                  <a:gd name="T80" fmla="*/ 60 w 717"/>
                  <a:gd name="T81" fmla="*/ 461 h 756"/>
                  <a:gd name="T82" fmla="*/ 0 60000 65536"/>
                  <a:gd name="T83" fmla="*/ 0 60000 65536"/>
                  <a:gd name="T84" fmla="*/ 0 60000 65536"/>
                  <a:gd name="T85" fmla="*/ 0 60000 65536"/>
                  <a:gd name="T86" fmla="*/ 0 60000 65536"/>
                  <a:gd name="T87" fmla="*/ 0 60000 65536"/>
                  <a:gd name="T88" fmla="*/ 0 60000 65536"/>
                  <a:gd name="T89" fmla="*/ 0 60000 65536"/>
                  <a:gd name="T90" fmla="*/ 0 60000 65536"/>
                  <a:gd name="T91" fmla="*/ 0 60000 65536"/>
                  <a:gd name="T92" fmla="*/ 0 60000 65536"/>
                  <a:gd name="T93" fmla="*/ 0 60000 65536"/>
                  <a:gd name="T94" fmla="*/ 0 60000 65536"/>
                  <a:gd name="T95" fmla="*/ 0 60000 65536"/>
                  <a:gd name="T96" fmla="*/ 0 60000 65536"/>
                  <a:gd name="T97" fmla="*/ 0 60000 65536"/>
                  <a:gd name="T98" fmla="*/ 0 60000 65536"/>
                  <a:gd name="T99" fmla="*/ 0 60000 65536"/>
                  <a:gd name="T100" fmla="*/ 0 60000 65536"/>
                  <a:gd name="T101" fmla="*/ 0 60000 65536"/>
                  <a:gd name="T102" fmla="*/ 0 60000 65536"/>
                  <a:gd name="T103" fmla="*/ 0 60000 65536"/>
                  <a:gd name="T104" fmla="*/ 0 60000 65536"/>
                  <a:gd name="T105" fmla="*/ 0 60000 65536"/>
                  <a:gd name="T106" fmla="*/ 0 60000 65536"/>
                  <a:gd name="T107" fmla="*/ 0 60000 65536"/>
                  <a:gd name="T108" fmla="*/ 0 60000 65536"/>
                  <a:gd name="T109" fmla="*/ 0 60000 65536"/>
                  <a:gd name="T110" fmla="*/ 0 60000 65536"/>
                  <a:gd name="T111" fmla="*/ 0 60000 65536"/>
                  <a:gd name="T112" fmla="*/ 0 60000 65536"/>
                  <a:gd name="T113" fmla="*/ 0 60000 65536"/>
                  <a:gd name="T114" fmla="*/ 0 60000 65536"/>
                  <a:gd name="T115" fmla="*/ 0 60000 65536"/>
                  <a:gd name="T116" fmla="*/ 0 60000 65536"/>
                  <a:gd name="T117" fmla="*/ 0 60000 65536"/>
                  <a:gd name="T118" fmla="*/ 0 60000 65536"/>
                  <a:gd name="T119" fmla="*/ 0 60000 65536"/>
                  <a:gd name="T120" fmla="*/ 0 60000 65536"/>
                  <a:gd name="T121" fmla="*/ 0 60000 65536"/>
                  <a:gd name="T122" fmla="*/ 0 60000 65536"/>
                  <a:gd name="T123" fmla="*/ 0 w 717"/>
                  <a:gd name="T124" fmla="*/ 0 h 756"/>
                  <a:gd name="T125" fmla="*/ 717 w 717"/>
                  <a:gd name="T126" fmla="*/ 756 h 756"/>
                </a:gdLst>
                <a:ahLst/>
                <a:cxnLst>
                  <a:cxn ang="T82">
                    <a:pos x="T0" y="T1"/>
                  </a:cxn>
                  <a:cxn ang="T83">
                    <a:pos x="T2" y="T3"/>
                  </a:cxn>
                  <a:cxn ang="T84">
                    <a:pos x="T4" y="T5"/>
                  </a:cxn>
                  <a:cxn ang="T85">
                    <a:pos x="T6" y="T7"/>
                  </a:cxn>
                  <a:cxn ang="T86">
                    <a:pos x="T8" y="T9"/>
                  </a:cxn>
                  <a:cxn ang="T87">
                    <a:pos x="T10" y="T11"/>
                  </a:cxn>
                  <a:cxn ang="T88">
                    <a:pos x="T12" y="T13"/>
                  </a:cxn>
                  <a:cxn ang="T89">
                    <a:pos x="T14" y="T15"/>
                  </a:cxn>
                  <a:cxn ang="T90">
                    <a:pos x="T16" y="T17"/>
                  </a:cxn>
                  <a:cxn ang="T91">
                    <a:pos x="T18" y="T19"/>
                  </a:cxn>
                  <a:cxn ang="T92">
                    <a:pos x="T20" y="T21"/>
                  </a:cxn>
                  <a:cxn ang="T93">
                    <a:pos x="T22" y="T23"/>
                  </a:cxn>
                  <a:cxn ang="T94">
                    <a:pos x="T24" y="T25"/>
                  </a:cxn>
                  <a:cxn ang="T95">
                    <a:pos x="T26" y="T27"/>
                  </a:cxn>
                  <a:cxn ang="T96">
                    <a:pos x="T28" y="T29"/>
                  </a:cxn>
                  <a:cxn ang="T97">
                    <a:pos x="T30" y="T31"/>
                  </a:cxn>
                  <a:cxn ang="T98">
                    <a:pos x="T32" y="T33"/>
                  </a:cxn>
                  <a:cxn ang="T99">
                    <a:pos x="T34" y="T35"/>
                  </a:cxn>
                  <a:cxn ang="T100">
                    <a:pos x="T36" y="T37"/>
                  </a:cxn>
                  <a:cxn ang="T101">
                    <a:pos x="T38" y="T39"/>
                  </a:cxn>
                  <a:cxn ang="T102">
                    <a:pos x="T40" y="T41"/>
                  </a:cxn>
                  <a:cxn ang="T103">
                    <a:pos x="T42" y="T43"/>
                  </a:cxn>
                  <a:cxn ang="T104">
                    <a:pos x="T44" y="T45"/>
                  </a:cxn>
                  <a:cxn ang="T105">
                    <a:pos x="T46" y="T47"/>
                  </a:cxn>
                  <a:cxn ang="T106">
                    <a:pos x="T48" y="T49"/>
                  </a:cxn>
                  <a:cxn ang="T107">
                    <a:pos x="T50" y="T51"/>
                  </a:cxn>
                  <a:cxn ang="T108">
                    <a:pos x="T52" y="T53"/>
                  </a:cxn>
                  <a:cxn ang="T109">
                    <a:pos x="T54" y="T55"/>
                  </a:cxn>
                  <a:cxn ang="T110">
                    <a:pos x="T56" y="T57"/>
                  </a:cxn>
                  <a:cxn ang="T111">
                    <a:pos x="T58" y="T59"/>
                  </a:cxn>
                  <a:cxn ang="T112">
                    <a:pos x="T60" y="T61"/>
                  </a:cxn>
                  <a:cxn ang="T113">
                    <a:pos x="T62" y="T63"/>
                  </a:cxn>
                  <a:cxn ang="T114">
                    <a:pos x="T64" y="T65"/>
                  </a:cxn>
                  <a:cxn ang="T115">
                    <a:pos x="T66" y="T67"/>
                  </a:cxn>
                  <a:cxn ang="T116">
                    <a:pos x="T68" y="T69"/>
                  </a:cxn>
                  <a:cxn ang="T117">
                    <a:pos x="T70" y="T71"/>
                  </a:cxn>
                  <a:cxn ang="T118">
                    <a:pos x="T72" y="T73"/>
                  </a:cxn>
                  <a:cxn ang="T119">
                    <a:pos x="T74" y="T75"/>
                  </a:cxn>
                  <a:cxn ang="T120">
                    <a:pos x="T76" y="T77"/>
                  </a:cxn>
                  <a:cxn ang="T121">
                    <a:pos x="T78" y="T79"/>
                  </a:cxn>
                  <a:cxn ang="T122">
                    <a:pos x="T80" y="T81"/>
                  </a:cxn>
                </a:cxnLst>
                <a:rect l="T123" t="T124" r="T125" b="T126"/>
                <a:pathLst>
                  <a:path w="717" h="756">
                    <a:moveTo>
                      <a:pt x="0" y="756"/>
                    </a:moveTo>
                    <a:lnTo>
                      <a:pt x="52" y="167"/>
                    </a:lnTo>
                    <a:lnTo>
                      <a:pt x="64" y="384"/>
                    </a:lnTo>
                    <a:lnTo>
                      <a:pt x="90" y="103"/>
                    </a:lnTo>
                    <a:lnTo>
                      <a:pt x="116" y="519"/>
                    </a:lnTo>
                    <a:lnTo>
                      <a:pt x="135" y="487"/>
                    </a:lnTo>
                    <a:lnTo>
                      <a:pt x="135" y="359"/>
                    </a:lnTo>
                    <a:lnTo>
                      <a:pt x="167" y="71"/>
                    </a:lnTo>
                    <a:lnTo>
                      <a:pt x="192" y="244"/>
                    </a:lnTo>
                    <a:lnTo>
                      <a:pt x="205" y="96"/>
                    </a:lnTo>
                    <a:lnTo>
                      <a:pt x="218" y="615"/>
                    </a:lnTo>
                    <a:lnTo>
                      <a:pt x="244" y="397"/>
                    </a:lnTo>
                    <a:lnTo>
                      <a:pt x="282" y="519"/>
                    </a:lnTo>
                    <a:lnTo>
                      <a:pt x="308" y="308"/>
                    </a:lnTo>
                    <a:lnTo>
                      <a:pt x="333" y="442"/>
                    </a:lnTo>
                    <a:lnTo>
                      <a:pt x="346" y="352"/>
                    </a:lnTo>
                    <a:lnTo>
                      <a:pt x="365" y="384"/>
                    </a:lnTo>
                    <a:lnTo>
                      <a:pt x="378" y="135"/>
                    </a:lnTo>
                    <a:lnTo>
                      <a:pt x="391" y="301"/>
                    </a:lnTo>
                    <a:lnTo>
                      <a:pt x="384" y="519"/>
                    </a:lnTo>
                    <a:lnTo>
                      <a:pt x="404" y="679"/>
                    </a:lnTo>
                    <a:lnTo>
                      <a:pt x="429" y="628"/>
                    </a:lnTo>
                    <a:lnTo>
                      <a:pt x="442" y="480"/>
                    </a:lnTo>
                    <a:lnTo>
                      <a:pt x="455" y="391"/>
                    </a:lnTo>
                    <a:lnTo>
                      <a:pt x="436" y="506"/>
                    </a:lnTo>
                    <a:lnTo>
                      <a:pt x="461" y="352"/>
                    </a:lnTo>
                    <a:lnTo>
                      <a:pt x="474" y="455"/>
                    </a:lnTo>
                    <a:lnTo>
                      <a:pt x="493" y="519"/>
                    </a:lnTo>
                    <a:lnTo>
                      <a:pt x="512" y="410"/>
                    </a:lnTo>
                    <a:lnTo>
                      <a:pt x="532" y="186"/>
                    </a:lnTo>
                    <a:lnTo>
                      <a:pt x="544" y="231"/>
                    </a:lnTo>
                    <a:lnTo>
                      <a:pt x="570" y="148"/>
                    </a:lnTo>
                    <a:lnTo>
                      <a:pt x="576" y="301"/>
                    </a:lnTo>
                    <a:lnTo>
                      <a:pt x="576" y="730"/>
                    </a:lnTo>
                    <a:lnTo>
                      <a:pt x="647" y="0"/>
                    </a:lnTo>
                    <a:lnTo>
                      <a:pt x="647" y="250"/>
                    </a:lnTo>
                    <a:lnTo>
                      <a:pt x="660" y="333"/>
                    </a:lnTo>
                    <a:lnTo>
                      <a:pt x="685" y="192"/>
                    </a:lnTo>
                    <a:lnTo>
                      <a:pt x="711" y="340"/>
                    </a:lnTo>
                    <a:lnTo>
                      <a:pt x="698" y="429"/>
                    </a:lnTo>
                    <a:lnTo>
                      <a:pt x="717" y="461"/>
                    </a:lnTo>
                  </a:path>
                </a:pathLst>
              </a:custGeom>
              <a:noFill/>
              <a:ln w="9525">
                <a:solidFill>
                  <a:srgbClr val="0079F2"/>
                </a:solidFill>
                <a:round/>
                <a:headEnd/>
                <a:tailEnd/>
              </a:ln>
            </p:spPr>
            <p:txBody>
              <a:bodyPr/>
              <a:lstStyle/>
              <a:p>
                <a:endParaRPr lang="en-GB" sz="1600"/>
              </a:p>
            </p:txBody>
          </p:sp>
          <p:sp>
            <p:nvSpPr>
              <p:cNvPr id="4125" name="Freeform 93"/>
              <p:cNvSpPr>
                <a:spLocks/>
              </p:cNvSpPr>
              <p:nvPr/>
            </p:nvSpPr>
            <p:spPr bwMode="auto">
              <a:xfrm flipH="1">
                <a:off x="4077" y="1119"/>
                <a:ext cx="313" cy="756"/>
              </a:xfrm>
              <a:custGeom>
                <a:avLst/>
                <a:gdLst>
                  <a:gd name="T0" fmla="*/ 0 w 717"/>
                  <a:gd name="T1" fmla="*/ 756 h 756"/>
                  <a:gd name="T2" fmla="*/ 4 w 717"/>
                  <a:gd name="T3" fmla="*/ 167 h 756"/>
                  <a:gd name="T4" fmla="*/ 5 w 717"/>
                  <a:gd name="T5" fmla="*/ 384 h 756"/>
                  <a:gd name="T6" fmla="*/ 7 w 717"/>
                  <a:gd name="T7" fmla="*/ 103 h 756"/>
                  <a:gd name="T8" fmla="*/ 10 w 717"/>
                  <a:gd name="T9" fmla="*/ 519 h 756"/>
                  <a:gd name="T10" fmla="*/ 11 w 717"/>
                  <a:gd name="T11" fmla="*/ 487 h 756"/>
                  <a:gd name="T12" fmla="*/ 11 w 717"/>
                  <a:gd name="T13" fmla="*/ 359 h 756"/>
                  <a:gd name="T14" fmla="*/ 14 w 717"/>
                  <a:gd name="T15" fmla="*/ 71 h 756"/>
                  <a:gd name="T16" fmla="*/ 16 w 717"/>
                  <a:gd name="T17" fmla="*/ 244 h 756"/>
                  <a:gd name="T18" fmla="*/ 17 w 717"/>
                  <a:gd name="T19" fmla="*/ 96 h 756"/>
                  <a:gd name="T20" fmla="*/ 18 w 717"/>
                  <a:gd name="T21" fmla="*/ 615 h 756"/>
                  <a:gd name="T22" fmla="*/ 21 w 717"/>
                  <a:gd name="T23" fmla="*/ 397 h 756"/>
                  <a:gd name="T24" fmla="*/ 24 w 717"/>
                  <a:gd name="T25" fmla="*/ 519 h 756"/>
                  <a:gd name="T26" fmla="*/ 25 w 717"/>
                  <a:gd name="T27" fmla="*/ 308 h 756"/>
                  <a:gd name="T28" fmla="*/ 28 w 717"/>
                  <a:gd name="T29" fmla="*/ 442 h 756"/>
                  <a:gd name="T30" fmla="*/ 29 w 717"/>
                  <a:gd name="T31" fmla="*/ 352 h 756"/>
                  <a:gd name="T32" fmla="*/ 30 w 717"/>
                  <a:gd name="T33" fmla="*/ 384 h 756"/>
                  <a:gd name="T34" fmla="*/ 31 w 717"/>
                  <a:gd name="T35" fmla="*/ 135 h 756"/>
                  <a:gd name="T36" fmla="*/ 33 w 717"/>
                  <a:gd name="T37" fmla="*/ 301 h 756"/>
                  <a:gd name="T38" fmla="*/ 32 w 717"/>
                  <a:gd name="T39" fmla="*/ 519 h 756"/>
                  <a:gd name="T40" fmla="*/ 34 w 717"/>
                  <a:gd name="T41" fmla="*/ 679 h 756"/>
                  <a:gd name="T42" fmla="*/ 36 w 717"/>
                  <a:gd name="T43" fmla="*/ 628 h 756"/>
                  <a:gd name="T44" fmla="*/ 37 w 717"/>
                  <a:gd name="T45" fmla="*/ 480 h 756"/>
                  <a:gd name="T46" fmla="*/ 38 w 717"/>
                  <a:gd name="T47" fmla="*/ 391 h 756"/>
                  <a:gd name="T48" fmla="*/ 36 w 717"/>
                  <a:gd name="T49" fmla="*/ 506 h 756"/>
                  <a:gd name="T50" fmla="*/ 38 w 717"/>
                  <a:gd name="T51" fmla="*/ 352 h 756"/>
                  <a:gd name="T52" fmla="*/ 39 w 717"/>
                  <a:gd name="T53" fmla="*/ 455 h 756"/>
                  <a:gd name="T54" fmla="*/ 41 w 717"/>
                  <a:gd name="T55" fmla="*/ 519 h 756"/>
                  <a:gd name="T56" fmla="*/ 43 w 717"/>
                  <a:gd name="T57" fmla="*/ 410 h 756"/>
                  <a:gd name="T58" fmla="*/ 44 w 717"/>
                  <a:gd name="T59" fmla="*/ 186 h 756"/>
                  <a:gd name="T60" fmla="*/ 45 w 717"/>
                  <a:gd name="T61" fmla="*/ 231 h 756"/>
                  <a:gd name="T62" fmla="*/ 48 w 717"/>
                  <a:gd name="T63" fmla="*/ 148 h 756"/>
                  <a:gd name="T64" fmla="*/ 48 w 717"/>
                  <a:gd name="T65" fmla="*/ 301 h 756"/>
                  <a:gd name="T66" fmla="*/ 48 w 717"/>
                  <a:gd name="T67" fmla="*/ 730 h 756"/>
                  <a:gd name="T68" fmla="*/ 54 w 717"/>
                  <a:gd name="T69" fmla="*/ 0 h 756"/>
                  <a:gd name="T70" fmla="*/ 54 w 717"/>
                  <a:gd name="T71" fmla="*/ 250 h 756"/>
                  <a:gd name="T72" fmla="*/ 55 w 717"/>
                  <a:gd name="T73" fmla="*/ 333 h 756"/>
                  <a:gd name="T74" fmla="*/ 57 w 717"/>
                  <a:gd name="T75" fmla="*/ 192 h 756"/>
                  <a:gd name="T76" fmla="*/ 59 w 717"/>
                  <a:gd name="T77" fmla="*/ 340 h 756"/>
                  <a:gd name="T78" fmla="*/ 58 w 717"/>
                  <a:gd name="T79" fmla="*/ 429 h 756"/>
                  <a:gd name="T80" fmla="*/ 60 w 717"/>
                  <a:gd name="T81" fmla="*/ 461 h 756"/>
                  <a:gd name="T82" fmla="*/ 0 60000 65536"/>
                  <a:gd name="T83" fmla="*/ 0 60000 65536"/>
                  <a:gd name="T84" fmla="*/ 0 60000 65536"/>
                  <a:gd name="T85" fmla="*/ 0 60000 65536"/>
                  <a:gd name="T86" fmla="*/ 0 60000 65536"/>
                  <a:gd name="T87" fmla="*/ 0 60000 65536"/>
                  <a:gd name="T88" fmla="*/ 0 60000 65536"/>
                  <a:gd name="T89" fmla="*/ 0 60000 65536"/>
                  <a:gd name="T90" fmla="*/ 0 60000 65536"/>
                  <a:gd name="T91" fmla="*/ 0 60000 65536"/>
                  <a:gd name="T92" fmla="*/ 0 60000 65536"/>
                  <a:gd name="T93" fmla="*/ 0 60000 65536"/>
                  <a:gd name="T94" fmla="*/ 0 60000 65536"/>
                  <a:gd name="T95" fmla="*/ 0 60000 65536"/>
                  <a:gd name="T96" fmla="*/ 0 60000 65536"/>
                  <a:gd name="T97" fmla="*/ 0 60000 65536"/>
                  <a:gd name="T98" fmla="*/ 0 60000 65536"/>
                  <a:gd name="T99" fmla="*/ 0 60000 65536"/>
                  <a:gd name="T100" fmla="*/ 0 60000 65536"/>
                  <a:gd name="T101" fmla="*/ 0 60000 65536"/>
                  <a:gd name="T102" fmla="*/ 0 60000 65536"/>
                  <a:gd name="T103" fmla="*/ 0 60000 65536"/>
                  <a:gd name="T104" fmla="*/ 0 60000 65536"/>
                  <a:gd name="T105" fmla="*/ 0 60000 65536"/>
                  <a:gd name="T106" fmla="*/ 0 60000 65536"/>
                  <a:gd name="T107" fmla="*/ 0 60000 65536"/>
                  <a:gd name="T108" fmla="*/ 0 60000 65536"/>
                  <a:gd name="T109" fmla="*/ 0 60000 65536"/>
                  <a:gd name="T110" fmla="*/ 0 60000 65536"/>
                  <a:gd name="T111" fmla="*/ 0 60000 65536"/>
                  <a:gd name="T112" fmla="*/ 0 60000 65536"/>
                  <a:gd name="T113" fmla="*/ 0 60000 65536"/>
                  <a:gd name="T114" fmla="*/ 0 60000 65536"/>
                  <a:gd name="T115" fmla="*/ 0 60000 65536"/>
                  <a:gd name="T116" fmla="*/ 0 60000 65536"/>
                  <a:gd name="T117" fmla="*/ 0 60000 65536"/>
                  <a:gd name="T118" fmla="*/ 0 60000 65536"/>
                  <a:gd name="T119" fmla="*/ 0 60000 65536"/>
                  <a:gd name="T120" fmla="*/ 0 60000 65536"/>
                  <a:gd name="T121" fmla="*/ 0 60000 65536"/>
                  <a:gd name="T122" fmla="*/ 0 60000 65536"/>
                  <a:gd name="T123" fmla="*/ 0 w 717"/>
                  <a:gd name="T124" fmla="*/ 0 h 756"/>
                  <a:gd name="T125" fmla="*/ 717 w 717"/>
                  <a:gd name="T126" fmla="*/ 756 h 756"/>
                </a:gdLst>
                <a:ahLst/>
                <a:cxnLst>
                  <a:cxn ang="T82">
                    <a:pos x="T0" y="T1"/>
                  </a:cxn>
                  <a:cxn ang="T83">
                    <a:pos x="T2" y="T3"/>
                  </a:cxn>
                  <a:cxn ang="T84">
                    <a:pos x="T4" y="T5"/>
                  </a:cxn>
                  <a:cxn ang="T85">
                    <a:pos x="T6" y="T7"/>
                  </a:cxn>
                  <a:cxn ang="T86">
                    <a:pos x="T8" y="T9"/>
                  </a:cxn>
                  <a:cxn ang="T87">
                    <a:pos x="T10" y="T11"/>
                  </a:cxn>
                  <a:cxn ang="T88">
                    <a:pos x="T12" y="T13"/>
                  </a:cxn>
                  <a:cxn ang="T89">
                    <a:pos x="T14" y="T15"/>
                  </a:cxn>
                  <a:cxn ang="T90">
                    <a:pos x="T16" y="T17"/>
                  </a:cxn>
                  <a:cxn ang="T91">
                    <a:pos x="T18" y="T19"/>
                  </a:cxn>
                  <a:cxn ang="T92">
                    <a:pos x="T20" y="T21"/>
                  </a:cxn>
                  <a:cxn ang="T93">
                    <a:pos x="T22" y="T23"/>
                  </a:cxn>
                  <a:cxn ang="T94">
                    <a:pos x="T24" y="T25"/>
                  </a:cxn>
                  <a:cxn ang="T95">
                    <a:pos x="T26" y="T27"/>
                  </a:cxn>
                  <a:cxn ang="T96">
                    <a:pos x="T28" y="T29"/>
                  </a:cxn>
                  <a:cxn ang="T97">
                    <a:pos x="T30" y="T31"/>
                  </a:cxn>
                  <a:cxn ang="T98">
                    <a:pos x="T32" y="T33"/>
                  </a:cxn>
                  <a:cxn ang="T99">
                    <a:pos x="T34" y="T35"/>
                  </a:cxn>
                  <a:cxn ang="T100">
                    <a:pos x="T36" y="T37"/>
                  </a:cxn>
                  <a:cxn ang="T101">
                    <a:pos x="T38" y="T39"/>
                  </a:cxn>
                  <a:cxn ang="T102">
                    <a:pos x="T40" y="T41"/>
                  </a:cxn>
                  <a:cxn ang="T103">
                    <a:pos x="T42" y="T43"/>
                  </a:cxn>
                  <a:cxn ang="T104">
                    <a:pos x="T44" y="T45"/>
                  </a:cxn>
                  <a:cxn ang="T105">
                    <a:pos x="T46" y="T47"/>
                  </a:cxn>
                  <a:cxn ang="T106">
                    <a:pos x="T48" y="T49"/>
                  </a:cxn>
                  <a:cxn ang="T107">
                    <a:pos x="T50" y="T51"/>
                  </a:cxn>
                  <a:cxn ang="T108">
                    <a:pos x="T52" y="T53"/>
                  </a:cxn>
                  <a:cxn ang="T109">
                    <a:pos x="T54" y="T55"/>
                  </a:cxn>
                  <a:cxn ang="T110">
                    <a:pos x="T56" y="T57"/>
                  </a:cxn>
                  <a:cxn ang="T111">
                    <a:pos x="T58" y="T59"/>
                  </a:cxn>
                  <a:cxn ang="T112">
                    <a:pos x="T60" y="T61"/>
                  </a:cxn>
                  <a:cxn ang="T113">
                    <a:pos x="T62" y="T63"/>
                  </a:cxn>
                  <a:cxn ang="T114">
                    <a:pos x="T64" y="T65"/>
                  </a:cxn>
                  <a:cxn ang="T115">
                    <a:pos x="T66" y="T67"/>
                  </a:cxn>
                  <a:cxn ang="T116">
                    <a:pos x="T68" y="T69"/>
                  </a:cxn>
                  <a:cxn ang="T117">
                    <a:pos x="T70" y="T71"/>
                  </a:cxn>
                  <a:cxn ang="T118">
                    <a:pos x="T72" y="T73"/>
                  </a:cxn>
                  <a:cxn ang="T119">
                    <a:pos x="T74" y="T75"/>
                  </a:cxn>
                  <a:cxn ang="T120">
                    <a:pos x="T76" y="T77"/>
                  </a:cxn>
                  <a:cxn ang="T121">
                    <a:pos x="T78" y="T79"/>
                  </a:cxn>
                  <a:cxn ang="T122">
                    <a:pos x="T80" y="T81"/>
                  </a:cxn>
                </a:cxnLst>
                <a:rect l="T123" t="T124" r="T125" b="T126"/>
                <a:pathLst>
                  <a:path w="717" h="756">
                    <a:moveTo>
                      <a:pt x="0" y="756"/>
                    </a:moveTo>
                    <a:lnTo>
                      <a:pt x="52" y="167"/>
                    </a:lnTo>
                    <a:lnTo>
                      <a:pt x="64" y="384"/>
                    </a:lnTo>
                    <a:lnTo>
                      <a:pt x="90" y="103"/>
                    </a:lnTo>
                    <a:lnTo>
                      <a:pt x="116" y="519"/>
                    </a:lnTo>
                    <a:lnTo>
                      <a:pt x="135" y="487"/>
                    </a:lnTo>
                    <a:lnTo>
                      <a:pt x="135" y="359"/>
                    </a:lnTo>
                    <a:lnTo>
                      <a:pt x="167" y="71"/>
                    </a:lnTo>
                    <a:lnTo>
                      <a:pt x="192" y="244"/>
                    </a:lnTo>
                    <a:lnTo>
                      <a:pt x="205" y="96"/>
                    </a:lnTo>
                    <a:lnTo>
                      <a:pt x="218" y="615"/>
                    </a:lnTo>
                    <a:lnTo>
                      <a:pt x="244" y="397"/>
                    </a:lnTo>
                    <a:lnTo>
                      <a:pt x="282" y="519"/>
                    </a:lnTo>
                    <a:lnTo>
                      <a:pt x="308" y="308"/>
                    </a:lnTo>
                    <a:lnTo>
                      <a:pt x="333" y="442"/>
                    </a:lnTo>
                    <a:lnTo>
                      <a:pt x="346" y="352"/>
                    </a:lnTo>
                    <a:lnTo>
                      <a:pt x="365" y="384"/>
                    </a:lnTo>
                    <a:lnTo>
                      <a:pt x="378" y="135"/>
                    </a:lnTo>
                    <a:lnTo>
                      <a:pt x="391" y="301"/>
                    </a:lnTo>
                    <a:lnTo>
                      <a:pt x="384" y="519"/>
                    </a:lnTo>
                    <a:lnTo>
                      <a:pt x="404" y="679"/>
                    </a:lnTo>
                    <a:lnTo>
                      <a:pt x="429" y="628"/>
                    </a:lnTo>
                    <a:lnTo>
                      <a:pt x="442" y="480"/>
                    </a:lnTo>
                    <a:lnTo>
                      <a:pt x="455" y="391"/>
                    </a:lnTo>
                    <a:lnTo>
                      <a:pt x="436" y="506"/>
                    </a:lnTo>
                    <a:lnTo>
                      <a:pt x="461" y="352"/>
                    </a:lnTo>
                    <a:lnTo>
                      <a:pt x="474" y="455"/>
                    </a:lnTo>
                    <a:lnTo>
                      <a:pt x="493" y="519"/>
                    </a:lnTo>
                    <a:lnTo>
                      <a:pt x="512" y="410"/>
                    </a:lnTo>
                    <a:lnTo>
                      <a:pt x="532" y="186"/>
                    </a:lnTo>
                    <a:lnTo>
                      <a:pt x="544" y="231"/>
                    </a:lnTo>
                    <a:lnTo>
                      <a:pt x="570" y="148"/>
                    </a:lnTo>
                    <a:lnTo>
                      <a:pt x="576" y="301"/>
                    </a:lnTo>
                    <a:lnTo>
                      <a:pt x="576" y="730"/>
                    </a:lnTo>
                    <a:lnTo>
                      <a:pt x="647" y="0"/>
                    </a:lnTo>
                    <a:lnTo>
                      <a:pt x="647" y="250"/>
                    </a:lnTo>
                    <a:lnTo>
                      <a:pt x="660" y="333"/>
                    </a:lnTo>
                    <a:lnTo>
                      <a:pt x="685" y="192"/>
                    </a:lnTo>
                    <a:lnTo>
                      <a:pt x="711" y="340"/>
                    </a:lnTo>
                    <a:lnTo>
                      <a:pt x="698" y="429"/>
                    </a:lnTo>
                    <a:lnTo>
                      <a:pt x="717" y="461"/>
                    </a:lnTo>
                  </a:path>
                </a:pathLst>
              </a:custGeom>
              <a:noFill/>
              <a:ln w="9525">
                <a:solidFill>
                  <a:srgbClr val="0079F2"/>
                </a:solidFill>
                <a:round/>
                <a:headEnd/>
                <a:tailEnd/>
              </a:ln>
            </p:spPr>
            <p:txBody>
              <a:bodyPr/>
              <a:lstStyle/>
              <a:p>
                <a:endParaRPr lang="en-GB" sz="1600"/>
              </a:p>
            </p:txBody>
          </p:sp>
          <p:sp>
            <p:nvSpPr>
              <p:cNvPr id="4126" name="Freeform 94"/>
              <p:cNvSpPr>
                <a:spLocks/>
              </p:cNvSpPr>
              <p:nvPr/>
            </p:nvSpPr>
            <p:spPr bwMode="auto">
              <a:xfrm flipV="1">
                <a:off x="4385" y="1138"/>
                <a:ext cx="313" cy="756"/>
              </a:xfrm>
              <a:custGeom>
                <a:avLst/>
                <a:gdLst>
                  <a:gd name="T0" fmla="*/ 0 w 717"/>
                  <a:gd name="T1" fmla="*/ 756 h 756"/>
                  <a:gd name="T2" fmla="*/ 4 w 717"/>
                  <a:gd name="T3" fmla="*/ 167 h 756"/>
                  <a:gd name="T4" fmla="*/ 5 w 717"/>
                  <a:gd name="T5" fmla="*/ 384 h 756"/>
                  <a:gd name="T6" fmla="*/ 7 w 717"/>
                  <a:gd name="T7" fmla="*/ 103 h 756"/>
                  <a:gd name="T8" fmla="*/ 10 w 717"/>
                  <a:gd name="T9" fmla="*/ 519 h 756"/>
                  <a:gd name="T10" fmla="*/ 11 w 717"/>
                  <a:gd name="T11" fmla="*/ 487 h 756"/>
                  <a:gd name="T12" fmla="*/ 11 w 717"/>
                  <a:gd name="T13" fmla="*/ 359 h 756"/>
                  <a:gd name="T14" fmla="*/ 14 w 717"/>
                  <a:gd name="T15" fmla="*/ 71 h 756"/>
                  <a:gd name="T16" fmla="*/ 16 w 717"/>
                  <a:gd name="T17" fmla="*/ 244 h 756"/>
                  <a:gd name="T18" fmla="*/ 17 w 717"/>
                  <a:gd name="T19" fmla="*/ 96 h 756"/>
                  <a:gd name="T20" fmla="*/ 18 w 717"/>
                  <a:gd name="T21" fmla="*/ 615 h 756"/>
                  <a:gd name="T22" fmla="*/ 21 w 717"/>
                  <a:gd name="T23" fmla="*/ 397 h 756"/>
                  <a:gd name="T24" fmla="*/ 24 w 717"/>
                  <a:gd name="T25" fmla="*/ 519 h 756"/>
                  <a:gd name="T26" fmla="*/ 25 w 717"/>
                  <a:gd name="T27" fmla="*/ 308 h 756"/>
                  <a:gd name="T28" fmla="*/ 28 w 717"/>
                  <a:gd name="T29" fmla="*/ 442 h 756"/>
                  <a:gd name="T30" fmla="*/ 29 w 717"/>
                  <a:gd name="T31" fmla="*/ 352 h 756"/>
                  <a:gd name="T32" fmla="*/ 30 w 717"/>
                  <a:gd name="T33" fmla="*/ 384 h 756"/>
                  <a:gd name="T34" fmla="*/ 31 w 717"/>
                  <a:gd name="T35" fmla="*/ 135 h 756"/>
                  <a:gd name="T36" fmla="*/ 33 w 717"/>
                  <a:gd name="T37" fmla="*/ 301 h 756"/>
                  <a:gd name="T38" fmla="*/ 32 w 717"/>
                  <a:gd name="T39" fmla="*/ 519 h 756"/>
                  <a:gd name="T40" fmla="*/ 34 w 717"/>
                  <a:gd name="T41" fmla="*/ 679 h 756"/>
                  <a:gd name="T42" fmla="*/ 36 w 717"/>
                  <a:gd name="T43" fmla="*/ 628 h 756"/>
                  <a:gd name="T44" fmla="*/ 37 w 717"/>
                  <a:gd name="T45" fmla="*/ 480 h 756"/>
                  <a:gd name="T46" fmla="*/ 38 w 717"/>
                  <a:gd name="T47" fmla="*/ 391 h 756"/>
                  <a:gd name="T48" fmla="*/ 36 w 717"/>
                  <a:gd name="T49" fmla="*/ 506 h 756"/>
                  <a:gd name="T50" fmla="*/ 38 w 717"/>
                  <a:gd name="T51" fmla="*/ 352 h 756"/>
                  <a:gd name="T52" fmla="*/ 39 w 717"/>
                  <a:gd name="T53" fmla="*/ 455 h 756"/>
                  <a:gd name="T54" fmla="*/ 41 w 717"/>
                  <a:gd name="T55" fmla="*/ 519 h 756"/>
                  <a:gd name="T56" fmla="*/ 43 w 717"/>
                  <a:gd name="T57" fmla="*/ 410 h 756"/>
                  <a:gd name="T58" fmla="*/ 44 w 717"/>
                  <a:gd name="T59" fmla="*/ 186 h 756"/>
                  <a:gd name="T60" fmla="*/ 45 w 717"/>
                  <a:gd name="T61" fmla="*/ 231 h 756"/>
                  <a:gd name="T62" fmla="*/ 48 w 717"/>
                  <a:gd name="T63" fmla="*/ 148 h 756"/>
                  <a:gd name="T64" fmla="*/ 48 w 717"/>
                  <a:gd name="T65" fmla="*/ 301 h 756"/>
                  <a:gd name="T66" fmla="*/ 48 w 717"/>
                  <a:gd name="T67" fmla="*/ 730 h 756"/>
                  <a:gd name="T68" fmla="*/ 54 w 717"/>
                  <a:gd name="T69" fmla="*/ 0 h 756"/>
                  <a:gd name="T70" fmla="*/ 54 w 717"/>
                  <a:gd name="T71" fmla="*/ 250 h 756"/>
                  <a:gd name="T72" fmla="*/ 55 w 717"/>
                  <a:gd name="T73" fmla="*/ 333 h 756"/>
                  <a:gd name="T74" fmla="*/ 57 w 717"/>
                  <a:gd name="T75" fmla="*/ 192 h 756"/>
                  <a:gd name="T76" fmla="*/ 59 w 717"/>
                  <a:gd name="T77" fmla="*/ 340 h 756"/>
                  <a:gd name="T78" fmla="*/ 58 w 717"/>
                  <a:gd name="T79" fmla="*/ 429 h 756"/>
                  <a:gd name="T80" fmla="*/ 60 w 717"/>
                  <a:gd name="T81" fmla="*/ 461 h 756"/>
                  <a:gd name="T82" fmla="*/ 0 60000 65536"/>
                  <a:gd name="T83" fmla="*/ 0 60000 65536"/>
                  <a:gd name="T84" fmla="*/ 0 60000 65536"/>
                  <a:gd name="T85" fmla="*/ 0 60000 65536"/>
                  <a:gd name="T86" fmla="*/ 0 60000 65536"/>
                  <a:gd name="T87" fmla="*/ 0 60000 65536"/>
                  <a:gd name="T88" fmla="*/ 0 60000 65536"/>
                  <a:gd name="T89" fmla="*/ 0 60000 65536"/>
                  <a:gd name="T90" fmla="*/ 0 60000 65536"/>
                  <a:gd name="T91" fmla="*/ 0 60000 65536"/>
                  <a:gd name="T92" fmla="*/ 0 60000 65536"/>
                  <a:gd name="T93" fmla="*/ 0 60000 65536"/>
                  <a:gd name="T94" fmla="*/ 0 60000 65536"/>
                  <a:gd name="T95" fmla="*/ 0 60000 65536"/>
                  <a:gd name="T96" fmla="*/ 0 60000 65536"/>
                  <a:gd name="T97" fmla="*/ 0 60000 65536"/>
                  <a:gd name="T98" fmla="*/ 0 60000 65536"/>
                  <a:gd name="T99" fmla="*/ 0 60000 65536"/>
                  <a:gd name="T100" fmla="*/ 0 60000 65536"/>
                  <a:gd name="T101" fmla="*/ 0 60000 65536"/>
                  <a:gd name="T102" fmla="*/ 0 60000 65536"/>
                  <a:gd name="T103" fmla="*/ 0 60000 65536"/>
                  <a:gd name="T104" fmla="*/ 0 60000 65536"/>
                  <a:gd name="T105" fmla="*/ 0 60000 65536"/>
                  <a:gd name="T106" fmla="*/ 0 60000 65536"/>
                  <a:gd name="T107" fmla="*/ 0 60000 65536"/>
                  <a:gd name="T108" fmla="*/ 0 60000 65536"/>
                  <a:gd name="T109" fmla="*/ 0 60000 65536"/>
                  <a:gd name="T110" fmla="*/ 0 60000 65536"/>
                  <a:gd name="T111" fmla="*/ 0 60000 65536"/>
                  <a:gd name="T112" fmla="*/ 0 60000 65536"/>
                  <a:gd name="T113" fmla="*/ 0 60000 65536"/>
                  <a:gd name="T114" fmla="*/ 0 60000 65536"/>
                  <a:gd name="T115" fmla="*/ 0 60000 65536"/>
                  <a:gd name="T116" fmla="*/ 0 60000 65536"/>
                  <a:gd name="T117" fmla="*/ 0 60000 65536"/>
                  <a:gd name="T118" fmla="*/ 0 60000 65536"/>
                  <a:gd name="T119" fmla="*/ 0 60000 65536"/>
                  <a:gd name="T120" fmla="*/ 0 60000 65536"/>
                  <a:gd name="T121" fmla="*/ 0 60000 65536"/>
                  <a:gd name="T122" fmla="*/ 0 60000 65536"/>
                  <a:gd name="T123" fmla="*/ 0 w 717"/>
                  <a:gd name="T124" fmla="*/ 0 h 756"/>
                  <a:gd name="T125" fmla="*/ 717 w 717"/>
                  <a:gd name="T126" fmla="*/ 756 h 756"/>
                </a:gdLst>
                <a:ahLst/>
                <a:cxnLst>
                  <a:cxn ang="T82">
                    <a:pos x="T0" y="T1"/>
                  </a:cxn>
                  <a:cxn ang="T83">
                    <a:pos x="T2" y="T3"/>
                  </a:cxn>
                  <a:cxn ang="T84">
                    <a:pos x="T4" y="T5"/>
                  </a:cxn>
                  <a:cxn ang="T85">
                    <a:pos x="T6" y="T7"/>
                  </a:cxn>
                  <a:cxn ang="T86">
                    <a:pos x="T8" y="T9"/>
                  </a:cxn>
                  <a:cxn ang="T87">
                    <a:pos x="T10" y="T11"/>
                  </a:cxn>
                  <a:cxn ang="T88">
                    <a:pos x="T12" y="T13"/>
                  </a:cxn>
                  <a:cxn ang="T89">
                    <a:pos x="T14" y="T15"/>
                  </a:cxn>
                  <a:cxn ang="T90">
                    <a:pos x="T16" y="T17"/>
                  </a:cxn>
                  <a:cxn ang="T91">
                    <a:pos x="T18" y="T19"/>
                  </a:cxn>
                  <a:cxn ang="T92">
                    <a:pos x="T20" y="T21"/>
                  </a:cxn>
                  <a:cxn ang="T93">
                    <a:pos x="T22" y="T23"/>
                  </a:cxn>
                  <a:cxn ang="T94">
                    <a:pos x="T24" y="T25"/>
                  </a:cxn>
                  <a:cxn ang="T95">
                    <a:pos x="T26" y="T27"/>
                  </a:cxn>
                  <a:cxn ang="T96">
                    <a:pos x="T28" y="T29"/>
                  </a:cxn>
                  <a:cxn ang="T97">
                    <a:pos x="T30" y="T31"/>
                  </a:cxn>
                  <a:cxn ang="T98">
                    <a:pos x="T32" y="T33"/>
                  </a:cxn>
                  <a:cxn ang="T99">
                    <a:pos x="T34" y="T35"/>
                  </a:cxn>
                  <a:cxn ang="T100">
                    <a:pos x="T36" y="T37"/>
                  </a:cxn>
                  <a:cxn ang="T101">
                    <a:pos x="T38" y="T39"/>
                  </a:cxn>
                  <a:cxn ang="T102">
                    <a:pos x="T40" y="T41"/>
                  </a:cxn>
                  <a:cxn ang="T103">
                    <a:pos x="T42" y="T43"/>
                  </a:cxn>
                  <a:cxn ang="T104">
                    <a:pos x="T44" y="T45"/>
                  </a:cxn>
                  <a:cxn ang="T105">
                    <a:pos x="T46" y="T47"/>
                  </a:cxn>
                  <a:cxn ang="T106">
                    <a:pos x="T48" y="T49"/>
                  </a:cxn>
                  <a:cxn ang="T107">
                    <a:pos x="T50" y="T51"/>
                  </a:cxn>
                  <a:cxn ang="T108">
                    <a:pos x="T52" y="T53"/>
                  </a:cxn>
                  <a:cxn ang="T109">
                    <a:pos x="T54" y="T55"/>
                  </a:cxn>
                  <a:cxn ang="T110">
                    <a:pos x="T56" y="T57"/>
                  </a:cxn>
                  <a:cxn ang="T111">
                    <a:pos x="T58" y="T59"/>
                  </a:cxn>
                  <a:cxn ang="T112">
                    <a:pos x="T60" y="T61"/>
                  </a:cxn>
                  <a:cxn ang="T113">
                    <a:pos x="T62" y="T63"/>
                  </a:cxn>
                  <a:cxn ang="T114">
                    <a:pos x="T64" y="T65"/>
                  </a:cxn>
                  <a:cxn ang="T115">
                    <a:pos x="T66" y="T67"/>
                  </a:cxn>
                  <a:cxn ang="T116">
                    <a:pos x="T68" y="T69"/>
                  </a:cxn>
                  <a:cxn ang="T117">
                    <a:pos x="T70" y="T71"/>
                  </a:cxn>
                  <a:cxn ang="T118">
                    <a:pos x="T72" y="T73"/>
                  </a:cxn>
                  <a:cxn ang="T119">
                    <a:pos x="T74" y="T75"/>
                  </a:cxn>
                  <a:cxn ang="T120">
                    <a:pos x="T76" y="T77"/>
                  </a:cxn>
                  <a:cxn ang="T121">
                    <a:pos x="T78" y="T79"/>
                  </a:cxn>
                  <a:cxn ang="T122">
                    <a:pos x="T80" y="T81"/>
                  </a:cxn>
                </a:cxnLst>
                <a:rect l="T123" t="T124" r="T125" b="T126"/>
                <a:pathLst>
                  <a:path w="717" h="756">
                    <a:moveTo>
                      <a:pt x="0" y="756"/>
                    </a:moveTo>
                    <a:lnTo>
                      <a:pt x="52" y="167"/>
                    </a:lnTo>
                    <a:lnTo>
                      <a:pt x="64" y="384"/>
                    </a:lnTo>
                    <a:lnTo>
                      <a:pt x="90" y="103"/>
                    </a:lnTo>
                    <a:lnTo>
                      <a:pt x="116" y="519"/>
                    </a:lnTo>
                    <a:lnTo>
                      <a:pt x="135" y="487"/>
                    </a:lnTo>
                    <a:lnTo>
                      <a:pt x="135" y="359"/>
                    </a:lnTo>
                    <a:lnTo>
                      <a:pt x="167" y="71"/>
                    </a:lnTo>
                    <a:lnTo>
                      <a:pt x="192" y="244"/>
                    </a:lnTo>
                    <a:lnTo>
                      <a:pt x="205" y="96"/>
                    </a:lnTo>
                    <a:lnTo>
                      <a:pt x="218" y="615"/>
                    </a:lnTo>
                    <a:lnTo>
                      <a:pt x="244" y="397"/>
                    </a:lnTo>
                    <a:lnTo>
                      <a:pt x="282" y="519"/>
                    </a:lnTo>
                    <a:lnTo>
                      <a:pt x="308" y="308"/>
                    </a:lnTo>
                    <a:lnTo>
                      <a:pt x="333" y="442"/>
                    </a:lnTo>
                    <a:lnTo>
                      <a:pt x="346" y="352"/>
                    </a:lnTo>
                    <a:lnTo>
                      <a:pt x="365" y="384"/>
                    </a:lnTo>
                    <a:lnTo>
                      <a:pt x="378" y="135"/>
                    </a:lnTo>
                    <a:lnTo>
                      <a:pt x="391" y="301"/>
                    </a:lnTo>
                    <a:lnTo>
                      <a:pt x="384" y="519"/>
                    </a:lnTo>
                    <a:lnTo>
                      <a:pt x="404" y="679"/>
                    </a:lnTo>
                    <a:lnTo>
                      <a:pt x="429" y="628"/>
                    </a:lnTo>
                    <a:lnTo>
                      <a:pt x="442" y="480"/>
                    </a:lnTo>
                    <a:lnTo>
                      <a:pt x="455" y="391"/>
                    </a:lnTo>
                    <a:lnTo>
                      <a:pt x="436" y="506"/>
                    </a:lnTo>
                    <a:lnTo>
                      <a:pt x="461" y="352"/>
                    </a:lnTo>
                    <a:lnTo>
                      <a:pt x="474" y="455"/>
                    </a:lnTo>
                    <a:lnTo>
                      <a:pt x="493" y="519"/>
                    </a:lnTo>
                    <a:lnTo>
                      <a:pt x="512" y="410"/>
                    </a:lnTo>
                    <a:lnTo>
                      <a:pt x="532" y="186"/>
                    </a:lnTo>
                    <a:lnTo>
                      <a:pt x="544" y="231"/>
                    </a:lnTo>
                    <a:lnTo>
                      <a:pt x="570" y="148"/>
                    </a:lnTo>
                    <a:lnTo>
                      <a:pt x="576" y="301"/>
                    </a:lnTo>
                    <a:lnTo>
                      <a:pt x="576" y="730"/>
                    </a:lnTo>
                    <a:lnTo>
                      <a:pt x="647" y="0"/>
                    </a:lnTo>
                    <a:lnTo>
                      <a:pt x="647" y="250"/>
                    </a:lnTo>
                    <a:lnTo>
                      <a:pt x="660" y="333"/>
                    </a:lnTo>
                    <a:lnTo>
                      <a:pt x="685" y="192"/>
                    </a:lnTo>
                    <a:lnTo>
                      <a:pt x="711" y="340"/>
                    </a:lnTo>
                    <a:lnTo>
                      <a:pt x="698" y="429"/>
                    </a:lnTo>
                    <a:lnTo>
                      <a:pt x="717" y="461"/>
                    </a:lnTo>
                  </a:path>
                </a:pathLst>
              </a:custGeom>
              <a:noFill/>
              <a:ln w="9525">
                <a:solidFill>
                  <a:srgbClr val="0079F2"/>
                </a:solidFill>
                <a:round/>
                <a:headEnd/>
                <a:tailEnd/>
              </a:ln>
            </p:spPr>
            <p:txBody>
              <a:bodyPr/>
              <a:lstStyle/>
              <a:p>
                <a:endParaRPr lang="en-GB" sz="1600"/>
              </a:p>
            </p:txBody>
          </p:sp>
          <p:sp>
            <p:nvSpPr>
              <p:cNvPr id="4127" name="Freeform 95"/>
              <p:cNvSpPr>
                <a:spLocks/>
              </p:cNvSpPr>
              <p:nvPr/>
            </p:nvSpPr>
            <p:spPr bwMode="auto">
              <a:xfrm flipH="1">
                <a:off x="4698" y="1100"/>
                <a:ext cx="313" cy="756"/>
              </a:xfrm>
              <a:custGeom>
                <a:avLst/>
                <a:gdLst>
                  <a:gd name="T0" fmla="*/ 0 w 717"/>
                  <a:gd name="T1" fmla="*/ 756 h 756"/>
                  <a:gd name="T2" fmla="*/ 4 w 717"/>
                  <a:gd name="T3" fmla="*/ 167 h 756"/>
                  <a:gd name="T4" fmla="*/ 5 w 717"/>
                  <a:gd name="T5" fmla="*/ 384 h 756"/>
                  <a:gd name="T6" fmla="*/ 7 w 717"/>
                  <a:gd name="T7" fmla="*/ 103 h 756"/>
                  <a:gd name="T8" fmla="*/ 10 w 717"/>
                  <a:gd name="T9" fmla="*/ 519 h 756"/>
                  <a:gd name="T10" fmla="*/ 11 w 717"/>
                  <a:gd name="T11" fmla="*/ 487 h 756"/>
                  <a:gd name="T12" fmla="*/ 11 w 717"/>
                  <a:gd name="T13" fmla="*/ 359 h 756"/>
                  <a:gd name="T14" fmla="*/ 14 w 717"/>
                  <a:gd name="T15" fmla="*/ 71 h 756"/>
                  <a:gd name="T16" fmla="*/ 16 w 717"/>
                  <a:gd name="T17" fmla="*/ 244 h 756"/>
                  <a:gd name="T18" fmla="*/ 17 w 717"/>
                  <a:gd name="T19" fmla="*/ 96 h 756"/>
                  <a:gd name="T20" fmla="*/ 18 w 717"/>
                  <a:gd name="T21" fmla="*/ 615 h 756"/>
                  <a:gd name="T22" fmla="*/ 21 w 717"/>
                  <a:gd name="T23" fmla="*/ 397 h 756"/>
                  <a:gd name="T24" fmla="*/ 24 w 717"/>
                  <a:gd name="T25" fmla="*/ 519 h 756"/>
                  <a:gd name="T26" fmla="*/ 25 w 717"/>
                  <a:gd name="T27" fmla="*/ 308 h 756"/>
                  <a:gd name="T28" fmla="*/ 28 w 717"/>
                  <a:gd name="T29" fmla="*/ 442 h 756"/>
                  <a:gd name="T30" fmla="*/ 29 w 717"/>
                  <a:gd name="T31" fmla="*/ 352 h 756"/>
                  <a:gd name="T32" fmla="*/ 30 w 717"/>
                  <a:gd name="T33" fmla="*/ 384 h 756"/>
                  <a:gd name="T34" fmla="*/ 31 w 717"/>
                  <a:gd name="T35" fmla="*/ 135 h 756"/>
                  <a:gd name="T36" fmla="*/ 33 w 717"/>
                  <a:gd name="T37" fmla="*/ 301 h 756"/>
                  <a:gd name="T38" fmla="*/ 32 w 717"/>
                  <a:gd name="T39" fmla="*/ 519 h 756"/>
                  <a:gd name="T40" fmla="*/ 34 w 717"/>
                  <a:gd name="T41" fmla="*/ 679 h 756"/>
                  <a:gd name="T42" fmla="*/ 36 w 717"/>
                  <a:gd name="T43" fmla="*/ 628 h 756"/>
                  <a:gd name="T44" fmla="*/ 37 w 717"/>
                  <a:gd name="T45" fmla="*/ 480 h 756"/>
                  <a:gd name="T46" fmla="*/ 38 w 717"/>
                  <a:gd name="T47" fmla="*/ 391 h 756"/>
                  <a:gd name="T48" fmla="*/ 36 w 717"/>
                  <a:gd name="T49" fmla="*/ 506 h 756"/>
                  <a:gd name="T50" fmla="*/ 38 w 717"/>
                  <a:gd name="T51" fmla="*/ 352 h 756"/>
                  <a:gd name="T52" fmla="*/ 39 w 717"/>
                  <a:gd name="T53" fmla="*/ 455 h 756"/>
                  <a:gd name="T54" fmla="*/ 41 w 717"/>
                  <a:gd name="T55" fmla="*/ 519 h 756"/>
                  <a:gd name="T56" fmla="*/ 43 w 717"/>
                  <a:gd name="T57" fmla="*/ 410 h 756"/>
                  <a:gd name="T58" fmla="*/ 44 w 717"/>
                  <a:gd name="T59" fmla="*/ 186 h 756"/>
                  <a:gd name="T60" fmla="*/ 45 w 717"/>
                  <a:gd name="T61" fmla="*/ 231 h 756"/>
                  <a:gd name="T62" fmla="*/ 48 w 717"/>
                  <a:gd name="T63" fmla="*/ 148 h 756"/>
                  <a:gd name="T64" fmla="*/ 48 w 717"/>
                  <a:gd name="T65" fmla="*/ 301 h 756"/>
                  <a:gd name="T66" fmla="*/ 48 w 717"/>
                  <a:gd name="T67" fmla="*/ 730 h 756"/>
                  <a:gd name="T68" fmla="*/ 54 w 717"/>
                  <a:gd name="T69" fmla="*/ 0 h 756"/>
                  <a:gd name="T70" fmla="*/ 54 w 717"/>
                  <a:gd name="T71" fmla="*/ 250 h 756"/>
                  <a:gd name="T72" fmla="*/ 55 w 717"/>
                  <a:gd name="T73" fmla="*/ 333 h 756"/>
                  <a:gd name="T74" fmla="*/ 57 w 717"/>
                  <a:gd name="T75" fmla="*/ 192 h 756"/>
                  <a:gd name="T76" fmla="*/ 59 w 717"/>
                  <a:gd name="T77" fmla="*/ 340 h 756"/>
                  <a:gd name="T78" fmla="*/ 58 w 717"/>
                  <a:gd name="T79" fmla="*/ 429 h 756"/>
                  <a:gd name="T80" fmla="*/ 60 w 717"/>
                  <a:gd name="T81" fmla="*/ 461 h 756"/>
                  <a:gd name="T82" fmla="*/ 0 60000 65536"/>
                  <a:gd name="T83" fmla="*/ 0 60000 65536"/>
                  <a:gd name="T84" fmla="*/ 0 60000 65536"/>
                  <a:gd name="T85" fmla="*/ 0 60000 65536"/>
                  <a:gd name="T86" fmla="*/ 0 60000 65536"/>
                  <a:gd name="T87" fmla="*/ 0 60000 65536"/>
                  <a:gd name="T88" fmla="*/ 0 60000 65536"/>
                  <a:gd name="T89" fmla="*/ 0 60000 65536"/>
                  <a:gd name="T90" fmla="*/ 0 60000 65536"/>
                  <a:gd name="T91" fmla="*/ 0 60000 65536"/>
                  <a:gd name="T92" fmla="*/ 0 60000 65536"/>
                  <a:gd name="T93" fmla="*/ 0 60000 65536"/>
                  <a:gd name="T94" fmla="*/ 0 60000 65536"/>
                  <a:gd name="T95" fmla="*/ 0 60000 65536"/>
                  <a:gd name="T96" fmla="*/ 0 60000 65536"/>
                  <a:gd name="T97" fmla="*/ 0 60000 65536"/>
                  <a:gd name="T98" fmla="*/ 0 60000 65536"/>
                  <a:gd name="T99" fmla="*/ 0 60000 65536"/>
                  <a:gd name="T100" fmla="*/ 0 60000 65536"/>
                  <a:gd name="T101" fmla="*/ 0 60000 65536"/>
                  <a:gd name="T102" fmla="*/ 0 60000 65536"/>
                  <a:gd name="T103" fmla="*/ 0 60000 65536"/>
                  <a:gd name="T104" fmla="*/ 0 60000 65536"/>
                  <a:gd name="T105" fmla="*/ 0 60000 65536"/>
                  <a:gd name="T106" fmla="*/ 0 60000 65536"/>
                  <a:gd name="T107" fmla="*/ 0 60000 65536"/>
                  <a:gd name="T108" fmla="*/ 0 60000 65536"/>
                  <a:gd name="T109" fmla="*/ 0 60000 65536"/>
                  <a:gd name="T110" fmla="*/ 0 60000 65536"/>
                  <a:gd name="T111" fmla="*/ 0 60000 65536"/>
                  <a:gd name="T112" fmla="*/ 0 60000 65536"/>
                  <a:gd name="T113" fmla="*/ 0 60000 65536"/>
                  <a:gd name="T114" fmla="*/ 0 60000 65536"/>
                  <a:gd name="T115" fmla="*/ 0 60000 65536"/>
                  <a:gd name="T116" fmla="*/ 0 60000 65536"/>
                  <a:gd name="T117" fmla="*/ 0 60000 65536"/>
                  <a:gd name="T118" fmla="*/ 0 60000 65536"/>
                  <a:gd name="T119" fmla="*/ 0 60000 65536"/>
                  <a:gd name="T120" fmla="*/ 0 60000 65536"/>
                  <a:gd name="T121" fmla="*/ 0 60000 65536"/>
                  <a:gd name="T122" fmla="*/ 0 60000 65536"/>
                  <a:gd name="T123" fmla="*/ 0 w 717"/>
                  <a:gd name="T124" fmla="*/ 0 h 756"/>
                  <a:gd name="T125" fmla="*/ 717 w 717"/>
                  <a:gd name="T126" fmla="*/ 756 h 756"/>
                </a:gdLst>
                <a:ahLst/>
                <a:cxnLst>
                  <a:cxn ang="T82">
                    <a:pos x="T0" y="T1"/>
                  </a:cxn>
                  <a:cxn ang="T83">
                    <a:pos x="T2" y="T3"/>
                  </a:cxn>
                  <a:cxn ang="T84">
                    <a:pos x="T4" y="T5"/>
                  </a:cxn>
                  <a:cxn ang="T85">
                    <a:pos x="T6" y="T7"/>
                  </a:cxn>
                  <a:cxn ang="T86">
                    <a:pos x="T8" y="T9"/>
                  </a:cxn>
                  <a:cxn ang="T87">
                    <a:pos x="T10" y="T11"/>
                  </a:cxn>
                  <a:cxn ang="T88">
                    <a:pos x="T12" y="T13"/>
                  </a:cxn>
                  <a:cxn ang="T89">
                    <a:pos x="T14" y="T15"/>
                  </a:cxn>
                  <a:cxn ang="T90">
                    <a:pos x="T16" y="T17"/>
                  </a:cxn>
                  <a:cxn ang="T91">
                    <a:pos x="T18" y="T19"/>
                  </a:cxn>
                  <a:cxn ang="T92">
                    <a:pos x="T20" y="T21"/>
                  </a:cxn>
                  <a:cxn ang="T93">
                    <a:pos x="T22" y="T23"/>
                  </a:cxn>
                  <a:cxn ang="T94">
                    <a:pos x="T24" y="T25"/>
                  </a:cxn>
                  <a:cxn ang="T95">
                    <a:pos x="T26" y="T27"/>
                  </a:cxn>
                  <a:cxn ang="T96">
                    <a:pos x="T28" y="T29"/>
                  </a:cxn>
                  <a:cxn ang="T97">
                    <a:pos x="T30" y="T31"/>
                  </a:cxn>
                  <a:cxn ang="T98">
                    <a:pos x="T32" y="T33"/>
                  </a:cxn>
                  <a:cxn ang="T99">
                    <a:pos x="T34" y="T35"/>
                  </a:cxn>
                  <a:cxn ang="T100">
                    <a:pos x="T36" y="T37"/>
                  </a:cxn>
                  <a:cxn ang="T101">
                    <a:pos x="T38" y="T39"/>
                  </a:cxn>
                  <a:cxn ang="T102">
                    <a:pos x="T40" y="T41"/>
                  </a:cxn>
                  <a:cxn ang="T103">
                    <a:pos x="T42" y="T43"/>
                  </a:cxn>
                  <a:cxn ang="T104">
                    <a:pos x="T44" y="T45"/>
                  </a:cxn>
                  <a:cxn ang="T105">
                    <a:pos x="T46" y="T47"/>
                  </a:cxn>
                  <a:cxn ang="T106">
                    <a:pos x="T48" y="T49"/>
                  </a:cxn>
                  <a:cxn ang="T107">
                    <a:pos x="T50" y="T51"/>
                  </a:cxn>
                  <a:cxn ang="T108">
                    <a:pos x="T52" y="T53"/>
                  </a:cxn>
                  <a:cxn ang="T109">
                    <a:pos x="T54" y="T55"/>
                  </a:cxn>
                  <a:cxn ang="T110">
                    <a:pos x="T56" y="T57"/>
                  </a:cxn>
                  <a:cxn ang="T111">
                    <a:pos x="T58" y="T59"/>
                  </a:cxn>
                  <a:cxn ang="T112">
                    <a:pos x="T60" y="T61"/>
                  </a:cxn>
                  <a:cxn ang="T113">
                    <a:pos x="T62" y="T63"/>
                  </a:cxn>
                  <a:cxn ang="T114">
                    <a:pos x="T64" y="T65"/>
                  </a:cxn>
                  <a:cxn ang="T115">
                    <a:pos x="T66" y="T67"/>
                  </a:cxn>
                  <a:cxn ang="T116">
                    <a:pos x="T68" y="T69"/>
                  </a:cxn>
                  <a:cxn ang="T117">
                    <a:pos x="T70" y="T71"/>
                  </a:cxn>
                  <a:cxn ang="T118">
                    <a:pos x="T72" y="T73"/>
                  </a:cxn>
                  <a:cxn ang="T119">
                    <a:pos x="T74" y="T75"/>
                  </a:cxn>
                  <a:cxn ang="T120">
                    <a:pos x="T76" y="T77"/>
                  </a:cxn>
                  <a:cxn ang="T121">
                    <a:pos x="T78" y="T79"/>
                  </a:cxn>
                  <a:cxn ang="T122">
                    <a:pos x="T80" y="T81"/>
                  </a:cxn>
                </a:cxnLst>
                <a:rect l="T123" t="T124" r="T125" b="T126"/>
                <a:pathLst>
                  <a:path w="717" h="756">
                    <a:moveTo>
                      <a:pt x="0" y="756"/>
                    </a:moveTo>
                    <a:lnTo>
                      <a:pt x="52" y="167"/>
                    </a:lnTo>
                    <a:lnTo>
                      <a:pt x="64" y="384"/>
                    </a:lnTo>
                    <a:lnTo>
                      <a:pt x="90" y="103"/>
                    </a:lnTo>
                    <a:lnTo>
                      <a:pt x="116" y="519"/>
                    </a:lnTo>
                    <a:lnTo>
                      <a:pt x="135" y="487"/>
                    </a:lnTo>
                    <a:lnTo>
                      <a:pt x="135" y="359"/>
                    </a:lnTo>
                    <a:lnTo>
                      <a:pt x="167" y="71"/>
                    </a:lnTo>
                    <a:lnTo>
                      <a:pt x="192" y="244"/>
                    </a:lnTo>
                    <a:lnTo>
                      <a:pt x="205" y="96"/>
                    </a:lnTo>
                    <a:lnTo>
                      <a:pt x="218" y="615"/>
                    </a:lnTo>
                    <a:lnTo>
                      <a:pt x="244" y="397"/>
                    </a:lnTo>
                    <a:lnTo>
                      <a:pt x="282" y="519"/>
                    </a:lnTo>
                    <a:lnTo>
                      <a:pt x="308" y="308"/>
                    </a:lnTo>
                    <a:lnTo>
                      <a:pt x="333" y="442"/>
                    </a:lnTo>
                    <a:lnTo>
                      <a:pt x="346" y="352"/>
                    </a:lnTo>
                    <a:lnTo>
                      <a:pt x="365" y="384"/>
                    </a:lnTo>
                    <a:lnTo>
                      <a:pt x="378" y="135"/>
                    </a:lnTo>
                    <a:lnTo>
                      <a:pt x="391" y="301"/>
                    </a:lnTo>
                    <a:lnTo>
                      <a:pt x="384" y="519"/>
                    </a:lnTo>
                    <a:lnTo>
                      <a:pt x="404" y="679"/>
                    </a:lnTo>
                    <a:lnTo>
                      <a:pt x="429" y="628"/>
                    </a:lnTo>
                    <a:lnTo>
                      <a:pt x="442" y="480"/>
                    </a:lnTo>
                    <a:lnTo>
                      <a:pt x="455" y="391"/>
                    </a:lnTo>
                    <a:lnTo>
                      <a:pt x="436" y="506"/>
                    </a:lnTo>
                    <a:lnTo>
                      <a:pt x="461" y="352"/>
                    </a:lnTo>
                    <a:lnTo>
                      <a:pt x="474" y="455"/>
                    </a:lnTo>
                    <a:lnTo>
                      <a:pt x="493" y="519"/>
                    </a:lnTo>
                    <a:lnTo>
                      <a:pt x="512" y="410"/>
                    </a:lnTo>
                    <a:lnTo>
                      <a:pt x="532" y="186"/>
                    </a:lnTo>
                    <a:lnTo>
                      <a:pt x="544" y="231"/>
                    </a:lnTo>
                    <a:lnTo>
                      <a:pt x="570" y="148"/>
                    </a:lnTo>
                    <a:lnTo>
                      <a:pt x="576" y="301"/>
                    </a:lnTo>
                    <a:lnTo>
                      <a:pt x="576" y="730"/>
                    </a:lnTo>
                    <a:lnTo>
                      <a:pt x="647" y="0"/>
                    </a:lnTo>
                    <a:lnTo>
                      <a:pt x="647" y="250"/>
                    </a:lnTo>
                    <a:lnTo>
                      <a:pt x="660" y="333"/>
                    </a:lnTo>
                    <a:lnTo>
                      <a:pt x="685" y="192"/>
                    </a:lnTo>
                    <a:lnTo>
                      <a:pt x="711" y="340"/>
                    </a:lnTo>
                    <a:lnTo>
                      <a:pt x="698" y="429"/>
                    </a:lnTo>
                    <a:lnTo>
                      <a:pt x="717" y="461"/>
                    </a:lnTo>
                  </a:path>
                </a:pathLst>
              </a:custGeom>
              <a:noFill/>
              <a:ln w="9525">
                <a:solidFill>
                  <a:srgbClr val="0079F2"/>
                </a:solidFill>
                <a:round/>
                <a:headEnd/>
                <a:tailEnd/>
              </a:ln>
            </p:spPr>
            <p:txBody>
              <a:bodyPr/>
              <a:lstStyle/>
              <a:p>
                <a:endParaRPr lang="en-GB" sz="1600"/>
              </a:p>
            </p:txBody>
          </p:sp>
        </p:grpSp>
        <p:grpSp>
          <p:nvGrpSpPr>
            <p:cNvPr id="9" name="Group 96"/>
            <p:cNvGrpSpPr>
              <a:grpSpLocks/>
            </p:cNvGrpSpPr>
            <p:nvPr/>
          </p:nvGrpSpPr>
          <p:grpSpPr bwMode="auto">
            <a:xfrm flipH="1">
              <a:off x="3986" y="1092"/>
              <a:ext cx="590" cy="801"/>
              <a:chOff x="3462" y="1100"/>
              <a:chExt cx="1549" cy="801"/>
            </a:xfrm>
          </p:grpSpPr>
          <p:sp>
            <p:nvSpPr>
              <p:cNvPr id="4118" name="Freeform 97"/>
              <p:cNvSpPr>
                <a:spLocks/>
              </p:cNvSpPr>
              <p:nvPr/>
            </p:nvSpPr>
            <p:spPr bwMode="auto">
              <a:xfrm>
                <a:off x="3462" y="1126"/>
                <a:ext cx="313" cy="756"/>
              </a:xfrm>
              <a:custGeom>
                <a:avLst/>
                <a:gdLst>
                  <a:gd name="T0" fmla="*/ 0 w 717"/>
                  <a:gd name="T1" fmla="*/ 756 h 756"/>
                  <a:gd name="T2" fmla="*/ 4 w 717"/>
                  <a:gd name="T3" fmla="*/ 167 h 756"/>
                  <a:gd name="T4" fmla="*/ 5 w 717"/>
                  <a:gd name="T5" fmla="*/ 384 h 756"/>
                  <a:gd name="T6" fmla="*/ 7 w 717"/>
                  <a:gd name="T7" fmla="*/ 103 h 756"/>
                  <a:gd name="T8" fmla="*/ 10 w 717"/>
                  <a:gd name="T9" fmla="*/ 519 h 756"/>
                  <a:gd name="T10" fmla="*/ 11 w 717"/>
                  <a:gd name="T11" fmla="*/ 487 h 756"/>
                  <a:gd name="T12" fmla="*/ 11 w 717"/>
                  <a:gd name="T13" fmla="*/ 359 h 756"/>
                  <a:gd name="T14" fmla="*/ 14 w 717"/>
                  <a:gd name="T15" fmla="*/ 71 h 756"/>
                  <a:gd name="T16" fmla="*/ 16 w 717"/>
                  <a:gd name="T17" fmla="*/ 244 h 756"/>
                  <a:gd name="T18" fmla="*/ 17 w 717"/>
                  <a:gd name="T19" fmla="*/ 96 h 756"/>
                  <a:gd name="T20" fmla="*/ 18 w 717"/>
                  <a:gd name="T21" fmla="*/ 615 h 756"/>
                  <a:gd name="T22" fmla="*/ 21 w 717"/>
                  <a:gd name="T23" fmla="*/ 397 h 756"/>
                  <a:gd name="T24" fmla="*/ 24 w 717"/>
                  <a:gd name="T25" fmla="*/ 519 h 756"/>
                  <a:gd name="T26" fmla="*/ 25 w 717"/>
                  <a:gd name="T27" fmla="*/ 308 h 756"/>
                  <a:gd name="T28" fmla="*/ 28 w 717"/>
                  <a:gd name="T29" fmla="*/ 442 h 756"/>
                  <a:gd name="T30" fmla="*/ 29 w 717"/>
                  <a:gd name="T31" fmla="*/ 352 h 756"/>
                  <a:gd name="T32" fmla="*/ 30 w 717"/>
                  <a:gd name="T33" fmla="*/ 384 h 756"/>
                  <a:gd name="T34" fmla="*/ 31 w 717"/>
                  <a:gd name="T35" fmla="*/ 135 h 756"/>
                  <a:gd name="T36" fmla="*/ 33 w 717"/>
                  <a:gd name="T37" fmla="*/ 301 h 756"/>
                  <a:gd name="T38" fmla="*/ 32 w 717"/>
                  <a:gd name="T39" fmla="*/ 519 h 756"/>
                  <a:gd name="T40" fmla="*/ 34 w 717"/>
                  <a:gd name="T41" fmla="*/ 679 h 756"/>
                  <a:gd name="T42" fmla="*/ 36 w 717"/>
                  <a:gd name="T43" fmla="*/ 628 h 756"/>
                  <a:gd name="T44" fmla="*/ 37 w 717"/>
                  <a:gd name="T45" fmla="*/ 480 h 756"/>
                  <a:gd name="T46" fmla="*/ 38 w 717"/>
                  <a:gd name="T47" fmla="*/ 391 h 756"/>
                  <a:gd name="T48" fmla="*/ 36 w 717"/>
                  <a:gd name="T49" fmla="*/ 506 h 756"/>
                  <a:gd name="T50" fmla="*/ 38 w 717"/>
                  <a:gd name="T51" fmla="*/ 352 h 756"/>
                  <a:gd name="T52" fmla="*/ 39 w 717"/>
                  <a:gd name="T53" fmla="*/ 455 h 756"/>
                  <a:gd name="T54" fmla="*/ 41 w 717"/>
                  <a:gd name="T55" fmla="*/ 519 h 756"/>
                  <a:gd name="T56" fmla="*/ 43 w 717"/>
                  <a:gd name="T57" fmla="*/ 410 h 756"/>
                  <a:gd name="T58" fmla="*/ 44 w 717"/>
                  <a:gd name="T59" fmla="*/ 186 h 756"/>
                  <a:gd name="T60" fmla="*/ 45 w 717"/>
                  <a:gd name="T61" fmla="*/ 231 h 756"/>
                  <a:gd name="T62" fmla="*/ 48 w 717"/>
                  <a:gd name="T63" fmla="*/ 148 h 756"/>
                  <a:gd name="T64" fmla="*/ 48 w 717"/>
                  <a:gd name="T65" fmla="*/ 301 h 756"/>
                  <a:gd name="T66" fmla="*/ 48 w 717"/>
                  <a:gd name="T67" fmla="*/ 730 h 756"/>
                  <a:gd name="T68" fmla="*/ 54 w 717"/>
                  <a:gd name="T69" fmla="*/ 0 h 756"/>
                  <a:gd name="T70" fmla="*/ 54 w 717"/>
                  <a:gd name="T71" fmla="*/ 250 h 756"/>
                  <a:gd name="T72" fmla="*/ 55 w 717"/>
                  <a:gd name="T73" fmla="*/ 333 h 756"/>
                  <a:gd name="T74" fmla="*/ 57 w 717"/>
                  <a:gd name="T75" fmla="*/ 192 h 756"/>
                  <a:gd name="T76" fmla="*/ 59 w 717"/>
                  <a:gd name="T77" fmla="*/ 340 h 756"/>
                  <a:gd name="T78" fmla="*/ 58 w 717"/>
                  <a:gd name="T79" fmla="*/ 429 h 756"/>
                  <a:gd name="T80" fmla="*/ 60 w 717"/>
                  <a:gd name="T81" fmla="*/ 461 h 756"/>
                  <a:gd name="T82" fmla="*/ 0 60000 65536"/>
                  <a:gd name="T83" fmla="*/ 0 60000 65536"/>
                  <a:gd name="T84" fmla="*/ 0 60000 65536"/>
                  <a:gd name="T85" fmla="*/ 0 60000 65536"/>
                  <a:gd name="T86" fmla="*/ 0 60000 65536"/>
                  <a:gd name="T87" fmla="*/ 0 60000 65536"/>
                  <a:gd name="T88" fmla="*/ 0 60000 65536"/>
                  <a:gd name="T89" fmla="*/ 0 60000 65536"/>
                  <a:gd name="T90" fmla="*/ 0 60000 65536"/>
                  <a:gd name="T91" fmla="*/ 0 60000 65536"/>
                  <a:gd name="T92" fmla="*/ 0 60000 65536"/>
                  <a:gd name="T93" fmla="*/ 0 60000 65536"/>
                  <a:gd name="T94" fmla="*/ 0 60000 65536"/>
                  <a:gd name="T95" fmla="*/ 0 60000 65536"/>
                  <a:gd name="T96" fmla="*/ 0 60000 65536"/>
                  <a:gd name="T97" fmla="*/ 0 60000 65536"/>
                  <a:gd name="T98" fmla="*/ 0 60000 65536"/>
                  <a:gd name="T99" fmla="*/ 0 60000 65536"/>
                  <a:gd name="T100" fmla="*/ 0 60000 65536"/>
                  <a:gd name="T101" fmla="*/ 0 60000 65536"/>
                  <a:gd name="T102" fmla="*/ 0 60000 65536"/>
                  <a:gd name="T103" fmla="*/ 0 60000 65536"/>
                  <a:gd name="T104" fmla="*/ 0 60000 65536"/>
                  <a:gd name="T105" fmla="*/ 0 60000 65536"/>
                  <a:gd name="T106" fmla="*/ 0 60000 65536"/>
                  <a:gd name="T107" fmla="*/ 0 60000 65536"/>
                  <a:gd name="T108" fmla="*/ 0 60000 65536"/>
                  <a:gd name="T109" fmla="*/ 0 60000 65536"/>
                  <a:gd name="T110" fmla="*/ 0 60000 65536"/>
                  <a:gd name="T111" fmla="*/ 0 60000 65536"/>
                  <a:gd name="T112" fmla="*/ 0 60000 65536"/>
                  <a:gd name="T113" fmla="*/ 0 60000 65536"/>
                  <a:gd name="T114" fmla="*/ 0 60000 65536"/>
                  <a:gd name="T115" fmla="*/ 0 60000 65536"/>
                  <a:gd name="T116" fmla="*/ 0 60000 65536"/>
                  <a:gd name="T117" fmla="*/ 0 60000 65536"/>
                  <a:gd name="T118" fmla="*/ 0 60000 65536"/>
                  <a:gd name="T119" fmla="*/ 0 60000 65536"/>
                  <a:gd name="T120" fmla="*/ 0 60000 65536"/>
                  <a:gd name="T121" fmla="*/ 0 60000 65536"/>
                  <a:gd name="T122" fmla="*/ 0 60000 65536"/>
                  <a:gd name="T123" fmla="*/ 0 w 717"/>
                  <a:gd name="T124" fmla="*/ 0 h 756"/>
                  <a:gd name="T125" fmla="*/ 717 w 717"/>
                  <a:gd name="T126" fmla="*/ 756 h 756"/>
                </a:gdLst>
                <a:ahLst/>
                <a:cxnLst>
                  <a:cxn ang="T82">
                    <a:pos x="T0" y="T1"/>
                  </a:cxn>
                  <a:cxn ang="T83">
                    <a:pos x="T2" y="T3"/>
                  </a:cxn>
                  <a:cxn ang="T84">
                    <a:pos x="T4" y="T5"/>
                  </a:cxn>
                  <a:cxn ang="T85">
                    <a:pos x="T6" y="T7"/>
                  </a:cxn>
                  <a:cxn ang="T86">
                    <a:pos x="T8" y="T9"/>
                  </a:cxn>
                  <a:cxn ang="T87">
                    <a:pos x="T10" y="T11"/>
                  </a:cxn>
                  <a:cxn ang="T88">
                    <a:pos x="T12" y="T13"/>
                  </a:cxn>
                  <a:cxn ang="T89">
                    <a:pos x="T14" y="T15"/>
                  </a:cxn>
                  <a:cxn ang="T90">
                    <a:pos x="T16" y="T17"/>
                  </a:cxn>
                  <a:cxn ang="T91">
                    <a:pos x="T18" y="T19"/>
                  </a:cxn>
                  <a:cxn ang="T92">
                    <a:pos x="T20" y="T21"/>
                  </a:cxn>
                  <a:cxn ang="T93">
                    <a:pos x="T22" y="T23"/>
                  </a:cxn>
                  <a:cxn ang="T94">
                    <a:pos x="T24" y="T25"/>
                  </a:cxn>
                  <a:cxn ang="T95">
                    <a:pos x="T26" y="T27"/>
                  </a:cxn>
                  <a:cxn ang="T96">
                    <a:pos x="T28" y="T29"/>
                  </a:cxn>
                  <a:cxn ang="T97">
                    <a:pos x="T30" y="T31"/>
                  </a:cxn>
                  <a:cxn ang="T98">
                    <a:pos x="T32" y="T33"/>
                  </a:cxn>
                  <a:cxn ang="T99">
                    <a:pos x="T34" y="T35"/>
                  </a:cxn>
                  <a:cxn ang="T100">
                    <a:pos x="T36" y="T37"/>
                  </a:cxn>
                  <a:cxn ang="T101">
                    <a:pos x="T38" y="T39"/>
                  </a:cxn>
                  <a:cxn ang="T102">
                    <a:pos x="T40" y="T41"/>
                  </a:cxn>
                  <a:cxn ang="T103">
                    <a:pos x="T42" y="T43"/>
                  </a:cxn>
                  <a:cxn ang="T104">
                    <a:pos x="T44" y="T45"/>
                  </a:cxn>
                  <a:cxn ang="T105">
                    <a:pos x="T46" y="T47"/>
                  </a:cxn>
                  <a:cxn ang="T106">
                    <a:pos x="T48" y="T49"/>
                  </a:cxn>
                  <a:cxn ang="T107">
                    <a:pos x="T50" y="T51"/>
                  </a:cxn>
                  <a:cxn ang="T108">
                    <a:pos x="T52" y="T53"/>
                  </a:cxn>
                  <a:cxn ang="T109">
                    <a:pos x="T54" y="T55"/>
                  </a:cxn>
                  <a:cxn ang="T110">
                    <a:pos x="T56" y="T57"/>
                  </a:cxn>
                  <a:cxn ang="T111">
                    <a:pos x="T58" y="T59"/>
                  </a:cxn>
                  <a:cxn ang="T112">
                    <a:pos x="T60" y="T61"/>
                  </a:cxn>
                  <a:cxn ang="T113">
                    <a:pos x="T62" y="T63"/>
                  </a:cxn>
                  <a:cxn ang="T114">
                    <a:pos x="T64" y="T65"/>
                  </a:cxn>
                  <a:cxn ang="T115">
                    <a:pos x="T66" y="T67"/>
                  </a:cxn>
                  <a:cxn ang="T116">
                    <a:pos x="T68" y="T69"/>
                  </a:cxn>
                  <a:cxn ang="T117">
                    <a:pos x="T70" y="T71"/>
                  </a:cxn>
                  <a:cxn ang="T118">
                    <a:pos x="T72" y="T73"/>
                  </a:cxn>
                  <a:cxn ang="T119">
                    <a:pos x="T74" y="T75"/>
                  </a:cxn>
                  <a:cxn ang="T120">
                    <a:pos x="T76" y="T77"/>
                  </a:cxn>
                  <a:cxn ang="T121">
                    <a:pos x="T78" y="T79"/>
                  </a:cxn>
                  <a:cxn ang="T122">
                    <a:pos x="T80" y="T81"/>
                  </a:cxn>
                </a:cxnLst>
                <a:rect l="T123" t="T124" r="T125" b="T126"/>
                <a:pathLst>
                  <a:path w="717" h="756">
                    <a:moveTo>
                      <a:pt x="0" y="756"/>
                    </a:moveTo>
                    <a:lnTo>
                      <a:pt x="52" y="167"/>
                    </a:lnTo>
                    <a:lnTo>
                      <a:pt x="64" y="384"/>
                    </a:lnTo>
                    <a:lnTo>
                      <a:pt x="90" y="103"/>
                    </a:lnTo>
                    <a:lnTo>
                      <a:pt x="116" y="519"/>
                    </a:lnTo>
                    <a:lnTo>
                      <a:pt x="135" y="487"/>
                    </a:lnTo>
                    <a:lnTo>
                      <a:pt x="135" y="359"/>
                    </a:lnTo>
                    <a:lnTo>
                      <a:pt x="167" y="71"/>
                    </a:lnTo>
                    <a:lnTo>
                      <a:pt x="192" y="244"/>
                    </a:lnTo>
                    <a:lnTo>
                      <a:pt x="205" y="96"/>
                    </a:lnTo>
                    <a:lnTo>
                      <a:pt x="218" y="615"/>
                    </a:lnTo>
                    <a:lnTo>
                      <a:pt x="244" y="397"/>
                    </a:lnTo>
                    <a:lnTo>
                      <a:pt x="282" y="519"/>
                    </a:lnTo>
                    <a:lnTo>
                      <a:pt x="308" y="308"/>
                    </a:lnTo>
                    <a:lnTo>
                      <a:pt x="333" y="442"/>
                    </a:lnTo>
                    <a:lnTo>
                      <a:pt x="346" y="352"/>
                    </a:lnTo>
                    <a:lnTo>
                      <a:pt x="365" y="384"/>
                    </a:lnTo>
                    <a:lnTo>
                      <a:pt x="378" y="135"/>
                    </a:lnTo>
                    <a:lnTo>
                      <a:pt x="391" y="301"/>
                    </a:lnTo>
                    <a:lnTo>
                      <a:pt x="384" y="519"/>
                    </a:lnTo>
                    <a:lnTo>
                      <a:pt x="404" y="679"/>
                    </a:lnTo>
                    <a:lnTo>
                      <a:pt x="429" y="628"/>
                    </a:lnTo>
                    <a:lnTo>
                      <a:pt x="442" y="480"/>
                    </a:lnTo>
                    <a:lnTo>
                      <a:pt x="455" y="391"/>
                    </a:lnTo>
                    <a:lnTo>
                      <a:pt x="436" y="506"/>
                    </a:lnTo>
                    <a:lnTo>
                      <a:pt x="461" y="352"/>
                    </a:lnTo>
                    <a:lnTo>
                      <a:pt x="474" y="455"/>
                    </a:lnTo>
                    <a:lnTo>
                      <a:pt x="493" y="519"/>
                    </a:lnTo>
                    <a:lnTo>
                      <a:pt x="512" y="410"/>
                    </a:lnTo>
                    <a:lnTo>
                      <a:pt x="532" y="186"/>
                    </a:lnTo>
                    <a:lnTo>
                      <a:pt x="544" y="231"/>
                    </a:lnTo>
                    <a:lnTo>
                      <a:pt x="570" y="148"/>
                    </a:lnTo>
                    <a:lnTo>
                      <a:pt x="576" y="301"/>
                    </a:lnTo>
                    <a:lnTo>
                      <a:pt x="576" y="730"/>
                    </a:lnTo>
                    <a:lnTo>
                      <a:pt x="647" y="0"/>
                    </a:lnTo>
                    <a:lnTo>
                      <a:pt x="647" y="250"/>
                    </a:lnTo>
                    <a:lnTo>
                      <a:pt x="660" y="333"/>
                    </a:lnTo>
                    <a:lnTo>
                      <a:pt x="685" y="192"/>
                    </a:lnTo>
                    <a:lnTo>
                      <a:pt x="711" y="340"/>
                    </a:lnTo>
                    <a:lnTo>
                      <a:pt x="698" y="429"/>
                    </a:lnTo>
                    <a:lnTo>
                      <a:pt x="717" y="461"/>
                    </a:lnTo>
                  </a:path>
                </a:pathLst>
              </a:custGeom>
              <a:noFill/>
              <a:ln w="9525">
                <a:solidFill>
                  <a:srgbClr val="0079F2"/>
                </a:solidFill>
                <a:round/>
                <a:headEnd/>
                <a:tailEnd/>
              </a:ln>
            </p:spPr>
            <p:txBody>
              <a:bodyPr/>
              <a:lstStyle/>
              <a:p>
                <a:endParaRPr lang="en-GB" sz="1600"/>
              </a:p>
            </p:txBody>
          </p:sp>
          <p:sp>
            <p:nvSpPr>
              <p:cNvPr id="4119" name="Freeform 98"/>
              <p:cNvSpPr>
                <a:spLocks/>
              </p:cNvSpPr>
              <p:nvPr/>
            </p:nvSpPr>
            <p:spPr bwMode="auto">
              <a:xfrm flipH="1" flipV="1">
                <a:off x="3770" y="1145"/>
                <a:ext cx="313" cy="756"/>
              </a:xfrm>
              <a:custGeom>
                <a:avLst/>
                <a:gdLst>
                  <a:gd name="T0" fmla="*/ 0 w 717"/>
                  <a:gd name="T1" fmla="*/ 756 h 756"/>
                  <a:gd name="T2" fmla="*/ 4 w 717"/>
                  <a:gd name="T3" fmla="*/ 167 h 756"/>
                  <a:gd name="T4" fmla="*/ 5 w 717"/>
                  <a:gd name="T5" fmla="*/ 384 h 756"/>
                  <a:gd name="T6" fmla="*/ 7 w 717"/>
                  <a:gd name="T7" fmla="*/ 103 h 756"/>
                  <a:gd name="T8" fmla="*/ 10 w 717"/>
                  <a:gd name="T9" fmla="*/ 519 h 756"/>
                  <a:gd name="T10" fmla="*/ 11 w 717"/>
                  <a:gd name="T11" fmla="*/ 487 h 756"/>
                  <a:gd name="T12" fmla="*/ 11 w 717"/>
                  <a:gd name="T13" fmla="*/ 359 h 756"/>
                  <a:gd name="T14" fmla="*/ 14 w 717"/>
                  <a:gd name="T15" fmla="*/ 71 h 756"/>
                  <a:gd name="T16" fmla="*/ 16 w 717"/>
                  <a:gd name="T17" fmla="*/ 244 h 756"/>
                  <a:gd name="T18" fmla="*/ 17 w 717"/>
                  <a:gd name="T19" fmla="*/ 96 h 756"/>
                  <a:gd name="T20" fmla="*/ 18 w 717"/>
                  <a:gd name="T21" fmla="*/ 615 h 756"/>
                  <a:gd name="T22" fmla="*/ 21 w 717"/>
                  <a:gd name="T23" fmla="*/ 397 h 756"/>
                  <a:gd name="T24" fmla="*/ 24 w 717"/>
                  <a:gd name="T25" fmla="*/ 519 h 756"/>
                  <a:gd name="T26" fmla="*/ 25 w 717"/>
                  <a:gd name="T27" fmla="*/ 308 h 756"/>
                  <a:gd name="T28" fmla="*/ 28 w 717"/>
                  <a:gd name="T29" fmla="*/ 442 h 756"/>
                  <a:gd name="T30" fmla="*/ 29 w 717"/>
                  <a:gd name="T31" fmla="*/ 352 h 756"/>
                  <a:gd name="T32" fmla="*/ 30 w 717"/>
                  <a:gd name="T33" fmla="*/ 384 h 756"/>
                  <a:gd name="T34" fmla="*/ 31 w 717"/>
                  <a:gd name="T35" fmla="*/ 135 h 756"/>
                  <a:gd name="T36" fmla="*/ 33 w 717"/>
                  <a:gd name="T37" fmla="*/ 301 h 756"/>
                  <a:gd name="T38" fmla="*/ 32 w 717"/>
                  <a:gd name="T39" fmla="*/ 519 h 756"/>
                  <a:gd name="T40" fmla="*/ 34 w 717"/>
                  <a:gd name="T41" fmla="*/ 679 h 756"/>
                  <a:gd name="T42" fmla="*/ 36 w 717"/>
                  <a:gd name="T43" fmla="*/ 628 h 756"/>
                  <a:gd name="T44" fmla="*/ 37 w 717"/>
                  <a:gd name="T45" fmla="*/ 480 h 756"/>
                  <a:gd name="T46" fmla="*/ 38 w 717"/>
                  <a:gd name="T47" fmla="*/ 391 h 756"/>
                  <a:gd name="T48" fmla="*/ 36 w 717"/>
                  <a:gd name="T49" fmla="*/ 506 h 756"/>
                  <a:gd name="T50" fmla="*/ 38 w 717"/>
                  <a:gd name="T51" fmla="*/ 352 h 756"/>
                  <a:gd name="T52" fmla="*/ 39 w 717"/>
                  <a:gd name="T53" fmla="*/ 455 h 756"/>
                  <a:gd name="T54" fmla="*/ 41 w 717"/>
                  <a:gd name="T55" fmla="*/ 519 h 756"/>
                  <a:gd name="T56" fmla="*/ 43 w 717"/>
                  <a:gd name="T57" fmla="*/ 410 h 756"/>
                  <a:gd name="T58" fmla="*/ 44 w 717"/>
                  <a:gd name="T59" fmla="*/ 186 h 756"/>
                  <a:gd name="T60" fmla="*/ 45 w 717"/>
                  <a:gd name="T61" fmla="*/ 231 h 756"/>
                  <a:gd name="T62" fmla="*/ 48 w 717"/>
                  <a:gd name="T63" fmla="*/ 148 h 756"/>
                  <a:gd name="T64" fmla="*/ 48 w 717"/>
                  <a:gd name="T65" fmla="*/ 301 h 756"/>
                  <a:gd name="T66" fmla="*/ 48 w 717"/>
                  <a:gd name="T67" fmla="*/ 730 h 756"/>
                  <a:gd name="T68" fmla="*/ 54 w 717"/>
                  <a:gd name="T69" fmla="*/ 0 h 756"/>
                  <a:gd name="T70" fmla="*/ 54 w 717"/>
                  <a:gd name="T71" fmla="*/ 250 h 756"/>
                  <a:gd name="T72" fmla="*/ 55 w 717"/>
                  <a:gd name="T73" fmla="*/ 333 h 756"/>
                  <a:gd name="T74" fmla="*/ 57 w 717"/>
                  <a:gd name="T75" fmla="*/ 192 h 756"/>
                  <a:gd name="T76" fmla="*/ 59 w 717"/>
                  <a:gd name="T77" fmla="*/ 340 h 756"/>
                  <a:gd name="T78" fmla="*/ 58 w 717"/>
                  <a:gd name="T79" fmla="*/ 429 h 756"/>
                  <a:gd name="T80" fmla="*/ 60 w 717"/>
                  <a:gd name="T81" fmla="*/ 461 h 756"/>
                  <a:gd name="T82" fmla="*/ 0 60000 65536"/>
                  <a:gd name="T83" fmla="*/ 0 60000 65536"/>
                  <a:gd name="T84" fmla="*/ 0 60000 65536"/>
                  <a:gd name="T85" fmla="*/ 0 60000 65536"/>
                  <a:gd name="T86" fmla="*/ 0 60000 65536"/>
                  <a:gd name="T87" fmla="*/ 0 60000 65536"/>
                  <a:gd name="T88" fmla="*/ 0 60000 65536"/>
                  <a:gd name="T89" fmla="*/ 0 60000 65536"/>
                  <a:gd name="T90" fmla="*/ 0 60000 65536"/>
                  <a:gd name="T91" fmla="*/ 0 60000 65536"/>
                  <a:gd name="T92" fmla="*/ 0 60000 65536"/>
                  <a:gd name="T93" fmla="*/ 0 60000 65536"/>
                  <a:gd name="T94" fmla="*/ 0 60000 65536"/>
                  <a:gd name="T95" fmla="*/ 0 60000 65536"/>
                  <a:gd name="T96" fmla="*/ 0 60000 65536"/>
                  <a:gd name="T97" fmla="*/ 0 60000 65536"/>
                  <a:gd name="T98" fmla="*/ 0 60000 65536"/>
                  <a:gd name="T99" fmla="*/ 0 60000 65536"/>
                  <a:gd name="T100" fmla="*/ 0 60000 65536"/>
                  <a:gd name="T101" fmla="*/ 0 60000 65536"/>
                  <a:gd name="T102" fmla="*/ 0 60000 65536"/>
                  <a:gd name="T103" fmla="*/ 0 60000 65536"/>
                  <a:gd name="T104" fmla="*/ 0 60000 65536"/>
                  <a:gd name="T105" fmla="*/ 0 60000 65536"/>
                  <a:gd name="T106" fmla="*/ 0 60000 65536"/>
                  <a:gd name="T107" fmla="*/ 0 60000 65536"/>
                  <a:gd name="T108" fmla="*/ 0 60000 65536"/>
                  <a:gd name="T109" fmla="*/ 0 60000 65536"/>
                  <a:gd name="T110" fmla="*/ 0 60000 65536"/>
                  <a:gd name="T111" fmla="*/ 0 60000 65536"/>
                  <a:gd name="T112" fmla="*/ 0 60000 65536"/>
                  <a:gd name="T113" fmla="*/ 0 60000 65536"/>
                  <a:gd name="T114" fmla="*/ 0 60000 65536"/>
                  <a:gd name="T115" fmla="*/ 0 60000 65536"/>
                  <a:gd name="T116" fmla="*/ 0 60000 65536"/>
                  <a:gd name="T117" fmla="*/ 0 60000 65536"/>
                  <a:gd name="T118" fmla="*/ 0 60000 65536"/>
                  <a:gd name="T119" fmla="*/ 0 60000 65536"/>
                  <a:gd name="T120" fmla="*/ 0 60000 65536"/>
                  <a:gd name="T121" fmla="*/ 0 60000 65536"/>
                  <a:gd name="T122" fmla="*/ 0 60000 65536"/>
                  <a:gd name="T123" fmla="*/ 0 w 717"/>
                  <a:gd name="T124" fmla="*/ 0 h 756"/>
                  <a:gd name="T125" fmla="*/ 717 w 717"/>
                  <a:gd name="T126" fmla="*/ 756 h 756"/>
                </a:gdLst>
                <a:ahLst/>
                <a:cxnLst>
                  <a:cxn ang="T82">
                    <a:pos x="T0" y="T1"/>
                  </a:cxn>
                  <a:cxn ang="T83">
                    <a:pos x="T2" y="T3"/>
                  </a:cxn>
                  <a:cxn ang="T84">
                    <a:pos x="T4" y="T5"/>
                  </a:cxn>
                  <a:cxn ang="T85">
                    <a:pos x="T6" y="T7"/>
                  </a:cxn>
                  <a:cxn ang="T86">
                    <a:pos x="T8" y="T9"/>
                  </a:cxn>
                  <a:cxn ang="T87">
                    <a:pos x="T10" y="T11"/>
                  </a:cxn>
                  <a:cxn ang="T88">
                    <a:pos x="T12" y="T13"/>
                  </a:cxn>
                  <a:cxn ang="T89">
                    <a:pos x="T14" y="T15"/>
                  </a:cxn>
                  <a:cxn ang="T90">
                    <a:pos x="T16" y="T17"/>
                  </a:cxn>
                  <a:cxn ang="T91">
                    <a:pos x="T18" y="T19"/>
                  </a:cxn>
                  <a:cxn ang="T92">
                    <a:pos x="T20" y="T21"/>
                  </a:cxn>
                  <a:cxn ang="T93">
                    <a:pos x="T22" y="T23"/>
                  </a:cxn>
                  <a:cxn ang="T94">
                    <a:pos x="T24" y="T25"/>
                  </a:cxn>
                  <a:cxn ang="T95">
                    <a:pos x="T26" y="T27"/>
                  </a:cxn>
                  <a:cxn ang="T96">
                    <a:pos x="T28" y="T29"/>
                  </a:cxn>
                  <a:cxn ang="T97">
                    <a:pos x="T30" y="T31"/>
                  </a:cxn>
                  <a:cxn ang="T98">
                    <a:pos x="T32" y="T33"/>
                  </a:cxn>
                  <a:cxn ang="T99">
                    <a:pos x="T34" y="T35"/>
                  </a:cxn>
                  <a:cxn ang="T100">
                    <a:pos x="T36" y="T37"/>
                  </a:cxn>
                  <a:cxn ang="T101">
                    <a:pos x="T38" y="T39"/>
                  </a:cxn>
                  <a:cxn ang="T102">
                    <a:pos x="T40" y="T41"/>
                  </a:cxn>
                  <a:cxn ang="T103">
                    <a:pos x="T42" y="T43"/>
                  </a:cxn>
                  <a:cxn ang="T104">
                    <a:pos x="T44" y="T45"/>
                  </a:cxn>
                  <a:cxn ang="T105">
                    <a:pos x="T46" y="T47"/>
                  </a:cxn>
                  <a:cxn ang="T106">
                    <a:pos x="T48" y="T49"/>
                  </a:cxn>
                  <a:cxn ang="T107">
                    <a:pos x="T50" y="T51"/>
                  </a:cxn>
                  <a:cxn ang="T108">
                    <a:pos x="T52" y="T53"/>
                  </a:cxn>
                  <a:cxn ang="T109">
                    <a:pos x="T54" y="T55"/>
                  </a:cxn>
                  <a:cxn ang="T110">
                    <a:pos x="T56" y="T57"/>
                  </a:cxn>
                  <a:cxn ang="T111">
                    <a:pos x="T58" y="T59"/>
                  </a:cxn>
                  <a:cxn ang="T112">
                    <a:pos x="T60" y="T61"/>
                  </a:cxn>
                  <a:cxn ang="T113">
                    <a:pos x="T62" y="T63"/>
                  </a:cxn>
                  <a:cxn ang="T114">
                    <a:pos x="T64" y="T65"/>
                  </a:cxn>
                  <a:cxn ang="T115">
                    <a:pos x="T66" y="T67"/>
                  </a:cxn>
                  <a:cxn ang="T116">
                    <a:pos x="T68" y="T69"/>
                  </a:cxn>
                  <a:cxn ang="T117">
                    <a:pos x="T70" y="T71"/>
                  </a:cxn>
                  <a:cxn ang="T118">
                    <a:pos x="T72" y="T73"/>
                  </a:cxn>
                  <a:cxn ang="T119">
                    <a:pos x="T74" y="T75"/>
                  </a:cxn>
                  <a:cxn ang="T120">
                    <a:pos x="T76" y="T77"/>
                  </a:cxn>
                  <a:cxn ang="T121">
                    <a:pos x="T78" y="T79"/>
                  </a:cxn>
                  <a:cxn ang="T122">
                    <a:pos x="T80" y="T81"/>
                  </a:cxn>
                </a:cxnLst>
                <a:rect l="T123" t="T124" r="T125" b="T126"/>
                <a:pathLst>
                  <a:path w="717" h="756">
                    <a:moveTo>
                      <a:pt x="0" y="756"/>
                    </a:moveTo>
                    <a:lnTo>
                      <a:pt x="52" y="167"/>
                    </a:lnTo>
                    <a:lnTo>
                      <a:pt x="64" y="384"/>
                    </a:lnTo>
                    <a:lnTo>
                      <a:pt x="90" y="103"/>
                    </a:lnTo>
                    <a:lnTo>
                      <a:pt x="116" y="519"/>
                    </a:lnTo>
                    <a:lnTo>
                      <a:pt x="135" y="487"/>
                    </a:lnTo>
                    <a:lnTo>
                      <a:pt x="135" y="359"/>
                    </a:lnTo>
                    <a:lnTo>
                      <a:pt x="167" y="71"/>
                    </a:lnTo>
                    <a:lnTo>
                      <a:pt x="192" y="244"/>
                    </a:lnTo>
                    <a:lnTo>
                      <a:pt x="205" y="96"/>
                    </a:lnTo>
                    <a:lnTo>
                      <a:pt x="218" y="615"/>
                    </a:lnTo>
                    <a:lnTo>
                      <a:pt x="244" y="397"/>
                    </a:lnTo>
                    <a:lnTo>
                      <a:pt x="282" y="519"/>
                    </a:lnTo>
                    <a:lnTo>
                      <a:pt x="308" y="308"/>
                    </a:lnTo>
                    <a:lnTo>
                      <a:pt x="333" y="442"/>
                    </a:lnTo>
                    <a:lnTo>
                      <a:pt x="346" y="352"/>
                    </a:lnTo>
                    <a:lnTo>
                      <a:pt x="365" y="384"/>
                    </a:lnTo>
                    <a:lnTo>
                      <a:pt x="378" y="135"/>
                    </a:lnTo>
                    <a:lnTo>
                      <a:pt x="391" y="301"/>
                    </a:lnTo>
                    <a:lnTo>
                      <a:pt x="384" y="519"/>
                    </a:lnTo>
                    <a:lnTo>
                      <a:pt x="404" y="679"/>
                    </a:lnTo>
                    <a:lnTo>
                      <a:pt x="429" y="628"/>
                    </a:lnTo>
                    <a:lnTo>
                      <a:pt x="442" y="480"/>
                    </a:lnTo>
                    <a:lnTo>
                      <a:pt x="455" y="391"/>
                    </a:lnTo>
                    <a:lnTo>
                      <a:pt x="436" y="506"/>
                    </a:lnTo>
                    <a:lnTo>
                      <a:pt x="461" y="352"/>
                    </a:lnTo>
                    <a:lnTo>
                      <a:pt x="474" y="455"/>
                    </a:lnTo>
                    <a:lnTo>
                      <a:pt x="493" y="519"/>
                    </a:lnTo>
                    <a:lnTo>
                      <a:pt x="512" y="410"/>
                    </a:lnTo>
                    <a:lnTo>
                      <a:pt x="532" y="186"/>
                    </a:lnTo>
                    <a:lnTo>
                      <a:pt x="544" y="231"/>
                    </a:lnTo>
                    <a:lnTo>
                      <a:pt x="570" y="148"/>
                    </a:lnTo>
                    <a:lnTo>
                      <a:pt x="576" y="301"/>
                    </a:lnTo>
                    <a:lnTo>
                      <a:pt x="576" y="730"/>
                    </a:lnTo>
                    <a:lnTo>
                      <a:pt x="647" y="0"/>
                    </a:lnTo>
                    <a:lnTo>
                      <a:pt x="647" y="250"/>
                    </a:lnTo>
                    <a:lnTo>
                      <a:pt x="660" y="333"/>
                    </a:lnTo>
                    <a:lnTo>
                      <a:pt x="685" y="192"/>
                    </a:lnTo>
                    <a:lnTo>
                      <a:pt x="711" y="340"/>
                    </a:lnTo>
                    <a:lnTo>
                      <a:pt x="698" y="429"/>
                    </a:lnTo>
                    <a:lnTo>
                      <a:pt x="717" y="461"/>
                    </a:lnTo>
                  </a:path>
                </a:pathLst>
              </a:custGeom>
              <a:noFill/>
              <a:ln w="9525">
                <a:solidFill>
                  <a:srgbClr val="0079F2"/>
                </a:solidFill>
                <a:round/>
                <a:headEnd/>
                <a:tailEnd/>
              </a:ln>
            </p:spPr>
            <p:txBody>
              <a:bodyPr/>
              <a:lstStyle/>
              <a:p>
                <a:endParaRPr lang="en-GB" sz="1600"/>
              </a:p>
            </p:txBody>
          </p:sp>
          <p:sp>
            <p:nvSpPr>
              <p:cNvPr id="4120" name="Freeform 99"/>
              <p:cNvSpPr>
                <a:spLocks/>
              </p:cNvSpPr>
              <p:nvPr/>
            </p:nvSpPr>
            <p:spPr bwMode="auto">
              <a:xfrm flipH="1">
                <a:off x="4077" y="1119"/>
                <a:ext cx="313" cy="756"/>
              </a:xfrm>
              <a:custGeom>
                <a:avLst/>
                <a:gdLst>
                  <a:gd name="T0" fmla="*/ 0 w 717"/>
                  <a:gd name="T1" fmla="*/ 756 h 756"/>
                  <a:gd name="T2" fmla="*/ 4 w 717"/>
                  <a:gd name="T3" fmla="*/ 167 h 756"/>
                  <a:gd name="T4" fmla="*/ 5 w 717"/>
                  <a:gd name="T5" fmla="*/ 384 h 756"/>
                  <a:gd name="T6" fmla="*/ 7 w 717"/>
                  <a:gd name="T7" fmla="*/ 103 h 756"/>
                  <a:gd name="T8" fmla="*/ 10 w 717"/>
                  <a:gd name="T9" fmla="*/ 519 h 756"/>
                  <a:gd name="T10" fmla="*/ 11 w 717"/>
                  <a:gd name="T11" fmla="*/ 487 h 756"/>
                  <a:gd name="T12" fmla="*/ 11 w 717"/>
                  <a:gd name="T13" fmla="*/ 359 h 756"/>
                  <a:gd name="T14" fmla="*/ 14 w 717"/>
                  <a:gd name="T15" fmla="*/ 71 h 756"/>
                  <a:gd name="T16" fmla="*/ 16 w 717"/>
                  <a:gd name="T17" fmla="*/ 244 h 756"/>
                  <a:gd name="T18" fmla="*/ 17 w 717"/>
                  <a:gd name="T19" fmla="*/ 96 h 756"/>
                  <a:gd name="T20" fmla="*/ 18 w 717"/>
                  <a:gd name="T21" fmla="*/ 615 h 756"/>
                  <a:gd name="T22" fmla="*/ 21 w 717"/>
                  <a:gd name="T23" fmla="*/ 397 h 756"/>
                  <a:gd name="T24" fmla="*/ 24 w 717"/>
                  <a:gd name="T25" fmla="*/ 519 h 756"/>
                  <a:gd name="T26" fmla="*/ 25 w 717"/>
                  <a:gd name="T27" fmla="*/ 308 h 756"/>
                  <a:gd name="T28" fmla="*/ 28 w 717"/>
                  <a:gd name="T29" fmla="*/ 442 h 756"/>
                  <a:gd name="T30" fmla="*/ 29 w 717"/>
                  <a:gd name="T31" fmla="*/ 352 h 756"/>
                  <a:gd name="T32" fmla="*/ 30 w 717"/>
                  <a:gd name="T33" fmla="*/ 384 h 756"/>
                  <a:gd name="T34" fmla="*/ 31 w 717"/>
                  <a:gd name="T35" fmla="*/ 135 h 756"/>
                  <a:gd name="T36" fmla="*/ 33 w 717"/>
                  <a:gd name="T37" fmla="*/ 301 h 756"/>
                  <a:gd name="T38" fmla="*/ 32 w 717"/>
                  <a:gd name="T39" fmla="*/ 519 h 756"/>
                  <a:gd name="T40" fmla="*/ 34 w 717"/>
                  <a:gd name="T41" fmla="*/ 679 h 756"/>
                  <a:gd name="T42" fmla="*/ 36 w 717"/>
                  <a:gd name="T43" fmla="*/ 628 h 756"/>
                  <a:gd name="T44" fmla="*/ 37 w 717"/>
                  <a:gd name="T45" fmla="*/ 480 h 756"/>
                  <a:gd name="T46" fmla="*/ 38 w 717"/>
                  <a:gd name="T47" fmla="*/ 391 h 756"/>
                  <a:gd name="T48" fmla="*/ 36 w 717"/>
                  <a:gd name="T49" fmla="*/ 506 h 756"/>
                  <a:gd name="T50" fmla="*/ 38 w 717"/>
                  <a:gd name="T51" fmla="*/ 352 h 756"/>
                  <a:gd name="T52" fmla="*/ 39 w 717"/>
                  <a:gd name="T53" fmla="*/ 455 h 756"/>
                  <a:gd name="T54" fmla="*/ 41 w 717"/>
                  <a:gd name="T55" fmla="*/ 519 h 756"/>
                  <a:gd name="T56" fmla="*/ 43 w 717"/>
                  <a:gd name="T57" fmla="*/ 410 h 756"/>
                  <a:gd name="T58" fmla="*/ 44 w 717"/>
                  <a:gd name="T59" fmla="*/ 186 h 756"/>
                  <a:gd name="T60" fmla="*/ 45 w 717"/>
                  <a:gd name="T61" fmla="*/ 231 h 756"/>
                  <a:gd name="T62" fmla="*/ 48 w 717"/>
                  <a:gd name="T63" fmla="*/ 148 h 756"/>
                  <a:gd name="T64" fmla="*/ 48 w 717"/>
                  <a:gd name="T65" fmla="*/ 301 h 756"/>
                  <a:gd name="T66" fmla="*/ 48 w 717"/>
                  <a:gd name="T67" fmla="*/ 730 h 756"/>
                  <a:gd name="T68" fmla="*/ 54 w 717"/>
                  <a:gd name="T69" fmla="*/ 0 h 756"/>
                  <a:gd name="T70" fmla="*/ 54 w 717"/>
                  <a:gd name="T71" fmla="*/ 250 h 756"/>
                  <a:gd name="T72" fmla="*/ 55 w 717"/>
                  <a:gd name="T73" fmla="*/ 333 h 756"/>
                  <a:gd name="T74" fmla="*/ 57 w 717"/>
                  <a:gd name="T75" fmla="*/ 192 h 756"/>
                  <a:gd name="T76" fmla="*/ 59 w 717"/>
                  <a:gd name="T77" fmla="*/ 340 h 756"/>
                  <a:gd name="T78" fmla="*/ 58 w 717"/>
                  <a:gd name="T79" fmla="*/ 429 h 756"/>
                  <a:gd name="T80" fmla="*/ 60 w 717"/>
                  <a:gd name="T81" fmla="*/ 461 h 756"/>
                  <a:gd name="T82" fmla="*/ 0 60000 65536"/>
                  <a:gd name="T83" fmla="*/ 0 60000 65536"/>
                  <a:gd name="T84" fmla="*/ 0 60000 65536"/>
                  <a:gd name="T85" fmla="*/ 0 60000 65536"/>
                  <a:gd name="T86" fmla="*/ 0 60000 65536"/>
                  <a:gd name="T87" fmla="*/ 0 60000 65536"/>
                  <a:gd name="T88" fmla="*/ 0 60000 65536"/>
                  <a:gd name="T89" fmla="*/ 0 60000 65536"/>
                  <a:gd name="T90" fmla="*/ 0 60000 65536"/>
                  <a:gd name="T91" fmla="*/ 0 60000 65536"/>
                  <a:gd name="T92" fmla="*/ 0 60000 65536"/>
                  <a:gd name="T93" fmla="*/ 0 60000 65536"/>
                  <a:gd name="T94" fmla="*/ 0 60000 65536"/>
                  <a:gd name="T95" fmla="*/ 0 60000 65536"/>
                  <a:gd name="T96" fmla="*/ 0 60000 65536"/>
                  <a:gd name="T97" fmla="*/ 0 60000 65536"/>
                  <a:gd name="T98" fmla="*/ 0 60000 65536"/>
                  <a:gd name="T99" fmla="*/ 0 60000 65536"/>
                  <a:gd name="T100" fmla="*/ 0 60000 65536"/>
                  <a:gd name="T101" fmla="*/ 0 60000 65536"/>
                  <a:gd name="T102" fmla="*/ 0 60000 65536"/>
                  <a:gd name="T103" fmla="*/ 0 60000 65536"/>
                  <a:gd name="T104" fmla="*/ 0 60000 65536"/>
                  <a:gd name="T105" fmla="*/ 0 60000 65536"/>
                  <a:gd name="T106" fmla="*/ 0 60000 65536"/>
                  <a:gd name="T107" fmla="*/ 0 60000 65536"/>
                  <a:gd name="T108" fmla="*/ 0 60000 65536"/>
                  <a:gd name="T109" fmla="*/ 0 60000 65536"/>
                  <a:gd name="T110" fmla="*/ 0 60000 65536"/>
                  <a:gd name="T111" fmla="*/ 0 60000 65536"/>
                  <a:gd name="T112" fmla="*/ 0 60000 65536"/>
                  <a:gd name="T113" fmla="*/ 0 60000 65536"/>
                  <a:gd name="T114" fmla="*/ 0 60000 65536"/>
                  <a:gd name="T115" fmla="*/ 0 60000 65536"/>
                  <a:gd name="T116" fmla="*/ 0 60000 65536"/>
                  <a:gd name="T117" fmla="*/ 0 60000 65536"/>
                  <a:gd name="T118" fmla="*/ 0 60000 65536"/>
                  <a:gd name="T119" fmla="*/ 0 60000 65536"/>
                  <a:gd name="T120" fmla="*/ 0 60000 65536"/>
                  <a:gd name="T121" fmla="*/ 0 60000 65536"/>
                  <a:gd name="T122" fmla="*/ 0 60000 65536"/>
                  <a:gd name="T123" fmla="*/ 0 w 717"/>
                  <a:gd name="T124" fmla="*/ 0 h 756"/>
                  <a:gd name="T125" fmla="*/ 717 w 717"/>
                  <a:gd name="T126" fmla="*/ 756 h 756"/>
                </a:gdLst>
                <a:ahLst/>
                <a:cxnLst>
                  <a:cxn ang="T82">
                    <a:pos x="T0" y="T1"/>
                  </a:cxn>
                  <a:cxn ang="T83">
                    <a:pos x="T2" y="T3"/>
                  </a:cxn>
                  <a:cxn ang="T84">
                    <a:pos x="T4" y="T5"/>
                  </a:cxn>
                  <a:cxn ang="T85">
                    <a:pos x="T6" y="T7"/>
                  </a:cxn>
                  <a:cxn ang="T86">
                    <a:pos x="T8" y="T9"/>
                  </a:cxn>
                  <a:cxn ang="T87">
                    <a:pos x="T10" y="T11"/>
                  </a:cxn>
                  <a:cxn ang="T88">
                    <a:pos x="T12" y="T13"/>
                  </a:cxn>
                  <a:cxn ang="T89">
                    <a:pos x="T14" y="T15"/>
                  </a:cxn>
                  <a:cxn ang="T90">
                    <a:pos x="T16" y="T17"/>
                  </a:cxn>
                  <a:cxn ang="T91">
                    <a:pos x="T18" y="T19"/>
                  </a:cxn>
                  <a:cxn ang="T92">
                    <a:pos x="T20" y="T21"/>
                  </a:cxn>
                  <a:cxn ang="T93">
                    <a:pos x="T22" y="T23"/>
                  </a:cxn>
                  <a:cxn ang="T94">
                    <a:pos x="T24" y="T25"/>
                  </a:cxn>
                  <a:cxn ang="T95">
                    <a:pos x="T26" y="T27"/>
                  </a:cxn>
                  <a:cxn ang="T96">
                    <a:pos x="T28" y="T29"/>
                  </a:cxn>
                  <a:cxn ang="T97">
                    <a:pos x="T30" y="T31"/>
                  </a:cxn>
                  <a:cxn ang="T98">
                    <a:pos x="T32" y="T33"/>
                  </a:cxn>
                  <a:cxn ang="T99">
                    <a:pos x="T34" y="T35"/>
                  </a:cxn>
                  <a:cxn ang="T100">
                    <a:pos x="T36" y="T37"/>
                  </a:cxn>
                  <a:cxn ang="T101">
                    <a:pos x="T38" y="T39"/>
                  </a:cxn>
                  <a:cxn ang="T102">
                    <a:pos x="T40" y="T41"/>
                  </a:cxn>
                  <a:cxn ang="T103">
                    <a:pos x="T42" y="T43"/>
                  </a:cxn>
                  <a:cxn ang="T104">
                    <a:pos x="T44" y="T45"/>
                  </a:cxn>
                  <a:cxn ang="T105">
                    <a:pos x="T46" y="T47"/>
                  </a:cxn>
                  <a:cxn ang="T106">
                    <a:pos x="T48" y="T49"/>
                  </a:cxn>
                  <a:cxn ang="T107">
                    <a:pos x="T50" y="T51"/>
                  </a:cxn>
                  <a:cxn ang="T108">
                    <a:pos x="T52" y="T53"/>
                  </a:cxn>
                  <a:cxn ang="T109">
                    <a:pos x="T54" y="T55"/>
                  </a:cxn>
                  <a:cxn ang="T110">
                    <a:pos x="T56" y="T57"/>
                  </a:cxn>
                  <a:cxn ang="T111">
                    <a:pos x="T58" y="T59"/>
                  </a:cxn>
                  <a:cxn ang="T112">
                    <a:pos x="T60" y="T61"/>
                  </a:cxn>
                  <a:cxn ang="T113">
                    <a:pos x="T62" y="T63"/>
                  </a:cxn>
                  <a:cxn ang="T114">
                    <a:pos x="T64" y="T65"/>
                  </a:cxn>
                  <a:cxn ang="T115">
                    <a:pos x="T66" y="T67"/>
                  </a:cxn>
                  <a:cxn ang="T116">
                    <a:pos x="T68" y="T69"/>
                  </a:cxn>
                  <a:cxn ang="T117">
                    <a:pos x="T70" y="T71"/>
                  </a:cxn>
                  <a:cxn ang="T118">
                    <a:pos x="T72" y="T73"/>
                  </a:cxn>
                  <a:cxn ang="T119">
                    <a:pos x="T74" y="T75"/>
                  </a:cxn>
                  <a:cxn ang="T120">
                    <a:pos x="T76" y="T77"/>
                  </a:cxn>
                  <a:cxn ang="T121">
                    <a:pos x="T78" y="T79"/>
                  </a:cxn>
                  <a:cxn ang="T122">
                    <a:pos x="T80" y="T81"/>
                  </a:cxn>
                </a:cxnLst>
                <a:rect l="T123" t="T124" r="T125" b="T126"/>
                <a:pathLst>
                  <a:path w="717" h="756">
                    <a:moveTo>
                      <a:pt x="0" y="756"/>
                    </a:moveTo>
                    <a:lnTo>
                      <a:pt x="52" y="167"/>
                    </a:lnTo>
                    <a:lnTo>
                      <a:pt x="64" y="384"/>
                    </a:lnTo>
                    <a:lnTo>
                      <a:pt x="90" y="103"/>
                    </a:lnTo>
                    <a:lnTo>
                      <a:pt x="116" y="519"/>
                    </a:lnTo>
                    <a:lnTo>
                      <a:pt x="135" y="487"/>
                    </a:lnTo>
                    <a:lnTo>
                      <a:pt x="135" y="359"/>
                    </a:lnTo>
                    <a:lnTo>
                      <a:pt x="167" y="71"/>
                    </a:lnTo>
                    <a:lnTo>
                      <a:pt x="192" y="244"/>
                    </a:lnTo>
                    <a:lnTo>
                      <a:pt x="205" y="96"/>
                    </a:lnTo>
                    <a:lnTo>
                      <a:pt x="218" y="615"/>
                    </a:lnTo>
                    <a:lnTo>
                      <a:pt x="244" y="397"/>
                    </a:lnTo>
                    <a:lnTo>
                      <a:pt x="282" y="519"/>
                    </a:lnTo>
                    <a:lnTo>
                      <a:pt x="308" y="308"/>
                    </a:lnTo>
                    <a:lnTo>
                      <a:pt x="333" y="442"/>
                    </a:lnTo>
                    <a:lnTo>
                      <a:pt x="346" y="352"/>
                    </a:lnTo>
                    <a:lnTo>
                      <a:pt x="365" y="384"/>
                    </a:lnTo>
                    <a:lnTo>
                      <a:pt x="378" y="135"/>
                    </a:lnTo>
                    <a:lnTo>
                      <a:pt x="391" y="301"/>
                    </a:lnTo>
                    <a:lnTo>
                      <a:pt x="384" y="519"/>
                    </a:lnTo>
                    <a:lnTo>
                      <a:pt x="404" y="679"/>
                    </a:lnTo>
                    <a:lnTo>
                      <a:pt x="429" y="628"/>
                    </a:lnTo>
                    <a:lnTo>
                      <a:pt x="442" y="480"/>
                    </a:lnTo>
                    <a:lnTo>
                      <a:pt x="455" y="391"/>
                    </a:lnTo>
                    <a:lnTo>
                      <a:pt x="436" y="506"/>
                    </a:lnTo>
                    <a:lnTo>
                      <a:pt x="461" y="352"/>
                    </a:lnTo>
                    <a:lnTo>
                      <a:pt x="474" y="455"/>
                    </a:lnTo>
                    <a:lnTo>
                      <a:pt x="493" y="519"/>
                    </a:lnTo>
                    <a:lnTo>
                      <a:pt x="512" y="410"/>
                    </a:lnTo>
                    <a:lnTo>
                      <a:pt x="532" y="186"/>
                    </a:lnTo>
                    <a:lnTo>
                      <a:pt x="544" y="231"/>
                    </a:lnTo>
                    <a:lnTo>
                      <a:pt x="570" y="148"/>
                    </a:lnTo>
                    <a:lnTo>
                      <a:pt x="576" y="301"/>
                    </a:lnTo>
                    <a:lnTo>
                      <a:pt x="576" y="730"/>
                    </a:lnTo>
                    <a:lnTo>
                      <a:pt x="647" y="0"/>
                    </a:lnTo>
                    <a:lnTo>
                      <a:pt x="647" y="250"/>
                    </a:lnTo>
                    <a:lnTo>
                      <a:pt x="660" y="333"/>
                    </a:lnTo>
                    <a:lnTo>
                      <a:pt x="685" y="192"/>
                    </a:lnTo>
                    <a:lnTo>
                      <a:pt x="711" y="340"/>
                    </a:lnTo>
                    <a:lnTo>
                      <a:pt x="698" y="429"/>
                    </a:lnTo>
                    <a:lnTo>
                      <a:pt x="717" y="461"/>
                    </a:lnTo>
                  </a:path>
                </a:pathLst>
              </a:custGeom>
              <a:noFill/>
              <a:ln w="9525">
                <a:solidFill>
                  <a:srgbClr val="0079F2"/>
                </a:solidFill>
                <a:round/>
                <a:headEnd/>
                <a:tailEnd/>
              </a:ln>
            </p:spPr>
            <p:txBody>
              <a:bodyPr/>
              <a:lstStyle/>
              <a:p>
                <a:endParaRPr lang="en-GB" sz="1600"/>
              </a:p>
            </p:txBody>
          </p:sp>
          <p:sp>
            <p:nvSpPr>
              <p:cNvPr id="4121" name="Freeform 100"/>
              <p:cNvSpPr>
                <a:spLocks/>
              </p:cNvSpPr>
              <p:nvPr/>
            </p:nvSpPr>
            <p:spPr bwMode="auto">
              <a:xfrm flipV="1">
                <a:off x="4385" y="1138"/>
                <a:ext cx="313" cy="756"/>
              </a:xfrm>
              <a:custGeom>
                <a:avLst/>
                <a:gdLst>
                  <a:gd name="T0" fmla="*/ 0 w 717"/>
                  <a:gd name="T1" fmla="*/ 756 h 756"/>
                  <a:gd name="T2" fmla="*/ 4 w 717"/>
                  <a:gd name="T3" fmla="*/ 167 h 756"/>
                  <a:gd name="T4" fmla="*/ 5 w 717"/>
                  <a:gd name="T5" fmla="*/ 384 h 756"/>
                  <a:gd name="T6" fmla="*/ 7 w 717"/>
                  <a:gd name="T7" fmla="*/ 103 h 756"/>
                  <a:gd name="T8" fmla="*/ 10 w 717"/>
                  <a:gd name="T9" fmla="*/ 519 h 756"/>
                  <a:gd name="T10" fmla="*/ 11 w 717"/>
                  <a:gd name="T11" fmla="*/ 487 h 756"/>
                  <a:gd name="T12" fmla="*/ 11 w 717"/>
                  <a:gd name="T13" fmla="*/ 359 h 756"/>
                  <a:gd name="T14" fmla="*/ 14 w 717"/>
                  <a:gd name="T15" fmla="*/ 71 h 756"/>
                  <a:gd name="T16" fmla="*/ 16 w 717"/>
                  <a:gd name="T17" fmla="*/ 244 h 756"/>
                  <a:gd name="T18" fmla="*/ 17 w 717"/>
                  <a:gd name="T19" fmla="*/ 96 h 756"/>
                  <a:gd name="T20" fmla="*/ 18 w 717"/>
                  <a:gd name="T21" fmla="*/ 615 h 756"/>
                  <a:gd name="T22" fmla="*/ 21 w 717"/>
                  <a:gd name="T23" fmla="*/ 397 h 756"/>
                  <a:gd name="T24" fmla="*/ 24 w 717"/>
                  <a:gd name="T25" fmla="*/ 519 h 756"/>
                  <a:gd name="T26" fmla="*/ 25 w 717"/>
                  <a:gd name="T27" fmla="*/ 308 h 756"/>
                  <a:gd name="T28" fmla="*/ 28 w 717"/>
                  <a:gd name="T29" fmla="*/ 442 h 756"/>
                  <a:gd name="T30" fmla="*/ 29 w 717"/>
                  <a:gd name="T31" fmla="*/ 352 h 756"/>
                  <a:gd name="T32" fmla="*/ 30 w 717"/>
                  <a:gd name="T33" fmla="*/ 384 h 756"/>
                  <a:gd name="T34" fmla="*/ 31 w 717"/>
                  <a:gd name="T35" fmla="*/ 135 h 756"/>
                  <a:gd name="T36" fmla="*/ 33 w 717"/>
                  <a:gd name="T37" fmla="*/ 301 h 756"/>
                  <a:gd name="T38" fmla="*/ 32 w 717"/>
                  <a:gd name="T39" fmla="*/ 519 h 756"/>
                  <a:gd name="T40" fmla="*/ 34 w 717"/>
                  <a:gd name="T41" fmla="*/ 679 h 756"/>
                  <a:gd name="T42" fmla="*/ 36 w 717"/>
                  <a:gd name="T43" fmla="*/ 628 h 756"/>
                  <a:gd name="T44" fmla="*/ 37 w 717"/>
                  <a:gd name="T45" fmla="*/ 480 h 756"/>
                  <a:gd name="T46" fmla="*/ 38 w 717"/>
                  <a:gd name="T47" fmla="*/ 391 h 756"/>
                  <a:gd name="T48" fmla="*/ 36 w 717"/>
                  <a:gd name="T49" fmla="*/ 506 h 756"/>
                  <a:gd name="T50" fmla="*/ 38 w 717"/>
                  <a:gd name="T51" fmla="*/ 352 h 756"/>
                  <a:gd name="T52" fmla="*/ 39 w 717"/>
                  <a:gd name="T53" fmla="*/ 455 h 756"/>
                  <a:gd name="T54" fmla="*/ 41 w 717"/>
                  <a:gd name="T55" fmla="*/ 519 h 756"/>
                  <a:gd name="T56" fmla="*/ 43 w 717"/>
                  <a:gd name="T57" fmla="*/ 410 h 756"/>
                  <a:gd name="T58" fmla="*/ 44 w 717"/>
                  <a:gd name="T59" fmla="*/ 186 h 756"/>
                  <a:gd name="T60" fmla="*/ 45 w 717"/>
                  <a:gd name="T61" fmla="*/ 231 h 756"/>
                  <a:gd name="T62" fmla="*/ 48 w 717"/>
                  <a:gd name="T63" fmla="*/ 148 h 756"/>
                  <a:gd name="T64" fmla="*/ 48 w 717"/>
                  <a:gd name="T65" fmla="*/ 301 h 756"/>
                  <a:gd name="T66" fmla="*/ 48 w 717"/>
                  <a:gd name="T67" fmla="*/ 730 h 756"/>
                  <a:gd name="T68" fmla="*/ 54 w 717"/>
                  <a:gd name="T69" fmla="*/ 0 h 756"/>
                  <a:gd name="T70" fmla="*/ 54 w 717"/>
                  <a:gd name="T71" fmla="*/ 250 h 756"/>
                  <a:gd name="T72" fmla="*/ 55 w 717"/>
                  <a:gd name="T73" fmla="*/ 333 h 756"/>
                  <a:gd name="T74" fmla="*/ 57 w 717"/>
                  <a:gd name="T75" fmla="*/ 192 h 756"/>
                  <a:gd name="T76" fmla="*/ 59 w 717"/>
                  <a:gd name="T77" fmla="*/ 340 h 756"/>
                  <a:gd name="T78" fmla="*/ 58 w 717"/>
                  <a:gd name="T79" fmla="*/ 429 h 756"/>
                  <a:gd name="T80" fmla="*/ 60 w 717"/>
                  <a:gd name="T81" fmla="*/ 461 h 756"/>
                  <a:gd name="T82" fmla="*/ 0 60000 65536"/>
                  <a:gd name="T83" fmla="*/ 0 60000 65536"/>
                  <a:gd name="T84" fmla="*/ 0 60000 65536"/>
                  <a:gd name="T85" fmla="*/ 0 60000 65536"/>
                  <a:gd name="T86" fmla="*/ 0 60000 65536"/>
                  <a:gd name="T87" fmla="*/ 0 60000 65536"/>
                  <a:gd name="T88" fmla="*/ 0 60000 65536"/>
                  <a:gd name="T89" fmla="*/ 0 60000 65536"/>
                  <a:gd name="T90" fmla="*/ 0 60000 65536"/>
                  <a:gd name="T91" fmla="*/ 0 60000 65536"/>
                  <a:gd name="T92" fmla="*/ 0 60000 65536"/>
                  <a:gd name="T93" fmla="*/ 0 60000 65536"/>
                  <a:gd name="T94" fmla="*/ 0 60000 65536"/>
                  <a:gd name="T95" fmla="*/ 0 60000 65536"/>
                  <a:gd name="T96" fmla="*/ 0 60000 65536"/>
                  <a:gd name="T97" fmla="*/ 0 60000 65536"/>
                  <a:gd name="T98" fmla="*/ 0 60000 65536"/>
                  <a:gd name="T99" fmla="*/ 0 60000 65536"/>
                  <a:gd name="T100" fmla="*/ 0 60000 65536"/>
                  <a:gd name="T101" fmla="*/ 0 60000 65536"/>
                  <a:gd name="T102" fmla="*/ 0 60000 65536"/>
                  <a:gd name="T103" fmla="*/ 0 60000 65536"/>
                  <a:gd name="T104" fmla="*/ 0 60000 65536"/>
                  <a:gd name="T105" fmla="*/ 0 60000 65536"/>
                  <a:gd name="T106" fmla="*/ 0 60000 65536"/>
                  <a:gd name="T107" fmla="*/ 0 60000 65536"/>
                  <a:gd name="T108" fmla="*/ 0 60000 65536"/>
                  <a:gd name="T109" fmla="*/ 0 60000 65536"/>
                  <a:gd name="T110" fmla="*/ 0 60000 65536"/>
                  <a:gd name="T111" fmla="*/ 0 60000 65536"/>
                  <a:gd name="T112" fmla="*/ 0 60000 65536"/>
                  <a:gd name="T113" fmla="*/ 0 60000 65536"/>
                  <a:gd name="T114" fmla="*/ 0 60000 65536"/>
                  <a:gd name="T115" fmla="*/ 0 60000 65536"/>
                  <a:gd name="T116" fmla="*/ 0 60000 65536"/>
                  <a:gd name="T117" fmla="*/ 0 60000 65536"/>
                  <a:gd name="T118" fmla="*/ 0 60000 65536"/>
                  <a:gd name="T119" fmla="*/ 0 60000 65536"/>
                  <a:gd name="T120" fmla="*/ 0 60000 65536"/>
                  <a:gd name="T121" fmla="*/ 0 60000 65536"/>
                  <a:gd name="T122" fmla="*/ 0 60000 65536"/>
                  <a:gd name="T123" fmla="*/ 0 w 717"/>
                  <a:gd name="T124" fmla="*/ 0 h 756"/>
                  <a:gd name="T125" fmla="*/ 717 w 717"/>
                  <a:gd name="T126" fmla="*/ 756 h 756"/>
                </a:gdLst>
                <a:ahLst/>
                <a:cxnLst>
                  <a:cxn ang="T82">
                    <a:pos x="T0" y="T1"/>
                  </a:cxn>
                  <a:cxn ang="T83">
                    <a:pos x="T2" y="T3"/>
                  </a:cxn>
                  <a:cxn ang="T84">
                    <a:pos x="T4" y="T5"/>
                  </a:cxn>
                  <a:cxn ang="T85">
                    <a:pos x="T6" y="T7"/>
                  </a:cxn>
                  <a:cxn ang="T86">
                    <a:pos x="T8" y="T9"/>
                  </a:cxn>
                  <a:cxn ang="T87">
                    <a:pos x="T10" y="T11"/>
                  </a:cxn>
                  <a:cxn ang="T88">
                    <a:pos x="T12" y="T13"/>
                  </a:cxn>
                  <a:cxn ang="T89">
                    <a:pos x="T14" y="T15"/>
                  </a:cxn>
                  <a:cxn ang="T90">
                    <a:pos x="T16" y="T17"/>
                  </a:cxn>
                  <a:cxn ang="T91">
                    <a:pos x="T18" y="T19"/>
                  </a:cxn>
                  <a:cxn ang="T92">
                    <a:pos x="T20" y="T21"/>
                  </a:cxn>
                  <a:cxn ang="T93">
                    <a:pos x="T22" y="T23"/>
                  </a:cxn>
                  <a:cxn ang="T94">
                    <a:pos x="T24" y="T25"/>
                  </a:cxn>
                  <a:cxn ang="T95">
                    <a:pos x="T26" y="T27"/>
                  </a:cxn>
                  <a:cxn ang="T96">
                    <a:pos x="T28" y="T29"/>
                  </a:cxn>
                  <a:cxn ang="T97">
                    <a:pos x="T30" y="T31"/>
                  </a:cxn>
                  <a:cxn ang="T98">
                    <a:pos x="T32" y="T33"/>
                  </a:cxn>
                  <a:cxn ang="T99">
                    <a:pos x="T34" y="T35"/>
                  </a:cxn>
                  <a:cxn ang="T100">
                    <a:pos x="T36" y="T37"/>
                  </a:cxn>
                  <a:cxn ang="T101">
                    <a:pos x="T38" y="T39"/>
                  </a:cxn>
                  <a:cxn ang="T102">
                    <a:pos x="T40" y="T41"/>
                  </a:cxn>
                  <a:cxn ang="T103">
                    <a:pos x="T42" y="T43"/>
                  </a:cxn>
                  <a:cxn ang="T104">
                    <a:pos x="T44" y="T45"/>
                  </a:cxn>
                  <a:cxn ang="T105">
                    <a:pos x="T46" y="T47"/>
                  </a:cxn>
                  <a:cxn ang="T106">
                    <a:pos x="T48" y="T49"/>
                  </a:cxn>
                  <a:cxn ang="T107">
                    <a:pos x="T50" y="T51"/>
                  </a:cxn>
                  <a:cxn ang="T108">
                    <a:pos x="T52" y="T53"/>
                  </a:cxn>
                  <a:cxn ang="T109">
                    <a:pos x="T54" y="T55"/>
                  </a:cxn>
                  <a:cxn ang="T110">
                    <a:pos x="T56" y="T57"/>
                  </a:cxn>
                  <a:cxn ang="T111">
                    <a:pos x="T58" y="T59"/>
                  </a:cxn>
                  <a:cxn ang="T112">
                    <a:pos x="T60" y="T61"/>
                  </a:cxn>
                  <a:cxn ang="T113">
                    <a:pos x="T62" y="T63"/>
                  </a:cxn>
                  <a:cxn ang="T114">
                    <a:pos x="T64" y="T65"/>
                  </a:cxn>
                  <a:cxn ang="T115">
                    <a:pos x="T66" y="T67"/>
                  </a:cxn>
                  <a:cxn ang="T116">
                    <a:pos x="T68" y="T69"/>
                  </a:cxn>
                  <a:cxn ang="T117">
                    <a:pos x="T70" y="T71"/>
                  </a:cxn>
                  <a:cxn ang="T118">
                    <a:pos x="T72" y="T73"/>
                  </a:cxn>
                  <a:cxn ang="T119">
                    <a:pos x="T74" y="T75"/>
                  </a:cxn>
                  <a:cxn ang="T120">
                    <a:pos x="T76" y="T77"/>
                  </a:cxn>
                  <a:cxn ang="T121">
                    <a:pos x="T78" y="T79"/>
                  </a:cxn>
                  <a:cxn ang="T122">
                    <a:pos x="T80" y="T81"/>
                  </a:cxn>
                </a:cxnLst>
                <a:rect l="T123" t="T124" r="T125" b="T126"/>
                <a:pathLst>
                  <a:path w="717" h="756">
                    <a:moveTo>
                      <a:pt x="0" y="756"/>
                    </a:moveTo>
                    <a:lnTo>
                      <a:pt x="52" y="167"/>
                    </a:lnTo>
                    <a:lnTo>
                      <a:pt x="64" y="384"/>
                    </a:lnTo>
                    <a:lnTo>
                      <a:pt x="90" y="103"/>
                    </a:lnTo>
                    <a:lnTo>
                      <a:pt x="116" y="519"/>
                    </a:lnTo>
                    <a:lnTo>
                      <a:pt x="135" y="487"/>
                    </a:lnTo>
                    <a:lnTo>
                      <a:pt x="135" y="359"/>
                    </a:lnTo>
                    <a:lnTo>
                      <a:pt x="167" y="71"/>
                    </a:lnTo>
                    <a:lnTo>
                      <a:pt x="192" y="244"/>
                    </a:lnTo>
                    <a:lnTo>
                      <a:pt x="205" y="96"/>
                    </a:lnTo>
                    <a:lnTo>
                      <a:pt x="218" y="615"/>
                    </a:lnTo>
                    <a:lnTo>
                      <a:pt x="244" y="397"/>
                    </a:lnTo>
                    <a:lnTo>
                      <a:pt x="282" y="519"/>
                    </a:lnTo>
                    <a:lnTo>
                      <a:pt x="308" y="308"/>
                    </a:lnTo>
                    <a:lnTo>
                      <a:pt x="333" y="442"/>
                    </a:lnTo>
                    <a:lnTo>
                      <a:pt x="346" y="352"/>
                    </a:lnTo>
                    <a:lnTo>
                      <a:pt x="365" y="384"/>
                    </a:lnTo>
                    <a:lnTo>
                      <a:pt x="378" y="135"/>
                    </a:lnTo>
                    <a:lnTo>
                      <a:pt x="391" y="301"/>
                    </a:lnTo>
                    <a:lnTo>
                      <a:pt x="384" y="519"/>
                    </a:lnTo>
                    <a:lnTo>
                      <a:pt x="404" y="679"/>
                    </a:lnTo>
                    <a:lnTo>
                      <a:pt x="429" y="628"/>
                    </a:lnTo>
                    <a:lnTo>
                      <a:pt x="442" y="480"/>
                    </a:lnTo>
                    <a:lnTo>
                      <a:pt x="455" y="391"/>
                    </a:lnTo>
                    <a:lnTo>
                      <a:pt x="436" y="506"/>
                    </a:lnTo>
                    <a:lnTo>
                      <a:pt x="461" y="352"/>
                    </a:lnTo>
                    <a:lnTo>
                      <a:pt x="474" y="455"/>
                    </a:lnTo>
                    <a:lnTo>
                      <a:pt x="493" y="519"/>
                    </a:lnTo>
                    <a:lnTo>
                      <a:pt x="512" y="410"/>
                    </a:lnTo>
                    <a:lnTo>
                      <a:pt x="532" y="186"/>
                    </a:lnTo>
                    <a:lnTo>
                      <a:pt x="544" y="231"/>
                    </a:lnTo>
                    <a:lnTo>
                      <a:pt x="570" y="148"/>
                    </a:lnTo>
                    <a:lnTo>
                      <a:pt x="576" y="301"/>
                    </a:lnTo>
                    <a:lnTo>
                      <a:pt x="576" y="730"/>
                    </a:lnTo>
                    <a:lnTo>
                      <a:pt x="647" y="0"/>
                    </a:lnTo>
                    <a:lnTo>
                      <a:pt x="647" y="250"/>
                    </a:lnTo>
                    <a:lnTo>
                      <a:pt x="660" y="333"/>
                    </a:lnTo>
                    <a:lnTo>
                      <a:pt x="685" y="192"/>
                    </a:lnTo>
                    <a:lnTo>
                      <a:pt x="711" y="340"/>
                    </a:lnTo>
                    <a:lnTo>
                      <a:pt x="698" y="429"/>
                    </a:lnTo>
                    <a:lnTo>
                      <a:pt x="717" y="461"/>
                    </a:lnTo>
                  </a:path>
                </a:pathLst>
              </a:custGeom>
              <a:noFill/>
              <a:ln w="9525">
                <a:solidFill>
                  <a:srgbClr val="0079F2"/>
                </a:solidFill>
                <a:round/>
                <a:headEnd/>
                <a:tailEnd/>
              </a:ln>
            </p:spPr>
            <p:txBody>
              <a:bodyPr/>
              <a:lstStyle/>
              <a:p>
                <a:endParaRPr lang="en-GB" sz="1600"/>
              </a:p>
            </p:txBody>
          </p:sp>
          <p:sp>
            <p:nvSpPr>
              <p:cNvPr id="4122" name="Freeform 101"/>
              <p:cNvSpPr>
                <a:spLocks/>
              </p:cNvSpPr>
              <p:nvPr/>
            </p:nvSpPr>
            <p:spPr bwMode="auto">
              <a:xfrm flipH="1">
                <a:off x="4698" y="1100"/>
                <a:ext cx="313" cy="756"/>
              </a:xfrm>
              <a:custGeom>
                <a:avLst/>
                <a:gdLst>
                  <a:gd name="T0" fmla="*/ 0 w 717"/>
                  <a:gd name="T1" fmla="*/ 756 h 756"/>
                  <a:gd name="T2" fmla="*/ 4 w 717"/>
                  <a:gd name="T3" fmla="*/ 167 h 756"/>
                  <a:gd name="T4" fmla="*/ 5 w 717"/>
                  <a:gd name="T5" fmla="*/ 384 h 756"/>
                  <a:gd name="T6" fmla="*/ 7 w 717"/>
                  <a:gd name="T7" fmla="*/ 103 h 756"/>
                  <a:gd name="T8" fmla="*/ 10 w 717"/>
                  <a:gd name="T9" fmla="*/ 519 h 756"/>
                  <a:gd name="T10" fmla="*/ 11 w 717"/>
                  <a:gd name="T11" fmla="*/ 487 h 756"/>
                  <a:gd name="T12" fmla="*/ 11 w 717"/>
                  <a:gd name="T13" fmla="*/ 359 h 756"/>
                  <a:gd name="T14" fmla="*/ 14 w 717"/>
                  <a:gd name="T15" fmla="*/ 71 h 756"/>
                  <a:gd name="T16" fmla="*/ 16 w 717"/>
                  <a:gd name="T17" fmla="*/ 244 h 756"/>
                  <a:gd name="T18" fmla="*/ 17 w 717"/>
                  <a:gd name="T19" fmla="*/ 96 h 756"/>
                  <a:gd name="T20" fmla="*/ 18 w 717"/>
                  <a:gd name="T21" fmla="*/ 615 h 756"/>
                  <a:gd name="T22" fmla="*/ 21 w 717"/>
                  <a:gd name="T23" fmla="*/ 397 h 756"/>
                  <a:gd name="T24" fmla="*/ 24 w 717"/>
                  <a:gd name="T25" fmla="*/ 519 h 756"/>
                  <a:gd name="T26" fmla="*/ 25 w 717"/>
                  <a:gd name="T27" fmla="*/ 308 h 756"/>
                  <a:gd name="T28" fmla="*/ 28 w 717"/>
                  <a:gd name="T29" fmla="*/ 442 h 756"/>
                  <a:gd name="T30" fmla="*/ 29 w 717"/>
                  <a:gd name="T31" fmla="*/ 352 h 756"/>
                  <a:gd name="T32" fmla="*/ 30 w 717"/>
                  <a:gd name="T33" fmla="*/ 384 h 756"/>
                  <a:gd name="T34" fmla="*/ 31 w 717"/>
                  <a:gd name="T35" fmla="*/ 135 h 756"/>
                  <a:gd name="T36" fmla="*/ 33 w 717"/>
                  <a:gd name="T37" fmla="*/ 301 h 756"/>
                  <a:gd name="T38" fmla="*/ 32 w 717"/>
                  <a:gd name="T39" fmla="*/ 519 h 756"/>
                  <a:gd name="T40" fmla="*/ 34 w 717"/>
                  <a:gd name="T41" fmla="*/ 679 h 756"/>
                  <a:gd name="T42" fmla="*/ 36 w 717"/>
                  <a:gd name="T43" fmla="*/ 628 h 756"/>
                  <a:gd name="T44" fmla="*/ 37 w 717"/>
                  <a:gd name="T45" fmla="*/ 480 h 756"/>
                  <a:gd name="T46" fmla="*/ 38 w 717"/>
                  <a:gd name="T47" fmla="*/ 391 h 756"/>
                  <a:gd name="T48" fmla="*/ 36 w 717"/>
                  <a:gd name="T49" fmla="*/ 506 h 756"/>
                  <a:gd name="T50" fmla="*/ 38 w 717"/>
                  <a:gd name="T51" fmla="*/ 352 h 756"/>
                  <a:gd name="T52" fmla="*/ 39 w 717"/>
                  <a:gd name="T53" fmla="*/ 455 h 756"/>
                  <a:gd name="T54" fmla="*/ 41 w 717"/>
                  <a:gd name="T55" fmla="*/ 519 h 756"/>
                  <a:gd name="T56" fmla="*/ 43 w 717"/>
                  <a:gd name="T57" fmla="*/ 410 h 756"/>
                  <a:gd name="T58" fmla="*/ 44 w 717"/>
                  <a:gd name="T59" fmla="*/ 186 h 756"/>
                  <a:gd name="T60" fmla="*/ 45 w 717"/>
                  <a:gd name="T61" fmla="*/ 231 h 756"/>
                  <a:gd name="T62" fmla="*/ 48 w 717"/>
                  <a:gd name="T63" fmla="*/ 148 h 756"/>
                  <a:gd name="T64" fmla="*/ 48 w 717"/>
                  <a:gd name="T65" fmla="*/ 301 h 756"/>
                  <a:gd name="T66" fmla="*/ 48 w 717"/>
                  <a:gd name="T67" fmla="*/ 730 h 756"/>
                  <a:gd name="T68" fmla="*/ 54 w 717"/>
                  <a:gd name="T69" fmla="*/ 0 h 756"/>
                  <a:gd name="T70" fmla="*/ 54 w 717"/>
                  <a:gd name="T71" fmla="*/ 250 h 756"/>
                  <a:gd name="T72" fmla="*/ 55 w 717"/>
                  <a:gd name="T73" fmla="*/ 333 h 756"/>
                  <a:gd name="T74" fmla="*/ 57 w 717"/>
                  <a:gd name="T75" fmla="*/ 192 h 756"/>
                  <a:gd name="T76" fmla="*/ 59 w 717"/>
                  <a:gd name="T77" fmla="*/ 340 h 756"/>
                  <a:gd name="T78" fmla="*/ 58 w 717"/>
                  <a:gd name="T79" fmla="*/ 429 h 756"/>
                  <a:gd name="T80" fmla="*/ 60 w 717"/>
                  <a:gd name="T81" fmla="*/ 461 h 756"/>
                  <a:gd name="T82" fmla="*/ 0 60000 65536"/>
                  <a:gd name="T83" fmla="*/ 0 60000 65536"/>
                  <a:gd name="T84" fmla="*/ 0 60000 65536"/>
                  <a:gd name="T85" fmla="*/ 0 60000 65536"/>
                  <a:gd name="T86" fmla="*/ 0 60000 65536"/>
                  <a:gd name="T87" fmla="*/ 0 60000 65536"/>
                  <a:gd name="T88" fmla="*/ 0 60000 65536"/>
                  <a:gd name="T89" fmla="*/ 0 60000 65536"/>
                  <a:gd name="T90" fmla="*/ 0 60000 65536"/>
                  <a:gd name="T91" fmla="*/ 0 60000 65536"/>
                  <a:gd name="T92" fmla="*/ 0 60000 65536"/>
                  <a:gd name="T93" fmla="*/ 0 60000 65536"/>
                  <a:gd name="T94" fmla="*/ 0 60000 65536"/>
                  <a:gd name="T95" fmla="*/ 0 60000 65536"/>
                  <a:gd name="T96" fmla="*/ 0 60000 65536"/>
                  <a:gd name="T97" fmla="*/ 0 60000 65536"/>
                  <a:gd name="T98" fmla="*/ 0 60000 65536"/>
                  <a:gd name="T99" fmla="*/ 0 60000 65536"/>
                  <a:gd name="T100" fmla="*/ 0 60000 65536"/>
                  <a:gd name="T101" fmla="*/ 0 60000 65536"/>
                  <a:gd name="T102" fmla="*/ 0 60000 65536"/>
                  <a:gd name="T103" fmla="*/ 0 60000 65536"/>
                  <a:gd name="T104" fmla="*/ 0 60000 65536"/>
                  <a:gd name="T105" fmla="*/ 0 60000 65536"/>
                  <a:gd name="T106" fmla="*/ 0 60000 65536"/>
                  <a:gd name="T107" fmla="*/ 0 60000 65536"/>
                  <a:gd name="T108" fmla="*/ 0 60000 65536"/>
                  <a:gd name="T109" fmla="*/ 0 60000 65536"/>
                  <a:gd name="T110" fmla="*/ 0 60000 65536"/>
                  <a:gd name="T111" fmla="*/ 0 60000 65536"/>
                  <a:gd name="T112" fmla="*/ 0 60000 65536"/>
                  <a:gd name="T113" fmla="*/ 0 60000 65536"/>
                  <a:gd name="T114" fmla="*/ 0 60000 65536"/>
                  <a:gd name="T115" fmla="*/ 0 60000 65536"/>
                  <a:gd name="T116" fmla="*/ 0 60000 65536"/>
                  <a:gd name="T117" fmla="*/ 0 60000 65536"/>
                  <a:gd name="T118" fmla="*/ 0 60000 65536"/>
                  <a:gd name="T119" fmla="*/ 0 60000 65536"/>
                  <a:gd name="T120" fmla="*/ 0 60000 65536"/>
                  <a:gd name="T121" fmla="*/ 0 60000 65536"/>
                  <a:gd name="T122" fmla="*/ 0 60000 65536"/>
                  <a:gd name="T123" fmla="*/ 0 w 717"/>
                  <a:gd name="T124" fmla="*/ 0 h 756"/>
                  <a:gd name="T125" fmla="*/ 717 w 717"/>
                  <a:gd name="T126" fmla="*/ 756 h 756"/>
                </a:gdLst>
                <a:ahLst/>
                <a:cxnLst>
                  <a:cxn ang="T82">
                    <a:pos x="T0" y="T1"/>
                  </a:cxn>
                  <a:cxn ang="T83">
                    <a:pos x="T2" y="T3"/>
                  </a:cxn>
                  <a:cxn ang="T84">
                    <a:pos x="T4" y="T5"/>
                  </a:cxn>
                  <a:cxn ang="T85">
                    <a:pos x="T6" y="T7"/>
                  </a:cxn>
                  <a:cxn ang="T86">
                    <a:pos x="T8" y="T9"/>
                  </a:cxn>
                  <a:cxn ang="T87">
                    <a:pos x="T10" y="T11"/>
                  </a:cxn>
                  <a:cxn ang="T88">
                    <a:pos x="T12" y="T13"/>
                  </a:cxn>
                  <a:cxn ang="T89">
                    <a:pos x="T14" y="T15"/>
                  </a:cxn>
                  <a:cxn ang="T90">
                    <a:pos x="T16" y="T17"/>
                  </a:cxn>
                  <a:cxn ang="T91">
                    <a:pos x="T18" y="T19"/>
                  </a:cxn>
                  <a:cxn ang="T92">
                    <a:pos x="T20" y="T21"/>
                  </a:cxn>
                  <a:cxn ang="T93">
                    <a:pos x="T22" y="T23"/>
                  </a:cxn>
                  <a:cxn ang="T94">
                    <a:pos x="T24" y="T25"/>
                  </a:cxn>
                  <a:cxn ang="T95">
                    <a:pos x="T26" y="T27"/>
                  </a:cxn>
                  <a:cxn ang="T96">
                    <a:pos x="T28" y="T29"/>
                  </a:cxn>
                  <a:cxn ang="T97">
                    <a:pos x="T30" y="T31"/>
                  </a:cxn>
                  <a:cxn ang="T98">
                    <a:pos x="T32" y="T33"/>
                  </a:cxn>
                  <a:cxn ang="T99">
                    <a:pos x="T34" y="T35"/>
                  </a:cxn>
                  <a:cxn ang="T100">
                    <a:pos x="T36" y="T37"/>
                  </a:cxn>
                  <a:cxn ang="T101">
                    <a:pos x="T38" y="T39"/>
                  </a:cxn>
                  <a:cxn ang="T102">
                    <a:pos x="T40" y="T41"/>
                  </a:cxn>
                  <a:cxn ang="T103">
                    <a:pos x="T42" y="T43"/>
                  </a:cxn>
                  <a:cxn ang="T104">
                    <a:pos x="T44" y="T45"/>
                  </a:cxn>
                  <a:cxn ang="T105">
                    <a:pos x="T46" y="T47"/>
                  </a:cxn>
                  <a:cxn ang="T106">
                    <a:pos x="T48" y="T49"/>
                  </a:cxn>
                  <a:cxn ang="T107">
                    <a:pos x="T50" y="T51"/>
                  </a:cxn>
                  <a:cxn ang="T108">
                    <a:pos x="T52" y="T53"/>
                  </a:cxn>
                  <a:cxn ang="T109">
                    <a:pos x="T54" y="T55"/>
                  </a:cxn>
                  <a:cxn ang="T110">
                    <a:pos x="T56" y="T57"/>
                  </a:cxn>
                  <a:cxn ang="T111">
                    <a:pos x="T58" y="T59"/>
                  </a:cxn>
                  <a:cxn ang="T112">
                    <a:pos x="T60" y="T61"/>
                  </a:cxn>
                  <a:cxn ang="T113">
                    <a:pos x="T62" y="T63"/>
                  </a:cxn>
                  <a:cxn ang="T114">
                    <a:pos x="T64" y="T65"/>
                  </a:cxn>
                  <a:cxn ang="T115">
                    <a:pos x="T66" y="T67"/>
                  </a:cxn>
                  <a:cxn ang="T116">
                    <a:pos x="T68" y="T69"/>
                  </a:cxn>
                  <a:cxn ang="T117">
                    <a:pos x="T70" y="T71"/>
                  </a:cxn>
                  <a:cxn ang="T118">
                    <a:pos x="T72" y="T73"/>
                  </a:cxn>
                  <a:cxn ang="T119">
                    <a:pos x="T74" y="T75"/>
                  </a:cxn>
                  <a:cxn ang="T120">
                    <a:pos x="T76" y="T77"/>
                  </a:cxn>
                  <a:cxn ang="T121">
                    <a:pos x="T78" y="T79"/>
                  </a:cxn>
                  <a:cxn ang="T122">
                    <a:pos x="T80" y="T81"/>
                  </a:cxn>
                </a:cxnLst>
                <a:rect l="T123" t="T124" r="T125" b="T126"/>
                <a:pathLst>
                  <a:path w="717" h="756">
                    <a:moveTo>
                      <a:pt x="0" y="756"/>
                    </a:moveTo>
                    <a:lnTo>
                      <a:pt x="52" y="167"/>
                    </a:lnTo>
                    <a:lnTo>
                      <a:pt x="64" y="384"/>
                    </a:lnTo>
                    <a:lnTo>
                      <a:pt x="90" y="103"/>
                    </a:lnTo>
                    <a:lnTo>
                      <a:pt x="116" y="519"/>
                    </a:lnTo>
                    <a:lnTo>
                      <a:pt x="135" y="487"/>
                    </a:lnTo>
                    <a:lnTo>
                      <a:pt x="135" y="359"/>
                    </a:lnTo>
                    <a:lnTo>
                      <a:pt x="167" y="71"/>
                    </a:lnTo>
                    <a:lnTo>
                      <a:pt x="192" y="244"/>
                    </a:lnTo>
                    <a:lnTo>
                      <a:pt x="205" y="96"/>
                    </a:lnTo>
                    <a:lnTo>
                      <a:pt x="218" y="615"/>
                    </a:lnTo>
                    <a:lnTo>
                      <a:pt x="244" y="397"/>
                    </a:lnTo>
                    <a:lnTo>
                      <a:pt x="282" y="519"/>
                    </a:lnTo>
                    <a:lnTo>
                      <a:pt x="308" y="308"/>
                    </a:lnTo>
                    <a:lnTo>
                      <a:pt x="333" y="442"/>
                    </a:lnTo>
                    <a:lnTo>
                      <a:pt x="346" y="352"/>
                    </a:lnTo>
                    <a:lnTo>
                      <a:pt x="365" y="384"/>
                    </a:lnTo>
                    <a:lnTo>
                      <a:pt x="378" y="135"/>
                    </a:lnTo>
                    <a:lnTo>
                      <a:pt x="391" y="301"/>
                    </a:lnTo>
                    <a:lnTo>
                      <a:pt x="384" y="519"/>
                    </a:lnTo>
                    <a:lnTo>
                      <a:pt x="404" y="679"/>
                    </a:lnTo>
                    <a:lnTo>
                      <a:pt x="429" y="628"/>
                    </a:lnTo>
                    <a:lnTo>
                      <a:pt x="442" y="480"/>
                    </a:lnTo>
                    <a:lnTo>
                      <a:pt x="455" y="391"/>
                    </a:lnTo>
                    <a:lnTo>
                      <a:pt x="436" y="506"/>
                    </a:lnTo>
                    <a:lnTo>
                      <a:pt x="461" y="352"/>
                    </a:lnTo>
                    <a:lnTo>
                      <a:pt x="474" y="455"/>
                    </a:lnTo>
                    <a:lnTo>
                      <a:pt x="493" y="519"/>
                    </a:lnTo>
                    <a:lnTo>
                      <a:pt x="512" y="410"/>
                    </a:lnTo>
                    <a:lnTo>
                      <a:pt x="532" y="186"/>
                    </a:lnTo>
                    <a:lnTo>
                      <a:pt x="544" y="231"/>
                    </a:lnTo>
                    <a:lnTo>
                      <a:pt x="570" y="148"/>
                    </a:lnTo>
                    <a:lnTo>
                      <a:pt x="576" y="301"/>
                    </a:lnTo>
                    <a:lnTo>
                      <a:pt x="576" y="730"/>
                    </a:lnTo>
                    <a:lnTo>
                      <a:pt x="647" y="0"/>
                    </a:lnTo>
                    <a:lnTo>
                      <a:pt x="647" y="250"/>
                    </a:lnTo>
                    <a:lnTo>
                      <a:pt x="660" y="333"/>
                    </a:lnTo>
                    <a:lnTo>
                      <a:pt x="685" y="192"/>
                    </a:lnTo>
                    <a:lnTo>
                      <a:pt x="711" y="340"/>
                    </a:lnTo>
                    <a:lnTo>
                      <a:pt x="698" y="429"/>
                    </a:lnTo>
                    <a:lnTo>
                      <a:pt x="717" y="461"/>
                    </a:lnTo>
                  </a:path>
                </a:pathLst>
              </a:custGeom>
              <a:noFill/>
              <a:ln w="9525">
                <a:solidFill>
                  <a:srgbClr val="0079F2"/>
                </a:solidFill>
                <a:round/>
                <a:headEnd/>
                <a:tailEnd/>
              </a:ln>
            </p:spPr>
            <p:txBody>
              <a:bodyPr/>
              <a:lstStyle/>
              <a:p>
                <a:endParaRPr lang="en-GB" sz="1600"/>
              </a:p>
            </p:txBody>
          </p:sp>
        </p:grpSp>
        <p:grpSp>
          <p:nvGrpSpPr>
            <p:cNvPr id="10" name="Group 102"/>
            <p:cNvGrpSpPr>
              <a:grpSpLocks/>
            </p:cNvGrpSpPr>
            <p:nvPr/>
          </p:nvGrpSpPr>
          <p:grpSpPr bwMode="auto">
            <a:xfrm flipH="1">
              <a:off x="4569" y="1098"/>
              <a:ext cx="590" cy="801"/>
              <a:chOff x="3462" y="1100"/>
              <a:chExt cx="1549" cy="801"/>
            </a:xfrm>
          </p:grpSpPr>
          <p:sp>
            <p:nvSpPr>
              <p:cNvPr id="4113" name="Freeform 103"/>
              <p:cNvSpPr>
                <a:spLocks/>
              </p:cNvSpPr>
              <p:nvPr/>
            </p:nvSpPr>
            <p:spPr bwMode="auto">
              <a:xfrm>
                <a:off x="3462" y="1126"/>
                <a:ext cx="313" cy="756"/>
              </a:xfrm>
              <a:custGeom>
                <a:avLst/>
                <a:gdLst>
                  <a:gd name="T0" fmla="*/ 0 w 717"/>
                  <a:gd name="T1" fmla="*/ 756 h 756"/>
                  <a:gd name="T2" fmla="*/ 4 w 717"/>
                  <a:gd name="T3" fmla="*/ 167 h 756"/>
                  <a:gd name="T4" fmla="*/ 5 w 717"/>
                  <a:gd name="T5" fmla="*/ 384 h 756"/>
                  <a:gd name="T6" fmla="*/ 7 w 717"/>
                  <a:gd name="T7" fmla="*/ 103 h 756"/>
                  <a:gd name="T8" fmla="*/ 10 w 717"/>
                  <a:gd name="T9" fmla="*/ 519 h 756"/>
                  <a:gd name="T10" fmla="*/ 11 w 717"/>
                  <a:gd name="T11" fmla="*/ 487 h 756"/>
                  <a:gd name="T12" fmla="*/ 11 w 717"/>
                  <a:gd name="T13" fmla="*/ 359 h 756"/>
                  <a:gd name="T14" fmla="*/ 14 w 717"/>
                  <a:gd name="T15" fmla="*/ 71 h 756"/>
                  <a:gd name="T16" fmla="*/ 16 w 717"/>
                  <a:gd name="T17" fmla="*/ 244 h 756"/>
                  <a:gd name="T18" fmla="*/ 17 w 717"/>
                  <a:gd name="T19" fmla="*/ 96 h 756"/>
                  <a:gd name="T20" fmla="*/ 18 w 717"/>
                  <a:gd name="T21" fmla="*/ 615 h 756"/>
                  <a:gd name="T22" fmla="*/ 21 w 717"/>
                  <a:gd name="T23" fmla="*/ 397 h 756"/>
                  <a:gd name="T24" fmla="*/ 24 w 717"/>
                  <a:gd name="T25" fmla="*/ 519 h 756"/>
                  <a:gd name="T26" fmla="*/ 25 w 717"/>
                  <a:gd name="T27" fmla="*/ 308 h 756"/>
                  <a:gd name="T28" fmla="*/ 28 w 717"/>
                  <a:gd name="T29" fmla="*/ 442 h 756"/>
                  <a:gd name="T30" fmla="*/ 29 w 717"/>
                  <a:gd name="T31" fmla="*/ 352 h 756"/>
                  <a:gd name="T32" fmla="*/ 30 w 717"/>
                  <a:gd name="T33" fmla="*/ 384 h 756"/>
                  <a:gd name="T34" fmla="*/ 31 w 717"/>
                  <a:gd name="T35" fmla="*/ 135 h 756"/>
                  <a:gd name="T36" fmla="*/ 33 w 717"/>
                  <a:gd name="T37" fmla="*/ 301 h 756"/>
                  <a:gd name="T38" fmla="*/ 32 w 717"/>
                  <a:gd name="T39" fmla="*/ 519 h 756"/>
                  <a:gd name="T40" fmla="*/ 34 w 717"/>
                  <a:gd name="T41" fmla="*/ 679 h 756"/>
                  <a:gd name="T42" fmla="*/ 36 w 717"/>
                  <a:gd name="T43" fmla="*/ 628 h 756"/>
                  <a:gd name="T44" fmla="*/ 37 w 717"/>
                  <a:gd name="T45" fmla="*/ 480 h 756"/>
                  <a:gd name="T46" fmla="*/ 38 w 717"/>
                  <a:gd name="T47" fmla="*/ 391 h 756"/>
                  <a:gd name="T48" fmla="*/ 36 w 717"/>
                  <a:gd name="T49" fmla="*/ 506 h 756"/>
                  <a:gd name="T50" fmla="*/ 38 w 717"/>
                  <a:gd name="T51" fmla="*/ 352 h 756"/>
                  <a:gd name="T52" fmla="*/ 39 w 717"/>
                  <a:gd name="T53" fmla="*/ 455 h 756"/>
                  <a:gd name="T54" fmla="*/ 41 w 717"/>
                  <a:gd name="T55" fmla="*/ 519 h 756"/>
                  <a:gd name="T56" fmla="*/ 43 w 717"/>
                  <a:gd name="T57" fmla="*/ 410 h 756"/>
                  <a:gd name="T58" fmla="*/ 44 w 717"/>
                  <a:gd name="T59" fmla="*/ 186 h 756"/>
                  <a:gd name="T60" fmla="*/ 45 w 717"/>
                  <a:gd name="T61" fmla="*/ 231 h 756"/>
                  <a:gd name="T62" fmla="*/ 48 w 717"/>
                  <a:gd name="T63" fmla="*/ 148 h 756"/>
                  <a:gd name="T64" fmla="*/ 48 w 717"/>
                  <a:gd name="T65" fmla="*/ 301 h 756"/>
                  <a:gd name="T66" fmla="*/ 48 w 717"/>
                  <a:gd name="T67" fmla="*/ 730 h 756"/>
                  <a:gd name="T68" fmla="*/ 54 w 717"/>
                  <a:gd name="T69" fmla="*/ 0 h 756"/>
                  <a:gd name="T70" fmla="*/ 54 w 717"/>
                  <a:gd name="T71" fmla="*/ 250 h 756"/>
                  <a:gd name="T72" fmla="*/ 55 w 717"/>
                  <a:gd name="T73" fmla="*/ 333 h 756"/>
                  <a:gd name="T74" fmla="*/ 57 w 717"/>
                  <a:gd name="T75" fmla="*/ 192 h 756"/>
                  <a:gd name="T76" fmla="*/ 59 w 717"/>
                  <a:gd name="T77" fmla="*/ 340 h 756"/>
                  <a:gd name="T78" fmla="*/ 58 w 717"/>
                  <a:gd name="T79" fmla="*/ 429 h 756"/>
                  <a:gd name="T80" fmla="*/ 60 w 717"/>
                  <a:gd name="T81" fmla="*/ 461 h 756"/>
                  <a:gd name="T82" fmla="*/ 0 60000 65536"/>
                  <a:gd name="T83" fmla="*/ 0 60000 65536"/>
                  <a:gd name="T84" fmla="*/ 0 60000 65536"/>
                  <a:gd name="T85" fmla="*/ 0 60000 65536"/>
                  <a:gd name="T86" fmla="*/ 0 60000 65536"/>
                  <a:gd name="T87" fmla="*/ 0 60000 65536"/>
                  <a:gd name="T88" fmla="*/ 0 60000 65536"/>
                  <a:gd name="T89" fmla="*/ 0 60000 65536"/>
                  <a:gd name="T90" fmla="*/ 0 60000 65536"/>
                  <a:gd name="T91" fmla="*/ 0 60000 65536"/>
                  <a:gd name="T92" fmla="*/ 0 60000 65536"/>
                  <a:gd name="T93" fmla="*/ 0 60000 65536"/>
                  <a:gd name="T94" fmla="*/ 0 60000 65536"/>
                  <a:gd name="T95" fmla="*/ 0 60000 65536"/>
                  <a:gd name="T96" fmla="*/ 0 60000 65536"/>
                  <a:gd name="T97" fmla="*/ 0 60000 65536"/>
                  <a:gd name="T98" fmla="*/ 0 60000 65536"/>
                  <a:gd name="T99" fmla="*/ 0 60000 65536"/>
                  <a:gd name="T100" fmla="*/ 0 60000 65536"/>
                  <a:gd name="T101" fmla="*/ 0 60000 65536"/>
                  <a:gd name="T102" fmla="*/ 0 60000 65536"/>
                  <a:gd name="T103" fmla="*/ 0 60000 65536"/>
                  <a:gd name="T104" fmla="*/ 0 60000 65536"/>
                  <a:gd name="T105" fmla="*/ 0 60000 65536"/>
                  <a:gd name="T106" fmla="*/ 0 60000 65536"/>
                  <a:gd name="T107" fmla="*/ 0 60000 65536"/>
                  <a:gd name="T108" fmla="*/ 0 60000 65536"/>
                  <a:gd name="T109" fmla="*/ 0 60000 65536"/>
                  <a:gd name="T110" fmla="*/ 0 60000 65536"/>
                  <a:gd name="T111" fmla="*/ 0 60000 65536"/>
                  <a:gd name="T112" fmla="*/ 0 60000 65536"/>
                  <a:gd name="T113" fmla="*/ 0 60000 65536"/>
                  <a:gd name="T114" fmla="*/ 0 60000 65536"/>
                  <a:gd name="T115" fmla="*/ 0 60000 65536"/>
                  <a:gd name="T116" fmla="*/ 0 60000 65536"/>
                  <a:gd name="T117" fmla="*/ 0 60000 65536"/>
                  <a:gd name="T118" fmla="*/ 0 60000 65536"/>
                  <a:gd name="T119" fmla="*/ 0 60000 65536"/>
                  <a:gd name="T120" fmla="*/ 0 60000 65536"/>
                  <a:gd name="T121" fmla="*/ 0 60000 65536"/>
                  <a:gd name="T122" fmla="*/ 0 60000 65536"/>
                  <a:gd name="T123" fmla="*/ 0 w 717"/>
                  <a:gd name="T124" fmla="*/ 0 h 756"/>
                  <a:gd name="T125" fmla="*/ 717 w 717"/>
                  <a:gd name="T126" fmla="*/ 756 h 756"/>
                </a:gdLst>
                <a:ahLst/>
                <a:cxnLst>
                  <a:cxn ang="T82">
                    <a:pos x="T0" y="T1"/>
                  </a:cxn>
                  <a:cxn ang="T83">
                    <a:pos x="T2" y="T3"/>
                  </a:cxn>
                  <a:cxn ang="T84">
                    <a:pos x="T4" y="T5"/>
                  </a:cxn>
                  <a:cxn ang="T85">
                    <a:pos x="T6" y="T7"/>
                  </a:cxn>
                  <a:cxn ang="T86">
                    <a:pos x="T8" y="T9"/>
                  </a:cxn>
                  <a:cxn ang="T87">
                    <a:pos x="T10" y="T11"/>
                  </a:cxn>
                  <a:cxn ang="T88">
                    <a:pos x="T12" y="T13"/>
                  </a:cxn>
                  <a:cxn ang="T89">
                    <a:pos x="T14" y="T15"/>
                  </a:cxn>
                  <a:cxn ang="T90">
                    <a:pos x="T16" y="T17"/>
                  </a:cxn>
                  <a:cxn ang="T91">
                    <a:pos x="T18" y="T19"/>
                  </a:cxn>
                  <a:cxn ang="T92">
                    <a:pos x="T20" y="T21"/>
                  </a:cxn>
                  <a:cxn ang="T93">
                    <a:pos x="T22" y="T23"/>
                  </a:cxn>
                  <a:cxn ang="T94">
                    <a:pos x="T24" y="T25"/>
                  </a:cxn>
                  <a:cxn ang="T95">
                    <a:pos x="T26" y="T27"/>
                  </a:cxn>
                  <a:cxn ang="T96">
                    <a:pos x="T28" y="T29"/>
                  </a:cxn>
                  <a:cxn ang="T97">
                    <a:pos x="T30" y="T31"/>
                  </a:cxn>
                  <a:cxn ang="T98">
                    <a:pos x="T32" y="T33"/>
                  </a:cxn>
                  <a:cxn ang="T99">
                    <a:pos x="T34" y="T35"/>
                  </a:cxn>
                  <a:cxn ang="T100">
                    <a:pos x="T36" y="T37"/>
                  </a:cxn>
                  <a:cxn ang="T101">
                    <a:pos x="T38" y="T39"/>
                  </a:cxn>
                  <a:cxn ang="T102">
                    <a:pos x="T40" y="T41"/>
                  </a:cxn>
                  <a:cxn ang="T103">
                    <a:pos x="T42" y="T43"/>
                  </a:cxn>
                  <a:cxn ang="T104">
                    <a:pos x="T44" y="T45"/>
                  </a:cxn>
                  <a:cxn ang="T105">
                    <a:pos x="T46" y="T47"/>
                  </a:cxn>
                  <a:cxn ang="T106">
                    <a:pos x="T48" y="T49"/>
                  </a:cxn>
                  <a:cxn ang="T107">
                    <a:pos x="T50" y="T51"/>
                  </a:cxn>
                  <a:cxn ang="T108">
                    <a:pos x="T52" y="T53"/>
                  </a:cxn>
                  <a:cxn ang="T109">
                    <a:pos x="T54" y="T55"/>
                  </a:cxn>
                  <a:cxn ang="T110">
                    <a:pos x="T56" y="T57"/>
                  </a:cxn>
                  <a:cxn ang="T111">
                    <a:pos x="T58" y="T59"/>
                  </a:cxn>
                  <a:cxn ang="T112">
                    <a:pos x="T60" y="T61"/>
                  </a:cxn>
                  <a:cxn ang="T113">
                    <a:pos x="T62" y="T63"/>
                  </a:cxn>
                  <a:cxn ang="T114">
                    <a:pos x="T64" y="T65"/>
                  </a:cxn>
                  <a:cxn ang="T115">
                    <a:pos x="T66" y="T67"/>
                  </a:cxn>
                  <a:cxn ang="T116">
                    <a:pos x="T68" y="T69"/>
                  </a:cxn>
                  <a:cxn ang="T117">
                    <a:pos x="T70" y="T71"/>
                  </a:cxn>
                  <a:cxn ang="T118">
                    <a:pos x="T72" y="T73"/>
                  </a:cxn>
                  <a:cxn ang="T119">
                    <a:pos x="T74" y="T75"/>
                  </a:cxn>
                  <a:cxn ang="T120">
                    <a:pos x="T76" y="T77"/>
                  </a:cxn>
                  <a:cxn ang="T121">
                    <a:pos x="T78" y="T79"/>
                  </a:cxn>
                  <a:cxn ang="T122">
                    <a:pos x="T80" y="T81"/>
                  </a:cxn>
                </a:cxnLst>
                <a:rect l="T123" t="T124" r="T125" b="T126"/>
                <a:pathLst>
                  <a:path w="717" h="756">
                    <a:moveTo>
                      <a:pt x="0" y="756"/>
                    </a:moveTo>
                    <a:lnTo>
                      <a:pt x="52" y="167"/>
                    </a:lnTo>
                    <a:lnTo>
                      <a:pt x="64" y="384"/>
                    </a:lnTo>
                    <a:lnTo>
                      <a:pt x="90" y="103"/>
                    </a:lnTo>
                    <a:lnTo>
                      <a:pt x="116" y="519"/>
                    </a:lnTo>
                    <a:lnTo>
                      <a:pt x="135" y="487"/>
                    </a:lnTo>
                    <a:lnTo>
                      <a:pt x="135" y="359"/>
                    </a:lnTo>
                    <a:lnTo>
                      <a:pt x="167" y="71"/>
                    </a:lnTo>
                    <a:lnTo>
                      <a:pt x="192" y="244"/>
                    </a:lnTo>
                    <a:lnTo>
                      <a:pt x="205" y="96"/>
                    </a:lnTo>
                    <a:lnTo>
                      <a:pt x="218" y="615"/>
                    </a:lnTo>
                    <a:lnTo>
                      <a:pt x="244" y="397"/>
                    </a:lnTo>
                    <a:lnTo>
                      <a:pt x="282" y="519"/>
                    </a:lnTo>
                    <a:lnTo>
                      <a:pt x="308" y="308"/>
                    </a:lnTo>
                    <a:lnTo>
                      <a:pt x="333" y="442"/>
                    </a:lnTo>
                    <a:lnTo>
                      <a:pt x="346" y="352"/>
                    </a:lnTo>
                    <a:lnTo>
                      <a:pt x="365" y="384"/>
                    </a:lnTo>
                    <a:lnTo>
                      <a:pt x="378" y="135"/>
                    </a:lnTo>
                    <a:lnTo>
                      <a:pt x="391" y="301"/>
                    </a:lnTo>
                    <a:lnTo>
                      <a:pt x="384" y="519"/>
                    </a:lnTo>
                    <a:lnTo>
                      <a:pt x="404" y="679"/>
                    </a:lnTo>
                    <a:lnTo>
                      <a:pt x="429" y="628"/>
                    </a:lnTo>
                    <a:lnTo>
                      <a:pt x="442" y="480"/>
                    </a:lnTo>
                    <a:lnTo>
                      <a:pt x="455" y="391"/>
                    </a:lnTo>
                    <a:lnTo>
                      <a:pt x="436" y="506"/>
                    </a:lnTo>
                    <a:lnTo>
                      <a:pt x="461" y="352"/>
                    </a:lnTo>
                    <a:lnTo>
                      <a:pt x="474" y="455"/>
                    </a:lnTo>
                    <a:lnTo>
                      <a:pt x="493" y="519"/>
                    </a:lnTo>
                    <a:lnTo>
                      <a:pt x="512" y="410"/>
                    </a:lnTo>
                    <a:lnTo>
                      <a:pt x="532" y="186"/>
                    </a:lnTo>
                    <a:lnTo>
                      <a:pt x="544" y="231"/>
                    </a:lnTo>
                    <a:lnTo>
                      <a:pt x="570" y="148"/>
                    </a:lnTo>
                    <a:lnTo>
                      <a:pt x="576" y="301"/>
                    </a:lnTo>
                    <a:lnTo>
                      <a:pt x="576" y="730"/>
                    </a:lnTo>
                    <a:lnTo>
                      <a:pt x="647" y="0"/>
                    </a:lnTo>
                    <a:lnTo>
                      <a:pt x="647" y="250"/>
                    </a:lnTo>
                    <a:lnTo>
                      <a:pt x="660" y="333"/>
                    </a:lnTo>
                    <a:lnTo>
                      <a:pt x="685" y="192"/>
                    </a:lnTo>
                    <a:lnTo>
                      <a:pt x="711" y="340"/>
                    </a:lnTo>
                    <a:lnTo>
                      <a:pt x="698" y="429"/>
                    </a:lnTo>
                    <a:lnTo>
                      <a:pt x="717" y="461"/>
                    </a:lnTo>
                  </a:path>
                </a:pathLst>
              </a:custGeom>
              <a:noFill/>
              <a:ln w="9525">
                <a:solidFill>
                  <a:srgbClr val="0079F2"/>
                </a:solidFill>
                <a:round/>
                <a:headEnd/>
                <a:tailEnd/>
              </a:ln>
            </p:spPr>
            <p:txBody>
              <a:bodyPr/>
              <a:lstStyle/>
              <a:p>
                <a:endParaRPr lang="en-GB" sz="1600"/>
              </a:p>
            </p:txBody>
          </p:sp>
          <p:sp>
            <p:nvSpPr>
              <p:cNvPr id="4114" name="Freeform 104"/>
              <p:cNvSpPr>
                <a:spLocks/>
              </p:cNvSpPr>
              <p:nvPr/>
            </p:nvSpPr>
            <p:spPr bwMode="auto">
              <a:xfrm flipH="1" flipV="1">
                <a:off x="3770" y="1145"/>
                <a:ext cx="313" cy="756"/>
              </a:xfrm>
              <a:custGeom>
                <a:avLst/>
                <a:gdLst>
                  <a:gd name="T0" fmla="*/ 0 w 717"/>
                  <a:gd name="T1" fmla="*/ 756 h 756"/>
                  <a:gd name="T2" fmla="*/ 4 w 717"/>
                  <a:gd name="T3" fmla="*/ 167 h 756"/>
                  <a:gd name="T4" fmla="*/ 5 w 717"/>
                  <a:gd name="T5" fmla="*/ 384 h 756"/>
                  <a:gd name="T6" fmla="*/ 7 w 717"/>
                  <a:gd name="T7" fmla="*/ 103 h 756"/>
                  <a:gd name="T8" fmla="*/ 10 w 717"/>
                  <a:gd name="T9" fmla="*/ 519 h 756"/>
                  <a:gd name="T10" fmla="*/ 11 w 717"/>
                  <a:gd name="T11" fmla="*/ 487 h 756"/>
                  <a:gd name="T12" fmla="*/ 11 w 717"/>
                  <a:gd name="T13" fmla="*/ 359 h 756"/>
                  <a:gd name="T14" fmla="*/ 14 w 717"/>
                  <a:gd name="T15" fmla="*/ 71 h 756"/>
                  <a:gd name="T16" fmla="*/ 16 w 717"/>
                  <a:gd name="T17" fmla="*/ 244 h 756"/>
                  <a:gd name="T18" fmla="*/ 17 w 717"/>
                  <a:gd name="T19" fmla="*/ 96 h 756"/>
                  <a:gd name="T20" fmla="*/ 18 w 717"/>
                  <a:gd name="T21" fmla="*/ 615 h 756"/>
                  <a:gd name="T22" fmla="*/ 21 w 717"/>
                  <a:gd name="T23" fmla="*/ 397 h 756"/>
                  <a:gd name="T24" fmla="*/ 24 w 717"/>
                  <a:gd name="T25" fmla="*/ 519 h 756"/>
                  <a:gd name="T26" fmla="*/ 25 w 717"/>
                  <a:gd name="T27" fmla="*/ 308 h 756"/>
                  <a:gd name="T28" fmla="*/ 28 w 717"/>
                  <a:gd name="T29" fmla="*/ 442 h 756"/>
                  <a:gd name="T30" fmla="*/ 29 w 717"/>
                  <a:gd name="T31" fmla="*/ 352 h 756"/>
                  <a:gd name="T32" fmla="*/ 30 w 717"/>
                  <a:gd name="T33" fmla="*/ 384 h 756"/>
                  <a:gd name="T34" fmla="*/ 31 w 717"/>
                  <a:gd name="T35" fmla="*/ 135 h 756"/>
                  <a:gd name="T36" fmla="*/ 33 w 717"/>
                  <a:gd name="T37" fmla="*/ 301 h 756"/>
                  <a:gd name="T38" fmla="*/ 32 w 717"/>
                  <a:gd name="T39" fmla="*/ 519 h 756"/>
                  <a:gd name="T40" fmla="*/ 34 w 717"/>
                  <a:gd name="T41" fmla="*/ 679 h 756"/>
                  <a:gd name="T42" fmla="*/ 36 w 717"/>
                  <a:gd name="T43" fmla="*/ 628 h 756"/>
                  <a:gd name="T44" fmla="*/ 37 w 717"/>
                  <a:gd name="T45" fmla="*/ 480 h 756"/>
                  <a:gd name="T46" fmla="*/ 38 w 717"/>
                  <a:gd name="T47" fmla="*/ 391 h 756"/>
                  <a:gd name="T48" fmla="*/ 36 w 717"/>
                  <a:gd name="T49" fmla="*/ 506 h 756"/>
                  <a:gd name="T50" fmla="*/ 38 w 717"/>
                  <a:gd name="T51" fmla="*/ 352 h 756"/>
                  <a:gd name="T52" fmla="*/ 39 w 717"/>
                  <a:gd name="T53" fmla="*/ 455 h 756"/>
                  <a:gd name="T54" fmla="*/ 41 w 717"/>
                  <a:gd name="T55" fmla="*/ 519 h 756"/>
                  <a:gd name="T56" fmla="*/ 43 w 717"/>
                  <a:gd name="T57" fmla="*/ 410 h 756"/>
                  <a:gd name="T58" fmla="*/ 44 w 717"/>
                  <a:gd name="T59" fmla="*/ 186 h 756"/>
                  <a:gd name="T60" fmla="*/ 45 w 717"/>
                  <a:gd name="T61" fmla="*/ 231 h 756"/>
                  <a:gd name="T62" fmla="*/ 48 w 717"/>
                  <a:gd name="T63" fmla="*/ 148 h 756"/>
                  <a:gd name="T64" fmla="*/ 48 w 717"/>
                  <a:gd name="T65" fmla="*/ 301 h 756"/>
                  <a:gd name="T66" fmla="*/ 48 w 717"/>
                  <a:gd name="T67" fmla="*/ 730 h 756"/>
                  <a:gd name="T68" fmla="*/ 54 w 717"/>
                  <a:gd name="T69" fmla="*/ 0 h 756"/>
                  <a:gd name="T70" fmla="*/ 54 w 717"/>
                  <a:gd name="T71" fmla="*/ 250 h 756"/>
                  <a:gd name="T72" fmla="*/ 55 w 717"/>
                  <a:gd name="T73" fmla="*/ 333 h 756"/>
                  <a:gd name="T74" fmla="*/ 57 w 717"/>
                  <a:gd name="T75" fmla="*/ 192 h 756"/>
                  <a:gd name="T76" fmla="*/ 59 w 717"/>
                  <a:gd name="T77" fmla="*/ 340 h 756"/>
                  <a:gd name="T78" fmla="*/ 58 w 717"/>
                  <a:gd name="T79" fmla="*/ 429 h 756"/>
                  <a:gd name="T80" fmla="*/ 60 w 717"/>
                  <a:gd name="T81" fmla="*/ 461 h 756"/>
                  <a:gd name="T82" fmla="*/ 0 60000 65536"/>
                  <a:gd name="T83" fmla="*/ 0 60000 65536"/>
                  <a:gd name="T84" fmla="*/ 0 60000 65536"/>
                  <a:gd name="T85" fmla="*/ 0 60000 65536"/>
                  <a:gd name="T86" fmla="*/ 0 60000 65536"/>
                  <a:gd name="T87" fmla="*/ 0 60000 65536"/>
                  <a:gd name="T88" fmla="*/ 0 60000 65536"/>
                  <a:gd name="T89" fmla="*/ 0 60000 65536"/>
                  <a:gd name="T90" fmla="*/ 0 60000 65536"/>
                  <a:gd name="T91" fmla="*/ 0 60000 65536"/>
                  <a:gd name="T92" fmla="*/ 0 60000 65536"/>
                  <a:gd name="T93" fmla="*/ 0 60000 65536"/>
                  <a:gd name="T94" fmla="*/ 0 60000 65536"/>
                  <a:gd name="T95" fmla="*/ 0 60000 65536"/>
                  <a:gd name="T96" fmla="*/ 0 60000 65536"/>
                  <a:gd name="T97" fmla="*/ 0 60000 65536"/>
                  <a:gd name="T98" fmla="*/ 0 60000 65536"/>
                  <a:gd name="T99" fmla="*/ 0 60000 65536"/>
                  <a:gd name="T100" fmla="*/ 0 60000 65536"/>
                  <a:gd name="T101" fmla="*/ 0 60000 65536"/>
                  <a:gd name="T102" fmla="*/ 0 60000 65536"/>
                  <a:gd name="T103" fmla="*/ 0 60000 65536"/>
                  <a:gd name="T104" fmla="*/ 0 60000 65536"/>
                  <a:gd name="T105" fmla="*/ 0 60000 65536"/>
                  <a:gd name="T106" fmla="*/ 0 60000 65536"/>
                  <a:gd name="T107" fmla="*/ 0 60000 65536"/>
                  <a:gd name="T108" fmla="*/ 0 60000 65536"/>
                  <a:gd name="T109" fmla="*/ 0 60000 65536"/>
                  <a:gd name="T110" fmla="*/ 0 60000 65536"/>
                  <a:gd name="T111" fmla="*/ 0 60000 65536"/>
                  <a:gd name="T112" fmla="*/ 0 60000 65536"/>
                  <a:gd name="T113" fmla="*/ 0 60000 65536"/>
                  <a:gd name="T114" fmla="*/ 0 60000 65536"/>
                  <a:gd name="T115" fmla="*/ 0 60000 65536"/>
                  <a:gd name="T116" fmla="*/ 0 60000 65536"/>
                  <a:gd name="T117" fmla="*/ 0 60000 65536"/>
                  <a:gd name="T118" fmla="*/ 0 60000 65536"/>
                  <a:gd name="T119" fmla="*/ 0 60000 65536"/>
                  <a:gd name="T120" fmla="*/ 0 60000 65536"/>
                  <a:gd name="T121" fmla="*/ 0 60000 65536"/>
                  <a:gd name="T122" fmla="*/ 0 60000 65536"/>
                  <a:gd name="T123" fmla="*/ 0 w 717"/>
                  <a:gd name="T124" fmla="*/ 0 h 756"/>
                  <a:gd name="T125" fmla="*/ 717 w 717"/>
                  <a:gd name="T126" fmla="*/ 756 h 756"/>
                </a:gdLst>
                <a:ahLst/>
                <a:cxnLst>
                  <a:cxn ang="T82">
                    <a:pos x="T0" y="T1"/>
                  </a:cxn>
                  <a:cxn ang="T83">
                    <a:pos x="T2" y="T3"/>
                  </a:cxn>
                  <a:cxn ang="T84">
                    <a:pos x="T4" y="T5"/>
                  </a:cxn>
                  <a:cxn ang="T85">
                    <a:pos x="T6" y="T7"/>
                  </a:cxn>
                  <a:cxn ang="T86">
                    <a:pos x="T8" y="T9"/>
                  </a:cxn>
                  <a:cxn ang="T87">
                    <a:pos x="T10" y="T11"/>
                  </a:cxn>
                  <a:cxn ang="T88">
                    <a:pos x="T12" y="T13"/>
                  </a:cxn>
                  <a:cxn ang="T89">
                    <a:pos x="T14" y="T15"/>
                  </a:cxn>
                  <a:cxn ang="T90">
                    <a:pos x="T16" y="T17"/>
                  </a:cxn>
                  <a:cxn ang="T91">
                    <a:pos x="T18" y="T19"/>
                  </a:cxn>
                  <a:cxn ang="T92">
                    <a:pos x="T20" y="T21"/>
                  </a:cxn>
                  <a:cxn ang="T93">
                    <a:pos x="T22" y="T23"/>
                  </a:cxn>
                  <a:cxn ang="T94">
                    <a:pos x="T24" y="T25"/>
                  </a:cxn>
                  <a:cxn ang="T95">
                    <a:pos x="T26" y="T27"/>
                  </a:cxn>
                  <a:cxn ang="T96">
                    <a:pos x="T28" y="T29"/>
                  </a:cxn>
                  <a:cxn ang="T97">
                    <a:pos x="T30" y="T31"/>
                  </a:cxn>
                  <a:cxn ang="T98">
                    <a:pos x="T32" y="T33"/>
                  </a:cxn>
                  <a:cxn ang="T99">
                    <a:pos x="T34" y="T35"/>
                  </a:cxn>
                  <a:cxn ang="T100">
                    <a:pos x="T36" y="T37"/>
                  </a:cxn>
                  <a:cxn ang="T101">
                    <a:pos x="T38" y="T39"/>
                  </a:cxn>
                  <a:cxn ang="T102">
                    <a:pos x="T40" y="T41"/>
                  </a:cxn>
                  <a:cxn ang="T103">
                    <a:pos x="T42" y="T43"/>
                  </a:cxn>
                  <a:cxn ang="T104">
                    <a:pos x="T44" y="T45"/>
                  </a:cxn>
                  <a:cxn ang="T105">
                    <a:pos x="T46" y="T47"/>
                  </a:cxn>
                  <a:cxn ang="T106">
                    <a:pos x="T48" y="T49"/>
                  </a:cxn>
                  <a:cxn ang="T107">
                    <a:pos x="T50" y="T51"/>
                  </a:cxn>
                  <a:cxn ang="T108">
                    <a:pos x="T52" y="T53"/>
                  </a:cxn>
                  <a:cxn ang="T109">
                    <a:pos x="T54" y="T55"/>
                  </a:cxn>
                  <a:cxn ang="T110">
                    <a:pos x="T56" y="T57"/>
                  </a:cxn>
                  <a:cxn ang="T111">
                    <a:pos x="T58" y="T59"/>
                  </a:cxn>
                  <a:cxn ang="T112">
                    <a:pos x="T60" y="T61"/>
                  </a:cxn>
                  <a:cxn ang="T113">
                    <a:pos x="T62" y="T63"/>
                  </a:cxn>
                  <a:cxn ang="T114">
                    <a:pos x="T64" y="T65"/>
                  </a:cxn>
                  <a:cxn ang="T115">
                    <a:pos x="T66" y="T67"/>
                  </a:cxn>
                  <a:cxn ang="T116">
                    <a:pos x="T68" y="T69"/>
                  </a:cxn>
                  <a:cxn ang="T117">
                    <a:pos x="T70" y="T71"/>
                  </a:cxn>
                  <a:cxn ang="T118">
                    <a:pos x="T72" y="T73"/>
                  </a:cxn>
                  <a:cxn ang="T119">
                    <a:pos x="T74" y="T75"/>
                  </a:cxn>
                  <a:cxn ang="T120">
                    <a:pos x="T76" y="T77"/>
                  </a:cxn>
                  <a:cxn ang="T121">
                    <a:pos x="T78" y="T79"/>
                  </a:cxn>
                  <a:cxn ang="T122">
                    <a:pos x="T80" y="T81"/>
                  </a:cxn>
                </a:cxnLst>
                <a:rect l="T123" t="T124" r="T125" b="T126"/>
                <a:pathLst>
                  <a:path w="717" h="756">
                    <a:moveTo>
                      <a:pt x="0" y="756"/>
                    </a:moveTo>
                    <a:lnTo>
                      <a:pt x="52" y="167"/>
                    </a:lnTo>
                    <a:lnTo>
                      <a:pt x="64" y="384"/>
                    </a:lnTo>
                    <a:lnTo>
                      <a:pt x="90" y="103"/>
                    </a:lnTo>
                    <a:lnTo>
                      <a:pt x="116" y="519"/>
                    </a:lnTo>
                    <a:lnTo>
                      <a:pt x="135" y="487"/>
                    </a:lnTo>
                    <a:lnTo>
                      <a:pt x="135" y="359"/>
                    </a:lnTo>
                    <a:lnTo>
                      <a:pt x="167" y="71"/>
                    </a:lnTo>
                    <a:lnTo>
                      <a:pt x="192" y="244"/>
                    </a:lnTo>
                    <a:lnTo>
                      <a:pt x="205" y="96"/>
                    </a:lnTo>
                    <a:lnTo>
                      <a:pt x="218" y="615"/>
                    </a:lnTo>
                    <a:lnTo>
                      <a:pt x="244" y="397"/>
                    </a:lnTo>
                    <a:lnTo>
                      <a:pt x="282" y="519"/>
                    </a:lnTo>
                    <a:lnTo>
                      <a:pt x="308" y="308"/>
                    </a:lnTo>
                    <a:lnTo>
                      <a:pt x="333" y="442"/>
                    </a:lnTo>
                    <a:lnTo>
                      <a:pt x="346" y="352"/>
                    </a:lnTo>
                    <a:lnTo>
                      <a:pt x="365" y="384"/>
                    </a:lnTo>
                    <a:lnTo>
                      <a:pt x="378" y="135"/>
                    </a:lnTo>
                    <a:lnTo>
                      <a:pt x="391" y="301"/>
                    </a:lnTo>
                    <a:lnTo>
                      <a:pt x="384" y="519"/>
                    </a:lnTo>
                    <a:lnTo>
                      <a:pt x="404" y="679"/>
                    </a:lnTo>
                    <a:lnTo>
                      <a:pt x="429" y="628"/>
                    </a:lnTo>
                    <a:lnTo>
                      <a:pt x="442" y="480"/>
                    </a:lnTo>
                    <a:lnTo>
                      <a:pt x="455" y="391"/>
                    </a:lnTo>
                    <a:lnTo>
                      <a:pt x="436" y="506"/>
                    </a:lnTo>
                    <a:lnTo>
                      <a:pt x="461" y="352"/>
                    </a:lnTo>
                    <a:lnTo>
                      <a:pt x="474" y="455"/>
                    </a:lnTo>
                    <a:lnTo>
                      <a:pt x="493" y="519"/>
                    </a:lnTo>
                    <a:lnTo>
                      <a:pt x="512" y="410"/>
                    </a:lnTo>
                    <a:lnTo>
                      <a:pt x="532" y="186"/>
                    </a:lnTo>
                    <a:lnTo>
                      <a:pt x="544" y="231"/>
                    </a:lnTo>
                    <a:lnTo>
                      <a:pt x="570" y="148"/>
                    </a:lnTo>
                    <a:lnTo>
                      <a:pt x="576" y="301"/>
                    </a:lnTo>
                    <a:lnTo>
                      <a:pt x="576" y="730"/>
                    </a:lnTo>
                    <a:lnTo>
                      <a:pt x="647" y="0"/>
                    </a:lnTo>
                    <a:lnTo>
                      <a:pt x="647" y="250"/>
                    </a:lnTo>
                    <a:lnTo>
                      <a:pt x="660" y="333"/>
                    </a:lnTo>
                    <a:lnTo>
                      <a:pt x="685" y="192"/>
                    </a:lnTo>
                    <a:lnTo>
                      <a:pt x="711" y="340"/>
                    </a:lnTo>
                    <a:lnTo>
                      <a:pt x="698" y="429"/>
                    </a:lnTo>
                    <a:lnTo>
                      <a:pt x="717" y="461"/>
                    </a:lnTo>
                  </a:path>
                </a:pathLst>
              </a:custGeom>
              <a:noFill/>
              <a:ln w="9525">
                <a:solidFill>
                  <a:srgbClr val="0079F2"/>
                </a:solidFill>
                <a:round/>
                <a:headEnd/>
                <a:tailEnd/>
              </a:ln>
            </p:spPr>
            <p:txBody>
              <a:bodyPr/>
              <a:lstStyle/>
              <a:p>
                <a:endParaRPr lang="en-GB" sz="1600"/>
              </a:p>
            </p:txBody>
          </p:sp>
          <p:sp>
            <p:nvSpPr>
              <p:cNvPr id="4115" name="Freeform 105"/>
              <p:cNvSpPr>
                <a:spLocks/>
              </p:cNvSpPr>
              <p:nvPr/>
            </p:nvSpPr>
            <p:spPr bwMode="auto">
              <a:xfrm flipH="1">
                <a:off x="4077" y="1119"/>
                <a:ext cx="313" cy="756"/>
              </a:xfrm>
              <a:custGeom>
                <a:avLst/>
                <a:gdLst>
                  <a:gd name="T0" fmla="*/ 0 w 717"/>
                  <a:gd name="T1" fmla="*/ 756 h 756"/>
                  <a:gd name="T2" fmla="*/ 4 w 717"/>
                  <a:gd name="T3" fmla="*/ 167 h 756"/>
                  <a:gd name="T4" fmla="*/ 5 w 717"/>
                  <a:gd name="T5" fmla="*/ 384 h 756"/>
                  <a:gd name="T6" fmla="*/ 7 w 717"/>
                  <a:gd name="T7" fmla="*/ 103 h 756"/>
                  <a:gd name="T8" fmla="*/ 10 w 717"/>
                  <a:gd name="T9" fmla="*/ 519 h 756"/>
                  <a:gd name="T10" fmla="*/ 11 w 717"/>
                  <a:gd name="T11" fmla="*/ 487 h 756"/>
                  <a:gd name="T12" fmla="*/ 11 w 717"/>
                  <a:gd name="T13" fmla="*/ 359 h 756"/>
                  <a:gd name="T14" fmla="*/ 14 w 717"/>
                  <a:gd name="T15" fmla="*/ 71 h 756"/>
                  <a:gd name="T16" fmla="*/ 16 w 717"/>
                  <a:gd name="T17" fmla="*/ 244 h 756"/>
                  <a:gd name="T18" fmla="*/ 17 w 717"/>
                  <a:gd name="T19" fmla="*/ 96 h 756"/>
                  <a:gd name="T20" fmla="*/ 18 w 717"/>
                  <a:gd name="T21" fmla="*/ 615 h 756"/>
                  <a:gd name="T22" fmla="*/ 21 w 717"/>
                  <a:gd name="T23" fmla="*/ 397 h 756"/>
                  <a:gd name="T24" fmla="*/ 24 w 717"/>
                  <a:gd name="T25" fmla="*/ 519 h 756"/>
                  <a:gd name="T26" fmla="*/ 25 w 717"/>
                  <a:gd name="T27" fmla="*/ 308 h 756"/>
                  <a:gd name="T28" fmla="*/ 28 w 717"/>
                  <a:gd name="T29" fmla="*/ 442 h 756"/>
                  <a:gd name="T30" fmla="*/ 29 w 717"/>
                  <a:gd name="T31" fmla="*/ 352 h 756"/>
                  <a:gd name="T32" fmla="*/ 30 w 717"/>
                  <a:gd name="T33" fmla="*/ 384 h 756"/>
                  <a:gd name="T34" fmla="*/ 31 w 717"/>
                  <a:gd name="T35" fmla="*/ 135 h 756"/>
                  <a:gd name="T36" fmla="*/ 33 w 717"/>
                  <a:gd name="T37" fmla="*/ 301 h 756"/>
                  <a:gd name="T38" fmla="*/ 32 w 717"/>
                  <a:gd name="T39" fmla="*/ 519 h 756"/>
                  <a:gd name="T40" fmla="*/ 34 w 717"/>
                  <a:gd name="T41" fmla="*/ 679 h 756"/>
                  <a:gd name="T42" fmla="*/ 36 w 717"/>
                  <a:gd name="T43" fmla="*/ 628 h 756"/>
                  <a:gd name="T44" fmla="*/ 37 w 717"/>
                  <a:gd name="T45" fmla="*/ 480 h 756"/>
                  <a:gd name="T46" fmla="*/ 38 w 717"/>
                  <a:gd name="T47" fmla="*/ 391 h 756"/>
                  <a:gd name="T48" fmla="*/ 36 w 717"/>
                  <a:gd name="T49" fmla="*/ 506 h 756"/>
                  <a:gd name="T50" fmla="*/ 38 w 717"/>
                  <a:gd name="T51" fmla="*/ 352 h 756"/>
                  <a:gd name="T52" fmla="*/ 39 w 717"/>
                  <a:gd name="T53" fmla="*/ 455 h 756"/>
                  <a:gd name="T54" fmla="*/ 41 w 717"/>
                  <a:gd name="T55" fmla="*/ 519 h 756"/>
                  <a:gd name="T56" fmla="*/ 43 w 717"/>
                  <a:gd name="T57" fmla="*/ 410 h 756"/>
                  <a:gd name="T58" fmla="*/ 44 w 717"/>
                  <a:gd name="T59" fmla="*/ 186 h 756"/>
                  <a:gd name="T60" fmla="*/ 45 w 717"/>
                  <a:gd name="T61" fmla="*/ 231 h 756"/>
                  <a:gd name="T62" fmla="*/ 48 w 717"/>
                  <a:gd name="T63" fmla="*/ 148 h 756"/>
                  <a:gd name="T64" fmla="*/ 48 w 717"/>
                  <a:gd name="T65" fmla="*/ 301 h 756"/>
                  <a:gd name="T66" fmla="*/ 48 w 717"/>
                  <a:gd name="T67" fmla="*/ 730 h 756"/>
                  <a:gd name="T68" fmla="*/ 54 w 717"/>
                  <a:gd name="T69" fmla="*/ 0 h 756"/>
                  <a:gd name="T70" fmla="*/ 54 w 717"/>
                  <a:gd name="T71" fmla="*/ 250 h 756"/>
                  <a:gd name="T72" fmla="*/ 55 w 717"/>
                  <a:gd name="T73" fmla="*/ 333 h 756"/>
                  <a:gd name="T74" fmla="*/ 57 w 717"/>
                  <a:gd name="T75" fmla="*/ 192 h 756"/>
                  <a:gd name="T76" fmla="*/ 59 w 717"/>
                  <a:gd name="T77" fmla="*/ 340 h 756"/>
                  <a:gd name="T78" fmla="*/ 58 w 717"/>
                  <a:gd name="T79" fmla="*/ 429 h 756"/>
                  <a:gd name="T80" fmla="*/ 60 w 717"/>
                  <a:gd name="T81" fmla="*/ 461 h 756"/>
                  <a:gd name="T82" fmla="*/ 0 60000 65536"/>
                  <a:gd name="T83" fmla="*/ 0 60000 65536"/>
                  <a:gd name="T84" fmla="*/ 0 60000 65536"/>
                  <a:gd name="T85" fmla="*/ 0 60000 65536"/>
                  <a:gd name="T86" fmla="*/ 0 60000 65536"/>
                  <a:gd name="T87" fmla="*/ 0 60000 65536"/>
                  <a:gd name="T88" fmla="*/ 0 60000 65536"/>
                  <a:gd name="T89" fmla="*/ 0 60000 65536"/>
                  <a:gd name="T90" fmla="*/ 0 60000 65536"/>
                  <a:gd name="T91" fmla="*/ 0 60000 65536"/>
                  <a:gd name="T92" fmla="*/ 0 60000 65536"/>
                  <a:gd name="T93" fmla="*/ 0 60000 65536"/>
                  <a:gd name="T94" fmla="*/ 0 60000 65536"/>
                  <a:gd name="T95" fmla="*/ 0 60000 65536"/>
                  <a:gd name="T96" fmla="*/ 0 60000 65536"/>
                  <a:gd name="T97" fmla="*/ 0 60000 65536"/>
                  <a:gd name="T98" fmla="*/ 0 60000 65536"/>
                  <a:gd name="T99" fmla="*/ 0 60000 65536"/>
                  <a:gd name="T100" fmla="*/ 0 60000 65536"/>
                  <a:gd name="T101" fmla="*/ 0 60000 65536"/>
                  <a:gd name="T102" fmla="*/ 0 60000 65536"/>
                  <a:gd name="T103" fmla="*/ 0 60000 65536"/>
                  <a:gd name="T104" fmla="*/ 0 60000 65536"/>
                  <a:gd name="T105" fmla="*/ 0 60000 65536"/>
                  <a:gd name="T106" fmla="*/ 0 60000 65536"/>
                  <a:gd name="T107" fmla="*/ 0 60000 65536"/>
                  <a:gd name="T108" fmla="*/ 0 60000 65536"/>
                  <a:gd name="T109" fmla="*/ 0 60000 65536"/>
                  <a:gd name="T110" fmla="*/ 0 60000 65536"/>
                  <a:gd name="T111" fmla="*/ 0 60000 65536"/>
                  <a:gd name="T112" fmla="*/ 0 60000 65536"/>
                  <a:gd name="T113" fmla="*/ 0 60000 65536"/>
                  <a:gd name="T114" fmla="*/ 0 60000 65536"/>
                  <a:gd name="T115" fmla="*/ 0 60000 65536"/>
                  <a:gd name="T116" fmla="*/ 0 60000 65536"/>
                  <a:gd name="T117" fmla="*/ 0 60000 65536"/>
                  <a:gd name="T118" fmla="*/ 0 60000 65536"/>
                  <a:gd name="T119" fmla="*/ 0 60000 65536"/>
                  <a:gd name="T120" fmla="*/ 0 60000 65536"/>
                  <a:gd name="T121" fmla="*/ 0 60000 65536"/>
                  <a:gd name="T122" fmla="*/ 0 60000 65536"/>
                  <a:gd name="T123" fmla="*/ 0 w 717"/>
                  <a:gd name="T124" fmla="*/ 0 h 756"/>
                  <a:gd name="T125" fmla="*/ 717 w 717"/>
                  <a:gd name="T126" fmla="*/ 756 h 756"/>
                </a:gdLst>
                <a:ahLst/>
                <a:cxnLst>
                  <a:cxn ang="T82">
                    <a:pos x="T0" y="T1"/>
                  </a:cxn>
                  <a:cxn ang="T83">
                    <a:pos x="T2" y="T3"/>
                  </a:cxn>
                  <a:cxn ang="T84">
                    <a:pos x="T4" y="T5"/>
                  </a:cxn>
                  <a:cxn ang="T85">
                    <a:pos x="T6" y="T7"/>
                  </a:cxn>
                  <a:cxn ang="T86">
                    <a:pos x="T8" y="T9"/>
                  </a:cxn>
                  <a:cxn ang="T87">
                    <a:pos x="T10" y="T11"/>
                  </a:cxn>
                  <a:cxn ang="T88">
                    <a:pos x="T12" y="T13"/>
                  </a:cxn>
                  <a:cxn ang="T89">
                    <a:pos x="T14" y="T15"/>
                  </a:cxn>
                  <a:cxn ang="T90">
                    <a:pos x="T16" y="T17"/>
                  </a:cxn>
                  <a:cxn ang="T91">
                    <a:pos x="T18" y="T19"/>
                  </a:cxn>
                  <a:cxn ang="T92">
                    <a:pos x="T20" y="T21"/>
                  </a:cxn>
                  <a:cxn ang="T93">
                    <a:pos x="T22" y="T23"/>
                  </a:cxn>
                  <a:cxn ang="T94">
                    <a:pos x="T24" y="T25"/>
                  </a:cxn>
                  <a:cxn ang="T95">
                    <a:pos x="T26" y="T27"/>
                  </a:cxn>
                  <a:cxn ang="T96">
                    <a:pos x="T28" y="T29"/>
                  </a:cxn>
                  <a:cxn ang="T97">
                    <a:pos x="T30" y="T31"/>
                  </a:cxn>
                  <a:cxn ang="T98">
                    <a:pos x="T32" y="T33"/>
                  </a:cxn>
                  <a:cxn ang="T99">
                    <a:pos x="T34" y="T35"/>
                  </a:cxn>
                  <a:cxn ang="T100">
                    <a:pos x="T36" y="T37"/>
                  </a:cxn>
                  <a:cxn ang="T101">
                    <a:pos x="T38" y="T39"/>
                  </a:cxn>
                  <a:cxn ang="T102">
                    <a:pos x="T40" y="T41"/>
                  </a:cxn>
                  <a:cxn ang="T103">
                    <a:pos x="T42" y="T43"/>
                  </a:cxn>
                  <a:cxn ang="T104">
                    <a:pos x="T44" y="T45"/>
                  </a:cxn>
                  <a:cxn ang="T105">
                    <a:pos x="T46" y="T47"/>
                  </a:cxn>
                  <a:cxn ang="T106">
                    <a:pos x="T48" y="T49"/>
                  </a:cxn>
                  <a:cxn ang="T107">
                    <a:pos x="T50" y="T51"/>
                  </a:cxn>
                  <a:cxn ang="T108">
                    <a:pos x="T52" y="T53"/>
                  </a:cxn>
                  <a:cxn ang="T109">
                    <a:pos x="T54" y="T55"/>
                  </a:cxn>
                  <a:cxn ang="T110">
                    <a:pos x="T56" y="T57"/>
                  </a:cxn>
                  <a:cxn ang="T111">
                    <a:pos x="T58" y="T59"/>
                  </a:cxn>
                  <a:cxn ang="T112">
                    <a:pos x="T60" y="T61"/>
                  </a:cxn>
                  <a:cxn ang="T113">
                    <a:pos x="T62" y="T63"/>
                  </a:cxn>
                  <a:cxn ang="T114">
                    <a:pos x="T64" y="T65"/>
                  </a:cxn>
                  <a:cxn ang="T115">
                    <a:pos x="T66" y="T67"/>
                  </a:cxn>
                  <a:cxn ang="T116">
                    <a:pos x="T68" y="T69"/>
                  </a:cxn>
                  <a:cxn ang="T117">
                    <a:pos x="T70" y="T71"/>
                  </a:cxn>
                  <a:cxn ang="T118">
                    <a:pos x="T72" y="T73"/>
                  </a:cxn>
                  <a:cxn ang="T119">
                    <a:pos x="T74" y="T75"/>
                  </a:cxn>
                  <a:cxn ang="T120">
                    <a:pos x="T76" y="T77"/>
                  </a:cxn>
                  <a:cxn ang="T121">
                    <a:pos x="T78" y="T79"/>
                  </a:cxn>
                  <a:cxn ang="T122">
                    <a:pos x="T80" y="T81"/>
                  </a:cxn>
                </a:cxnLst>
                <a:rect l="T123" t="T124" r="T125" b="T126"/>
                <a:pathLst>
                  <a:path w="717" h="756">
                    <a:moveTo>
                      <a:pt x="0" y="756"/>
                    </a:moveTo>
                    <a:lnTo>
                      <a:pt x="52" y="167"/>
                    </a:lnTo>
                    <a:lnTo>
                      <a:pt x="64" y="384"/>
                    </a:lnTo>
                    <a:lnTo>
                      <a:pt x="90" y="103"/>
                    </a:lnTo>
                    <a:lnTo>
                      <a:pt x="116" y="519"/>
                    </a:lnTo>
                    <a:lnTo>
                      <a:pt x="135" y="487"/>
                    </a:lnTo>
                    <a:lnTo>
                      <a:pt x="135" y="359"/>
                    </a:lnTo>
                    <a:lnTo>
                      <a:pt x="167" y="71"/>
                    </a:lnTo>
                    <a:lnTo>
                      <a:pt x="192" y="244"/>
                    </a:lnTo>
                    <a:lnTo>
                      <a:pt x="205" y="96"/>
                    </a:lnTo>
                    <a:lnTo>
                      <a:pt x="218" y="615"/>
                    </a:lnTo>
                    <a:lnTo>
                      <a:pt x="244" y="397"/>
                    </a:lnTo>
                    <a:lnTo>
                      <a:pt x="282" y="519"/>
                    </a:lnTo>
                    <a:lnTo>
                      <a:pt x="308" y="308"/>
                    </a:lnTo>
                    <a:lnTo>
                      <a:pt x="333" y="442"/>
                    </a:lnTo>
                    <a:lnTo>
                      <a:pt x="346" y="352"/>
                    </a:lnTo>
                    <a:lnTo>
                      <a:pt x="365" y="384"/>
                    </a:lnTo>
                    <a:lnTo>
                      <a:pt x="378" y="135"/>
                    </a:lnTo>
                    <a:lnTo>
                      <a:pt x="391" y="301"/>
                    </a:lnTo>
                    <a:lnTo>
                      <a:pt x="384" y="519"/>
                    </a:lnTo>
                    <a:lnTo>
                      <a:pt x="404" y="679"/>
                    </a:lnTo>
                    <a:lnTo>
                      <a:pt x="429" y="628"/>
                    </a:lnTo>
                    <a:lnTo>
                      <a:pt x="442" y="480"/>
                    </a:lnTo>
                    <a:lnTo>
                      <a:pt x="455" y="391"/>
                    </a:lnTo>
                    <a:lnTo>
                      <a:pt x="436" y="506"/>
                    </a:lnTo>
                    <a:lnTo>
                      <a:pt x="461" y="352"/>
                    </a:lnTo>
                    <a:lnTo>
                      <a:pt x="474" y="455"/>
                    </a:lnTo>
                    <a:lnTo>
                      <a:pt x="493" y="519"/>
                    </a:lnTo>
                    <a:lnTo>
                      <a:pt x="512" y="410"/>
                    </a:lnTo>
                    <a:lnTo>
                      <a:pt x="532" y="186"/>
                    </a:lnTo>
                    <a:lnTo>
                      <a:pt x="544" y="231"/>
                    </a:lnTo>
                    <a:lnTo>
                      <a:pt x="570" y="148"/>
                    </a:lnTo>
                    <a:lnTo>
                      <a:pt x="576" y="301"/>
                    </a:lnTo>
                    <a:lnTo>
                      <a:pt x="576" y="730"/>
                    </a:lnTo>
                    <a:lnTo>
                      <a:pt x="647" y="0"/>
                    </a:lnTo>
                    <a:lnTo>
                      <a:pt x="647" y="250"/>
                    </a:lnTo>
                    <a:lnTo>
                      <a:pt x="660" y="333"/>
                    </a:lnTo>
                    <a:lnTo>
                      <a:pt x="685" y="192"/>
                    </a:lnTo>
                    <a:lnTo>
                      <a:pt x="711" y="340"/>
                    </a:lnTo>
                    <a:lnTo>
                      <a:pt x="698" y="429"/>
                    </a:lnTo>
                    <a:lnTo>
                      <a:pt x="717" y="461"/>
                    </a:lnTo>
                  </a:path>
                </a:pathLst>
              </a:custGeom>
              <a:noFill/>
              <a:ln w="9525">
                <a:solidFill>
                  <a:srgbClr val="0079F2"/>
                </a:solidFill>
                <a:round/>
                <a:headEnd/>
                <a:tailEnd/>
              </a:ln>
            </p:spPr>
            <p:txBody>
              <a:bodyPr/>
              <a:lstStyle/>
              <a:p>
                <a:endParaRPr lang="en-GB" sz="1600"/>
              </a:p>
            </p:txBody>
          </p:sp>
          <p:sp>
            <p:nvSpPr>
              <p:cNvPr id="4116" name="Freeform 106"/>
              <p:cNvSpPr>
                <a:spLocks/>
              </p:cNvSpPr>
              <p:nvPr/>
            </p:nvSpPr>
            <p:spPr bwMode="auto">
              <a:xfrm flipV="1">
                <a:off x="4385" y="1138"/>
                <a:ext cx="313" cy="756"/>
              </a:xfrm>
              <a:custGeom>
                <a:avLst/>
                <a:gdLst>
                  <a:gd name="T0" fmla="*/ 0 w 717"/>
                  <a:gd name="T1" fmla="*/ 756 h 756"/>
                  <a:gd name="T2" fmla="*/ 4 w 717"/>
                  <a:gd name="T3" fmla="*/ 167 h 756"/>
                  <a:gd name="T4" fmla="*/ 5 w 717"/>
                  <a:gd name="T5" fmla="*/ 384 h 756"/>
                  <a:gd name="T6" fmla="*/ 7 w 717"/>
                  <a:gd name="T7" fmla="*/ 103 h 756"/>
                  <a:gd name="T8" fmla="*/ 10 w 717"/>
                  <a:gd name="T9" fmla="*/ 519 h 756"/>
                  <a:gd name="T10" fmla="*/ 11 w 717"/>
                  <a:gd name="T11" fmla="*/ 487 h 756"/>
                  <a:gd name="T12" fmla="*/ 11 w 717"/>
                  <a:gd name="T13" fmla="*/ 359 h 756"/>
                  <a:gd name="T14" fmla="*/ 14 w 717"/>
                  <a:gd name="T15" fmla="*/ 71 h 756"/>
                  <a:gd name="T16" fmla="*/ 16 w 717"/>
                  <a:gd name="T17" fmla="*/ 244 h 756"/>
                  <a:gd name="T18" fmla="*/ 17 w 717"/>
                  <a:gd name="T19" fmla="*/ 96 h 756"/>
                  <a:gd name="T20" fmla="*/ 18 w 717"/>
                  <a:gd name="T21" fmla="*/ 615 h 756"/>
                  <a:gd name="T22" fmla="*/ 21 w 717"/>
                  <a:gd name="T23" fmla="*/ 397 h 756"/>
                  <a:gd name="T24" fmla="*/ 24 w 717"/>
                  <a:gd name="T25" fmla="*/ 519 h 756"/>
                  <a:gd name="T26" fmla="*/ 25 w 717"/>
                  <a:gd name="T27" fmla="*/ 308 h 756"/>
                  <a:gd name="T28" fmla="*/ 28 w 717"/>
                  <a:gd name="T29" fmla="*/ 442 h 756"/>
                  <a:gd name="T30" fmla="*/ 29 w 717"/>
                  <a:gd name="T31" fmla="*/ 352 h 756"/>
                  <a:gd name="T32" fmla="*/ 30 w 717"/>
                  <a:gd name="T33" fmla="*/ 384 h 756"/>
                  <a:gd name="T34" fmla="*/ 31 w 717"/>
                  <a:gd name="T35" fmla="*/ 135 h 756"/>
                  <a:gd name="T36" fmla="*/ 33 w 717"/>
                  <a:gd name="T37" fmla="*/ 301 h 756"/>
                  <a:gd name="T38" fmla="*/ 32 w 717"/>
                  <a:gd name="T39" fmla="*/ 519 h 756"/>
                  <a:gd name="T40" fmla="*/ 34 w 717"/>
                  <a:gd name="T41" fmla="*/ 679 h 756"/>
                  <a:gd name="T42" fmla="*/ 36 w 717"/>
                  <a:gd name="T43" fmla="*/ 628 h 756"/>
                  <a:gd name="T44" fmla="*/ 37 w 717"/>
                  <a:gd name="T45" fmla="*/ 480 h 756"/>
                  <a:gd name="T46" fmla="*/ 38 w 717"/>
                  <a:gd name="T47" fmla="*/ 391 h 756"/>
                  <a:gd name="T48" fmla="*/ 36 w 717"/>
                  <a:gd name="T49" fmla="*/ 506 h 756"/>
                  <a:gd name="T50" fmla="*/ 38 w 717"/>
                  <a:gd name="T51" fmla="*/ 352 h 756"/>
                  <a:gd name="T52" fmla="*/ 39 w 717"/>
                  <a:gd name="T53" fmla="*/ 455 h 756"/>
                  <a:gd name="T54" fmla="*/ 41 w 717"/>
                  <a:gd name="T55" fmla="*/ 519 h 756"/>
                  <a:gd name="T56" fmla="*/ 43 w 717"/>
                  <a:gd name="T57" fmla="*/ 410 h 756"/>
                  <a:gd name="T58" fmla="*/ 44 w 717"/>
                  <a:gd name="T59" fmla="*/ 186 h 756"/>
                  <a:gd name="T60" fmla="*/ 45 w 717"/>
                  <a:gd name="T61" fmla="*/ 231 h 756"/>
                  <a:gd name="T62" fmla="*/ 48 w 717"/>
                  <a:gd name="T63" fmla="*/ 148 h 756"/>
                  <a:gd name="T64" fmla="*/ 48 w 717"/>
                  <a:gd name="T65" fmla="*/ 301 h 756"/>
                  <a:gd name="T66" fmla="*/ 48 w 717"/>
                  <a:gd name="T67" fmla="*/ 730 h 756"/>
                  <a:gd name="T68" fmla="*/ 54 w 717"/>
                  <a:gd name="T69" fmla="*/ 0 h 756"/>
                  <a:gd name="T70" fmla="*/ 54 w 717"/>
                  <a:gd name="T71" fmla="*/ 250 h 756"/>
                  <a:gd name="T72" fmla="*/ 55 w 717"/>
                  <a:gd name="T73" fmla="*/ 333 h 756"/>
                  <a:gd name="T74" fmla="*/ 57 w 717"/>
                  <a:gd name="T75" fmla="*/ 192 h 756"/>
                  <a:gd name="T76" fmla="*/ 59 w 717"/>
                  <a:gd name="T77" fmla="*/ 340 h 756"/>
                  <a:gd name="T78" fmla="*/ 58 w 717"/>
                  <a:gd name="T79" fmla="*/ 429 h 756"/>
                  <a:gd name="T80" fmla="*/ 60 w 717"/>
                  <a:gd name="T81" fmla="*/ 461 h 756"/>
                  <a:gd name="T82" fmla="*/ 0 60000 65536"/>
                  <a:gd name="T83" fmla="*/ 0 60000 65536"/>
                  <a:gd name="T84" fmla="*/ 0 60000 65536"/>
                  <a:gd name="T85" fmla="*/ 0 60000 65536"/>
                  <a:gd name="T86" fmla="*/ 0 60000 65536"/>
                  <a:gd name="T87" fmla="*/ 0 60000 65536"/>
                  <a:gd name="T88" fmla="*/ 0 60000 65536"/>
                  <a:gd name="T89" fmla="*/ 0 60000 65536"/>
                  <a:gd name="T90" fmla="*/ 0 60000 65536"/>
                  <a:gd name="T91" fmla="*/ 0 60000 65536"/>
                  <a:gd name="T92" fmla="*/ 0 60000 65536"/>
                  <a:gd name="T93" fmla="*/ 0 60000 65536"/>
                  <a:gd name="T94" fmla="*/ 0 60000 65536"/>
                  <a:gd name="T95" fmla="*/ 0 60000 65536"/>
                  <a:gd name="T96" fmla="*/ 0 60000 65536"/>
                  <a:gd name="T97" fmla="*/ 0 60000 65536"/>
                  <a:gd name="T98" fmla="*/ 0 60000 65536"/>
                  <a:gd name="T99" fmla="*/ 0 60000 65536"/>
                  <a:gd name="T100" fmla="*/ 0 60000 65536"/>
                  <a:gd name="T101" fmla="*/ 0 60000 65536"/>
                  <a:gd name="T102" fmla="*/ 0 60000 65536"/>
                  <a:gd name="T103" fmla="*/ 0 60000 65536"/>
                  <a:gd name="T104" fmla="*/ 0 60000 65536"/>
                  <a:gd name="T105" fmla="*/ 0 60000 65536"/>
                  <a:gd name="T106" fmla="*/ 0 60000 65536"/>
                  <a:gd name="T107" fmla="*/ 0 60000 65536"/>
                  <a:gd name="T108" fmla="*/ 0 60000 65536"/>
                  <a:gd name="T109" fmla="*/ 0 60000 65536"/>
                  <a:gd name="T110" fmla="*/ 0 60000 65536"/>
                  <a:gd name="T111" fmla="*/ 0 60000 65536"/>
                  <a:gd name="T112" fmla="*/ 0 60000 65536"/>
                  <a:gd name="T113" fmla="*/ 0 60000 65536"/>
                  <a:gd name="T114" fmla="*/ 0 60000 65536"/>
                  <a:gd name="T115" fmla="*/ 0 60000 65536"/>
                  <a:gd name="T116" fmla="*/ 0 60000 65536"/>
                  <a:gd name="T117" fmla="*/ 0 60000 65536"/>
                  <a:gd name="T118" fmla="*/ 0 60000 65536"/>
                  <a:gd name="T119" fmla="*/ 0 60000 65536"/>
                  <a:gd name="T120" fmla="*/ 0 60000 65536"/>
                  <a:gd name="T121" fmla="*/ 0 60000 65536"/>
                  <a:gd name="T122" fmla="*/ 0 60000 65536"/>
                  <a:gd name="T123" fmla="*/ 0 w 717"/>
                  <a:gd name="T124" fmla="*/ 0 h 756"/>
                  <a:gd name="T125" fmla="*/ 717 w 717"/>
                  <a:gd name="T126" fmla="*/ 756 h 756"/>
                </a:gdLst>
                <a:ahLst/>
                <a:cxnLst>
                  <a:cxn ang="T82">
                    <a:pos x="T0" y="T1"/>
                  </a:cxn>
                  <a:cxn ang="T83">
                    <a:pos x="T2" y="T3"/>
                  </a:cxn>
                  <a:cxn ang="T84">
                    <a:pos x="T4" y="T5"/>
                  </a:cxn>
                  <a:cxn ang="T85">
                    <a:pos x="T6" y="T7"/>
                  </a:cxn>
                  <a:cxn ang="T86">
                    <a:pos x="T8" y="T9"/>
                  </a:cxn>
                  <a:cxn ang="T87">
                    <a:pos x="T10" y="T11"/>
                  </a:cxn>
                  <a:cxn ang="T88">
                    <a:pos x="T12" y="T13"/>
                  </a:cxn>
                  <a:cxn ang="T89">
                    <a:pos x="T14" y="T15"/>
                  </a:cxn>
                  <a:cxn ang="T90">
                    <a:pos x="T16" y="T17"/>
                  </a:cxn>
                  <a:cxn ang="T91">
                    <a:pos x="T18" y="T19"/>
                  </a:cxn>
                  <a:cxn ang="T92">
                    <a:pos x="T20" y="T21"/>
                  </a:cxn>
                  <a:cxn ang="T93">
                    <a:pos x="T22" y="T23"/>
                  </a:cxn>
                  <a:cxn ang="T94">
                    <a:pos x="T24" y="T25"/>
                  </a:cxn>
                  <a:cxn ang="T95">
                    <a:pos x="T26" y="T27"/>
                  </a:cxn>
                  <a:cxn ang="T96">
                    <a:pos x="T28" y="T29"/>
                  </a:cxn>
                  <a:cxn ang="T97">
                    <a:pos x="T30" y="T31"/>
                  </a:cxn>
                  <a:cxn ang="T98">
                    <a:pos x="T32" y="T33"/>
                  </a:cxn>
                  <a:cxn ang="T99">
                    <a:pos x="T34" y="T35"/>
                  </a:cxn>
                  <a:cxn ang="T100">
                    <a:pos x="T36" y="T37"/>
                  </a:cxn>
                  <a:cxn ang="T101">
                    <a:pos x="T38" y="T39"/>
                  </a:cxn>
                  <a:cxn ang="T102">
                    <a:pos x="T40" y="T41"/>
                  </a:cxn>
                  <a:cxn ang="T103">
                    <a:pos x="T42" y="T43"/>
                  </a:cxn>
                  <a:cxn ang="T104">
                    <a:pos x="T44" y="T45"/>
                  </a:cxn>
                  <a:cxn ang="T105">
                    <a:pos x="T46" y="T47"/>
                  </a:cxn>
                  <a:cxn ang="T106">
                    <a:pos x="T48" y="T49"/>
                  </a:cxn>
                  <a:cxn ang="T107">
                    <a:pos x="T50" y="T51"/>
                  </a:cxn>
                  <a:cxn ang="T108">
                    <a:pos x="T52" y="T53"/>
                  </a:cxn>
                  <a:cxn ang="T109">
                    <a:pos x="T54" y="T55"/>
                  </a:cxn>
                  <a:cxn ang="T110">
                    <a:pos x="T56" y="T57"/>
                  </a:cxn>
                  <a:cxn ang="T111">
                    <a:pos x="T58" y="T59"/>
                  </a:cxn>
                  <a:cxn ang="T112">
                    <a:pos x="T60" y="T61"/>
                  </a:cxn>
                  <a:cxn ang="T113">
                    <a:pos x="T62" y="T63"/>
                  </a:cxn>
                  <a:cxn ang="T114">
                    <a:pos x="T64" y="T65"/>
                  </a:cxn>
                  <a:cxn ang="T115">
                    <a:pos x="T66" y="T67"/>
                  </a:cxn>
                  <a:cxn ang="T116">
                    <a:pos x="T68" y="T69"/>
                  </a:cxn>
                  <a:cxn ang="T117">
                    <a:pos x="T70" y="T71"/>
                  </a:cxn>
                  <a:cxn ang="T118">
                    <a:pos x="T72" y="T73"/>
                  </a:cxn>
                  <a:cxn ang="T119">
                    <a:pos x="T74" y="T75"/>
                  </a:cxn>
                  <a:cxn ang="T120">
                    <a:pos x="T76" y="T77"/>
                  </a:cxn>
                  <a:cxn ang="T121">
                    <a:pos x="T78" y="T79"/>
                  </a:cxn>
                  <a:cxn ang="T122">
                    <a:pos x="T80" y="T81"/>
                  </a:cxn>
                </a:cxnLst>
                <a:rect l="T123" t="T124" r="T125" b="T126"/>
                <a:pathLst>
                  <a:path w="717" h="756">
                    <a:moveTo>
                      <a:pt x="0" y="756"/>
                    </a:moveTo>
                    <a:lnTo>
                      <a:pt x="52" y="167"/>
                    </a:lnTo>
                    <a:lnTo>
                      <a:pt x="64" y="384"/>
                    </a:lnTo>
                    <a:lnTo>
                      <a:pt x="90" y="103"/>
                    </a:lnTo>
                    <a:lnTo>
                      <a:pt x="116" y="519"/>
                    </a:lnTo>
                    <a:lnTo>
                      <a:pt x="135" y="487"/>
                    </a:lnTo>
                    <a:lnTo>
                      <a:pt x="135" y="359"/>
                    </a:lnTo>
                    <a:lnTo>
                      <a:pt x="167" y="71"/>
                    </a:lnTo>
                    <a:lnTo>
                      <a:pt x="192" y="244"/>
                    </a:lnTo>
                    <a:lnTo>
                      <a:pt x="205" y="96"/>
                    </a:lnTo>
                    <a:lnTo>
                      <a:pt x="218" y="615"/>
                    </a:lnTo>
                    <a:lnTo>
                      <a:pt x="244" y="397"/>
                    </a:lnTo>
                    <a:lnTo>
                      <a:pt x="282" y="519"/>
                    </a:lnTo>
                    <a:lnTo>
                      <a:pt x="308" y="308"/>
                    </a:lnTo>
                    <a:lnTo>
                      <a:pt x="333" y="442"/>
                    </a:lnTo>
                    <a:lnTo>
                      <a:pt x="346" y="352"/>
                    </a:lnTo>
                    <a:lnTo>
                      <a:pt x="365" y="384"/>
                    </a:lnTo>
                    <a:lnTo>
                      <a:pt x="378" y="135"/>
                    </a:lnTo>
                    <a:lnTo>
                      <a:pt x="391" y="301"/>
                    </a:lnTo>
                    <a:lnTo>
                      <a:pt x="384" y="519"/>
                    </a:lnTo>
                    <a:lnTo>
                      <a:pt x="404" y="679"/>
                    </a:lnTo>
                    <a:lnTo>
                      <a:pt x="429" y="628"/>
                    </a:lnTo>
                    <a:lnTo>
                      <a:pt x="442" y="480"/>
                    </a:lnTo>
                    <a:lnTo>
                      <a:pt x="455" y="391"/>
                    </a:lnTo>
                    <a:lnTo>
                      <a:pt x="436" y="506"/>
                    </a:lnTo>
                    <a:lnTo>
                      <a:pt x="461" y="352"/>
                    </a:lnTo>
                    <a:lnTo>
                      <a:pt x="474" y="455"/>
                    </a:lnTo>
                    <a:lnTo>
                      <a:pt x="493" y="519"/>
                    </a:lnTo>
                    <a:lnTo>
                      <a:pt x="512" y="410"/>
                    </a:lnTo>
                    <a:lnTo>
                      <a:pt x="532" y="186"/>
                    </a:lnTo>
                    <a:lnTo>
                      <a:pt x="544" y="231"/>
                    </a:lnTo>
                    <a:lnTo>
                      <a:pt x="570" y="148"/>
                    </a:lnTo>
                    <a:lnTo>
                      <a:pt x="576" y="301"/>
                    </a:lnTo>
                    <a:lnTo>
                      <a:pt x="576" y="730"/>
                    </a:lnTo>
                    <a:lnTo>
                      <a:pt x="647" y="0"/>
                    </a:lnTo>
                    <a:lnTo>
                      <a:pt x="647" y="250"/>
                    </a:lnTo>
                    <a:lnTo>
                      <a:pt x="660" y="333"/>
                    </a:lnTo>
                    <a:lnTo>
                      <a:pt x="685" y="192"/>
                    </a:lnTo>
                    <a:lnTo>
                      <a:pt x="711" y="340"/>
                    </a:lnTo>
                    <a:lnTo>
                      <a:pt x="698" y="429"/>
                    </a:lnTo>
                    <a:lnTo>
                      <a:pt x="717" y="461"/>
                    </a:lnTo>
                  </a:path>
                </a:pathLst>
              </a:custGeom>
              <a:noFill/>
              <a:ln w="9525">
                <a:solidFill>
                  <a:srgbClr val="0079F2"/>
                </a:solidFill>
                <a:round/>
                <a:headEnd/>
                <a:tailEnd/>
              </a:ln>
            </p:spPr>
            <p:txBody>
              <a:bodyPr/>
              <a:lstStyle/>
              <a:p>
                <a:endParaRPr lang="en-GB" sz="1600"/>
              </a:p>
            </p:txBody>
          </p:sp>
          <p:sp>
            <p:nvSpPr>
              <p:cNvPr id="4117" name="Freeform 107"/>
              <p:cNvSpPr>
                <a:spLocks/>
              </p:cNvSpPr>
              <p:nvPr/>
            </p:nvSpPr>
            <p:spPr bwMode="auto">
              <a:xfrm flipH="1">
                <a:off x="4698" y="1100"/>
                <a:ext cx="313" cy="756"/>
              </a:xfrm>
              <a:custGeom>
                <a:avLst/>
                <a:gdLst>
                  <a:gd name="T0" fmla="*/ 0 w 717"/>
                  <a:gd name="T1" fmla="*/ 756 h 756"/>
                  <a:gd name="T2" fmla="*/ 4 w 717"/>
                  <a:gd name="T3" fmla="*/ 167 h 756"/>
                  <a:gd name="T4" fmla="*/ 5 w 717"/>
                  <a:gd name="T5" fmla="*/ 384 h 756"/>
                  <a:gd name="T6" fmla="*/ 7 w 717"/>
                  <a:gd name="T7" fmla="*/ 103 h 756"/>
                  <a:gd name="T8" fmla="*/ 10 w 717"/>
                  <a:gd name="T9" fmla="*/ 519 h 756"/>
                  <a:gd name="T10" fmla="*/ 11 w 717"/>
                  <a:gd name="T11" fmla="*/ 487 h 756"/>
                  <a:gd name="T12" fmla="*/ 11 w 717"/>
                  <a:gd name="T13" fmla="*/ 359 h 756"/>
                  <a:gd name="T14" fmla="*/ 14 w 717"/>
                  <a:gd name="T15" fmla="*/ 71 h 756"/>
                  <a:gd name="T16" fmla="*/ 16 w 717"/>
                  <a:gd name="T17" fmla="*/ 244 h 756"/>
                  <a:gd name="T18" fmla="*/ 17 w 717"/>
                  <a:gd name="T19" fmla="*/ 96 h 756"/>
                  <a:gd name="T20" fmla="*/ 18 w 717"/>
                  <a:gd name="T21" fmla="*/ 615 h 756"/>
                  <a:gd name="T22" fmla="*/ 21 w 717"/>
                  <a:gd name="T23" fmla="*/ 397 h 756"/>
                  <a:gd name="T24" fmla="*/ 24 w 717"/>
                  <a:gd name="T25" fmla="*/ 519 h 756"/>
                  <a:gd name="T26" fmla="*/ 25 w 717"/>
                  <a:gd name="T27" fmla="*/ 308 h 756"/>
                  <a:gd name="T28" fmla="*/ 28 w 717"/>
                  <a:gd name="T29" fmla="*/ 442 h 756"/>
                  <a:gd name="T30" fmla="*/ 29 w 717"/>
                  <a:gd name="T31" fmla="*/ 352 h 756"/>
                  <a:gd name="T32" fmla="*/ 30 w 717"/>
                  <a:gd name="T33" fmla="*/ 384 h 756"/>
                  <a:gd name="T34" fmla="*/ 31 w 717"/>
                  <a:gd name="T35" fmla="*/ 135 h 756"/>
                  <a:gd name="T36" fmla="*/ 33 w 717"/>
                  <a:gd name="T37" fmla="*/ 301 h 756"/>
                  <a:gd name="T38" fmla="*/ 32 w 717"/>
                  <a:gd name="T39" fmla="*/ 519 h 756"/>
                  <a:gd name="T40" fmla="*/ 34 w 717"/>
                  <a:gd name="T41" fmla="*/ 679 h 756"/>
                  <a:gd name="T42" fmla="*/ 36 w 717"/>
                  <a:gd name="T43" fmla="*/ 628 h 756"/>
                  <a:gd name="T44" fmla="*/ 37 w 717"/>
                  <a:gd name="T45" fmla="*/ 480 h 756"/>
                  <a:gd name="T46" fmla="*/ 38 w 717"/>
                  <a:gd name="T47" fmla="*/ 391 h 756"/>
                  <a:gd name="T48" fmla="*/ 36 w 717"/>
                  <a:gd name="T49" fmla="*/ 506 h 756"/>
                  <a:gd name="T50" fmla="*/ 38 w 717"/>
                  <a:gd name="T51" fmla="*/ 352 h 756"/>
                  <a:gd name="T52" fmla="*/ 39 w 717"/>
                  <a:gd name="T53" fmla="*/ 455 h 756"/>
                  <a:gd name="T54" fmla="*/ 41 w 717"/>
                  <a:gd name="T55" fmla="*/ 519 h 756"/>
                  <a:gd name="T56" fmla="*/ 43 w 717"/>
                  <a:gd name="T57" fmla="*/ 410 h 756"/>
                  <a:gd name="T58" fmla="*/ 44 w 717"/>
                  <a:gd name="T59" fmla="*/ 186 h 756"/>
                  <a:gd name="T60" fmla="*/ 45 w 717"/>
                  <a:gd name="T61" fmla="*/ 231 h 756"/>
                  <a:gd name="T62" fmla="*/ 48 w 717"/>
                  <a:gd name="T63" fmla="*/ 148 h 756"/>
                  <a:gd name="T64" fmla="*/ 48 w 717"/>
                  <a:gd name="T65" fmla="*/ 301 h 756"/>
                  <a:gd name="T66" fmla="*/ 48 w 717"/>
                  <a:gd name="T67" fmla="*/ 730 h 756"/>
                  <a:gd name="T68" fmla="*/ 54 w 717"/>
                  <a:gd name="T69" fmla="*/ 0 h 756"/>
                  <a:gd name="T70" fmla="*/ 54 w 717"/>
                  <a:gd name="T71" fmla="*/ 250 h 756"/>
                  <a:gd name="T72" fmla="*/ 55 w 717"/>
                  <a:gd name="T73" fmla="*/ 333 h 756"/>
                  <a:gd name="T74" fmla="*/ 57 w 717"/>
                  <a:gd name="T75" fmla="*/ 192 h 756"/>
                  <a:gd name="T76" fmla="*/ 59 w 717"/>
                  <a:gd name="T77" fmla="*/ 340 h 756"/>
                  <a:gd name="T78" fmla="*/ 58 w 717"/>
                  <a:gd name="T79" fmla="*/ 429 h 756"/>
                  <a:gd name="T80" fmla="*/ 60 w 717"/>
                  <a:gd name="T81" fmla="*/ 461 h 756"/>
                  <a:gd name="T82" fmla="*/ 0 60000 65536"/>
                  <a:gd name="T83" fmla="*/ 0 60000 65536"/>
                  <a:gd name="T84" fmla="*/ 0 60000 65536"/>
                  <a:gd name="T85" fmla="*/ 0 60000 65536"/>
                  <a:gd name="T86" fmla="*/ 0 60000 65536"/>
                  <a:gd name="T87" fmla="*/ 0 60000 65536"/>
                  <a:gd name="T88" fmla="*/ 0 60000 65536"/>
                  <a:gd name="T89" fmla="*/ 0 60000 65536"/>
                  <a:gd name="T90" fmla="*/ 0 60000 65536"/>
                  <a:gd name="T91" fmla="*/ 0 60000 65536"/>
                  <a:gd name="T92" fmla="*/ 0 60000 65536"/>
                  <a:gd name="T93" fmla="*/ 0 60000 65536"/>
                  <a:gd name="T94" fmla="*/ 0 60000 65536"/>
                  <a:gd name="T95" fmla="*/ 0 60000 65536"/>
                  <a:gd name="T96" fmla="*/ 0 60000 65536"/>
                  <a:gd name="T97" fmla="*/ 0 60000 65536"/>
                  <a:gd name="T98" fmla="*/ 0 60000 65536"/>
                  <a:gd name="T99" fmla="*/ 0 60000 65536"/>
                  <a:gd name="T100" fmla="*/ 0 60000 65536"/>
                  <a:gd name="T101" fmla="*/ 0 60000 65536"/>
                  <a:gd name="T102" fmla="*/ 0 60000 65536"/>
                  <a:gd name="T103" fmla="*/ 0 60000 65536"/>
                  <a:gd name="T104" fmla="*/ 0 60000 65536"/>
                  <a:gd name="T105" fmla="*/ 0 60000 65536"/>
                  <a:gd name="T106" fmla="*/ 0 60000 65536"/>
                  <a:gd name="T107" fmla="*/ 0 60000 65536"/>
                  <a:gd name="T108" fmla="*/ 0 60000 65536"/>
                  <a:gd name="T109" fmla="*/ 0 60000 65536"/>
                  <a:gd name="T110" fmla="*/ 0 60000 65536"/>
                  <a:gd name="T111" fmla="*/ 0 60000 65536"/>
                  <a:gd name="T112" fmla="*/ 0 60000 65536"/>
                  <a:gd name="T113" fmla="*/ 0 60000 65536"/>
                  <a:gd name="T114" fmla="*/ 0 60000 65536"/>
                  <a:gd name="T115" fmla="*/ 0 60000 65536"/>
                  <a:gd name="T116" fmla="*/ 0 60000 65536"/>
                  <a:gd name="T117" fmla="*/ 0 60000 65536"/>
                  <a:gd name="T118" fmla="*/ 0 60000 65536"/>
                  <a:gd name="T119" fmla="*/ 0 60000 65536"/>
                  <a:gd name="T120" fmla="*/ 0 60000 65536"/>
                  <a:gd name="T121" fmla="*/ 0 60000 65536"/>
                  <a:gd name="T122" fmla="*/ 0 60000 65536"/>
                  <a:gd name="T123" fmla="*/ 0 w 717"/>
                  <a:gd name="T124" fmla="*/ 0 h 756"/>
                  <a:gd name="T125" fmla="*/ 717 w 717"/>
                  <a:gd name="T126" fmla="*/ 756 h 756"/>
                </a:gdLst>
                <a:ahLst/>
                <a:cxnLst>
                  <a:cxn ang="T82">
                    <a:pos x="T0" y="T1"/>
                  </a:cxn>
                  <a:cxn ang="T83">
                    <a:pos x="T2" y="T3"/>
                  </a:cxn>
                  <a:cxn ang="T84">
                    <a:pos x="T4" y="T5"/>
                  </a:cxn>
                  <a:cxn ang="T85">
                    <a:pos x="T6" y="T7"/>
                  </a:cxn>
                  <a:cxn ang="T86">
                    <a:pos x="T8" y="T9"/>
                  </a:cxn>
                  <a:cxn ang="T87">
                    <a:pos x="T10" y="T11"/>
                  </a:cxn>
                  <a:cxn ang="T88">
                    <a:pos x="T12" y="T13"/>
                  </a:cxn>
                  <a:cxn ang="T89">
                    <a:pos x="T14" y="T15"/>
                  </a:cxn>
                  <a:cxn ang="T90">
                    <a:pos x="T16" y="T17"/>
                  </a:cxn>
                  <a:cxn ang="T91">
                    <a:pos x="T18" y="T19"/>
                  </a:cxn>
                  <a:cxn ang="T92">
                    <a:pos x="T20" y="T21"/>
                  </a:cxn>
                  <a:cxn ang="T93">
                    <a:pos x="T22" y="T23"/>
                  </a:cxn>
                  <a:cxn ang="T94">
                    <a:pos x="T24" y="T25"/>
                  </a:cxn>
                  <a:cxn ang="T95">
                    <a:pos x="T26" y="T27"/>
                  </a:cxn>
                  <a:cxn ang="T96">
                    <a:pos x="T28" y="T29"/>
                  </a:cxn>
                  <a:cxn ang="T97">
                    <a:pos x="T30" y="T31"/>
                  </a:cxn>
                  <a:cxn ang="T98">
                    <a:pos x="T32" y="T33"/>
                  </a:cxn>
                  <a:cxn ang="T99">
                    <a:pos x="T34" y="T35"/>
                  </a:cxn>
                  <a:cxn ang="T100">
                    <a:pos x="T36" y="T37"/>
                  </a:cxn>
                  <a:cxn ang="T101">
                    <a:pos x="T38" y="T39"/>
                  </a:cxn>
                  <a:cxn ang="T102">
                    <a:pos x="T40" y="T41"/>
                  </a:cxn>
                  <a:cxn ang="T103">
                    <a:pos x="T42" y="T43"/>
                  </a:cxn>
                  <a:cxn ang="T104">
                    <a:pos x="T44" y="T45"/>
                  </a:cxn>
                  <a:cxn ang="T105">
                    <a:pos x="T46" y="T47"/>
                  </a:cxn>
                  <a:cxn ang="T106">
                    <a:pos x="T48" y="T49"/>
                  </a:cxn>
                  <a:cxn ang="T107">
                    <a:pos x="T50" y="T51"/>
                  </a:cxn>
                  <a:cxn ang="T108">
                    <a:pos x="T52" y="T53"/>
                  </a:cxn>
                  <a:cxn ang="T109">
                    <a:pos x="T54" y="T55"/>
                  </a:cxn>
                  <a:cxn ang="T110">
                    <a:pos x="T56" y="T57"/>
                  </a:cxn>
                  <a:cxn ang="T111">
                    <a:pos x="T58" y="T59"/>
                  </a:cxn>
                  <a:cxn ang="T112">
                    <a:pos x="T60" y="T61"/>
                  </a:cxn>
                  <a:cxn ang="T113">
                    <a:pos x="T62" y="T63"/>
                  </a:cxn>
                  <a:cxn ang="T114">
                    <a:pos x="T64" y="T65"/>
                  </a:cxn>
                  <a:cxn ang="T115">
                    <a:pos x="T66" y="T67"/>
                  </a:cxn>
                  <a:cxn ang="T116">
                    <a:pos x="T68" y="T69"/>
                  </a:cxn>
                  <a:cxn ang="T117">
                    <a:pos x="T70" y="T71"/>
                  </a:cxn>
                  <a:cxn ang="T118">
                    <a:pos x="T72" y="T73"/>
                  </a:cxn>
                  <a:cxn ang="T119">
                    <a:pos x="T74" y="T75"/>
                  </a:cxn>
                  <a:cxn ang="T120">
                    <a:pos x="T76" y="T77"/>
                  </a:cxn>
                  <a:cxn ang="T121">
                    <a:pos x="T78" y="T79"/>
                  </a:cxn>
                  <a:cxn ang="T122">
                    <a:pos x="T80" y="T81"/>
                  </a:cxn>
                </a:cxnLst>
                <a:rect l="T123" t="T124" r="T125" b="T126"/>
                <a:pathLst>
                  <a:path w="717" h="756">
                    <a:moveTo>
                      <a:pt x="0" y="756"/>
                    </a:moveTo>
                    <a:lnTo>
                      <a:pt x="52" y="167"/>
                    </a:lnTo>
                    <a:lnTo>
                      <a:pt x="64" y="384"/>
                    </a:lnTo>
                    <a:lnTo>
                      <a:pt x="90" y="103"/>
                    </a:lnTo>
                    <a:lnTo>
                      <a:pt x="116" y="519"/>
                    </a:lnTo>
                    <a:lnTo>
                      <a:pt x="135" y="487"/>
                    </a:lnTo>
                    <a:lnTo>
                      <a:pt x="135" y="359"/>
                    </a:lnTo>
                    <a:lnTo>
                      <a:pt x="167" y="71"/>
                    </a:lnTo>
                    <a:lnTo>
                      <a:pt x="192" y="244"/>
                    </a:lnTo>
                    <a:lnTo>
                      <a:pt x="205" y="96"/>
                    </a:lnTo>
                    <a:lnTo>
                      <a:pt x="218" y="615"/>
                    </a:lnTo>
                    <a:lnTo>
                      <a:pt x="244" y="397"/>
                    </a:lnTo>
                    <a:lnTo>
                      <a:pt x="282" y="519"/>
                    </a:lnTo>
                    <a:lnTo>
                      <a:pt x="308" y="308"/>
                    </a:lnTo>
                    <a:lnTo>
                      <a:pt x="333" y="442"/>
                    </a:lnTo>
                    <a:lnTo>
                      <a:pt x="346" y="352"/>
                    </a:lnTo>
                    <a:lnTo>
                      <a:pt x="365" y="384"/>
                    </a:lnTo>
                    <a:lnTo>
                      <a:pt x="378" y="135"/>
                    </a:lnTo>
                    <a:lnTo>
                      <a:pt x="391" y="301"/>
                    </a:lnTo>
                    <a:lnTo>
                      <a:pt x="384" y="519"/>
                    </a:lnTo>
                    <a:lnTo>
                      <a:pt x="404" y="679"/>
                    </a:lnTo>
                    <a:lnTo>
                      <a:pt x="429" y="628"/>
                    </a:lnTo>
                    <a:lnTo>
                      <a:pt x="442" y="480"/>
                    </a:lnTo>
                    <a:lnTo>
                      <a:pt x="455" y="391"/>
                    </a:lnTo>
                    <a:lnTo>
                      <a:pt x="436" y="506"/>
                    </a:lnTo>
                    <a:lnTo>
                      <a:pt x="461" y="352"/>
                    </a:lnTo>
                    <a:lnTo>
                      <a:pt x="474" y="455"/>
                    </a:lnTo>
                    <a:lnTo>
                      <a:pt x="493" y="519"/>
                    </a:lnTo>
                    <a:lnTo>
                      <a:pt x="512" y="410"/>
                    </a:lnTo>
                    <a:lnTo>
                      <a:pt x="532" y="186"/>
                    </a:lnTo>
                    <a:lnTo>
                      <a:pt x="544" y="231"/>
                    </a:lnTo>
                    <a:lnTo>
                      <a:pt x="570" y="148"/>
                    </a:lnTo>
                    <a:lnTo>
                      <a:pt x="576" y="301"/>
                    </a:lnTo>
                    <a:lnTo>
                      <a:pt x="576" y="730"/>
                    </a:lnTo>
                    <a:lnTo>
                      <a:pt x="647" y="0"/>
                    </a:lnTo>
                    <a:lnTo>
                      <a:pt x="647" y="250"/>
                    </a:lnTo>
                    <a:lnTo>
                      <a:pt x="660" y="333"/>
                    </a:lnTo>
                    <a:lnTo>
                      <a:pt x="685" y="192"/>
                    </a:lnTo>
                    <a:lnTo>
                      <a:pt x="711" y="340"/>
                    </a:lnTo>
                    <a:lnTo>
                      <a:pt x="698" y="429"/>
                    </a:lnTo>
                    <a:lnTo>
                      <a:pt x="717" y="461"/>
                    </a:lnTo>
                  </a:path>
                </a:pathLst>
              </a:custGeom>
              <a:noFill/>
              <a:ln w="9525">
                <a:solidFill>
                  <a:srgbClr val="0079F2"/>
                </a:solidFill>
                <a:round/>
                <a:headEnd/>
                <a:tailEnd/>
              </a:ln>
            </p:spPr>
            <p:txBody>
              <a:bodyPr/>
              <a:lstStyle/>
              <a:p>
                <a:endParaRPr lang="en-GB" sz="1600"/>
              </a:p>
            </p:txBody>
          </p:sp>
        </p:grpSp>
      </p:grpSp>
      <p:sp>
        <p:nvSpPr>
          <p:cNvPr id="2" name="Rectangle 1"/>
          <p:cNvSpPr/>
          <p:nvPr/>
        </p:nvSpPr>
        <p:spPr>
          <a:xfrm>
            <a:off x="6320062" y="3765614"/>
            <a:ext cx="675185" cy="338554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marL="176213" indent="-176213"/>
            <a:r>
              <a:rPr lang="en-GB" sz="1600" b="0" dirty="0" err="1"/>
              <a:t>F</a:t>
            </a:r>
            <a:r>
              <a:rPr lang="en-GB" sz="1600" b="0" baseline="-25000" dirty="0" err="1"/>
              <a:t>n</a:t>
            </a:r>
            <a:r>
              <a:rPr lang="en-GB" sz="1600" b="0" dirty="0"/>
              <a:t> = </a:t>
            </a:r>
          </a:p>
        </p:txBody>
      </p:sp>
      <p:grpSp>
        <p:nvGrpSpPr>
          <p:cNvPr id="51" name="Group 16">
            <a:extLst>
              <a:ext uri="{FF2B5EF4-FFF2-40B4-BE49-F238E27FC236}">
                <a16:creationId xmlns:a16="http://schemas.microsoft.com/office/drawing/2014/main" id="{812ABD38-A49D-43D3-8E28-589C24035161}"/>
              </a:ext>
            </a:extLst>
          </p:cNvPr>
          <p:cNvGrpSpPr>
            <a:grpSpLocks/>
          </p:cNvGrpSpPr>
          <p:nvPr/>
        </p:nvGrpSpPr>
        <p:grpSpPr bwMode="auto">
          <a:xfrm>
            <a:off x="679979" y="3375505"/>
            <a:ext cx="1733550" cy="728663"/>
            <a:chOff x="361" y="3428"/>
            <a:chExt cx="1045" cy="459"/>
          </a:xfrm>
        </p:grpSpPr>
        <p:sp>
          <p:nvSpPr>
            <p:cNvPr id="52" name="Rectangle 17">
              <a:extLst>
                <a:ext uri="{FF2B5EF4-FFF2-40B4-BE49-F238E27FC236}">
                  <a16:creationId xmlns:a16="http://schemas.microsoft.com/office/drawing/2014/main" id="{09DF8BBA-31D4-4C99-B18A-9A978859828E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361" y="3428"/>
              <a:ext cx="398" cy="233"/>
            </a:xfrm>
            <a:prstGeom prst="rect">
              <a:avLst/>
            </a:prstGeom>
            <a:noFill/>
            <a:ln w="9525" algn="ctr">
              <a:noFill/>
              <a:miter lim="800000"/>
              <a:headEnd/>
              <a:tailEnd/>
            </a:ln>
          </p:spPr>
          <p:txBody>
            <a:bodyPr wrap="none">
              <a:spAutoFit/>
            </a:bodyPr>
            <a:lstStyle/>
            <a:p>
              <a:r>
                <a:rPr lang="en-GB" b="0"/>
                <a:t>F</a:t>
              </a:r>
              <a:r>
                <a:rPr lang="en-GB" b="0" baseline="-25000"/>
                <a:t>n</a:t>
              </a:r>
              <a:r>
                <a:rPr lang="en-GB" b="0"/>
                <a:t> =</a:t>
              </a:r>
              <a:endParaRPr lang="en-US" b="0"/>
            </a:p>
          </p:txBody>
        </p:sp>
        <p:graphicFrame>
          <p:nvGraphicFramePr>
            <p:cNvPr id="53" name="Object 18">
              <a:extLst>
                <a:ext uri="{FF2B5EF4-FFF2-40B4-BE49-F238E27FC236}">
                  <a16:creationId xmlns:a16="http://schemas.microsoft.com/office/drawing/2014/main" id="{40C83E1D-47D2-4774-B4DA-AD3A9E38F692}"/>
                </a:ext>
              </a:extLst>
            </p:cNvPr>
            <p:cNvGraphicFramePr>
              <a:graphicFrameLocks noChangeAspect="1"/>
            </p:cNvGraphicFramePr>
            <p:nvPr/>
          </p:nvGraphicFramePr>
          <p:xfrm>
            <a:off x="878" y="3448"/>
            <a:ext cx="528" cy="439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9219" name="Equation" r:id="rId5" imgW="520474" imgH="431613" progId="Equation.3">
                    <p:embed/>
                  </p:oleObj>
                </mc:Choice>
                <mc:Fallback>
                  <p:oleObj name="Equation" r:id="rId5" imgW="520474" imgH="431613" progId="Equation.3">
                    <p:embed/>
                    <p:pic>
                      <p:nvPicPr>
                        <p:cNvPr id="53" name="Object 18">
                          <a:extLst>
                            <a:ext uri="{FF2B5EF4-FFF2-40B4-BE49-F238E27FC236}">
                              <a16:creationId xmlns:a16="http://schemas.microsoft.com/office/drawing/2014/main" id="{40C83E1D-47D2-4774-B4DA-AD3A9E38F692}"/>
                            </a:ext>
                          </a:extLst>
                        </p:cNvPr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6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878" y="3448"/>
                          <a:ext cx="528" cy="439"/>
                        </a:xfrm>
                        <a:prstGeom prst="rect">
                          <a:avLst/>
                        </a:prstGeom>
                        <a:noFill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</p:grpSp>
    </p:spTree>
    <p:extLst>
      <p:ext uri="{BB962C8B-B14F-4D97-AF65-F5344CB8AC3E}">
        <p14:creationId xmlns:p14="http://schemas.microsoft.com/office/powerpoint/2010/main" val="2912269473"/>
      </p:ext>
    </p:extLst>
  </p:cSld>
  <p:clrMapOvr>
    <a:masterClrMapping/>
  </p:clrMapOvr>
</p:sld>
</file>

<file path=ppt/slides/slide6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23" name="Text Box 4"/>
          <p:cNvSpPr txBox="1">
            <a:spLocks noChangeArrowheads="1"/>
          </p:cNvSpPr>
          <p:nvPr/>
        </p:nvSpPr>
        <p:spPr bwMode="auto">
          <a:xfrm>
            <a:off x="430213" y="365125"/>
            <a:ext cx="2617787" cy="457200"/>
          </a:xfrm>
          <a:prstGeom prst="rect">
            <a:avLst/>
          </a:prstGeom>
          <a:noFill/>
          <a:ln w="9525" algn="ctr">
            <a:noFill/>
            <a:miter lim="800000"/>
            <a:headEnd/>
            <a:tailEnd/>
          </a:ln>
        </p:spPr>
        <p:txBody>
          <a:bodyPr wrap="none">
            <a:spAutoFit/>
          </a:bodyPr>
          <a:lstStyle/>
          <a:p>
            <a:r>
              <a:rPr lang="en-GB" sz="2400" b="1" dirty="0"/>
              <a:t>Noise Figure, NF</a:t>
            </a:r>
            <a:endParaRPr lang="en-US" sz="3600" b="1" dirty="0"/>
          </a:p>
        </p:txBody>
      </p:sp>
      <p:sp>
        <p:nvSpPr>
          <p:cNvPr id="5124" name="Rectangle 5"/>
          <p:cNvSpPr>
            <a:spLocks noChangeArrowheads="1"/>
          </p:cNvSpPr>
          <p:nvPr/>
        </p:nvSpPr>
        <p:spPr bwMode="auto">
          <a:xfrm>
            <a:off x="468313" y="1317000"/>
            <a:ext cx="7162800" cy="1015663"/>
          </a:xfrm>
          <a:prstGeom prst="rect">
            <a:avLst/>
          </a:prstGeom>
          <a:noFill/>
          <a:ln w="9525" algn="ctr">
            <a:noFill/>
            <a:miter lim="800000"/>
            <a:headEnd/>
            <a:tailEnd/>
          </a:ln>
        </p:spPr>
        <p:txBody>
          <a:bodyPr anchor="ctr">
            <a:spAutoFit/>
          </a:bodyPr>
          <a:lstStyle/>
          <a:p>
            <a:r>
              <a:rPr lang="en-GB" sz="1600" b="0"/>
              <a:t>Noise Figure NF is the Noise Factor in dB</a:t>
            </a:r>
          </a:p>
          <a:p>
            <a:endParaRPr lang="en-GB" sz="1600" b="0"/>
          </a:p>
          <a:p>
            <a:r>
              <a:rPr lang="en-GB" sz="1600" b="0"/>
              <a:t>NF = 10 Log</a:t>
            </a:r>
            <a:r>
              <a:rPr lang="en-GB" sz="1600" b="0" baseline="-25000"/>
              <a:t>10</a:t>
            </a:r>
            <a:r>
              <a:rPr lang="en-GB" sz="1600" b="0"/>
              <a:t> F</a:t>
            </a:r>
            <a:r>
              <a:rPr lang="en-GB" sz="1600" b="0" baseline="-25000"/>
              <a:t>n</a:t>
            </a:r>
            <a:r>
              <a:rPr lang="en-GB" sz="1600" baseline="-25000"/>
              <a:t> </a:t>
            </a:r>
          </a:p>
          <a:p>
            <a:endParaRPr lang="en-GB" sz="1600" baseline="-25000"/>
          </a:p>
        </p:txBody>
      </p:sp>
      <p:sp>
        <p:nvSpPr>
          <p:cNvPr id="5125" name="Rectangle 15"/>
          <p:cNvSpPr>
            <a:spLocks noChangeArrowheads="1"/>
          </p:cNvSpPr>
          <p:nvPr/>
        </p:nvSpPr>
        <p:spPr bwMode="auto">
          <a:xfrm>
            <a:off x="468313" y="2804904"/>
            <a:ext cx="4840287" cy="338554"/>
          </a:xfrm>
          <a:prstGeom prst="rect">
            <a:avLst/>
          </a:prstGeom>
          <a:noFill/>
          <a:ln w="9525" algn="ctr">
            <a:noFill/>
            <a:miter lim="800000"/>
            <a:headEnd/>
            <a:tailEnd/>
          </a:ln>
        </p:spPr>
        <p:txBody>
          <a:bodyPr anchor="ctr">
            <a:spAutoFit/>
          </a:bodyPr>
          <a:lstStyle/>
          <a:p>
            <a:r>
              <a:rPr lang="en-GB" sz="1600" b="0"/>
              <a:t>Noise Factor F</a:t>
            </a:r>
            <a:r>
              <a:rPr lang="en-GB" sz="1600" b="0" baseline="-25000"/>
              <a:t>n</a:t>
            </a:r>
            <a:r>
              <a:rPr lang="en-GB" sz="1600" b="0"/>
              <a:t>:</a:t>
            </a:r>
            <a:r>
              <a:rPr lang="en-GB" sz="1600"/>
              <a:t> </a:t>
            </a:r>
          </a:p>
        </p:txBody>
      </p:sp>
      <p:grpSp>
        <p:nvGrpSpPr>
          <p:cNvPr id="2" name="Group 16"/>
          <p:cNvGrpSpPr>
            <a:grpSpLocks/>
          </p:cNvGrpSpPr>
          <p:nvPr/>
        </p:nvGrpSpPr>
        <p:grpSpPr bwMode="auto">
          <a:xfrm>
            <a:off x="468313" y="3241675"/>
            <a:ext cx="1733550" cy="728663"/>
            <a:chOff x="361" y="3428"/>
            <a:chExt cx="1045" cy="459"/>
          </a:xfrm>
        </p:grpSpPr>
        <p:sp>
          <p:nvSpPr>
            <p:cNvPr id="5128" name="Rectangle 17"/>
            <p:cNvSpPr>
              <a:spLocks noChangeArrowheads="1"/>
            </p:cNvSpPr>
            <p:nvPr/>
          </p:nvSpPr>
          <p:spPr bwMode="auto">
            <a:xfrm>
              <a:off x="361" y="3428"/>
              <a:ext cx="398" cy="233"/>
            </a:xfrm>
            <a:prstGeom prst="rect">
              <a:avLst/>
            </a:prstGeom>
            <a:noFill/>
            <a:ln w="9525" algn="ctr">
              <a:noFill/>
              <a:miter lim="800000"/>
              <a:headEnd/>
              <a:tailEnd/>
            </a:ln>
          </p:spPr>
          <p:txBody>
            <a:bodyPr wrap="none">
              <a:spAutoFit/>
            </a:bodyPr>
            <a:lstStyle/>
            <a:p>
              <a:r>
                <a:rPr lang="en-GB" b="0"/>
                <a:t>F</a:t>
              </a:r>
              <a:r>
                <a:rPr lang="en-GB" b="0" baseline="-25000"/>
                <a:t>n</a:t>
              </a:r>
              <a:r>
                <a:rPr lang="en-GB" b="0"/>
                <a:t> =</a:t>
              </a:r>
              <a:endParaRPr lang="en-US" b="0"/>
            </a:p>
          </p:txBody>
        </p:sp>
        <p:graphicFrame>
          <p:nvGraphicFramePr>
            <p:cNvPr id="5122" name="Object 18"/>
            <p:cNvGraphicFramePr>
              <a:graphicFrameLocks noChangeAspect="1"/>
            </p:cNvGraphicFramePr>
            <p:nvPr/>
          </p:nvGraphicFramePr>
          <p:xfrm>
            <a:off x="878" y="3448"/>
            <a:ext cx="528" cy="439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10242" name="Equation" r:id="rId3" imgW="520474" imgH="431613" progId="Equation.3">
                    <p:embed/>
                  </p:oleObj>
                </mc:Choice>
                <mc:Fallback>
                  <p:oleObj name="Equation" r:id="rId3" imgW="520474" imgH="431613" progId="Equation.3">
                    <p:embed/>
                    <p:pic>
                      <p:nvPicPr>
                        <p:cNvPr id="5122" name="Object 18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4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878" y="3448"/>
                          <a:ext cx="528" cy="439"/>
                        </a:xfrm>
                        <a:prstGeom prst="rect">
                          <a:avLst/>
                        </a:prstGeom>
                        <a:noFill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</p:grpSp>
      <p:sp>
        <p:nvSpPr>
          <p:cNvPr id="5127" name="Text Box 19"/>
          <p:cNvSpPr txBox="1">
            <a:spLocks noChangeArrowheads="1"/>
          </p:cNvSpPr>
          <p:nvPr/>
        </p:nvSpPr>
        <p:spPr bwMode="auto">
          <a:xfrm>
            <a:off x="468313" y="4405313"/>
            <a:ext cx="2972289" cy="1241365"/>
          </a:xfrm>
          <a:prstGeom prst="rect">
            <a:avLst/>
          </a:prstGeom>
          <a:noFill/>
          <a:ln w="9525" algn="ctr">
            <a:noFill/>
            <a:miter lim="800000"/>
            <a:headEnd/>
            <a:tailEnd/>
          </a:ln>
        </p:spPr>
        <p:txBody>
          <a:bodyPr wrap="none">
            <a:spAutoFit/>
          </a:bodyPr>
          <a:lstStyle/>
          <a:p>
            <a:r>
              <a:rPr lang="en-GB" sz="1600" b="0"/>
              <a:t>But – SNR is measured in dB</a:t>
            </a:r>
          </a:p>
          <a:p>
            <a:endParaRPr lang="en-GB" sz="1600" b="0">
              <a:ea typeface="Lucida Sans Unicode" pitchFamily="34" charset="0"/>
              <a:cs typeface="Lucida Sans Unicode" pitchFamily="34" charset="0"/>
            </a:endParaRPr>
          </a:p>
          <a:p>
            <a:r>
              <a:rPr lang="en-GB" sz="1600" b="0">
                <a:ea typeface="Lucida Sans Unicode" pitchFamily="34" charset="0"/>
                <a:cs typeface="Lucida Sans Unicode" pitchFamily="34" charset="0"/>
              </a:rPr>
              <a:t>∴ NF = SNR</a:t>
            </a:r>
            <a:r>
              <a:rPr lang="en-GB" sz="1600" b="0" baseline="-25000">
                <a:ea typeface="Lucida Sans Unicode" pitchFamily="34" charset="0"/>
                <a:cs typeface="Lucida Sans Unicode" pitchFamily="34" charset="0"/>
              </a:rPr>
              <a:t>in</a:t>
            </a:r>
            <a:r>
              <a:rPr lang="en-GB" sz="1600" b="0">
                <a:ea typeface="Lucida Sans Unicode" pitchFamily="34" charset="0"/>
                <a:cs typeface="Lucida Sans Unicode" pitchFamily="34" charset="0"/>
              </a:rPr>
              <a:t> – SNR</a:t>
            </a:r>
            <a:r>
              <a:rPr lang="en-GB" sz="1600" b="0" baseline="-25000">
                <a:ea typeface="Lucida Sans Unicode" pitchFamily="34" charset="0"/>
                <a:cs typeface="Lucida Sans Unicode" pitchFamily="34" charset="0"/>
              </a:rPr>
              <a:t>out</a:t>
            </a:r>
          </a:p>
          <a:p>
            <a:endParaRPr lang="en-GB" sz="1600" b="0" baseline="-25000">
              <a:ea typeface="Lucida Sans Unicode" pitchFamily="34" charset="0"/>
              <a:cs typeface="Lucida Sans Unicode" pitchFamily="34" charset="0"/>
            </a:endParaRPr>
          </a:p>
          <a:p>
            <a:r>
              <a:rPr lang="en-GB" sz="1600" b="0">
                <a:ea typeface="Lucida Sans Unicode" pitchFamily="34" charset="0"/>
                <a:cs typeface="Lucida Sans Unicode" pitchFamily="34" charset="0"/>
              </a:rPr>
              <a:t> </a:t>
            </a:r>
          </a:p>
        </p:txBody>
      </p:sp>
    </p:spTree>
    <p:extLst>
      <p:ext uri="{BB962C8B-B14F-4D97-AF65-F5344CB8AC3E}">
        <p14:creationId xmlns:p14="http://schemas.microsoft.com/office/powerpoint/2010/main" val="1922892693"/>
      </p:ext>
    </p:extLst>
  </p:cSld>
  <p:clrMapOvr>
    <a:masterClrMapping/>
  </p:clrMapOvr>
</p:sld>
</file>

<file path=ppt/slides/slide6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 Box 4"/>
          <p:cNvSpPr txBox="1">
            <a:spLocks noChangeArrowheads="1"/>
          </p:cNvSpPr>
          <p:nvPr/>
        </p:nvSpPr>
        <p:spPr bwMode="auto">
          <a:xfrm>
            <a:off x="468313" y="365125"/>
            <a:ext cx="2651125" cy="457200"/>
          </a:xfrm>
          <a:prstGeom prst="rect">
            <a:avLst/>
          </a:prstGeom>
          <a:noFill/>
          <a:ln w="9525" algn="ctr">
            <a:noFill/>
            <a:miter lim="800000"/>
            <a:headEnd/>
            <a:tailEnd/>
          </a:ln>
        </p:spPr>
        <p:txBody>
          <a:bodyPr wrap="none">
            <a:spAutoFit/>
          </a:bodyPr>
          <a:lstStyle/>
          <a:p>
            <a:r>
              <a:rPr lang="en-GB" sz="2400" b="1" dirty="0"/>
              <a:t>Signal Distortion</a:t>
            </a:r>
            <a:endParaRPr lang="en-US" sz="2400" b="1" dirty="0"/>
          </a:p>
        </p:txBody>
      </p:sp>
      <p:sp>
        <p:nvSpPr>
          <p:cNvPr id="3" name="Rectangle 2"/>
          <p:cNvSpPr/>
          <p:nvPr/>
        </p:nvSpPr>
        <p:spPr>
          <a:xfrm>
            <a:off x="468309" y="918543"/>
            <a:ext cx="8122796" cy="3323987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sz="1400" b="1" dirty="0"/>
              <a:t>Frequency Distortion</a:t>
            </a:r>
          </a:p>
          <a:p>
            <a:pPr marL="180975" indent="-180975">
              <a:buFont typeface="Arial" pitchFamily="34" charset="0"/>
              <a:buChar char="•"/>
            </a:pPr>
            <a:r>
              <a:rPr lang="en-US" sz="1400" b="0" dirty="0"/>
              <a:t>certain frequencies are boost or cut unevenly across the audio spectrum</a:t>
            </a:r>
          </a:p>
          <a:p>
            <a:pPr marL="180975" indent="-180975">
              <a:buFont typeface="Arial" pitchFamily="34" charset="0"/>
              <a:buChar char="•"/>
            </a:pPr>
            <a:r>
              <a:rPr lang="en-US" sz="1400" b="0" dirty="0"/>
              <a:t>stated in equipment specifications as the components frequency response</a:t>
            </a:r>
          </a:p>
          <a:p>
            <a:pPr marL="180975" indent="-180975">
              <a:buFont typeface="Arial" pitchFamily="34" charset="0"/>
              <a:buChar char="•"/>
            </a:pPr>
            <a:endParaRPr lang="en-US" sz="1400" b="0" dirty="0"/>
          </a:p>
          <a:p>
            <a:r>
              <a:rPr lang="en-US" sz="1400" b="1" dirty="0"/>
              <a:t>Phase Distortion</a:t>
            </a:r>
          </a:p>
          <a:p>
            <a:pPr marL="180975" indent="-180975">
              <a:buFont typeface="Arial" pitchFamily="34" charset="0"/>
              <a:buChar char="•"/>
            </a:pPr>
            <a:r>
              <a:rPr lang="en-US" sz="1400" b="0" dirty="0"/>
              <a:t>given frequency from a complex waveform takes longer to pass through a signal chain than others: i.e. a phase shift in the individual frequencies</a:t>
            </a:r>
          </a:p>
          <a:p>
            <a:pPr marL="180975" indent="-180975">
              <a:buFont typeface="Arial" pitchFamily="34" charset="0"/>
              <a:buChar char="•"/>
            </a:pPr>
            <a:r>
              <a:rPr lang="en-US" sz="1400" b="0" dirty="0"/>
              <a:t>(amplitudes may be amplified equally over the entire frequency band, but  the composite waveform has been varied)</a:t>
            </a:r>
          </a:p>
          <a:p>
            <a:pPr marL="180975" indent="-180975">
              <a:buFont typeface="Arial" pitchFamily="34" charset="0"/>
              <a:buChar char="•"/>
            </a:pPr>
            <a:endParaRPr lang="en-US" sz="1400" b="0" dirty="0"/>
          </a:p>
          <a:p>
            <a:r>
              <a:rPr lang="en-US" sz="1400" b="1" dirty="0"/>
              <a:t>Total Harmonic Distortion (THD)</a:t>
            </a:r>
          </a:p>
          <a:p>
            <a:pPr marL="180975" indent="-180975">
              <a:buFont typeface="Arial" pitchFamily="34" charset="0"/>
              <a:buChar char="•"/>
            </a:pPr>
            <a:r>
              <a:rPr lang="en-US" sz="1400" b="0" dirty="0"/>
              <a:t>most commonly known form of distortion </a:t>
            </a:r>
          </a:p>
          <a:p>
            <a:pPr marL="180975" indent="-180975">
              <a:buFont typeface="Arial" pitchFamily="34" charset="0"/>
              <a:buChar char="•"/>
            </a:pPr>
            <a:r>
              <a:rPr lang="en-US" sz="1400" b="0" dirty="0"/>
              <a:t>directly related to the percentage of harmonics generated by the components in the signal chain</a:t>
            </a:r>
          </a:p>
          <a:p>
            <a:pPr marL="180975" indent="-180975">
              <a:buFont typeface="Arial" pitchFamily="34" charset="0"/>
              <a:buChar char="•"/>
            </a:pPr>
            <a:r>
              <a:rPr lang="en-US" sz="1400" b="0" dirty="0"/>
              <a:t>Measured using Fourier Analysis</a:t>
            </a:r>
          </a:p>
        </p:txBody>
      </p:sp>
      <p:sp>
        <p:nvSpPr>
          <p:cNvPr id="6" name="Rectangle 5"/>
          <p:cNvSpPr/>
          <p:nvPr/>
        </p:nvSpPr>
        <p:spPr>
          <a:xfrm>
            <a:off x="468311" y="4327591"/>
            <a:ext cx="8122794" cy="203132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sz="1400" b="1" dirty="0"/>
              <a:t>Intermodulation (IM) Distortion</a:t>
            </a:r>
          </a:p>
          <a:p>
            <a:pPr marL="180975" indent="-180975">
              <a:buFont typeface="Arial" pitchFamily="34" charset="0"/>
              <a:buChar char="•"/>
            </a:pPr>
            <a:r>
              <a:rPr lang="en-US" sz="1400" b="0" dirty="0"/>
              <a:t>modulation of combinations of spurious frequencies </a:t>
            </a:r>
          </a:p>
          <a:p>
            <a:pPr marL="180975" indent="-180975">
              <a:buFont typeface="Arial" pitchFamily="34" charset="0"/>
              <a:buChar char="•"/>
            </a:pPr>
            <a:r>
              <a:rPr lang="en-US" sz="1400" b="0" dirty="0"/>
              <a:t>the combination of resulting frequencies are equivalent to the sum and/or difference of integral multiples of the individual frequencies of a complex waveform</a:t>
            </a:r>
          </a:p>
          <a:p>
            <a:pPr marL="180975" indent="-180975">
              <a:buFont typeface="Arial" pitchFamily="34" charset="0"/>
              <a:buChar char="•"/>
            </a:pPr>
            <a:endParaRPr lang="en-US" sz="1400" b="0" dirty="0"/>
          </a:p>
          <a:p>
            <a:r>
              <a:rPr lang="en-US" sz="1400" b="1" dirty="0"/>
              <a:t>Transient Intermodulation (TIM)</a:t>
            </a:r>
          </a:p>
          <a:p>
            <a:pPr marL="180975" indent="-180975">
              <a:buFont typeface="Arial" pitchFamily="34" charset="0"/>
              <a:buChar char="•"/>
            </a:pPr>
            <a:r>
              <a:rPr lang="en-US" sz="1400" b="0" dirty="0"/>
              <a:t>solid-state amplifiers use negative feedback in order to improve frequency response and reduction of harmonic distortion</a:t>
            </a:r>
          </a:p>
          <a:p>
            <a:pPr marL="180975" indent="-180975">
              <a:buFont typeface="Arial" pitchFamily="34" charset="0"/>
              <a:buChar char="•"/>
            </a:pPr>
            <a:r>
              <a:rPr lang="en-US" sz="1400" b="0" dirty="0"/>
              <a:t>occurs during high-frequency music passages</a:t>
            </a:r>
          </a:p>
        </p:txBody>
      </p:sp>
    </p:spTree>
    <p:extLst>
      <p:ext uri="{BB962C8B-B14F-4D97-AF65-F5344CB8AC3E}">
        <p14:creationId xmlns:p14="http://schemas.microsoft.com/office/powerpoint/2010/main" val="3958934233"/>
      </p:ext>
    </p:extLst>
  </p:cSld>
  <p:clrMapOvr>
    <a:masterClrMapping/>
  </p:clrMapOvr>
</p:sld>
</file>

<file path=ppt/slides/slide7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434" name="Text Box 4"/>
          <p:cNvSpPr txBox="1">
            <a:spLocks noChangeArrowheads="1"/>
          </p:cNvSpPr>
          <p:nvPr/>
        </p:nvSpPr>
        <p:spPr bwMode="auto">
          <a:xfrm>
            <a:off x="430213" y="365125"/>
            <a:ext cx="2651125" cy="457200"/>
          </a:xfrm>
          <a:prstGeom prst="rect">
            <a:avLst/>
          </a:prstGeom>
          <a:noFill/>
          <a:ln w="9525" algn="ctr">
            <a:noFill/>
            <a:miter lim="800000"/>
            <a:headEnd/>
            <a:tailEnd/>
          </a:ln>
        </p:spPr>
        <p:txBody>
          <a:bodyPr wrap="none">
            <a:spAutoFit/>
          </a:bodyPr>
          <a:lstStyle/>
          <a:p>
            <a:r>
              <a:rPr lang="en-GB" sz="2400" b="1" dirty="0"/>
              <a:t>Signal Distortion</a:t>
            </a:r>
            <a:endParaRPr lang="en-US" sz="2400" b="1" dirty="0"/>
          </a:p>
        </p:txBody>
      </p:sp>
      <p:sp>
        <p:nvSpPr>
          <p:cNvPr id="18435" name="AutoShape 7"/>
          <p:cNvSpPr>
            <a:spLocks noChangeArrowheads="1"/>
          </p:cNvSpPr>
          <p:nvPr/>
        </p:nvSpPr>
        <p:spPr bwMode="auto">
          <a:xfrm rot="5400000">
            <a:off x="3115469" y="1535906"/>
            <a:ext cx="1298575" cy="1376363"/>
          </a:xfrm>
          <a:prstGeom prst="triangle">
            <a:avLst>
              <a:gd name="adj" fmla="val 50000"/>
            </a:avLst>
          </a:prstGeom>
          <a:solidFill>
            <a:srgbClr val="FFCC66"/>
          </a:solidFill>
          <a:ln w="9525" algn="ctr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/>
          <a:p>
            <a:endParaRPr lang="en-US"/>
          </a:p>
        </p:txBody>
      </p:sp>
      <p:sp>
        <p:nvSpPr>
          <p:cNvPr id="18436" name="Line 8"/>
          <p:cNvSpPr>
            <a:spLocks noChangeShapeType="1"/>
          </p:cNvSpPr>
          <p:nvPr/>
        </p:nvSpPr>
        <p:spPr bwMode="auto">
          <a:xfrm>
            <a:off x="2428875" y="2195513"/>
            <a:ext cx="727075" cy="0"/>
          </a:xfrm>
          <a:prstGeom prst="line">
            <a:avLst/>
          </a:prstGeom>
          <a:noFill/>
          <a:ln w="76200">
            <a:solidFill>
              <a:srgbClr val="800000"/>
            </a:solidFill>
            <a:round/>
            <a:headEnd/>
            <a:tailEnd type="triangle" w="med" len="med"/>
          </a:ln>
        </p:spPr>
        <p:txBody>
          <a:bodyPr/>
          <a:lstStyle/>
          <a:p>
            <a:endParaRPr lang="en-GB"/>
          </a:p>
        </p:txBody>
      </p:sp>
      <p:sp>
        <p:nvSpPr>
          <p:cNvPr id="18437" name="Line 12"/>
          <p:cNvSpPr>
            <a:spLocks noChangeShapeType="1"/>
          </p:cNvSpPr>
          <p:nvPr/>
        </p:nvSpPr>
        <p:spPr bwMode="auto">
          <a:xfrm>
            <a:off x="4314825" y="2217738"/>
            <a:ext cx="727075" cy="0"/>
          </a:xfrm>
          <a:prstGeom prst="line">
            <a:avLst/>
          </a:prstGeom>
          <a:noFill/>
          <a:ln w="76200">
            <a:solidFill>
              <a:srgbClr val="800000"/>
            </a:solidFill>
            <a:round/>
            <a:headEnd/>
            <a:tailEnd type="triangle" w="med" len="med"/>
          </a:ln>
        </p:spPr>
        <p:txBody>
          <a:bodyPr/>
          <a:lstStyle/>
          <a:p>
            <a:endParaRPr lang="en-GB"/>
          </a:p>
        </p:txBody>
      </p:sp>
      <p:grpSp>
        <p:nvGrpSpPr>
          <p:cNvPr id="2" name="Group 13"/>
          <p:cNvGrpSpPr>
            <a:grpSpLocks/>
          </p:cNvGrpSpPr>
          <p:nvPr/>
        </p:nvGrpSpPr>
        <p:grpSpPr bwMode="auto">
          <a:xfrm>
            <a:off x="430213" y="1825625"/>
            <a:ext cx="1895475" cy="782638"/>
            <a:chOff x="554" y="1205"/>
            <a:chExt cx="4743" cy="1681"/>
          </a:xfrm>
        </p:grpSpPr>
        <p:sp>
          <p:nvSpPr>
            <p:cNvPr id="18484" name="Line 14"/>
            <p:cNvSpPr>
              <a:spLocks noChangeShapeType="1"/>
            </p:cNvSpPr>
            <p:nvPr/>
          </p:nvSpPr>
          <p:spPr bwMode="auto">
            <a:xfrm>
              <a:off x="554" y="2043"/>
              <a:ext cx="4743" cy="1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</p:spPr>
          <p:txBody>
            <a:bodyPr/>
            <a:lstStyle/>
            <a:p>
              <a:endParaRPr lang="en-GB"/>
            </a:p>
          </p:txBody>
        </p:sp>
        <p:sp>
          <p:nvSpPr>
            <p:cNvPr id="18485" name="Line 15"/>
            <p:cNvSpPr>
              <a:spLocks noChangeShapeType="1"/>
            </p:cNvSpPr>
            <p:nvPr/>
          </p:nvSpPr>
          <p:spPr bwMode="auto">
            <a:xfrm>
              <a:off x="578" y="1205"/>
              <a:ext cx="1" cy="1681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</p:spPr>
          <p:txBody>
            <a:bodyPr/>
            <a:lstStyle/>
            <a:p>
              <a:endParaRPr lang="en-GB"/>
            </a:p>
          </p:txBody>
        </p:sp>
        <p:grpSp>
          <p:nvGrpSpPr>
            <p:cNvPr id="3" name="Group 16"/>
            <p:cNvGrpSpPr>
              <a:grpSpLocks/>
            </p:cNvGrpSpPr>
            <p:nvPr/>
          </p:nvGrpSpPr>
          <p:grpSpPr bwMode="auto">
            <a:xfrm>
              <a:off x="581" y="1320"/>
              <a:ext cx="911" cy="736"/>
              <a:chOff x="709" y="1560"/>
              <a:chExt cx="911" cy="736"/>
            </a:xfrm>
          </p:grpSpPr>
          <p:sp>
            <p:nvSpPr>
              <p:cNvPr id="18500" name="Freeform 17"/>
              <p:cNvSpPr>
                <a:spLocks/>
              </p:cNvSpPr>
              <p:nvPr/>
            </p:nvSpPr>
            <p:spPr bwMode="auto">
              <a:xfrm>
                <a:off x="709" y="1564"/>
                <a:ext cx="472" cy="713"/>
              </a:xfrm>
              <a:custGeom>
                <a:avLst/>
                <a:gdLst>
                  <a:gd name="T0" fmla="*/ 0 w 1426"/>
                  <a:gd name="T1" fmla="*/ 222 h 1277"/>
                  <a:gd name="T2" fmla="*/ 17 w 1426"/>
                  <a:gd name="T3" fmla="*/ 116 h 1277"/>
                  <a:gd name="T4" fmla="*/ 31 w 1426"/>
                  <a:gd name="T5" fmla="*/ 41 h 1277"/>
                  <a:gd name="T6" fmla="*/ 43 w 1426"/>
                  <a:gd name="T7" fmla="*/ 8 h 1277"/>
                  <a:gd name="T8" fmla="*/ 52 w 1426"/>
                  <a:gd name="T9" fmla="*/ 0 h 1277"/>
                  <a:gd name="T10" fmla="*/ 0 60000 65536"/>
                  <a:gd name="T11" fmla="*/ 0 60000 65536"/>
                  <a:gd name="T12" fmla="*/ 0 60000 65536"/>
                  <a:gd name="T13" fmla="*/ 0 60000 65536"/>
                  <a:gd name="T14" fmla="*/ 0 60000 65536"/>
                  <a:gd name="T15" fmla="*/ 0 w 1426"/>
                  <a:gd name="T16" fmla="*/ 0 h 1277"/>
                  <a:gd name="T17" fmla="*/ 1426 w 1426"/>
                  <a:gd name="T18" fmla="*/ 1277 h 1277"/>
                </a:gdLst>
                <a:ahLst/>
                <a:cxnLst>
                  <a:cxn ang="T10">
                    <a:pos x="T0" y="T1"/>
                  </a:cxn>
                  <a:cxn ang="T11">
                    <a:pos x="T2" y="T3"/>
                  </a:cxn>
                  <a:cxn ang="T12">
                    <a:pos x="T4" y="T5"/>
                  </a:cxn>
                  <a:cxn ang="T13">
                    <a:pos x="T6" y="T7"/>
                  </a:cxn>
                  <a:cxn ang="T14">
                    <a:pos x="T8" y="T9"/>
                  </a:cxn>
                </a:cxnLst>
                <a:rect l="T15" t="T16" r="T17" b="T18"/>
                <a:pathLst>
                  <a:path w="1426" h="1277">
                    <a:moveTo>
                      <a:pt x="0" y="1277"/>
                    </a:moveTo>
                    <a:cubicBezTo>
                      <a:pt x="78" y="1178"/>
                      <a:pt x="325" y="841"/>
                      <a:pt x="466" y="668"/>
                    </a:cubicBezTo>
                    <a:cubicBezTo>
                      <a:pt x="607" y="495"/>
                      <a:pt x="728" y="342"/>
                      <a:pt x="848" y="239"/>
                    </a:cubicBezTo>
                    <a:cubicBezTo>
                      <a:pt x="967" y="135"/>
                      <a:pt x="1086" y="88"/>
                      <a:pt x="1182" y="48"/>
                    </a:cubicBezTo>
                    <a:cubicBezTo>
                      <a:pt x="1278" y="8"/>
                      <a:pt x="1375" y="10"/>
                      <a:pt x="1426" y="0"/>
                    </a:cubicBezTo>
                  </a:path>
                </a:pathLst>
              </a:custGeom>
              <a:noFill/>
              <a:ln w="28575">
                <a:solidFill>
                  <a:srgbClr val="FF0000"/>
                </a:solidFill>
                <a:round/>
                <a:headEnd/>
                <a:tailEnd/>
              </a:ln>
            </p:spPr>
            <p:txBody>
              <a:bodyPr/>
              <a:lstStyle/>
              <a:p>
                <a:endParaRPr lang="en-GB"/>
              </a:p>
            </p:txBody>
          </p:sp>
          <p:sp>
            <p:nvSpPr>
              <p:cNvPr id="18501" name="Freeform 18"/>
              <p:cNvSpPr>
                <a:spLocks/>
              </p:cNvSpPr>
              <p:nvPr/>
            </p:nvSpPr>
            <p:spPr bwMode="auto">
              <a:xfrm>
                <a:off x="1170" y="1560"/>
                <a:ext cx="450" cy="709"/>
              </a:xfrm>
              <a:custGeom>
                <a:avLst/>
                <a:gdLst>
                  <a:gd name="T0" fmla="*/ 49 w 1360"/>
                  <a:gd name="T1" fmla="*/ 221 h 1269"/>
                  <a:gd name="T2" fmla="*/ 32 w 1360"/>
                  <a:gd name="T3" fmla="*/ 115 h 1269"/>
                  <a:gd name="T4" fmla="*/ 19 w 1360"/>
                  <a:gd name="T5" fmla="*/ 40 h 1269"/>
                  <a:gd name="T6" fmla="*/ 7 w 1360"/>
                  <a:gd name="T7" fmla="*/ 7 h 1269"/>
                  <a:gd name="T8" fmla="*/ 0 w 1360"/>
                  <a:gd name="T9" fmla="*/ 0 h 1269"/>
                  <a:gd name="T10" fmla="*/ 0 60000 65536"/>
                  <a:gd name="T11" fmla="*/ 0 60000 65536"/>
                  <a:gd name="T12" fmla="*/ 0 60000 65536"/>
                  <a:gd name="T13" fmla="*/ 0 60000 65536"/>
                  <a:gd name="T14" fmla="*/ 0 60000 65536"/>
                  <a:gd name="T15" fmla="*/ 0 w 1360"/>
                  <a:gd name="T16" fmla="*/ 0 h 1269"/>
                  <a:gd name="T17" fmla="*/ 1360 w 1360"/>
                  <a:gd name="T18" fmla="*/ 1269 h 1269"/>
                </a:gdLst>
                <a:ahLst/>
                <a:cxnLst>
                  <a:cxn ang="T10">
                    <a:pos x="T0" y="T1"/>
                  </a:cxn>
                  <a:cxn ang="T11">
                    <a:pos x="T2" y="T3"/>
                  </a:cxn>
                  <a:cxn ang="T12">
                    <a:pos x="T4" y="T5"/>
                  </a:cxn>
                  <a:cxn ang="T13">
                    <a:pos x="T6" y="T7"/>
                  </a:cxn>
                  <a:cxn ang="T14">
                    <a:pos x="T8" y="T9"/>
                  </a:cxn>
                </a:cxnLst>
                <a:rect l="T15" t="T16" r="T17" b="T18"/>
                <a:pathLst>
                  <a:path w="1360" h="1269">
                    <a:moveTo>
                      <a:pt x="1360" y="1269"/>
                    </a:moveTo>
                    <a:cubicBezTo>
                      <a:pt x="1282" y="1170"/>
                      <a:pt x="1035" y="833"/>
                      <a:pt x="894" y="660"/>
                    </a:cubicBezTo>
                    <a:cubicBezTo>
                      <a:pt x="753" y="487"/>
                      <a:pt x="632" y="334"/>
                      <a:pt x="512" y="231"/>
                    </a:cubicBezTo>
                    <a:cubicBezTo>
                      <a:pt x="393" y="127"/>
                      <a:pt x="263" y="78"/>
                      <a:pt x="178" y="40"/>
                    </a:cubicBezTo>
                    <a:cubicBezTo>
                      <a:pt x="93" y="2"/>
                      <a:pt x="37" y="8"/>
                      <a:pt x="0" y="0"/>
                    </a:cubicBezTo>
                  </a:path>
                </a:pathLst>
              </a:custGeom>
              <a:noFill/>
              <a:ln w="28575">
                <a:solidFill>
                  <a:srgbClr val="FF0000"/>
                </a:solidFill>
                <a:round/>
                <a:headEnd/>
                <a:tailEnd/>
              </a:ln>
            </p:spPr>
            <p:txBody>
              <a:bodyPr/>
              <a:lstStyle/>
              <a:p>
                <a:endParaRPr lang="en-GB"/>
              </a:p>
            </p:txBody>
          </p:sp>
          <p:sp>
            <p:nvSpPr>
              <p:cNvPr id="18502" name="Line 19"/>
              <p:cNvSpPr>
                <a:spLocks noChangeShapeType="1"/>
              </p:cNvSpPr>
              <p:nvPr/>
            </p:nvSpPr>
            <p:spPr bwMode="auto">
              <a:xfrm>
                <a:off x="1180" y="1563"/>
                <a:ext cx="0" cy="733"/>
              </a:xfrm>
              <a:prstGeom prst="line">
                <a:avLst/>
              </a:prstGeom>
              <a:noFill/>
              <a:ln w="9525">
                <a:solidFill>
                  <a:schemeClr val="tx1"/>
                </a:solidFill>
                <a:prstDash val="dash"/>
                <a:round/>
                <a:headEnd/>
                <a:tailEnd/>
              </a:ln>
            </p:spPr>
            <p:txBody>
              <a:bodyPr/>
              <a:lstStyle/>
              <a:p>
                <a:endParaRPr lang="en-GB"/>
              </a:p>
            </p:txBody>
          </p:sp>
        </p:grpSp>
        <p:sp>
          <p:nvSpPr>
            <p:cNvPr id="18487" name="Freeform 20"/>
            <p:cNvSpPr>
              <a:spLocks/>
            </p:cNvSpPr>
            <p:nvPr/>
          </p:nvSpPr>
          <p:spPr bwMode="auto">
            <a:xfrm flipV="1">
              <a:off x="1506" y="2052"/>
              <a:ext cx="471" cy="713"/>
            </a:xfrm>
            <a:custGeom>
              <a:avLst/>
              <a:gdLst>
                <a:gd name="T0" fmla="*/ 0 w 1426"/>
                <a:gd name="T1" fmla="*/ 222 h 1277"/>
                <a:gd name="T2" fmla="*/ 17 w 1426"/>
                <a:gd name="T3" fmla="*/ 116 h 1277"/>
                <a:gd name="T4" fmla="*/ 30 w 1426"/>
                <a:gd name="T5" fmla="*/ 41 h 1277"/>
                <a:gd name="T6" fmla="*/ 43 w 1426"/>
                <a:gd name="T7" fmla="*/ 8 h 1277"/>
                <a:gd name="T8" fmla="*/ 52 w 1426"/>
                <a:gd name="T9" fmla="*/ 0 h 1277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  <a:gd name="T15" fmla="*/ 0 w 1426"/>
                <a:gd name="T16" fmla="*/ 0 h 1277"/>
                <a:gd name="T17" fmla="*/ 1426 w 1426"/>
                <a:gd name="T18" fmla="*/ 1277 h 1277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T15" t="T16" r="T17" b="T18"/>
              <a:pathLst>
                <a:path w="1426" h="1277">
                  <a:moveTo>
                    <a:pt x="0" y="1277"/>
                  </a:moveTo>
                  <a:cubicBezTo>
                    <a:pt x="78" y="1178"/>
                    <a:pt x="325" y="841"/>
                    <a:pt x="466" y="668"/>
                  </a:cubicBezTo>
                  <a:cubicBezTo>
                    <a:pt x="607" y="495"/>
                    <a:pt x="728" y="342"/>
                    <a:pt x="848" y="239"/>
                  </a:cubicBezTo>
                  <a:cubicBezTo>
                    <a:pt x="967" y="135"/>
                    <a:pt x="1086" y="88"/>
                    <a:pt x="1182" y="48"/>
                  </a:cubicBezTo>
                  <a:cubicBezTo>
                    <a:pt x="1278" y="8"/>
                    <a:pt x="1375" y="10"/>
                    <a:pt x="1426" y="0"/>
                  </a:cubicBezTo>
                </a:path>
              </a:pathLst>
            </a:custGeom>
            <a:noFill/>
            <a:ln w="28575">
              <a:solidFill>
                <a:srgbClr val="FF0000"/>
              </a:solidFill>
              <a:round/>
              <a:headEnd/>
              <a:tailEnd/>
            </a:ln>
          </p:spPr>
          <p:txBody>
            <a:bodyPr/>
            <a:lstStyle/>
            <a:p>
              <a:endParaRPr lang="en-GB"/>
            </a:p>
          </p:txBody>
        </p:sp>
        <p:sp>
          <p:nvSpPr>
            <p:cNvPr id="18488" name="Freeform 21"/>
            <p:cNvSpPr>
              <a:spLocks/>
            </p:cNvSpPr>
            <p:nvPr/>
          </p:nvSpPr>
          <p:spPr bwMode="auto">
            <a:xfrm flipV="1">
              <a:off x="1967" y="2048"/>
              <a:ext cx="450" cy="709"/>
            </a:xfrm>
            <a:custGeom>
              <a:avLst/>
              <a:gdLst>
                <a:gd name="T0" fmla="*/ 49 w 1360"/>
                <a:gd name="T1" fmla="*/ 221 h 1269"/>
                <a:gd name="T2" fmla="*/ 32 w 1360"/>
                <a:gd name="T3" fmla="*/ 115 h 1269"/>
                <a:gd name="T4" fmla="*/ 19 w 1360"/>
                <a:gd name="T5" fmla="*/ 40 h 1269"/>
                <a:gd name="T6" fmla="*/ 7 w 1360"/>
                <a:gd name="T7" fmla="*/ 7 h 1269"/>
                <a:gd name="T8" fmla="*/ 0 w 1360"/>
                <a:gd name="T9" fmla="*/ 0 h 1269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  <a:gd name="T15" fmla="*/ 0 w 1360"/>
                <a:gd name="T16" fmla="*/ 0 h 1269"/>
                <a:gd name="T17" fmla="*/ 1360 w 1360"/>
                <a:gd name="T18" fmla="*/ 1269 h 1269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T15" t="T16" r="T17" b="T18"/>
              <a:pathLst>
                <a:path w="1360" h="1269">
                  <a:moveTo>
                    <a:pt x="1360" y="1269"/>
                  </a:moveTo>
                  <a:cubicBezTo>
                    <a:pt x="1282" y="1170"/>
                    <a:pt x="1035" y="833"/>
                    <a:pt x="894" y="660"/>
                  </a:cubicBezTo>
                  <a:cubicBezTo>
                    <a:pt x="753" y="487"/>
                    <a:pt x="632" y="334"/>
                    <a:pt x="512" y="231"/>
                  </a:cubicBezTo>
                  <a:cubicBezTo>
                    <a:pt x="393" y="127"/>
                    <a:pt x="263" y="78"/>
                    <a:pt x="178" y="40"/>
                  </a:cubicBezTo>
                  <a:cubicBezTo>
                    <a:pt x="93" y="2"/>
                    <a:pt x="37" y="8"/>
                    <a:pt x="0" y="0"/>
                  </a:cubicBezTo>
                </a:path>
              </a:pathLst>
            </a:custGeom>
            <a:noFill/>
            <a:ln w="28575">
              <a:solidFill>
                <a:srgbClr val="FF0000"/>
              </a:solidFill>
              <a:round/>
              <a:headEnd/>
              <a:tailEnd/>
            </a:ln>
          </p:spPr>
          <p:txBody>
            <a:bodyPr/>
            <a:lstStyle/>
            <a:p>
              <a:endParaRPr lang="en-GB"/>
            </a:p>
          </p:txBody>
        </p:sp>
        <p:sp>
          <p:nvSpPr>
            <p:cNvPr id="18489" name="Line 22"/>
            <p:cNvSpPr>
              <a:spLocks noChangeShapeType="1"/>
            </p:cNvSpPr>
            <p:nvPr/>
          </p:nvSpPr>
          <p:spPr bwMode="auto">
            <a:xfrm flipV="1">
              <a:off x="1976" y="2051"/>
              <a:ext cx="1" cy="733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prstDash val="dash"/>
              <a:round/>
              <a:headEnd/>
              <a:tailEnd/>
            </a:ln>
          </p:spPr>
          <p:txBody>
            <a:bodyPr/>
            <a:lstStyle/>
            <a:p>
              <a:endParaRPr lang="en-GB"/>
            </a:p>
          </p:txBody>
        </p:sp>
        <p:sp>
          <p:nvSpPr>
            <p:cNvPr id="18490" name="Freeform 23"/>
            <p:cNvSpPr>
              <a:spLocks/>
            </p:cNvSpPr>
            <p:nvPr/>
          </p:nvSpPr>
          <p:spPr bwMode="auto">
            <a:xfrm>
              <a:off x="2413" y="1332"/>
              <a:ext cx="472" cy="713"/>
            </a:xfrm>
            <a:custGeom>
              <a:avLst/>
              <a:gdLst>
                <a:gd name="T0" fmla="*/ 0 w 1426"/>
                <a:gd name="T1" fmla="*/ 222 h 1277"/>
                <a:gd name="T2" fmla="*/ 17 w 1426"/>
                <a:gd name="T3" fmla="*/ 116 h 1277"/>
                <a:gd name="T4" fmla="*/ 31 w 1426"/>
                <a:gd name="T5" fmla="*/ 41 h 1277"/>
                <a:gd name="T6" fmla="*/ 43 w 1426"/>
                <a:gd name="T7" fmla="*/ 8 h 1277"/>
                <a:gd name="T8" fmla="*/ 52 w 1426"/>
                <a:gd name="T9" fmla="*/ 0 h 1277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  <a:gd name="T15" fmla="*/ 0 w 1426"/>
                <a:gd name="T16" fmla="*/ 0 h 1277"/>
                <a:gd name="T17" fmla="*/ 1426 w 1426"/>
                <a:gd name="T18" fmla="*/ 1277 h 1277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T15" t="T16" r="T17" b="T18"/>
              <a:pathLst>
                <a:path w="1426" h="1277">
                  <a:moveTo>
                    <a:pt x="0" y="1277"/>
                  </a:moveTo>
                  <a:cubicBezTo>
                    <a:pt x="78" y="1178"/>
                    <a:pt x="325" y="841"/>
                    <a:pt x="466" y="668"/>
                  </a:cubicBezTo>
                  <a:cubicBezTo>
                    <a:pt x="607" y="495"/>
                    <a:pt x="728" y="342"/>
                    <a:pt x="848" y="239"/>
                  </a:cubicBezTo>
                  <a:cubicBezTo>
                    <a:pt x="967" y="135"/>
                    <a:pt x="1086" y="88"/>
                    <a:pt x="1182" y="48"/>
                  </a:cubicBezTo>
                  <a:cubicBezTo>
                    <a:pt x="1278" y="8"/>
                    <a:pt x="1375" y="10"/>
                    <a:pt x="1426" y="0"/>
                  </a:cubicBezTo>
                </a:path>
              </a:pathLst>
            </a:custGeom>
            <a:noFill/>
            <a:ln w="28575">
              <a:solidFill>
                <a:srgbClr val="FF0000"/>
              </a:solidFill>
              <a:round/>
              <a:headEnd/>
              <a:tailEnd/>
            </a:ln>
          </p:spPr>
          <p:txBody>
            <a:bodyPr/>
            <a:lstStyle/>
            <a:p>
              <a:endParaRPr lang="en-GB"/>
            </a:p>
          </p:txBody>
        </p:sp>
        <p:sp>
          <p:nvSpPr>
            <p:cNvPr id="18491" name="Freeform 24"/>
            <p:cNvSpPr>
              <a:spLocks/>
            </p:cNvSpPr>
            <p:nvPr/>
          </p:nvSpPr>
          <p:spPr bwMode="auto">
            <a:xfrm>
              <a:off x="2874" y="1328"/>
              <a:ext cx="450" cy="709"/>
            </a:xfrm>
            <a:custGeom>
              <a:avLst/>
              <a:gdLst>
                <a:gd name="T0" fmla="*/ 49 w 1360"/>
                <a:gd name="T1" fmla="*/ 221 h 1269"/>
                <a:gd name="T2" fmla="*/ 32 w 1360"/>
                <a:gd name="T3" fmla="*/ 115 h 1269"/>
                <a:gd name="T4" fmla="*/ 19 w 1360"/>
                <a:gd name="T5" fmla="*/ 40 h 1269"/>
                <a:gd name="T6" fmla="*/ 7 w 1360"/>
                <a:gd name="T7" fmla="*/ 7 h 1269"/>
                <a:gd name="T8" fmla="*/ 0 w 1360"/>
                <a:gd name="T9" fmla="*/ 0 h 1269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  <a:gd name="T15" fmla="*/ 0 w 1360"/>
                <a:gd name="T16" fmla="*/ 0 h 1269"/>
                <a:gd name="T17" fmla="*/ 1360 w 1360"/>
                <a:gd name="T18" fmla="*/ 1269 h 1269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T15" t="T16" r="T17" b="T18"/>
              <a:pathLst>
                <a:path w="1360" h="1269">
                  <a:moveTo>
                    <a:pt x="1360" y="1269"/>
                  </a:moveTo>
                  <a:cubicBezTo>
                    <a:pt x="1282" y="1170"/>
                    <a:pt x="1035" y="833"/>
                    <a:pt x="894" y="660"/>
                  </a:cubicBezTo>
                  <a:cubicBezTo>
                    <a:pt x="753" y="487"/>
                    <a:pt x="632" y="334"/>
                    <a:pt x="512" y="231"/>
                  </a:cubicBezTo>
                  <a:cubicBezTo>
                    <a:pt x="393" y="127"/>
                    <a:pt x="263" y="78"/>
                    <a:pt x="178" y="40"/>
                  </a:cubicBezTo>
                  <a:cubicBezTo>
                    <a:pt x="93" y="2"/>
                    <a:pt x="37" y="8"/>
                    <a:pt x="0" y="0"/>
                  </a:cubicBezTo>
                </a:path>
              </a:pathLst>
            </a:custGeom>
            <a:noFill/>
            <a:ln w="28575">
              <a:solidFill>
                <a:srgbClr val="FF0000"/>
              </a:solidFill>
              <a:round/>
              <a:headEnd/>
              <a:tailEnd/>
            </a:ln>
          </p:spPr>
          <p:txBody>
            <a:bodyPr/>
            <a:lstStyle/>
            <a:p>
              <a:endParaRPr lang="en-GB"/>
            </a:p>
          </p:txBody>
        </p:sp>
        <p:sp>
          <p:nvSpPr>
            <p:cNvPr id="18492" name="Line 25"/>
            <p:cNvSpPr>
              <a:spLocks noChangeShapeType="1"/>
            </p:cNvSpPr>
            <p:nvPr/>
          </p:nvSpPr>
          <p:spPr bwMode="auto">
            <a:xfrm>
              <a:off x="2884" y="1331"/>
              <a:ext cx="0" cy="733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prstDash val="dash"/>
              <a:round/>
              <a:headEnd/>
              <a:tailEnd/>
            </a:ln>
          </p:spPr>
          <p:txBody>
            <a:bodyPr/>
            <a:lstStyle/>
            <a:p>
              <a:endParaRPr lang="en-GB"/>
            </a:p>
          </p:txBody>
        </p:sp>
        <p:sp>
          <p:nvSpPr>
            <p:cNvPr id="18493" name="Freeform 26"/>
            <p:cNvSpPr>
              <a:spLocks/>
            </p:cNvSpPr>
            <p:nvPr/>
          </p:nvSpPr>
          <p:spPr bwMode="auto">
            <a:xfrm flipV="1">
              <a:off x="3338" y="2060"/>
              <a:ext cx="471" cy="713"/>
            </a:xfrm>
            <a:custGeom>
              <a:avLst/>
              <a:gdLst>
                <a:gd name="T0" fmla="*/ 0 w 1426"/>
                <a:gd name="T1" fmla="*/ 222 h 1277"/>
                <a:gd name="T2" fmla="*/ 17 w 1426"/>
                <a:gd name="T3" fmla="*/ 116 h 1277"/>
                <a:gd name="T4" fmla="*/ 30 w 1426"/>
                <a:gd name="T5" fmla="*/ 41 h 1277"/>
                <a:gd name="T6" fmla="*/ 43 w 1426"/>
                <a:gd name="T7" fmla="*/ 8 h 1277"/>
                <a:gd name="T8" fmla="*/ 52 w 1426"/>
                <a:gd name="T9" fmla="*/ 0 h 1277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  <a:gd name="T15" fmla="*/ 0 w 1426"/>
                <a:gd name="T16" fmla="*/ 0 h 1277"/>
                <a:gd name="T17" fmla="*/ 1426 w 1426"/>
                <a:gd name="T18" fmla="*/ 1277 h 1277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T15" t="T16" r="T17" b="T18"/>
              <a:pathLst>
                <a:path w="1426" h="1277">
                  <a:moveTo>
                    <a:pt x="0" y="1277"/>
                  </a:moveTo>
                  <a:cubicBezTo>
                    <a:pt x="78" y="1178"/>
                    <a:pt x="325" y="841"/>
                    <a:pt x="466" y="668"/>
                  </a:cubicBezTo>
                  <a:cubicBezTo>
                    <a:pt x="607" y="495"/>
                    <a:pt x="728" y="342"/>
                    <a:pt x="848" y="239"/>
                  </a:cubicBezTo>
                  <a:cubicBezTo>
                    <a:pt x="967" y="135"/>
                    <a:pt x="1086" y="88"/>
                    <a:pt x="1182" y="48"/>
                  </a:cubicBezTo>
                  <a:cubicBezTo>
                    <a:pt x="1278" y="8"/>
                    <a:pt x="1375" y="10"/>
                    <a:pt x="1426" y="0"/>
                  </a:cubicBezTo>
                </a:path>
              </a:pathLst>
            </a:custGeom>
            <a:noFill/>
            <a:ln w="28575">
              <a:solidFill>
                <a:srgbClr val="FF0000"/>
              </a:solidFill>
              <a:round/>
              <a:headEnd/>
              <a:tailEnd/>
            </a:ln>
          </p:spPr>
          <p:txBody>
            <a:bodyPr/>
            <a:lstStyle/>
            <a:p>
              <a:endParaRPr lang="en-GB"/>
            </a:p>
          </p:txBody>
        </p:sp>
        <p:sp>
          <p:nvSpPr>
            <p:cNvPr id="18494" name="Freeform 27"/>
            <p:cNvSpPr>
              <a:spLocks/>
            </p:cNvSpPr>
            <p:nvPr/>
          </p:nvSpPr>
          <p:spPr bwMode="auto">
            <a:xfrm flipV="1">
              <a:off x="3799" y="2056"/>
              <a:ext cx="450" cy="709"/>
            </a:xfrm>
            <a:custGeom>
              <a:avLst/>
              <a:gdLst>
                <a:gd name="T0" fmla="*/ 49 w 1360"/>
                <a:gd name="T1" fmla="*/ 221 h 1269"/>
                <a:gd name="T2" fmla="*/ 32 w 1360"/>
                <a:gd name="T3" fmla="*/ 115 h 1269"/>
                <a:gd name="T4" fmla="*/ 19 w 1360"/>
                <a:gd name="T5" fmla="*/ 40 h 1269"/>
                <a:gd name="T6" fmla="*/ 7 w 1360"/>
                <a:gd name="T7" fmla="*/ 7 h 1269"/>
                <a:gd name="T8" fmla="*/ 0 w 1360"/>
                <a:gd name="T9" fmla="*/ 0 h 1269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  <a:gd name="T15" fmla="*/ 0 w 1360"/>
                <a:gd name="T16" fmla="*/ 0 h 1269"/>
                <a:gd name="T17" fmla="*/ 1360 w 1360"/>
                <a:gd name="T18" fmla="*/ 1269 h 1269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T15" t="T16" r="T17" b="T18"/>
              <a:pathLst>
                <a:path w="1360" h="1269">
                  <a:moveTo>
                    <a:pt x="1360" y="1269"/>
                  </a:moveTo>
                  <a:cubicBezTo>
                    <a:pt x="1282" y="1170"/>
                    <a:pt x="1035" y="833"/>
                    <a:pt x="894" y="660"/>
                  </a:cubicBezTo>
                  <a:cubicBezTo>
                    <a:pt x="753" y="487"/>
                    <a:pt x="632" y="334"/>
                    <a:pt x="512" y="231"/>
                  </a:cubicBezTo>
                  <a:cubicBezTo>
                    <a:pt x="393" y="127"/>
                    <a:pt x="263" y="78"/>
                    <a:pt x="178" y="40"/>
                  </a:cubicBezTo>
                  <a:cubicBezTo>
                    <a:pt x="93" y="2"/>
                    <a:pt x="37" y="8"/>
                    <a:pt x="0" y="0"/>
                  </a:cubicBezTo>
                </a:path>
              </a:pathLst>
            </a:custGeom>
            <a:noFill/>
            <a:ln w="28575">
              <a:solidFill>
                <a:srgbClr val="FF0000"/>
              </a:solidFill>
              <a:round/>
              <a:headEnd/>
              <a:tailEnd/>
            </a:ln>
          </p:spPr>
          <p:txBody>
            <a:bodyPr/>
            <a:lstStyle/>
            <a:p>
              <a:endParaRPr lang="en-GB"/>
            </a:p>
          </p:txBody>
        </p:sp>
        <p:sp>
          <p:nvSpPr>
            <p:cNvPr id="18495" name="Line 28"/>
            <p:cNvSpPr>
              <a:spLocks noChangeShapeType="1"/>
            </p:cNvSpPr>
            <p:nvPr/>
          </p:nvSpPr>
          <p:spPr bwMode="auto">
            <a:xfrm flipV="1">
              <a:off x="3808" y="2059"/>
              <a:ext cx="1" cy="733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prstDash val="dash"/>
              <a:round/>
              <a:headEnd/>
              <a:tailEnd/>
            </a:ln>
          </p:spPr>
          <p:txBody>
            <a:bodyPr/>
            <a:lstStyle/>
            <a:p>
              <a:endParaRPr lang="en-GB"/>
            </a:p>
          </p:txBody>
        </p:sp>
        <p:grpSp>
          <p:nvGrpSpPr>
            <p:cNvPr id="4" name="Group 29"/>
            <p:cNvGrpSpPr>
              <a:grpSpLocks/>
            </p:cNvGrpSpPr>
            <p:nvPr/>
          </p:nvGrpSpPr>
          <p:grpSpPr bwMode="auto">
            <a:xfrm>
              <a:off x="4261" y="1328"/>
              <a:ext cx="911" cy="736"/>
              <a:chOff x="709" y="1560"/>
              <a:chExt cx="911" cy="736"/>
            </a:xfrm>
          </p:grpSpPr>
          <p:sp>
            <p:nvSpPr>
              <p:cNvPr id="18497" name="Freeform 30"/>
              <p:cNvSpPr>
                <a:spLocks/>
              </p:cNvSpPr>
              <p:nvPr/>
            </p:nvSpPr>
            <p:spPr bwMode="auto">
              <a:xfrm>
                <a:off x="709" y="1564"/>
                <a:ext cx="472" cy="713"/>
              </a:xfrm>
              <a:custGeom>
                <a:avLst/>
                <a:gdLst>
                  <a:gd name="T0" fmla="*/ 0 w 1426"/>
                  <a:gd name="T1" fmla="*/ 222 h 1277"/>
                  <a:gd name="T2" fmla="*/ 17 w 1426"/>
                  <a:gd name="T3" fmla="*/ 116 h 1277"/>
                  <a:gd name="T4" fmla="*/ 31 w 1426"/>
                  <a:gd name="T5" fmla="*/ 41 h 1277"/>
                  <a:gd name="T6" fmla="*/ 43 w 1426"/>
                  <a:gd name="T7" fmla="*/ 8 h 1277"/>
                  <a:gd name="T8" fmla="*/ 52 w 1426"/>
                  <a:gd name="T9" fmla="*/ 0 h 1277"/>
                  <a:gd name="T10" fmla="*/ 0 60000 65536"/>
                  <a:gd name="T11" fmla="*/ 0 60000 65536"/>
                  <a:gd name="T12" fmla="*/ 0 60000 65536"/>
                  <a:gd name="T13" fmla="*/ 0 60000 65536"/>
                  <a:gd name="T14" fmla="*/ 0 60000 65536"/>
                  <a:gd name="T15" fmla="*/ 0 w 1426"/>
                  <a:gd name="T16" fmla="*/ 0 h 1277"/>
                  <a:gd name="T17" fmla="*/ 1426 w 1426"/>
                  <a:gd name="T18" fmla="*/ 1277 h 1277"/>
                </a:gdLst>
                <a:ahLst/>
                <a:cxnLst>
                  <a:cxn ang="T10">
                    <a:pos x="T0" y="T1"/>
                  </a:cxn>
                  <a:cxn ang="T11">
                    <a:pos x="T2" y="T3"/>
                  </a:cxn>
                  <a:cxn ang="T12">
                    <a:pos x="T4" y="T5"/>
                  </a:cxn>
                  <a:cxn ang="T13">
                    <a:pos x="T6" y="T7"/>
                  </a:cxn>
                  <a:cxn ang="T14">
                    <a:pos x="T8" y="T9"/>
                  </a:cxn>
                </a:cxnLst>
                <a:rect l="T15" t="T16" r="T17" b="T18"/>
                <a:pathLst>
                  <a:path w="1426" h="1277">
                    <a:moveTo>
                      <a:pt x="0" y="1277"/>
                    </a:moveTo>
                    <a:cubicBezTo>
                      <a:pt x="78" y="1178"/>
                      <a:pt x="325" y="841"/>
                      <a:pt x="466" y="668"/>
                    </a:cubicBezTo>
                    <a:cubicBezTo>
                      <a:pt x="607" y="495"/>
                      <a:pt x="728" y="342"/>
                      <a:pt x="848" y="239"/>
                    </a:cubicBezTo>
                    <a:cubicBezTo>
                      <a:pt x="967" y="135"/>
                      <a:pt x="1086" y="88"/>
                      <a:pt x="1182" y="48"/>
                    </a:cubicBezTo>
                    <a:cubicBezTo>
                      <a:pt x="1278" y="8"/>
                      <a:pt x="1375" y="10"/>
                      <a:pt x="1426" y="0"/>
                    </a:cubicBezTo>
                  </a:path>
                </a:pathLst>
              </a:custGeom>
              <a:noFill/>
              <a:ln w="28575">
                <a:solidFill>
                  <a:srgbClr val="FF0000"/>
                </a:solidFill>
                <a:round/>
                <a:headEnd/>
                <a:tailEnd/>
              </a:ln>
            </p:spPr>
            <p:txBody>
              <a:bodyPr/>
              <a:lstStyle/>
              <a:p>
                <a:endParaRPr lang="en-GB"/>
              </a:p>
            </p:txBody>
          </p:sp>
          <p:sp>
            <p:nvSpPr>
              <p:cNvPr id="18498" name="Freeform 31"/>
              <p:cNvSpPr>
                <a:spLocks/>
              </p:cNvSpPr>
              <p:nvPr/>
            </p:nvSpPr>
            <p:spPr bwMode="auto">
              <a:xfrm>
                <a:off x="1170" y="1560"/>
                <a:ext cx="450" cy="709"/>
              </a:xfrm>
              <a:custGeom>
                <a:avLst/>
                <a:gdLst>
                  <a:gd name="T0" fmla="*/ 49 w 1360"/>
                  <a:gd name="T1" fmla="*/ 221 h 1269"/>
                  <a:gd name="T2" fmla="*/ 32 w 1360"/>
                  <a:gd name="T3" fmla="*/ 115 h 1269"/>
                  <a:gd name="T4" fmla="*/ 19 w 1360"/>
                  <a:gd name="T5" fmla="*/ 40 h 1269"/>
                  <a:gd name="T6" fmla="*/ 7 w 1360"/>
                  <a:gd name="T7" fmla="*/ 7 h 1269"/>
                  <a:gd name="T8" fmla="*/ 0 w 1360"/>
                  <a:gd name="T9" fmla="*/ 0 h 1269"/>
                  <a:gd name="T10" fmla="*/ 0 60000 65536"/>
                  <a:gd name="T11" fmla="*/ 0 60000 65536"/>
                  <a:gd name="T12" fmla="*/ 0 60000 65536"/>
                  <a:gd name="T13" fmla="*/ 0 60000 65536"/>
                  <a:gd name="T14" fmla="*/ 0 60000 65536"/>
                  <a:gd name="T15" fmla="*/ 0 w 1360"/>
                  <a:gd name="T16" fmla="*/ 0 h 1269"/>
                  <a:gd name="T17" fmla="*/ 1360 w 1360"/>
                  <a:gd name="T18" fmla="*/ 1269 h 1269"/>
                </a:gdLst>
                <a:ahLst/>
                <a:cxnLst>
                  <a:cxn ang="T10">
                    <a:pos x="T0" y="T1"/>
                  </a:cxn>
                  <a:cxn ang="T11">
                    <a:pos x="T2" y="T3"/>
                  </a:cxn>
                  <a:cxn ang="T12">
                    <a:pos x="T4" y="T5"/>
                  </a:cxn>
                  <a:cxn ang="T13">
                    <a:pos x="T6" y="T7"/>
                  </a:cxn>
                  <a:cxn ang="T14">
                    <a:pos x="T8" y="T9"/>
                  </a:cxn>
                </a:cxnLst>
                <a:rect l="T15" t="T16" r="T17" b="T18"/>
                <a:pathLst>
                  <a:path w="1360" h="1269">
                    <a:moveTo>
                      <a:pt x="1360" y="1269"/>
                    </a:moveTo>
                    <a:cubicBezTo>
                      <a:pt x="1282" y="1170"/>
                      <a:pt x="1035" y="833"/>
                      <a:pt x="894" y="660"/>
                    </a:cubicBezTo>
                    <a:cubicBezTo>
                      <a:pt x="753" y="487"/>
                      <a:pt x="632" y="334"/>
                      <a:pt x="512" y="231"/>
                    </a:cubicBezTo>
                    <a:cubicBezTo>
                      <a:pt x="393" y="127"/>
                      <a:pt x="263" y="78"/>
                      <a:pt x="178" y="40"/>
                    </a:cubicBezTo>
                    <a:cubicBezTo>
                      <a:pt x="93" y="2"/>
                      <a:pt x="37" y="8"/>
                      <a:pt x="0" y="0"/>
                    </a:cubicBezTo>
                  </a:path>
                </a:pathLst>
              </a:custGeom>
              <a:noFill/>
              <a:ln w="28575">
                <a:solidFill>
                  <a:srgbClr val="FF0000"/>
                </a:solidFill>
                <a:round/>
                <a:headEnd/>
                <a:tailEnd/>
              </a:ln>
            </p:spPr>
            <p:txBody>
              <a:bodyPr/>
              <a:lstStyle/>
              <a:p>
                <a:endParaRPr lang="en-GB"/>
              </a:p>
            </p:txBody>
          </p:sp>
          <p:sp>
            <p:nvSpPr>
              <p:cNvPr id="18499" name="Line 32"/>
              <p:cNvSpPr>
                <a:spLocks noChangeShapeType="1"/>
              </p:cNvSpPr>
              <p:nvPr/>
            </p:nvSpPr>
            <p:spPr bwMode="auto">
              <a:xfrm>
                <a:off x="1180" y="1563"/>
                <a:ext cx="0" cy="733"/>
              </a:xfrm>
              <a:prstGeom prst="line">
                <a:avLst/>
              </a:prstGeom>
              <a:noFill/>
              <a:ln w="9525">
                <a:solidFill>
                  <a:schemeClr val="tx1"/>
                </a:solidFill>
                <a:prstDash val="dash"/>
                <a:round/>
                <a:headEnd/>
                <a:tailEnd/>
              </a:ln>
            </p:spPr>
            <p:txBody>
              <a:bodyPr/>
              <a:lstStyle/>
              <a:p>
                <a:endParaRPr lang="en-GB"/>
              </a:p>
            </p:txBody>
          </p:sp>
        </p:grpSp>
      </p:grpSp>
      <p:grpSp>
        <p:nvGrpSpPr>
          <p:cNvPr id="5" name="Group 33"/>
          <p:cNvGrpSpPr>
            <a:grpSpLocks/>
          </p:cNvGrpSpPr>
          <p:nvPr/>
        </p:nvGrpSpPr>
        <p:grpSpPr bwMode="auto">
          <a:xfrm>
            <a:off x="5391150" y="1803400"/>
            <a:ext cx="1895475" cy="782638"/>
            <a:chOff x="554" y="1205"/>
            <a:chExt cx="4743" cy="1681"/>
          </a:xfrm>
        </p:grpSpPr>
        <p:sp>
          <p:nvSpPr>
            <p:cNvPr id="18465" name="Line 34"/>
            <p:cNvSpPr>
              <a:spLocks noChangeShapeType="1"/>
            </p:cNvSpPr>
            <p:nvPr/>
          </p:nvSpPr>
          <p:spPr bwMode="auto">
            <a:xfrm>
              <a:off x="554" y="2043"/>
              <a:ext cx="4743" cy="1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</p:spPr>
          <p:txBody>
            <a:bodyPr/>
            <a:lstStyle/>
            <a:p>
              <a:endParaRPr lang="en-GB"/>
            </a:p>
          </p:txBody>
        </p:sp>
        <p:sp>
          <p:nvSpPr>
            <p:cNvPr id="18466" name="Line 35"/>
            <p:cNvSpPr>
              <a:spLocks noChangeShapeType="1"/>
            </p:cNvSpPr>
            <p:nvPr/>
          </p:nvSpPr>
          <p:spPr bwMode="auto">
            <a:xfrm>
              <a:off x="578" y="1205"/>
              <a:ext cx="1" cy="1681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</p:spPr>
          <p:txBody>
            <a:bodyPr/>
            <a:lstStyle/>
            <a:p>
              <a:endParaRPr lang="en-GB"/>
            </a:p>
          </p:txBody>
        </p:sp>
        <p:grpSp>
          <p:nvGrpSpPr>
            <p:cNvPr id="6" name="Group 36"/>
            <p:cNvGrpSpPr>
              <a:grpSpLocks/>
            </p:cNvGrpSpPr>
            <p:nvPr/>
          </p:nvGrpSpPr>
          <p:grpSpPr bwMode="auto">
            <a:xfrm>
              <a:off x="581" y="1320"/>
              <a:ext cx="911" cy="736"/>
              <a:chOff x="709" y="1560"/>
              <a:chExt cx="911" cy="736"/>
            </a:xfrm>
          </p:grpSpPr>
          <p:sp>
            <p:nvSpPr>
              <p:cNvPr id="18481" name="Freeform 37"/>
              <p:cNvSpPr>
                <a:spLocks/>
              </p:cNvSpPr>
              <p:nvPr/>
            </p:nvSpPr>
            <p:spPr bwMode="auto">
              <a:xfrm>
                <a:off x="709" y="1564"/>
                <a:ext cx="472" cy="713"/>
              </a:xfrm>
              <a:custGeom>
                <a:avLst/>
                <a:gdLst>
                  <a:gd name="T0" fmla="*/ 0 w 1426"/>
                  <a:gd name="T1" fmla="*/ 222 h 1277"/>
                  <a:gd name="T2" fmla="*/ 17 w 1426"/>
                  <a:gd name="T3" fmla="*/ 116 h 1277"/>
                  <a:gd name="T4" fmla="*/ 31 w 1426"/>
                  <a:gd name="T5" fmla="*/ 41 h 1277"/>
                  <a:gd name="T6" fmla="*/ 43 w 1426"/>
                  <a:gd name="T7" fmla="*/ 8 h 1277"/>
                  <a:gd name="T8" fmla="*/ 52 w 1426"/>
                  <a:gd name="T9" fmla="*/ 0 h 1277"/>
                  <a:gd name="T10" fmla="*/ 0 60000 65536"/>
                  <a:gd name="T11" fmla="*/ 0 60000 65536"/>
                  <a:gd name="T12" fmla="*/ 0 60000 65536"/>
                  <a:gd name="T13" fmla="*/ 0 60000 65536"/>
                  <a:gd name="T14" fmla="*/ 0 60000 65536"/>
                  <a:gd name="T15" fmla="*/ 0 w 1426"/>
                  <a:gd name="T16" fmla="*/ 0 h 1277"/>
                  <a:gd name="T17" fmla="*/ 1426 w 1426"/>
                  <a:gd name="T18" fmla="*/ 1277 h 1277"/>
                </a:gdLst>
                <a:ahLst/>
                <a:cxnLst>
                  <a:cxn ang="T10">
                    <a:pos x="T0" y="T1"/>
                  </a:cxn>
                  <a:cxn ang="T11">
                    <a:pos x="T2" y="T3"/>
                  </a:cxn>
                  <a:cxn ang="T12">
                    <a:pos x="T4" y="T5"/>
                  </a:cxn>
                  <a:cxn ang="T13">
                    <a:pos x="T6" y="T7"/>
                  </a:cxn>
                  <a:cxn ang="T14">
                    <a:pos x="T8" y="T9"/>
                  </a:cxn>
                </a:cxnLst>
                <a:rect l="T15" t="T16" r="T17" b="T18"/>
                <a:pathLst>
                  <a:path w="1426" h="1277">
                    <a:moveTo>
                      <a:pt x="0" y="1277"/>
                    </a:moveTo>
                    <a:cubicBezTo>
                      <a:pt x="78" y="1178"/>
                      <a:pt x="325" y="841"/>
                      <a:pt x="466" y="668"/>
                    </a:cubicBezTo>
                    <a:cubicBezTo>
                      <a:pt x="607" y="495"/>
                      <a:pt x="728" y="342"/>
                      <a:pt x="848" y="239"/>
                    </a:cubicBezTo>
                    <a:cubicBezTo>
                      <a:pt x="967" y="135"/>
                      <a:pt x="1086" y="88"/>
                      <a:pt x="1182" y="48"/>
                    </a:cubicBezTo>
                    <a:cubicBezTo>
                      <a:pt x="1278" y="8"/>
                      <a:pt x="1375" y="10"/>
                      <a:pt x="1426" y="0"/>
                    </a:cubicBezTo>
                  </a:path>
                </a:pathLst>
              </a:custGeom>
              <a:noFill/>
              <a:ln w="28575">
                <a:solidFill>
                  <a:srgbClr val="FF0000"/>
                </a:solidFill>
                <a:round/>
                <a:headEnd/>
                <a:tailEnd/>
              </a:ln>
            </p:spPr>
            <p:txBody>
              <a:bodyPr/>
              <a:lstStyle/>
              <a:p>
                <a:endParaRPr lang="en-GB"/>
              </a:p>
            </p:txBody>
          </p:sp>
          <p:sp>
            <p:nvSpPr>
              <p:cNvPr id="18482" name="Freeform 38"/>
              <p:cNvSpPr>
                <a:spLocks/>
              </p:cNvSpPr>
              <p:nvPr/>
            </p:nvSpPr>
            <p:spPr bwMode="auto">
              <a:xfrm>
                <a:off x="1170" y="1560"/>
                <a:ext cx="450" cy="709"/>
              </a:xfrm>
              <a:custGeom>
                <a:avLst/>
                <a:gdLst>
                  <a:gd name="T0" fmla="*/ 49 w 1360"/>
                  <a:gd name="T1" fmla="*/ 221 h 1269"/>
                  <a:gd name="T2" fmla="*/ 32 w 1360"/>
                  <a:gd name="T3" fmla="*/ 115 h 1269"/>
                  <a:gd name="T4" fmla="*/ 19 w 1360"/>
                  <a:gd name="T5" fmla="*/ 40 h 1269"/>
                  <a:gd name="T6" fmla="*/ 7 w 1360"/>
                  <a:gd name="T7" fmla="*/ 7 h 1269"/>
                  <a:gd name="T8" fmla="*/ 0 w 1360"/>
                  <a:gd name="T9" fmla="*/ 0 h 1269"/>
                  <a:gd name="T10" fmla="*/ 0 60000 65536"/>
                  <a:gd name="T11" fmla="*/ 0 60000 65536"/>
                  <a:gd name="T12" fmla="*/ 0 60000 65536"/>
                  <a:gd name="T13" fmla="*/ 0 60000 65536"/>
                  <a:gd name="T14" fmla="*/ 0 60000 65536"/>
                  <a:gd name="T15" fmla="*/ 0 w 1360"/>
                  <a:gd name="T16" fmla="*/ 0 h 1269"/>
                  <a:gd name="T17" fmla="*/ 1360 w 1360"/>
                  <a:gd name="T18" fmla="*/ 1269 h 1269"/>
                </a:gdLst>
                <a:ahLst/>
                <a:cxnLst>
                  <a:cxn ang="T10">
                    <a:pos x="T0" y="T1"/>
                  </a:cxn>
                  <a:cxn ang="T11">
                    <a:pos x="T2" y="T3"/>
                  </a:cxn>
                  <a:cxn ang="T12">
                    <a:pos x="T4" y="T5"/>
                  </a:cxn>
                  <a:cxn ang="T13">
                    <a:pos x="T6" y="T7"/>
                  </a:cxn>
                  <a:cxn ang="T14">
                    <a:pos x="T8" y="T9"/>
                  </a:cxn>
                </a:cxnLst>
                <a:rect l="T15" t="T16" r="T17" b="T18"/>
                <a:pathLst>
                  <a:path w="1360" h="1269">
                    <a:moveTo>
                      <a:pt x="1360" y="1269"/>
                    </a:moveTo>
                    <a:cubicBezTo>
                      <a:pt x="1282" y="1170"/>
                      <a:pt x="1035" y="833"/>
                      <a:pt x="894" y="660"/>
                    </a:cubicBezTo>
                    <a:cubicBezTo>
                      <a:pt x="753" y="487"/>
                      <a:pt x="632" y="334"/>
                      <a:pt x="512" y="231"/>
                    </a:cubicBezTo>
                    <a:cubicBezTo>
                      <a:pt x="393" y="127"/>
                      <a:pt x="263" y="78"/>
                      <a:pt x="178" y="40"/>
                    </a:cubicBezTo>
                    <a:cubicBezTo>
                      <a:pt x="93" y="2"/>
                      <a:pt x="37" y="8"/>
                      <a:pt x="0" y="0"/>
                    </a:cubicBezTo>
                  </a:path>
                </a:pathLst>
              </a:custGeom>
              <a:noFill/>
              <a:ln w="28575">
                <a:solidFill>
                  <a:srgbClr val="FF0000"/>
                </a:solidFill>
                <a:round/>
                <a:headEnd/>
                <a:tailEnd/>
              </a:ln>
            </p:spPr>
            <p:txBody>
              <a:bodyPr/>
              <a:lstStyle/>
              <a:p>
                <a:endParaRPr lang="en-GB"/>
              </a:p>
            </p:txBody>
          </p:sp>
          <p:sp>
            <p:nvSpPr>
              <p:cNvPr id="18483" name="Line 39"/>
              <p:cNvSpPr>
                <a:spLocks noChangeShapeType="1"/>
              </p:cNvSpPr>
              <p:nvPr/>
            </p:nvSpPr>
            <p:spPr bwMode="auto">
              <a:xfrm>
                <a:off x="1180" y="1563"/>
                <a:ext cx="0" cy="733"/>
              </a:xfrm>
              <a:prstGeom prst="line">
                <a:avLst/>
              </a:prstGeom>
              <a:noFill/>
              <a:ln w="9525">
                <a:solidFill>
                  <a:schemeClr val="tx1"/>
                </a:solidFill>
                <a:prstDash val="dash"/>
                <a:round/>
                <a:headEnd/>
                <a:tailEnd/>
              </a:ln>
            </p:spPr>
            <p:txBody>
              <a:bodyPr/>
              <a:lstStyle/>
              <a:p>
                <a:endParaRPr lang="en-GB"/>
              </a:p>
            </p:txBody>
          </p:sp>
        </p:grpSp>
        <p:sp>
          <p:nvSpPr>
            <p:cNvPr id="18468" name="Freeform 40"/>
            <p:cNvSpPr>
              <a:spLocks/>
            </p:cNvSpPr>
            <p:nvPr/>
          </p:nvSpPr>
          <p:spPr bwMode="auto">
            <a:xfrm flipV="1">
              <a:off x="1506" y="2052"/>
              <a:ext cx="471" cy="713"/>
            </a:xfrm>
            <a:custGeom>
              <a:avLst/>
              <a:gdLst>
                <a:gd name="T0" fmla="*/ 0 w 1426"/>
                <a:gd name="T1" fmla="*/ 222 h 1277"/>
                <a:gd name="T2" fmla="*/ 17 w 1426"/>
                <a:gd name="T3" fmla="*/ 116 h 1277"/>
                <a:gd name="T4" fmla="*/ 30 w 1426"/>
                <a:gd name="T5" fmla="*/ 41 h 1277"/>
                <a:gd name="T6" fmla="*/ 43 w 1426"/>
                <a:gd name="T7" fmla="*/ 8 h 1277"/>
                <a:gd name="T8" fmla="*/ 52 w 1426"/>
                <a:gd name="T9" fmla="*/ 0 h 1277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  <a:gd name="T15" fmla="*/ 0 w 1426"/>
                <a:gd name="T16" fmla="*/ 0 h 1277"/>
                <a:gd name="T17" fmla="*/ 1426 w 1426"/>
                <a:gd name="T18" fmla="*/ 1277 h 1277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T15" t="T16" r="T17" b="T18"/>
              <a:pathLst>
                <a:path w="1426" h="1277">
                  <a:moveTo>
                    <a:pt x="0" y="1277"/>
                  </a:moveTo>
                  <a:cubicBezTo>
                    <a:pt x="78" y="1178"/>
                    <a:pt x="325" y="841"/>
                    <a:pt x="466" y="668"/>
                  </a:cubicBezTo>
                  <a:cubicBezTo>
                    <a:pt x="607" y="495"/>
                    <a:pt x="728" y="342"/>
                    <a:pt x="848" y="239"/>
                  </a:cubicBezTo>
                  <a:cubicBezTo>
                    <a:pt x="967" y="135"/>
                    <a:pt x="1086" y="88"/>
                    <a:pt x="1182" y="48"/>
                  </a:cubicBezTo>
                  <a:cubicBezTo>
                    <a:pt x="1278" y="8"/>
                    <a:pt x="1375" y="10"/>
                    <a:pt x="1426" y="0"/>
                  </a:cubicBezTo>
                </a:path>
              </a:pathLst>
            </a:custGeom>
            <a:noFill/>
            <a:ln w="28575">
              <a:solidFill>
                <a:srgbClr val="FF0000"/>
              </a:solidFill>
              <a:round/>
              <a:headEnd/>
              <a:tailEnd/>
            </a:ln>
          </p:spPr>
          <p:txBody>
            <a:bodyPr/>
            <a:lstStyle/>
            <a:p>
              <a:endParaRPr lang="en-GB"/>
            </a:p>
          </p:txBody>
        </p:sp>
        <p:sp>
          <p:nvSpPr>
            <p:cNvPr id="18469" name="Freeform 41"/>
            <p:cNvSpPr>
              <a:spLocks/>
            </p:cNvSpPr>
            <p:nvPr/>
          </p:nvSpPr>
          <p:spPr bwMode="auto">
            <a:xfrm flipV="1">
              <a:off x="1967" y="2048"/>
              <a:ext cx="450" cy="709"/>
            </a:xfrm>
            <a:custGeom>
              <a:avLst/>
              <a:gdLst>
                <a:gd name="T0" fmla="*/ 49 w 1360"/>
                <a:gd name="T1" fmla="*/ 221 h 1269"/>
                <a:gd name="T2" fmla="*/ 32 w 1360"/>
                <a:gd name="T3" fmla="*/ 115 h 1269"/>
                <a:gd name="T4" fmla="*/ 19 w 1360"/>
                <a:gd name="T5" fmla="*/ 40 h 1269"/>
                <a:gd name="T6" fmla="*/ 7 w 1360"/>
                <a:gd name="T7" fmla="*/ 7 h 1269"/>
                <a:gd name="T8" fmla="*/ 0 w 1360"/>
                <a:gd name="T9" fmla="*/ 0 h 1269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  <a:gd name="T15" fmla="*/ 0 w 1360"/>
                <a:gd name="T16" fmla="*/ 0 h 1269"/>
                <a:gd name="T17" fmla="*/ 1360 w 1360"/>
                <a:gd name="T18" fmla="*/ 1269 h 1269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T15" t="T16" r="T17" b="T18"/>
              <a:pathLst>
                <a:path w="1360" h="1269">
                  <a:moveTo>
                    <a:pt x="1360" y="1269"/>
                  </a:moveTo>
                  <a:cubicBezTo>
                    <a:pt x="1282" y="1170"/>
                    <a:pt x="1035" y="833"/>
                    <a:pt x="894" y="660"/>
                  </a:cubicBezTo>
                  <a:cubicBezTo>
                    <a:pt x="753" y="487"/>
                    <a:pt x="632" y="334"/>
                    <a:pt x="512" y="231"/>
                  </a:cubicBezTo>
                  <a:cubicBezTo>
                    <a:pt x="393" y="127"/>
                    <a:pt x="263" y="78"/>
                    <a:pt x="178" y="40"/>
                  </a:cubicBezTo>
                  <a:cubicBezTo>
                    <a:pt x="93" y="2"/>
                    <a:pt x="37" y="8"/>
                    <a:pt x="0" y="0"/>
                  </a:cubicBezTo>
                </a:path>
              </a:pathLst>
            </a:custGeom>
            <a:noFill/>
            <a:ln w="28575">
              <a:solidFill>
                <a:srgbClr val="FF0000"/>
              </a:solidFill>
              <a:round/>
              <a:headEnd/>
              <a:tailEnd/>
            </a:ln>
          </p:spPr>
          <p:txBody>
            <a:bodyPr/>
            <a:lstStyle/>
            <a:p>
              <a:endParaRPr lang="en-GB"/>
            </a:p>
          </p:txBody>
        </p:sp>
        <p:sp>
          <p:nvSpPr>
            <p:cNvPr id="18470" name="Line 42"/>
            <p:cNvSpPr>
              <a:spLocks noChangeShapeType="1"/>
            </p:cNvSpPr>
            <p:nvPr/>
          </p:nvSpPr>
          <p:spPr bwMode="auto">
            <a:xfrm flipV="1">
              <a:off x="1976" y="2051"/>
              <a:ext cx="1" cy="733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prstDash val="dash"/>
              <a:round/>
              <a:headEnd/>
              <a:tailEnd/>
            </a:ln>
          </p:spPr>
          <p:txBody>
            <a:bodyPr/>
            <a:lstStyle/>
            <a:p>
              <a:endParaRPr lang="en-GB"/>
            </a:p>
          </p:txBody>
        </p:sp>
        <p:sp>
          <p:nvSpPr>
            <p:cNvPr id="18471" name="Freeform 43"/>
            <p:cNvSpPr>
              <a:spLocks/>
            </p:cNvSpPr>
            <p:nvPr/>
          </p:nvSpPr>
          <p:spPr bwMode="auto">
            <a:xfrm>
              <a:off x="2413" y="1332"/>
              <a:ext cx="472" cy="713"/>
            </a:xfrm>
            <a:custGeom>
              <a:avLst/>
              <a:gdLst>
                <a:gd name="T0" fmla="*/ 0 w 1426"/>
                <a:gd name="T1" fmla="*/ 222 h 1277"/>
                <a:gd name="T2" fmla="*/ 17 w 1426"/>
                <a:gd name="T3" fmla="*/ 116 h 1277"/>
                <a:gd name="T4" fmla="*/ 31 w 1426"/>
                <a:gd name="T5" fmla="*/ 41 h 1277"/>
                <a:gd name="T6" fmla="*/ 43 w 1426"/>
                <a:gd name="T7" fmla="*/ 8 h 1277"/>
                <a:gd name="T8" fmla="*/ 52 w 1426"/>
                <a:gd name="T9" fmla="*/ 0 h 1277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  <a:gd name="T15" fmla="*/ 0 w 1426"/>
                <a:gd name="T16" fmla="*/ 0 h 1277"/>
                <a:gd name="T17" fmla="*/ 1426 w 1426"/>
                <a:gd name="T18" fmla="*/ 1277 h 1277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T15" t="T16" r="T17" b="T18"/>
              <a:pathLst>
                <a:path w="1426" h="1277">
                  <a:moveTo>
                    <a:pt x="0" y="1277"/>
                  </a:moveTo>
                  <a:cubicBezTo>
                    <a:pt x="78" y="1178"/>
                    <a:pt x="325" y="841"/>
                    <a:pt x="466" y="668"/>
                  </a:cubicBezTo>
                  <a:cubicBezTo>
                    <a:pt x="607" y="495"/>
                    <a:pt x="728" y="342"/>
                    <a:pt x="848" y="239"/>
                  </a:cubicBezTo>
                  <a:cubicBezTo>
                    <a:pt x="967" y="135"/>
                    <a:pt x="1086" y="88"/>
                    <a:pt x="1182" y="48"/>
                  </a:cubicBezTo>
                  <a:cubicBezTo>
                    <a:pt x="1278" y="8"/>
                    <a:pt x="1375" y="10"/>
                    <a:pt x="1426" y="0"/>
                  </a:cubicBezTo>
                </a:path>
              </a:pathLst>
            </a:custGeom>
            <a:noFill/>
            <a:ln w="28575">
              <a:solidFill>
                <a:srgbClr val="FF0000"/>
              </a:solidFill>
              <a:round/>
              <a:headEnd/>
              <a:tailEnd/>
            </a:ln>
          </p:spPr>
          <p:txBody>
            <a:bodyPr/>
            <a:lstStyle/>
            <a:p>
              <a:endParaRPr lang="en-GB"/>
            </a:p>
          </p:txBody>
        </p:sp>
        <p:sp>
          <p:nvSpPr>
            <p:cNvPr id="18472" name="Freeform 44"/>
            <p:cNvSpPr>
              <a:spLocks/>
            </p:cNvSpPr>
            <p:nvPr/>
          </p:nvSpPr>
          <p:spPr bwMode="auto">
            <a:xfrm>
              <a:off x="2874" y="1328"/>
              <a:ext cx="450" cy="709"/>
            </a:xfrm>
            <a:custGeom>
              <a:avLst/>
              <a:gdLst>
                <a:gd name="T0" fmla="*/ 49 w 1360"/>
                <a:gd name="T1" fmla="*/ 221 h 1269"/>
                <a:gd name="T2" fmla="*/ 32 w 1360"/>
                <a:gd name="T3" fmla="*/ 115 h 1269"/>
                <a:gd name="T4" fmla="*/ 19 w 1360"/>
                <a:gd name="T5" fmla="*/ 40 h 1269"/>
                <a:gd name="T6" fmla="*/ 7 w 1360"/>
                <a:gd name="T7" fmla="*/ 7 h 1269"/>
                <a:gd name="T8" fmla="*/ 0 w 1360"/>
                <a:gd name="T9" fmla="*/ 0 h 1269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  <a:gd name="T15" fmla="*/ 0 w 1360"/>
                <a:gd name="T16" fmla="*/ 0 h 1269"/>
                <a:gd name="T17" fmla="*/ 1360 w 1360"/>
                <a:gd name="T18" fmla="*/ 1269 h 1269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T15" t="T16" r="T17" b="T18"/>
              <a:pathLst>
                <a:path w="1360" h="1269">
                  <a:moveTo>
                    <a:pt x="1360" y="1269"/>
                  </a:moveTo>
                  <a:cubicBezTo>
                    <a:pt x="1282" y="1170"/>
                    <a:pt x="1035" y="833"/>
                    <a:pt x="894" y="660"/>
                  </a:cubicBezTo>
                  <a:cubicBezTo>
                    <a:pt x="753" y="487"/>
                    <a:pt x="632" y="334"/>
                    <a:pt x="512" y="231"/>
                  </a:cubicBezTo>
                  <a:cubicBezTo>
                    <a:pt x="393" y="127"/>
                    <a:pt x="263" y="78"/>
                    <a:pt x="178" y="40"/>
                  </a:cubicBezTo>
                  <a:cubicBezTo>
                    <a:pt x="93" y="2"/>
                    <a:pt x="37" y="8"/>
                    <a:pt x="0" y="0"/>
                  </a:cubicBezTo>
                </a:path>
              </a:pathLst>
            </a:custGeom>
            <a:noFill/>
            <a:ln w="28575">
              <a:solidFill>
                <a:srgbClr val="FF0000"/>
              </a:solidFill>
              <a:round/>
              <a:headEnd/>
              <a:tailEnd/>
            </a:ln>
          </p:spPr>
          <p:txBody>
            <a:bodyPr/>
            <a:lstStyle/>
            <a:p>
              <a:endParaRPr lang="en-GB"/>
            </a:p>
          </p:txBody>
        </p:sp>
        <p:sp>
          <p:nvSpPr>
            <p:cNvPr id="18473" name="Line 45"/>
            <p:cNvSpPr>
              <a:spLocks noChangeShapeType="1"/>
            </p:cNvSpPr>
            <p:nvPr/>
          </p:nvSpPr>
          <p:spPr bwMode="auto">
            <a:xfrm>
              <a:off x="2884" y="1331"/>
              <a:ext cx="0" cy="733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prstDash val="dash"/>
              <a:round/>
              <a:headEnd/>
              <a:tailEnd/>
            </a:ln>
          </p:spPr>
          <p:txBody>
            <a:bodyPr/>
            <a:lstStyle/>
            <a:p>
              <a:endParaRPr lang="en-GB"/>
            </a:p>
          </p:txBody>
        </p:sp>
        <p:sp>
          <p:nvSpPr>
            <p:cNvPr id="18474" name="Freeform 46"/>
            <p:cNvSpPr>
              <a:spLocks/>
            </p:cNvSpPr>
            <p:nvPr/>
          </p:nvSpPr>
          <p:spPr bwMode="auto">
            <a:xfrm flipV="1">
              <a:off x="3338" y="2060"/>
              <a:ext cx="471" cy="713"/>
            </a:xfrm>
            <a:custGeom>
              <a:avLst/>
              <a:gdLst>
                <a:gd name="T0" fmla="*/ 0 w 1426"/>
                <a:gd name="T1" fmla="*/ 222 h 1277"/>
                <a:gd name="T2" fmla="*/ 17 w 1426"/>
                <a:gd name="T3" fmla="*/ 116 h 1277"/>
                <a:gd name="T4" fmla="*/ 30 w 1426"/>
                <a:gd name="T5" fmla="*/ 41 h 1277"/>
                <a:gd name="T6" fmla="*/ 43 w 1426"/>
                <a:gd name="T7" fmla="*/ 8 h 1277"/>
                <a:gd name="T8" fmla="*/ 52 w 1426"/>
                <a:gd name="T9" fmla="*/ 0 h 1277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  <a:gd name="T15" fmla="*/ 0 w 1426"/>
                <a:gd name="T16" fmla="*/ 0 h 1277"/>
                <a:gd name="T17" fmla="*/ 1426 w 1426"/>
                <a:gd name="T18" fmla="*/ 1277 h 1277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T15" t="T16" r="T17" b="T18"/>
              <a:pathLst>
                <a:path w="1426" h="1277">
                  <a:moveTo>
                    <a:pt x="0" y="1277"/>
                  </a:moveTo>
                  <a:cubicBezTo>
                    <a:pt x="78" y="1178"/>
                    <a:pt x="325" y="841"/>
                    <a:pt x="466" y="668"/>
                  </a:cubicBezTo>
                  <a:cubicBezTo>
                    <a:pt x="607" y="495"/>
                    <a:pt x="728" y="342"/>
                    <a:pt x="848" y="239"/>
                  </a:cubicBezTo>
                  <a:cubicBezTo>
                    <a:pt x="967" y="135"/>
                    <a:pt x="1086" y="88"/>
                    <a:pt x="1182" y="48"/>
                  </a:cubicBezTo>
                  <a:cubicBezTo>
                    <a:pt x="1278" y="8"/>
                    <a:pt x="1375" y="10"/>
                    <a:pt x="1426" y="0"/>
                  </a:cubicBezTo>
                </a:path>
              </a:pathLst>
            </a:custGeom>
            <a:noFill/>
            <a:ln w="28575">
              <a:solidFill>
                <a:srgbClr val="FF0000"/>
              </a:solidFill>
              <a:round/>
              <a:headEnd/>
              <a:tailEnd/>
            </a:ln>
          </p:spPr>
          <p:txBody>
            <a:bodyPr/>
            <a:lstStyle/>
            <a:p>
              <a:endParaRPr lang="en-GB"/>
            </a:p>
          </p:txBody>
        </p:sp>
        <p:sp>
          <p:nvSpPr>
            <p:cNvPr id="18475" name="Freeform 47"/>
            <p:cNvSpPr>
              <a:spLocks/>
            </p:cNvSpPr>
            <p:nvPr/>
          </p:nvSpPr>
          <p:spPr bwMode="auto">
            <a:xfrm flipV="1">
              <a:off x="3799" y="2056"/>
              <a:ext cx="450" cy="709"/>
            </a:xfrm>
            <a:custGeom>
              <a:avLst/>
              <a:gdLst>
                <a:gd name="T0" fmla="*/ 49 w 1360"/>
                <a:gd name="T1" fmla="*/ 221 h 1269"/>
                <a:gd name="T2" fmla="*/ 32 w 1360"/>
                <a:gd name="T3" fmla="*/ 115 h 1269"/>
                <a:gd name="T4" fmla="*/ 19 w 1360"/>
                <a:gd name="T5" fmla="*/ 40 h 1269"/>
                <a:gd name="T6" fmla="*/ 7 w 1360"/>
                <a:gd name="T7" fmla="*/ 7 h 1269"/>
                <a:gd name="T8" fmla="*/ 0 w 1360"/>
                <a:gd name="T9" fmla="*/ 0 h 1269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  <a:gd name="T15" fmla="*/ 0 w 1360"/>
                <a:gd name="T16" fmla="*/ 0 h 1269"/>
                <a:gd name="T17" fmla="*/ 1360 w 1360"/>
                <a:gd name="T18" fmla="*/ 1269 h 1269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T15" t="T16" r="T17" b="T18"/>
              <a:pathLst>
                <a:path w="1360" h="1269">
                  <a:moveTo>
                    <a:pt x="1360" y="1269"/>
                  </a:moveTo>
                  <a:cubicBezTo>
                    <a:pt x="1282" y="1170"/>
                    <a:pt x="1035" y="833"/>
                    <a:pt x="894" y="660"/>
                  </a:cubicBezTo>
                  <a:cubicBezTo>
                    <a:pt x="753" y="487"/>
                    <a:pt x="632" y="334"/>
                    <a:pt x="512" y="231"/>
                  </a:cubicBezTo>
                  <a:cubicBezTo>
                    <a:pt x="393" y="127"/>
                    <a:pt x="263" y="78"/>
                    <a:pt x="178" y="40"/>
                  </a:cubicBezTo>
                  <a:cubicBezTo>
                    <a:pt x="93" y="2"/>
                    <a:pt x="37" y="8"/>
                    <a:pt x="0" y="0"/>
                  </a:cubicBezTo>
                </a:path>
              </a:pathLst>
            </a:custGeom>
            <a:noFill/>
            <a:ln w="28575">
              <a:solidFill>
                <a:srgbClr val="FF0000"/>
              </a:solidFill>
              <a:round/>
              <a:headEnd/>
              <a:tailEnd/>
            </a:ln>
          </p:spPr>
          <p:txBody>
            <a:bodyPr/>
            <a:lstStyle/>
            <a:p>
              <a:endParaRPr lang="en-GB"/>
            </a:p>
          </p:txBody>
        </p:sp>
        <p:sp>
          <p:nvSpPr>
            <p:cNvPr id="18476" name="Line 48"/>
            <p:cNvSpPr>
              <a:spLocks noChangeShapeType="1"/>
            </p:cNvSpPr>
            <p:nvPr/>
          </p:nvSpPr>
          <p:spPr bwMode="auto">
            <a:xfrm flipV="1">
              <a:off x="3808" y="2059"/>
              <a:ext cx="1" cy="733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prstDash val="dash"/>
              <a:round/>
              <a:headEnd/>
              <a:tailEnd/>
            </a:ln>
          </p:spPr>
          <p:txBody>
            <a:bodyPr/>
            <a:lstStyle/>
            <a:p>
              <a:endParaRPr lang="en-GB"/>
            </a:p>
          </p:txBody>
        </p:sp>
        <p:grpSp>
          <p:nvGrpSpPr>
            <p:cNvPr id="7" name="Group 49"/>
            <p:cNvGrpSpPr>
              <a:grpSpLocks/>
            </p:cNvGrpSpPr>
            <p:nvPr/>
          </p:nvGrpSpPr>
          <p:grpSpPr bwMode="auto">
            <a:xfrm>
              <a:off x="4261" y="1328"/>
              <a:ext cx="911" cy="736"/>
              <a:chOff x="709" y="1560"/>
              <a:chExt cx="911" cy="736"/>
            </a:xfrm>
          </p:grpSpPr>
          <p:sp>
            <p:nvSpPr>
              <p:cNvPr id="18478" name="Freeform 50"/>
              <p:cNvSpPr>
                <a:spLocks/>
              </p:cNvSpPr>
              <p:nvPr/>
            </p:nvSpPr>
            <p:spPr bwMode="auto">
              <a:xfrm>
                <a:off x="709" y="1564"/>
                <a:ext cx="472" cy="713"/>
              </a:xfrm>
              <a:custGeom>
                <a:avLst/>
                <a:gdLst>
                  <a:gd name="T0" fmla="*/ 0 w 1426"/>
                  <a:gd name="T1" fmla="*/ 222 h 1277"/>
                  <a:gd name="T2" fmla="*/ 17 w 1426"/>
                  <a:gd name="T3" fmla="*/ 116 h 1277"/>
                  <a:gd name="T4" fmla="*/ 31 w 1426"/>
                  <a:gd name="T5" fmla="*/ 41 h 1277"/>
                  <a:gd name="T6" fmla="*/ 43 w 1426"/>
                  <a:gd name="T7" fmla="*/ 8 h 1277"/>
                  <a:gd name="T8" fmla="*/ 52 w 1426"/>
                  <a:gd name="T9" fmla="*/ 0 h 1277"/>
                  <a:gd name="T10" fmla="*/ 0 60000 65536"/>
                  <a:gd name="T11" fmla="*/ 0 60000 65536"/>
                  <a:gd name="T12" fmla="*/ 0 60000 65536"/>
                  <a:gd name="T13" fmla="*/ 0 60000 65536"/>
                  <a:gd name="T14" fmla="*/ 0 60000 65536"/>
                  <a:gd name="T15" fmla="*/ 0 w 1426"/>
                  <a:gd name="T16" fmla="*/ 0 h 1277"/>
                  <a:gd name="T17" fmla="*/ 1426 w 1426"/>
                  <a:gd name="T18" fmla="*/ 1277 h 1277"/>
                </a:gdLst>
                <a:ahLst/>
                <a:cxnLst>
                  <a:cxn ang="T10">
                    <a:pos x="T0" y="T1"/>
                  </a:cxn>
                  <a:cxn ang="T11">
                    <a:pos x="T2" y="T3"/>
                  </a:cxn>
                  <a:cxn ang="T12">
                    <a:pos x="T4" y="T5"/>
                  </a:cxn>
                  <a:cxn ang="T13">
                    <a:pos x="T6" y="T7"/>
                  </a:cxn>
                  <a:cxn ang="T14">
                    <a:pos x="T8" y="T9"/>
                  </a:cxn>
                </a:cxnLst>
                <a:rect l="T15" t="T16" r="T17" b="T18"/>
                <a:pathLst>
                  <a:path w="1426" h="1277">
                    <a:moveTo>
                      <a:pt x="0" y="1277"/>
                    </a:moveTo>
                    <a:cubicBezTo>
                      <a:pt x="78" y="1178"/>
                      <a:pt x="325" y="841"/>
                      <a:pt x="466" y="668"/>
                    </a:cubicBezTo>
                    <a:cubicBezTo>
                      <a:pt x="607" y="495"/>
                      <a:pt x="728" y="342"/>
                      <a:pt x="848" y="239"/>
                    </a:cubicBezTo>
                    <a:cubicBezTo>
                      <a:pt x="967" y="135"/>
                      <a:pt x="1086" y="88"/>
                      <a:pt x="1182" y="48"/>
                    </a:cubicBezTo>
                    <a:cubicBezTo>
                      <a:pt x="1278" y="8"/>
                      <a:pt x="1375" y="10"/>
                      <a:pt x="1426" y="0"/>
                    </a:cubicBezTo>
                  </a:path>
                </a:pathLst>
              </a:custGeom>
              <a:noFill/>
              <a:ln w="28575">
                <a:solidFill>
                  <a:srgbClr val="FF0000"/>
                </a:solidFill>
                <a:round/>
                <a:headEnd/>
                <a:tailEnd/>
              </a:ln>
            </p:spPr>
            <p:txBody>
              <a:bodyPr/>
              <a:lstStyle/>
              <a:p>
                <a:endParaRPr lang="en-GB"/>
              </a:p>
            </p:txBody>
          </p:sp>
          <p:sp>
            <p:nvSpPr>
              <p:cNvPr id="18479" name="Freeform 51"/>
              <p:cNvSpPr>
                <a:spLocks/>
              </p:cNvSpPr>
              <p:nvPr/>
            </p:nvSpPr>
            <p:spPr bwMode="auto">
              <a:xfrm>
                <a:off x="1170" y="1560"/>
                <a:ext cx="450" cy="709"/>
              </a:xfrm>
              <a:custGeom>
                <a:avLst/>
                <a:gdLst>
                  <a:gd name="T0" fmla="*/ 49 w 1360"/>
                  <a:gd name="T1" fmla="*/ 221 h 1269"/>
                  <a:gd name="T2" fmla="*/ 32 w 1360"/>
                  <a:gd name="T3" fmla="*/ 115 h 1269"/>
                  <a:gd name="T4" fmla="*/ 19 w 1360"/>
                  <a:gd name="T5" fmla="*/ 40 h 1269"/>
                  <a:gd name="T6" fmla="*/ 7 w 1360"/>
                  <a:gd name="T7" fmla="*/ 7 h 1269"/>
                  <a:gd name="T8" fmla="*/ 0 w 1360"/>
                  <a:gd name="T9" fmla="*/ 0 h 1269"/>
                  <a:gd name="T10" fmla="*/ 0 60000 65536"/>
                  <a:gd name="T11" fmla="*/ 0 60000 65536"/>
                  <a:gd name="T12" fmla="*/ 0 60000 65536"/>
                  <a:gd name="T13" fmla="*/ 0 60000 65536"/>
                  <a:gd name="T14" fmla="*/ 0 60000 65536"/>
                  <a:gd name="T15" fmla="*/ 0 w 1360"/>
                  <a:gd name="T16" fmla="*/ 0 h 1269"/>
                  <a:gd name="T17" fmla="*/ 1360 w 1360"/>
                  <a:gd name="T18" fmla="*/ 1269 h 1269"/>
                </a:gdLst>
                <a:ahLst/>
                <a:cxnLst>
                  <a:cxn ang="T10">
                    <a:pos x="T0" y="T1"/>
                  </a:cxn>
                  <a:cxn ang="T11">
                    <a:pos x="T2" y="T3"/>
                  </a:cxn>
                  <a:cxn ang="T12">
                    <a:pos x="T4" y="T5"/>
                  </a:cxn>
                  <a:cxn ang="T13">
                    <a:pos x="T6" y="T7"/>
                  </a:cxn>
                  <a:cxn ang="T14">
                    <a:pos x="T8" y="T9"/>
                  </a:cxn>
                </a:cxnLst>
                <a:rect l="T15" t="T16" r="T17" b="T18"/>
                <a:pathLst>
                  <a:path w="1360" h="1269">
                    <a:moveTo>
                      <a:pt x="1360" y="1269"/>
                    </a:moveTo>
                    <a:cubicBezTo>
                      <a:pt x="1282" y="1170"/>
                      <a:pt x="1035" y="833"/>
                      <a:pt x="894" y="660"/>
                    </a:cubicBezTo>
                    <a:cubicBezTo>
                      <a:pt x="753" y="487"/>
                      <a:pt x="632" y="334"/>
                      <a:pt x="512" y="231"/>
                    </a:cubicBezTo>
                    <a:cubicBezTo>
                      <a:pt x="393" y="127"/>
                      <a:pt x="263" y="78"/>
                      <a:pt x="178" y="40"/>
                    </a:cubicBezTo>
                    <a:cubicBezTo>
                      <a:pt x="93" y="2"/>
                      <a:pt x="37" y="8"/>
                      <a:pt x="0" y="0"/>
                    </a:cubicBezTo>
                  </a:path>
                </a:pathLst>
              </a:custGeom>
              <a:noFill/>
              <a:ln w="28575">
                <a:solidFill>
                  <a:srgbClr val="FF0000"/>
                </a:solidFill>
                <a:round/>
                <a:headEnd/>
                <a:tailEnd/>
              </a:ln>
            </p:spPr>
            <p:txBody>
              <a:bodyPr/>
              <a:lstStyle/>
              <a:p>
                <a:endParaRPr lang="en-GB"/>
              </a:p>
            </p:txBody>
          </p:sp>
          <p:sp>
            <p:nvSpPr>
              <p:cNvPr id="18480" name="Line 52"/>
              <p:cNvSpPr>
                <a:spLocks noChangeShapeType="1"/>
              </p:cNvSpPr>
              <p:nvPr/>
            </p:nvSpPr>
            <p:spPr bwMode="auto">
              <a:xfrm>
                <a:off x="1180" y="1563"/>
                <a:ext cx="0" cy="733"/>
              </a:xfrm>
              <a:prstGeom prst="line">
                <a:avLst/>
              </a:prstGeom>
              <a:noFill/>
              <a:ln w="9525">
                <a:solidFill>
                  <a:schemeClr val="tx1"/>
                </a:solidFill>
                <a:prstDash val="dash"/>
                <a:round/>
                <a:headEnd/>
                <a:tailEnd/>
              </a:ln>
            </p:spPr>
            <p:txBody>
              <a:bodyPr/>
              <a:lstStyle/>
              <a:p>
                <a:endParaRPr lang="en-GB"/>
              </a:p>
            </p:txBody>
          </p:sp>
        </p:grpSp>
      </p:grpSp>
      <p:pic>
        <p:nvPicPr>
          <p:cNvPr id="18440" name="Picture 53"/>
          <p:cNvPicPr>
            <a:picLocks noChangeAspect="1" noChangeArrowheads="1"/>
          </p:cNvPicPr>
          <p:nvPr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2465388" y="3668713"/>
            <a:ext cx="2747962" cy="1912937"/>
          </a:xfrm>
          <a:prstGeom prst="rect">
            <a:avLst/>
          </a:prstGeom>
          <a:noFill/>
          <a:ln w="9525" algn="ctr">
            <a:noFill/>
            <a:miter lim="800000"/>
            <a:headEnd/>
            <a:tailEnd/>
          </a:ln>
        </p:spPr>
      </p:pic>
      <p:sp>
        <p:nvSpPr>
          <p:cNvPr id="18441" name="Text Box 54"/>
          <p:cNvSpPr txBox="1">
            <a:spLocks noChangeArrowheads="1"/>
          </p:cNvSpPr>
          <p:nvPr/>
        </p:nvSpPr>
        <p:spPr bwMode="auto">
          <a:xfrm>
            <a:off x="3028950" y="1905000"/>
            <a:ext cx="1120775" cy="581025"/>
          </a:xfrm>
          <a:prstGeom prst="rect">
            <a:avLst/>
          </a:prstGeom>
          <a:noFill/>
          <a:ln w="9525" algn="ctr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pPr algn="ctr"/>
            <a:r>
              <a:rPr lang="en-GB" sz="1600" b="0" dirty="0"/>
              <a:t>Perfect Amplifier</a:t>
            </a:r>
            <a:endParaRPr lang="en-US" sz="1600" b="0" dirty="0"/>
          </a:p>
        </p:txBody>
      </p:sp>
      <p:grpSp>
        <p:nvGrpSpPr>
          <p:cNvPr id="8" name="Group 55"/>
          <p:cNvGrpSpPr>
            <a:grpSpLocks/>
          </p:cNvGrpSpPr>
          <p:nvPr/>
        </p:nvGrpSpPr>
        <p:grpSpPr bwMode="auto">
          <a:xfrm>
            <a:off x="430213" y="4078288"/>
            <a:ext cx="1895475" cy="782637"/>
            <a:chOff x="554" y="1205"/>
            <a:chExt cx="4743" cy="1681"/>
          </a:xfrm>
        </p:grpSpPr>
        <p:sp>
          <p:nvSpPr>
            <p:cNvPr id="18446" name="Line 56"/>
            <p:cNvSpPr>
              <a:spLocks noChangeShapeType="1"/>
            </p:cNvSpPr>
            <p:nvPr/>
          </p:nvSpPr>
          <p:spPr bwMode="auto">
            <a:xfrm>
              <a:off x="554" y="2043"/>
              <a:ext cx="4743" cy="1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</p:spPr>
          <p:txBody>
            <a:bodyPr/>
            <a:lstStyle/>
            <a:p>
              <a:endParaRPr lang="en-GB"/>
            </a:p>
          </p:txBody>
        </p:sp>
        <p:sp>
          <p:nvSpPr>
            <p:cNvPr id="18447" name="Line 57"/>
            <p:cNvSpPr>
              <a:spLocks noChangeShapeType="1"/>
            </p:cNvSpPr>
            <p:nvPr/>
          </p:nvSpPr>
          <p:spPr bwMode="auto">
            <a:xfrm>
              <a:off x="578" y="1205"/>
              <a:ext cx="1" cy="1681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</p:spPr>
          <p:txBody>
            <a:bodyPr/>
            <a:lstStyle/>
            <a:p>
              <a:endParaRPr lang="en-GB"/>
            </a:p>
          </p:txBody>
        </p:sp>
        <p:grpSp>
          <p:nvGrpSpPr>
            <p:cNvPr id="9" name="Group 58"/>
            <p:cNvGrpSpPr>
              <a:grpSpLocks/>
            </p:cNvGrpSpPr>
            <p:nvPr/>
          </p:nvGrpSpPr>
          <p:grpSpPr bwMode="auto">
            <a:xfrm>
              <a:off x="581" y="1320"/>
              <a:ext cx="911" cy="736"/>
              <a:chOff x="709" y="1560"/>
              <a:chExt cx="911" cy="736"/>
            </a:xfrm>
          </p:grpSpPr>
          <p:sp>
            <p:nvSpPr>
              <p:cNvPr id="18462" name="Freeform 59"/>
              <p:cNvSpPr>
                <a:spLocks/>
              </p:cNvSpPr>
              <p:nvPr/>
            </p:nvSpPr>
            <p:spPr bwMode="auto">
              <a:xfrm>
                <a:off x="709" y="1564"/>
                <a:ext cx="472" cy="713"/>
              </a:xfrm>
              <a:custGeom>
                <a:avLst/>
                <a:gdLst>
                  <a:gd name="T0" fmla="*/ 0 w 1426"/>
                  <a:gd name="T1" fmla="*/ 222 h 1277"/>
                  <a:gd name="T2" fmla="*/ 17 w 1426"/>
                  <a:gd name="T3" fmla="*/ 116 h 1277"/>
                  <a:gd name="T4" fmla="*/ 31 w 1426"/>
                  <a:gd name="T5" fmla="*/ 41 h 1277"/>
                  <a:gd name="T6" fmla="*/ 43 w 1426"/>
                  <a:gd name="T7" fmla="*/ 8 h 1277"/>
                  <a:gd name="T8" fmla="*/ 52 w 1426"/>
                  <a:gd name="T9" fmla="*/ 0 h 1277"/>
                  <a:gd name="T10" fmla="*/ 0 60000 65536"/>
                  <a:gd name="T11" fmla="*/ 0 60000 65536"/>
                  <a:gd name="T12" fmla="*/ 0 60000 65536"/>
                  <a:gd name="T13" fmla="*/ 0 60000 65536"/>
                  <a:gd name="T14" fmla="*/ 0 60000 65536"/>
                  <a:gd name="T15" fmla="*/ 0 w 1426"/>
                  <a:gd name="T16" fmla="*/ 0 h 1277"/>
                  <a:gd name="T17" fmla="*/ 1426 w 1426"/>
                  <a:gd name="T18" fmla="*/ 1277 h 1277"/>
                </a:gdLst>
                <a:ahLst/>
                <a:cxnLst>
                  <a:cxn ang="T10">
                    <a:pos x="T0" y="T1"/>
                  </a:cxn>
                  <a:cxn ang="T11">
                    <a:pos x="T2" y="T3"/>
                  </a:cxn>
                  <a:cxn ang="T12">
                    <a:pos x="T4" y="T5"/>
                  </a:cxn>
                  <a:cxn ang="T13">
                    <a:pos x="T6" y="T7"/>
                  </a:cxn>
                  <a:cxn ang="T14">
                    <a:pos x="T8" y="T9"/>
                  </a:cxn>
                </a:cxnLst>
                <a:rect l="T15" t="T16" r="T17" b="T18"/>
                <a:pathLst>
                  <a:path w="1426" h="1277">
                    <a:moveTo>
                      <a:pt x="0" y="1277"/>
                    </a:moveTo>
                    <a:cubicBezTo>
                      <a:pt x="78" y="1178"/>
                      <a:pt x="325" y="841"/>
                      <a:pt x="466" y="668"/>
                    </a:cubicBezTo>
                    <a:cubicBezTo>
                      <a:pt x="607" y="495"/>
                      <a:pt x="728" y="342"/>
                      <a:pt x="848" y="239"/>
                    </a:cubicBezTo>
                    <a:cubicBezTo>
                      <a:pt x="967" y="135"/>
                      <a:pt x="1086" y="88"/>
                      <a:pt x="1182" y="48"/>
                    </a:cubicBezTo>
                    <a:cubicBezTo>
                      <a:pt x="1278" y="8"/>
                      <a:pt x="1375" y="10"/>
                      <a:pt x="1426" y="0"/>
                    </a:cubicBezTo>
                  </a:path>
                </a:pathLst>
              </a:custGeom>
              <a:noFill/>
              <a:ln w="28575">
                <a:solidFill>
                  <a:srgbClr val="FF0000"/>
                </a:solidFill>
                <a:round/>
                <a:headEnd/>
                <a:tailEnd/>
              </a:ln>
            </p:spPr>
            <p:txBody>
              <a:bodyPr/>
              <a:lstStyle/>
              <a:p>
                <a:endParaRPr lang="en-GB"/>
              </a:p>
            </p:txBody>
          </p:sp>
          <p:sp>
            <p:nvSpPr>
              <p:cNvPr id="18463" name="Freeform 60"/>
              <p:cNvSpPr>
                <a:spLocks/>
              </p:cNvSpPr>
              <p:nvPr/>
            </p:nvSpPr>
            <p:spPr bwMode="auto">
              <a:xfrm>
                <a:off x="1170" y="1560"/>
                <a:ext cx="450" cy="709"/>
              </a:xfrm>
              <a:custGeom>
                <a:avLst/>
                <a:gdLst>
                  <a:gd name="T0" fmla="*/ 49 w 1360"/>
                  <a:gd name="T1" fmla="*/ 221 h 1269"/>
                  <a:gd name="T2" fmla="*/ 32 w 1360"/>
                  <a:gd name="T3" fmla="*/ 115 h 1269"/>
                  <a:gd name="T4" fmla="*/ 19 w 1360"/>
                  <a:gd name="T5" fmla="*/ 40 h 1269"/>
                  <a:gd name="T6" fmla="*/ 7 w 1360"/>
                  <a:gd name="T7" fmla="*/ 7 h 1269"/>
                  <a:gd name="T8" fmla="*/ 0 w 1360"/>
                  <a:gd name="T9" fmla="*/ 0 h 1269"/>
                  <a:gd name="T10" fmla="*/ 0 60000 65536"/>
                  <a:gd name="T11" fmla="*/ 0 60000 65536"/>
                  <a:gd name="T12" fmla="*/ 0 60000 65536"/>
                  <a:gd name="T13" fmla="*/ 0 60000 65536"/>
                  <a:gd name="T14" fmla="*/ 0 60000 65536"/>
                  <a:gd name="T15" fmla="*/ 0 w 1360"/>
                  <a:gd name="T16" fmla="*/ 0 h 1269"/>
                  <a:gd name="T17" fmla="*/ 1360 w 1360"/>
                  <a:gd name="T18" fmla="*/ 1269 h 1269"/>
                </a:gdLst>
                <a:ahLst/>
                <a:cxnLst>
                  <a:cxn ang="T10">
                    <a:pos x="T0" y="T1"/>
                  </a:cxn>
                  <a:cxn ang="T11">
                    <a:pos x="T2" y="T3"/>
                  </a:cxn>
                  <a:cxn ang="T12">
                    <a:pos x="T4" y="T5"/>
                  </a:cxn>
                  <a:cxn ang="T13">
                    <a:pos x="T6" y="T7"/>
                  </a:cxn>
                  <a:cxn ang="T14">
                    <a:pos x="T8" y="T9"/>
                  </a:cxn>
                </a:cxnLst>
                <a:rect l="T15" t="T16" r="T17" b="T18"/>
                <a:pathLst>
                  <a:path w="1360" h="1269">
                    <a:moveTo>
                      <a:pt x="1360" y="1269"/>
                    </a:moveTo>
                    <a:cubicBezTo>
                      <a:pt x="1282" y="1170"/>
                      <a:pt x="1035" y="833"/>
                      <a:pt x="894" y="660"/>
                    </a:cubicBezTo>
                    <a:cubicBezTo>
                      <a:pt x="753" y="487"/>
                      <a:pt x="632" y="334"/>
                      <a:pt x="512" y="231"/>
                    </a:cubicBezTo>
                    <a:cubicBezTo>
                      <a:pt x="393" y="127"/>
                      <a:pt x="263" y="78"/>
                      <a:pt x="178" y="40"/>
                    </a:cubicBezTo>
                    <a:cubicBezTo>
                      <a:pt x="93" y="2"/>
                      <a:pt x="37" y="8"/>
                      <a:pt x="0" y="0"/>
                    </a:cubicBezTo>
                  </a:path>
                </a:pathLst>
              </a:custGeom>
              <a:noFill/>
              <a:ln w="28575">
                <a:solidFill>
                  <a:srgbClr val="FF0000"/>
                </a:solidFill>
                <a:round/>
                <a:headEnd/>
                <a:tailEnd/>
              </a:ln>
            </p:spPr>
            <p:txBody>
              <a:bodyPr/>
              <a:lstStyle/>
              <a:p>
                <a:endParaRPr lang="en-GB"/>
              </a:p>
            </p:txBody>
          </p:sp>
          <p:sp>
            <p:nvSpPr>
              <p:cNvPr id="18464" name="Line 61"/>
              <p:cNvSpPr>
                <a:spLocks noChangeShapeType="1"/>
              </p:cNvSpPr>
              <p:nvPr/>
            </p:nvSpPr>
            <p:spPr bwMode="auto">
              <a:xfrm>
                <a:off x="1180" y="1563"/>
                <a:ext cx="0" cy="733"/>
              </a:xfrm>
              <a:prstGeom prst="line">
                <a:avLst/>
              </a:prstGeom>
              <a:noFill/>
              <a:ln w="9525">
                <a:solidFill>
                  <a:schemeClr val="tx1"/>
                </a:solidFill>
                <a:prstDash val="dash"/>
                <a:round/>
                <a:headEnd/>
                <a:tailEnd/>
              </a:ln>
            </p:spPr>
            <p:txBody>
              <a:bodyPr/>
              <a:lstStyle/>
              <a:p>
                <a:endParaRPr lang="en-GB"/>
              </a:p>
            </p:txBody>
          </p:sp>
        </p:grpSp>
        <p:sp>
          <p:nvSpPr>
            <p:cNvPr id="18449" name="Freeform 62"/>
            <p:cNvSpPr>
              <a:spLocks/>
            </p:cNvSpPr>
            <p:nvPr/>
          </p:nvSpPr>
          <p:spPr bwMode="auto">
            <a:xfrm flipV="1">
              <a:off x="1506" y="2052"/>
              <a:ext cx="471" cy="713"/>
            </a:xfrm>
            <a:custGeom>
              <a:avLst/>
              <a:gdLst>
                <a:gd name="T0" fmla="*/ 0 w 1426"/>
                <a:gd name="T1" fmla="*/ 222 h 1277"/>
                <a:gd name="T2" fmla="*/ 17 w 1426"/>
                <a:gd name="T3" fmla="*/ 116 h 1277"/>
                <a:gd name="T4" fmla="*/ 30 w 1426"/>
                <a:gd name="T5" fmla="*/ 41 h 1277"/>
                <a:gd name="T6" fmla="*/ 43 w 1426"/>
                <a:gd name="T7" fmla="*/ 8 h 1277"/>
                <a:gd name="T8" fmla="*/ 52 w 1426"/>
                <a:gd name="T9" fmla="*/ 0 h 1277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  <a:gd name="T15" fmla="*/ 0 w 1426"/>
                <a:gd name="T16" fmla="*/ 0 h 1277"/>
                <a:gd name="T17" fmla="*/ 1426 w 1426"/>
                <a:gd name="T18" fmla="*/ 1277 h 1277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T15" t="T16" r="T17" b="T18"/>
              <a:pathLst>
                <a:path w="1426" h="1277">
                  <a:moveTo>
                    <a:pt x="0" y="1277"/>
                  </a:moveTo>
                  <a:cubicBezTo>
                    <a:pt x="78" y="1178"/>
                    <a:pt x="325" y="841"/>
                    <a:pt x="466" y="668"/>
                  </a:cubicBezTo>
                  <a:cubicBezTo>
                    <a:pt x="607" y="495"/>
                    <a:pt x="728" y="342"/>
                    <a:pt x="848" y="239"/>
                  </a:cubicBezTo>
                  <a:cubicBezTo>
                    <a:pt x="967" y="135"/>
                    <a:pt x="1086" y="88"/>
                    <a:pt x="1182" y="48"/>
                  </a:cubicBezTo>
                  <a:cubicBezTo>
                    <a:pt x="1278" y="8"/>
                    <a:pt x="1375" y="10"/>
                    <a:pt x="1426" y="0"/>
                  </a:cubicBezTo>
                </a:path>
              </a:pathLst>
            </a:custGeom>
            <a:noFill/>
            <a:ln w="28575">
              <a:solidFill>
                <a:srgbClr val="FF0000"/>
              </a:solidFill>
              <a:round/>
              <a:headEnd/>
              <a:tailEnd/>
            </a:ln>
          </p:spPr>
          <p:txBody>
            <a:bodyPr/>
            <a:lstStyle/>
            <a:p>
              <a:endParaRPr lang="en-GB"/>
            </a:p>
          </p:txBody>
        </p:sp>
        <p:sp>
          <p:nvSpPr>
            <p:cNvPr id="18450" name="Freeform 63"/>
            <p:cNvSpPr>
              <a:spLocks/>
            </p:cNvSpPr>
            <p:nvPr/>
          </p:nvSpPr>
          <p:spPr bwMode="auto">
            <a:xfrm flipV="1">
              <a:off x="1967" y="2048"/>
              <a:ext cx="450" cy="709"/>
            </a:xfrm>
            <a:custGeom>
              <a:avLst/>
              <a:gdLst>
                <a:gd name="T0" fmla="*/ 49 w 1360"/>
                <a:gd name="T1" fmla="*/ 221 h 1269"/>
                <a:gd name="T2" fmla="*/ 32 w 1360"/>
                <a:gd name="T3" fmla="*/ 115 h 1269"/>
                <a:gd name="T4" fmla="*/ 19 w 1360"/>
                <a:gd name="T5" fmla="*/ 40 h 1269"/>
                <a:gd name="T6" fmla="*/ 7 w 1360"/>
                <a:gd name="T7" fmla="*/ 7 h 1269"/>
                <a:gd name="T8" fmla="*/ 0 w 1360"/>
                <a:gd name="T9" fmla="*/ 0 h 1269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  <a:gd name="T15" fmla="*/ 0 w 1360"/>
                <a:gd name="T16" fmla="*/ 0 h 1269"/>
                <a:gd name="T17" fmla="*/ 1360 w 1360"/>
                <a:gd name="T18" fmla="*/ 1269 h 1269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T15" t="T16" r="T17" b="T18"/>
              <a:pathLst>
                <a:path w="1360" h="1269">
                  <a:moveTo>
                    <a:pt x="1360" y="1269"/>
                  </a:moveTo>
                  <a:cubicBezTo>
                    <a:pt x="1282" y="1170"/>
                    <a:pt x="1035" y="833"/>
                    <a:pt x="894" y="660"/>
                  </a:cubicBezTo>
                  <a:cubicBezTo>
                    <a:pt x="753" y="487"/>
                    <a:pt x="632" y="334"/>
                    <a:pt x="512" y="231"/>
                  </a:cubicBezTo>
                  <a:cubicBezTo>
                    <a:pt x="393" y="127"/>
                    <a:pt x="263" y="78"/>
                    <a:pt x="178" y="40"/>
                  </a:cubicBezTo>
                  <a:cubicBezTo>
                    <a:pt x="93" y="2"/>
                    <a:pt x="37" y="8"/>
                    <a:pt x="0" y="0"/>
                  </a:cubicBezTo>
                </a:path>
              </a:pathLst>
            </a:custGeom>
            <a:noFill/>
            <a:ln w="28575">
              <a:solidFill>
                <a:srgbClr val="FF0000"/>
              </a:solidFill>
              <a:round/>
              <a:headEnd/>
              <a:tailEnd/>
            </a:ln>
          </p:spPr>
          <p:txBody>
            <a:bodyPr/>
            <a:lstStyle/>
            <a:p>
              <a:endParaRPr lang="en-GB"/>
            </a:p>
          </p:txBody>
        </p:sp>
        <p:sp>
          <p:nvSpPr>
            <p:cNvPr id="18451" name="Line 64"/>
            <p:cNvSpPr>
              <a:spLocks noChangeShapeType="1"/>
            </p:cNvSpPr>
            <p:nvPr/>
          </p:nvSpPr>
          <p:spPr bwMode="auto">
            <a:xfrm flipV="1">
              <a:off x="1976" y="2051"/>
              <a:ext cx="1" cy="733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prstDash val="dash"/>
              <a:round/>
              <a:headEnd/>
              <a:tailEnd/>
            </a:ln>
          </p:spPr>
          <p:txBody>
            <a:bodyPr/>
            <a:lstStyle/>
            <a:p>
              <a:endParaRPr lang="en-GB"/>
            </a:p>
          </p:txBody>
        </p:sp>
        <p:sp>
          <p:nvSpPr>
            <p:cNvPr id="18452" name="Freeform 65"/>
            <p:cNvSpPr>
              <a:spLocks/>
            </p:cNvSpPr>
            <p:nvPr/>
          </p:nvSpPr>
          <p:spPr bwMode="auto">
            <a:xfrm>
              <a:off x="2413" y="1332"/>
              <a:ext cx="472" cy="713"/>
            </a:xfrm>
            <a:custGeom>
              <a:avLst/>
              <a:gdLst>
                <a:gd name="T0" fmla="*/ 0 w 1426"/>
                <a:gd name="T1" fmla="*/ 222 h 1277"/>
                <a:gd name="T2" fmla="*/ 17 w 1426"/>
                <a:gd name="T3" fmla="*/ 116 h 1277"/>
                <a:gd name="T4" fmla="*/ 31 w 1426"/>
                <a:gd name="T5" fmla="*/ 41 h 1277"/>
                <a:gd name="T6" fmla="*/ 43 w 1426"/>
                <a:gd name="T7" fmla="*/ 8 h 1277"/>
                <a:gd name="T8" fmla="*/ 52 w 1426"/>
                <a:gd name="T9" fmla="*/ 0 h 1277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  <a:gd name="T15" fmla="*/ 0 w 1426"/>
                <a:gd name="T16" fmla="*/ 0 h 1277"/>
                <a:gd name="T17" fmla="*/ 1426 w 1426"/>
                <a:gd name="T18" fmla="*/ 1277 h 1277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T15" t="T16" r="T17" b="T18"/>
              <a:pathLst>
                <a:path w="1426" h="1277">
                  <a:moveTo>
                    <a:pt x="0" y="1277"/>
                  </a:moveTo>
                  <a:cubicBezTo>
                    <a:pt x="78" y="1178"/>
                    <a:pt x="325" y="841"/>
                    <a:pt x="466" y="668"/>
                  </a:cubicBezTo>
                  <a:cubicBezTo>
                    <a:pt x="607" y="495"/>
                    <a:pt x="728" y="342"/>
                    <a:pt x="848" y="239"/>
                  </a:cubicBezTo>
                  <a:cubicBezTo>
                    <a:pt x="967" y="135"/>
                    <a:pt x="1086" y="88"/>
                    <a:pt x="1182" y="48"/>
                  </a:cubicBezTo>
                  <a:cubicBezTo>
                    <a:pt x="1278" y="8"/>
                    <a:pt x="1375" y="10"/>
                    <a:pt x="1426" y="0"/>
                  </a:cubicBezTo>
                </a:path>
              </a:pathLst>
            </a:custGeom>
            <a:noFill/>
            <a:ln w="28575">
              <a:solidFill>
                <a:srgbClr val="FF0000"/>
              </a:solidFill>
              <a:round/>
              <a:headEnd/>
              <a:tailEnd/>
            </a:ln>
          </p:spPr>
          <p:txBody>
            <a:bodyPr/>
            <a:lstStyle/>
            <a:p>
              <a:endParaRPr lang="en-GB"/>
            </a:p>
          </p:txBody>
        </p:sp>
        <p:sp>
          <p:nvSpPr>
            <p:cNvPr id="18453" name="Freeform 66"/>
            <p:cNvSpPr>
              <a:spLocks/>
            </p:cNvSpPr>
            <p:nvPr/>
          </p:nvSpPr>
          <p:spPr bwMode="auto">
            <a:xfrm>
              <a:off x="2874" y="1328"/>
              <a:ext cx="450" cy="709"/>
            </a:xfrm>
            <a:custGeom>
              <a:avLst/>
              <a:gdLst>
                <a:gd name="T0" fmla="*/ 49 w 1360"/>
                <a:gd name="T1" fmla="*/ 221 h 1269"/>
                <a:gd name="T2" fmla="*/ 32 w 1360"/>
                <a:gd name="T3" fmla="*/ 115 h 1269"/>
                <a:gd name="T4" fmla="*/ 19 w 1360"/>
                <a:gd name="T5" fmla="*/ 40 h 1269"/>
                <a:gd name="T6" fmla="*/ 7 w 1360"/>
                <a:gd name="T7" fmla="*/ 7 h 1269"/>
                <a:gd name="T8" fmla="*/ 0 w 1360"/>
                <a:gd name="T9" fmla="*/ 0 h 1269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  <a:gd name="T15" fmla="*/ 0 w 1360"/>
                <a:gd name="T16" fmla="*/ 0 h 1269"/>
                <a:gd name="T17" fmla="*/ 1360 w 1360"/>
                <a:gd name="T18" fmla="*/ 1269 h 1269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T15" t="T16" r="T17" b="T18"/>
              <a:pathLst>
                <a:path w="1360" h="1269">
                  <a:moveTo>
                    <a:pt x="1360" y="1269"/>
                  </a:moveTo>
                  <a:cubicBezTo>
                    <a:pt x="1282" y="1170"/>
                    <a:pt x="1035" y="833"/>
                    <a:pt x="894" y="660"/>
                  </a:cubicBezTo>
                  <a:cubicBezTo>
                    <a:pt x="753" y="487"/>
                    <a:pt x="632" y="334"/>
                    <a:pt x="512" y="231"/>
                  </a:cubicBezTo>
                  <a:cubicBezTo>
                    <a:pt x="393" y="127"/>
                    <a:pt x="263" y="78"/>
                    <a:pt x="178" y="40"/>
                  </a:cubicBezTo>
                  <a:cubicBezTo>
                    <a:pt x="93" y="2"/>
                    <a:pt x="37" y="8"/>
                    <a:pt x="0" y="0"/>
                  </a:cubicBezTo>
                </a:path>
              </a:pathLst>
            </a:custGeom>
            <a:noFill/>
            <a:ln w="28575">
              <a:solidFill>
                <a:srgbClr val="FF0000"/>
              </a:solidFill>
              <a:round/>
              <a:headEnd/>
              <a:tailEnd/>
            </a:ln>
          </p:spPr>
          <p:txBody>
            <a:bodyPr/>
            <a:lstStyle/>
            <a:p>
              <a:endParaRPr lang="en-GB"/>
            </a:p>
          </p:txBody>
        </p:sp>
        <p:sp>
          <p:nvSpPr>
            <p:cNvPr id="18454" name="Line 67"/>
            <p:cNvSpPr>
              <a:spLocks noChangeShapeType="1"/>
            </p:cNvSpPr>
            <p:nvPr/>
          </p:nvSpPr>
          <p:spPr bwMode="auto">
            <a:xfrm>
              <a:off x="2884" y="1331"/>
              <a:ext cx="0" cy="733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prstDash val="dash"/>
              <a:round/>
              <a:headEnd/>
              <a:tailEnd/>
            </a:ln>
          </p:spPr>
          <p:txBody>
            <a:bodyPr/>
            <a:lstStyle/>
            <a:p>
              <a:endParaRPr lang="en-GB"/>
            </a:p>
          </p:txBody>
        </p:sp>
        <p:sp>
          <p:nvSpPr>
            <p:cNvPr id="18455" name="Freeform 68"/>
            <p:cNvSpPr>
              <a:spLocks/>
            </p:cNvSpPr>
            <p:nvPr/>
          </p:nvSpPr>
          <p:spPr bwMode="auto">
            <a:xfrm flipV="1">
              <a:off x="3338" y="2060"/>
              <a:ext cx="471" cy="713"/>
            </a:xfrm>
            <a:custGeom>
              <a:avLst/>
              <a:gdLst>
                <a:gd name="T0" fmla="*/ 0 w 1426"/>
                <a:gd name="T1" fmla="*/ 222 h 1277"/>
                <a:gd name="T2" fmla="*/ 17 w 1426"/>
                <a:gd name="T3" fmla="*/ 116 h 1277"/>
                <a:gd name="T4" fmla="*/ 30 w 1426"/>
                <a:gd name="T5" fmla="*/ 41 h 1277"/>
                <a:gd name="T6" fmla="*/ 43 w 1426"/>
                <a:gd name="T7" fmla="*/ 8 h 1277"/>
                <a:gd name="T8" fmla="*/ 52 w 1426"/>
                <a:gd name="T9" fmla="*/ 0 h 1277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  <a:gd name="T15" fmla="*/ 0 w 1426"/>
                <a:gd name="T16" fmla="*/ 0 h 1277"/>
                <a:gd name="T17" fmla="*/ 1426 w 1426"/>
                <a:gd name="T18" fmla="*/ 1277 h 1277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T15" t="T16" r="T17" b="T18"/>
              <a:pathLst>
                <a:path w="1426" h="1277">
                  <a:moveTo>
                    <a:pt x="0" y="1277"/>
                  </a:moveTo>
                  <a:cubicBezTo>
                    <a:pt x="78" y="1178"/>
                    <a:pt x="325" y="841"/>
                    <a:pt x="466" y="668"/>
                  </a:cubicBezTo>
                  <a:cubicBezTo>
                    <a:pt x="607" y="495"/>
                    <a:pt x="728" y="342"/>
                    <a:pt x="848" y="239"/>
                  </a:cubicBezTo>
                  <a:cubicBezTo>
                    <a:pt x="967" y="135"/>
                    <a:pt x="1086" y="88"/>
                    <a:pt x="1182" y="48"/>
                  </a:cubicBezTo>
                  <a:cubicBezTo>
                    <a:pt x="1278" y="8"/>
                    <a:pt x="1375" y="10"/>
                    <a:pt x="1426" y="0"/>
                  </a:cubicBezTo>
                </a:path>
              </a:pathLst>
            </a:custGeom>
            <a:noFill/>
            <a:ln w="28575">
              <a:solidFill>
                <a:srgbClr val="FF0000"/>
              </a:solidFill>
              <a:round/>
              <a:headEnd/>
              <a:tailEnd/>
            </a:ln>
          </p:spPr>
          <p:txBody>
            <a:bodyPr/>
            <a:lstStyle/>
            <a:p>
              <a:endParaRPr lang="en-GB"/>
            </a:p>
          </p:txBody>
        </p:sp>
        <p:sp>
          <p:nvSpPr>
            <p:cNvPr id="18456" name="Freeform 69"/>
            <p:cNvSpPr>
              <a:spLocks/>
            </p:cNvSpPr>
            <p:nvPr/>
          </p:nvSpPr>
          <p:spPr bwMode="auto">
            <a:xfrm flipV="1">
              <a:off x="3799" y="2056"/>
              <a:ext cx="450" cy="709"/>
            </a:xfrm>
            <a:custGeom>
              <a:avLst/>
              <a:gdLst>
                <a:gd name="T0" fmla="*/ 49 w 1360"/>
                <a:gd name="T1" fmla="*/ 221 h 1269"/>
                <a:gd name="T2" fmla="*/ 32 w 1360"/>
                <a:gd name="T3" fmla="*/ 115 h 1269"/>
                <a:gd name="T4" fmla="*/ 19 w 1360"/>
                <a:gd name="T5" fmla="*/ 40 h 1269"/>
                <a:gd name="T6" fmla="*/ 7 w 1360"/>
                <a:gd name="T7" fmla="*/ 7 h 1269"/>
                <a:gd name="T8" fmla="*/ 0 w 1360"/>
                <a:gd name="T9" fmla="*/ 0 h 1269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  <a:gd name="T15" fmla="*/ 0 w 1360"/>
                <a:gd name="T16" fmla="*/ 0 h 1269"/>
                <a:gd name="T17" fmla="*/ 1360 w 1360"/>
                <a:gd name="T18" fmla="*/ 1269 h 1269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T15" t="T16" r="T17" b="T18"/>
              <a:pathLst>
                <a:path w="1360" h="1269">
                  <a:moveTo>
                    <a:pt x="1360" y="1269"/>
                  </a:moveTo>
                  <a:cubicBezTo>
                    <a:pt x="1282" y="1170"/>
                    <a:pt x="1035" y="833"/>
                    <a:pt x="894" y="660"/>
                  </a:cubicBezTo>
                  <a:cubicBezTo>
                    <a:pt x="753" y="487"/>
                    <a:pt x="632" y="334"/>
                    <a:pt x="512" y="231"/>
                  </a:cubicBezTo>
                  <a:cubicBezTo>
                    <a:pt x="393" y="127"/>
                    <a:pt x="263" y="78"/>
                    <a:pt x="178" y="40"/>
                  </a:cubicBezTo>
                  <a:cubicBezTo>
                    <a:pt x="93" y="2"/>
                    <a:pt x="37" y="8"/>
                    <a:pt x="0" y="0"/>
                  </a:cubicBezTo>
                </a:path>
              </a:pathLst>
            </a:custGeom>
            <a:noFill/>
            <a:ln w="28575">
              <a:solidFill>
                <a:srgbClr val="FF0000"/>
              </a:solidFill>
              <a:round/>
              <a:headEnd/>
              <a:tailEnd/>
            </a:ln>
          </p:spPr>
          <p:txBody>
            <a:bodyPr/>
            <a:lstStyle/>
            <a:p>
              <a:endParaRPr lang="en-GB"/>
            </a:p>
          </p:txBody>
        </p:sp>
        <p:sp>
          <p:nvSpPr>
            <p:cNvPr id="18457" name="Line 70"/>
            <p:cNvSpPr>
              <a:spLocks noChangeShapeType="1"/>
            </p:cNvSpPr>
            <p:nvPr/>
          </p:nvSpPr>
          <p:spPr bwMode="auto">
            <a:xfrm flipV="1">
              <a:off x="3808" y="2059"/>
              <a:ext cx="1" cy="733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prstDash val="dash"/>
              <a:round/>
              <a:headEnd/>
              <a:tailEnd/>
            </a:ln>
          </p:spPr>
          <p:txBody>
            <a:bodyPr/>
            <a:lstStyle/>
            <a:p>
              <a:endParaRPr lang="en-GB"/>
            </a:p>
          </p:txBody>
        </p:sp>
        <p:grpSp>
          <p:nvGrpSpPr>
            <p:cNvPr id="10" name="Group 71"/>
            <p:cNvGrpSpPr>
              <a:grpSpLocks/>
            </p:cNvGrpSpPr>
            <p:nvPr/>
          </p:nvGrpSpPr>
          <p:grpSpPr bwMode="auto">
            <a:xfrm>
              <a:off x="4261" y="1328"/>
              <a:ext cx="911" cy="736"/>
              <a:chOff x="709" y="1560"/>
              <a:chExt cx="911" cy="736"/>
            </a:xfrm>
          </p:grpSpPr>
          <p:sp>
            <p:nvSpPr>
              <p:cNvPr id="18459" name="Freeform 72"/>
              <p:cNvSpPr>
                <a:spLocks/>
              </p:cNvSpPr>
              <p:nvPr/>
            </p:nvSpPr>
            <p:spPr bwMode="auto">
              <a:xfrm>
                <a:off x="709" y="1564"/>
                <a:ext cx="472" cy="713"/>
              </a:xfrm>
              <a:custGeom>
                <a:avLst/>
                <a:gdLst>
                  <a:gd name="T0" fmla="*/ 0 w 1426"/>
                  <a:gd name="T1" fmla="*/ 222 h 1277"/>
                  <a:gd name="T2" fmla="*/ 17 w 1426"/>
                  <a:gd name="T3" fmla="*/ 116 h 1277"/>
                  <a:gd name="T4" fmla="*/ 31 w 1426"/>
                  <a:gd name="T5" fmla="*/ 41 h 1277"/>
                  <a:gd name="T6" fmla="*/ 43 w 1426"/>
                  <a:gd name="T7" fmla="*/ 8 h 1277"/>
                  <a:gd name="T8" fmla="*/ 52 w 1426"/>
                  <a:gd name="T9" fmla="*/ 0 h 1277"/>
                  <a:gd name="T10" fmla="*/ 0 60000 65536"/>
                  <a:gd name="T11" fmla="*/ 0 60000 65536"/>
                  <a:gd name="T12" fmla="*/ 0 60000 65536"/>
                  <a:gd name="T13" fmla="*/ 0 60000 65536"/>
                  <a:gd name="T14" fmla="*/ 0 60000 65536"/>
                  <a:gd name="T15" fmla="*/ 0 w 1426"/>
                  <a:gd name="T16" fmla="*/ 0 h 1277"/>
                  <a:gd name="T17" fmla="*/ 1426 w 1426"/>
                  <a:gd name="T18" fmla="*/ 1277 h 1277"/>
                </a:gdLst>
                <a:ahLst/>
                <a:cxnLst>
                  <a:cxn ang="T10">
                    <a:pos x="T0" y="T1"/>
                  </a:cxn>
                  <a:cxn ang="T11">
                    <a:pos x="T2" y="T3"/>
                  </a:cxn>
                  <a:cxn ang="T12">
                    <a:pos x="T4" y="T5"/>
                  </a:cxn>
                  <a:cxn ang="T13">
                    <a:pos x="T6" y="T7"/>
                  </a:cxn>
                  <a:cxn ang="T14">
                    <a:pos x="T8" y="T9"/>
                  </a:cxn>
                </a:cxnLst>
                <a:rect l="T15" t="T16" r="T17" b="T18"/>
                <a:pathLst>
                  <a:path w="1426" h="1277">
                    <a:moveTo>
                      <a:pt x="0" y="1277"/>
                    </a:moveTo>
                    <a:cubicBezTo>
                      <a:pt x="78" y="1178"/>
                      <a:pt x="325" y="841"/>
                      <a:pt x="466" y="668"/>
                    </a:cubicBezTo>
                    <a:cubicBezTo>
                      <a:pt x="607" y="495"/>
                      <a:pt x="728" y="342"/>
                      <a:pt x="848" y="239"/>
                    </a:cubicBezTo>
                    <a:cubicBezTo>
                      <a:pt x="967" y="135"/>
                      <a:pt x="1086" y="88"/>
                      <a:pt x="1182" y="48"/>
                    </a:cubicBezTo>
                    <a:cubicBezTo>
                      <a:pt x="1278" y="8"/>
                      <a:pt x="1375" y="10"/>
                      <a:pt x="1426" y="0"/>
                    </a:cubicBezTo>
                  </a:path>
                </a:pathLst>
              </a:custGeom>
              <a:noFill/>
              <a:ln w="28575">
                <a:solidFill>
                  <a:srgbClr val="FF0000"/>
                </a:solidFill>
                <a:round/>
                <a:headEnd/>
                <a:tailEnd/>
              </a:ln>
            </p:spPr>
            <p:txBody>
              <a:bodyPr/>
              <a:lstStyle/>
              <a:p>
                <a:endParaRPr lang="en-GB"/>
              </a:p>
            </p:txBody>
          </p:sp>
          <p:sp>
            <p:nvSpPr>
              <p:cNvPr id="18460" name="Freeform 73"/>
              <p:cNvSpPr>
                <a:spLocks/>
              </p:cNvSpPr>
              <p:nvPr/>
            </p:nvSpPr>
            <p:spPr bwMode="auto">
              <a:xfrm>
                <a:off x="1170" y="1560"/>
                <a:ext cx="450" cy="709"/>
              </a:xfrm>
              <a:custGeom>
                <a:avLst/>
                <a:gdLst>
                  <a:gd name="T0" fmla="*/ 49 w 1360"/>
                  <a:gd name="T1" fmla="*/ 221 h 1269"/>
                  <a:gd name="T2" fmla="*/ 32 w 1360"/>
                  <a:gd name="T3" fmla="*/ 115 h 1269"/>
                  <a:gd name="T4" fmla="*/ 19 w 1360"/>
                  <a:gd name="T5" fmla="*/ 40 h 1269"/>
                  <a:gd name="T6" fmla="*/ 7 w 1360"/>
                  <a:gd name="T7" fmla="*/ 7 h 1269"/>
                  <a:gd name="T8" fmla="*/ 0 w 1360"/>
                  <a:gd name="T9" fmla="*/ 0 h 1269"/>
                  <a:gd name="T10" fmla="*/ 0 60000 65536"/>
                  <a:gd name="T11" fmla="*/ 0 60000 65536"/>
                  <a:gd name="T12" fmla="*/ 0 60000 65536"/>
                  <a:gd name="T13" fmla="*/ 0 60000 65536"/>
                  <a:gd name="T14" fmla="*/ 0 60000 65536"/>
                  <a:gd name="T15" fmla="*/ 0 w 1360"/>
                  <a:gd name="T16" fmla="*/ 0 h 1269"/>
                  <a:gd name="T17" fmla="*/ 1360 w 1360"/>
                  <a:gd name="T18" fmla="*/ 1269 h 1269"/>
                </a:gdLst>
                <a:ahLst/>
                <a:cxnLst>
                  <a:cxn ang="T10">
                    <a:pos x="T0" y="T1"/>
                  </a:cxn>
                  <a:cxn ang="T11">
                    <a:pos x="T2" y="T3"/>
                  </a:cxn>
                  <a:cxn ang="T12">
                    <a:pos x="T4" y="T5"/>
                  </a:cxn>
                  <a:cxn ang="T13">
                    <a:pos x="T6" y="T7"/>
                  </a:cxn>
                  <a:cxn ang="T14">
                    <a:pos x="T8" y="T9"/>
                  </a:cxn>
                </a:cxnLst>
                <a:rect l="T15" t="T16" r="T17" b="T18"/>
                <a:pathLst>
                  <a:path w="1360" h="1269">
                    <a:moveTo>
                      <a:pt x="1360" y="1269"/>
                    </a:moveTo>
                    <a:cubicBezTo>
                      <a:pt x="1282" y="1170"/>
                      <a:pt x="1035" y="833"/>
                      <a:pt x="894" y="660"/>
                    </a:cubicBezTo>
                    <a:cubicBezTo>
                      <a:pt x="753" y="487"/>
                      <a:pt x="632" y="334"/>
                      <a:pt x="512" y="231"/>
                    </a:cubicBezTo>
                    <a:cubicBezTo>
                      <a:pt x="393" y="127"/>
                      <a:pt x="263" y="78"/>
                      <a:pt x="178" y="40"/>
                    </a:cubicBezTo>
                    <a:cubicBezTo>
                      <a:pt x="93" y="2"/>
                      <a:pt x="37" y="8"/>
                      <a:pt x="0" y="0"/>
                    </a:cubicBezTo>
                  </a:path>
                </a:pathLst>
              </a:custGeom>
              <a:noFill/>
              <a:ln w="28575">
                <a:solidFill>
                  <a:srgbClr val="FF0000"/>
                </a:solidFill>
                <a:round/>
                <a:headEnd/>
                <a:tailEnd/>
              </a:ln>
            </p:spPr>
            <p:txBody>
              <a:bodyPr/>
              <a:lstStyle/>
              <a:p>
                <a:endParaRPr lang="en-GB"/>
              </a:p>
            </p:txBody>
          </p:sp>
          <p:sp>
            <p:nvSpPr>
              <p:cNvPr id="18461" name="Line 74"/>
              <p:cNvSpPr>
                <a:spLocks noChangeShapeType="1"/>
              </p:cNvSpPr>
              <p:nvPr/>
            </p:nvSpPr>
            <p:spPr bwMode="auto">
              <a:xfrm>
                <a:off x="1180" y="1563"/>
                <a:ext cx="0" cy="733"/>
              </a:xfrm>
              <a:prstGeom prst="line">
                <a:avLst/>
              </a:prstGeom>
              <a:noFill/>
              <a:ln w="9525">
                <a:solidFill>
                  <a:schemeClr val="tx1"/>
                </a:solidFill>
                <a:prstDash val="dash"/>
                <a:round/>
                <a:headEnd/>
                <a:tailEnd/>
              </a:ln>
            </p:spPr>
            <p:txBody>
              <a:bodyPr/>
              <a:lstStyle/>
              <a:p>
                <a:endParaRPr lang="en-GB"/>
              </a:p>
            </p:txBody>
          </p:sp>
        </p:grpSp>
      </p:grpSp>
      <p:sp>
        <p:nvSpPr>
          <p:cNvPr id="18443" name="Line 76"/>
          <p:cNvSpPr>
            <a:spLocks noChangeShapeType="1"/>
          </p:cNvSpPr>
          <p:nvPr/>
        </p:nvSpPr>
        <p:spPr bwMode="auto">
          <a:xfrm>
            <a:off x="5437188" y="4492625"/>
            <a:ext cx="1895475" cy="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</p:spPr>
        <p:txBody>
          <a:bodyPr/>
          <a:lstStyle/>
          <a:p>
            <a:endParaRPr lang="en-GB"/>
          </a:p>
        </p:txBody>
      </p:sp>
      <p:sp>
        <p:nvSpPr>
          <p:cNvPr id="18444" name="Line 77"/>
          <p:cNvSpPr>
            <a:spLocks noChangeShapeType="1"/>
          </p:cNvSpPr>
          <p:nvPr/>
        </p:nvSpPr>
        <p:spPr bwMode="auto">
          <a:xfrm>
            <a:off x="5446713" y="4102100"/>
            <a:ext cx="0" cy="782638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</p:spPr>
        <p:txBody>
          <a:bodyPr/>
          <a:lstStyle/>
          <a:p>
            <a:endParaRPr lang="en-GB"/>
          </a:p>
        </p:txBody>
      </p:sp>
      <p:sp>
        <p:nvSpPr>
          <p:cNvPr id="18445" name="Text Box 95"/>
          <p:cNvSpPr txBox="1">
            <a:spLocks noChangeArrowheads="1"/>
          </p:cNvSpPr>
          <p:nvPr/>
        </p:nvSpPr>
        <p:spPr bwMode="auto">
          <a:xfrm>
            <a:off x="6229350" y="4175125"/>
            <a:ext cx="441325" cy="823913"/>
          </a:xfrm>
          <a:prstGeom prst="rect">
            <a:avLst/>
          </a:prstGeom>
          <a:noFill/>
          <a:ln w="9525" algn="ctr">
            <a:noFill/>
            <a:miter lim="800000"/>
            <a:headEnd/>
            <a:tailEnd/>
          </a:ln>
        </p:spPr>
        <p:txBody>
          <a:bodyPr wrap="none">
            <a:spAutoFit/>
          </a:bodyPr>
          <a:lstStyle/>
          <a:p>
            <a:r>
              <a:rPr lang="en-GB" sz="4800">
                <a:solidFill>
                  <a:srgbClr val="FF5050"/>
                </a:solidFill>
              </a:rPr>
              <a:t>?</a:t>
            </a:r>
            <a:endParaRPr lang="en-US" sz="4800">
              <a:solidFill>
                <a:srgbClr val="FF505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877820524"/>
      </p:ext>
    </p:extLst>
  </p:cSld>
  <p:clrMapOvr>
    <a:masterClrMapping/>
  </p:clrMapOvr>
</p:sld>
</file>

<file path=ppt/slides/slide7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81"/>
          <p:cNvGrpSpPr>
            <a:grpSpLocks/>
          </p:cNvGrpSpPr>
          <p:nvPr/>
        </p:nvGrpSpPr>
        <p:grpSpPr bwMode="auto">
          <a:xfrm>
            <a:off x="771525" y="5097463"/>
            <a:ext cx="1270000" cy="838200"/>
            <a:chOff x="730" y="917"/>
            <a:chExt cx="1814" cy="1089"/>
          </a:xfrm>
        </p:grpSpPr>
        <p:sp>
          <p:nvSpPr>
            <p:cNvPr id="19488" name="Line 7"/>
            <p:cNvSpPr>
              <a:spLocks noChangeShapeType="1"/>
            </p:cNvSpPr>
            <p:nvPr/>
          </p:nvSpPr>
          <p:spPr bwMode="auto">
            <a:xfrm flipV="1">
              <a:off x="730" y="1008"/>
              <a:ext cx="1814" cy="0"/>
            </a:xfrm>
            <a:prstGeom prst="line">
              <a:avLst/>
            </a:prstGeom>
            <a:noFill/>
            <a:ln w="28575">
              <a:solidFill>
                <a:schemeClr val="tx1"/>
              </a:solidFill>
              <a:round/>
              <a:headEnd/>
              <a:tailEnd/>
            </a:ln>
          </p:spPr>
          <p:txBody>
            <a:bodyPr/>
            <a:lstStyle/>
            <a:p>
              <a:endParaRPr lang="en-GB"/>
            </a:p>
          </p:txBody>
        </p:sp>
        <p:sp>
          <p:nvSpPr>
            <p:cNvPr id="19489" name="Rectangle 8"/>
            <p:cNvSpPr>
              <a:spLocks noChangeArrowheads="1"/>
            </p:cNvSpPr>
            <p:nvPr/>
          </p:nvSpPr>
          <p:spPr bwMode="auto">
            <a:xfrm>
              <a:off x="1319" y="917"/>
              <a:ext cx="502" cy="175"/>
            </a:xfrm>
            <a:prstGeom prst="rect">
              <a:avLst/>
            </a:prstGeom>
            <a:solidFill>
              <a:schemeClr val="bg1"/>
            </a:solidFill>
            <a:ln w="19050" algn="ctr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/>
            <a:p>
              <a:endParaRPr lang="en-US"/>
            </a:p>
          </p:txBody>
        </p:sp>
        <p:grpSp>
          <p:nvGrpSpPr>
            <p:cNvPr id="3" name="Group 9"/>
            <p:cNvGrpSpPr>
              <a:grpSpLocks/>
            </p:cNvGrpSpPr>
            <p:nvPr/>
          </p:nvGrpSpPr>
          <p:grpSpPr bwMode="auto">
            <a:xfrm>
              <a:off x="1909" y="1461"/>
              <a:ext cx="355" cy="90"/>
              <a:chOff x="1791" y="1616"/>
              <a:chExt cx="355" cy="90"/>
            </a:xfrm>
          </p:grpSpPr>
          <p:sp>
            <p:nvSpPr>
              <p:cNvPr id="19494" name="Line 10"/>
              <p:cNvSpPr>
                <a:spLocks noChangeShapeType="1"/>
              </p:cNvSpPr>
              <p:nvPr/>
            </p:nvSpPr>
            <p:spPr bwMode="auto">
              <a:xfrm>
                <a:off x="1791" y="1616"/>
                <a:ext cx="355" cy="0"/>
              </a:xfrm>
              <a:prstGeom prst="line">
                <a:avLst/>
              </a:prstGeom>
              <a:noFill/>
              <a:ln w="38100">
                <a:solidFill>
                  <a:schemeClr val="tx1"/>
                </a:solidFill>
                <a:round/>
                <a:headEnd/>
                <a:tailEnd/>
              </a:ln>
            </p:spPr>
            <p:txBody>
              <a:bodyPr/>
              <a:lstStyle/>
              <a:p>
                <a:endParaRPr lang="en-GB"/>
              </a:p>
            </p:txBody>
          </p:sp>
          <p:sp>
            <p:nvSpPr>
              <p:cNvPr id="19495" name="Line 11"/>
              <p:cNvSpPr>
                <a:spLocks noChangeShapeType="1"/>
              </p:cNvSpPr>
              <p:nvPr/>
            </p:nvSpPr>
            <p:spPr bwMode="auto">
              <a:xfrm>
                <a:off x="1791" y="1706"/>
                <a:ext cx="355" cy="0"/>
              </a:xfrm>
              <a:prstGeom prst="line">
                <a:avLst/>
              </a:prstGeom>
              <a:noFill/>
              <a:ln w="38100">
                <a:solidFill>
                  <a:schemeClr val="tx1"/>
                </a:solidFill>
                <a:round/>
                <a:headEnd/>
                <a:tailEnd/>
              </a:ln>
            </p:spPr>
            <p:txBody>
              <a:bodyPr/>
              <a:lstStyle/>
              <a:p>
                <a:endParaRPr lang="en-GB"/>
              </a:p>
            </p:txBody>
          </p:sp>
        </p:grpSp>
        <p:sp>
          <p:nvSpPr>
            <p:cNvPr id="19491" name="Line 12"/>
            <p:cNvSpPr>
              <a:spLocks noChangeShapeType="1"/>
            </p:cNvSpPr>
            <p:nvPr/>
          </p:nvSpPr>
          <p:spPr bwMode="auto">
            <a:xfrm>
              <a:off x="2091" y="1008"/>
              <a:ext cx="0" cy="453"/>
            </a:xfrm>
            <a:prstGeom prst="line">
              <a:avLst/>
            </a:prstGeom>
            <a:noFill/>
            <a:ln w="28575">
              <a:solidFill>
                <a:schemeClr val="tx1"/>
              </a:solidFill>
              <a:round/>
              <a:headEnd/>
              <a:tailEnd/>
            </a:ln>
          </p:spPr>
          <p:txBody>
            <a:bodyPr/>
            <a:lstStyle/>
            <a:p>
              <a:endParaRPr lang="en-GB"/>
            </a:p>
          </p:txBody>
        </p:sp>
        <p:sp>
          <p:nvSpPr>
            <p:cNvPr id="19492" name="Line 13"/>
            <p:cNvSpPr>
              <a:spLocks noChangeShapeType="1"/>
            </p:cNvSpPr>
            <p:nvPr/>
          </p:nvSpPr>
          <p:spPr bwMode="auto">
            <a:xfrm>
              <a:off x="2091" y="1552"/>
              <a:ext cx="0" cy="453"/>
            </a:xfrm>
            <a:prstGeom prst="line">
              <a:avLst/>
            </a:prstGeom>
            <a:noFill/>
            <a:ln w="28575">
              <a:solidFill>
                <a:schemeClr val="tx1"/>
              </a:solidFill>
              <a:round/>
              <a:headEnd/>
              <a:tailEnd/>
            </a:ln>
          </p:spPr>
          <p:txBody>
            <a:bodyPr/>
            <a:lstStyle/>
            <a:p>
              <a:endParaRPr lang="en-GB"/>
            </a:p>
          </p:txBody>
        </p:sp>
        <p:sp>
          <p:nvSpPr>
            <p:cNvPr id="19493" name="Line 14"/>
            <p:cNvSpPr>
              <a:spLocks noChangeShapeType="1"/>
            </p:cNvSpPr>
            <p:nvPr/>
          </p:nvSpPr>
          <p:spPr bwMode="auto">
            <a:xfrm flipV="1">
              <a:off x="730" y="2006"/>
              <a:ext cx="1814" cy="0"/>
            </a:xfrm>
            <a:prstGeom prst="line">
              <a:avLst/>
            </a:prstGeom>
            <a:noFill/>
            <a:ln w="28575">
              <a:solidFill>
                <a:schemeClr val="tx1"/>
              </a:solidFill>
              <a:round/>
              <a:headEnd/>
              <a:tailEnd/>
            </a:ln>
          </p:spPr>
          <p:txBody>
            <a:bodyPr/>
            <a:lstStyle/>
            <a:p>
              <a:endParaRPr lang="en-GB"/>
            </a:p>
          </p:txBody>
        </p:sp>
      </p:grpSp>
      <p:grpSp>
        <p:nvGrpSpPr>
          <p:cNvPr id="4" name="Group 82"/>
          <p:cNvGrpSpPr>
            <a:grpSpLocks/>
          </p:cNvGrpSpPr>
          <p:nvPr/>
        </p:nvGrpSpPr>
        <p:grpSpPr bwMode="auto">
          <a:xfrm>
            <a:off x="2419350" y="5041900"/>
            <a:ext cx="1473200" cy="954088"/>
            <a:chOff x="920" y="2558"/>
            <a:chExt cx="1633" cy="1270"/>
          </a:xfrm>
        </p:grpSpPr>
        <p:grpSp>
          <p:nvGrpSpPr>
            <p:cNvPr id="5" name="Group 22"/>
            <p:cNvGrpSpPr>
              <a:grpSpLocks/>
            </p:cNvGrpSpPr>
            <p:nvPr/>
          </p:nvGrpSpPr>
          <p:grpSpPr bwMode="auto">
            <a:xfrm>
              <a:off x="920" y="2558"/>
              <a:ext cx="1633" cy="1270"/>
              <a:chOff x="975" y="2568"/>
              <a:chExt cx="1633" cy="1270"/>
            </a:xfrm>
          </p:grpSpPr>
          <p:sp>
            <p:nvSpPr>
              <p:cNvPr id="19486" name="Line 23"/>
              <p:cNvSpPr>
                <a:spLocks noChangeShapeType="1"/>
              </p:cNvSpPr>
              <p:nvPr/>
            </p:nvSpPr>
            <p:spPr bwMode="auto">
              <a:xfrm>
                <a:off x="975" y="2568"/>
                <a:ext cx="0" cy="1270"/>
              </a:xfrm>
              <a:prstGeom prst="line">
                <a:avLst/>
              </a:prstGeom>
              <a:noFill/>
              <a:ln w="28575">
                <a:solidFill>
                  <a:schemeClr val="tx1"/>
                </a:solidFill>
                <a:round/>
                <a:headEnd/>
                <a:tailEnd/>
              </a:ln>
            </p:spPr>
            <p:txBody>
              <a:bodyPr/>
              <a:lstStyle/>
              <a:p>
                <a:endParaRPr lang="en-GB"/>
              </a:p>
            </p:txBody>
          </p:sp>
          <p:sp>
            <p:nvSpPr>
              <p:cNvPr id="19487" name="Line 24"/>
              <p:cNvSpPr>
                <a:spLocks noChangeShapeType="1"/>
              </p:cNvSpPr>
              <p:nvPr/>
            </p:nvSpPr>
            <p:spPr bwMode="auto">
              <a:xfrm flipH="1">
                <a:off x="975" y="3838"/>
                <a:ext cx="1633" cy="0"/>
              </a:xfrm>
              <a:prstGeom prst="line">
                <a:avLst/>
              </a:prstGeom>
              <a:noFill/>
              <a:ln w="28575">
                <a:solidFill>
                  <a:schemeClr val="tx1"/>
                </a:solidFill>
                <a:round/>
                <a:headEnd/>
                <a:tailEnd/>
              </a:ln>
            </p:spPr>
            <p:txBody>
              <a:bodyPr/>
              <a:lstStyle/>
              <a:p>
                <a:endParaRPr lang="en-GB"/>
              </a:p>
            </p:txBody>
          </p:sp>
        </p:grpSp>
        <p:sp>
          <p:nvSpPr>
            <p:cNvPr id="19483" name="Freeform 25"/>
            <p:cNvSpPr>
              <a:spLocks/>
            </p:cNvSpPr>
            <p:nvPr/>
          </p:nvSpPr>
          <p:spPr bwMode="auto">
            <a:xfrm>
              <a:off x="966" y="2644"/>
              <a:ext cx="557" cy="4"/>
            </a:xfrm>
            <a:custGeom>
              <a:avLst/>
              <a:gdLst>
                <a:gd name="T0" fmla="*/ 0 w 557"/>
                <a:gd name="T1" fmla="*/ 4 h 4"/>
                <a:gd name="T2" fmla="*/ 557 w 557"/>
                <a:gd name="T3" fmla="*/ 0 h 4"/>
                <a:gd name="T4" fmla="*/ 0 60000 65536"/>
                <a:gd name="T5" fmla="*/ 0 60000 65536"/>
                <a:gd name="T6" fmla="*/ 0 w 557"/>
                <a:gd name="T7" fmla="*/ 0 h 4"/>
                <a:gd name="T8" fmla="*/ 557 w 557"/>
                <a:gd name="T9" fmla="*/ 4 h 4"/>
              </a:gdLst>
              <a:ahLst/>
              <a:cxnLst>
                <a:cxn ang="T4">
                  <a:pos x="T0" y="T1"/>
                </a:cxn>
                <a:cxn ang="T5">
                  <a:pos x="T2" y="T3"/>
                </a:cxn>
              </a:cxnLst>
              <a:rect l="T6" t="T7" r="T8" b="T9"/>
              <a:pathLst>
                <a:path w="557" h="4">
                  <a:moveTo>
                    <a:pt x="0" y="4"/>
                  </a:moveTo>
                  <a:lnTo>
                    <a:pt x="557" y="0"/>
                  </a:lnTo>
                </a:path>
              </a:pathLst>
            </a:custGeom>
            <a:noFill/>
            <a:ln w="19050">
              <a:solidFill>
                <a:srgbClr val="990000"/>
              </a:solidFill>
              <a:round/>
              <a:headEnd/>
              <a:tailEnd/>
            </a:ln>
          </p:spPr>
          <p:txBody>
            <a:bodyPr/>
            <a:lstStyle/>
            <a:p>
              <a:endParaRPr lang="en-GB"/>
            </a:p>
          </p:txBody>
        </p:sp>
        <p:sp>
          <p:nvSpPr>
            <p:cNvPr id="19484" name="Line 26"/>
            <p:cNvSpPr>
              <a:spLocks noChangeShapeType="1"/>
            </p:cNvSpPr>
            <p:nvPr/>
          </p:nvSpPr>
          <p:spPr bwMode="auto">
            <a:xfrm>
              <a:off x="1845" y="2835"/>
              <a:ext cx="680" cy="953"/>
            </a:xfrm>
            <a:prstGeom prst="line">
              <a:avLst/>
            </a:prstGeom>
            <a:noFill/>
            <a:ln w="19050">
              <a:solidFill>
                <a:srgbClr val="990000"/>
              </a:solidFill>
              <a:round/>
              <a:headEnd/>
              <a:tailEnd/>
            </a:ln>
          </p:spPr>
          <p:txBody>
            <a:bodyPr/>
            <a:lstStyle/>
            <a:p>
              <a:endParaRPr lang="en-GB"/>
            </a:p>
          </p:txBody>
        </p:sp>
        <p:sp>
          <p:nvSpPr>
            <p:cNvPr id="19485" name="Freeform 27"/>
            <p:cNvSpPr>
              <a:spLocks/>
            </p:cNvSpPr>
            <p:nvPr/>
          </p:nvSpPr>
          <p:spPr bwMode="auto">
            <a:xfrm>
              <a:off x="1521" y="2645"/>
              <a:ext cx="352" cy="224"/>
            </a:xfrm>
            <a:custGeom>
              <a:avLst/>
              <a:gdLst>
                <a:gd name="T0" fmla="*/ 0 w 352"/>
                <a:gd name="T1" fmla="*/ 3 h 224"/>
                <a:gd name="T2" fmla="*/ 146 w 352"/>
                <a:gd name="T3" fmla="*/ 21 h 224"/>
                <a:gd name="T4" fmla="*/ 268 w 352"/>
                <a:gd name="T5" fmla="*/ 127 h 224"/>
                <a:gd name="T6" fmla="*/ 352 w 352"/>
                <a:gd name="T7" fmla="*/ 224 h 224"/>
                <a:gd name="T8" fmla="*/ 0 60000 65536"/>
                <a:gd name="T9" fmla="*/ 0 60000 65536"/>
                <a:gd name="T10" fmla="*/ 0 60000 65536"/>
                <a:gd name="T11" fmla="*/ 0 60000 65536"/>
                <a:gd name="T12" fmla="*/ 0 w 352"/>
                <a:gd name="T13" fmla="*/ 0 h 224"/>
                <a:gd name="T14" fmla="*/ 352 w 352"/>
                <a:gd name="T15" fmla="*/ 224 h 224"/>
              </a:gdLst>
              <a:ahLst/>
              <a:cxnLst>
                <a:cxn ang="T8">
                  <a:pos x="T0" y="T1"/>
                </a:cxn>
                <a:cxn ang="T9">
                  <a:pos x="T2" y="T3"/>
                </a:cxn>
                <a:cxn ang="T10">
                  <a:pos x="T4" y="T5"/>
                </a:cxn>
                <a:cxn ang="T11">
                  <a:pos x="T6" y="T7"/>
                </a:cxn>
              </a:cxnLst>
              <a:rect l="T12" t="T13" r="T14" b="T15"/>
              <a:pathLst>
                <a:path w="352" h="224">
                  <a:moveTo>
                    <a:pt x="0" y="3"/>
                  </a:moveTo>
                  <a:cubicBezTo>
                    <a:pt x="24" y="6"/>
                    <a:pt x="101" y="0"/>
                    <a:pt x="146" y="21"/>
                  </a:cubicBezTo>
                  <a:cubicBezTo>
                    <a:pt x="191" y="42"/>
                    <a:pt x="234" y="93"/>
                    <a:pt x="268" y="127"/>
                  </a:cubicBezTo>
                  <a:cubicBezTo>
                    <a:pt x="302" y="161"/>
                    <a:pt x="335" y="204"/>
                    <a:pt x="352" y="224"/>
                  </a:cubicBezTo>
                </a:path>
              </a:pathLst>
            </a:custGeom>
            <a:noFill/>
            <a:ln w="19050">
              <a:solidFill>
                <a:srgbClr val="990000"/>
              </a:solidFill>
              <a:round/>
              <a:headEnd/>
              <a:tailEnd/>
            </a:ln>
          </p:spPr>
          <p:txBody>
            <a:bodyPr/>
            <a:lstStyle/>
            <a:p>
              <a:endParaRPr lang="en-GB"/>
            </a:p>
          </p:txBody>
        </p:sp>
      </p:grpSp>
      <p:grpSp>
        <p:nvGrpSpPr>
          <p:cNvPr id="6" name="Group 87"/>
          <p:cNvGrpSpPr>
            <a:grpSpLocks/>
          </p:cNvGrpSpPr>
          <p:nvPr/>
        </p:nvGrpSpPr>
        <p:grpSpPr bwMode="auto">
          <a:xfrm>
            <a:off x="5465763" y="3714750"/>
            <a:ext cx="1268412" cy="2297113"/>
            <a:chOff x="3595" y="2267"/>
            <a:chExt cx="799" cy="1447"/>
          </a:xfrm>
        </p:grpSpPr>
        <p:grpSp>
          <p:nvGrpSpPr>
            <p:cNvPr id="7" name="Group 80"/>
            <p:cNvGrpSpPr>
              <a:grpSpLocks/>
            </p:cNvGrpSpPr>
            <p:nvPr/>
          </p:nvGrpSpPr>
          <p:grpSpPr bwMode="auto">
            <a:xfrm>
              <a:off x="3617" y="2267"/>
              <a:ext cx="777" cy="568"/>
              <a:chOff x="3472" y="834"/>
              <a:chExt cx="1814" cy="1180"/>
            </a:xfrm>
          </p:grpSpPr>
          <p:sp>
            <p:nvSpPr>
              <p:cNvPr id="19473" name="Line 46"/>
              <p:cNvSpPr>
                <a:spLocks noChangeShapeType="1"/>
              </p:cNvSpPr>
              <p:nvPr/>
            </p:nvSpPr>
            <p:spPr bwMode="auto">
              <a:xfrm flipV="1">
                <a:off x="3472" y="1016"/>
                <a:ext cx="816" cy="0"/>
              </a:xfrm>
              <a:prstGeom prst="line">
                <a:avLst/>
              </a:prstGeom>
              <a:noFill/>
              <a:ln w="28575">
                <a:solidFill>
                  <a:schemeClr val="tx1"/>
                </a:solidFill>
                <a:round/>
                <a:headEnd/>
                <a:tailEnd/>
              </a:ln>
            </p:spPr>
            <p:txBody>
              <a:bodyPr/>
              <a:lstStyle/>
              <a:p>
                <a:endParaRPr lang="en-GB"/>
              </a:p>
            </p:txBody>
          </p:sp>
          <p:grpSp>
            <p:nvGrpSpPr>
              <p:cNvPr id="8" name="Group 47"/>
              <p:cNvGrpSpPr>
                <a:grpSpLocks/>
              </p:cNvGrpSpPr>
              <p:nvPr/>
            </p:nvGrpSpPr>
            <p:grpSpPr bwMode="auto">
              <a:xfrm>
                <a:off x="4289" y="834"/>
                <a:ext cx="91" cy="355"/>
                <a:chOff x="4289" y="948"/>
                <a:chExt cx="91" cy="355"/>
              </a:xfrm>
            </p:grpSpPr>
            <p:sp>
              <p:nvSpPr>
                <p:cNvPr id="19480" name="Line 48"/>
                <p:cNvSpPr>
                  <a:spLocks noChangeShapeType="1"/>
                </p:cNvSpPr>
                <p:nvPr/>
              </p:nvSpPr>
              <p:spPr bwMode="auto">
                <a:xfrm rot="5400000">
                  <a:off x="4202" y="1126"/>
                  <a:ext cx="355" cy="0"/>
                </a:xfrm>
                <a:prstGeom prst="line">
                  <a:avLst/>
                </a:prstGeom>
                <a:noFill/>
                <a:ln w="38100">
                  <a:solidFill>
                    <a:schemeClr val="tx1"/>
                  </a:solidFill>
                  <a:round/>
                  <a:headEnd/>
                  <a:tailEnd/>
                </a:ln>
              </p:spPr>
              <p:txBody>
                <a:bodyPr/>
                <a:lstStyle/>
                <a:p>
                  <a:endParaRPr lang="en-GB"/>
                </a:p>
              </p:txBody>
            </p:sp>
            <p:sp>
              <p:nvSpPr>
                <p:cNvPr id="19481" name="Line 49"/>
                <p:cNvSpPr>
                  <a:spLocks noChangeShapeType="1"/>
                </p:cNvSpPr>
                <p:nvPr/>
              </p:nvSpPr>
              <p:spPr bwMode="auto">
                <a:xfrm rot="5400000">
                  <a:off x="4111" y="1126"/>
                  <a:ext cx="355" cy="0"/>
                </a:xfrm>
                <a:prstGeom prst="line">
                  <a:avLst/>
                </a:prstGeom>
                <a:noFill/>
                <a:ln w="38100">
                  <a:solidFill>
                    <a:schemeClr val="tx1"/>
                  </a:solidFill>
                  <a:round/>
                  <a:headEnd/>
                  <a:tailEnd/>
                </a:ln>
              </p:spPr>
              <p:txBody>
                <a:bodyPr/>
                <a:lstStyle/>
                <a:p>
                  <a:endParaRPr lang="en-GB"/>
                </a:p>
              </p:txBody>
            </p:sp>
          </p:grpSp>
          <p:sp>
            <p:nvSpPr>
              <p:cNvPr id="19475" name="Line 50"/>
              <p:cNvSpPr>
                <a:spLocks noChangeShapeType="1"/>
              </p:cNvSpPr>
              <p:nvPr/>
            </p:nvSpPr>
            <p:spPr bwMode="auto">
              <a:xfrm>
                <a:off x="4833" y="1016"/>
                <a:ext cx="0" cy="453"/>
              </a:xfrm>
              <a:prstGeom prst="line">
                <a:avLst/>
              </a:prstGeom>
              <a:noFill/>
              <a:ln w="28575">
                <a:solidFill>
                  <a:schemeClr val="tx1"/>
                </a:solidFill>
                <a:round/>
                <a:headEnd/>
                <a:tailEnd/>
              </a:ln>
            </p:spPr>
            <p:txBody>
              <a:bodyPr/>
              <a:lstStyle/>
              <a:p>
                <a:endParaRPr lang="en-GB"/>
              </a:p>
            </p:txBody>
          </p:sp>
          <p:sp>
            <p:nvSpPr>
              <p:cNvPr id="19476" name="Line 51"/>
              <p:cNvSpPr>
                <a:spLocks noChangeShapeType="1"/>
              </p:cNvSpPr>
              <p:nvPr/>
            </p:nvSpPr>
            <p:spPr bwMode="auto">
              <a:xfrm>
                <a:off x="4833" y="1560"/>
                <a:ext cx="0" cy="453"/>
              </a:xfrm>
              <a:prstGeom prst="line">
                <a:avLst/>
              </a:prstGeom>
              <a:noFill/>
              <a:ln w="28575">
                <a:solidFill>
                  <a:schemeClr val="tx1"/>
                </a:solidFill>
                <a:round/>
                <a:headEnd/>
                <a:tailEnd/>
              </a:ln>
            </p:spPr>
            <p:txBody>
              <a:bodyPr/>
              <a:lstStyle/>
              <a:p>
                <a:endParaRPr lang="en-GB"/>
              </a:p>
            </p:txBody>
          </p:sp>
          <p:sp>
            <p:nvSpPr>
              <p:cNvPr id="19477" name="Line 52"/>
              <p:cNvSpPr>
                <a:spLocks noChangeShapeType="1"/>
              </p:cNvSpPr>
              <p:nvPr/>
            </p:nvSpPr>
            <p:spPr bwMode="auto">
              <a:xfrm flipV="1">
                <a:off x="3472" y="2014"/>
                <a:ext cx="1814" cy="0"/>
              </a:xfrm>
              <a:prstGeom prst="line">
                <a:avLst/>
              </a:prstGeom>
              <a:noFill/>
              <a:ln w="28575">
                <a:solidFill>
                  <a:schemeClr val="tx1"/>
                </a:solidFill>
                <a:round/>
                <a:headEnd/>
                <a:tailEnd/>
              </a:ln>
            </p:spPr>
            <p:txBody>
              <a:bodyPr/>
              <a:lstStyle/>
              <a:p>
                <a:endParaRPr lang="en-GB"/>
              </a:p>
            </p:txBody>
          </p:sp>
          <p:sp>
            <p:nvSpPr>
              <p:cNvPr id="19478" name="Line 58"/>
              <p:cNvSpPr>
                <a:spLocks noChangeShapeType="1"/>
              </p:cNvSpPr>
              <p:nvPr/>
            </p:nvSpPr>
            <p:spPr bwMode="auto">
              <a:xfrm flipV="1">
                <a:off x="4379" y="1016"/>
                <a:ext cx="816" cy="0"/>
              </a:xfrm>
              <a:prstGeom prst="line">
                <a:avLst/>
              </a:prstGeom>
              <a:noFill/>
              <a:ln w="28575">
                <a:solidFill>
                  <a:schemeClr val="tx1"/>
                </a:solidFill>
                <a:round/>
                <a:headEnd/>
                <a:tailEnd/>
              </a:ln>
            </p:spPr>
            <p:txBody>
              <a:bodyPr/>
              <a:lstStyle/>
              <a:p>
                <a:endParaRPr lang="en-GB"/>
              </a:p>
            </p:txBody>
          </p:sp>
          <p:sp>
            <p:nvSpPr>
              <p:cNvPr id="19479" name="Rectangle 59"/>
              <p:cNvSpPr>
                <a:spLocks noChangeArrowheads="1"/>
              </p:cNvSpPr>
              <p:nvPr/>
            </p:nvSpPr>
            <p:spPr bwMode="auto">
              <a:xfrm rot="5400000">
                <a:off x="4579" y="1451"/>
                <a:ext cx="502" cy="175"/>
              </a:xfrm>
              <a:prstGeom prst="rect">
                <a:avLst/>
              </a:prstGeom>
              <a:solidFill>
                <a:schemeClr val="bg1"/>
              </a:solidFill>
              <a:ln w="19050" algn="ctr">
                <a:solidFill>
                  <a:schemeClr val="tx1"/>
                </a:solidFill>
                <a:miter lim="800000"/>
                <a:headEnd/>
                <a:tailEnd/>
              </a:ln>
            </p:spPr>
            <p:txBody>
              <a:bodyPr wrap="none" anchor="ctr"/>
              <a:lstStyle/>
              <a:p>
                <a:endParaRPr lang="en-US"/>
              </a:p>
            </p:txBody>
          </p:sp>
        </p:grpSp>
        <p:grpSp>
          <p:nvGrpSpPr>
            <p:cNvPr id="9" name="Group 83"/>
            <p:cNvGrpSpPr>
              <a:grpSpLocks/>
            </p:cNvGrpSpPr>
            <p:nvPr/>
          </p:nvGrpSpPr>
          <p:grpSpPr bwMode="auto">
            <a:xfrm>
              <a:off x="3595" y="3085"/>
              <a:ext cx="776" cy="629"/>
              <a:chOff x="3379" y="2559"/>
              <a:chExt cx="1633" cy="1270"/>
            </a:xfrm>
          </p:grpSpPr>
          <p:sp>
            <p:nvSpPr>
              <p:cNvPr id="19468" name="Line 62"/>
              <p:cNvSpPr>
                <a:spLocks noChangeShapeType="1"/>
              </p:cNvSpPr>
              <p:nvPr/>
            </p:nvSpPr>
            <p:spPr bwMode="auto">
              <a:xfrm>
                <a:off x="3379" y="2559"/>
                <a:ext cx="0" cy="1270"/>
              </a:xfrm>
              <a:prstGeom prst="line">
                <a:avLst/>
              </a:prstGeom>
              <a:noFill/>
              <a:ln w="28575">
                <a:solidFill>
                  <a:schemeClr val="tx1"/>
                </a:solidFill>
                <a:round/>
                <a:headEnd/>
                <a:tailEnd/>
              </a:ln>
            </p:spPr>
            <p:txBody>
              <a:bodyPr/>
              <a:lstStyle/>
              <a:p>
                <a:endParaRPr lang="en-GB"/>
              </a:p>
            </p:txBody>
          </p:sp>
          <p:sp>
            <p:nvSpPr>
              <p:cNvPr id="19469" name="Line 63"/>
              <p:cNvSpPr>
                <a:spLocks noChangeShapeType="1"/>
              </p:cNvSpPr>
              <p:nvPr/>
            </p:nvSpPr>
            <p:spPr bwMode="auto">
              <a:xfrm flipH="1">
                <a:off x="3379" y="3829"/>
                <a:ext cx="1633" cy="0"/>
              </a:xfrm>
              <a:prstGeom prst="line">
                <a:avLst/>
              </a:prstGeom>
              <a:noFill/>
              <a:ln w="28575">
                <a:solidFill>
                  <a:schemeClr val="tx1"/>
                </a:solidFill>
                <a:round/>
                <a:headEnd/>
                <a:tailEnd/>
              </a:ln>
            </p:spPr>
            <p:txBody>
              <a:bodyPr/>
              <a:lstStyle/>
              <a:p>
                <a:endParaRPr lang="en-GB"/>
              </a:p>
            </p:txBody>
          </p:sp>
          <p:sp>
            <p:nvSpPr>
              <p:cNvPr id="19470" name="Freeform 64"/>
              <p:cNvSpPr>
                <a:spLocks/>
              </p:cNvSpPr>
              <p:nvPr/>
            </p:nvSpPr>
            <p:spPr bwMode="auto">
              <a:xfrm flipH="1">
                <a:off x="4430" y="2661"/>
                <a:ext cx="557" cy="4"/>
              </a:xfrm>
              <a:custGeom>
                <a:avLst/>
                <a:gdLst>
                  <a:gd name="T0" fmla="*/ 0 w 557"/>
                  <a:gd name="T1" fmla="*/ 4 h 4"/>
                  <a:gd name="T2" fmla="*/ 557 w 557"/>
                  <a:gd name="T3" fmla="*/ 0 h 4"/>
                  <a:gd name="T4" fmla="*/ 0 60000 65536"/>
                  <a:gd name="T5" fmla="*/ 0 60000 65536"/>
                  <a:gd name="T6" fmla="*/ 0 w 557"/>
                  <a:gd name="T7" fmla="*/ 0 h 4"/>
                  <a:gd name="T8" fmla="*/ 557 w 557"/>
                  <a:gd name="T9" fmla="*/ 4 h 4"/>
                </a:gdLst>
                <a:ahLst/>
                <a:cxnLst>
                  <a:cxn ang="T4">
                    <a:pos x="T0" y="T1"/>
                  </a:cxn>
                  <a:cxn ang="T5">
                    <a:pos x="T2" y="T3"/>
                  </a:cxn>
                </a:cxnLst>
                <a:rect l="T6" t="T7" r="T8" b="T9"/>
                <a:pathLst>
                  <a:path w="557" h="4">
                    <a:moveTo>
                      <a:pt x="0" y="4"/>
                    </a:moveTo>
                    <a:lnTo>
                      <a:pt x="557" y="0"/>
                    </a:lnTo>
                  </a:path>
                </a:pathLst>
              </a:custGeom>
              <a:noFill/>
              <a:ln w="19050">
                <a:solidFill>
                  <a:srgbClr val="990000"/>
                </a:solidFill>
                <a:round/>
                <a:headEnd/>
                <a:tailEnd/>
              </a:ln>
            </p:spPr>
            <p:txBody>
              <a:bodyPr/>
              <a:lstStyle/>
              <a:p>
                <a:endParaRPr lang="en-GB"/>
              </a:p>
            </p:txBody>
          </p:sp>
          <p:sp>
            <p:nvSpPr>
              <p:cNvPr id="19471" name="Line 65"/>
              <p:cNvSpPr>
                <a:spLocks noChangeShapeType="1"/>
              </p:cNvSpPr>
              <p:nvPr/>
            </p:nvSpPr>
            <p:spPr bwMode="auto">
              <a:xfrm flipH="1">
                <a:off x="3483" y="2814"/>
                <a:ext cx="680" cy="953"/>
              </a:xfrm>
              <a:prstGeom prst="line">
                <a:avLst/>
              </a:prstGeom>
              <a:noFill/>
              <a:ln w="19050">
                <a:solidFill>
                  <a:srgbClr val="990000"/>
                </a:solidFill>
                <a:round/>
                <a:headEnd/>
                <a:tailEnd/>
              </a:ln>
            </p:spPr>
            <p:txBody>
              <a:bodyPr/>
              <a:lstStyle/>
              <a:p>
                <a:endParaRPr lang="en-GB"/>
              </a:p>
            </p:txBody>
          </p:sp>
          <p:sp>
            <p:nvSpPr>
              <p:cNvPr id="19472" name="Freeform 66"/>
              <p:cNvSpPr>
                <a:spLocks/>
              </p:cNvSpPr>
              <p:nvPr/>
            </p:nvSpPr>
            <p:spPr bwMode="auto">
              <a:xfrm flipH="1">
                <a:off x="4110" y="2657"/>
                <a:ext cx="352" cy="224"/>
              </a:xfrm>
              <a:custGeom>
                <a:avLst/>
                <a:gdLst>
                  <a:gd name="T0" fmla="*/ 0 w 352"/>
                  <a:gd name="T1" fmla="*/ 3 h 224"/>
                  <a:gd name="T2" fmla="*/ 146 w 352"/>
                  <a:gd name="T3" fmla="*/ 21 h 224"/>
                  <a:gd name="T4" fmla="*/ 268 w 352"/>
                  <a:gd name="T5" fmla="*/ 127 h 224"/>
                  <a:gd name="T6" fmla="*/ 352 w 352"/>
                  <a:gd name="T7" fmla="*/ 224 h 224"/>
                  <a:gd name="T8" fmla="*/ 0 60000 65536"/>
                  <a:gd name="T9" fmla="*/ 0 60000 65536"/>
                  <a:gd name="T10" fmla="*/ 0 60000 65536"/>
                  <a:gd name="T11" fmla="*/ 0 60000 65536"/>
                  <a:gd name="T12" fmla="*/ 0 w 352"/>
                  <a:gd name="T13" fmla="*/ 0 h 224"/>
                  <a:gd name="T14" fmla="*/ 352 w 352"/>
                  <a:gd name="T15" fmla="*/ 224 h 224"/>
                </a:gdLst>
                <a:ahLst/>
                <a:cxnLst>
                  <a:cxn ang="T8">
                    <a:pos x="T0" y="T1"/>
                  </a:cxn>
                  <a:cxn ang="T9">
                    <a:pos x="T2" y="T3"/>
                  </a:cxn>
                  <a:cxn ang="T10">
                    <a:pos x="T4" y="T5"/>
                  </a:cxn>
                  <a:cxn ang="T11">
                    <a:pos x="T6" y="T7"/>
                  </a:cxn>
                </a:cxnLst>
                <a:rect l="T12" t="T13" r="T14" b="T15"/>
                <a:pathLst>
                  <a:path w="352" h="224">
                    <a:moveTo>
                      <a:pt x="0" y="3"/>
                    </a:moveTo>
                    <a:cubicBezTo>
                      <a:pt x="24" y="6"/>
                      <a:pt x="101" y="0"/>
                      <a:pt x="146" y="21"/>
                    </a:cubicBezTo>
                    <a:cubicBezTo>
                      <a:pt x="191" y="42"/>
                      <a:pt x="234" y="93"/>
                      <a:pt x="268" y="127"/>
                    </a:cubicBezTo>
                    <a:cubicBezTo>
                      <a:pt x="302" y="161"/>
                      <a:pt x="335" y="204"/>
                      <a:pt x="352" y="224"/>
                    </a:cubicBezTo>
                  </a:path>
                </a:pathLst>
              </a:custGeom>
              <a:noFill/>
              <a:ln w="19050">
                <a:solidFill>
                  <a:srgbClr val="990000"/>
                </a:solidFill>
                <a:round/>
                <a:headEnd/>
                <a:tailEnd/>
              </a:ln>
            </p:spPr>
            <p:txBody>
              <a:bodyPr/>
              <a:lstStyle/>
              <a:p>
                <a:endParaRPr lang="en-GB"/>
              </a:p>
            </p:txBody>
          </p:sp>
        </p:grpSp>
      </p:grpSp>
      <p:pic>
        <p:nvPicPr>
          <p:cNvPr id="19461" name="Picture 84"/>
          <p:cNvPicPr>
            <a:picLocks noChangeAspect="1" noChangeArrowheads="1"/>
          </p:cNvPicPr>
          <p:nvPr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430213" y="1074738"/>
            <a:ext cx="3284537" cy="2286000"/>
          </a:xfrm>
          <a:prstGeom prst="rect">
            <a:avLst/>
          </a:prstGeom>
          <a:noFill/>
          <a:ln w="9525" algn="ctr">
            <a:noFill/>
            <a:miter lim="800000"/>
            <a:headEnd/>
            <a:tailEnd/>
          </a:ln>
        </p:spPr>
      </p:pic>
      <p:sp>
        <p:nvSpPr>
          <p:cNvPr id="19462" name="Text Box 85"/>
          <p:cNvSpPr txBox="1">
            <a:spLocks noChangeArrowheads="1"/>
          </p:cNvSpPr>
          <p:nvPr/>
        </p:nvSpPr>
        <p:spPr bwMode="auto">
          <a:xfrm>
            <a:off x="430213" y="365125"/>
            <a:ext cx="2651125" cy="457200"/>
          </a:xfrm>
          <a:prstGeom prst="rect">
            <a:avLst/>
          </a:prstGeom>
          <a:noFill/>
          <a:ln w="9525" algn="ctr">
            <a:noFill/>
            <a:miter lim="800000"/>
            <a:headEnd/>
            <a:tailEnd/>
          </a:ln>
        </p:spPr>
        <p:txBody>
          <a:bodyPr wrap="none">
            <a:spAutoFit/>
          </a:bodyPr>
          <a:lstStyle/>
          <a:p>
            <a:r>
              <a:rPr lang="en-GB" sz="2400"/>
              <a:t>Signal Distortion</a:t>
            </a:r>
            <a:endParaRPr lang="en-US" sz="2400"/>
          </a:p>
        </p:txBody>
      </p:sp>
      <p:sp>
        <p:nvSpPr>
          <p:cNvPr id="19463" name="Text Box 86"/>
          <p:cNvSpPr txBox="1">
            <a:spLocks noChangeArrowheads="1"/>
          </p:cNvSpPr>
          <p:nvPr/>
        </p:nvSpPr>
        <p:spPr bwMode="auto">
          <a:xfrm>
            <a:off x="4915488" y="699572"/>
            <a:ext cx="4154084" cy="2451953"/>
          </a:xfrm>
          <a:prstGeom prst="rect">
            <a:avLst/>
          </a:prstGeom>
          <a:noFill/>
          <a:ln w="9525" algn="ctr">
            <a:noFill/>
            <a:miter lim="800000"/>
            <a:headEnd/>
            <a:tailEnd/>
          </a:ln>
        </p:spPr>
        <p:txBody>
          <a:bodyPr wrap="square">
            <a:spAutoFit/>
          </a:bodyPr>
          <a:lstStyle/>
          <a:p>
            <a:pPr marL="182563" indent="-182563">
              <a:lnSpc>
                <a:spcPts val="2300"/>
              </a:lnSpc>
            </a:pPr>
            <a:r>
              <a:rPr lang="en-GB" sz="1600" b="0" dirty="0"/>
              <a:t>Unintended distortion </a:t>
            </a:r>
          </a:p>
          <a:p>
            <a:pPr marL="182563" indent="-182563">
              <a:lnSpc>
                <a:spcPts val="2300"/>
              </a:lnSpc>
              <a:buFontTx/>
              <a:buChar char="•"/>
            </a:pPr>
            <a:r>
              <a:rPr lang="en-GB" sz="1600" b="0" dirty="0"/>
              <a:t>component and board layout</a:t>
            </a:r>
          </a:p>
          <a:p>
            <a:pPr marL="182563" indent="-182563">
              <a:lnSpc>
                <a:spcPts val="2300"/>
              </a:lnSpc>
              <a:buFontTx/>
              <a:buChar char="•"/>
            </a:pPr>
            <a:r>
              <a:rPr lang="en-GB" sz="1600" b="0" dirty="0"/>
              <a:t>connecting cables</a:t>
            </a:r>
          </a:p>
          <a:p>
            <a:pPr marL="182563" indent="-182563">
              <a:lnSpc>
                <a:spcPts val="2300"/>
              </a:lnSpc>
              <a:buFontTx/>
              <a:buChar char="•"/>
            </a:pPr>
            <a:r>
              <a:rPr lang="en-GB" sz="1600" b="0" dirty="0"/>
              <a:t>component interiors</a:t>
            </a:r>
          </a:p>
          <a:p>
            <a:pPr marL="536575" lvl="1" indent="-174625">
              <a:lnSpc>
                <a:spcPts val="2300"/>
              </a:lnSpc>
              <a:buFontTx/>
              <a:buChar char="•"/>
            </a:pPr>
            <a:r>
              <a:rPr lang="en-GB" sz="1600" b="0" dirty="0"/>
              <a:t>capacitance in transistors</a:t>
            </a:r>
          </a:p>
          <a:p>
            <a:pPr marL="182563" indent="-182563">
              <a:lnSpc>
                <a:spcPts val="2300"/>
              </a:lnSpc>
              <a:buFontTx/>
              <a:buChar char="•"/>
            </a:pPr>
            <a:r>
              <a:rPr lang="en-GB" sz="1600" b="0" dirty="0"/>
              <a:t>capacitance to earth (of casing)</a:t>
            </a:r>
          </a:p>
          <a:p>
            <a:pPr marL="182563" indent="-182563">
              <a:lnSpc>
                <a:spcPts val="2300"/>
              </a:lnSpc>
              <a:buFontTx/>
              <a:buChar char="•"/>
            </a:pPr>
            <a:endParaRPr lang="en-GB" sz="1600" b="0" dirty="0"/>
          </a:p>
          <a:p>
            <a:pPr marL="182563" indent="-182563">
              <a:lnSpc>
                <a:spcPts val="2300"/>
              </a:lnSpc>
            </a:pPr>
            <a:r>
              <a:rPr lang="en-GB" sz="1600" b="0" dirty="0"/>
              <a:t>… causes filtering effects</a:t>
            </a:r>
            <a:endParaRPr lang="en-US" sz="1600" b="0" dirty="0"/>
          </a:p>
        </p:txBody>
      </p:sp>
      <p:sp>
        <p:nvSpPr>
          <p:cNvPr id="19464" name="AutoShape 89"/>
          <p:cNvSpPr>
            <a:spLocks noChangeArrowheads="1"/>
          </p:cNvSpPr>
          <p:nvPr/>
        </p:nvSpPr>
        <p:spPr bwMode="auto">
          <a:xfrm rot="5969798">
            <a:off x="1593850" y="3625850"/>
            <a:ext cx="1476375" cy="600075"/>
          </a:xfrm>
          <a:prstGeom prst="rightArrow">
            <a:avLst>
              <a:gd name="adj1" fmla="val 46380"/>
              <a:gd name="adj2" fmla="val 144908"/>
            </a:avLst>
          </a:prstGeom>
          <a:solidFill>
            <a:srgbClr val="FFCC66"/>
          </a:solidFill>
          <a:ln w="9525" algn="ctr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/>
          <a:p>
            <a:endParaRPr lang="en-US"/>
          </a:p>
        </p:txBody>
      </p:sp>
      <p:sp>
        <p:nvSpPr>
          <p:cNvPr id="19465" name="AutoShape 90"/>
          <p:cNvSpPr>
            <a:spLocks noChangeArrowheads="1"/>
          </p:cNvSpPr>
          <p:nvPr/>
        </p:nvSpPr>
        <p:spPr bwMode="auto">
          <a:xfrm rot="2034833">
            <a:off x="3709988" y="3122613"/>
            <a:ext cx="1476375" cy="600075"/>
          </a:xfrm>
          <a:prstGeom prst="rightArrow">
            <a:avLst>
              <a:gd name="adj1" fmla="val 55380"/>
              <a:gd name="adj2" fmla="val 128392"/>
            </a:avLst>
          </a:prstGeom>
          <a:solidFill>
            <a:srgbClr val="FFCC66"/>
          </a:solidFill>
          <a:ln w="9525" algn="ctr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28127471"/>
      </p:ext>
    </p:extLst>
  </p:cSld>
  <p:clrMapOvr>
    <a:masterClrMapping/>
  </p:clrMapOvr>
</p:sld>
</file>

<file path=ppt/slides/slide7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482" name="Text Box 4"/>
          <p:cNvSpPr txBox="1">
            <a:spLocks noChangeArrowheads="1"/>
          </p:cNvSpPr>
          <p:nvPr/>
        </p:nvSpPr>
        <p:spPr bwMode="auto">
          <a:xfrm>
            <a:off x="430213" y="365125"/>
            <a:ext cx="2651125" cy="457200"/>
          </a:xfrm>
          <a:prstGeom prst="rect">
            <a:avLst/>
          </a:prstGeom>
          <a:noFill/>
          <a:ln w="9525" algn="ctr">
            <a:noFill/>
            <a:miter lim="800000"/>
            <a:headEnd/>
            <a:tailEnd/>
          </a:ln>
        </p:spPr>
        <p:txBody>
          <a:bodyPr wrap="none">
            <a:spAutoFit/>
          </a:bodyPr>
          <a:lstStyle/>
          <a:p>
            <a:r>
              <a:rPr lang="en-GB" sz="2400" b="1" dirty="0"/>
              <a:t>Signal Distortion</a:t>
            </a:r>
            <a:endParaRPr lang="en-US" sz="2400" b="1" dirty="0"/>
          </a:p>
        </p:txBody>
      </p:sp>
      <p:pic>
        <p:nvPicPr>
          <p:cNvPr id="20483" name="Picture 5"/>
          <p:cNvPicPr>
            <a:picLocks noChangeAspect="1" noChangeArrowheads="1"/>
          </p:cNvPicPr>
          <p:nvPr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430213" y="1074738"/>
            <a:ext cx="3284537" cy="2286000"/>
          </a:xfrm>
          <a:prstGeom prst="rect">
            <a:avLst/>
          </a:prstGeom>
          <a:noFill/>
          <a:ln w="9525" algn="ctr">
            <a:noFill/>
            <a:miter lim="800000"/>
            <a:headEnd/>
            <a:tailEnd/>
          </a:ln>
        </p:spPr>
      </p:pic>
      <p:sp>
        <p:nvSpPr>
          <p:cNvPr id="20484" name="Text Box 7"/>
          <p:cNvSpPr txBox="1">
            <a:spLocks noChangeArrowheads="1"/>
          </p:cNvSpPr>
          <p:nvPr/>
        </p:nvSpPr>
        <p:spPr bwMode="auto">
          <a:xfrm>
            <a:off x="5268886" y="691559"/>
            <a:ext cx="2962275" cy="977191"/>
          </a:xfrm>
          <a:prstGeom prst="rect">
            <a:avLst/>
          </a:prstGeom>
          <a:noFill/>
          <a:ln w="9525" algn="ctr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pPr>
              <a:lnSpc>
                <a:spcPts val="2300"/>
              </a:lnSpc>
            </a:pPr>
            <a:r>
              <a:rPr lang="en-GB" sz="1600" b="0" dirty="0"/>
              <a:t>Uneven frequency response</a:t>
            </a:r>
          </a:p>
          <a:p>
            <a:pPr>
              <a:lnSpc>
                <a:spcPts val="2300"/>
              </a:lnSpc>
            </a:pPr>
            <a:r>
              <a:rPr lang="en-GB" sz="1600" b="0" dirty="0"/>
              <a:t>gives phase differences across the signal bandwidth</a:t>
            </a:r>
            <a:endParaRPr lang="en-US" sz="1600" b="0" dirty="0"/>
          </a:p>
        </p:txBody>
      </p:sp>
      <p:sp>
        <p:nvSpPr>
          <p:cNvPr id="20485" name="Text Box 87"/>
          <p:cNvSpPr txBox="1">
            <a:spLocks noChangeArrowheads="1"/>
          </p:cNvSpPr>
          <p:nvPr/>
        </p:nvSpPr>
        <p:spPr bwMode="auto">
          <a:xfrm>
            <a:off x="4321175" y="2373313"/>
            <a:ext cx="1093788" cy="825500"/>
          </a:xfrm>
          <a:prstGeom prst="rect">
            <a:avLst/>
          </a:prstGeom>
          <a:noFill/>
          <a:ln w="9525" algn="ctr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r>
              <a:rPr lang="en-GB" sz="1600" b="0"/>
              <a:t>Lower freqs: OK</a:t>
            </a:r>
            <a:endParaRPr lang="en-US" sz="1600" b="0"/>
          </a:p>
        </p:txBody>
      </p:sp>
      <p:grpSp>
        <p:nvGrpSpPr>
          <p:cNvPr id="2" name="Group 90"/>
          <p:cNvGrpSpPr>
            <a:grpSpLocks/>
          </p:cNvGrpSpPr>
          <p:nvPr/>
        </p:nvGrpSpPr>
        <p:grpSpPr bwMode="auto">
          <a:xfrm>
            <a:off x="5451475" y="1917700"/>
            <a:ext cx="2452688" cy="1538288"/>
            <a:chOff x="3268" y="1546"/>
            <a:chExt cx="1545" cy="969"/>
          </a:xfrm>
        </p:grpSpPr>
        <p:grpSp>
          <p:nvGrpSpPr>
            <p:cNvPr id="3" name="Group 8"/>
            <p:cNvGrpSpPr>
              <a:grpSpLocks/>
            </p:cNvGrpSpPr>
            <p:nvPr/>
          </p:nvGrpSpPr>
          <p:grpSpPr bwMode="auto">
            <a:xfrm>
              <a:off x="3618" y="1546"/>
              <a:ext cx="1194" cy="493"/>
              <a:chOff x="554" y="1205"/>
              <a:chExt cx="4743" cy="1681"/>
            </a:xfrm>
          </p:grpSpPr>
          <p:sp>
            <p:nvSpPr>
              <p:cNvPr id="20591" name="Line 9"/>
              <p:cNvSpPr>
                <a:spLocks noChangeShapeType="1"/>
              </p:cNvSpPr>
              <p:nvPr/>
            </p:nvSpPr>
            <p:spPr bwMode="auto">
              <a:xfrm>
                <a:off x="554" y="2043"/>
                <a:ext cx="4743" cy="1"/>
              </a:xfrm>
              <a:prstGeom prst="line">
                <a:avLst/>
              </a:prstGeom>
              <a:noFill/>
              <a:ln w="9525">
                <a:solidFill>
                  <a:schemeClr val="tx1"/>
                </a:solidFill>
                <a:round/>
                <a:headEnd/>
                <a:tailEnd/>
              </a:ln>
            </p:spPr>
            <p:txBody>
              <a:bodyPr/>
              <a:lstStyle/>
              <a:p>
                <a:endParaRPr lang="en-GB" sz="1600"/>
              </a:p>
            </p:txBody>
          </p:sp>
          <p:sp>
            <p:nvSpPr>
              <p:cNvPr id="20592" name="Line 10"/>
              <p:cNvSpPr>
                <a:spLocks noChangeShapeType="1"/>
              </p:cNvSpPr>
              <p:nvPr/>
            </p:nvSpPr>
            <p:spPr bwMode="auto">
              <a:xfrm>
                <a:off x="578" y="1205"/>
                <a:ext cx="1" cy="1681"/>
              </a:xfrm>
              <a:prstGeom prst="line">
                <a:avLst/>
              </a:prstGeom>
              <a:noFill/>
              <a:ln w="9525">
                <a:solidFill>
                  <a:schemeClr val="tx1"/>
                </a:solidFill>
                <a:round/>
                <a:headEnd/>
                <a:tailEnd/>
              </a:ln>
            </p:spPr>
            <p:txBody>
              <a:bodyPr/>
              <a:lstStyle/>
              <a:p>
                <a:endParaRPr lang="en-GB" sz="1600"/>
              </a:p>
            </p:txBody>
          </p:sp>
          <p:grpSp>
            <p:nvGrpSpPr>
              <p:cNvPr id="4" name="Group 11"/>
              <p:cNvGrpSpPr>
                <a:grpSpLocks/>
              </p:cNvGrpSpPr>
              <p:nvPr/>
            </p:nvGrpSpPr>
            <p:grpSpPr bwMode="auto">
              <a:xfrm>
                <a:off x="581" y="1320"/>
                <a:ext cx="911" cy="736"/>
                <a:chOff x="709" y="1560"/>
                <a:chExt cx="911" cy="736"/>
              </a:xfrm>
            </p:grpSpPr>
            <p:sp>
              <p:nvSpPr>
                <p:cNvPr id="20607" name="Freeform 12"/>
                <p:cNvSpPr>
                  <a:spLocks/>
                </p:cNvSpPr>
                <p:nvPr/>
              </p:nvSpPr>
              <p:spPr bwMode="auto">
                <a:xfrm>
                  <a:off x="709" y="1564"/>
                  <a:ext cx="472" cy="713"/>
                </a:xfrm>
                <a:custGeom>
                  <a:avLst/>
                  <a:gdLst>
                    <a:gd name="T0" fmla="*/ 0 w 1426"/>
                    <a:gd name="T1" fmla="*/ 222 h 1277"/>
                    <a:gd name="T2" fmla="*/ 17 w 1426"/>
                    <a:gd name="T3" fmla="*/ 116 h 1277"/>
                    <a:gd name="T4" fmla="*/ 31 w 1426"/>
                    <a:gd name="T5" fmla="*/ 41 h 1277"/>
                    <a:gd name="T6" fmla="*/ 43 w 1426"/>
                    <a:gd name="T7" fmla="*/ 8 h 1277"/>
                    <a:gd name="T8" fmla="*/ 52 w 1426"/>
                    <a:gd name="T9" fmla="*/ 0 h 1277"/>
                    <a:gd name="T10" fmla="*/ 0 60000 65536"/>
                    <a:gd name="T11" fmla="*/ 0 60000 65536"/>
                    <a:gd name="T12" fmla="*/ 0 60000 65536"/>
                    <a:gd name="T13" fmla="*/ 0 60000 65536"/>
                    <a:gd name="T14" fmla="*/ 0 60000 65536"/>
                    <a:gd name="T15" fmla="*/ 0 w 1426"/>
                    <a:gd name="T16" fmla="*/ 0 h 1277"/>
                    <a:gd name="T17" fmla="*/ 1426 w 1426"/>
                    <a:gd name="T18" fmla="*/ 1277 h 1277"/>
                  </a:gdLst>
                  <a:ahLst/>
                  <a:cxnLst>
                    <a:cxn ang="T10">
                      <a:pos x="T0" y="T1"/>
                    </a:cxn>
                    <a:cxn ang="T11">
                      <a:pos x="T2" y="T3"/>
                    </a:cxn>
                    <a:cxn ang="T12">
                      <a:pos x="T4" y="T5"/>
                    </a:cxn>
                    <a:cxn ang="T13">
                      <a:pos x="T6" y="T7"/>
                    </a:cxn>
                    <a:cxn ang="T14">
                      <a:pos x="T8" y="T9"/>
                    </a:cxn>
                  </a:cxnLst>
                  <a:rect l="T15" t="T16" r="T17" b="T18"/>
                  <a:pathLst>
                    <a:path w="1426" h="1277">
                      <a:moveTo>
                        <a:pt x="0" y="1277"/>
                      </a:moveTo>
                      <a:cubicBezTo>
                        <a:pt x="78" y="1178"/>
                        <a:pt x="325" y="841"/>
                        <a:pt x="466" y="668"/>
                      </a:cubicBezTo>
                      <a:cubicBezTo>
                        <a:pt x="607" y="495"/>
                        <a:pt x="728" y="342"/>
                        <a:pt x="848" y="239"/>
                      </a:cubicBezTo>
                      <a:cubicBezTo>
                        <a:pt x="967" y="135"/>
                        <a:pt x="1086" y="88"/>
                        <a:pt x="1182" y="48"/>
                      </a:cubicBezTo>
                      <a:cubicBezTo>
                        <a:pt x="1278" y="8"/>
                        <a:pt x="1375" y="10"/>
                        <a:pt x="1426" y="0"/>
                      </a:cubicBezTo>
                    </a:path>
                  </a:pathLst>
                </a:custGeom>
                <a:noFill/>
                <a:ln w="28575">
                  <a:solidFill>
                    <a:srgbClr val="FF0000"/>
                  </a:solidFill>
                  <a:round/>
                  <a:headEnd/>
                  <a:tailEnd/>
                </a:ln>
              </p:spPr>
              <p:txBody>
                <a:bodyPr/>
                <a:lstStyle/>
                <a:p>
                  <a:endParaRPr lang="en-GB" sz="1600"/>
                </a:p>
              </p:txBody>
            </p:sp>
            <p:sp>
              <p:nvSpPr>
                <p:cNvPr id="20608" name="Freeform 13"/>
                <p:cNvSpPr>
                  <a:spLocks/>
                </p:cNvSpPr>
                <p:nvPr/>
              </p:nvSpPr>
              <p:spPr bwMode="auto">
                <a:xfrm>
                  <a:off x="1170" y="1560"/>
                  <a:ext cx="450" cy="709"/>
                </a:xfrm>
                <a:custGeom>
                  <a:avLst/>
                  <a:gdLst>
                    <a:gd name="T0" fmla="*/ 49 w 1360"/>
                    <a:gd name="T1" fmla="*/ 221 h 1269"/>
                    <a:gd name="T2" fmla="*/ 32 w 1360"/>
                    <a:gd name="T3" fmla="*/ 115 h 1269"/>
                    <a:gd name="T4" fmla="*/ 19 w 1360"/>
                    <a:gd name="T5" fmla="*/ 40 h 1269"/>
                    <a:gd name="T6" fmla="*/ 7 w 1360"/>
                    <a:gd name="T7" fmla="*/ 7 h 1269"/>
                    <a:gd name="T8" fmla="*/ 0 w 1360"/>
                    <a:gd name="T9" fmla="*/ 0 h 1269"/>
                    <a:gd name="T10" fmla="*/ 0 60000 65536"/>
                    <a:gd name="T11" fmla="*/ 0 60000 65536"/>
                    <a:gd name="T12" fmla="*/ 0 60000 65536"/>
                    <a:gd name="T13" fmla="*/ 0 60000 65536"/>
                    <a:gd name="T14" fmla="*/ 0 60000 65536"/>
                    <a:gd name="T15" fmla="*/ 0 w 1360"/>
                    <a:gd name="T16" fmla="*/ 0 h 1269"/>
                    <a:gd name="T17" fmla="*/ 1360 w 1360"/>
                    <a:gd name="T18" fmla="*/ 1269 h 1269"/>
                  </a:gdLst>
                  <a:ahLst/>
                  <a:cxnLst>
                    <a:cxn ang="T10">
                      <a:pos x="T0" y="T1"/>
                    </a:cxn>
                    <a:cxn ang="T11">
                      <a:pos x="T2" y="T3"/>
                    </a:cxn>
                    <a:cxn ang="T12">
                      <a:pos x="T4" y="T5"/>
                    </a:cxn>
                    <a:cxn ang="T13">
                      <a:pos x="T6" y="T7"/>
                    </a:cxn>
                    <a:cxn ang="T14">
                      <a:pos x="T8" y="T9"/>
                    </a:cxn>
                  </a:cxnLst>
                  <a:rect l="T15" t="T16" r="T17" b="T18"/>
                  <a:pathLst>
                    <a:path w="1360" h="1269">
                      <a:moveTo>
                        <a:pt x="1360" y="1269"/>
                      </a:moveTo>
                      <a:cubicBezTo>
                        <a:pt x="1282" y="1170"/>
                        <a:pt x="1035" y="833"/>
                        <a:pt x="894" y="660"/>
                      </a:cubicBezTo>
                      <a:cubicBezTo>
                        <a:pt x="753" y="487"/>
                        <a:pt x="632" y="334"/>
                        <a:pt x="512" y="231"/>
                      </a:cubicBezTo>
                      <a:cubicBezTo>
                        <a:pt x="393" y="127"/>
                        <a:pt x="263" y="78"/>
                        <a:pt x="178" y="40"/>
                      </a:cubicBezTo>
                      <a:cubicBezTo>
                        <a:pt x="93" y="2"/>
                        <a:pt x="37" y="8"/>
                        <a:pt x="0" y="0"/>
                      </a:cubicBezTo>
                    </a:path>
                  </a:pathLst>
                </a:custGeom>
                <a:noFill/>
                <a:ln w="28575">
                  <a:solidFill>
                    <a:srgbClr val="FF0000"/>
                  </a:solidFill>
                  <a:round/>
                  <a:headEnd/>
                  <a:tailEnd/>
                </a:ln>
              </p:spPr>
              <p:txBody>
                <a:bodyPr/>
                <a:lstStyle/>
                <a:p>
                  <a:endParaRPr lang="en-GB" sz="1600"/>
                </a:p>
              </p:txBody>
            </p:sp>
            <p:sp>
              <p:nvSpPr>
                <p:cNvPr id="20609" name="Line 14"/>
                <p:cNvSpPr>
                  <a:spLocks noChangeShapeType="1"/>
                </p:cNvSpPr>
                <p:nvPr/>
              </p:nvSpPr>
              <p:spPr bwMode="auto">
                <a:xfrm>
                  <a:off x="1180" y="1563"/>
                  <a:ext cx="0" cy="733"/>
                </a:xfrm>
                <a:prstGeom prst="line">
                  <a:avLst/>
                </a:prstGeom>
                <a:noFill/>
                <a:ln w="9525">
                  <a:solidFill>
                    <a:schemeClr val="tx1"/>
                  </a:solidFill>
                  <a:prstDash val="dash"/>
                  <a:round/>
                  <a:headEnd/>
                  <a:tailEnd/>
                </a:ln>
              </p:spPr>
              <p:txBody>
                <a:bodyPr/>
                <a:lstStyle/>
                <a:p>
                  <a:endParaRPr lang="en-GB" sz="1600"/>
                </a:p>
              </p:txBody>
            </p:sp>
          </p:grpSp>
          <p:sp>
            <p:nvSpPr>
              <p:cNvPr id="20594" name="Freeform 15"/>
              <p:cNvSpPr>
                <a:spLocks/>
              </p:cNvSpPr>
              <p:nvPr/>
            </p:nvSpPr>
            <p:spPr bwMode="auto">
              <a:xfrm flipV="1">
                <a:off x="1506" y="2052"/>
                <a:ext cx="471" cy="713"/>
              </a:xfrm>
              <a:custGeom>
                <a:avLst/>
                <a:gdLst>
                  <a:gd name="T0" fmla="*/ 0 w 1426"/>
                  <a:gd name="T1" fmla="*/ 222 h 1277"/>
                  <a:gd name="T2" fmla="*/ 17 w 1426"/>
                  <a:gd name="T3" fmla="*/ 116 h 1277"/>
                  <a:gd name="T4" fmla="*/ 30 w 1426"/>
                  <a:gd name="T5" fmla="*/ 41 h 1277"/>
                  <a:gd name="T6" fmla="*/ 43 w 1426"/>
                  <a:gd name="T7" fmla="*/ 8 h 1277"/>
                  <a:gd name="T8" fmla="*/ 52 w 1426"/>
                  <a:gd name="T9" fmla="*/ 0 h 1277"/>
                  <a:gd name="T10" fmla="*/ 0 60000 65536"/>
                  <a:gd name="T11" fmla="*/ 0 60000 65536"/>
                  <a:gd name="T12" fmla="*/ 0 60000 65536"/>
                  <a:gd name="T13" fmla="*/ 0 60000 65536"/>
                  <a:gd name="T14" fmla="*/ 0 60000 65536"/>
                  <a:gd name="T15" fmla="*/ 0 w 1426"/>
                  <a:gd name="T16" fmla="*/ 0 h 1277"/>
                  <a:gd name="T17" fmla="*/ 1426 w 1426"/>
                  <a:gd name="T18" fmla="*/ 1277 h 1277"/>
                </a:gdLst>
                <a:ahLst/>
                <a:cxnLst>
                  <a:cxn ang="T10">
                    <a:pos x="T0" y="T1"/>
                  </a:cxn>
                  <a:cxn ang="T11">
                    <a:pos x="T2" y="T3"/>
                  </a:cxn>
                  <a:cxn ang="T12">
                    <a:pos x="T4" y="T5"/>
                  </a:cxn>
                  <a:cxn ang="T13">
                    <a:pos x="T6" y="T7"/>
                  </a:cxn>
                  <a:cxn ang="T14">
                    <a:pos x="T8" y="T9"/>
                  </a:cxn>
                </a:cxnLst>
                <a:rect l="T15" t="T16" r="T17" b="T18"/>
                <a:pathLst>
                  <a:path w="1426" h="1277">
                    <a:moveTo>
                      <a:pt x="0" y="1277"/>
                    </a:moveTo>
                    <a:cubicBezTo>
                      <a:pt x="78" y="1178"/>
                      <a:pt x="325" y="841"/>
                      <a:pt x="466" y="668"/>
                    </a:cubicBezTo>
                    <a:cubicBezTo>
                      <a:pt x="607" y="495"/>
                      <a:pt x="728" y="342"/>
                      <a:pt x="848" y="239"/>
                    </a:cubicBezTo>
                    <a:cubicBezTo>
                      <a:pt x="967" y="135"/>
                      <a:pt x="1086" y="88"/>
                      <a:pt x="1182" y="48"/>
                    </a:cubicBezTo>
                    <a:cubicBezTo>
                      <a:pt x="1278" y="8"/>
                      <a:pt x="1375" y="10"/>
                      <a:pt x="1426" y="0"/>
                    </a:cubicBezTo>
                  </a:path>
                </a:pathLst>
              </a:custGeom>
              <a:noFill/>
              <a:ln w="28575">
                <a:solidFill>
                  <a:srgbClr val="FF0000"/>
                </a:solidFill>
                <a:round/>
                <a:headEnd/>
                <a:tailEnd/>
              </a:ln>
            </p:spPr>
            <p:txBody>
              <a:bodyPr/>
              <a:lstStyle/>
              <a:p>
                <a:endParaRPr lang="en-GB" sz="1600"/>
              </a:p>
            </p:txBody>
          </p:sp>
          <p:sp>
            <p:nvSpPr>
              <p:cNvPr id="20595" name="Freeform 16"/>
              <p:cNvSpPr>
                <a:spLocks/>
              </p:cNvSpPr>
              <p:nvPr/>
            </p:nvSpPr>
            <p:spPr bwMode="auto">
              <a:xfrm flipV="1">
                <a:off x="1967" y="2048"/>
                <a:ext cx="450" cy="709"/>
              </a:xfrm>
              <a:custGeom>
                <a:avLst/>
                <a:gdLst>
                  <a:gd name="T0" fmla="*/ 49 w 1360"/>
                  <a:gd name="T1" fmla="*/ 221 h 1269"/>
                  <a:gd name="T2" fmla="*/ 32 w 1360"/>
                  <a:gd name="T3" fmla="*/ 115 h 1269"/>
                  <a:gd name="T4" fmla="*/ 19 w 1360"/>
                  <a:gd name="T5" fmla="*/ 40 h 1269"/>
                  <a:gd name="T6" fmla="*/ 7 w 1360"/>
                  <a:gd name="T7" fmla="*/ 7 h 1269"/>
                  <a:gd name="T8" fmla="*/ 0 w 1360"/>
                  <a:gd name="T9" fmla="*/ 0 h 1269"/>
                  <a:gd name="T10" fmla="*/ 0 60000 65536"/>
                  <a:gd name="T11" fmla="*/ 0 60000 65536"/>
                  <a:gd name="T12" fmla="*/ 0 60000 65536"/>
                  <a:gd name="T13" fmla="*/ 0 60000 65536"/>
                  <a:gd name="T14" fmla="*/ 0 60000 65536"/>
                  <a:gd name="T15" fmla="*/ 0 w 1360"/>
                  <a:gd name="T16" fmla="*/ 0 h 1269"/>
                  <a:gd name="T17" fmla="*/ 1360 w 1360"/>
                  <a:gd name="T18" fmla="*/ 1269 h 1269"/>
                </a:gdLst>
                <a:ahLst/>
                <a:cxnLst>
                  <a:cxn ang="T10">
                    <a:pos x="T0" y="T1"/>
                  </a:cxn>
                  <a:cxn ang="T11">
                    <a:pos x="T2" y="T3"/>
                  </a:cxn>
                  <a:cxn ang="T12">
                    <a:pos x="T4" y="T5"/>
                  </a:cxn>
                  <a:cxn ang="T13">
                    <a:pos x="T6" y="T7"/>
                  </a:cxn>
                  <a:cxn ang="T14">
                    <a:pos x="T8" y="T9"/>
                  </a:cxn>
                </a:cxnLst>
                <a:rect l="T15" t="T16" r="T17" b="T18"/>
                <a:pathLst>
                  <a:path w="1360" h="1269">
                    <a:moveTo>
                      <a:pt x="1360" y="1269"/>
                    </a:moveTo>
                    <a:cubicBezTo>
                      <a:pt x="1282" y="1170"/>
                      <a:pt x="1035" y="833"/>
                      <a:pt x="894" y="660"/>
                    </a:cubicBezTo>
                    <a:cubicBezTo>
                      <a:pt x="753" y="487"/>
                      <a:pt x="632" y="334"/>
                      <a:pt x="512" y="231"/>
                    </a:cubicBezTo>
                    <a:cubicBezTo>
                      <a:pt x="393" y="127"/>
                      <a:pt x="263" y="78"/>
                      <a:pt x="178" y="40"/>
                    </a:cubicBezTo>
                    <a:cubicBezTo>
                      <a:pt x="93" y="2"/>
                      <a:pt x="37" y="8"/>
                      <a:pt x="0" y="0"/>
                    </a:cubicBezTo>
                  </a:path>
                </a:pathLst>
              </a:custGeom>
              <a:noFill/>
              <a:ln w="28575">
                <a:solidFill>
                  <a:srgbClr val="FF0000"/>
                </a:solidFill>
                <a:round/>
                <a:headEnd/>
                <a:tailEnd/>
              </a:ln>
            </p:spPr>
            <p:txBody>
              <a:bodyPr/>
              <a:lstStyle/>
              <a:p>
                <a:endParaRPr lang="en-GB" sz="1600"/>
              </a:p>
            </p:txBody>
          </p:sp>
          <p:sp>
            <p:nvSpPr>
              <p:cNvPr id="20596" name="Line 17"/>
              <p:cNvSpPr>
                <a:spLocks noChangeShapeType="1"/>
              </p:cNvSpPr>
              <p:nvPr/>
            </p:nvSpPr>
            <p:spPr bwMode="auto">
              <a:xfrm flipV="1">
                <a:off x="1976" y="2051"/>
                <a:ext cx="1" cy="733"/>
              </a:xfrm>
              <a:prstGeom prst="line">
                <a:avLst/>
              </a:prstGeom>
              <a:noFill/>
              <a:ln w="9525">
                <a:solidFill>
                  <a:schemeClr val="tx1"/>
                </a:solidFill>
                <a:prstDash val="dash"/>
                <a:round/>
                <a:headEnd/>
                <a:tailEnd/>
              </a:ln>
            </p:spPr>
            <p:txBody>
              <a:bodyPr/>
              <a:lstStyle/>
              <a:p>
                <a:endParaRPr lang="en-GB" sz="1600"/>
              </a:p>
            </p:txBody>
          </p:sp>
          <p:sp>
            <p:nvSpPr>
              <p:cNvPr id="20597" name="Freeform 18"/>
              <p:cNvSpPr>
                <a:spLocks/>
              </p:cNvSpPr>
              <p:nvPr/>
            </p:nvSpPr>
            <p:spPr bwMode="auto">
              <a:xfrm>
                <a:off x="2413" y="1332"/>
                <a:ext cx="472" cy="713"/>
              </a:xfrm>
              <a:custGeom>
                <a:avLst/>
                <a:gdLst>
                  <a:gd name="T0" fmla="*/ 0 w 1426"/>
                  <a:gd name="T1" fmla="*/ 222 h 1277"/>
                  <a:gd name="T2" fmla="*/ 17 w 1426"/>
                  <a:gd name="T3" fmla="*/ 116 h 1277"/>
                  <a:gd name="T4" fmla="*/ 31 w 1426"/>
                  <a:gd name="T5" fmla="*/ 41 h 1277"/>
                  <a:gd name="T6" fmla="*/ 43 w 1426"/>
                  <a:gd name="T7" fmla="*/ 8 h 1277"/>
                  <a:gd name="T8" fmla="*/ 52 w 1426"/>
                  <a:gd name="T9" fmla="*/ 0 h 1277"/>
                  <a:gd name="T10" fmla="*/ 0 60000 65536"/>
                  <a:gd name="T11" fmla="*/ 0 60000 65536"/>
                  <a:gd name="T12" fmla="*/ 0 60000 65536"/>
                  <a:gd name="T13" fmla="*/ 0 60000 65536"/>
                  <a:gd name="T14" fmla="*/ 0 60000 65536"/>
                  <a:gd name="T15" fmla="*/ 0 w 1426"/>
                  <a:gd name="T16" fmla="*/ 0 h 1277"/>
                  <a:gd name="T17" fmla="*/ 1426 w 1426"/>
                  <a:gd name="T18" fmla="*/ 1277 h 1277"/>
                </a:gdLst>
                <a:ahLst/>
                <a:cxnLst>
                  <a:cxn ang="T10">
                    <a:pos x="T0" y="T1"/>
                  </a:cxn>
                  <a:cxn ang="T11">
                    <a:pos x="T2" y="T3"/>
                  </a:cxn>
                  <a:cxn ang="T12">
                    <a:pos x="T4" y="T5"/>
                  </a:cxn>
                  <a:cxn ang="T13">
                    <a:pos x="T6" y="T7"/>
                  </a:cxn>
                  <a:cxn ang="T14">
                    <a:pos x="T8" y="T9"/>
                  </a:cxn>
                </a:cxnLst>
                <a:rect l="T15" t="T16" r="T17" b="T18"/>
                <a:pathLst>
                  <a:path w="1426" h="1277">
                    <a:moveTo>
                      <a:pt x="0" y="1277"/>
                    </a:moveTo>
                    <a:cubicBezTo>
                      <a:pt x="78" y="1178"/>
                      <a:pt x="325" y="841"/>
                      <a:pt x="466" y="668"/>
                    </a:cubicBezTo>
                    <a:cubicBezTo>
                      <a:pt x="607" y="495"/>
                      <a:pt x="728" y="342"/>
                      <a:pt x="848" y="239"/>
                    </a:cubicBezTo>
                    <a:cubicBezTo>
                      <a:pt x="967" y="135"/>
                      <a:pt x="1086" y="88"/>
                      <a:pt x="1182" y="48"/>
                    </a:cubicBezTo>
                    <a:cubicBezTo>
                      <a:pt x="1278" y="8"/>
                      <a:pt x="1375" y="10"/>
                      <a:pt x="1426" y="0"/>
                    </a:cubicBezTo>
                  </a:path>
                </a:pathLst>
              </a:custGeom>
              <a:noFill/>
              <a:ln w="28575">
                <a:solidFill>
                  <a:srgbClr val="FF0000"/>
                </a:solidFill>
                <a:round/>
                <a:headEnd/>
                <a:tailEnd/>
              </a:ln>
            </p:spPr>
            <p:txBody>
              <a:bodyPr/>
              <a:lstStyle/>
              <a:p>
                <a:endParaRPr lang="en-GB" sz="1600"/>
              </a:p>
            </p:txBody>
          </p:sp>
          <p:sp>
            <p:nvSpPr>
              <p:cNvPr id="20598" name="Freeform 19"/>
              <p:cNvSpPr>
                <a:spLocks/>
              </p:cNvSpPr>
              <p:nvPr/>
            </p:nvSpPr>
            <p:spPr bwMode="auto">
              <a:xfrm>
                <a:off x="2874" y="1328"/>
                <a:ext cx="450" cy="709"/>
              </a:xfrm>
              <a:custGeom>
                <a:avLst/>
                <a:gdLst>
                  <a:gd name="T0" fmla="*/ 49 w 1360"/>
                  <a:gd name="T1" fmla="*/ 221 h 1269"/>
                  <a:gd name="T2" fmla="*/ 32 w 1360"/>
                  <a:gd name="T3" fmla="*/ 115 h 1269"/>
                  <a:gd name="T4" fmla="*/ 19 w 1360"/>
                  <a:gd name="T5" fmla="*/ 40 h 1269"/>
                  <a:gd name="T6" fmla="*/ 7 w 1360"/>
                  <a:gd name="T7" fmla="*/ 7 h 1269"/>
                  <a:gd name="T8" fmla="*/ 0 w 1360"/>
                  <a:gd name="T9" fmla="*/ 0 h 1269"/>
                  <a:gd name="T10" fmla="*/ 0 60000 65536"/>
                  <a:gd name="T11" fmla="*/ 0 60000 65536"/>
                  <a:gd name="T12" fmla="*/ 0 60000 65536"/>
                  <a:gd name="T13" fmla="*/ 0 60000 65536"/>
                  <a:gd name="T14" fmla="*/ 0 60000 65536"/>
                  <a:gd name="T15" fmla="*/ 0 w 1360"/>
                  <a:gd name="T16" fmla="*/ 0 h 1269"/>
                  <a:gd name="T17" fmla="*/ 1360 w 1360"/>
                  <a:gd name="T18" fmla="*/ 1269 h 1269"/>
                </a:gdLst>
                <a:ahLst/>
                <a:cxnLst>
                  <a:cxn ang="T10">
                    <a:pos x="T0" y="T1"/>
                  </a:cxn>
                  <a:cxn ang="T11">
                    <a:pos x="T2" y="T3"/>
                  </a:cxn>
                  <a:cxn ang="T12">
                    <a:pos x="T4" y="T5"/>
                  </a:cxn>
                  <a:cxn ang="T13">
                    <a:pos x="T6" y="T7"/>
                  </a:cxn>
                  <a:cxn ang="T14">
                    <a:pos x="T8" y="T9"/>
                  </a:cxn>
                </a:cxnLst>
                <a:rect l="T15" t="T16" r="T17" b="T18"/>
                <a:pathLst>
                  <a:path w="1360" h="1269">
                    <a:moveTo>
                      <a:pt x="1360" y="1269"/>
                    </a:moveTo>
                    <a:cubicBezTo>
                      <a:pt x="1282" y="1170"/>
                      <a:pt x="1035" y="833"/>
                      <a:pt x="894" y="660"/>
                    </a:cubicBezTo>
                    <a:cubicBezTo>
                      <a:pt x="753" y="487"/>
                      <a:pt x="632" y="334"/>
                      <a:pt x="512" y="231"/>
                    </a:cubicBezTo>
                    <a:cubicBezTo>
                      <a:pt x="393" y="127"/>
                      <a:pt x="263" y="78"/>
                      <a:pt x="178" y="40"/>
                    </a:cubicBezTo>
                    <a:cubicBezTo>
                      <a:pt x="93" y="2"/>
                      <a:pt x="37" y="8"/>
                      <a:pt x="0" y="0"/>
                    </a:cubicBezTo>
                  </a:path>
                </a:pathLst>
              </a:custGeom>
              <a:noFill/>
              <a:ln w="28575">
                <a:solidFill>
                  <a:srgbClr val="FF0000"/>
                </a:solidFill>
                <a:round/>
                <a:headEnd/>
                <a:tailEnd/>
              </a:ln>
            </p:spPr>
            <p:txBody>
              <a:bodyPr/>
              <a:lstStyle/>
              <a:p>
                <a:endParaRPr lang="en-GB" sz="1600"/>
              </a:p>
            </p:txBody>
          </p:sp>
          <p:sp>
            <p:nvSpPr>
              <p:cNvPr id="20599" name="Line 20"/>
              <p:cNvSpPr>
                <a:spLocks noChangeShapeType="1"/>
              </p:cNvSpPr>
              <p:nvPr/>
            </p:nvSpPr>
            <p:spPr bwMode="auto">
              <a:xfrm>
                <a:off x="2884" y="1331"/>
                <a:ext cx="0" cy="733"/>
              </a:xfrm>
              <a:prstGeom prst="line">
                <a:avLst/>
              </a:prstGeom>
              <a:noFill/>
              <a:ln w="9525">
                <a:solidFill>
                  <a:schemeClr val="tx1"/>
                </a:solidFill>
                <a:prstDash val="dash"/>
                <a:round/>
                <a:headEnd/>
                <a:tailEnd/>
              </a:ln>
            </p:spPr>
            <p:txBody>
              <a:bodyPr/>
              <a:lstStyle/>
              <a:p>
                <a:endParaRPr lang="en-GB" sz="1600"/>
              </a:p>
            </p:txBody>
          </p:sp>
          <p:sp>
            <p:nvSpPr>
              <p:cNvPr id="20600" name="Freeform 21"/>
              <p:cNvSpPr>
                <a:spLocks/>
              </p:cNvSpPr>
              <p:nvPr/>
            </p:nvSpPr>
            <p:spPr bwMode="auto">
              <a:xfrm flipV="1">
                <a:off x="3338" y="2060"/>
                <a:ext cx="471" cy="713"/>
              </a:xfrm>
              <a:custGeom>
                <a:avLst/>
                <a:gdLst>
                  <a:gd name="T0" fmla="*/ 0 w 1426"/>
                  <a:gd name="T1" fmla="*/ 222 h 1277"/>
                  <a:gd name="T2" fmla="*/ 17 w 1426"/>
                  <a:gd name="T3" fmla="*/ 116 h 1277"/>
                  <a:gd name="T4" fmla="*/ 30 w 1426"/>
                  <a:gd name="T5" fmla="*/ 41 h 1277"/>
                  <a:gd name="T6" fmla="*/ 43 w 1426"/>
                  <a:gd name="T7" fmla="*/ 8 h 1277"/>
                  <a:gd name="T8" fmla="*/ 52 w 1426"/>
                  <a:gd name="T9" fmla="*/ 0 h 1277"/>
                  <a:gd name="T10" fmla="*/ 0 60000 65536"/>
                  <a:gd name="T11" fmla="*/ 0 60000 65536"/>
                  <a:gd name="T12" fmla="*/ 0 60000 65536"/>
                  <a:gd name="T13" fmla="*/ 0 60000 65536"/>
                  <a:gd name="T14" fmla="*/ 0 60000 65536"/>
                  <a:gd name="T15" fmla="*/ 0 w 1426"/>
                  <a:gd name="T16" fmla="*/ 0 h 1277"/>
                  <a:gd name="T17" fmla="*/ 1426 w 1426"/>
                  <a:gd name="T18" fmla="*/ 1277 h 1277"/>
                </a:gdLst>
                <a:ahLst/>
                <a:cxnLst>
                  <a:cxn ang="T10">
                    <a:pos x="T0" y="T1"/>
                  </a:cxn>
                  <a:cxn ang="T11">
                    <a:pos x="T2" y="T3"/>
                  </a:cxn>
                  <a:cxn ang="T12">
                    <a:pos x="T4" y="T5"/>
                  </a:cxn>
                  <a:cxn ang="T13">
                    <a:pos x="T6" y="T7"/>
                  </a:cxn>
                  <a:cxn ang="T14">
                    <a:pos x="T8" y="T9"/>
                  </a:cxn>
                </a:cxnLst>
                <a:rect l="T15" t="T16" r="T17" b="T18"/>
                <a:pathLst>
                  <a:path w="1426" h="1277">
                    <a:moveTo>
                      <a:pt x="0" y="1277"/>
                    </a:moveTo>
                    <a:cubicBezTo>
                      <a:pt x="78" y="1178"/>
                      <a:pt x="325" y="841"/>
                      <a:pt x="466" y="668"/>
                    </a:cubicBezTo>
                    <a:cubicBezTo>
                      <a:pt x="607" y="495"/>
                      <a:pt x="728" y="342"/>
                      <a:pt x="848" y="239"/>
                    </a:cubicBezTo>
                    <a:cubicBezTo>
                      <a:pt x="967" y="135"/>
                      <a:pt x="1086" y="88"/>
                      <a:pt x="1182" y="48"/>
                    </a:cubicBezTo>
                    <a:cubicBezTo>
                      <a:pt x="1278" y="8"/>
                      <a:pt x="1375" y="10"/>
                      <a:pt x="1426" y="0"/>
                    </a:cubicBezTo>
                  </a:path>
                </a:pathLst>
              </a:custGeom>
              <a:noFill/>
              <a:ln w="28575">
                <a:solidFill>
                  <a:srgbClr val="FF0000"/>
                </a:solidFill>
                <a:round/>
                <a:headEnd/>
                <a:tailEnd/>
              </a:ln>
            </p:spPr>
            <p:txBody>
              <a:bodyPr/>
              <a:lstStyle/>
              <a:p>
                <a:endParaRPr lang="en-GB" sz="1600"/>
              </a:p>
            </p:txBody>
          </p:sp>
          <p:sp>
            <p:nvSpPr>
              <p:cNvPr id="20601" name="Freeform 22"/>
              <p:cNvSpPr>
                <a:spLocks/>
              </p:cNvSpPr>
              <p:nvPr/>
            </p:nvSpPr>
            <p:spPr bwMode="auto">
              <a:xfrm flipV="1">
                <a:off x="3799" y="2056"/>
                <a:ext cx="450" cy="709"/>
              </a:xfrm>
              <a:custGeom>
                <a:avLst/>
                <a:gdLst>
                  <a:gd name="T0" fmla="*/ 49 w 1360"/>
                  <a:gd name="T1" fmla="*/ 221 h 1269"/>
                  <a:gd name="T2" fmla="*/ 32 w 1360"/>
                  <a:gd name="T3" fmla="*/ 115 h 1269"/>
                  <a:gd name="T4" fmla="*/ 19 w 1360"/>
                  <a:gd name="T5" fmla="*/ 40 h 1269"/>
                  <a:gd name="T6" fmla="*/ 7 w 1360"/>
                  <a:gd name="T7" fmla="*/ 7 h 1269"/>
                  <a:gd name="T8" fmla="*/ 0 w 1360"/>
                  <a:gd name="T9" fmla="*/ 0 h 1269"/>
                  <a:gd name="T10" fmla="*/ 0 60000 65536"/>
                  <a:gd name="T11" fmla="*/ 0 60000 65536"/>
                  <a:gd name="T12" fmla="*/ 0 60000 65536"/>
                  <a:gd name="T13" fmla="*/ 0 60000 65536"/>
                  <a:gd name="T14" fmla="*/ 0 60000 65536"/>
                  <a:gd name="T15" fmla="*/ 0 w 1360"/>
                  <a:gd name="T16" fmla="*/ 0 h 1269"/>
                  <a:gd name="T17" fmla="*/ 1360 w 1360"/>
                  <a:gd name="T18" fmla="*/ 1269 h 1269"/>
                </a:gdLst>
                <a:ahLst/>
                <a:cxnLst>
                  <a:cxn ang="T10">
                    <a:pos x="T0" y="T1"/>
                  </a:cxn>
                  <a:cxn ang="T11">
                    <a:pos x="T2" y="T3"/>
                  </a:cxn>
                  <a:cxn ang="T12">
                    <a:pos x="T4" y="T5"/>
                  </a:cxn>
                  <a:cxn ang="T13">
                    <a:pos x="T6" y="T7"/>
                  </a:cxn>
                  <a:cxn ang="T14">
                    <a:pos x="T8" y="T9"/>
                  </a:cxn>
                </a:cxnLst>
                <a:rect l="T15" t="T16" r="T17" b="T18"/>
                <a:pathLst>
                  <a:path w="1360" h="1269">
                    <a:moveTo>
                      <a:pt x="1360" y="1269"/>
                    </a:moveTo>
                    <a:cubicBezTo>
                      <a:pt x="1282" y="1170"/>
                      <a:pt x="1035" y="833"/>
                      <a:pt x="894" y="660"/>
                    </a:cubicBezTo>
                    <a:cubicBezTo>
                      <a:pt x="753" y="487"/>
                      <a:pt x="632" y="334"/>
                      <a:pt x="512" y="231"/>
                    </a:cubicBezTo>
                    <a:cubicBezTo>
                      <a:pt x="393" y="127"/>
                      <a:pt x="263" y="78"/>
                      <a:pt x="178" y="40"/>
                    </a:cubicBezTo>
                    <a:cubicBezTo>
                      <a:pt x="93" y="2"/>
                      <a:pt x="37" y="8"/>
                      <a:pt x="0" y="0"/>
                    </a:cubicBezTo>
                  </a:path>
                </a:pathLst>
              </a:custGeom>
              <a:noFill/>
              <a:ln w="28575">
                <a:solidFill>
                  <a:srgbClr val="FF0000"/>
                </a:solidFill>
                <a:round/>
                <a:headEnd/>
                <a:tailEnd/>
              </a:ln>
            </p:spPr>
            <p:txBody>
              <a:bodyPr/>
              <a:lstStyle/>
              <a:p>
                <a:endParaRPr lang="en-GB" sz="1600"/>
              </a:p>
            </p:txBody>
          </p:sp>
          <p:sp>
            <p:nvSpPr>
              <p:cNvPr id="20602" name="Line 23"/>
              <p:cNvSpPr>
                <a:spLocks noChangeShapeType="1"/>
              </p:cNvSpPr>
              <p:nvPr/>
            </p:nvSpPr>
            <p:spPr bwMode="auto">
              <a:xfrm flipV="1">
                <a:off x="3808" y="2059"/>
                <a:ext cx="1" cy="733"/>
              </a:xfrm>
              <a:prstGeom prst="line">
                <a:avLst/>
              </a:prstGeom>
              <a:noFill/>
              <a:ln w="9525">
                <a:solidFill>
                  <a:schemeClr val="tx1"/>
                </a:solidFill>
                <a:prstDash val="dash"/>
                <a:round/>
                <a:headEnd/>
                <a:tailEnd/>
              </a:ln>
            </p:spPr>
            <p:txBody>
              <a:bodyPr/>
              <a:lstStyle/>
              <a:p>
                <a:endParaRPr lang="en-GB" sz="1600"/>
              </a:p>
            </p:txBody>
          </p:sp>
          <p:grpSp>
            <p:nvGrpSpPr>
              <p:cNvPr id="5" name="Group 24"/>
              <p:cNvGrpSpPr>
                <a:grpSpLocks/>
              </p:cNvGrpSpPr>
              <p:nvPr/>
            </p:nvGrpSpPr>
            <p:grpSpPr bwMode="auto">
              <a:xfrm>
                <a:off x="4261" y="1328"/>
                <a:ext cx="911" cy="736"/>
                <a:chOff x="709" y="1560"/>
                <a:chExt cx="911" cy="736"/>
              </a:xfrm>
            </p:grpSpPr>
            <p:sp>
              <p:nvSpPr>
                <p:cNvPr id="20604" name="Freeform 25"/>
                <p:cNvSpPr>
                  <a:spLocks/>
                </p:cNvSpPr>
                <p:nvPr/>
              </p:nvSpPr>
              <p:spPr bwMode="auto">
                <a:xfrm>
                  <a:off x="709" y="1564"/>
                  <a:ext cx="472" cy="713"/>
                </a:xfrm>
                <a:custGeom>
                  <a:avLst/>
                  <a:gdLst>
                    <a:gd name="T0" fmla="*/ 0 w 1426"/>
                    <a:gd name="T1" fmla="*/ 222 h 1277"/>
                    <a:gd name="T2" fmla="*/ 17 w 1426"/>
                    <a:gd name="T3" fmla="*/ 116 h 1277"/>
                    <a:gd name="T4" fmla="*/ 31 w 1426"/>
                    <a:gd name="T5" fmla="*/ 41 h 1277"/>
                    <a:gd name="T6" fmla="*/ 43 w 1426"/>
                    <a:gd name="T7" fmla="*/ 8 h 1277"/>
                    <a:gd name="T8" fmla="*/ 52 w 1426"/>
                    <a:gd name="T9" fmla="*/ 0 h 1277"/>
                    <a:gd name="T10" fmla="*/ 0 60000 65536"/>
                    <a:gd name="T11" fmla="*/ 0 60000 65536"/>
                    <a:gd name="T12" fmla="*/ 0 60000 65536"/>
                    <a:gd name="T13" fmla="*/ 0 60000 65536"/>
                    <a:gd name="T14" fmla="*/ 0 60000 65536"/>
                    <a:gd name="T15" fmla="*/ 0 w 1426"/>
                    <a:gd name="T16" fmla="*/ 0 h 1277"/>
                    <a:gd name="T17" fmla="*/ 1426 w 1426"/>
                    <a:gd name="T18" fmla="*/ 1277 h 1277"/>
                  </a:gdLst>
                  <a:ahLst/>
                  <a:cxnLst>
                    <a:cxn ang="T10">
                      <a:pos x="T0" y="T1"/>
                    </a:cxn>
                    <a:cxn ang="T11">
                      <a:pos x="T2" y="T3"/>
                    </a:cxn>
                    <a:cxn ang="T12">
                      <a:pos x="T4" y="T5"/>
                    </a:cxn>
                    <a:cxn ang="T13">
                      <a:pos x="T6" y="T7"/>
                    </a:cxn>
                    <a:cxn ang="T14">
                      <a:pos x="T8" y="T9"/>
                    </a:cxn>
                  </a:cxnLst>
                  <a:rect l="T15" t="T16" r="T17" b="T18"/>
                  <a:pathLst>
                    <a:path w="1426" h="1277">
                      <a:moveTo>
                        <a:pt x="0" y="1277"/>
                      </a:moveTo>
                      <a:cubicBezTo>
                        <a:pt x="78" y="1178"/>
                        <a:pt x="325" y="841"/>
                        <a:pt x="466" y="668"/>
                      </a:cubicBezTo>
                      <a:cubicBezTo>
                        <a:pt x="607" y="495"/>
                        <a:pt x="728" y="342"/>
                        <a:pt x="848" y="239"/>
                      </a:cubicBezTo>
                      <a:cubicBezTo>
                        <a:pt x="967" y="135"/>
                        <a:pt x="1086" y="88"/>
                        <a:pt x="1182" y="48"/>
                      </a:cubicBezTo>
                      <a:cubicBezTo>
                        <a:pt x="1278" y="8"/>
                        <a:pt x="1375" y="10"/>
                        <a:pt x="1426" y="0"/>
                      </a:cubicBezTo>
                    </a:path>
                  </a:pathLst>
                </a:custGeom>
                <a:noFill/>
                <a:ln w="28575">
                  <a:solidFill>
                    <a:srgbClr val="FF0000"/>
                  </a:solidFill>
                  <a:round/>
                  <a:headEnd/>
                  <a:tailEnd/>
                </a:ln>
              </p:spPr>
              <p:txBody>
                <a:bodyPr/>
                <a:lstStyle/>
                <a:p>
                  <a:endParaRPr lang="en-GB" sz="1600"/>
                </a:p>
              </p:txBody>
            </p:sp>
            <p:sp>
              <p:nvSpPr>
                <p:cNvPr id="20605" name="Freeform 26"/>
                <p:cNvSpPr>
                  <a:spLocks/>
                </p:cNvSpPr>
                <p:nvPr/>
              </p:nvSpPr>
              <p:spPr bwMode="auto">
                <a:xfrm>
                  <a:off x="1170" y="1560"/>
                  <a:ext cx="450" cy="709"/>
                </a:xfrm>
                <a:custGeom>
                  <a:avLst/>
                  <a:gdLst>
                    <a:gd name="T0" fmla="*/ 49 w 1360"/>
                    <a:gd name="T1" fmla="*/ 221 h 1269"/>
                    <a:gd name="T2" fmla="*/ 32 w 1360"/>
                    <a:gd name="T3" fmla="*/ 115 h 1269"/>
                    <a:gd name="T4" fmla="*/ 19 w 1360"/>
                    <a:gd name="T5" fmla="*/ 40 h 1269"/>
                    <a:gd name="T6" fmla="*/ 7 w 1360"/>
                    <a:gd name="T7" fmla="*/ 7 h 1269"/>
                    <a:gd name="T8" fmla="*/ 0 w 1360"/>
                    <a:gd name="T9" fmla="*/ 0 h 1269"/>
                    <a:gd name="T10" fmla="*/ 0 60000 65536"/>
                    <a:gd name="T11" fmla="*/ 0 60000 65536"/>
                    <a:gd name="T12" fmla="*/ 0 60000 65536"/>
                    <a:gd name="T13" fmla="*/ 0 60000 65536"/>
                    <a:gd name="T14" fmla="*/ 0 60000 65536"/>
                    <a:gd name="T15" fmla="*/ 0 w 1360"/>
                    <a:gd name="T16" fmla="*/ 0 h 1269"/>
                    <a:gd name="T17" fmla="*/ 1360 w 1360"/>
                    <a:gd name="T18" fmla="*/ 1269 h 1269"/>
                  </a:gdLst>
                  <a:ahLst/>
                  <a:cxnLst>
                    <a:cxn ang="T10">
                      <a:pos x="T0" y="T1"/>
                    </a:cxn>
                    <a:cxn ang="T11">
                      <a:pos x="T2" y="T3"/>
                    </a:cxn>
                    <a:cxn ang="T12">
                      <a:pos x="T4" y="T5"/>
                    </a:cxn>
                    <a:cxn ang="T13">
                      <a:pos x="T6" y="T7"/>
                    </a:cxn>
                    <a:cxn ang="T14">
                      <a:pos x="T8" y="T9"/>
                    </a:cxn>
                  </a:cxnLst>
                  <a:rect l="T15" t="T16" r="T17" b="T18"/>
                  <a:pathLst>
                    <a:path w="1360" h="1269">
                      <a:moveTo>
                        <a:pt x="1360" y="1269"/>
                      </a:moveTo>
                      <a:cubicBezTo>
                        <a:pt x="1282" y="1170"/>
                        <a:pt x="1035" y="833"/>
                        <a:pt x="894" y="660"/>
                      </a:cubicBezTo>
                      <a:cubicBezTo>
                        <a:pt x="753" y="487"/>
                        <a:pt x="632" y="334"/>
                        <a:pt x="512" y="231"/>
                      </a:cubicBezTo>
                      <a:cubicBezTo>
                        <a:pt x="393" y="127"/>
                        <a:pt x="263" y="78"/>
                        <a:pt x="178" y="40"/>
                      </a:cubicBezTo>
                      <a:cubicBezTo>
                        <a:pt x="93" y="2"/>
                        <a:pt x="37" y="8"/>
                        <a:pt x="0" y="0"/>
                      </a:cubicBezTo>
                    </a:path>
                  </a:pathLst>
                </a:custGeom>
                <a:noFill/>
                <a:ln w="28575">
                  <a:solidFill>
                    <a:srgbClr val="FF0000"/>
                  </a:solidFill>
                  <a:round/>
                  <a:headEnd/>
                  <a:tailEnd/>
                </a:ln>
              </p:spPr>
              <p:txBody>
                <a:bodyPr/>
                <a:lstStyle/>
                <a:p>
                  <a:endParaRPr lang="en-GB" sz="1600"/>
                </a:p>
              </p:txBody>
            </p:sp>
            <p:sp>
              <p:nvSpPr>
                <p:cNvPr id="20606" name="Line 27"/>
                <p:cNvSpPr>
                  <a:spLocks noChangeShapeType="1"/>
                </p:cNvSpPr>
                <p:nvPr/>
              </p:nvSpPr>
              <p:spPr bwMode="auto">
                <a:xfrm>
                  <a:off x="1180" y="1563"/>
                  <a:ext cx="0" cy="733"/>
                </a:xfrm>
                <a:prstGeom prst="line">
                  <a:avLst/>
                </a:prstGeom>
                <a:noFill/>
                <a:ln w="9525">
                  <a:solidFill>
                    <a:schemeClr val="tx1"/>
                  </a:solidFill>
                  <a:prstDash val="dash"/>
                  <a:round/>
                  <a:headEnd/>
                  <a:tailEnd/>
                </a:ln>
              </p:spPr>
              <p:txBody>
                <a:bodyPr/>
                <a:lstStyle/>
                <a:p>
                  <a:endParaRPr lang="en-GB" sz="1600"/>
                </a:p>
              </p:txBody>
            </p:sp>
          </p:grpSp>
        </p:grpSp>
        <p:grpSp>
          <p:nvGrpSpPr>
            <p:cNvPr id="6" name="Group 28"/>
            <p:cNvGrpSpPr>
              <a:grpSpLocks/>
            </p:cNvGrpSpPr>
            <p:nvPr/>
          </p:nvGrpSpPr>
          <p:grpSpPr bwMode="auto">
            <a:xfrm>
              <a:off x="3619" y="2022"/>
              <a:ext cx="1194" cy="493"/>
              <a:chOff x="554" y="1205"/>
              <a:chExt cx="4743" cy="1681"/>
            </a:xfrm>
          </p:grpSpPr>
          <p:sp>
            <p:nvSpPr>
              <p:cNvPr id="20572" name="Line 29"/>
              <p:cNvSpPr>
                <a:spLocks noChangeShapeType="1"/>
              </p:cNvSpPr>
              <p:nvPr/>
            </p:nvSpPr>
            <p:spPr bwMode="auto">
              <a:xfrm>
                <a:off x="554" y="2043"/>
                <a:ext cx="4743" cy="1"/>
              </a:xfrm>
              <a:prstGeom prst="line">
                <a:avLst/>
              </a:prstGeom>
              <a:noFill/>
              <a:ln w="9525">
                <a:solidFill>
                  <a:schemeClr val="tx1"/>
                </a:solidFill>
                <a:round/>
                <a:headEnd/>
                <a:tailEnd/>
              </a:ln>
            </p:spPr>
            <p:txBody>
              <a:bodyPr/>
              <a:lstStyle/>
              <a:p>
                <a:endParaRPr lang="en-GB" sz="1600"/>
              </a:p>
            </p:txBody>
          </p:sp>
          <p:sp>
            <p:nvSpPr>
              <p:cNvPr id="20573" name="Line 30"/>
              <p:cNvSpPr>
                <a:spLocks noChangeShapeType="1"/>
              </p:cNvSpPr>
              <p:nvPr/>
            </p:nvSpPr>
            <p:spPr bwMode="auto">
              <a:xfrm>
                <a:off x="578" y="1205"/>
                <a:ext cx="1" cy="1681"/>
              </a:xfrm>
              <a:prstGeom prst="line">
                <a:avLst/>
              </a:prstGeom>
              <a:noFill/>
              <a:ln w="9525">
                <a:solidFill>
                  <a:schemeClr val="tx1"/>
                </a:solidFill>
                <a:round/>
                <a:headEnd/>
                <a:tailEnd/>
              </a:ln>
            </p:spPr>
            <p:txBody>
              <a:bodyPr/>
              <a:lstStyle/>
              <a:p>
                <a:endParaRPr lang="en-GB" sz="1600"/>
              </a:p>
            </p:txBody>
          </p:sp>
          <p:grpSp>
            <p:nvGrpSpPr>
              <p:cNvPr id="7" name="Group 31"/>
              <p:cNvGrpSpPr>
                <a:grpSpLocks/>
              </p:cNvGrpSpPr>
              <p:nvPr/>
            </p:nvGrpSpPr>
            <p:grpSpPr bwMode="auto">
              <a:xfrm>
                <a:off x="581" y="1320"/>
                <a:ext cx="911" cy="736"/>
                <a:chOff x="709" y="1560"/>
                <a:chExt cx="911" cy="736"/>
              </a:xfrm>
            </p:grpSpPr>
            <p:sp>
              <p:nvSpPr>
                <p:cNvPr id="20588" name="Freeform 32"/>
                <p:cNvSpPr>
                  <a:spLocks/>
                </p:cNvSpPr>
                <p:nvPr/>
              </p:nvSpPr>
              <p:spPr bwMode="auto">
                <a:xfrm>
                  <a:off x="709" y="1564"/>
                  <a:ext cx="472" cy="713"/>
                </a:xfrm>
                <a:custGeom>
                  <a:avLst/>
                  <a:gdLst>
                    <a:gd name="T0" fmla="*/ 0 w 1426"/>
                    <a:gd name="T1" fmla="*/ 222 h 1277"/>
                    <a:gd name="T2" fmla="*/ 17 w 1426"/>
                    <a:gd name="T3" fmla="*/ 116 h 1277"/>
                    <a:gd name="T4" fmla="*/ 31 w 1426"/>
                    <a:gd name="T5" fmla="*/ 41 h 1277"/>
                    <a:gd name="T6" fmla="*/ 43 w 1426"/>
                    <a:gd name="T7" fmla="*/ 8 h 1277"/>
                    <a:gd name="T8" fmla="*/ 52 w 1426"/>
                    <a:gd name="T9" fmla="*/ 0 h 1277"/>
                    <a:gd name="T10" fmla="*/ 0 60000 65536"/>
                    <a:gd name="T11" fmla="*/ 0 60000 65536"/>
                    <a:gd name="T12" fmla="*/ 0 60000 65536"/>
                    <a:gd name="T13" fmla="*/ 0 60000 65536"/>
                    <a:gd name="T14" fmla="*/ 0 60000 65536"/>
                    <a:gd name="T15" fmla="*/ 0 w 1426"/>
                    <a:gd name="T16" fmla="*/ 0 h 1277"/>
                    <a:gd name="T17" fmla="*/ 1426 w 1426"/>
                    <a:gd name="T18" fmla="*/ 1277 h 1277"/>
                  </a:gdLst>
                  <a:ahLst/>
                  <a:cxnLst>
                    <a:cxn ang="T10">
                      <a:pos x="T0" y="T1"/>
                    </a:cxn>
                    <a:cxn ang="T11">
                      <a:pos x="T2" y="T3"/>
                    </a:cxn>
                    <a:cxn ang="T12">
                      <a:pos x="T4" y="T5"/>
                    </a:cxn>
                    <a:cxn ang="T13">
                      <a:pos x="T6" y="T7"/>
                    </a:cxn>
                    <a:cxn ang="T14">
                      <a:pos x="T8" y="T9"/>
                    </a:cxn>
                  </a:cxnLst>
                  <a:rect l="T15" t="T16" r="T17" b="T18"/>
                  <a:pathLst>
                    <a:path w="1426" h="1277">
                      <a:moveTo>
                        <a:pt x="0" y="1277"/>
                      </a:moveTo>
                      <a:cubicBezTo>
                        <a:pt x="78" y="1178"/>
                        <a:pt x="325" y="841"/>
                        <a:pt x="466" y="668"/>
                      </a:cubicBezTo>
                      <a:cubicBezTo>
                        <a:pt x="607" y="495"/>
                        <a:pt x="728" y="342"/>
                        <a:pt x="848" y="239"/>
                      </a:cubicBezTo>
                      <a:cubicBezTo>
                        <a:pt x="967" y="135"/>
                        <a:pt x="1086" y="88"/>
                        <a:pt x="1182" y="48"/>
                      </a:cubicBezTo>
                      <a:cubicBezTo>
                        <a:pt x="1278" y="8"/>
                        <a:pt x="1375" y="10"/>
                        <a:pt x="1426" y="0"/>
                      </a:cubicBezTo>
                    </a:path>
                  </a:pathLst>
                </a:custGeom>
                <a:noFill/>
                <a:ln w="28575">
                  <a:solidFill>
                    <a:srgbClr val="FF0000"/>
                  </a:solidFill>
                  <a:round/>
                  <a:headEnd/>
                  <a:tailEnd/>
                </a:ln>
              </p:spPr>
              <p:txBody>
                <a:bodyPr/>
                <a:lstStyle/>
                <a:p>
                  <a:endParaRPr lang="en-GB" sz="1600"/>
                </a:p>
              </p:txBody>
            </p:sp>
            <p:sp>
              <p:nvSpPr>
                <p:cNvPr id="20589" name="Freeform 33"/>
                <p:cNvSpPr>
                  <a:spLocks/>
                </p:cNvSpPr>
                <p:nvPr/>
              </p:nvSpPr>
              <p:spPr bwMode="auto">
                <a:xfrm>
                  <a:off x="1170" y="1560"/>
                  <a:ext cx="450" cy="709"/>
                </a:xfrm>
                <a:custGeom>
                  <a:avLst/>
                  <a:gdLst>
                    <a:gd name="T0" fmla="*/ 49 w 1360"/>
                    <a:gd name="T1" fmla="*/ 221 h 1269"/>
                    <a:gd name="T2" fmla="*/ 32 w 1360"/>
                    <a:gd name="T3" fmla="*/ 115 h 1269"/>
                    <a:gd name="T4" fmla="*/ 19 w 1360"/>
                    <a:gd name="T5" fmla="*/ 40 h 1269"/>
                    <a:gd name="T6" fmla="*/ 7 w 1360"/>
                    <a:gd name="T7" fmla="*/ 7 h 1269"/>
                    <a:gd name="T8" fmla="*/ 0 w 1360"/>
                    <a:gd name="T9" fmla="*/ 0 h 1269"/>
                    <a:gd name="T10" fmla="*/ 0 60000 65536"/>
                    <a:gd name="T11" fmla="*/ 0 60000 65536"/>
                    <a:gd name="T12" fmla="*/ 0 60000 65536"/>
                    <a:gd name="T13" fmla="*/ 0 60000 65536"/>
                    <a:gd name="T14" fmla="*/ 0 60000 65536"/>
                    <a:gd name="T15" fmla="*/ 0 w 1360"/>
                    <a:gd name="T16" fmla="*/ 0 h 1269"/>
                    <a:gd name="T17" fmla="*/ 1360 w 1360"/>
                    <a:gd name="T18" fmla="*/ 1269 h 1269"/>
                  </a:gdLst>
                  <a:ahLst/>
                  <a:cxnLst>
                    <a:cxn ang="T10">
                      <a:pos x="T0" y="T1"/>
                    </a:cxn>
                    <a:cxn ang="T11">
                      <a:pos x="T2" y="T3"/>
                    </a:cxn>
                    <a:cxn ang="T12">
                      <a:pos x="T4" y="T5"/>
                    </a:cxn>
                    <a:cxn ang="T13">
                      <a:pos x="T6" y="T7"/>
                    </a:cxn>
                    <a:cxn ang="T14">
                      <a:pos x="T8" y="T9"/>
                    </a:cxn>
                  </a:cxnLst>
                  <a:rect l="T15" t="T16" r="T17" b="T18"/>
                  <a:pathLst>
                    <a:path w="1360" h="1269">
                      <a:moveTo>
                        <a:pt x="1360" y="1269"/>
                      </a:moveTo>
                      <a:cubicBezTo>
                        <a:pt x="1282" y="1170"/>
                        <a:pt x="1035" y="833"/>
                        <a:pt x="894" y="660"/>
                      </a:cubicBezTo>
                      <a:cubicBezTo>
                        <a:pt x="753" y="487"/>
                        <a:pt x="632" y="334"/>
                        <a:pt x="512" y="231"/>
                      </a:cubicBezTo>
                      <a:cubicBezTo>
                        <a:pt x="393" y="127"/>
                        <a:pt x="263" y="78"/>
                        <a:pt x="178" y="40"/>
                      </a:cubicBezTo>
                      <a:cubicBezTo>
                        <a:pt x="93" y="2"/>
                        <a:pt x="37" y="8"/>
                        <a:pt x="0" y="0"/>
                      </a:cubicBezTo>
                    </a:path>
                  </a:pathLst>
                </a:custGeom>
                <a:noFill/>
                <a:ln w="28575">
                  <a:solidFill>
                    <a:srgbClr val="FF0000"/>
                  </a:solidFill>
                  <a:round/>
                  <a:headEnd/>
                  <a:tailEnd/>
                </a:ln>
              </p:spPr>
              <p:txBody>
                <a:bodyPr/>
                <a:lstStyle/>
                <a:p>
                  <a:endParaRPr lang="en-GB" sz="1600"/>
                </a:p>
              </p:txBody>
            </p:sp>
            <p:sp>
              <p:nvSpPr>
                <p:cNvPr id="20590" name="Line 34"/>
                <p:cNvSpPr>
                  <a:spLocks noChangeShapeType="1"/>
                </p:cNvSpPr>
                <p:nvPr/>
              </p:nvSpPr>
              <p:spPr bwMode="auto">
                <a:xfrm>
                  <a:off x="1180" y="1563"/>
                  <a:ext cx="0" cy="733"/>
                </a:xfrm>
                <a:prstGeom prst="line">
                  <a:avLst/>
                </a:prstGeom>
                <a:noFill/>
                <a:ln w="9525">
                  <a:solidFill>
                    <a:schemeClr val="tx1"/>
                  </a:solidFill>
                  <a:prstDash val="dash"/>
                  <a:round/>
                  <a:headEnd/>
                  <a:tailEnd/>
                </a:ln>
              </p:spPr>
              <p:txBody>
                <a:bodyPr/>
                <a:lstStyle/>
                <a:p>
                  <a:endParaRPr lang="en-GB" sz="1600"/>
                </a:p>
              </p:txBody>
            </p:sp>
          </p:grpSp>
          <p:sp>
            <p:nvSpPr>
              <p:cNvPr id="20575" name="Freeform 35"/>
              <p:cNvSpPr>
                <a:spLocks/>
              </p:cNvSpPr>
              <p:nvPr/>
            </p:nvSpPr>
            <p:spPr bwMode="auto">
              <a:xfrm flipV="1">
                <a:off x="1506" y="2052"/>
                <a:ext cx="471" cy="713"/>
              </a:xfrm>
              <a:custGeom>
                <a:avLst/>
                <a:gdLst>
                  <a:gd name="T0" fmla="*/ 0 w 1426"/>
                  <a:gd name="T1" fmla="*/ 222 h 1277"/>
                  <a:gd name="T2" fmla="*/ 17 w 1426"/>
                  <a:gd name="T3" fmla="*/ 116 h 1277"/>
                  <a:gd name="T4" fmla="*/ 30 w 1426"/>
                  <a:gd name="T5" fmla="*/ 41 h 1277"/>
                  <a:gd name="T6" fmla="*/ 43 w 1426"/>
                  <a:gd name="T7" fmla="*/ 8 h 1277"/>
                  <a:gd name="T8" fmla="*/ 52 w 1426"/>
                  <a:gd name="T9" fmla="*/ 0 h 1277"/>
                  <a:gd name="T10" fmla="*/ 0 60000 65536"/>
                  <a:gd name="T11" fmla="*/ 0 60000 65536"/>
                  <a:gd name="T12" fmla="*/ 0 60000 65536"/>
                  <a:gd name="T13" fmla="*/ 0 60000 65536"/>
                  <a:gd name="T14" fmla="*/ 0 60000 65536"/>
                  <a:gd name="T15" fmla="*/ 0 w 1426"/>
                  <a:gd name="T16" fmla="*/ 0 h 1277"/>
                  <a:gd name="T17" fmla="*/ 1426 w 1426"/>
                  <a:gd name="T18" fmla="*/ 1277 h 1277"/>
                </a:gdLst>
                <a:ahLst/>
                <a:cxnLst>
                  <a:cxn ang="T10">
                    <a:pos x="T0" y="T1"/>
                  </a:cxn>
                  <a:cxn ang="T11">
                    <a:pos x="T2" y="T3"/>
                  </a:cxn>
                  <a:cxn ang="T12">
                    <a:pos x="T4" y="T5"/>
                  </a:cxn>
                  <a:cxn ang="T13">
                    <a:pos x="T6" y="T7"/>
                  </a:cxn>
                  <a:cxn ang="T14">
                    <a:pos x="T8" y="T9"/>
                  </a:cxn>
                </a:cxnLst>
                <a:rect l="T15" t="T16" r="T17" b="T18"/>
                <a:pathLst>
                  <a:path w="1426" h="1277">
                    <a:moveTo>
                      <a:pt x="0" y="1277"/>
                    </a:moveTo>
                    <a:cubicBezTo>
                      <a:pt x="78" y="1178"/>
                      <a:pt x="325" y="841"/>
                      <a:pt x="466" y="668"/>
                    </a:cubicBezTo>
                    <a:cubicBezTo>
                      <a:pt x="607" y="495"/>
                      <a:pt x="728" y="342"/>
                      <a:pt x="848" y="239"/>
                    </a:cubicBezTo>
                    <a:cubicBezTo>
                      <a:pt x="967" y="135"/>
                      <a:pt x="1086" y="88"/>
                      <a:pt x="1182" y="48"/>
                    </a:cubicBezTo>
                    <a:cubicBezTo>
                      <a:pt x="1278" y="8"/>
                      <a:pt x="1375" y="10"/>
                      <a:pt x="1426" y="0"/>
                    </a:cubicBezTo>
                  </a:path>
                </a:pathLst>
              </a:custGeom>
              <a:noFill/>
              <a:ln w="28575">
                <a:solidFill>
                  <a:srgbClr val="FF0000"/>
                </a:solidFill>
                <a:round/>
                <a:headEnd/>
                <a:tailEnd/>
              </a:ln>
            </p:spPr>
            <p:txBody>
              <a:bodyPr/>
              <a:lstStyle/>
              <a:p>
                <a:endParaRPr lang="en-GB" sz="1600"/>
              </a:p>
            </p:txBody>
          </p:sp>
          <p:sp>
            <p:nvSpPr>
              <p:cNvPr id="20576" name="Freeform 36"/>
              <p:cNvSpPr>
                <a:spLocks/>
              </p:cNvSpPr>
              <p:nvPr/>
            </p:nvSpPr>
            <p:spPr bwMode="auto">
              <a:xfrm flipV="1">
                <a:off x="1967" y="2048"/>
                <a:ext cx="450" cy="709"/>
              </a:xfrm>
              <a:custGeom>
                <a:avLst/>
                <a:gdLst>
                  <a:gd name="T0" fmla="*/ 49 w 1360"/>
                  <a:gd name="T1" fmla="*/ 221 h 1269"/>
                  <a:gd name="T2" fmla="*/ 32 w 1360"/>
                  <a:gd name="T3" fmla="*/ 115 h 1269"/>
                  <a:gd name="T4" fmla="*/ 19 w 1360"/>
                  <a:gd name="T5" fmla="*/ 40 h 1269"/>
                  <a:gd name="T6" fmla="*/ 7 w 1360"/>
                  <a:gd name="T7" fmla="*/ 7 h 1269"/>
                  <a:gd name="T8" fmla="*/ 0 w 1360"/>
                  <a:gd name="T9" fmla="*/ 0 h 1269"/>
                  <a:gd name="T10" fmla="*/ 0 60000 65536"/>
                  <a:gd name="T11" fmla="*/ 0 60000 65536"/>
                  <a:gd name="T12" fmla="*/ 0 60000 65536"/>
                  <a:gd name="T13" fmla="*/ 0 60000 65536"/>
                  <a:gd name="T14" fmla="*/ 0 60000 65536"/>
                  <a:gd name="T15" fmla="*/ 0 w 1360"/>
                  <a:gd name="T16" fmla="*/ 0 h 1269"/>
                  <a:gd name="T17" fmla="*/ 1360 w 1360"/>
                  <a:gd name="T18" fmla="*/ 1269 h 1269"/>
                </a:gdLst>
                <a:ahLst/>
                <a:cxnLst>
                  <a:cxn ang="T10">
                    <a:pos x="T0" y="T1"/>
                  </a:cxn>
                  <a:cxn ang="T11">
                    <a:pos x="T2" y="T3"/>
                  </a:cxn>
                  <a:cxn ang="T12">
                    <a:pos x="T4" y="T5"/>
                  </a:cxn>
                  <a:cxn ang="T13">
                    <a:pos x="T6" y="T7"/>
                  </a:cxn>
                  <a:cxn ang="T14">
                    <a:pos x="T8" y="T9"/>
                  </a:cxn>
                </a:cxnLst>
                <a:rect l="T15" t="T16" r="T17" b="T18"/>
                <a:pathLst>
                  <a:path w="1360" h="1269">
                    <a:moveTo>
                      <a:pt x="1360" y="1269"/>
                    </a:moveTo>
                    <a:cubicBezTo>
                      <a:pt x="1282" y="1170"/>
                      <a:pt x="1035" y="833"/>
                      <a:pt x="894" y="660"/>
                    </a:cubicBezTo>
                    <a:cubicBezTo>
                      <a:pt x="753" y="487"/>
                      <a:pt x="632" y="334"/>
                      <a:pt x="512" y="231"/>
                    </a:cubicBezTo>
                    <a:cubicBezTo>
                      <a:pt x="393" y="127"/>
                      <a:pt x="263" y="78"/>
                      <a:pt x="178" y="40"/>
                    </a:cubicBezTo>
                    <a:cubicBezTo>
                      <a:pt x="93" y="2"/>
                      <a:pt x="37" y="8"/>
                      <a:pt x="0" y="0"/>
                    </a:cubicBezTo>
                  </a:path>
                </a:pathLst>
              </a:custGeom>
              <a:noFill/>
              <a:ln w="28575">
                <a:solidFill>
                  <a:srgbClr val="FF0000"/>
                </a:solidFill>
                <a:round/>
                <a:headEnd/>
                <a:tailEnd/>
              </a:ln>
            </p:spPr>
            <p:txBody>
              <a:bodyPr/>
              <a:lstStyle/>
              <a:p>
                <a:endParaRPr lang="en-GB" sz="1600"/>
              </a:p>
            </p:txBody>
          </p:sp>
          <p:sp>
            <p:nvSpPr>
              <p:cNvPr id="20577" name="Line 37"/>
              <p:cNvSpPr>
                <a:spLocks noChangeShapeType="1"/>
              </p:cNvSpPr>
              <p:nvPr/>
            </p:nvSpPr>
            <p:spPr bwMode="auto">
              <a:xfrm flipV="1">
                <a:off x="1976" y="2051"/>
                <a:ext cx="1" cy="733"/>
              </a:xfrm>
              <a:prstGeom prst="line">
                <a:avLst/>
              </a:prstGeom>
              <a:noFill/>
              <a:ln w="9525">
                <a:solidFill>
                  <a:schemeClr val="tx1"/>
                </a:solidFill>
                <a:prstDash val="dash"/>
                <a:round/>
                <a:headEnd/>
                <a:tailEnd/>
              </a:ln>
            </p:spPr>
            <p:txBody>
              <a:bodyPr/>
              <a:lstStyle/>
              <a:p>
                <a:endParaRPr lang="en-GB" sz="1600"/>
              </a:p>
            </p:txBody>
          </p:sp>
          <p:sp>
            <p:nvSpPr>
              <p:cNvPr id="20578" name="Freeform 38"/>
              <p:cNvSpPr>
                <a:spLocks/>
              </p:cNvSpPr>
              <p:nvPr/>
            </p:nvSpPr>
            <p:spPr bwMode="auto">
              <a:xfrm>
                <a:off x="2413" y="1332"/>
                <a:ext cx="472" cy="713"/>
              </a:xfrm>
              <a:custGeom>
                <a:avLst/>
                <a:gdLst>
                  <a:gd name="T0" fmla="*/ 0 w 1426"/>
                  <a:gd name="T1" fmla="*/ 222 h 1277"/>
                  <a:gd name="T2" fmla="*/ 17 w 1426"/>
                  <a:gd name="T3" fmla="*/ 116 h 1277"/>
                  <a:gd name="T4" fmla="*/ 31 w 1426"/>
                  <a:gd name="T5" fmla="*/ 41 h 1277"/>
                  <a:gd name="T6" fmla="*/ 43 w 1426"/>
                  <a:gd name="T7" fmla="*/ 8 h 1277"/>
                  <a:gd name="T8" fmla="*/ 52 w 1426"/>
                  <a:gd name="T9" fmla="*/ 0 h 1277"/>
                  <a:gd name="T10" fmla="*/ 0 60000 65536"/>
                  <a:gd name="T11" fmla="*/ 0 60000 65536"/>
                  <a:gd name="T12" fmla="*/ 0 60000 65536"/>
                  <a:gd name="T13" fmla="*/ 0 60000 65536"/>
                  <a:gd name="T14" fmla="*/ 0 60000 65536"/>
                  <a:gd name="T15" fmla="*/ 0 w 1426"/>
                  <a:gd name="T16" fmla="*/ 0 h 1277"/>
                  <a:gd name="T17" fmla="*/ 1426 w 1426"/>
                  <a:gd name="T18" fmla="*/ 1277 h 1277"/>
                </a:gdLst>
                <a:ahLst/>
                <a:cxnLst>
                  <a:cxn ang="T10">
                    <a:pos x="T0" y="T1"/>
                  </a:cxn>
                  <a:cxn ang="T11">
                    <a:pos x="T2" y="T3"/>
                  </a:cxn>
                  <a:cxn ang="T12">
                    <a:pos x="T4" y="T5"/>
                  </a:cxn>
                  <a:cxn ang="T13">
                    <a:pos x="T6" y="T7"/>
                  </a:cxn>
                  <a:cxn ang="T14">
                    <a:pos x="T8" y="T9"/>
                  </a:cxn>
                </a:cxnLst>
                <a:rect l="T15" t="T16" r="T17" b="T18"/>
                <a:pathLst>
                  <a:path w="1426" h="1277">
                    <a:moveTo>
                      <a:pt x="0" y="1277"/>
                    </a:moveTo>
                    <a:cubicBezTo>
                      <a:pt x="78" y="1178"/>
                      <a:pt x="325" y="841"/>
                      <a:pt x="466" y="668"/>
                    </a:cubicBezTo>
                    <a:cubicBezTo>
                      <a:pt x="607" y="495"/>
                      <a:pt x="728" y="342"/>
                      <a:pt x="848" y="239"/>
                    </a:cubicBezTo>
                    <a:cubicBezTo>
                      <a:pt x="967" y="135"/>
                      <a:pt x="1086" y="88"/>
                      <a:pt x="1182" y="48"/>
                    </a:cubicBezTo>
                    <a:cubicBezTo>
                      <a:pt x="1278" y="8"/>
                      <a:pt x="1375" y="10"/>
                      <a:pt x="1426" y="0"/>
                    </a:cubicBezTo>
                  </a:path>
                </a:pathLst>
              </a:custGeom>
              <a:noFill/>
              <a:ln w="28575">
                <a:solidFill>
                  <a:srgbClr val="FF0000"/>
                </a:solidFill>
                <a:round/>
                <a:headEnd/>
                <a:tailEnd/>
              </a:ln>
            </p:spPr>
            <p:txBody>
              <a:bodyPr/>
              <a:lstStyle/>
              <a:p>
                <a:endParaRPr lang="en-GB" sz="1600"/>
              </a:p>
            </p:txBody>
          </p:sp>
          <p:sp>
            <p:nvSpPr>
              <p:cNvPr id="20579" name="Freeform 39"/>
              <p:cNvSpPr>
                <a:spLocks/>
              </p:cNvSpPr>
              <p:nvPr/>
            </p:nvSpPr>
            <p:spPr bwMode="auto">
              <a:xfrm>
                <a:off x="2874" y="1328"/>
                <a:ext cx="450" cy="709"/>
              </a:xfrm>
              <a:custGeom>
                <a:avLst/>
                <a:gdLst>
                  <a:gd name="T0" fmla="*/ 49 w 1360"/>
                  <a:gd name="T1" fmla="*/ 221 h 1269"/>
                  <a:gd name="T2" fmla="*/ 32 w 1360"/>
                  <a:gd name="T3" fmla="*/ 115 h 1269"/>
                  <a:gd name="T4" fmla="*/ 19 w 1360"/>
                  <a:gd name="T5" fmla="*/ 40 h 1269"/>
                  <a:gd name="T6" fmla="*/ 7 w 1360"/>
                  <a:gd name="T7" fmla="*/ 7 h 1269"/>
                  <a:gd name="T8" fmla="*/ 0 w 1360"/>
                  <a:gd name="T9" fmla="*/ 0 h 1269"/>
                  <a:gd name="T10" fmla="*/ 0 60000 65536"/>
                  <a:gd name="T11" fmla="*/ 0 60000 65536"/>
                  <a:gd name="T12" fmla="*/ 0 60000 65536"/>
                  <a:gd name="T13" fmla="*/ 0 60000 65536"/>
                  <a:gd name="T14" fmla="*/ 0 60000 65536"/>
                  <a:gd name="T15" fmla="*/ 0 w 1360"/>
                  <a:gd name="T16" fmla="*/ 0 h 1269"/>
                  <a:gd name="T17" fmla="*/ 1360 w 1360"/>
                  <a:gd name="T18" fmla="*/ 1269 h 1269"/>
                </a:gdLst>
                <a:ahLst/>
                <a:cxnLst>
                  <a:cxn ang="T10">
                    <a:pos x="T0" y="T1"/>
                  </a:cxn>
                  <a:cxn ang="T11">
                    <a:pos x="T2" y="T3"/>
                  </a:cxn>
                  <a:cxn ang="T12">
                    <a:pos x="T4" y="T5"/>
                  </a:cxn>
                  <a:cxn ang="T13">
                    <a:pos x="T6" y="T7"/>
                  </a:cxn>
                  <a:cxn ang="T14">
                    <a:pos x="T8" y="T9"/>
                  </a:cxn>
                </a:cxnLst>
                <a:rect l="T15" t="T16" r="T17" b="T18"/>
                <a:pathLst>
                  <a:path w="1360" h="1269">
                    <a:moveTo>
                      <a:pt x="1360" y="1269"/>
                    </a:moveTo>
                    <a:cubicBezTo>
                      <a:pt x="1282" y="1170"/>
                      <a:pt x="1035" y="833"/>
                      <a:pt x="894" y="660"/>
                    </a:cubicBezTo>
                    <a:cubicBezTo>
                      <a:pt x="753" y="487"/>
                      <a:pt x="632" y="334"/>
                      <a:pt x="512" y="231"/>
                    </a:cubicBezTo>
                    <a:cubicBezTo>
                      <a:pt x="393" y="127"/>
                      <a:pt x="263" y="78"/>
                      <a:pt x="178" y="40"/>
                    </a:cubicBezTo>
                    <a:cubicBezTo>
                      <a:pt x="93" y="2"/>
                      <a:pt x="37" y="8"/>
                      <a:pt x="0" y="0"/>
                    </a:cubicBezTo>
                  </a:path>
                </a:pathLst>
              </a:custGeom>
              <a:noFill/>
              <a:ln w="28575">
                <a:solidFill>
                  <a:srgbClr val="FF0000"/>
                </a:solidFill>
                <a:round/>
                <a:headEnd/>
                <a:tailEnd/>
              </a:ln>
            </p:spPr>
            <p:txBody>
              <a:bodyPr/>
              <a:lstStyle/>
              <a:p>
                <a:endParaRPr lang="en-GB" sz="1600"/>
              </a:p>
            </p:txBody>
          </p:sp>
          <p:sp>
            <p:nvSpPr>
              <p:cNvPr id="20580" name="Line 40"/>
              <p:cNvSpPr>
                <a:spLocks noChangeShapeType="1"/>
              </p:cNvSpPr>
              <p:nvPr/>
            </p:nvSpPr>
            <p:spPr bwMode="auto">
              <a:xfrm>
                <a:off x="2884" y="1331"/>
                <a:ext cx="0" cy="733"/>
              </a:xfrm>
              <a:prstGeom prst="line">
                <a:avLst/>
              </a:prstGeom>
              <a:noFill/>
              <a:ln w="9525">
                <a:solidFill>
                  <a:schemeClr val="tx1"/>
                </a:solidFill>
                <a:prstDash val="dash"/>
                <a:round/>
                <a:headEnd/>
                <a:tailEnd/>
              </a:ln>
            </p:spPr>
            <p:txBody>
              <a:bodyPr/>
              <a:lstStyle/>
              <a:p>
                <a:endParaRPr lang="en-GB" sz="1600"/>
              </a:p>
            </p:txBody>
          </p:sp>
          <p:sp>
            <p:nvSpPr>
              <p:cNvPr id="20581" name="Freeform 41"/>
              <p:cNvSpPr>
                <a:spLocks/>
              </p:cNvSpPr>
              <p:nvPr/>
            </p:nvSpPr>
            <p:spPr bwMode="auto">
              <a:xfrm flipV="1">
                <a:off x="3338" y="2060"/>
                <a:ext cx="471" cy="713"/>
              </a:xfrm>
              <a:custGeom>
                <a:avLst/>
                <a:gdLst>
                  <a:gd name="T0" fmla="*/ 0 w 1426"/>
                  <a:gd name="T1" fmla="*/ 222 h 1277"/>
                  <a:gd name="T2" fmla="*/ 17 w 1426"/>
                  <a:gd name="T3" fmla="*/ 116 h 1277"/>
                  <a:gd name="T4" fmla="*/ 30 w 1426"/>
                  <a:gd name="T5" fmla="*/ 41 h 1277"/>
                  <a:gd name="T6" fmla="*/ 43 w 1426"/>
                  <a:gd name="T7" fmla="*/ 8 h 1277"/>
                  <a:gd name="T8" fmla="*/ 52 w 1426"/>
                  <a:gd name="T9" fmla="*/ 0 h 1277"/>
                  <a:gd name="T10" fmla="*/ 0 60000 65536"/>
                  <a:gd name="T11" fmla="*/ 0 60000 65536"/>
                  <a:gd name="T12" fmla="*/ 0 60000 65536"/>
                  <a:gd name="T13" fmla="*/ 0 60000 65536"/>
                  <a:gd name="T14" fmla="*/ 0 60000 65536"/>
                  <a:gd name="T15" fmla="*/ 0 w 1426"/>
                  <a:gd name="T16" fmla="*/ 0 h 1277"/>
                  <a:gd name="T17" fmla="*/ 1426 w 1426"/>
                  <a:gd name="T18" fmla="*/ 1277 h 1277"/>
                </a:gdLst>
                <a:ahLst/>
                <a:cxnLst>
                  <a:cxn ang="T10">
                    <a:pos x="T0" y="T1"/>
                  </a:cxn>
                  <a:cxn ang="T11">
                    <a:pos x="T2" y="T3"/>
                  </a:cxn>
                  <a:cxn ang="T12">
                    <a:pos x="T4" y="T5"/>
                  </a:cxn>
                  <a:cxn ang="T13">
                    <a:pos x="T6" y="T7"/>
                  </a:cxn>
                  <a:cxn ang="T14">
                    <a:pos x="T8" y="T9"/>
                  </a:cxn>
                </a:cxnLst>
                <a:rect l="T15" t="T16" r="T17" b="T18"/>
                <a:pathLst>
                  <a:path w="1426" h="1277">
                    <a:moveTo>
                      <a:pt x="0" y="1277"/>
                    </a:moveTo>
                    <a:cubicBezTo>
                      <a:pt x="78" y="1178"/>
                      <a:pt x="325" y="841"/>
                      <a:pt x="466" y="668"/>
                    </a:cubicBezTo>
                    <a:cubicBezTo>
                      <a:pt x="607" y="495"/>
                      <a:pt x="728" y="342"/>
                      <a:pt x="848" y="239"/>
                    </a:cubicBezTo>
                    <a:cubicBezTo>
                      <a:pt x="967" y="135"/>
                      <a:pt x="1086" y="88"/>
                      <a:pt x="1182" y="48"/>
                    </a:cubicBezTo>
                    <a:cubicBezTo>
                      <a:pt x="1278" y="8"/>
                      <a:pt x="1375" y="10"/>
                      <a:pt x="1426" y="0"/>
                    </a:cubicBezTo>
                  </a:path>
                </a:pathLst>
              </a:custGeom>
              <a:noFill/>
              <a:ln w="28575">
                <a:solidFill>
                  <a:srgbClr val="FF0000"/>
                </a:solidFill>
                <a:round/>
                <a:headEnd/>
                <a:tailEnd/>
              </a:ln>
            </p:spPr>
            <p:txBody>
              <a:bodyPr/>
              <a:lstStyle/>
              <a:p>
                <a:endParaRPr lang="en-GB" sz="1600"/>
              </a:p>
            </p:txBody>
          </p:sp>
          <p:sp>
            <p:nvSpPr>
              <p:cNvPr id="20582" name="Freeform 42"/>
              <p:cNvSpPr>
                <a:spLocks/>
              </p:cNvSpPr>
              <p:nvPr/>
            </p:nvSpPr>
            <p:spPr bwMode="auto">
              <a:xfrm flipV="1">
                <a:off x="3799" y="2056"/>
                <a:ext cx="450" cy="709"/>
              </a:xfrm>
              <a:custGeom>
                <a:avLst/>
                <a:gdLst>
                  <a:gd name="T0" fmla="*/ 49 w 1360"/>
                  <a:gd name="T1" fmla="*/ 221 h 1269"/>
                  <a:gd name="T2" fmla="*/ 32 w 1360"/>
                  <a:gd name="T3" fmla="*/ 115 h 1269"/>
                  <a:gd name="T4" fmla="*/ 19 w 1360"/>
                  <a:gd name="T5" fmla="*/ 40 h 1269"/>
                  <a:gd name="T6" fmla="*/ 7 w 1360"/>
                  <a:gd name="T7" fmla="*/ 7 h 1269"/>
                  <a:gd name="T8" fmla="*/ 0 w 1360"/>
                  <a:gd name="T9" fmla="*/ 0 h 1269"/>
                  <a:gd name="T10" fmla="*/ 0 60000 65536"/>
                  <a:gd name="T11" fmla="*/ 0 60000 65536"/>
                  <a:gd name="T12" fmla="*/ 0 60000 65536"/>
                  <a:gd name="T13" fmla="*/ 0 60000 65536"/>
                  <a:gd name="T14" fmla="*/ 0 60000 65536"/>
                  <a:gd name="T15" fmla="*/ 0 w 1360"/>
                  <a:gd name="T16" fmla="*/ 0 h 1269"/>
                  <a:gd name="T17" fmla="*/ 1360 w 1360"/>
                  <a:gd name="T18" fmla="*/ 1269 h 1269"/>
                </a:gdLst>
                <a:ahLst/>
                <a:cxnLst>
                  <a:cxn ang="T10">
                    <a:pos x="T0" y="T1"/>
                  </a:cxn>
                  <a:cxn ang="T11">
                    <a:pos x="T2" y="T3"/>
                  </a:cxn>
                  <a:cxn ang="T12">
                    <a:pos x="T4" y="T5"/>
                  </a:cxn>
                  <a:cxn ang="T13">
                    <a:pos x="T6" y="T7"/>
                  </a:cxn>
                  <a:cxn ang="T14">
                    <a:pos x="T8" y="T9"/>
                  </a:cxn>
                </a:cxnLst>
                <a:rect l="T15" t="T16" r="T17" b="T18"/>
                <a:pathLst>
                  <a:path w="1360" h="1269">
                    <a:moveTo>
                      <a:pt x="1360" y="1269"/>
                    </a:moveTo>
                    <a:cubicBezTo>
                      <a:pt x="1282" y="1170"/>
                      <a:pt x="1035" y="833"/>
                      <a:pt x="894" y="660"/>
                    </a:cubicBezTo>
                    <a:cubicBezTo>
                      <a:pt x="753" y="487"/>
                      <a:pt x="632" y="334"/>
                      <a:pt x="512" y="231"/>
                    </a:cubicBezTo>
                    <a:cubicBezTo>
                      <a:pt x="393" y="127"/>
                      <a:pt x="263" y="78"/>
                      <a:pt x="178" y="40"/>
                    </a:cubicBezTo>
                    <a:cubicBezTo>
                      <a:pt x="93" y="2"/>
                      <a:pt x="37" y="8"/>
                      <a:pt x="0" y="0"/>
                    </a:cubicBezTo>
                  </a:path>
                </a:pathLst>
              </a:custGeom>
              <a:noFill/>
              <a:ln w="28575">
                <a:solidFill>
                  <a:srgbClr val="FF0000"/>
                </a:solidFill>
                <a:round/>
                <a:headEnd/>
                <a:tailEnd/>
              </a:ln>
            </p:spPr>
            <p:txBody>
              <a:bodyPr/>
              <a:lstStyle/>
              <a:p>
                <a:endParaRPr lang="en-GB" sz="1600"/>
              </a:p>
            </p:txBody>
          </p:sp>
          <p:sp>
            <p:nvSpPr>
              <p:cNvPr id="20583" name="Line 43"/>
              <p:cNvSpPr>
                <a:spLocks noChangeShapeType="1"/>
              </p:cNvSpPr>
              <p:nvPr/>
            </p:nvSpPr>
            <p:spPr bwMode="auto">
              <a:xfrm flipV="1">
                <a:off x="3808" y="2059"/>
                <a:ext cx="1" cy="733"/>
              </a:xfrm>
              <a:prstGeom prst="line">
                <a:avLst/>
              </a:prstGeom>
              <a:noFill/>
              <a:ln w="9525">
                <a:solidFill>
                  <a:schemeClr val="tx1"/>
                </a:solidFill>
                <a:prstDash val="dash"/>
                <a:round/>
                <a:headEnd/>
                <a:tailEnd/>
              </a:ln>
            </p:spPr>
            <p:txBody>
              <a:bodyPr/>
              <a:lstStyle/>
              <a:p>
                <a:endParaRPr lang="en-GB" sz="1600"/>
              </a:p>
            </p:txBody>
          </p:sp>
          <p:grpSp>
            <p:nvGrpSpPr>
              <p:cNvPr id="8" name="Group 44"/>
              <p:cNvGrpSpPr>
                <a:grpSpLocks/>
              </p:cNvGrpSpPr>
              <p:nvPr/>
            </p:nvGrpSpPr>
            <p:grpSpPr bwMode="auto">
              <a:xfrm>
                <a:off x="4261" y="1328"/>
                <a:ext cx="911" cy="736"/>
                <a:chOff x="709" y="1560"/>
                <a:chExt cx="911" cy="736"/>
              </a:xfrm>
            </p:grpSpPr>
            <p:sp>
              <p:nvSpPr>
                <p:cNvPr id="20585" name="Freeform 45"/>
                <p:cNvSpPr>
                  <a:spLocks/>
                </p:cNvSpPr>
                <p:nvPr/>
              </p:nvSpPr>
              <p:spPr bwMode="auto">
                <a:xfrm>
                  <a:off x="709" y="1564"/>
                  <a:ext cx="472" cy="713"/>
                </a:xfrm>
                <a:custGeom>
                  <a:avLst/>
                  <a:gdLst>
                    <a:gd name="T0" fmla="*/ 0 w 1426"/>
                    <a:gd name="T1" fmla="*/ 222 h 1277"/>
                    <a:gd name="T2" fmla="*/ 17 w 1426"/>
                    <a:gd name="T3" fmla="*/ 116 h 1277"/>
                    <a:gd name="T4" fmla="*/ 31 w 1426"/>
                    <a:gd name="T5" fmla="*/ 41 h 1277"/>
                    <a:gd name="T6" fmla="*/ 43 w 1426"/>
                    <a:gd name="T7" fmla="*/ 8 h 1277"/>
                    <a:gd name="T8" fmla="*/ 52 w 1426"/>
                    <a:gd name="T9" fmla="*/ 0 h 1277"/>
                    <a:gd name="T10" fmla="*/ 0 60000 65536"/>
                    <a:gd name="T11" fmla="*/ 0 60000 65536"/>
                    <a:gd name="T12" fmla="*/ 0 60000 65536"/>
                    <a:gd name="T13" fmla="*/ 0 60000 65536"/>
                    <a:gd name="T14" fmla="*/ 0 60000 65536"/>
                    <a:gd name="T15" fmla="*/ 0 w 1426"/>
                    <a:gd name="T16" fmla="*/ 0 h 1277"/>
                    <a:gd name="T17" fmla="*/ 1426 w 1426"/>
                    <a:gd name="T18" fmla="*/ 1277 h 1277"/>
                  </a:gdLst>
                  <a:ahLst/>
                  <a:cxnLst>
                    <a:cxn ang="T10">
                      <a:pos x="T0" y="T1"/>
                    </a:cxn>
                    <a:cxn ang="T11">
                      <a:pos x="T2" y="T3"/>
                    </a:cxn>
                    <a:cxn ang="T12">
                      <a:pos x="T4" y="T5"/>
                    </a:cxn>
                    <a:cxn ang="T13">
                      <a:pos x="T6" y="T7"/>
                    </a:cxn>
                    <a:cxn ang="T14">
                      <a:pos x="T8" y="T9"/>
                    </a:cxn>
                  </a:cxnLst>
                  <a:rect l="T15" t="T16" r="T17" b="T18"/>
                  <a:pathLst>
                    <a:path w="1426" h="1277">
                      <a:moveTo>
                        <a:pt x="0" y="1277"/>
                      </a:moveTo>
                      <a:cubicBezTo>
                        <a:pt x="78" y="1178"/>
                        <a:pt x="325" y="841"/>
                        <a:pt x="466" y="668"/>
                      </a:cubicBezTo>
                      <a:cubicBezTo>
                        <a:pt x="607" y="495"/>
                        <a:pt x="728" y="342"/>
                        <a:pt x="848" y="239"/>
                      </a:cubicBezTo>
                      <a:cubicBezTo>
                        <a:pt x="967" y="135"/>
                        <a:pt x="1086" y="88"/>
                        <a:pt x="1182" y="48"/>
                      </a:cubicBezTo>
                      <a:cubicBezTo>
                        <a:pt x="1278" y="8"/>
                        <a:pt x="1375" y="10"/>
                        <a:pt x="1426" y="0"/>
                      </a:cubicBezTo>
                    </a:path>
                  </a:pathLst>
                </a:custGeom>
                <a:noFill/>
                <a:ln w="28575">
                  <a:solidFill>
                    <a:srgbClr val="FF0000"/>
                  </a:solidFill>
                  <a:round/>
                  <a:headEnd/>
                  <a:tailEnd/>
                </a:ln>
              </p:spPr>
              <p:txBody>
                <a:bodyPr/>
                <a:lstStyle/>
                <a:p>
                  <a:endParaRPr lang="en-GB" sz="1600"/>
                </a:p>
              </p:txBody>
            </p:sp>
            <p:sp>
              <p:nvSpPr>
                <p:cNvPr id="20586" name="Freeform 46"/>
                <p:cNvSpPr>
                  <a:spLocks/>
                </p:cNvSpPr>
                <p:nvPr/>
              </p:nvSpPr>
              <p:spPr bwMode="auto">
                <a:xfrm>
                  <a:off x="1170" y="1560"/>
                  <a:ext cx="450" cy="709"/>
                </a:xfrm>
                <a:custGeom>
                  <a:avLst/>
                  <a:gdLst>
                    <a:gd name="T0" fmla="*/ 49 w 1360"/>
                    <a:gd name="T1" fmla="*/ 221 h 1269"/>
                    <a:gd name="T2" fmla="*/ 32 w 1360"/>
                    <a:gd name="T3" fmla="*/ 115 h 1269"/>
                    <a:gd name="T4" fmla="*/ 19 w 1360"/>
                    <a:gd name="T5" fmla="*/ 40 h 1269"/>
                    <a:gd name="T6" fmla="*/ 7 w 1360"/>
                    <a:gd name="T7" fmla="*/ 7 h 1269"/>
                    <a:gd name="T8" fmla="*/ 0 w 1360"/>
                    <a:gd name="T9" fmla="*/ 0 h 1269"/>
                    <a:gd name="T10" fmla="*/ 0 60000 65536"/>
                    <a:gd name="T11" fmla="*/ 0 60000 65536"/>
                    <a:gd name="T12" fmla="*/ 0 60000 65536"/>
                    <a:gd name="T13" fmla="*/ 0 60000 65536"/>
                    <a:gd name="T14" fmla="*/ 0 60000 65536"/>
                    <a:gd name="T15" fmla="*/ 0 w 1360"/>
                    <a:gd name="T16" fmla="*/ 0 h 1269"/>
                    <a:gd name="T17" fmla="*/ 1360 w 1360"/>
                    <a:gd name="T18" fmla="*/ 1269 h 1269"/>
                  </a:gdLst>
                  <a:ahLst/>
                  <a:cxnLst>
                    <a:cxn ang="T10">
                      <a:pos x="T0" y="T1"/>
                    </a:cxn>
                    <a:cxn ang="T11">
                      <a:pos x="T2" y="T3"/>
                    </a:cxn>
                    <a:cxn ang="T12">
                      <a:pos x="T4" y="T5"/>
                    </a:cxn>
                    <a:cxn ang="T13">
                      <a:pos x="T6" y="T7"/>
                    </a:cxn>
                    <a:cxn ang="T14">
                      <a:pos x="T8" y="T9"/>
                    </a:cxn>
                  </a:cxnLst>
                  <a:rect l="T15" t="T16" r="T17" b="T18"/>
                  <a:pathLst>
                    <a:path w="1360" h="1269">
                      <a:moveTo>
                        <a:pt x="1360" y="1269"/>
                      </a:moveTo>
                      <a:cubicBezTo>
                        <a:pt x="1282" y="1170"/>
                        <a:pt x="1035" y="833"/>
                        <a:pt x="894" y="660"/>
                      </a:cubicBezTo>
                      <a:cubicBezTo>
                        <a:pt x="753" y="487"/>
                        <a:pt x="632" y="334"/>
                        <a:pt x="512" y="231"/>
                      </a:cubicBezTo>
                      <a:cubicBezTo>
                        <a:pt x="393" y="127"/>
                        <a:pt x="263" y="78"/>
                        <a:pt x="178" y="40"/>
                      </a:cubicBezTo>
                      <a:cubicBezTo>
                        <a:pt x="93" y="2"/>
                        <a:pt x="37" y="8"/>
                        <a:pt x="0" y="0"/>
                      </a:cubicBezTo>
                    </a:path>
                  </a:pathLst>
                </a:custGeom>
                <a:noFill/>
                <a:ln w="28575">
                  <a:solidFill>
                    <a:srgbClr val="FF0000"/>
                  </a:solidFill>
                  <a:round/>
                  <a:headEnd/>
                  <a:tailEnd/>
                </a:ln>
              </p:spPr>
              <p:txBody>
                <a:bodyPr/>
                <a:lstStyle/>
                <a:p>
                  <a:endParaRPr lang="en-GB" sz="1600"/>
                </a:p>
              </p:txBody>
            </p:sp>
            <p:sp>
              <p:nvSpPr>
                <p:cNvPr id="20587" name="Line 47"/>
                <p:cNvSpPr>
                  <a:spLocks noChangeShapeType="1"/>
                </p:cNvSpPr>
                <p:nvPr/>
              </p:nvSpPr>
              <p:spPr bwMode="auto">
                <a:xfrm>
                  <a:off x="1180" y="1563"/>
                  <a:ext cx="0" cy="733"/>
                </a:xfrm>
                <a:prstGeom prst="line">
                  <a:avLst/>
                </a:prstGeom>
                <a:noFill/>
                <a:ln w="9525">
                  <a:solidFill>
                    <a:schemeClr val="tx1"/>
                  </a:solidFill>
                  <a:prstDash val="dash"/>
                  <a:round/>
                  <a:headEnd/>
                  <a:tailEnd/>
                </a:ln>
              </p:spPr>
              <p:txBody>
                <a:bodyPr/>
                <a:lstStyle/>
                <a:p>
                  <a:endParaRPr lang="en-GB" sz="1600"/>
                </a:p>
              </p:txBody>
            </p:sp>
          </p:grpSp>
        </p:grpSp>
        <p:sp>
          <p:nvSpPr>
            <p:cNvPr id="20570" name="Text Box 88"/>
            <p:cNvSpPr txBox="1">
              <a:spLocks noChangeArrowheads="1"/>
            </p:cNvSpPr>
            <p:nvPr/>
          </p:nvSpPr>
          <p:spPr bwMode="auto">
            <a:xfrm>
              <a:off x="3355" y="1683"/>
              <a:ext cx="538" cy="212"/>
            </a:xfrm>
            <a:prstGeom prst="rect">
              <a:avLst/>
            </a:prstGeom>
            <a:noFill/>
            <a:ln w="9525" algn="ctr">
              <a:noFill/>
              <a:miter lim="800000"/>
              <a:headEnd/>
              <a:tailEnd/>
            </a:ln>
          </p:spPr>
          <p:txBody>
            <a:bodyPr>
              <a:spAutoFit/>
            </a:bodyPr>
            <a:lstStyle/>
            <a:p>
              <a:r>
                <a:rPr lang="en-GB" sz="1600" b="0"/>
                <a:t>in</a:t>
              </a:r>
              <a:endParaRPr lang="en-US" sz="1600" b="0"/>
            </a:p>
          </p:txBody>
        </p:sp>
        <p:sp>
          <p:nvSpPr>
            <p:cNvPr id="20571" name="Text Box 89"/>
            <p:cNvSpPr txBox="1">
              <a:spLocks noChangeArrowheads="1"/>
            </p:cNvSpPr>
            <p:nvPr/>
          </p:nvSpPr>
          <p:spPr bwMode="auto">
            <a:xfrm>
              <a:off x="3268" y="2158"/>
              <a:ext cx="538" cy="212"/>
            </a:xfrm>
            <a:prstGeom prst="rect">
              <a:avLst/>
            </a:prstGeom>
            <a:noFill/>
            <a:ln w="9525" algn="ctr">
              <a:noFill/>
              <a:miter lim="800000"/>
              <a:headEnd/>
              <a:tailEnd/>
            </a:ln>
          </p:spPr>
          <p:txBody>
            <a:bodyPr>
              <a:spAutoFit/>
            </a:bodyPr>
            <a:lstStyle/>
            <a:p>
              <a:r>
                <a:rPr lang="en-GB" sz="1600" b="0"/>
                <a:t>out</a:t>
              </a:r>
              <a:endParaRPr lang="en-US" sz="1600" b="0"/>
            </a:p>
          </p:txBody>
        </p:sp>
      </p:grpSp>
      <p:grpSp>
        <p:nvGrpSpPr>
          <p:cNvPr id="9" name="Group 48"/>
          <p:cNvGrpSpPr>
            <a:grpSpLocks/>
          </p:cNvGrpSpPr>
          <p:nvPr/>
        </p:nvGrpSpPr>
        <p:grpSpPr bwMode="auto">
          <a:xfrm>
            <a:off x="652463" y="4940300"/>
            <a:ext cx="2173287" cy="550863"/>
            <a:chOff x="385" y="1156"/>
            <a:chExt cx="2324" cy="496"/>
          </a:xfrm>
        </p:grpSpPr>
        <p:grpSp>
          <p:nvGrpSpPr>
            <p:cNvPr id="10" name="Group 47"/>
            <p:cNvGrpSpPr>
              <a:grpSpLocks/>
            </p:cNvGrpSpPr>
            <p:nvPr/>
          </p:nvGrpSpPr>
          <p:grpSpPr bwMode="auto">
            <a:xfrm>
              <a:off x="386" y="1156"/>
              <a:ext cx="2323" cy="496"/>
              <a:chOff x="386" y="677"/>
              <a:chExt cx="2323" cy="975"/>
            </a:xfrm>
          </p:grpSpPr>
          <p:sp>
            <p:nvSpPr>
              <p:cNvPr id="20552" name="Rectangle 29"/>
              <p:cNvSpPr>
                <a:spLocks noChangeArrowheads="1"/>
              </p:cNvSpPr>
              <p:nvPr/>
            </p:nvSpPr>
            <p:spPr bwMode="auto">
              <a:xfrm>
                <a:off x="386" y="677"/>
                <a:ext cx="290" cy="482"/>
              </a:xfrm>
              <a:prstGeom prst="rect">
                <a:avLst/>
              </a:prstGeom>
              <a:noFill/>
              <a:ln w="9525">
                <a:solidFill>
                  <a:schemeClr val="hlink"/>
                </a:solidFill>
                <a:miter lim="800000"/>
                <a:headEnd/>
                <a:tailEnd/>
              </a:ln>
            </p:spPr>
            <p:txBody>
              <a:bodyPr wrap="none" anchor="ctr"/>
              <a:lstStyle/>
              <a:p>
                <a:endParaRPr lang="en-US"/>
              </a:p>
            </p:txBody>
          </p:sp>
          <p:sp>
            <p:nvSpPr>
              <p:cNvPr id="20553" name="Rectangle 30"/>
              <p:cNvSpPr>
                <a:spLocks noChangeArrowheads="1"/>
              </p:cNvSpPr>
              <p:nvPr/>
            </p:nvSpPr>
            <p:spPr bwMode="auto">
              <a:xfrm>
                <a:off x="386" y="1170"/>
                <a:ext cx="290" cy="482"/>
              </a:xfrm>
              <a:prstGeom prst="rect">
                <a:avLst/>
              </a:prstGeom>
              <a:noFill/>
              <a:ln w="9525">
                <a:solidFill>
                  <a:schemeClr val="hlink"/>
                </a:solidFill>
                <a:miter lim="800000"/>
                <a:headEnd/>
                <a:tailEnd/>
              </a:ln>
            </p:spPr>
            <p:txBody>
              <a:bodyPr wrap="none" anchor="ctr"/>
              <a:lstStyle/>
              <a:p>
                <a:endParaRPr lang="en-US"/>
              </a:p>
            </p:txBody>
          </p:sp>
          <p:sp>
            <p:nvSpPr>
              <p:cNvPr id="20554" name="Rectangle 31"/>
              <p:cNvSpPr>
                <a:spLocks noChangeArrowheads="1"/>
              </p:cNvSpPr>
              <p:nvPr/>
            </p:nvSpPr>
            <p:spPr bwMode="auto">
              <a:xfrm>
                <a:off x="676" y="677"/>
                <a:ext cx="290" cy="482"/>
              </a:xfrm>
              <a:prstGeom prst="rect">
                <a:avLst/>
              </a:prstGeom>
              <a:noFill/>
              <a:ln w="9525">
                <a:solidFill>
                  <a:schemeClr val="hlink"/>
                </a:solidFill>
                <a:miter lim="800000"/>
                <a:headEnd/>
                <a:tailEnd/>
              </a:ln>
            </p:spPr>
            <p:txBody>
              <a:bodyPr wrap="none" anchor="ctr"/>
              <a:lstStyle/>
              <a:p>
                <a:endParaRPr lang="en-US"/>
              </a:p>
            </p:txBody>
          </p:sp>
          <p:sp>
            <p:nvSpPr>
              <p:cNvPr id="20555" name="Rectangle 32"/>
              <p:cNvSpPr>
                <a:spLocks noChangeArrowheads="1"/>
              </p:cNvSpPr>
              <p:nvPr/>
            </p:nvSpPr>
            <p:spPr bwMode="auto">
              <a:xfrm>
                <a:off x="676" y="1170"/>
                <a:ext cx="290" cy="482"/>
              </a:xfrm>
              <a:prstGeom prst="rect">
                <a:avLst/>
              </a:prstGeom>
              <a:noFill/>
              <a:ln w="9525">
                <a:solidFill>
                  <a:schemeClr val="hlink"/>
                </a:solidFill>
                <a:miter lim="800000"/>
                <a:headEnd/>
                <a:tailEnd/>
              </a:ln>
            </p:spPr>
            <p:txBody>
              <a:bodyPr wrap="none" anchor="ctr"/>
              <a:lstStyle/>
              <a:p>
                <a:endParaRPr lang="en-US"/>
              </a:p>
            </p:txBody>
          </p:sp>
          <p:sp>
            <p:nvSpPr>
              <p:cNvPr id="20556" name="Rectangle 33"/>
              <p:cNvSpPr>
                <a:spLocks noChangeArrowheads="1"/>
              </p:cNvSpPr>
              <p:nvPr/>
            </p:nvSpPr>
            <p:spPr bwMode="auto">
              <a:xfrm>
                <a:off x="967" y="677"/>
                <a:ext cx="290" cy="482"/>
              </a:xfrm>
              <a:prstGeom prst="rect">
                <a:avLst/>
              </a:prstGeom>
              <a:noFill/>
              <a:ln w="9525">
                <a:solidFill>
                  <a:schemeClr val="hlink"/>
                </a:solidFill>
                <a:miter lim="800000"/>
                <a:headEnd/>
                <a:tailEnd/>
              </a:ln>
            </p:spPr>
            <p:txBody>
              <a:bodyPr wrap="none" anchor="ctr"/>
              <a:lstStyle/>
              <a:p>
                <a:endParaRPr lang="en-US"/>
              </a:p>
            </p:txBody>
          </p:sp>
          <p:sp>
            <p:nvSpPr>
              <p:cNvPr id="20557" name="Rectangle 34"/>
              <p:cNvSpPr>
                <a:spLocks noChangeArrowheads="1"/>
              </p:cNvSpPr>
              <p:nvPr/>
            </p:nvSpPr>
            <p:spPr bwMode="auto">
              <a:xfrm>
                <a:off x="967" y="1170"/>
                <a:ext cx="290" cy="482"/>
              </a:xfrm>
              <a:prstGeom prst="rect">
                <a:avLst/>
              </a:prstGeom>
              <a:noFill/>
              <a:ln w="9525">
                <a:solidFill>
                  <a:schemeClr val="hlink"/>
                </a:solidFill>
                <a:miter lim="800000"/>
                <a:headEnd/>
                <a:tailEnd/>
              </a:ln>
            </p:spPr>
            <p:txBody>
              <a:bodyPr wrap="none" anchor="ctr"/>
              <a:lstStyle/>
              <a:p>
                <a:endParaRPr lang="en-US"/>
              </a:p>
            </p:txBody>
          </p:sp>
          <p:sp>
            <p:nvSpPr>
              <p:cNvPr id="20558" name="Rectangle 35"/>
              <p:cNvSpPr>
                <a:spLocks noChangeArrowheads="1"/>
              </p:cNvSpPr>
              <p:nvPr/>
            </p:nvSpPr>
            <p:spPr bwMode="auto">
              <a:xfrm>
                <a:off x="1257" y="677"/>
                <a:ext cx="290" cy="482"/>
              </a:xfrm>
              <a:prstGeom prst="rect">
                <a:avLst/>
              </a:prstGeom>
              <a:noFill/>
              <a:ln w="9525">
                <a:solidFill>
                  <a:schemeClr val="hlink"/>
                </a:solidFill>
                <a:miter lim="800000"/>
                <a:headEnd/>
                <a:tailEnd/>
              </a:ln>
            </p:spPr>
            <p:txBody>
              <a:bodyPr wrap="none" anchor="ctr"/>
              <a:lstStyle/>
              <a:p>
                <a:endParaRPr lang="en-US"/>
              </a:p>
            </p:txBody>
          </p:sp>
          <p:sp>
            <p:nvSpPr>
              <p:cNvPr id="20559" name="Rectangle 36"/>
              <p:cNvSpPr>
                <a:spLocks noChangeArrowheads="1"/>
              </p:cNvSpPr>
              <p:nvPr/>
            </p:nvSpPr>
            <p:spPr bwMode="auto">
              <a:xfrm>
                <a:off x="1257" y="1170"/>
                <a:ext cx="290" cy="482"/>
              </a:xfrm>
              <a:prstGeom prst="rect">
                <a:avLst/>
              </a:prstGeom>
              <a:noFill/>
              <a:ln w="9525">
                <a:solidFill>
                  <a:schemeClr val="hlink"/>
                </a:solidFill>
                <a:miter lim="800000"/>
                <a:headEnd/>
                <a:tailEnd/>
              </a:ln>
            </p:spPr>
            <p:txBody>
              <a:bodyPr wrap="none" anchor="ctr"/>
              <a:lstStyle/>
              <a:p>
                <a:endParaRPr lang="en-US"/>
              </a:p>
            </p:txBody>
          </p:sp>
          <p:sp>
            <p:nvSpPr>
              <p:cNvPr id="20560" name="Rectangle 37"/>
              <p:cNvSpPr>
                <a:spLocks noChangeArrowheads="1"/>
              </p:cNvSpPr>
              <p:nvPr/>
            </p:nvSpPr>
            <p:spPr bwMode="auto">
              <a:xfrm>
                <a:off x="1547" y="677"/>
                <a:ext cx="291" cy="482"/>
              </a:xfrm>
              <a:prstGeom prst="rect">
                <a:avLst/>
              </a:prstGeom>
              <a:noFill/>
              <a:ln w="9525">
                <a:solidFill>
                  <a:schemeClr val="hlink"/>
                </a:solidFill>
                <a:miter lim="800000"/>
                <a:headEnd/>
                <a:tailEnd/>
              </a:ln>
            </p:spPr>
            <p:txBody>
              <a:bodyPr wrap="none" anchor="ctr"/>
              <a:lstStyle/>
              <a:p>
                <a:endParaRPr lang="en-US"/>
              </a:p>
            </p:txBody>
          </p:sp>
          <p:sp>
            <p:nvSpPr>
              <p:cNvPr id="20561" name="Rectangle 38"/>
              <p:cNvSpPr>
                <a:spLocks noChangeArrowheads="1"/>
              </p:cNvSpPr>
              <p:nvPr/>
            </p:nvSpPr>
            <p:spPr bwMode="auto">
              <a:xfrm>
                <a:off x="1547" y="1170"/>
                <a:ext cx="291" cy="482"/>
              </a:xfrm>
              <a:prstGeom prst="rect">
                <a:avLst/>
              </a:prstGeom>
              <a:noFill/>
              <a:ln w="9525">
                <a:solidFill>
                  <a:schemeClr val="hlink"/>
                </a:solidFill>
                <a:miter lim="800000"/>
                <a:headEnd/>
                <a:tailEnd/>
              </a:ln>
            </p:spPr>
            <p:txBody>
              <a:bodyPr wrap="none" anchor="ctr"/>
              <a:lstStyle/>
              <a:p>
                <a:endParaRPr lang="en-US"/>
              </a:p>
            </p:txBody>
          </p:sp>
          <p:sp>
            <p:nvSpPr>
              <p:cNvPr id="20562" name="Rectangle 39"/>
              <p:cNvSpPr>
                <a:spLocks noChangeArrowheads="1"/>
              </p:cNvSpPr>
              <p:nvPr/>
            </p:nvSpPr>
            <p:spPr bwMode="auto">
              <a:xfrm>
                <a:off x="1838" y="677"/>
                <a:ext cx="290" cy="482"/>
              </a:xfrm>
              <a:prstGeom prst="rect">
                <a:avLst/>
              </a:prstGeom>
              <a:noFill/>
              <a:ln w="9525">
                <a:solidFill>
                  <a:schemeClr val="hlink"/>
                </a:solidFill>
                <a:miter lim="800000"/>
                <a:headEnd/>
                <a:tailEnd/>
              </a:ln>
            </p:spPr>
            <p:txBody>
              <a:bodyPr wrap="none" anchor="ctr"/>
              <a:lstStyle/>
              <a:p>
                <a:endParaRPr lang="en-US"/>
              </a:p>
            </p:txBody>
          </p:sp>
          <p:sp>
            <p:nvSpPr>
              <p:cNvPr id="20563" name="Rectangle 40"/>
              <p:cNvSpPr>
                <a:spLocks noChangeArrowheads="1"/>
              </p:cNvSpPr>
              <p:nvPr/>
            </p:nvSpPr>
            <p:spPr bwMode="auto">
              <a:xfrm>
                <a:off x="1838" y="1170"/>
                <a:ext cx="290" cy="482"/>
              </a:xfrm>
              <a:prstGeom prst="rect">
                <a:avLst/>
              </a:prstGeom>
              <a:noFill/>
              <a:ln w="9525">
                <a:solidFill>
                  <a:schemeClr val="hlink"/>
                </a:solidFill>
                <a:miter lim="800000"/>
                <a:headEnd/>
                <a:tailEnd/>
              </a:ln>
            </p:spPr>
            <p:txBody>
              <a:bodyPr wrap="none" anchor="ctr"/>
              <a:lstStyle/>
              <a:p>
                <a:endParaRPr lang="en-US"/>
              </a:p>
            </p:txBody>
          </p:sp>
          <p:sp>
            <p:nvSpPr>
              <p:cNvPr id="20564" name="Rectangle 41"/>
              <p:cNvSpPr>
                <a:spLocks noChangeArrowheads="1"/>
              </p:cNvSpPr>
              <p:nvPr/>
            </p:nvSpPr>
            <p:spPr bwMode="auto">
              <a:xfrm>
                <a:off x="2129" y="677"/>
                <a:ext cx="290" cy="482"/>
              </a:xfrm>
              <a:prstGeom prst="rect">
                <a:avLst/>
              </a:prstGeom>
              <a:noFill/>
              <a:ln w="9525">
                <a:solidFill>
                  <a:schemeClr val="hlink"/>
                </a:solidFill>
                <a:miter lim="800000"/>
                <a:headEnd/>
                <a:tailEnd/>
              </a:ln>
            </p:spPr>
            <p:txBody>
              <a:bodyPr wrap="none" anchor="ctr"/>
              <a:lstStyle/>
              <a:p>
                <a:endParaRPr lang="en-US"/>
              </a:p>
            </p:txBody>
          </p:sp>
          <p:sp>
            <p:nvSpPr>
              <p:cNvPr id="20565" name="Rectangle 42"/>
              <p:cNvSpPr>
                <a:spLocks noChangeArrowheads="1"/>
              </p:cNvSpPr>
              <p:nvPr/>
            </p:nvSpPr>
            <p:spPr bwMode="auto">
              <a:xfrm>
                <a:off x="2129" y="1170"/>
                <a:ext cx="290" cy="482"/>
              </a:xfrm>
              <a:prstGeom prst="rect">
                <a:avLst/>
              </a:prstGeom>
              <a:noFill/>
              <a:ln w="9525">
                <a:solidFill>
                  <a:schemeClr val="hlink"/>
                </a:solidFill>
                <a:miter lim="800000"/>
                <a:headEnd/>
                <a:tailEnd/>
              </a:ln>
            </p:spPr>
            <p:txBody>
              <a:bodyPr wrap="none" anchor="ctr"/>
              <a:lstStyle/>
              <a:p>
                <a:endParaRPr lang="en-US"/>
              </a:p>
            </p:txBody>
          </p:sp>
          <p:sp>
            <p:nvSpPr>
              <p:cNvPr id="20566" name="Rectangle 43"/>
              <p:cNvSpPr>
                <a:spLocks noChangeArrowheads="1"/>
              </p:cNvSpPr>
              <p:nvPr/>
            </p:nvSpPr>
            <p:spPr bwMode="auto">
              <a:xfrm>
                <a:off x="2419" y="677"/>
                <a:ext cx="290" cy="482"/>
              </a:xfrm>
              <a:prstGeom prst="rect">
                <a:avLst/>
              </a:prstGeom>
              <a:noFill/>
              <a:ln w="9525">
                <a:solidFill>
                  <a:schemeClr val="hlink"/>
                </a:solidFill>
                <a:miter lim="800000"/>
                <a:headEnd/>
                <a:tailEnd/>
              </a:ln>
            </p:spPr>
            <p:txBody>
              <a:bodyPr wrap="none" anchor="ctr"/>
              <a:lstStyle/>
              <a:p>
                <a:endParaRPr lang="en-US"/>
              </a:p>
            </p:txBody>
          </p:sp>
          <p:sp>
            <p:nvSpPr>
              <p:cNvPr id="20567" name="Rectangle 44"/>
              <p:cNvSpPr>
                <a:spLocks noChangeArrowheads="1"/>
              </p:cNvSpPr>
              <p:nvPr/>
            </p:nvSpPr>
            <p:spPr bwMode="auto">
              <a:xfrm>
                <a:off x="2419" y="1170"/>
                <a:ext cx="290" cy="482"/>
              </a:xfrm>
              <a:prstGeom prst="rect">
                <a:avLst/>
              </a:prstGeom>
              <a:noFill/>
              <a:ln w="9525">
                <a:solidFill>
                  <a:schemeClr val="hlink"/>
                </a:solidFill>
                <a:miter lim="800000"/>
                <a:headEnd/>
                <a:tailEnd/>
              </a:ln>
            </p:spPr>
            <p:txBody>
              <a:bodyPr wrap="none" anchor="ctr"/>
              <a:lstStyle/>
              <a:p>
                <a:endParaRPr lang="en-US"/>
              </a:p>
            </p:txBody>
          </p:sp>
        </p:grpSp>
        <p:sp>
          <p:nvSpPr>
            <p:cNvPr id="20551" name="Freeform 45"/>
            <p:cNvSpPr>
              <a:spLocks/>
            </p:cNvSpPr>
            <p:nvPr/>
          </p:nvSpPr>
          <p:spPr bwMode="auto">
            <a:xfrm>
              <a:off x="385" y="1206"/>
              <a:ext cx="1170" cy="377"/>
            </a:xfrm>
            <a:custGeom>
              <a:avLst/>
              <a:gdLst>
                <a:gd name="T0" fmla="*/ 0 w 3009"/>
                <a:gd name="T1" fmla="*/ 35 h 878"/>
                <a:gd name="T2" fmla="*/ 22 w 3009"/>
                <a:gd name="T3" fmla="*/ 0 h 878"/>
                <a:gd name="T4" fmla="*/ 44 w 3009"/>
                <a:gd name="T5" fmla="*/ 35 h 878"/>
                <a:gd name="T6" fmla="*/ 65 w 3009"/>
                <a:gd name="T7" fmla="*/ 70 h 878"/>
                <a:gd name="T8" fmla="*/ 87 w 3009"/>
                <a:gd name="T9" fmla="*/ 35 h 878"/>
                <a:gd name="T10" fmla="*/ 108 w 3009"/>
                <a:gd name="T11" fmla="*/ 0 h 878"/>
                <a:gd name="T12" fmla="*/ 130 w 3009"/>
                <a:gd name="T13" fmla="*/ 35 h 878"/>
                <a:gd name="T14" fmla="*/ 152 w 3009"/>
                <a:gd name="T15" fmla="*/ 70 h 878"/>
                <a:gd name="T16" fmla="*/ 173 w 3009"/>
                <a:gd name="T17" fmla="*/ 35 h 878"/>
                <a:gd name="T18" fmla="*/ 172 w 3009"/>
                <a:gd name="T19" fmla="*/ 35 h 878"/>
                <a:gd name="T20" fmla="*/ 174 w 3009"/>
                <a:gd name="T21" fmla="*/ 32 h 878"/>
                <a:gd name="T22" fmla="*/ 0 60000 65536"/>
                <a:gd name="T23" fmla="*/ 0 60000 65536"/>
                <a:gd name="T24" fmla="*/ 0 60000 65536"/>
                <a:gd name="T25" fmla="*/ 0 60000 65536"/>
                <a:gd name="T26" fmla="*/ 0 60000 65536"/>
                <a:gd name="T27" fmla="*/ 0 60000 65536"/>
                <a:gd name="T28" fmla="*/ 0 60000 65536"/>
                <a:gd name="T29" fmla="*/ 0 60000 65536"/>
                <a:gd name="T30" fmla="*/ 0 60000 65536"/>
                <a:gd name="T31" fmla="*/ 0 60000 65536"/>
                <a:gd name="T32" fmla="*/ 0 60000 65536"/>
                <a:gd name="T33" fmla="*/ 0 w 3009"/>
                <a:gd name="T34" fmla="*/ 0 h 878"/>
                <a:gd name="T35" fmla="*/ 3009 w 3009"/>
                <a:gd name="T36" fmla="*/ 878 h 878"/>
              </a:gdLst>
              <a:ahLst/>
              <a:cxnLst>
                <a:cxn ang="T22">
                  <a:pos x="T0" y="T1"/>
                </a:cxn>
                <a:cxn ang="T23">
                  <a:pos x="T2" y="T3"/>
                </a:cxn>
                <a:cxn ang="T24">
                  <a:pos x="T4" y="T5"/>
                </a:cxn>
                <a:cxn ang="T25">
                  <a:pos x="T6" y="T7"/>
                </a:cxn>
                <a:cxn ang="T26">
                  <a:pos x="T8" y="T9"/>
                </a:cxn>
                <a:cxn ang="T27">
                  <a:pos x="T10" y="T11"/>
                </a:cxn>
                <a:cxn ang="T28">
                  <a:pos x="T12" y="T13"/>
                </a:cxn>
                <a:cxn ang="T29">
                  <a:pos x="T14" y="T15"/>
                </a:cxn>
                <a:cxn ang="T30">
                  <a:pos x="T16" y="T17"/>
                </a:cxn>
                <a:cxn ang="T31">
                  <a:pos x="T18" y="T19"/>
                </a:cxn>
                <a:cxn ang="T32">
                  <a:pos x="T20" y="T21"/>
                </a:cxn>
              </a:cxnLst>
              <a:rect l="T33" t="T34" r="T35" b="T36"/>
              <a:pathLst>
                <a:path w="3009" h="878">
                  <a:moveTo>
                    <a:pt x="0" y="439"/>
                  </a:moveTo>
                  <a:cubicBezTo>
                    <a:pt x="123" y="219"/>
                    <a:pt x="246" y="0"/>
                    <a:pt x="369" y="0"/>
                  </a:cubicBezTo>
                  <a:cubicBezTo>
                    <a:pt x="491" y="0"/>
                    <a:pt x="615" y="292"/>
                    <a:pt x="738" y="439"/>
                  </a:cubicBezTo>
                  <a:cubicBezTo>
                    <a:pt x="860" y="586"/>
                    <a:pt x="984" y="878"/>
                    <a:pt x="1106" y="878"/>
                  </a:cubicBezTo>
                  <a:cubicBezTo>
                    <a:pt x="1229" y="878"/>
                    <a:pt x="1352" y="586"/>
                    <a:pt x="1475" y="439"/>
                  </a:cubicBezTo>
                  <a:cubicBezTo>
                    <a:pt x="1598" y="292"/>
                    <a:pt x="1722" y="0"/>
                    <a:pt x="1844" y="0"/>
                  </a:cubicBezTo>
                  <a:cubicBezTo>
                    <a:pt x="1967" y="0"/>
                    <a:pt x="2090" y="292"/>
                    <a:pt x="2213" y="439"/>
                  </a:cubicBezTo>
                  <a:cubicBezTo>
                    <a:pt x="2335" y="586"/>
                    <a:pt x="2459" y="878"/>
                    <a:pt x="2581" y="878"/>
                  </a:cubicBezTo>
                  <a:cubicBezTo>
                    <a:pt x="2704" y="878"/>
                    <a:pt x="2893" y="511"/>
                    <a:pt x="2951" y="439"/>
                  </a:cubicBezTo>
                  <a:cubicBezTo>
                    <a:pt x="3009" y="367"/>
                    <a:pt x="2927" y="453"/>
                    <a:pt x="2929" y="447"/>
                  </a:cubicBezTo>
                  <a:cubicBezTo>
                    <a:pt x="2931" y="441"/>
                    <a:pt x="2958" y="411"/>
                    <a:pt x="2966" y="402"/>
                  </a:cubicBezTo>
                </a:path>
              </a:pathLst>
            </a:custGeom>
            <a:noFill/>
            <a:ln w="28575">
              <a:solidFill>
                <a:srgbClr val="990000"/>
              </a:solidFill>
              <a:round/>
              <a:headEnd/>
              <a:tailEnd/>
            </a:ln>
          </p:spPr>
          <p:txBody>
            <a:bodyPr/>
            <a:lstStyle/>
            <a:p>
              <a:endParaRPr lang="en-GB"/>
            </a:p>
          </p:txBody>
        </p:sp>
      </p:grpSp>
      <p:grpSp>
        <p:nvGrpSpPr>
          <p:cNvPr id="11" name="Group 48"/>
          <p:cNvGrpSpPr>
            <a:grpSpLocks/>
          </p:cNvGrpSpPr>
          <p:nvPr/>
        </p:nvGrpSpPr>
        <p:grpSpPr bwMode="auto">
          <a:xfrm>
            <a:off x="652463" y="5480050"/>
            <a:ext cx="2219325" cy="550863"/>
            <a:chOff x="385" y="1156"/>
            <a:chExt cx="2373" cy="496"/>
          </a:xfrm>
        </p:grpSpPr>
        <p:grpSp>
          <p:nvGrpSpPr>
            <p:cNvPr id="12" name="Group 47"/>
            <p:cNvGrpSpPr>
              <a:grpSpLocks/>
            </p:cNvGrpSpPr>
            <p:nvPr/>
          </p:nvGrpSpPr>
          <p:grpSpPr bwMode="auto">
            <a:xfrm>
              <a:off x="386" y="1156"/>
              <a:ext cx="2323" cy="496"/>
              <a:chOff x="386" y="677"/>
              <a:chExt cx="2323" cy="975"/>
            </a:xfrm>
          </p:grpSpPr>
          <p:sp>
            <p:nvSpPr>
              <p:cNvPr id="20534" name="Rectangle 29"/>
              <p:cNvSpPr>
                <a:spLocks noChangeArrowheads="1"/>
              </p:cNvSpPr>
              <p:nvPr/>
            </p:nvSpPr>
            <p:spPr bwMode="auto">
              <a:xfrm>
                <a:off x="386" y="677"/>
                <a:ext cx="290" cy="482"/>
              </a:xfrm>
              <a:prstGeom prst="rect">
                <a:avLst/>
              </a:prstGeom>
              <a:noFill/>
              <a:ln w="9525">
                <a:solidFill>
                  <a:schemeClr val="hlink"/>
                </a:solidFill>
                <a:miter lim="800000"/>
                <a:headEnd/>
                <a:tailEnd/>
              </a:ln>
            </p:spPr>
            <p:txBody>
              <a:bodyPr wrap="none" anchor="ctr"/>
              <a:lstStyle/>
              <a:p>
                <a:endParaRPr lang="en-US"/>
              </a:p>
            </p:txBody>
          </p:sp>
          <p:sp>
            <p:nvSpPr>
              <p:cNvPr id="20535" name="Rectangle 30"/>
              <p:cNvSpPr>
                <a:spLocks noChangeArrowheads="1"/>
              </p:cNvSpPr>
              <p:nvPr/>
            </p:nvSpPr>
            <p:spPr bwMode="auto">
              <a:xfrm>
                <a:off x="386" y="1170"/>
                <a:ext cx="290" cy="482"/>
              </a:xfrm>
              <a:prstGeom prst="rect">
                <a:avLst/>
              </a:prstGeom>
              <a:noFill/>
              <a:ln w="9525">
                <a:solidFill>
                  <a:schemeClr val="hlink"/>
                </a:solidFill>
                <a:miter lim="800000"/>
                <a:headEnd/>
                <a:tailEnd/>
              </a:ln>
            </p:spPr>
            <p:txBody>
              <a:bodyPr wrap="none" anchor="ctr"/>
              <a:lstStyle/>
              <a:p>
                <a:endParaRPr lang="en-US"/>
              </a:p>
            </p:txBody>
          </p:sp>
          <p:sp>
            <p:nvSpPr>
              <p:cNvPr id="20536" name="Rectangle 31"/>
              <p:cNvSpPr>
                <a:spLocks noChangeArrowheads="1"/>
              </p:cNvSpPr>
              <p:nvPr/>
            </p:nvSpPr>
            <p:spPr bwMode="auto">
              <a:xfrm>
                <a:off x="676" y="677"/>
                <a:ext cx="290" cy="482"/>
              </a:xfrm>
              <a:prstGeom prst="rect">
                <a:avLst/>
              </a:prstGeom>
              <a:noFill/>
              <a:ln w="9525">
                <a:solidFill>
                  <a:schemeClr val="hlink"/>
                </a:solidFill>
                <a:miter lim="800000"/>
                <a:headEnd/>
                <a:tailEnd/>
              </a:ln>
            </p:spPr>
            <p:txBody>
              <a:bodyPr wrap="none" anchor="ctr"/>
              <a:lstStyle/>
              <a:p>
                <a:endParaRPr lang="en-US"/>
              </a:p>
            </p:txBody>
          </p:sp>
          <p:sp>
            <p:nvSpPr>
              <p:cNvPr id="20537" name="Rectangle 32"/>
              <p:cNvSpPr>
                <a:spLocks noChangeArrowheads="1"/>
              </p:cNvSpPr>
              <p:nvPr/>
            </p:nvSpPr>
            <p:spPr bwMode="auto">
              <a:xfrm>
                <a:off x="676" y="1170"/>
                <a:ext cx="290" cy="482"/>
              </a:xfrm>
              <a:prstGeom prst="rect">
                <a:avLst/>
              </a:prstGeom>
              <a:noFill/>
              <a:ln w="9525">
                <a:solidFill>
                  <a:schemeClr val="hlink"/>
                </a:solidFill>
                <a:miter lim="800000"/>
                <a:headEnd/>
                <a:tailEnd/>
              </a:ln>
            </p:spPr>
            <p:txBody>
              <a:bodyPr wrap="none" anchor="ctr"/>
              <a:lstStyle/>
              <a:p>
                <a:endParaRPr lang="en-US"/>
              </a:p>
            </p:txBody>
          </p:sp>
          <p:sp>
            <p:nvSpPr>
              <p:cNvPr id="20538" name="Rectangle 33"/>
              <p:cNvSpPr>
                <a:spLocks noChangeArrowheads="1"/>
              </p:cNvSpPr>
              <p:nvPr/>
            </p:nvSpPr>
            <p:spPr bwMode="auto">
              <a:xfrm>
                <a:off x="967" y="677"/>
                <a:ext cx="290" cy="482"/>
              </a:xfrm>
              <a:prstGeom prst="rect">
                <a:avLst/>
              </a:prstGeom>
              <a:noFill/>
              <a:ln w="9525">
                <a:solidFill>
                  <a:schemeClr val="hlink"/>
                </a:solidFill>
                <a:miter lim="800000"/>
                <a:headEnd/>
                <a:tailEnd/>
              </a:ln>
            </p:spPr>
            <p:txBody>
              <a:bodyPr wrap="none" anchor="ctr"/>
              <a:lstStyle/>
              <a:p>
                <a:endParaRPr lang="en-US"/>
              </a:p>
            </p:txBody>
          </p:sp>
          <p:sp>
            <p:nvSpPr>
              <p:cNvPr id="20539" name="Rectangle 34"/>
              <p:cNvSpPr>
                <a:spLocks noChangeArrowheads="1"/>
              </p:cNvSpPr>
              <p:nvPr/>
            </p:nvSpPr>
            <p:spPr bwMode="auto">
              <a:xfrm>
                <a:off x="967" y="1170"/>
                <a:ext cx="290" cy="482"/>
              </a:xfrm>
              <a:prstGeom prst="rect">
                <a:avLst/>
              </a:prstGeom>
              <a:noFill/>
              <a:ln w="9525">
                <a:solidFill>
                  <a:schemeClr val="hlink"/>
                </a:solidFill>
                <a:miter lim="800000"/>
                <a:headEnd/>
                <a:tailEnd/>
              </a:ln>
            </p:spPr>
            <p:txBody>
              <a:bodyPr wrap="none" anchor="ctr"/>
              <a:lstStyle/>
              <a:p>
                <a:endParaRPr lang="en-US"/>
              </a:p>
            </p:txBody>
          </p:sp>
          <p:sp>
            <p:nvSpPr>
              <p:cNvPr id="20540" name="Rectangle 35"/>
              <p:cNvSpPr>
                <a:spLocks noChangeArrowheads="1"/>
              </p:cNvSpPr>
              <p:nvPr/>
            </p:nvSpPr>
            <p:spPr bwMode="auto">
              <a:xfrm>
                <a:off x="1257" y="677"/>
                <a:ext cx="290" cy="482"/>
              </a:xfrm>
              <a:prstGeom prst="rect">
                <a:avLst/>
              </a:prstGeom>
              <a:noFill/>
              <a:ln w="9525">
                <a:solidFill>
                  <a:schemeClr val="hlink"/>
                </a:solidFill>
                <a:miter lim="800000"/>
                <a:headEnd/>
                <a:tailEnd/>
              </a:ln>
            </p:spPr>
            <p:txBody>
              <a:bodyPr wrap="none" anchor="ctr"/>
              <a:lstStyle/>
              <a:p>
                <a:endParaRPr lang="en-US"/>
              </a:p>
            </p:txBody>
          </p:sp>
          <p:sp>
            <p:nvSpPr>
              <p:cNvPr id="20541" name="Rectangle 36"/>
              <p:cNvSpPr>
                <a:spLocks noChangeArrowheads="1"/>
              </p:cNvSpPr>
              <p:nvPr/>
            </p:nvSpPr>
            <p:spPr bwMode="auto">
              <a:xfrm>
                <a:off x="1257" y="1170"/>
                <a:ext cx="290" cy="482"/>
              </a:xfrm>
              <a:prstGeom prst="rect">
                <a:avLst/>
              </a:prstGeom>
              <a:noFill/>
              <a:ln w="9525">
                <a:solidFill>
                  <a:schemeClr val="hlink"/>
                </a:solidFill>
                <a:miter lim="800000"/>
                <a:headEnd/>
                <a:tailEnd/>
              </a:ln>
            </p:spPr>
            <p:txBody>
              <a:bodyPr wrap="none" anchor="ctr"/>
              <a:lstStyle/>
              <a:p>
                <a:endParaRPr lang="en-US"/>
              </a:p>
            </p:txBody>
          </p:sp>
          <p:sp>
            <p:nvSpPr>
              <p:cNvPr id="20542" name="Rectangle 37"/>
              <p:cNvSpPr>
                <a:spLocks noChangeArrowheads="1"/>
              </p:cNvSpPr>
              <p:nvPr/>
            </p:nvSpPr>
            <p:spPr bwMode="auto">
              <a:xfrm>
                <a:off x="1547" y="677"/>
                <a:ext cx="291" cy="482"/>
              </a:xfrm>
              <a:prstGeom prst="rect">
                <a:avLst/>
              </a:prstGeom>
              <a:noFill/>
              <a:ln w="9525">
                <a:solidFill>
                  <a:schemeClr val="hlink"/>
                </a:solidFill>
                <a:miter lim="800000"/>
                <a:headEnd/>
                <a:tailEnd/>
              </a:ln>
            </p:spPr>
            <p:txBody>
              <a:bodyPr wrap="none" anchor="ctr"/>
              <a:lstStyle/>
              <a:p>
                <a:endParaRPr lang="en-US"/>
              </a:p>
            </p:txBody>
          </p:sp>
          <p:sp>
            <p:nvSpPr>
              <p:cNvPr id="20543" name="Rectangle 38"/>
              <p:cNvSpPr>
                <a:spLocks noChangeArrowheads="1"/>
              </p:cNvSpPr>
              <p:nvPr/>
            </p:nvSpPr>
            <p:spPr bwMode="auto">
              <a:xfrm>
                <a:off x="1547" y="1170"/>
                <a:ext cx="291" cy="482"/>
              </a:xfrm>
              <a:prstGeom prst="rect">
                <a:avLst/>
              </a:prstGeom>
              <a:noFill/>
              <a:ln w="9525">
                <a:solidFill>
                  <a:schemeClr val="hlink"/>
                </a:solidFill>
                <a:miter lim="800000"/>
                <a:headEnd/>
                <a:tailEnd/>
              </a:ln>
            </p:spPr>
            <p:txBody>
              <a:bodyPr wrap="none" anchor="ctr"/>
              <a:lstStyle/>
              <a:p>
                <a:endParaRPr lang="en-US"/>
              </a:p>
            </p:txBody>
          </p:sp>
          <p:sp>
            <p:nvSpPr>
              <p:cNvPr id="20544" name="Rectangle 39"/>
              <p:cNvSpPr>
                <a:spLocks noChangeArrowheads="1"/>
              </p:cNvSpPr>
              <p:nvPr/>
            </p:nvSpPr>
            <p:spPr bwMode="auto">
              <a:xfrm>
                <a:off x="1838" y="677"/>
                <a:ext cx="290" cy="482"/>
              </a:xfrm>
              <a:prstGeom prst="rect">
                <a:avLst/>
              </a:prstGeom>
              <a:noFill/>
              <a:ln w="9525">
                <a:solidFill>
                  <a:schemeClr val="hlink"/>
                </a:solidFill>
                <a:miter lim="800000"/>
                <a:headEnd/>
                <a:tailEnd/>
              </a:ln>
            </p:spPr>
            <p:txBody>
              <a:bodyPr wrap="none" anchor="ctr"/>
              <a:lstStyle/>
              <a:p>
                <a:endParaRPr lang="en-US"/>
              </a:p>
            </p:txBody>
          </p:sp>
          <p:sp>
            <p:nvSpPr>
              <p:cNvPr id="20545" name="Rectangle 40"/>
              <p:cNvSpPr>
                <a:spLocks noChangeArrowheads="1"/>
              </p:cNvSpPr>
              <p:nvPr/>
            </p:nvSpPr>
            <p:spPr bwMode="auto">
              <a:xfrm>
                <a:off x="1838" y="1170"/>
                <a:ext cx="290" cy="482"/>
              </a:xfrm>
              <a:prstGeom prst="rect">
                <a:avLst/>
              </a:prstGeom>
              <a:noFill/>
              <a:ln w="9525">
                <a:solidFill>
                  <a:schemeClr val="hlink"/>
                </a:solidFill>
                <a:miter lim="800000"/>
                <a:headEnd/>
                <a:tailEnd/>
              </a:ln>
            </p:spPr>
            <p:txBody>
              <a:bodyPr wrap="none" anchor="ctr"/>
              <a:lstStyle/>
              <a:p>
                <a:endParaRPr lang="en-US"/>
              </a:p>
            </p:txBody>
          </p:sp>
          <p:sp>
            <p:nvSpPr>
              <p:cNvPr id="20546" name="Rectangle 41"/>
              <p:cNvSpPr>
                <a:spLocks noChangeArrowheads="1"/>
              </p:cNvSpPr>
              <p:nvPr/>
            </p:nvSpPr>
            <p:spPr bwMode="auto">
              <a:xfrm>
                <a:off x="2129" y="677"/>
                <a:ext cx="290" cy="482"/>
              </a:xfrm>
              <a:prstGeom prst="rect">
                <a:avLst/>
              </a:prstGeom>
              <a:noFill/>
              <a:ln w="9525">
                <a:solidFill>
                  <a:schemeClr val="hlink"/>
                </a:solidFill>
                <a:miter lim="800000"/>
                <a:headEnd/>
                <a:tailEnd/>
              </a:ln>
            </p:spPr>
            <p:txBody>
              <a:bodyPr wrap="none" anchor="ctr"/>
              <a:lstStyle/>
              <a:p>
                <a:endParaRPr lang="en-US"/>
              </a:p>
            </p:txBody>
          </p:sp>
          <p:sp>
            <p:nvSpPr>
              <p:cNvPr id="20547" name="Rectangle 42"/>
              <p:cNvSpPr>
                <a:spLocks noChangeArrowheads="1"/>
              </p:cNvSpPr>
              <p:nvPr/>
            </p:nvSpPr>
            <p:spPr bwMode="auto">
              <a:xfrm>
                <a:off x="2129" y="1170"/>
                <a:ext cx="290" cy="482"/>
              </a:xfrm>
              <a:prstGeom prst="rect">
                <a:avLst/>
              </a:prstGeom>
              <a:noFill/>
              <a:ln w="9525">
                <a:solidFill>
                  <a:schemeClr val="hlink"/>
                </a:solidFill>
                <a:miter lim="800000"/>
                <a:headEnd/>
                <a:tailEnd/>
              </a:ln>
            </p:spPr>
            <p:txBody>
              <a:bodyPr wrap="none" anchor="ctr"/>
              <a:lstStyle/>
              <a:p>
                <a:endParaRPr lang="en-US"/>
              </a:p>
            </p:txBody>
          </p:sp>
          <p:sp>
            <p:nvSpPr>
              <p:cNvPr id="20548" name="Rectangle 43"/>
              <p:cNvSpPr>
                <a:spLocks noChangeArrowheads="1"/>
              </p:cNvSpPr>
              <p:nvPr/>
            </p:nvSpPr>
            <p:spPr bwMode="auto">
              <a:xfrm>
                <a:off x="2419" y="677"/>
                <a:ext cx="290" cy="482"/>
              </a:xfrm>
              <a:prstGeom prst="rect">
                <a:avLst/>
              </a:prstGeom>
              <a:noFill/>
              <a:ln w="9525">
                <a:solidFill>
                  <a:schemeClr val="hlink"/>
                </a:solidFill>
                <a:miter lim="800000"/>
                <a:headEnd/>
                <a:tailEnd/>
              </a:ln>
            </p:spPr>
            <p:txBody>
              <a:bodyPr wrap="none" anchor="ctr"/>
              <a:lstStyle/>
              <a:p>
                <a:endParaRPr lang="en-US"/>
              </a:p>
            </p:txBody>
          </p:sp>
          <p:sp>
            <p:nvSpPr>
              <p:cNvPr id="20549" name="Rectangle 44"/>
              <p:cNvSpPr>
                <a:spLocks noChangeArrowheads="1"/>
              </p:cNvSpPr>
              <p:nvPr/>
            </p:nvSpPr>
            <p:spPr bwMode="auto">
              <a:xfrm>
                <a:off x="2419" y="1170"/>
                <a:ext cx="290" cy="482"/>
              </a:xfrm>
              <a:prstGeom prst="rect">
                <a:avLst/>
              </a:prstGeom>
              <a:noFill/>
              <a:ln w="9525">
                <a:solidFill>
                  <a:schemeClr val="hlink"/>
                </a:solidFill>
                <a:miter lim="800000"/>
                <a:headEnd/>
                <a:tailEnd/>
              </a:ln>
            </p:spPr>
            <p:txBody>
              <a:bodyPr wrap="none" anchor="ctr"/>
              <a:lstStyle/>
              <a:p>
                <a:endParaRPr lang="en-US"/>
              </a:p>
            </p:txBody>
          </p:sp>
        </p:grpSp>
        <p:sp>
          <p:nvSpPr>
            <p:cNvPr id="20533" name="Freeform 45"/>
            <p:cNvSpPr>
              <a:spLocks/>
            </p:cNvSpPr>
            <p:nvPr/>
          </p:nvSpPr>
          <p:spPr bwMode="auto">
            <a:xfrm>
              <a:off x="385" y="1206"/>
              <a:ext cx="2373" cy="377"/>
            </a:xfrm>
            <a:custGeom>
              <a:avLst/>
              <a:gdLst>
                <a:gd name="T0" fmla="*/ 0 w 3009"/>
                <a:gd name="T1" fmla="*/ 35 h 878"/>
                <a:gd name="T2" fmla="*/ 181 w 3009"/>
                <a:gd name="T3" fmla="*/ 0 h 878"/>
                <a:gd name="T4" fmla="*/ 362 w 3009"/>
                <a:gd name="T5" fmla="*/ 35 h 878"/>
                <a:gd name="T6" fmla="*/ 543 w 3009"/>
                <a:gd name="T7" fmla="*/ 70 h 878"/>
                <a:gd name="T8" fmla="*/ 723 w 3009"/>
                <a:gd name="T9" fmla="*/ 35 h 878"/>
                <a:gd name="T10" fmla="*/ 905 w 3009"/>
                <a:gd name="T11" fmla="*/ 0 h 878"/>
                <a:gd name="T12" fmla="*/ 1085 w 3009"/>
                <a:gd name="T13" fmla="*/ 35 h 878"/>
                <a:gd name="T14" fmla="*/ 1266 w 3009"/>
                <a:gd name="T15" fmla="*/ 70 h 878"/>
                <a:gd name="T16" fmla="*/ 1447 w 3009"/>
                <a:gd name="T17" fmla="*/ 35 h 878"/>
                <a:gd name="T18" fmla="*/ 1437 w 3009"/>
                <a:gd name="T19" fmla="*/ 35 h 878"/>
                <a:gd name="T20" fmla="*/ 1455 w 3009"/>
                <a:gd name="T21" fmla="*/ 32 h 878"/>
                <a:gd name="T22" fmla="*/ 0 60000 65536"/>
                <a:gd name="T23" fmla="*/ 0 60000 65536"/>
                <a:gd name="T24" fmla="*/ 0 60000 65536"/>
                <a:gd name="T25" fmla="*/ 0 60000 65536"/>
                <a:gd name="T26" fmla="*/ 0 60000 65536"/>
                <a:gd name="T27" fmla="*/ 0 60000 65536"/>
                <a:gd name="T28" fmla="*/ 0 60000 65536"/>
                <a:gd name="T29" fmla="*/ 0 60000 65536"/>
                <a:gd name="T30" fmla="*/ 0 60000 65536"/>
                <a:gd name="T31" fmla="*/ 0 60000 65536"/>
                <a:gd name="T32" fmla="*/ 0 60000 65536"/>
                <a:gd name="T33" fmla="*/ 0 w 3009"/>
                <a:gd name="T34" fmla="*/ 0 h 878"/>
                <a:gd name="T35" fmla="*/ 3009 w 3009"/>
                <a:gd name="T36" fmla="*/ 878 h 878"/>
              </a:gdLst>
              <a:ahLst/>
              <a:cxnLst>
                <a:cxn ang="T22">
                  <a:pos x="T0" y="T1"/>
                </a:cxn>
                <a:cxn ang="T23">
                  <a:pos x="T2" y="T3"/>
                </a:cxn>
                <a:cxn ang="T24">
                  <a:pos x="T4" y="T5"/>
                </a:cxn>
                <a:cxn ang="T25">
                  <a:pos x="T6" y="T7"/>
                </a:cxn>
                <a:cxn ang="T26">
                  <a:pos x="T8" y="T9"/>
                </a:cxn>
                <a:cxn ang="T27">
                  <a:pos x="T10" y="T11"/>
                </a:cxn>
                <a:cxn ang="T28">
                  <a:pos x="T12" y="T13"/>
                </a:cxn>
                <a:cxn ang="T29">
                  <a:pos x="T14" y="T15"/>
                </a:cxn>
                <a:cxn ang="T30">
                  <a:pos x="T16" y="T17"/>
                </a:cxn>
                <a:cxn ang="T31">
                  <a:pos x="T18" y="T19"/>
                </a:cxn>
                <a:cxn ang="T32">
                  <a:pos x="T20" y="T21"/>
                </a:cxn>
              </a:cxnLst>
              <a:rect l="T33" t="T34" r="T35" b="T36"/>
              <a:pathLst>
                <a:path w="3009" h="878">
                  <a:moveTo>
                    <a:pt x="0" y="439"/>
                  </a:moveTo>
                  <a:cubicBezTo>
                    <a:pt x="123" y="219"/>
                    <a:pt x="246" y="0"/>
                    <a:pt x="369" y="0"/>
                  </a:cubicBezTo>
                  <a:cubicBezTo>
                    <a:pt x="491" y="0"/>
                    <a:pt x="615" y="292"/>
                    <a:pt x="738" y="439"/>
                  </a:cubicBezTo>
                  <a:cubicBezTo>
                    <a:pt x="860" y="586"/>
                    <a:pt x="984" y="878"/>
                    <a:pt x="1106" y="878"/>
                  </a:cubicBezTo>
                  <a:cubicBezTo>
                    <a:pt x="1229" y="878"/>
                    <a:pt x="1352" y="586"/>
                    <a:pt x="1475" y="439"/>
                  </a:cubicBezTo>
                  <a:cubicBezTo>
                    <a:pt x="1598" y="292"/>
                    <a:pt x="1722" y="0"/>
                    <a:pt x="1844" y="0"/>
                  </a:cubicBezTo>
                  <a:cubicBezTo>
                    <a:pt x="1967" y="0"/>
                    <a:pt x="2090" y="292"/>
                    <a:pt x="2213" y="439"/>
                  </a:cubicBezTo>
                  <a:cubicBezTo>
                    <a:pt x="2335" y="586"/>
                    <a:pt x="2459" y="878"/>
                    <a:pt x="2581" y="878"/>
                  </a:cubicBezTo>
                  <a:cubicBezTo>
                    <a:pt x="2704" y="878"/>
                    <a:pt x="2893" y="511"/>
                    <a:pt x="2951" y="439"/>
                  </a:cubicBezTo>
                  <a:cubicBezTo>
                    <a:pt x="3009" y="367"/>
                    <a:pt x="2927" y="453"/>
                    <a:pt x="2929" y="447"/>
                  </a:cubicBezTo>
                  <a:cubicBezTo>
                    <a:pt x="2931" y="441"/>
                    <a:pt x="2958" y="411"/>
                    <a:pt x="2966" y="402"/>
                  </a:cubicBezTo>
                </a:path>
              </a:pathLst>
            </a:custGeom>
            <a:noFill/>
            <a:ln w="28575">
              <a:solidFill>
                <a:srgbClr val="990000"/>
              </a:solidFill>
              <a:round/>
              <a:headEnd/>
              <a:tailEnd/>
            </a:ln>
          </p:spPr>
          <p:txBody>
            <a:bodyPr/>
            <a:lstStyle/>
            <a:p>
              <a:endParaRPr lang="en-GB"/>
            </a:p>
          </p:txBody>
        </p:sp>
      </p:grpSp>
      <p:grpSp>
        <p:nvGrpSpPr>
          <p:cNvPr id="13" name="Group 47"/>
          <p:cNvGrpSpPr>
            <a:grpSpLocks/>
          </p:cNvGrpSpPr>
          <p:nvPr/>
        </p:nvGrpSpPr>
        <p:grpSpPr bwMode="auto">
          <a:xfrm>
            <a:off x="6113463" y="4975225"/>
            <a:ext cx="2173287" cy="550863"/>
            <a:chOff x="386" y="677"/>
            <a:chExt cx="2323" cy="975"/>
          </a:xfrm>
        </p:grpSpPr>
        <p:sp>
          <p:nvSpPr>
            <p:cNvPr id="20516" name="Rectangle 29"/>
            <p:cNvSpPr>
              <a:spLocks noChangeArrowheads="1"/>
            </p:cNvSpPr>
            <p:nvPr/>
          </p:nvSpPr>
          <p:spPr bwMode="auto">
            <a:xfrm>
              <a:off x="386" y="677"/>
              <a:ext cx="290" cy="482"/>
            </a:xfrm>
            <a:prstGeom prst="rect">
              <a:avLst/>
            </a:prstGeom>
            <a:noFill/>
            <a:ln w="9525">
              <a:solidFill>
                <a:schemeClr val="hlink"/>
              </a:solidFill>
              <a:miter lim="800000"/>
              <a:headEnd/>
              <a:tailEnd/>
            </a:ln>
          </p:spPr>
          <p:txBody>
            <a:bodyPr wrap="none" anchor="ctr"/>
            <a:lstStyle/>
            <a:p>
              <a:endParaRPr lang="en-US" sz="1600"/>
            </a:p>
          </p:txBody>
        </p:sp>
        <p:sp>
          <p:nvSpPr>
            <p:cNvPr id="20517" name="Rectangle 30"/>
            <p:cNvSpPr>
              <a:spLocks noChangeArrowheads="1"/>
            </p:cNvSpPr>
            <p:nvPr/>
          </p:nvSpPr>
          <p:spPr bwMode="auto">
            <a:xfrm>
              <a:off x="386" y="1170"/>
              <a:ext cx="290" cy="482"/>
            </a:xfrm>
            <a:prstGeom prst="rect">
              <a:avLst/>
            </a:prstGeom>
            <a:noFill/>
            <a:ln w="9525">
              <a:solidFill>
                <a:schemeClr val="hlink"/>
              </a:solidFill>
              <a:miter lim="800000"/>
              <a:headEnd/>
              <a:tailEnd/>
            </a:ln>
          </p:spPr>
          <p:txBody>
            <a:bodyPr wrap="none" anchor="ctr"/>
            <a:lstStyle/>
            <a:p>
              <a:endParaRPr lang="en-US" sz="1600"/>
            </a:p>
          </p:txBody>
        </p:sp>
        <p:sp>
          <p:nvSpPr>
            <p:cNvPr id="20518" name="Rectangle 31"/>
            <p:cNvSpPr>
              <a:spLocks noChangeArrowheads="1"/>
            </p:cNvSpPr>
            <p:nvPr/>
          </p:nvSpPr>
          <p:spPr bwMode="auto">
            <a:xfrm>
              <a:off x="676" y="677"/>
              <a:ext cx="290" cy="482"/>
            </a:xfrm>
            <a:prstGeom prst="rect">
              <a:avLst/>
            </a:prstGeom>
            <a:noFill/>
            <a:ln w="9525">
              <a:solidFill>
                <a:schemeClr val="hlink"/>
              </a:solidFill>
              <a:miter lim="800000"/>
              <a:headEnd/>
              <a:tailEnd/>
            </a:ln>
          </p:spPr>
          <p:txBody>
            <a:bodyPr wrap="none" anchor="ctr"/>
            <a:lstStyle/>
            <a:p>
              <a:endParaRPr lang="en-US" sz="1600"/>
            </a:p>
          </p:txBody>
        </p:sp>
        <p:sp>
          <p:nvSpPr>
            <p:cNvPr id="20519" name="Rectangle 32"/>
            <p:cNvSpPr>
              <a:spLocks noChangeArrowheads="1"/>
            </p:cNvSpPr>
            <p:nvPr/>
          </p:nvSpPr>
          <p:spPr bwMode="auto">
            <a:xfrm>
              <a:off x="676" y="1170"/>
              <a:ext cx="290" cy="482"/>
            </a:xfrm>
            <a:prstGeom prst="rect">
              <a:avLst/>
            </a:prstGeom>
            <a:noFill/>
            <a:ln w="9525">
              <a:solidFill>
                <a:schemeClr val="hlink"/>
              </a:solidFill>
              <a:miter lim="800000"/>
              <a:headEnd/>
              <a:tailEnd/>
            </a:ln>
          </p:spPr>
          <p:txBody>
            <a:bodyPr wrap="none" anchor="ctr"/>
            <a:lstStyle/>
            <a:p>
              <a:endParaRPr lang="en-US" sz="1600"/>
            </a:p>
          </p:txBody>
        </p:sp>
        <p:sp>
          <p:nvSpPr>
            <p:cNvPr id="20520" name="Rectangle 33"/>
            <p:cNvSpPr>
              <a:spLocks noChangeArrowheads="1"/>
            </p:cNvSpPr>
            <p:nvPr/>
          </p:nvSpPr>
          <p:spPr bwMode="auto">
            <a:xfrm>
              <a:off x="967" y="677"/>
              <a:ext cx="290" cy="482"/>
            </a:xfrm>
            <a:prstGeom prst="rect">
              <a:avLst/>
            </a:prstGeom>
            <a:noFill/>
            <a:ln w="9525">
              <a:solidFill>
                <a:schemeClr val="hlink"/>
              </a:solidFill>
              <a:miter lim="800000"/>
              <a:headEnd/>
              <a:tailEnd/>
            </a:ln>
          </p:spPr>
          <p:txBody>
            <a:bodyPr wrap="none" anchor="ctr"/>
            <a:lstStyle/>
            <a:p>
              <a:endParaRPr lang="en-US" sz="1600"/>
            </a:p>
          </p:txBody>
        </p:sp>
        <p:sp>
          <p:nvSpPr>
            <p:cNvPr id="20521" name="Rectangle 34"/>
            <p:cNvSpPr>
              <a:spLocks noChangeArrowheads="1"/>
            </p:cNvSpPr>
            <p:nvPr/>
          </p:nvSpPr>
          <p:spPr bwMode="auto">
            <a:xfrm>
              <a:off x="967" y="1170"/>
              <a:ext cx="290" cy="482"/>
            </a:xfrm>
            <a:prstGeom prst="rect">
              <a:avLst/>
            </a:prstGeom>
            <a:noFill/>
            <a:ln w="9525">
              <a:solidFill>
                <a:schemeClr val="hlink"/>
              </a:solidFill>
              <a:miter lim="800000"/>
              <a:headEnd/>
              <a:tailEnd/>
            </a:ln>
          </p:spPr>
          <p:txBody>
            <a:bodyPr wrap="none" anchor="ctr"/>
            <a:lstStyle/>
            <a:p>
              <a:endParaRPr lang="en-US" sz="1600"/>
            </a:p>
          </p:txBody>
        </p:sp>
        <p:sp>
          <p:nvSpPr>
            <p:cNvPr id="20522" name="Rectangle 35"/>
            <p:cNvSpPr>
              <a:spLocks noChangeArrowheads="1"/>
            </p:cNvSpPr>
            <p:nvPr/>
          </p:nvSpPr>
          <p:spPr bwMode="auto">
            <a:xfrm>
              <a:off x="1257" y="677"/>
              <a:ext cx="290" cy="482"/>
            </a:xfrm>
            <a:prstGeom prst="rect">
              <a:avLst/>
            </a:prstGeom>
            <a:noFill/>
            <a:ln w="9525">
              <a:solidFill>
                <a:schemeClr val="hlink"/>
              </a:solidFill>
              <a:miter lim="800000"/>
              <a:headEnd/>
              <a:tailEnd/>
            </a:ln>
          </p:spPr>
          <p:txBody>
            <a:bodyPr wrap="none" anchor="ctr"/>
            <a:lstStyle/>
            <a:p>
              <a:endParaRPr lang="en-US" sz="1600"/>
            </a:p>
          </p:txBody>
        </p:sp>
        <p:sp>
          <p:nvSpPr>
            <p:cNvPr id="20523" name="Rectangle 36"/>
            <p:cNvSpPr>
              <a:spLocks noChangeArrowheads="1"/>
            </p:cNvSpPr>
            <p:nvPr/>
          </p:nvSpPr>
          <p:spPr bwMode="auto">
            <a:xfrm>
              <a:off x="1257" y="1170"/>
              <a:ext cx="290" cy="482"/>
            </a:xfrm>
            <a:prstGeom prst="rect">
              <a:avLst/>
            </a:prstGeom>
            <a:noFill/>
            <a:ln w="9525">
              <a:solidFill>
                <a:schemeClr val="hlink"/>
              </a:solidFill>
              <a:miter lim="800000"/>
              <a:headEnd/>
              <a:tailEnd/>
            </a:ln>
          </p:spPr>
          <p:txBody>
            <a:bodyPr wrap="none" anchor="ctr"/>
            <a:lstStyle/>
            <a:p>
              <a:endParaRPr lang="en-US" sz="1600"/>
            </a:p>
          </p:txBody>
        </p:sp>
        <p:sp>
          <p:nvSpPr>
            <p:cNvPr id="20524" name="Rectangle 37"/>
            <p:cNvSpPr>
              <a:spLocks noChangeArrowheads="1"/>
            </p:cNvSpPr>
            <p:nvPr/>
          </p:nvSpPr>
          <p:spPr bwMode="auto">
            <a:xfrm>
              <a:off x="1547" y="677"/>
              <a:ext cx="291" cy="482"/>
            </a:xfrm>
            <a:prstGeom prst="rect">
              <a:avLst/>
            </a:prstGeom>
            <a:noFill/>
            <a:ln w="9525">
              <a:solidFill>
                <a:schemeClr val="hlink"/>
              </a:solidFill>
              <a:miter lim="800000"/>
              <a:headEnd/>
              <a:tailEnd/>
            </a:ln>
          </p:spPr>
          <p:txBody>
            <a:bodyPr wrap="none" anchor="ctr"/>
            <a:lstStyle/>
            <a:p>
              <a:endParaRPr lang="en-US" sz="1600"/>
            </a:p>
          </p:txBody>
        </p:sp>
        <p:sp>
          <p:nvSpPr>
            <p:cNvPr id="20525" name="Rectangle 38"/>
            <p:cNvSpPr>
              <a:spLocks noChangeArrowheads="1"/>
            </p:cNvSpPr>
            <p:nvPr/>
          </p:nvSpPr>
          <p:spPr bwMode="auto">
            <a:xfrm>
              <a:off x="1547" y="1170"/>
              <a:ext cx="291" cy="482"/>
            </a:xfrm>
            <a:prstGeom prst="rect">
              <a:avLst/>
            </a:prstGeom>
            <a:noFill/>
            <a:ln w="9525">
              <a:solidFill>
                <a:schemeClr val="hlink"/>
              </a:solidFill>
              <a:miter lim="800000"/>
              <a:headEnd/>
              <a:tailEnd/>
            </a:ln>
          </p:spPr>
          <p:txBody>
            <a:bodyPr wrap="none" anchor="ctr"/>
            <a:lstStyle/>
            <a:p>
              <a:endParaRPr lang="en-US" sz="1600"/>
            </a:p>
          </p:txBody>
        </p:sp>
        <p:sp>
          <p:nvSpPr>
            <p:cNvPr id="20526" name="Rectangle 39"/>
            <p:cNvSpPr>
              <a:spLocks noChangeArrowheads="1"/>
            </p:cNvSpPr>
            <p:nvPr/>
          </p:nvSpPr>
          <p:spPr bwMode="auto">
            <a:xfrm>
              <a:off x="1838" y="677"/>
              <a:ext cx="290" cy="482"/>
            </a:xfrm>
            <a:prstGeom prst="rect">
              <a:avLst/>
            </a:prstGeom>
            <a:noFill/>
            <a:ln w="9525">
              <a:solidFill>
                <a:schemeClr val="hlink"/>
              </a:solidFill>
              <a:miter lim="800000"/>
              <a:headEnd/>
              <a:tailEnd/>
            </a:ln>
          </p:spPr>
          <p:txBody>
            <a:bodyPr wrap="none" anchor="ctr"/>
            <a:lstStyle/>
            <a:p>
              <a:endParaRPr lang="en-US" sz="1600"/>
            </a:p>
          </p:txBody>
        </p:sp>
        <p:sp>
          <p:nvSpPr>
            <p:cNvPr id="20527" name="Rectangle 40"/>
            <p:cNvSpPr>
              <a:spLocks noChangeArrowheads="1"/>
            </p:cNvSpPr>
            <p:nvPr/>
          </p:nvSpPr>
          <p:spPr bwMode="auto">
            <a:xfrm>
              <a:off x="1838" y="1170"/>
              <a:ext cx="290" cy="482"/>
            </a:xfrm>
            <a:prstGeom prst="rect">
              <a:avLst/>
            </a:prstGeom>
            <a:noFill/>
            <a:ln w="9525">
              <a:solidFill>
                <a:schemeClr val="hlink"/>
              </a:solidFill>
              <a:miter lim="800000"/>
              <a:headEnd/>
              <a:tailEnd/>
            </a:ln>
          </p:spPr>
          <p:txBody>
            <a:bodyPr wrap="none" anchor="ctr"/>
            <a:lstStyle/>
            <a:p>
              <a:endParaRPr lang="en-US" sz="1600"/>
            </a:p>
          </p:txBody>
        </p:sp>
        <p:sp>
          <p:nvSpPr>
            <p:cNvPr id="20528" name="Rectangle 41"/>
            <p:cNvSpPr>
              <a:spLocks noChangeArrowheads="1"/>
            </p:cNvSpPr>
            <p:nvPr/>
          </p:nvSpPr>
          <p:spPr bwMode="auto">
            <a:xfrm>
              <a:off x="2129" y="677"/>
              <a:ext cx="290" cy="482"/>
            </a:xfrm>
            <a:prstGeom prst="rect">
              <a:avLst/>
            </a:prstGeom>
            <a:noFill/>
            <a:ln w="9525">
              <a:solidFill>
                <a:schemeClr val="hlink"/>
              </a:solidFill>
              <a:miter lim="800000"/>
              <a:headEnd/>
              <a:tailEnd/>
            </a:ln>
          </p:spPr>
          <p:txBody>
            <a:bodyPr wrap="none" anchor="ctr"/>
            <a:lstStyle/>
            <a:p>
              <a:endParaRPr lang="en-US" sz="1600"/>
            </a:p>
          </p:txBody>
        </p:sp>
        <p:sp>
          <p:nvSpPr>
            <p:cNvPr id="20529" name="Rectangle 42"/>
            <p:cNvSpPr>
              <a:spLocks noChangeArrowheads="1"/>
            </p:cNvSpPr>
            <p:nvPr/>
          </p:nvSpPr>
          <p:spPr bwMode="auto">
            <a:xfrm>
              <a:off x="2129" y="1170"/>
              <a:ext cx="290" cy="482"/>
            </a:xfrm>
            <a:prstGeom prst="rect">
              <a:avLst/>
            </a:prstGeom>
            <a:noFill/>
            <a:ln w="9525">
              <a:solidFill>
                <a:schemeClr val="hlink"/>
              </a:solidFill>
              <a:miter lim="800000"/>
              <a:headEnd/>
              <a:tailEnd/>
            </a:ln>
          </p:spPr>
          <p:txBody>
            <a:bodyPr wrap="none" anchor="ctr"/>
            <a:lstStyle/>
            <a:p>
              <a:endParaRPr lang="en-US" sz="1600"/>
            </a:p>
          </p:txBody>
        </p:sp>
        <p:sp>
          <p:nvSpPr>
            <p:cNvPr id="20530" name="Rectangle 43"/>
            <p:cNvSpPr>
              <a:spLocks noChangeArrowheads="1"/>
            </p:cNvSpPr>
            <p:nvPr/>
          </p:nvSpPr>
          <p:spPr bwMode="auto">
            <a:xfrm>
              <a:off x="2419" y="677"/>
              <a:ext cx="290" cy="482"/>
            </a:xfrm>
            <a:prstGeom prst="rect">
              <a:avLst/>
            </a:prstGeom>
            <a:noFill/>
            <a:ln w="9525">
              <a:solidFill>
                <a:schemeClr val="hlink"/>
              </a:solidFill>
              <a:miter lim="800000"/>
              <a:headEnd/>
              <a:tailEnd/>
            </a:ln>
          </p:spPr>
          <p:txBody>
            <a:bodyPr wrap="none" anchor="ctr"/>
            <a:lstStyle/>
            <a:p>
              <a:endParaRPr lang="en-US" sz="1600"/>
            </a:p>
          </p:txBody>
        </p:sp>
        <p:sp>
          <p:nvSpPr>
            <p:cNvPr id="20531" name="Rectangle 44"/>
            <p:cNvSpPr>
              <a:spLocks noChangeArrowheads="1"/>
            </p:cNvSpPr>
            <p:nvPr/>
          </p:nvSpPr>
          <p:spPr bwMode="auto">
            <a:xfrm>
              <a:off x="2419" y="1170"/>
              <a:ext cx="290" cy="482"/>
            </a:xfrm>
            <a:prstGeom prst="rect">
              <a:avLst/>
            </a:prstGeom>
            <a:noFill/>
            <a:ln w="9525">
              <a:solidFill>
                <a:schemeClr val="hlink"/>
              </a:solidFill>
              <a:miter lim="800000"/>
              <a:headEnd/>
              <a:tailEnd/>
            </a:ln>
          </p:spPr>
          <p:txBody>
            <a:bodyPr wrap="none" anchor="ctr"/>
            <a:lstStyle/>
            <a:p>
              <a:endParaRPr lang="en-US" sz="1600"/>
            </a:p>
          </p:txBody>
        </p:sp>
      </p:grpSp>
      <p:sp>
        <p:nvSpPr>
          <p:cNvPr id="20490" name="Freeform 45"/>
          <p:cNvSpPr>
            <a:spLocks/>
          </p:cNvSpPr>
          <p:nvPr/>
        </p:nvSpPr>
        <p:spPr bwMode="auto">
          <a:xfrm>
            <a:off x="6251575" y="5040313"/>
            <a:ext cx="1095375" cy="417512"/>
          </a:xfrm>
          <a:custGeom>
            <a:avLst/>
            <a:gdLst>
              <a:gd name="T0" fmla="*/ 0 w 3009"/>
              <a:gd name="T1" fmla="*/ 2147483647 h 878"/>
              <a:gd name="T2" fmla="*/ 2147483647 w 3009"/>
              <a:gd name="T3" fmla="*/ 0 h 878"/>
              <a:gd name="T4" fmla="*/ 2147483647 w 3009"/>
              <a:gd name="T5" fmla="*/ 2147483647 h 878"/>
              <a:gd name="T6" fmla="*/ 2147483647 w 3009"/>
              <a:gd name="T7" fmla="*/ 2147483647 h 878"/>
              <a:gd name="T8" fmla="*/ 2147483647 w 3009"/>
              <a:gd name="T9" fmla="*/ 2147483647 h 878"/>
              <a:gd name="T10" fmla="*/ 2147483647 w 3009"/>
              <a:gd name="T11" fmla="*/ 0 h 878"/>
              <a:gd name="T12" fmla="*/ 2147483647 w 3009"/>
              <a:gd name="T13" fmla="*/ 2147483647 h 878"/>
              <a:gd name="T14" fmla="*/ 2147483647 w 3009"/>
              <a:gd name="T15" fmla="*/ 2147483647 h 878"/>
              <a:gd name="T16" fmla="*/ 2147483647 w 3009"/>
              <a:gd name="T17" fmla="*/ 2147483647 h 878"/>
              <a:gd name="T18" fmla="*/ 2147483647 w 3009"/>
              <a:gd name="T19" fmla="*/ 2147483647 h 878"/>
              <a:gd name="T20" fmla="*/ 2147483647 w 3009"/>
              <a:gd name="T21" fmla="*/ 2147483647 h 878"/>
              <a:gd name="T22" fmla="*/ 0 60000 65536"/>
              <a:gd name="T23" fmla="*/ 0 60000 65536"/>
              <a:gd name="T24" fmla="*/ 0 60000 65536"/>
              <a:gd name="T25" fmla="*/ 0 60000 65536"/>
              <a:gd name="T26" fmla="*/ 0 60000 65536"/>
              <a:gd name="T27" fmla="*/ 0 60000 65536"/>
              <a:gd name="T28" fmla="*/ 0 60000 65536"/>
              <a:gd name="T29" fmla="*/ 0 60000 65536"/>
              <a:gd name="T30" fmla="*/ 0 60000 65536"/>
              <a:gd name="T31" fmla="*/ 0 60000 65536"/>
              <a:gd name="T32" fmla="*/ 0 60000 65536"/>
              <a:gd name="T33" fmla="*/ 0 w 3009"/>
              <a:gd name="T34" fmla="*/ 0 h 878"/>
              <a:gd name="T35" fmla="*/ 3009 w 3009"/>
              <a:gd name="T36" fmla="*/ 878 h 878"/>
            </a:gdLst>
            <a:ahLst/>
            <a:cxnLst>
              <a:cxn ang="T22">
                <a:pos x="T0" y="T1"/>
              </a:cxn>
              <a:cxn ang="T23">
                <a:pos x="T2" y="T3"/>
              </a:cxn>
              <a:cxn ang="T24">
                <a:pos x="T4" y="T5"/>
              </a:cxn>
              <a:cxn ang="T25">
                <a:pos x="T6" y="T7"/>
              </a:cxn>
              <a:cxn ang="T26">
                <a:pos x="T8" y="T9"/>
              </a:cxn>
              <a:cxn ang="T27">
                <a:pos x="T10" y="T11"/>
              </a:cxn>
              <a:cxn ang="T28">
                <a:pos x="T12" y="T13"/>
              </a:cxn>
              <a:cxn ang="T29">
                <a:pos x="T14" y="T15"/>
              </a:cxn>
              <a:cxn ang="T30">
                <a:pos x="T16" y="T17"/>
              </a:cxn>
              <a:cxn ang="T31">
                <a:pos x="T18" y="T19"/>
              </a:cxn>
              <a:cxn ang="T32">
                <a:pos x="T20" y="T21"/>
              </a:cxn>
            </a:cxnLst>
            <a:rect l="T33" t="T34" r="T35" b="T36"/>
            <a:pathLst>
              <a:path w="3009" h="878">
                <a:moveTo>
                  <a:pt x="0" y="439"/>
                </a:moveTo>
                <a:cubicBezTo>
                  <a:pt x="123" y="219"/>
                  <a:pt x="246" y="0"/>
                  <a:pt x="369" y="0"/>
                </a:cubicBezTo>
                <a:cubicBezTo>
                  <a:pt x="491" y="0"/>
                  <a:pt x="615" y="292"/>
                  <a:pt x="738" y="439"/>
                </a:cubicBezTo>
                <a:cubicBezTo>
                  <a:pt x="860" y="586"/>
                  <a:pt x="984" y="878"/>
                  <a:pt x="1106" y="878"/>
                </a:cubicBezTo>
                <a:cubicBezTo>
                  <a:pt x="1229" y="878"/>
                  <a:pt x="1352" y="586"/>
                  <a:pt x="1475" y="439"/>
                </a:cubicBezTo>
                <a:cubicBezTo>
                  <a:pt x="1598" y="292"/>
                  <a:pt x="1722" y="0"/>
                  <a:pt x="1844" y="0"/>
                </a:cubicBezTo>
                <a:cubicBezTo>
                  <a:pt x="1967" y="0"/>
                  <a:pt x="2090" y="292"/>
                  <a:pt x="2213" y="439"/>
                </a:cubicBezTo>
                <a:cubicBezTo>
                  <a:pt x="2335" y="586"/>
                  <a:pt x="2459" y="878"/>
                  <a:pt x="2581" y="878"/>
                </a:cubicBezTo>
                <a:cubicBezTo>
                  <a:pt x="2704" y="878"/>
                  <a:pt x="2893" y="511"/>
                  <a:pt x="2951" y="439"/>
                </a:cubicBezTo>
                <a:cubicBezTo>
                  <a:pt x="3009" y="367"/>
                  <a:pt x="2927" y="453"/>
                  <a:pt x="2929" y="447"/>
                </a:cubicBezTo>
                <a:cubicBezTo>
                  <a:pt x="2931" y="441"/>
                  <a:pt x="2958" y="411"/>
                  <a:pt x="2966" y="402"/>
                </a:cubicBezTo>
              </a:path>
            </a:pathLst>
          </a:custGeom>
          <a:noFill/>
          <a:ln w="28575">
            <a:solidFill>
              <a:srgbClr val="990000"/>
            </a:solidFill>
            <a:round/>
            <a:headEnd/>
            <a:tailEnd/>
          </a:ln>
        </p:spPr>
        <p:txBody>
          <a:bodyPr/>
          <a:lstStyle/>
          <a:p>
            <a:endParaRPr lang="en-GB" sz="1600"/>
          </a:p>
        </p:txBody>
      </p:sp>
      <p:grpSp>
        <p:nvGrpSpPr>
          <p:cNvPr id="14" name="Group 48"/>
          <p:cNvGrpSpPr>
            <a:grpSpLocks/>
          </p:cNvGrpSpPr>
          <p:nvPr/>
        </p:nvGrpSpPr>
        <p:grpSpPr bwMode="auto">
          <a:xfrm>
            <a:off x="6113463" y="5514975"/>
            <a:ext cx="2217737" cy="550863"/>
            <a:chOff x="385" y="1156"/>
            <a:chExt cx="2373" cy="496"/>
          </a:xfrm>
        </p:grpSpPr>
        <p:grpSp>
          <p:nvGrpSpPr>
            <p:cNvPr id="15" name="Group 47"/>
            <p:cNvGrpSpPr>
              <a:grpSpLocks/>
            </p:cNvGrpSpPr>
            <p:nvPr/>
          </p:nvGrpSpPr>
          <p:grpSpPr bwMode="auto">
            <a:xfrm>
              <a:off x="386" y="1156"/>
              <a:ext cx="2323" cy="496"/>
              <a:chOff x="386" y="677"/>
              <a:chExt cx="2323" cy="975"/>
            </a:xfrm>
          </p:grpSpPr>
          <p:sp>
            <p:nvSpPr>
              <p:cNvPr id="20500" name="Rectangle 29"/>
              <p:cNvSpPr>
                <a:spLocks noChangeArrowheads="1"/>
              </p:cNvSpPr>
              <p:nvPr/>
            </p:nvSpPr>
            <p:spPr bwMode="auto">
              <a:xfrm>
                <a:off x="386" y="677"/>
                <a:ext cx="290" cy="482"/>
              </a:xfrm>
              <a:prstGeom prst="rect">
                <a:avLst/>
              </a:prstGeom>
              <a:noFill/>
              <a:ln w="9525">
                <a:solidFill>
                  <a:schemeClr val="hlink"/>
                </a:solidFill>
                <a:miter lim="800000"/>
                <a:headEnd/>
                <a:tailEnd/>
              </a:ln>
            </p:spPr>
            <p:txBody>
              <a:bodyPr wrap="none" anchor="ctr"/>
              <a:lstStyle/>
              <a:p>
                <a:endParaRPr lang="en-US" sz="1600"/>
              </a:p>
            </p:txBody>
          </p:sp>
          <p:sp>
            <p:nvSpPr>
              <p:cNvPr id="20501" name="Rectangle 30"/>
              <p:cNvSpPr>
                <a:spLocks noChangeArrowheads="1"/>
              </p:cNvSpPr>
              <p:nvPr/>
            </p:nvSpPr>
            <p:spPr bwMode="auto">
              <a:xfrm>
                <a:off x="386" y="1170"/>
                <a:ext cx="290" cy="482"/>
              </a:xfrm>
              <a:prstGeom prst="rect">
                <a:avLst/>
              </a:prstGeom>
              <a:noFill/>
              <a:ln w="9525">
                <a:solidFill>
                  <a:schemeClr val="hlink"/>
                </a:solidFill>
                <a:miter lim="800000"/>
                <a:headEnd/>
                <a:tailEnd/>
              </a:ln>
            </p:spPr>
            <p:txBody>
              <a:bodyPr wrap="none" anchor="ctr"/>
              <a:lstStyle/>
              <a:p>
                <a:endParaRPr lang="en-US" sz="1600"/>
              </a:p>
            </p:txBody>
          </p:sp>
          <p:sp>
            <p:nvSpPr>
              <p:cNvPr id="20502" name="Rectangle 31"/>
              <p:cNvSpPr>
                <a:spLocks noChangeArrowheads="1"/>
              </p:cNvSpPr>
              <p:nvPr/>
            </p:nvSpPr>
            <p:spPr bwMode="auto">
              <a:xfrm>
                <a:off x="676" y="677"/>
                <a:ext cx="290" cy="482"/>
              </a:xfrm>
              <a:prstGeom prst="rect">
                <a:avLst/>
              </a:prstGeom>
              <a:noFill/>
              <a:ln w="9525">
                <a:solidFill>
                  <a:schemeClr val="hlink"/>
                </a:solidFill>
                <a:miter lim="800000"/>
                <a:headEnd/>
                <a:tailEnd/>
              </a:ln>
            </p:spPr>
            <p:txBody>
              <a:bodyPr wrap="none" anchor="ctr"/>
              <a:lstStyle/>
              <a:p>
                <a:endParaRPr lang="en-US" sz="1600"/>
              </a:p>
            </p:txBody>
          </p:sp>
          <p:sp>
            <p:nvSpPr>
              <p:cNvPr id="20503" name="Rectangle 32"/>
              <p:cNvSpPr>
                <a:spLocks noChangeArrowheads="1"/>
              </p:cNvSpPr>
              <p:nvPr/>
            </p:nvSpPr>
            <p:spPr bwMode="auto">
              <a:xfrm>
                <a:off x="676" y="1170"/>
                <a:ext cx="290" cy="482"/>
              </a:xfrm>
              <a:prstGeom prst="rect">
                <a:avLst/>
              </a:prstGeom>
              <a:noFill/>
              <a:ln w="9525">
                <a:solidFill>
                  <a:schemeClr val="hlink"/>
                </a:solidFill>
                <a:miter lim="800000"/>
                <a:headEnd/>
                <a:tailEnd/>
              </a:ln>
            </p:spPr>
            <p:txBody>
              <a:bodyPr wrap="none" anchor="ctr"/>
              <a:lstStyle/>
              <a:p>
                <a:endParaRPr lang="en-US" sz="1600"/>
              </a:p>
            </p:txBody>
          </p:sp>
          <p:sp>
            <p:nvSpPr>
              <p:cNvPr id="20504" name="Rectangle 33"/>
              <p:cNvSpPr>
                <a:spLocks noChangeArrowheads="1"/>
              </p:cNvSpPr>
              <p:nvPr/>
            </p:nvSpPr>
            <p:spPr bwMode="auto">
              <a:xfrm>
                <a:off x="967" y="677"/>
                <a:ext cx="290" cy="482"/>
              </a:xfrm>
              <a:prstGeom prst="rect">
                <a:avLst/>
              </a:prstGeom>
              <a:noFill/>
              <a:ln w="9525">
                <a:solidFill>
                  <a:schemeClr val="hlink"/>
                </a:solidFill>
                <a:miter lim="800000"/>
                <a:headEnd/>
                <a:tailEnd/>
              </a:ln>
            </p:spPr>
            <p:txBody>
              <a:bodyPr wrap="none" anchor="ctr"/>
              <a:lstStyle/>
              <a:p>
                <a:endParaRPr lang="en-US" sz="1600"/>
              </a:p>
            </p:txBody>
          </p:sp>
          <p:sp>
            <p:nvSpPr>
              <p:cNvPr id="20505" name="Rectangle 34"/>
              <p:cNvSpPr>
                <a:spLocks noChangeArrowheads="1"/>
              </p:cNvSpPr>
              <p:nvPr/>
            </p:nvSpPr>
            <p:spPr bwMode="auto">
              <a:xfrm>
                <a:off x="967" y="1170"/>
                <a:ext cx="290" cy="482"/>
              </a:xfrm>
              <a:prstGeom prst="rect">
                <a:avLst/>
              </a:prstGeom>
              <a:noFill/>
              <a:ln w="9525">
                <a:solidFill>
                  <a:schemeClr val="hlink"/>
                </a:solidFill>
                <a:miter lim="800000"/>
                <a:headEnd/>
                <a:tailEnd/>
              </a:ln>
            </p:spPr>
            <p:txBody>
              <a:bodyPr wrap="none" anchor="ctr"/>
              <a:lstStyle/>
              <a:p>
                <a:endParaRPr lang="en-US" sz="1600"/>
              </a:p>
            </p:txBody>
          </p:sp>
          <p:sp>
            <p:nvSpPr>
              <p:cNvPr id="20506" name="Rectangle 35"/>
              <p:cNvSpPr>
                <a:spLocks noChangeArrowheads="1"/>
              </p:cNvSpPr>
              <p:nvPr/>
            </p:nvSpPr>
            <p:spPr bwMode="auto">
              <a:xfrm>
                <a:off x="1257" y="677"/>
                <a:ext cx="290" cy="482"/>
              </a:xfrm>
              <a:prstGeom prst="rect">
                <a:avLst/>
              </a:prstGeom>
              <a:noFill/>
              <a:ln w="9525">
                <a:solidFill>
                  <a:schemeClr val="hlink"/>
                </a:solidFill>
                <a:miter lim="800000"/>
                <a:headEnd/>
                <a:tailEnd/>
              </a:ln>
            </p:spPr>
            <p:txBody>
              <a:bodyPr wrap="none" anchor="ctr"/>
              <a:lstStyle/>
              <a:p>
                <a:endParaRPr lang="en-US" sz="1600"/>
              </a:p>
            </p:txBody>
          </p:sp>
          <p:sp>
            <p:nvSpPr>
              <p:cNvPr id="20507" name="Rectangle 36"/>
              <p:cNvSpPr>
                <a:spLocks noChangeArrowheads="1"/>
              </p:cNvSpPr>
              <p:nvPr/>
            </p:nvSpPr>
            <p:spPr bwMode="auto">
              <a:xfrm>
                <a:off x="1257" y="1170"/>
                <a:ext cx="290" cy="482"/>
              </a:xfrm>
              <a:prstGeom prst="rect">
                <a:avLst/>
              </a:prstGeom>
              <a:noFill/>
              <a:ln w="9525">
                <a:solidFill>
                  <a:schemeClr val="hlink"/>
                </a:solidFill>
                <a:miter lim="800000"/>
                <a:headEnd/>
                <a:tailEnd/>
              </a:ln>
            </p:spPr>
            <p:txBody>
              <a:bodyPr wrap="none" anchor="ctr"/>
              <a:lstStyle/>
              <a:p>
                <a:endParaRPr lang="en-US" sz="1600"/>
              </a:p>
            </p:txBody>
          </p:sp>
          <p:sp>
            <p:nvSpPr>
              <p:cNvPr id="20508" name="Rectangle 37"/>
              <p:cNvSpPr>
                <a:spLocks noChangeArrowheads="1"/>
              </p:cNvSpPr>
              <p:nvPr/>
            </p:nvSpPr>
            <p:spPr bwMode="auto">
              <a:xfrm>
                <a:off x="1547" y="677"/>
                <a:ext cx="291" cy="482"/>
              </a:xfrm>
              <a:prstGeom prst="rect">
                <a:avLst/>
              </a:prstGeom>
              <a:noFill/>
              <a:ln w="9525">
                <a:solidFill>
                  <a:schemeClr val="hlink"/>
                </a:solidFill>
                <a:miter lim="800000"/>
                <a:headEnd/>
                <a:tailEnd/>
              </a:ln>
            </p:spPr>
            <p:txBody>
              <a:bodyPr wrap="none" anchor="ctr"/>
              <a:lstStyle/>
              <a:p>
                <a:endParaRPr lang="en-US" sz="1600"/>
              </a:p>
            </p:txBody>
          </p:sp>
          <p:sp>
            <p:nvSpPr>
              <p:cNvPr id="20509" name="Rectangle 38"/>
              <p:cNvSpPr>
                <a:spLocks noChangeArrowheads="1"/>
              </p:cNvSpPr>
              <p:nvPr/>
            </p:nvSpPr>
            <p:spPr bwMode="auto">
              <a:xfrm>
                <a:off x="1547" y="1170"/>
                <a:ext cx="291" cy="482"/>
              </a:xfrm>
              <a:prstGeom prst="rect">
                <a:avLst/>
              </a:prstGeom>
              <a:noFill/>
              <a:ln w="9525">
                <a:solidFill>
                  <a:schemeClr val="hlink"/>
                </a:solidFill>
                <a:miter lim="800000"/>
                <a:headEnd/>
                <a:tailEnd/>
              </a:ln>
            </p:spPr>
            <p:txBody>
              <a:bodyPr wrap="none" anchor="ctr"/>
              <a:lstStyle/>
              <a:p>
                <a:endParaRPr lang="en-US" sz="1600"/>
              </a:p>
            </p:txBody>
          </p:sp>
          <p:sp>
            <p:nvSpPr>
              <p:cNvPr id="20510" name="Rectangle 39"/>
              <p:cNvSpPr>
                <a:spLocks noChangeArrowheads="1"/>
              </p:cNvSpPr>
              <p:nvPr/>
            </p:nvSpPr>
            <p:spPr bwMode="auto">
              <a:xfrm>
                <a:off x="1838" y="677"/>
                <a:ext cx="290" cy="482"/>
              </a:xfrm>
              <a:prstGeom prst="rect">
                <a:avLst/>
              </a:prstGeom>
              <a:noFill/>
              <a:ln w="9525">
                <a:solidFill>
                  <a:schemeClr val="hlink"/>
                </a:solidFill>
                <a:miter lim="800000"/>
                <a:headEnd/>
                <a:tailEnd/>
              </a:ln>
            </p:spPr>
            <p:txBody>
              <a:bodyPr wrap="none" anchor="ctr"/>
              <a:lstStyle/>
              <a:p>
                <a:endParaRPr lang="en-US" sz="1600"/>
              </a:p>
            </p:txBody>
          </p:sp>
          <p:sp>
            <p:nvSpPr>
              <p:cNvPr id="20511" name="Rectangle 40"/>
              <p:cNvSpPr>
                <a:spLocks noChangeArrowheads="1"/>
              </p:cNvSpPr>
              <p:nvPr/>
            </p:nvSpPr>
            <p:spPr bwMode="auto">
              <a:xfrm>
                <a:off x="1838" y="1170"/>
                <a:ext cx="290" cy="482"/>
              </a:xfrm>
              <a:prstGeom prst="rect">
                <a:avLst/>
              </a:prstGeom>
              <a:noFill/>
              <a:ln w="9525">
                <a:solidFill>
                  <a:schemeClr val="hlink"/>
                </a:solidFill>
                <a:miter lim="800000"/>
                <a:headEnd/>
                <a:tailEnd/>
              </a:ln>
            </p:spPr>
            <p:txBody>
              <a:bodyPr wrap="none" anchor="ctr"/>
              <a:lstStyle/>
              <a:p>
                <a:endParaRPr lang="en-US" sz="1600"/>
              </a:p>
            </p:txBody>
          </p:sp>
          <p:sp>
            <p:nvSpPr>
              <p:cNvPr id="20512" name="Rectangle 41"/>
              <p:cNvSpPr>
                <a:spLocks noChangeArrowheads="1"/>
              </p:cNvSpPr>
              <p:nvPr/>
            </p:nvSpPr>
            <p:spPr bwMode="auto">
              <a:xfrm>
                <a:off x="2129" y="677"/>
                <a:ext cx="290" cy="482"/>
              </a:xfrm>
              <a:prstGeom prst="rect">
                <a:avLst/>
              </a:prstGeom>
              <a:noFill/>
              <a:ln w="9525">
                <a:solidFill>
                  <a:schemeClr val="hlink"/>
                </a:solidFill>
                <a:miter lim="800000"/>
                <a:headEnd/>
                <a:tailEnd/>
              </a:ln>
            </p:spPr>
            <p:txBody>
              <a:bodyPr wrap="none" anchor="ctr"/>
              <a:lstStyle/>
              <a:p>
                <a:endParaRPr lang="en-US" sz="1600"/>
              </a:p>
            </p:txBody>
          </p:sp>
          <p:sp>
            <p:nvSpPr>
              <p:cNvPr id="20513" name="Rectangle 42"/>
              <p:cNvSpPr>
                <a:spLocks noChangeArrowheads="1"/>
              </p:cNvSpPr>
              <p:nvPr/>
            </p:nvSpPr>
            <p:spPr bwMode="auto">
              <a:xfrm>
                <a:off x="2129" y="1170"/>
                <a:ext cx="290" cy="482"/>
              </a:xfrm>
              <a:prstGeom prst="rect">
                <a:avLst/>
              </a:prstGeom>
              <a:noFill/>
              <a:ln w="9525">
                <a:solidFill>
                  <a:schemeClr val="hlink"/>
                </a:solidFill>
                <a:miter lim="800000"/>
                <a:headEnd/>
                <a:tailEnd/>
              </a:ln>
            </p:spPr>
            <p:txBody>
              <a:bodyPr wrap="none" anchor="ctr"/>
              <a:lstStyle/>
              <a:p>
                <a:endParaRPr lang="en-US" sz="1600"/>
              </a:p>
            </p:txBody>
          </p:sp>
          <p:sp>
            <p:nvSpPr>
              <p:cNvPr id="20514" name="Rectangle 43"/>
              <p:cNvSpPr>
                <a:spLocks noChangeArrowheads="1"/>
              </p:cNvSpPr>
              <p:nvPr/>
            </p:nvSpPr>
            <p:spPr bwMode="auto">
              <a:xfrm>
                <a:off x="2419" y="677"/>
                <a:ext cx="290" cy="482"/>
              </a:xfrm>
              <a:prstGeom prst="rect">
                <a:avLst/>
              </a:prstGeom>
              <a:noFill/>
              <a:ln w="9525">
                <a:solidFill>
                  <a:schemeClr val="hlink"/>
                </a:solidFill>
                <a:miter lim="800000"/>
                <a:headEnd/>
                <a:tailEnd/>
              </a:ln>
            </p:spPr>
            <p:txBody>
              <a:bodyPr wrap="none" anchor="ctr"/>
              <a:lstStyle/>
              <a:p>
                <a:endParaRPr lang="en-US" sz="1600"/>
              </a:p>
            </p:txBody>
          </p:sp>
          <p:sp>
            <p:nvSpPr>
              <p:cNvPr id="20515" name="Rectangle 44"/>
              <p:cNvSpPr>
                <a:spLocks noChangeArrowheads="1"/>
              </p:cNvSpPr>
              <p:nvPr/>
            </p:nvSpPr>
            <p:spPr bwMode="auto">
              <a:xfrm>
                <a:off x="2419" y="1170"/>
                <a:ext cx="290" cy="482"/>
              </a:xfrm>
              <a:prstGeom prst="rect">
                <a:avLst/>
              </a:prstGeom>
              <a:noFill/>
              <a:ln w="9525">
                <a:solidFill>
                  <a:schemeClr val="hlink"/>
                </a:solidFill>
                <a:miter lim="800000"/>
                <a:headEnd/>
                <a:tailEnd/>
              </a:ln>
            </p:spPr>
            <p:txBody>
              <a:bodyPr wrap="none" anchor="ctr"/>
              <a:lstStyle/>
              <a:p>
                <a:endParaRPr lang="en-US" sz="1600"/>
              </a:p>
            </p:txBody>
          </p:sp>
        </p:grpSp>
        <p:sp>
          <p:nvSpPr>
            <p:cNvPr id="20499" name="Freeform 45"/>
            <p:cNvSpPr>
              <a:spLocks/>
            </p:cNvSpPr>
            <p:nvPr/>
          </p:nvSpPr>
          <p:spPr bwMode="auto">
            <a:xfrm>
              <a:off x="385" y="1206"/>
              <a:ext cx="2373" cy="377"/>
            </a:xfrm>
            <a:custGeom>
              <a:avLst/>
              <a:gdLst>
                <a:gd name="T0" fmla="*/ 0 w 3009"/>
                <a:gd name="T1" fmla="*/ 35 h 878"/>
                <a:gd name="T2" fmla="*/ 181 w 3009"/>
                <a:gd name="T3" fmla="*/ 0 h 878"/>
                <a:gd name="T4" fmla="*/ 362 w 3009"/>
                <a:gd name="T5" fmla="*/ 35 h 878"/>
                <a:gd name="T6" fmla="*/ 543 w 3009"/>
                <a:gd name="T7" fmla="*/ 70 h 878"/>
                <a:gd name="T8" fmla="*/ 723 w 3009"/>
                <a:gd name="T9" fmla="*/ 35 h 878"/>
                <a:gd name="T10" fmla="*/ 905 w 3009"/>
                <a:gd name="T11" fmla="*/ 0 h 878"/>
                <a:gd name="T12" fmla="*/ 1085 w 3009"/>
                <a:gd name="T13" fmla="*/ 35 h 878"/>
                <a:gd name="T14" fmla="*/ 1266 w 3009"/>
                <a:gd name="T15" fmla="*/ 70 h 878"/>
                <a:gd name="T16" fmla="*/ 1447 w 3009"/>
                <a:gd name="T17" fmla="*/ 35 h 878"/>
                <a:gd name="T18" fmla="*/ 1437 w 3009"/>
                <a:gd name="T19" fmla="*/ 35 h 878"/>
                <a:gd name="T20" fmla="*/ 1455 w 3009"/>
                <a:gd name="T21" fmla="*/ 32 h 878"/>
                <a:gd name="T22" fmla="*/ 0 60000 65536"/>
                <a:gd name="T23" fmla="*/ 0 60000 65536"/>
                <a:gd name="T24" fmla="*/ 0 60000 65536"/>
                <a:gd name="T25" fmla="*/ 0 60000 65536"/>
                <a:gd name="T26" fmla="*/ 0 60000 65536"/>
                <a:gd name="T27" fmla="*/ 0 60000 65536"/>
                <a:gd name="T28" fmla="*/ 0 60000 65536"/>
                <a:gd name="T29" fmla="*/ 0 60000 65536"/>
                <a:gd name="T30" fmla="*/ 0 60000 65536"/>
                <a:gd name="T31" fmla="*/ 0 60000 65536"/>
                <a:gd name="T32" fmla="*/ 0 60000 65536"/>
                <a:gd name="T33" fmla="*/ 0 w 3009"/>
                <a:gd name="T34" fmla="*/ 0 h 878"/>
                <a:gd name="T35" fmla="*/ 3009 w 3009"/>
                <a:gd name="T36" fmla="*/ 878 h 878"/>
              </a:gdLst>
              <a:ahLst/>
              <a:cxnLst>
                <a:cxn ang="T22">
                  <a:pos x="T0" y="T1"/>
                </a:cxn>
                <a:cxn ang="T23">
                  <a:pos x="T2" y="T3"/>
                </a:cxn>
                <a:cxn ang="T24">
                  <a:pos x="T4" y="T5"/>
                </a:cxn>
                <a:cxn ang="T25">
                  <a:pos x="T6" y="T7"/>
                </a:cxn>
                <a:cxn ang="T26">
                  <a:pos x="T8" y="T9"/>
                </a:cxn>
                <a:cxn ang="T27">
                  <a:pos x="T10" y="T11"/>
                </a:cxn>
                <a:cxn ang="T28">
                  <a:pos x="T12" y="T13"/>
                </a:cxn>
                <a:cxn ang="T29">
                  <a:pos x="T14" y="T15"/>
                </a:cxn>
                <a:cxn ang="T30">
                  <a:pos x="T16" y="T17"/>
                </a:cxn>
                <a:cxn ang="T31">
                  <a:pos x="T18" y="T19"/>
                </a:cxn>
                <a:cxn ang="T32">
                  <a:pos x="T20" y="T21"/>
                </a:cxn>
              </a:cxnLst>
              <a:rect l="T33" t="T34" r="T35" b="T36"/>
              <a:pathLst>
                <a:path w="3009" h="878">
                  <a:moveTo>
                    <a:pt x="0" y="439"/>
                  </a:moveTo>
                  <a:cubicBezTo>
                    <a:pt x="123" y="219"/>
                    <a:pt x="246" y="0"/>
                    <a:pt x="369" y="0"/>
                  </a:cubicBezTo>
                  <a:cubicBezTo>
                    <a:pt x="491" y="0"/>
                    <a:pt x="615" y="292"/>
                    <a:pt x="738" y="439"/>
                  </a:cubicBezTo>
                  <a:cubicBezTo>
                    <a:pt x="860" y="586"/>
                    <a:pt x="984" y="878"/>
                    <a:pt x="1106" y="878"/>
                  </a:cubicBezTo>
                  <a:cubicBezTo>
                    <a:pt x="1229" y="878"/>
                    <a:pt x="1352" y="586"/>
                    <a:pt x="1475" y="439"/>
                  </a:cubicBezTo>
                  <a:cubicBezTo>
                    <a:pt x="1598" y="292"/>
                    <a:pt x="1722" y="0"/>
                    <a:pt x="1844" y="0"/>
                  </a:cubicBezTo>
                  <a:cubicBezTo>
                    <a:pt x="1967" y="0"/>
                    <a:pt x="2090" y="292"/>
                    <a:pt x="2213" y="439"/>
                  </a:cubicBezTo>
                  <a:cubicBezTo>
                    <a:pt x="2335" y="586"/>
                    <a:pt x="2459" y="878"/>
                    <a:pt x="2581" y="878"/>
                  </a:cubicBezTo>
                  <a:cubicBezTo>
                    <a:pt x="2704" y="878"/>
                    <a:pt x="2893" y="511"/>
                    <a:pt x="2951" y="439"/>
                  </a:cubicBezTo>
                  <a:cubicBezTo>
                    <a:pt x="3009" y="367"/>
                    <a:pt x="2927" y="453"/>
                    <a:pt x="2929" y="447"/>
                  </a:cubicBezTo>
                  <a:cubicBezTo>
                    <a:pt x="2931" y="441"/>
                    <a:pt x="2958" y="411"/>
                    <a:pt x="2966" y="402"/>
                  </a:cubicBezTo>
                </a:path>
              </a:pathLst>
            </a:custGeom>
            <a:noFill/>
            <a:ln w="28575">
              <a:solidFill>
                <a:srgbClr val="990000"/>
              </a:solidFill>
              <a:round/>
              <a:headEnd/>
              <a:tailEnd/>
            </a:ln>
          </p:spPr>
          <p:txBody>
            <a:bodyPr/>
            <a:lstStyle/>
            <a:p>
              <a:endParaRPr lang="en-GB" sz="1600"/>
            </a:p>
          </p:txBody>
        </p:sp>
      </p:grpSp>
      <p:sp>
        <p:nvSpPr>
          <p:cNvPr id="20492" name="Freeform 83"/>
          <p:cNvSpPr>
            <a:spLocks/>
          </p:cNvSpPr>
          <p:nvPr/>
        </p:nvSpPr>
        <p:spPr bwMode="auto">
          <a:xfrm>
            <a:off x="6118225" y="5191711"/>
            <a:ext cx="184731" cy="338554"/>
          </a:xfrm>
          <a:custGeom>
            <a:avLst/>
            <a:gdLst>
              <a:gd name="T0" fmla="*/ 122557 w 121920"/>
              <a:gd name="T1" fmla="*/ 0 h 213360"/>
              <a:gd name="T2" fmla="*/ 26261 w 121920"/>
              <a:gd name="T3" fmla="*/ 181793 h 213360"/>
              <a:gd name="T4" fmla="*/ 0 w 121920"/>
              <a:gd name="T5" fmla="*/ 181793 h 213360"/>
              <a:gd name="T6" fmla="*/ 0 60000 65536"/>
              <a:gd name="T7" fmla="*/ 0 60000 65536"/>
              <a:gd name="T8" fmla="*/ 0 60000 65536"/>
              <a:gd name="T9" fmla="*/ 0 w 121920"/>
              <a:gd name="T10" fmla="*/ 0 h 213360"/>
              <a:gd name="T11" fmla="*/ 121920 w 121920"/>
              <a:gd name="T12" fmla="*/ 213360 h 213360"/>
            </a:gdLst>
            <a:ahLst/>
            <a:cxnLst>
              <a:cxn ang="T6">
                <a:pos x="T0" y="T1"/>
              </a:cxn>
              <a:cxn ang="T7">
                <a:pos x="T2" y="T3"/>
              </a:cxn>
              <a:cxn ang="T8">
                <a:pos x="T4" y="T5"/>
              </a:cxn>
            </a:cxnLst>
            <a:rect l="T9" t="T10" r="T11" b="T12"/>
            <a:pathLst>
              <a:path w="121920" h="213360">
                <a:moveTo>
                  <a:pt x="121920" y="0"/>
                </a:moveTo>
                <a:cubicBezTo>
                  <a:pt x="84182" y="76200"/>
                  <a:pt x="46445" y="152400"/>
                  <a:pt x="26125" y="182880"/>
                </a:cubicBezTo>
                <a:cubicBezTo>
                  <a:pt x="5805" y="213360"/>
                  <a:pt x="2902" y="198120"/>
                  <a:pt x="0" y="182880"/>
                </a:cubicBezTo>
              </a:path>
            </a:pathLst>
          </a:custGeom>
          <a:noFill/>
          <a:ln w="22225" cap="flat" cmpd="sng" algn="ctr">
            <a:solidFill>
              <a:srgbClr val="C00000"/>
            </a:solidFill>
            <a:prstDash val="solid"/>
            <a:round/>
            <a:headEnd type="none" w="med" len="med"/>
            <a:tailEnd type="none" w="med" len="med"/>
          </a:ln>
        </p:spPr>
        <p:txBody>
          <a:bodyPr wrap="none" anchor="ctr">
            <a:spAutoFit/>
          </a:bodyPr>
          <a:lstStyle/>
          <a:p>
            <a:endParaRPr lang="en-GB" sz="1600"/>
          </a:p>
        </p:txBody>
      </p:sp>
      <p:sp>
        <p:nvSpPr>
          <p:cNvPr id="158" name="Rectangle 157"/>
          <p:cNvSpPr/>
          <p:nvPr/>
        </p:nvSpPr>
        <p:spPr bwMode="auto">
          <a:xfrm>
            <a:off x="3355975" y="5162976"/>
            <a:ext cx="2222500" cy="830997"/>
          </a:xfrm>
          <a:prstGeom prst="rect">
            <a:avLst/>
          </a:prstGeom>
          <a:solidFill>
            <a:schemeClr val="accent1">
              <a:lumMod val="40000"/>
              <a:lumOff val="60000"/>
            </a:schemeClr>
          </a:solidFill>
          <a:ln w="9525" cap="flat" cmpd="sng" algn="ctr">
            <a:solidFill>
              <a:srgbClr val="C00000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anchor="ctr">
            <a:spAutoFit/>
          </a:bodyPr>
          <a:lstStyle/>
          <a:p>
            <a:pPr>
              <a:defRPr/>
            </a:pPr>
            <a:endParaRPr lang="en-GB" sz="1600" dirty="0"/>
          </a:p>
          <a:p>
            <a:pPr algn="ctr">
              <a:defRPr/>
            </a:pPr>
            <a:r>
              <a:rPr lang="en-GB" sz="1600" dirty="0"/>
              <a:t>Circuit</a:t>
            </a:r>
          </a:p>
          <a:p>
            <a:pPr>
              <a:defRPr/>
            </a:pPr>
            <a:endParaRPr lang="en-GB" sz="1600" dirty="0"/>
          </a:p>
        </p:txBody>
      </p:sp>
      <p:sp>
        <p:nvSpPr>
          <p:cNvPr id="159" name="Right Arrow 158"/>
          <p:cNvSpPr/>
          <p:nvPr/>
        </p:nvSpPr>
        <p:spPr bwMode="auto">
          <a:xfrm>
            <a:off x="2957513" y="5367338"/>
            <a:ext cx="373062" cy="296862"/>
          </a:xfrm>
          <a:prstGeom prst="rightArrow">
            <a:avLst>
              <a:gd name="adj1" fmla="val 50000"/>
              <a:gd name="adj2" fmla="val 61764"/>
            </a:avLst>
          </a:prstGeom>
          <a:solidFill>
            <a:schemeClr val="accent1">
              <a:lumMod val="75000"/>
            </a:schemeClr>
          </a:solidFill>
          <a:ln w="9525" cap="flat" cmpd="sng" algn="ctr">
            <a:solidFill>
              <a:srgbClr val="000000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wrap="none" anchor="ctr">
            <a:spAutoFit/>
          </a:bodyPr>
          <a:lstStyle/>
          <a:p>
            <a:pPr>
              <a:defRPr/>
            </a:pPr>
            <a:endParaRPr lang="en-GB"/>
          </a:p>
        </p:txBody>
      </p:sp>
      <p:sp>
        <p:nvSpPr>
          <p:cNvPr id="160" name="Right Arrow 159"/>
          <p:cNvSpPr/>
          <p:nvPr/>
        </p:nvSpPr>
        <p:spPr bwMode="auto">
          <a:xfrm>
            <a:off x="5630863" y="5188238"/>
            <a:ext cx="265126" cy="672525"/>
          </a:xfrm>
          <a:prstGeom prst="rightArrow">
            <a:avLst>
              <a:gd name="adj1" fmla="val 50000"/>
              <a:gd name="adj2" fmla="val 61764"/>
            </a:avLst>
          </a:prstGeom>
          <a:solidFill>
            <a:schemeClr val="accent1">
              <a:lumMod val="75000"/>
            </a:schemeClr>
          </a:solidFill>
          <a:ln w="9525" cap="flat" cmpd="sng" algn="ctr">
            <a:solidFill>
              <a:srgbClr val="000000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wrap="none" anchor="ctr">
            <a:spAutoFit/>
          </a:bodyPr>
          <a:lstStyle/>
          <a:p>
            <a:pPr>
              <a:defRPr/>
            </a:pPr>
            <a:endParaRPr lang="en-GB" sz="1600"/>
          </a:p>
        </p:txBody>
      </p:sp>
      <p:cxnSp>
        <p:nvCxnSpPr>
          <p:cNvPr id="20496" name="Straight Arrow Connector 89"/>
          <p:cNvCxnSpPr>
            <a:cxnSpLocks noChangeShapeType="1"/>
          </p:cNvCxnSpPr>
          <p:nvPr/>
        </p:nvCxnSpPr>
        <p:spPr bwMode="auto">
          <a:xfrm rot="5400000">
            <a:off x="6474618" y="4637882"/>
            <a:ext cx="411163" cy="393700"/>
          </a:xfrm>
          <a:prstGeom prst="straightConnector1">
            <a:avLst/>
          </a:prstGeom>
          <a:noFill/>
          <a:ln w="9525" algn="ctr">
            <a:solidFill>
              <a:srgbClr val="000000"/>
            </a:solidFill>
            <a:round/>
            <a:headEnd/>
            <a:tailEnd type="arrow" w="med" len="med"/>
          </a:ln>
        </p:spPr>
      </p:cxnSp>
      <p:sp>
        <p:nvSpPr>
          <p:cNvPr id="20497" name="TextBox 162"/>
          <p:cNvSpPr txBox="1">
            <a:spLocks noChangeArrowheads="1"/>
          </p:cNvSpPr>
          <p:nvPr/>
        </p:nvSpPr>
        <p:spPr bwMode="auto">
          <a:xfrm>
            <a:off x="5463885" y="3715822"/>
            <a:ext cx="3300414" cy="68223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square">
            <a:spAutoFit/>
          </a:bodyPr>
          <a:lstStyle/>
          <a:p>
            <a:pPr>
              <a:lnSpc>
                <a:spcPts val="2300"/>
              </a:lnSpc>
            </a:pPr>
            <a:r>
              <a:rPr lang="en-GB" sz="1600" b="0" dirty="0"/>
              <a:t>different frequencies have different phase responses</a:t>
            </a:r>
            <a:endParaRPr lang="en-US" sz="1600" b="0" dirty="0"/>
          </a:p>
        </p:txBody>
      </p:sp>
    </p:spTree>
    <p:extLst>
      <p:ext uri="{BB962C8B-B14F-4D97-AF65-F5344CB8AC3E}">
        <p14:creationId xmlns:p14="http://schemas.microsoft.com/office/powerpoint/2010/main" val="2373121714"/>
      </p:ext>
    </p:extLst>
  </p:cSld>
  <p:clrMapOvr>
    <a:masterClrMapping/>
  </p:clrMapOvr>
</p:sld>
</file>

<file path=ppt/slides/slide7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1506" name="Picture 4"/>
          <p:cNvPicPr>
            <a:picLocks noChangeAspect="1" noChangeArrowheads="1"/>
          </p:cNvPicPr>
          <p:nvPr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430213" y="1074738"/>
            <a:ext cx="3284537" cy="2286000"/>
          </a:xfrm>
          <a:prstGeom prst="rect">
            <a:avLst/>
          </a:prstGeom>
          <a:noFill/>
          <a:ln w="9525" algn="ctr">
            <a:noFill/>
            <a:miter lim="800000"/>
            <a:headEnd/>
            <a:tailEnd/>
          </a:ln>
        </p:spPr>
      </p:pic>
      <p:sp>
        <p:nvSpPr>
          <p:cNvPr id="21507" name="Text Box 5"/>
          <p:cNvSpPr txBox="1">
            <a:spLocks noChangeArrowheads="1"/>
          </p:cNvSpPr>
          <p:nvPr/>
        </p:nvSpPr>
        <p:spPr bwMode="auto">
          <a:xfrm>
            <a:off x="430213" y="365125"/>
            <a:ext cx="2651125" cy="457200"/>
          </a:xfrm>
          <a:prstGeom prst="rect">
            <a:avLst/>
          </a:prstGeom>
          <a:noFill/>
          <a:ln w="9525" algn="ctr">
            <a:noFill/>
            <a:miter lim="800000"/>
            <a:headEnd/>
            <a:tailEnd/>
          </a:ln>
        </p:spPr>
        <p:txBody>
          <a:bodyPr wrap="none">
            <a:spAutoFit/>
          </a:bodyPr>
          <a:lstStyle/>
          <a:p>
            <a:r>
              <a:rPr lang="en-GB" sz="2400" b="1" dirty="0"/>
              <a:t>Signal Distortion</a:t>
            </a:r>
            <a:endParaRPr lang="en-US" sz="2400" b="1" dirty="0"/>
          </a:p>
        </p:txBody>
      </p:sp>
      <p:sp>
        <p:nvSpPr>
          <p:cNvPr id="21508" name="Text Box 6"/>
          <p:cNvSpPr txBox="1">
            <a:spLocks noChangeArrowheads="1"/>
          </p:cNvSpPr>
          <p:nvPr/>
        </p:nvSpPr>
        <p:spPr bwMode="auto">
          <a:xfrm>
            <a:off x="4184650" y="784225"/>
            <a:ext cx="4248150" cy="682238"/>
          </a:xfrm>
          <a:prstGeom prst="rect">
            <a:avLst/>
          </a:prstGeom>
          <a:noFill/>
          <a:ln w="9525" algn="ctr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pPr>
              <a:lnSpc>
                <a:spcPts val="2300"/>
              </a:lnSpc>
            </a:pPr>
            <a:r>
              <a:rPr lang="en-GB" sz="1600" b="0" dirty="0"/>
              <a:t>Transient response – circuit can’t react immediately to changes in signal</a:t>
            </a:r>
            <a:endParaRPr lang="en-US" sz="1600" b="0" dirty="0"/>
          </a:p>
        </p:txBody>
      </p:sp>
      <p:sp>
        <p:nvSpPr>
          <p:cNvPr id="21509" name="Line 8"/>
          <p:cNvSpPr>
            <a:spLocks noChangeShapeType="1"/>
          </p:cNvSpPr>
          <p:nvPr/>
        </p:nvSpPr>
        <p:spPr bwMode="auto">
          <a:xfrm flipH="1">
            <a:off x="4265613" y="2090738"/>
            <a:ext cx="19050" cy="4065587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</p:spPr>
        <p:txBody>
          <a:bodyPr/>
          <a:lstStyle/>
          <a:p>
            <a:endParaRPr lang="en-GB" sz="1600"/>
          </a:p>
        </p:txBody>
      </p:sp>
      <p:sp>
        <p:nvSpPr>
          <p:cNvPr id="21510" name="Line 9"/>
          <p:cNvSpPr>
            <a:spLocks noChangeShapeType="1"/>
          </p:cNvSpPr>
          <p:nvPr/>
        </p:nvSpPr>
        <p:spPr bwMode="auto">
          <a:xfrm>
            <a:off x="4140200" y="2713038"/>
            <a:ext cx="3905250" cy="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</p:spPr>
        <p:txBody>
          <a:bodyPr/>
          <a:lstStyle/>
          <a:p>
            <a:endParaRPr lang="en-GB" sz="1600"/>
          </a:p>
        </p:txBody>
      </p:sp>
      <p:sp>
        <p:nvSpPr>
          <p:cNvPr id="21511" name="Line 10"/>
          <p:cNvSpPr>
            <a:spLocks noChangeShapeType="1"/>
          </p:cNvSpPr>
          <p:nvPr/>
        </p:nvSpPr>
        <p:spPr bwMode="auto">
          <a:xfrm>
            <a:off x="4289425" y="2698750"/>
            <a:ext cx="781050" cy="0"/>
          </a:xfrm>
          <a:prstGeom prst="line">
            <a:avLst/>
          </a:prstGeom>
          <a:noFill/>
          <a:ln w="28575">
            <a:solidFill>
              <a:srgbClr val="FF5050"/>
            </a:solidFill>
            <a:round/>
            <a:headEnd/>
            <a:tailEnd/>
          </a:ln>
        </p:spPr>
        <p:txBody>
          <a:bodyPr/>
          <a:lstStyle/>
          <a:p>
            <a:endParaRPr lang="en-GB" sz="1600"/>
          </a:p>
        </p:txBody>
      </p:sp>
      <p:sp>
        <p:nvSpPr>
          <p:cNvPr id="21512" name="Line 11"/>
          <p:cNvSpPr>
            <a:spLocks noChangeShapeType="1"/>
          </p:cNvSpPr>
          <p:nvPr/>
        </p:nvSpPr>
        <p:spPr bwMode="auto">
          <a:xfrm>
            <a:off x="5049838" y="1919288"/>
            <a:ext cx="0" cy="793750"/>
          </a:xfrm>
          <a:prstGeom prst="line">
            <a:avLst/>
          </a:prstGeom>
          <a:noFill/>
          <a:ln w="28575">
            <a:solidFill>
              <a:srgbClr val="FF5050"/>
            </a:solidFill>
            <a:round/>
            <a:headEnd/>
            <a:tailEnd/>
          </a:ln>
        </p:spPr>
        <p:txBody>
          <a:bodyPr/>
          <a:lstStyle/>
          <a:p>
            <a:endParaRPr lang="en-GB" sz="1600"/>
          </a:p>
        </p:txBody>
      </p:sp>
      <p:sp>
        <p:nvSpPr>
          <p:cNvPr id="21513" name="Line 12"/>
          <p:cNvSpPr>
            <a:spLocks noChangeShapeType="1"/>
          </p:cNvSpPr>
          <p:nvPr/>
        </p:nvSpPr>
        <p:spPr bwMode="auto">
          <a:xfrm>
            <a:off x="5065713" y="1919288"/>
            <a:ext cx="781050" cy="0"/>
          </a:xfrm>
          <a:prstGeom prst="line">
            <a:avLst/>
          </a:prstGeom>
          <a:noFill/>
          <a:ln w="28575">
            <a:solidFill>
              <a:srgbClr val="FF5050"/>
            </a:solidFill>
            <a:round/>
            <a:headEnd/>
            <a:tailEnd/>
          </a:ln>
        </p:spPr>
        <p:txBody>
          <a:bodyPr/>
          <a:lstStyle/>
          <a:p>
            <a:endParaRPr lang="en-GB" sz="1600"/>
          </a:p>
        </p:txBody>
      </p:sp>
      <p:sp>
        <p:nvSpPr>
          <p:cNvPr id="21514" name="Line 13"/>
          <p:cNvSpPr>
            <a:spLocks noChangeShapeType="1"/>
          </p:cNvSpPr>
          <p:nvPr/>
        </p:nvSpPr>
        <p:spPr bwMode="auto">
          <a:xfrm>
            <a:off x="5859463" y="1933575"/>
            <a:ext cx="0" cy="793750"/>
          </a:xfrm>
          <a:prstGeom prst="line">
            <a:avLst/>
          </a:prstGeom>
          <a:noFill/>
          <a:ln w="28575">
            <a:solidFill>
              <a:srgbClr val="FF5050"/>
            </a:solidFill>
            <a:round/>
            <a:headEnd/>
            <a:tailEnd/>
          </a:ln>
        </p:spPr>
        <p:txBody>
          <a:bodyPr/>
          <a:lstStyle/>
          <a:p>
            <a:endParaRPr lang="en-GB" sz="1600"/>
          </a:p>
        </p:txBody>
      </p:sp>
      <p:sp>
        <p:nvSpPr>
          <p:cNvPr id="21515" name="Line 14"/>
          <p:cNvSpPr>
            <a:spLocks noChangeShapeType="1"/>
          </p:cNvSpPr>
          <p:nvPr/>
        </p:nvSpPr>
        <p:spPr bwMode="auto">
          <a:xfrm>
            <a:off x="5830888" y="2705100"/>
            <a:ext cx="782637" cy="0"/>
          </a:xfrm>
          <a:prstGeom prst="line">
            <a:avLst/>
          </a:prstGeom>
          <a:noFill/>
          <a:ln w="28575">
            <a:solidFill>
              <a:srgbClr val="FF5050"/>
            </a:solidFill>
            <a:round/>
            <a:headEnd/>
            <a:tailEnd/>
          </a:ln>
        </p:spPr>
        <p:txBody>
          <a:bodyPr/>
          <a:lstStyle/>
          <a:p>
            <a:endParaRPr lang="en-GB" sz="1600"/>
          </a:p>
        </p:txBody>
      </p:sp>
      <p:sp>
        <p:nvSpPr>
          <p:cNvPr id="21516" name="Line 15"/>
          <p:cNvSpPr>
            <a:spLocks noChangeShapeType="1"/>
          </p:cNvSpPr>
          <p:nvPr/>
        </p:nvSpPr>
        <p:spPr bwMode="auto">
          <a:xfrm>
            <a:off x="6580188" y="1916113"/>
            <a:ext cx="0" cy="793750"/>
          </a:xfrm>
          <a:prstGeom prst="line">
            <a:avLst/>
          </a:prstGeom>
          <a:noFill/>
          <a:ln w="28575">
            <a:solidFill>
              <a:srgbClr val="FF5050"/>
            </a:solidFill>
            <a:round/>
            <a:headEnd/>
            <a:tailEnd/>
          </a:ln>
        </p:spPr>
        <p:txBody>
          <a:bodyPr/>
          <a:lstStyle/>
          <a:p>
            <a:endParaRPr lang="en-GB" sz="1600"/>
          </a:p>
        </p:txBody>
      </p:sp>
      <p:sp>
        <p:nvSpPr>
          <p:cNvPr id="21517" name="Line 16"/>
          <p:cNvSpPr>
            <a:spLocks noChangeShapeType="1"/>
          </p:cNvSpPr>
          <p:nvPr/>
        </p:nvSpPr>
        <p:spPr bwMode="auto">
          <a:xfrm>
            <a:off x="6580188" y="1935163"/>
            <a:ext cx="781050" cy="0"/>
          </a:xfrm>
          <a:prstGeom prst="line">
            <a:avLst/>
          </a:prstGeom>
          <a:noFill/>
          <a:ln w="28575">
            <a:solidFill>
              <a:srgbClr val="FF5050"/>
            </a:solidFill>
            <a:round/>
            <a:headEnd/>
            <a:tailEnd/>
          </a:ln>
        </p:spPr>
        <p:txBody>
          <a:bodyPr/>
          <a:lstStyle/>
          <a:p>
            <a:endParaRPr lang="en-GB" sz="1600"/>
          </a:p>
        </p:txBody>
      </p:sp>
      <p:sp>
        <p:nvSpPr>
          <p:cNvPr id="21518" name="Line 18"/>
          <p:cNvSpPr>
            <a:spLocks noChangeShapeType="1"/>
          </p:cNvSpPr>
          <p:nvPr/>
        </p:nvSpPr>
        <p:spPr bwMode="auto">
          <a:xfrm>
            <a:off x="4189413" y="4249738"/>
            <a:ext cx="3905250" cy="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</p:spPr>
        <p:txBody>
          <a:bodyPr/>
          <a:lstStyle/>
          <a:p>
            <a:endParaRPr lang="en-GB" sz="1600"/>
          </a:p>
        </p:txBody>
      </p:sp>
      <p:sp>
        <p:nvSpPr>
          <p:cNvPr id="21519" name="Line 21"/>
          <p:cNvSpPr>
            <a:spLocks noChangeShapeType="1"/>
          </p:cNvSpPr>
          <p:nvPr/>
        </p:nvSpPr>
        <p:spPr bwMode="auto">
          <a:xfrm>
            <a:off x="4276725" y="4222750"/>
            <a:ext cx="781050" cy="0"/>
          </a:xfrm>
          <a:prstGeom prst="line">
            <a:avLst/>
          </a:prstGeom>
          <a:noFill/>
          <a:ln w="28575">
            <a:solidFill>
              <a:srgbClr val="FF5050"/>
            </a:solidFill>
            <a:round/>
            <a:headEnd/>
            <a:tailEnd/>
          </a:ln>
        </p:spPr>
        <p:txBody>
          <a:bodyPr/>
          <a:lstStyle/>
          <a:p>
            <a:endParaRPr lang="en-GB" sz="1600"/>
          </a:p>
        </p:txBody>
      </p:sp>
      <p:sp>
        <p:nvSpPr>
          <p:cNvPr id="21520" name="Freeform 23"/>
          <p:cNvSpPr>
            <a:spLocks/>
          </p:cNvSpPr>
          <p:nvPr/>
        </p:nvSpPr>
        <p:spPr bwMode="auto">
          <a:xfrm>
            <a:off x="5043488" y="4013200"/>
            <a:ext cx="182562" cy="201613"/>
          </a:xfrm>
          <a:custGeom>
            <a:avLst/>
            <a:gdLst>
              <a:gd name="T0" fmla="*/ 0 w 115"/>
              <a:gd name="T1" fmla="*/ 2147483647 h 86"/>
              <a:gd name="T2" fmla="*/ 2147483647 w 115"/>
              <a:gd name="T3" fmla="*/ 2147483647 h 86"/>
              <a:gd name="T4" fmla="*/ 2147483647 w 115"/>
              <a:gd name="T5" fmla="*/ 0 h 86"/>
              <a:gd name="T6" fmla="*/ 0 60000 65536"/>
              <a:gd name="T7" fmla="*/ 0 60000 65536"/>
              <a:gd name="T8" fmla="*/ 0 60000 65536"/>
              <a:gd name="T9" fmla="*/ 0 w 115"/>
              <a:gd name="T10" fmla="*/ 0 h 86"/>
              <a:gd name="T11" fmla="*/ 115 w 115"/>
              <a:gd name="T12" fmla="*/ 86 h 86"/>
            </a:gdLst>
            <a:ahLst/>
            <a:cxnLst>
              <a:cxn ang="T6">
                <a:pos x="T0" y="T1"/>
              </a:cxn>
              <a:cxn ang="T7">
                <a:pos x="T2" y="T3"/>
              </a:cxn>
              <a:cxn ang="T8">
                <a:pos x="T4" y="T5"/>
              </a:cxn>
            </a:cxnLst>
            <a:rect l="T9" t="T10" r="T11" b="T12"/>
            <a:pathLst>
              <a:path w="115" h="86">
                <a:moveTo>
                  <a:pt x="0" y="86"/>
                </a:moveTo>
                <a:cubicBezTo>
                  <a:pt x="30" y="78"/>
                  <a:pt x="60" y="71"/>
                  <a:pt x="79" y="57"/>
                </a:cubicBezTo>
                <a:cubicBezTo>
                  <a:pt x="98" y="43"/>
                  <a:pt x="109" y="9"/>
                  <a:pt x="115" y="0"/>
                </a:cubicBezTo>
              </a:path>
            </a:pathLst>
          </a:custGeom>
          <a:noFill/>
          <a:ln w="28575">
            <a:solidFill>
              <a:srgbClr val="FF5050"/>
            </a:solidFill>
            <a:round/>
            <a:headEnd/>
            <a:tailEnd/>
          </a:ln>
        </p:spPr>
        <p:txBody>
          <a:bodyPr/>
          <a:lstStyle/>
          <a:p>
            <a:endParaRPr lang="en-GB" sz="1600"/>
          </a:p>
        </p:txBody>
      </p:sp>
      <p:sp>
        <p:nvSpPr>
          <p:cNvPr id="21521" name="Line 24"/>
          <p:cNvSpPr>
            <a:spLocks noChangeShapeType="1"/>
          </p:cNvSpPr>
          <p:nvPr/>
        </p:nvSpPr>
        <p:spPr bwMode="auto">
          <a:xfrm flipV="1">
            <a:off x="5213350" y="3449638"/>
            <a:ext cx="92075" cy="604837"/>
          </a:xfrm>
          <a:prstGeom prst="line">
            <a:avLst/>
          </a:prstGeom>
          <a:noFill/>
          <a:ln w="28575">
            <a:solidFill>
              <a:srgbClr val="FF5050"/>
            </a:solidFill>
            <a:round/>
            <a:headEnd/>
            <a:tailEnd/>
          </a:ln>
        </p:spPr>
        <p:txBody>
          <a:bodyPr/>
          <a:lstStyle/>
          <a:p>
            <a:endParaRPr lang="en-GB" sz="1600"/>
          </a:p>
        </p:txBody>
      </p:sp>
      <p:sp>
        <p:nvSpPr>
          <p:cNvPr id="21522" name="Freeform 25"/>
          <p:cNvSpPr>
            <a:spLocks/>
          </p:cNvSpPr>
          <p:nvPr/>
        </p:nvSpPr>
        <p:spPr bwMode="auto">
          <a:xfrm rot="10800000">
            <a:off x="5302250" y="3327400"/>
            <a:ext cx="182563" cy="136525"/>
          </a:xfrm>
          <a:custGeom>
            <a:avLst/>
            <a:gdLst>
              <a:gd name="T0" fmla="*/ 0 w 115"/>
              <a:gd name="T1" fmla="*/ 2147483647 h 86"/>
              <a:gd name="T2" fmla="*/ 2147483647 w 115"/>
              <a:gd name="T3" fmla="*/ 2147483647 h 86"/>
              <a:gd name="T4" fmla="*/ 2147483647 w 115"/>
              <a:gd name="T5" fmla="*/ 0 h 86"/>
              <a:gd name="T6" fmla="*/ 0 60000 65536"/>
              <a:gd name="T7" fmla="*/ 0 60000 65536"/>
              <a:gd name="T8" fmla="*/ 0 60000 65536"/>
              <a:gd name="T9" fmla="*/ 0 w 115"/>
              <a:gd name="T10" fmla="*/ 0 h 86"/>
              <a:gd name="T11" fmla="*/ 115 w 115"/>
              <a:gd name="T12" fmla="*/ 86 h 86"/>
            </a:gdLst>
            <a:ahLst/>
            <a:cxnLst>
              <a:cxn ang="T6">
                <a:pos x="T0" y="T1"/>
              </a:cxn>
              <a:cxn ang="T7">
                <a:pos x="T2" y="T3"/>
              </a:cxn>
              <a:cxn ang="T8">
                <a:pos x="T4" y="T5"/>
              </a:cxn>
            </a:cxnLst>
            <a:rect l="T9" t="T10" r="T11" b="T12"/>
            <a:pathLst>
              <a:path w="115" h="86">
                <a:moveTo>
                  <a:pt x="0" y="86"/>
                </a:moveTo>
                <a:cubicBezTo>
                  <a:pt x="30" y="78"/>
                  <a:pt x="60" y="71"/>
                  <a:pt x="79" y="57"/>
                </a:cubicBezTo>
                <a:cubicBezTo>
                  <a:pt x="98" y="43"/>
                  <a:pt x="109" y="9"/>
                  <a:pt x="115" y="0"/>
                </a:cubicBezTo>
              </a:path>
            </a:pathLst>
          </a:custGeom>
          <a:noFill/>
          <a:ln w="28575">
            <a:solidFill>
              <a:srgbClr val="FF5050"/>
            </a:solidFill>
            <a:round/>
            <a:headEnd/>
            <a:tailEnd/>
          </a:ln>
        </p:spPr>
        <p:txBody>
          <a:bodyPr/>
          <a:lstStyle/>
          <a:p>
            <a:endParaRPr lang="en-GB" sz="1600"/>
          </a:p>
        </p:txBody>
      </p:sp>
      <p:sp>
        <p:nvSpPr>
          <p:cNvPr id="21523" name="Line 26"/>
          <p:cNvSpPr>
            <a:spLocks noChangeShapeType="1"/>
          </p:cNvSpPr>
          <p:nvPr/>
        </p:nvSpPr>
        <p:spPr bwMode="auto">
          <a:xfrm>
            <a:off x="5476875" y="3330575"/>
            <a:ext cx="406400" cy="0"/>
          </a:xfrm>
          <a:prstGeom prst="line">
            <a:avLst/>
          </a:prstGeom>
          <a:noFill/>
          <a:ln w="28575">
            <a:solidFill>
              <a:srgbClr val="FF5050"/>
            </a:solidFill>
            <a:round/>
            <a:headEnd/>
            <a:tailEnd/>
          </a:ln>
        </p:spPr>
        <p:txBody>
          <a:bodyPr/>
          <a:lstStyle/>
          <a:p>
            <a:endParaRPr lang="en-GB" sz="1600"/>
          </a:p>
        </p:txBody>
      </p:sp>
      <p:sp>
        <p:nvSpPr>
          <p:cNvPr id="21524" name="Freeform 27"/>
          <p:cNvSpPr>
            <a:spLocks/>
          </p:cNvSpPr>
          <p:nvPr/>
        </p:nvSpPr>
        <p:spPr bwMode="auto">
          <a:xfrm rot="-5400000">
            <a:off x="5857081" y="3340894"/>
            <a:ext cx="182563" cy="136525"/>
          </a:xfrm>
          <a:custGeom>
            <a:avLst/>
            <a:gdLst>
              <a:gd name="T0" fmla="*/ 0 w 115"/>
              <a:gd name="T1" fmla="*/ 2147483647 h 86"/>
              <a:gd name="T2" fmla="*/ 2147483647 w 115"/>
              <a:gd name="T3" fmla="*/ 2147483647 h 86"/>
              <a:gd name="T4" fmla="*/ 2147483647 w 115"/>
              <a:gd name="T5" fmla="*/ 0 h 86"/>
              <a:gd name="T6" fmla="*/ 0 60000 65536"/>
              <a:gd name="T7" fmla="*/ 0 60000 65536"/>
              <a:gd name="T8" fmla="*/ 0 60000 65536"/>
              <a:gd name="T9" fmla="*/ 0 w 115"/>
              <a:gd name="T10" fmla="*/ 0 h 86"/>
              <a:gd name="T11" fmla="*/ 115 w 115"/>
              <a:gd name="T12" fmla="*/ 86 h 86"/>
            </a:gdLst>
            <a:ahLst/>
            <a:cxnLst>
              <a:cxn ang="T6">
                <a:pos x="T0" y="T1"/>
              </a:cxn>
              <a:cxn ang="T7">
                <a:pos x="T2" y="T3"/>
              </a:cxn>
              <a:cxn ang="T8">
                <a:pos x="T4" y="T5"/>
              </a:cxn>
            </a:cxnLst>
            <a:rect l="T9" t="T10" r="T11" b="T12"/>
            <a:pathLst>
              <a:path w="115" h="86">
                <a:moveTo>
                  <a:pt x="0" y="86"/>
                </a:moveTo>
                <a:cubicBezTo>
                  <a:pt x="30" y="78"/>
                  <a:pt x="60" y="71"/>
                  <a:pt x="79" y="57"/>
                </a:cubicBezTo>
                <a:cubicBezTo>
                  <a:pt x="98" y="43"/>
                  <a:pt x="109" y="9"/>
                  <a:pt x="115" y="0"/>
                </a:cubicBezTo>
              </a:path>
            </a:pathLst>
          </a:custGeom>
          <a:noFill/>
          <a:ln w="28575">
            <a:solidFill>
              <a:srgbClr val="FF5050"/>
            </a:solidFill>
            <a:round/>
            <a:headEnd/>
            <a:tailEnd/>
          </a:ln>
        </p:spPr>
        <p:txBody>
          <a:bodyPr/>
          <a:lstStyle/>
          <a:p>
            <a:endParaRPr lang="en-GB" sz="1600"/>
          </a:p>
        </p:txBody>
      </p:sp>
      <p:sp>
        <p:nvSpPr>
          <p:cNvPr id="21525" name="Line 28"/>
          <p:cNvSpPr>
            <a:spLocks noChangeShapeType="1"/>
          </p:cNvSpPr>
          <p:nvPr/>
        </p:nvSpPr>
        <p:spPr bwMode="auto">
          <a:xfrm rot="16200000" flipH="1">
            <a:off x="5722144" y="3777456"/>
            <a:ext cx="657225" cy="74613"/>
          </a:xfrm>
          <a:prstGeom prst="line">
            <a:avLst/>
          </a:prstGeom>
          <a:noFill/>
          <a:ln w="28575">
            <a:solidFill>
              <a:srgbClr val="FF5050"/>
            </a:solidFill>
            <a:round/>
            <a:headEnd/>
            <a:tailEnd/>
          </a:ln>
        </p:spPr>
        <p:txBody>
          <a:bodyPr/>
          <a:lstStyle/>
          <a:p>
            <a:endParaRPr lang="en-GB" sz="1600"/>
          </a:p>
        </p:txBody>
      </p:sp>
      <p:sp>
        <p:nvSpPr>
          <p:cNvPr id="21526" name="Line 29"/>
          <p:cNvSpPr>
            <a:spLocks noChangeShapeType="1"/>
          </p:cNvSpPr>
          <p:nvPr/>
        </p:nvSpPr>
        <p:spPr bwMode="auto">
          <a:xfrm>
            <a:off x="4198938" y="5949950"/>
            <a:ext cx="3905250" cy="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</p:spPr>
        <p:txBody>
          <a:bodyPr/>
          <a:lstStyle/>
          <a:p>
            <a:endParaRPr lang="en-GB" sz="1600"/>
          </a:p>
        </p:txBody>
      </p:sp>
      <p:sp>
        <p:nvSpPr>
          <p:cNvPr id="21527" name="Line 30"/>
          <p:cNvSpPr>
            <a:spLocks noChangeShapeType="1"/>
          </p:cNvSpPr>
          <p:nvPr/>
        </p:nvSpPr>
        <p:spPr bwMode="auto">
          <a:xfrm>
            <a:off x="4267200" y="5911850"/>
            <a:ext cx="781050" cy="0"/>
          </a:xfrm>
          <a:prstGeom prst="line">
            <a:avLst/>
          </a:prstGeom>
          <a:noFill/>
          <a:ln w="28575">
            <a:solidFill>
              <a:srgbClr val="FF5050"/>
            </a:solidFill>
            <a:round/>
            <a:headEnd/>
            <a:tailEnd/>
          </a:ln>
        </p:spPr>
        <p:txBody>
          <a:bodyPr/>
          <a:lstStyle/>
          <a:p>
            <a:endParaRPr lang="en-GB" sz="1600"/>
          </a:p>
        </p:txBody>
      </p:sp>
      <p:sp>
        <p:nvSpPr>
          <p:cNvPr id="21528" name="Freeform 31"/>
          <p:cNvSpPr>
            <a:spLocks/>
          </p:cNvSpPr>
          <p:nvPr/>
        </p:nvSpPr>
        <p:spPr bwMode="auto">
          <a:xfrm>
            <a:off x="5033963" y="5702300"/>
            <a:ext cx="182562" cy="201613"/>
          </a:xfrm>
          <a:custGeom>
            <a:avLst/>
            <a:gdLst>
              <a:gd name="T0" fmla="*/ 0 w 115"/>
              <a:gd name="T1" fmla="*/ 2147483647 h 86"/>
              <a:gd name="T2" fmla="*/ 2147483647 w 115"/>
              <a:gd name="T3" fmla="*/ 2147483647 h 86"/>
              <a:gd name="T4" fmla="*/ 2147483647 w 115"/>
              <a:gd name="T5" fmla="*/ 0 h 86"/>
              <a:gd name="T6" fmla="*/ 0 60000 65536"/>
              <a:gd name="T7" fmla="*/ 0 60000 65536"/>
              <a:gd name="T8" fmla="*/ 0 60000 65536"/>
              <a:gd name="T9" fmla="*/ 0 w 115"/>
              <a:gd name="T10" fmla="*/ 0 h 86"/>
              <a:gd name="T11" fmla="*/ 115 w 115"/>
              <a:gd name="T12" fmla="*/ 86 h 86"/>
            </a:gdLst>
            <a:ahLst/>
            <a:cxnLst>
              <a:cxn ang="T6">
                <a:pos x="T0" y="T1"/>
              </a:cxn>
              <a:cxn ang="T7">
                <a:pos x="T2" y="T3"/>
              </a:cxn>
              <a:cxn ang="T8">
                <a:pos x="T4" y="T5"/>
              </a:cxn>
            </a:cxnLst>
            <a:rect l="T9" t="T10" r="T11" b="T12"/>
            <a:pathLst>
              <a:path w="115" h="86">
                <a:moveTo>
                  <a:pt x="0" y="86"/>
                </a:moveTo>
                <a:cubicBezTo>
                  <a:pt x="30" y="78"/>
                  <a:pt x="60" y="71"/>
                  <a:pt x="79" y="57"/>
                </a:cubicBezTo>
                <a:cubicBezTo>
                  <a:pt x="98" y="43"/>
                  <a:pt x="109" y="9"/>
                  <a:pt x="115" y="0"/>
                </a:cubicBezTo>
              </a:path>
            </a:pathLst>
          </a:custGeom>
          <a:noFill/>
          <a:ln w="28575">
            <a:solidFill>
              <a:srgbClr val="FF5050"/>
            </a:solidFill>
            <a:round/>
            <a:headEnd/>
            <a:tailEnd/>
          </a:ln>
        </p:spPr>
        <p:txBody>
          <a:bodyPr/>
          <a:lstStyle/>
          <a:p>
            <a:endParaRPr lang="en-GB" sz="1600"/>
          </a:p>
        </p:txBody>
      </p:sp>
      <p:sp>
        <p:nvSpPr>
          <p:cNvPr id="21529" name="Line 32"/>
          <p:cNvSpPr>
            <a:spLocks noChangeShapeType="1"/>
          </p:cNvSpPr>
          <p:nvPr/>
        </p:nvSpPr>
        <p:spPr bwMode="auto">
          <a:xfrm flipV="1">
            <a:off x="5203825" y="4887913"/>
            <a:ext cx="138113" cy="855662"/>
          </a:xfrm>
          <a:prstGeom prst="line">
            <a:avLst/>
          </a:prstGeom>
          <a:noFill/>
          <a:ln w="28575">
            <a:solidFill>
              <a:srgbClr val="FF5050"/>
            </a:solidFill>
            <a:round/>
            <a:headEnd/>
            <a:tailEnd/>
          </a:ln>
        </p:spPr>
        <p:txBody>
          <a:bodyPr/>
          <a:lstStyle/>
          <a:p>
            <a:endParaRPr lang="en-GB" sz="1600"/>
          </a:p>
        </p:txBody>
      </p:sp>
      <p:sp>
        <p:nvSpPr>
          <p:cNvPr id="21530" name="Freeform 34"/>
          <p:cNvSpPr>
            <a:spLocks/>
          </p:cNvSpPr>
          <p:nvPr/>
        </p:nvSpPr>
        <p:spPr bwMode="auto">
          <a:xfrm>
            <a:off x="5338763" y="4822825"/>
            <a:ext cx="149225" cy="215900"/>
          </a:xfrm>
          <a:custGeom>
            <a:avLst/>
            <a:gdLst>
              <a:gd name="T0" fmla="*/ 0 w 192"/>
              <a:gd name="T1" fmla="*/ 2147483647 h 136"/>
              <a:gd name="T2" fmla="*/ 2147483647 w 192"/>
              <a:gd name="T3" fmla="*/ 2147483647 h 136"/>
              <a:gd name="T4" fmla="*/ 2147483647 w 192"/>
              <a:gd name="T5" fmla="*/ 2147483647 h 136"/>
              <a:gd name="T6" fmla="*/ 2147483647 w 192"/>
              <a:gd name="T7" fmla="*/ 2147483647 h 136"/>
              <a:gd name="T8" fmla="*/ 2147483647 w 192"/>
              <a:gd name="T9" fmla="*/ 2147483647 h 136"/>
              <a:gd name="T10" fmla="*/ 2147483647 w 192"/>
              <a:gd name="T11" fmla="*/ 2147483647 h 136"/>
              <a:gd name="T12" fmla="*/ 2147483647 w 192"/>
              <a:gd name="T13" fmla="*/ 2147483647 h 136"/>
              <a:gd name="T14" fmla="*/ 0 60000 65536"/>
              <a:gd name="T15" fmla="*/ 0 60000 65536"/>
              <a:gd name="T16" fmla="*/ 0 60000 65536"/>
              <a:gd name="T17" fmla="*/ 0 60000 65536"/>
              <a:gd name="T18" fmla="*/ 0 60000 65536"/>
              <a:gd name="T19" fmla="*/ 0 60000 65536"/>
              <a:gd name="T20" fmla="*/ 0 60000 65536"/>
              <a:gd name="T21" fmla="*/ 0 w 192"/>
              <a:gd name="T22" fmla="*/ 0 h 136"/>
              <a:gd name="T23" fmla="*/ 192 w 192"/>
              <a:gd name="T24" fmla="*/ 136 h 136"/>
            </a:gdLst>
            <a:ahLst/>
            <a:cxnLst>
              <a:cxn ang="T14">
                <a:pos x="T0" y="T1"/>
              </a:cxn>
              <a:cxn ang="T15">
                <a:pos x="T2" y="T3"/>
              </a:cxn>
              <a:cxn ang="T16">
                <a:pos x="T4" y="T5"/>
              </a:cxn>
              <a:cxn ang="T17">
                <a:pos x="T6" y="T7"/>
              </a:cxn>
              <a:cxn ang="T18">
                <a:pos x="T8" y="T9"/>
              </a:cxn>
              <a:cxn ang="T19">
                <a:pos x="T10" y="T11"/>
              </a:cxn>
              <a:cxn ang="T20">
                <a:pos x="T12" y="T13"/>
              </a:cxn>
            </a:cxnLst>
            <a:rect l="T21" t="T22" r="T23" b="T24"/>
            <a:pathLst>
              <a:path w="192" h="136">
                <a:moveTo>
                  <a:pt x="0" y="37"/>
                </a:moveTo>
                <a:cubicBezTo>
                  <a:pt x="22" y="4"/>
                  <a:pt x="3" y="0"/>
                  <a:pt x="52" y="8"/>
                </a:cubicBezTo>
                <a:cubicBezTo>
                  <a:pt x="74" y="21"/>
                  <a:pt x="73" y="33"/>
                  <a:pt x="87" y="54"/>
                </a:cubicBezTo>
                <a:cubicBezTo>
                  <a:pt x="75" y="90"/>
                  <a:pt x="87" y="115"/>
                  <a:pt x="116" y="136"/>
                </a:cubicBezTo>
                <a:cubicBezTo>
                  <a:pt x="129" y="109"/>
                  <a:pt x="141" y="88"/>
                  <a:pt x="151" y="60"/>
                </a:cubicBezTo>
                <a:cubicBezTo>
                  <a:pt x="159" y="62"/>
                  <a:pt x="166" y="67"/>
                  <a:pt x="174" y="66"/>
                </a:cubicBezTo>
                <a:cubicBezTo>
                  <a:pt x="181" y="65"/>
                  <a:pt x="192" y="54"/>
                  <a:pt x="192" y="54"/>
                </a:cubicBezTo>
              </a:path>
            </a:pathLst>
          </a:custGeom>
          <a:noFill/>
          <a:ln w="28575">
            <a:solidFill>
              <a:srgbClr val="FF5050"/>
            </a:solidFill>
            <a:round/>
            <a:headEnd/>
            <a:tailEnd/>
          </a:ln>
        </p:spPr>
        <p:txBody>
          <a:bodyPr/>
          <a:lstStyle/>
          <a:p>
            <a:endParaRPr lang="en-GB" sz="1600"/>
          </a:p>
        </p:txBody>
      </p:sp>
      <p:sp>
        <p:nvSpPr>
          <p:cNvPr id="21531" name="Line 35"/>
          <p:cNvSpPr>
            <a:spLocks noChangeShapeType="1"/>
          </p:cNvSpPr>
          <p:nvPr/>
        </p:nvSpPr>
        <p:spPr bwMode="auto">
          <a:xfrm>
            <a:off x="5486400" y="4910138"/>
            <a:ext cx="406400" cy="0"/>
          </a:xfrm>
          <a:prstGeom prst="line">
            <a:avLst/>
          </a:prstGeom>
          <a:noFill/>
          <a:ln w="28575">
            <a:solidFill>
              <a:srgbClr val="FF5050"/>
            </a:solidFill>
            <a:round/>
            <a:headEnd/>
            <a:tailEnd/>
          </a:ln>
        </p:spPr>
        <p:txBody>
          <a:bodyPr/>
          <a:lstStyle/>
          <a:p>
            <a:endParaRPr lang="en-GB" sz="1600"/>
          </a:p>
        </p:txBody>
      </p:sp>
      <p:sp>
        <p:nvSpPr>
          <p:cNvPr id="21532" name="Freeform 36"/>
          <p:cNvSpPr>
            <a:spLocks/>
          </p:cNvSpPr>
          <p:nvPr/>
        </p:nvSpPr>
        <p:spPr bwMode="auto">
          <a:xfrm rot="-5400000">
            <a:off x="5866607" y="4920456"/>
            <a:ext cx="182562" cy="136525"/>
          </a:xfrm>
          <a:custGeom>
            <a:avLst/>
            <a:gdLst>
              <a:gd name="T0" fmla="*/ 0 w 115"/>
              <a:gd name="T1" fmla="*/ 2147483647 h 86"/>
              <a:gd name="T2" fmla="*/ 2147483647 w 115"/>
              <a:gd name="T3" fmla="*/ 2147483647 h 86"/>
              <a:gd name="T4" fmla="*/ 2147483647 w 115"/>
              <a:gd name="T5" fmla="*/ 0 h 86"/>
              <a:gd name="T6" fmla="*/ 0 60000 65536"/>
              <a:gd name="T7" fmla="*/ 0 60000 65536"/>
              <a:gd name="T8" fmla="*/ 0 60000 65536"/>
              <a:gd name="T9" fmla="*/ 0 w 115"/>
              <a:gd name="T10" fmla="*/ 0 h 86"/>
              <a:gd name="T11" fmla="*/ 115 w 115"/>
              <a:gd name="T12" fmla="*/ 86 h 86"/>
            </a:gdLst>
            <a:ahLst/>
            <a:cxnLst>
              <a:cxn ang="T6">
                <a:pos x="T0" y="T1"/>
              </a:cxn>
              <a:cxn ang="T7">
                <a:pos x="T2" y="T3"/>
              </a:cxn>
              <a:cxn ang="T8">
                <a:pos x="T4" y="T5"/>
              </a:cxn>
            </a:cxnLst>
            <a:rect l="T9" t="T10" r="T11" b="T12"/>
            <a:pathLst>
              <a:path w="115" h="86">
                <a:moveTo>
                  <a:pt x="0" y="86"/>
                </a:moveTo>
                <a:cubicBezTo>
                  <a:pt x="30" y="78"/>
                  <a:pt x="60" y="71"/>
                  <a:pt x="79" y="57"/>
                </a:cubicBezTo>
                <a:cubicBezTo>
                  <a:pt x="98" y="43"/>
                  <a:pt x="109" y="9"/>
                  <a:pt x="115" y="0"/>
                </a:cubicBezTo>
              </a:path>
            </a:pathLst>
          </a:custGeom>
          <a:noFill/>
          <a:ln w="28575">
            <a:solidFill>
              <a:srgbClr val="FF5050"/>
            </a:solidFill>
            <a:round/>
            <a:headEnd/>
            <a:tailEnd/>
          </a:ln>
        </p:spPr>
        <p:txBody>
          <a:bodyPr/>
          <a:lstStyle/>
          <a:p>
            <a:endParaRPr lang="en-GB" sz="1600"/>
          </a:p>
        </p:txBody>
      </p:sp>
      <p:sp>
        <p:nvSpPr>
          <p:cNvPr id="21533" name="Line 37"/>
          <p:cNvSpPr>
            <a:spLocks noChangeShapeType="1"/>
          </p:cNvSpPr>
          <p:nvPr/>
        </p:nvSpPr>
        <p:spPr bwMode="auto">
          <a:xfrm rot="16200000" flipH="1">
            <a:off x="5643563" y="5445125"/>
            <a:ext cx="850900" cy="92075"/>
          </a:xfrm>
          <a:prstGeom prst="line">
            <a:avLst/>
          </a:prstGeom>
          <a:noFill/>
          <a:ln w="28575">
            <a:solidFill>
              <a:srgbClr val="FF5050"/>
            </a:solidFill>
            <a:round/>
            <a:headEnd/>
            <a:tailEnd/>
          </a:ln>
        </p:spPr>
        <p:txBody>
          <a:bodyPr/>
          <a:lstStyle/>
          <a:p>
            <a:endParaRPr lang="en-GB" sz="1600"/>
          </a:p>
        </p:txBody>
      </p:sp>
      <p:sp>
        <p:nvSpPr>
          <p:cNvPr id="21534" name="Freeform 38"/>
          <p:cNvSpPr>
            <a:spLocks/>
          </p:cNvSpPr>
          <p:nvPr/>
        </p:nvSpPr>
        <p:spPr bwMode="auto">
          <a:xfrm>
            <a:off x="6105525" y="5789613"/>
            <a:ext cx="203200" cy="246062"/>
          </a:xfrm>
          <a:custGeom>
            <a:avLst/>
            <a:gdLst>
              <a:gd name="T0" fmla="*/ 2147483647 w 128"/>
              <a:gd name="T1" fmla="*/ 2147483647 h 155"/>
              <a:gd name="T2" fmla="*/ 2147483647 w 128"/>
              <a:gd name="T3" fmla="*/ 2147483647 h 155"/>
              <a:gd name="T4" fmla="*/ 2147483647 w 128"/>
              <a:gd name="T5" fmla="*/ 2147483647 h 155"/>
              <a:gd name="T6" fmla="*/ 2147483647 w 128"/>
              <a:gd name="T7" fmla="*/ 2147483647 h 155"/>
              <a:gd name="T8" fmla="*/ 2147483647 w 128"/>
              <a:gd name="T9" fmla="*/ 2147483647 h 155"/>
              <a:gd name="T10" fmla="*/ 2147483647 w 128"/>
              <a:gd name="T11" fmla="*/ 2147483647 h 155"/>
              <a:gd name="T12" fmla="*/ 0 w 128"/>
              <a:gd name="T13" fmla="*/ 2147483647 h 155"/>
              <a:gd name="T14" fmla="*/ 0 60000 65536"/>
              <a:gd name="T15" fmla="*/ 0 60000 65536"/>
              <a:gd name="T16" fmla="*/ 0 60000 65536"/>
              <a:gd name="T17" fmla="*/ 0 60000 65536"/>
              <a:gd name="T18" fmla="*/ 0 60000 65536"/>
              <a:gd name="T19" fmla="*/ 0 60000 65536"/>
              <a:gd name="T20" fmla="*/ 0 60000 65536"/>
              <a:gd name="T21" fmla="*/ 0 w 128"/>
              <a:gd name="T22" fmla="*/ 0 h 155"/>
              <a:gd name="T23" fmla="*/ 128 w 128"/>
              <a:gd name="T24" fmla="*/ 155 h 155"/>
            </a:gdLst>
            <a:ahLst/>
            <a:cxnLst>
              <a:cxn ang="T14">
                <a:pos x="T0" y="T1"/>
              </a:cxn>
              <a:cxn ang="T15">
                <a:pos x="T2" y="T3"/>
              </a:cxn>
              <a:cxn ang="T16">
                <a:pos x="T4" y="T5"/>
              </a:cxn>
              <a:cxn ang="T17">
                <a:pos x="T6" y="T7"/>
              </a:cxn>
              <a:cxn ang="T18">
                <a:pos x="T8" y="T9"/>
              </a:cxn>
              <a:cxn ang="T19">
                <a:pos x="T10" y="T11"/>
              </a:cxn>
              <a:cxn ang="T20">
                <a:pos x="T12" y="T13"/>
              </a:cxn>
            </a:cxnLst>
            <a:rect l="T21" t="T22" r="T23" b="T24"/>
            <a:pathLst>
              <a:path w="128" h="155">
                <a:moveTo>
                  <a:pt x="128" y="79"/>
                </a:moveTo>
                <a:cubicBezTo>
                  <a:pt x="117" y="46"/>
                  <a:pt x="119" y="0"/>
                  <a:pt x="95" y="8"/>
                </a:cubicBezTo>
                <a:cubicBezTo>
                  <a:pt x="84" y="21"/>
                  <a:pt x="75" y="63"/>
                  <a:pt x="68" y="84"/>
                </a:cubicBezTo>
                <a:cubicBezTo>
                  <a:pt x="74" y="120"/>
                  <a:pt x="51" y="134"/>
                  <a:pt x="37" y="155"/>
                </a:cubicBezTo>
                <a:cubicBezTo>
                  <a:pt x="31" y="128"/>
                  <a:pt x="9" y="83"/>
                  <a:pt x="4" y="55"/>
                </a:cubicBezTo>
                <a:cubicBezTo>
                  <a:pt x="0" y="57"/>
                  <a:pt x="13" y="86"/>
                  <a:pt x="9" y="85"/>
                </a:cubicBezTo>
                <a:cubicBezTo>
                  <a:pt x="5" y="84"/>
                  <a:pt x="0" y="73"/>
                  <a:pt x="0" y="73"/>
                </a:cubicBezTo>
              </a:path>
            </a:pathLst>
          </a:custGeom>
          <a:noFill/>
          <a:ln w="28575">
            <a:solidFill>
              <a:srgbClr val="FF5050"/>
            </a:solidFill>
            <a:round/>
            <a:headEnd/>
            <a:tailEnd/>
          </a:ln>
        </p:spPr>
        <p:txBody>
          <a:bodyPr/>
          <a:lstStyle/>
          <a:p>
            <a:endParaRPr lang="en-GB" sz="1600"/>
          </a:p>
        </p:txBody>
      </p:sp>
      <p:sp>
        <p:nvSpPr>
          <p:cNvPr id="21535" name="Line 39"/>
          <p:cNvSpPr>
            <a:spLocks noChangeShapeType="1"/>
          </p:cNvSpPr>
          <p:nvPr/>
        </p:nvSpPr>
        <p:spPr bwMode="auto">
          <a:xfrm>
            <a:off x="6280150" y="5916613"/>
            <a:ext cx="406400" cy="0"/>
          </a:xfrm>
          <a:prstGeom prst="line">
            <a:avLst/>
          </a:prstGeom>
          <a:noFill/>
          <a:ln w="28575">
            <a:solidFill>
              <a:srgbClr val="FF5050"/>
            </a:solidFill>
            <a:round/>
            <a:headEnd/>
            <a:tailEnd/>
          </a:ln>
        </p:spPr>
        <p:txBody>
          <a:bodyPr/>
          <a:lstStyle/>
          <a:p>
            <a:endParaRPr lang="en-GB" sz="1600"/>
          </a:p>
        </p:txBody>
      </p:sp>
      <p:sp>
        <p:nvSpPr>
          <p:cNvPr id="21536" name="Text Box 40"/>
          <p:cNvSpPr txBox="1">
            <a:spLocks noChangeArrowheads="1"/>
          </p:cNvSpPr>
          <p:nvPr/>
        </p:nvSpPr>
        <p:spPr bwMode="auto">
          <a:xfrm>
            <a:off x="4335463" y="2168525"/>
            <a:ext cx="369887" cy="336550"/>
          </a:xfrm>
          <a:prstGeom prst="rect">
            <a:avLst/>
          </a:prstGeom>
          <a:noFill/>
          <a:ln w="9525" algn="ctr">
            <a:noFill/>
            <a:miter lim="800000"/>
            <a:headEnd/>
            <a:tailEnd/>
          </a:ln>
        </p:spPr>
        <p:txBody>
          <a:bodyPr wrap="none">
            <a:spAutoFit/>
          </a:bodyPr>
          <a:lstStyle/>
          <a:p>
            <a:r>
              <a:rPr lang="en-GB" sz="1600" b="0"/>
              <a:t>in</a:t>
            </a:r>
            <a:endParaRPr lang="en-US" sz="1600" b="0"/>
          </a:p>
        </p:txBody>
      </p:sp>
      <p:sp>
        <p:nvSpPr>
          <p:cNvPr id="21537" name="Text Box 41"/>
          <p:cNvSpPr txBox="1">
            <a:spLocks noChangeArrowheads="1"/>
          </p:cNvSpPr>
          <p:nvPr/>
        </p:nvSpPr>
        <p:spPr bwMode="auto">
          <a:xfrm>
            <a:off x="4356100" y="3470275"/>
            <a:ext cx="511175" cy="336550"/>
          </a:xfrm>
          <a:prstGeom prst="rect">
            <a:avLst/>
          </a:prstGeom>
          <a:noFill/>
          <a:ln w="9525" algn="ctr">
            <a:noFill/>
            <a:miter lim="800000"/>
            <a:headEnd/>
            <a:tailEnd/>
          </a:ln>
        </p:spPr>
        <p:txBody>
          <a:bodyPr wrap="none">
            <a:spAutoFit/>
          </a:bodyPr>
          <a:lstStyle/>
          <a:p>
            <a:r>
              <a:rPr lang="en-GB" sz="1600" b="0"/>
              <a:t>out</a:t>
            </a:r>
            <a:endParaRPr lang="en-US" sz="1600" b="0"/>
          </a:p>
        </p:txBody>
      </p:sp>
      <p:sp>
        <p:nvSpPr>
          <p:cNvPr id="21538" name="Text Box 42"/>
          <p:cNvSpPr txBox="1">
            <a:spLocks noChangeArrowheads="1"/>
          </p:cNvSpPr>
          <p:nvPr/>
        </p:nvSpPr>
        <p:spPr bwMode="auto">
          <a:xfrm>
            <a:off x="468312" y="3463926"/>
            <a:ext cx="3497631" cy="1272143"/>
          </a:xfrm>
          <a:prstGeom prst="rect">
            <a:avLst/>
          </a:prstGeom>
          <a:noFill/>
          <a:ln w="9525" algn="ctr">
            <a:noFill/>
            <a:miter lim="800000"/>
            <a:headEnd/>
            <a:tailEnd/>
          </a:ln>
        </p:spPr>
        <p:txBody>
          <a:bodyPr wrap="square">
            <a:spAutoFit/>
          </a:bodyPr>
          <a:lstStyle/>
          <a:p>
            <a:pPr>
              <a:lnSpc>
                <a:spcPts val="2300"/>
              </a:lnSpc>
            </a:pPr>
            <a:r>
              <a:rPr lang="en-GB" sz="1600" b="0" dirty="0"/>
              <a:t>circuit produces rounding of edges due to </a:t>
            </a:r>
            <a:r>
              <a:rPr lang="en-GB" sz="1600" b="0" dirty="0" err="1"/>
              <a:t>limted</a:t>
            </a:r>
            <a:r>
              <a:rPr lang="en-GB" sz="1600" b="0" dirty="0"/>
              <a:t> frequency response (due to filtering, as previous)</a:t>
            </a:r>
            <a:endParaRPr lang="en-US" sz="1600" b="0" dirty="0"/>
          </a:p>
        </p:txBody>
      </p:sp>
      <p:sp>
        <p:nvSpPr>
          <p:cNvPr id="21539" name="Text Box 43"/>
          <p:cNvSpPr txBox="1">
            <a:spLocks noChangeArrowheads="1"/>
          </p:cNvSpPr>
          <p:nvPr/>
        </p:nvSpPr>
        <p:spPr bwMode="auto">
          <a:xfrm>
            <a:off x="447233" y="4915638"/>
            <a:ext cx="3692967" cy="977191"/>
          </a:xfrm>
          <a:prstGeom prst="rect">
            <a:avLst/>
          </a:prstGeom>
          <a:noFill/>
          <a:ln w="9525" algn="ctr">
            <a:noFill/>
            <a:miter lim="800000"/>
            <a:headEnd/>
            <a:tailEnd/>
          </a:ln>
        </p:spPr>
        <p:txBody>
          <a:bodyPr wrap="square">
            <a:spAutoFit/>
          </a:bodyPr>
          <a:lstStyle/>
          <a:p>
            <a:pPr>
              <a:lnSpc>
                <a:spcPts val="2300"/>
              </a:lnSpc>
            </a:pPr>
            <a:r>
              <a:rPr lang="en-GB" sz="1600" b="0" dirty="0"/>
              <a:t>… or circuit over-runs rise and falls in transients, causing “ringing” effects</a:t>
            </a:r>
            <a:endParaRPr lang="en-US" sz="1600" b="0" dirty="0"/>
          </a:p>
        </p:txBody>
      </p:sp>
      <p:sp>
        <p:nvSpPr>
          <p:cNvPr id="21540" name="Text Box 44"/>
          <p:cNvSpPr txBox="1">
            <a:spLocks noChangeArrowheads="1"/>
          </p:cNvSpPr>
          <p:nvPr/>
        </p:nvSpPr>
        <p:spPr bwMode="auto">
          <a:xfrm>
            <a:off x="4356100" y="5054600"/>
            <a:ext cx="725488" cy="336550"/>
          </a:xfrm>
          <a:prstGeom prst="rect">
            <a:avLst/>
          </a:prstGeom>
          <a:noFill/>
          <a:ln w="9525" algn="ctr">
            <a:noFill/>
            <a:miter lim="800000"/>
            <a:headEnd/>
            <a:tailEnd/>
          </a:ln>
        </p:spPr>
        <p:txBody>
          <a:bodyPr wrap="none">
            <a:spAutoFit/>
          </a:bodyPr>
          <a:lstStyle/>
          <a:p>
            <a:r>
              <a:rPr lang="en-GB" sz="1600" b="0"/>
              <a:t>or … </a:t>
            </a:r>
            <a:endParaRPr lang="en-US" sz="1600" b="0"/>
          </a:p>
        </p:txBody>
      </p:sp>
    </p:spTree>
    <p:extLst>
      <p:ext uri="{BB962C8B-B14F-4D97-AF65-F5344CB8AC3E}">
        <p14:creationId xmlns:p14="http://schemas.microsoft.com/office/powerpoint/2010/main" val="3263514695"/>
      </p:ext>
    </p:extLst>
  </p:cSld>
  <p:clrMapOvr>
    <a:masterClrMapping/>
  </p:clrMapOvr>
</p:sld>
</file>

<file path=ppt/slides/slide7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5"/>
          <p:cNvGrpSpPr>
            <a:grpSpLocks/>
          </p:cNvGrpSpPr>
          <p:nvPr/>
        </p:nvGrpSpPr>
        <p:grpSpPr bwMode="auto">
          <a:xfrm>
            <a:off x="5446713" y="463550"/>
            <a:ext cx="3043237" cy="1547813"/>
            <a:chOff x="554" y="1205"/>
            <a:chExt cx="4743" cy="1681"/>
          </a:xfrm>
        </p:grpSpPr>
        <p:sp>
          <p:nvSpPr>
            <p:cNvPr id="22586" name="Line 6"/>
            <p:cNvSpPr>
              <a:spLocks noChangeShapeType="1"/>
            </p:cNvSpPr>
            <p:nvPr/>
          </p:nvSpPr>
          <p:spPr bwMode="auto">
            <a:xfrm>
              <a:off x="554" y="2043"/>
              <a:ext cx="4743" cy="1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</p:spPr>
          <p:txBody>
            <a:bodyPr/>
            <a:lstStyle/>
            <a:p>
              <a:endParaRPr lang="en-GB" sz="1600"/>
            </a:p>
          </p:txBody>
        </p:sp>
        <p:sp>
          <p:nvSpPr>
            <p:cNvPr id="22587" name="Line 7"/>
            <p:cNvSpPr>
              <a:spLocks noChangeShapeType="1"/>
            </p:cNvSpPr>
            <p:nvPr/>
          </p:nvSpPr>
          <p:spPr bwMode="auto">
            <a:xfrm>
              <a:off x="578" y="1205"/>
              <a:ext cx="1" cy="1681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</p:spPr>
          <p:txBody>
            <a:bodyPr/>
            <a:lstStyle/>
            <a:p>
              <a:endParaRPr lang="en-GB" sz="1600"/>
            </a:p>
          </p:txBody>
        </p:sp>
        <p:grpSp>
          <p:nvGrpSpPr>
            <p:cNvPr id="3" name="Group 8"/>
            <p:cNvGrpSpPr>
              <a:grpSpLocks/>
            </p:cNvGrpSpPr>
            <p:nvPr/>
          </p:nvGrpSpPr>
          <p:grpSpPr bwMode="auto">
            <a:xfrm>
              <a:off x="581" y="1320"/>
              <a:ext cx="911" cy="736"/>
              <a:chOff x="709" y="1560"/>
              <a:chExt cx="911" cy="736"/>
            </a:xfrm>
          </p:grpSpPr>
          <p:sp>
            <p:nvSpPr>
              <p:cNvPr id="22602" name="Freeform 9"/>
              <p:cNvSpPr>
                <a:spLocks/>
              </p:cNvSpPr>
              <p:nvPr/>
            </p:nvSpPr>
            <p:spPr bwMode="auto">
              <a:xfrm>
                <a:off x="709" y="1564"/>
                <a:ext cx="472" cy="713"/>
              </a:xfrm>
              <a:custGeom>
                <a:avLst/>
                <a:gdLst>
                  <a:gd name="T0" fmla="*/ 0 w 1426"/>
                  <a:gd name="T1" fmla="*/ 222 h 1277"/>
                  <a:gd name="T2" fmla="*/ 17 w 1426"/>
                  <a:gd name="T3" fmla="*/ 116 h 1277"/>
                  <a:gd name="T4" fmla="*/ 31 w 1426"/>
                  <a:gd name="T5" fmla="*/ 41 h 1277"/>
                  <a:gd name="T6" fmla="*/ 43 w 1426"/>
                  <a:gd name="T7" fmla="*/ 8 h 1277"/>
                  <a:gd name="T8" fmla="*/ 52 w 1426"/>
                  <a:gd name="T9" fmla="*/ 0 h 1277"/>
                  <a:gd name="T10" fmla="*/ 0 60000 65536"/>
                  <a:gd name="T11" fmla="*/ 0 60000 65536"/>
                  <a:gd name="T12" fmla="*/ 0 60000 65536"/>
                  <a:gd name="T13" fmla="*/ 0 60000 65536"/>
                  <a:gd name="T14" fmla="*/ 0 60000 65536"/>
                  <a:gd name="T15" fmla="*/ 0 w 1426"/>
                  <a:gd name="T16" fmla="*/ 0 h 1277"/>
                  <a:gd name="T17" fmla="*/ 1426 w 1426"/>
                  <a:gd name="T18" fmla="*/ 1277 h 1277"/>
                </a:gdLst>
                <a:ahLst/>
                <a:cxnLst>
                  <a:cxn ang="T10">
                    <a:pos x="T0" y="T1"/>
                  </a:cxn>
                  <a:cxn ang="T11">
                    <a:pos x="T2" y="T3"/>
                  </a:cxn>
                  <a:cxn ang="T12">
                    <a:pos x="T4" y="T5"/>
                  </a:cxn>
                  <a:cxn ang="T13">
                    <a:pos x="T6" y="T7"/>
                  </a:cxn>
                  <a:cxn ang="T14">
                    <a:pos x="T8" y="T9"/>
                  </a:cxn>
                </a:cxnLst>
                <a:rect l="T15" t="T16" r="T17" b="T18"/>
                <a:pathLst>
                  <a:path w="1426" h="1277">
                    <a:moveTo>
                      <a:pt x="0" y="1277"/>
                    </a:moveTo>
                    <a:cubicBezTo>
                      <a:pt x="78" y="1178"/>
                      <a:pt x="325" y="841"/>
                      <a:pt x="466" y="668"/>
                    </a:cubicBezTo>
                    <a:cubicBezTo>
                      <a:pt x="607" y="495"/>
                      <a:pt x="728" y="342"/>
                      <a:pt x="848" y="239"/>
                    </a:cubicBezTo>
                    <a:cubicBezTo>
                      <a:pt x="967" y="135"/>
                      <a:pt x="1086" y="88"/>
                      <a:pt x="1182" y="48"/>
                    </a:cubicBezTo>
                    <a:cubicBezTo>
                      <a:pt x="1278" y="8"/>
                      <a:pt x="1375" y="10"/>
                      <a:pt x="1426" y="0"/>
                    </a:cubicBezTo>
                  </a:path>
                </a:pathLst>
              </a:custGeom>
              <a:noFill/>
              <a:ln w="28575">
                <a:solidFill>
                  <a:srgbClr val="FF0000"/>
                </a:solidFill>
                <a:round/>
                <a:headEnd/>
                <a:tailEnd/>
              </a:ln>
            </p:spPr>
            <p:txBody>
              <a:bodyPr/>
              <a:lstStyle/>
              <a:p>
                <a:endParaRPr lang="en-GB" sz="1600"/>
              </a:p>
            </p:txBody>
          </p:sp>
          <p:sp>
            <p:nvSpPr>
              <p:cNvPr id="22603" name="Freeform 10"/>
              <p:cNvSpPr>
                <a:spLocks/>
              </p:cNvSpPr>
              <p:nvPr/>
            </p:nvSpPr>
            <p:spPr bwMode="auto">
              <a:xfrm>
                <a:off x="1170" y="1560"/>
                <a:ext cx="450" cy="709"/>
              </a:xfrm>
              <a:custGeom>
                <a:avLst/>
                <a:gdLst>
                  <a:gd name="T0" fmla="*/ 49 w 1360"/>
                  <a:gd name="T1" fmla="*/ 221 h 1269"/>
                  <a:gd name="T2" fmla="*/ 32 w 1360"/>
                  <a:gd name="T3" fmla="*/ 115 h 1269"/>
                  <a:gd name="T4" fmla="*/ 19 w 1360"/>
                  <a:gd name="T5" fmla="*/ 40 h 1269"/>
                  <a:gd name="T6" fmla="*/ 7 w 1360"/>
                  <a:gd name="T7" fmla="*/ 7 h 1269"/>
                  <a:gd name="T8" fmla="*/ 0 w 1360"/>
                  <a:gd name="T9" fmla="*/ 0 h 1269"/>
                  <a:gd name="T10" fmla="*/ 0 60000 65536"/>
                  <a:gd name="T11" fmla="*/ 0 60000 65536"/>
                  <a:gd name="T12" fmla="*/ 0 60000 65536"/>
                  <a:gd name="T13" fmla="*/ 0 60000 65536"/>
                  <a:gd name="T14" fmla="*/ 0 60000 65536"/>
                  <a:gd name="T15" fmla="*/ 0 w 1360"/>
                  <a:gd name="T16" fmla="*/ 0 h 1269"/>
                  <a:gd name="T17" fmla="*/ 1360 w 1360"/>
                  <a:gd name="T18" fmla="*/ 1269 h 1269"/>
                </a:gdLst>
                <a:ahLst/>
                <a:cxnLst>
                  <a:cxn ang="T10">
                    <a:pos x="T0" y="T1"/>
                  </a:cxn>
                  <a:cxn ang="T11">
                    <a:pos x="T2" y="T3"/>
                  </a:cxn>
                  <a:cxn ang="T12">
                    <a:pos x="T4" y="T5"/>
                  </a:cxn>
                  <a:cxn ang="T13">
                    <a:pos x="T6" y="T7"/>
                  </a:cxn>
                  <a:cxn ang="T14">
                    <a:pos x="T8" y="T9"/>
                  </a:cxn>
                </a:cxnLst>
                <a:rect l="T15" t="T16" r="T17" b="T18"/>
                <a:pathLst>
                  <a:path w="1360" h="1269">
                    <a:moveTo>
                      <a:pt x="1360" y="1269"/>
                    </a:moveTo>
                    <a:cubicBezTo>
                      <a:pt x="1282" y="1170"/>
                      <a:pt x="1035" y="833"/>
                      <a:pt x="894" y="660"/>
                    </a:cubicBezTo>
                    <a:cubicBezTo>
                      <a:pt x="753" y="487"/>
                      <a:pt x="632" y="334"/>
                      <a:pt x="512" y="231"/>
                    </a:cubicBezTo>
                    <a:cubicBezTo>
                      <a:pt x="393" y="127"/>
                      <a:pt x="263" y="78"/>
                      <a:pt x="178" y="40"/>
                    </a:cubicBezTo>
                    <a:cubicBezTo>
                      <a:pt x="93" y="2"/>
                      <a:pt x="37" y="8"/>
                      <a:pt x="0" y="0"/>
                    </a:cubicBezTo>
                  </a:path>
                </a:pathLst>
              </a:custGeom>
              <a:noFill/>
              <a:ln w="28575">
                <a:solidFill>
                  <a:srgbClr val="FF0000"/>
                </a:solidFill>
                <a:round/>
                <a:headEnd/>
                <a:tailEnd/>
              </a:ln>
            </p:spPr>
            <p:txBody>
              <a:bodyPr/>
              <a:lstStyle/>
              <a:p>
                <a:endParaRPr lang="en-GB" sz="1600"/>
              </a:p>
            </p:txBody>
          </p:sp>
          <p:sp>
            <p:nvSpPr>
              <p:cNvPr id="22604" name="Line 11"/>
              <p:cNvSpPr>
                <a:spLocks noChangeShapeType="1"/>
              </p:cNvSpPr>
              <p:nvPr/>
            </p:nvSpPr>
            <p:spPr bwMode="auto">
              <a:xfrm>
                <a:off x="1180" y="1563"/>
                <a:ext cx="0" cy="733"/>
              </a:xfrm>
              <a:prstGeom prst="line">
                <a:avLst/>
              </a:prstGeom>
              <a:noFill/>
              <a:ln w="9525">
                <a:solidFill>
                  <a:schemeClr val="tx1"/>
                </a:solidFill>
                <a:prstDash val="dash"/>
                <a:round/>
                <a:headEnd/>
                <a:tailEnd/>
              </a:ln>
            </p:spPr>
            <p:txBody>
              <a:bodyPr/>
              <a:lstStyle/>
              <a:p>
                <a:endParaRPr lang="en-GB" sz="1600"/>
              </a:p>
            </p:txBody>
          </p:sp>
        </p:grpSp>
        <p:sp>
          <p:nvSpPr>
            <p:cNvPr id="22589" name="Freeform 12"/>
            <p:cNvSpPr>
              <a:spLocks/>
            </p:cNvSpPr>
            <p:nvPr/>
          </p:nvSpPr>
          <p:spPr bwMode="auto">
            <a:xfrm flipV="1">
              <a:off x="1506" y="2052"/>
              <a:ext cx="471" cy="713"/>
            </a:xfrm>
            <a:custGeom>
              <a:avLst/>
              <a:gdLst>
                <a:gd name="T0" fmla="*/ 0 w 1426"/>
                <a:gd name="T1" fmla="*/ 222 h 1277"/>
                <a:gd name="T2" fmla="*/ 17 w 1426"/>
                <a:gd name="T3" fmla="*/ 116 h 1277"/>
                <a:gd name="T4" fmla="*/ 30 w 1426"/>
                <a:gd name="T5" fmla="*/ 41 h 1277"/>
                <a:gd name="T6" fmla="*/ 43 w 1426"/>
                <a:gd name="T7" fmla="*/ 8 h 1277"/>
                <a:gd name="T8" fmla="*/ 52 w 1426"/>
                <a:gd name="T9" fmla="*/ 0 h 1277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  <a:gd name="T15" fmla="*/ 0 w 1426"/>
                <a:gd name="T16" fmla="*/ 0 h 1277"/>
                <a:gd name="T17" fmla="*/ 1426 w 1426"/>
                <a:gd name="T18" fmla="*/ 1277 h 1277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T15" t="T16" r="T17" b="T18"/>
              <a:pathLst>
                <a:path w="1426" h="1277">
                  <a:moveTo>
                    <a:pt x="0" y="1277"/>
                  </a:moveTo>
                  <a:cubicBezTo>
                    <a:pt x="78" y="1178"/>
                    <a:pt x="325" y="841"/>
                    <a:pt x="466" y="668"/>
                  </a:cubicBezTo>
                  <a:cubicBezTo>
                    <a:pt x="607" y="495"/>
                    <a:pt x="728" y="342"/>
                    <a:pt x="848" y="239"/>
                  </a:cubicBezTo>
                  <a:cubicBezTo>
                    <a:pt x="967" y="135"/>
                    <a:pt x="1086" y="88"/>
                    <a:pt x="1182" y="48"/>
                  </a:cubicBezTo>
                  <a:cubicBezTo>
                    <a:pt x="1278" y="8"/>
                    <a:pt x="1375" y="10"/>
                    <a:pt x="1426" y="0"/>
                  </a:cubicBezTo>
                </a:path>
              </a:pathLst>
            </a:custGeom>
            <a:noFill/>
            <a:ln w="28575">
              <a:solidFill>
                <a:srgbClr val="FF0000"/>
              </a:solidFill>
              <a:round/>
              <a:headEnd/>
              <a:tailEnd/>
            </a:ln>
          </p:spPr>
          <p:txBody>
            <a:bodyPr/>
            <a:lstStyle/>
            <a:p>
              <a:endParaRPr lang="en-GB" sz="1600"/>
            </a:p>
          </p:txBody>
        </p:sp>
        <p:sp>
          <p:nvSpPr>
            <p:cNvPr id="22590" name="Freeform 13"/>
            <p:cNvSpPr>
              <a:spLocks/>
            </p:cNvSpPr>
            <p:nvPr/>
          </p:nvSpPr>
          <p:spPr bwMode="auto">
            <a:xfrm flipV="1">
              <a:off x="1967" y="2048"/>
              <a:ext cx="450" cy="709"/>
            </a:xfrm>
            <a:custGeom>
              <a:avLst/>
              <a:gdLst>
                <a:gd name="T0" fmla="*/ 49 w 1360"/>
                <a:gd name="T1" fmla="*/ 221 h 1269"/>
                <a:gd name="T2" fmla="*/ 32 w 1360"/>
                <a:gd name="T3" fmla="*/ 115 h 1269"/>
                <a:gd name="T4" fmla="*/ 19 w 1360"/>
                <a:gd name="T5" fmla="*/ 40 h 1269"/>
                <a:gd name="T6" fmla="*/ 7 w 1360"/>
                <a:gd name="T7" fmla="*/ 7 h 1269"/>
                <a:gd name="T8" fmla="*/ 0 w 1360"/>
                <a:gd name="T9" fmla="*/ 0 h 1269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  <a:gd name="T15" fmla="*/ 0 w 1360"/>
                <a:gd name="T16" fmla="*/ 0 h 1269"/>
                <a:gd name="T17" fmla="*/ 1360 w 1360"/>
                <a:gd name="T18" fmla="*/ 1269 h 1269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T15" t="T16" r="T17" b="T18"/>
              <a:pathLst>
                <a:path w="1360" h="1269">
                  <a:moveTo>
                    <a:pt x="1360" y="1269"/>
                  </a:moveTo>
                  <a:cubicBezTo>
                    <a:pt x="1282" y="1170"/>
                    <a:pt x="1035" y="833"/>
                    <a:pt x="894" y="660"/>
                  </a:cubicBezTo>
                  <a:cubicBezTo>
                    <a:pt x="753" y="487"/>
                    <a:pt x="632" y="334"/>
                    <a:pt x="512" y="231"/>
                  </a:cubicBezTo>
                  <a:cubicBezTo>
                    <a:pt x="393" y="127"/>
                    <a:pt x="263" y="78"/>
                    <a:pt x="178" y="40"/>
                  </a:cubicBezTo>
                  <a:cubicBezTo>
                    <a:pt x="93" y="2"/>
                    <a:pt x="37" y="8"/>
                    <a:pt x="0" y="0"/>
                  </a:cubicBezTo>
                </a:path>
              </a:pathLst>
            </a:custGeom>
            <a:noFill/>
            <a:ln w="28575">
              <a:solidFill>
                <a:srgbClr val="FF0000"/>
              </a:solidFill>
              <a:round/>
              <a:headEnd/>
              <a:tailEnd/>
            </a:ln>
          </p:spPr>
          <p:txBody>
            <a:bodyPr/>
            <a:lstStyle/>
            <a:p>
              <a:endParaRPr lang="en-GB" sz="1600"/>
            </a:p>
          </p:txBody>
        </p:sp>
        <p:sp>
          <p:nvSpPr>
            <p:cNvPr id="22591" name="Line 14"/>
            <p:cNvSpPr>
              <a:spLocks noChangeShapeType="1"/>
            </p:cNvSpPr>
            <p:nvPr/>
          </p:nvSpPr>
          <p:spPr bwMode="auto">
            <a:xfrm flipV="1">
              <a:off x="1976" y="2051"/>
              <a:ext cx="1" cy="733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prstDash val="dash"/>
              <a:round/>
              <a:headEnd/>
              <a:tailEnd/>
            </a:ln>
          </p:spPr>
          <p:txBody>
            <a:bodyPr/>
            <a:lstStyle/>
            <a:p>
              <a:endParaRPr lang="en-GB" sz="1600"/>
            </a:p>
          </p:txBody>
        </p:sp>
        <p:sp>
          <p:nvSpPr>
            <p:cNvPr id="22592" name="Freeform 15"/>
            <p:cNvSpPr>
              <a:spLocks/>
            </p:cNvSpPr>
            <p:nvPr/>
          </p:nvSpPr>
          <p:spPr bwMode="auto">
            <a:xfrm>
              <a:off x="2413" y="1332"/>
              <a:ext cx="472" cy="713"/>
            </a:xfrm>
            <a:custGeom>
              <a:avLst/>
              <a:gdLst>
                <a:gd name="T0" fmla="*/ 0 w 1426"/>
                <a:gd name="T1" fmla="*/ 222 h 1277"/>
                <a:gd name="T2" fmla="*/ 17 w 1426"/>
                <a:gd name="T3" fmla="*/ 116 h 1277"/>
                <a:gd name="T4" fmla="*/ 31 w 1426"/>
                <a:gd name="T5" fmla="*/ 41 h 1277"/>
                <a:gd name="T6" fmla="*/ 43 w 1426"/>
                <a:gd name="T7" fmla="*/ 8 h 1277"/>
                <a:gd name="T8" fmla="*/ 52 w 1426"/>
                <a:gd name="T9" fmla="*/ 0 h 1277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  <a:gd name="T15" fmla="*/ 0 w 1426"/>
                <a:gd name="T16" fmla="*/ 0 h 1277"/>
                <a:gd name="T17" fmla="*/ 1426 w 1426"/>
                <a:gd name="T18" fmla="*/ 1277 h 1277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T15" t="T16" r="T17" b="T18"/>
              <a:pathLst>
                <a:path w="1426" h="1277">
                  <a:moveTo>
                    <a:pt x="0" y="1277"/>
                  </a:moveTo>
                  <a:cubicBezTo>
                    <a:pt x="78" y="1178"/>
                    <a:pt x="325" y="841"/>
                    <a:pt x="466" y="668"/>
                  </a:cubicBezTo>
                  <a:cubicBezTo>
                    <a:pt x="607" y="495"/>
                    <a:pt x="728" y="342"/>
                    <a:pt x="848" y="239"/>
                  </a:cubicBezTo>
                  <a:cubicBezTo>
                    <a:pt x="967" y="135"/>
                    <a:pt x="1086" y="88"/>
                    <a:pt x="1182" y="48"/>
                  </a:cubicBezTo>
                  <a:cubicBezTo>
                    <a:pt x="1278" y="8"/>
                    <a:pt x="1375" y="10"/>
                    <a:pt x="1426" y="0"/>
                  </a:cubicBezTo>
                </a:path>
              </a:pathLst>
            </a:custGeom>
            <a:noFill/>
            <a:ln w="28575">
              <a:solidFill>
                <a:srgbClr val="FF0000"/>
              </a:solidFill>
              <a:round/>
              <a:headEnd/>
              <a:tailEnd/>
            </a:ln>
          </p:spPr>
          <p:txBody>
            <a:bodyPr/>
            <a:lstStyle/>
            <a:p>
              <a:endParaRPr lang="en-GB" sz="1600"/>
            </a:p>
          </p:txBody>
        </p:sp>
        <p:sp>
          <p:nvSpPr>
            <p:cNvPr id="22593" name="Freeform 16"/>
            <p:cNvSpPr>
              <a:spLocks/>
            </p:cNvSpPr>
            <p:nvPr/>
          </p:nvSpPr>
          <p:spPr bwMode="auto">
            <a:xfrm>
              <a:off x="2874" y="1328"/>
              <a:ext cx="450" cy="709"/>
            </a:xfrm>
            <a:custGeom>
              <a:avLst/>
              <a:gdLst>
                <a:gd name="T0" fmla="*/ 49 w 1360"/>
                <a:gd name="T1" fmla="*/ 221 h 1269"/>
                <a:gd name="T2" fmla="*/ 32 w 1360"/>
                <a:gd name="T3" fmla="*/ 115 h 1269"/>
                <a:gd name="T4" fmla="*/ 19 w 1360"/>
                <a:gd name="T5" fmla="*/ 40 h 1269"/>
                <a:gd name="T6" fmla="*/ 7 w 1360"/>
                <a:gd name="T7" fmla="*/ 7 h 1269"/>
                <a:gd name="T8" fmla="*/ 0 w 1360"/>
                <a:gd name="T9" fmla="*/ 0 h 1269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  <a:gd name="T15" fmla="*/ 0 w 1360"/>
                <a:gd name="T16" fmla="*/ 0 h 1269"/>
                <a:gd name="T17" fmla="*/ 1360 w 1360"/>
                <a:gd name="T18" fmla="*/ 1269 h 1269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T15" t="T16" r="T17" b="T18"/>
              <a:pathLst>
                <a:path w="1360" h="1269">
                  <a:moveTo>
                    <a:pt x="1360" y="1269"/>
                  </a:moveTo>
                  <a:cubicBezTo>
                    <a:pt x="1282" y="1170"/>
                    <a:pt x="1035" y="833"/>
                    <a:pt x="894" y="660"/>
                  </a:cubicBezTo>
                  <a:cubicBezTo>
                    <a:pt x="753" y="487"/>
                    <a:pt x="632" y="334"/>
                    <a:pt x="512" y="231"/>
                  </a:cubicBezTo>
                  <a:cubicBezTo>
                    <a:pt x="393" y="127"/>
                    <a:pt x="263" y="78"/>
                    <a:pt x="178" y="40"/>
                  </a:cubicBezTo>
                  <a:cubicBezTo>
                    <a:pt x="93" y="2"/>
                    <a:pt x="37" y="8"/>
                    <a:pt x="0" y="0"/>
                  </a:cubicBezTo>
                </a:path>
              </a:pathLst>
            </a:custGeom>
            <a:noFill/>
            <a:ln w="28575">
              <a:solidFill>
                <a:srgbClr val="FF0000"/>
              </a:solidFill>
              <a:round/>
              <a:headEnd/>
              <a:tailEnd/>
            </a:ln>
          </p:spPr>
          <p:txBody>
            <a:bodyPr/>
            <a:lstStyle/>
            <a:p>
              <a:endParaRPr lang="en-GB" sz="1600"/>
            </a:p>
          </p:txBody>
        </p:sp>
        <p:sp>
          <p:nvSpPr>
            <p:cNvPr id="22594" name="Line 17"/>
            <p:cNvSpPr>
              <a:spLocks noChangeShapeType="1"/>
            </p:cNvSpPr>
            <p:nvPr/>
          </p:nvSpPr>
          <p:spPr bwMode="auto">
            <a:xfrm>
              <a:off x="2884" y="1331"/>
              <a:ext cx="0" cy="733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prstDash val="dash"/>
              <a:round/>
              <a:headEnd/>
              <a:tailEnd/>
            </a:ln>
          </p:spPr>
          <p:txBody>
            <a:bodyPr/>
            <a:lstStyle/>
            <a:p>
              <a:endParaRPr lang="en-GB" sz="1600"/>
            </a:p>
          </p:txBody>
        </p:sp>
        <p:sp>
          <p:nvSpPr>
            <p:cNvPr id="22595" name="Freeform 18"/>
            <p:cNvSpPr>
              <a:spLocks/>
            </p:cNvSpPr>
            <p:nvPr/>
          </p:nvSpPr>
          <p:spPr bwMode="auto">
            <a:xfrm flipV="1">
              <a:off x="3338" y="2060"/>
              <a:ext cx="471" cy="713"/>
            </a:xfrm>
            <a:custGeom>
              <a:avLst/>
              <a:gdLst>
                <a:gd name="T0" fmla="*/ 0 w 1426"/>
                <a:gd name="T1" fmla="*/ 222 h 1277"/>
                <a:gd name="T2" fmla="*/ 17 w 1426"/>
                <a:gd name="T3" fmla="*/ 116 h 1277"/>
                <a:gd name="T4" fmla="*/ 30 w 1426"/>
                <a:gd name="T5" fmla="*/ 41 h 1277"/>
                <a:gd name="T6" fmla="*/ 43 w 1426"/>
                <a:gd name="T7" fmla="*/ 8 h 1277"/>
                <a:gd name="T8" fmla="*/ 52 w 1426"/>
                <a:gd name="T9" fmla="*/ 0 h 1277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  <a:gd name="T15" fmla="*/ 0 w 1426"/>
                <a:gd name="T16" fmla="*/ 0 h 1277"/>
                <a:gd name="T17" fmla="*/ 1426 w 1426"/>
                <a:gd name="T18" fmla="*/ 1277 h 1277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T15" t="T16" r="T17" b="T18"/>
              <a:pathLst>
                <a:path w="1426" h="1277">
                  <a:moveTo>
                    <a:pt x="0" y="1277"/>
                  </a:moveTo>
                  <a:cubicBezTo>
                    <a:pt x="78" y="1178"/>
                    <a:pt x="325" y="841"/>
                    <a:pt x="466" y="668"/>
                  </a:cubicBezTo>
                  <a:cubicBezTo>
                    <a:pt x="607" y="495"/>
                    <a:pt x="728" y="342"/>
                    <a:pt x="848" y="239"/>
                  </a:cubicBezTo>
                  <a:cubicBezTo>
                    <a:pt x="967" y="135"/>
                    <a:pt x="1086" y="88"/>
                    <a:pt x="1182" y="48"/>
                  </a:cubicBezTo>
                  <a:cubicBezTo>
                    <a:pt x="1278" y="8"/>
                    <a:pt x="1375" y="10"/>
                    <a:pt x="1426" y="0"/>
                  </a:cubicBezTo>
                </a:path>
              </a:pathLst>
            </a:custGeom>
            <a:noFill/>
            <a:ln w="28575">
              <a:solidFill>
                <a:srgbClr val="FF0000"/>
              </a:solidFill>
              <a:round/>
              <a:headEnd/>
              <a:tailEnd/>
            </a:ln>
          </p:spPr>
          <p:txBody>
            <a:bodyPr/>
            <a:lstStyle/>
            <a:p>
              <a:endParaRPr lang="en-GB" sz="1600"/>
            </a:p>
          </p:txBody>
        </p:sp>
        <p:sp>
          <p:nvSpPr>
            <p:cNvPr id="22596" name="Freeform 19"/>
            <p:cNvSpPr>
              <a:spLocks/>
            </p:cNvSpPr>
            <p:nvPr/>
          </p:nvSpPr>
          <p:spPr bwMode="auto">
            <a:xfrm flipV="1">
              <a:off x="3799" y="2056"/>
              <a:ext cx="450" cy="709"/>
            </a:xfrm>
            <a:custGeom>
              <a:avLst/>
              <a:gdLst>
                <a:gd name="T0" fmla="*/ 49 w 1360"/>
                <a:gd name="T1" fmla="*/ 221 h 1269"/>
                <a:gd name="T2" fmla="*/ 32 w 1360"/>
                <a:gd name="T3" fmla="*/ 115 h 1269"/>
                <a:gd name="T4" fmla="*/ 19 w 1360"/>
                <a:gd name="T5" fmla="*/ 40 h 1269"/>
                <a:gd name="T6" fmla="*/ 7 w 1360"/>
                <a:gd name="T7" fmla="*/ 7 h 1269"/>
                <a:gd name="T8" fmla="*/ 0 w 1360"/>
                <a:gd name="T9" fmla="*/ 0 h 1269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  <a:gd name="T15" fmla="*/ 0 w 1360"/>
                <a:gd name="T16" fmla="*/ 0 h 1269"/>
                <a:gd name="T17" fmla="*/ 1360 w 1360"/>
                <a:gd name="T18" fmla="*/ 1269 h 1269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T15" t="T16" r="T17" b="T18"/>
              <a:pathLst>
                <a:path w="1360" h="1269">
                  <a:moveTo>
                    <a:pt x="1360" y="1269"/>
                  </a:moveTo>
                  <a:cubicBezTo>
                    <a:pt x="1282" y="1170"/>
                    <a:pt x="1035" y="833"/>
                    <a:pt x="894" y="660"/>
                  </a:cubicBezTo>
                  <a:cubicBezTo>
                    <a:pt x="753" y="487"/>
                    <a:pt x="632" y="334"/>
                    <a:pt x="512" y="231"/>
                  </a:cubicBezTo>
                  <a:cubicBezTo>
                    <a:pt x="393" y="127"/>
                    <a:pt x="263" y="78"/>
                    <a:pt x="178" y="40"/>
                  </a:cubicBezTo>
                  <a:cubicBezTo>
                    <a:pt x="93" y="2"/>
                    <a:pt x="37" y="8"/>
                    <a:pt x="0" y="0"/>
                  </a:cubicBezTo>
                </a:path>
              </a:pathLst>
            </a:custGeom>
            <a:noFill/>
            <a:ln w="28575">
              <a:solidFill>
                <a:srgbClr val="FF0000"/>
              </a:solidFill>
              <a:round/>
              <a:headEnd/>
              <a:tailEnd/>
            </a:ln>
          </p:spPr>
          <p:txBody>
            <a:bodyPr/>
            <a:lstStyle/>
            <a:p>
              <a:endParaRPr lang="en-GB" sz="1600"/>
            </a:p>
          </p:txBody>
        </p:sp>
        <p:sp>
          <p:nvSpPr>
            <p:cNvPr id="22597" name="Line 20"/>
            <p:cNvSpPr>
              <a:spLocks noChangeShapeType="1"/>
            </p:cNvSpPr>
            <p:nvPr/>
          </p:nvSpPr>
          <p:spPr bwMode="auto">
            <a:xfrm flipV="1">
              <a:off x="3808" y="2059"/>
              <a:ext cx="1" cy="733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prstDash val="dash"/>
              <a:round/>
              <a:headEnd/>
              <a:tailEnd/>
            </a:ln>
          </p:spPr>
          <p:txBody>
            <a:bodyPr/>
            <a:lstStyle/>
            <a:p>
              <a:endParaRPr lang="en-GB" sz="1600"/>
            </a:p>
          </p:txBody>
        </p:sp>
        <p:grpSp>
          <p:nvGrpSpPr>
            <p:cNvPr id="4" name="Group 21"/>
            <p:cNvGrpSpPr>
              <a:grpSpLocks/>
            </p:cNvGrpSpPr>
            <p:nvPr/>
          </p:nvGrpSpPr>
          <p:grpSpPr bwMode="auto">
            <a:xfrm>
              <a:off x="4261" y="1328"/>
              <a:ext cx="911" cy="736"/>
              <a:chOff x="709" y="1560"/>
              <a:chExt cx="911" cy="736"/>
            </a:xfrm>
          </p:grpSpPr>
          <p:sp>
            <p:nvSpPr>
              <p:cNvPr id="22599" name="Freeform 22"/>
              <p:cNvSpPr>
                <a:spLocks/>
              </p:cNvSpPr>
              <p:nvPr/>
            </p:nvSpPr>
            <p:spPr bwMode="auto">
              <a:xfrm>
                <a:off x="709" y="1564"/>
                <a:ext cx="472" cy="713"/>
              </a:xfrm>
              <a:custGeom>
                <a:avLst/>
                <a:gdLst>
                  <a:gd name="T0" fmla="*/ 0 w 1426"/>
                  <a:gd name="T1" fmla="*/ 222 h 1277"/>
                  <a:gd name="T2" fmla="*/ 17 w 1426"/>
                  <a:gd name="T3" fmla="*/ 116 h 1277"/>
                  <a:gd name="T4" fmla="*/ 31 w 1426"/>
                  <a:gd name="T5" fmla="*/ 41 h 1277"/>
                  <a:gd name="T6" fmla="*/ 43 w 1426"/>
                  <a:gd name="T7" fmla="*/ 8 h 1277"/>
                  <a:gd name="T8" fmla="*/ 52 w 1426"/>
                  <a:gd name="T9" fmla="*/ 0 h 1277"/>
                  <a:gd name="T10" fmla="*/ 0 60000 65536"/>
                  <a:gd name="T11" fmla="*/ 0 60000 65536"/>
                  <a:gd name="T12" fmla="*/ 0 60000 65536"/>
                  <a:gd name="T13" fmla="*/ 0 60000 65536"/>
                  <a:gd name="T14" fmla="*/ 0 60000 65536"/>
                  <a:gd name="T15" fmla="*/ 0 w 1426"/>
                  <a:gd name="T16" fmla="*/ 0 h 1277"/>
                  <a:gd name="T17" fmla="*/ 1426 w 1426"/>
                  <a:gd name="T18" fmla="*/ 1277 h 1277"/>
                </a:gdLst>
                <a:ahLst/>
                <a:cxnLst>
                  <a:cxn ang="T10">
                    <a:pos x="T0" y="T1"/>
                  </a:cxn>
                  <a:cxn ang="T11">
                    <a:pos x="T2" y="T3"/>
                  </a:cxn>
                  <a:cxn ang="T12">
                    <a:pos x="T4" y="T5"/>
                  </a:cxn>
                  <a:cxn ang="T13">
                    <a:pos x="T6" y="T7"/>
                  </a:cxn>
                  <a:cxn ang="T14">
                    <a:pos x="T8" y="T9"/>
                  </a:cxn>
                </a:cxnLst>
                <a:rect l="T15" t="T16" r="T17" b="T18"/>
                <a:pathLst>
                  <a:path w="1426" h="1277">
                    <a:moveTo>
                      <a:pt x="0" y="1277"/>
                    </a:moveTo>
                    <a:cubicBezTo>
                      <a:pt x="78" y="1178"/>
                      <a:pt x="325" y="841"/>
                      <a:pt x="466" y="668"/>
                    </a:cubicBezTo>
                    <a:cubicBezTo>
                      <a:pt x="607" y="495"/>
                      <a:pt x="728" y="342"/>
                      <a:pt x="848" y="239"/>
                    </a:cubicBezTo>
                    <a:cubicBezTo>
                      <a:pt x="967" y="135"/>
                      <a:pt x="1086" y="88"/>
                      <a:pt x="1182" y="48"/>
                    </a:cubicBezTo>
                    <a:cubicBezTo>
                      <a:pt x="1278" y="8"/>
                      <a:pt x="1375" y="10"/>
                      <a:pt x="1426" y="0"/>
                    </a:cubicBezTo>
                  </a:path>
                </a:pathLst>
              </a:custGeom>
              <a:noFill/>
              <a:ln w="28575">
                <a:solidFill>
                  <a:srgbClr val="FF0000"/>
                </a:solidFill>
                <a:round/>
                <a:headEnd/>
                <a:tailEnd/>
              </a:ln>
            </p:spPr>
            <p:txBody>
              <a:bodyPr/>
              <a:lstStyle/>
              <a:p>
                <a:endParaRPr lang="en-GB" sz="1600"/>
              </a:p>
            </p:txBody>
          </p:sp>
          <p:sp>
            <p:nvSpPr>
              <p:cNvPr id="22600" name="Freeform 23"/>
              <p:cNvSpPr>
                <a:spLocks/>
              </p:cNvSpPr>
              <p:nvPr/>
            </p:nvSpPr>
            <p:spPr bwMode="auto">
              <a:xfrm>
                <a:off x="1170" y="1560"/>
                <a:ext cx="450" cy="709"/>
              </a:xfrm>
              <a:custGeom>
                <a:avLst/>
                <a:gdLst>
                  <a:gd name="T0" fmla="*/ 49 w 1360"/>
                  <a:gd name="T1" fmla="*/ 221 h 1269"/>
                  <a:gd name="T2" fmla="*/ 32 w 1360"/>
                  <a:gd name="T3" fmla="*/ 115 h 1269"/>
                  <a:gd name="T4" fmla="*/ 19 w 1360"/>
                  <a:gd name="T5" fmla="*/ 40 h 1269"/>
                  <a:gd name="T6" fmla="*/ 7 w 1360"/>
                  <a:gd name="T7" fmla="*/ 7 h 1269"/>
                  <a:gd name="T8" fmla="*/ 0 w 1360"/>
                  <a:gd name="T9" fmla="*/ 0 h 1269"/>
                  <a:gd name="T10" fmla="*/ 0 60000 65536"/>
                  <a:gd name="T11" fmla="*/ 0 60000 65536"/>
                  <a:gd name="T12" fmla="*/ 0 60000 65536"/>
                  <a:gd name="T13" fmla="*/ 0 60000 65536"/>
                  <a:gd name="T14" fmla="*/ 0 60000 65536"/>
                  <a:gd name="T15" fmla="*/ 0 w 1360"/>
                  <a:gd name="T16" fmla="*/ 0 h 1269"/>
                  <a:gd name="T17" fmla="*/ 1360 w 1360"/>
                  <a:gd name="T18" fmla="*/ 1269 h 1269"/>
                </a:gdLst>
                <a:ahLst/>
                <a:cxnLst>
                  <a:cxn ang="T10">
                    <a:pos x="T0" y="T1"/>
                  </a:cxn>
                  <a:cxn ang="T11">
                    <a:pos x="T2" y="T3"/>
                  </a:cxn>
                  <a:cxn ang="T12">
                    <a:pos x="T4" y="T5"/>
                  </a:cxn>
                  <a:cxn ang="T13">
                    <a:pos x="T6" y="T7"/>
                  </a:cxn>
                  <a:cxn ang="T14">
                    <a:pos x="T8" y="T9"/>
                  </a:cxn>
                </a:cxnLst>
                <a:rect l="T15" t="T16" r="T17" b="T18"/>
                <a:pathLst>
                  <a:path w="1360" h="1269">
                    <a:moveTo>
                      <a:pt x="1360" y="1269"/>
                    </a:moveTo>
                    <a:cubicBezTo>
                      <a:pt x="1282" y="1170"/>
                      <a:pt x="1035" y="833"/>
                      <a:pt x="894" y="660"/>
                    </a:cubicBezTo>
                    <a:cubicBezTo>
                      <a:pt x="753" y="487"/>
                      <a:pt x="632" y="334"/>
                      <a:pt x="512" y="231"/>
                    </a:cubicBezTo>
                    <a:cubicBezTo>
                      <a:pt x="393" y="127"/>
                      <a:pt x="263" y="78"/>
                      <a:pt x="178" y="40"/>
                    </a:cubicBezTo>
                    <a:cubicBezTo>
                      <a:pt x="93" y="2"/>
                      <a:pt x="37" y="8"/>
                      <a:pt x="0" y="0"/>
                    </a:cubicBezTo>
                  </a:path>
                </a:pathLst>
              </a:custGeom>
              <a:noFill/>
              <a:ln w="28575">
                <a:solidFill>
                  <a:srgbClr val="FF0000"/>
                </a:solidFill>
                <a:round/>
                <a:headEnd/>
                <a:tailEnd/>
              </a:ln>
            </p:spPr>
            <p:txBody>
              <a:bodyPr/>
              <a:lstStyle/>
              <a:p>
                <a:endParaRPr lang="en-GB" sz="1600"/>
              </a:p>
            </p:txBody>
          </p:sp>
          <p:sp>
            <p:nvSpPr>
              <p:cNvPr id="22601" name="Line 24"/>
              <p:cNvSpPr>
                <a:spLocks noChangeShapeType="1"/>
              </p:cNvSpPr>
              <p:nvPr/>
            </p:nvSpPr>
            <p:spPr bwMode="auto">
              <a:xfrm>
                <a:off x="1180" y="1563"/>
                <a:ext cx="0" cy="733"/>
              </a:xfrm>
              <a:prstGeom prst="line">
                <a:avLst/>
              </a:prstGeom>
              <a:noFill/>
              <a:ln w="9525">
                <a:solidFill>
                  <a:schemeClr val="tx1"/>
                </a:solidFill>
                <a:prstDash val="dash"/>
                <a:round/>
                <a:headEnd/>
                <a:tailEnd/>
              </a:ln>
            </p:spPr>
            <p:txBody>
              <a:bodyPr/>
              <a:lstStyle/>
              <a:p>
                <a:endParaRPr lang="en-GB" sz="1600"/>
              </a:p>
            </p:txBody>
          </p:sp>
        </p:grpSp>
      </p:grpSp>
      <p:sp>
        <p:nvSpPr>
          <p:cNvPr id="22531" name="Line 26"/>
          <p:cNvSpPr>
            <a:spLocks noChangeShapeType="1"/>
          </p:cNvSpPr>
          <p:nvPr/>
        </p:nvSpPr>
        <p:spPr bwMode="auto">
          <a:xfrm>
            <a:off x="5446713" y="2674938"/>
            <a:ext cx="3043237" cy="1587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</p:spPr>
        <p:txBody>
          <a:bodyPr/>
          <a:lstStyle/>
          <a:p>
            <a:endParaRPr lang="en-GB" sz="1600"/>
          </a:p>
        </p:txBody>
      </p:sp>
      <p:sp>
        <p:nvSpPr>
          <p:cNvPr id="22532" name="Line 27"/>
          <p:cNvSpPr>
            <a:spLocks noChangeShapeType="1"/>
          </p:cNvSpPr>
          <p:nvPr/>
        </p:nvSpPr>
        <p:spPr bwMode="auto">
          <a:xfrm>
            <a:off x="5462588" y="1903413"/>
            <a:ext cx="9525" cy="1538287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</p:spPr>
        <p:txBody>
          <a:bodyPr/>
          <a:lstStyle/>
          <a:p>
            <a:endParaRPr lang="en-GB" sz="1600"/>
          </a:p>
        </p:txBody>
      </p:sp>
      <p:sp>
        <p:nvSpPr>
          <p:cNvPr id="22533" name="Text Box 45"/>
          <p:cNvSpPr txBox="1">
            <a:spLocks noChangeArrowheads="1"/>
          </p:cNvSpPr>
          <p:nvPr/>
        </p:nvSpPr>
        <p:spPr bwMode="auto">
          <a:xfrm>
            <a:off x="5008563" y="752475"/>
            <a:ext cx="1371600" cy="336550"/>
          </a:xfrm>
          <a:prstGeom prst="rect">
            <a:avLst/>
          </a:prstGeom>
          <a:noFill/>
          <a:ln w="9525" algn="ctr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r>
              <a:rPr lang="en-GB" sz="1600" b="0"/>
              <a:t>in</a:t>
            </a:r>
            <a:endParaRPr lang="en-US" sz="1600" b="0"/>
          </a:p>
        </p:txBody>
      </p:sp>
      <p:sp>
        <p:nvSpPr>
          <p:cNvPr id="22534" name="Text Box 46"/>
          <p:cNvSpPr txBox="1">
            <a:spLocks noChangeArrowheads="1"/>
          </p:cNvSpPr>
          <p:nvPr/>
        </p:nvSpPr>
        <p:spPr bwMode="auto">
          <a:xfrm>
            <a:off x="4870450" y="2190750"/>
            <a:ext cx="1371600" cy="336550"/>
          </a:xfrm>
          <a:prstGeom prst="rect">
            <a:avLst/>
          </a:prstGeom>
          <a:noFill/>
          <a:ln w="9525" algn="ctr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r>
              <a:rPr lang="en-GB" sz="1600" b="0"/>
              <a:t>out</a:t>
            </a:r>
            <a:endParaRPr lang="en-US" sz="1600" b="0"/>
          </a:p>
        </p:txBody>
      </p:sp>
      <p:pic>
        <p:nvPicPr>
          <p:cNvPr id="22535" name="Picture 47"/>
          <p:cNvPicPr>
            <a:picLocks noChangeAspect="1" noChangeArrowheads="1"/>
          </p:cNvPicPr>
          <p:nvPr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430213" y="1074738"/>
            <a:ext cx="3284537" cy="2286000"/>
          </a:xfrm>
          <a:prstGeom prst="rect">
            <a:avLst/>
          </a:prstGeom>
          <a:noFill/>
          <a:ln w="9525" algn="ctr">
            <a:noFill/>
            <a:miter lim="800000"/>
            <a:headEnd/>
            <a:tailEnd/>
          </a:ln>
        </p:spPr>
      </p:pic>
      <p:sp>
        <p:nvSpPr>
          <p:cNvPr id="22536" name="Text Box 48"/>
          <p:cNvSpPr txBox="1">
            <a:spLocks noChangeArrowheads="1"/>
          </p:cNvSpPr>
          <p:nvPr/>
        </p:nvSpPr>
        <p:spPr bwMode="auto">
          <a:xfrm>
            <a:off x="430213" y="365125"/>
            <a:ext cx="2651125" cy="457200"/>
          </a:xfrm>
          <a:prstGeom prst="rect">
            <a:avLst/>
          </a:prstGeom>
          <a:noFill/>
          <a:ln w="9525" algn="ctr">
            <a:noFill/>
            <a:miter lim="800000"/>
            <a:headEnd/>
            <a:tailEnd/>
          </a:ln>
        </p:spPr>
        <p:txBody>
          <a:bodyPr wrap="none">
            <a:spAutoFit/>
          </a:bodyPr>
          <a:lstStyle/>
          <a:p>
            <a:r>
              <a:rPr lang="en-GB" sz="2400" b="1" dirty="0"/>
              <a:t>Signal Distortion</a:t>
            </a:r>
            <a:endParaRPr lang="en-US" sz="2400" b="1" dirty="0"/>
          </a:p>
        </p:txBody>
      </p:sp>
      <p:grpSp>
        <p:nvGrpSpPr>
          <p:cNvPr id="5" name="Group 51"/>
          <p:cNvGrpSpPr>
            <a:grpSpLocks/>
          </p:cNvGrpSpPr>
          <p:nvPr/>
        </p:nvGrpSpPr>
        <p:grpSpPr bwMode="auto">
          <a:xfrm>
            <a:off x="5470525" y="1974850"/>
            <a:ext cx="596900" cy="735013"/>
            <a:chOff x="3439" y="1797"/>
            <a:chExt cx="376" cy="463"/>
          </a:xfrm>
        </p:grpSpPr>
        <p:sp>
          <p:nvSpPr>
            <p:cNvPr id="22583" name="Line 31"/>
            <p:cNvSpPr>
              <a:spLocks noChangeShapeType="1"/>
            </p:cNvSpPr>
            <p:nvPr/>
          </p:nvSpPr>
          <p:spPr bwMode="auto">
            <a:xfrm>
              <a:off x="3625" y="1821"/>
              <a:ext cx="0" cy="425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prstDash val="dash"/>
              <a:round/>
              <a:headEnd/>
              <a:tailEnd/>
            </a:ln>
          </p:spPr>
          <p:txBody>
            <a:bodyPr/>
            <a:lstStyle/>
            <a:p>
              <a:endParaRPr lang="en-GB" sz="1600"/>
            </a:p>
          </p:txBody>
        </p:sp>
        <p:sp>
          <p:nvSpPr>
            <p:cNvPr id="22584" name="Freeform 49"/>
            <p:cNvSpPr>
              <a:spLocks/>
            </p:cNvSpPr>
            <p:nvPr/>
          </p:nvSpPr>
          <p:spPr bwMode="auto">
            <a:xfrm>
              <a:off x="3439" y="1797"/>
              <a:ext cx="182" cy="461"/>
            </a:xfrm>
            <a:custGeom>
              <a:avLst/>
              <a:gdLst>
                <a:gd name="T0" fmla="*/ 8 w 190"/>
                <a:gd name="T1" fmla="*/ 454 h 461"/>
                <a:gd name="T2" fmla="*/ 8 w 190"/>
                <a:gd name="T3" fmla="*/ 408 h 461"/>
                <a:gd name="T4" fmla="*/ 48 w 190"/>
                <a:gd name="T5" fmla="*/ 136 h 461"/>
                <a:gd name="T6" fmla="*/ 87 w 190"/>
                <a:gd name="T7" fmla="*/ 45 h 461"/>
                <a:gd name="T8" fmla="*/ 167 w 190"/>
                <a:gd name="T9" fmla="*/ 0 h 461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  <a:gd name="T15" fmla="*/ 0 w 190"/>
                <a:gd name="T16" fmla="*/ 0 h 461"/>
                <a:gd name="T17" fmla="*/ 190 w 190"/>
                <a:gd name="T18" fmla="*/ 461 h 461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T15" t="T16" r="T17" b="T18"/>
              <a:pathLst>
                <a:path w="190" h="461">
                  <a:moveTo>
                    <a:pt x="8" y="454"/>
                  </a:moveTo>
                  <a:cubicBezTo>
                    <a:pt x="4" y="457"/>
                    <a:pt x="0" y="461"/>
                    <a:pt x="8" y="408"/>
                  </a:cubicBezTo>
                  <a:cubicBezTo>
                    <a:pt x="16" y="355"/>
                    <a:pt x="39" y="196"/>
                    <a:pt x="54" y="136"/>
                  </a:cubicBezTo>
                  <a:cubicBezTo>
                    <a:pt x="69" y="76"/>
                    <a:pt x="76" y="68"/>
                    <a:pt x="99" y="45"/>
                  </a:cubicBezTo>
                  <a:cubicBezTo>
                    <a:pt x="122" y="22"/>
                    <a:pt x="175" y="7"/>
                    <a:pt x="190" y="0"/>
                  </a:cubicBezTo>
                </a:path>
              </a:pathLst>
            </a:custGeom>
            <a:noFill/>
            <a:ln w="28575">
              <a:solidFill>
                <a:srgbClr val="FF0000"/>
              </a:solidFill>
              <a:round/>
              <a:headEnd/>
              <a:tailEnd/>
            </a:ln>
          </p:spPr>
          <p:txBody>
            <a:bodyPr/>
            <a:lstStyle/>
            <a:p>
              <a:endParaRPr lang="en-GB" sz="1600"/>
            </a:p>
          </p:txBody>
        </p:sp>
        <p:sp>
          <p:nvSpPr>
            <p:cNvPr id="22585" name="Freeform 50"/>
            <p:cNvSpPr>
              <a:spLocks/>
            </p:cNvSpPr>
            <p:nvPr/>
          </p:nvSpPr>
          <p:spPr bwMode="auto">
            <a:xfrm flipH="1">
              <a:off x="3633" y="1799"/>
              <a:ext cx="182" cy="461"/>
            </a:xfrm>
            <a:custGeom>
              <a:avLst/>
              <a:gdLst>
                <a:gd name="T0" fmla="*/ 8 w 190"/>
                <a:gd name="T1" fmla="*/ 454 h 461"/>
                <a:gd name="T2" fmla="*/ 8 w 190"/>
                <a:gd name="T3" fmla="*/ 408 h 461"/>
                <a:gd name="T4" fmla="*/ 48 w 190"/>
                <a:gd name="T5" fmla="*/ 136 h 461"/>
                <a:gd name="T6" fmla="*/ 87 w 190"/>
                <a:gd name="T7" fmla="*/ 45 h 461"/>
                <a:gd name="T8" fmla="*/ 167 w 190"/>
                <a:gd name="T9" fmla="*/ 0 h 461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  <a:gd name="T15" fmla="*/ 0 w 190"/>
                <a:gd name="T16" fmla="*/ 0 h 461"/>
                <a:gd name="T17" fmla="*/ 190 w 190"/>
                <a:gd name="T18" fmla="*/ 461 h 461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T15" t="T16" r="T17" b="T18"/>
              <a:pathLst>
                <a:path w="190" h="461">
                  <a:moveTo>
                    <a:pt x="8" y="454"/>
                  </a:moveTo>
                  <a:cubicBezTo>
                    <a:pt x="4" y="457"/>
                    <a:pt x="0" y="461"/>
                    <a:pt x="8" y="408"/>
                  </a:cubicBezTo>
                  <a:cubicBezTo>
                    <a:pt x="16" y="355"/>
                    <a:pt x="39" y="196"/>
                    <a:pt x="54" y="136"/>
                  </a:cubicBezTo>
                  <a:cubicBezTo>
                    <a:pt x="69" y="76"/>
                    <a:pt x="76" y="68"/>
                    <a:pt x="99" y="45"/>
                  </a:cubicBezTo>
                  <a:cubicBezTo>
                    <a:pt x="122" y="22"/>
                    <a:pt x="175" y="7"/>
                    <a:pt x="190" y="0"/>
                  </a:cubicBezTo>
                </a:path>
              </a:pathLst>
            </a:custGeom>
            <a:noFill/>
            <a:ln w="28575">
              <a:solidFill>
                <a:srgbClr val="FF0000"/>
              </a:solidFill>
              <a:round/>
              <a:headEnd/>
              <a:tailEnd/>
            </a:ln>
          </p:spPr>
          <p:txBody>
            <a:bodyPr/>
            <a:lstStyle/>
            <a:p>
              <a:endParaRPr lang="en-GB" sz="1600"/>
            </a:p>
          </p:txBody>
        </p:sp>
      </p:grpSp>
      <p:grpSp>
        <p:nvGrpSpPr>
          <p:cNvPr id="6" name="Group 52"/>
          <p:cNvGrpSpPr>
            <a:grpSpLocks/>
          </p:cNvGrpSpPr>
          <p:nvPr/>
        </p:nvGrpSpPr>
        <p:grpSpPr bwMode="auto">
          <a:xfrm flipV="1">
            <a:off x="6065838" y="2662238"/>
            <a:ext cx="596900" cy="735012"/>
            <a:chOff x="3439" y="1797"/>
            <a:chExt cx="376" cy="463"/>
          </a:xfrm>
        </p:grpSpPr>
        <p:sp>
          <p:nvSpPr>
            <p:cNvPr id="22580" name="Line 53"/>
            <p:cNvSpPr>
              <a:spLocks noChangeShapeType="1"/>
            </p:cNvSpPr>
            <p:nvPr/>
          </p:nvSpPr>
          <p:spPr bwMode="auto">
            <a:xfrm>
              <a:off x="3625" y="1821"/>
              <a:ext cx="0" cy="425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prstDash val="dash"/>
              <a:round/>
              <a:headEnd/>
              <a:tailEnd/>
            </a:ln>
          </p:spPr>
          <p:txBody>
            <a:bodyPr/>
            <a:lstStyle/>
            <a:p>
              <a:endParaRPr lang="en-GB" sz="1600"/>
            </a:p>
          </p:txBody>
        </p:sp>
        <p:sp>
          <p:nvSpPr>
            <p:cNvPr id="22581" name="Freeform 54"/>
            <p:cNvSpPr>
              <a:spLocks/>
            </p:cNvSpPr>
            <p:nvPr/>
          </p:nvSpPr>
          <p:spPr bwMode="auto">
            <a:xfrm>
              <a:off x="3439" y="1797"/>
              <a:ext cx="182" cy="461"/>
            </a:xfrm>
            <a:custGeom>
              <a:avLst/>
              <a:gdLst>
                <a:gd name="T0" fmla="*/ 8 w 190"/>
                <a:gd name="T1" fmla="*/ 454 h 461"/>
                <a:gd name="T2" fmla="*/ 8 w 190"/>
                <a:gd name="T3" fmla="*/ 408 h 461"/>
                <a:gd name="T4" fmla="*/ 48 w 190"/>
                <a:gd name="T5" fmla="*/ 136 h 461"/>
                <a:gd name="T6" fmla="*/ 87 w 190"/>
                <a:gd name="T7" fmla="*/ 45 h 461"/>
                <a:gd name="T8" fmla="*/ 167 w 190"/>
                <a:gd name="T9" fmla="*/ 0 h 461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  <a:gd name="T15" fmla="*/ 0 w 190"/>
                <a:gd name="T16" fmla="*/ 0 h 461"/>
                <a:gd name="T17" fmla="*/ 190 w 190"/>
                <a:gd name="T18" fmla="*/ 461 h 461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T15" t="T16" r="T17" b="T18"/>
              <a:pathLst>
                <a:path w="190" h="461">
                  <a:moveTo>
                    <a:pt x="8" y="454"/>
                  </a:moveTo>
                  <a:cubicBezTo>
                    <a:pt x="4" y="457"/>
                    <a:pt x="0" y="461"/>
                    <a:pt x="8" y="408"/>
                  </a:cubicBezTo>
                  <a:cubicBezTo>
                    <a:pt x="16" y="355"/>
                    <a:pt x="39" y="196"/>
                    <a:pt x="54" y="136"/>
                  </a:cubicBezTo>
                  <a:cubicBezTo>
                    <a:pt x="69" y="76"/>
                    <a:pt x="76" y="68"/>
                    <a:pt x="99" y="45"/>
                  </a:cubicBezTo>
                  <a:cubicBezTo>
                    <a:pt x="122" y="22"/>
                    <a:pt x="175" y="7"/>
                    <a:pt x="190" y="0"/>
                  </a:cubicBezTo>
                </a:path>
              </a:pathLst>
            </a:custGeom>
            <a:noFill/>
            <a:ln w="28575">
              <a:solidFill>
                <a:srgbClr val="FF0000"/>
              </a:solidFill>
              <a:round/>
              <a:headEnd/>
              <a:tailEnd/>
            </a:ln>
          </p:spPr>
          <p:txBody>
            <a:bodyPr/>
            <a:lstStyle/>
            <a:p>
              <a:endParaRPr lang="en-GB" sz="1600"/>
            </a:p>
          </p:txBody>
        </p:sp>
        <p:sp>
          <p:nvSpPr>
            <p:cNvPr id="22582" name="Freeform 55"/>
            <p:cNvSpPr>
              <a:spLocks/>
            </p:cNvSpPr>
            <p:nvPr/>
          </p:nvSpPr>
          <p:spPr bwMode="auto">
            <a:xfrm flipH="1">
              <a:off x="3633" y="1799"/>
              <a:ext cx="182" cy="461"/>
            </a:xfrm>
            <a:custGeom>
              <a:avLst/>
              <a:gdLst>
                <a:gd name="T0" fmla="*/ 8 w 190"/>
                <a:gd name="T1" fmla="*/ 454 h 461"/>
                <a:gd name="T2" fmla="*/ 8 w 190"/>
                <a:gd name="T3" fmla="*/ 408 h 461"/>
                <a:gd name="T4" fmla="*/ 48 w 190"/>
                <a:gd name="T5" fmla="*/ 136 h 461"/>
                <a:gd name="T6" fmla="*/ 87 w 190"/>
                <a:gd name="T7" fmla="*/ 45 h 461"/>
                <a:gd name="T8" fmla="*/ 167 w 190"/>
                <a:gd name="T9" fmla="*/ 0 h 461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  <a:gd name="T15" fmla="*/ 0 w 190"/>
                <a:gd name="T16" fmla="*/ 0 h 461"/>
                <a:gd name="T17" fmla="*/ 190 w 190"/>
                <a:gd name="T18" fmla="*/ 461 h 461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T15" t="T16" r="T17" b="T18"/>
              <a:pathLst>
                <a:path w="190" h="461">
                  <a:moveTo>
                    <a:pt x="8" y="454"/>
                  </a:moveTo>
                  <a:cubicBezTo>
                    <a:pt x="4" y="457"/>
                    <a:pt x="0" y="461"/>
                    <a:pt x="8" y="408"/>
                  </a:cubicBezTo>
                  <a:cubicBezTo>
                    <a:pt x="16" y="355"/>
                    <a:pt x="39" y="196"/>
                    <a:pt x="54" y="136"/>
                  </a:cubicBezTo>
                  <a:cubicBezTo>
                    <a:pt x="69" y="76"/>
                    <a:pt x="76" y="68"/>
                    <a:pt x="99" y="45"/>
                  </a:cubicBezTo>
                  <a:cubicBezTo>
                    <a:pt x="122" y="22"/>
                    <a:pt x="175" y="7"/>
                    <a:pt x="190" y="0"/>
                  </a:cubicBezTo>
                </a:path>
              </a:pathLst>
            </a:custGeom>
            <a:noFill/>
            <a:ln w="28575">
              <a:solidFill>
                <a:srgbClr val="FF0000"/>
              </a:solidFill>
              <a:round/>
              <a:headEnd/>
              <a:tailEnd/>
            </a:ln>
          </p:spPr>
          <p:txBody>
            <a:bodyPr/>
            <a:lstStyle/>
            <a:p>
              <a:endParaRPr lang="en-GB" sz="1600"/>
            </a:p>
          </p:txBody>
        </p:sp>
      </p:grpSp>
      <p:grpSp>
        <p:nvGrpSpPr>
          <p:cNvPr id="7" name="Group 57"/>
          <p:cNvGrpSpPr>
            <a:grpSpLocks/>
          </p:cNvGrpSpPr>
          <p:nvPr/>
        </p:nvGrpSpPr>
        <p:grpSpPr bwMode="auto">
          <a:xfrm>
            <a:off x="6670675" y="1992313"/>
            <a:ext cx="596900" cy="735012"/>
            <a:chOff x="3439" y="1797"/>
            <a:chExt cx="376" cy="463"/>
          </a:xfrm>
        </p:grpSpPr>
        <p:sp>
          <p:nvSpPr>
            <p:cNvPr id="22577" name="Line 58"/>
            <p:cNvSpPr>
              <a:spLocks noChangeShapeType="1"/>
            </p:cNvSpPr>
            <p:nvPr/>
          </p:nvSpPr>
          <p:spPr bwMode="auto">
            <a:xfrm>
              <a:off x="3625" y="1821"/>
              <a:ext cx="0" cy="425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prstDash val="dash"/>
              <a:round/>
              <a:headEnd/>
              <a:tailEnd/>
            </a:ln>
          </p:spPr>
          <p:txBody>
            <a:bodyPr/>
            <a:lstStyle/>
            <a:p>
              <a:endParaRPr lang="en-GB" sz="1600"/>
            </a:p>
          </p:txBody>
        </p:sp>
        <p:sp>
          <p:nvSpPr>
            <p:cNvPr id="22578" name="Freeform 59"/>
            <p:cNvSpPr>
              <a:spLocks/>
            </p:cNvSpPr>
            <p:nvPr/>
          </p:nvSpPr>
          <p:spPr bwMode="auto">
            <a:xfrm>
              <a:off x="3439" y="1797"/>
              <a:ext cx="182" cy="461"/>
            </a:xfrm>
            <a:custGeom>
              <a:avLst/>
              <a:gdLst>
                <a:gd name="T0" fmla="*/ 8 w 190"/>
                <a:gd name="T1" fmla="*/ 454 h 461"/>
                <a:gd name="T2" fmla="*/ 8 w 190"/>
                <a:gd name="T3" fmla="*/ 408 h 461"/>
                <a:gd name="T4" fmla="*/ 48 w 190"/>
                <a:gd name="T5" fmla="*/ 136 h 461"/>
                <a:gd name="T6" fmla="*/ 87 w 190"/>
                <a:gd name="T7" fmla="*/ 45 h 461"/>
                <a:gd name="T8" fmla="*/ 167 w 190"/>
                <a:gd name="T9" fmla="*/ 0 h 461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  <a:gd name="T15" fmla="*/ 0 w 190"/>
                <a:gd name="T16" fmla="*/ 0 h 461"/>
                <a:gd name="T17" fmla="*/ 190 w 190"/>
                <a:gd name="T18" fmla="*/ 461 h 461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T15" t="T16" r="T17" b="T18"/>
              <a:pathLst>
                <a:path w="190" h="461">
                  <a:moveTo>
                    <a:pt x="8" y="454"/>
                  </a:moveTo>
                  <a:cubicBezTo>
                    <a:pt x="4" y="457"/>
                    <a:pt x="0" y="461"/>
                    <a:pt x="8" y="408"/>
                  </a:cubicBezTo>
                  <a:cubicBezTo>
                    <a:pt x="16" y="355"/>
                    <a:pt x="39" y="196"/>
                    <a:pt x="54" y="136"/>
                  </a:cubicBezTo>
                  <a:cubicBezTo>
                    <a:pt x="69" y="76"/>
                    <a:pt x="76" y="68"/>
                    <a:pt x="99" y="45"/>
                  </a:cubicBezTo>
                  <a:cubicBezTo>
                    <a:pt x="122" y="22"/>
                    <a:pt x="175" y="7"/>
                    <a:pt x="190" y="0"/>
                  </a:cubicBezTo>
                </a:path>
              </a:pathLst>
            </a:custGeom>
            <a:noFill/>
            <a:ln w="28575">
              <a:solidFill>
                <a:srgbClr val="FF0000"/>
              </a:solidFill>
              <a:round/>
              <a:headEnd/>
              <a:tailEnd/>
            </a:ln>
          </p:spPr>
          <p:txBody>
            <a:bodyPr/>
            <a:lstStyle/>
            <a:p>
              <a:endParaRPr lang="en-GB" sz="1600"/>
            </a:p>
          </p:txBody>
        </p:sp>
        <p:sp>
          <p:nvSpPr>
            <p:cNvPr id="22579" name="Freeform 60"/>
            <p:cNvSpPr>
              <a:spLocks/>
            </p:cNvSpPr>
            <p:nvPr/>
          </p:nvSpPr>
          <p:spPr bwMode="auto">
            <a:xfrm flipH="1">
              <a:off x="3633" y="1799"/>
              <a:ext cx="182" cy="461"/>
            </a:xfrm>
            <a:custGeom>
              <a:avLst/>
              <a:gdLst>
                <a:gd name="T0" fmla="*/ 8 w 190"/>
                <a:gd name="T1" fmla="*/ 454 h 461"/>
                <a:gd name="T2" fmla="*/ 8 w 190"/>
                <a:gd name="T3" fmla="*/ 408 h 461"/>
                <a:gd name="T4" fmla="*/ 48 w 190"/>
                <a:gd name="T5" fmla="*/ 136 h 461"/>
                <a:gd name="T6" fmla="*/ 87 w 190"/>
                <a:gd name="T7" fmla="*/ 45 h 461"/>
                <a:gd name="T8" fmla="*/ 167 w 190"/>
                <a:gd name="T9" fmla="*/ 0 h 461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  <a:gd name="T15" fmla="*/ 0 w 190"/>
                <a:gd name="T16" fmla="*/ 0 h 461"/>
                <a:gd name="T17" fmla="*/ 190 w 190"/>
                <a:gd name="T18" fmla="*/ 461 h 461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T15" t="T16" r="T17" b="T18"/>
              <a:pathLst>
                <a:path w="190" h="461">
                  <a:moveTo>
                    <a:pt x="8" y="454"/>
                  </a:moveTo>
                  <a:cubicBezTo>
                    <a:pt x="4" y="457"/>
                    <a:pt x="0" y="461"/>
                    <a:pt x="8" y="408"/>
                  </a:cubicBezTo>
                  <a:cubicBezTo>
                    <a:pt x="16" y="355"/>
                    <a:pt x="39" y="196"/>
                    <a:pt x="54" y="136"/>
                  </a:cubicBezTo>
                  <a:cubicBezTo>
                    <a:pt x="69" y="76"/>
                    <a:pt x="76" y="68"/>
                    <a:pt x="99" y="45"/>
                  </a:cubicBezTo>
                  <a:cubicBezTo>
                    <a:pt x="122" y="22"/>
                    <a:pt x="175" y="7"/>
                    <a:pt x="190" y="0"/>
                  </a:cubicBezTo>
                </a:path>
              </a:pathLst>
            </a:custGeom>
            <a:noFill/>
            <a:ln w="28575">
              <a:solidFill>
                <a:srgbClr val="FF0000"/>
              </a:solidFill>
              <a:round/>
              <a:headEnd/>
              <a:tailEnd/>
            </a:ln>
          </p:spPr>
          <p:txBody>
            <a:bodyPr/>
            <a:lstStyle/>
            <a:p>
              <a:endParaRPr lang="en-GB" sz="1600"/>
            </a:p>
          </p:txBody>
        </p:sp>
      </p:grpSp>
      <p:grpSp>
        <p:nvGrpSpPr>
          <p:cNvPr id="8" name="Group 61"/>
          <p:cNvGrpSpPr>
            <a:grpSpLocks/>
          </p:cNvGrpSpPr>
          <p:nvPr/>
        </p:nvGrpSpPr>
        <p:grpSpPr bwMode="auto">
          <a:xfrm flipV="1">
            <a:off x="7265988" y="2679700"/>
            <a:ext cx="596900" cy="735013"/>
            <a:chOff x="3439" y="1797"/>
            <a:chExt cx="376" cy="463"/>
          </a:xfrm>
        </p:grpSpPr>
        <p:sp>
          <p:nvSpPr>
            <p:cNvPr id="22574" name="Line 62"/>
            <p:cNvSpPr>
              <a:spLocks noChangeShapeType="1"/>
            </p:cNvSpPr>
            <p:nvPr/>
          </p:nvSpPr>
          <p:spPr bwMode="auto">
            <a:xfrm>
              <a:off x="3625" y="1821"/>
              <a:ext cx="0" cy="425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prstDash val="dash"/>
              <a:round/>
              <a:headEnd/>
              <a:tailEnd/>
            </a:ln>
          </p:spPr>
          <p:txBody>
            <a:bodyPr/>
            <a:lstStyle/>
            <a:p>
              <a:endParaRPr lang="en-GB" sz="1600"/>
            </a:p>
          </p:txBody>
        </p:sp>
        <p:sp>
          <p:nvSpPr>
            <p:cNvPr id="22575" name="Freeform 63"/>
            <p:cNvSpPr>
              <a:spLocks/>
            </p:cNvSpPr>
            <p:nvPr/>
          </p:nvSpPr>
          <p:spPr bwMode="auto">
            <a:xfrm>
              <a:off x="3439" y="1797"/>
              <a:ext cx="182" cy="461"/>
            </a:xfrm>
            <a:custGeom>
              <a:avLst/>
              <a:gdLst>
                <a:gd name="T0" fmla="*/ 8 w 190"/>
                <a:gd name="T1" fmla="*/ 454 h 461"/>
                <a:gd name="T2" fmla="*/ 8 w 190"/>
                <a:gd name="T3" fmla="*/ 408 h 461"/>
                <a:gd name="T4" fmla="*/ 48 w 190"/>
                <a:gd name="T5" fmla="*/ 136 h 461"/>
                <a:gd name="T6" fmla="*/ 87 w 190"/>
                <a:gd name="T7" fmla="*/ 45 h 461"/>
                <a:gd name="T8" fmla="*/ 167 w 190"/>
                <a:gd name="T9" fmla="*/ 0 h 461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  <a:gd name="T15" fmla="*/ 0 w 190"/>
                <a:gd name="T16" fmla="*/ 0 h 461"/>
                <a:gd name="T17" fmla="*/ 190 w 190"/>
                <a:gd name="T18" fmla="*/ 461 h 461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T15" t="T16" r="T17" b="T18"/>
              <a:pathLst>
                <a:path w="190" h="461">
                  <a:moveTo>
                    <a:pt x="8" y="454"/>
                  </a:moveTo>
                  <a:cubicBezTo>
                    <a:pt x="4" y="457"/>
                    <a:pt x="0" y="461"/>
                    <a:pt x="8" y="408"/>
                  </a:cubicBezTo>
                  <a:cubicBezTo>
                    <a:pt x="16" y="355"/>
                    <a:pt x="39" y="196"/>
                    <a:pt x="54" y="136"/>
                  </a:cubicBezTo>
                  <a:cubicBezTo>
                    <a:pt x="69" y="76"/>
                    <a:pt x="76" y="68"/>
                    <a:pt x="99" y="45"/>
                  </a:cubicBezTo>
                  <a:cubicBezTo>
                    <a:pt x="122" y="22"/>
                    <a:pt x="175" y="7"/>
                    <a:pt x="190" y="0"/>
                  </a:cubicBezTo>
                </a:path>
              </a:pathLst>
            </a:custGeom>
            <a:noFill/>
            <a:ln w="28575">
              <a:solidFill>
                <a:srgbClr val="FF0000"/>
              </a:solidFill>
              <a:round/>
              <a:headEnd/>
              <a:tailEnd/>
            </a:ln>
          </p:spPr>
          <p:txBody>
            <a:bodyPr/>
            <a:lstStyle/>
            <a:p>
              <a:endParaRPr lang="en-GB" sz="1600"/>
            </a:p>
          </p:txBody>
        </p:sp>
        <p:sp>
          <p:nvSpPr>
            <p:cNvPr id="22576" name="Freeform 64"/>
            <p:cNvSpPr>
              <a:spLocks/>
            </p:cNvSpPr>
            <p:nvPr/>
          </p:nvSpPr>
          <p:spPr bwMode="auto">
            <a:xfrm flipH="1">
              <a:off x="3633" y="1799"/>
              <a:ext cx="182" cy="461"/>
            </a:xfrm>
            <a:custGeom>
              <a:avLst/>
              <a:gdLst>
                <a:gd name="T0" fmla="*/ 8 w 190"/>
                <a:gd name="T1" fmla="*/ 454 h 461"/>
                <a:gd name="T2" fmla="*/ 8 w 190"/>
                <a:gd name="T3" fmla="*/ 408 h 461"/>
                <a:gd name="T4" fmla="*/ 48 w 190"/>
                <a:gd name="T5" fmla="*/ 136 h 461"/>
                <a:gd name="T6" fmla="*/ 87 w 190"/>
                <a:gd name="T7" fmla="*/ 45 h 461"/>
                <a:gd name="T8" fmla="*/ 167 w 190"/>
                <a:gd name="T9" fmla="*/ 0 h 461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  <a:gd name="T15" fmla="*/ 0 w 190"/>
                <a:gd name="T16" fmla="*/ 0 h 461"/>
                <a:gd name="T17" fmla="*/ 190 w 190"/>
                <a:gd name="T18" fmla="*/ 461 h 461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T15" t="T16" r="T17" b="T18"/>
              <a:pathLst>
                <a:path w="190" h="461">
                  <a:moveTo>
                    <a:pt x="8" y="454"/>
                  </a:moveTo>
                  <a:cubicBezTo>
                    <a:pt x="4" y="457"/>
                    <a:pt x="0" y="461"/>
                    <a:pt x="8" y="408"/>
                  </a:cubicBezTo>
                  <a:cubicBezTo>
                    <a:pt x="16" y="355"/>
                    <a:pt x="39" y="196"/>
                    <a:pt x="54" y="136"/>
                  </a:cubicBezTo>
                  <a:cubicBezTo>
                    <a:pt x="69" y="76"/>
                    <a:pt x="76" y="68"/>
                    <a:pt x="99" y="45"/>
                  </a:cubicBezTo>
                  <a:cubicBezTo>
                    <a:pt x="122" y="22"/>
                    <a:pt x="175" y="7"/>
                    <a:pt x="190" y="0"/>
                  </a:cubicBezTo>
                </a:path>
              </a:pathLst>
            </a:custGeom>
            <a:noFill/>
            <a:ln w="28575">
              <a:solidFill>
                <a:srgbClr val="FF0000"/>
              </a:solidFill>
              <a:round/>
              <a:headEnd/>
              <a:tailEnd/>
            </a:ln>
          </p:spPr>
          <p:txBody>
            <a:bodyPr/>
            <a:lstStyle/>
            <a:p>
              <a:endParaRPr lang="en-GB" sz="1600"/>
            </a:p>
          </p:txBody>
        </p:sp>
      </p:grpSp>
      <p:sp>
        <p:nvSpPr>
          <p:cNvPr id="22541" name="Line 65"/>
          <p:cNvSpPr>
            <a:spLocks noChangeShapeType="1"/>
          </p:cNvSpPr>
          <p:nvPr/>
        </p:nvSpPr>
        <p:spPr bwMode="auto">
          <a:xfrm>
            <a:off x="5446713" y="4281488"/>
            <a:ext cx="3043237" cy="1587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</p:spPr>
        <p:txBody>
          <a:bodyPr/>
          <a:lstStyle/>
          <a:p>
            <a:endParaRPr lang="en-GB" sz="1600"/>
          </a:p>
        </p:txBody>
      </p:sp>
      <p:sp>
        <p:nvSpPr>
          <p:cNvPr id="22542" name="Line 66"/>
          <p:cNvSpPr>
            <a:spLocks noChangeShapeType="1"/>
          </p:cNvSpPr>
          <p:nvPr/>
        </p:nvSpPr>
        <p:spPr bwMode="auto">
          <a:xfrm>
            <a:off x="5462588" y="3509963"/>
            <a:ext cx="9525" cy="1538287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</p:spPr>
        <p:txBody>
          <a:bodyPr/>
          <a:lstStyle/>
          <a:p>
            <a:endParaRPr lang="en-GB" sz="1600"/>
          </a:p>
        </p:txBody>
      </p:sp>
      <p:sp>
        <p:nvSpPr>
          <p:cNvPr id="22543" name="Text Box 83"/>
          <p:cNvSpPr txBox="1">
            <a:spLocks noChangeArrowheads="1"/>
          </p:cNvSpPr>
          <p:nvPr/>
        </p:nvSpPr>
        <p:spPr bwMode="auto">
          <a:xfrm>
            <a:off x="4935538" y="3881438"/>
            <a:ext cx="539750" cy="336550"/>
          </a:xfrm>
          <a:prstGeom prst="rect">
            <a:avLst/>
          </a:prstGeom>
          <a:noFill/>
          <a:ln w="9525" algn="ctr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r>
              <a:rPr lang="en-GB" sz="1600" b="0"/>
              <a:t>out</a:t>
            </a:r>
            <a:endParaRPr lang="en-US" sz="1600" b="0"/>
          </a:p>
        </p:txBody>
      </p:sp>
      <p:grpSp>
        <p:nvGrpSpPr>
          <p:cNvPr id="9" name="Group 99"/>
          <p:cNvGrpSpPr>
            <a:grpSpLocks/>
          </p:cNvGrpSpPr>
          <p:nvPr/>
        </p:nvGrpSpPr>
        <p:grpSpPr bwMode="auto">
          <a:xfrm>
            <a:off x="5470525" y="3575050"/>
            <a:ext cx="2408238" cy="1400175"/>
            <a:chOff x="3439" y="2805"/>
            <a:chExt cx="1279" cy="882"/>
          </a:xfrm>
        </p:grpSpPr>
        <p:grpSp>
          <p:nvGrpSpPr>
            <p:cNvPr id="10" name="Group 89"/>
            <p:cNvGrpSpPr>
              <a:grpSpLocks/>
            </p:cNvGrpSpPr>
            <p:nvPr/>
          </p:nvGrpSpPr>
          <p:grpSpPr bwMode="auto">
            <a:xfrm>
              <a:off x="3439" y="2805"/>
              <a:ext cx="317" cy="444"/>
              <a:chOff x="3433" y="2805"/>
              <a:chExt cx="317" cy="444"/>
            </a:xfrm>
          </p:grpSpPr>
          <p:sp>
            <p:nvSpPr>
              <p:cNvPr id="22572" name="Freeform 87"/>
              <p:cNvSpPr>
                <a:spLocks/>
              </p:cNvSpPr>
              <p:nvPr/>
            </p:nvSpPr>
            <p:spPr bwMode="auto">
              <a:xfrm>
                <a:off x="3433" y="2805"/>
                <a:ext cx="169" cy="442"/>
              </a:xfrm>
              <a:custGeom>
                <a:avLst/>
                <a:gdLst>
                  <a:gd name="T0" fmla="*/ 0 w 169"/>
                  <a:gd name="T1" fmla="*/ 442 h 442"/>
                  <a:gd name="T2" fmla="*/ 29 w 169"/>
                  <a:gd name="T3" fmla="*/ 186 h 442"/>
                  <a:gd name="T4" fmla="*/ 64 w 169"/>
                  <a:gd name="T5" fmla="*/ 29 h 442"/>
                  <a:gd name="T6" fmla="*/ 169 w 169"/>
                  <a:gd name="T7" fmla="*/ 11 h 442"/>
                  <a:gd name="T8" fmla="*/ 0 60000 65536"/>
                  <a:gd name="T9" fmla="*/ 0 60000 65536"/>
                  <a:gd name="T10" fmla="*/ 0 60000 65536"/>
                  <a:gd name="T11" fmla="*/ 0 60000 65536"/>
                  <a:gd name="T12" fmla="*/ 0 w 169"/>
                  <a:gd name="T13" fmla="*/ 0 h 442"/>
                  <a:gd name="T14" fmla="*/ 169 w 169"/>
                  <a:gd name="T15" fmla="*/ 442 h 442"/>
                </a:gdLst>
                <a:ahLst/>
                <a:cxnLst>
                  <a:cxn ang="T8">
                    <a:pos x="T0" y="T1"/>
                  </a:cxn>
                  <a:cxn ang="T9">
                    <a:pos x="T2" y="T3"/>
                  </a:cxn>
                  <a:cxn ang="T10">
                    <a:pos x="T4" y="T5"/>
                  </a:cxn>
                  <a:cxn ang="T11">
                    <a:pos x="T6" y="T7"/>
                  </a:cxn>
                </a:cxnLst>
                <a:rect l="T12" t="T13" r="T14" b="T15"/>
                <a:pathLst>
                  <a:path w="169" h="442">
                    <a:moveTo>
                      <a:pt x="0" y="442"/>
                    </a:moveTo>
                    <a:cubicBezTo>
                      <a:pt x="9" y="348"/>
                      <a:pt x="18" y="255"/>
                      <a:pt x="29" y="186"/>
                    </a:cubicBezTo>
                    <a:cubicBezTo>
                      <a:pt x="40" y="117"/>
                      <a:pt x="41" y="58"/>
                      <a:pt x="64" y="29"/>
                    </a:cubicBezTo>
                    <a:cubicBezTo>
                      <a:pt x="87" y="0"/>
                      <a:pt x="152" y="14"/>
                      <a:pt x="169" y="11"/>
                    </a:cubicBezTo>
                  </a:path>
                </a:pathLst>
              </a:custGeom>
              <a:noFill/>
              <a:ln w="28575">
                <a:solidFill>
                  <a:srgbClr val="FF0000"/>
                </a:solidFill>
                <a:round/>
                <a:headEnd/>
                <a:tailEnd/>
              </a:ln>
            </p:spPr>
            <p:txBody>
              <a:bodyPr/>
              <a:lstStyle/>
              <a:p>
                <a:endParaRPr lang="en-GB" sz="1600"/>
              </a:p>
            </p:txBody>
          </p:sp>
          <p:sp>
            <p:nvSpPr>
              <p:cNvPr id="22573" name="Freeform 88"/>
              <p:cNvSpPr>
                <a:spLocks/>
              </p:cNvSpPr>
              <p:nvPr/>
            </p:nvSpPr>
            <p:spPr bwMode="auto">
              <a:xfrm flipH="1">
                <a:off x="3581" y="2807"/>
                <a:ext cx="169" cy="442"/>
              </a:xfrm>
              <a:custGeom>
                <a:avLst/>
                <a:gdLst>
                  <a:gd name="T0" fmla="*/ 0 w 169"/>
                  <a:gd name="T1" fmla="*/ 442 h 442"/>
                  <a:gd name="T2" fmla="*/ 29 w 169"/>
                  <a:gd name="T3" fmla="*/ 186 h 442"/>
                  <a:gd name="T4" fmla="*/ 64 w 169"/>
                  <a:gd name="T5" fmla="*/ 29 h 442"/>
                  <a:gd name="T6" fmla="*/ 169 w 169"/>
                  <a:gd name="T7" fmla="*/ 11 h 442"/>
                  <a:gd name="T8" fmla="*/ 0 60000 65536"/>
                  <a:gd name="T9" fmla="*/ 0 60000 65536"/>
                  <a:gd name="T10" fmla="*/ 0 60000 65536"/>
                  <a:gd name="T11" fmla="*/ 0 60000 65536"/>
                  <a:gd name="T12" fmla="*/ 0 w 169"/>
                  <a:gd name="T13" fmla="*/ 0 h 442"/>
                  <a:gd name="T14" fmla="*/ 169 w 169"/>
                  <a:gd name="T15" fmla="*/ 442 h 442"/>
                </a:gdLst>
                <a:ahLst/>
                <a:cxnLst>
                  <a:cxn ang="T8">
                    <a:pos x="T0" y="T1"/>
                  </a:cxn>
                  <a:cxn ang="T9">
                    <a:pos x="T2" y="T3"/>
                  </a:cxn>
                  <a:cxn ang="T10">
                    <a:pos x="T4" y="T5"/>
                  </a:cxn>
                  <a:cxn ang="T11">
                    <a:pos x="T6" y="T7"/>
                  </a:cxn>
                </a:cxnLst>
                <a:rect l="T12" t="T13" r="T14" b="T15"/>
                <a:pathLst>
                  <a:path w="169" h="442">
                    <a:moveTo>
                      <a:pt x="0" y="442"/>
                    </a:moveTo>
                    <a:cubicBezTo>
                      <a:pt x="9" y="348"/>
                      <a:pt x="18" y="255"/>
                      <a:pt x="29" y="186"/>
                    </a:cubicBezTo>
                    <a:cubicBezTo>
                      <a:pt x="40" y="117"/>
                      <a:pt x="41" y="58"/>
                      <a:pt x="64" y="29"/>
                    </a:cubicBezTo>
                    <a:cubicBezTo>
                      <a:pt x="87" y="0"/>
                      <a:pt x="152" y="14"/>
                      <a:pt x="169" y="11"/>
                    </a:cubicBezTo>
                  </a:path>
                </a:pathLst>
              </a:custGeom>
              <a:noFill/>
              <a:ln w="28575">
                <a:solidFill>
                  <a:srgbClr val="FF0000"/>
                </a:solidFill>
                <a:round/>
                <a:headEnd/>
                <a:tailEnd/>
              </a:ln>
            </p:spPr>
            <p:txBody>
              <a:bodyPr/>
              <a:lstStyle/>
              <a:p>
                <a:endParaRPr lang="en-GB" sz="1600"/>
              </a:p>
            </p:txBody>
          </p:sp>
        </p:grpSp>
        <p:grpSp>
          <p:nvGrpSpPr>
            <p:cNvPr id="11" name="Group 90"/>
            <p:cNvGrpSpPr>
              <a:grpSpLocks/>
            </p:cNvGrpSpPr>
            <p:nvPr/>
          </p:nvGrpSpPr>
          <p:grpSpPr bwMode="auto">
            <a:xfrm flipV="1">
              <a:off x="3761" y="3243"/>
              <a:ext cx="317" cy="444"/>
              <a:chOff x="3433" y="2805"/>
              <a:chExt cx="317" cy="444"/>
            </a:xfrm>
          </p:grpSpPr>
          <p:sp>
            <p:nvSpPr>
              <p:cNvPr id="22570" name="Freeform 91"/>
              <p:cNvSpPr>
                <a:spLocks/>
              </p:cNvSpPr>
              <p:nvPr/>
            </p:nvSpPr>
            <p:spPr bwMode="auto">
              <a:xfrm>
                <a:off x="3433" y="2805"/>
                <a:ext cx="169" cy="442"/>
              </a:xfrm>
              <a:custGeom>
                <a:avLst/>
                <a:gdLst>
                  <a:gd name="T0" fmla="*/ 0 w 169"/>
                  <a:gd name="T1" fmla="*/ 442 h 442"/>
                  <a:gd name="T2" fmla="*/ 29 w 169"/>
                  <a:gd name="T3" fmla="*/ 186 h 442"/>
                  <a:gd name="T4" fmla="*/ 64 w 169"/>
                  <a:gd name="T5" fmla="*/ 29 h 442"/>
                  <a:gd name="T6" fmla="*/ 169 w 169"/>
                  <a:gd name="T7" fmla="*/ 11 h 442"/>
                  <a:gd name="T8" fmla="*/ 0 60000 65536"/>
                  <a:gd name="T9" fmla="*/ 0 60000 65536"/>
                  <a:gd name="T10" fmla="*/ 0 60000 65536"/>
                  <a:gd name="T11" fmla="*/ 0 60000 65536"/>
                  <a:gd name="T12" fmla="*/ 0 w 169"/>
                  <a:gd name="T13" fmla="*/ 0 h 442"/>
                  <a:gd name="T14" fmla="*/ 169 w 169"/>
                  <a:gd name="T15" fmla="*/ 442 h 442"/>
                </a:gdLst>
                <a:ahLst/>
                <a:cxnLst>
                  <a:cxn ang="T8">
                    <a:pos x="T0" y="T1"/>
                  </a:cxn>
                  <a:cxn ang="T9">
                    <a:pos x="T2" y="T3"/>
                  </a:cxn>
                  <a:cxn ang="T10">
                    <a:pos x="T4" y="T5"/>
                  </a:cxn>
                  <a:cxn ang="T11">
                    <a:pos x="T6" y="T7"/>
                  </a:cxn>
                </a:cxnLst>
                <a:rect l="T12" t="T13" r="T14" b="T15"/>
                <a:pathLst>
                  <a:path w="169" h="442">
                    <a:moveTo>
                      <a:pt x="0" y="442"/>
                    </a:moveTo>
                    <a:cubicBezTo>
                      <a:pt x="9" y="348"/>
                      <a:pt x="18" y="255"/>
                      <a:pt x="29" y="186"/>
                    </a:cubicBezTo>
                    <a:cubicBezTo>
                      <a:pt x="40" y="117"/>
                      <a:pt x="41" y="58"/>
                      <a:pt x="64" y="29"/>
                    </a:cubicBezTo>
                    <a:cubicBezTo>
                      <a:pt x="87" y="0"/>
                      <a:pt x="152" y="14"/>
                      <a:pt x="169" y="11"/>
                    </a:cubicBezTo>
                  </a:path>
                </a:pathLst>
              </a:custGeom>
              <a:noFill/>
              <a:ln w="28575">
                <a:solidFill>
                  <a:srgbClr val="FF0000"/>
                </a:solidFill>
                <a:round/>
                <a:headEnd/>
                <a:tailEnd/>
              </a:ln>
            </p:spPr>
            <p:txBody>
              <a:bodyPr/>
              <a:lstStyle/>
              <a:p>
                <a:endParaRPr lang="en-GB" sz="1600"/>
              </a:p>
            </p:txBody>
          </p:sp>
          <p:sp>
            <p:nvSpPr>
              <p:cNvPr id="22571" name="Freeform 92"/>
              <p:cNvSpPr>
                <a:spLocks/>
              </p:cNvSpPr>
              <p:nvPr/>
            </p:nvSpPr>
            <p:spPr bwMode="auto">
              <a:xfrm flipH="1">
                <a:off x="3581" y="2807"/>
                <a:ext cx="169" cy="442"/>
              </a:xfrm>
              <a:custGeom>
                <a:avLst/>
                <a:gdLst>
                  <a:gd name="T0" fmla="*/ 0 w 169"/>
                  <a:gd name="T1" fmla="*/ 442 h 442"/>
                  <a:gd name="T2" fmla="*/ 29 w 169"/>
                  <a:gd name="T3" fmla="*/ 186 h 442"/>
                  <a:gd name="T4" fmla="*/ 64 w 169"/>
                  <a:gd name="T5" fmla="*/ 29 h 442"/>
                  <a:gd name="T6" fmla="*/ 169 w 169"/>
                  <a:gd name="T7" fmla="*/ 11 h 442"/>
                  <a:gd name="T8" fmla="*/ 0 60000 65536"/>
                  <a:gd name="T9" fmla="*/ 0 60000 65536"/>
                  <a:gd name="T10" fmla="*/ 0 60000 65536"/>
                  <a:gd name="T11" fmla="*/ 0 60000 65536"/>
                  <a:gd name="T12" fmla="*/ 0 w 169"/>
                  <a:gd name="T13" fmla="*/ 0 h 442"/>
                  <a:gd name="T14" fmla="*/ 169 w 169"/>
                  <a:gd name="T15" fmla="*/ 442 h 442"/>
                </a:gdLst>
                <a:ahLst/>
                <a:cxnLst>
                  <a:cxn ang="T8">
                    <a:pos x="T0" y="T1"/>
                  </a:cxn>
                  <a:cxn ang="T9">
                    <a:pos x="T2" y="T3"/>
                  </a:cxn>
                  <a:cxn ang="T10">
                    <a:pos x="T4" y="T5"/>
                  </a:cxn>
                  <a:cxn ang="T11">
                    <a:pos x="T6" y="T7"/>
                  </a:cxn>
                </a:cxnLst>
                <a:rect l="T12" t="T13" r="T14" b="T15"/>
                <a:pathLst>
                  <a:path w="169" h="442">
                    <a:moveTo>
                      <a:pt x="0" y="442"/>
                    </a:moveTo>
                    <a:cubicBezTo>
                      <a:pt x="9" y="348"/>
                      <a:pt x="18" y="255"/>
                      <a:pt x="29" y="186"/>
                    </a:cubicBezTo>
                    <a:cubicBezTo>
                      <a:pt x="40" y="117"/>
                      <a:pt x="41" y="58"/>
                      <a:pt x="64" y="29"/>
                    </a:cubicBezTo>
                    <a:cubicBezTo>
                      <a:pt x="87" y="0"/>
                      <a:pt x="152" y="14"/>
                      <a:pt x="169" y="11"/>
                    </a:cubicBezTo>
                  </a:path>
                </a:pathLst>
              </a:custGeom>
              <a:noFill/>
              <a:ln w="28575">
                <a:solidFill>
                  <a:srgbClr val="FF0000"/>
                </a:solidFill>
                <a:round/>
                <a:headEnd/>
                <a:tailEnd/>
              </a:ln>
            </p:spPr>
            <p:txBody>
              <a:bodyPr/>
              <a:lstStyle/>
              <a:p>
                <a:endParaRPr lang="en-GB" sz="1600"/>
              </a:p>
            </p:txBody>
          </p:sp>
        </p:grpSp>
        <p:grpSp>
          <p:nvGrpSpPr>
            <p:cNvPr id="12" name="Group 93"/>
            <p:cNvGrpSpPr>
              <a:grpSpLocks/>
            </p:cNvGrpSpPr>
            <p:nvPr/>
          </p:nvGrpSpPr>
          <p:grpSpPr bwMode="auto">
            <a:xfrm>
              <a:off x="4079" y="2805"/>
              <a:ext cx="317" cy="444"/>
              <a:chOff x="3433" y="2805"/>
              <a:chExt cx="317" cy="444"/>
            </a:xfrm>
          </p:grpSpPr>
          <p:sp>
            <p:nvSpPr>
              <p:cNvPr id="22568" name="Freeform 94"/>
              <p:cNvSpPr>
                <a:spLocks/>
              </p:cNvSpPr>
              <p:nvPr/>
            </p:nvSpPr>
            <p:spPr bwMode="auto">
              <a:xfrm>
                <a:off x="3433" y="2805"/>
                <a:ext cx="169" cy="442"/>
              </a:xfrm>
              <a:custGeom>
                <a:avLst/>
                <a:gdLst>
                  <a:gd name="T0" fmla="*/ 0 w 169"/>
                  <a:gd name="T1" fmla="*/ 442 h 442"/>
                  <a:gd name="T2" fmla="*/ 29 w 169"/>
                  <a:gd name="T3" fmla="*/ 186 h 442"/>
                  <a:gd name="T4" fmla="*/ 64 w 169"/>
                  <a:gd name="T5" fmla="*/ 29 h 442"/>
                  <a:gd name="T6" fmla="*/ 169 w 169"/>
                  <a:gd name="T7" fmla="*/ 11 h 442"/>
                  <a:gd name="T8" fmla="*/ 0 60000 65536"/>
                  <a:gd name="T9" fmla="*/ 0 60000 65536"/>
                  <a:gd name="T10" fmla="*/ 0 60000 65536"/>
                  <a:gd name="T11" fmla="*/ 0 60000 65536"/>
                  <a:gd name="T12" fmla="*/ 0 w 169"/>
                  <a:gd name="T13" fmla="*/ 0 h 442"/>
                  <a:gd name="T14" fmla="*/ 169 w 169"/>
                  <a:gd name="T15" fmla="*/ 442 h 442"/>
                </a:gdLst>
                <a:ahLst/>
                <a:cxnLst>
                  <a:cxn ang="T8">
                    <a:pos x="T0" y="T1"/>
                  </a:cxn>
                  <a:cxn ang="T9">
                    <a:pos x="T2" y="T3"/>
                  </a:cxn>
                  <a:cxn ang="T10">
                    <a:pos x="T4" y="T5"/>
                  </a:cxn>
                  <a:cxn ang="T11">
                    <a:pos x="T6" y="T7"/>
                  </a:cxn>
                </a:cxnLst>
                <a:rect l="T12" t="T13" r="T14" b="T15"/>
                <a:pathLst>
                  <a:path w="169" h="442">
                    <a:moveTo>
                      <a:pt x="0" y="442"/>
                    </a:moveTo>
                    <a:cubicBezTo>
                      <a:pt x="9" y="348"/>
                      <a:pt x="18" y="255"/>
                      <a:pt x="29" y="186"/>
                    </a:cubicBezTo>
                    <a:cubicBezTo>
                      <a:pt x="40" y="117"/>
                      <a:pt x="41" y="58"/>
                      <a:pt x="64" y="29"/>
                    </a:cubicBezTo>
                    <a:cubicBezTo>
                      <a:pt x="87" y="0"/>
                      <a:pt x="152" y="14"/>
                      <a:pt x="169" y="11"/>
                    </a:cubicBezTo>
                  </a:path>
                </a:pathLst>
              </a:custGeom>
              <a:noFill/>
              <a:ln w="28575">
                <a:solidFill>
                  <a:srgbClr val="FF0000"/>
                </a:solidFill>
                <a:round/>
                <a:headEnd/>
                <a:tailEnd/>
              </a:ln>
            </p:spPr>
            <p:txBody>
              <a:bodyPr/>
              <a:lstStyle/>
              <a:p>
                <a:endParaRPr lang="en-GB" sz="1600"/>
              </a:p>
            </p:txBody>
          </p:sp>
          <p:sp>
            <p:nvSpPr>
              <p:cNvPr id="22569" name="Freeform 95"/>
              <p:cNvSpPr>
                <a:spLocks/>
              </p:cNvSpPr>
              <p:nvPr/>
            </p:nvSpPr>
            <p:spPr bwMode="auto">
              <a:xfrm flipH="1">
                <a:off x="3581" y="2807"/>
                <a:ext cx="169" cy="442"/>
              </a:xfrm>
              <a:custGeom>
                <a:avLst/>
                <a:gdLst>
                  <a:gd name="T0" fmla="*/ 0 w 169"/>
                  <a:gd name="T1" fmla="*/ 442 h 442"/>
                  <a:gd name="T2" fmla="*/ 29 w 169"/>
                  <a:gd name="T3" fmla="*/ 186 h 442"/>
                  <a:gd name="T4" fmla="*/ 64 w 169"/>
                  <a:gd name="T5" fmla="*/ 29 h 442"/>
                  <a:gd name="T6" fmla="*/ 169 w 169"/>
                  <a:gd name="T7" fmla="*/ 11 h 442"/>
                  <a:gd name="T8" fmla="*/ 0 60000 65536"/>
                  <a:gd name="T9" fmla="*/ 0 60000 65536"/>
                  <a:gd name="T10" fmla="*/ 0 60000 65536"/>
                  <a:gd name="T11" fmla="*/ 0 60000 65536"/>
                  <a:gd name="T12" fmla="*/ 0 w 169"/>
                  <a:gd name="T13" fmla="*/ 0 h 442"/>
                  <a:gd name="T14" fmla="*/ 169 w 169"/>
                  <a:gd name="T15" fmla="*/ 442 h 442"/>
                </a:gdLst>
                <a:ahLst/>
                <a:cxnLst>
                  <a:cxn ang="T8">
                    <a:pos x="T0" y="T1"/>
                  </a:cxn>
                  <a:cxn ang="T9">
                    <a:pos x="T2" y="T3"/>
                  </a:cxn>
                  <a:cxn ang="T10">
                    <a:pos x="T4" y="T5"/>
                  </a:cxn>
                  <a:cxn ang="T11">
                    <a:pos x="T6" y="T7"/>
                  </a:cxn>
                </a:cxnLst>
                <a:rect l="T12" t="T13" r="T14" b="T15"/>
                <a:pathLst>
                  <a:path w="169" h="442">
                    <a:moveTo>
                      <a:pt x="0" y="442"/>
                    </a:moveTo>
                    <a:cubicBezTo>
                      <a:pt x="9" y="348"/>
                      <a:pt x="18" y="255"/>
                      <a:pt x="29" y="186"/>
                    </a:cubicBezTo>
                    <a:cubicBezTo>
                      <a:pt x="40" y="117"/>
                      <a:pt x="41" y="58"/>
                      <a:pt x="64" y="29"/>
                    </a:cubicBezTo>
                    <a:cubicBezTo>
                      <a:pt x="87" y="0"/>
                      <a:pt x="152" y="14"/>
                      <a:pt x="169" y="11"/>
                    </a:cubicBezTo>
                  </a:path>
                </a:pathLst>
              </a:custGeom>
              <a:noFill/>
              <a:ln w="28575">
                <a:solidFill>
                  <a:srgbClr val="FF0000"/>
                </a:solidFill>
                <a:round/>
                <a:headEnd/>
                <a:tailEnd/>
              </a:ln>
            </p:spPr>
            <p:txBody>
              <a:bodyPr/>
              <a:lstStyle/>
              <a:p>
                <a:endParaRPr lang="en-GB" sz="1600"/>
              </a:p>
            </p:txBody>
          </p:sp>
        </p:grpSp>
        <p:grpSp>
          <p:nvGrpSpPr>
            <p:cNvPr id="13" name="Group 96"/>
            <p:cNvGrpSpPr>
              <a:grpSpLocks/>
            </p:cNvGrpSpPr>
            <p:nvPr/>
          </p:nvGrpSpPr>
          <p:grpSpPr bwMode="auto">
            <a:xfrm flipV="1">
              <a:off x="4401" y="3243"/>
              <a:ext cx="317" cy="444"/>
              <a:chOff x="3433" y="2805"/>
              <a:chExt cx="317" cy="444"/>
            </a:xfrm>
          </p:grpSpPr>
          <p:sp>
            <p:nvSpPr>
              <p:cNvPr id="22566" name="Freeform 97"/>
              <p:cNvSpPr>
                <a:spLocks/>
              </p:cNvSpPr>
              <p:nvPr/>
            </p:nvSpPr>
            <p:spPr bwMode="auto">
              <a:xfrm>
                <a:off x="3433" y="2805"/>
                <a:ext cx="169" cy="442"/>
              </a:xfrm>
              <a:custGeom>
                <a:avLst/>
                <a:gdLst>
                  <a:gd name="T0" fmla="*/ 0 w 169"/>
                  <a:gd name="T1" fmla="*/ 442 h 442"/>
                  <a:gd name="T2" fmla="*/ 29 w 169"/>
                  <a:gd name="T3" fmla="*/ 186 h 442"/>
                  <a:gd name="T4" fmla="*/ 64 w 169"/>
                  <a:gd name="T5" fmla="*/ 29 h 442"/>
                  <a:gd name="T6" fmla="*/ 169 w 169"/>
                  <a:gd name="T7" fmla="*/ 11 h 442"/>
                  <a:gd name="T8" fmla="*/ 0 60000 65536"/>
                  <a:gd name="T9" fmla="*/ 0 60000 65536"/>
                  <a:gd name="T10" fmla="*/ 0 60000 65536"/>
                  <a:gd name="T11" fmla="*/ 0 60000 65536"/>
                  <a:gd name="T12" fmla="*/ 0 w 169"/>
                  <a:gd name="T13" fmla="*/ 0 h 442"/>
                  <a:gd name="T14" fmla="*/ 169 w 169"/>
                  <a:gd name="T15" fmla="*/ 442 h 442"/>
                </a:gdLst>
                <a:ahLst/>
                <a:cxnLst>
                  <a:cxn ang="T8">
                    <a:pos x="T0" y="T1"/>
                  </a:cxn>
                  <a:cxn ang="T9">
                    <a:pos x="T2" y="T3"/>
                  </a:cxn>
                  <a:cxn ang="T10">
                    <a:pos x="T4" y="T5"/>
                  </a:cxn>
                  <a:cxn ang="T11">
                    <a:pos x="T6" y="T7"/>
                  </a:cxn>
                </a:cxnLst>
                <a:rect l="T12" t="T13" r="T14" b="T15"/>
                <a:pathLst>
                  <a:path w="169" h="442">
                    <a:moveTo>
                      <a:pt x="0" y="442"/>
                    </a:moveTo>
                    <a:cubicBezTo>
                      <a:pt x="9" y="348"/>
                      <a:pt x="18" y="255"/>
                      <a:pt x="29" y="186"/>
                    </a:cubicBezTo>
                    <a:cubicBezTo>
                      <a:pt x="40" y="117"/>
                      <a:pt x="41" y="58"/>
                      <a:pt x="64" y="29"/>
                    </a:cubicBezTo>
                    <a:cubicBezTo>
                      <a:pt x="87" y="0"/>
                      <a:pt x="152" y="14"/>
                      <a:pt x="169" y="11"/>
                    </a:cubicBezTo>
                  </a:path>
                </a:pathLst>
              </a:custGeom>
              <a:noFill/>
              <a:ln w="28575">
                <a:solidFill>
                  <a:srgbClr val="FF0000"/>
                </a:solidFill>
                <a:round/>
                <a:headEnd/>
                <a:tailEnd/>
              </a:ln>
            </p:spPr>
            <p:txBody>
              <a:bodyPr/>
              <a:lstStyle/>
              <a:p>
                <a:endParaRPr lang="en-GB" sz="1600"/>
              </a:p>
            </p:txBody>
          </p:sp>
          <p:sp>
            <p:nvSpPr>
              <p:cNvPr id="22567" name="Freeform 98"/>
              <p:cNvSpPr>
                <a:spLocks/>
              </p:cNvSpPr>
              <p:nvPr/>
            </p:nvSpPr>
            <p:spPr bwMode="auto">
              <a:xfrm flipH="1">
                <a:off x="3581" y="2807"/>
                <a:ext cx="169" cy="442"/>
              </a:xfrm>
              <a:custGeom>
                <a:avLst/>
                <a:gdLst>
                  <a:gd name="T0" fmla="*/ 0 w 169"/>
                  <a:gd name="T1" fmla="*/ 442 h 442"/>
                  <a:gd name="T2" fmla="*/ 29 w 169"/>
                  <a:gd name="T3" fmla="*/ 186 h 442"/>
                  <a:gd name="T4" fmla="*/ 64 w 169"/>
                  <a:gd name="T5" fmla="*/ 29 h 442"/>
                  <a:gd name="T6" fmla="*/ 169 w 169"/>
                  <a:gd name="T7" fmla="*/ 11 h 442"/>
                  <a:gd name="T8" fmla="*/ 0 60000 65536"/>
                  <a:gd name="T9" fmla="*/ 0 60000 65536"/>
                  <a:gd name="T10" fmla="*/ 0 60000 65536"/>
                  <a:gd name="T11" fmla="*/ 0 60000 65536"/>
                  <a:gd name="T12" fmla="*/ 0 w 169"/>
                  <a:gd name="T13" fmla="*/ 0 h 442"/>
                  <a:gd name="T14" fmla="*/ 169 w 169"/>
                  <a:gd name="T15" fmla="*/ 442 h 442"/>
                </a:gdLst>
                <a:ahLst/>
                <a:cxnLst>
                  <a:cxn ang="T8">
                    <a:pos x="T0" y="T1"/>
                  </a:cxn>
                  <a:cxn ang="T9">
                    <a:pos x="T2" y="T3"/>
                  </a:cxn>
                  <a:cxn ang="T10">
                    <a:pos x="T4" y="T5"/>
                  </a:cxn>
                  <a:cxn ang="T11">
                    <a:pos x="T6" y="T7"/>
                  </a:cxn>
                </a:cxnLst>
                <a:rect l="T12" t="T13" r="T14" b="T15"/>
                <a:pathLst>
                  <a:path w="169" h="442">
                    <a:moveTo>
                      <a:pt x="0" y="442"/>
                    </a:moveTo>
                    <a:cubicBezTo>
                      <a:pt x="9" y="348"/>
                      <a:pt x="18" y="255"/>
                      <a:pt x="29" y="186"/>
                    </a:cubicBezTo>
                    <a:cubicBezTo>
                      <a:pt x="40" y="117"/>
                      <a:pt x="41" y="58"/>
                      <a:pt x="64" y="29"/>
                    </a:cubicBezTo>
                    <a:cubicBezTo>
                      <a:pt x="87" y="0"/>
                      <a:pt x="152" y="14"/>
                      <a:pt x="169" y="11"/>
                    </a:cubicBezTo>
                  </a:path>
                </a:pathLst>
              </a:custGeom>
              <a:noFill/>
              <a:ln w="28575">
                <a:solidFill>
                  <a:srgbClr val="FF0000"/>
                </a:solidFill>
                <a:round/>
                <a:headEnd/>
                <a:tailEnd/>
              </a:ln>
            </p:spPr>
            <p:txBody>
              <a:bodyPr/>
              <a:lstStyle/>
              <a:p>
                <a:endParaRPr lang="en-GB" sz="1600"/>
              </a:p>
            </p:txBody>
          </p:sp>
        </p:grpSp>
      </p:grpSp>
      <p:sp>
        <p:nvSpPr>
          <p:cNvPr id="22545" name="Line 100"/>
          <p:cNvSpPr>
            <a:spLocks noChangeShapeType="1"/>
          </p:cNvSpPr>
          <p:nvPr/>
        </p:nvSpPr>
        <p:spPr bwMode="auto">
          <a:xfrm>
            <a:off x="5472113" y="5816600"/>
            <a:ext cx="3043237" cy="1588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</p:spPr>
        <p:txBody>
          <a:bodyPr/>
          <a:lstStyle/>
          <a:p>
            <a:endParaRPr lang="en-GB" sz="1600"/>
          </a:p>
        </p:txBody>
      </p:sp>
      <p:sp>
        <p:nvSpPr>
          <p:cNvPr id="22546" name="Line 103"/>
          <p:cNvSpPr>
            <a:spLocks noChangeShapeType="1"/>
          </p:cNvSpPr>
          <p:nvPr/>
        </p:nvSpPr>
        <p:spPr bwMode="auto">
          <a:xfrm>
            <a:off x="5470525" y="4840288"/>
            <a:ext cx="9525" cy="1538287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</p:spPr>
        <p:txBody>
          <a:bodyPr/>
          <a:lstStyle/>
          <a:p>
            <a:endParaRPr lang="en-GB" sz="1600"/>
          </a:p>
        </p:txBody>
      </p:sp>
      <p:grpSp>
        <p:nvGrpSpPr>
          <p:cNvPr id="14" name="Group 117"/>
          <p:cNvGrpSpPr>
            <a:grpSpLocks/>
          </p:cNvGrpSpPr>
          <p:nvPr/>
        </p:nvGrpSpPr>
        <p:grpSpPr bwMode="auto">
          <a:xfrm>
            <a:off x="5467350" y="5126038"/>
            <a:ext cx="2455863" cy="1339850"/>
            <a:chOff x="3444" y="3229"/>
            <a:chExt cx="1350" cy="844"/>
          </a:xfrm>
        </p:grpSpPr>
        <p:grpSp>
          <p:nvGrpSpPr>
            <p:cNvPr id="15" name="Group 110"/>
            <p:cNvGrpSpPr>
              <a:grpSpLocks/>
            </p:cNvGrpSpPr>
            <p:nvPr/>
          </p:nvGrpSpPr>
          <p:grpSpPr bwMode="auto">
            <a:xfrm>
              <a:off x="3444" y="3229"/>
              <a:ext cx="675" cy="844"/>
              <a:chOff x="3444" y="3229"/>
              <a:chExt cx="675" cy="844"/>
            </a:xfrm>
          </p:grpSpPr>
          <p:sp>
            <p:nvSpPr>
              <p:cNvPr id="22557" name="Line 105"/>
              <p:cNvSpPr>
                <a:spLocks noChangeShapeType="1"/>
              </p:cNvSpPr>
              <p:nvPr/>
            </p:nvSpPr>
            <p:spPr bwMode="auto">
              <a:xfrm flipV="1">
                <a:off x="3444" y="3229"/>
                <a:ext cx="24" cy="436"/>
              </a:xfrm>
              <a:prstGeom prst="line">
                <a:avLst/>
              </a:prstGeom>
              <a:noFill/>
              <a:ln w="28575">
                <a:solidFill>
                  <a:srgbClr val="FF0000"/>
                </a:solidFill>
                <a:round/>
                <a:headEnd/>
                <a:tailEnd/>
              </a:ln>
            </p:spPr>
            <p:txBody>
              <a:bodyPr/>
              <a:lstStyle/>
              <a:p>
                <a:endParaRPr lang="en-GB" sz="1600"/>
              </a:p>
            </p:txBody>
          </p:sp>
          <p:sp>
            <p:nvSpPr>
              <p:cNvPr id="22558" name="Line 106"/>
              <p:cNvSpPr>
                <a:spLocks noChangeShapeType="1"/>
              </p:cNvSpPr>
              <p:nvPr/>
            </p:nvSpPr>
            <p:spPr bwMode="auto">
              <a:xfrm>
                <a:off x="3468" y="3229"/>
                <a:ext cx="291" cy="0"/>
              </a:xfrm>
              <a:prstGeom prst="line">
                <a:avLst/>
              </a:prstGeom>
              <a:noFill/>
              <a:ln w="28575">
                <a:solidFill>
                  <a:srgbClr val="FF0000"/>
                </a:solidFill>
                <a:round/>
                <a:headEnd/>
                <a:tailEnd/>
              </a:ln>
            </p:spPr>
            <p:txBody>
              <a:bodyPr/>
              <a:lstStyle/>
              <a:p>
                <a:endParaRPr lang="en-GB" sz="1600"/>
              </a:p>
            </p:txBody>
          </p:sp>
          <p:sp>
            <p:nvSpPr>
              <p:cNvPr id="22559" name="Line 107"/>
              <p:cNvSpPr>
                <a:spLocks noChangeShapeType="1"/>
              </p:cNvSpPr>
              <p:nvPr/>
            </p:nvSpPr>
            <p:spPr bwMode="auto">
              <a:xfrm>
                <a:off x="3759" y="3235"/>
                <a:ext cx="29" cy="826"/>
              </a:xfrm>
              <a:prstGeom prst="line">
                <a:avLst/>
              </a:prstGeom>
              <a:noFill/>
              <a:ln w="28575">
                <a:solidFill>
                  <a:srgbClr val="FF0000"/>
                </a:solidFill>
                <a:round/>
                <a:headEnd/>
                <a:tailEnd/>
              </a:ln>
            </p:spPr>
            <p:txBody>
              <a:bodyPr/>
              <a:lstStyle/>
              <a:p>
                <a:endParaRPr lang="en-GB" sz="1600"/>
              </a:p>
            </p:txBody>
          </p:sp>
          <p:sp>
            <p:nvSpPr>
              <p:cNvPr id="22560" name="Line 108"/>
              <p:cNvSpPr>
                <a:spLocks noChangeShapeType="1"/>
              </p:cNvSpPr>
              <p:nvPr/>
            </p:nvSpPr>
            <p:spPr bwMode="auto">
              <a:xfrm>
                <a:off x="3793" y="4073"/>
                <a:ext cx="303" cy="0"/>
              </a:xfrm>
              <a:prstGeom prst="line">
                <a:avLst/>
              </a:prstGeom>
              <a:noFill/>
              <a:ln w="28575">
                <a:solidFill>
                  <a:srgbClr val="FF0000"/>
                </a:solidFill>
                <a:round/>
                <a:headEnd/>
                <a:tailEnd/>
              </a:ln>
            </p:spPr>
            <p:txBody>
              <a:bodyPr/>
              <a:lstStyle/>
              <a:p>
                <a:endParaRPr lang="en-GB" sz="1600"/>
              </a:p>
            </p:txBody>
          </p:sp>
          <p:sp>
            <p:nvSpPr>
              <p:cNvPr id="22561" name="Line 109"/>
              <p:cNvSpPr>
                <a:spLocks noChangeShapeType="1"/>
              </p:cNvSpPr>
              <p:nvPr/>
            </p:nvSpPr>
            <p:spPr bwMode="auto">
              <a:xfrm flipV="1">
                <a:off x="4102" y="3671"/>
                <a:ext cx="17" cy="402"/>
              </a:xfrm>
              <a:prstGeom prst="line">
                <a:avLst/>
              </a:prstGeom>
              <a:noFill/>
              <a:ln w="28575">
                <a:solidFill>
                  <a:srgbClr val="FF0000"/>
                </a:solidFill>
                <a:round/>
                <a:headEnd/>
                <a:tailEnd/>
              </a:ln>
            </p:spPr>
            <p:txBody>
              <a:bodyPr/>
              <a:lstStyle/>
              <a:p>
                <a:endParaRPr lang="en-GB" sz="1600"/>
              </a:p>
            </p:txBody>
          </p:sp>
        </p:grpSp>
        <p:grpSp>
          <p:nvGrpSpPr>
            <p:cNvPr id="16" name="Group 111"/>
            <p:cNvGrpSpPr>
              <a:grpSpLocks/>
            </p:cNvGrpSpPr>
            <p:nvPr/>
          </p:nvGrpSpPr>
          <p:grpSpPr bwMode="auto">
            <a:xfrm>
              <a:off x="4119" y="3229"/>
              <a:ext cx="675" cy="844"/>
              <a:chOff x="3444" y="3229"/>
              <a:chExt cx="675" cy="844"/>
            </a:xfrm>
          </p:grpSpPr>
          <p:sp>
            <p:nvSpPr>
              <p:cNvPr id="22552" name="Line 112"/>
              <p:cNvSpPr>
                <a:spLocks noChangeShapeType="1"/>
              </p:cNvSpPr>
              <p:nvPr/>
            </p:nvSpPr>
            <p:spPr bwMode="auto">
              <a:xfrm flipV="1">
                <a:off x="3444" y="3229"/>
                <a:ext cx="24" cy="436"/>
              </a:xfrm>
              <a:prstGeom prst="line">
                <a:avLst/>
              </a:prstGeom>
              <a:noFill/>
              <a:ln w="28575">
                <a:solidFill>
                  <a:srgbClr val="FF0000"/>
                </a:solidFill>
                <a:round/>
                <a:headEnd/>
                <a:tailEnd/>
              </a:ln>
            </p:spPr>
            <p:txBody>
              <a:bodyPr/>
              <a:lstStyle/>
              <a:p>
                <a:endParaRPr lang="en-GB" sz="1600"/>
              </a:p>
            </p:txBody>
          </p:sp>
          <p:sp>
            <p:nvSpPr>
              <p:cNvPr id="22553" name="Line 113"/>
              <p:cNvSpPr>
                <a:spLocks noChangeShapeType="1"/>
              </p:cNvSpPr>
              <p:nvPr/>
            </p:nvSpPr>
            <p:spPr bwMode="auto">
              <a:xfrm>
                <a:off x="3468" y="3229"/>
                <a:ext cx="291" cy="0"/>
              </a:xfrm>
              <a:prstGeom prst="line">
                <a:avLst/>
              </a:prstGeom>
              <a:noFill/>
              <a:ln w="28575">
                <a:solidFill>
                  <a:srgbClr val="FF0000"/>
                </a:solidFill>
                <a:round/>
                <a:headEnd/>
                <a:tailEnd/>
              </a:ln>
            </p:spPr>
            <p:txBody>
              <a:bodyPr/>
              <a:lstStyle/>
              <a:p>
                <a:endParaRPr lang="en-GB" sz="1600"/>
              </a:p>
            </p:txBody>
          </p:sp>
          <p:sp>
            <p:nvSpPr>
              <p:cNvPr id="22554" name="Line 114"/>
              <p:cNvSpPr>
                <a:spLocks noChangeShapeType="1"/>
              </p:cNvSpPr>
              <p:nvPr/>
            </p:nvSpPr>
            <p:spPr bwMode="auto">
              <a:xfrm>
                <a:off x="3759" y="3235"/>
                <a:ext cx="29" cy="826"/>
              </a:xfrm>
              <a:prstGeom prst="line">
                <a:avLst/>
              </a:prstGeom>
              <a:noFill/>
              <a:ln w="28575">
                <a:solidFill>
                  <a:srgbClr val="FF0000"/>
                </a:solidFill>
                <a:round/>
                <a:headEnd/>
                <a:tailEnd/>
              </a:ln>
            </p:spPr>
            <p:txBody>
              <a:bodyPr/>
              <a:lstStyle/>
              <a:p>
                <a:endParaRPr lang="en-GB" sz="1600"/>
              </a:p>
            </p:txBody>
          </p:sp>
          <p:sp>
            <p:nvSpPr>
              <p:cNvPr id="22555" name="Line 115"/>
              <p:cNvSpPr>
                <a:spLocks noChangeShapeType="1"/>
              </p:cNvSpPr>
              <p:nvPr/>
            </p:nvSpPr>
            <p:spPr bwMode="auto">
              <a:xfrm>
                <a:off x="3793" y="4073"/>
                <a:ext cx="303" cy="0"/>
              </a:xfrm>
              <a:prstGeom prst="line">
                <a:avLst/>
              </a:prstGeom>
              <a:noFill/>
              <a:ln w="28575">
                <a:solidFill>
                  <a:srgbClr val="FF0000"/>
                </a:solidFill>
                <a:round/>
                <a:headEnd/>
                <a:tailEnd/>
              </a:ln>
            </p:spPr>
            <p:txBody>
              <a:bodyPr/>
              <a:lstStyle/>
              <a:p>
                <a:endParaRPr lang="en-GB" sz="1600"/>
              </a:p>
            </p:txBody>
          </p:sp>
          <p:sp>
            <p:nvSpPr>
              <p:cNvPr id="22556" name="Line 116"/>
              <p:cNvSpPr>
                <a:spLocks noChangeShapeType="1"/>
              </p:cNvSpPr>
              <p:nvPr/>
            </p:nvSpPr>
            <p:spPr bwMode="auto">
              <a:xfrm flipV="1">
                <a:off x="4102" y="3671"/>
                <a:ext cx="17" cy="402"/>
              </a:xfrm>
              <a:prstGeom prst="line">
                <a:avLst/>
              </a:prstGeom>
              <a:noFill/>
              <a:ln w="28575">
                <a:solidFill>
                  <a:srgbClr val="FF0000"/>
                </a:solidFill>
                <a:round/>
                <a:headEnd/>
                <a:tailEnd/>
              </a:ln>
            </p:spPr>
            <p:txBody>
              <a:bodyPr/>
              <a:lstStyle/>
              <a:p>
                <a:endParaRPr lang="en-GB" sz="1600"/>
              </a:p>
            </p:txBody>
          </p:sp>
        </p:grpSp>
      </p:grpSp>
      <p:sp>
        <p:nvSpPr>
          <p:cNvPr id="22548" name="Text Box 118"/>
          <p:cNvSpPr txBox="1">
            <a:spLocks noChangeArrowheads="1"/>
          </p:cNvSpPr>
          <p:nvPr/>
        </p:nvSpPr>
        <p:spPr bwMode="auto">
          <a:xfrm>
            <a:off x="4972050" y="5599113"/>
            <a:ext cx="539750" cy="336550"/>
          </a:xfrm>
          <a:prstGeom prst="rect">
            <a:avLst/>
          </a:prstGeom>
          <a:noFill/>
          <a:ln w="9525" algn="ctr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r>
              <a:rPr lang="en-GB" sz="1600" b="0"/>
              <a:t>out</a:t>
            </a:r>
            <a:endParaRPr lang="en-US" sz="1600" b="0"/>
          </a:p>
        </p:txBody>
      </p:sp>
      <p:sp>
        <p:nvSpPr>
          <p:cNvPr id="22549" name="Text Box 119"/>
          <p:cNvSpPr txBox="1">
            <a:spLocks noChangeArrowheads="1"/>
          </p:cNvSpPr>
          <p:nvPr/>
        </p:nvSpPr>
        <p:spPr bwMode="auto">
          <a:xfrm>
            <a:off x="468313" y="3536950"/>
            <a:ext cx="4402137" cy="2157001"/>
          </a:xfrm>
          <a:prstGeom prst="rect">
            <a:avLst/>
          </a:prstGeom>
          <a:noFill/>
          <a:ln w="9525" algn="ctr">
            <a:noFill/>
            <a:miter lim="800000"/>
            <a:headEnd/>
            <a:tailEnd/>
          </a:ln>
        </p:spPr>
        <p:txBody>
          <a:bodyPr wrap="square">
            <a:spAutoFit/>
          </a:bodyPr>
          <a:lstStyle/>
          <a:p>
            <a:pPr marL="176213" indent="-176213">
              <a:lnSpc>
                <a:spcPts val="2300"/>
              </a:lnSpc>
            </a:pPr>
            <a:r>
              <a:rPr lang="en-GB" sz="1600" b="0" dirty="0"/>
              <a:t>Successive forms of compression</a:t>
            </a:r>
          </a:p>
          <a:p>
            <a:pPr marL="176213" indent="-176213">
              <a:lnSpc>
                <a:spcPts val="2300"/>
              </a:lnSpc>
              <a:buFontTx/>
              <a:buChar char="•"/>
            </a:pPr>
            <a:r>
              <a:rPr lang="en-GB" sz="1600" b="0" dirty="0"/>
              <a:t>clipping the waveform</a:t>
            </a:r>
          </a:p>
          <a:p>
            <a:pPr marL="176213" indent="-176213">
              <a:lnSpc>
                <a:spcPts val="2300"/>
              </a:lnSpc>
              <a:buFontTx/>
              <a:buChar char="•"/>
            </a:pPr>
            <a:r>
              <a:rPr lang="en-GB" sz="1600" b="0" dirty="0"/>
              <a:t>causes high </a:t>
            </a:r>
            <a:r>
              <a:rPr lang="en-GB" sz="1600" b="0" dirty="0" err="1"/>
              <a:t>freq</a:t>
            </a:r>
            <a:r>
              <a:rPr lang="en-GB" sz="1600" b="0" dirty="0"/>
              <a:t> harmonics</a:t>
            </a:r>
          </a:p>
          <a:p>
            <a:pPr marL="176213" indent="-176213">
              <a:lnSpc>
                <a:spcPts val="2300"/>
              </a:lnSpc>
              <a:buFontTx/>
              <a:buChar char="•"/>
            </a:pPr>
            <a:r>
              <a:rPr lang="en-GB" sz="1600" b="0" dirty="0"/>
              <a:t>(ref Fourier – many high </a:t>
            </a:r>
            <a:r>
              <a:rPr lang="en-GB" sz="1600" b="0" dirty="0" err="1"/>
              <a:t>freq</a:t>
            </a:r>
            <a:r>
              <a:rPr lang="en-GB" sz="1600" b="0" dirty="0"/>
              <a:t> harmonics required to turn a sine wave to square wave)</a:t>
            </a:r>
          </a:p>
          <a:p>
            <a:pPr marL="176213" indent="-176213">
              <a:lnSpc>
                <a:spcPts val="2300"/>
              </a:lnSpc>
              <a:buFontTx/>
              <a:buChar char="•"/>
            </a:pPr>
            <a:r>
              <a:rPr lang="en-GB" sz="1600" b="0" dirty="0"/>
              <a:t>e.g. caused by power supply “sag”</a:t>
            </a:r>
            <a:endParaRPr lang="en-US" sz="1600" b="0" dirty="0"/>
          </a:p>
        </p:txBody>
      </p:sp>
    </p:spTree>
    <p:extLst>
      <p:ext uri="{BB962C8B-B14F-4D97-AF65-F5344CB8AC3E}">
        <p14:creationId xmlns:p14="http://schemas.microsoft.com/office/powerpoint/2010/main" val="503240513"/>
      </p:ext>
    </p:extLst>
  </p:cSld>
  <p:clrMapOvr>
    <a:masterClrMapping/>
  </p:clrMapOvr>
</p:sld>
</file>

<file path=ppt/slides/slide7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554" name="Text Box 4"/>
          <p:cNvSpPr txBox="1">
            <a:spLocks noChangeArrowheads="1"/>
          </p:cNvSpPr>
          <p:nvPr/>
        </p:nvSpPr>
        <p:spPr bwMode="auto">
          <a:xfrm>
            <a:off x="430213" y="365125"/>
            <a:ext cx="2651125" cy="457200"/>
          </a:xfrm>
          <a:prstGeom prst="rect">
            <a:avLst/>
          </a:prstGeom>
          <a:noFill/>
          <a:ln w="9525" algn="ctr">
            <a:noFill/>
            <a:miter lim="800000"/>
            <a:headEnd/>
            <a:tailEnd/>
          </a:ln>
        </p:spPr>
        <p:txBody>
          <a:bodyPr wrap="none">
            <a:spAutoFit/>
          </a:bodyPr>
          <a:lstStyle/>
          <a:p>
            <a:r>
              <a:rPr lang="en-GB" sz="2400" b="1" dirty="0"/>
              <a:t>Signal Distortion</a:t>
            </a:r>
            <a:endParaRPr lang="en-US" sz="2400" b="1" dirty="0"/>
          </a:p>
        </p:txBody>
      </p:sp>
      <p:pic>
        <p:nvPicPr>
          <p:cNvPr id="23555" name="Picture 5"/>
          <p:cNvPicPr>
            <a:picLocks noChangeAspect="1" noChangeArrowheads="1"/>
          </p:cNvPicPr>
          <p:nvPr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430213" y="1074738"/>
            <a:ext cx="3284537" cy="2286000"/>
          </a:xfrm>
          <a:prstGeom prst="rect">
            <a:avLst/>
          </a:prstGeom>
          <a:noFill/>
          <a:ln w="9525" algn="ctr">
            <a:noFill/>
            <a:miter lim="800000"/>
            <a:headEnd/>
            <a:tailEnd/>
          </a:ln>
        </p:spPr>
      </p:pic>
      <p:grpSp>
        <p:nvGrpSpPr>
          <p:cNvPr id="2" name="Group 6"/>
          <p:cNvGrpSpPr>
            <a:grpSpLocks/>
          </p:cNvGrpSpPr>
          <p:nvPr/>
        </p:nvGrpSpPr>
        <p:grpSpPr bwMode="auto">
          <a:xfrm>
            <a:off x="5446713" y="463550"/>
            <a:ext cx="3043237" cy="593725"/>
            <a:chOff x="554" y="1205"/>
            <a:chExt cx="4743" cy="1681"/>
          </a:xfrm>
        </p:grpSpPr>
        <p:sp>
          <p:nvSpPr>
            <p:cNvPr id="23609" name="Line 7"/>
            <p:cNvSpPr>
              <a:spLocks noChangeShapeType="1"/>
            </p:cNvSpPr>
            <p:nvPr/>
          </p:nvSpPr>
          <p:spPr bwMode="auto">
            <a:xfrm>
              <a:off x="554" y="2043"/>
              <a:ext cx="4743" cy="1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</p:spPr>
          <p:txBody>
            <a:bodyPr/>
            <a:lstStyle/>
            <a:p>
              <a:endParaRPr lang="en-GB"/>
            </a:p>
          </p:txBody>
        </p:sp>
        <p:sp>
          <p:nvSpPr>
            <p:cNvPr id="23610" name="Line 8"/>
            <p:cNvSpPr>
              <a:spLocks noChangeShapeType="1"/>
            </p:cNvSpPr>
            <p:nvPr/>
          </p:nvSpPr>
          <p:spPr bwMode="auto">
            <a:xfrm>
              <a:off x="578" y="1205"/>
              <a:ext cx="1" cy="1681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</p:spPr>
          <p:txBody>
            <a:bodyPr/>
            <a:lstStyle/>
            <a:p>
              <a:endParaRPr lang="en-GB"/>
            </a:p>
          </p:txBody>
        </p:sp>
        <p:grpSp>
          <p:nvGrpSpPr>
            <p:cNvPr id="3" name="Group 9"/>
            <p:cNvGrpSpPr>
              <a:grpSpLocks/>
            </p:cNvGrpSpPr>
            <p:nvPr/>
          </p:nvGrpSpPr>
          <p:grpSpPr bwMode="auto">
            <a:xfrm>
              <a:off x="581" y="1320"/>
              <a:ext cx="911" cy="736"/>
              <a:chOff x="709" y="1560"/>
              <a:chExt cx="911" cy="736"/>
            </a:xfrm>
          </p:grpSpPr>
          <p:sp>
            <p:nvSpPr>
              <p:cNvPr id="23625" name="Freeform 10"/>
              <p:cNvSpPr>
                <a:spLocks/>
              </p:cNvSpPr>
              <p:nvPr/>
            </p:nvSpPr>
            <p:spPr bwMode="auto">
              <a:xfrm>
                <a:off x="709" y="1564"/>
                <a:ext cx="472" cy="713"/>
              </a:xfrm>
              <a:custGeom>
                <a:avLst/>
                <a:gdLst>
                  <a:gd name="T0" fmla="*/ 0 w 1426"/>
                  <a:gd name="T1" fmla="*/ 222 h 1277"/>
                  <a:gd name="T2" fmla="*/ 17 w 1426"/>
                  <a:gd name="T3" fmla="*/ 116 h 1277"/>
                  <a:gd name="T4" fmla="*/ 31 w 1426"/>
                  <a:gd name="T5" fmla="*/ 41 h 1277"/>
                  <a:gd name="T6" fmla="*/ 43 w 1426"/>
                  <a:gd name="T7" fmla="*/ 8 h 1277"/>
                  <a:gd name="T8" fmla="*/ 52 w 1426"/>
                  <a:gd name="T9" fmla="*/ 0 h 1277"/>
                  <a:gd name="T10" fmla="*/ 0 60000 65536"/>
                  <a:gd name="T11" fmla="*/ 0 60000 65536"/>
                  <a:gd name="T12" fmla="*/ 0 60000 65536"/>
                  <a:gd name="T13" fmla="*/ 0 60000 65536"/>
                  <a:gd name="T14" fmla="*/ 0 60000 65536"/>
                  <a:gd name="T15" fmla="*/ 0 w 1426"/>
                  <a:gd name="T16" fmla="*/ 0 h 1277"/>
                  <a:gd name="T17" fmla="*/ 1426 w 1426"/>
                  <a:gd name="T18" fmla="*/ 1277 h 1277"/>
                </a:gdLst>
                <a:ahLst/>
                <a:cxnLst>
                  <a:cxn ang="T10">
                    <a:pos x="T0" y="T1"/>
                  </a:cxn>
                  <a:cxn ang="T11">
                    <a:pos x="T2" y="T3"/>
                  </a:cxn>
                  <a:cxn ang="T12">
                    <a:pos x="T4" y="T5"/>
                  </a:cxn>
                  <a:cxn ang="T13">
                    <a:pos x="T6" y="T7"/>
                  </a:cxn>
                  <a:cxn ang="T14">
                    <a:pos x="T8" y="T9"/>
                  </a:cxn>
                </a:cxnLst>
                <a:rect l="T15" t="T16" r="T17" b="T18"/>
                <a:pathLst>
                  <a:path w="1426" h="1277">
                    <a:moveTo>
                      <a:pt x="0" y="1277"/>
                    </a:moveTo>
                    <a:cubicBezTo>
                      <a:pt x="78" y="1178"/>
                      <a:pt x="325" y="841"/>
                      <a:pt x="466" y="668"/>
                    </a:cubicBezTo>
                    <a:cubicBezTo>
                      <a:pt x="607" y="495"/>
                      <a:pt x="728" y="342"/>
                      <a:pt x="848" y="239"/>
                    </a:cubicBezTo>
                    <a:cubicBezTo>
                      <a:pt x="967" y="135"/>
                      <a:pt x="1086" y="88"/>
                      <a:pt x="1182" y="48"/>
                    </a:cubicBezTo>
                    <a:cubicBezTo>
                      <a:pt x="1278" y="8"/>
                      <a:pt x="1375" y="10"/>
                      <a:pt x="1426" y="0"/>
                    </a:cubicBezTo>
                  </a:path>
                </a:pathLst>
              </a:custGeom>
              <a:noFill/>
              <a:ln w="28575">
                <a:solidFill>
                  <a:srgbClr val="FF0000"/>
                </a:solidFill>
                <a:round/>
                <a:headEnd/>
                <a:tailEnd/>
              </a:ln>
            </p:spPr>
            <p:txBody>
              <a:bodyPr/>
              <a:lstStyle/>
              <a:p>
                <a:endParaRPr lang="en-GB"/>
              </a:p>
            </p:txBody>
          </p:sp>
          <p:sp>
            <p:nvSpPr>
              <p:cNvPr id="23626" name="Freeform 11"/>
              <p:cNvSpPr>
                <a:spLocks/>
              </p:cNvSpPr>
              <p:nvPr/>
            </p:nvSpPr>
            <p:spPr bwMode="auto">
              <a:xfrm>
                <a:off x="1170" y="1560"/>
                <a:ext cx="450" cy="709"/>
              </a:xfrm>
              <a:custGeom>
                <a:avLst/>
                <a:gdLst>
                  <a:gd name="T0" fmla="*/ 49 w 1360"/>
                  <a:gd name="T1" fmla="*/ 221 h 1269"/>
                  <a:gd name="T2" fmla="*/ 32 w 1360"/>
                  <a:gd name="T3" fmla="*/ 115 h 1269"/>
                  <a:gd name="T4" fmla="*/ 19 w 1360"/>
                  <a:gd name="T5" fmla="*/ 40 h 1269"/>
                  <a:gd name="T6" fmla="*/ 7 w 1360"/>
                  <a:gd name="T7" fmla="*/ 7 h 1269"/>
                  <a:gd name="T8" fmla="*/ 0 w 1360"/>
                  <a:gd name="T9" fmla="*/ 0 h 1269"/>
                  <a:gd name="T10" fmla="*/ 0 60000 65536"/>
                  <a:gd name="T11" fmla="*/ 0 60000 65536"/>
                  <a:gd name="T12" fmla="*/ 0 60000 65536"/>
                  <a:gd name="T13" fmla="*/ 0 60000 65536"/>
                  <a:gd name="T14" fmla="*/ 0 60000 65536"/>
                  <a:gd name="T15" fmla="*/ 0 w 1360"/>
                  <a:gd name="T16" fmla="*/ 0 h 1269"/>
                  <a:gd name="T17" fmla="*/ 1360 w 1360"/>
                  <a:gd name="T18" fmla="*/ 1269 h 1269"/>
                </a:gdLst>
                <a:ahLst/>
                <a:cxnLst>
                  <a:cxn ang="T10">
                    <a:pos x="T0" y="T1"/>
                  </a:cxn>
                  <a:cxn ang="T11">
                    <a:pos x="T2" y="T3"/>
                  </a:cxn>
                  <a:cxn ang="T12">
                    <a:pos x="T4" y="T5"/>
                  </a:cxn>
                  <a:cxn ang="T13">
                    <a:pos x="T6" y="T7"/>
                  </a:cxn>
                  <a:cxn ang="T14">
                    <a:pos x="T8" y="T9"/>
                  </a:cxn>
                </a:cxnLst>
                <a:rect l="T15" t="T16" r="T17" b="T18"/>
                <a:pathLst>
                  <a:path w="1360" h="1269">
                    <a:moveTo>
                      <a:pt x="1360" y="1269"/>
                    </a:moveTo>
                    <a:cubicBezTo>
                      <a:pt x="1282" y="1170"/>
                      <a:pt x="1035" y="833"/>
                      <a:pt x="894" y="660"/>
                    </a:cubicBezTo>
                    <a:cubicBezTo>
                      <a:pt x="753" y="487"/>
                      <a:pt x="632" y="334"/>
                      <a:pt x="512" y="231"/>
                    </a:cubicBezTo>
                    <a:cubicBezTo>
                      <a:pt x="393" y="127"/>
                      <a:pt x="263" y="78"/>
                      <a:pt x="178" y="40"/>
                    </a:cubicBezTo>
                    <a:cubicBezTo>
                      <a:pt x="93" y="2"/>
                      <a:pt x="37" y="8"/>
                      <a:pt x="0" y="0"/>
                    </a:cubicBezTo>
                  </a:path>
                </a:pathLst>
              </a:custGeom>
              <a:noFill/>
              <a:ln w="28575">
                <a:solidFill>
                  <a:srgbClr val="FF0000"/>
                </a:solidFill>
                <a:round/>
                <a:headEnd/>
                <a:tailEnd/>
              </a:ln>
            </p:spPr>
            <p:txBody>
              <a:bodyPr/>
              <a:lstStyle/>
              <a:p>
                <a:endParaRPr lang="en-GB"/>
              </a:p>
            </p:txBody>
          </p:sp>
          <p:sp>
            <p:nvSpPr>
              <p:cNvPr id="23627" name="Line 12"/>
              <p:cNvSpPr>
                <a:spLocks noChangeShapeType="1"/>
              </p:cNvSpPr>
              <p:nvPr/>
            </p:nvSpPr>
            <p:spPr bwMode="auto">
              <a:xfrm>
                <a:off x="1180" y="1563"/>
                <a:ext cx="0" cy="733"/>
              </a:xfrm>
              <a:prstGeom prst="line">
                <a:avLst/>
              </a:prstGeom>
              <a:noFill/>
              <a:ln w="9525">
                <a:solidFill>
                  <a:schemeClr val="tx1"/>
                </a:solidFill>
                <a:prstDash val="dash"/>
                <a:round/>
                <a:headEnd/>
                <a:tailEnd/>
              </a:ln>
            </p:spPr>
            <p:txBody>
              <a:bodyPr/>
              <a:lstStyle/>
              <a:p>
                <a:endParaRPr lang="en-GB"/>
              </a:p>
            </p:txBody>
          </p:sp>
        </p:grpSp>
        <p:sp>
          <p:nvSpPr>
            <p:cNvPr id="23612" name="Freeform 13"/>
            <p:cNvSpPr>
              <a:spLocks/>
            </p:cNvSpPr>
            <p:nvPr/>
          </p:nvSpPr>
          <p:spPr bwMode="auto">
            <a:xfrm flipV="1">
              <a:off x="1506" y="2052"/>
              <a:ext cx="471" cy="713"/>
            </a:xfrm>
            <a:custGeom>
              <a:avLst/>
              <a:gdLst>
                <a:gd name="T0" fmla="*/ 0 w 1426"/>
                <a:gd name="T1" fmla="*/ 222 h 1277"/>
                <a:gd name="T2" fmla="*/ 17 w 1426"/>
                <a:gd name="T3" fmla="*/ 116 h 1277"/>
                <a:gd name="T4" fmla="*/ 30 w 1426"/>
                <a:gd name="T5" fmla="*/ 41 h 1277"/>
                <a:gd name="T6" fmla="*/ 43 w 1426"/>
                <a:gd name="T7" fmla="*/ 8 h 1277"/>
                <a:gd name="T8" fmla="*/ 52 w 1426"/>
                <a:gd name="T9" fmla="*/ 0 h 1277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  <a:gd name="T15" fmla="*/ 0 w 1426"/>
                <a:gd name="T16" fmla="*/ 0 h 1277"/>
                <a:gd name="T17" fmla="*/ 1426 w 1426"/>
                <a:gd name="T18" fmla="*/ 1277 h 1277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T15" t="T16" r="T17" b="T18"/>
              <a:pathLst>
                <a:path w="1426" h="1277">
                  <a:moveTo>
                    <a:pt x="0" y="1277"/>
                  </a:moveTo>
                  <a:cubicBezTo>
                    <a:pt x="78" y="1178"/>
                    <a:pt x="325" y="841"/>
                    <a:pt x="466" y="668"/>
                  </a:cubicBezTo>
                  <a:cubicBezTo>
                    <a:pt x="607" y="495"/>
                    <a:pt x="728" y="342"/>
                    <a:pt x="848" y="239"/>
                  </a:cubicBezTo>
                  <a:cubicBezTo>
                    <a:pt x="967" y="135"/>
                    <a:pt x="1086" y="88"/>
                    <a:pt x="1182" y="48"/>
                  </a:cubicBezTo>
                  <a:cubicBezTo>
                    <a:pt x="1278" y="8"/>
                    <a:pt x="1375" y="10"/>
                    <a:pt x="1426" y="0"/>
                  </a:cubicBezTo>
                </a:path>
              </a:pathLst>
            </a:custGeom>
            <a:noFill/>
            <a:ln w="28575">
              <a:solidFill>
                <a:srgbClr val="FF0000"/>
              </a:solidFill>
              <a:round/>
              <a:headEnd/>
              <a:tailEnd/>
            </a:ln>
          </p:spPr>
          <p:txBody>
            <a:bodyPr/>
            <a:lstStyle/>
            <a:p>
              <a:endParaRPr lang="en-GB"/>
            </a:p>
          </p:txBody>
        </p:sp>
        <p:sp>
          <p:nvSpPr>
            <p:cNvPr id="23613" name="Freeform 14"/>
            <p:cNvSpPr>
              <a:spLocks/>
            </p:cNvSpPr>
            <p:nvPr/>
          </p:nvSpPr>
          <p:spPr bwMode="auto">
            <a:xfrm flipV="1">
              <a:off x="1967" y="2048"/>
              <a:ext cx="450" cy="709"/>
            </a:xfrm>
            <a:custGeom>
              <a:avLst/>
              <a:gdLst>
                <a:gd name="T0" fmla="*/ 49 w 1360"/>
                <a:gd name="T1" fmla="*/ 221 h 1269"/>
                <a:gd name="T2" fmla="*/ 32 w 1360"/>
                <a:gd name="T3" fmla="*/ 115 h 1269"/>
                <a:gd name="T4" fmla="*/ 19 w 1360"/>
                <a:gd name="T5" fmla="*/ 40 h 1269"/>
                <a:gd name="T6" fmla="*/ 7 w 1360"/>
                <a:gd name="T7" fmla="*/ 7 h 1269"/>
                <a:gd name="T8" fmla="*/ 0 w 1360"/>
                <a:gd name="T9" fmla="*/ 0 h 1269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  <a:gd name="T15" fmla="*/ 0 w 1360"/>
                <a:gd name="T16" fmla="*/ 0 h 1269"/>
                <a:gd name="T17" fmla="*/ 1360 w 1360"/>
                <a:gd name="T18" fmla="*/ 1269 h 1269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T15" t="T16" r="T17" b="T18"/>
              <a:pathLst>
                <a:path w="1360" h="1269">
                  <a:moveTo>
                    <a:pt x="1360" y="1269"/>
                  </a:moveTo>
                  <a:cubicBezTo>
                    <a:pt x="1282" y="1170"/>
                    <a:pt x="1035" y="833"/>
                    <a:pt x="894" y="660"/>
                  </a:cubicBezTo>
                  <a:cubicBezTo>
                    <a:pt x="753" y="487"/>
                    <a:pt x="632" y="334"/>
                    <a:pt x="512" y="231"/>
                  </a:cubicBezTo>
                  <a:cubicBezTo>
                    <a:pt x="393" y="127"/>
                    <a:pt x="263" y="78"/>
                    <a:pt x="178" y="40"/>
                  </a:cubicBezTo>
                  <a:cubicBezTo>
                    <a:pt x="93" y="2"/>
                    <a:pt x="37" y="8"/>
                    <a:pt x="0" y="0"/>
                  </a:cubicBezTo>
                </a:path>
              </a:pathLst>
            </a:custGeom>
            <a:noFill/>
            <a:ln w="28575">
              <a:solidFill>
                <a:srgbClr val="FF0000"/>
              </a:solidFill>
              <a:round/>
              <a:headEnd/>
              <a:tailEnd/>
            </a:ln>
          </p:spPr>
          <p:txBody>
            <a:bodyPr/>
            <a:lstStyle/>
            <a:p>
              <a:endParaRPr lang="en-GB"/>
            </a:p>
          </p:txBody>
        </p:sp>
        <p:sp>
          <p:nvSpPr>
            <p:cNvPr id="23614" name="Line 15"/>
            <p:cNvSpPr>
              <a:spLocks noChangeShapeType="1"/>
            </p:cNvSpPr>
            <p:nvPr/>
          </p:nvSpPr>
          <p:spPr bwMode="auto">
            <a:xfrm flipV="1">
              <a:off x="1976" y="2051"/>
              <a:ext cx="1" cy="733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prstDash val="dash"/>
              <a:round/>
              <a:headEnd/>
              <a:tailEnd/>
            </a:ln>
          </p:spPr>
          <p:txBody>
            <a:bodyPr/>
            <a:lstStyle/>
            <a:p>
              <a:endParaRPr lang="en-GB"/>
            </a:p>
          </p:txBody>
        </p:sp>
        <p:sp>
          <p:nvSpPr>
            <p:cNvPr id="23615" name="Freeform 16"/>
            <p:cNvSpPr>
              <a:spLocks/>
            </p:cNvSpPr>
            <p:nvPr/>
          </p:nvSpPr>
          <p:spPr bwMode="auto">
            <a:xfrm>
              <a:off x="2413" y="1332"/>
              <a:ext cx="472" cy="713"/>
            </a:xfrm>
            <a:custGeom>
              <a:avLst/>
              <a:gdLst>
                <a:gd name="T0" fmla="*/ 0 w 1426"/>
                <a:gd name="T1" fmla="*/ 222 h 1277"/>
                <a:gd name="T2" fmla="*/ 17 w 1426"/>
                <a:gd name="T3" fmla="*/ 116 h 1277"/>
                <a:gd name="T4" fmla="*/ 31 w 1426"/>
                <a:gd name="T5" fmla="*/ 41 h 1277"/>
                <a:gd name="T6" fmla="*/ 43 w 1426"/>
                <a:gd name="T7" fmla="*/ 8 h 1277"/>
                <a:gd name="T8" fmla="*/ 52 w 1426"/>
                <a:gd name="T9" fmla="*/ 0 h 1277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  <a:gd name="T15" fmla="*/ 0 w 1426"/>
                <a:gd name="T16" fmla="*/ 0 h 1277"/>
                <a:gd name="T17" fmla="*/ 1426 w 1426"/>
                <a:gd name="T18" fmla="*/ 1277 h 1277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T15" t="T16" r="T17" b="T18"/>
              <a:pathLst>
                <a:path w="1426" h="1277">
                  <a:moveTo>
                    <a:pt x="0" y="1277"/>
                  </a:moveTo>
                  <a:cubicBezTo>
                    <a:pt x="78" y="1178"/>
                    <a:pt x="325" y="841"/>
                    <a:pt x="466" y="668"/>
                  </a:cubicBezTo>
                  <a:cubicBezTo>
                    <a:pt x="607" y="495"/>
                    <a:pt x="728" y="342"/>
                    <a:pt x="848" y="239"/>
                  </a:cubicBezTo>
                  <a:cubicBezTo>
                    <a:pt x="967" y="135"/>
                    <a:pt x="1086" y="88"/>
                    <a:pt x="1182" y="48"/>
                  </a:cubicBezTo>
                  <a:cubicBezTo>
                    <a:pt x="1278" y="8"/>
                    <a:pt x="1375" y="10"/>
                    <a:pt x="1426" y="0"/>
                  </a:cubicBezTo>
                </a:path>
              </a:pathLst>
            </a:custGeom>
            <a:noFill/>
            <a:ln w="28575">
              <a:solidFill>
                <a:srgbClr val="FF0000"/>
              </a:solidFill>
              <a:round/>
              <a:headEnd/>
              <a:tailEnd/>
            </a:ln>
          </p:spPr>
          <p:txBody>
            <a:bodyPr/>
            <a:lstStyle/>
            <a:p>
              <a:endParaRPr lang="en-GB"/>
            </a:p>
          </p:txBody>
        </p:sp>
        <p:sp>
          <p:nvSpPr>
            <p:cNvPr id="23616" name="Freeform 17"/>
            <p:cNvSpPr>
              <a:spLocks/>
            </p:cNvSpPr>
            <p:nvPr/>
          </p:nvSpPr>
          <p:spPr bwMode="auto">
            <a:xfrm>
              <a:off x="2874" y="1328"/>
              <a:ext cx="450" cy="709"/>
            </a:xfrm>
            <a:custGeom>
              <a:avLst/>
              <a:gdLst>
                <a:gd name="T0" fmla="*/ 49 w 1360"/>
                <a:gd name="T1" fmla="*/ 221 h 1269"/>
                <a:gd name="T2" fmla="*/ 32 w 1360"/>
                <a:gd name="T3" fmla="*/ 115 h 1269"/>
                <a:gd name="T4" fmla="*/ 19 w 1360"/>
                <a:gd name="T5" fmla="*/ 40 h 1269"/>
                <a:gd name="T6" fmla="*/ 7 w 1360"/>
                <a:gd name="T7" fmla="*/ 7 h 1269"/>
                <a:gd name="T8" fmla="*/ 0 w 1360"/>
                <a:gd name="T9" fmla="*/ 0 h 1269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  <a:gd name="T15" fmla="*/ 0 w 1360"/>
                <a:gd name="T16" fmla="*/ 0 h 1269"/>
                <a:gd name="T17" fmla="*/ 1360 w 1360"/>
                <a:gd name="T18" fmla="*/ 1269 h 1269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T15" t="T16" r="T17" b="T18"/>
              <a:pathLst>
                <a:path w="1360" h="1269">
                  <a:moveTo>
                    <a:pt x="1360" y="1269"/>
                  </a:moveTo>
                  <a:cubicBezTo>
                    <a:pt x="1282" y="1170"/>
                    <a:pt x="1035" y="833"/>
                    <a:pt x="894" y="660"/>
                  </a:cubicBezTo>
                  <a:cubicBezTo>
                    <a:pt x="753" y="487"/>
                    <a:pt x="632" y="334"/>
                    <a:pt x="512" y="231"/>
                  </a:cubicBezTo>
                  <a:cubicBezTo>
                    <a:pt x="393" y="127"/>
                    <a:pt x="263" y="78"/>
                    <a:pt x="178" y="40"/>
                  </a:cubicBezTo>
                  <a:cubicBezTo>
                    <a:pt x="93" y="2"/>
                    <a:pt x="37" y="8"/>
                    <a:pt x="0" y="0"/>
                  </a:cubicBezTo>
                </a:path>
              </a:pathLst>
            </a:custGeom>
            <a:noFill/>
            <a:ln w="28575">
              <a:solidFill>
                <a:srgbClr val="FF0000"/>
              </a:solidFill>
              <a:round/>
              <a:headEnd/>
              <a:tailEnd/>
            </a:ln>
          </p:spPr>
          <p:txBody>
            <a:bodyPr/>
            <a:lstStyle/>
            <a:p>
              <a:endParaRPr lang="en-GB"/>
            </a:p>
          </p:txBody>
        </p:sp>
        <p:sp>
          <p:nvSpPr>
            <p:cNvPr id="23617" name="Line 18"/>
            <p:cNvSpPr>
              <a:spLocks noChangeShapeType="1"/>
            </p:cNvSpPr>
            <p:nvPr/>
          </p:nvSpPr>
          <p:spPr bwMode="auto">
            <a:xfrm>
              <a:off x="2884" y="1331"/>
              <a:ext cx="0" cy="733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prstDash val="dash"/>
              <a:round/>
              <a:headEnd/>
              <a:tailEnd/>
            </a:ln>
          </p:spPr>
          <p:txBody>
            <a:bodyPr/>
            <a:lstStyle/>
            <a:p>
              <a:endParaRPr lang="en-GB"/>
            </a:p>
          </p:txBody>
        </p:sp>
        <p:sp>
          <p:nvSpPr>
            <p:cNvPr id="23618" name="Freeform 19"/>
            <p:cNvSpPr>
              <a:spLocks/>
            </p:cNvSpPr>
            <p:nvPr/>
          </p:nvSpPr>
          <p:spPr bwMode="auto">
            <a:xfrm flipV="1">
              <a:off x="3338" y="2060"/>
              <a:ext cx="471" cy="713"/>
            </a:xfrm>
            <a:custGeom>
              <a:avLst/>
              <a:gdLst>
                <a:gd name="T0" fmla="*/ 0 w 1426"/>
                <a:gd name="T1" fmla="*/ 222 h 1277"/>
                <a:gd name="T2" fmla="*/ 17 w 1426"/>
                <a:gd name="T3" fmla="*/ 116 h 1277"/>
                <a:gd name="T4" fmla="*/ 30 w 1426"/>
                <a:gd name="T5" fmla="*/ 41 h 1277"/>
                <a:gd name="T6" fmla="*/ 43 w 1426"/>
                <a:gd name="T7" fmla="*/ 8 h 1277"/>
                <a:gd name="T8" fmla="*/ 52 w 1426"/>
                <a:gd name="T9" fmla="*/ 0 h 1277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  <a:gd name="T15" fmla="*/ 0 w 1426"/>
                <a:gd name="T16" fmla="*/ 0 h 1277"/>
                <a:gd name="T17" fmla="*/ 1426 w 1426"/>
                <a:gd name="T18" fmla="*/ 1277 h 1277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T15" t="T16" r="T17" b="T18"/>
              <a:pathLst>
                <a:path w="1426" h="1277">
                  <a:moveTo>
                    <a:pt x="0" y="1277"/>
                  </a:moveTo>
                  <a:cubicBezTo>
                    <a:pt x="78" y="1178"/>
                    <a:pt x="325" y="841"/>
                    <a:pt x="466" y="668"/>
                  </a:cubicBezTo>
                  <a:cubicBezTo>
                    <a:pt x="607" y="495"/>
                    <a:pt x="728" y="342"/>
                    <a:pt x="848" y="239"/>
                  </a:cubicBezTo>
                  <a:cubicBezTo>
                    <a:pt x="967" y="135"/>
                    <a:pt x="1086" y="88"/>
                    <a:pt x="1182" y="48"/>
                  </a:cubicBezTo>
                  <a:cubicBezTo>
                    <a:pt x="1278" y="8"/>
                    <a:pt x="1375" y="10"/>
                    <a:pt x="1426" y="0"/>
                  </a:cubicBezTo>
                </a:path>
              </a:pathLst>
            </a:custGeom>
            <a:noFill/>
            <a:ln w="28575">
              <a:solidFill>
                <a:srgbClr val="FF0000"/>
              </a:solidFill>
              <a:round/>
              <a:headEnd/>
              <a:tailEnd/>
            </a:ln>
          </p:spPr>
          <p:txBody>
            <a:bodyPr/>
            <a:lstStyle/>
            <a:p>
              <a:endParaRPr lang="en-GB"/>
            </a:p>
          </p:txBody>
        </p:sp>
        <p:sp>
          <p:nvSpPr>
            <p:cNvPr id="23619" name="Freeform 20"/>
            <p:cNvSpPr>
              <a:spLocks/>
            </p:cNvSpPr>
            <p:nvPr/>
          </p:nvSpPr>
          <p:spPr bwMode="auto">
            <a:xfrm flipV="1">
              <a:off x="3799" y="2056"/>
              <a:ext cx="450" cy="709"/>
            </a:xfrm>
            <a:custGeom>
              <a:avLst/>
              <a:gdLst>
                <a:gd name="T0" fmla="*/ 49 w 1360"/>
                <a:gd name="T1" fmla="*/ 221 h 1269"/>
                <a:gd name="T2" fmla="*/ 32 w 1360"/>
                <a:gd name="T3" fmla="*/ 115 h 1269"/>
                <a:gd name="T4" fmla="*/ 19 w 1360"/>
                <a:gd name="T5" fmla="*/ 40 h 1269"/>
                <a:gd name="T6" fmla="*/ 7 w 1360"/>
                <a:gd name="T7" fmla="*/ 7 h 1269"/>
                <a:gd name="T8" fmla="*/ 0 w 1360"/>
                <a:gd name="T9" fmla="*/ 0 h 1269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  <a:gd name="T15" fmla="*/ 0 w 1360"/>
                <a:gd name="T16" fmla="*/ 0 h 1269"/>
                <a:gd name="T17" fmla="*/ 1360 w 1360"/>
                <a:gd name="T18" fmla="*/ 1269 h 1269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T15" t="T16" r="T17" b="T18"/>
              <a:pathLst>
                <a:path w="1360" h="1269">
                  <a:moveTo>
                    <a:pt x="1360" y="1269"/>
                  </a:moveTo>
                  <a:cubicBezTo>
                    <a:pt x="1282" y="1170"/>
                    <a:pt x="1035" y="833"/>
                    <a:pt x="894" y="660"/>
                  </a:cubicBezTo>
                  <a:cubicBezTo>
                    <a:pt x="753" y="487"/>
                    <a:pt x="632" y="334"/>
                    <a:pt x="512" y="231"/>
                  </a:cubicBezTo>
                  <a:cubicBezTo>
                    <a:pt x="393" y="127"/>
                    <a:pt x="263" y="78"/>
                    <a:pt x="178" y="40"/>
                  </a:cubicBezTo>
                  <a:cubicBezTo>
                    <a:pt x="93" y="2"/>
                    <a:pt x="37" y="8"/>
                    <a:pt x="0" y="0"/>
                  </a:cubicBezTo>
                </a:path>
              </a:pathLst>
            </a:custGeom>
            <a:noFill/>
            <a:ln w="28575">
              <a:solidFill>
                <a:srgbClr val="FF0000"/>
              </a:solidFill>
              <a:round/>
              <a:headEnd/>
              <a:tailEnd/>
            </a:ln>
          </p:spPr>
          <p:txBody>
            <a:bodyPr/>
            <a:lstStyle/>
            <a:p>
              <a:endParaRPr lang="en-GB"/>
            </a:p>
          </p:txBody>
        </p:sp>
        <p:sp>
          <p:nvSpPr>
            <p:cNvPr id="23620" name="Line 21"/>
            <p:cNvSpPr>
              <a:spLocks noChangeShapeType="1"/>
            </p:cNvSpPr>
            <p:nvPr/>
          </p:nvSpPr>
          <p:spPr bwMode="auto">
            <a:xfrm flipV="1">
              <a:off x="3808" y="2059"/>
              <a:ext cx="1" cy="733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prstDash val="dash"/>
              <a:round/>
              <a:headEnd/>
              <a:tailEnd/>
            </a:ln>
          </p:spPr>
          <p:txBody>
            <a:bodyPr/>
            <a:lstStyle/>
            <a:p>
              <a:endParaRPr lang="en-GB"/>
            </a:p>
          </p:txBody>
        </p:sp>
        <p:grpSp>
          <p:nvGrpSpPr>
            <p:cNvPr id="4" name="Group 22"/>
            <p:cNvGrpSpPr>
              <a:grpSpLocks/>
            </p:cNvGrpSpPr>
            <p:nvPr/>
          </p:nvGrpSpPr>
          <p:grpSpPr bwMode="auto">
            <a:xfrm>
              <a:off x="4261" y="1328"/>
              <a:ext cx="911" cy="736"/>
              <a:chOff x="709" y="1560"/>
              <a:chExt cx="911" cy="736"/>
            </a:xfrm>
          </p:grpSpPr>
          <p:sp>
            <p:nvSpPr>
              <p:cNvPr id="23622" name="Freeform 23"/>
              <p:cNvSpPr>
                <a:spLocks/>
              </p:cNvSpPr>
              <p:nvPr/>
            </p:nvSpPr>
            <p:spPr bwMode="auto">
              <a:xfrm>
                <a:off x="709" y="1564"/>
                <a:ext cx="472" cy="713"/>
              </a:xfrm>
              <a:custGeom>
                <a:avLst/>
                <a:gdLst>
                  <a:gd name="T0" fmla="*/ 0 w 1426"/>
                  <a:gd name="T1" fmla="*/ 222 h 1277"/>
                  <a:gd name="T2" fmla="*/ 17 w 1426"/>
                  <a:gd name="T3" fmla="*/ 116 h 1277"/>
                  <a:gd name="T4" fmla="*/ 31 w 1426"/>
                  <a:gd name="T5" fmla="*/ 41 h 1277"/>
                  <a:gd name="T6" fmla="*/ 43 w 1426"/>
                  <a:gd name="T7" fmla="*/ 8 h 1277"/>
                  <a:gd name="T8" fmla="*/ 52 w 1426"/>
                  <a:gd name="T9" fmla="*/ 0 h 1277"/>
                  <a:gd name="T10" fmla="*/ 0 60000 65536"/>
                  <a:gd name="T11" fmla="*/ 0 60000 65536"/>
                  <a:gd name="T12" fmla="*/ 0 60000 65536"/>
                  <a:gd name="T13" fmla="*/ 0 60000 65536"/>
                  <a:gd name="T14" fmla="*/ 0 60000 65536"/>
                  <a:gd name="T15" fmla="*/ 0 w 1426"/>
                  <a:gd name="T16" fmla="*/ 0 h 1277"/>
                  <a:gd name="T17" fmla="*/ 1426 w 1426"/>
                  <a:gd name="T18" fmla="*/ 1277 h 1277"/>
                </a:gdLst>
                <a:ahLst/>
                <a:cxnLst>
                  <a:cxn ang="T10">
                    <a:pos x="T0" y="T1"/>
                  </a:cxn>
                  <a:cxn ang="T11">
                    <a:pos x="T2" y="T3"/>
                  </a:cxn>
                  <a:cxn ang="T12">
                    <a:pos x="T4" y="T5"/>
                  </a:cxn>
                  <a:cxn ang="T13">
                    <a:pos x="T6" y="T7"/>
                  </a:cxn>
                  <a:cxn ang="T14">
                    <a:pos x="T8" y="T9"/>
                  </a:cxn>
                </a:cxnLst>
                <a:rect l="T15" t="T16" r="T17" b="T18"/>
                <a:pathLst>
                  <a:path w="1426" h="1277">
                    <a:moveTo>
                      <a:pt x="0" y="1277"/>
                    </a:moveTo>
                    <a:cubicBezTo>
                      <a:pt x="78" y="1178"/>
                      <a:pt x="325" y="841"/>
                      <a:pt x="466" y="668"/>
                    </a:cubicBezTo>
                    <a:cubicBezTo>
                      <a:pt x="607" y="495"/>
                      <a:pt x="728" y="342"/>
                      <a:pt x="848" y="239"/>
                    </a:cubicBezTo>
                    <a:cubicBezTo>
                      <a:pt x="967" y="135"/>
                      <a:pt x="1086" y="88"/>
                      <a:pt x="1182" y="48"/>
                    </a:cubicBezTo>
                    <a:cubicBezTo>
                      <a:pt x="1278" y="8"/>
                      <a:pt x="1375" y="10"/>
                      <a:pt x="1426" y="0"/>
                    </a:cubicBezTo>
                  </a:path>
                </a:pathLst>
              </a:custGeom>
              <a:noFill/>
              <a:ln w="28575">
                <a:solidFill>
                  <a:srgbClr val="FF0000"/>
                </a:solidFill>
                <a:round/>
                <a:headEnd/>
                <a:tailEnd/>
              </a:ln>
            </p:spPr>
            <p:txBody>
              <a:bodyPr/>
              <a:lstStyle/>
              <a:p>
                <a:endParaRPr lang="en-GB"/>
              </a:p>
            </p:txBody>
          </p:sp>
          <p:sp>
            <p:nvSpPr>
              <p:cNvPr id="23623" name="Freeform 24"/>
              <p:cNvSpPr>
                <a:spLocks/>
              </p:cNvSpPr>
              <p:nvPr/>
            </p:nvSpPr>
            <p:spPr bwMode="auto">
              <a:xfrm>
                <a:off x="1170" y="1560"/>
                <a:ext cx="450" cy="709"/>
              </a:xfrm>
              <a:custGeom>
                <a:avLst/>
                <a:gdLst>
                  <a:gd name="T0" fmla="*/ 49 w 1360"/>
                  <a:gd name="T1" fmla="*/ 221 h 1269"/>
                  <a:gd name="T2" fmla="*/ 32 w 1360"/>
                  <a:gd name="T3" fmla="*/ 115 h 1269"/>
                  <a:gd name="T4" fmla="*/ 19 w 1360"/>
                  <a:gd name="T5" fmla="*/ 40 h 1269"/>
                  <a:gd name="T6" fmla="*/ 7 w 1360"/>
                  <a:gd name="T7" fmla="*/ 7 h 1269"/>
                  <a:gd name="T8" fmla="*/ 0 w 1360"/>
                  <a:gd name="T9" fmla="*/ 0 h 1269"/>
                  <a:gd name="T10" fmla="*/ 0 60000 65536"/>
                  <a:gd name="T11" fmla="*/ 0 60000 65536"/>
                  <a:gd name="T12" fmla="*/ 0 60000 65536"/>
                  <a:gd name="T13" fmla="*/ 0 60000 65536"/>
                  <a:gd name="T14" fmla="*/ 0 60000 65536"/>
                  <a:gd name="T15" fmla="*/ 0 w 1360"/>
                  <a:gd name="T16" fmla="*/ 0 h 1269"/>
                  <a:gd name="T17" fmla="*/ 1360 w 1360"/>
                  <a:gd name="T18" fmla="*/ 1269 h 1269"/>
                </a:gdLst>
                <a:ahLst/>
                <a:cxnLst>
                  <a:cxn ang="T10">
                    <a:pos x="T0" y="T1"/>
                  </a:cxn>
                  <a:cxn ang="T11">
                    <a:pos x="T2" y="T3"/>
                  </a:cxn>
                  <a:cxn ang="T12">
                    <a:pos x="T4" y="T5"/>
                  </a:cxn>
                  <a:cxn ang="T13">
                    <a:pos x="T6" y="T7"/>
                  </a:cxn>
                  <a:cxn ang="T14">
                    <a:pos x="T8" y="T9"/>
                  </a:cxn>
                </a:cxnLst>
                <a:rect l="T15" t="T16" r="T17" b="T18"/>
                <a:pathLst>
                  <a:path w="1360" h="1269">
                    <a:moveTo>
                      <a:pt x="1360" y="1269"/>
                    </a:moveTo>
                    <a:cubicBezTo>
                      <a:pt x="1282" y="1170"/>
                      <a:pt x="1035" y="833"/>
                      <a:pt x="894" y="660"/>
                    </a:cubicBezTo>
                    <a:cubicBezTo>
                      <a:pt x="753" y="487"/>
                      <a:pt x="632" y="334"/>
                      <a:pt x="512" y="231"/>
                    </a:cubicBezTo>
                    <a:cubicBezTo>
                      <a:pt x="393" y="127"/>
                      <a:pt x="263" y="78"/>
                      <a:pt x="178" y="40"/>
                    </a:cubicBezTo>
                    <a:cubicBezTo>
                      <a:pt x="93" y="2"/>
                      <a:pt x="37" y="8"/>
                      <a:pt x="0" y="0"/>
                    </a:cubicBezTo>
                  </a:path>
                </a:pathLst>
              </a:custGeom>
              <a:noFill/>
              <a:ln w="28575">
                <a:solidFill>
                  <a:srgbClr val="FF0000"/>
                </a:solidFill>
                <a:round/>
                <a:headEnd/>
                <a:tailEnd/>
              </a:ln>
            </p:spPr>
            <p:txBody>
              <a:bodyPr/>
              <a:lstStyle/>
              <a:p>
                <a:endParaRPr lang="en-GB"/>
              </a:p>
            </p:txBody>
          </p:sp>
          <p:sp>
            <p:nvSpPr>
              <p:cNvPr id="23624" name="Line 25"/>
              <p:cNvSpPr>
                <a:spLocks noChangeShapeType="1"/>
              </p:cNvSpPr>
              <p:nvPr/>
            </p:nvSpPr>
            <p:spPr bwMode="auto">
              <a:xfrm>
                <a:off x="1180" y="1563"/>
                <a:ext cx="0" cy="733"/>
              </a:xfrm>
              <a:prstGeom prst="line">
                <a:avLst/>
              </a:prstGeom>
              <a:noFill/>
              <a:ln w="9525">
                <a:solidFill>
                  <a:schemeClr val="tx1"/>
                </a:solidFill>
                <a:prstDash val="dash"/>
                <a:round/>
                <a:headEnd/>
                <a:tailEnd/>
              </a:ln>
            </p:spPr>
            <p:txBody>
              <a:bodyPr/>
              <a:lstStyle/>
              <a:p>
                <a:endParaRPr lang="en-GB"/>
              </a:p>
            </p:txBody>
          </p:sp>
        </p:grpSp>
      </p:grpSp>
      <p:sp>
        <p:nvSpPr>
          <p:cNvPr id="23557" name="Text Box 26"/>
          <p:cNvSpPr txBox="1">
            <a:spLocks noChangeArrowheads="1"/>
          </p:cNvSpPr>
          <p:nvPr/>
        </p:nvSpPr>
        <p:spPr bwMode="auto">
          <a:xfrm>
            <a:off x="5029200" y="577850"/>
            <a:ext cx="1371600" cy="336550"/>
          </a:xfrm>
          <a:prstGeom prst="rect">
            <a:avLst/>
          </a:prstGeom>
          <a:noFill/>
          <a:ln w="9525" algn="ctr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r>
              <a:rPr lang="en-GB" b="0"/>
              <a:t>in</a:t>
            </a:r>
            <a:endParaRPr lang="en-US" b="0"/>
          </a:p>
        </p:txBody>
      </p:sp>
      <p:sp>
        <p:nvSpPr>
          <p:cNvPr id="23558" name="Text Box 27"/>
          <p:cNvSpPr txBox="1">
            <a:spLocks noChangeArrowheads="1"/>
          </p:cNvSpPr>
          <p:nvPr/>
        </p:nvSpPr>
        <p:spPr bwMode="auto">
          <a:xfrm>
            <a:off x="468312" y="3457575"/>
            <a:ext cx="4709743" cy="2746906"/>
          </a:xfrm>
          <a:prstGeom prst="rect">
            <a:avLst/>
          </a:prstGeom>
          <a:noFill/>
          <a:ln w="9525" algn="ctr">
            <a:noFill/>
            <a:miter lim="800000"/>
            <a:headEnd/>
            <a:tailEnd/>
          </a:ln>
        </p:spPr>
        <p:txBody>
          <a:bodyPr wrap="square">
            <a:spAutoFit/>
          </a:bodyPr>
          <a:lstStyle/>
          <a:p>
            <a:pPr marL="174625" indent="-174625">
              <a:lnSpc>
                <a:spcPts val="2300"/>
              </a:lnSpc>
              <a:buFontTx/>
              <a:buChar char="•"/>
            </a:pPr>
            <a:r>
              <a:rPr lang="en-GB" sz="1600" b="0" dirty="0"/>
              <a:t>when an amplifier gain is set too high</a:t>
            </a:r>
          </a:p>
          <a:p>
            <a:pPr marL="631825" lvl="1" indent="-174625">
              <a:lnSpc>
                <a:spcPts val="2300"/>
              </a:lnSpc>
              <a:buFontTx/>
              <a:buChar char="•"/>
            </a:pPr>
            <a:r>
              <a:rPr lang="en-GB" sz="1600" b="0" dirty="0"/>
              <a:t>by </a:t>
            </a:r>
            <a:r>
              <a:rPr lang="en-GB" sz="1600" b="0" dirty="0" err="1"/>
              <a:t>mis</a:t>
            </a:r>
            <a:r>
              <a:rPr lang="en-GB" sz="1600" b="0" dirty="0"/>
              <a:t>-calculation or design for a specific effect</a:t>
            </a:r>
          </a:p>
          <a:p>
            <a:pPr marL="174625" indent="-174625">
              <a:lnSpc>
                <a:spcPts val="2300"/>
              </a:lnSpc>
              <a:buFontTx/>
              <a:buChar char="•"/>
            </a:pPr>
            <a:r>
              <a:rPr lang="en-GB" sz="1600" b="0" dirty="0"/>
              <a:t>the amplifier is trying to amplify the signal beyond the range of the supply voltage</a:t>
            </a:r>
          </a:p>
          <a:p>
            <a:pPr marL="174625" indent="-174625">
              <a:lnSpc>
                <a:spcPts val="2300"/>
              </a:lnSpc>
              <a:buFontTx/>
              <a:buChar char="•"/>
            </a:pPr>
            <a:r>
              <a:rPr lang="en-GB" sz="1600" b="0" dirty="0"/>
              <a:t>(simplified case):</a:t>
            </a:r>
          </a:p>
          <a:p>
            <a:pPr marL="627063" lvl="1" indent="-169863">
              <a:lnSpc>
                <a:spcPts val="2300"/>
              </a:lnSpc>
              <a:buFontTx/>
              <a:buChar char="•"/>
            </a:pPr>
            <a:r>
              <a:rPr lang="en-GB" sz="1600" b="0" dirty="0"/>
              <a:t>e.g. an amplifier gain = 100 with a 0.5V input, but the power supply is 40V</a:t>
            </a:r>
            <a:endParaRPr lang="en-US" sz="1600" b="0" dirty="0"/>
          </a:p>
        </p:txBody>
      </p:sp>
      <p:grpSp>
        <p:nvGrpSpPr>
          <p:cNvPr id="5" name="Group 49"/>
          <p:cNvGrpSpPr>
            <a:grpSpLocks/>
          </p:cNvGrpSpPr>
          <p:nvPr/>
        </p:nvGrpSpPr>
        <p:grpSpPr bwMode="auto">
          <a:xfrm>
            <a:off x="5467350" y="1368425"/>
            <a:ext cx="3043238" cy="1547813"/>
            <a:chOff x="554" y="1205"/>
            <a:chExt cx="4743" cy="1681"/>
          </a:xfrm>
        </p:grpSpPr>
        <p:sp>
          <p:nvSpPr>
            <p:cNvPr id="23590" name="Line 50"/>
            <p:cNvSpPr>
              <a:spLocks noChangeShapeType="1"/>
            </p:cNvSpPr>
            <p:nvPr/>
          </p:nvSpPr>
          <p:spPr bwMode="auto">
            <a:xfrm>
              <a:off x="554" y="2043"/>
              <a:ext cx="4743" cy="1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</p:spPr>
          <p:txBody>
            <a:bodyPr/>
            <a:lstStyle/>
            <a:p>
              <a:endParaRPr lang="en-GB"/>
            </a:p>
          </p:txBody>
        </p:sp>
        <p:sp>
          <p:nvSpPr>
            <p:cNvPr id="23591" name="Line 51"/>
            <p:cNvSpPr>
              <a:spLocks noChangeShapeType="1"/>
            </p:cNvSpPr>
            <p:nvPr/>
          </p:nvSpPr>
          <p:spPr bwMode="auto">
            <a:xfrm>
              <a:off x="578" y="1205"/>
              <a:ext cx="1" cy="1681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</p:spPr>
          <p:txBody>
            <a:bodyPr/>
            <a:lstStyle/>
            <a:p>
              <a:endParaRPr lang="en-GB"/>
            </a:p>
          </p:txBody>
        </p:sp>
        <p:grpSp>
          <p:nvGrpSpPr>
            <p:cNvPr id="6" name="Group 52"/>
            <p:cNvGrpSpPr>
              <a:grpSpLocks/>
            </p:cNvGrpSpPr>
            <p:nvPr/>
          </p:nvGrpSpPr>
          <p:grpSpPr bwMode="auto">
            <a:xfrm>
              <a:off x="581" y="1320"/>
              <a:ext cx="911" cy="736"/>
              <a:chOff x="709" y="1560"/>
              <a:chExt cx="911" cy="736"/>
            </a:xfrm>
          </p:grpSpPr>
          <p:sp>
            <p:nvSpPr>
              <p:cNvPr id="23606" name="Freeform 53"/>
              <p:cNvSpPr>
                <a:spLocks/>
              </p:cNvSpPr>
              <p:nvPr/>
            </p:nvSpPr>
            <p:spPr bwMode="auto">
              <a:xfrm>
                <a:off x="709" y="1564"/>
                <a:ext cx="472" cy="713"/>
              </a:xfrm>
              <a:custGeom>
                <a:avLst/>
                <a:gdLst>
                  <a:gd name="T0" fmla="*/ 0 w 1426"/>
                  <a:gd name="T1" fmla="*/ 222 h 1277"/>
                  <a:gd name="T2" fmla="*/ 17 w 1426"/>
                  <a:gd name="T3" fmla="*/ 116 h 1277"/>
                  <a:gd name="T4" fmla="*/ 31 w 1426"/>
                  <a:gd name="T5" fmla="*/ 41 h 1277"/>
                  <a:gd name="T6" fmla="*/ 43 w 1426"/>
                  <a:gd name="T7" fmla="*/ 8 h 1277"/>
                  <a:gd name="T8" fmla="*/ 52 w 1426"/>
                  <a:gd name="T9" fmla="*/ 0 h 1277"/>
                  <a:gd name="T10" fmla="*/ 0 60000 65536"/>
                  <a:gd name="T11" fmla="*/ 0 60000 65536"/>
                  <a:gd name="T12" fmla="*/ 0 60000 65536"/>
                  <a:gd name="T13" fmla="*/ 0 60000 65536"/>
                  <a:gd name="T14" fmla="*/ 0 60000 65536"/>
                  <a:gd name="T15" fmla="*/ 0 w 1426"/>
                  <a:gd name="T16" fmla="*/ 0 h 1277"/>
                  <a:gd name="T17" fmla="*/ 1426 w 1426"/>
                  <a:gd name="T18" fmla="*/ 1277 h 1277"/>
                </a:gdLst>
                <a:ahLst/>
                <a:cxnLst>
                  <a:cxn ang="T10">
                    <a:pos x="T0" y="T1"/>
                  </a:cxn>
                  <a:cxn ang="T11">
                    <a:pos x="T2" y="T3"/>
                  </a:cxn>
                  <a:cxn ang="T12">
                    <a:pos x="T4" y="T5"/>
                  </a:cxn>
                  <a:cxn ang="T13">
                    <a:pos x="T6" y="T7"/>
                  </a:cxn>
                  <a:cxn ang="T14">
                    <a:pos x="T8" y="T9"/>
                  </a:cxn>
                </a:cxnLst>
                <a:rect l="T15" t="T16" r="T17" b="T18"/>
                <a:pathLst>
                  <a:path w="1426" h="1277">
                    <a:moveTo>
                      <a:pt x="0" y="1277"/>
                    </a:moveTo>
                    <a:cubicBezTo>
                      <a:pt x="78" y="1178"/>
                      <a:pt x="325" y="841"/>
                      <a:pt x="466" y="668"/>
                    </a:cubicBezTo>
                    <a:cubicBezTo>
                      <a:pt x="607" y="495"/>
                      <a:pt x="728" y="342"/>
                      <a:pt x="848" y="239"/>
                    </a:cubicBezTo>
                    <a:cubicBezTo>
                      <a:pt x="967" y="135"/>
                      <a:pt x="1086" y="88"/>
                      <a:pt x="1182" y="48"/>
                    </a:cubicBezTo>
                    <a:cubicBezTo>
                      <a:pt x="1278" y="8"/>
                      <a:pt x="1375" y="10"/>
                      <a:pt x="1426" y="0"/>
                    </a:cubicBezTo>
                  </a:path>
                </a:pathLst>
              </a:custGeom>
              <a:noFill/>
              <a:ln w="28575">
                <a:solidFill>
                  <a:srgbClr val="FF0000"/>
                </a:solidFill>
                <a:round/>
                <a:headEnd/>
                <a:tailEnd/>
              </a:ln>
            </p:spPr>
            <p:txBody>
              <a:bodyPr/>
              <a:lstStyle/>
              <a:p>
                <a:endParaRPr lang="en-GB"/>
              </a:p>
            </p:txBody>
          </p:sp>
          <p:sp>
            <p:nvSpPr>
              <p:cNvPr id="23607" name="Freeform 54"/>
              <p:cNvSpPr>
                <a:spLocks/>
              </p:cNvSpPr>
              <p:nvPr/>
            </p:nvSpPr>
            <p:spPr bwMode="auto">
              <a:xfrm>
                <a:off x="1170" y="1560"/>
                <a:ext cx="450" cy="709"/>
              </a:xfrm>
              <a:custGeom>
                <a:avLst/>
                <a:gdLst>
                  <a:gd name="T0" fmla="*/ 49 w 1360"/>
                  <a:gd name="T1" fmla="*/ 221 h 1269"/>
                  <a:gd name="T2" fmla="*/ 32 w 1360"/>
                  <a:gd name="T3" fmla="*/ 115 h 1269"/>
                  <a:gd name="T4" fmla="*/ 19 w 1360"/>
                  <a:gd name="T5" fmla="*/ 40 h 1269"/>
                  <a:gd name="T6" fmla="*/ 7 w 1360"/>
                  <a:gd name="T7" fmla="*/ 7 h 1269"/>
                  <a:gd name="T8" fmla="*/ 0 w 1360"/>
                  <a:gd name="T9" fmla="*/ 0 h 1269"/>
                  <a:gd name="T10" fmla="*/ 0 60000 65536"/>
                  <a:gd name="T11" fmla="*/ 0 60000 65536"/>
                  <a:gd name="T12" fmla="*/ 0 60000 65536"/>
                  <a:gd name="T13" fmla="*/ 0 60000 65536"/>
                  <a:gd name="T14" fmla="*/ 0 60000 65536"/>
                  <a:gd name="T15" fmla="*/ 0 w 1360"/>
                  <a:gd name="T16" fmla="*/ 0 h 1269"/>
                  <a:gd name="T17" fmla="*/ 1360 w 1360"/>
                  <a:gd name="T18" fmla="*/ 1269 h 1269"/>
                </a:gdLst>
                <a:ahLst/>
                <a:cxnLst>
                  <a:cxn ang="T10">
                    <a:pos x="T0" y="T1"/>
                  </a:cxn>
                  <a:cxn ang="T11">
                    <a:pos x="T2" y="T3"/>
                  </a:cxn>
                  <a:cxn ang="T12">
                    <a:pos x="T4" y="T5"/>
                  </a:cxn>
                  <a:cxn ang="T13">
                    <a:pos x="T6" y="T7"/>
                  </a:cxn>
                  <a:cxn ang="T14">
                    <a:pos x="T8" y="T9"/>
                  </a:cxn>
                </a:cxnLst>
                <a:rect l="T15" t="T16" r="T17" b="T18"/>
                <a:pathLst>
                  <a:path w="1360" h="1269">
                    <a:moveTo>
                      <a:pt x="1360" y="1269"/>
                    </a:moveTo>
                    <a:cubicBezTo>
                      <a:pt x="1282" y="1170"/>
                      <a:pt x="1035" y="833"/>
                      <a:pt x="894" y="660"/>
                    </a:cubicBezTo>
                    <a:cubicBezTo>
                      <a:pt x="753" y="487"/>
                      <a:pt x="632" y="334"/>
                      <a:pt x="512" y="231"/>
                    </a:cubicBezTo>
                    <a:cubicBezTo>
                      <a:pt x="393" y="127"/>
                      <a:pt x="263" y="78"/>
                      <a:pt x="178" y="40"/>
                    </a:cubicBezTo>
                    <a:cubicBezTo>
                      <a:pt x="93" y="2"/>
                      <a:pt x="37" y="8"/>
                      <a:pt x="0" y="0"/>
                    </a:cubicBezTo>
                  </a:path>
                </a:pathLst>
              </a:custGeom>
              <a:noFill/>
              <a:ln w="28575">
                <a:solidFill>
                  <a:srgbClr val="FF0000"/>
                </a:solidFill>
                <a:round/>
                <a:headEnd/>
                <a:tailEnd/>
              </a:ln>
            </p:spPr>
            <p:txBody>
              <a:bodyPr/>
              <a:lstStyle/>
              <a:p>
                <a:endParaRPr lang="en-GB"/>
              </a:p>
            </p:txBody>
          </p:sp>
          <p:sp>
            <p:nvSpPr>
              <p:cNvPr id="23608" name="Line 55"/>
              <p:cNvSpPr>
                <a:spLocks noChangeShapeType="1"/>
              </p:cNvSpPr>
              <p:nvPr/>
            </p:nvSpPr>
            <p:spPr bwMode="auto">
              <a:xfrm>
                <a:off x="1180" y="1563"/>
                <a:ext cx="0" cy="733"/>
              </a:xfrm>
              <a:prstGeom prst="line">
                <a:avLst/>
              </a:prstGeom>
              <a:noFill/>
              <a:ln w="9525">
                <a:solidFill>
                  <a:schemeClr val="tx1"/>
                </a:solidFill>
                <a:prstDash val="dash"/>
                <a:round/>
                <a:headEnd/>
                <a:tailEnd/>
              </a:ln>
            </p:spPr>
            <p:txBody>
              <a:bodyPr/>
              <a:lstStyle/>
              <a:p>
                <a:endParaRPr lang="en-GB"/>
              </a:p>
            </p:txBody>
          </p:sp>
        </p:grpSp>
        <p:sp>
          <p:nvSpPr>
            <p:cNvPr id="23593" name="Freeform 56"/>
            <p:cNvSpPr>
              <a:spLocks/>
            </p:cNvSpPr>
            <p:nvPr/>
          </p:nvSpPr>
          <p:spPr bwMode="auto">
            <a:xfrm flipV="1">
              <a:off x="1506" y="2052"/>
              <a:ext cx="471" cy="713"/>
            </a:xfrm>
            <a:custGeom>
              <a:avLst/>
              <a:gdLst>
                <a:gd name="T0" fmla="*/ 0 w 1426"/>
                <a:gd name="T1" fmla="*/ 222 h 1277"/>
                <a:gd name="T2" fmla="*/ 17 w 1426"/>
                <a:gd name="T3" fmla="*/ 116 h 1277"/>
                <a:gd name="T4" fmla="*/ 30 w 1426"/>
                <a:gd name="T5" fmla="*/ 41 h 1277"/>
                <a:gd name="T6" fmla="*/ 43 w 1426"/>
                <a:gd name="T7" fmla="*/ 8 h 1277"/>
                <a:gd name="T8" fmla="*/ 52 w 1426"/>
                <a:gd name="T9" fmla="*/ 0 h 1277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  <a:gd name="T15" fmla="*/ 0 w 1426"/>
                <a:gd name="T16" fmla="*/ 0 h 1277"/>
                <a:gd name="T17" fmla="*/ 1426 w 1426"/>
                <a:gd name="T18" fmla="*/ 1277 h 1277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T15" t="T16" r="T17" b="T18"/>
              <a:pathLst>
                <a:path w="1426" h="1277">
                  <a:moveTo>
                    <a:pt x="0" y="1277"/>
                  </a:moveTo>
                  <a:cubicBezTo>
                    <a:pt x="78" y="1178"/>
                    <a:pt x="325" y="841"/>
                    <a:pt x="466" y="668"/>
                  </a:cubicBezTo>
                  <a:cubicBezTo>
                    <a:pt x="607" y="495"/>
                    <a:pt x="728" y="342"/>
                    <a:pt x="848" y="239"/>
                  </a:cubicBezTo>
                  <a:cubicBezTo>
                    <a:pt x="967" y="135"/>
                    <a:pt x="1086" y="88"/>
                    <a:pt x="1182" y="48"/>
                  </a:cubicBezTo>
                  <a:cubicBezTo>
                    <a:pt x="1278" y="8"/>
                    <a:pt x="1375" y="10"/>
                    <a:pt x="1426" y="0"/>
                  </a:cubicBezTo>
                </a:path>
              </a:pathLst>
            </a:custGeom>
            <a:noFill/>
            <a:ln w="28575">
              <a:solidFill>
                <a:srgbClr val="FF0000"/>
              </a:solidFill>
              <a:round/>
              <a:headEnd/>
              <a:tailEnd/>
            </a:ln>
          </p:spPr>
          <p:txBody>
            <a:bodyPr/>
            <a:lstStyle/>
            <a:p>
              <a:endParaRPr lang="en-GB"/>
            </a:p>
          </p:txBody>
        </p:sp>
        <p:sp>
          <p:nvSpPr>
            <p:cNvPr id="23594" name="Freeform 57"/>
            <p:cNvSpPr>
              <a:spLocks/>
            </p:cNvSpPr>
            <p:nvPr/>
          </p:nvSpPr>
          <p:spPr bwMode="auto">
            <a:xfrm flipV="1">
              <a:off x="1967" y="2048"/>
              <a:ext cx="450" cy="709"/>
            </a:xfrm>
            <a:custGeom>
              <a:avLst/>
              <a:gdLst>
                <a:gd name="T0" fmla="*/ 49 w 1360"/>
                <a:gd name="T1" fmla="*/ 221 h 1269"/>
                <a:gd name="T2" fmla="*/ 32 w 1360"/>
                <a:gd name="T3" fmla="*/ 115 h 1269"/>
                <a:gd name="T4" fmla="*/ 19 w 1360"/>
                <a:gd name="T5" fmla="*/ 40 h 1269"/>
                <a:gd name="T6" fmla="*/ 7 w 1360"/>
                <a:gd name="T7" fmla="*/ 7 h 1269"/>
                <a:gd name="T8" fmla="*/ 0 w 1360"/>
                <a:gd name="T9" fmla="*/ 0 h 1269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  <a:gd name="T15" fmla="*/ 0 w 1360"/>
                <a:gd name="T16" fmla="*/ 0 h 1269"/>
                <a:gd name="T17" fmla="*/ 1360 w 1360"/>
                <a:gd name="T18" fmla="*/ 1269 h 1269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T15" t="T16" r="T17" b="T18"/>
              <a:pathLst>
                <a:path w="1360" h="1269">
                  <a:moveTo>
                    <a:pt x="1360" y="1269"/>
                  </a:moveTo>
                  <a:cubicBezTo>
                    <a:pt x="1282" y="1170"/>
                    <a:pt x="1035" y="833"/>
                    <a:pt x="894" y="660"/>
                  </a:cubicBezTo>
                  <a:cubicBezTo>
                    <a:pt x="753" y="487"/>
                    <a:pt x="632" y="334"/>
                    <a:pt x="512" y="231"/>
                  </a:cubicBezTo>
                  <a:cubicBezTo>
                    <a:pt x="393" y="127"/>
                    <a:pt x="263" y="78"/>
                    <a:pt x="178" y="40"/>
                  </a:cubicBezTo>
                  <a:cubicBezTo>
                    <a:pt x="93" y="2"/>
                    <a:pt x="37" y="8"/>
                    <a:pt x="0" y="0"/>
                  </a:cubicBezTo>
                </a:path>
              </a:pathLst>
            </a:custGeom>
            <a:noFill/>
            <a:ln w="28575">
              <a:solidFill>
                <a:srgbClr val="FF0000"/>
              </a:solidFill>
              <a:round/>
              <a:headEnd/>
              <a:tailEnd/>
            </a:ln>
          </p:spPr>
          <p:txBody>
            <a:bodyPr/>
            <a:lstStyle/>
            <a:p>
              <a:endParaRPr lang="en-GB"/>
            </a:p>
          </p:txBody>
        </p:sp>
        <p:sp>
          <p:nvSpPr>
            <p:cNvPr id="23595" name="Line 58"/>
            <p:cNvSpPr>
              <a:spLocks noChangeShapeType="1"/>
            </p:cNvSpPr>
            <p:nvPr/>
          </p:nvSpPr>
          <p:spPr bwMode="auto">
            <a:xfrm flipV="1">
              <a:off x="1976" y="2051"/>
              <a:ext cx="1" cy="733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prstDash val="dash"/>
              <a:round/>
              <a:headEnd/>
              <a:tailEnd/>
            </a:ln>
          </p:spPr>
          <p:txBody>
            <a:bodyPr/>
            <a:lstStyle/>
            <a:p>
              <a:endParaRPr lang="en-GB"/>
            </a:p>
          </p:txBody>
        </p:sp>
        <p:sp>
          <p:nvSpPr>
            <p:cNvPr id="23596" name="Freeform 59"/>
            <p:cNvSpPr>
              <a:spLocks/>
            </p:cNvSpPr>
            <p:nvPr/>
          </p:nvSpPr>
          <p:spPr bwMode="auto">
            <a:xfrm>
              <a:off x="2413" y="1332"/>
              <a:ext cx="472" cy="713"/>
            </a:xfrm>
            <a:custGeom>
              <a:avLst/>
              <a:gdLst>
                <a:gd name="T0" fmla="*/ 0 w 1426"/>
                <a:gd name="T1" fmla="*/ 222 h 1277"/>
                <a:gd name="T2" fmla="*/ 17 w 1426"/>
                <a:gd name="T3" fmla="*/ 116 h 1277"/>
                <a:gd name="T4" fmla="*/ 31 w 1426"/>
                <a:gd name="T5" fmla="*/ 41 h 1277"/>
                <a:gd name="T6" fmla="*/ 43 w 1426"/>
                <a:gd name="T7" fmla="*/ 8 h 1277"/>
                <a:gd name="T8" fmla="*/ 52 w 1426"/>
                <a:gd name="T9" fmla="*/ 0 h 1277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  <a:gd name="T15" fmla="*/ 0 w 1426"/>
                <a:gd name="T16" fmla="*/ 0 h 1277"/>
                <a:gd name="T17" fmla="*/ 1426 w 1426"/>
                <a:gd name="T18" fmla="*/ 1277 h 1277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T15" t="T16" r="T17" b="T18"/>
              <a:pathLst>
                <a:path w="1426" h="1277">
                  <a:moveTo>
                    <a:pt x="0" y="1277"/>
                  </a:moveTo>
                  <a:cubicBezTo>
                    <a:pt x="78" y="1178"/>
                    <a:pt x="325" y="841"/>
                    <a:pt x="466" y="668"/>
                  </a:cubicBezTo>
                  <a:cubicBezTo>
                    <a:pt x="607" y="495"/>
                    <a:pt x="728" y="342"/>
                    <a:pt x="848" y="239"/>
                  </a:cubicBezTo>
                  <a:cubicBezTo>
                    <a:pt x="967" y="135"/>
                    <a:pt x="1086" y="88"/>
                    <a:pt x="1182" y="48"/>
                  </a:cubicBezTo>
                  <a:cubicBezTo>
                    <a:pt x="1278" y="8"/>
                    <a:pt x="1375" y="10"/>
                    <a:pt x="1426" y="0"/>
                  </a:cubicBezTo>
                </a:path>
              </a:pathLst>
            </a:custGeom>
            <a:noFill/>
            <a:ln w="28575">
              <a:solidFill>
                <a:srgbClr val="FF0000"/>
              </a:solidFill>
              <a:round/>
              <a:headEnd/>
              <a:tailEnd/>
            </a:ln>
          </p:spPr>
          <p:txBody>
            <a:bodyPr/>
            <a:lstStyle/>
            <a:p>
              <a:endParaRPr lang="en-GB"/>
            </a:p>
          </p:txBody>
        </p:sp>
        <p:sp>
          <p:nvSpPr>
            <p:cNvPr id="23597" name="Freeform 60"/>
            <p:cNvSpPr>
              <a:spLocks/>
            </p:cNvSpPr>
            <p:nvPr/>
          </p:nvSpPr>
          <p:spPr bwMode="auto">
            <a:xfrm>
              <a:off x="2874" y="1328"/>
              <a:ext cx="450" cy="709"/>
            </a:xfrm>
            <a:custGeom>
              <a:avLst/>
              <a:gdLst>
                <a:gd name="T0" fmla="*/ 49 w 1360"/>
                <a:gd name="T1" fmla="*/ 221 h 1269"/>
                <a:gd name="T2" fmla="*/ 32 w 1360"/>
                <a:gd name="T3" fmla="*/ 115 h 1269"/>
                <a:gd name="T4" fmla="*/ 19 w 1360"/>
                <a:gd name="T5" fmla="*/ 40 h 1269"/>
                <a:gd name="T6" fmla="*/ 7 w 1360"/>
                <a:gd name="T7" fmla="*/ 7 h 1269"/>
                <a:gd name="T8" fmla="*/ 0 w 1360"/>
                <a:gd name="T9" fmla="*/ 0 h 1269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  <a:gd name="T15" fmla="*/ 0 w 1360"/>
                <a:gd name="T16" fmla="*/ 0 h 1269"/>
                <a:gd name="T17" fmla="*/ 1360 w 1360"/>
                <a:gd name="T18" fmla="*/ 1269 h 1269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T15" t="T16" r="T17" b="T18"/>
              <a:pathLst>
                <a:path w="1360" h="1269">
                  <a:moveTo>
                    <a:pt x="1360" y="1269"/>
                  </a:moveTo>
                  <a:cubicBezTo>
                    <a:pt x="1282" y="1170"/>
                    <a:pt x="1035" y="833"/>
                    <a:pt x="894" y="660"/>
                  </a:cubicBezTo>
                  <a:cubicBezTo>
                    <a:pt x="753" y="487"/>
                    <a:pt x="632" y="334"/>
                    <a:pt x="512" y="231"/>
                  </a:cubicBezTo>
                  <a:cubicBezTo>
                    <a:pt x="393" y="127"/>
                    <a:pt x="263" y="78"/>
                    <a:pt x="178" y="40"/>
                  </a:cubicBezTo>
                  <a:cubicBezTo>
                    <a:pt x="93" y="2"/>
                    <a:pt x="37" y="8"/>
                    <a:pt x="0" y="0"/>
                  </a:cubicBezTo>
                </a:path>
              </a:pathLst>
            </a:custGeom>
            <a:noFill/>
            <a:ln w="28575">
              <a:solidFill>
                <a:srgbClr val="FF0000"/>
              </a:solidFill>
              <a:round/>
              <a:headEnd/>
              <a:tailEnd/>
            </a:ln>
          </p:spPr>
          <p:txBody>
            <a:bodyPr/>
            <a:lstStyle/>
            <a:p>
              <a:endParaRPr lang="en-GB"/>
            </a:p>
          </p:txBody>
        </p:sp>
        <p:sp>
          <p:nvSpPr>
            <p:cNvPr id="23598" name="Line 61"/>
            <p:cNvSpPr>
              <a:spLocks noChangeShapeType="1"/>
            </p:cNvSpPr>
            <p:nvPr/>
          </p:nvSpPr>
          <p:spPr bwMode="auto">
            <a:xfrm>
              <a:off x="2884" y="1331"/>
              <a:ext cx="0" cy="733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prstDash val="dash"/>
              <a:round/>
              <a:headEnd/>
              <a:tailEnd/>
            </a:ln>
          </p:spPr>
          <p:txBody>
            <a:bodyPr/>
            <a:lstStyle/>
            <a:p>
              <a:endParaRPr lang="en-GB"/>
            </a:p>
          </p:txBody>
        </p:sp>
        <p:sp>
          <p:nvSpPr>
            <p:cNvPr id="23599" name="Freeform 62"/>
            <p:cNvSpPr>
              <a:spLocks/>
            </p:cNvSpPr>
            <p:nvPr/>
          </p:nvSpPr>
          <p:spPr bwMode="auto">
            <a:xfrm flipV="1">
              <a:off x="3338" y="2060"/>
              <a:ext cx="471" cy="713"/>
            </a:xfrm>
            <a:custGeom>
              <a:avLst/>
              <a:gdLst>
                <a:gd name="T0" fmla="*/ 0 w 1426"/>
                <a:gd name="T1" fmla="*/ 222 h 1277"/>
                <a:gd name="T2" fmla="*/ 17 w 1426"/>
                <a:gd name="T3" fmla="*/ 116 h 1277"/>
                <a:gd name="T4" fmla="*/ 30 w 1426"/>
                <a:gd name="T5" fmla="*/ 41 h 1277"/>
                <a:gd name="T6" fmla="*/ 43 w 1426"/>
                <a:gd name="T7" fmla="*/ 8 h 1277"/>
                <a:gd name="T8" fmla="*/ 52 w 1426"/>
                <a:gd name="T9" fmla="*/ 0 h 1277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  <a:gd name="T15" fmla="*/ 0 w 1426"/>
                <a:gd name="T16" fmla="*/ 0 h 1277"/>
                <a:gd name="T17" fmla="*/ 1426 w 1426"/>
                <a:gd name="T18" fmla="*/ 1277 h 1277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T15" t="T16" r="T17" b="T18"/>
              <a:pathLst>
                <a:path w="1426" h="1277">
                  <a:moveTo>
                    <a:pt x="0" y="1277"/>
                  </a:moveTo>
                  <a:cubicBezTo>
                    <a:pt x="78" y="1178"/>
                    <a:pt x="325" y="841"/>
                    <a:pt x="466" y="668"/>
                  </a:cubicBezTo>
                  <a:cubicBezTo>
                    <a:pt x="607" y="495"/>
                    <a:pt x="728" y="342"/>
                    <a:pt x="848" y="239"/>
                  </a:cubicBezTo>
                  <a:cubicBezTo>
                    <a:pt x="967" y="135"/>
                    <a:pt x="1086" y="88"/>
                    <a:pt x="1182" y="48"/>
                  </a:cubicBezTo>
                  <a:cubicBezTo>
                    <a:pt x="1278" y="8"/>
                    <a:pt x="1375" y="10"/>
                    <a:pt x="1426" y="0"/>
                  </a:cubicBezTo>
                </a:path>
              </a:pathLst>
            </a:custGeom>
            <a:noFill/>
            <a:ln w="28575">
              <a:solidFill>
                <a:srgbClr val="FF0000"/>
              </a:solidFill>
              <a:round/>
              <a:headEnd/>
              <a:tailEnd/>
            </a:ln>
          </p:spPr>
          <p:txBody>
            <a:bodyPr/>
            <a:lstStyle/>
            <a:p>
              <a:endParaRPr lang="en-GB"/>
            </a:p>
          </p:txBody>
        </p:sp>
        <p:sp>
          <p:nvSpPr>
            <p:cNvPr id="23600" name="Freeform 63"/>
            <p:cNvSpPr>
              <a:spLocks/>
            </p:cNvSpPr>
            <p:nvPr/>
          </p:nvSpPr>
          <p:spPr bwMode="auto">
            <a:xfrm flipV="1">
              <a:off x="3799" y="2056"/>
              <a:ext cx="450" cy="709"/>
            </a:xfrm>
            <a:custGeom>
              <a:avLst/>
              <a:gdLst>
                <a:gd name="T0" fmla="*/ 49 w 1360"/>
                <a:gd name="T1" fmla="*/ 221 h 1269"/>
                <a:gd name="T2" fmla="*/ 32 w 1360"/>
                <a:gd name="T3" fmla="*/ 115 h 1269"/>
                <a:gd name="T4" fmla="*/ 19 w 1360"/>
                <a:gd name="T5" fmla="*/ 40 h 1269"/>
                <a:gd name="T6" fmla="*/ 7 w 1360"/>
                <a:gd name="T7" fmla="*/ 7 h 1269"/>
                <a:gd name="T8" fmla="*/ 0 w 1360"/>
                <a:gd name="T9" fmla="*/ 0 h 1269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  <a:gd name="T15" fmla="*/ 0 w 1360"/>
                <a:gd name="T16" fmla="*/ 0 h 1269"/>
                <a:gd name="T17" fmla="*/ 1360 w 1360"/>
                <a:gd name="T18" fmla="*/ 1269 h 1269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T15" t="T16" r="T17" b="T18"/>
              <a:pathLst>
                <a:path w="1360" h="1269">
                  <a:moveTo>
                    <a:pt x="1360" y="1269"/>
                  </a:moveTo>
                  <a:cubicBezTo>
                    <a:pt x="1282" y="1170"/>
                    <a:pt x="1035" y="833"/>
                    <a:pt x="894" y="660"/>
                  </a:cubicBezTo>
                  <a:cubicBezTo>
                    <a:pt x="753" y="487"/>
                    <a:pt x="632" y="334"/>
                    <a:pt x="512" y="231"/>
                  </a:cubicBezTo>
                  <a:cubicBezTo>
                    <a:pt x="393" y="127"/>
                    <a:pt x="263" y="78"/>
                    <a:pt x="178" y="40"/>
                  </a:cubicBezTo>
                  <a:cubicBezTo>
                    <a:pt x="93" y="2"/>
                    <a:pt x="37" y="8"/>
                    <a:pt x="0" y="0"/>
                  </a:cubicBezTo>
                </a:path>
              </a:pathLst>
            </a:custGeom>
            <a:noFill/>
            <a:ln w="28575">
              <a:solidFill>
                <a:srgbClr val="FF0000"/>
              </a:solidFill>
              <a:round/>
              <a:headEnd/>
              <a:tailEnd/>
            </a:ln>
          </p:spPr>
          <p:txBody>
            <a:bodyPr/>
            <a:lstStyle/>
            <a:p>
              <a:endParaRPr lang="en-GB"/>
            </a:p>
          </p:txBody>
        </p:sp>
        <p:sp>
          <p:nvSpPr>
            <p:cNvPr id="23601" name="Line 64"/>
            <p:cNvSpPr>
              <a:spLocks noChangeShapeType="1"/>
            </p:cNvSpPr>
            <p:nvPr/>
          </p:nvSpPr>
          <p:spPr bwMode="auto">
            <a:xfrm flipV="1">
              <a:off x="3808" y="2059"/>
              <a:ext cx="1" cy="733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prstDash val="dash"/>
              <a:round/>
              <a:headEnd/>
              <a:tailEnd/>
            </a:ln>
          </p:spPr>
          <p:txBody>
            <a:bodyPr/>
            <a:lstStyle/>
            <a:p>
              <a:endParaRPr lang="en-GB"/>
            </a:p>
          </p:txBody>
        </p:sp>
        <p:grpSp>
          <p:nvGrpSpPr>
            <p:cNvPr id="7" name="Group 65"/>
            <p:cNvGrpSpPr>
              <a:grpSpLocks/>
            </p:cNvGrpSpPr>
            <p:nvPr/>
          </p:nvGrpSpPr>
          <p:grpSpPr bwMode="auto">
            <a:xfrm>
              <a:off x="4261" y="1328"/>
              <a:ext cx="911" cy="736"/>
              <a:chOff x="709" y="1560"/>
              <a:chExt cx="911" cy="736"/>
            </a:xfrm>
          </p:grpSpPr>
          <p:sp>
            <p:nvSpPr>
              <p:cNvPr id="23603" name="Freeform 66"/>
              <p:cNvSpPr>
                <a:spLocks/>
              </p:cNvSpPr>
              <p:nvPr/>
            </p:nvSpPr>
            <p:spPr bwMode="auto">
              <a:xfrm>
                <a:off x="709" y="1564"/>
                <a:ext cx="472" cy="713"/>
              </a:xfrm>
              <a:custGeom>
                <a:avLst/>
                <a:gdLst>
                  <a:gd name="T0" fmla="*/ 0 w 1426"/>
                  <a:gd name="T1" fmla="*/ 222 h 1277"/>
                  <a:gd name="T2" fmla="*/ 17 w 1426"/>
                  <a:gd name="T3" fmla="*/ 116 h 1277"/>
                  <a:gd name="T4" fmla="*/ 31 w 1426"/>
                  <a:gd name="T5" fmla="*/ 41 h 1277"/>
                  <a:gd name="T6" fmla="*/ 43 w 1426"/>
                  <a:gd name="T7" fmla="*/ 8 h 1277"/>
                  <a:gd name="T8" fmla="*/ 52 w 1426"/>
                  <a:gd name="T9" fmla="*/ 0 h 1277"/>
                  <a:gd name="T10" fmla="*/ 0 60000 65536"/>
                  <a:gd name="T11" fmla="*/ 0 60000 65536"/>
                  <a:gd name="T12" fmla="*/ 0 60000 65536"/>
                  <a:gd name="T13" fmla="*/ 0 60000 65536"/>
                  <a:gd name="T14" fmla="*/ 0 60000 65536"/>
                  <a:gd name="T15" fmla="*/ 0 w 1426"/>
                  <a:gd name="T16" fmla="*/ 0 h 1277"/>
                  <a:gd name="T17" fmla="*/ 1426 w 1426"/>
                  <a:gd name="T18" fmla="*/ 1277 h 1277"/>
                </a:gdLst>
                <a:ahLst/>
                <a:cxnLst>
                  <a:cxn ang="T10">
                    <a:pos x="T0" y="T1"/>
                  </a:cxn>
                  <a:cxn ang="T11">
                    <a:pos x="T2" y="T3"/>
                  </a:cxn>
                  <a:cxn ang="T12">
                    <a:pos x="T4" y="T5"/>
                  </a:cxn>
                  <a:cxn ang="T13">
                    <a:pos x="T6" y="T7"/>
                  </a:cxn>
                  <a:cxn ang="T14">
                    <a:pos x="T8" y="T9"/>
                  </a:cxn>
                </a:cxnLst>
                <a:rect l="T15" t="T16" r="T17" b="T18"/>
                <a:pathLst>
                  <a:path w="1426" h="1277">
                    <a:moveTo>
                      <a:pt x="0" y="1277"/>
                    </a:moveTo>
                    <a:cubicBezTo>
                      <a:pt x="78" y="1178"/>
                      <a:pt x="325" y="841"/>
                      <a:pt x="466" y="668"/>
                    </a:cubicBezTo>
                    <a:cubicBezTo>
                      <a:pt x="607" y="495"/>
                      <a:pt x="728" y="342"/>
                      <a:pt x="848" y="239"/>
                    </a:cubicBezTo>
                    <a:cubicBezTo>
                      <a:pt x="967" y="135"/>
                      <a:pt x="1086" y="88"/>
                      <a:pt x="1182" y="48"/>
                    </a:cubicBezTo>
                    <a:cubicBezTo>
                      <a:pt x="1278" y="8"/>
                      <a:pt x="1375" y="10"/>
                      <a:pt x="1426" y="0"/>
                    </a:cubicBezTo>
                  </a:path>
                </a:pathLst>
              </a:custGeom>
              <a:noFill/>
              <a:ln w="28575">
                <a:solidFill>
                  <a:srgbClr val="FF0000"/>
                </a:solidFill>
                <a:round/>
                <a:headEnd/>
                <a:tailEnd/>
              </a:ln>
            </p:spPr>
            <p:txBody>
              <a:bodyPr/>
              <a:lstStyle/>
              <a:p>
                <a:endParaRPr lang="en-GB"/>
              </a:p>
            </p:txBody>
          </p:sp>
          <p:sp>
            <p:nvSpPr>
              <p:cNvPr id="23604" name="Freeform 67"/>
              <p:cNvSpPr>
                <a:spLocks/>
              </p:cNvSpPr>
              <p:nvPr/>
            </p:nvSpPr>
            <p:spPr bwMode="auto">
              <a:xfrm>
                <a:off x="1170" y="1560"/>
                <a:ext cx="450" cy="709"/>
              </a:xfrm>
              <a:custGeom>
                <a:avLst/>
                <a:gdLst>
                  <a:gd name="T0" fmla="*/ 49 w 1360"/>
                  <a:gd name="T1" fmla="*/ 221 h 1269"/>
                  <a:gd name="T2" fmla="*/ 32 w 1360"/>
                  <a:gd name="T3" fmla="*/ 115 h 1269"/>
                  <a:gd name="T4" fmla="*/ 19 w 1360"/>
                  <a:gd name="T5" fmla="*/ 40 h 1269"/>
                  <a:gd name="T6" fmla="*/ 7 w 1360"/>
                  <a:gd name="T7" fmla="*/ 7 h 1269"/>
                  <a:gd name="T8" fmla="*/ 0 w 1360"/>
                  <a:gd name="T9" fmla="*/ 0 h 1269"/>
                  <a:gd name="T10" fmla="*/ 0 60000 65536"/>
                  <a:gd name="T11" fmla="*/ 0 60000 65536"/>
                  <a:gd name="T12" fmla="*/ 0 60000 65536"/>
                  <a:gd name="T13" fmla="*/ 0 60000 65536"/>
                  <a:gd name="T14" fmla="*/ 0 60000 65536"/>
                  <a:gd name="T15" fmla="*/ 0 w 1360"/>
                  <a:gd name="T16" fmla="*/ 0 h 1269"/>
                  <a:gd name="T17" fmla="*/ 1360 w 1360"/>
                  <a:gd name="T18" fmla="*/ 1269 h 1269"/>
                </a:gdLst>
                <a:ahLst/>
                <a:cxnLst>
                  <a:cxn ang="T10">
                    <a:pos x="T0" y="T1"/>
                  </a:cxn>
                  <a:cxn ang="T11">
                    <a:pos x="T2" y="T3"/>
                  </a:cxn>
                  <a:cxn ang="T12">
                    <a:pos x="T4" y="T5"/>
                  </a:cxn>
                  <a:cxn ang="T13">
                    <a:pos x="T6" y="T7"/>
                  </a:cxn>
                  <a:cxn ang="T14">
                    <a:pos x="T8" y="T9"/>
                  </a:cxn>
                </a:cxnLst>
                <a:rect l="T15" t="T16" r="T17" b="T18"/>
                <a:pathLst>
                  <a:path w="1360" h="1269">
                    <a:moveTo>
                      <a:pt x="1360" y="1269"/>
                    </a:moveTo>
                    <a:cubicBezTo>
                      <a:pt x="1282" y="1170"/>
                      <a:pt x="1035" y="833"/>
                      <a:pt x="894" y="660"/>
                    </a:cubicBezTo>
                    <a:cubicBezTo>
                      <a:pt x="753" y="487"/>
                      <a:pt x="632" y="334"/>
                      <a:pt x="512" y="231"/>
                    </a:cubicBezTo>
                    <a:cubicBezTo>
                      <a:pt x="393" y="127"/>
                      <a:pt x="263" y="78"/>
                      <a:pt x="178" y="40"/>
                    </a:cubicBezTo>
                    <a:cubicBezTo>
                      <a:pt x="93" y="2"/>
                      <a:pt x="37" y="8"/>
                      <a:pt x="0" y="0"/>
                    </a:cubicBezTo>
                  </a:path>
                </a:pathLst>
              </a:custGeom>
              <a:noFill/>
              <a:ln w="28575">
                <a:solidFill>
                  <a:srgbClr val="FF0000"/>
                </a:solidFill>
                <a:round/>
                <a:headEnd/>
                <a:tailEnd/>
              </a:ln>
            </p:spPr>
            <p:txBody>
              <a:bodyPr/>
              <a:lstStyle/>
              <a:p>
                <a:endParaRPr lang="en-GB"/>
              </a:p>
            </p:txBody>
          </p:sp>
          <p:sp>
            <p:nvSpPr>
              <p:cNvPr id="23605" name="Line 68"/>
              <p:cNvSpPr>
                <a:spLocks noChangeShapeType="1"/>
              </p:cNvSpPr>
              <p:nvPr/>
            </p:nvSpPr>
            <p:spPr bwMode="auto">
              <a:xfrm>
                <a:off x="1180" y="1563"/>
                <a:ext cx="0" cy="733"/>
              </a:xfrm>
              <a:prstGeom prst="line">
                <a:avLst/>
              </a:prstGeom>
              <a:noFill/>
              <a:ln w="9525">
                <a:solidFill>
                  <a:schemeClr val="tx1"/>
                </a:solidFill>
                <a:prstDash val="dash"/>
                <a:round/>
                <a:headEnd/>
                <a:tailEnd/>
              </a:ln>
            </p:spPr>
            <p:txBody>
              <a:bodyPr/>
              <a:lstStyle/>
              <a:p>
                <a:endParaRPr lang="en-GB"/>
              </a:p>
            </p:txBody>
          </p:sp>
        </p:grpSp>
      </p:grpSp>
      <p:sp>
        <p:nvSpPr>
          <p:cNvPr id="23560" name="Line 69"/>
          <p:cNvSpPr>
            <a:spLocks noChangeShapeType="1"/>
          </p:cNvSpPr>
          <p:nvPr/>
        </p:nvSpPr>
        <p:spPr bwMode="auto">
          <a:xfrm>
            <a:off x="5537200" y="1397000"/>
            <a:ext cx="2959100" cy="11113"/>
          </a:xfrm>
          <a:prstGeom prst="line">
            <a:avLst/>
          </a:prstGeom>
          <a:noFill/>
          <a:ln w="28575">
            <a:solidFill>
              <a:schemeClr val="accent1"/>
            </a:solidFill>
            <a:prstDash val="dash"/>
            <a:round/>
            <a:headEnd/>
            <a:tailEnd/>
          </a:ln>
        </p:spPr>
        <p:txBody>
          <a:bodyPr/>
          <a:lstStyle/>
          <a:p>
            <a:endParaRPr lang="en-GB"/>
          </a:p>
        </p:txBody>
      </p:sp>
      <p:sp>
        <p:nvSpPr>
          <p:cNvPr id="23561" name="Line 71"/>
          <p:cNvSpPr>
            <a:spLocks noChangeShapeType="1"/>
          </p:cNvSpPr>
          <p:nvPr/>
        </p:nvSpPr>
        <p:spPr bwMode="auto">
          <a:xfrm>
            <a:off x="5486400" y="2876550"/>
            <a:ext cx="2959100" cy="11113"/>
          </a:xfrm>
          <a:prstGeom prst="line">
            <a:avLst/>
          </a:prstGeom>
          <a:noFill/>
          <a:ln w="28575">
            <a:solidFill>
              <a:schemeClr val="accent1"/>
            </a:solidFill>
            <a:prstDash val="dash"/>
            <a:round/>
            <a:headEnd/>
            <a:tailEnd/>
          </a:ln>
        </p:spPr>
        <p:txBody>
          <a:bodyPr/>
          <a:lstStyle/>
          <a:p>
            <a:endParaRPr lang="en-GB" sz="1600"/>
          </a:p>
        </p:txBody>
      </p:sp>
      <p:sp>
        <p:nvSpPr>
          <p:cNvPr id="23562" name="Text Box 72"/>
          <p:cNvSpPr txBox="1">
            <a:spLocks noChangeArrowheads="1"/>
          </p:cNvSpPr>
          <p:nvPr/>
        </p:nvSpPr>
        <p:spPr bwMode="auto">
          <a:xfrm>
            <a:off x="4999038" y="1985963"/>
            <a:ext cx="1371600" cy="336550"/>
          </a:xfrm>
          <a:prstGeom prst="rect">
            <a:avLst/>
          </a:prstGeom>
          <a:noFill/>
          <a:ln w="9525" algn="ctr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r>
              <a:rPr lang="en-GB" b="0"/>
              <a:t>out</a:t>
            </a:r>
            <a:endParaRPr lang="en-US" b="0"/>
          </a:p>
        </p:txBody>
      </p:sp>
      <p:sp>
        <p:nvSpPr>
          <p:cNvPr id="23563" name="Text Box 73"/>
          <p:cNvSpPr txBox="1">
            <a:spLocks noChangeArrowheads="1"/>
          </p:cNvSpPr>
          <p:nvPr/>
        </p:nvSpPr>
        <p:spPr bwMode="auto">
          <a:xfrm>
            <a:off x="5368925" y="3097213"/>
            <a:ext cx="3149600" cy="276999"/>
          </a:xfrm>
          <a:prstGeom prst="rect">
            <a:avLst/>
          </a:prstGeom>
          <a:noFill/>
          <a:ln w="9525" algn="ctr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r>
              <a:rPr lang="en-GB" sz="1200" b="0"/>
              <a:t>limit of undistorted amplification</a:t>
            </a:r>
            <a:endParaRPr lang="en-US" sz="1200" b="0"/>
          </a:p>
        </p:txBody>
      </p:sp>
      <p:sp>
        <p:nvSpPr>
          <p:cNvPr id="23564" name="Line 75"/>
          <p:cNvSpPr>
            <a:spLocks noChangeShapeType="1"/>
          </p:cNvSpPr>
          <p:nvPr/>
        </p:nvSpPr>
        <p:spPr bwMode="auto">
          <a:xfrm flipV="1">
            <a:off x="7859713" y="2906713"/>
            <a:ext cx="82550" cy="19685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 type="triangle" w="med" len="med"/>
          </a:ln>
        </p:spPr>
        <p:txBody>
          <a:bodyPr/>
          <a:lstStyle/>
          <a:p>
            <a:endParaRPr lang="en-GB" sz="1600"/>
          </a:p>
        </p:txBody>
      </p:sp>
      <p:grpSp>
        <p:nvGrpSpPr>
          <p:cNvPr id="8" name="Group 76"/>
          <p:cNvGrpSpPr>
            <a:grpSpLocks/>
          </p:cNvGrpSpPr>
          <p:nvPr/>
        </p:nvGrpSpPr>
        <p:grpSpPr bwMode="auto">
          <a:xfrm>
            <a:off x="5492750" y="3659188"/>
            <a:ext cx="3043238" cy="2719387"/>
            <a:chOff x="554" y="1205"/>
            <a:chExt cx="4743" cy="1681"/>
          </a:xfrm>
        </p:grpSpPr>
        <p:sp>
          <p:nvSpPr>
            <p:cNvPr id="23571" name="Line 77"/>
            <p:cNvSpPr>
              <a:spLocks noChangeShapeType="1"/>
            </p:cNvSpPr>
            <p:nvPr/>
          </p:nvSpPr>
          <p:spPr bwMode="auto">
            <a:xfrm>
              <a:off x="554" y="2043"/>
              <a:ext cx="4743" cy="1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</p:spPr>
          <p:txBody>
            <a:bodyPr/>
            <a:lstStyle/>
            <a:p>
              <a:endParaRPr lang="en-GB" sz="1600"/>
            </a:p>
          </p:txBody>
        </p:sp>
        <p:sp>
          <p:nvSpPr>
            <p:cNvPr id="23572" name="Line 78"/>
            <p:cNvSpPr>
              <a:spLocks noChangeShapeType="1"/>
            </p:cNvSpPr>
            <p:nvPr/>
          </p:nvSpPr>
          <p:spPr bwMode="auto">
            <a:xfrm>
              <a:off x="578" y="1205"/>
              <a:ext cx="1" cy="1681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</p:spPr>
          <p:txBody>
            <a:bodyPr/>
            <a:lstStyle/>
            <a:p>
              <a:endParaRPr lang="en-GB" sz="1600"/>
            </a:p>
          </p:txBody>
        </p:sp>
        <p:grpSp>
          <p:nvGrpSpPr>
            <p:cNvPr id="9" name="Group 79"/>
            <p:cNvGrpSpPr>
              <a:grpSpLocks/>
            </p:cNvGrpSpPr>
            <p:nvPr/>
          </p:nvGrpSpPr>
          <p:grpSpPr bwMode="auto">
            <a:xfrm>
              <a:off x="581" y="1320"/>
              <a:ext cx="911" cy="736"/>
              <a:chOff x="709" y="1560"/>
              <a:chExt cx="911" cy="736"/>
            </a:xfrm>
          </p:grpSpPr>
          <p:sp>
            <p:nvSpPr>
              <p:cNvPr id="23587" name="Freeform 80"/>
              <p:cNvSpPr>
                <a:spLocks/>
              </p:cNvSpPr>
              <p:nvPr/>
            </p:nvSpPr>
            <p:spPr bwMode="auto">
              <a:xfrm>
                <a:off x="709" y="1564"/>
                <a:ext cx="472" cy="713"/>
              </a:xfrm>
              <a:custGeom>
                <a:avLst/>
                <a:gdLst>
                  <a:gd name="T0" fmla="*/ 0 w 1426"/>
                  <a:gd name="T1" fmla="*/ 222 h 1277"/>
                  <a:gd name="T2" fmla="*/ 17 w 1426"/>
                  <a:gd name="T3" fmla="*/ 116 h 1277"/>
                  <a:gd name="T4" fmla="*/ 31 w 1426"/>
                  <a:gd name="T5" fmla="*/ 41 h 1277"/>
                  <a:gd name="T6" fmla="*/ 43 w 1426"/>
                  <a:gd name="T7" fmla="*/ 8 h 1277"/>
                  <a:gd name="T8" fmla="*/ 52 w 1426"/>
                  <a:gd name="T9" fmla="*/ 0 h 1277"/>
                  <a:gd name="T10" fmla="*/ 0 60000 65536"/>
                  <a:gd name="T11" fmla="*/ 0 60000 65536"/>
                  <a:gd name="T12" fmla="*/ 0 60000 65536"/>
                  <a:gd name="T13" fmla="*/ 0 60000 65536"/>
                  <a:gd name="T14" fmla="*/ 0 60000 65536"/>
                  <a:gd name="T15" fmla="*/ 0 w 1426"/>
                  <a:gd name="T16" fmla="*/ 0 h 1277"/>
                  <a:gd name="T17" fmla="*/ 1426 w 1426"/>
                  <a:gd name="T18" fmla="*/ 1277 h 1277"/>
                </a:gdLst>
                <a:ahLst/>
                <a:cxnLst>
                  <a:cxn ang="T10">
                    <a:pos x="T0" y="T1"/>
                  </a:cxn>
                  <a:cxn ang="T11">
                    <a:pos x="T2" y="T3"/>
                  </a:cxn>
                  <a:cxn ang="T12">
                    <a:pos x="T4" y="T5"/>
                  </a:cxn>
                  <a:cxn ang="T13">
                    <a:pos x="T6" y="T7"/>
                  </a:cxn>
                  <a:cxn ang="T14">
                    <a:pos x="T8" y="T9"/>
                  </a:cxn>
                </a:cxnLst>
                <a:rect l="T15" t="T16" r="T17" b="T18"/>
                <a:pathLst>
                  <a:path w="1426" h="1277">
                    <a:moveTo>
                      <a:pt x="0" y="1277"/>
                    </a:moveTo>
                    <a:cubicBezTo>
                      <a:pt x="78" y="1178"/>
                      <a:pt x="325" y="841"/>
                      <a:pt x="466" y="668"/>
                    </a:cubicBezTo>
                    <a:cubicBezTo>
                      <a:pt x="607" y="495"/>
                      <a:pt x="728" y="342"/>
                      <a:pt x="848" y="239"/>
                    </a:cubicBezTo>
                    <a:cubicBezTo>
                      <a:pt x="967" y="135"/>
                      <a:pt x="1086" y="88"/>
                      <a:pt x="1182" y="48"/>
                    </a:cubicBezTo>
                    <a:cubicBezTo>
                      <a:pt x="1278" y="8"/>
                      <a:pt x="1375" y="10"/>
                      <a:pt x="1426" y="0"/>
                    </a:cubicBezTo>
                  </a:path>
                </a:pathLst>
              </a:custGeom>
              <a:noFill/>
              <a:ln w="28575">
                <a:solidFill>
                  <a:srgbClr val="FF0000"/>
                </a:solidFill>
                <a:round/>
                <a:headEnd/>
                <a:tailEnd/>
              </a:ln>
            </p:spPr>
            <p:txBody>
              <a:bodyPr/>
              <a:lstStyle/>
              <a:p>
                <a:endParaRPr lang="en-GB" sz="1600"/>
              </a:p>
            </p:txBody>
          </p:sp>
          <p:sp>
            <p:nvSpPr>
              <p:cNvPr id="23588" name="Freeform 81"/>
              <p:cNvSpPr>
                <a:spLocks/>
              </p:cNvSpPr>
              <p:nvPr/>
            </p:nvSpPr>
            <p:spPr bwMode="auto">
              <a:xfrm>
                <a:off x="1170" y="1560"/>
                <a:ext cx="450" cy="709"/>
              </a:xfrm>
              <a:custGeom>
                <a:avLst/>
                <a:gdLst>
                  <a:gd name="T0" fmla="*/ 49 w 1360"/>
                  <a:gd name="T1" fmla="*/ 221 h 1269"/>
                  <a:gd name="T2" fmla="*/ 32 w 1360"/>
                  <a:gd name="T3" fmla="*/ 115 h 1269"/>
                  <a:gd name="T4" fmla="*/ 19 w 1360"/>
                  <a:gd name="T5" fmla="*/ 40 h 1269"/>
                  <a:gd name="T6" fmla="*/ 7 w 1360"/>
                  <a:gd name="T7" fmla="*/ 7 h 1269"/>
                  <a:gd name="T8" fmla="*/ 0 w 1360"/>
                  <a:gd name="T9" fmla="*/ 0 h 1269"/>
                  <a:gd name="T10" fmla="*/ 0 60000 65536"/>
                  <a:gd name="T11" fmla="*/ 0 60000 65536"/>
                  <a:gd name="T12" fmla="*/ 0 60000 65536"/>
                  <a:gd name="T13" fmla="*/ 0 60000 65536"/>
                  <a:gd name="T14" fmla="*/ 0 60000 65536"/>
                  <a:gd name="T15" fmla="*/ 0 w 1360"/>
                  <a:gd name="T16" fmla="*/ 0 h 1269"/>
                  <a:gd name="T17" fmla="*/ 1360 w 1360"/>
                  <a:gd name="T18" fmla="*/ 1269 h 1269"/>
                </a:gdLst>
                <a:ahLst/>
                <a:cxnLst>
                  <a:cxn ang="T10">
                    <a:pos x="T0" y="T1"/>
                  </a:cxn>
                  <a:cxn ang="T11">
                    <a:pos x="T2" y="T3"/>
                  </a:cxn>
                  <a:cxn ang="T12">
                    <a:pos x="T4" y="T5"/>
                  </a:cxn>
                  <a:cxn ang="T13">
                    <a:pos x="T6" y="T7"/>
                  </a:cxn>
                  <a:cxn ang="T14">
                    <a:pos x="T8" y="T9"/>
                  </a:cxn>
                </a:cxnLst>
                <a:rect l="T15" t="T16" r="T17" b="T18"/>
                <a:pathLst>
                  <a:path w="1360" h="1269">
                    <a:moveTo>
                      <a:pt x="1360" y="1269"/>
                    </a:moveTo>
                    <a:cubicBezTo>
                      <a:pt x="1282" y="1170"/>
                      <a:pt x="1035" y="833"/>
                      <a:pt x="894" y="660"/>
                    </a:cubicBezTo>
                    <a:cubicBezTo>
                      <a:pt x="753" y="487"/>
                      <a:pt x="632" y="334"/>
                      <a:pt x="512" y="231"/>
                    </a:cubicBezTo>
                    <a:cubicBezTo>
                      <a:pt x="393" y="127"/>
                      <a:pt x="263" y="78"/>
                      <a:pt x="178" y="40"/>
                    </a:cubicBezTo>
                    <a:cubicBezTo>
                      <a:pt x="93" y="2"/>
                      <a:pt x="37" y="8"/>
                      <a:pt x="0" y="0"/>
                    </a:cubicBezTo>
                  </a:path>
                </a:pathLst>
              </a:custGeom>
              <a:noFill/>
              <a:ln w="28575">
                <a:solidFill>
                  <a:srgbClr val="FF0000"/>
                </a:solidFill>
                <a:round/>
                <a:headEnd/>
                <a:tailEnd/>
              </a:ln>
            </p:spPr>
            <p:txBody>
              <a:bodyPr/>
              <a:lstStyle/>
              <a:p>
                <a:endParaRPr lang="en-GB" sz="1600"/>
              </a:p>
            </p:txBody>
          </p:sp>
          <p:sp>
            <p:nvSpPr>
              <p:cNvPr id="23589" name="Line 82"/>
              <p:cNvSpPr>
                <a:spLocks noChangeShapeType="1"/>
              </p:cNvSpPr>
              <p:nvPr/>
            </p:nvSpPr>
            <p:spPr bwMode="auto">
              <a:xfrm>
                <a:off x="1180" y="1563"/>
                <a:ext cx="0" cy="733"/>
              </a:xfrm>
              <a:prstGeom prst="line">
                <a:avLst/>
              </a:prstGeom>
              <a:noFill/>
              <a:ln w="9525">
                <a:solidFill>
                  <a:schemeClr val="tx1"/>
                </a:solidFill>
                <a:prstDash val="dash"/>
                <a:round/>
                <a:headEnd/>
                <a:tailEnd/>
              </a:ln>
            </p:spPr>
            <p:txBody>
              <a:bodyPr/>
              <a:lstStyle/>
              <a:p>
                <a:endParaRPr lang="en-GB" sz="1600"/>
              </a:p>
            </p:txBody>
          </p:sp>
        </p:grpSp>
        <p:sp>
          <p:nvSpPr>
            <p:cNvPr id="23574" name="Freeform 83"/>
            <p:cNvSpPr>
              <a:spLocks/>
            </p:cNvSpPr>
            <p:nvPr/>
          </p:nvSpPr>
          <p:spPr bwMode="auto">
            <a:xfrm flipV="1">
              <a:off x="1506" y="2052"/>
              <a:ext cx="471" cy="713"/>
            </a:xfrm>
            <a:custGeom>
              <a:avLst/>
              <a:gdLst>
                <a:gd name="T0" fmla="*/ 0 w 1426"/>
                <a:gd name="T1" fmla="*/ 222 h 1277"/>
                <a:gd name="T2" fmla="*/ 17 w 1426"/>
                <a:gd name="T3" fmla="*/ 116 h 1277"/>
                <a:gd name="T4" fmla="*/ 30 w 1426"/>
                <a:gd name="T5" fmla="*/ 41 h 1277"/>
                <a:gd name="T6" fmla="*/ 43 w 1426"/>
                <a:gd name="T7" fmla="*/ 8 h 1277"/>
                <a:gd name="T8" fmla="*/ 52 w 1426"/>
                <a:gd name="T9" fmla="*/ 0 h 1277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  <a:gd name="T15" fmla="*/ 0 w 1426"/>
                <a:gd name="T16" fmla="*/ 0 h 1277"/>
                <a:gd name="T17" fmla="*/ 1426 w 1426"/>
                <a:gd name="T18" fmla="*/ 1277 h 1277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T15" t="T16" r="T17" b="T18"/>
              <a:pathLst>
                <a:path w="1426" h="1277">
                  <a:moveTo>
                    <a:pt x="0" y="1277"/>
                  </a:moveTo>
                  <a:cubicBezTo>
                    <a:pt x="78" y="1178"/>
                    <a:pt x="325" y="841"/>
                    <a:pt x="466" y="668"/>
                  </a:cubicBezTo>
                  <a:cubicBezTo>
                    <a:pt x="607" y="495"/>
                    <a:pt x="728" y="342"/>
                    <a:pt x="848" y="239"/>
                  </a:cubicBezTo>
                  <a:cubicBezTo>
                    <a:pt x="967" y="135"/>
                    <a:pt x="1086" y="88"/>
                    <a:pt x="1182" y="48"/>
                  </a:cubicBezTo>
                  <a:cubicBezTo>
                    <a:pt x="1278" y="8"/>
                    <a:pt x="1375" y="10"/>
                    <a:pt x="1426" y="0"/>
                  </a:cubicBezTo>
                </a:path>
              </a:pathLst>
            </a:custGeom>
            <a:noFill/>
            <a:ln w="28575">
              <a:solidFill>
                <a:srgbClr val="FF0000"/>
              </a:solidFill>
              <a:round/>
              <a:headEnd/>
              <a:tailEnd/>
            </a:ln>
          </p:spPr>
          <p:txBody>
            <a:bodyPr/>
            <a:lstStyle/>
            <a:p>
              <a:endParaRPr lang="en-GB" sz="1600"/>
            </a:p>
          </p:txBody>
        </p:sp>
        <p:sp>
          <p:nvSpPr>
            <p:cNvPr id="23575" name="Freeform 84"/>
            <p:cNvSpPr>
              <a:spLocks/>
            </p:cNvSpPr>
            <p:nvPr/>
          </p:nvSpPr>
          <p:spPr bwMode="auto">
            <a:xfrm flipV="1">
              <a:off x="1967" y="2048"/>
              <a:ext cx="450" cy="709"/>
            </a:xfrm>
            <a:custGeom>
              <a:avLst/>
              <a:gdLst>
                <a:gd name="T0" fmla="*/ 49 w 1360"/>
                <a:gd name="T1" fmla="*/ 221 h 1269"/>
                <a:gd name="T2" fmla="*/ 32 w 1360"/>
                <a:gd name="T3" fmla="*/ 115 h 1269"/>
                <a:gd name="T4" fmla="*/ 19 w 1360"/>
                <a:gd name="T5" fmla="*/ 40 h 1269"/>
                <a:gd name="T6" fmla="*/ 7 w 1360"/>
                <a:gd name="T7" fmla="*/ 7 h 1269"/>
                <a:gd name="T8" fmla="*/ 0 w 1360"/>
                <a:gd name="T9" fmla="*/ 0 h 1269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  <a:gd name="T15" fmla="*/ 0 w 1360"/>
                <a:gd name="T16" fmla="*/ 0 h 1269"/>
                <a:gd name="T17" fmla="*/ 1360 w 1360"/>
                <a:gd name="T18" fmla="*/ 1269 h 1269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T15" t="T16" r="T17" b="T18"/>
              <a:pathLst>
                <a:path w="1360" h="1269">
                  <a:moveTo>
                    <a:pt x="1360" y="1269"/>
                  </a:moveTo>
                  <a:cubicBezTo>
                    <a:pt x="1282" y="1170"/>
                    <a:pt x="1035" y="833"/>
                    <a:pt x="894" y="660"/>
                  </a:cubicBezTo>
                  <a:cubicBezTo>
                    <a:pt x="753" y="487"/>
                    <a:pt x="632" y="334"/>
                    <a:pt x="512" y="231"/>
                  </a:cubicBezTo>
                  <a:cubicBezTo>
                    <a:pt x="393" y="127"/>
                    <a:pt x="263" y="78"/>
                    <a:pt x="178" y="40"/>
                  </a:cubicBezTo>
                  <a:cubicBezTo>
                    <a:pt x="93" y="2"/>
                    <a:pt x="37" y="8"/>
                    <a:pt x="0" y="0"/>
                  </a:cubicBezTo>
                </a:path>
              </a:pathLst>
            </a:custGeom>
            <a:noFill/>
            <a:ln w="28575">
              <a:solidFill>
                <a:srgbClr val="FF0000"/>
              </a:solidFill>
              <a:round/>
              <a:headEnd/>
              <a:tailEnd/>
            </a:ln>
          </p:spPr>
          <p:txBody>
            <a:bodyPr/>
            <a:lstStyle/>
            <a:p>
              <a:endParaRPr lang="en-GB" sz="1600"/>
            </a:p>
          </p:txBody>
        </p:sp>
        <p:sp>
          <p:nvSpPr>
            <p:cNvPr id="23576" name="Line 85"/>
            <p:cNvSpPr>
              <a:spLocks noChangeShapeType="1"/>
            </p:cNvSpPr>
            <p:nvPr/>
          </p:nvSpPr>
          <p:spPr bwMode="auto">
            <a:xfrm flipV="1">
              <a:off x="1976" y="2051"/>
              <a:ext cx="1" cy="733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prstDash val="dash"/>
              <a:round/>
              <a:headEnd/>
              <a:tailEnd/>
            </a:ln>
          </p:spPr>
          <p:txBody>
            <a:bodyPr/>
            <a:lstStyle/>
            <a:p>
              <a:endParaRPr lang="en-GB" sz="1600"/>
            </a:p>
          </p:txBody>
        </p:sp>
        <p:sp>
          <p:nvSpPr>
            <p:cNvPr id="23577" name="Freeform 86"/>
            <p:cNvSpPr>
              <a:spLocks/>
            </p:cNvSpPr>
            <p:nvPr/>
          </p:nvSpPr>
          <p:spPr bwMode="auto">
            <a:xfrm>
              <a:off x="2413" y="1332"/>
              <a:ext cx="472" cy="713"/>
            </a:xfrm>
            <a:custGeom>
              <a:avLst/>
              <a:gdLst>
                <a:gd name="T0" fmla="*/ 0 w 1426"/>
                <a:gd name="T1" fmla="*/ 222 h 1277"/>
                <a:gd name="T2" fmla="*/ 17 w 1426"/>
                <a:gd name="T3" fmla="*/ 116 h 1277"/>
                <a:gd name="T4" fmla="*/ 31 w 1426"/>
                <a:gd name="T5" fmla="*/ 41 h 1277"/>
                <a:gd name="T6" fmla="*/ 43 w 1426"/>
                <a:gd name="T7" fmla="*/ 8 h 1277"/>
                <a:gd name="T8" fmla="*/ 52 w 1426"/>
                <a:gd name="T9" fmla="*/ 0 h 1277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  <a:gd name="T15" fmla="*/ 0 w 1426"/>
                <a:gd name="T16" fmla="*/ 0 h 1277"/>
                <a:gd name="T17" fmla="*/ 1426 w 1426"/>
                <a:gd name="T18" fmla="*/ 1277 h 1277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T15" t="T16" r="T17" b="T18"/>
              <a:pathLst>
                <a:path w="1426" h="1277">
                  <a:moveTo>
                    <a:pt x="0" y="1277"/>
                  </a:moveTo>
                  <a:cubicBezTo>
                    <a:pt x="78" y="1178"/>
                    <a:pt x="325" y="841"/>
                    <a:pt x="466" y="668"/>
                  </a:cubicBezTo>
                  <a:cubicBezTo>
                    <a:pt x="607" y="495"/>
                    <a:pt x="728" y="342"/>
                    <a:pt x="848" y="239"/>
                  </a:cubicBezTo>
                  <a:cubicBezTo>
                    <a:pt x="967" y="135"/>
                    <a:pt x="1086" y="88"/>
                    <a:pt x="1182" y="48"/>
                  </a:cubicBezTo>
                  <a:cubicBezTo>
                    <a:pt x="1278" y="8"/>
                    <a:pt x="1375" y="10"/>
                    <a:pt x="1426" y="0"/>
                  </a:cubicBezTo>
                </a:path>
              </a:pathLst>
            </a:custGeom>
            <a:noFill/>
            <a:ln w="28575">
              <a:solidFill>
                <a:srgbClr val="FF0000"/>
              </a:solidFill>
              <a:round/>
              <a:headEnd/>
              <a:tailEnd/>
            </a:ln>
          </p:spPr>
          <p:txBody>
            <a:bodyPr/>
            <a:lstStyle/>
            <a:p>
              <a:endParaRPr lang="en-GB" sz="1600"/>
            </a:p>
          </p:txBody>
        </p:sp>
        <p:sp>
          <p:nvSpPr>
            <p:cNvPr id="23578" name="Freeform 87"/>
            <p:cNvSpPr>
              <a:spLocks/>
            </p:cNvSpPr>
            <p:nvPr/>
          </p:nvSpPr>
          <p:spPr bwMode="auto">
            <a:xfrm>
              <a:off x="2874" y="1328"/>
              <a:ext cx="450" cy="709"/>
            </a:xfrm>
            <a:custGeom>
              <a:avLst/>
              <a:gdLst>
                <a:gd name="T0" fmla="*/ 49 w 1360"/>
                <a:gd name="T1" fmla="*/ 221 h 1269"/>
                <a:gd name="T2" fmla="*/ 32 w 1360"/>
                <a:gd name="T3" fmla="*/ 115 h 1269"/>
                <a:gd name="T4" fmla="*/ 19 w 1360"/>
                <a:gd name="T5" fmla="*/ 40 h 1269"/>
                <a:gd name="T6" fmla="*/ 7 w 1360"/>
                <a:gd name="T7" fmla="*/ 7 h 1269"/>
                <a:gd name="T8" fmla="*/ 0 w 1360"/>
                <a:gd name="T9" fmla="*/ 0 h 1269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  <a:gd name="T15" fmla="*/ 0 w 1360"/>
                <a:gd name="T16" fmla="*/ 0 h 1269"/>
                <a:gd name="T17" fmla="*/ 1360 w 1360"/>
                <a:gd name="T18" fmla="*/ 1269 h 1269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T15" t="T16" r="T17" b="T18"/>
              <a:pathLst>
                <a:path w="1360" h="1269">
                  <a:moveTo>
                    <a:pt x="1360" y="1269"/>
                  </a:moveTo>
                  <a:cubicBezTo>
                    <a:pt x="1282" y="1170"/>
                    <a:pt x="1035" y="833"/>
                    <a:pt x="894" y="660"/>
                  </a:cubicBezTo>
                  <a:cubicBezTo>
                    <a:pt x="753" y="487"/>
                    <a:pt x="632" y="334"/>
                    <a:pt x="512" y="231"/>
                  </a:cubicBezTo>
                  <a:cubicBezTo>
                    <a:pt x="393" y="127"/>
                    <a:pt x="263" y="78"/>
                    <a:pt x="178" y="40"/>
                  </a:cubicBezTo>
                  <a:cubicBezTo>
                    <a:pt x="93" y="2"/>
                    <a:pt x="37" y="8"/>
                    <a:pt x="0" y="0"/>
                  </a:cubicBezTo>
                </a:path>
              </a:pathLst>
            </a:custGeom>
            <a:noFill/>
            <a:ln w="28575">
              <a:solidFill>
                <a:srgbClr val="FF0000"/>
              </a:solidFill>
              <a:round/>
              <a:headEnd/>
              <a:tailEnd/>
            </a:ln>
          </p:spPr>
          <p:txBody>
            <a:bodyPr/>
            <a:lstStyle/>
            <a:p>
              <a:endParaRPr lang="en-GB" sz="1600"/>
            </a:p>
          </p:txBody>
        </p:sp>
        <p:sp>
          <p:nvSpPr>
            <p:cNvPr id="23579" name="Line 88"/>
            <p:cNvSpPr>
              <a:spLocks noChangeShapeType="1"/>
            </p:cNvSpPr>
            <p:nvPr/>
          </p:nvSpPr>
          <p:spPr bwMode="auto">
            <a:xfrm>
              <a:off x="2884" y="1331"/>
              <a:ext cx="0" cy="733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prstDash val="dash"/>
              <a:round/>
              <a:headEnd/>
              <a:tailEnd/>
            </a:ln>
          </p:spPr>
          <p:txBody>
            <a:bodyPr/>
            <a:lstStyle/>
            <a:p>
              <a:endParaRPr lang="en-GB" sz="1600"/>
            </a:p>
          </p:txBody>
        </p:sp>
        <p:sp>
          <p:nvSpPr>
            <p:cNvPr id="23580" name="Freeform 89"/>
            <p:cNvSpPr>
              <a:spLocks/>
            </p:cNvSpPr>
            <p:nvPr/>
          </p:nvSpPr>
          <p:spPr bwMode="auto">
            <a:xfrm flipV="1">
              <a:off x="3338" y="2060"/>
              <a:ext cx="471" cy="713"/>
            </a:xfrm>
            <a:custGeom>
              <a:avLst/>
              <a:gdLst>
                <a:gd name="T0" fmla="*/ 0 w 1426"/>
                <a:gd name="T1" fmla="*/ 222 h 1277"/>
                <a:gd name="T2" fmla="*/ 17 w 1426"/>
                <a:gd name="T3" fmla="*/ 116 h 1277"/>
                <a:gd name="T4" fmla="*/ 30 w 1426"/>
                <a:gd name="T5" fmla="*/ 41 h 1277"/>
                <a:gd name="T6" fmla="*/ 43 w 1426"/>
                <a:gd name="T7" fmla="*/ 8 h 1277"/>
                <a:gd name="T8" fmla="*/ 52 w 1426"/>
                <a:gd name="T9" fmla="*/ 0 h 1277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  <a:gd name="T15" fmla="*/ 0 w 1426"/>
                <a:gd name="T16" fmla="*/ 0 h 1277"/>
                <a:gd name="T17" fmla="*/ 1426 w 1426"/>
                <a:gd name="T18" fmla="*/ 1277 h 1277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T15" t="T16" r="T17" b="T18"/>
              <a:pathLst>
                <a:path w="1426" h="1277">
                  <a:moveTo>
                    <a:pt x="0" y="1277"/>
                  </a:moveTo>
                  <a:cubicBezTo>
                    <a:pt x="78" y="1178"/>
                    <a:pt x="325" y="841"/>
                    <a:pt x="466" y="668"/>
                  </a:cubicBezTo>
                  <a:cubicBezTo>
                    <a:pt x="607" y="495"/>
                    <a:pt x="728" y="342"/>
                    <a:pt x="848" y="239"/>
                  </a:cubicBezTo>
                  <a:cubicBezTo>
                    <a:pt x="967" y="135"/>
                    <a:pt x="1086" y="88"/>
                    <a:pt x="1182" y="48"/>
                  </a:cubicBezTo>
                  <a:cubicBezTo>
                    <a:pt x="1278" y="8"/>
                    <a:pt x="1375" y="10"/>
                    <a:pt x="1426" y="0"/>
                  </a:cubicBezTo>
                </a:path>
              </a:pathLst>
            </a:custGeom>
            <a:noFill/>
            <a:ln w="28575">
              <a:solidFill>
                <a:srgbClr val="FF0000"/>
              </a:solidFill>
              <a:round/>
              <a:headEnd/>
              <a:tailEnd/>
            </a:ln>
          </p:spPr>
          <p:txBody>
            <a:bodyPr/>
            <a:lstStyle/>
            <a:p>
              <a:endParaRPr lang="en-GB" sz="1600"/>
            </a:p>
          </p:txBody>
        </p:sp>
        <p:sp>
          <p:nvSpPr>
            <p:cNvPr id="23581" name="Freeform 90"/>
            <p:cNvSpPr>
              <a:spLocks/>
            </p:cNvSpPr>
            <p:nvPr/>
          </p:nvSpPr>
          <p:spPr bwMode="auto">
            <a:xfrm flipV="1">
              <a:off x="3799" y="2056"/>
              <a:ext cx="450" cy="709"/>
            </a:xfrm>
            <a:custGeom>
              <a:avLst/>
              <a:gdLst>
                <a:gd name="T0" fmla="*/ 49 w 1360"/>
                <a:gd name="T1" fmla="*/ 221 h 1269"/>
                <a:gd name="T2" fmla="*/ 32 w 1360"/>
                <a:gd name="T3" fmla="*/ 115 h 1269"/>
                <a:gd name="T4" fmla="*/ 19 w 1360"/>
                <a:gd name="T5" fmla="*/ 40 h 1269"/>
                <a:gd name="T6" fmla="*/ 7 w 1360"/>
                <a:gd name="T7" fmla="*/ 7 h 1269"/>
                <a:gd name="T8" fmla="*/ 0 w 1360"/>
                <a:gd name="T9" fmla="*/ 0 h 1269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  <a:gd name="T15" fmla="*/ 0 w 1360"/>
                <a:gd name="T16" fmla="*/ 0 h 1269"/>
                <a:gd name="T17" fmla="*/ 1360 w 1360"/>
                <a:gd name="T18" fmla="*/ 1269 h 1269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T15" t="T16" r="T17" b="T18"/>
              <a:pathLst>
                <a:path w="1360" h="1269">
                  <a:moveTo>
                    <a:pt x="1360" y="1269"/>
                  </a:moveTo>
                  <a:cubicBezTo>
                    <a:pt x="1282" y="1170"/>
                    <a:pt x="1035" y="833"/>
                    <a:pt x="894" y="660"/>
                  </a:cubicBezTo>
                  <a:cubicBezTo>
                    <a:pt x="753" y="487"/>
                    <a:pt x="632" y="334"/>
                    <a:pt x="512" y="231"/>
                  </a:cubicBezTo>
                  <a:cubicBezTo>
                    <a:pt x="393" y="127"/>
                    <a:pt x="263" y="78"/>
                    <a:pt x="178" y="40"/>
                  </a:cubicBezTo>
                  <a:cubicBezTo>
                    <a:pt x="93" y="2"/>
                    <a:pt x="37" y="8"/>
                    <a:pt x="0" y="0"/>
                  </a:cubicBezTo>
                </a:path>
              </a:pathLst>
            </a:custGeom>
            <a:noFill/>
            <a:ln w="28575">
              <a:solidFill>
                <a:srgbClr val="FF0000"/>
              </a:solidFill>
              <a:round/>
              <a:headEnd/>
              <a:tailEnd/>
            </a:ln>
          </p:spPr>
          <p:txBody>
            <a:bodyPr/>
            <a:lstStyle/>
            <a:p>
              <a:endParaRPr lang="en-GB" sz="1600"/>
            </a:p>
          </p:txBody>
        </p:sp>
        <p:sp>
          <p:nvSpPr>
            <p:cNvPr id="23582" name="Line 91"/>
            <p:cNvSpPr>
              <a:spLocks noChangeShapeType="1"/>
            </p:cNvSpPr>
            <p:nvPr/>
          </p:nvSpPr>
          <p:spPr bwMode="auto">
            <a:xfrm flipV="1">
              <a:off x="3808" y="2059"/>
              <a:ext cx="1" cy="733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prstDash val="dash"/>
              <a:round/>
              <a:headEnd/>
              <a:tailEnd/>
            </a:ln>
          </p:spPr>
          <p:txBody>
            <a:bodyPr/>
            <a:lstStyle/>
            <a:p>
              <a:endParaRPr lang="en-GB" sz="1600"/>
            </a:p>
          </p:txBody>
        </p:sp>
        <p:grpSp>
          <p:nvGrpSpPr>
            <p:cNvPr id="10" name="Group 92"/>
            <p:cNvGrpSpPr>
              <a:grpSpLocks/>
            </p:cNvGrpSpPr>
            <p:nvPr/>
          </p:nvGrpSpPr>
          <p:grpSpPr bwMode="auto">
            <a:xfrm>
              <a:off x="4261" y="1328"/>
              <a:ext cx="911" cy="736"/>
              <a:chOff x="709" y="1560"/>
              <a:chExt cx="911" cy="736"/>
            </a:xfrm>
          </p:grpSpPr>
          <p:sp>
            <p:nvSpPr>
              <p:cNvPr id="23584" name="Freeform 93"/>
              <p:cNvSpPr>
                <a:spLocks/>
              </p:cNvSpPr>
              <p:nvPr/>
            </p:nvSpPr>
            <p:spPr bwMode="auto">
              <a:xfrm>
                <a:off x="709" y="1564"/>
                <a:ext cx="472" cy="713"/>
              </a:xfrm>
              <a:custGeom>
                <a:avLst/>
                <a:gdLst>
                  <a:gd name="T0" fmla="*/ 0 w 1426"/>
                  <a:gd name="T1" fmla="*/ 222 h 1277"/>
                  <a:gd name="T2" fmla="*/ 17 w 1426"/>
                  <a:gd name="T3" fmla="*/ 116 h 1277"/>
                  <a:gd name="T4" fmla="*/ 31 w 1426"/>
                  <a:gd name="T5" fmla="*/ 41 h 1277"/>
                  <a:gd name="T6" fmla="*/ 43 w 1426"/>
                  <a:gd name="T7" fmla="*/ 8 h 1277"/>
                  <a:gd name="T8" fmla="*/ 52 w 1426"/>
                  <a:gd name="T9" fmla="*/ 0 h 1277"/>
                  <a:gd name="T10" fmla="*/ 0 60000 65536"/>
                  <a:gd name="T11" fmla="*/ 0 60000 65536"/>
                  <a:gd name="T12" fmla="*/ 0 60000 65536"/>
                  <a:gd name="T13" fmla="*/ 0 60000 65536"/>
                  <a:gd name="T14" fmla="*/ 0 60000 65536"/>
                  <a:gd name="T15" fmla="*/ 0 w 1426"/>
                  <a:gd name="T16" fmla="*/ 0 h 1277"/>
                  <a:gd name="T17" fmla="*/ 1426 w 1426"/>
                  <a:gd name="T18" fmla="*/ 1277 h 1277"/>
                </a:gdLst>
                <a:ahLst/>
                <a:cxnLst>
                  <a:cxn ang="T10">
                    <a:pos x="T0" y="T1"/>
                  </a:cxn>
                  <a:cxn ang="T11">
                    <a:pos x="T2" y="T3"/>
                  </a:cxn>
                  <a:cxn ang="T12">
                    <a:pos x="T4" y="T5"/>
                  </a:cxn>
                  <a:cxn ang="T13">
                    <a:pos x="T6" y="T7"/>
                  </a:cxn>
                  <a:cxn ang="T14">
                    <a:pos x="T8" y="T9"/>
                  </a:cxn>
                </a:cxnLst>
                <a:rect l="T15" t="T16" r="T17" b="T18"/>
                <a:pathLst>
                  <a:path w="1426" h="1277">
                    <a:moveTo>
                      <a:pt x="0" y="1277"/>
                    </a:moveTo>
                    <a:cubicBezTo>
                      <a:pt x="78" y="1178"/>
                      <a:pt x="325" y="841"/>
                      <a:pt x="466" y="668"/>
                    </a:cubicBezTo>
                    <a:cubicBezTo>
                      <a:pt x="607" y="495"/>
                      <a:pt x="728" y="342"/>
                      <a:pt x="848" y="239"/>
                    </a:cubicBezTo>
                    <a:cubicBezTo>
                      <a:pt x="967" y="135"/>
                      <a:pt x="1086" y="88"/>
                      <a:pt x="1182" y="48"/>
                    </a:cubicBezTo>
                    <a:cubicBezTo>
                      <a:pt x="1278" y="8"/>
                      <a:pt x="1375" y="10"/>
                      <a:pt x="1426" y="0"/>
                    </a:cubicBezTo>
                  </a:path>
                </a:pathLst>
              </a:custGeom>
              <a:noFill/>
              <a:ln w="28575">
                <a:solidFill>
                  <a:srgbClr val="FF0000"/>
                </a:solidFill>
                <a:round/>
                <a:headEnd/>
                <a:tailEnd/>
              </a:ln>
            </p:spPr>
            <p:txBody>
              <a:bodyPr/>
              <a:lstStyle/>
              <a:p>
                <a:endParaRPr lang="en-GB" sz="1600"/>
              </a:p>
            </p:txBody>
          </p:sp>
          <p:sp>
            <p:nvSpPr>
              <p:cNvPr id="23585" name="Freeform 94"/>
              <p:cNvSpPr>
                <a:spLocks/>
              </p:cNvSpPr>
              <p:nvPr/>
            </p:nvSpPr>
            <p:spPr bwMode="auto">
              <a:xfrm>
                <a:off x="1170" y="1560"/>
                <a:ext cx="450" cy="709"/>
              </a:xfrm>
              <a:custGeom>
                <a:avLst/>
                <a:gdLst>
                  <a:gd name="T0" fmla="*/ 49 w 1360"/>
                  <a:gd name="T1" fmla="*/ 221 h 1269"/>
                  <a:gd name="T2" fmla="*/ 32 w 1360"/>
                  <a:gd name="T3" fmla="*/ 115 h 1269"/>
                  <a:gd name="T4" fmla="*/ 19 w 1360"/>
                  <a:gd name="T5" fmla="*/ 40 h 1269"/>
                  <a:gd name="T6" fmla="*/ 7 w 1360"/>
                  <a:gd name="T7" fmla="*/ 7 h 1269"/>
                  <a:gd name="T8" fmla="*/ 0 w 1360"/>
                  <a:gd name="T9" fmla="*/ 0 h 1269"/>
                  <a:gd name="T10" fmla="*/ 0 60000 65536"/>
                  <a:gd name="T11" fmla="*/ 0 60000 65536"/>
                  <a:gd name="T12" fmla="*/ 0 60000 65536"/>
                  <a:gd name="T13" fmla="*/ 0 60000 65536"/>
                  <a:gd name="T14" fmla="*/ 0 60000 65536"/>
                  <a:gd name="T15" fmla="*/ 0 w 1360"/>
                  <a:gd name="T16" fmla="*/ 0 h 1269"/>
                  <a:gd name="T17" fmla="*/ 1360 w 1360"/>
                  <a:gd name="T18" fmla="*/ 1269 h 1269"/>
                </a:gdLst>
                <a:ahLst/>
                <a:cxnLst>
                  <a:cxn ang="T10">
                    <a:pos x="T0" y="T1"/>
                  </a:cxn>
                  <a:cxn ang="T11">
                    <a:pos x="T2" y="T3"/>
                  </a:cxn>
                  <a:cxn ang="T12">
                    <a:pos x="T4" y="T5"/>
                  </a:cxn>
                  <a:cxn ang="T13">
                    <a:pos x="T6" y="T7"/>
                  </a:cxn>
                  <a:cxn ang="T14">
                    <a:pos x="T8" y="T9"/>
                  </a:cxn>
                </a:cxnLst>
                <a:rect l="T15" t="T16" r="T17" b="T18"/>
                <a:pathLst>
                  <a:path w="1360" h="1269">
                    <a:moveTo>
                      <a:pt x="1360" y="1269"/>
                    </a:moveTo>
                    <a:cubicBezTo>
                      <a:pt x="1282" y="1170"/>
                      <a:pt x="1035" y="833"/>
                      <a:pt x="894" y="660"/>
                    </a:cubicBezTo>
                    <a:cubicBezTo>
                      <a:pt x="753" y="487"/>
                      <a:pt x="632" y="334"/>
                      <a:pt x="512" y="231"/>
                    </a:cubicBezTo>
                    <a:cubicBezTo>
                      <a:pt x="393" y="127"/>
                      <a:pt x="263" y="78"/>
                      <a:pt x="178" y="40"/>
                    </a:cubicBezTo>
                    <a:cubicBezTo>
                      <a:pt x="93" y="2"/>
                      <a:pt x="37" y="8"/>
                      <a:pt x="0" y="0"/>
                    </a:cubicBezTo>
                  </a:path>
                </a:pathLst>
              </a:custGeom>
              <a:noFill/>
              <a:ln w="28575">
                <a:solidFill>
                  <a:srgbClr val="FF0000"/>
                </a:solidFill>
                <a:round/>
                <a:headEnd/>
                <a:tailEnd/>
              </a:ln>
            </p:spPr>
            <p:txBody>
              <a:bodyPr/>
              <a:lstStyle/>
              <a:p>
                <a:endParaRPr lang="en-GB" sz="1600"/>
              </a:p>
            </p:txBody>
          </p:sp>
          <p:sp>
            <p:nvSpPr>
              <p:cNvPr id="23586" name="Line 95"/>
              <p:cNvSpPr>
                <a:spLocks noChangeShapeType="1"/>
              </p:cNvSpPr>
              <p:nvPr/>
            </p:nvSpPr>
            <p:spPr bwMode="auto">
              <a:xfrm>
                <a:off x="1180" y="1563"/>
                <a:ext cx="0" cy="733"/>
              </a:xfrm>
              <a:prstGeom prst="line">
                <a:avLst/>
              </a:prstGeom>
              <a:noFill/>
              <a:ln w="9525">
                <a:solidFill>
                  <a:schemeClr val="tx1"/>
                </a:solidFill>
                <a:prstDash val="dash"/>
                <a:round/>
                <a:headEnd/>
                <a:tailEnd/>
              </a:ln>
            </p:spPr>
            <p:txBody>
              <a:bodyPr/>
              <a:lstStyle/>
              <a:p>
                <a:endParaRPr lang="en-GB" sz="1600"/>
              </a:p>
            </p:txBody>
          </p:sp>
        </p:grpSp>
      </p:grpSp>
      <p:sp>
        <p:nvSpPr>
          <p:cNvPr id="23566" name="Rectangle 123"/>
          <p:cNvSpPr>
            <a:spLocks noChangeArrowheads="1"/>
          </p:cNvSpPr>
          <p:nvPr/>
        </p:nvSpPr>
        <p:spPr bwMode="auto">
          <a:xfrm>
            <a:off x="5516563" y="3708400"/>
            <a:ext cx="3176587" cy="2620963"/>
          </a:xfrm>
          <a:prstGeom prst="rect">
            <a:avLst/>
          </a:prstGeom>
          <a:solidFill>
            <a:srgbClr val="FFFFFF">
              <a:alpha val="79999"/>
            </a:srgbClr>
          </a:solidFill>
          <a:ln w="9525" algn="ctr">
            <a:noFill/>
            <a:miter lim="800000"/>
            <a:headEnd/>
            <a:tailEnd/>
          </a:ln>
        </p:spPr>
        <p:txBody>
          <a:bodyPr wrap="none" anchor="ctr"/>
          <a:lstStyle/>
          <a:p>
            <a:endParaRPr lang="en-US" sz="1600"/>
          </a:p>
        </p:txBody>
      </p:sp>
      <p:sp>
        <p:nvSpPr>
          <p:cNvPr id="23567" name="Line 124"/>
          <p:cNvSpPr>
            <a:spLocks noChangeShapeType="1"/>
          </p:cNvSpPr>
          <p:nvPr/>
        </p:nvSpPr>
        <p:spPr bwMode="auto">
          <a:xfrm>
            <a:off x="5568950" y="4303713"/>
            <a:ext cx="2959100" cy="11112"/>
          </a:xfrm>
          <a:prstGeom prst="line">
            <a:avLst/>
          </a:prstGeom>
          <a:noFill/>
          <a:ln w="28575">
            <a:solidFill>
              <a:schemeClr val="accent1"/>
            </a:solidFill>
            <a:prstDash val="dash"/>
            <a:round/>
            <a:headEnd/>
            <a:tailEnd/>
          </a:ln>
        </p:spPr>
        <p:txBody>
          <a:bodyPr/>
          <a:lstStyle/>
          <a:p>
            <a:endParaRPr lang="en-GB" sz="1600"/>
          </a:p>
        </p:txBody>
      </p:sp>
      <p:sp>
        <p:nvSpPr>
          <p:cNvPr id="23568" name="Line 125"/>
          <p:cNvSpPr>
            <a:spLocks noChangeShapeType="1"/>
          </p:cNvSpPr>
          <p:nvPr/>
        </p:nvSpPr>
        <p:spPr bwMode="auto">
          <a:xfrm>
            <a:off x="5518150" y="5783263"/>
            <a:ext cx="2959100" cy="11112"/>
          </a:xfrm>
          <a:prstGeom prst="line">
            <a:avLst/>
          </a:prstGeom>
          <a:noFill/>
          <a:ln w="28575">
            <a:solidFill>
              <a:schemeClr val="accent1"/>
            </a:solidFill>
            <a:prstDash val="dash"/>
            <a:round/>
            <a:headEnd/>
            <a:tailEnd/>
          </a:ln>
        </p:spPr>
        <p:txBody>
          <a:bodyPr/>
          <a:lstStyle/>
          <a:p>
            <a:endParaRPr lang="en-GB" sz="1600"/>
          </a:p>
        </p:txBody>
      </p:sp>
      <p:sp>
        <p:nvSpPr>
          <p:cNvPr id="23569" name="Freeform 127"/>
          <p:cNvSpPr>
            <a:spLocks/>
          </p:cNvSpPr>
          <p:nvPr/>
        </p:nvSpPr>
        <p:spPr bwMode="auto">
          <a:xfrm>
            <a:off x="5507038" y="4305300"/>
            <a:ext cx="2947987" cy="1500188"/>
          </a:xfrm>
          <a:custGeom>
            <a:avLst/>
            <a:gdLst>
              <a:gd name="T0" fmla="*/ 0 w 1857"/>
              <a:gd name="T1" fmla="*/ 2147483647 h 945"/>
              <a:gd name="T2" fmla="*/ 2147483647 w 1857"/>
              <a:gd name="T3" fmla="*/ 0 h 945"/>
              <a:gd name="T4" fmla="*/ 2147483647 w 1857"/>
              <a:gd name="T5" fmla="*/ 0 h 945"/>
              <a:gd name="T6" fmla="*/ 2147483647 w 1857"/>
              <a:gd name="T7" fmla="*/ 2147483647 h 945"/>
              <a:gd name="T8" fmla="*/ 2147483647 w 1857"/>
              <a:gd name="T9" fmla="*/ 2147483647 h 945"/>
              <a:gd name="T10" fmla="*/ 2147483647 w 1857"/>
              <a:gd name="T11" fmla="*/ 2147483647 h 945"/>
              <a:gd name="T12" fmla="*/ 2147483647 w 1857"/>
              <a:gd name="T13" fmla="*/ 2147483647 h 945"/>
              <a:gd name="T14" fmla="*/ 2147483647 w 1857"/>
              <a:gd name="T15" fmla="*/ 2147483647 h 945"/>
              <a:gd name="T16" fmla="*/ 2147483647 w 1857"/>
              <a:gd name="T17" fmla="*/ 2147483647 h 945"/>
              <a:gd name="T18" fmla="*/ 2147483647 w 1857"/>
              <a:gd name="T19" fmla="*/ 2147483647 h 945"/>
              <a:gd name="T20" fmla="*/ 2147483647 w 1857"/>
              <a:gd name="T21" fmla="*/ 2147483647 h 945"/>
              <a:gd name="T22" fmla="*/ 2147483647 w 1857"/>
              <a:gd name="T23" fmla="*/ 2147483647 h 945"/>
              <a:gd name="T24" fmla="*/ 0 60000 65536"/>
              <a:gd name="T25" fmla="*/ 0 60000 65536"/>
              <a:gd name="T26" fmla="*/ 0 60000 65536"/>
              <a:gd name="T27" fmla="*/ 0 60000 65536"/>
              <a:gd name="T28" fmla="*/ 0 60000 65536"/>
              <a:gd name="T29" fmla="*/ 0 60000 65536"/>
              <a:gd name="T30" fmla="*/ 0 60000 65536"/>
              <a:gd name="T31" fmla="*/ 0 60000 65536"/>
              <a:gd name="T32" fmla="*/ 0 60000 65536"/>
              <a:gd name="T33" fmla="*/ 0 60000 65536"/>
              <a:gd name="T34" fmla="*/ 0 60000 65536"/>
              <a:gd name="T35" fmla="*/ 0 60000 65536"/>
              <a:gd name="T36" fmla="*/ 0 w 1857"/>
              <a:gd name="T37" fmla="*/ 0 h 945"/>
              <a:gd name="T38" fmla="*/ 1857 w 1857"/>
              <a:gd name="T39" fmla="*/ 945 h 945"/>
            </a:gdLst>
            <a:ahLst/>
            <a:cxnLst>
              <a:cxn ang="T24">
                <a:pos x="T0" y="T1"/>
              </a:cxn>
              <a:cxn ang="T25">
                <a:pos x="T2" y="T3"/>
              </a:cxn>
              <a:cxn ang="T26">
                <a:pos x="T4" y="T5"/>
              </a:cxn>
              <a:cxn ang="T27">
                <a:pos x="T6" y="T7"/>
              </a:cxn>
              <a:cxn ang="T28">
                <a:pos x="T8" y="T9"/>
              </a:cxn>
              <a:cxn ang="T29">
                <a:pos x="T10" y="T11"/>
              </a:cxn>
              <a:cxn ang="T30">
                <a:pos x="T12" y="T13"/>
              </a:cxn>
              <a:cxn ang="T31">
                <a:pos x="T14" y="T15"/>
              </a:cxn>
              <a:cxn ang="T32">
                <a:pos x="T16" y="T17"/>
              </a:cxn>
              <a:cxn ang="T33">
                <a:pos x="T18" y="T19"/>
              </a:cxn>
              <a:cxn ang="T34">
                <a:pos x="T20" y="T21"/>
              </a:cxn>
              <a:cxn ang="T35">
                <a:pos x="T22" y="T23"/>
              </a:cxn>
            </a:cxnLst>
            <a:rect l="T36" t="T37" r="T38" b="T39"/>
            <a:pathLst>
              <a:path w="1857" h="945">
                <a:moveTo>
                  <a:pt x="0" y="440"/>
                </a:moveTo>
                <a:lnTo>
                  <a:pt x="84" y="0"/>
                </a:lnTo>
                <a:lnTo>
                  <a:pt x="304" y="0"/>
                </a:lnTo>
                <a:lnTo>
                  <a:pt x="453" y="945"/>
                </a:lnTo>
                <a:lnTo>
                  <a:pt x="660" y="932"/>
                </a:lnTo>
                <a:lnTo>
                  <a:pt x="828" y="6"/>
                </a:lnTo>
                <a:lnTo>
                  <a:pt x="1055" y="13"/>
                </a:lnTo>
                <a:lnTo>
                  <a:pt x="1210" y="932"/>
                </a:lnTo>
                <a:lnTo>
                  <a:pt x="1437" y="912"/>
                </a:lnTo>
                <a:lnTo>
                  <a:pt x="1573" y="6"/>
                </a:lnTo>
                <a:lnTo>
                  <a:pt x="1786" y="13"/>
                </a:lnTo>
                <a:lnTo>
                  <a:pt x="1857" y="459"/>
                </a:lnTo>
              </a:path>
            </a:pathLst>
          </a:custGeom>
          <a:noFill/>
          <a:ln w="38100">
            <a:solidFill>
              <a:srgbClr val="FF0000"/>
            </a:solidFill>
            <a:round/>
            <a:headEnd/>
            <a:tailEnd/>
          </a:ln>
        </p:spPr>
        <p:txBody>
          <a:bodyPr/>
          <a:lstStyle/>
          <a:p>
            <a:endParaRPr lang="en-GB" sz="1600"/>
          </a:p>
        </p:txBody>
      </p:sp>
      <p:sp>
        <p:nvSpPr>
          <p:cNvPr id="23570" name="Text Box 128"/>
          <p:cNvSpPr txBox="1">
            <a:spLocks noChangeArrowheads="1"/>
          </p:cNvSpPr>
          <p:nvPr/>
        </p:nvSpPr>
        <p:spPr bwMode="auto">
          <a:xfrm>
            <a:off x="5505450" y="6029325"/>
            <a:ext cx="3333750" cy="461665"/>
          </a:xfrm>
          <a:prstGeom prst="rect">
            <a:avLst/>
          </a:prstGeom>
          <a:noFill/>
          <a:ln w="9525" algn="ctr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r>
              <a:rPr lang="en-GB" sz="1200" b="0"/>
              <a:t>the signal is amplified and limited to the the power supply values</a:t>
            </a:r>
            <a:endParaRPr lang="en-US" sz="1200" b="0"/>
          </a:p>
        </p:txBody>
      </p:sp>
    </p:spTree>
    <p:extLst>
      <p:ext uri="{BB962C8B-B14F-4D97-AF65-F5344CB8AC3E}">
        <p14:creationId xmlns:p14="http://schemas.microsoft.com/office/powerpoint/2010/main" val="167823448"/>
      </p:ext>
    </p:extLst>
  </p:cSld>
  <p:clrMapOvr>
    <a:masterClrMapping/>
  </p:clrMapOvr>
</p:sld>
</file>

<file path=ppt/slides/slide7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Box 4"/>
          <p:cNvSpPr txBox="1">
            <a:spLocks noChangeArrowheads="1"/>
          </p:cNvSpPr>
          <p:nvPr/>
        </p:nvSpPr>
        <p:spPr bwMode="auto">
          <a:xfrm>
            <a:off x="430213" y="365125"/>
            <a:ext cx="4924746" cy="461665"/>
          </a:xfrm>
          <a:prstGeom prst="rect">
            <a:avLst/>
          </a:prstGeom>
          <a:noFill/>
          <a:ln w="9525" algn="ctr">
            <a:noFill/>
            <a:miter lim="800000"/>
            <a:headEnd/>
            <a:tailEnd/>
          </a:ln>
        </p:spPr>
        <p:txBody>
          <a:bodyPr wrap="none">
            <a:spAutoFit/>
          </a:bodyPr>
          <a:lstStyle/>
          <a:p>
            <a:r>
              <a:rPr lang="en-GB" sz="2400" b="1" dirty="0"/>
              <a:t>Intermodulation  Distortion (IM)</a:t>
            </a:r>
            <a:endParaRPr lang="en-US" sz="2400" b="1" dirty="0"/>
          </a:p>
        </p:txBody>
      </p:sp>
      <p:pic>
        <p:nvPicPr>
          <p:cNvPr id="3" name="Picture 5" descr="Figure 2"/>
          <p:cNvPicPr>
            <a:picLocks noChangeAspect="1" noChangeArrowheads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916770" y="763843"/>
            <a:ext cx="4071950" cy="4116502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4" name="Rectangle 3"/>
          <p:cNvSpPr/>
          <p:nvPr/>
        </p:nvSpPr>
        <p:spPr>
          <a:xfrm>
            <a:off x="5196499" y="4936016"/>
            <a:ext cx="3543463" cy="26161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GB" sz="1100" b="0" dirty="0"/>
              <a:t>from ESP - http://sound.westhost.com</a:t>
            </a:r>
          </a:p>
        </p:txBody>
      </p:sp>
      <p:sp>
        <p:nvSpPr>
          <p:cNvPr id="5" name="Rectangle 4"/>
          <p:cNvSpPr/>
          <p:nvPr/>
        </p:nvSpPr>
        <p:spPr>
          <a:xfrm>
            <a:off x="468313" y="1160967"/>
            <a:ext cx="4365072" cy="243977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ts val="2300"/>
              </a:lnSpc>
            </a:pPr>
            <a:r>
              <a:rPr lang="en-US" sz="1600" dirty="0" err="1"/>
              <a:t>Occurance</a:t>
            </a:r>
            <a:r>
              <a:rPr lang="en-US" sz="1600" dirty="0"/>
              <a:t>: two different frequencies are being amplified simultaneously</a:t>
            </a:r>
          </a:p>
          <a:p>
            <a:pPr marL="180975" indent="-180975">
              <a:lnSpc>
                <a:spcPts val="2300"/>
              </a:lnSpc>
              <a:buFont typeface="Arial" pitchFamily="34" charset="0"/>
              <a:buChar char="•"/>
            </a:pPr>
            <a:r>
              <a:rPr lang="en-US" sz="1600" b="0" dirty="0"/>
              <a:t>one of frequency much lower than the other</a:t>
            </a:r>
          </a:p>
          <a:p>
            <a:pPr marL="180975" indent="-180975">
              <a:lnSpc>
                <a:spcPts val="2300"/>
              </a:lnSpc>
              <a:buFont typeface="Arial" pitchFamily="34" charset="0"/>
              <a:buChar char="•"/>
            </a:pPr>
            <a:r>
              <a:rPr lang="en-US" sz="1600" b="0" dirty="0"/>
              <a:t>high frequency signal modulated by the low frequency</a:t>
            </a:r>
          </a:p>
          <a:p>
            <a:pPr marL="180975" indent="-180975">
              <a:lnSpc>
                <a:spcPts val="2300"/>
              </a:lnSpc>
              <a:buFont typeface="Arial" pitchFamily="34" charset="0"/>
              <a:buChar char="•"/>
            </a:pPr>
            <a:r>
              <a:rPr lang="en-US" sz="1600" b="0" dirty="0"/>
              <a:t>different from the signals simply adding (as they are supposed to)</a:t>
            </a:r>
          </a:p>
        </p:txBody>
      </p:sp>
      <p:sp>
        <p:nvSpPr>
          <p:cNvPr id="6" name="Rectangle 5"/>
          <p:cNvSpPr/>
          <p:nvPr/>
        </p:nvSpPr>
        <p:spPr>
          <a:xfrm>
            <a:off x="468312" y="4047637"/>
            <a:ext cx="4124953" cy="1567096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180975" indent="-180975">
              <a:lnSpc>
                <a:spcPts val="2300"/>
              </a:lnSpc>
              <a:buFont typeface="Arial" pitchFamily="34" charset="0"/>
              <a:buChar char="•"/>
            </a:pPr>
            <a:r>
              <a:rPr lang="en-US" sz="1600" b="0" dirty="0"/>
              <a:t>effect (musically speaking) is that the sound is muddied</a:t>
            </a:r>
          </a:p>
          <a:p>
            <a:pPr marL="180975" indent="-180975">
              <a:lnSpc>
                <a:spcPts val="2300"/>
              </a:lnSpc>
              <a:buFont typeface="Arial" pitchFamily="34" charset="0"/>
              <a:buChar char="•"/>
            </a:pPr>
            <a:r>
              <a:rPr lang="en-US" sz="1600" b="0" dirty="0"/>
              <a:t>Individual instruments become difficult to separate; their harmonics blend into a 'wall of sound' </a:t>
            </a:r>
          </a:p>
        </p:txBody>
      </p:sp>
    </p:spTree>
    <p:extLst>
      <p:ext uri="{BB962C8B-B14F-4D97-AF65-F5344CB8AC3E}">
        <p14:creationId xmlns:p14="http://schemas.microsoft.com/office/powerpoint/2010/main" val="3015745952"/>
      </p:ext>
    </p:extLst>
  </p:cSld>
  <p:clrMapOvr>
    <a:masterClrMapping/>
  </p:clrMapOvr>
</p:sld>
</file>

<file path=ppt/slides/slide7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Box 4"/>
          <p:cNvSpPr txBox="1">
            <a:spLocks noChangeArrowheads="1"/>
          </p:cNvSpPr>
          <p:nvPr/>
        </p:nvSpPr>
        <p:spPr bwMode="auto">
          <a:xfrm>
            <a:off x="430213" y="365125"/>
            <a:ext cx="4924746" cy="461665"/>
          </a:xfrm>
          <a:prstGeom prst="rect">
            <a:avLst/>
          </a:prstGeom>
          <a:noFill/>
          <a:ln w="9525" algn="ctr">
            <a:noFill/>
            <a:miter lim="800000"/>
            <a:headEnd/>
            <a:tailEnd/>
          </a:ln>
        </p:spPr>
        <p:txBody>
          <a:bodyPr wrap="none">
            <a:spAutoFit/>
          </a:bodyPr>
          <a:lstStyle/>
          <a:p>
            <a:r>
              <a:rPr lang="en-GB" sz="2400" b="1" dirty="0"/>
              <a:t>Intermodulation  Distortion (IM)</a:t>
            </a:r>
            <a:endParaRPr lang="en-US" sz="2400" b="1" dirty="0"/>
          </a:p>
        </p:txBody>
      </p:sp>
      <p:sp>
        <p:nvSpPr>
          <p:cNvPr id="6" name="Rectangle 5"/>
          <p:cNvSpPr/>
          <p:nvPr/>
        </p:nvSpPr>
        <p:spPr>
          <a:xfrm>
            <a:off x="468313" y="826790"/>
            <a:ext cx="4486557" cy="3116238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ts val="2300"/>
              </a:lnSpc>
            </a:pPr>
            <a:r>
              <a:rPr lang="en-US" sz="1600" dirty="0"/>
              <a:t>Signal includes components that are </a:t>
            </a:r>
          </a:p>
          <a:p>
            <a:pPr marL="363538" lvl="1" indent="-180975">
              <a:lnSpc>
                <a:spcPts val="2300"/>
              </a:lnSpc>
              <a:buFont typeface="Arial" pitchFamily="34" charset="0"/>
              <a:buChar char="•"/>
            </a:pPr>
            <a:r>
              <a:rPr lang="en-US" sz="1600" b="0" dirty="0"/>
              <a:t>the sum of the two frequencies and </a:t>
            </a:r>
          </a:p>
          <a:p>
            <a:pPr marL="363538" lvl="1" indent="-180975">
              <a:lnSpc>
                <a:spcPts val="2300"/>
              </a:lnSpc>
              <a:buFont typeface="Arial" pitchFamily="34" charset="0"/>
              <a:buChar char="•"/>
            </a:pPr>
            <a:r>
              <a:rPr lang="en-US" sz="1600" b="0" dirty="0"/>
              <a:t>the difference between the two frequencies</a:t>
            </a:r>
          </a:p>
          <a:p>
            <a:pPr marL="180975" indent="-180975">
              <a:lnSpc>
                <a:spcPts val="2300"/>
              </a:lnSpc>
              <a:buFont typeface="Arial" pitchFamily="34" charset="0"/>
              <a:buChar char="•"/>
            </a:pPr>
            <a:endParaRPr lang="en-US" sz="1600" b="0" dirty="0"/>
          </a:p>
          <a:p>
            <a:pPr marL="180975" indent="-180975">
              <a:lnSpc>
                <a:spcPts val="2300"/>
              </a:lnSpc>
              <a:buFont typeface="Arial" pitchFamily="34" charset="0"/>
              <a:buChar char="•"/>
            </a:pPr>
            <a:r>
              <a:rPr lang="en-US" sz="1600" b="0" dirty="0"/>
              <a:t>usually a fraction of a percent of the original signal</a:t>
            </a:r>
          </a:p>
          <a:p>
            <a:pPr marL="180975" indent="-180975">
              <a:lnSpc>
                <a:spcPts val="2300"/>
              </a:lnSpc>
              <a:buFont typeface="Arial" pitchFamily="34" charset="0"/>
              <a:buChar char="•"/>
            </a:pPr>
            <a:r>
              <a:rPr lang="en-US" sz="1600" b="0" dirty="0"/>
              <a:t>over 1% IM is noticeable</a:t>
            </a:r>
          </a:p>
          <a:p>
            <a:pPr marL="180975" indent="-180975">
              <a:lnSpc>
                <a:spcPts val="2300"/>
              </a:lnSpc>
              <a:buFont typeface="Arial" pitchFamily="34" charset="0"/>
              <a:buChar char="•"/>
            </a:pPr>
            <a:r>
              <a:rPr lang="en-US" sz="1600" b="0" dirty="0"/>
              <a:t>over 3% is annoying</a:t>
            </a:r>
          </a:p>
          <a:p>
            <a:pPr marL="180975" indent="-180975">
              <a:lnSpc>
                <a:spcPct val="150000"/>
              </a:lnSpc>
              <a:buFont typeface="Arial" pitchFamily="34" charset="0"/>
              <a:buChar char="•"/>
            </a:pPr>
            <a:endParaRPr lang="en-US" sz="1600" b="0" dirty="0"/>
          </a:p>
        </p:txBody>
      </p:sp>
      <p:pic>
        <p:nvPicPr>
          <p:cNvPr id="48133" name="Picture 5" descr="Figure 2"/>
          <p:cNvPicPr>
            <a:picLocks noChangeAspect="1" noChangeArrowheads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916770" y="763843"/>
            <a:ext cx="4071950" cy="4116502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7" name="Rectangle 6"/>
          <p:cNvSpPr/>
          <p:nvPr/>
        </p:nvSpPr>
        <p:spPr>
          <a:xfrm>
            <a:off x="5196499" y="4936016"/>
            <a:ext cx="3543463" cy="307777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GB" sz="1400" b="0" dirty="0"/>
              <a:t>from ESP - http://sound.westhost.com</a:t>
            </a:r>
          </a:p>
        </p:txBody>
      </p:sp>
    </p:spTree>
    <p:extLst>
      <p:ext uri="{BB962C8B-B14F-4D97-AF65-F5344CB8AC3E}">
        <p14:creationId xmlns:p14="http://schemas.microsoft.com/office/powerpoint/2010/main" val="3437416968"/>
      </p:ext>
    </p:extLst>
  </p:cSld>
  <p:clrMapOvr>
    <a:masterClrMapping/>
  </p:clrMapOvr>
</p:sld>
</file>

<file path=ppt/slides/slide7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578" name="Text Box 4"/>
          <p:cNvSpPr txBox="1">
            <a:spLocks noChangeArrowheads="1"/>
          </p:cNvSpPr>
          <p:nvPr/>
        </p:nvSpPr>
        <p:spPr bwMode="auto">
          <a:xfrm>
            <a:off x="468313" y="365125"/>
            <a:ext cx="3182937" cy="457200"/>
          </a:xfrm>
          <a:prstGeom prst="rect">
            <a:avLst/>
          </a:prstGeom>
          <a:noFill/>
          <a:ln w="9525" algn="ctr">
            <a:noFill/>
            <a:miter lim="800000"/>
            <a:headEnd/>
            <a:tailEnd/>
          </a:ln>
        </p:spPr>
        <p:txBody>
          <a:bodyPr wrap="none">
            <a:spAutoFit/>
          </a:bodyPr>
          <a:lstStyle/>
          <a:p>
            <a:r>
              <a:rPr lang="en-GB" sz="2400" b="1" dirty="0"/>
              <a:t>Harmonic Distortion</a:t>
            </a:r>
            <a:endParaRPr lang="en-US" sz="2400" b="1" dirty="0"/>
          </a:p>
        </p:txBody>
      </p:sp>
      <p:sp>
        <p:nvSpPr>
          <p:cNvPr id="24579" name="Rectangle 5"/>
          <p:cNvSpPr>
            <a:spLocks noChangeArrowheads="1"/>
          </p:cNvSpPr>
          <p:nvPr/>
        </p:nvSpPr>
        <p:spPr bwMode="auto">
          <a:xfrm>
            <a:off x="468313" y="1147038"/>
            <a:ext cx="7815262" cy="4811574"/>
          </a:xfrm>
          <a:prstGeom prst="rect">
            <a:avLst/>
          </a:prstGeom>
          <a:noFill/>
          <a:ln w="9525" algn="ctr">
            <a:noFill/>
            <a:miter lim="800000"/>
            <a:headEnd/>
            <a:tailEnd/>
          </a:ln>
        </p:spPr>
        <p:txBody>
          <a:bodyPr anchor="ctr">
            <a:spAutoFit/>
          </a:bodyPr>
          <a:lstStyle/>
          <a:p>
            <a:pPr marL="176213" indent="-176213">
              <a:lnSpc>
                <a:spcPts val="2300"/>
              </a:lnSpc>
            </a:pPr>
            <a:r>
              <a:rPr lang="en-GB" sz="1600" b="1" dirty="0"/>
              <a:t>The production of harmonic frequencies by an electronic system when A signal is applied at the input </a:t>
            </a:r>
          </a:p>
          <a:p>
            <a:pPr marL="176213" indent="-176213">
              <a:lnSpc>
                <a:spcPts val="2300"/>
              </a:lnSpc>
            </a:pPr>
            <a:endParaRPr lang="en-GB" sz="1600" dirty="0"/>
          </a:p>
          <a:p>
            <a:pPr marL="176213" indent="-176213">
              <a:lnSpc>
                <a:spcPts val="2300"/>
              </a:lnSpc>
              <a:buFontTx/>
              <a:buChar char="•"/>
            </a:pPr>
            <a:r>
              <a:rPr lang="en-GB" sz="1600" b="0" dirty="0"/>
              <a:t>when an input signal goes through nonlinear electronic circuitry, the output signal will include some harmonic distortion (or unwanted frequencies) </a:t>
            </a:r>
          </a:p>
          <a:p>
            <a:pPr marL="176213" indent="-176213">
              <a:lnSpc>
                <a:spcPts val="2300"/>
              </a:lnSpc>
              <a:buFontTx/>
              <a:buChar char="•"/>
            </a:pPr>
            <a:r>
              <a:rPr lang="en-GB" sz="1600" b="0" dirty="0"/>
              <a:t>the frequency of each unwanted frequency is a multiple </a:t>
            </a:r>
          </a:p>
          <a:p>
            <a:pPr lvl="1">
              <a:lnSpc>
                <a:spcPts val="2300"/>
              </a:lnSpc>
            </a:pPr>
            <a:r>
              <a:rPr lang="en-GB" sz="1600" b="0" dirty="0"/>
              <a:t>(x1, x2, x3, etc.) of the centre frequency of the input signal </a:t>
            </a:r>
          </a:p>
          <a:p>
            <a:pPr marL="176213" indent="-176213">
              <a:lnSpc>
                <a:spcPts val="2300"/>
              </a:lnSpc>
              <a:buFontTx/>
              <a:buChar char="•"/>
            </a:pPr>
            <a:endParaRPr lang="en-GB" sz="1600" b="0" dirty="0"/>
          </a:p>
          <a:p>
            <a:pPr marL="176213" indent="-176213">
              <a:lnSpc>
                <a:spcPts val="2300"/>
              </a:lnSpc>
            </a:pPr>
            <a:endParaRPr lang="en-GB" sz="1600" b="0" dirty="0"/>
          </a:p>
          <a:p>
            <a:pPr marL="176213" indent="-176213">
              <a:lnSpc>
                <a:spcPts val="2300"/>
              </a:lnSpc>
            </a:pPr>
            <a:r>
              <a:rPr lang="en-GB" sz="1600" dirty="0"/>
              <a:t>Odd And Even-order Distortion</a:t>
            </a:r>
          </a:p>
          <a:p>
            <a:pPr marL="176213" indent="-176213">
              <a:lnSpc>
                <a:spcPts val="2300"/>
              </a:lnSpc>
              <a:buFontTx/>
              <a:buChar char="•"/>
            </a:pPr>
            <a:r>
              <a:rPr lang="en-GB" sz="1600" b="0" dirty="0"/>
              <a:t>if the frequencies of the distortion are 2, 4, 6, etc., times the centre frequency, it's even-order harmonics</a:t>
            </a:r>
          </a:p>
          <a:p>
            <a:pPr marL="176213" indent="-176213">
              <a:lnSpc>
                <a:spcPts val="2300"/>
              </a:lnSpc>
              <a:buFontTx/>
              <a:buChar char="•"/>
            </a:pPr>
            <a:r>
              <a:rPr lang="en-GB" sz="1600" b="0" dirty="0"/>
              <a:t>if the frequencies of the distortion are 3, 5, 7, etc., times the centre frequency, it's odd-order harmonics</a:t>
            </a:r>
          </a:p>
          <a:p>
            <a:pPr marL="176213" indent="-176213">
              <a:lnSpc>
                <a:spcPts val="2300"/>
              </a:lnSpc>
            </a:pPr>
            <a:r>
              <a:rPr lang="en-GB" sz="1600" b="0" dirty="0"/>
              <a:t> </a:t>
            </a:r>
          </a:p>
        </p:txBody>
      </p:sp>
    </p:spTree>
    <p:extLst>
      <p:ext uri="{BB962C8B-B14F-4D97-AF65-F5344CB8AC3E}">
        <p14:creationId xmlns:p14="http://schemas.microsoft.com/office/powerpoint/2010/main" val="55711026"/>
      </p:ext>
    </p:extLst>
  </p:cSld>
  <p:clrMapOvr>
    <a:masterClrMapping/>
  </p:clrMapOvr>
</p:sld>
</file>

<file path=ppt/slides/slide7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47" name="Text Box 4"/>
          <p:cNvSpPr txBox="1">
            <a:spLocks noChangeArrowheads="1"/>
          </p:cNvSpPr>
          <p:nvPr/>
        </p:nvSpPr>
        <p:spPr bwMode="auto">
          <a:xfrm>
            <a:off x="363538" y="368300"/>
            <a:ext cx="4032250" cy="457200"/>
          </a:xfrm>
          <a:prstGeom prst="rect">
            <a:avLst/>
          </a:prstGeom>
          <a:noFill/>
          <a:ln w="9525" algn="ctr">
            <a:noFill/>
            <a:miter lim="800000"/>
            <a:headEnd/>
            <a:tailEnd/>
          </a:ln>
        </p:spPr>
        <p:txBody>
          <a:bodyPr wrap="none">
            <a:spAutoFit/>
          </a:bodyPr>
          <a:lstStyle/>
          <a:p>
            <a:r>
              <a:rPr lang="en-GB" sz="2400" b="1" dirty="0"/>
              <a:t>Total Harmonic Distortion</a:t>
            </a:r>
            <a:endParaRPr lang="en-US" sz="2400" b="1" dirty="0"/>
          </a:p>
        </p:txBody>
      </p:sp>
      <p:sp>
        <p:nvSpPr>
          <p:cNvPr id="6148" name="Text Box 5"/>
          <p:cNvSpPr txBox="1">
            <a:spLocks noChangeArrowheads="1"/>
          </p:cNvSpPr>
          <p:nvPr/>
        </p:nvSpPr>
        <p:spPr bwMode="auto">
          <a:xfrm>
            <a:off x="468313" y="977900"/>
            <a:ext cx="2820987" cy="336550"/>
          </a:xfrm>
          <a:prstGeom prst="rect">
            <a:avLst/>
          </a:prstGeom>
          <a:noFill/>
          <a:ln w="9525" algn="ctr">
            <a:noFill/>
            <a:miter lim="800000"/>
            <a:headEnd/>
            <a:tailEnd/>
          </a:ln>
        </p:spPr>
        <p:txBody>
          <a:bodyPr wrap="none">
            <a:spAutoFit/>
          </a:bodyPr>
          <a:lstStyle/>
          <a:p>
            <a:r>
              <a:rPr lang="en-GB" sz="1600" b="0"/>
              <a:t>The ratio of the powers of:</a:t>
            </a:r>
          </a:p>
        </p:txBody>
      </p:sp>
      <p:sp>
        <p:nvSpPr>
          <p:cNvPr id="6149" name="Rectangle 6"/>
          <p:cNvSpPr>
            <a:spLocks noChangeArrowheads="1"/>
          </p:cNvSpPr>
          <p:nvPr/>
        </p:nvSpPr>
        <p:spPr bwMode="auto">
          <a:xfrm>
            <a:off x="4808538" y="1404938"/>
            <a:ext cx="2473325" cy="825500"/>
          </a:xfrm>
          <a:prstGeom prst="rect">
            <a:avLst/>
          </a:prstGeom>
          <a:noFill/>
          <a:ln w="9525" algn="ctr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r>
              <a:rPr lang="en-GB" sz="1600" dirty="0"/>
              <a:t>sum of the power of all the harmonic components</a:t>
            </a:r>
            <a:endParaRPr lang="en-US" sz="1600" dirty="0"/>
          </a:p>
        </p:txBody>
      </p:sp>
      <p:sp>
        <p:nvSpPr>
          <p:cNvPr id="6150" name="Rectangle 7"/>
          <p:cNvSpPr>
            <a:spLocks noChangeArrowheads="1"/>
          </p:cNvSpPr>
          <p:nvPr/>
        </p:nvSpPr>
        <p:spPr bwMode="auto">
          <a:xfrm>
            <a:off x="2416175" y="1550988"/>
            <a:ext cx="1982788" cy="581025"/>
          </a:xfrm>
          <a:prstGeom prst="rect">
            <a:avLst/>
          </a:prstGeom>
          <a:noFill/>
          <a:ln w="9525" algn="ctr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r>
              <a:rPr lang="en-GB" sz="1600" dirty="0"/>
              <a:t>the fundamental (required) signal</a:t>
            </a:r>
          </a:p>
        </p:txBody>
      </p:sp>
      <p:sp>
        <p:nvSpPr>
          <p:cNvPr id="6151" name="Text Box 8"/>
          <p:cNvSpPr txBox="1">
            <a:spLocks noChangeArrowheads="1"/>
          </p:cNvSpPr>
          <p:nvPr/>
        </p:nvSpPr>
        <p:spPr bwMode="auto">
          <a:xfrm>
            <a:off x="4395788" y="1555750"/>
            <a:ext cx="298480" cy="523220"/>
          </a:xfrm>
          <a:prstGeom prst="rect">
            <a:avLst/>
          </a:prstGeom>
          <a:noFill/>
          <a:ln w="9525" algn="ctr">
            <a:noFill/>
            <a:miter lim="800000"/>
            <a:headEnd/>
            <a:tailEnd/>
          </a:ln>
        </p:spPr>
        <p:txBody>
          <a:bodyPr wrap="none">
            <a:spAutoFit/>
          </a:bodyPr>
          <a:lstStyle/>
          <a:p>
            <a:r>
              <a:rPr lang="en-GB" sz="2800" b="1" dirty="0"/>
              <a:t>:</a:t>
            </a:r>
            <a:endParaRPr lang="en-US" sz="2800" b="1" dirty="0"/>
          </a:p>
        </p:txBody>
      </p:sp>
      <p:sp>
        <p:nvSpPr>
          <p:cNvPr id="6152" name="Text Box 9"/>
          <p:cNvSpPr txBox="1">
            <a:spLocks noChangeArrowheads="1"/>
          </p:cNvSpPr>
          <p:nvPr/>
        </p:nvSpPr>
        <p:spPr bwMode="auto">
          <a:xfrm>
            <a:off x="468313" y="2835275"/>
            <a:ext cx="2627312" cy="336550"/>
          </a:xfrm>
          <a:prstGeom prst="rect">
            <a:avLst/>
          </a:prstGeom>
          <a:noFill/>
          <a:ln w="9525" algn="ctr">
            <a:noFill/>
            <a:miter lim="800000"/>
            <a:headEnd/>
            <a:tailEnd/>
          </a:ln>
        </p:spPr>
        <p:txBody>
          <a:bodyPr wrap="none">
            <a:spAutoFit/>
          </a:bodyPr>
          <a:lstStyle/>
          <a:p>
            <a:r>
              <a:rPr lang="en-GB" sz="1600" b="0"/>
              <a:t>Usually expressed as a %</a:t>
            </a:r>
            <a:endParaRPr lang="en-US" sz="1600" b="0"/>
          </a:p>
        </p:txBody>
      </p:sp>
      <p:sp>
        <p:nvSpPr>
          <p:cNvPr id="6153" name="Text Box 10"/>
          <p:cNvSpPr txBox="1">
            <a:spLocks noChangeArrowheads="1"/>
          </p:cNvSpPr>
          <p:nvPr/>
        </p:nvSpPr>
        <p:spPr bwMode="auto">
          <a:xfrm>
            <a:off x="468313" y="3981450"/>
            <a:ext cx="3248005" cy="584775"/>
          </a:xfrm>
          <a:prstGeom prst="rect">
            <a:avLst/>
          </a:prstGeom>
          <a:noFill/>
          <a:ln w="9525" algn="ctr">
            <a:noFill/>
            <a:miter lim="800000"/>
            <a:headEnd/>
            <a:tailEnd/>
          </a:ln>
        </p:spPr>
        <p:txBody>
          <a:bodyPr wrap="none">
            <a:spAutoFit/>
          </a:bodyPr>
          <a:lstStyle/>
          <a:p>
            <a:r>
              <a:rPr lang="en-GB" sz="1600" b="0" dirty="0"/>
              <a:t>i.e.  </a:t>
            </a:r>
            <a:r>
              <a:rPr lang="en-GB" sz="1600" b="0" u="sng" dirty="0">
                <a:ea typeface="Lucida Sans Unicode" pitchFamily="34" charset="0"/>
                <a:cs typeface="Lucida Sans Unicode" pitchFamily="34" charset="0"/>
              </a:rPr>
              <a:t>∑ power of all harmonics</a:t>
            </a:r>
          </a:p>
          <a:p>
            <a:r>
              <a:rPr lang="en-GB" sz="1600" b="0" dirty="0">
                <a:ea typeface="Lucida Sans Unicode" pitchFamily="34" charset="0"/>
                <a:cs typeface="Lucida Sans Unicode" pitchFamily="34" charset="0"/>
              </a:rPr>
              <a:t>      power of fundamental </a:t>
            </a:r>
            <a:r>
              <a:rPr lang="en-GB" sz="1600" b="0" dirty="0" err="1">
                <a:ea typeface="Lucida Sans Unicode" pitchFamily="34" charset="0"/>
                <a:cs typeface="Lucida Sans Unicode" pitchFamily="34" charset="0"/>
              </a:rPr>
              <a:t>freq</a:t>
            </a:r>
            <a:endParaRPr lang="en-GB" sz="1600" b="0" dirty="0">
              <a:ea typeface="Lucida Sans Unicode" pitchFamily="34" charset="0"/>
              <a:cs typeface="Lucida Sans Unicode" pitchFamily="34" charset="0"/>
            </a:endParaRPr>
          </a:p>
        </p:txBody>
      </p:sp>
      <p:graphicFrame>
        <p:nvGraphicFramePr>
          <p:cNvPr id="6146" name="Object 11"/>
          <p:cNvGraphicFramePr>
            <a:graphicFrameLocks noChangeAspect="1"/>
          </p:cNvGraphicFramePr>
          <p:nvPr/>
        </p:nvGraphicFramePr>
        <p:xfrm>
          <a:off x="4514850" y="4070350"/>
          <a:ext cx="114300" cy="2159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1266" name="Equation" r:id="rId3" imgW="114151" imgH="215619" progId="Equation.3">
                  <p:embed/>
                </p:oleObj>
              </mc:Choice>
              <mc:Fallback>
                <p:oleObj name="Equation" r:id="rId3" imgW="114151" imgH="215619" progId="Equation.3">
                  <p:embed/>
                  <p:pic>
                    <p:nvPicPr>
                      <p:cNvPr id="6146" name="Object 11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4514850" y="4070350"/>
                        <a:ext cx="114300" cy="215900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6154" name="Text Box 12"/>
          <p:cNvSpPr txBox="1">
            <a:spLocks noChangeArrowheads="1"/>
          </p:cNvSpPr>
          <p:nvPr/>
        </p:nvSpPr>
        <p:spPr bwMode="auto">
          <a:xfrm>
            <a:off x="3906838" y="4056063"/>
            <a:ext cx="977900" cy="336550"/>
          </a:xfrm>
          <a:prstGeom prst="rect">
            <a:avLst/>
          </a:prstGeom>
          <a:noFill/>
          <a:ln w="9525" algn="ctr">
            <a:noFill/>
            <a:miter lim="800000"/>
            <a:headEnd/>
            <a:tailEnd/>
          </a:ln>
        </p:spPr>
        <p:txBody>
          <a:bodyPr wrap="none">
            <a:spAutoFit/>
          </a:bodyPr>
          <a:lstStyle/>
          <a:p>
            <a:r>
              <a:rPr lang="en-GB" sz="1600" b="0"/>
              <a:t>= THD%</a:t>
            </a:r>
            <a:endParaRPr lang="en-US" sz="1600" b="0"/>
          </a:p>
        </p:txBody>
      </p:sp>
    </p:spTree>
    <p:extLst>
      <p:ext uri="{BB962C8B-B14F-4D97-AF65-F5344CB8AC3E}">
        <p14:creationId xmlns:p14="http://schemas.microsoft.com/office/powerpoint/2010/main" val="3797260548"/>
      </p:ext>
    </p:extLst>
  </p:cSld>
  <p:clrMapOvr>
    <a:masterClrMapping/>
  </p:clrMapOvr>
</p:sld>
</file>

<file path=ppt/slides/slide8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6626" name="Picture 4"/>
          <p:cNvPicPr>
            <a:picLocks noChangeAspect="1" noChangeArrowheads="1"/>
          </p:cNvPicPr>
          <p:nvPr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3451225" y="882650"/>
            <a:ext cx="2593975" cy="1773238"/>
          </a:xfrm>
          <a:prstGeom prst="rect">
            <a:avLst/>
          </a:prstGeom>
          <a:noFill/>
          <a:ln w="9525" algn="ctr">
            <a:noFill/>
            <a:miter lim="800000"/>
            <a:headEnd/>
            <a:tailEnd/>
          </a:ln>
        </p:spPr>
      </p:pic>
      <p:pic>
        <p:nvPicPr>
          <p:cNvPr id="26627" name="Picture 5"/>
          <p:cNvPicPr>
            <a:picLocks noChangeAspect="1" noChangeArrowheads="1"/>
          </p:cNvPicPr>
          <p:nvPr/>
        </p:nvPicPr>
        <p:blipFill>
          <a:blip r:embed="rId3" cstate="print"/>
          <a:srcRect/>
          <a:stretch>
            <a:fillRect/>
          </a:stretch>
        </p:blipFill>
        <p:spPr bwMode="auto">
          <a:xfrm>
            <a:off x="3451225" y="2751138"/>
            <a:ext cx="2593975" cy="1773237"/>
          </a:xfrm>
          <a:prstGeom prst="rect">
            <a:avLst/>
          </a:prstGeom>
          <a:noFill/>
          <a:ln w="9525" algn="ctr">
            <a:noFill/>
            <a:miter lim="800000"/>
            <a:headEnd/>
            <a:tailEnd/>
          </a:ln>
        </p:spPr>
      </p:pic>
      <p:sp>
        <p:nvSpPr>
          <p:cNvPr id="26628" name="Rectangle 6"/>
          <p:cNvSpPr>
            <a:spLocks noChangeArrowheads="1"/>
          </p:cNvSpPr>
          <p:nvPr/>
        </p:nvSpPr>
        <p:spPr bwMode="auto">
          <a:xfrm>
            <a:off x="6659563" y="6275388"/>
            <a:ext cx="2484437" cy="214312"/>
          </a:xfrm>
          <a:prstGeom prst="rect">
            <a:avLst/>
          </a:prstGeom>
          <a:noFill/>
          <a:ln w="9525" algn="ctr">
            <a:noFill/>
            <a:miter lim="800000"/>
            <a:headEnd/>
            <a:tailEnd/>
          </a:ln>
        </p:spPr>
        <p:txBody>
          <a:bodyPr wrap="none">
            <a:spAutoFit/>
          </a:bodyPr>
          <a:lstStyle/>
          <a:p>
            <a:r>
              <a:rPr lang="en-US" sz="800" b="0"/>
              <a:t>http://members.aol.com/sbench102/thd.html</a:t>
            </a:r>
          </a:p>
        </p:txBody>
      </p:sp>
      <p:pic>
        <p:nvPicPr>
          <p:cNvPr id="26629" name="Picture 7"/>
          <p:cNvPicPr>
            <a:picLocks noChangeAspect="1" noChangeArrowheads="1"/>
          </p:cNvPicPr>
          <p:nvPr/>
        </p:nvPicPr>
        <p:blipFill>
          <a:blip r:embed="rId4" cstate="print"/>
          <a:srcRect/>
          <a:stretch>
            <a:fillRect/>
          </a:stretch>
        </p:blipFill>
        <p:spPr bwMode="auto">
          <a:xfrm>
            <a:off x="3451225" y="4635500"/>
            <a:ext cx="2593975" cy="1773238"/>
          </a:xfrm>
          <a:prstGeom prst="rect">
            <a:avLst/>
          </a:prstGeom>
          <a:noFill/>
          <a:ln w="9525" algn="ctr">
            <a:noFill/>
            <a:miter lim="800000"/>
            <a:headEnd/>
            <a:tailEnd/>
          </a:ln>
        </p:spPr>
      </p:pic>
      <p:sp>
        <p:nvSpPr>
          <p:cNvPr id="26630" name="Text Box 11"/>
          <p:cNvSpPr txBox="1">
            <a:spLocks noChangeArrowheads="1"/>
          </p:cNvSpPr>
          <p:nvPr/>
        </p:nvSpPr>
        <p:spPr bwMode="auto">
          <a:xfrm>
            <a:off x="468313" y="365125"/>
            <a:ext cx="4032250" cy="457200"/>
          </a:xfrm>
          <a:prstGeom prst="rect">
            <a:avLst/>
          </a:prstGeom>
          <a:noFill/>
          <a:ln w="9525" algn="ctr">
            <a:noFill/>
            <a:miter lim="800000"/>
            <a:headEnd/>
            <a:tailEnd/>
          </a:ln>
        </p:spPr>
        <p:txBody>
          <a:bodyPr wrap="none">
            <a:spAutoFit/>
          </a:bodyPr>
          <a:lstStyle/>
          <a:p>
            <a:r>
              <a:rPr lang="en-GB" sz="2400" b="1" dirty="0"/>
              <a:t>Total Harmonic Distortion</a:t>
            </a:r>
            <a:endParaRPr lang="en-US" sz="2400" b="1" dirty="0"/>
          </a:p>
        </p:txBody>
      </p:sp>
      <p:sp>
        <p:nvSpPr>
          <p:cNvPr id="26631" name="Text Box 12"/>
          <p:cNvSpPr txBox="1">
            <a:spLocks noChangeArrowheads="1"/>
          </p:cNvSpPr>
          <p:nvPr/>
        </p:nvSpPr>
        <p:spPr bwMode="auto">
          <a:xfrm>
            <a:off x="468313" y="1341438"/>
            <a:ext cx="2465387" cy="581025"/>
          </a:xfrm>
          <a:prstGeom prst="rect">
            <a:avLst/>
          </a:prstGeom>
          <a:noFill/>
          <a:ln w="9525" algn="ctr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r>
              <a:rPr lang="en-GB" sz="1600" b="0" dirty="0"/>
              <a:t>compare these even harmonic distortions</a:t>
            </a:r>
            <a:endParaRPr lang="en-US" sz="1600" b="0" dirty="0"/>
          </a:p>
        </p:txBody>
      </p:sp>
    </p:spTree>
    <p:extLst>
      <p:ext uri="{BB962C8B-B14F-4D97-AF65-F5344CB8AC3E}">
        <p14:creationId xmlns:p14="http://schemas.microsoft.com/office/powerpoint/2010/main" val="1615585762"/>
      </p:ext>
    </p:extLst>
  </p:cSld>
  <p:clrMapOvr>
    <a:masterClrMapping/>
  </p:clrMapOvr>
</p:sld>
</file>

<file path=ppt/slides/slide8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7650" name="Picture 4"/>
          <p:cNvPicPr>
            <a:picLocks noChangeAspect="1" noChangeArrowheads="1"/>
          </p:cNvPicPr>
          <p:nvPr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468313" y="971550"/>
            <a:ext cx="2593975" cy="1773238"/>
          </a:xfrm>
          <a:prstGeom prst="rect">
            <a:avLst/>
          </a:prstGeom>
          <a:noFill/>
          <a:ln w="9525" algn="ctr">
            <a:noFill/>
            <a:miter lim="800000"/>
            <a:headEnd/>
            <a:tailEnd/>
          </a:ln>
        </p:spPr>
      </p:pic>
      <p:pic>
        <p:nvPicPr>
          <p:cNvPr id="27651" name="Picture 5"/>
          <p:cNvPicPr>
            <a:picLocks noChangeAspect="1" noChangeArrowheads="1"/>
          </p:cNvPicPr>
          <p:nvPr/>
        </p:nvPicPr>
        <p:blipFill>
          <a:blip r:embed="rId3" cstate="print"/>
          <a:srcRect/>
          <a:stretch>
            <a:fillRect/>
          </a:stretch>
        </p:blipFill>
        <p:spPr bwMode="auto">
          <a:xfrm>
            <a:off x="468313" y="2774950"/>
            <a:ext cx="2593975" cy="1773238"/>
          </a:xfrm>
          <a:prstGeom prst="rect">
            <a:avLst/>
          </a:prstGeom>
          <a:noFill/>
          <a:ln w="9525" algn="ctr">
            <a:noFill/>
            <a:miter lim="800000"/>
            <a:headEnd/>
            <a:tailEnd/>
          </a:ln>
        </p:spPr>
      </p:pic>
      <p:pic>
        <p:nvPicPr>
          <p:cNvPr id="27652" name="Picture 6"/>
          <p:cNvPicPr>
            <a:picLocks noChangeAspect="1" noChangeArrowheads="1"/>
          </p:cNvPicPr>
          <p:nvPr/>
        </p:nvPicPr>
        <p:blipFill>
          <a:blip r:embed="rId4" cstate="print"/>
          <a:srcRect/>
          <a:stretch>
            <a:fillRect/>
          </a:stretch>
        </p:blipFill>
        <p:spPr bwMode="auto">
          <a:xfrm>
            <a:off x="2741613" y="4657725"/>
            <a:ext cx="2593975" cy="1773238"/>
          </a:xfrm>
          <a:prstGeom prst="rect">
            <a:avLst/>
          </a:prstGeom>
          <a:noFill/>
          <a:ln w="9525" algn="ctr">
            <a:noFill/>
            <a:miter lim="800000"/>
            <a:headEnd/>
            <a:tailEnd/>
          </a:ln>
        </p:spPr>
      </p:pic>
      <p:sp>
        <p:nvSpPr>
          <p:cNvPr id="27653" name="Text Box 7"/>
          <p:cNvSpPr txBox="1">
            <a:spLocks noChangeArrowheads="1"/>
          </p:cNvSpPr>
          <p:nvPr/>
        </p:nvSpPr>
        <p:spPr bwMode="auto">
          <a:xfrm>
            <a:off x="468313" y="365125"/>
            <a:ext cx="4032250" cy="457200"/>
          </a:xfrm>
          <a:prstGeom prst="rect">
            <a:avLst/>
          </a:prstGeom>
          <a:noFill/>
          <a:ln w="9525" algn="ctr">
            <a:noFill/>
            <a:miter lim="800000"/>
            <a:headEnd/>
            <a:tailEnd/>
          </a:ln>
        </p:spPr>
        <p:txBody>
          <a:bodyPr wrap="none">
            <a:spAutoFit/>
          </a:bodyPr>
          <a:lstStyle/>
          <a:p>
            <a:r>
              <a:rPr lang="en-GB" sz="2400" b="1" dirty="0"/>
              <a:t>Total Harmonic Distortion</a:t>
            </a:r>
            <a:endParaRPr lang="en-US" sz="2400" b="1" dirty="0"/>
          </a:p>
        </p:txBody>
      </p:sp>
      <p:pic>
        <p:nvPicPr>
          <p:cNvPr id="27654" name="Picture 8"/>
          <p:cNvPicPr>
            <a:picLocks noChangeAspect="1" noChangeArrowheads="1"/>
          </p:cNvPicPr>
          <p:nvPr/>
        </p:nvPicPr>
        <p:blipFill>
          <a:blip r:embed="rId5" cstate="print"/>
          <a:srcRect/>
          <a:stretch>
            <a:fillRect/>
          </a:stretch>
        </p:blipFill>
        <p:spPr bwMode="auto">
          <a:xfrm>
            <a:off x="6140450" y="4641850"/>
            <a:ext cx="2593975" cy="1773238"/>
          </a:xfrm>
          <a:prstGeom prst="rect">
            <a:avLst/>
          </a:prstGeom>
          <a:noFill/>
          <a:ln w="9525" algn="ctr">
            <a:noFill/>
            <a:miter lim="800000"/>
            <a:headEnd/>
            <a:tailEnd/>
          </a:ln>
        </p:spPr>
      </p:pic>
      <p:sp>
        <p:nvSpPr>
          <p:cNvPr id="27655" name="Text Box 9"/>
          <p:cNvSpPr txBox="1">
            <a:spLocks noChangeArrowheads="1"/>
          </p:cNvSpPr>
          <p:nvPr/>
        </p:nvSpPr>
        <p:spPr bwMode="auto">
          <a:xfrm>
            <a:off x="3833813" y="1773238"/>
            <a:ext cx="3416300" cy="1600438"/>
          </a:xfrm>
          <a:prstGeom prst="rect">
            <a:avLst/>
          </a:prstGeom>
          <a:noFill/>
          <a:ln w="9525" algn="ctr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r>
              <a:rPr lang="en-GB" sz="1600" b="0" dirty="0"/>
              <a:t>Odd harmonic distortions</a:t>
            </a:r>
          </a:p>
          <a:p>
            <a:endParaRPr lang="en-GB" sz="1600" b="0" dirty="0"/>
          </a:p>
          <a:p>
            <a:r>
              <a:rPr lang="en-GB" sz="1600" b="0" dirty="0"/>
              <a:t>compare the lower two:</a:t>
            </a:r>
          </a:p>
          <a:p>
            <a:r>
              <a:rPr lang="en-GB" sz="1600" b="0" dirty="0"/>
              <a:t>this has higher THD in the 2</a:t>
            </a:r>
            <a:r>
              <a:rPr lang="en-GB" sz="1600" b="0" baseline="30000" dirty="0"/>
              <a:t>nd</a:t>
            </a:r>
            <a:r>
              <a:rPr lang="en-GB" sz="1600" b="0" dirty="0"/>
              <a:t> and 3</a:t>
            </a:r>
            <a:r>
              <a:rPr lang="en-GB" sz="1600" b="0" baseline="30000" dirty="0"/>
              <a:t>rd</a:t>
            </a:r>
            <a:r>
              <a:rPr lang="en-GB" sz="1600" b="0" dirty="0"/>
              <a:t> harmonics</a:t>
            </a:r>
          </a:p>
          <a:p>
            <a:endParaRPr lang="en-GB" sz="1600" b="0" dirty="0"/>
          </a:p>
        </p:txBody>
      </p:sp>
      <p:sp>
        <p:nvSpPr>
          <p:cNvPr id="27656" name="Rectangle 10"/>
          <p:cNvSpPr>
            <a:spLocks noChangeArrowheads="1"/>
          </p:cNvSpPr>
          <p:nvPr/>
        </p:nvSpPr>
        <p:spPr bwMode="auto">
          <a:xfrm>
            <a:off x="5864225" y="3435350"/>
            <a:ext cx="2906713" cy="581025"/>
          </a:xfrm>
          <a:prstGeom prst="rect">
            <a:avLst/>
          </a:prstGeom>
          <a:noFill/>
          <a:ln w="9525" algn="ctr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pPr algn="r"/>
            <a:r>
              <a:rPr lang="en-GB" sz="1600" b="0" dirty="0"/>
              <a:t>… this has lower THD in the 2</a:t>
            </a:r>
            <a:r>
              <a:rPr lang="en-GB" sz="1600" b="0" baseline="30000" dirty="0"/>
              <a:t>nd</a:t>
            </a:r>
            <a:r>
              <a:rPr lang="en-GB" sz="1600" b="0" dirty="0"/>
              <a:t> and 3</a:t>
            </a:r>
            <a:r>
              <a:rPr lang="en-GB" sz="1600" b="0" baseline="30000" dirty="0"/>
              <a:t>rd</a:t>
            </a:r>
            <a:r>
              <a:rPr lang="en-GB" sz="1600" b="0" dirty="0"/>
              <a:t> harmonics</a:t>
            </a:r>
            <a:endParaRPr lang="en-US" sz="1600" b="0" dirty="0"/>
          </a:p>
        </p:txBody>
      </p:sp>
      <p:sp>
        <p:nvSpPr>
          <p:cNvPr id="27657" name="Line 11"/>
          <p:cNvSpPr>
            <a:spLocks noChangeShapeType="1"/>
          </p:cNvSpPr>
          <p:nvPr/>
        </p:nvSpPr>
        <p:spPr bwMode="auto">
          <a:xfrm flipH="1">
            <a:off x="4460875" y="3140075"/>
            <a:ext cx="352425" cy="1284288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 type="triangle" w="med" len="med"/>
          </a:ln>
        </p:spPr>
        <p:txBody>
          <a:bodyPr/>
          <a:lstStyle/>
          <a:p>
            <a:endParaRPr lang="en-GB"/>
          </a:p>
        </p:txBody>
      </p:sp>
      <p:sp>
        <p:nvSpPr>
          <p:cNvPr id="27658" name="Line 14"/>
          <p:cNvSpPr>
            <a:spLocks noChangeShapeType="1"/>
          </p:cNvSpPr>
          <p:nvPr/>
        </p:nvSpPr>
        <p:spPr bwMode="auto">
          <a:xfrm>
            <a:off x="7048500" y="4008438"/>
            <a:ext cx="100013" cy="582612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 type="triangle" w="med" len="med"/>
          </a:ln>
        </p:spPr>
        <p:txBody>
          <a:bodyPr/>
          <a:lstStyle/>
          <a:p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917249144"/>
      </p:ext>
    </p:extLst>
  </p:cSld>
  <p:clrMapOvr>
    <a:masterClrMapping/>
  </p:clrMapOvr>
</p:sld>
</file>

<file path=ppt/slides/slide8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Rectangle 2"/>
          <p:cNvSpPr/>
          <p:nvPr/>
        </p:nvSpPr>
        <p:spPr bwMode="auto">
          <a:xfrm>
            <a:off x="0" y="0"/>
            <a:ext cx="9144000" cy="6858000"/>
          </a:xfrm>
          <a:prstGeom prst="rect">
            <a:avLst/>
          </a:prstGeom>
          <a:solidFill>
            <a:schemeClr val="tx1"/>
          </a:solidFill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GB" sz="16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Lucida Sans Unicode" pitchFamily="34" charset="0"/>
            </a:endParaRPr>
          </a:p>
        </p:txBody>
      </p:sp>
      <p:pic>
        <p:nvPicPr>
          <p:cNvPr id="1026" name="Picture 2" descr="https://i.ytimg.com/vi/tuhA8fc7m1Y/maxresdefault.jpg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0" y="923730"/>
            <a:ext cx="9139853" cy="5141168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3730650784"/>
      </p:ext>
    </p:extLst>
  </p:cSld>
  <p:clrMapOvr>
    <a:masterClrMapping/>
  </p:clrMapOvr>
</p:sld>
</file>

<file path=ppt/slides/slide8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395288" y="2216258"/>
            <a:ext cx="6943159" cy="230832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sz="7200" b="1" dirty="0"/>
              <a:t>From Analogue to Digital</a:t>
            </a:r>
          </a:p>
        </p:txBody>
      </p:sp>
    </p:spTree>
    <p:extLst>
      <p:ext uri="{BB962C8B-B14F-4D97-AF65-F5344CB8AC3E}">
        <p14:creationId xmlns:p14="http://schemas.microsoft.com/office/powerpoint/2010/main" val="2542507932"/>
      </p:ext>
    </p:extLst>
  </p:cSld>
  <p:clrMapOvr>
    <a:masterClrMapping/>
  </p:clrMapOvr>
</p:sld>
</file>

<file path=ppt/slides/slide8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554" name="Freeform 4"/>
          <p:cNvSpPr>
            <a:spLocks/>
          </p:cNvSpPr>
          <p:nvPr/>
        </p:nvSpPr>
        <p:spPr bwMode="auto">
          <a:xfrm>
            <a:off x="431800" y="1658938"/>
            <a:ext cx="6096000" cy="1101725"/>
          </a:xfrm>
          <a:custGeom>
            <a:avLst/>
            <a:gdLst>
              <a:gd name="T0" fmla="*/ 0 w 3840"/>
              <a:gd name="T1" fmla="*/ 502 h 934"/>
              <a:gd name="T2" fmla="*/ 144 w 3840"/>
              <a:gd name="T3" fmla="*/ 118 h 934"/>
              <a:gd name="T4" fmla="*/ 480 w 3840"/>
              <a:gd name="T5" fmla="*/ 886 h 934"/>
              <a:gd name="T6" fmla="*/ 912 w 3840"/>
              <a:gd name="T7" fmla="*/ 406 h 934"/>
              <a:gd name="T8" fmla="*/ 1200 w 3840"/>
              <a:gd name="T9" fmla="*/ 70 h 934"/>
              <a:gd name="T10" fmla="*/ 1632 w 3840"/>
              <a:gd name="T11" fmla="*/ 790 h 934"/>
              <a:gd name="T12" fmla="*/ 1824 w 3840"/>
              <a:gd name="T13" fmla="*/ 838 h 934"/>
              <a:gd name="T14" fmla="*/ 1968 w 3840"/>
              <a:gd name="T15" fmla="*/ 358 h 934"/>
              <a:gd name="T16" fmla="*/ 2048 w 3840"/>
              <a:gd name="T17" fmla="*/ 222 h 934"/>
              <a:gd name="T18" fmla="*/ 2112 w 3840"/>
              <a:gd name="T19" fmla="*/ 70 h 934"/>
              <a:gd name="T20" fmla="*/ 2352 w 3840"/>
              <a:gd name="T21" fmla="*/ 646 h 934"/>
              <a:gd name="T22" fmla="*/ 2544 w 3840"/>
              <a:gd name="T23" fmla="*/ 262 h 934"/>
              <a:gd name="T24" fmla="*/ 2928 w 3840"/>
              <a:gd name="T25" fmla="*/ 838 h 934"/>
              <a:gd name="T26" fmla="*/ 3264 w 3840"/>
              <a:gd name="T27" fmla="*/ 358 h 934"/>
              <a:gd name="T28" fmla="*/ 3456 w 3840"/>
              <a:gd name="T29" fmla="*/ 598 h 934"/>
              <a:gd name="T30" fmla="*/ 3840 w 3840"/>
              <a:gd name="T31" fmla="*/ 502 h 934"/>
              <a:gd name="T32" fmla="*/ 0 60000 65536"/>
              <a:gd name="T33" fmla="*/ 0 60000 65536"/>
              <a:gd name="T34" fmla="*/ 0 60000 65536"/>
              <a:gd name="T35" fmla="*/ 0 60000 65536"/>
              <a:gd name="T36" fmla="*/ 0 60000 65536"/>
              <a:gd name="T37" fmla="*/ 0 60000 65536"/>
              <a:gd name="T38" fmla="*/ 0 60000 65536"/>
              <a:gd name="T39" fmla="*/ 0 60000 65536"/>
              <a:gd name="T40" fmla="*/ 0 60000 65536"/>
              <a:gd name="T41" fmla="*/ 0 60000 65536"/>
              <a:gd name="T42" fmla="*/ 0 60000 65536"/>
              <a:gd name="T43" fmla="*/ 0 60000 65536"/>
              <a:gd name="T44" fmla="*/ 0 60000 65536"/>
              <a:gd name="T45" fmla="*/ 0 60000 65536"/>
              <a:gd name="T46" fmla="*/ 0 60000 65536"/>
              <a:gd name="T47" fmla="*/ 0 60000 65536"/>
              <a:gd name="T48" fmla="*/ 0 w 3840"/>
              <a:gd name="T49" fmla="*/ 0 h 934"/>
              <a:gd name="T50" fmla="*/ 3840 w 3840"/>
              <a:gd name="T51" fmla="*/ 934 h 934"/>
            </a:gdLst>
            <a:ahLst/>
            <a:cxnLst>
              <a:cxn ang="T32">
                <a:pos x="T0" y="T1"/>
              </a:cxn>
              <a:cxn ang="T33">
                <a:pos x="T2" y="T3"/>
              </a:cxn>
              <a:cxn ang="T34">
                <a:pos x="T4" y="T5"/>
              </a:cxn>
              <a:cxn ang="T35">
                <a:pos x="T6" y="T7"/>
              </a:cxn>
              <a:cxn ang="T36">
                <a:pos x="T8" y="T9"/>
              </a:cxn>
              <a:cxn ang="T37">
                <a:pos x="T10" y="T11"/>
              </a:cxn>
              <a:cxn ang="T38">
                <a:pos x="T12" y="T13"/>
              </a:cxn>
              <a:cxn ang="T39">
                <a:pos x="T14" y="T15"/>
              </a:cxn>
              <a:cxn ang="T40">
                <a:pos x="T16" y="T17"/>
              </a:cxn>
              <a:cxn ang="T41">
                <a:pos x="T18" y="T19"/>
              </a:cxn>
              <a:cxn ang="T42">
                <a:pos x="T20" y="T21"/>
              </a:cxn>
              <a:cxn ang="T43">
                <a:pos x="T22" y="T23"/>
              </a:cxn>
              <a:cxn ang="T44">
                <a:pos x="T24" y="T25"/>
              </a:cxn>
              <a:cxn ang="T45">
                <a:pos x="T26" y="T27"/>
              </a:cxn>
              <a:cxn ang="T46">
                <a:pos x="T28" y="T29"/>
              </a:cxn>
              <a:cxn ang="T47">
                <a:pos x="T30" y="T31"/>
              </a:cxn>
            </a:cxnLst>
            <a:rect l="T48" t="T49" r="T50" b="T51"/>
            <a:pathLst>
              <a:path w="3840" h="934">
                <a:moveTo>
                  <a:pt x="0" y="502"/>
                </a:moveTo>
                <a:cubicBezTo>
                  <a:pt x="32" y="278"/>
                  <a:pt x="64" y="54"/>
                  <a:pt x="144" y="118"/>
                </a:cubicBezTo>
                <a:cubicBezTo>
                  <a:pt x="224" y="182"/>
                  <a:pt x="352" y="838"/>
                  <a:pt x="480" y="886"/>
                </a:cubicBezTo>
                <a:cubicBezTo>
                  <a:pt x="608" y="934"/>
                  <a:pt x="792" y="542"/>
                  <a:pt x="912" y="406"/>
                </a:cubicBezTo>
                <a:cubicBezTo>
                  <a:pt x="1032" y="270"/>
                  <a:pt x="1080" y="6"/>
                  <a:pt x="1200" y="70"/>
                </a:cubicBezTo>
                <a:cubicBezTo>
                  <a:pt x="1320" y="134"/>
                  <a:pt x="1528" y="662"/>
                  <a:pt x="1632" y="790"/>
                </a:cubicBezTo>
                <a:cubicBezTo>
                  <a:pt x="1736" y="918"/>
                  <a:pt x="1768" y="910"/>
                  <a:pt x="1824" y="838"/>
                </a:cubicBezTo>
                <a:cubicBezTo>
                  <a:pt x="1880" y="766"/>
                  <a:pt x="1931" y="461"/>
                  <a:pt x="1968" y="358"/>
                </a:cubicBezTo>
                <a:cubicBezTo>
                  <a:pt x="2005" y="255"/>
                  <a:pt x="2024" y="270"/>
                  <a:pt x="2048" y="222"/>
                </a:cubicBezTo>
                <a:cubicBezTo>
                  <a:pt x="2072" y="174"/>
                  <a:pt x="2061" y="0"/>
                  <a:pt x="2112" y="70"/>
                </a:cubicBezTo>
                <a:cubicBezTo>
                  <a:pt x="2163" y="140"/>
                  <a:pt x="2280" y="614"/>
                  <a:pt x="2352" y="646"/>
                </a:cubicBezTo>
                <a:cubicBezTo>
                  <a:pt x="2424" y="678"/>
                  <a:pt x="2448" y="230"/>
                  <a:pt x="2544" y="262"/>
                </a:cubicBezTo>
                <a:cubicBezTo>
                  <a:pt x="2640" y="294"/>
                  <a:pt x="2808" y="822"/>
                  <a:pt x="2928" y="838"/>
                </a:cubicBezTo>
                <a:cubicBezTo>
                  <a:pt x="3048" y="854"/>
                  <a:pt x="3176" y="398"/>
                  <a:pt x="3264" y="358"/>
                </a:cubicBezTo>
                <a:cubicBezTo>
                  <a:pt x="3352" y="318"/>
                  <a:pt x="3360" y="574"/>
                  <a:pt x="3456" y="598"/>
                </a:cubicBezTo>
                <a:cubicBezTo>
                  <a:pt x="3552" y="622"/>
                  <a:pt x="3776" y="518"/>
                  <a:pt x="3840" y="502"/>
                </a:cubicBezTo>
              </a:path>
            </a:pathLst>
          </a:custGeom>
          <a:noFill/>
          <a:ln w="28575" cap="flat" cmpd="sng">
            <a:solidFill>
              <a:schemeClr val="accent1"/>
            </a:solidFill>
            <a:prstDash val="solid"/>
            <a:round/>
            <a:headEnd/>
            <a:tailEnd/>
          </a:ln>
        </p:spPr>
        <p:txBody>
          <a:bodyPr wrap="none" anchor="ctr"/>
          <a:lstStyle/>
          <a:p>
            <a:endParaRPr lang="en-GB"/>
          </a:p>
        </p:txBody>
      </p:sp>
      <p:sp>
        <p:nvSpPr>
          <p:cNvPr id="23555" name="Text Box 5"/>
          <p:cNvSpPr txBox="1">
            <a:spLocks noChangeArrowheads="1"/>
          </p:cNvSpPr>
          <p:nvPr/>
        </p:nvSpPr>
        <p:spPr bwMode="auto">
          <a:xfrm>
            <a:off x="431800" y="382588"/>
            <a:ext cx="4195763" cy="457200"/>
          </a:xfrm>
          <a:prstGeom prst="rect">
            <a:avLst/>
          </a:prstGeom>
          <a:noFill/>
          <a:ln w="9525" algn="ctr">
            <a:noFill/>
            <a:miter lim="800000"/>
            <a:headEnd/>
            <a:tailEnd/>
          </a:ln>
        </p:spPr>
        <p:txBody>
          <a:bodyPr wrap="none">
            <a:spAutoFit/>
          </a:bodyPr>
          <a:lstStyle/>
          <a:p>
            <a:r>
              <a:rPr lang="en-GB" sz="2400" b="1"/>
              <a:t>Analogue vs Digital Signals</a:t>
            </a:r>
          </a:p>
        </p:txBody>
      </p:sp>
      <p:sp>
        <p:nvSpPr>
          <p:cNvPr id="23556" name="Line 7"/>
          <p:cNvSpPr>
            <a:spLocks noChangeShapeType="1"/>
          </p:cNvSpPr>
          <p:nvPr/>
        </p:nvSpPr>
        <p:spPr bwMode="auto">
          <a:xfrm>
            <a:off x="3441700" y="1627188"/>
            <a:ext cx="5353050" cy="0"/>
          </a:xfrm>
          <a:prstGeom prst="line">
            <a:avLst/>
          </a:prstGeom>
          <a:noFill/>
          <a:ln w="9525">
            <a:solidFill>
              <a:schemeClr val="tx1"/>
            </a:solidFill>
            <a:prstDash val="lgDash"/>
            <a:round/>
            <a:headEnd/>
            <a:tailEnd/>
          </a:ln>
        </p:spPr>
        <p:txBody>
          <a:bodyPr/>
          <a:lstStyle/>
          <a:p>
            <a:endParaRPr lang="en-GB"/>
          </a:p>
        </p:txBody>
      </p:sp>
      <p:sp>
        <p:nvSpPr>
          <p:cNvPr id="23557" name="Line 8"/>
          <p:cNvSpPr>
            <a:spLocks noChangeShapeType="1"/>
          </p:cNvSpPr>
          <p:nvPr/>
        </p:nvSpPr>
        <p:spPr bwMode="auto">
          <a:xfrm>
            <a:off x="2878138" y="2782888"/>
            <a:ext cx="5997575" cy="0"/>
          </a:xfrm>
          <a:prstGeom prst="line">
            <a:avLst/>
          </a:prstGeom>
          <a:noFill/>
          <a:ln w="9525">
            <a:solidFill>
              <a:schemeClr val="tx1"/>
            </a:solidFill>
            <a:prstDash val="lgDash"/>
            <a:round/>
            <a:headEnd/>
            <a:tailEnd/>
          </a:ln>
        </p:spPr>
        <p:txBody>
          <a:bodyPr/>
          <a:lstStyle/>
          <a:p>
            <a:endParaRPr lang="en-GB"/>
          </a:p>
        </p:txBody>
      </p:sp>
      <p:sp>
        <p:nvSpPr>
          <p:cNvPr id="23558" name="Text Box 10"/>
          <p:cNvSpPr txBox="1">
            <a:spLocks noChangeArrowheads="1"/>
          </p:cNvSpPr>
          <p:nvPr/>
        </p:nvSpPr>
        <p:spPr bwMode="auto">
          <a:xfrm>
            <a:off x="431800" y="3233738"/>
            <a:ext cx="4011613" cy="2536825"/>
          </a:xfrm>
          <a:prstGeom prst="rect">
            <a:avLst/>
          </a:prstGeom>
          <a:noFill/>
          <a:ln w="9525" algn="ctr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pPr marL="174625" indent="-174625"/>
            <a:r>
              <a:rPr lang="en-GB" sz="1600" b="1"/>
              <a:t>Analogue </a:t>
            </a:r>
          </a:p>
          <a:p>
            <a:pPr marL="174625" indent="-174625">
              <a:buFontTx/>
              <a:buChar char="•"/>
            </a:pPr>
            <a:r>
              <a:rPr lang="en-GB" sz="1600"/>
              <a:t>offers an infinite range from 0 to V volts</a:t>
            </a:r>
          </a:p>
          <a:p>
            <a:pPr marL="174625" indent="-174625">
              <a:buFontTx/>
              <a:buChar char="•"/>
            </a:pPr>
            <a:r>
              <a:rPr lang="en-GB" sz="1600"/>
              <a:t>at any point the signal voltage should be </a:t>
            </a:r>
            <a:r>
              <a:rPr lang="en-GB" sz="1600" i="1"/>
              <a:t>exactly </a:t>
            </a:r>
            <a:r>
              <a:rPr lang="en-GB" sz="1600"/>
              <a:t>a specific voltage</a:t>
            </a:r>
          </a:p>
          <a:p>
            <a:pPr marL="174625" indent="-174625">
              <a:buFontTx/>
              <a:buChar char="•"/>
            </a:pPr>
            <a:r>
              <a:rPr lang="en-GB" sz="1600"/>
              <a:t>but there are many points in the chain where this </a:t>
            </a:r>
            <a:r>
              <a:rPr lang="en-GB" sz="1600" i="1"/>
              <a:t>specific </a:t>
            </a:r>
            <a:r>
              <a:rPr lang="en-GB" sz="1600"/>
              <a:t>voltage may be corrupted and subject to distortion (as previous slide)</a:t>
            </a:r>
          </a:p>
          <a:p>
            <a:pPr marL="174625" indent="-174625">
              <a:buFontTx/>
              <a:buChar char="•"/>
            </a:pPr>
            <a:endParaRPr lang="en-GB" sz="1600" i="1"/>
          </a:p>
        </p:txBody>
      </p:sp>
      <p:sp>
        <p:nvSpPr>
          <p:cNvPr id="23559" name="Text Box 11"/>
          <p:cNvSpPr txBox="1">
            <a:spLocks noChangeArrowheads="1"/>
          </p:cNvSpPr>
          <p:nvPr/>
        </p:nvSpPr>
        <p:spPr bwMode="auto">
          <a:xfrm>
            <a:off x="431800" y="1001713"/>
            <a:ext cx="4011613" cy="336550"/>
          </a:xfrm>
          <a:prstGeom prst="rect">
            <a:avLst/>
          </a:prstGeom>
          <a:noFill/>
          <a:ln w="9525" algn="ctr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pPr marL="174625" indent="-174625"/>
            <a:r>
              <a:rPr lang="en-GB" sz="1600"/>
              <a:t>Range of signal voltage:</a:t>
            </a:r>
          </a:p>
        </p:txBody>
      </p:sp>
      <p:sp>
        <p:nvSpPr>
          <p:cNvPr id="23560" name="Text Box 12"/>
          <p:cNvSpPr txBox="1">
            <a:spLocks noChangeArrowheads="1"/>
          </p:cNvSpPr>
          <p:nvPr/>
        </p:nvSpPr>
        <p:spPr bwMode="auto">
          <a:xfrm>
            <a:off x="4843463" y="3154363"/>
            <a:ext cx="4011612" cy="3270250"/>
          </a:xfrm>
          <a:prstGeom prst="rect">
            <a:avLst/>
          </a:prstGeom>
          <a:noFill/>
          <a:ln w="9525" algn="ctr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pPr marL="174625" indent="-174625"/>
            <a:r>
              <a:rPr lang="en-GB" sz="1600" b="1"/>
              <a:t>Digital </a:t>
            </a:r>
          </a:p>
          <a:p>
            <a:pPr marL="174625" indent="-174625">
              <a:buFontTx/>
              <a:buChar char="•"/>
            </a:pPr>
            <a:r>
              <a:rPr lang="en-GB" sz="1600"/>
              <a:t>offers a choice of only two values</a:t>
            </a:r>
          </a:p>
          <a:p>
            <a:pPr marL="538163" lvl="1" indent="-174625">
              <a:buFontTx/>
              <a:buChar char="•"/>
            </a:pPr>
            <a:r>
              <a:rPr lang="en-GB" sz="1600"/>
              <a:t>Logical “0” = 0 volts</a:t>
            </a:r>
          </a:p>
          <a:p>
            <a:pPr marL="538163" lvl="1" indent="-174625">
              <a:buFontTx/>
              <a:buChar char="•"/>
            </a:pPr>
            <a:r>
              <a:rPr lang="en-GB" sz="1600"/>
              <a:t>Logical “1” = V volts</a:t>
            </a:r>
          </a:p>
          <a:p>
            <a:pPr marL="174625" indent="-174625">
              <a:buFontTx/>
              <a:buChar char="•"/>
            </a:pPr>
            <a:r>
              <a:rPr lang="en-GB" sz="1600"/>
              <a:t>(simplisticly...) a decision point between 0 and V volts</a:t>
            </a:r>
          </a:p>
          <a:p>
            <a:pPr marL="538163" lvl="1" indent="-174625">
              <a:buFontTx/>
              <a:buChar char="•"/>
            </a:pPr>
            <a:r>
              <a:rPr lang="en-GB" sz="1600"/>
              <a:t>above this = “1”</a:t>
            </a:r>
          </a:p>
          <a:p>
            <a:pPr marL="538163" lvl="1" indent="-174625">
              <a:buFontTx/>
              <a:buChar char="•"/>
            </a:pPr>
            <a:r>
              <a:rPr lang="en-GB" sz="1600"/>
              <a:t>below this = “0”</a:t>
            </a:r>
          </a:p>
          <a:p>
            <a:pPr marL="174625" indent="-174625">
              <a:buFontTx/>
              <a:buChar char="•"/>
            </a:pPr>
            <a:r>
              <a:rPr lang="en-GB" sz="1600"/>
              <a:t>we can be (almost) certain that the signal is in either one state or the other</a:t>
            </a:r>
          </a:p>
          <a:p>
            <a:pPr marL="174625" indent="-174625">
              <a:buFontTx/>
              <a:buChar char="•"/>
            </a:pPr>
            <a:r>
              <a:rPr lang="en-GB" sz="1600"/>
              <a:t>allows the signal to suffer much distotion before it is mis-read</a:t>
            </a:r>
          </a:p>
        </p:txBody>
      </p:sp>
      <p:sp>
        <p:nvSpPr>
          <p:cNvPr id="23561" name="Text Box 16"/>
          <p:cNvSpPr txBox="1">
            <a:spLocks noChangeArrowheads="1"/>
          </p:cNvSpPr>
          <p:nvPr/>
        </p:nvSpPr>
        <p:spPr bwMode="auto">
          <a:xfrm>
            <a:off x="1965325" y="2614613"/>
            <a:ext cx="944563" cy="336550"/>
          </a:xfrm>
          <a:prstGeom prst="rect">
            <a:avLst/>
          </a:prstGeom>
          <a:noFill/>
          <a:ln w="9525" algn="ctr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pPr marL="174625" indent="-174625"/>
            <a:r>
              <a:rPr lang="en-GB" sz="1600"/>
              <a:t>0 volts</a:t>
            </a:r>
          </a:p>
        </p:txBody>
      </p:sp>
      <p:sp>
        <p:nvSpPr>
          <p:cNvPr id="23562" name="Text Box 17"/>
          <p:cNvSpPr txBox="1">
            <a:spLocks noChangeArrowheads="1"/>
          </p:cNvSpPr>
          <p:nvPr/>
        </p:nvSpPr>
        <p:spPr bwMode="auto">
          <a:xfrm>
            <a:off x="2611438" y="1484313"/>
            <a:ext cx="944562" cy="336550"/>
          </a:xfrm>
          <a:prstGeom prst="rect">
            <a:avLst/>
          </a:prstGeom>
          <a:noFill/>
          <a:ln w="9525" algn="ctr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pPr marL="174625" indent="-174625"/>
            <a:r>
              <a:rPr lang="en-GB" sz="1600"/>
              <a:t>V volts</a:t>
            </a:r>
          </a:p>
        </p:txBody>
      </p:sp>
      <p:sp>
        <p:nvSpPr>
          <p:cNvPr id="23563" name="Rectangle 19"/>
          <p:cNvSpPr>
            <a:spLocks noChangeArrowheads="1"/>
          </p:cNvSpPr>
          <p:nvPr/>
        </p:nvSpPr>
        <p:spPr bwMode="auto">
          <a:xfrm>
            <a:off x="4208463" y="1789113"/>
            <a:ext cx="2447925" cy="914400"/>
          </a:xfrm>
          <a:prstGeom prst="rect">
            <a:avLst/>
          </a:prstGeom>
          <a:solidFill>
            <a:schemeClr val="bg1"/>
          </a:solidFill>
          <a:ln w="9525" algn="ctr">
            <a:noFill/>
            <a:miter lim="800000"/>
            <a:headEnd/>
            <a:tailEnd/>
          </a:ln>
        </p:spPr>
        <p:txBody>
          <a:bodyPr wrap="none" anchor="ctr"/>
          <a:lstStyle/>
          <a:p>
            <a:endParaRPr lang="en-US"/>
          </a:p>
        </p:txBody>
      </p:sp>
      <p:grpSp>
        <p:nvGrpSpPr>
          <p:cNvPr id="23564" name="Group 22"/>
          <p:cNvGrpSpPr>
            <a:grpSpLocks/>
          </p:cNvGrpSpPr>
          <p:nvPr/>
        </p:nvGrpSpPr>
        <p:grpSpPr bwMode="auto">
          <a:xfrm>
            <a:off x="4975225" y="1654175"/>
            <a:ext cx="2649538" cy="1101725"/>
            <a:chOff x="3134" y="1042"/>
            <a:chExt cx="1669" cy="694"/>
          </a:xfrm>
        </p:grpSpPr>
        <p:sp>
          <p:nvSpPr>
            <p:cNvPr id="23565" name="Line 13"/>
            <p:cNvSpPr>
              <a:spLocks noChangeShapeType="1"/>
            </p:cNvSpPr>
            <p:nvPr/>
          </p:nvSpPr>
          <p:spPr bwMode="auto">
            <a:xfrm>
              <a:off x="3134" y="1736"/>
              <a:ext cx="661" cy="0"/>
            </a:xfrm>
            <a:prstGeom prst="line">
              <a:avLst/>
            </a:prstGeom>
            <a:noFill/>
            <a:ln w="57150">
              <a:solidFill>
                <a:srgbClr val="FF0000"/>
              </a:solidFill>
              <a:round/>
              <a:headEnd/>
              <a:tailEnd/>
            </a:ln>
          </p:spPr>
          <p:txBody>
            <a:bodyPr/>
            <a:lstStyle/>
            <a:p>
              <a:endParaRPr lang="en-GB"/>
            </a:p>
          </p:txBody>
        </p:sp>
        <p:sp>
          <p:nvSpPr>
            <p:cNvPr id="23566" name="Line 14"/>
            <p:cNvSpPr>
              <a:spLocks noChangeShapeType="1"/>
            </p:cNvSpPr>
            <p:nvPr/>
          </p:nvSpPr>
          <p:spPr bwMode="auto">
            <a:xfrm>
              <a:off x="3777" y="1042"/>
              <a:ext cx="814" cy="0"/>
            </a:xfrm>
            <a:prstGeom prst="line">
              <a:avLst/>
            </a:prstGeom>
            <a:noFill/>
            <a:ln w="57150">
              <a:solidFill>
                <a:srgbClr val="FF0000"/>
              </a:solidFill>
              <a:round/>
              <a:headEnd/>
              <a:tailEnd/>
            </a:ln>
          </p:spPr>
          <p:txBody>
            <a:bodyPr/>
            <a:lstStyle/>
            <a:p>
              <a:endParaRPr lang="en-GB"/>
            </a:p>
          </p:txBody>
        </p:sp>
        <p:sp>
          <p:nvSpPr>
            <p:cNvPr id="23567" name="Line 15"/>
            <p:cNvSpPr>
              <a:spLocks noChangeShapeType="1"/>
            </p:cNvSpPr>
            <p:nvPr/>
          </p:nvSpPr>
          <p:spPr bwMode="auto">
            <a:xfrm flipV="1">
              <a:off x="3762" y="1042"/>
              <a:ext cx="33" cy="694"/>
            </a:xfrm>
            <a:prstGeom prst="line">
              <a:avLst/>
            </a:prstGeom>
            <a:noFill/>
            <a:ln w="57150">
              <a:solidFill>
                <a:srgbClr val="FF0000"/>
              </a:solidFill>
              <a:round/>
              <a:headEnd/>
              <a:tailEnd/>
            </a:ln>
          </p:spPr>
          <p:txBody>
            <a:bodyPr/>
            <a:lstStyle/>
            <a:p>
              <a:endParaRPr lang="en-GB"/>
            </a:p>
          </p:txBody>
        </p:sp>
        <p:sp>
          <p:nvSpPr>
            <p:cNvPr id="23568" name="Line 18"/>
            <p:cNvSpPr>
              <a:spLocks noChangeShapeType="1"/>
            </p:cNvSpPr>
            <p:nvPr/>
          </p:nvSpPr>
          <p:spPr bwMode="auto">
            <a:xfrm>
              <a:off x="3176" y="1389"/>
              <a:ext cx="1627" cy="0"/>
            </a:xfrm>
            <a:prstGeom prst="line">
              <a:avLst/>
            </a:prstGeom>
            <a:noFill/>
            <a:ln w="28575">
              <a:solidFill>
                <a:srgbClr val="FF0000"/>
              </a:solidFill>
              <a:prstDash val="dash"/>
              <a:round/>
              <a:headEnd/>
              <a:tailEnd/>
            </a:ln>
          </p:spPr>
          <p:txBody>
            <a:bodyPr/>
            <a:lstStyle/>
            <a:p>
              <a:endParaRPr lang="en-GB"/>
            </a:p>
          </p:txBody>
        </p:sp>
      </p:grpSp>
    </p:spTree>
    <p:extLst>
      <p:ext uri="{BB962C8B-B14F-4D97-AF65-F5344CB8AC3E}">
        <p14:creationId xmlns:p14="http://schemas.microsoft.com/office/powerpoint/2010/main" val="987891229"/>
      </p:ext>
    </p:extLst>
  </p:cSld>
  <p:clrMapOvr>
    <a:masterClrMapping/>
  </p:clrMapOvr>
</p:sld>
</file>

<file path=ppt/slides/slide8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578" name="Line 5"/>
          <p:cNvSpPr>
            <a:spLocks noChangeShapeType="1"/>
          </p:cNvSpPr>
          <p:nvPr/>
        </p:nvSpPr>
        <p:spPr bwMode="auto">
          <a:xfrm>
            <a:off x="3441700" y="1476186"/>
            <a:ext cx="5353050" cy="0"/>
          </a:xfrm>
          <a:prstGeom prst="line">
            <a:avLst/>
          </a:prstGeom>
          <a:noFill/>
          <a:ln w="9525">
            <a:solidFill>
              <a:schemeClr val="tx1"/>
            </a:solidFill>
            <a:prstDash val="lgDash"/>
            <a:round/>
            <a:headEnd/>
            <a:tailEnd/>
          </a:ln>
        </p:spPr>
        <p:txBody>
          <a:bodyPr/>
          <a:lstStyle/>
          <a:p>
            <a:endParaRPr lang="en-GB"/>
          </a:p>
        </p:txBody>
      </p:sp>
      <p:sp>
        <p:nvSpPr>
          <p:cNvPr id="24579" name="Line 6"/>
          <p:cNvSpPr>
            <a:spLocks noChangeShapeType="1"/>
          </p:cNvSpPr>
          <p:nvPr/>
        </p:nvSpPr>
        <p:spPr bwMode="auto">
          <a:xfrm>
            <a:off x="2878138" y="2631886"/>
            <a:ext cx="5997575" cy="0"/>
          </a:xfrm>
          <a:prstGeom prst="line">
            <a:avLst/>
          </a:prstGeom>
          <a:noFill/>
          <a:ln w="9525">
            <a:solidFill>
              <a:schemeClr val="tx1"/>
            </a:solidFill>
            <a:prstDash val="lgDash"/>
            <a:round/>
            <a:headEnd/>
            <a:tailEnd/>
          </a:ln>
        </p:spPr>
        <p:txBody>
          <a:bodyPr/>
          <a:lstStyle/>
          <a:p>
            <a:endParaRPr lang="en-GB"/>
          </a:p>
        </p:txBody>
      </p:sp>
      <p:sp>
        <p:nvSpPr>
          <p:cNvPr id="24580" name="Text Box 7"/>
          <p:cNvSpPr txBox="1">
            <a:spLocks noChangeArrowheads="1"/>
          </p:cNvSpPr>
          <p:nvPr/>
        </p:nvSpPr>
        <p:spPr bwMode="auto">
          <a:xfrm>
            <a:off x="1965325" y="2463611"/>
            <a:ext cx="944563" cy="336550"/>
          </a:xfrm>
          <a:prstGeom prst="rect">
            <a:avLst/>
          </a:prstGeom>
          <a:noFill/>
          <a:ln w="9525" algn="ctr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pPr marL="174625" indent="-174625"/>
            <a:r>
              <a:rPr lang="en-GB" sz="1600"/>
              <a:t>0 volts</a:t>
            </a:r>
          </a:p>
        </p:txBody>
      </p:sp>
      <p:sp>
        <p:nvSpPr>
          <p:cNvPr id="24581" name="Text Box 8"/>
          <p:cNvSpPr txBox="1">
            <a:spLocks noChangeArrowheads="1"/>
          </p:cNvSpPr>
          <p:nvPr/>
        </p:nvSpPr>
        <p:spPr bwMode="auto">
          <a:xfrm>
            <a:off x="2611438" y="1333311"/>
            <a:ext cx="944562" cy="336550"/>
          </a:xfrm>
          <a:prstGeom prst="rect">
            <a:avLst/>
          </a:prstGeom>
          <a:noFill/>
          <a:ln w="9525" algn="ctr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pPr marL="174625" indent="-174625"/>
            <a:r>
              <a:rPr lang="en-GB" sz="1600"/>
              <a:t>V volts</a:t>
            </a:r>
          </a:p>
        </p:txBody>
      </p:sp>
      <p:sp>
        <p:nvSpPr>
          <p:cNvPr id="24582" name="Text Box 26"/>
          <p:cNvSpPr txBox="1">
            <a:spLocks noChangeArrowheads="1"/>
          </p:cNvSpPr>
          <p:nvPr/>
        </p:nvSpPr>
        <p:spPr bwMode="auto">
          <a:xfrm>
            <a:off x="431800" y="382588"/>
            <a:ext cx="5313363" cy="457200"/>
          </a:xfrm>
          <a:prstGeom prst="rect">
            <a:avLst/>
          </a:prstGeom>
          <a:noFill/>
          <a:ln w="9525" algn="ctr">
            <a:noFill/>
            <a:miter lim="800000"/>
            <a:headEnd/>
            <a:tailEnd/>
          </a:ln>
        </p:spPr>
        <p:txBody>
          <a:bodyPr wrap="none">
            <a:spAutoFit/>
          </a:bodyPr>
          <a:lstStyle/>
          <a:p>
            <a:r>
              <a:rPr lang="en-GB" sz="2400" b="1"/>
              <a:t>Distortion Affecting Digital Signals</a:t>
            </a:r>
          </a:p>
        </p:txBody>
      </p:sp>
      <p:sp>
        <p:nvSpPr>
          <p:cNvPr id="24583" name="Freeform 35"/>
          <p:cNvSpPr>
            <a:spLocks/>
          </p:cNvSpPr>
          <p:nvPr/>
        </p:nvSpPr>
        <p:spPr bwMode="auto">
          <a:xfrm>
            <a:off x="496888" y="1498411"/>
            <a:ext cx="8364537" cy="1122362"/>
          </a:xfrm>
          <a:custGeom>
            <a:avLst/>
            <a:gdLst>
              <a:gd name="T0" fmla="*/ 0 w 5269"/>
              <a:gd name="T1" fmla="*/ 655 h 707"/>
              <a:gd name="T2" fmla="*/ 102 w 5269"/>
              <a:gd name="T3" fmla="*/ 604 h 707"/>
              <a:gd name="T4" fmla="*/ 136 w 5269"/>
              <a:gd name="T5" fmla="*/ 570 h 707"/>
              <a:gd name="T6" fmla="*/ 170 w 5269"/>
              <a:gd name="T7" fmla="*/ 503 h 707"/>
              <a:gd name="T8" fmla="*/ 238 w 5269"/>
              <a:gd name="T9" fmla="*/ 367 h 707"/>
              <a:gd name="T10" fmla="*/ 255 w 5269"/>
              <a:gd name="T11" fmla="*/ 265 h 707"/>
              <a:gd name="T12" fmla="*/ 271 w 5269"/>
              <a:gd name="T13" fmla="*/ 215 h 707"/>
              <a:gd name="T14" fmla="*/ 288 w 5269"/>
              <a:gd name="T15" fmla="*/ 96 h 707"/>
              <a:gd name="T16" fmla="*/ 356 w 5269"/>
              <a:gd name="T17" fmla="*/ 79 h 707"/>
              <a:gd name="T18" fmla="*/ 390 w 5269"/>
              <a:gd name="T19" fmla="*/ 62 h 707"/>
              <a:gd name="T20" fmla="*/ 458 w 5269"/>
              <a:gd name="T21" fmla="*/ 79 h 707"/>
              <a:gd name="T22" fmla="*/ 509 w 5269"/>
              <a:gd name="T23" fmla="*/ 130 h 707"/>
              <a:gd name="T24" fmla="*/ 610 w 5269"/>
              <a:gd name="T25" fmla="*/ 147 h 707"/>
              <a:gd name="T26" fmla="*/ 627 w 5269"/>
              <a:gd name="T27" fmla="*/ 181 h 707"/>
              <a:gd name="T28" fmla="*/ 644 w 5269"/>
              <a:gd name="T29" fmla="*/ 249 h 707"/>
              <a:gd name="T30" fmla="*/ 712 w 5269"/>
              <a:gd name="T31" fmla="*/ 282 h 707"/>
              <a:gd name="T32" fmla="*/ 780 w 5269"/>
              <a:gd name="T33" fmla="*/ 469 h 707"/>
              <a:gd name="T34" fmla="*/ 814 w 5269"/>
              <a:gd name="T35" fmla="*/ 570 h 707"/>
              <a:gd name="T36" fmla="*/ 831 w 5269"/>
              <a:gd name="T37" fmla="*/ 604 h 707"/>
              <a:gd name="T38" fmla="*/ 966 w 5269"/>
              <a:gd name="T39" fmla="*/ 655 h 707"/>
              <a:gd name="T40" fmla="*/ 1102 w 5269"/>
              <a:gd name="T41" fmla="*/ 638 h 707"/>
              <a:gd name="T42" fmla="*/ 1169 w 5269"/>
              <a:gd name="T43" fmla="*/ 604 h 707"/>
              <a:gd name="T44" fmla="*/ 1186 w 5269"/>
              <a:gd name="T45" fmla="*/ 570 h 707"/>
              <a:gd name="T46" fmla="*/ 1254 w 5269"/>
              <a:gd name="T47" fmla="*/ 503 h 707"/>
              <a:gd name="T48" fmla="*/ 1288 w 5269"/>
              <a:gd name="T49" fmla="*/ 299 h 707"/>
              <a:gd name="T50" fmla="*/ 1322 w 5269"/>
              <a:gd name="T51" fmla="*/ 282 h 707"/>
              <a:gd name="T52" fmla="*/ 1356 w 5269"/>
              <a:gd name="T53" fmla="*/ 249 h 707"/>
              <a:gd name="T54" fmla="*/ 1407 w 5269"/>
              <a:gd name="T55" fmla="*/ 96 h 707"/>
              <a:gd name="T56" fmla="*/ 1542 w 5269"/>
              <a:gd name="T57" fmla="*/ 113 h 707"/>
              <a:gd name="T58" fmla="*/ 1576 w 5269"/>
              <a:gd name="T59" fmla="*/ 130 h 707"/>
              <a:gd name="T60" fmla="*/ 1830 w 5269"/>
              <a:gd name="T61" fmla="*/ 96 h 707"/>
              <a:gd name="T62" fmla="*/ 2067 w 5269"/>
              <a:gd name="T63" fmla="*/ 28 h 707"/>
              <a:gd name="T64" fmla="*/ 2287 w 5269"/>
              <a:gd name="T65" fmla="*/ 79 h 707"/>
              <a:gd name="T66" fmla="*/ 2830 w 5269"/>
              <a:gd name="T67" fmla="*/ 62 h 707"/>
              <a:gd name="T68" fmla="*/ 2863 w 5269"/>
              <a:gd name="T69" fmla="*/ 147 h 707"/>
              <a:gd name="T70" fmla="*/ 2965 w 5269"/>
              <a:gd name="T71" fmla="*/ 384 h 707"/>
              <a:gd name="T72" fmla="*/ 2999 w 5269"/>
              <a:gd name="T73" fmla="*/ 520 h 707"/>
              <a:gd name="T74" fmla="*/ 3033 w 5269"/>
              <a:gd name="T75" fmla="*/ 587 h 707"/>
              <a:gd name="T76" fmla="*/ 3135 w 5269"/>
              <a:gd name="T77" fmla="*/ 655 h 707"/>
              <a:gd name="T78" fmla="*/ 3389 w 5269"/>
              <a:gd name="T79" fmla="*/ 672 h 707"/>
              <a:gd name="T80" fmla="*/ 3626 w 5269"/>
              <a:gd name="T81" fmla="*/ 638 h 707"/>
              <a:gd name="T82" fmla="*/ 3711 w 5269"/>
              <a:gd name="T83" fmla="*/ 249 h 707"/>
              <a:gd name="T84" fmla="*/ 3744 w 5269"/>
              <a:gd name="T85" fmla="*/ 181 h 707"/>
              <a:gd name="T86" fmla="*/ 3931 w 5269"/>
              <a:gd name="T87" fmla="*/ 96 h 707"/>
              <a:gd name="T88" fmla="*/ 4151 w 5269"/>
              <a:gd name="T89" fmla="*/ 79 h 707"/>
              <a:gd name="T90" fmla="*/ 4168 w 5269"/>
              <a:gd name="T91" fmla="*/ 113 h 707"/>
              <a:gd name="T92" fmla="*/ 4236 w 5269"/>
              <a:gd name="T93" fmla="*/ 181 h 707"/>
              <a:gd name="T94" fmla="*/ 4270 w 5269"/>
              <a:gd name="T95" fmla="*/ 249 h 707"/>
              <a:gd name="T96" fmla="*/ 4388 w 5269"/>
              <a:gd name="T97" fmla="*/ 503 h 707"/>
              <a:gd name="T98" fmla="*/ 4439 w 5269"/>
              <a:gd name="T99" fmla="*/ 638 h 707"/>
              <a:gd name="T100" fmla="*/ 4507 w 5269"/>
              <a:gd name="T101" fmla="*/ 672 h 707"/>
              <a:gd name="T102" fmla="*/ 4913 w 5269"/>
              <a:gd name="T103" fmla="*/ 621 h 707"/>
              <a:gd name="T104" fmla="*/ 4981 w 5269"/>
              <a:gd name="T105" fmla="*/ 638 h 707"/>
              <a:gd name="T106" fmla="*/ 5015 w 5269"/>
              <a:gd name="T107" fmla="*/ 672 h 707"/>
              <a:gd name="T108" fmla="*/ 5269 w 5269"/>
              <a:gd name="T109" fmla="*/ 655 h 707"/>
              <a:gd name="T110" fmla="*/ 0 60000 65536"/>
              <a:gd name="T111" fmla="*/ 0 60000 65536"/>
              <a:gd name="T112" fmla="*/ 0 60000 65536"/>
              <a:gd name="T113" fmla="*/ 0 60000 65536"/>
              <a:gd name="T114" fmla="*/ 0 60000 65536"/>
              <a:gd name="T115" fmla="*/ 0 60000 65536"/>
              <a:gd name="T116" fmla="*/ 0 60000 65536"/>
              <a:gd name="T117" fmla="*/ 0 60000 65536"/>
              <a:gd name="T118" fmla="*/ 0 60000 65536"/>
              <a:gd name="T119" fmla="*/ 0 60000 65536"/>
              <a:gd name="T120" fmla="*/ 0 60000 65536"/>
              <a:gd name="T121" fmla="*/ 0 60000 65536"/>
              <a:gd name="T122" fmla="*/ 0 60000 65536"/>
              <a:gd name="T123" fmla="*/ 0 60000 65536"/>
              <a:gd name="T124" fmla="*/ 0 60000 65536"/>
              <a:gd name="T125" fmla="*/ 0 60000 65536"/>
              <a:gd name="T126" fmla="*/ 0 60000 65536"/>
              <a:gd name="T127" fmla="*/ 0 60000 65536"/>
              <a:gd name="T128" fmla="*/ 0 60000 65536"/>
              <a:gd name="T129" fmla="*/ 0 60000 65536"/>
              <a:gd name="T130" fmla="*/ 0 60000 65536"/>
              <a:gd name="T131" fmla="*/ 0 60000 65536"/>
              <a:gd name="T132" fmla="*/ 0 60000 65536"/>
              <a:gd name="T133" fmla="*/ 0 60000 65536"/>
              <a:gd name="T134" fmla="*/ 0 60000 65536"/>
              <a:gd name="T135" fmla="*/ 0 60000 65536"/>
              <a:gd name="T136" fmla="*/ 0 60000 65536"/>
              <a:gd name="T137" fmla="*/ 0 60000 65536"/>
              <a:gd name="T138" fmla="*/ 0 60000 65536"/>
              <a:gd name="T139" fmla="*/ 0 60000 65536"/>
              <a:gd name="T140" fmla="*/ 0 60000 65536"/>
              <a:gd name="T141" fmla="*/ 0 60000 65536"/>
              <a:gd name="T142" fmla="*/ 0 60000 65536"/>
              <a:gd name="T143" fmla="*/ 0 60000 65536"/>
              <a:gd name="T144" fmla="*/ 0 60000 65536"/>
              <a:gd name="T145" fmla="*/ 0 60000 65536"/>
              <a:gd name="T146" fmla="*/ 0 60000 65536"/>
              <a:gd name="T147" fmla="*/ 0 60000 65536"/>
              <a:gd name="T148" fmla="*/ 0 60000 65536"/>
              <a:gd name="T149" fmla="*/ 0 60000 65536"/>
              <a:gd name="T150" fmla="*/ 0 60000 65536"/>
              <a:gd name="T151" fmla="*/ 0 60000 65536"/>
              <a:gd name="T152" fmla="*/ 0 60000 65536"/>
              <a:gd name="T153" fmla="*/ 0 60000 65536"/>
              <a:gd name="T154" fmla="*/ 0 60000 65536"/>
              <a:gd name="T155" fmla="*/ 0 60000 65536"/>
              <a:gd name="T156" fmla="*/ 0 60000 65536"/>
              <a:gd name="T157" fmla="*/ 0 60000 65536"/>
              <a:gd name="T158" fmla="*/ 0 60000 65536"/>
              <a:gd name="T159" fmla="*/ 0 60000 65536"/>
              <a:gd name="T160" fmla="*/ 0 60000 65536"/>
              <a:gd name="T161" fmla="*/ 0 60000 65536"/>
              <a:gd name="T162" fmla="*/ 0 60000 65536"/>
              <a:gd name="T163" fmla="*/ 0 60000 65536"/>
              <a:gd name="T164" fmla="*/ 0 60000 65536"/>
              <a:gd name="T165" fmla="*/ 0 w 5269"/>
              <a:gd name="T166" fmla="*/ 0 h 707"/>
              <a:gd name="T167" fmla="*/ 5269 w 5269"/>
              <a:gd name="T168" fmla="*/ 707 h 707"/>
            </a:gdLst>
            <a:ahLst/>
            <a:cxnLst>
              <a:cxn ang="T110">
                <a:pos x="T0" y="T1"/>
              </a:cxn>
              <a:cxn ang="T111">
                <a:pos x="T2" y="T3"/>
              </a:cxn>
              <a:cxn ang="T112">
                <a:pos x="T4" y="T5"/>
              </a:cxn>
              <a:cxn ang="T113">
                <a:pos x="T6" y="T7"/>
              </a:cxn>
              <a:cxn ang="T114">
                <a:pos x="T8" y="T9"/>
              </a:cxn>
              <a:cxn ang="T115">
                <a:pos x="T10" y="T11"/>
              </a:cxn>
              <a:cxn ang="T116">
                <a:pos x="T12" y="T13"/>
              </a:cxn>
              <a:cxn ang="T117">
                <a:pos x="T14" y="T15"/>
              </a:cxn>
              <a:cxn ang="T118">
                <a:pos x="T16" y="T17"/>
              </a:cxn>
              <a:cxn ang="T119">
                <a:pos x="T18" y="T19"/>
              </a:cxn>
              <a:cxn ang="T120">
                <a:pos x="T20" y="T21"/>
              </a:cxn>
              <a:cxn ang="T121">
                <a:pos x="T22" y="T23"/>
              </a:cxn>
              <a:cxn ang="T122">
                <a:pos x="T24" y="T25"/>
              </a:cxn>
              <a:cxn ang="T123">
                <a:pos x="T26" y="T27"/>
              </a:cxn>
              <a:cxn ang="T124">
                <a:pos x="T28" y="T29"/>
              </a:cxn>
              <a:cxn ang="T125">
                <a:pos x="T30" y="T31"/>
              </a:cxn>
              <a:cxn ang="T126">
                <a:pos x="T32" y="T33"/>
              </a:cxn>
              <a:cxn ang="T127">
                <a:pos x="T34" y="T35"/>
              </a:cxn>
              <a:cxn ang="T128">
                <a:pos x="T36" y="T37"/>
              </a:cxn>
              <a:cxn ang="T129">
                <a:pos x="T38" y="T39"/>
              </a:cxn>
              <a:cxn ang="T130">
                <a:pos x="T40" y="T41"/>
              </a:cxn>
              <a:cxn ang="T131">
                <a:pos x="T42" y="T43"/>
              </a:cxn>
              <a:cxn ang="T132">
                <a:pos x="T44" y="T45"/>
              </a:cxn>
              <a:cxn ang="T133">
                <a:pos x="T46" y="T47"/>
              </a:cxn>
              <a:cxn ang="T134">
                <a:pos x="T48" y="T49"/>
              </a:cxn>
              <a:cxn ang="T135">
                <a:pos x="T50" y="T51"/>
              </a:cxn>
              <a:cxn ang="T136">
                <a:pos x="T52" y="T53"/>
              </a:cxn>
              <a:cxn ang="T137">
                <a:pos x="T54" y="T55"/>
              </a:cxn>
              <a:cxn ang="T138">
                <a:pos x="T56" y="T57"/>
              </a:cxn>
              <a:cxn ang="T139">
                <a:pos x="T58" y="T59"/>
              </a:cxn>
              <a:cxn ang="T140">
                <a:pos x="T60" y="T61"/>
              </a:cxn>
              <a:cxn ang="T141">
                <a:pos x="T62" y="T63"/>
              </a:cxn>
              <a:cxn ang="T142">
                <a:pos x="T64" y="T65"/>
              </a:cxn>
              <a:cxn ang="T143">
                <a:pos x="T66" y="T67"/>
              </a:cxn>
              <a:cxn ang="T144">
                <a:pos x="T68" y="T69"/>
              </a:cxn>
              <a:cxn ang="T145">
                <a:pos x="T70" y="T71"/>
              </a:cxn>
              <a:cxn ang="T146">
                <a:pos x="T72" y="T73"/>
              </a:cxn>
              <a:cxn ang="T147">
                <a:pos x="T74" y="T75"/>
              </a:cxn>
              <a:cxn ang="T148">
                <a:pos x="T76" y="T77"/>
              </a:cxn>
              <a:cxn ang="T149">
                <a:pos x="T78" y="T79"/>
              </a:cxn>
              <a:cxn ang="T150">
                <a:pos x="T80" y="T81"/>
              </a:cxn>
              <a:cxn ang="T151">
                <a:pos x="T82" y="T83"/>
              </a:cxn>
              <a:cxn ang="T152">
                <a:pos x="T84" y="T85"/>
              </a:cxn>
              <a:cxn ang="T153">
                <a:pos x="T86" y="T87"/>
              </a:cxn>
              <a:cxn ang="T154">
                <a:pos x="T88" y="T89"/>
              </a:cxn>
              <a:cxn ang="T155">
                <a:pos x="T90" y="T91"/>
              </a:cxn>
              <a:cxn ang="T156">
                <a:pos x="T92" y="T93"/>
              </a:cxn>
              <a:cxn ang="T157">
                <a:pos x="T94" y="T95"/>
              </a:cxn>
              <a:cxn ang="T158">
                <a:pos x="T96" y="T97"/>
              </a:cxn>
              <a:cxn ang="T159">
                <a:pos x="T98" y="T99"/>
              </a:cxn>
              <a:cxn ang="T160">
                <a:pos x="T100" y="T101"/>
              </a:cxn>
              <a:cxn ang="T161">
                <a:pos x="T102" y="T103"/>
              </a:cxn>
              <a:cxn ang="T162">
                <a:pos x="T104" y="T105"/>
              </a:cxn>
              <a:cxn ang="T163">
                <a:pos x="T106" y="T107"/>
              </a:cxn>
              <a:cxn ang="T164">
                <a:pos x="T108" y="T109"/>
              </a:cxn>
            </a:cxnLst>
            <a:rect l="T165" t="T166" r="T167" b="T168"/>
            <a:pathLst>
              <a:path w="5269" h="707">
                <a:moveTo>
                  <a:pt x="0" y="655"/>
                </a:moveTo>
                <a:cubicBezTo>
                  <a:pt x="138" y="627"/>
                  <a:pt x="54" y="667"/>
                  <a:pt x="102" y="604"/>
                </a:cubicBezTo>
                <a:cubicBezTo>
                  <a:pt x="112" y="591"/>
                  <a:pt x="127" y="583"/>
                  <a:pt x="136" y="570"/>
                </a:cubicBezTo>
                <a:cubicBezTo>
                  <a:pt x="150" y="549"/>
                  <a:pt x="170" y="503"/>
                  <a:pt x="170" y="503"/>
                </a:cubicBezTo>
                <a:cubicBezTo>
                  <a:pt x="184" y="433"/>
                  <a:pt x="177" y="398"/>
                  <a:pt x="238" y="367"/>
                </a:cubicBezTo>
                <a:cubicBezTo>
                  <a:pt x="244" y="333"/>
                  <a:pt x="248" y="299"/>
                  <a:pt x="255" y="265"/>
                </a:cubicBezTo>
                <a:cubicBezTo>
                  <a:pt x="259" y="248"/>
                  <a:pt x="268" y="232"/>
                  <a:pt x="271" y="215"/>
                </a:cubicBezTo>
                <a:cubicBezTo>
                  <a:pt x="279" y="176"/>
                  <a:pt x="267" y="130"/>
                  <a:pt x="288" y="96"/>
                </a:cubicBezTo>
                <a:cubicBezTo>
                  <a:pt x="300" y="76"/>
                  <a:pt x="334" y="86"/>
                  <a:pt x="356" y="79"/>
                </a:cubicBezTo>
                <a:cubicBezTo>
                  <a:pt x="368" y="75"/>
                  <a:pt x="379" y="68"/>
                  <a:pt x="390" y="62"/>
                </a:cubicBezTo>
                <a:cubicBezTo>
                  <a:pt x="413" y="68"/>
                  <a:pt x="438" y="67"/>
                  <a:pt x="458" y="79"/>
                </a:cubicBezTo>
                <a:cubicBezTo>
                  <a:pt x="540" y="128"/>
                  <a:pt x="405" y="104"/>
                  <a:pt x="509" y="130"/>
                </a:cubicBezTo>
                <a:cubicBezTo>
                  <a:pt x="542" y="138"/>
                  <a:pt x="576" y="141"/>
                  <a:pt x="610" y="147"/>
                </a:cubicBezTo>
                <a:cubicBezTo>
                  <a:pt x="616" y="158"/>
                  <a:pt x="623" y="169"/>
                  <a:pt x="627" y="181"/>
                </a:cubicBezTo>
                <a:cubicBezTo>
                  <a:pt x="634" y="203"/>
                  <a:pt x="629" y="231"/>
                  <a:pt x="644" y="249"/>
                </a:cubicBezTo>
                <a:cubicBezTo>
                  <a:pt x="660" y="268"/>
                  <a:pt x="712" y="282"/>
                  <a:pt x="712" y="282"/>
                </a:cubicBezTo>
                <a:cubicBezTo>
                  <a:pt x="745" y="347"/>
                  <a:pt x="759" y="399"/>
                  <a:pt x="780" y="469"/>
                </a:cubicBezTo>
                <a:cubicBezTo>
                  <a:pt x="790" y="503"/>
                  <a:pt x="798" y="538"/>
                  <a:pt x="814" y="570"/>
                </a:cubicBezTo>
                <a:cubicBezTo>
                  <a:pt x="820" y="581"/>
                  <a:pt x="821" y="596"/>
                  <a:pt x="831" y="604"/>
                </a:cubicBezTo>
                <a:cubicBezTo>
                  <a:pt x="871" y="637"/>
                  <a:pt x="918" y="643"/>
                  <a:pt x="966" y="655"/>
                </a:cubicBezTo>
                <a:cubicBezTo>
                  <a:pt x="1011" y="649"/>
                  <a:pt x="1058" y="649"/>
                  <a:pt x="1102" y="638"/>
                </a:cubicBezTo>
                <a:cubicBezTo>
                  <a:pt x="1126" y="632"/>
                  <a:pt x="1169" y="604"/>
                  <a:pt x="1169" y="604"/>
                </a:cubicBezTo>
                <a:cubicBezTo>
                  <a:pt x="1175" y="593"/>
                  <a:pt x="1178" y="580"/>
                  <a:pt x="1186" y="570"/>
                </a:cubicBezTo>
                <a:cubicBezTo>
                  <a:pt x="1206" y="546"/>
                  <a:pt x="1254" y="503"/>
                  <a:pt x="1254" y="503"/>
                </a:cubicBezTo>
                <a:cubicBezTo>
                  <a:pt x="1263" y="435"/>
                  <a:pt x="1253" y="358"/>
                  <a:pt x="1288" y="299"/>
                </a:cubicBezTo>
                <a:cubicBezTo>
                  <a:pt x="1295" y="288"/>
                  <a:pt x="1312" y="290"/>
                  <a:pt x="1322" y="282"/>
                </a:cubicBezTo>
                <a:cubicBezTo>
                  <a:pt x="1335" y="273"/>
                  <a:pt x="1345" y="260"/>
                  <a:pt x="1356" y="249"/>
                </a:cubicBezTo>
                <a:cubicBezTo>
                  <a:pt x="1370" y="195"/>
                  <a:pt x="1382" y="146"/>
                  <a:pt x="1407" y="96"/>
                </a:cubicBezTo>
                <a:cubicBezTo>
                  <a:pt x="1452" y="102"/>
                  <a:pt x="1498" y="104"/>
                  <a:pt x="1542" y="113"/>
                </a:cubicBezTo>
                <a:cubicBezTo>
                  <a:pt x="1554" y="115"/>
                  <a:pt x="1563" y="130"/>
                  <a:pt x="1576" y="130"/>
                </a:cubicBezTo>
                <a:cubicBezTo>
                  <a:pt x="1597" y="130"/>
                  <a:pt x="1802" y="100"/>
                  <a:pt x="1830" y="96"/>
                </a:cubicBezTo>
                <a:cubicBezTo>
                  <a:pt x="1911" y="55"/>
                  <a:pt x="1975" y="44"/>
                  <a:pt x="2067" y="28"/>
                </a:cubicBezTo>
                <a:cubicBezTo>
                  <a:pt x="2177" y="42"/>
                  <a:pt x="2199" y="49"/>
                  <a:pt x="2287" y="79"/>
                </a:cubicBezTo>
                <a:cubicBezTo>
                  <a:pt x="2509" y="67"/>
                  <a:pt x="2627" y="42"/>
                  <a:pt x="2830" y="62"/>
                </a:cubicBezTo>
                <a:cubicBezTo>
                  <a:pt x="2885" y="172"/>
                  <a:pt x="2801" y="0"/>
                  <a:pt x="2863" y="147"/>
                </a:cubicBezTo>
                <a:cubicBezTo>
                  <a:pt x="2897" y="227"/>
                  <a:pt x="2942" y="300"/>
                  <a:pt x="2965" y="384"/>
                </a:cubicBezTo>
                <a:cubicBezTo>
                  <a:pt x="2977" y="429"/>
                  <a:pt x="2978" y="478"/>
                  <a:pt x="2999" y="520"/>
                </a:cubicBezTo>
                <a:cubicBezTo>
                  <a:pt x="3010" y="542"/>
                  <a:pt x="3033" y="587"/>
                  <a:pt x="3033" y="587"/>
                </a:cubicBezTo>
                <a:cubicBezTo>
                  <a:pt x="3000" y="652"/>
                  <a:pt x="3070" y="648"/>
                  <a:pt x="3135" y="655"/>
                </a:cubicBezTo>
                <a:cubicBezTo>
                  <a:pt x="3219" y="663"/>
                  <a:pt x="3304" y="666"/>
                  <a:pt x="3389" y="672"/>
                </a:cubicBezTo>
                <a:cubicBezTo>
                  <a:pt x="3476" y="690"/>
                  <a:pt x="3557" y="707"/>
                  <a:pt x="3626" y="638"/>
                </a:cubicBezTo>
                <a:cubicBezTo>
                  <a:pt x="3640" y="458"/>
                  <a:pt x="3640" y="393"/>
                  <a:pt x="3711" y="249"/>
                </a:cubicBezTo>
                <a:cubicBezTo>
                  <a:pt x="3712" y="247"/>
                  <a:pt x="3742" y="182"/>
                  <a:pt x="3744" y="181"/>
                </a:cubicBezTo>
                <a:cubicBezTo>
                  <a:pt x="3806" y="150"/>
                  <a:pt x="3865" y="118"/>
                  <a:pt x="3931" y="96"/>
                </a:cubicBezTo>
                <a:cubicBezTo>
                  <a:pt x="3976" y="7"/>
                  <a:pt x="3950" y="32"/>
                  <a:pt x="4151" y="79"/>
                </a:cubicBezTo>
                <a:cubicBezTo>
                  <a:pt x="4163" y="82"/>
                  <a:pt x="4160" y="103"/>
                  <a:pt x="4168" y="113"/>
                </a:cubicBezTo>
                <a:cubicBezTo>
                  <a:pt x="4189" y="138"/>
                  <a:pt x="4213" y="158"/>
                  <a:pt x="4236" y="181"/>
                </a:cubicBezTo>
                <a:cubicBezTo>
                  <a:pt x="4254" y="199"/>
                  <a:pt x="4259" y="226"/>
                  <a:pt x="4270" y="249"/>
                </a:cubicBezTo>
                <a:cubicBezTo>
                  <a:pt x="4312" y="333"/>
                  <a:pt x="4346" y="419"/>
                  <a:pt x="4388" y="503"/>
                </a:cubicBezTo>
                <a:cubicBezTo>
                  <a:pt x="4410" y="546"/>
                  <a:pt x="4401" y="608"/>
                  <a:pt x="4439" y="638"/>
                </a:cubicBezTo>
                <a:cubicBezTo>
                  <a:pt x="4459" y="654"/>
                  <a:pt x="4507" y="672"/>
                  <a:pt x="4507" y="672"/>
                </a:cubicBezTo>
                <a:cubicBezTo>
                  <a:pt x="4826" y="653"/>
                  <a:pt x="4715" y="661"/>
                  <a:pt x="4913" y="621"/>
                </a:cubicBezTo>
                <a:cubicBezTo>
                  <a:pt x="4936" y="627"/>
                  <a:pt x="4960" y="628"/>
                  <a:pt x="4981" y="638"/>
                </a:cubicBezTo>
                <a:cubicBezTo>
                  <a:pt x="4995" y="645"/>
                  <a:pt x="4999" y="671"/>
                  <a:pt x="5015" y="672"/>
                </a:cubicBezTo>
                <a:cubicBezTo>
                  <a:pt x="5100" y="679"/>
                  <a:pt x="5184" y="655"/>
                  <a:pt x="5269" y="655"/>
                </a:cubicBezTo>
              </a:path>
            </a:pathLst>
          </a:custGeom>
          <a:noFill/>
          <a:ln w="28575" cap="flat" cmpd="sng">
            <a:solidFill>
              <a:srgbClr val="000099"/>
            </a:solidFill>
            <a:prstDash val="solid"/>
            <a:round/>
            <a:headEnd/>
            <a:tailEnd/>
          </a:ln>
        </p:spPr>
        <p:txBody>
          <a:bodyPr/>
          <a:lstStyle/>
          <a:p>
            <a:endParaRPr lang="en-GB"/>
          </a:p>
        </p:txBody>
      </p:sp>
      <p:grpSp>
        <p:nvGrpSpPr>
          <p:cNvPr id="24584" name="Group 51"/>
          <p:cNvGrpSpPr>
            <a:grpSpLocks/>
          </p:cNvGrpSpPr>
          <p:nvPr/>
        </p:nvGrpSpPr>
        <p:grpSpPr bwMode="auto">
          <a:xfrm>
            <a:off x="4975225" y="1488886"/>
            <a:ext cx="3698875" cy="1130300"/>
            <a:chOff x="3134" y="1033"/>
            <a:chExt cx="2330" cy="712"/>
          </a:xfrm>
        </p:grpSpPr>
        <p:sp>
          <p:nvSpPr>
            <p:cNvPr id="24605" name="Line 30"/>
            <p:cNvSpPr>
              <a:spLocks noChangeShapeType="1"/>
            </p:cNvSpPr>
            <p:nvPr/>
          </p:nvSpPr>
          <p:spPr bwMode="auto">
            <a:xfrm>
              <a:off x="3134" y="1736"/>
              <a:ext cx="661" cy="0"/>
            </a:xfrm>
            <a:prstGeom prst="line">
              <a:avLst/>
            </a:prstGeom>
            <a:noFill/>
            <a:ln w="57150">
              <a:solidFill>
                <a:srgbClr val="FF0000"/>
              </a:solidFill>
              <a:round/>
              <a:headEnd/>
              <a:tailEnd/>
            </a:ln>
          </p:spPr>
          <p:txBody>
            <a:bodyPr/>
            <a:lstStyle/>
            <a:p>
              <a:endParaRPr lang="en-GB"/>
            </a:p>
          </p:txBody>
        </p:sp>
        <p:sp>
          <p:nvSpPr>
            <p:cNvPr id="24606" name="Line 31"/>
            <p:cNvSpPr>
              <a:spLocks noChangeShapeType="1"/>
            </p:cNvSpPr>
            <p:nvPr/>
          </p:nvSpPr>
          <p:spPr bwMode="auto">
            <a:xfrm>
              <a:off x="3777" y="1042"/>
              <a:ext cx="814" cy="0"/>
            </a:xfrm>
            <a:prstGeom prst="line">
              <a:avLst/>
            </a:prstGeom>
            <a:noFill/>
            <a:ln w="57150">
              <a:solidFill>
                <a:srgbClr val="FF0000"/>
              </a:solidFill>
              <a:round/>
              <a:headEnd/>
              <a:tailEnd/>
            </a:ln>
          </p:spPr>
          <p:txBody>
            <a:bodyPr/>
            <a:lstStyle/>
            <a:p>
              <a:endParaRPr lang="en-GB"/>
            </a:p>
          </p:txBody>
        </p:sp>
        <p:sp>
          <p:nvSpPr>
            <p:cNvPr id="24607" name="Line 32"/>
            <p:cNvSpPr>
              <a:spLocks noChangeShapeType="1"/>
            </p:cNvSpPr>
            <p:nvPr/>
          </p:nvSpPr>
          <p:spPr bwMode="auto">
            <a:xfrm flipV="1">
              <a:off x="3762" y="1042"/>
              <a:ext cx="33" cy="694"/>
            </a:xfrm>
            <a:prstGeom prst="line">
              <a:avLst/>
            </a:prstGeom>
            <a:noFill/>
            <a:ln w="57150">
              <a:solidFill>
                <a:srgbClr val="FF0000"/>
              </a:solidFill>
              <a:round/>
              <a:headEnd/>
              <a:tailEnd/>
            </a:ln>
          </p:spPr>
          <p:txBody>
            <a:bodyPr/>
            <a:lstStyle/>
            <a:p>
              <a:endParaRPr lang="en-GB"/>
            </a:p>
          </p:txBody>
        </p:sp>
        <p:sp>
          <p:nvSpPr>
            <p:cNvPr id="24608" name="Line 36"/>
            <p:cNvSpPr>
              <a:spLocks noChangeShapeType="1"/>
            </p:cNvSpPr>
            <p:nvPr/>
          </p:nvSpPr>
          <p:spPr bwMode="auto">
            <a:xfrm>
              <a:off x="4583" y="1033"/>
              <a:ext cx="34" cy="695"/>
            </a:xfrm>
            <a:prstGeom prst="line">
              <a:avLst/>
            </a:prstGeom>
            <a:noFill/>
            <a:ln w="57150">
              <a:solidFill>
                <a:srgbClr val="FF0000"/>
              </a:solidFill>
              <a:round/>
              <a:headEnd/>
              <a:tailEnd/>
            </a:ln>
          </p:spPr>
          <p:txBody>
            <a:bodyPr/>
            <a:lstStyle/>
            <a:p>
              <a:endParaRPr lang="en-GB"/>
            </a:p>
          </p:txBody>
        </p:sp>
        <p:sp>
          <p:nvSpPr>
            <p:cNvPr id="24609" name="Line 43"/>
            <p:cNvSpPr>
              <a:spLocks noChangeShapeType="1"/>
            </p:cNvSpPr>
            <p:nvPr/>
          </p:nvSpPr>
          <p:spPr bwMode="auto">
            <a:xfrm>
              <a:off x="4633" y="1745"/>
              <a:ext cx="831" cy="0"/>
            </a:xfrm>
            <a:prstGeom prst="line">
              <a:avLst/>
            </a:prstGeom>
            <a:noFill/>
            <a:ln w="57150">
              <a:solidFill>
                <a:srgbClr val="FF0000"/>
              </a:solidFill>
              <a:round/>
              <a:headEnd/>
              <a:tailEnd/>
            </a:ln>
          </p:spPr>
          <p:txBody>
            <a:bodyPr/>
            <a:lstStyle/>
            <a:p>
              <a:endParaRPr lang="en-GB"/>
            </a:p>
          </p:txBody>
        </p:sp>
      </p:grpSp>
      <p:sp>
        <p:nvSpPr>
          <p:cNvPr id="24585" name="Text Box 44"/>
          <p:cNvSpPr txBox="1">
            <a:spLocks noChangeArrowheads="1"/>
          </p:cNvSpPr>
          <p:nvPr/>
        </p:nvSpPr>
        <p:spPr bwMode="auto">
          <a:xfrm>
            <a:off x="431800" y="918973"/>
            <a:ext cx="8678863" cy="336550"/>
          </a:xfrm>
          <a:prstGeom prst="rect">
            <a:avLst/>
          </a:prstGeom>
          <a:noFill/>
          <a:ln w="9525" algn="ctr">
            <a:noFill/>
            <a:miter lim="800000"/>
            <a:headEnd/>
            <a:tailEnd/>
          </a:ln>
        </p:spPr>
        <p:txBody>
          <a:bodyPr wrap="none">
            <a:spAutoFit/>
          </a:bodyPr>
          <a:lstStyle/>
          <a:p>
            <a:r>
              <a:rPr lang="en-GB" sz="1600"/>
              <a:t>Data:  “1”........ “0”......... “1”.......... “1”.......... “1” ......... “0” .......... “1” ........... “0” ....... </a:t>
            </a:r>
          </a:p>
        </p:txBody>
      </p:sp>
      <p:sp>
        <p:nvSpPr>
          <p:cNvPr id="24586" name="Line 53"/>
          <p:cNvSpPr>
            <a:spLocks noChangeShapeType="1"/>
          </p:cNvSpPr>
          <p:nvPr/>
        </p:nvSpPr>
        <p:spPr bwMode="auto">
          <a:xfrm>
            <a:off x="1692275" y="5967252"/>
            <a:ext cx="1873250" cy="0"/>
          </a:xfrm>
          <a:prstGeom prst="line">
            <a:avLst/>
          </a:prstGeom>
          <a:noFill/>
          <a:ln w="57150">
            <a:solidFill>
              <a:srgbClr val="FF0000"/>
            </a:solidFill>
            <a:round/>
            <a:headEnd/>
            <a:tailEnd/>
          </a:ln>
        </p:spPr>
        <p:txBody>
          <a:bodyPr/>
          <a:lstStyle/>
          <a:p>
            <a:endParaRPr lang="en-GB"/>
          </a:p>
        </p:txBody>
      </p:sp>
      <p:sp>
        <p:nvSpPr>
          <p:cNvPr id="24587" name="Line 54"/>
          <p:cNvSpPr>
            <a:spLocks noChangeShapeType="1"/>
          </p:cNvSpPr>
          <p:nvPr/>
        </p:nvSpPr>
        <p:spPr bwMode="auto">
          <a:xfrm>
            <a:off x="3568700" y="3687602"/>
            <a:ext cx="2306638" cy="0"/>
          </a:xfrm>
          <a:prstGeom prst="line">
            <a:avLst/>
          </a:prstGeom>
          <a:noFill/>
          <a:ln w="57150">
            <a:solidFill>
              <a:srgbClr val="FF0000"/>
            </a:solidFill>
            <a:round/>
            <a:headEnd/>
            <a:tailEnd/>
          </a:ln>
        </p:spPr>
        <p:txBody>
          <a:bodyPr/>
          <a:lstStyle/>
          <a:p>
            <a:endParaRPr lang="en-GB"/>
          </a:p>
        </p:txBody>
      </p:sp>
      <p:sp>
        <p:nvSpPr>
          <p:cNvPr id="24588" name="Line 55"/>
          <p:cNvSpPr>
            <a:spLocks noChangeShapeType="1"/>
          </p:cNvSpPr>
          <p:nvPr/>
        </p:nvSpPr>
        <p:spPr bwMode="auto">
          <a:xfrm flipV="1">
            <a:off x="3525838" y="3686015"/>
            <a:ext cx="93662" cy="2306637"/>
          </a:xfrm>
          <a:prstGeom prst="line">
            <a:avLst/>
          </a:prstGeom>
          <a:noFill/>
          <a:ln w="57150">
            <a:solidFill>
              <a:srgbClr val="FF0000"/>
            </a:solidFill>
            <a:round/>
            <a:headEnd/>
            <a:tailEnd/>
          </a:ln>
        </p:spPr>
        <p:txBody>
          <a:bodyPr/>
          <a:lstStyle/>
          <a:p>
            <a:endParaRPr lang="en-GB"/>
          </a:p>
        </p:txBody>
      </p:sp>
      <p:sp>
        <p:nvSpPr>
          <p:cNvPr id="24589" name="Line 56"/>
          <p:cNvSpPr>
            <a:spLocks noChangeShapeType="1"/>
          </p:cNvSpPr>
          <p:nvPr/>
        </p:nvSpPr>
        <p:spPr bwMode="auto">
          <a:xfrm>
            <a:off x="5851525" y="3684427"/>
            <a:ext cx="96838" cy="2309813"/>
          </a:xfrm>
          <a:prstGeom prst="line">
            <a:avLst/>
          </a:prstGeom>
          <a:noFill/>
          <a:ln w="57150">
            <a:solidFill>
              <a:srgbClr val="FF0000"/>
            </a:solidFill>
            <a:round/>
            <a:headEnd/>
            <a:tailEnd/>
          </a:ln>
        </p:spPr>
        <p:txBody>
          <a:bodyPr/>
          <a:lstStyle/>
          <a:p>
            <a:endParaRPr lang="en-GB"/>
          </a:p>
        </p:txBody>
      </p:sp>
      <p:sp>
        <p:nvSpPr>
          <p:cNvPr id="24590" name="Line 57"/>
          <p:cNvSpPr>
            <a:spLocks noChangeShapeType="1"/>
          </p:cNvSpPr>
          <p:nvPr/>
        </p:nvSpPr>
        <p:spPr bwMode="auto">
          <a:xfrm>
            <a:off x="5940425" y="5997415"/>
            <a:ext cx="2355850" cy="0"/>
          </a:xfrm>
          <a:prstGeom prst="line">
            <a:avLst/>
          </a:prstGeom>
          <a:noFill/>
          <a:ln w="57150">
            <a:solidFill>
              <a:srgbClr val="FF0000"/>
            </a:solidFill>
            <a:round/>
            <a:headEnd/>
            <a:tailEnd/>
          </a:ln>
        </p:spPr>
        <p:txBody>
          <a:bodyPr/>
          <a:lstStyle/>
          <a:p>
            <a:endParaRPr lang="en-GB"/>
          </a:p>
        </p:txBody>
      </p:sp>
      <p:sp>
        <p:nvSpPr>
          <p:cNvPr id="24591" name="Line 58"/>
          <p:cNvSpPr>
            <a:spLocks noChangeShapeType="1"/>
          </p:cNvSpPr>
          <p:nvPr/>
        </p:nvSpPr>
        <p:spPr bwMode="auto">
          <a:xfrm>
            <a:off x="1414463" y="4252752"/>
            <a:ext cx="6667500" cy="0"/>
          </a:xfrm>
          <a:prstGeom prst="line">
            <a:avLst/>
          </a:prstGeom>
          <a:noFill/>
          <a:ln w="28575">
            <a:solidFill>
              <a:srgbClr val="FF0000"/>
            </a:solidFill>
            <a:prstDash val="dash"/>
            <a:round/>
            <a:headEnd/>
            <a:tailEnd/>
          </a:ln>
        </p:spPr>
        <p:txBody>
          <a:bodyPr/>
          <a:lstStyle/>
          <a:p>
            <a:endParaRPr lang="en-GB"/>
          </a:p>
        </p:txBody>
      </p:sp>
      <p:sp>
        <p:nvSpPr>
          <p:cNvPr id="24592" name="Line 59"/>
          <p:cNvSpPr>
            <a:spLocks noChangeShapeType="1"/>
          </p:cNvSpPr>
          <p:nvPr/>
        </p:nvSpPr>
        <p:spPr bwMode="auto">
          <a:xfrm>
            <a:off x="1712913" y="5516402"/>
            <a:ext cx="6502400" cy="26988"/>
          </a:xfrm>
          <a:prstGeom prst="line">
            <a:avLst/>
          </a:prstGeom>
          <a:noFill/>
          <a:ln w="28575">
            <a:solidFill>
              <a:srgbClr val="FF0000"/>
            </a:solidFill>
            <a:prstDash val="dash"/>
            <a:round/>
            <a:headEnd/>
            <a:tailEnd/>
          </a:ln>
        </p:spPr>
        <p:txBody>
          <a:bodyPr/>
          <a:lstStyle/>
          <a:p>
            <a:endParaRPr lang="en-GB"/>
          </a:p>
        </p:txBody>
      </p:sp>
      <p:sp>
        <p:nvSpPr>
          <p:cNvPr id="24593" name="Text Box 61"/>
          <p:cNvSpPr txBox="1">
            <a:spLocks noChangeArrowheads="1"/>
          </p:cNvSpPr>
          <p:nvPr/>
        </p:nvSpPr>
        <p:spPr bwMode="auto">
          <a:xfrm>
            <a:off x="334621" y="3890002"/>
            <a:ext cx="2355850" cy="336550"/>
          </a:xfrm>
          <a:prstGeom prst="rect">
            <a:avLst/>
          </a:prstGeom>
          <a:noFill/>
          <a:ln w="9525" algn="ctr">
            <a:noFill/>
            <a:miter lim="800000"/>
            <a:headEnd/>
            <a:tailEnd/>
          </a:ln>
        </p:spPr>
        <p:txBody>
          <a:bodyPr wrap="none">
            <a:spAutoFit/>
          </a:bodyPr>
          <a:lstStyle/>
          <a:p>
            <a:r>
              <a:rPr lang="en-GB" sz="1600" dirty="0"/>
              <a:t>“1” = V volts </a:t>
            </a:r>
            <a:r>
              <a:rPr lang="en-US" sz="1600" dirty="0"/>
              <a:t>±y volts</a:t>
            </a:r>
            <a:r>
              <a:rPr lang="en-GB" sz="1600" dirty="0"/>
              <a:t> </a:t>
            </a:r>
          </a:p>
        </p:txBody>
      </p:sp>
      <p:sp>
        <p:nvSpPr>
          <p:cNvPr id="24594" name="Text Box 62"/>
          <p:cNvSpPr txBox="1">
            <a:spLocks noChangeArrowheads="1"/>
          </p:cNvSpPr>
          <p:nvPr/>
        </p:nvSpPr>
        <p:spPr bwMode="auto">
          <a:xfrm>
            <a:off x="433388" y="5587046"/>
            <a:ext cx="2406650" cy="336550"/>
          </a:xfrm>
          <a:prstGeom prst="rect">
            <a:avLst/>
          </a:prstGeom>
          <a:noFill/>
          <a:ln w="9525" algn="ctr">
            <a:noFill/>
            <a:miter lim="800000"/>
            <a:headEnd/>
            <a:tailEnd/>
          </a:ln>
        </p:spPr>
        <p:txBody>
          <a:bodyPr wrap="none">
            <a:spAutoFit/>
          </a:bodyPr>
          <a:lstStyle/>
          <a:p>
            <a:r>
              <a:rPr lang="en-GB" sz="1600" dirty="0"/>
              <a:t>“0” = W volts </a:t>
            </a:r>
            <a:r>
              <a:rPr lang="en-US" sz="1600" dirty="0"/>
              <a:t>±z volts</a:t>
            </a:r>
            <a:r>
              <a:rPr lang="en-GB" sz="1600" dirty="0"/>
              <a:t> </a:t>
            </a:r>
          </a:p>
        </p:txBody>
      </p:sp>
      <p:sp>
        <p:nvSpPr>
          <p:cNvPr id="24595" name="Text Box 63"/>
          <p:cNvSpPr txBox="1">
            <a:spLocks noChangeArrowheads="1"/>
          </p:cNvSpPr>
          <p:nvPr/>
        </p:nvSpPr>
        <p:spPr bwMode="auto">
          <a:xfrm>
            <a:off x="431800" y="3220877"/>
            <a:ext cx="3313113" cy="336550"/>
          </a:xfrm>
          <a:prstGeom prst="rect">
            <a:avLst/>
          </a:prstGeom>
          <a:noFill/>
          <a:ln w="9525" algn="ctr">
            <a:noFill/>
            <a:miter lim="800000"/>
            <a:headEnd/>
            <a:tailEnd/>
          </a:ln>
        </p:spPr>
        <p:txBody>
          <a:bodyPr wrap="none">
            <a:spAutoFit/>
          </a:bodyPr>
          <a:lstStyle/>
          <a:p>
            <a:r>
              <a:rPr lang="en-GB" sz="1600"/>
              <a:t>Specified Tolerances for Signals</a:t>
            </a:r>
          </a:p>
        </p:txBody>
      </p:sp>
      <p:sp>
        <p:nvSpPr>
          <p:cNvPr id="24596" name="Line 64"/>
          <p:cNvSpPr>
            <a:spLocks noChangeShapeType="1"/>
          </p:cNvSpPr>
          <p:nvPr/>
        </p:nvSpPr>
        <p:spPr bwMode="auto">
          <a:xfrm flipV="1">
            <a:off x="3982242" y="3455141"/>
            <a:ext cx="1" cy="2537511"/>
          </a:xfrm>
          <a:prstGeom prst="line">
            <a:avLst/>
          </a:prstGeom>
          <a:noFill/>
          <a:ln w="28575">
            <a:solidFill>
              <a:srgbClr val="FF0000"/>
            </a:solidFill>
            <a:prstDash val="dash"/>
            <a:round/>
            <a:headEnd/>
            <a:tailEnd/>
          </a:ln>
        </p:spPr>
        <p:txBody>
          <a:bodyPr/>
          <a:lstStyle/>
          <a:p>
            <a:endParaRPr lang="en-GB"/>
          </a:p>
        </p:txBody>
      </p:sp>
      <p:sp>
        <p:nvSpPr>
          <p:cNvPr id="24599" name="Text Box 67"/>
          <p:cNvSpPr txBox="1">
            <a:spLocks noChangeArrowheads="1"/>
          </p:cNvSpPr>
          <p:nvPr/>
        </p:nvSpPr>
        <p:spPr bwMode="auto">
          <a:xfrm>
            <a:off x="6673850" y="4379752"/>
            <a:ext cx="2470150" cy="1069975"/>
          </a:xfrm>
          <a:prstGeom prst="rect">
            <a:avLst/>
          </a:prstGeom>
          <a:noFill/>
          <a:ln w="9525" algn="ctr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r>
              <a:rPr lang="en-GB" sz="1600"/>
              <a:t>Tolerance on pulse shapes and timings</a:t>
            </a:r>
          </a:p>
          <a:p>
            <a:r>
              <a:rPr lang="en-GB" sz="1600"/>
              <a:t>(e.g. in relation to a CLOCK)</a:t>
            </a:r>
          </a:p>
        </p:txBody>
      </p:sp>
      <p:sp>
        <p:nvSpPr>
          <p:cNvPr id="24600" name="Line 71"/>
          <p:cNvSpPr>
            <a:spLocks noChangeShapeType="1"/>
          </p:cNvSpPr>
          <p:nvPr/>
        </p:nvSpPr>
        <p:spPr bwMode="auto">
          <a:xfrm flipV="1">
            <a:off x="2840038" y="5497352"/>
            <a:ext cx="0" cy="46990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 type="triangle" w="med" len="med"/>
            <a:tailEnd type="triangle" w="med" len="med"/>
          </a:ln>
        </p:spPr>
        <p:txBody>
          <a:bodyPr/>
          <a:lstStyle/>
          <a:p>
            <a:endParaRPr lang="en-GB"/>
          </a:p>
        </p:txBody>
      </p:sp>
      <p:sp>
        <p:nvSpPr>
          <p:cNvPr id="24601" name="Line 74"/>
          <p:cNvSpPr>
            <a:spLocks noChangeShapeType="1"/>
          </p:cNvSpPr>
          <p:nvPr/>
        </p:nvSpPr>
        <p:spPr bwMode="auto">
          <a:xfrm flipV="1">
            <a:off x="2909888" y="3660614"/>
            <a:ext cx="0" cy="592138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 type="triangle" w="med" len="med"/>
            <a:tailEnd type="triangle" w="med" len="med"/>
          </a:ln>
        </p:spPr>
        <p:txBody>
          <a:bodyPr/>
          <a:lstStyle/>
          <a:p>
            <a:endParaRPr lang="en-GB"/>
          </a:p>
        </p:txBody>
      </p:sp>
      <p:sp>
        <p:nvSpPr>
          <p:cNvPr id="34" name="Line 58">
            <a:extLst>
              <a:ext uri="{FF2B5EF4-FFF2-40B4-BE49-F238E27FC236}">
                <a16:creationId xmlns:a16="http://schemas.microsoft.com/office/drawing/2014/main" id="{40008579-F5BF-40FB-BB24-E0359E3CBE29}"/>
              </a:ext>
            </a:extLst>
          </p:cNvPr>
          <p:cNvSpPr>
            <a:spLocks noChangeShapeType="1"/>
          </p:cNvSpPr>
          <p:nvPr/>
        </p:nvSpPr>
        <p:spPr bwMode="auto">
          <a:xfrm flipV="1">
            <a:off x="1388270" y="3681907"/>
            <a:ext cx="2231229" cy="2475"/>
          </a:xfrm>
          <a:prstGeom prst="line">
            <a:avLst/>
          </a:prstGeom>
          <a:noFill/>
          <a:ln w="28575">
            <a:solidFill>
              <a:srgbClr val="FF0000"/>
            </a:solidFill>
            <a:prstDash val="dash"/>
            <a:round/>
            <a:headEnd/>
            <a:tailEnd/>
          </a:ln>
        </p:spPr>
        <p:txBody>
          <a:bodyPr/>
          <a:lstStyle/>
          <a:p>
            <a:endParaRPr lang="en-GB"/>
          </a:p>
        </p:txBody>
      </p:sp>
      <p:sp>
        <p:nvSpPr>
          <p:cNvPr id="35" name="Line 64">
            <a:extLst>
              <a:ext uri="{FF2B5EF4-FFF2-40B4-BE49-F238E27FC236}">
                <a16:creationId xmlns:a16="http://schemas.microsoft.com/office/drawing/2014/main" id="{161D9F2D-6792-4EF2-81A5-54A7E990557A}"/>
              </a:ext>
            </a:extLst>
          </p:cNvPr>
          <p:cNvSpPr>
            <a:spLocks noChangeShapeType="1"/>
          </p:cNvSpPr>
          <p:nvPr/>
        </p:nvSpPr>
        <p:spPr bwMode="auto">
          <a:xfrm flipV="1">
            <a:off x="6302185" y="3429741"/>
            <a:ext cx="1" cy="2537511"/>
          </a:xfrm>
          <a:prstGeom prst="line">
            <a:avLst/>
          </a:prstGeom>
          <a:noFill/>
          <a:ln w="28575">
            <a:solidFill>
              <a:srgbClr val="FF0000"/>
            </a:solidFill>
            <a:prstDash val="dash"/>
            <a:round/>
            <a:headEnd/>
            <a:tailEnd/>
          </a:ln>
        </p:spPr>
        <p:txBody>
          <a:bodyPr/>
          <a:lstStyle/>
          <a:p>
            <a:endParaRPr lang="en-GB"/>
          </a:p>
        </p:txBody>
      </p:sp>
      <p:sp>
        <p:nvSpPr>
          <p:cNvPr id="36" name="Line 64">
            <a:extLst>
              <a:ext uri="{FF2B5EF4-FFF2-40B4-BE49-F238E27FC236}">
                <a16:creationId xmlns:a16="http://schemas.microsoft.com/office/drawing/2014/main" id="{3C189CA2-5841-4768-91FA-B434179FE480}"/>
              </a:ext>
            </a:extLst>
          </p:cNvPr>
          <p:cNvSpPr>
            <a:spLocks noChangeShapeType="1"/>
          </p:cNvSpPr>
          <p:nvPr/>
        </p:nvSpPr>
        <p:spPr bwMode="auto">
          <a:xfrm flipV="1">
            <a:off x="5497703" y="3429741"/>
            <a:ext cx="1" cy="2537511"/>
          </a:xfrm>
          <a:prstGeom prst="line">
            <a:avLst/>
          </a:prstGeom>
          <a:noFill/>
          <a:ln w="28575">
            <a:solidFill>
              <a:srgbClr val="FF0000"/>
            </a:solidFill>
            <a:prstDash val="dash"/>
            <a:round/>
            <a:headEnd/>
            <a:tailEnd/>
          </a:ln>
        </p:spPr>
        <p:txBody>
          <a:bodyPr/>
          <a:lstStyle/>
          <a:p>
            <a:endParaRPr lang="en-GB"/>
          </a:p>
        </p:txBody>
      </p:sp>
      <p:sp>
        <p:nvSpPr>
          <p:cNvPr id="38" name="Line 64">
            <a:extLst>
              <a:ext uri="{FF2B5EF4-FFF2-40B4-BE49-F238E27FC236}">
                <a16:creationId xmlns:a16="http://schemas.microsoft.com/office/drawing/2014/main" id="{8B4B8612-6A00-4F86-AF36-F61E4BE6E1E6}"/>
              </a:ext>
            </a:extLst>
          </p:cNvPr>
          <p:cNvSpPr>
            <a:spLocks noChangeShapeType="1"/>
          </p:cNvSpPr>
          <p:nvPr/>
        </p:nvSpPr>
        <p:spPr bwMode="auto">
          <a:xfrm flipH="1" flipV="1">
            <a:off x="3640856" y="3557426"/>
            <a:ext cx="13526" cy="2825079"/>
          </a:xfrm>
          <a:prstGeom prst="line">
            <a:avLst/>
          </a:prstGeom>
          <a:noFill/>
          <a:ln w="28575">
            <a:solidFill>
              <a:schemeClr val="accent2">
                <a:lumMod val="50000"/>
              </a:schemeClr>
            </a:solidFill>
            <a:prstDash val="dash"/>
            <a:round/>
            <a:headEnd/>
            <a:tailEnd/>
          </a:ln>
        </p:spPr>
        <p:txBody>
          <a:bodyPr/>
          <a:lstStyle/>
          <a:p>
            <a:endParaRPr lang="en-GB"/>
          </a:p>
        </p:txBody>
      </p:sp>
      <p:sp>
        <p:nvSpPr>
          <p:cNvPr id="39" name="Line 64">
            <a:extLst>
              <a:ext uri="{FF2B5EF4-FFF2-40B4-BE49-F238E27FC236}">
                <a16:creationId xmlns:a16="http://schemas.microsoft.com/office/drawing/2014/main" id="{3918A0DA-64EB-42AE-AFF1-448C205DB21B}"/>
              </a:ext>
            </a:extLst>
          </p:cNvPr>
          <p:cNvSpPr>
            <a:spLocks noChangeShapeType="1"/>
          </p:cNvSpPr>
          <p:nvPr/>
        </p:nvSpPr>
        <p:spPr bwMode="auto">
          <a:xfrm flipH="1" flipV="1">
            <a:off x="3528779" y="5359587"/>
            <a:ext cx="8697" cy="1022828"/>
          </a:xfrm>
          <a:prstGeom prst="line">
            <a:avLst/>
          </a:prstGeom>
          <a:noFill/>
          <a:ln w="28575">
            <a:solidFill>
              <a:schemeClr val="accent2">
                <a:lumMod val="50000"/>
              </a:schemeClr>
            </a:solidFill>
            <a:prstDash val="dash"/>
            <a:round/>
            <a:headEnd/>
            <a:tailEnd/>
          </a:ln>
        </p:spPr>
        <p:txBody>
          <a:bodyPr/>
          <a:lstStyle/>
          <a:p>
            <a:endParaRPr lang="en-GB"/>
          </a:p>
        </p:txBody>
      </p:sp>
      <p:sp>
        <p:nvSpPr>
          <p:cNvPr id="40" name="Line 64">
            <a:extLst>
              <a:ext uri="{FF2B5EF4-FFF2-40B4-BE49-F238E27FC236}">
                <a16:creationId xmlns:a16="http://schemas.microsoft.com/office/drawing/2014/main" id="{371C4358-1028-4C66-9580-9CE073CC5253}"/>
              </a:ext>
            </a:extLst>
          </p:cNvPr>
          <p:cNvSpPr>
            <a:spLocks noChangeShapeType="1"/>
          </p:cNvSpPr>
          <p:nvPr/>
        </p:nvSpPr>
        <p:spPr bwMode="auto">
          <a:xfrm flipH="1" flipV="1">
            <a:off x="5839064" y="3623199"/>
            <a:ext cx="13526" cy="2825079"/>
          </a:xfrm>
          <a:prstGeom prst="line">
            <a:avLst/>
          </a:prstGeom>
          <a:noFill/>
          <a:ln w="28575">
            <a:solidFill>
              <a:schemeClr val="accent2">
                <a:lumMod val="50000"/>
              </a:schemeClr>
            </a:solidFill>
            <a:prstDash val="dash"/>
            <a:round/>
            <a:headEnd/>
            <a:tailEnd/>
          </a:ln>
        </p:spPr>
        <p:txBody>
          <a:bodyPr/>
          <a:lstStyle/>
          <a:p>
            <a:endParaRPr lang="en-GB"/>
          </a:p>
        </p:txBody>
      </p:sp>
      <p:sp>
        <p:nvSpPr>
          <p:cNvPr id="41" name="Line 64">
            <a:extLst>
              <a:ext uri="{FF2B5EF4-FFF2-40B4-BE49-F238E27FC236}">
                <a16:creationId xmlns:a16="http://schemas.microsoft.com/office/drawing/2014/main" id="{91503D09-79B1-4222-ADCB-B7F6308D3BBD}"/>
              </a:ext>
            </a:extLst>
          </p:cNvPr>
          <p:cNvSpPr>
            <a:spLocks noChangeShapeType="1"/>
          </p:cNvSpPr>
          <p:nvPr/>
        </p:nvSpPr>
        <p:spPr bwMode="auto">
          <a:xfrm flipH="1" flipV="1">
            <a:off x="5952854" y="5426699"/>
            <a:ext cx="8697" cy="1022828"/>
          </a:xfrm>
          <a:prstGeom prst="line">
            <a:avLst/>
          </a:prstGeom>
          <a:noFill/>
          <a:ln w="28575">
            <a:solidFill>
              <a:schemeClr val="accent2">
                <a:lumMod val="50000"/>
              </a:schemeClr>
            </a:solidFill>
            <a:prstDash val="dash"/>
            <a:round/>
            <a:headEnd/>
            <a:tailEnd/>
          </a:ln>
        </p:spPr>
        <p:txBody>
          <a:bodyPr/>
          <a:lstStyle/>
          <a:p>
            <a:endParaRPr lang="en-GB"/>
          </a:p>
        </p:txBody>
      </p:sp>
      <p:cxnSp>
        <p:nvCxnSpPr>
          <p:cNvPr id="4" name="Straight Arrow Connector 3">
            <a:extLst>
              <a:ext uri="{FF2B5EF4-FFF2-40B4-BE49-F238E27FC236}">
                <a16:creationId xmlns:a16="http://schemas.microsoft.com/office/drawing/2014/main" id="{4F18E5A2-2A89-4A5B-B61F-20088EC2CAB4}"/>
              </a:ext>
            </a:extLst>
          </p:cNvPr>
          <p:cNvCxnSpPr/>
          <p:nvPr/>
        </p:nvCxnSpPr>
        <p:spPr bwMode="auto">
          <a:xfrm>
            <a:off x="3210638" y="6216242"/>
            <a:ext cx="310480" cy="0"/>
          </a:xfrm>
          <a:prstGeom prst="straightConnector1">
            <a:avLst/>
          </a:prstGeom>
          <a:solidFill>
            <a:schemeClr val="accent1"/>
          </a:solidFill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triangle"/>
          </a:ln>
          <a:effectLst/>
        </p:spPr>
      </p:cxnSp>
      <p:cxnSp>
        <p:nvCxnSpPr>
          <p:cNvPr id="44" name="Straight Arrow Connector 43">
            <a:extLst>
              <a:ext uri="{FF2B5EF4-FFF2-40B4-BE49-F238E27FC236}">
                <a16:creationId xmlns:a16="http://schemas.microsoft.com/office/drawing/2014/main" id="{6F0B91D6-F421-4191-ADE9-170A31E89C33}"/>
              </a:ext>
            </a:extLst>
          </p:cNvPr>
          <p:cNvCxnSpPr>
            <a:cxnSpLocks/>
          </p:cNvCxnSpPr>
          <p:nvPr/>
        </p:nvCxnSpPr>
        <p:spPr bwMode="auto">
          <a:xfrm flipH="1">
            <a:off x="3684019" y="6216242"/>
            <a:ext cx="298223" cy="0"/>
          </a:xfrm>
          <a:prstGeom prst="straightConnector1">
            <a:avLst/>
          </a:prstGeom>
          <a:solidFill>
            <a:schemeClr val="accent1"/>
          </a:solidFill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triangle"/>
          </a:ln>
          <a:effectLst/>
        </p:spPr>
      </p:cxnSp>
      <p:cxnSp>
        <p:nvCxnSpPr>
          <p:cNvPr id="46" name="Straight Arrow Connector 45">
            <a:extLst>
              <a:ext uri="{FF2B5EF4-FFF2-40B4-BE49-F238E27FC236}">
                <a16:creationId xmlns:a16="http://schemas.microsoft.com/office/drawing/2014/main" id="{CC1276B0-BC41-4ADD-A6F3-7DF093E743E3}"/>
              </a:ext>
            </a:extLst>
          </p:cNvPr>
          <p:cNvCxnSpPr/>
          <p:nvPr/>
        </p:nvCxnSpPr>
        <p:spPr bwMode="auto">
          <a:xfrm>
            <a:off x="5542110" y="6216242"/>
            <a:ext cx="310480" cy="0"/>
          </a:xfrm>
          <a:prstGeom prst="straightConnector1">
            <a:avLst/>
          </a:prstGeom>
          <a:solidFill>
            <a:schemeClr val="accent1"/>
          </a:solidFill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triangle"/>
          </a:ln>
          <a:effectLst/>
        </p:spPr>
      </p:cxnSp>
      <p:cxnSp>
        <p:nvCxnSpPr>
          <p:cNvPr id="47" name="Straight Arrow Connector 46">
            <a:extLst>
              <a:ext uri="{FF2B5EF4-FFF2-40B4-BE49-F238E27FC236}">
                <a16:creationId xmlns:a16="http://schemas.microsoft.com/office/drawing/2014/main" id="{1943652D-B50E-4DE5-85A1-CDBE34C0D85E}"/>
              </a:ext>
            </a:extLst>
          </p:cNvPr>
          <p:cNvCxnSpPr>
            <a:cxnSpLocks/>
          </p:cNvCxnSpPr>
          <p:nvPr/>
        </p:nvCxnSpPr>
        <p:spPr bwMode="auto">
          <a:xfrm flipH="1">
            <a:off x="5998713" y="6216242"/>
            <a:ext cx="298223" cy="0"/>
          </a:xfrm>
          <a:prstGeom prst="straightConnector1">
            <a:avLst/>
          </a:prstGeom>
          <a:solidFill>
            <a:schemeClr val="accent1"/>
          </a:solidFill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triangle"/>
          </a:ln>
          <a:effectLst/>
        </p:spPr>
      </p:cxnSp>
      <p:sp>
        <p:nvSpPr>
          <p:cNvPr id="48" name="Text Box 61">
            <a:extLst>
              <a:ext uri="{FF2B5EF4-FFF2-40B4-BE49-F238E27FC236}">
                <a16:creationId xmlns:a16="http://schemas.microsoft.com/office/drawing/2014/main" id="{B8D28A1B-ECB2-422D-9E1D-D2D62D0E8F57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2399161" y="6191906"/>
            <a:ext cx="1053494" cy="338554"/>
          </a:xfrm>
          <a:prstGeom prst="rect">
            <a:avLst/>
          </a:prstGeom>
          <a:noFill/>
          <a:ln w="9525" algn="ctr">
            <a:noFill/>
            <a:miter lim="800000"/>
            <a:headEnd/>
            <a:tailEnd/>
          </a:ln>
        </p:spPr>
        <p:txBody>
          <a:bodyPr wrap="none">
            <a:spAutoFit/>
          </a:bodyPr>
          <a:lstStyle/>
          <a:p>
            <a:r>
              <a:rPr lang="en-GB" sz="1600" dirty="0"/>
              <a:t>rise time</a:t>
            </a:r>
          </a:p>
        </p:txBody>
      </p:sp>
      <p:sp>
        <p:nvSpPr>
          <p:cNvPr id="49" name="Text Box 61">
            <a:extLst>
              <a:ext uri="{FF2B5EF4-FFF2-40B4-BE49-F238E27FC236}">
                <a16:creationId xmlns:a16="http://schemas.microsoft.com/office/drawing/2014/main" id="{5779F86E-37C4-4018-896C-ECC0B25AECF3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5940425" y="6225462"/>
            <a:ext cx="1000595" cy="338554"/>
          </a:xfrm>
          <a:prstGeom prst="rect">
            <a:avLst/>
          </a:prstGeom>
          <a:noFill/>
          <a:ln w="9525" algn="ctr">
            <a:noFill/>
            <a:miter lim="800000"/>
            <a:headEnd/>
            <a:tailEnd/>
          </a:ln>
        </p:spPr>
        <p:txBody>
          <a:bodyPr wrap="none">
            <a:spAutoFit/>
          </a:bodyPr>
          <a:lstStyle/>
          <a:p>
            <a:r>
              <a:rPr lang="en-GB" sz="1600" dirty="0"/>
              <a:t>fall time</a:t>
            </a:r>
          </a:p>
        </p:txBody>
      </p:sp>
    </p:spTree>
    <p:extLst>
      <p:ext uri="{BB962C8B-B14F-4D97-AF65-F5344CB8AC3E}">
        <p14:creationId xmlns:p14="http://schemas.microsoft.com/office/powerpoint/2010/main" val="1215480624"/>
      </p:ext>
    </p:extLst>
  </p:cSld>
  <p:clrMapOvr>
    <a:masterClrMapping/>
  </p:clrMapOvr>
</p:sld>
</file>

<file path=ppt/slides/slide8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602" name="Freeform 8"/>
          <p:cNvSpPr>
            <a:spLocks/>
          </p:cNvSpPr>
          <p:nvPr/>
        </p:nvSpPr>
        <p:spPr bwMode="auto">
          <a:xfrm>
            <a:off x="496888" y="1649413"/>
            <a:ext cx="8364537" cy="1122362"/>
          </a:xfrm>
          <a:custGeom>
            <a:avLst/>
            <a:gdLst>
              <a:gd name="T0" fmla="*/ 0 w 5269"/>
              <a:gd name="T1" fmla="*/ 655 h 707"/>
              <a:gd name="T2" fmla="*/ 102 w 5269"/>
              <a:gd name="T3" fmla="*/ 604 h 707"/>
              <a:gd name="T4" fmla="*/ 136 w 5269"/>
              <a:gd name="T5" fmla="*/ 570 h 707"/>
              <a:gd name="T6" fmla="*/ 170 w 5269"/>
              <a:gd name="T7" fmla="*/ 503 h 707"/>
              <a:gd name="T8" fmla="*/ 238 w 5269"/>
              <a:gd name="T9" fmla="*/ 367 h 707"/>
              <a:gd name="T10" fmla="*/ 255 w 5269"/>
              <a:gd name="T11" fmla="*/ 265 h 707"/>
              <a:gd name="T12" fmla="*/ 271 w 5269"/>
              <a:gd name="T13" fmla="*/ 215 h 707"/>
              <a:gd name="T14" fmla="*/ 288 w 5269"/>
              <a:gd name="T15" fmla="*/ 96 h 707"/>
              <a:gd name="T16" fmla="*/ 356 w 5269"/>
              <a:gd name="T17" fmla="*/ 79 h 707"/>
              <a:gd name="T18" fmla="*/ 390 w 5269"/>
              <a:gd name="T19" fmla="*/ 62 h 707"/>
              <a:gd name="T20" fmla="*/ 458 w 5269"/>
              <a:gd name="T21" fmla="*/ 79 h 707"/>
              <a:gd name="T22" fmla="*/ 509 w 5269"/>
              <a:gd name="T23" fmla="*/ 130 h 707"/>
              <a:gd name="T24" fmla="*/ 610 w 5269"/>
              <a:gd name="T25" fmla="*/ 147 h 707"/>
              <a:gd name="T26" fmla="*/ 627 w 5269"/>
              <a:gd name="T27" fmla="*/ 181 h 707"/>
              <a:gd name="T28" fmla="*/ 644 w 5269"/>
              <a:gd name="T29" fmla="*/ 249 h 707"/>
              <a:gd name="T30" fmla="*/ 712 w 5269"/>
              <a:gd name="T31" fmla="*/ 282 h 707"/>
              <a:gd name="T32" fmla="*/ 780 w 5269"/>
              <a:gd name="T33" fmla="*/ 469 h 707"/>
              <a:gd name="T34" fmla="*/ 814 w 5269"/>
              <a:gd name="T35" fmla="*/ 570 h 707"/>
              <a:gd name="T36" fmla="*/ 831 w 5269"/>
              <a:gd name="T37" fmla="*/ 604 h 707"/>
              <a:gd name="T38" fmla="*/ 966 w 5269"/>
              <a:gd name="T39" fmla="*/ 655 h 707"/>
              <a:gd name="T40" fmla="*/ 1102 w 5269"/>
              <a:gd name="T41" fmla="*/ 638 h 707"/>
              <a:gd name="T42" fmla="*/ 1169 w 5269"/>
              <a:gd name="T43" fmla="*/ 604 h 707"/>
              <a:gd name="T44" fmla="*/ 1186 w 5269"/>
              <a:gd name="T45" fmla="*/ 570 h 707"/>
              <a:gd name="T46" fmla="*/ 1254 w 5269"/>
              <a:gd name="T47" fmla="*/ 503 h 707"/>
              <a:gd name="T48" fmla="*/ 1288 w 5269"/>
              <a:gd name="T49" fmla="*/ 299 h 707"/>
              <a:gd name="T50" fmla="*/ 1322 w 5269"/>
              <a:gd name="T51" fmla="*/ 282 h 707"/>
              <a:gd name="T52" fmla="*/ 1356 w 5269"/>
              <a:gd name="T53" fmla="*/ 249 h 707"/>
              <a:gd name="T54" fmla="*/ 1407 w 5269"/>
              <a:gd name="T55" fmla="*/ 96 h 707"/>
              <a:gd name="T56" fmla="*/ 1542 w 5269"/>
              <a:gd name="T57" fmla="*/ 113 h 707"/>
              <a:gd name="T58" fmla="*/ 1576 w 5269"/>
              <a:gd name="T59" fmla="*/ 130 h 707"/>
              <a:gd name="T60" fmla="*/ 1830 w 5269"/>
              <a:gd name="T61" fmla="*/ 96 h 707"/>
              <a:gd name="T62" fmla="*/ 2067 w 5269"/>
              <a:gd name="T63" fmla="*/ 28 h 707"/>
              <a:gd name="T64" fmla="*/ 2287 w 5269"/>
              <a:gd name="T65" fmla="*/ 79 h 707"/>
              <a:gd name="T66" fmla="*/ 2830 w 5269"/>
              <a:gd name="T67" fmla="*/ 62 h 707"/>
              <a:gd name="T68" fmla="*/ 2863 w 5269"/>
              <a:gd name="T69" fmla="*/ 147 h 707"/>
              <a:gd name="T70" fmla="*/ 2965 w 5269"/>
              <a:gd name="T71" fmla="*/ 384 h 707"/>
              <a:gd name="T72" fmla="*/ 2999 w 5269"/>
              <a:gd name="T73" fmla="*/ 520 h 707"/>
              <a:gd name="T74" fmla="*/ 3033 w 5269"/>
              <a:gd name="T75" fmla="*/ 587 h 707"/>
              <a:gd name="T76" fmla="*/ 3135 w 5269"/>
              <a:gd name="T77" fmla="*/ 655 h 707"/>
              <a:gd name="T78" fmla="*/ 3389 w 5269"/>
              <a:gd name="T79" fmla="*/ 672 h 707"/>
              <a:gd name="T80" fmla="*/ 3626 w 5269"/>
              <a:gd name="T81" fmla="*/ 638 h 707"/>
              <a:gd name="T82" fmla="*/ 3711 w 5269"/>
              <a:gd name="T83" fmla="*/ 249 h 707"/>
              <a:gd name="T84" fmla="*/ 3744 w 5269"/>
              <a:gd name="T85" fmla="*/ 181 h 707"/>
              <a:gd name="T86" fmla="*/ 3931 w 5269"/>
              <a:gd name="T87" fmla="*/ 96 h 707"/>
              <a:gd name="T88" fmla="*/ 4151 w 5269"/>
              <a:gd name="T89" fmla="*/ 79 h 707"/>
              <a:gd name="T90" fmla="*/ 4168 w 5269"/>
              <a:gd name="T91" fmla="*/ 113 h 707"/>
              <a:gd name="T92" fmla="*/ 4236 w 5269"/>
              <a:gd name="T93" fmla="*/ 181 h 707"/>
              <a:gd name="T94" fmla="*/ 4270 w 5269"/>
              <a:gd name="T95" fmla="*/ 249 h 707"/>
              <a:gd name="T96" fmla="*/ 4388 w 5269"/>
              <a:gd name="T97" fmla="*/ 503 h 707"/>
              <a:gd name="T98" fmla="*/ 4439 w 5269"/>
              <a:gd name="T99" fmla="*/ 638 h 707"/>
              <a:gd name="T100" fmla="*/ 4507 w 5269"/>
              <a:gd name="T101" fmla="*/ 672 h 707"/>
              <a:gd name="T102" fmla="*/ 4913 w 5269"/>
              <a:gd name="T103" fmla="*/ 621 h 707"/>
              <a:gd name="T104" fmla="*/ 4981 w 5269"/>
              <a:gd name="T105" fmla="*/ 638 h 707"/>
              <a:gd name="T106" fmla="*/ 5015 w 5269"/>
              <a:gd name="T107" fmla="*/ 672 h 707"/>
              <a:gd name="T108" fmla="*/ 5269 w 5269"/>
              <a:gd name="T109" fmla="*/ 655 h 707"/>
              <a:gd name="T110" fmla="*/ 0 60000 65536"/>
              <a:gd name="T111" fmla="*/ 0 60000 65536"/>
              <a:gd name="T112" fmla="*/ 0 60000 65536"/>
              <a:gd name="T113" fmla="*/ 0 60000 65536"/>
              <a:gd name="T114" fmla="*/ 0 60000 65536"/>
              <a:gd name="T115" fmla="*/ 0 60000 65536"/>
              <a:gd name="T116" fmla="*/ 0 60000 65536"/>
              <a:gd name="T117" fmla="*/ 0 60000 65536"/>
              <a:gd name="T118" fmla="*/ 0 60000 65536"/>
              <a:gd name="T119" fmla="*/ 0 60000 65536"/>
              <a:gd name="T120" fmla="*/ 0 60000 65536"/>
              <a:gd name="T121" fmla="*/ 0 60000 65536"/>
              <a:gd name="T122" fmla="*/ 0 60000 65536"/>
              <a:gd name="T123" fmla="*/ 0 60000 65536"/>
              <a:gd name="T124" fmla="*/ 0 60000 65536"/>
              <a:gd name="T125" fmla="*/ 0 60000 65536"/>
              <a:gd name="T126" fmla="*/ 0 60000 65536"/>
              <a:gd name="T127" fmla="*/ 0 60000 65536"/>
              <a:gd name="T128" fmla="*/ 0 60000 65536"/>
              <a:gd name="T129" fmla="*/ 0 60000 65536"/>
              <a:gd name="T130" fmla="*/ 0 60000 65536"/>
              <a:gd name="T131" fmla="*/ 0 60000 65536"/>
              <a:gd name="T132" fmla="*/ 0 60000 65536"/>
              <a:gd name="T133" fmla="*/ 0 60000 65536"/>
              <a:gd name="T134" fmla="*/ 0 60000 65536"/>
              <a:gd name="T135" fmla="*/ 0 60000 65536"/>
              <a:gd name="T136" fmla="*/ 0 60000 65536"/>
              <a:gd name="T137" fmla="*/ 0 60000 65536"/>
              <a:gd name="T138" fmla="*/ 0 60000 65536"/>
              <a:gd name="T139" fmla="*/ 0 60000 65536"/>
              <a:gd name="T140" fmla="*/ 0 60000 65536"/>
              <a:gd name="T141" fmla="*/ 0 60000 65536"/>
              <a:gd name="T142" fmla="*/ 0 60000 65536"/>
              <a:gd name="T143" fmla="*/ 0 60000 65536"/>
              <a:gd name="T144" fmla="*/ 0 60000 65536"/>
              <a:gd name="T145" fmla="*/ 0 60000 65536"/>
              <a:gd name="T146" fmla="*/ 0 60000 65536"/>
              <a:gd name="T147" fmla="*/ 0 60000 65536"/>
              <a:gd name="T148" fmla="*/ 0 60000 65536"/>
              <a:gd name="T149" fmla="*/ 0 60000 65536"/>
              <a:gd name="T150" fmla="*/ 0 60000 65536"/>
              <a:gd name="T151" fmla="*/ 0 60000 65536"/>
              <a:gd name="T152" fmla="*/ 0 60000 65536"/>
              <a:gd name="T153" fmla="*/ 0 60000 65536"/>
              <a:gd name="T154" fmla="*/ 0 60000 65536"/>
              <a:gd name="T155" fmla="*/ 0 60000 65536"/>
              <a:gd name="T156" fmla="*/ 0 60000 65536"/>
              <a:gd name="T157" fmla="*/ 0 60000 65536"/>
              <a:gd name="T158" fmla="*/ 0 60000 65536"/>
              <a:gd name="T159" fmla="*/ 0 60000 65536"/>
              <a:gd name="T160" fmla="*/ 0 60000 65536"/>
              <a:gd name="T161" fmla="*/ 0 60000 65536"/>
              <a:gd name="T162" fmla="*/ 0 60000 65536"/>
              <a:gd name="T163" fmla="*/ 0 60000 65536"/>
              <a:gd name="T164" fmla="*/ 0 60000 65536"/>
              <a:gd name="T165" fmla="*/ 0 w 5269"/>
              <a:gd name="T166" fmla="*/ 0 h 707"/>
              <a:gd name="T167" fmla="*/ 5269 w 5269"/>
              <a:gd name="T168" fmla="*/ 707 h 707"/>
            </a:gdLst>
            <a:ahLst/>
            <a:cxnLst>
              <a:cxn ang="T110">
                <a:pos x="T0" y="T1"/>
              </a:cxn>
              <a:cxn ang="T111">
                <a:pos x="T2" y="T3"/>
              </a:cxn>
              <a:cxn ang="T112">
                <a:pos x="T4" y="T5"/>
              </a:cxn>
              <a:cxn ang="T113">
                <a:pos x="T6" y="T7"/>
              </a:cxn>
              <a:cxn ang="T114">
                <a:pos x="T8" y="T9"/>
              </a:cxn>
              <a:cxn ang="T115">
                <a:pos x="T10" y="T11"/>
              </a:cxn>
              <a:cxn ang="T116">
                <a:pos x="T12" y="T13"/>
              </a:cxn>
              <a:cxn ang="T117">
                <a:pos x="T14" y="T15"/>
              </a:cxn>
              <a:cxn ang="T118">
                <a:pos x="T16" y="T17"/>
              </a:cxn>
              <a:cxn ang="T119">
                <a:pos x="T18" y="T19"/>
              </a:cxn>
              <a:cxn ang="T120">
                <a:pos x="T20" y="T21"/>
              </a:cxn>
              <a:cxn ang="T121">
                <a:pos x="T22" y="T23"/>
              </a:cxn>
              <a:cxn ang="T122">
                <a:pos x="T24" y="T25"/>
              </a:cxn>
              <a:cxn ang="T123">
                <a:pos x="T26" y="T27"/>
              </a:cxn>
              <a:cxn ang="T124">
                <a:pos x="T28" y="T29"/>
              </a:cxn>
              <a:cxn ang="T125">
                <a:pos x="T30" y="T31"/>
              </a:cxn>
              <a:cxn ang="T126">
                <a:pos x="T32" y="T33"/>
              </a:cxn>
              <a:cxn ang="T127">
                <a:pos x="T34" y="T35"/>
              </a:cxn>
              <a:cxn ang="T128">
                <a:pos x="T36" y="T37"/>
              </a:cxn>
              <a:cxn ang="T129">
                <a:pos x="T38" y="T39"/>
              </a:cxn>
              <a:cxn ang="T130">
                <a:pos x="T40" y="T41"/>
              </a:cxn>
              <a:cxn ang="T131">
                <a:pos x="T42" y="T43"/>
              </a:cxn>
              <a:cxn ang="T132">
                <a:pos x="T44" y="T45"/>
              </a:cxn>
              <a:cxn ang="T133">
                <a:pos x="T46" y="T47"/>
              </a:cxn>
              <a:cxn ang="T134">
                <a:pos x="T48" y="T49"/>
              </a:cxn>
              <a:cxn ang="T135">
                <a:pos x="T50" y="T51"/>
              </a:cxn>
              <a:cxn ang="T136">
                <a:pos x="T52" y="T53"/>
              </a:cxn>
              <a:cxn ang="T137">
                <a:pos x="T54" y="T55"/>
              </a:cxn>
              <a:cxn ang="T138">
                <a:pos x="T56" y="T57"/>
              </a:cxn>
              <a:cxn ang="T139">
                <a:pos x="T58" y="T59"/>
              </a:cxn>
              <a:cxn ang="T140">
                <a:pos x="T60" y="T61"/>
              </a:cxn>
              <a:cxn ang="T141">
                <a:pos x="T62" y="T63"/>
              </a:cxn>
              <a:cxn ang="T142">
                <a:pos x="T64" y="T65"/>
              </a:cxn>
              <a:cxn ang="T143">
                <a:pos x="T66" y="T67"/>
              </a:cxn>
              <a:cxn ang="T144">
                <a:pos x="T68" y="T69"/>
              </a:cxn>
              <a:cxn ang="T145">
                <a:pos x="T70" y="T71"/>
              </a:cxn>
              <a:cxn ang="T146">
                <a:pos x="T72" y="T73"/>
              </a:cxn>
              <a:cxn ang="T147">
                <a:pos x="T74" y="T75"/>
              </a:cxn>
              <a:cxn ang="T148">
                <a:pos x="T76" y="T77"/>
              </a:cxn>
              <a:cxn ang="T149">
                <a:pos x="T78" y="T79"/>
              </a:cxn>
              <a:cxn ang="T150">
                <a:pos x="T80" y="T81"/>
              </a:cxn>
              <a:cxn ang="T151">
                <a:pos x="T82" y="T83"/>
              </a:cxn>
              <a:cxn ang="T152">
                <a:pos x="T84" y="T85"/>
              </a:cxn>
              <a:cxn ang="T153">
                <a:pos x="T86" y="T87"/>
              </a:cxn>
              <a:cxn ang="T154">
                <a:pos x="T88" y="T89"/>
              </a:cxn>
              <a:cxn ang="T155">
                <a:pos x="T90" y="T91"/>
              </a:cxn>
              <a:cxn ang="T156">
                <a:pos x="T92" y="T93"/>
              </a:cxn>
              <a:cxn ang="T157">
                <a:pos x="T94" y="T95"/>
              </a:cxn>
              <a:cxn ang="T158">
                <a:pos x="T96" y="T97"/>
              </a:cxn>
              <a:cxn ang="T159">
                <a:pos x="T98" y="T99"/>
              </a:cxn>
              <a:cxn ang="T160">
                <a:pos x="T100" y="T101"/>
              </a:cxn>
              <a:cxn ang="T161">
                <a:pos x="T102" y="T103"/>
              </a:cxn>
              <a:cxn ang="T162">
                <a:pos x="T104" y="T105"/>
              </a:cxn>
              <a:cxn ang="T163">
                <a:pos x="T106" y="T107"/>
              </a:cxn>
              <a:cxn ang="T164">
                <a:pos x="T108" y="T109"/>
              </a:cxn>
            </a:cxnLst>
            <a:rect l="T165" t="T166" r="T167" b="T168"/>
            <a:pathLst>
              <a:path w="5269" h="707">
                <a:moveTo>
                  <a:pt x="0" y="655"/>
                </a:moveTo>
                <a:cubicBezTo>
                  <a:pt x="138" y="627"/>
                  <a:pt x="54" y="667"/>
                  <a:pt x="102" y="604"/>
                </a:cubicBezTo>
                <a:cubicBezTo>
                  <a:pt x="112" y="591"/>
                  <a:pt x="127" y="583"/>
                  <a:pt x="136" y="570"/>
                </a:cubicBezTo>
                <a:cubicBezTo>
                  <a:pt x="150" y="549"/>
                  <a:pt x="170" y="503"/>
                  <a:pt x="170" y="503"/>
                </a:cubicBezTo>
                <a:cubicBezTo>
                  <a:pt x="184" y="433"/>
                  <a:pt x="177" y="398"/>
                  <a:pt x="238" y="367"/>
                </a:cubicBezTo>
                <a:cubicBezTo>
                  <a:pt x="244" y="333"/>
                  <a:pt x="248" y="299"/>
                  <a:pt x="255" y="265"/>
                </a:cubicBezTo>
                <a:cubicBezTo>
                  <a:pt x="259" y="248"/>
                  <a:pt x="268" y="232"/>
                  <a:pt x="271" y="215"/>
                </a:cubicBezTo>
                <a:cubicBezTo>
                  <a:pt x="279" y="176"/>
                  <a:pt x="267" y="130"/>
                  <a:pt x="288" y="96"/>
                </a:cubicBezTo>
                <a:cubicBezTo>
                  <a:pt x="300" y="76"/>
                  <a:pt x="334" y="86"/>
                  <a:pt x="356" y="79"/>
                </a:cubicBezTo>
                <a:cubicBezTo>
                  <a:pt x="368" y="75"/>
                  <a:pt x="379" y="68"/>
                  <a:pt x="390" y="62"/>
                </a:cubicBezTo>
                <a:cubicBezTo>
                  <a:pt x="413" y="68"/>
                  <a:pt x="438" y="67"/>
                  <a:pt x="458" y="79"/>
                </a:cubicBezTo>
                <a:cubicBezTo>
                  <a:pt x="540" y="128"/>
                  <a:pt x="405" y="104"/>
                  <a:pt x="509" y="130"/>
                </a:cubicBezTo>
                <a:cubicBezTo>
                  <a:pt x="542" y="138"/>
                  <a:pt x="576" y="141"/>
                  <a:pt x="610" y="147"/>
                </a:cubicBezTo>
                <a:cubicBezTo>
                  <a:pt x="616" y="158"/>
                  <a:pt x="623" y="169"/>
                  <a:pt x="627" y="181"/>
                </a:cubicBezTo>
                <a:cubicBezTo>
                  <a:pt x="634" y="203"/>
                  <a:pt x="629" y="231"/>
                  <a:pt x="644" y="249"/>
                </a:cubicBezTo>
                <a:cubicBezTo>
                  <a:pt x="660" y="268"/>
                  <a:pt x="712" y="282"/>
                  <a:pt x="712" y="282"/>
                </a:cubicBezTo>
                <a:cubicBezTo>
                  <a:pt x="745" y="347"/>
                  <a:pt x="759" y="399"/>
                  <a:pt x="780" y="469"/>
                </a:cubicBezTo>
                <a:cubicBezTo>
                  <a:pt x="790" y="503"/>
                  <a:pt x="798" y="538"/>
                  <a:pt x="814" y="570"/>
                </a:cubicBezTo>
                <a:cubicBezTo>
                  <a:pt x="820" y="581"/>
                  <a:pt x="821" y="596"/>
                  <a:pt x="831" y="604"/>
                </a:cubicBezTo>
                <a:cubicBezTo>
                  <a:pt x="871" y="637"/>
                  <a:pt x="918" y="643"/>
                  <a:pt x="966" y="655"/>
                </a:cubicBezTo>
                <a:cubicBezTo>
                  <a:pt x="1011" y="649"/>
                  <a:pt x="1058" y="649"/>
                  <a:pt x="1102" y="638"/>
                </a:cubicBezTo>
                <a:cubicBezTo>
                  <a:pt x="1126" y="632"/>
                  <a:pt x="1169" y="604"/>
                  <a:pt x="1169" y="604"/>
                </a:cubicBezTo>
                <a:cubicBezTo>
                  <a:pt x="1175" y="593"/>
                  <a:pt x="1178" y="580"/>
                  <a:pt x="1186" y="570"/>
                </a:cubicBezTo>
                <a:cubicBezTo>
                  <a:pt x="1206" y="546"/>
                  <a:pt x="1254" y="503"/>
                  <a:pt x="1254" y="503"/>
                </a:cubicBezTo>
                <a:cubicBezTo>
                  <a:pt x="1263" y="435"/>
                  <a:pt x="1253" y="358"/>
                  <a:pt x="1288" y="299"/>
                </a:cubicBezTo>
                <a:cubicBezTo>
                  <a:pt x="1295" y="288"/>
                  <a:pt x="1312" y="290"/>
                  <a:pt x="1322" y="282"/>
                </a:cubicBezTo>
                <a:cubicBezTo>
                  <a:pt x="1335" y="273"/>
                  <a:pt x="1345" y="260"/>
                  <a:pt x="1356" y="249"/>
                </a:cubicBezTo>
                <a:cubicBezTo>
                  <a:pt x="1370" y="195"/>
                  <a:pt x="1382" y="146"/>
                  <a:pt x="1407" y="96"/>
                </a:cubicBezTo>
                <a:cubicBezTo>
                  <a:pt x="1452" y="102"/>
                  <a:pt x="1498" y="104"/>
                  <a:pt x="1542" y="113"/>
                </a:cubicBezTo>
                <a:cubicBezTo>
                  <a:pt x="1554" y="115"/>
                  <a:pt x="1563" y="130"/>
                  <a:pt x="1576" y="130"/>
                </a:cubicBezTo>
                <a:cubicBezTo>
                  <a:pt x="1597" y="130"/>
                  <a:pt x="1802" y="100"/>
                  <a:pt x="1830" y="96"/>
                </a:cubicBezTo>
                <a:cubicBezTo>
                  <a:pt x="1911" y="55"/>
                  <a:pt x="1975" y="44"/>
                  <a:pt x="2067" y="28"/>
                </a:cubicBezTo>
                <a:cubicBezTo>
                  <a:pt x="2177" y="42"/>
                  <a:pt x="2199" y="49"/>
                  <a:pt x="2287" y="79"/>
                </a:cubicBezTo>
                <a:cubicBezTo>
                  <a:pt x="2509" y="67"/>
                  <a:pt x="2627" y="42"/>
                  <a:pt x="2830" y="62"/>
                </a:cubicBezTo>
                <a:cubicBezTo>
                  <a:pt x="2885" y="172"/>
                  <a:pt x="2801" y="0"/>
                  <a:pt x="2863" y="147"/>
                </a:cubicBezTo>
                <a:cubicBezTo>
                  <a:pt x="2897" y="227"/>
                  <a:pt x="2942" y="300"/>
                  <a:pt x="2965" y="384"/>
                </a:cubicBezTo>
                <a:cubicBezTo>
                  <a:pt x="2977" y="429"/>
                  <a:pt x="2978" y="478"/>
                  <a:pt x="2999" y="520"/>
                </a:cubicBezTo>
                <a:cubicBezTo>
                  <a:pt x="3010" y="542"/>
                  <a:pt x="3033" y="587"/>
                  <a:pt x="3033" y="587"/>
                </a:cubicBezTo>
                <a:cubicBezTo>
                  <a:pt x="3000" y="652"/>
                  <a:pt x="3070" y="648"/>
                  <a:pt x="3135" y="655"/>
                </a:cubicBezTo>
                <a:cubicBezTo>
                  <a:pt x="3219" y="663"/>
                  <a:pt x="3304" y="666"/>
                  <a:pt x="3389" y="672"/>
                </a:cubicBezTo>
                <a:cubicBezTo>
                  <a:pt x="3476" y="690"/>
                  <a:pt x="3557" y="707"/>
                  <a:pt x="3626" y="638"/>
                </a:cubicBezTo>
                <a:cubicBezTo>
                  <a:pt x="3640" y="458"/>
                  <a:pt x="3640" y="393"/>
                  <a:pt x="3711" y="249"/>
                </a:cubicBezTo>
                <a:cubicBezTo>
                  <a:pt x="3712" y="247"/>
                  <a:pt x="3742" y="182"/>
                  <a:pt x="3744" y="181"/>
                </a:cubicBezTo>
                <a:cubicBezTo>
                  <a:pt x="3806" y="150"/>
                  <a:pt x="3865" y="118"/>
                  <a:pt x="3931" y="96"/>
                </a:cubicBezTo>
                <a:cubicBezTo>
                  <a:pt x="3976" y="7"/>
                  <a:pt x="3950" y="32"/>
                  <a:pt x="4151" y="79"/>
                </a:cubicBezTo>
                <a:cubicBezTo>
                  <a:pt x="4163" y="82"/>
                  <a:pt x="4160" y="103"/>
                  <a:pt x="4168" y="113"/>
                </a:cubicBezTo>
                <a:cubicBezTo>
                  <a:pt x="4189" y="138"/>
                  <a:pt x="4213" y="158"/>
                  <a:pt x="4236" y="181"/>
                </a:cubicBezTo>
                <a:cubicBezTo>
                  <a:pt x="4254" y="199"/>
                  <a:pt x="4259" y="226"/>
                  <a:pt x="4270" y="249"/>
                </a:cubicBezTo>
                <a:cubicBezTo>
                  <a:pt x="4312" y="333"/>
                  <a:pt x="4346" y="419"/>
                  <a:pt x="4388" y="503"/>
                </a:cubicBezTo>
                <a:cubicBezTo>
                  <a:pt x="4410" y="546"/>
                  <a:pt x="4401" y="608"/>
                  <a:pt x="4439" y="638"/>
                </a:cubicBezTo>
                <a:cubicBezTo>
                  <a:pt x="4459" y="654"/>
                  <a:pt x="4507" y="672"/>
                  <a:pt x="4507" y="672"/>
                </a:cubicBezTo>
                <a:cubicBezTo>
                  <a:pt x="4826" y="653"/>
                  <a:pt x="4715" y="661"/>
                  <a:pt x="4913" y="621"/>
                </a:cubicBezTo>
                <a:cubicBezTo>
                  <a:pt x="4936" y="627"/>
                  <a:pt x="4960" y="628"/>
                  <a:pt x="4981" y="638"/>
                </a:cubicBezTo>
                <a:cubicBezTo>
                  <a:pt x="4995" y="645"/>
                  <a:pt x="4999" y="671"/>
                  <a:pt x="5015" y="672"/>
                </a:cubicBezTo>
                <a:cubicBezTo>
                  <a:pt x="5100" y="679"/>
                  <a:pt x="5184" y="655"/>
                  <a:pt x="5269" y="655"/>
                </a:cubicBezTo>
              </a:path>
            </a:pathLst>
          </a:custGeom>
          <a:noFill/>
          <a:ln w="28575" cap="flat" cmpd="sng">
            <a:solidFill>
              <a:srgbClr val="000099"/>
            </a:solidFill>
            <a:prstDash val="solid"/>
            <a:round/>
            <a:headEnd/>
            <a:tailEnd/>
          </a:ln>
        </p:spPr>
        <p:txBody>
          <a:bodyPr/>
          <a:lstStyle/>
          <a:p>
            <a:endParaRPr lang="en-GB"/>
          </a:p>
        </p:txBody>
      </p:sp>
      <p:sp>
        <p:nvSpPr>
          <p:cNvPr id="25603" name="Text Box 15"/>
          <p:cNvSpPr txBox="1">
            <a:spLocks noChangeArrowheads="1"/>
          </p:cNvSpPr>
          <p:nvPr/>
        </p:nvSpPr>
        <p:spPr bwMode="auto">
          <a:xfrm>
            <a:off x="431800" y="1069975"/>
            <a:ext cx="8158163" cy="336550"/>
          </a:xfrm>
          <a:prstGeom prst="rect">
            <a:avLst/>
          </a:prstGeom>
          <a:noFill/>
          <a:ln w="9525" algn="ctr">
            <a:noFill/>
            <a:miter lim="800000"/>
            <a:headEnd/>
            <a:tailEnd/>
          </a:ln>
        </p:spPr>
        <p:txBody>
          <a:bodyPr wrap="none">
            <a:spAutoFit/>
          </a:bodyPr>
          <a:lstStyle/>
          <a:p>
            <a:r>
              <a:rPr lang="en-GB" sz="1600"/>
              <a:t>Data:  “1”........ “0”......... “1”........ “1”......... “1” ........ “0” ........ “1” ......... “0” ....... </a:t>
            </a:r>
          </a:p>
        </p:txBody>
      </p:sp>
      <p:sp>
        <p:nvSpPr>
          <p:cNvPr id="25604" name="Text Box 16"/>
          <p:cNvSpPr txBox="1">
            <a:spLocks noChangeArrowheads="1"/>
          </p:cNvSpPr>
          <p:nvPr/>
        </p:nvSpPr>
        <p:spPr bwMode="auto">
          <a:xfrm>
            <a:off x="431800" y="3355975"/>
            <a:ext cx="804863" cy="336550"/>
          </a:xfrm>
          <a:prstGeom prst="rect">
            <a:avLst/>
          </a:prstGeom>
          <a:noFill/>
          <a:ln w="9525" algn="ctr">
            <a:noFill/>
            <a:miter lim="800000"/>
            <a:headEnd/>
            <a:tailEnd/>
          </a:ln>
        </p:spPr>
        <p:txBody>
          <a:bodyPr wrap="none">
            <a:spAutoFit/>
          </a:bodyPr>
          <a:lstStyle/>
          <a:p>
            <a:r>
              <a:rPr lang="en-GB" sz="1600"/>
              <a:t>Time: </a:t>
            </a:r>
          </a:p>
        </p:txBody>
      </p:sp>
      <p:sp>
        <p:nvSpPr>
          <p:cNvPr id="25605" name="Line 17"/>
          <p:cNvSpPr>
            <a:spLocks noChangeShapeType="1"/>
          </p:cNvSpPr>
          <p:nvPr/>
        </p:nvSpPr>
        <p:spPr bwMode="auto">
          <a:xfrm flipV="1">
            <a:off x="1492250" y="2312988"/>
            <a:ext cx="0" cy="1209675"/>
          </a:xfrm>
          <a:prstGeom prst="line">
            <a:avLst/>
          </a:prstGeom>
          <a:noFill/>
          <a:ln w="28575">
            <a:solidFill>
              <a:srgbClr val="FF0000"/>
            </a:solidFill>
            <a:round/>
            <a:headEnd/>
            <a:tailEnd type="triangle" w="med" len="med"/>
          </a:ln>
        </p:spPr>
        <p:txBody>
          <a:bodyPr/>
          <a:lstStyle/>
          <a:p>
            <a:endParaRPr lang="en-GB"/>
          </a:p>
        </p:txBody>
      </p:sp>
      <p:sp>
        <p:nvSpPr>
          <p:cNvPr id="25606" name="Line 18"/>
          <p:cNvSpPr>
            <a:spLocks noChangeShapeType="1"/>
          </p:cNvSpPr>
          <p:nvPr/>
        </p:nvSpPr>
        <p:spPr bwMode="auto">
          <a:xfrm flipV="1">
            <a:off x="2298700" y="2339975"/>
            <a:ext cx="0" cy="1182688"/>
          </a:xfrm>
          <a:prstGeom prst="line">
            <a:avLst/>
          </a:prstGeom>
          <a:noFill/>
          <a:ln w="28575">
            <a:solidFill>
              <a:srgbClr val="FF0000"/>
            </a:solidFill>
            <a:round/>
            <a:headEnd/>
            <a:tailEnd type="triangle" w="med" len="med"/>
          </a:ln>
        </p:spPr>
        <p:txBody>
          <a:bodyPr/>
          <a:lstStyle/>
          <a:p>
            <a:endParaRPr lang="en-GB"/>
          </a:p>
        </p:txBody>
      </p:sp>
      <p:sp>
        <p:nvSpPr>
          <p:cNvPr id="25607" name="Line 19"/>
          <p:cNvSpPr>
            <a:spLocks noChangeShapeType="1"/>
          </p:cNvSpPr>
          <p:nvPr/>
        </p:nvSpPr>
        <p:spPr bwMode="auto">
          <a:xfrm>
            <a:off x="1277938" y="3522663"/>
            <a:ext cx="7475537" cy="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</p:spPr>
        <p:txBody>
          <a:bodyPr/>
          <a:lstStyle/>
          <a:p>
            <a:endParaRPr lang="en-GB"/>
          </a:p>
        </p:txBody>
      </p:sp>
      <p:sp>
        <p:nvSpPr>
          <p:cNvPr id="25608" name="Line 20"/>
          <p:cNvSpPr>
            <a:spLocks noChangeShapeType="1"/>
          </p:cNvSpPr>
          <p:nvPr/>
        </p:nvSpPr>
        <p:spPr bwMode="auto">
          <a:xfrm flipV="1">
            <a:off x="3133725" y="2339975"/>
            <a:ext cx="0" cy="1182688"/>
          </a:xfrm>
          <a:prstGeom prst="line">
            <a:avLst/>
          </a:prstGeom>
          <a:noFill/>
          <a:ln w="28575">
            <a:solidFill>
              <a:srgbClr val="FF0000"/>
            </a:solidFill>
            <a:round/>
            <a:headEnd/>
            <a:tailEnd type="triangle" w="med" len="med"/>
          </a:ln>
        </p:spPr>
        <p:txBody>
          <a:bodyPr/>
          <a:lstStyle/>
          <a:p>
            <a:endParaRPr lang="en-GB"/>
          </a:p>
        </p:txBody>
      </p:sp>
      <p:sp>
        <p:nvSpPr>
          <p:cNvPr id="25609" name="Line 21"/>
          <p:cNvSpPr>
            <a:spLocks noChangeShapeType="1"/>
          </p:cNvSpPr>
          <p:nvPr/>
        </p:nvSpPr>
        <p:spPr bwMode="auto">
          <a:xfrm flipV="1">
            <a:off x="4021138" y="2366963"/>
            <a:ext cx="0" cy="1182687"/>
          </a:xfrm>
          <a:prstGeom prst="line">
            <a:avLst/>
          </a:prstGeom>
          <a:noFill/>
          <a:ln w="28575">
            <a:solidFill>
              <a:srgbClr val="FF0000"/>
            </a:solidFill>
            <a:round/>
            <a:headEnd/>
            <a:tailEnd type="triangle" w="med" len="med"/>
          </a:ln>
        </p:spPr>
        <p:txBody>
          <a:bodyPr/>
          <a:lstStyle/>
          <a:p>
            <a:endParaRPr lang="en-GB"/>
          </a:p>
        </p:txBody>
      </p:sp>
      <p:sp>
        <p:nvSpPr>
          <p:cNvPr id="25610" name="Line 22"/>
          <p:cNvSpPr>
            <a:spLocks noChangeShapeType="1"/>
          </p:cNvSpPr>
          <p:nvPr/>
        </p:nvSpPr>
        <p:spPr bwMode="auto">
          <a:xfrm flipV="1">
            <a:off x="4989513" y="2366963"/>
            <a:ext cx="0" cy="1182687"/>
          </a:xfrm>
          <a:prstGeom prst="line">
            <a:avLst/>
          </a:prstGeom>
          <a:noFill/>
          <a:ln w="28575">
            <a:solidFill>
              <a:srgbClr val="FF0000"/>
            </a:solidFill>
            <a:round/>
            <a:headEnd/>
            <a:tailEnd type="triangle" w="med" len="med"/>
          </a:ln>
        </p:spPr>
        <p:txBody>
          <a:bodyPr/>
          <a:lstStyle/>
          <a:p>
            <a:endParaRPr lang="en-GB"/>
          </a:p>
        </p:txBody>
      </p:sp>
      <p:sp>
        <p:nvSpPr>
          <p:cNvPr id="25611" name="Line 23"/>
          <p:cNvSpPr>
            <a:spLocks noChangeShapeType="1"/>
          </p:cNvSpPr>
          <p:nvPr/>
        </p:nvSpPr>
        <p:spPr bwMode="auto">
          <a:xfrm flipV="1">
            <a:off x="5956300" y="2366963"/>
            <a:ext cx="0" cy="1182687"/>
          </a:xfrm>
          <a:prstGeom prst="line">
            <a:avLst/>
          </a:prstGeom>
          <a:noFill/>
          <a:ln w="28575">
            <a:solidFill>
              <a:srgbClr val="FF0000"/>
            </a:solidFill>
            <a:round/>
            <a:headEnd/>
            <a:tailEnd type="triangle" w="med" len="med"/>
          </a:ln>
        </p:spPr>
        <p:txBody>
          <a:bodyPr/>
          <a:lstStyle/>
          <a:p>
            <a:endParaRPr lang="en-GB"/>
          </a:p>
        </p:txBody>
      </p:sp>
      <p:sp>
        <p:nvSpPr>
          <p:cNvPr id="25612" name="Line 24"/>
          <p:cNvSpPr>
            <a:spLocks noChangeShapeType="1"/>
          </p:cNvSpPr>
          <p:nvPr/>
        </p:nvSpPr>
        <p:spPr bwMode="auto">
          <a:xfrm flipV="1">
            <a:off x="6870700" y="2312988"/>
            <a:ext cx="0" cy="1182687"/>
          </a:xfrm>
          <a:prstGeom prst="line">
            <a:avLst/>
          </a:prstGeom>
          <a:noFill/>
          <a:ln w="28575">
            <a:solidFill>
              <a:srgbClr val="FF0000"/>
            </a:solidFill>
            <a:round/>
            <a:headEnd/>
            <a:tailEnd type="triangle" w="med" len="med"/>
          </a:ln>
        </p:spPr>
        <p:txBody>
          <a:bodyPr/>
          <a:lstStyle/>
          <a:p>
            <a:endParaRPr lang="en-GB"/>
          </a:p>
        </p:txBody>
      </p:sp>
      <p:sp>
        <p:nvSpPr>
          <p:cNvPr id="25613" name="Line 25"/>
          <p:cNvSpPr>
            <a:spLocks noChangeShapeType="1"/>
          </p:cNvSpPr>
          <p:nvPr/>
        </p:nvSpPr>
        <p:spPr bwMode="auto">
          <a:xfrm flipV="1">
            <a:off x="7812088" y="2312988"/>
            <a:ext cx="0" cy="1182687"/>
          </a:xfrm>
          <a:prstGeom prst="line">
            <a:avLst/>
          </a:prstGeom>
          <a:noFill/>
          <a:ln w="28575">
            <a:solidFill>
              <a:srgbClr val="FF0000"/>
            </a:solidFill>
            <a:round/>
            <a:headEnd/>
            <a:tailEnd type="triangle" w="med" len="med"/>
          </a:ln>
        </p:spPr>
        <p:txBody>
          <a:bodyPr/>
          <a:lstStyle/>
          <a:p>
            <a:endParaRPr lang="en-GB"/>
          </a:p>
        </p:txBody>
      </p:sp>
      <p:sp>
        <p:nvSpPr>
          <p:cNvPr id="25614" name="Text Box 26"/>
          <p:cNvSpPr txBox="1">
            <a:spLocks noChangeArrowheads="1"/>
          </p:cNvSpPr>
          <p:nvPr/>
        </p:nvSpPr>
        <p:spPr bwMode="auto">
          <a:xfrm>
            <a:off x="431800" y="382588"/>
            <a:ext cx="4930775" cy="457200"/>
          </a:xfrm>
          <a:prstGeom prst="rect">
            <a:avLst/>
          </a:prstGeom>
          <a:noFill/>
          <a:ln w="9525" algn="ctr">
            <a:noFill/>
            <a:miter lim="800000"/>
            <a:headEnd/>
            <a:tailEnd/>
          </a:ln>
        </p:spPr>
        <p:txBody>
          <a:bodyPr wrap="none">
            <a:spAutoFit/>
          </a:bodyPr>
          <a:lstStyle/>
          <a:p>
            <a:r>
              <a:rPr lang="en-GB" sz="2400" b="1"/>
              <a:t>Digital Signal Timing - Clocking</a:t>
            </a:r>
          </a:p>
        </p:txBody>
      </p:sp>
      <p:sp>
        <p:nvSpPr>
          <p:cNvPr id="25615" name="Text Box 27"/>
          <p:cNvSpPr txBox="1">
            <a:spLocks noChangeArrowheads="1"/>
          </p:cNvSpPr>
          <p:nvPr/>
        </p:nvSpPr>
        <p:spPr bwMode="auto">
          <a:xfrm>
            <a:off x="431800" y="4378325"/>
            <a:ext cx="8243888" cy="825500"/>
          </a:xfrm>
          <a:prstGeom prst="rect">
            <a:avLst/>
          </a:prstGeom>
          <a:noFill/>
          <a:ln w="9525" algn="ctr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pPr marL="174625" indent="-174625">
              <a:buFontTx/>
              <a:buChar char="•"/>
            </a:pPr>
            <a:r>
              <a:rPr lang="en-GB" sz="1600"/>
              <a:t>Transmitting and receiving ends must agree on times at which data is read – the CLOCK frequencies</a:t>
            </a:r>
          </a:p>
          <a:p>
            <a:pPr marL="174625" indent="-174625">
              <a:buFontTx/>
              <a:buChar char="•"/>
            </a:pPr>
            <a:r>
              <a:rPr lang="en-GB" sz="1600"/>
              <a:t>Clocking information must also be inferred in recorded media (CDs, etc)</a:t>
            </a:r>
          </a:p>
        </p:txBody>
      </p:sp>
    </p:spTree>
    <p:extLst>
      <p:ext uri="{BB962C8B-B14F-4D97-AF65-F5344CB8AC3E}">
        <p14:creationId xmlns:p14="http://schemas.microsoft.com/office/powerpoint/2010/main" val="1844063363"/>
      </p:ext>
    </p:extLst>
  </p:cSld>
  <p:clrMapOvr>
    <a:masterClrMapping/>
  </p:clrMapOvr>
</p:sld>
</file>

<file path=ppt/slides/slide8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626" name="Text Box 4"/>
          <p:cNvSpPr txBox="1">
            <a:spLocks noChangeArrowheads="1"/>
          </p:cNvSpPr>
          <p:nvPr/>
        </p:nvSpPr>
        <p:spPr bwMode="auto">
          <a:xfrm>
            <a:off x="431800" y="382588"/>
            <a:ext cx="1754188" cy="457200"/>
          </a:xfrm>
          <a:prstGeom prst="rect">
            <a:avLst/>
          </a:prstGeom>
          <a:noFill/>
          <a:ln w="9525" algn="ctr">
            <a:noFill/>
            <a:miter lim="800000"/>
            <a:headEnd/>
            <a:tailEnd/>
          </a:ln>
        </p:spPr>
        <p:txBody>
          <a:bodyPr wrap="none">
            <a:spAutoFit/>
          </a:bodyPr>
          <a:lstStyle/>
          <a:p>
            <a:r>
              <a:rPr lang="en-GB" sz="2400" b="1"/>
              <a:t>Go Digital!</a:t>
            </a:r>
          </a:p>
        </p:txBody>
      </p:sp>
      <p:sp>
        <p:nvSpPr>
          <p:cNvPr id="26627" name="Text Box 5"/>
          <p:cNvSpPr txBox="1">
            <a:spLocks noChangeArrowheads="1"/>
          </p:cNvSpPr>
          <p:nvPr/>
        </p:nvSpPr>
        <p:spPr bwMode="auto">
          <a:xfrm>
            <a:off x="431800" y="917575"/>
            <a:ext cx="7620000" cy="1739900"/>
          </a:xfrm>
          <a:prstGeom prst="rect">
            <a:avLst/>
          </a:prstGeom>
          <a:noFill/>
          <a:ln w="9525" algn="ctr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pPr marL="176213" indent="-176213"/>
            <a:r>
              <a:rPr lang="en-GB" sz="1800" b="1"/>
              <a:t>Digital Signals are either “1” or “0”</a:t>
            </a:r>
          </a:p>
          <a:p>
            <a:pPr marL="176213" indent="-176213">
              <a:buFontTx/>
              <a:buChar char="•"/>
            </a:pPr>
            <a:r>
              <a:rPr lang="en-GB" sz="1800"/>
              <a:t>Can add codings e.g. for error detection / correction</a:t>
            </a:r>
          </a:p>
          <a:p>
            <a:pPr marL="176213" indent="-176213">
              <a:buFontTx/>
              <a:buChar char="•"/>
            </a:pPr>
            <a:r>
              <a:rPr lang="en-GB" sz="1800"/>
              <a:t>if 1’s and 0’s can represent the analogue voltage, the produced / reproduced signal can be much more robust and faithful</a:t>
            </a:r>
          </a:p>
          <a:p>
            <a:pPr marL="176213" indent="-176213">
              <a:buFontTx/>
              <a:buChar char="•"/>
            </a:pPr>
            <a:endParaRPr lang="en-GB" sz="1800"/>
          </a:p>
          <a:p>
            <a:pPr marL="176213" indent="-176213"/>
            <a:r>
              <a:rPr lang="en-GB" sz="1800" b="1"/>
              <a:t>Aim: to keep the process digital as much as possible</a:t>
            </a:r>
          </a:p>
        </p:txBody>
      </p:sp>
      <p:sp>
        <p:nvSpPr>
          <p:cNvPr id="26628" name="Text Box 6"/>
          <p:cNvSpPr txBox="1">
            <a:spLocks noChangeArrowheads="1"/>
          </p:cNvSpPr>
          <p:nvPr/>
        </p:nvSpPr>
        <p:spPr bwMode="auto">
          <a:xfrm>
            <a:off x="0" y="3371850"/>
            <a:ext cx="1398588" cy="1190625"/>
          </a:xfrm>
          <a:prstGeom prst="rect">
            <a:avLst/>
          </a:prstGeom>
          <a:solidFill>
            <a:srgbClr val="FF0000"/>
          </a:solidFill>
          <a:ln w="9525" algn="ctr">
            <a:noFill/>
            <a:miter lim="800000"/>
            <a:headEnd/>
            <a:tailEnd/>
          </a:ln>
        </p:spPr>
        <p:txBody>
          <a:bodyPr wrap="none">
            <a:spAutoFit/>
          </a:bodyPr>
          <a:lstStyle/>
          <a:p>
            <a:endParaRPr lang="en-GB" sz="1800"/>
          </a:p>
          <a:p>
            <a:r>
              <a:rPr lang="en-GB" sz="1800" b="1"/>
              <a:t>Signal </a:t>
            </a:r>
          </a:p>
          <a:p>
            <a:r>
              <a:rPr lang="en-GB" sz="1800" b="1"/>
              <a:t>Generation</a:t>
            </a:r>
          </a:p>
          <a:p>
            <a:endParaRPr lang="en-GB" sz="1800"/>
          </a:p>
        </p:txBody>
      </p:sp>
      <p:sp>
        <p:nvSpPr>
          <p:cNvPr id="26629" name="Text Box 7"/>
          <p:cNvSpPr txBox="1">
            <a:spLocks noChangeArrowheads="1"/>
          </p:cNvSpPr>
          <p:nvPr/>
        </p:nvSpPr>
        <p:spPr bwMode="auto">
          <a:xfrm>
            <a:off x="1884363" y="3303588"/>
            <a:ext cx="1528762" cy="1465262"/>
          </a:xfrm>
          <a:prstGeom prst="rect">
            <a:avLst/>
          </a:prstGeom>
          <a:solidFill>
            <a:srgbClr val="FF9900"/>
          </a:solidFill>
          <a:ln w="9525" algn="ctr">
            <a:noFill/>
            <a:miter lim="800000"/>
            <a:headEnd/>
            <a:tailEnd/>
          </a:ln>
        </p:spPr>
        <p:txBody>
          <a:bodyPr wrap="none">
            <a:spAutoFit/>
          </a:bodyPr>
          <a:lstStyle/>
          <a:p>
            <a:pPr>
              <a:buFontTx/>
              <a:buChar char="•"/>
            </a:pPr>
            <a:endParaRPr lang="en-GB" sz="1800" b="1"/>
          </a:p>
          <a:p>
            <a:pPr>
              <a:buFontTx/>
              <a:buChar char="•"/>
            </a:pPr>
            <a:r>
              <a:rPr lang="en-GB" sz="1800" b="1"/>
              <a:t>Mixing</a:t>
            </a:r>
          </a:p>
          <a:p>
            <a:pPr>
              <a:buFontTx/>
              <a:buChar char="•"/>
            </a:pPr>
            <a:r>
              <a:rPr lang="en-GB" sz="1800" b="1"/>
              <a:t>Production</a:t>
            </a:r>
          </a:p>
          <a:p>
            <a:pPr>
              <a:buFontTx/>
              <a:buChar char="•"/>
            </a:pPr>
            <a:r>
              <a:rPr lang="en-GB" sz="1800" b="1"/>
              <a:t>Mastering</a:t>
            </a:r>
          </a:p>
          <a:p>
            <a:endParaRPr lang="en-GB" sz="1800" b="1"/>
          </a:p>
        </p:txBody>
      </p:sp>
      <p:sp>
        <p:nvSpPr>
          <p:cNvPr id="26630" name="Text Box 8"/>
          <p:cNvSpPr txBox="1">
            <a:spLocks noChangeArrowheads="1"/>
          </p:cNvSpPr>
          <p:nvPr/>
        </p:nvSpPr>
        <p:spPr bwMode="auto">
          <a:xfrm>
            <a:off x="3943350" y="3702050"/>
            <a:ext cx="985838" cy="854075"/>
          </a:xfrm>
          <a:prstGeom prst="rect">
            <a:avLst/>
          </a:prstGeom>
          <a:solidFill>
            <a:schemeClr val="accent2"/>
          </a:solidFill>
          <a:ln w="9525" algn="ctr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pPr algn="ctr"/>
            <a:endParaRPr lang="en-GB" sz="1800" b="1">
              <a:solidFill>
                <a:schemeClr val="bg1"/>
              </a:solidFill>
            </a:endParaRPr>
          </a:p>
          <a:p>
            <a:pPr algn="ctr"/>
            <a:r>
              <a:rPr lang="en-GB" sz="1800" b="1">
                <a:solidFill>
                  <a:schemeClr val="bg1"/>
                </a:solidFill>
              </a:rPr>
              <a:t>Master</a:t>
            </a:r>
          </a:p>
          <a:p>
            <a:pPr algn="ctr"/>
            <a:endParaRPr lang="en-GB" sz="1400" b="1">
              <a:solidFill>
                <a:schemeClr val="bg1"/>
              </a:solidFill>
            </a:endParaRPr>
          </a:p>
        </p:txBody>
      </p:sp>
      <p:sp>
        <p:nvSpPr>
          <p:cNvPr id="26631" name="AutoShape 10"/>
          <p:cNvSpPr>
            <a:spLocks noChangeArrowheads="1"/>
          </p:cNvSpPr>
          <p:nvPr/>
        </p:nvSpPr>
        <p:spPr bwMode="auto">
          <a:xfrm>
            <a:off x="1466850" y="3679825"/>
            <a:ext cx="363538" cy="550863"/>
          </a:xfrm>
          <a:prstGeom prst="rightArrow">
            <a:avLst>
              <a:gd name="adj1" fmla="val 53889"/>
              <a:gd name="adj2" fmla="val 63319"/>
            </a:avLst>
          </a:prstGeom>
          <a:solidFill>
            <a:srgbClr val="800000"/>
          </a:solidFill>
          <a:ln w="9525" algn="ctr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/>
          <a:p>
            <a:endParaRPr lang="en-US"/>
          </a:p>
        </p:txBody>
      </p:sp>
      <p:sp>
        <p:nvSpPr>
          <p:cNvPr id="26632" name="Text Box 11"/>
          <p:cNvSpPr txBox="1">
            <a:spLocks noChangeArrowheads="1"/>
          </p:cNvSpPr>
          <p:nvPr/>
        </p:nvSpPr>
        <p:spPr bwMode="auto">
          <a:xfrm>
            <a:off x="7294563" y="3776663"/>
            <a:ext cx="1849437" cy="641350"/>
          </a:xfrm>
          <a:prstGeom prst="rect">
            <a:avLst/>
          </a:prstGeom>
          <a:solidFill>
            <a:srgbClr val="FF0000"/>
          </a:solidFill>
          <a:ln w="9525" algn="ctr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pPr algn="ctr"/>
            <a:r>
              <a:rPr lang="en-GB" sz="1800" b="1"/>
              <a:t>Signal </a:t>
            </a:r>
          </a:p>
          <a:p>
            <a:pPr algn="ctr"/>
            <a:r>
              <a:rPr lang="en-GB" sz="1800" b="1"/>
              <a:t>Reproduction</a:t>
            </a:r>
            <a:endParaRPr lang="en-GB" sz="1800"/>
          </a:p>
        </p:txBody>
      </p:sp>
      <p:sp>
        <p:nvSpPr>
          <p:cNvPr id="26633" name="Text Box 13"/>
          <p:cNvSpPr txBox="1">
            <a:spLocks noChangeArrowheads="1"/>
          </p:cNvSpPr>
          <p:nvPr/>
        </p:nvSpPr>
        <p:spPr bwMode="auto">
          <a:xfrm>
            <a:off x="5440363" y="3644900"/>
            <a:ext cx="1252537" cy="915988"/>
          </a:xfrm>
          <a:prstGeom prst="rect">
            <a:avLst/>
          </a:prstGeom>
          <a:solidFill>
            <a:srgbClr val="660066"/>
          </a:solidFill>
          <a:ln w="9525" algn="ctr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pPr algn="ctr"/>
            <a:r>
              <a:rPr lang="en-GB" sz="1800" b="1">
                <a:solidFill>
                  <a:schemeClr val="bg1"/>
                </a:solidFill>
              </a:rPr>
              <a:t>Mass Produced Units</a:t>
            </a:r>
            <a:endParaRPr lang="en-GB" sz="1400" b="1">
              <a:solidFill>
                <a:schemeClr val="bg1"/>
              </a:solidFill>
            </a:endParaRPr>
          </a:p>
        </p:txBody>
      </p:sp>
      <p:sp>
        <p:nvSpPr>
          <p:cNvPr id="26634" name="AutoShape 14"/>
          <p:cNvSpPr>
            <a:spLocks noChangeArrowheads="1"/>
          </p:cNvSpPr>
          <p:nvPr/>
        </p:nvSpPr>
        <p:spPr bwMode="auto">
          <a:xfrm>
            <a:off x="3527425" y="3802063"/>
            <a:ext cx="363538" cy="550862"/>
          </a:xfrm>
          <a:prstGeom prst="rightArrow">
            <a:avLst>
              <a:gd name="adj1" fmla="val 53889"/>
              <a:gd name="adj2" fmla="val 63319"/>
            </a:avLst>
          </a:prstGeom>
          <a:solidFill>
            <a:srgbClr val="800000"/>
          </a:solidFill>
          <a:ln w="9525" algn="ctr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/>
          <a:p>
            <a:endParaRPr lang="en-US"/>
          </a:p>
        </p:txBody>
      </p:sp>
      <p:sp>
        <p:nvSpPr>
          <p:cNvPr id="26635" name="AutoShape 15"/>
          <p:cNvSpPr>
            <a:spLocks noChangeArrowheads="1"/>
          </p:cNvSpPr>
          <p:nvPr/>
        </p:nvSpPr>
        <p:spPr bwMode="auto">
          <a:xfrm>
            <a:off x="5013325" y="3778250"/>
            <a:ext cx="363538" cy="550863"/>
          </a:xfrm>
          <a:prstGeom prst="rightArrow">
            <a:avLst>
              <a:gd name="adj1" fmla="val 53889"/>
              <a:gd name="adj2" fmla="val 63319"/>
            </a:avLst>
          </a:prstGeom>
          <a:solidFill>
            <a:srgbClr val="800000"/>
          </a:solidFill>
          <a:ln w="9525" algn="ctr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/>
          <a:p>
            <a:endParaRPr lang="en-US"/>
          </a:p>
        </p:txBody>
      </p:sp>
      <p:sp>
        <p:nvSpPr>
          <p:cNvPr id="26636" name="AutoShape 16"/>
          <p:cNvSpPr>
            <a:spLocks noChangeArrowheads="1"/>
          </p:cNvSpPr>
          <p:nvPr/>
        </p:nvSpPr>
        <p:spPr bwMode="auto">
          <a:xfrm>
            <a:off x="6831013" y="3822700"/>
            <a:ext cx="363537" cy="550863"/>
          </a:xfrm>
          <a:prstGeom prst="rightArrow">
            <a:avLst>
              <a:gd name="adj1" fmla="val 53889"/>
              <a:gd name="adj2" fmla="val 63319"/>
            </a:avLst>
          </a:prstGeom>
          <a:solidFill>
            <a:srgbClr val="800000"/>
          </a:solidFill>
          <a:ln w="9525" algn="ctr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/>
          <a:p>
            <a:endParaRPr lang="en-US"/>
          </a:p>
        </p:txBody>
      </p:sp>
      <p:sp>
        <p:nvSpPr>
          <p:cNvPr id="26637" name="AutoShape 17"/>
          <p:cNvSpPr>
            <a:spLocks/>
          </p:cNvSpPr>
          <p:nvPr/>
        </p:nvSpPr>
        <p:spPr bwMode="auto">
          <a:xfrm rot="5400000">
            <a:off x="4171950" y="1130300"/>
            <a:ext cx="495300" cy="7975600"/>
          </a:xfrm>
          <a:prstGeom prst="rightBrace">
            <a:avLst>
              <a:gd name="adj1" fmla="val 134188"/>
              <a:gd name="adj2" fmla="val 50116"/>
            </a:avLst>
          </a:prstGeom>
          <a:noFill/>
          <a:ln w="9525">
            <a:solidFill>
              <a:schemeClr val="tx1"/>
            </a:solidFill>
            <a:round/>
            <a:headEnd/>
            <a:tailEnd/>
          </a:ln>
        </p:spPr>
        <p:txBody>
          <a:bodyPr wrap="none" anchor="ctr"/>
          <a:lstStyle/>
          <a:p>
            <a:endParaRPr lang="en-US"/>
          </a:p>
        </p:txBody>
      </p:sp>
      <p:sp>
        <p:nvSpPr>
          <p:cNvPr id="26638" name="Line 18"/>
          <p:cNvSpPr>
            <a:spLocks noChangeShapeType="1"/>
          </p:cNvSpPr>
          <p:nvPr/>
        </p:nvSpPr>
        <p:spPr bwMode="auto">
          <a:xfrm flipV="1">
            <a:off x="431800" y="2754313"/>
            <a:ext cx="0" cy="1995487"/>
          </a:xfrm>
          <a:prstGeom prst="line">
            <a:avLst/>
          </a:prstGeom>
          <a:noFill/>
          <a:ln w="19050">
            <a:solidFill>
              <a:schemeClr val="tx1"/>
            </a:solidFill>
            <a:prstDash val="dash"/>
            <a:round/>
            <a:headEnd/>
            <a:tailEnd/>
          </a:ln>
        </p:spPr>
        <p:txBody>
          <a:bodyPr/>
          <a:lstStyle/>
          <a:p>
            <a:endParaRPr lang="en-GB"/>
          </a:p>
        </p:txBody>
      </p:sp>
      <p:sp>
        <p:nvSpPr>
          <p:cNvPr id="26639" name="Line 19"/>
          <p:cNvSpPr>
            <a:spLocks noChangeShapeType="1"/>
          </p:cNvSpPr>
          <p:nvPr/>
        </p:nvSpPr>
        <p:spPr bwMode="auto">
          <a:xfrm flipV="1">
            <a:off x="8429625" y="4473575"/>
            <a:ext cx="0" cy="320675"/>
          </a:xfrm>
          <a:prstGeom prst="line">
            <a:avLst/>
          </a:prstGeom>
          <a:noFill/>
          <a:ln w="19050">
            <a:solidFill>
              <a:schemeClr val="tx1"/>
            </a:solidFill>
            <a:prstDash val="dash"/>
            <a:round/>
            <a:headEnd/>
            <a:tailEnd/>
          </a:ln>
        </p:spPr>
        <p:txBody>
          <a:bodyPr/>
          <a:lstStyle/>
          <a:p>
            <a:endParaRPr lang="en-GB"/>
          </a:p>
        </p:txBody>
      </p:sp>
      <p:sp>
        <p:nvSpPr>
          <p:cNvPr id="26640" name="Text Box 20"/>
          <p:cNvSpPr txBox="1">
            <a:spLocks noChangeArrowheads="1"/>
          </p:cNvSpPr>
          <p:nvPr/>
        </p:nvSpPr>
        <p:spPr bwMode="auto">
          <a:xfrm>
            <a:off x="3743325" y="5510213"/>
            <a:ext cx="1287463" cy="581025"/>
          </a:xfrm>
          <a:prstGeom prst="rect">
            <a:avLst/>
          </a:prstGeom>
          <a:noFill/>
          <a:ln w="9525" algn="ctr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pPr algn="ctr"/>
            <a:r>
              <a:rPr lang="en-GB" sz="1600"/>
              <a:t>Digital domain</a:t>
            </a:r>
          </a:p>
        </p:txBody>
      </p:sp>
      <p:sp>
        <p:nvSpPr>
          <p:cNvPr id="26641" name="Text Box 21"/>
          <p:cNvSpPr txBox="1">
            <a:spLocks noChangeArrowheads="1"/>
          </p:cNvSpPr>
          <p:nvPr/>
        </p:nvSpPr>
        <p:spPr bwMode="auto">
          <a:xfrm>
            <a:off x="0" y="5522913"/>
            <a:ext cx="1695450" cy="581025"/>
          </a:xfrm>
          <a:prstGeom prst="rect">
            <a:avLst/>
          </a:prstGeom>
          <a:noFill/>
          <a:ln w="9525" algn="ctr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pPr algn="ctr"/>
            <a:r>
              <a:rPr lang="en-GB" sz="1600"/>
              <a:t>Analogue domain</a:t>
            </a:r>
          </a:p>
        </p:txBody>
      </p:sp>
      <p:sp>
        <p:nvSpPr>
          <p:cNvPr id="26642" name="Text Box 22"/>
          <p:cNvSpPr txBox="1">
            <a:spLocks noChangeArrowheads="1"/>
          </p:cNvSpPr>
          <p:nvPr/>
        </p:nvSpPr>
        <p:spPr bwMode="auto">
          <a:xfrm>
            <a:off x="7448550" y="5522913"/>
            <a:ext cx="1695450" cy="581025"/>
          </a:xfrm>
          <a:prstGeom prst="rect">
            <a:avLst/>
          </a:prstGeom>
          <a:noFill/>
          <a:ln w="9525" algn="ctr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pPr algn="ctr"/>
            <a:r>
              <a:rPr lang="en-GB" sz="1600"/>
              <a:t>Analogue domain</a:t>
            </a:r>
          </a:p>
        </p:txBody>
      </p:sp>
      <p:sp>
        <p:nvSpPr>
          <p:cNvPr id="26643" name="Line 23"/>
          <p:cNvSpPr>
            <a:spLocks noChangeShapeType="1"/>
          </p:cNvSpPr>
          <p:nvPr/>
        </p:nvSpPr>
        <p:spPr bwMode="auto">
          <a:xfrm flipH="1" flipV="1">
            <a:off x="165100" y="4648200"/>
            <a:ext cx="266700" cy="860425"/>
          </a:xfrm>
          <a:prstGeom prst="line">
            <a:avLst/>
          </a:prstGeom>
          <a:noFill/>
          <a:ln w="76200">
            <a:solidFill>
              <a:schemeClr val="bg2"/>
            </a:solidFill>
            <a:round/>
            <a:headEnd/>
            <a:tailEnd type="triangle" w="med" len="med"/>
          </a:ln>
        </p:spPr>
        <p:txBody>
          <a:bodyPr/>
          <a:lstStyle/>
          <a:p>
            <a:endParaRPr lang="en-GB"/>
          </a:p>
        </p:txBody>
      </p:sp>
      <p:sp>
        <p:nvSpPr>
          <p:cNvPr id="26644" name="Line 24"/>
          <p:cNvSpPr>
            <a:spLocks noChangeShapeType="1"/>
          </p:cNvSpPr>
          <p:nvPr/>
        </p:nvSpPr>
        <p:spPr bwMode="auto">
          <a:xfrm flipV="1">
            <a:off x="8375650" y="4527550"/>
            <a:ext cx="417513" cy="1014413"/>
          </a:xfrm>
          <a:prstGeom prst="line">
            <a:avLst/>
          </a:prstGeom>
          <a:noFill/>
          <a:ln w="76200">
            <a:solidFill>
              <a:schemeClr val="bg2"/>
            </a:solidFill>
            <a:round/>
            <a:headEnd/>
            <a:tailEnd type="triangle" w="med" len="med"/>
          </a:ln>
        </p:spPr>
        <p:txBody>
          <a:bodyPr/>
          <a:lstStyle/>
          <a:p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033146182"/>
      </p:ext>
    </p:extLst>
  </p:cSld>
  <p:clrMapOvr>
    <a:masterClrMapping/>
  </p:clrMapOvr>
</p:sld>
</file>

<file path=ppt/slides/slide8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650" name="Text Box 4"/>
          <p:cNvSpPr txBox="1">
            <a:spLocks noChangeArrowheads="1"/>
          </p:cNvSpPr>
          <p:nvPr/>
        </p:nvSpPr>
        <p:spPr bwMode="auto">
          <a:xfrm>
            <a:off x="0" y="3371850"/>
            <a:ext cx="1398588" cy="1190625"/>
          </a:xfrm>
          <a:prstGeom prst="rect">
            <a:avLst/>
          </a:prstGeom>
          <a:solidFill>
            <a:srgbClr val="FF0000"/>
          </a:solidFill>
          <a:ln w="9525" algn="ctr">
            <a:noFill/>
            <a:miter lim="800000"/>
            <a:headEnd/>
            <a:tailEnd/>
          </a:ln>
        </p:spPr>
        <p:txBody>
          <a:bodyPr wrap="none">
            <a:spAutoFit/>
          </a:bodyPr>
          <a:lstStyle/>
          <a:p>
            <a:endParaRPr lang="en-GB" sz="1800"/>
          </a:p>
          <a:p>
            <a:r>
              <a:rPr lang="en-GB" sz="1800" b="1"/>
              <a:t>Signal </a:t>
            </a:r>
          </a:p>
          <a:p>
            <a:r>
              <a:rPr lang="en-GB" sz="1800" b="1"/>
              <a:t>Generation</a:t>
            </a:r>
          </a:p>
          <a:p>
            <a:endParaRPr lang="en-GB" sz="1800"/>
          </a:p>
        </p:txBody>
      </p:sp>
      <p:sp>
        <p:nvSpPr>
          <p:cNvPr id="27651" name="Text Box 5"/>
          <p:cNvSpPr txBox="1">
            <a:spLocks noChangeArrowheads="1"/>
          </p:cNvSpPr>
          <p:nvPr/>
        </p:nvSpPr>
        <p:spPr bwMode="auto">
          <a:xfrm>
            <a:off x="1884363" y="3303588"/>
            <a:ext cx="1528762" cy="1465262"/>
          </a:xfrm>
          <a:prstGeom prst="rect">
            <a:avLst/>
          </a:prstGeom>
          <a:solidFill>
            <a:srgbClr val="FF9900"/>
          </a:solidFill>
          <a:ln w="9525" algn="ctr">
            <a:noFill/>
            <a:miter lim="800000"/>
            <a:headEnd/>
            <a:tailEnd/>
          </a:ln>
        </p:spPr>
        <p:txBody>
          <a:bodyPr wrap="none">
            <a:spAutoFit/>
          </a:bodyPr>
          <a:lstStyle/>
          <a:p>
            <a:pPr>
              <a:buFontTx/>
              <a:buChar char="•"/>
            </a:pPr>
            <a:endParaRPr lang="en-GB" sz="1800" b="1"/>
          </a:p>
          <a:p>
            <a:pPr>
              <a:buFontTx/>
              <a:buChar char="•"/>
            </a:pPr>
            <a:r>
              <a:rPr lang="en-GB" sz="1800" b="1"/>
              <a:t>Mixing</a:t>
            </a:r>
          </a:p>
          <a:p>
            <a:pPr>
              <a:buFontTx/>
              <a:buChar char="•"/>
            </a:pPr>
            <a:r>
              <a:rPr lang="en-GB" sz="1800" b="1"/>
              <a:t>Production</a:t>
            </a:r>
          </a:p>
          <a:p>
            <a:pPr>
              <a:buFontTx/>
              <a:buChar char="•"/>
            </a:pPr>
            <a:r>
              <a:rPr lang="en-GB" sz="1800" b="1"/>
              <a:t>Mastering</a:t>
            </a:r>
          </a:p>
          <a:p>
            <a:endParaRPr lang="en-GB" sz="1800" b="1"/>
          </a:p>
        </p:txBody>
      </p:sp>
      <p:sp>
        <p:nvSpPr>
          <p:cNvPr id="27652" name="Text Box 6"/>
          <p:cNvSpPr txBox="1">
            <a:spLocks noChangeArrowheads="1"/>
          </p:cNvSpPr>
          <p:nvPr/>
        </p:nvSpPr>
        <p:spPr bwMode="auto">
          <a:xfrm>
            <a:off x="3943350" y="3702050"/>
            <a:ext cx="985838" cy="854075"/>
          </a:xfrm>
          <a:prstGeom prst="rect">
            <a:avLst/>
          </a:prstGeom>
          <a:solidFill>
            <a:schemeClr val="accent2"/>
          </a:solidFill>
          <a:ln w="9525" algn="ctr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pPr algn="ctr"/>
            <a:endParaRPr lang="en-GB" sz="1800" b="1">
              <a:solidFill>
                <a:schemeClr val="bg1"/>
              </a:solidFill>
            </a:endParaRPr>
          </a:p>
          <a:p>
            <a:pPr algn="ctr"/>
            <a:r>
              <a:rPr lang="en-GB" sz="1800" b="1">
                <a:solidFill>
                  <a:schemeClr val="bg1"/>
                </a:solidFill>
              </a:rPr>
              <a:t>Master</a:t>
            </a:r>
          </a:p>
          <a:p>
            <a:pPr algn="ctr"/>
            <a:endParaRPr lang="en-GB" sz="1400" b="1">
              <a:solidFill>
                <a:schemeClr val="bg1"/>
              </a:solidFill>
            </a:endParaRPr>
          </a:p>
        </p:txBody>
      </p:sp>
      <p:sp>
        <p:nvSpPr>
          <p:cNvPr id="27653" name="AutoShape 7"/>
          <p:cNvSpPr>
            <a:spLocks noChangeArrowheads="1"/>
          </p:cNvSpPr>
          <p:nvPr/>
        </p:nvSpPr>
        <p:spPr bwMode="auto">
          <a:xfrm>
            <a:off x="1466850" y="3679825"/>
            <a:ext cx="363538" cy="550863"/>
          </a:xfrm>
          <a:prstGeom prst="rightArrow">
            <a:avLst>
              <a:gd name="adj1" fmla="val 53889"/>
              <a:gd name="adj2" fmla="val 63319"/>
            </a:avLst>
          </a:prstGeom>
          <a:solidFill>
            <a:srgbClr val="800000"/>
          </a:solidFill>
          <a:ln w="9525" algn="ctr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/>
          <a:p>
            <a:endParaRPr lang="en-US"/>
          </a:p>
        </p:txBody>
      </p:sp>
      <p:sp>
        <p:nvSpPr>
          <p:cNvPr id="27654" name="Text Box 8"/>
          <p:cNvSpPr txBox="1">
            <a:spLocks noChangeArrowheads="1"/>
          </p:cNvSpPr>
          <p:nvPr/>
        </p:nvSpPr>
        <p:spPr bwMode="auto">
          <a:xfrm>
            <a:off x="7294563" y="3776663"/>
            <a:ext cx="1849437" cy="641350"/>
          </a:xfrm>
          <a:prstGeom prst="rect">
            <a:avLst/>
          </a:prstGeom>
          <a:solidFill>
            <a:srgbClr val="FF0000"/>
          </a:solidFill>
          <a:ln w="9525" algn="ctr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pPr algn="ctr"/>
            <a:r>
              <a:rPr lang="en-GB" sz="1800" b="1"/>
              <a:t>Signal </a:t>
            </a:r>
          </a:p>
          <a:p>
            <a:pPr algn="ctr"/>
            <a:r>
              <a:rPr lang="en-GB" sz="1800" b="1"/>
              <a:t>Reproduction</a:t>
            </a:r>
            <a:endParaRPr lang="en-GB" sz="1800"/>
          </a:p>
        </p:txBody>
      </p:sp>
      <p:sp>
        <p:nvSpPr>
          <p:cNvPr id="27655" name="Text Box 9"/>
          <p:cNvSpPr txBox="1">
            <a:spLocks noChangeArrowheads="1"/>
          </p:cNvSpPr>
          <p:nvPr/>
        </p:nvSpPr>
        <p:spPr bwMode="auto">
          <a:xfrm>
            <a:off x="5440363" y="3644900"/>
            <a:ext cx="1252537" cy="915988"/>
          </a:xfrm>
          <a:prstGeom prst="rect">
            <a:avLst/>
          </a:prstGeom>
          <a:solidFill>
            <a:srgbClr val="660066"/>
          </a:solidFill>
          <a:ln w="9525" algn="ctr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pPr algn="ctr"/>
            <a:r>
              <a:rPr lang="en-GB" sz="1800" b="1">
                <a:solidFill>
                  <a:schemeClr val="bg1"/>
                </a:solidFill>
              </a:rPr>
              <a:t>Mass Produced Units</a:t>
            </a:r>
            <a:endParaRPr lang="en-GB" sz="1400" b="1">
              <a:solidFill>
                <a:schemeClr val="bg1"/>
              </a:solidFill>
            </a:endParaRPr>
          </a:p>
        </p:txBody>
      </p:sp>
      <p:sp>
        <p:nvSpPr>
          <p:cNvPr id="27656" name="AutoShape 10"/>
          <p:cNvSpPr>
            <a:spLocks noChangeArrowheads="1"/>
          </p:cNvSpPr>
          <p:nvPr/>
        </p:nvSpPr>
        <p:spPr bwMode="auto">
          <a:xfrm>
            <a:off x="3527425" y="3802063"/>
            <a:ext cx="363538" cy="550862"/>
          </a:xfrm>
          <a:prstGeom prst="rightArrow">
            <a:avLst>
              <a:gd name="adj1" fmla="val 53889"/>
              <a:gd name="adj2" fmla="val 63319"/>
            </a:avLst>
          </a:prstGeom>
          <a:solidFill>
            <a:srgbClr val="800000"/>
          </a:solidFill>
          <a:ln w="9525" algn="ctr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/>
          <a:p>
            <a:endParaRPr lang="en-US"/>
          </a:p>
        </p:txBody>
      </p:sp>
      <p:sp>
        <p:nvSpPr>
          <p:cNvPr id="27657" name="AutoShape 11"/>
          <p:cNvSpPr>
            <a:spLocks noChangeArrowheads="1"/>
          </p:cNvSpPr>
          <p:nvPr/>
        </p:nvSpPr>
        <p:spPr bwMode="auto">
          <a:xfrm>
            <a:off x="5013325" y="3778250"/>
            <a:ext cx="363538" cy="550863"/>
          </a:xfrm>
          <a:prstGeom prst="rightArrow">
            <a:avLst>
              <a:gd name="adj1" fmla="val 53889"/>
              <a:gd name="adj2" fmla="val 63319"/>
            </a:avLst>
          </a:prstGeom>
          <a:solidFill>
            <a:srgbClr val="800000"/>
          </a:solidFill>
          <a:ln w="9525" algn="ctr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/>
          <a:p>
            <a:endParaRPr lang="en-US"/>
          </a:p>
        </p:txBody>
      </p:sp>
      <p:sp>
        <p:nvSpPr>
          <p:cNvPr id="27658" name="AutoShape 12"/>
          <p:cNvSpPr>
            <a:spLocks noChangeArrowheads="1"/>
          </p:cNvSpPr>
          <p:nvPr/>
        </p:nvSpPr>
        <p:spPr bwMode="auto">
          <a:xfrm>
            <a:off x="6831013" y="3822700"/>
            <a:ext cx="363537" cy="550863"/>
          </a:xfrm>
          <a:prstGeom prst="rightArrow">
            <a:avLst>
              <a:gd name="adj1" fmla="val 53889"/>
              <a:gd name="adj2" fmla="val 63319"/>
            </a:avLst>
          </a:prstGeom>
          <a:solidFill>
            <a:srgbClr val="800000"/>
          </a:solidFill>
          <a:ln w="9525" algn="ctr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/>
          <a:p>
            <a:endParaRPr lang="en-US"/>
          </a:p>
        </p:txBody>
      </p:sp>
      <p:sp>
        <p:nvSpPr>
          <p:cNvPr id="27659" name="AutoShape 13"/>
          <p:cNvSpPr>
            <a:spLocks/>
          </p:cNvSpPr>
          <p:nvPr/>
        </p:nvSpPr>
        <p:spPr bwMode="auto">
          <a:xfrm rot="5400000">
            <a:off x="4171950" y="1130300"/>
            <a:ext cx="495300" cy="7975600"/>
          </a:xfrm>
          <a:prstGeom prst="rightBrace">
            <a:avLst>
              <a:gd name="adj1" fmla="val 134188"/>
              <a:gd name="adj2" fmla="val 50116"/>
            </a:avLst>
          </a:prstGeom>
          <a:noFill/>
          <a:ln w="9525">
            <a:solidFill>
              <a:schemeClr val="tx1"/>
            </a:solidFill>
            <a:round/>
            <a:headEnd/>
            <a:tailEnd/>
          </a:ln>
        </p:spPr>
        <p:txBody>
          <a:bodyPr wrap="none" anchor="ctr"/>
          <a:lstStyle/>
          <a:p>
            <a:endParaRPr lang="en-US"/>
          </a:p>
        </p:txBody>
      </p:sp>
      <p:sp>
        <p:nvSpPr>
          <p:cNvPr id="27660" name="Line 14"/>
          <p:cNvSpPr>
            <a:spLocks noChangeShapeType="1"/>
          </p:cNvSpPr>
          <p:nvPr/>
        </p:nvSpPr>
        <p:spPr bwMode="auto">
          <a:xfrm flipV="1">
            <a:off x="8429625" y="4473575"/>
            <a:ext cx="0" cy="320675"/>
          </a:xfrm>
          <a:prstGeom prst="line">
            <a:avLst/>
          </a:prstGeom>
          <a:noFill/>
          <a:ln w="19050">
            <a:solidFill>
              <a:schemeClr val="tx1"/>
            </a:solidFill>
            <a:prstDash val="dash"/>
            <a:round/>
            <a:headEnd/>
            <a:tailEnd/>
          </a:ln>
        </p:spPr>
        <p:txBody>
          <a:bodyPr/>
          <a:lstStyle/>
          <a:p>
            <a:endParaRPr lang="en-GB"/>
          </a:p>
        </p:txBody>
      </p:sp>
      <p:sp>
        <p:nvSpPr>
          <p:cNvPr id="27661" name="Text Box 15"/>
          <p:cNvSpPr txBox="1">
            <a:spLocks noChangeArrowheads="1"/>
          </p:cNvSpPr>
          <p:nvPr/>
        </p:nvSpPr>
        <p:spPr bwMode="auto">
          <a:xfrm>
            <a:off x="3743325" y="5510213"/>
            <a:ext cx="1287463" cy="581025"/>
          </a:xfrm>
          <a:prstGeom prst="rect">
            <a:avLst/>
          </a:prstGeom>
          <a:noFill/>
          <a:ln w="9525" algn="ctr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pPr algn="ctr"/>
            <a:r>
              <a:rPr lang="en-GB" sz="1600"/>
              <a:t>Digital domain</a:t>
            </a:r>
          </a:p>
        </p:txBody>
      </p:sp>
      <p:sp>
        <p:nvSpPr>
          <p:cNvPr id="27662" name="Text Box 16"/>
          <p:cNvSpPr txBox="1">
            <a:spLocks noChangeArrowheads="1"/>
          </p:cNvSpPr>
          <p:nvPr/>
        </p:nvSpPr>
        <p:spPr bwMode="auto">
          <a:xfrm>
            <a:off x="0" y="5522913"/>
            <a:ext cx="1695450" cy="581025"/>
          </a:xfrm>
          <a:prstGeom prst="rect">
            <a:avLst/>
          </a:prstGeom>
          <a:noFill/>
          <a:ln w="9525" algn="ctr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pPr algn="ctr"/>
            <a:r>
              <a:rPr lang="en-GB" sz="1600"/>
              <a:t>Analogue domain</a:t>
            </a:r>
          </a:p>
        </p:txBody>
      </p:sp>
      <p:sp>
        <p:nvSpPr>
          <p:cNvPr id="27663" name="Text Box 17"/>
          <p:cNvSpPr txBox="1">
            <a:spLocks noChangeArrowheads="1"/>
          </p:cNvSpPr>
          <p:nvPr/>
        </p:nvSpPr>
        <p:spPr bwMode="auto">
          <a:xfrm>
            <a:off x="7448550" y="5522913"/>
            <a:ext cx="1695450" cy="581025"/>
          </a:xfrm>
          <a:prstGeom prst="rect">
            <a:avLst/>
          </a:prstGeom>
          <a:noFill/>
          <a:ln w="9525" algn="ctr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pPr algn="ctr"/>
            <a:r>
              <a:rPr lang="en-GB" sz="1600"/>
              <a:t>Analogue domain</a:t>
            </a:r>
          </a:p>
        </p:txBody>
      </p:sp>
      <p:sp>
        <p:nvSpPr>
          <p:cNvPr id="27664" name="Line 18"/>
          <p:cNvSpPr>
            <a:spLocks noChangeShapeType="1"/>
          </p:cNvSpPr>
          <p:nvPr/>
        </p:nvSpPr>
        <p:spPr bwMode="auto">
          <a:xfrm flipH="1" flipV="1">
            <a:off x="165100" y="4648200"/>
            <a:ext cx="266700" cy="860425"/>
          </a:xfrm>
          <a:prstGeom prst="line">
            <a:avLst/>
          </a:prstGeom>
          <a:noFill/>
          <a:ln w="76200">
            <a:solidFill>
              <a:schemeClr val="bg2"/>
            </a:solidFill>
            <a:round/>
            <a:headEnd/>
            <a:tailEnd type="triangle" w="med" len="med"/>
          </a:ln>
        </p:spPr>
        <p:txBody>
          <a:bodyPr/>
          <a:lstStyle/>
          <a:p>
            <a:endParaRPr lang="en-GB"/>
          </a:p>
        </p:txBody>
      </p:sp>
      <p:sp>
        <p:nvSpPr>
          <p:cNvPr id="27665" name="Line 19"/>
          <p:cNvSpPr>
            <a:spLocks noChangeShapeType="1"/>
          </p:cNvSpPr>
          <p:nvPr/>
        </p:nvSpPr>
        <p:spPr bwMode="auto">
          <a:xfrm flipV="1">
            <a:off x="8375650" y="4527550"/>
            <a:ext cx="417513" cy="1014413"/>
          </a:xfrm>
          <a:prstGeom prst="line">
            <a:avLst/>
          </a:prstGeom>
          <a:noFill/>
          <a:ln w="76200">
            <a:solidFill>
              <a:schemeClr val="bg2"/>
            </a:solidFill>
            <a:round/>
            <a:headEnd/>
            <a:tailEnd type="triangle" w="med" len="med"/>
          </a:ln>
        </p:spPr>
        <p:txBody>
          <a:bodyPr/>
          <a:lstStyle/>
          <a:p>
            <a:endParaRPr lang="en-GB"/>
          </a:p>
        </p:txBody>
      </p:sp>
      <p:sp>
        <p:nvSpPr>
          <p:cNvPr id="27666" name="Text Box 20"/>
          <p:cNvSpPr txBox="1">
            <a:spLocks noChangeArrowheads="1"/>
          </p:cNvSpPr>
          <p:nvPr/>
        </p:nvSpPr>
        <p:spPr bwMode="auto">
          <a:xfrm>
            <a:off x="666750" y="2522538"/>
            <a:ext cx="1558925" cy="336550"/>
          </a:xfrm>
          <a:prstGeom prst="rect">
            <a:avLst/>
          </a:prstGeom>
          <a:noFill/>
          <a:ln w="9525" algn="ctr">
            <a:noFill/>
            <a:miter lim="800000"/>
            <a:headEnd/>
            <a:tailEnd/>
          </a:ln>
        </p:spPr>
        <p:txBody>
          <a:bodyPr wrap="none">
            <a:spAutoFit/>
          </a:bodyPr>
          <a:lstStyle/>
          <a:p>
            <a:r>
              <a:rPr lang="en-GB" sz="1600"/>
              <a:t>digital signals</a:t>
            </a:r>
          </a:p>
        </p:txBody>
      </p:sp>
      <p:sp>
        <p:nvSpPr>
          <p:cNvPr id="27667" name="Text Box 21"/>
          <p:cNvSpPr txBox="1">
            <a:spLocks noChangeArrowheads="1"/>
          </p:cNvSpPr>
          <p:nvPr/>
        </p:nvSpPr>
        <p:spPr bwMode="auto">
          <a:xfrm>
            <a:off x="2662238" y="2435225"/>
            <a:ext cx="2106612" cy="581025"/>
          </a:xfrm>
          <a:prstGeom prst="rect">
            <a:avLst/>
          </a:prstGeom>
          <a:noFill/>
          <a:ln w="9525" algn="ctr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pPr algn="ctr"/>
            <a:r>
              <a:rPr lang="en-GB" sz="1600"/>
              <a:t>digital mixing and mastering</a:t>
            </a:r>
          </a:p>
        </p:txBody>
      </p:sp>
      <p:sp>
        <p:nvSpPr>
          <p:cNvPr id="27668" name="Text Box 22"/>
          <p:cNvSpPr txBox="1">
            <a:spLocks noChangeArrowheads="1"/>
          </p:cNvSpPr>
          <p:nvPr/>
        </p:nvSpPr>
        <p:spPr bwMode="auto">
          <a:xfrm>
            <a:off x="5164138" y="2303463"/>
            <a:ext cx="2106612" cy="825500"/>
          </a:xfrm>
          <a:prstGeom prst="rect">
            <a:avLst/>
          </a:prstGeom>
          <a:noFill/>
          <a:ln w="9525" algn="ctr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pPr algn="ctr"/>
            <a:r>
              <a:rPr lang="en-GB" sz="1600"/>
              <a:t>digital reproduction format</a:t>
            </a:r>
          </a:p>
        </p:txBody>
      </p:sp>
      <p:sp>
        <p:nvSpPr>
          <p:cNvPr id="27669" name="Text Box 23"/>
          <p:cNvSpPr txBox="1">
            <a:spLocks noChangeArrowheads="1"/>
          </p:cNvSpPr>
          <p:nvPr/>
        </p:nvSpPr>
        <p:spPr bwMode="auto">
          <a:xfrm>
            <a:off x="7037388" y="2568575"/>
            <a:ext cx="2106612" cy="336550"/>
          </a:xfrm>
          <a:prstGeom prst="rect">
            <a:avLst/>
          </a:prstGeom>
          <a:noFill/>
          <a:ln w="9525" algn="ctr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pPr algn="ctr"/>
            <a:r>
              <a:rPr lang="en-GB" sz="1600"/>
              <a:t>digital players</a:t>
            </a:r>
          </a:p>
        </p:txBody>
      </p:sp>
      <p:sp>
        <p:nvSpPr>
          <p:cNvPr id="27670" name="Text Box 24"/>
          <p:cNvSpPr txBox="1">
            <a:spLocks noChangeArrowheads="1"/>
          </p:cNvSpPr>
          <p:nvPr/>
        </p:nvSpPr>
        <p:spPr bwMode="auto">
          <a:xfrm>
            <a:off x="431800" y="382588"/>
            <a:ext cx="7173913" cy="457200"/>
          </a:xfrm>
          <a:prstGeom prst="rect">
            <a:avLst/>
          </a:prstGeom>
          <a:noFill/>
          <a:ln w="9525" algn="ctr">
            <a:noFill/>
            <a:miter lim="800000"/>
            <a:headEnd/>
            <a:tailEnd/>
          </a:ln>
        </p:spPr>
        <p:txBody>
          <a:bodyPr wrap="none">
            <a:spAutoFit/>
          </a:bodyPr>
          <a:lstStyle/>
          <a:p>
            <a:r>
              <a:rPr lang="en-GB" sz="2400" b="1"/>
              <a:t>The Digital Chain of Production / Reproduction</a:t>
            </a:r>
          </a:p>
        </p:txBody>
      </p:sp>
    </p:spTree>
    <p:extLst>
      <p:ext uri="{BB962C8B-B14F-4D97-AF65-F5344CB8AC3E}">
        <p14:creationId xmlns:p14="http://schemas.microsoft.com/office/powerpoint/2010/main" val="3694231417"/>
      </p:ext>
    </p:extLst>
  </p:cSld>
  <p:clrMapOvr>
    <a:masterClrMapping/>
  </p:clrMapOvr>
</p:sld>
</file>

<file path=ppt/slides/slide8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674" name="Rectangle 7" descr="60%"/>
          <p:cNvSpPr>
            <a:spLocks noChangeArrowheads="1"/>
          </p:cNvSpPr>
          <p:nvPr/>
        </p:nvSpPr>
        <p:spPr bwMode="auto">
          <a:xfrm>
            <a:off x="1587500" y="1576388"/>
            <a:ext cx="1181100" cy="4089400"/>
          </a:xfrm>
          <a:prstGeom prst="rect">
            <a:avLst/>
          </a:prstGeom>
          <a:pattFill prst="pct60">
            <a:fgClr>
              <a:schemeClr val="accent1"/>
            </a:fgClr>
            <a:bgClr>
              <a:srgbClr val="FFFFFF"/>
            </a:bgClr>
          </a:pattFill>
          <a:ln w="9525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/>
          <a:p>
            <a:endParaRPr lang="en-US"/>
          </a:p>
        </p:txBody>
      </p:sp>
      <p:sp>
        <p:nvSpPr>
          <p:cNvPr id="28675" name="Rectangle 8" descr="60%"/>
          <p:cNvSpPr>
            <a:spLocks noChangeArrowheads="1"/>
          </p:cNvSpPr>
          <p:nvPr/>
        </p:nvSpPr>
        <p:spPr bwMode="auto">
          <a:xfrm>
            <a:off x="2870200" y="1576388"/>
            <a:ext cx="5943600" cy="4089400"/>
          </a:xfrm>
          <a:prstGeom prst="rect">
            <a:avLst/>
          </a:prstGeom>
          <a:pattFill prst="pct60">
            <a:fgClr>
              <a:srgbClr val="FF9933"/>
            </a:fgClr>
            <a:bgClr>
              <a:srgbClr val="FFFFFF"/>
            </a:bgClr>
          </a:pattFill>
          <a:ln w="9525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/>
          <a:p>
            <a:endParaRPr lang="en-US"/>
          </a:p>
        </p:txBody>
      </p:sp>
      <p:sp>
        <p:nvSpPr>
          <p:cNvPr id="28676" name="Text Box 9"/>
          <p:cNvSpPr txBox="1">
            <a:spLocks noChangeArrowheads="1"/>
          </p:cNvSpPr>
          <p:nvPr/>
        </p:nvSpPr>
        <p:spPr bwMode="auto">
          <a:xfrm>
            <a:off x="1697038" y="2524125"/>
            <a:ext cx="990600" cy="650875"/>
          </a:xfrm>
          <a:prstGeom prst="rect">
            <a:avLst/>
          </a:prstGeom>
          <a:solidFill>
            <a:srgbClr val="CC3300"/>
          </a:solidFill>
          <a:ln w="9525">
            <a:solidFill>
              <a:schemeClr val="tx2"/>
            </a:solidFill>
            <a:miter lim="800000"/>
            <a:headEnd/>
            <a:tailEnd/>
          </a:ln>
        </p:spPr>
        <p:txBody>
          <a:bodyPr wrap="none" anchor="ctr">
            <a:spAutoFit/>
          </a:bodyPr>
          <a:lstStyle/>
          <a:p>
            <a:pPr algn="ctr"/>
            <a:r>
              <a:rPr lang="en-GB" sz="1800" b="1">
                <a:solidFill>
                  <a:schemeClr val="bg1"/>
                </a:solidFill>
              </a:rPr>
              <a:t> Audio </a:t>
            </a:r>
          </a:p>
          <a:p>
            <a:pPr algn="ctr"/>
            <a:r>
              <a:rPr lang="en-GB" sz="1800" b="1">
                <a:solidFill>
                  <a:schemeClr val="bg1"/>
                </a:solidFill>
              </a:rPr>
              <a:t>Signal</a:t>
            </a:r>
            <a:endParaRPr lang="en-GB" sz="2400"/>
          </a:p>
        </p:txBody>
      </p:sp>
      <p:sp>
        <p:nvSpPr>
          <p:cNvPr id="28677" name="Text Box 10"/>
          <p:cNvSpPr txBox="1">
            <a:spLocks noChangeArrowheads="1"/>
          </p:cNvSpPr>
          <p:nvPr/>
        </p:nvSpPr>
        <p:spPr bwMode="auto">
          <a:xfrm>
            <a:off x="2995613" y="2525713"/>
            <a:ext cx="1366837" cy="650875"/>
          </a:xfrm>
          <a:prstGeom prst="rect">
            <a:avLst/>
          </a:prstGeom>
          <a:solidFill>
            <a:srgbClr val="CC3300"/>
          </a:solidFill>
          <a:ln w="9525">
            <a:solidFill>
              <a:schemeClr val="tx2"/>
            </a:solidFill>
            <a:miter lim="800000"/>
            <a:headEnd/>
            <a:tailEnd/>
          </a:ln>
        </p:spPr>
        <p:txBody>
          <a:bodyPr wrap="none" anchor="ctr">
            <a:spAutoFit/>
          </a:bodyPr>
          <a:lstStyle/>
          <a:p>
            <a:pPr algn="ctr"/>
            <a:r>
              <a:rPr lang="en-GB" sz="1800" b="1">
                <a:solidFill>
                  <a:schemeClr val="bg1"/>
                </a:solidFill>
              </a:rPr>
              <a:t> Sampling </a:t>
            </a:r>
          </a:p>
          <a:p>
            <a:pPr algn="ctr"/>
            <a:r>
              <a:rPr lang="en-GB" sz="1800" b="1">
                <a:solidFill>
                  <a:schemeClr val="bg1"/>
                </a:solidFill>
              </a:rPr>
              <a:t>ADC</a:t>
            </a:r>
            <a:endParaRPr lang="en-GB" sz="2400"/>
          </a:p>
        </p:txBody>
      </p:sp>
      <p:sp>
        <p:nvSpPr>
          <p:cNvPr id="28678" name="Text Box 11"/>
          <p:cNvSpPr txBox="1">
            <a:spLocks noChangeArrowheads="1"/>
          </p:cNvSpPr>
          <p:nvPr/>
        </p:nvSpPr>
        <p:spPr bwMode="auto">
          <a:xfrm>
            <a:off x="4699000" y="2386013"/>
            <a:ext cx="1016000" cy="925512"/>
          </a:xfrm>
          <a:prstGeom prst="rect">
            <a:avLst/>
          </a:prstGeom>
          <a:solidFill>
            <a:srgbClr val="CC3300"/>
          </a:solidFill>
          <a:ln w="9525">
            <a:solidFill>
              <a:schemeClr val="tx2"/>
            </a:solidFill>
            <a:miter lim="800000"/>
            <a:headEnd/>
            <a:tailEnd/>
          </a:ln>
        </p:spPr>
        <p:txBody>
          <a:bodyPr anchor="ctr">
            <a:spAutoFit/>
          </a:bodyPr>
          <a:lstStyle/>
          <a:p>
            <a:pPr algn="ctr"/>
            <a:r>
              <a:rPr lang="en-GB" sz="1800" b="1">
                <a:solidFill>
                  <a:schemeClr val="bg1"/>
                </a:solidFill>
              </a:rPr>
              <a:t> Digital </a:t>
            </a:r>
          </a:p>
          <a:p>
            <a:pPr algn="ctr"/>
            <a:r>
              <a:rPr lang="en-GB" sz="1800" b="1">
                <a:solidFill>
                  <a:schemeClr val="bg1"/>
                </a:solidFill>
              </a:rPr>
              <a:t>Data</a:t>
            </a:r>
          </a:p>
          <a:p>
            <a:pPr algn="ctr"/>
            <a:r>
              <a:rPr lang="en-GB" sz="1800" b="1" i="1">
                <a:solidFill>
                  <a:srgbClr val="FFFF00"/>
                </a:solidFill>
              </a:rPr>
              <a:t>DSP</a:t>
            </a:r>
            <a:endParaRPr lang="en-GB" sz="2400" i="1"/>
          </a:p>
        </p:txBody>
      </p:sp>
      <p:sp>
        <p:nvSpPr>
          <p:cNvPr id="28679" name="Text Box 12"/>
          <p:cNvSpPr txBox="1">
            <a:spLocks noChangeArrowheads="1"/>
          </p:cNvSpPr>
          <p:nvPr/>
        </p:nvSpPr>
        <p:spPr bwMode="auto">
          <a:xfrm>
            <a:off x="6180138" y="2130425"/>
            <a:ext cx="1824037" cy="376238"/>
          </a:xfrm>
          <a:prstGeom prst="rect">
            <a:avLst/>
          </a:prstGeom>
          <a:solidFill>
            <a:srgbClr val="CC3300"/>
          </a:solidFill>
          <a:ln w="9525">
            <a:solidFill>
              <a:schemeClr val="tx2"/>
            </a:solidFill>
            <a:miter lim="800000"/>
            <a:headEnd/>
            <a:tailEnd/>
          </a:ln>
        </p:spPr>
        <p:txBody>
          <a:bodyPr wrap="none" anchor="ctr">
            <a:spAutoFit/>
          </a:bodyPr>
          <a:lstStyle/>
          <a:p>
            <a:pPr algn="ctr"/>
            <a:r>
              <a:rPr lang="en-GB" sz="1800" b="1">
                <a:solidFill>
                  <a:schemeClr val="bg1"/>
                </a:solidFill>
              </a:rPr>
              <a:t> Transmission </a:t>
            </a:r>
            <a:endParaRPr lang="en-GB" sz="2400"/>
          </a:p>
        </p:txBody>
      </p:sp>
      <p:sp>
        <p:nvSpPr>
          <p:cNvPr id="28680" name="Text Box 13"/>
          <p:cNvSpPr txBox="1">
            <a:spLocks noChangeArrowheads="1"/>
          </p:cNvSpPr>
          <p:nvPr/>
        </p:nvSpPr>
        <p:spPr bwMode="auto">
          <a:xfrm>
            <a:off x="6197600" y="3171825"/>
            <a:ext cx="1828800" cy="835025"/>
          </a:xfrm>
          <a:prstGeom prst="rect">
            <a:avLst/>
          </a:prstGeom>
          <a:solidFill>
            <a:srgbClr val="CC3300"/>
          </a:solidFill>
          <a:ln w="9525">
            <a:solidFill>
              <a:schemeClr val="tx2"/>
            </a:solidFill>
            <a:miter lim="800000"/>
            <a:headEnd/>
            <a:tailEnd/>
          </a:ln>
        </p:spPr>
        <p:txBody>
          <a:bodyPr anchor="ctr">
            <a:spAutoFit/>
          </a:bodyPr>
          <a:lstStyle/>
          <a:p>
            <a:pPr algn="ctr"/>
            <a:r>
              <a:rPr lang="en-GB" sz="1600" b="1">
                <a:solidFill>
                  <a:schemeClr val="bg1"/>
                </a:solidFill>
              </a:rPr>
              <a:t>Process / Integrate with other services</a:t>
            </a:r>
            <a:endParaRPr lang="en-GB" sz="2400"/>
          </a:p>
        </p:txBody>
      </p:sp>
      <p:sp>
        <p:nvSpPr>
          <p:cNvPr id="28681" name="Text Box 14"/>
          <p:cNvSpPr txBox="1">
            <a:spLocks noChangeArrowheads="1"/>
          </p:cNvSpPr>
          <p:nvPr/>
        </p:nvSpPr>
        <p:spPr bwMode="auto">
          <a:xfrm>
            <a:off x="6180138" y="2638425"/>
            <a:ext cx="1838325" cy="376238"/>
          </a:xfrm>
          <a:prstGeom prst="rect">
            <a:avLst/>
          </a:prstGeom>
          <a:solidFill>
            <a:srgbClr val="CC3300"/>
          </a:solidFill>
          <a:ln w="9525">
            <a:solidFill>
              <a:schemeClr val="tx2"/>
            </a:solidFill>
            <a:miter lim="800000"/>
            <a:headEnd/>
            <a:tailEnd/>
          </a:ln>
        </p:spPr>
        <p:txBody>
          <a:bodyPr wrap="none" anchor="ctr">
            <a:spAutoFit/>
          </a:bodyPr>
          <a:lstStyle/>
          <a:p>
            <a:pPr algn="ctr"/>
            <a:r>
              <a:rPr lang="en-GB" sz="1800" b="1">
                <a:solidFill>
                  <a:schemeClr val="bg1"/>
                </a:solidFill>
              </a:rPr>
              <a:t>     Storage      </a:t>
            </a:r>
            <a:endParaRPr lang="en-GB" sz="2400"/>
          </a:p>
        </p:txBody>
      </p:sp>
      <p:sp>
        <p:nvSpPr>
          <p:cNvPr id="28682" name="AutoShape 15"/>
          <p:cNvSpPr>
            <a:spLocks noChangeArrowheads="1"/>
          </p:cNvSpPr>
          <p:nvPr/>
        </p:nvSpPr>
        <p:spPr bwMode="auto">
          <a:xfrm>
            <a:off x="5816600" y="2592388"/>
            <a:ext cx="304800" cy="457200"/>
          </a:xfrm>
          <a:prstGeom prst="rightArrow">
            <a:avLst>
              <a:gd name="adj1" fmla="val 66667"/>
              <a:gd name="adj2" fmla="val 54167"/>
            </a:avLst>
          </a:prstGeom>
          <a:solidFill>
            <a:schemeClr val="hlink"/>
          </a:solidFill>
          <a:ln w="9525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/>
          <a:p>
            <a:endParaRPr lang="en-US"/>
          </a:p>
        </p:txBody>
      </p:sp>
      <p:sp>
        <p:nvSpPr>
          <p:cNvPr id="28683" name="AutoShape 16"/>
          <p:cNvSpPr>
            <a:spLocks noChangeArrowheads="1"/>
          </p:cNvSpPr>
          <p:nvPr/>
        </p:nvSpPr>
        <p:spPr bwMode="auto">
          <a:xfrm>
            <a:off x="2717800" y="2605088"/>
            <a:ext cx="304800" cy="457200"/>
          </a:xfrm>
          <a:prstGeom prst="rightArrow">
            <a:avLst>
              <a:gd name="adj1" fmla="val 66667"/>
              <a:gd name="adj2" fmla="val 54167"/>
            </a:avLst>
          </a:prstGeom>
          <a:solidFill>
            <a:schemeClr val="hlink"/>
          </a:solidFill>
          <a:ln w="9525">
            <a:solidFill>
              <a:schemeClr val="tx2"/>
            </a:solidFill>
            <a:miter lim="800000"/>
            <a:headEnd/>
            <a:tailEnd/>
          </a:ln>
        </p:spPr>
        <p:txBody>
          <a:bodyPr wrap="none" anchor="ctr"/>
          <a:lstStyle/>
          <a:p>
            <a:endParaRPr lang="en-US"/>
          </a:p>
        </p:txBody>
      </p:sp>
      <p:sp>
        <p:nvSpPr>
          <p:cNvPr id="28684" name="AutoShape 17"/>
          <p:cNvSpPr>
            <a:spLocks noChangeArrowheads="1"/>
          </p:cNvSpPr>
          <p:nvPr/>
        </p:nvSpPr>
        <p:spPr bwMode="auto">
          <a:xfrm flipH="1">
            <a:off x="4406900" y="4751388"/>
            <a:ext cx="304800" cy="457200"/>
          </a:xfrm>
          <a:prstGeom prst="rightArrow">
            <a:avLst>
              <a:gd name="adj1" fmla="val 66667"/>
              <a:gd name="adj2" fmla="val 54167"/>
            </a:avLst>
          </a:prstGeom>
          <a:solidFill>
            <a:schemeClr val="hlink"/>
          </a:solidFill>
          <a:ln w="9525">
            <a:solidFill>
              <a:schemeClr val="tx2"/>
            </a:solidFill>
            <a:miter lim="800000"/>
            <a:headEnd/>
            <a:tailEnd/>
          </a:ln>
        </p:spPr>
        <p:txBody>
          <a:bodyPr wrap="none" anchor="ctr"/>
          <a:lstStyle/>
          <a:p>
            <a:endParaRPr lang="en-US"/>
          </a:p>
        </p:txBody>
      </p:sp>
      <p:sp>
        <p:nvSpPr>
          <p:cNvPr id="28685" name="AutoShape 18"/>
          <p:cNvSpPr>
            <a:spLocks noChangeArrowheads="1"/>
          </p:cNvSpPr>
          <p:nvPr/>
        </p:nvSpPr>
        <p:spPr bwMode="auto">
          <a:xfrm>
            <a:off x="5816600" y="2058988"/>
            <a:ext cx="304800" cy="457200"/>
          </a:xfrm>
          <a:prstGeom prst="rightArrow">
            <a:avLst>
              <a:gd name="adj1" fmla="val 66667"/>
              <a:gd name="adj2" fmla="val 54167"/>
            </a:avLst>
          </a:prstGeom>
          <a:solidFill>
            <a:schemeClr val="hlink"/>
          </a:solidFill>
          <a:ln w="9525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/>
          <a:p>
            <a:endParaRPr lang="en-US"/>
          </a:p>
        </p:txBody>
      </p:sp>
      <p:sp>
        <p:nvSpPr>
          <p:cNvPr id="28686" name="AutoShape 19"/>
          <p:cNvSpPr>
            <a:spLocks noChangeArrowheads="1"/>
          </p:cNvSpPr>
          <p:nvPr/>
        </p:nvSpPr>
        <p:spPr bwMode="auto">
          <a:xfrm>
            <a:off x="5816600" y="3125788"/>
            <a:ext cx="304800" cy="457200"/>
          </a:xfrm>
          <a:prstGeom prst="rightArrow">
            <a:avLst>
              <a:gd name="adj1" fmla="val 66667"/>
              <a:gd name="adj2" fmla="val 54167"/>
            </a:avLst>
          </a:prstGeom>
          <a:solidFill>
            <a:schemeClr val="hlink"/>
          </a:solidFill>
          <a:ln w="9525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/>
          <a:p>
            <a:endParaRPr lang="en-US"/>
          </a:p>
        </p:txBody>
      </p:sp>
      <p:sp>
        <p:nvSpPr>
          <p:cNvPr id="28687" name="Text Box 20"/>
          <p:cNvSpPr txBox="1">
            <a:spLocks noChangeArrowheads="1"/>
          </p:cNvSpPr>
          <p:nvPr/>
        </p:nvSpPr>
        <p:spPr bwMode="auto">
          <a:xfrm>
            <a:off x="3122613" y="4670425"/>
            <a:ext cx="1265237" cy="620713"/>
          </a:xfrm>
          <a:prstGeom prst="rect">
            <a:avLst/>
          </a:prstGeom>
          <a:solidFill>
            <a:srgbClr val="CC3300"/>
          </a:solidFill>
          <a:ln w="9525">
            <a:solidFill>
              <a:schemeClr val="tx2"/>
            </a:solidFill>
            <a:miter lim="800000"/>
            <a:headEnd/>
            <a:tailEnd/>
          </a:ln>
        </p:spPr>
        <p:txBody>
          <a:bodyPr wrap="none" anchor="ctr">
            <a:spAutoFit/>
          </a:bodyPr>
          <a:lstStyle/>
          <a:p>
            <a:pPr algn="ctr"/>
            <a:r>
              <a:rPr lang="en-GB" sz="800" b="1">
                <a:solidFill>
                  <a:schemeClr val="bg1"/>
                </a:solidFill>
              </a:rPr>
              <a:t>  </a:t>
            </a:r>
            <a:endParaRPr lang="en-GB" sz="1800" b="1">
              <a:solidFill>
                <a:schemeClr val="bg1"/>
              </a:solidFill>
            </a:endParaRPr>
          </a:p>
          <a:p>
            <a:pPr algn="ctr"/>
            <a:r>
              <a:rPr lang="en-GB" sz="1800" b="1">
                <a:solidFill>
                  <a:schemeClr val="bg1"/>
                </a:solidFill>
              </a:rPr>
              <a:t>    DAC    </a:t>
            </a:r>
          </a:p>
          <a:p>
            <a:pPr algn="ctr"/>
            <a:r>
              <a:rPr lang="en-GB" sz="800" b="1">
                <a:solidFill>
                  <a:schemeClr val="bg1"/>
                </a:solidFill>
              </a:rPr>
              <a:t> </a:t>
            </a:r>
          </a:p>
        </p:txBody>
      </p:sp>
      <p:sp>
        <p:nvSpPr>
          <p:cNvPr id="28688" name="Text Box 21"/>
          <p:cNvSpPr txBox="1">
            <a:spLocks noChangeArrowheads="1"/>
          </p:cNvSpPr>
          <p:nvPr/>
        </p:nvSpPr>
        <p:spPr bwMode="auto">
          <a:xfrm>
            <a:off x="1709738" y="4683125"/>
            <a:ext cx="990600" cy="650875"/>
          </a:xfrm>
          <a:prstGeom prst="rect">
            <a:avLst/>
          </a:prstGeom>
          <a:solidFill>
            <a:srgbClr val="CC3300"/>
          </a:solidFill>
          <a:ln w="9525">
            <a:solidFill>
              <a:schemeClr val="tx2"/>
            </a:solidFill>
            <a:miter lim="800000"/>
            <a:headEnd/>
            <a:tailEnd/>
          </a:ln>
        </p:spPr>
        <p:txBody>
          <a:bodyPr wrap="none" anchor="ctr">
            <a:spAutoFit/>
          </a:bodyPr>
          <a:lstStyle/>
          <a:p>
            <a:pPr algn="ctr"/>
            <a:r>
              <a:rPr lang="en-GB" sz="1800" b="1">
                <a:solidFill>
                  <a:schemeClr val="bg1"/>
                </a:solidFill>
              </a:rPr>
              <a:t> Audio </a:t>
            </a:r>
          </a:p>
          <a:p>
            <a:pPr algn="ctr"/>
            <a:r>
              <a:rPr lang="en-GB" sz="1800" b="1">
                <a:solidFill>
                  <a:schemeClr val="bg1"/>
                </a:solidFill>
              </a:rPr>
              <a:t>Signal</a:t>
            </a:r>
            <a:endParaRPr lang="en-GB" sz="2400"/>
          </a:p>
        </p:txBody>
      </p:sp>
      <p:sp>
        <p:nvSpPr>
          <p:cNvPr id="28689" name="AutoShape 22"/>
          <p:cNvSpPr>
            <a:spLocks noChangeArrowheads="1"/>
          </p:cNvSpPr>
          <p:nvPr/>
        </p:nvSpPr>
        <p:spPr bwMode="auto">
          <a:xfrm flipH="1">
            <a:off x="2730500" y="4751388"/>
            <a:ext cx="304800" cy="457200"/>
          </a:xfrm>
          <a:prstGeom prst="rightArrow">
            <a:avLst>
              <a:gd name="adj1" fmla="val 66667"/>
              <a:gd name="adj2" fmla="val 54167"/>
            </a:avLst>
          </a:prstGeom>
          <a:solidFill>
            <a:schemeClr val="hlink"/>
          </a:solidFill>
          <a:ln w="9525">
            <a:solidFill>
              <a:schemeClr val="tx2"/>
            </a:solidFill>
            <a:miter lim="800000"/>
            <a:headEnd/>
            <a:tailEnd/>
          </a:ln>
        </p:spPr>
        <p:txBody>
          <a:bodyPr wrap="none" anchor="ctr"/>
          <a:lstStyle/>
          <a:p>
            <a:endParaRPr lang="en-US"/>
          </a:p>
        </p:txBody>
      </p:sp>
      <p:sp>
        <p:nvSpPr>
          <p:cNvPr id="28690" name="AutoShape 23"/>
          <p:cNvSpPr>
            <a:spLocks noChangeArrowheads="1"/>
          </p:cNvSpPr>
          <p:nvPr/>
        </p:nvSpPr>
        <p:spPr bwMode="auto">
          <a:xfrm>
            <a:off x="4419600" y="2579688"/>
            <a:ext cx="304800" cy="457200"/>
          </a:xfrm>
          <a:prstGeom prst="rightArrow">
            <a:avLst>
              <a:gd name="adj1" fmla="val 66667"/>
              <a:gd name="adj2" fmla="val 54167"/>
            </a:avLst>
          </a:prstGeom>
          <a:solidFill>
            <a:schemeClr val="hlink"/>
          </a:solidFill>
          <a:ln w="9525">
            <a:solidFill>
              <a:schemeClr val="tx2"/>
            </a:solidFill>
            <a:miter lim="800000"/>
            <a:headEnd/>
            <a:tailEnd/>
          </a:ln>
        </p:spPr>
        <p:txBody>
          <a:bodyPr wrap="none" anchor="ctr"/>
          <a:lstStyle/>
          <a:p>
            <a:endParaRPr lang="en-US"/>
          </a:p>
        </p:txBody>
      </p:sp>
      <p:sp>
        <p:nvSpPr>
          <p:cNvPr id="28691" name="AutoShape 24"/>
          <p:cNvSpPr>
            <a:spLocks noChangeArrowheads="1"/>
          </p:cNvSpPr>
          <p:nvPr/>
        </p:nvSpPr>
        <p:spPr bwMode="auto">
          <a:xfrm flipH="1">
            <a:off x="5829300" y="4738688"/>
            <a:ext cx="304800" cy="457200"/>
          </a:xfrm>
          <a:prstGeom prst="rightArrow">
            <a:avLst>
              <a:gd name="adj1" fmla="val 66667"/>
              <a:gd name="adj2" fmla="val 54167"/>
            </a:avLst>
          </a:prstGeom>
          <a:solidFill>
            <a:schemeClr val="hlink"/>
          </a:solidFill>
          <a:ln w="9525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/>
          <a:p>
            <a:endParaRPr lang="en-US"/>
          </a:p>
        </p:txBody>
      </p:sp>
      <p:sp>
        <p:nvSpPr>
          <p:cNvPr id="28692" name="Freeform 25"/>
          <p:cNvSpPr>
            <a:spLocks/>
          </p:cNvSpPr>
          <p:nvPr/>
        </p:nvSpPr>
        <p:spPr bwMode="auto">
          <a:xfrm>
            <a:off x="6184900" y="2097088"/>
            <a:ext cx="2438400" cy="3009900"/>
          </a:xfrm>
          <a:custGeom>
            <a:avLst/>
            <a:gdLst>
              <a:gd name="T0" fmla="*/ 1216 w 1376"/>
              <a:gd name="T1" fmla="*/ 0 h 1896"/>
              <a:gd name="T2" fmla="*/ 1376 w 1376"/>
              <a:gd name="T3" fmla="*/ 0 h 1896"/>
              <a:gd name="T4" fmla="*/ 1376 w 1376"/>
              <a:gd name="T5" fmla="*/ 1896 h 1896"/>
              <a:gd name="T6" fmla="*/ 0 w 1376"/>
              <a:gd name="T7" fmla="*/ 1896 h 1896"/>
              <a:gd name="T8" fmla="*/ 0 w 1376"/>
              <a:gd name="T9" fmla="*/ 1712 h 1896"/>
              <a:gd name="T10" fmla="*/ 1192 w 1376"/>
              <a:gd name="T11" fmla="*/ 1712 h 1896"/>
              <a:gd name="T12" fmla="*/ 1192 w 1376"/>
              <a:gd name="T13" fmla="*/ 0 h 1896"/>
              <a:gd name="T14" fmla="*/ 0 60000 65536"/>
              <a:gd name="T15" fmla="*/ 0 60000 65536"/>
              <a:gd name="T16" fmla="*/ 0 60000 65536"/>
              <a:gd name="T17" fmla="*/ 0 60000 65536"/>
              <a:gd name="T18" fmla="*/ 0 60000 65536"/>
              <a:gd name="T19" fmla="*/ 0 60000 65536"/>
              <a:gd name="T20" fmla="*/ 0 60000 65536"/>
              <a:gd name="T21" fmla="*/ 0 w 1376"/>
              <a:gd name="T22" fmla="*/ 0 h 1896"/>
              <a:gd name="T23" fmla="*/ 1376 w 1376"/>
              <a:gd name="T24" fmla="*/ 1896 h 1896"/>
            </a:gdLst>
            <a:ahLst/>
            <a:cxnLst>
              <a:cxn ang="T14">
                <a:pos x="T0" y="T1"/>
              </a:cxn>
              <a:cxn ang="T15">
                <a:pos x="T2" y="T3"/>
              </a:cxn>
              <a:cxn ang="T16">
                <a:pos x="T4" y="T5"/>
              </a:cxn>
              <a:cxn ang="T17">
                <a:pos x="T6" y="T7"/>
              </a:cxn>
              <a:cxn ang="T18">
                <a:pos x="T8" y="T9"/>
              </a:cxn>
              <a:cxn ang="T19">
                <a:pos x="T10" y="T11"/>
              </a:cxn>
              <a:cxn ang="T20">
                <a:pos x="T12" y="T13"/>
              </a:cxn>
            </a:cxnLst>
            <a:rect l="T21" t="T22" r="T23" b="T24"/>
            <a:pathLst>
              <a:path w="1376" h="1896">
                <a:moveTo>
                  <a:pt x="1216" y="0"/>
                </a:moveTo>
                <a:lnTo>
                  <a:pt x="1376" y="0"/>
                </a:lnTo>
                <a:lnTo>
                  <a:pt x="1376" y="1896"/>
                </a:lnTo>
                <a:lnTo>
                  <a:pt x="0" y="1896"/>
                </a:lnTo>
                <a:lnTo>
                  <a:pt x="0" y="1712"/>
                </a:lnTo>
                <a:lnTo>
                  <a:pt x="1192" y="1712"/>
                </a:lnTo>
                <a:lnTo>
                  <a:pt x="1192" y="0"/>
                </a:lnTo>
              </a:path>
            </a:pathLst>
          </a:custGeom>
          <a:solidFill>
            <a:schemeClr val="hlink"/>
          </a:solidFill>
          <a:ln w="9525" cap="flat" cmpd="sng">
            <a:solidFill>
              <a:schemeClr val="tx1"/>
            </a:solidFill>
            <a:prstDash val="solid"/>
            <a:round/>
            <a:headEnd/>
            <a:tailEnd/>
          </a:ln>
        </p:spPr>
        <p:txBody>
          <a:bodyPr wrap="none" anchor="ctr"/>
          <a:lstStyle/>
          <a:p>
            <a:endParaRPr lang="en-GB"/>
          </a:p>
        </p:txBody>
      </p:sp>
      <p:sp>
        <p:nvSpPr>
          <p:cNvPr id="28693" name="AutoShape 26"/>
          <p:cNvSpPr>
            <a:spLocks noChangeArrowheads="1"/>
          </p:cNvSpPr>
          <p:nvPr/>
        </p:nvSpPr>
        <p:spPr bwMode="auto">
          <a:xfrm>
            <a:off x="8051800" y="2617788"/>
            <a:ext cx="304800" cy="457200"/>
          </a:xfrm>
          <a:prstGeom prst="rightArrow">
            <a:avLst>
              <a:gd name="adj1" fmla="val 66667"/>
              <a:gd name="adj2" fmla="val 54167"/>
            </a:avLst>
          </a:prstGeom>
          <a:solidFill>
            <a:schemeClr val="hlink"/>
          </a:solidFill>
          <a:ln w="9525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/>
          <a:p>
            <a:endParaRPr lang="en-US"/>
          </a:p>
        </p:txBody>
      </p:sp>
      <p:sp>
        <p:nvSpPr>
          <p:cNvPr id="28694" name="AutoShape 27"/>
          <p:cNvSpPr>
            <a:spLocks noChangeArrowheads="1"/>
          </p:cNvSpPr>
          <p:nvPr/>
        </p:nvSpPr>
        <p:spPr bwMode="auto">
          <a:xfrm>
            <a:off x="8051800" y="2084388"/>
            <a:ext cx="304800" cy="457200"/>
          </a:xfrm>
          <a:prstGeom prst="rightArrow">
            <a:avLst>
              <a:gd name="adj1" fmla="val 66667"/>
              <a:gd name="adj2" fmla="val 54167"/>
            </a:avLst>
          </a:prstGeom>
          <a:solidFill>
            <a:schemeClr val="hlink"/>
          </a:solidFill>
          <a:ln w="9525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/>
          <a:p>
            <a:endParaRPr lang="en-US"/>
          </a:p>
        </p:txBody>
      </p:sp>
      <p:sp>
        <p:nvSpPr>
          <p:cNvPr id="28695" name="AutoShape 28"/>
          <p:cNvSpPr>
            <a:spLocks noChangeArrowheads="1"/>
          </p:cNvSpPr>
          <p:nvPr/>
        </p:nvSpPr>
        <p:spPr bwMode="auto">
          <a:xfrm>
            <a:off x="8051800" y="3151188"/>
            <a:ext cx="304800" cy="457200"/>
          </a:xfrm>
          <a:prstGeom prst="rightArrow">
            <a:avLst>
              <a:gd name="adj1" fmla="val 66667"/>
              <a:gd name="adj2" fmla="val 54167"/>
            </a:avLst>
          </a:prstGeom>
          <a:solidFill>
            <a:schemeClr val="hlink"/>
          </a:solidFill>
          <a:ln w="9525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/>
          <a:p>
            <a:endParaRPr lang="en-US"/>
          </a:p>
        </p:txBody>
      </p:sp>
      <p:sp>
        <p:nvSpPr>
          <p:cNvPr id="28696" name="Text Box 29"/>
          <p:cNvSpPr txBox="1">
            <a:spLocks noChangeArrowheads="1"/>
          </p:cNvSpPr>
          <p:nvPr/>
        </p:nvSpPr>
        <p:spPr bwMode="auto">
          <a:xfrm>
            <a:off x="1598613" y="1627188"/>
            <a:ext cx="1192212" cy="58102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anchor="ctr">
            <a:spAutoFit/>
          </a:bodyPr>
          <a:lstStyle/>
          <a:p>
            <a:pPr algn="ctr"/>
            <a:r>
              <a:rPr lang="en-GB" sz="1600" b="1"/>
              <a:t>Analogue Domain</a:t>
            </a:r>
            <a:endParaRPr lang="en-GB" sz="2400"/>
          </a:p>
        </p:txBody>
      </p:sp>
      <p:sp>
        <p:nvSpPr>
          <p:cNvPr id="28697" name="Text Box 30"/>
          <p:cNvSpPr txBox="1">
            <a:spLocks noChangeArrowheads="1"/>
          </p:cNvSpPr>
          <p:nvPr/>
        </p:nvSpPr>
        <p:spPr bwMode="auto">
          <a:xfrm>
            <a:off x="2957513" y="1627188"/>
            <a:ext cx="1192212" cy="58102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anchor="ctr">
            <a:spAutoFit/>
          </a:bodyPr>
          <a:lstStyle/>
          <a:p>
            <a:pPr algn="ctr"/>
            <a:r>
              <a:rPr lang="en-GB" sz="1600" b="1"/>
              <a:t>Digital Domain</a:t>
            </a:r>
            <a:endParaRPr lang="en-GB" sz="2400"/>
          </a:p>
        </p:txBody>
      </p:sp>
      <p:sp>
        <p:nvSpPr>
          <p:cNvPr id="28698" name="Text Box 31"/>
          <p:cNvSpPr txBox="1">
            <a:spLocks noChangeArrowheads="1"/>
          </p:cNvSpPr>
          <p:nvPr/>
        </p:nvSpPr>
        <p:spPr bwMode="auto">
          <a:xfrm>
            <a:off x="4787900" y="4519613"/>
            <a:ext cx="1016000" cy="925512"/>
          </a:xfrm>
          <a:prstGeom prst="rect">
            <a:avLst/>
          </a:prstGeom>
          <a:solidFill>
            <a:srgbClr val="CC3300"/>
          </a:solidFill>
          <a:ln w="9525">
            <a:solidFill>
              <a:schemeClr val="tx2"/>
            </a:solidFill>
            <a:miter lim="800000"/>
            <a:headEnd/>
            <a:tailEnd/>
          </a:ln>
        </p:spPr>
        <p:txBody>
          <a:bodyPr anchor="ctr">
            <a:spAutoFit/>
          </a:bodyPr>
          <a:lstStyle/>
          <a:p>
            <a:pPr algn="ctr"/>
            <a:r>
              <a:rPr lang="en-GB" sz="1800" b="1">
                <a:solidFill>
                  <a:schemeClr val="bg1"/>
                </a:solidFill>
              </a:rPr>
              <a:t> Digital </a:t>
            </a:r>
          </a:p>
          <a:p>
            <a:pPr algn="ctr"/>
            <a:r>
              <a:rPr lang="en-GB" sz="1800" b="1">
                <a:solidFill>
                  <a:schemeClr val="bg1"/>
                </a:solidFill>
              </a:rPr>
              <a:t>Data</a:t>
            </a:r>
          </a:p>
          <a:p>
            <a:pPr algn="ctr"/>
            <a:r>
              <a:rPr lang="en-GB" sz="1800" b="1" i="1">
                <a:solidFill>
                  <a:srgbClr val="FFFF00"/>
                </a:solidFill>
              </a:rPr>
              <a:t>DSP</a:t>
            </a:r>
            <a:endParaRPr lang="en-GB" sz="2400" i="1"/>
          </a:p>
        </p:txBody>
      </p:sp>
      <p:sp>
        <p:nvSpPr>
          <p:cNvPr id="28699" name="Text Box 32"/>
          <p:cNvSpPr txBox="1">
            <a:spLocks noChangeArrowheads="1"/>
          </p:cNvSpPr>
          <p:nvPr/>
        </p:nvSpPr>
        <p:spPr bwMode="auto">
          <a:xfrm>
            <a:off x="5870575" y="6015038"/>
            <a:ext cx="3273425" cy="336550"/>
          </a:xfrm>
          <a:prstGeom prst="rect">
            <a:avLst/>
          </a:prstGeom>
          <a:solidFill>
            <a:schemeClr val="hlink"/>
          </a:solidFill>
          <a:ln w="9525">
            <a:noFill/>
            <a:miter lim="800000"/>
            <a:headEnd/>
            <a:tailEnd/>
          </a:ln>
        </p:spPr>
        <p:txBody>
          <a:bodyPr wrap="none" anchor="ctr">
            <a:spAutoFit/>
          </a:bodyPr>
          <a:lstStyle/>
          <a:p>
            <a:pPr algn="ctr"/>
            <a:r>
              <a:rPr lang="en-GB" sz="1600"/>
              <a:t>DSP = Digital Signal Processing</a:t>
            </a:r>
            <a:endParaRPr lang="en-GB" sz="2400"/>
          </a:p>
        </p:txBody>
      </p:sp>
      <p:sp>
        <p:nvSpPr>
          <p:cNvPr id="28700" name="Text Box 33"/>
          <p:cNvSpPr txBox="1">
            <a:spLocks noChangeArrowheads="1"/>
          </p:cNvSpPr>
          <p:nvPr/>
        </p:nvSpPr>
        <p:spPr bwMode="auto">
          <a:xfrm>
            <a:off x="431800" y="382588"/>
            <a:ext cx="6376988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 anchor="ctr">
            <a:spAutoFit/>
          </a:bodyPr>
          <a:lstStyle/>
          <a:p>
            <a:pPr algn="ctr"/>
            <a:r>
              <a:rPr lang="en-GB" sz="2400" b="1"/>
              <a:t>ADC, DAC, Analogue and Digital Domains</a:t>
            </a:r>
          </a:p>
        </p:txBody>
      </p:sp>
      <p:sp>
        <p:nvSpPr>
          <p:cNvPr id="28701" name="AutoShape 36"/>
          <p:cNvSpPr>
            <a:spLocks noChangeArrowheads="1"/>
          </p:cNvSpPr>
          <p:nvPr/>
        </p:nvSpPr>
        <p:spPr bwMode="auto">
          <a:xfrm flipV="1">
            <a:off x="558800" y="1733550"/>
            <a:ext cx="998538" cy="1308100"/>
          </a:xfrm>
          <a:custGeom>
            <a:avLst/>
            <a:gdLst>
              <a:gd name="T0" fmla="*/ 574483 w 21600"/>
              <a:gd name="T1" fmla="*/ 0 h 21600"/>
              <a:gd name="T2" fmla="*/ 574483 w 21600"/>
              <a:gd name="T3" fmla="*/ 736291 h 21600"/>
              <a:gd name="T4" fmla="*/ 148579 w 21600"/>
              <a:gd name="T5" fmla="*/ 1308100 h 21600"/>
              <a:gd name="T6" fmla="*/ 998538 w 21600"/>
              <a:gd name="T7" fmla="*/ 368145 h 21600"/>
              <a:gd name="T8" fmla="*/ 17694720 60000 65536"/>
              <a:gd name="T9" fmla="*/ 5898240 60000 65536"/>
              <a:gd name="T10" fmla="*/ 5898240 60000 65536"/>
              <a:gd name="T11" fmla="*/ 0 60000 65536"/>
              <a:gd name="T12" fmla="*/ 12427 w 21600"/>
              <a:gd name="T13" fmla="*/ 2935 h 21600"/>
              <a:gd name="T14" fmla="*/ 16856 w 21600"/>
              <a:gd name="T15" fmla="*/ 9223 h 21600"/>
            </a:gdLst>
            <a:ahLst/>
            <a:cxnLst>
              <a:cxn ang="T8">
                <a:pos x="T0" y="T1"/>
              </a:cxn>
              <a:cxn ang="T9">
                <a:pos x="T2" y="T3"/>
              </a:cxn>
              <a:cxn ang="T10">
                <a:pos x="T4" y="T5"/>
              </a:cxn>
              <a:cxn ang="T11">
                <a:pos x="T6" y="T7"/>
              </a:cxn>
            </a:cxnLst>
            <a:rect l="T12" t="T13" r="T14" b="T15"/>
            <a:pathLst>
              <a:path w="21600" h="21600">
                <a:moveTo>
                  <a:pt x="21600" y="6079"/>
                </a:moveTo>
                <a:lnTo>
                  <a:pt x="12427" y="0"/>
                </a:lnTo>
                <a:lnTo>
                  <a:pt x="12427" y="2935"/>
                </a:lnTo>
                <a:cubicBezTo>
                  <a:pt x="5564" y="2935"/>
                  <a:pt x="0" y="7064"/>
                  <a:pt x="0" y="12158"/>
                </a:cubicBezTo>
                <a:lnTo>
                  <a:pt x="0" y="21600"/>
                </a:lnTo>
                <a:lnTo>
                  <a:pt x="6427" y="21600"/>
                </a:lnTo>
                <a:lnTo>
                  <a:pt x="6427" y="12158"/>
                </a:lnTo>
                <a:cubicBezTo>
                  <a:pt x="6427" y="10537"/>
                  <a:pt x="9113" y="9223"/>
                  <a:pt x="12427" y="9223"/>
                </a:cubicBezTo>
                <a:lnTo>
                  <a:pt x="12427" y="12158"/>
                </a:lnTo>
                <a:close/>
              </a:path>
            </a:pathLst>
          </a:custGeom>
          <a:solidFill>
            <a:schemeClr val="accent1"/>
          </a:solidFill>
          <a:ln w="9525" algn="ctr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/>
          <a:p>
            <a:endParaRPr lang="en-GB"/>
          </a:p>
        </p:txBody>
      </p:sp>
      <p:sp>
        <p:nvSpPr>
          <p:cNvPr id="28702" name="AutoShape 37"/>
          <p:cNvSpPr>
            <a:spLocks noChangeArrowheads="1"/>
          </p:cNvSpPr>
          <p:nvPr/>
        </p:nvSpPr>
        <p:spPr bwMode="auto">
          <a:xfrm rot="5400000" flipV="1">
            <a:off x="515144" y="4804569"/>
            <a:ext cx="998537" cy="1165225"/>
          </a:xfrm>
          <a:custGeom>
            <a:avLst/>
            <a:gdLst>
              <a:gd name="T0" fmla="*/ 581001 w 21600"/>
              <a:gd name="T1" fmla="*/ 0 h 21600"/>
              <a:gd name="T2" fmla="*/ 581001 w 21600"/>
              <a:gd name="T3" fmla="*/ 655871 h 21600"/>
              <a:gd name="T4" fmla="*/ 149596 w 21600"/>
              <a:gd name="T5" fmla="*/ 1165225 h 21600"/>
              <a:gd name="T6" fmla="*/ 998537 w 21600"/>
              <a:gd name="T7" fmla="*/ 327935 h 21600"/>
              <a:gd name="T8" fmla="*/ 17694720 60000 65536"/>
              <a:gd name="T9" fmla="*/ 5898240 60000 65536"/>
              <a:gd name="T10" fmla="*/ 5898240 60000 65536"/>
              <a:gd name="T11" fmla="*/ 0 60000 65536"/>
              <a:gd name="T12" fmla="*/ 12427 w 21600"/>
              <a:gd name="T13" fmla="*/ 2913 h 21600"/>
              <a:gd name="T14" fmla="*/ 16896 w 21600"/>
              <a:gd name="T15" fmla="*/ 9245 h 21600"/>
            </a:gdLst>
            <a:ahLst/>
            <a:cxnLst>
              <a:cxn ang="T8">
                <a:pos x="T0" y="T1"/>
              </a:cxn>
              <a:cxn ang="T9">
                <a:pos x="T2" y="T3"/>
              </a:cxn>
              <a:cxn ang="T10">
                <a:pos x="T4" y="T5"/>
              </a:cxn>
              <a:cxn ang="T11">
                <a:pos x="T6" y="T7"/>
              </a:cxn>
            </a:cxnLst>
            <a:rect l="T12" t="T13" r="T14" b="T15"/>
            <a:pathLst>
              <a:path w="21600" h="21600">
                <a:moveTo>
                  <a:pt x="21600" y="6079"/>
                </a:moveTo>
                <a:lnTo>
                  <a:pt x="12568" y="0"/>
                </a:lnTo>
                <a:lnTo>
                  <a:pt x="12568" y="2913"/>
                </a:lnTo>
                <a:lnTo>
                  <a:pt x="12427" y="2913"/>
                </a:lnTo>
                <a:cubicBezTo>
                  <a:pt x="5564" y="2913"/>
                  <a:pt x="0" y="7052"/>
                  <a:pt x="0" y="12158"/>
                </a:cubicBezTo>
                <a:lnTo>
                  <a:pt x="0" y="21600"/>
                </a:lnTo>
                <a:lnTo>
                  <a:pt x="6472" y="21600"/>
                </a:lnTo>
                <a:lnTo>
                  <a:pt x="6472" y="12158"/>
                </a:lnTo>
                <a:cubicBezTo>
                  <a:pt x="6472" y="10549"/>
                  <a:pt x="9138" y="9245"/>
                  <a:pt x="12427" y="9245"/>
                </a:cubicBezTo>
                <a:lnTo>
                  <a:pt x="12568" y="9245"/>
                </a:lnTo>
                <a:lnTo>
                  <a:pt x="12568" y="12158"/>
                </a:lnTo>
                <a:close/>
              </a:path>
            </a:pathLst>
          </a:custGeom>
          <a:solidFill>
            <a:schemeClr val="accent1"/>
          </a:solidFill>
          <a:ln w="9525" algn="ctr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/>
          <a:p>
            <a:endParaRPr lang="en-GB"/>
          </a:p>
        </p:txBody>
      </p:sp>
      <p:sp>
        <p:nvSpPr>
          <p:cNvPr id="28703" name="Text Box 38"/>
          <p:cNvSpPr txBox="1">
            <a:spLocks noChangeArrowheads="1"/>
          </p:cNvSpPr>
          <p:nvPr/>
        </p:nvSpPr>
        <p:spPr bwMode="auto">
          <a:xfrm>
            <a:off x="431800" y="1204913"/>
            <a:ext cx="2011363" cy="336550"/>
          </a:xfrm>
          <a:prstGeom prst="rect">
            <a:avLst/>
          </a:prstGeom>
          <a:noFill/>
          <a:ln w="9525" algn="ctr">
            <a:noFill/>
            <a:miter lim="800000"/>
            <a:headEnd/>
            <a:tailEnd/>
          </a:ln>
        </p:spPr>
        <p:txBody>
          <a:bodyPr wrap="none">
            <a:spAutoFit/>
          </a:bodyPr>
          <a:lstStyle/>
          <a:p>
            <a:r>
              <a:rPr lang="en-GB" sz="1600"/>
              <a:t>Analogue signal in</a:t>
            </a:r>
            <a:endParaRPr lang="en-US" sz="1600"/>
          </a:p>
        </p:txBody>
      </p:sp>
      <p:sp>
        <p:nvSpPr>
          <p:cNvPr id="28704" name="Text Box 39"/>
          <p:cNvSpPr txBox="1">
            <a:spLocks noChangeArrowheads="1"/>
          </p:cNvSpPr>
          <p:nvPr/>
        </p:nvSpPr>
        <p:spPr bwMode="auto">
          <a:xfrm>
            <a:off x="431800" y="6000750"/>
            <a:ext cx="2154238" cy="336550"/>
          </a:xfrm>
          <a:prstGeom prst="rect">
            <a:avLst/>
          </a:prstGeom>
          <a:noFill/>
          <a:ln w="9525" algn="ctr">
            <a:noFill/>
            <a:miter lim="800000"/>
            <a:headEnd/>
            <a:tailEnd/>
          </a:ln>
        </p:spPr>
        <p:txBody>
          <a:bodyPr wrap="none">
            <a:spAutoFit/>
          </a:bodyPr>
          <a:lstStyle/>
          <a:p>
            <a:r>
              <a:rPr lang="en-GB" sz="1600"/>
              <a:t>Analogue signal out</a:t>
            </a:r>
            <a:endParaRPr lang="en-US" sz="1600"/>
          </a:p>
        </p:txBody>
      </p:sp>
    </p:spTree>
    <p:extLst>
      <p:ext uri="{BB962C8B-B14F-4D97-AF65-F5344CB8AC3E}">
        <p14:creationId xmlns:p14="http://schemas.microsoft.com/office/powerpoint/2010/main" val="1769685017"/>
      </p:ext>
    </p:extLst>
  </p:cSld>
  <p:clrMapOvr>
    <a:masterClrMapping/>
  </p:clrMapOvr>
</p:sld>
</file>

<file path=ppt/slides/slide9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50" name="Rectangle 8"/>
          <p:cNvSpPr>
            <a:spLocks noChangeArrowheads="1"/>
          </p:cNvSpPr>
          <p:nvPr/>
        </p:nvSpPr>
        <p:spPr bwMode="auto">
          <a:xfrm>
            <a:off x="0" y="1809750"/>
            <a:ext cx="9144000" cy="3262313"/>
          </a:xfrm>
          <a:prstGeom prst="rect">
            <a:avLst/>
          </a:prstGeom>
          <a:gradFill rotWithShape="0">
            <a:gsLst>
              <a:gs pos="0">
                <a:schemeClr val="bg1"/>
              </a:gs>
              <a:gs pos="100000">
                <a:srgbClr val="FFCC99"/>
              </a:gs>
            </a:gsLst>
            <a:lin ang="0" scaled="1"/>
          </a:gra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/>
          <a:lstStyle/>
          <a:p>
            <a:pPr algn="ctr"/>
            <a:endParaRPr lang="en-US" sz="2400"/>
          </a:p>
        </p:txBody>
      </p:sp>
      <p:sp>
        <p:nvSpPr>
          <p:cNvPr id="2051" name="Text Box 9"/>
          <p:cNvSpPr txBox="1">
            <a:spLocks noChangeArrowheads="1"/>
          </p:cNvSpPr>
          <p:nvPr/>
        </p:nvSpPr>
        <p:spPr bwMode="auto">
          <a:xfrm>
            <a:off x="612775" y="2058988"/>
            <a:ext cx="8561388" cy="255454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defRPr sz="1600">
                <a:solidFill>
                  <a:schemeClr val="tx1"/>
                </a:solidFill>
                <a:latin typeface="Lucida Sans Unicode" pitchFamily="34" charset="0"/>
              </a:defRPr>
            </a:lvl1pPr>
            <a:lvl2pPr marL="742950" indent="-285750">
              <a:defRPr sz="1600">
                <a:solidFill>
                  <a:schemeClr val="tx1"/>
                </a:solidFill>
                <a:latin typeface="Lucida Sans Unicode" pitchFamily="34" charset="0"/>
              </a:defRPr>
            </a:lvl2pPr>
            <a:lvl3pPr marL="1143000" indent="-228600">
              <a:defRPr sz="1600">
                <a:solidFill>
                  <a:schemeClr val="tx1"/>
                </a:solidFill>
                <a:latin typeface="Lucida Sans Unicode" pitchFamily="34" charset="0"/>
              </a:defRPr>
            </a:lvl3pPr>
            <a:lvl4pPr marL="1600200" indent="-228600">
              <a:defRPr sz="1600">
                <a:solidFill>
                  <a:schemeClr val="tx1"/>
                </a:solidFill>
                <a:latin typeface="Lucida Sans Unicode" pitchFamily="34" charset="0"/>
              </a:defRPr>
            </a:lvl4pPr>
            <a:lvl5pPr marL="2057400" indent="-228600">
              <a:defRPr sz="1600">
                <a:solidFill>
                  <a:schemeClr val="tx1"/>
                </a:solidFill>
                <a:latin typeface="Lucida Sans Unicode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Lucida Sans Unicode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Lucida Sans Unicode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Lucida Sans Unicode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Lucida Sans Unicode" pitchFamily="34" charset="0"/>
              </a:defRPr>
            </a:lvl9pPr>
          </a:lstStyle>
          <a:p>
            <a:r>
              <a:rPr lang="en-GB" sz="2800" b="1"/>
              <a:t>Additional slides </a:t>
            </a:r>
          </a:p>
          <a:p>
            <a:r>
              <a:rPr lang="en-GB" sz="2000"/>
              <a:t>Binary Systems</a:t>
            </a:r>
          </a:p>
          <a:p>
            <a:r>
              <a:rPr lang="en-GB" sz="2000"/>
              <a:t>Sound, SPL and the logarithmic relationship</a:t>
            </a:r>
          </a:p>
          <a:p>
            <a:r>
              <a:rPr lang="en-GB" sz="2000"/>
              <a:t>Sound measurement  </a:t>
            </a:r>
            <a:endParaRPr lang="en-GB" sz="2800" dirty="0"/>
          </a:p>
          <a:p>
            <a:endParaRPr lang="en-GB" sz="2800" dirty="0"/>
          </a:p>
          <a:p>
            <a:r>
              <a:rPr lang="en-GB" sz="2800" dirty="0"/>
              <a:t>Jerry Foss</a:t>
            </a:r>
          </a:p>
          <a:p>
            <a:r>
              <a:rPr lang="en-GB" dirty="0"/>
              <a:t>jeremy.foss@bcu.ac.uk</a:t>
            </a:r>
          </a:p>
        </p:txBody>
      </p:sp>
    </p:spTree>
    <p:extLst>
      <p:ext uri="{BB962C8B-B14F-4D97-AF65-F5344CB8AC3E}">
        <p14:creationId xmlns:p14="http://schemas.microsoft.com/office/powerpoint/2010/main" val="1963339278"/>
      </p:ext>
    </p:extLst>
  </p:cSld>
  <p:clrMapOvr>
    <a:masterClrMapping/>
  </p:clrMapOvr>
</p:sld>
</file>

<file path=ppt/slides/slide9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3"/>
          <p:cNvSpPr/>
          <p:nvPr/>
        </p:nvSpPr>
        <p:spPr>
          <a:xfrm>
            <a:off x="430213" y="919163"/>
            <a:ext cx="8896350" cy="4770537"/>
          </a:xfrm>
          <a:prstGeom prst="rect">
            <a:avLst/>
          </a:prstGeom>
        </p:spPr>
        <p:txBody>
          <a:bodyPr>
            <a:spAutoFit/>
          </a:bodyPr>
          <a:lstStyle/>
          <a:p>
            <a:pPr>
              <a:defRPr/>
            </a:pPr>
            <a:r>
              <a:rPr lang="en-GB" sz="1600" dirty="0"/>
              <a:t>e.g. the number 2549</a:t>
            </a:r>
          </a:p>
          <a:p>
            <a:pPr>
              <a:defRPr/>
            </a:pPr>
            <a:r>
              <a:rPr lang="en-GB" sz="1600" dirty="0"/>
              <a:t>	is – 2 x Thousand ... 5 x Hundred ... 4 x Ten ... 9 x one</a:t>
            </a:r>
          </a:p>
          <a:p>
            <a:pPr>
              <a:defRPr/>
            </a:pPr>
            <a:r>
              <a:rPr lang="en-GB" sz="1600" dirty="0"/>
              <a:t>	i.e.    2 x 1000      +     5 x 100    +  4 x 10   +   9 x 1   =  2549</a:t>
            </a:r>
          </a:p>
          <a:p>
            <a:pPr>
              <a:defRPr/>
            </a:pPr>
            <a:endParaRPr lang="en-GB" sz="1600" dirty="0"/>
          </a:p>
          <a:p>
            <a:pPr>
              <a:defRPr/>
            </a:pPr>
            <a:endParaRPr lang="en-GB" sz="1600" dirty="0"/>
          </a:p>
          <a:p>
            <a:pPr>
              <a:defRPr/>
            </a:pPr>
            <a:endParaRPr lang="en-GB" sz="1600" dirty="0"/>
          </a:p>
          <a:p>
            <a:pPr>
              <a:defRPr/>
            </a:pPr>
            <a:r>
              <a:rPr lang="en-GB" sz="1600" dirty="0"/>
              <a:t>The composition of the decimal system in a more complex way:</a:t>
            </a:r>
          </a:p>
          <a:p>
            <a:pPr marL="182563" indent="-182563">
              <a:buFont typeface="Arial" pitchFamily="34" charset="0"/>
              <a:buChar char="•"/>
              <a:defRPr/>
            </a:pPr>
            <a:r>
              <a:rPr lang="en-GB" sz="1600" dirty="0"/>
              <a:t>Units are 	10</a:t>
            </a:r>
            <a:r>
              <a:rPr lang="en-GB" sz="1600" baseline="30000" dirty="0"/>
              <a:t>0</a:t>
            </a:r>
            <a:r>
              <a:rPr lang="en-GB" sz="1600" dirty="0"/>
              <a:t>  = 1</a:t>
            </a:r>
            <a:endParaRPr lang="en-GB" sz="1600" baseline="30000" dirty="0"/>
          </a:p>
          <a:p>
            <a:pPr marL="182563" indent="-182563">
              <a:buFont typeface="Arial" pitchFamily="34" charset="0"/>
              <a:buChar char="•"/>
              <a:defRPr/>
            </a:pPr>
            <a:r>
              <a:rPr lang="en-GB" sz="1600" dirty="0"/>
              <a:t>Tens are 	10</a:t>
            </a:r>
            <a:r>
              <a:rPr lang="en-GB" sz="1600" baseline="30000" dirty="0"/>
              <a:t>1</a:t>
            </a:r>
            <a:r>
              <a:rPr lang="en-GB" sz="1600" dirty="0"/>
              <a:t>  = 10</a:t>
            </a:r>
            <a:endParaRPr lang="en-GB" sz="1600" baseline="30000" dirty="0"/>
          </a:p>
          <a:p>
            <a:pPr marL="182563" indent="-182563">
              <a:buFont typeface="Arial" pitchFamily="34" charset="0"/>
              <a:buChar char="•"/>
              <a:defRPr/>
            </a:pPr>
            <a:r>
              <a:rPr lang="en-GB" sz="1600" dirty="0"/>
              <a:t>Hundreds are 	10</a:t>
            </a:r>
            <a:r>
              <a:rPr lang="en-GB" sz="1600" baseline="30000" dirty="0"/>
              <a:t>2</a:t>
            </a:r>
            <a:r>
              <a:rPr lang="en-GB" sz="1600" dirty="0"/>
              <a:t>  = 10 x 10</a:t>
            </a:r>
          </a:p>
          <a:p>
            <a:pPr marL="182563" indent="-182563">
              <a:buFont typeface="Arial" pitchFamily="34" charset="0"/>
              <a:buChar char="•"/>
              <a:defRPr/>
            </a:pPr>
            <a:r>
              <a:rPr lang="en-GB" sz="1600" dirty="0"/>
              <a:t>Thousands are 	10</a:t>
            </a:r>
            <a:r>
              <a:rPr lang="en-GB" sz="1600" baseline="30000" dirty="0"/>
              <a:t>3</a:t>
            </a:r>
            <a:r>
              <a:rPr lang="en-GB" sz="1600" dirty="0"/>
              <a:t>  = 10 x 10 x 10</a:t>
            </a:r>
          </a:p>
          <a:p>
            <a:pPr marL="182563" indent="-182563">
              <a:buFont typeface="Arial" pitchFamily="34" charset="0"/>
              <a:buChar char="•"/>
              <a:defRPr/>
            </a:pPr>
            <a:r>
              <a:rPr lang="en-GB" sz="1600" dirty="0"/>
              <a:t>… and so on</a:t>
            </a:r>
          </a:p>
          <a:p>
            <a:pPr>
              <a:defRPr/>
            </a:pPr>
            <a:endParaRPr lang="en-GB" sz="1600" dirty="0"/>
          </a:p>
          <a:p>
            <a:pPr>
              <a:defRPr/>
            </a:pPr>
            <a:endParaRPr lang="en-GB" sz="1600" dirty="0"/>
          </a:p>
          <a:p>
            <a:pPr>
              <a:defRPr/>
            </a:pPr>
            <a:r>
              <a:rPr lang="en-GB" sz="1600" dirty="0"/>
              <a:t>So 2549 is actually:</a:t>
            </a:r>
          </a:p>
          <a:p>
            <a:pPr>
              <a:defRPr/>
            </a:pPr>
            <a:endParaRPr lang="en-GB" sz="1600" dirty="0"/>
          </a:p>
          <a:p>
            <a:pPr>
              <a:defRPr/>
            </a:pPr>
            <a:r>
              <a:rPr lang="en-GB" sz="1600" dirty="0"/>
              <a:t>	(2 x 10</a:t>
            </a:r>
            <a:r>
              <a:rPr lang="en-GB" sz="1600" baseline="30000" dirty="0"/>
              <a:t>3</a:t>
            </a:r>
            <a:r>
              <a:rPr lang="en-GB" sz="1600" dirty="0"/>
              <a:t>) + (5 x 10</a:t>
            </a:r>
            <a:r>
              <a:rPr lang="en-GB" sz="1600" baseline="30000" dirty="0"/>
              <a:t>2</a:t>
            </a:r>
            <a:r>
              <a:rPr lang="en-GB" sz="1600" dirty="0"/>
              <a:t>) + (4 x 10</a:t>
            </a:r>
            <a:r>
              <a:rPr lang="en-GB" sz="1600" baseline="30000" dirty="0"/>
              <a:t>1</a:t>
            </a:r>
            <a:r>
              <a:rPr lang="en-GB" sz="1600" dirty="0"/>
              <a:t>) + (9 x 10</a:t>
            </a:r>
            <a:r>
              <a:rPr lang="en-GB" sz="1600" baseline="30000" dirty="0"/>
              <a:t>0</a:t>
            </a:r>
            <a:r>
              <a:rPr lang="en-GB" sz="1600" dirty="0"/>
              <a:t>)</a:t>
            </a:r>
          </a:p>
          <a:p>
            <a:pPr>
              <a:defRPr/>
            </a:pPr>
            <a:r>
              <a:rPr lang="en-GB" sz="1600" dirty="0"/>
              <a:t>       =       2000    +    500     +     40       +     9        = 2549</a:t>
            </a:r>
          </a:p>
          <a:p>
            <a:pPr>
              <a:defRPr/>
            </a:pPr>
            <a:endParaRPr lang="en-GB" sz="1600" dirty="0"/>
          </a:p>
        </p:txBody>
      </p:sp>
      <p:sp>
        <p:nvSpPr>
          <p:cNvPr id="4099" name="Text Box 3"/>
          <p:cNvSpPr txBox="1">
            <a:spLocks noChangeArrowheads="1"/>
          </p:cNvSpPr>
          <p:nvPr/>
        </p:nvSpPr>
        <p:spPr bwMode="auto">
          <a:xfrm>
            <a:off x="431800" y="382588"/>
            <a:ext cx="3198813" cy="46196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 algn="ctr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defRPr sz="1600">
                <a:solidFill>
                  <a:schemeClr val="tx1"/>
                </a:solidFill>
                <a:latin typeface="Lucida Sans Unicode" pitchFamily="34" charset="0"/>
              </a:defRPr>
            </a:lvl1pPr>
            <a:lvl2pPr marL="742950" indent="-285750">
              <a:defRPr sz="1600">
                <a:solidFill>
                  <a:schemeClr val="tx1"/>
                </a:solidFill>
                <a:latin typeface="Lucida Sans Unicode" pitchFamily="34" charset="0"/>
              </a:defRPr>
            </a:lvl2pPr>
            <a:lvl3pPr marL="1143000" indent="-228600">
              <a:defRPr sz="1600">
                <a:solidFill>
                  <a:schemeClr val="tx1"/>
                </a:solidFill>
                <a:latin typeface="Lucida Sans Unicode" pitchFamily="34" charset="0"/>
              </a:defRPr>
            </a:lvl3pPr>
            <a:lvl4pPr marL="1600200" indent="-228600">
              <a:defRPr sz="1600">
                <a:solidFill>
                  <a:schemeClr val="tx1"/>
                </a:solidFill>
                <a:latin typeface="Lucida Sans Unicode" pitchFamily="34" charset="0"/>
              </a:defRPr>
            </a:lvl4pPr>
            <a:lvl5pPr marL="2057400" indent="-228600">
              <a:defRPr sz="1600">
                <a:solidFill>
                  <a:schemeClr val="tx1"/>
                </a:solidFill>
                <a:latin typeface="Lucida Sans Unicode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Lucida Sans Unicode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Lucida Sans Unicode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Lucida Sans Unicode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Lucida Sans Unicode" pitchFamily="34" charset="0"/>
              </a:defRPr>
            </a:lvl9pPr>
          </a:lstStyle>
          <a:p>
            <a:r>
              <a:rPr lang="en-GB" sz="2400" b="1"/>
              <a:t>Counting in Base 10</a:t>
            </a:r>
          </a:p>
        </p:txBody>
      </p:sp>
      <p:sp>
        <p:nvSpPr>
          <p:cNvPr id="7" name="Rounded Rectangular Callout 6"/>
          <p:cNvSpPr/>
          <p:nvPr/>
        </p:nvSpPr>
        <p:spPr bwMode="auto">
          <a:xfrm>
            <a:off x="5373688" y="2717800"/>
            <a:ext cx="2185987" cy="627063"/>
          </a:xfrm>
          <a:prstGeom prst="wedgeRoundRectCallout">
            <a:avLst>
              <a:gd name="adj1" fmla="val -148323"/>
              <a:gd name="adj2" fmla="val -40277"/>
              <a:gd name="adj3" fmla="val 16667"/>
            </a:avLst>
          </a:prstGeom>
          <a:solidFill>
            <a:schemeClr val="accent6">
              <a:lumMod val="20000"/>
              <a:lumOff val="80000"/>
            </a:schemeClr>
          </a:solidFill>
          <a:ln w="9525" cap="flat" cmpd="sng" algn="ctr">
            <a:solidFill>
              <a:schemeClr val="accent6">
                <a:lumMod val="20000"/>
                <a:lumOff val="80000"/>
              </a:schemeClr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/>
          <a:lstStyle/>
          <a:p>
            <a:pPr>
              <a:defRPr/>
            </a:pPr>
            <a:endParaRPr lang="en-GB"/>
          </a:p>
        </p:txBody>
      </p:sp>
      <p:sp>
        <p:nvSpPr>
          <p:cNvPr id="4101" name="TextBox 5"/>
          <p:cNvSpPr txBox="1">
            <a:spLocks noChangeArrowheads="1"/>
          </p:cNvSpPr>
          <p:nvPr/>
        </p:nvSpPr>
        <p:spPr bwMode="auto">
          <a:xfrm>
            <a:off x="5599113" y="2847975"/>
            <a:ext cx="1739900" cy="33813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defRPr sz="1600">
                <a:solidFill>
                  <a:schemeClr val="tx1"/>
                </a:solidFill>
                <a:latin typeface="Lucida Sans Unicode" pitchFamily="34" charset="0"/>
              </a:defRPr>
            </a:lvl1pPr>
            <a:lvl2pPr marL="742950" indent="-285750">
              <a:defRPr sz="1600">
                <a:solidFill>
                  <a:schemeClr val="tx1"/>
                </a:solidFill>
                <a:latin typeface="Lucida Sans Unicode" pitchFamily="34" charset="0"/>
              </a:defRPr>
            </a:lvl2pPr>
            <a:lvl3pPr marL="1143000" indent="-228600">
              <a:defRPr sz="1600">
                <a:solidFill>
                  <a:schemeClr val="tx1"/>
                </a:solidFill>
                <a:latin typeface="Lucida Sans Unicode" pitchFamily="34" charset="0"/>
              </a:defRPr>
            </a:lvl3pPr>
            <a:lvl4pPr marL="1600200" indent="-228600">
              <a:defRPr sz="1600">
                <a:solidFill>
                  <a:schemeClr val="tx1"/>
                </a:solidFill>
                <a:latin typeface="Lucida Sans Unicode" pitchFamily="34" charset="0"/>
              </a:defRPr>
            </a:lvl4pPr>
            <a:lvl5pPr marL="2057400" indent="-228600">
              <a:defRPr sz="1600">
                <a:solidFill>
                  <a:schemeClr val="tx1"/>
                </a:solidFill>
                <a:latin typeface="Lucida Sans Unicode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Lucida Sans Unicode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Lucida Sans Unicode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Lucida Sans Unicode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Lucida Sans Unicode" pitchFamily="34" charset="0"/>
              </a:defRPr>
            </a:lvl9pPr>
          </a:lstStyle>
          <a:p>
            <a:r>
              <a:rPr lang="en-GB" b="1"/>
              <a:t>(anything)</a:t>
            </a:r>
            <a:r>
              <a:rPr lang="en-GB" b="1" baseline="30000"/>
              <a:t>0</a:t>
            </a:r>
            <a:r>
              <a:rPr lang="en-GB" b="1"/>
              <a:t> = 1</a:t>
            </a:r>
            <a:r>
              <a:rPr lang="en-GB" b="1" baseline="30000"/>
              <a:t> </a:t>
            </a:r>
          </a:p>
        </p:txBody>
      </p:sp>
    </p:spTree>
    <p:extLst>
      <p:ext uri="{BB962C8B-B14F-4D97-AF65-F5344CB8AC3E}">
        <p14:creationId xmlns:p14="http://schemas.microsoft.com/office/powerpoint/2010/main" val="2072895000"/>
      </p:ext>
    </p:extLst>
  </p:cSld>
  <p:clrMapOvr>
    <a:masterClrMapping/>
  </p:clrMapOvr>
</p:sld>
</file>

<file path=ppt/slides/slide9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22" name="Rectangle 32"/>
          <p:cNvSpPr>
            <a:spLocks noChangeArrowheads="1"/>
          </p:cNvSpPr>
          <p:nvPr/>
        </p:nvSpPr>
        <p:spPr bwMode="auto">
          <a:xfrm>
            <a:off x="3879850" y="1477963"/>
            <a:ext cx="5118100" cy="3405187"/>
          </a:xfrm>
          <a:prstGeom prst="rect">
            <a:avLst/>
          </a:prstGeom>
          <a:solidFill>
            <a:srgbClr val="99CCFF"/>
          </a:solidFill>
          <a:ln w="9525" algn="ctr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/>
          <a:p>
            <a:endParaRPr lang="en-US"/>
          </a:p>
        </p:txBody>
      </p:sp>
      <p:sp>
        <p:nvSpPr>
          <p:cNvPr id="5123" name="Rectangle 25"/>
          <p:cNvSpPr>
            <a:spLocks noChangeArrowheads="1"/>
          </p:cNvSpPr>
          <p:nvPr/>
        </p:nvSpPr>
        <p:spPr bwMode="auto">
          <a:xfrm>
            <a:off x="430213" y="1477963"/>
            <a:ext cx="3124200" cy="3405187"/>
          </a:xfrm>
          <a:prstGeom prst="rect">
            <a:avLst/>
          </a:prstGeom>
          <a:solidFill>
            <a:srgbClr val="FFCC66"/>
          </a:solidFill>
          <a:ln w="9525" algn="ctr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/>
          <a:p>
            <a:endParaRPr lang="en-US"/>
          </a:p>
        </p:txBody>
      </p:sp>
      <p:sp>
        <p:nvSpPr>
          <p:cNvPr id="5124" name="Text Box 4"/>
          <p:cNvSpPr txBox="1">
            <a:spLocks noChangeArrowheads="1"/>
          </p:cNvSpPr>
          <p:nvPr/>
        </p:nvSpPr>
        <p:spPr bwMode="auto">
          <a:xfrm>
            <a:off x="430213" y="376238"/>
            <a:ext cx="2465387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 algn="ctr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defRPr sz="1600">
                <a:solidFill>
                  <a:schemeClr val="tx1"/>
                </a:solidFill>
                <a:latin typeface="Lucida Sans Unicode" pitchFamily="34" charset="0"/>
              </a:defRPr>
            </a:lvl1pPr>
            <a:lvl2pPr marL="742950" indent="-285750">
              <a:defRPr sz="1600">
                <a:solidFill>
                  <a:schemeClr val="tx1"/>
                </a:solidFill>
                <a:latin typeface="Lucida Sans Unicode" pitchFamily="34" charset="0"/>
              </a:defRPr>
            </a:lvl2pPr>
            <a:lvl3pPr marL="1143000" indent="-228600">
              <a:defRPr sz="1600">
                <a:solidFill>
                  <a:schemeClr val="tx1"/>
                </a:solidFill>
                <a:latin typeface="Lucida Sans Unicode" pitchFamily="34" charset="0"/>
              </a:defRPr>
            </a:lvl3pPr>
            <a:lvl4pPr marL="1600200" indent="-228600">
              <a:defRPr sz="1600">
                <a:solidFill>
                  <a:schemeClr val="tx1"/>
                </a:solidFill>
                <a:latin typeface="Lucida Sans Unicode" pitchFamily="34" charset="0"/>
              </a:defRPr>
            </a:lvl4pPr>
            <a:lvl5pPr marL="2057400" indent="-228600">
              <a:defRPr sz="1600">
                <a:solidFill>
                  <a:schemeClr val="tx1"/>
                </a:solidFill>
                <a:latin typeface="Lucida Sans Unicode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Lucida Sans Unicode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Lucida Sans Unicode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Lucida Sans Unicode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Lucida Sans Unicode" pitchFamily="34" charset="0"/>
              </a:defRPr>
            </a:lvl9pPr>
          </a:lstStyle>
          <a:p>
            <a:r>
              <a:rPr lang="en-GB" sz="2400" b="1"/>
              <a:t>Counting Bases</a:t>
            </a:r>
            <a:endParaRPr lang="en-US" sz="2400" b="1"/>
          </a:p>
        </p:txBody>
      </p:sp>
      <p:grpSp>
        <p:nvGrpSpPr>
          <p:cNvPr id="5125" name="Group 11"/>
          <p:cNvGrpSpPr>
            <a:grpSpLocks/>
          </p:cNvGrpSpPr>
          <p:nvPr/>
        </p:nvGrpSpPr>
        <p:grpSpPr bwMode="auto">
          <a:xfrm>
            <a:off x="430213" y="1992313"/>
            <a:ext cx="3013075" cy="2781300"/>
            <a:chOff x="590" y="983"/>
            <a:chExt cx="1898" cy="1752"/>
          </a:xfrm>
        </p:grpSpPr>
        <p:sp>
          <p:nvSpPr>
            <p:cNvPr id="5142" name="Text Box 5"/>
            <p:cNvSpPr txBox="1">
              <a:spLocks noChangeArrowheads="1"/>
            </p:cNvSpPr>
            <p:nvPr/>
          </p:nvSpPr>
          <p:spPr bwMode="auto">
            <a:xfrm>
              <a:off x="590" y="983"/>
              <a:ext cx="197" cy="1752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 algn="ctr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>
                <a:defRPr sz="1600">
                  <a:solidFill>
                    <a:schemeClr val="tx1"/>
                  </a:solidFill>
                  <a:latin typeface="Lucida Sans Unicode" pitchFamily="34" charset="0"/>
                </a:defRPr>
              </a:lvl1pPr>
              <a:lvl2pPr marL="742950" indent="-285750">
                <a:defRPr sz="1600">
                  <a:solidFill>
                    <a:schemeClr val="tx1"/>
                  </a:solidFill>
                  <a:latin typeface="Lucida Sans Unicode" pitchFamily="34" charset="0"/>
                </a:defRPr>
              </a:lvl2pPr>
              <a:lvl3pPr marL="1143000" indent="-228600">
                <a:defRPr sz="1600">
                  <a:solidFill>
                    <a:schemeClr val="tx1"/>
                  </a:solidFill>
                  <a:latin typeface="Lucida Sans Unicode" pitchFamily="34" charset="0"/>
                </a:defRPr>
              </a:lvl3pPr>
              <a:lvl4pPr marL="1600200" indent="-228600">
                <a:defRPr sz="1600">
                  <a:solidFill>
                    <a:schemeClr val="tx1"/>
                  </a:solidFill>
                  <a:latin typeface="Lucida Sans Unicode" pitchFamily="34" charset="0"/>
                </a:defRPr>
              </a:lvl4pPr>
              <a:lvl5pPr marL="2057400" indent="-228600">
                <a:defRPr sz="1600">
                  <a:solidFill>
                    <a:schemeClr val="tx1"/>
                  </a:solidFill>
                  <a:latin typeface="Lucida Sans Unicode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Lucida Sans Unicode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Lucida Sans Unicode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Lucida Sans Unicode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Lucida Sans Unicode" pitchFamily="34" charset="0"/>
                </a:defRPr>
              </a:lvl9pPr>
            </a:lstStyle>
            <a:p>
              <a:r>
                <a:rPr lang="en-GB"/>
                <a:t>0</a:t>
              </a:r>
            </a:p>
            <a:p>
              <a:r>
                <a:rPr lang="en-GB"/>
                <a:t>1</a:t>
              </a:r>
            </a:p>
            <a:p>
              <a:r>
                <a:rPr lang="en-GB"/>
                <a:t>2</a:t>
              </a:r>
            </a:p>
            <a:p>
              <a:r>
                <a:rPr lang="en-GB"/>
                <a:t>3</a:t>
              </a:r>
            </a:p>
            <a:p>
              <a:r>
                <a:rPr lang="en-GB"/>
                <a:t>4</a:t>
              </a:r>
            </a:p>
            <a:p>
              <a:r>
                <a:rPr lang="en-GB"/>
                <a:t>5</a:t>
              </a:r>
            </a:p>
            <a:p>
              <a:r>
                <a:rPr lang="en-GB"/>
                <a:t>6</a:t>
              </a:r>
            </a:p>
            <a:p>
              <a:r>
                <a:rPr lang="en-GB"/>
                <a:t>7</a:t>
              </a:r>
            </a:p>
            <a:p>
              <a:r>
                <a:rPr lang="en-GB"/>
                <a:t>8</a:t>
              </a:r>
            </a:p>
            <a:p>
              <a:r>
                <a:rPr lang="en-GB"/>
                <a:t>9</a:t>
              </a:r>
            </a:p>
            <a:p>
              <a:endParaRPr lang="en-US"/>
            </a:p>
          </p:txBody>
        </p:sp>
        <p:sp>
          <p:nvSpPr>
            <p:cNvPr id="5143" name="Text Box 6"/>
            <p:cNvSpPr txBox="1">
              <a:spLocks noChangeArrowheads="1"/>
            </p:cNvSpPr>
            <p:nvPr/>
          </p:nvSpPr>
          <p:spPr bwMode="auto">
            <a:xfrm>
              <a:off x="1042" y="983"/>
              <a:ext cx="278" cy="1752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 algn="ctr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>
                <a:defRPr sz="1600">
                  <a:solidFill>
                    <a:schemeClr val="tx1"/>
                  </a:solidFill>
                  <a:latin typeface="Lucida Sans Unicode" pitchFamily="34" charset="0"/>
                </a:defRPr>
              </a:lvl1pPr>
              <a:lvl2pPr marL="742950" indent="-285750">
                <a:defRPr sz="1600">
                  <a:solidFill>
                    <a:schemeClr val="tx1"/>
                  </a:solidFill>
                  <a:latin typeface="Lucida Sans Unicode" pitchFamily="34" charset="0"/>
                </a:defRPr>
              </a:lvl2pPr>
              <a:lvl3pPr marL="1143000" indent="-228600">
                <a:defRPr sz="1600">
                  <a:solidFill>
                    <a:schemeClr val="tx1"/>
                  </a:solidFill>
                  <a:latin typeface="Lucida Sans Unicode" pitchFamily="34" charset="0"/>
                </a:defRPr>
              </a:lvl3pPr>
              <a:lvl4pPr marL="1600200" indent="-228600">
                <a:defRPr sz="1600">
                  <a:solidFill>
                    <a:schemeClr val="tx1"/>
                  </a:solidFill>
                  <a:latin typeface="Lucida Sans Unicode" pitchFamily="34" charset="0"/>
                </a:defRPr>
              </a:lvl4pPr>
              <a:lvl5pPr marL="2057400" indent="-228600">
                <a:defRPr sz="1600">
                  <a:solidFill>
                    <a:schemeClr val="tx1"/>
                  </a:solidFill>
                  <a:latin typeface="Lucida Sans Unicode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Lucida Sans Unicode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Lucida Sans Unicode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Lucida Sans Unicode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Lucida Sans Unicode" pitchFamily="34" charset="0"/>
                </a:defRPr>
              </a:lvl9pPr>
            </a:lstStyle>
            <a:p>
              <a:r>
                <a:rPr lang="en-GB"/>
                <a:t>10</a:t>
              </a:r>
            </a:p>
            <a:p>
              <a:r>
                <a:rPr lang="en-GB"/>
                <a:t>11</a:t>
              </a:r>
            </a:p>
            <a:p>
              <a:r>
                <a:rPr lang="en-GB"/>
                <a:t>12</a:t>
              </a:r>
            </a:p>
            <a:p>
              <a:r>
                <a:rPr lang="en-GB"/>
                <a:t>13</a:t>
              </a:r>
            </a:p>
            <a:p>
              <a:r>
                <a:rPr lang="en-GB"/>
                <a:t>14</a:t>
              </a:r>
            </a:p>
            <a:p>
              <a:r>
                <a:rPr lang="en-GB"/>
                <a:t>15</a:t>
              </a:r>
            </a:p>
            <a:p>
              <a:r>
                <a:rPr lang="en-GB"/>
                <a:t>16</a:t>
              </a:r>
            </a:p>
            <a:p>
              <a:r>
                <a:rPr lang="en-GB"/>
                <a:t>17</a:t>
              </a:r>
            </a:p>
            <a:p>
              <a:r>
                <a:rPr lang="en-GB"/>
                <a:t>18</a:t>
              </a:r>
            </a:p>
            <a:p>
              <a:r>
                <a:rPr lang="en-GB"/>
                <a:t>19</a:t>
              </a:r>
            </a:p>
            <a:p>
              <a:endParaRPr lang="en-US"/>
            </a:p>
          </p:txBody>
        </p:sp>
        <p:sp>
          <p:nvSpPr>
            <p:cNvPr id="5144" name="Text Box 8"/>
            <p:cNvSpPr txBox="1">
              <a:spLocks noChangeArrowheads="1"/>
            </p:cNvSpPr>
            <p:nvPr/>
          </p:nvSpPr>
          <p:spPr bwMode="auto">
            <a:xfrm>
              <a:off x="1558" y="983"/>
              <a:ext cx="278" cy="1752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 algn="ctr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>
                <a:defRPr sz="1600">
                  <a:solidFill>
                    <a:schemeClr val="tx1"/>
                  </a:solidFill>
                  <a:latin typeface="Lucida Sans Unicode" pitchFamily="34" charset="0"/>
                </a:defRPr>
              </a:lvl1pPr>
              <a:lvl2pPr marL="742950" indent="-285750">
                <a:defRPr sz="1600">
                  <a:solidFill>
                    <a:schemeClr val="tx1"/>
                  </a:solidFill>
                  <a:latin typeface="Lucida Sans Unicode" pitchFamily="34" charset="0"/>
                </a:defRPr>
              </a:lvl2pPr>
              <a:lvl3pPr marL="1143000" indent="-228600">
                <a:defRPr sz="1600">
                  <a:solidFill>
                    <a:schemeClr val="tx1"/>
                  </a:solidFill>
                  <a:latin typeface="Lucida Sans Unicode" pitchFamily="34" charset="0"/>
                </a:defRPr>
              </a:lvl3pPr>
              <a:lvl4pPr marL="1600200" indent="-228600">
                <a:defRPr sz="1600">
                  <a:solidFill>
                    <a:schemeClr val="tx1"/>
                  </a:solidFill>
                  <a:latin typeface="Lucida Sans Unicode" pitchFamily="34" charset="0"/>
                </a:defRPr>
              </a:lvl4pPr>
              <a:lvl5pPr marL="2057400" indent="-228600">
                <a:defRPr sz="1600">
                  <a:solidFill>
                    <a:schemeClr val="tx1"/>
                  </a:solidFill>
                  <a:latin typeface="Lucida Sans Unicode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Lucida Sans Unicode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Lucida Sans Unicode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Lucida Sans Unicode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Lucida Sans Unicode" pitchFamily="34" charset="0"/>
                </a:defRPr>
              </a:lvl9pPr>
            </a:lstStyle>
            <a:p>
              <a:r>
                <a:rPr lang="en-GB"/>
                <a:t>20</a:t>
              </a:r>
            </a:p>
            <a:p>
              <a:r>
                <a:rPr lang="en-GB"/>
                <a:t>21</a:t>
              </a:r>
            </a:p>
            <a:p>
              <a:r>
                <a:rPr lang="en-GB"/>
                <a:t>22</a:t>
              </a:r>
            </a:p>
            <a:p>
              <a:r>
                <a:rPr lang="en-GB"/>
                <a:t>23</a:t>
              </a:r>
            </a:p>
            <a:p>
              <a:r>
                <a:rPr lang="en-GB"/>
                <a:t>24</a:t>
              </a:r>
            </a:p>
            <a:p>
              <a:r>
                <a:rPr lang="en-GB"/>
                <a:t>25</a:t>
              </a:r>
            </a:p>
            <a:p>
              <a:r>
                <a:rPr lang="en-GB"/>
                <a:t>26</a:t>
              </a:r>
            </a:p>
            <a:p>
              <a:r>
                <a:rPr lang="en-GB"/>
                <a:t>27</a:t>
              </a:r>
            </a:p>
            <a:p>
              <a:r>
                <a:rPr lang="en-GB"/>
                <a:t>28</a:t>
              </a:r>
            </a:p>
            <a:p>
              <a:r>
                <a:rPr lang="en-GB"/>
                <a:t>29</a:t>
              </a:r>
            </a:p>
            <a:p>
              <a:endParaRPr lang="en-US"/>
            </a:p>
          </p:txBody>
        </p:sp>
        <p:sp>
          <p:nvSpPr>
            <p:cNvPr id="5145" name="Text Box 9"/>
            <p:cNvSpPr txBox="1">
              <a:spLocks noChangeArrowheads="1"/>
            </p:cNvSpPr>
            <p:nvPr/>
          </p:nvSpPr>
          <p:spPr bwMode="auto">
            <a:xfrm>
              <a:off x="2082" y="983"/>
              <a:ext cx="406" cy="1752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 algn="ctr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>
                <a:defRPr sz="1600">
                  <a:solidFill>
                    <a:schemeClr val="tx1"/>
                  </a:solidFill>
                  <a:latin typeface="Lucida Sans Unicode" pitchFamily="34" charset="0"/>
                </a:defRPr>
              </a:lvl1pPr>
              <a:lvl2pPr marL="742950" indent="-285750">
                <a:defRPr sz="1600">
                  <a:solidFill>
                    <a:schemeClr val="tx1"/>
                  </a:solidFill>
                  <a:latin typeface="Lucida Sans Unicode" pitchFamily="34" charset="0"/>
                </a:defRPr>
              </a:lvl2pPr>
              <a:lvl3pPr marL="1143000" indent="-228600">
                <a:defRPr sz="1600">
                  <a:solidFill>
                    <a:schemeClr val="tx1"/>
                  </a:solidFill>
                  <a:latin typeface="Lucida Sans Unicode" pitchFamily="34" charset="0"/>
                </a:defRPr>
              </a:lvl3pPr>
              <a:lvl4pPr marL="1600200" indent="-228600">
                <a:defRPr sz="1600">
                  <a:solidFill>
                    <a:schemeClr val="tx1"/>
                  </a:solidFill>
                  <a:latin typeface="Lucida Sans Unicode" pitchFamily="34" charset="0"/>
                </a:defRPr>
              </a:lvl4pPr>
              <a:lvl5pPr marL="2057400" indent="-228600">
                <a:defRPr sz="1600">
                  <a:solidFill>
                    <a:schemeClr val="tx1"/>
                  </a:solidFill>
                  <a:latin typeface="Lucida Sans Unicode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Lucida Sans Unicode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Lucida Sans Unicode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Lucida Sans Unicode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Lucida Sans Unicode" pitchFamily="34" charset="0"/>
                </a:defRPr>
              </a:lvl9pPr>
            </a:lstStyle>
            <a:p>
              <a:r>
                <a:rPr lang="en-GB"/>
                <a:t>30</a:t>
              </a:r>
            </a:p>
            <a:p>
              <a:r>
                <a:rPr lang="en-GB"/>
                <a:t>31</a:t>
              </a:r>
            </a:p>
            <a:p>
              <a:r>
                <a:rPr lang="en-GB"/>
                <a:t>32</a:t>
              </a:r>
            </a:p>
            <a:p>
              <a:r>
                <a:rPr lang="en-GB"/>
                <a:t>33</a:t>
              </a:r>
            </a:p>
            <a:p>
              <a:r>
                <a:rPr lang="en-GB"/>
                <a:t>34</a:t>
              </a:r>
            </a:p>
            <a:p>
              <a:r>
                <a:rPr lang="en-GB"/>
                <a:t>35</a:t>
              </a:r>
            </a:p>
            <a:p>
              <a:r>
                <a:rPr lang="en-GB"/>
                <a:t>36</a:t>
              </a:r>
            </a:p>
            <a:p>
              <a:r>
                <a:rPr lang="en-GB"/>
                <a:t>37</a:t>
              </a:r>
            </a:p>
            <a:p>
              <a:r>
                <a:rPr lang="en-GB"/>
                <a:t>38</a:t>
              </a:r>
            </a:p>
            <a:p>
              <a:r>
                <a:rPr lang="en-GB"/>
                <a:t>39…</a:t>
              </a:r>
            </a:p>
            <a:p>
              <a:endParaRPr lang="en-US"/>
            </a:p>
          </p:txBody>
        </p:sp>
      </p:grpSp>
      <p:sp>
        <p:nvSpPr>
          <p:cNvPr id="5126" name="Text Box 10"/>
          <p:cNvSpPr txBox="1">
            <a:spLocks noChangeArrowheads="1"/>
          </p:cNvSpPr>
          <p:nvPr/>
        </p:nvSpPr>
        <p:spPr bwMode="auto">
          <a:xfrm>
            <a:off x="430213" y="1477963"/>
            <a:ext cx="2644775" cy="3365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 algn="ctr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defRPr sz="1600">
                <a:solidFill>
                  <a:schemeClr val="tx1"/>
                </a:solidFill>
                <a:latin typeface="Lucida Sans Unicode" pitchFamily="34" charset="0"/>
              </a:defRPr>
            </a:lvl1pPr>
            <a:lvl2pPr marL="742950" indent="-285750">
              <a:defRPr sz="1600">
                <a:solidFill>
                  <a:schemeClr val="tx1"/>
                </a:solidFill>
                <a:latin typeface="Lucida Sans Unicode" pitchFamily="34" charset="0"/>
              </a:defRPr>
            </a:lvl2pPr>
            <a:lvl3pPr marL="1143000" indent="-228600">
              <a:defRPr sz="1600">
                <a:solidFill>
                  <a:schemeClr val="tx1"/>
                </a:solidFill>
                <a:latin typeface="Lucida Sans Unicode" pitchFamily="34" charset="0"/>
              </a:defRPr>
            </a:lvl3pPr>
            <a:lvl4pPr marL="1600200" indent="-228600">
              <a:defRPr sz="1600">
                <a:solidFill>
                  <a:schemeClr val="tx1"/>
                </a:solidFill>
                <a:latin typeface="Lucida Sans Unicode" pitchFamily="34" charset="0"/>
              </a:defRPr>
            </a:lvl4pPr>
            <a:lvl5pPr marL="2057400" indent="-228600">
              <a:defRPr sz="1600">
                <a:solidFill>
                  <a:schemeClr val="tx1"/>
                </a:solidFill>
                <a:latin typeface="Lucida Sans Unicode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Lucida Sans Unicode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Lucida Sans Unicode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Lucida Sans Unicode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Lucida Sans Unicode" pitchFamily="34" charset="0"/>
              </a:defRPr>
            </a:lvl9pPr>
          </a:lstStyle>
          <a:p>
            <a:r>
              <a:rPr lang="en-GB"/>
              <a:t>Counting to the </a:t>
            </a:r>
            <a:r>
              <a:rPr lang="en-GB" i="1" u="sng"/>
              <a:t>base</a:t>
            </a:r>
            <a:r>
              <a:rPr lang="en-GB" i="1"/>
              <a:t> </a:t>
            </a:r>
            <a:r>
              <a:rPr lang="en-GB"/>
              <a:t>10:</a:t>
            </a:r>
            <a:endParaRPr lang="en-US"/>
          </a:p>
        </p:txBody>
      </p:sp>
      <p:sp>
        <p:nvSpPr>
          <p:cNvPr id="5127" name="Text Box 12"/>
          <p:cNvSpPr txBox="1">
            <a:spLocks noChangeArrowheads="1"/>
          </p:cNvSpPr>
          <p:nvPr/>
        </p:nvSpPr>
        <p:spPr bwMode="auto">
          <a:xfrm>
            <a:off x="3932238" y="1477963"/>
            <a:ext cx="2516187" cy="3365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 algn="ctr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defRPr sz="1600">
                <a:solidFill>
                  <a:schemeClr val="tx1"/>
                </a:solidFill>
                <a:latin typeface="Lucida Sans Unicode" pitchFamily="34" charset="0"/>
              </a:defRPr>
            </a:lvl1pPr>
            <a:lvl2pPr marL="742950" indent="-285750">
              <a:defRPr sz="1600">
                <a:solidFill>
                  <a:schemeClr val="tx1"/>
                </a:solidFill>
                <a:latin typeface="Lucida Sans Unicode" pitchFamily="34" charset="0"/>
              </a:defRPr>
            </a:lvl2pPr>
            <a:lvl3pPr marL="1143000" indent="-228600">
              <a:defRPr sz="1600">
                <a:solidFill>
                  <a:schemeClr val="tx1"/>
                </a:solidFill>
                <a:latin typeface="Lucida Sans Unicode" pitchFamily="34" charset="0"/>
              </a:defRPr>
            </a:lvl3pPr>
            <a:lvl4pPr marL="1600200" indent="-228600">
              <a:defRPr sz="1600">
                <a:solidFill>
                  <a:schemeClr val="tx1"/>
                </a:solidFill>
                <a:latin typeface="Lucida Sans Unicode" pitchFamily="34" charset="0"/>
              </a:defRPr>
            </a:lvl4pPr>
            <a:lvl5pPr marL="2057400" indent="-228600">
              <a:defRPr sz="1600">
                <a:solidFill>
                  <a:schemeClr val="tx1"/>
                </a:solidFill>
                <a:latin typeface="Lucida Sans Unicode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Lucida Sans Unicode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Lucida Sans Unicode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Lucida Sans Unicode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Lucida Sans Unicode" pitchFamily="34" charset="0"/>
              </a:defRPr>
            </a:lvl9pPr>
          </a:lstStyle>
          <a:p>
            <a:r>
              <a:rPr lang="en-GB"/>
              <a:t>Counting to the base 7:</a:t>
            </a:r>
            <a:endParaRPr lang="en-US"/>
          </a:p>
        </p:txBody>
      </p:sp>
      <p:sp>
        <p:nvSpPr>
          <p:cNvPr id="5128" name="Text Box 21"/>
          <p:cNvSpPr txBox="1">
            <a:spLocks noChangeArrowheads="1"/>
          </p:cNvSpPr>
          <p:nvPr/>
        </p:nvSpPr>
        <p:spPr bwMode="auto">
          <a:xfrm>
            <a:off x="3932238" y="1992313"/>
            <a:ext cx="312737" cy="22923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 algn="ctr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defRPr sz="1600">
                <a:solidFill>
                  <a:schemeClr val="tx1"/>
                </a:solidFill>
                <a:latin typeface="Lucida Sans Unicode" pitchFamily="34" charset="0"/>
              </a:defRPr>
            </a:lvl1pPr>
            <a:lvl2pPr marL="742950" indent="-285750">
              <a:defRPr sz="1600">
                <a:solidFill>
                  <a:schemeClr val="tx1"/>
                </a:solidFill>
                <a:latin typeface="Lucida Sans Unicode" pitchFamily="34" charset="0"/>
              </a:defRPr>
            </a:lvl2pPr>
            <a:lvl3pPr marL="1143000" indent="-228600">
              <a:defRPr sz="1600">
                <a:solidFill>
                  <a:schemeClr val="tx1"/>
                </a:solidFill>
                <a:latin typeface="Lucida Sans Unicode" pitchFamily="34" charset="0"/>
              </a:defRPr>
            </a:lvl3pPr>
            <a:lvl4pPr marL="1600200" indent="-228600">
              <a:defRPr sz="1600">
                <a:solidFill>
                  <a:schemeClr val="tx1"/>
                </a:solidFill>
                <a:latin typeface="Lucida Sans Unicode" pitchFamily="34" charset="0"/>
              </a:defRPr>
            </a:lvl4pPr>
            <a:lvl5pPr marL="2057400" indent="-228600">
              <a:defRPr sz="1600">
                <a:solidFill>
                  <a:schemeClr val="tx1"/>
                </a:solidFill>
                <a:latin typeface="Lucida Sans Unicode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Lucida Sans Unicode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Lucida Sans Unicode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Lucida Sans Unicode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Lucida Sans Unicode" pitchFamily="34" charset="0"/>
              </a:defRPr>
            </a:lvl9pPr>
          </a:lstStyle>
          <a:p>
            <a:r>
              <a:rPr lang="en-GB"/>
              <a:t>0</a:t>
            </a:r>
          </a:p>
          <a:p>
            <a:r>
              <a:rPr lang="en-GB"/>
              <a:t>1</a:t>
            </a:r>
          </a:p>
          <a:p>
            <a:r>
              <a:rPr lang="en-GB"/>
              <a:t>2</a:t>
            </a:r>
          </a:p>
          <a:p>
            <a:r>
              <a:rPr lang="en-GB"/>
              <a:t>3</a:t>
            </a:r>
          </a:p>
          <a:p>
            <a:r>
              <a:rPr lang="en-GB"/>
              <a:t>4</a:t>
            </a:r>
          </a:p>
          <a:p>
            <a:r>
              <a:rPr lang="en-GB"/>
              <a:t>5</a:t>
            </a:r>
          </a:p>
          <a:p>
            <a:r>
              <a:rPr lang="en-GB"/>
              <a:t>6</a:t>
            </a:r>
          </a:p>
          <a:p>
            <a:endParaRPr lang="en-GB"/>
          </a:p>
          <a:p>
            <a:endParaRPr lang="en-US"/>
          </a:p>
        </p:txBody>
      </p:sp>
      <p:sp>
        <p:nvSpPr>
          <p:cNvPr id="5129" name="Text Box 22"/>
          <p:cNvSpPr txBox="1">
            <a:spLocks noChangeArrowheads="1"/>
          </p:cNvSpPr>
          <p:nvPr/>
        </p:nvSpPr>
        <p:spPr bwMode="auto">
          <a:xfrm>
            <a:off x="4410075" y="2008188"/>
            <a:ext cx="441325" cy="20478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 algn="ctr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defRPr sz="1600">
                <a:solidFill>
                  <a:schemeClr val="tx1"/>
                </a:solidFill>
                <a:latin typeface="Lucida Sans Unicode" pitchFamily="34" charset="0"/>
              </a:defRPr>
            </a:lvl1pPr>
            <a:lvl2pPr marL="742950" indent="-285750">
              <a:defRPr sz="1600">
                <a:solidFill>
                  <a:schemeClr val="tx1"/>
                </a:solidFill>
                <a:latin typeface="Lucida Sans Unicode" pitchFamily="34" charset="0"/>
              </a:defRPr>
            </a:lvl2pPr>
            <a:lvl3pPr marL="1143000" indent="-228600">
              <a:defRPr sz="1600">
                <a:solidFill>
                  <a:schemeClr val="tx1"/>
                </a:solidFill>
                <a:latin typeface="Lucida Sans Unicode" pitchFamily="34" charset="0"/>
              </a:defRPr>
            </a:lvl3pPr>
            <a:lvl4pPr marL="1600200" indent="-228600">
              <a:defRPr sz="1600">
                <a:solidFill>
                  <a:schemeClr val="tx1"/>
                </a:solidFill>
                <a:latin typeface="Lucida Sans Unicode" pitchFamily="34" charset="0"/>
              </a:defRPr>
            </a:lvl4pPr>
            <a:lvl5pPr marL="2057400" indent="-228600">
              <a:defRPr sz="1600">
                <a:solidFill>
                  <a:schemeClr val="tx1"/>
                </a:solidFill>
                <a:latin typeface="Lucida Sans Unicode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Lucida Sans Unicode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Lucida Sans Unicode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Lucida Sans Unicode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Lucida Sans Unicode" pitchFamily="34" charset="0"/>
              </a:defRPr>
            </a:lvl9pPr>
          </a:lstStyle>
          <a:p>
            <a:r>
              <a:rPr lang="en-GB"/>
              <a:t>10</a:t>
            </a:r>
          </a:p>
          <a:p>
            <a:r>
              <a:rPr lang="en-GB"/>
              <a:t>11</a:t>
            </a:r>
          </a:p>
          <a:p>
            <a:r>
              <a:rPr lang="en-GB"/>
              <a:t>12</a:t>
            </a:r>
          </a:p>
          <a:p>
            <a:r>
              <a:rPr lang="en-GB"/>
              <a:t>13</a:t>
            </a:r>
          </a:p>
          <a:p>
            <a:r>
              <a:rPr lang="en-GB"/>
              <a:t>14</a:t>
            </a:r>
          </a:p>
          <a:p>
            <a:r>
              <a:rPr lang="en-GB"/>
              <a:t>15</a:t>
            </a:r>
          </a:p>
          <a:p>
            <a:r>
              <a:rPr lang="en-GB"/>
              <a:t>16</a:t>
            </a:r>
          </a:p>
          <a:p>
            <a:endParaRPr lang="en-US"/>
          </a:p>
        </p:txBody>
      </p:sp>
      <p:sp>
        <p:nvSpPr>
          <p:cNvPr id="5130" name="Text Box 23"/>
          <p:cNvSpPr txBox="1">
            <a:spLocks noChangeArrowheads="1"/>
          </p:cNvSpPr>
          <p:nvPr/>
        </p:nvSpPr>
        <p:spPr bwMode="auto">
          <a:xfrm>
            <a:off x="5021263" y="2008188"/>
            <a:ext cx="441325" cy="20478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 algn="ctr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defRPr sz="1600">
                <a:solidFill>
                  <a:schemeClr val="tx1"/>
                </a:solidFill>
                <a:latin typeface="Lucida Sans Unicode" pitchFamily="34" charset="0"/>
              </a:defRPr>
            </a:lvl1pPr>
            <a:lvl2pPr marL="742950" indent="-285750">
              <a:defRPr sz="1600">
                <a:solidFill>
                  <a:schemeClr val="tx1"/>
                </a:solidFill>
                <a:latin typeface="Lucida Sans Unicode" pitchFamily="34" charset="0"/>
              </a:defRPr>
            </a:lvl2pPr>
            <a:lvl3pPr marL="1143000" indent="-228600">
              <a:defRPr sz="1600">
                <a:solidFill>
                  <a:schemeClr val="tx1"/>
                </a:solidFill>
                <a:latin typeface="Lucida Sans Unicode" pitchFamily="34" charset="0"/>
              </a:defRPr>
            </a:lvl3pPr>
            <a:lvl4pPr marL="1600200" indent="-228600">
              <a:defRPr sz="1600">
                <a:solidFill>
                  <a:schemeClr val="tx1"/>
                </a:solidFill>
                <a:latin typeface="Lucida Sans Unicode" pitchFamily="34" charset="0"/>
              </a:defRPr>
            </a:lvl4pPr>
            <a:lvl5pPr marL="2057400" indent="-228600">
              <a:defRPr sz="1600">
                <a:solidFill>
                  <a:schemeClr val="tx1"/>
                </a:solidFill>
                <a:latin typeface="Lucida Sans Unicode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Lucida Sans Unicode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Lucida Sans Unicode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Lucida Sans Unicode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Lucida Sans Unicode" pitchFamily="34" charset="0"/>
              </a:defRPr>
            </a:lvl9pPr>
          </a:lstStyle>
          <a:p>
            <a:r>
              <a:rPr lang="en-GB"/>
              <a:t>20</a:t>
            </a:r>
          </a:p>
          <a:p>
            <a:r>
              <a:rPr lang="en-GB"/>
              <a:t>21</a:t>
            </a:r>
          </a:p>
          <a:p>
            <a:r>
              <a:rPr lang="en-GB"/>
              <a:t>22</a:t>
            </a:r>
          </a:p>
          <a:p>
            <a:r>
              <a:rPr lang="en-GB"/>
              <a:t>23</a:t>
            </a:r>
          </a:p>
          <a:p>
            <a:r>
              <a:rPr lang="en-GB"/>
              <a:t>24</a:t>
            </a:r>
          </a:p>
          <a:p>
            <a:r>
              <a:rPr lang="en-GB"/>
              <a:t>25</a:t>
            </a:r>
          </a:p>
          <a:p>
            <a:r>
              <a:rPr lang="en-GB"/>
              <a:t>26</a:t>
            </a:r>
          </a:p>
          <a:p>
            <a:endParaRPr lang="en-US"/>
          </a:p>
        </p:txBody>
      </p:sp>
      <p:sp>
        <p:nvSpPr>
          <p:cNvPr id="5131" name="Text Box 24"/>
          <p:cNvSpPr txBox="1">
            <a:spLocks noChangeArrowheads="1"/>
          </p:cNvSpPr>
          <p:nvPr/>
        </p:nvSpPr>
        <p:spPr bwMode="auto">
          <a:xfrm>
            <a:off x="5565775" y="2008188"/>
            <a:ext cx="441325" cy="18034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 algn="ctr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defRPr sz="1600">
                <a:solidFill>
                  <a:schemeClr val="tx1"/>
                </a:solidFill>
                <a:latin typeface="Lucida Sans Unicode" pitchFamily="34" charset="0"/>
              </a:defRPr>
            </a:lvl1pPr>
            <a:lvl2pPr marL="742950" indent="-285750">
              <a:defRPr sz="1600">
                <a:solidFill>
                  <a:schemeClr val="tx1"/>
                </a:solidFill>
                <a:latin typeface="Lucida Sans Unicode" pitchFamily="34" charset="0"/>
              </a:defRPr>
            </a:lvl2pPr>
            <a:lvl3pPr marL="1143000" indent="-228600">
              <a:defRPr sz="1600">
                <a:solidFill>
                  <a:schemeClr val="tx1"/>
                </a:solidFill>
                <a:latin typeface="Lucida Sans Unicode" pitchFamily="34" charset="0"/>
              </a:defRPr>
            </a:lvl3pPr>
            <a:lvl4pPr marL="1600200" indent="-228600">
              <a:defRPr sz="1600">
                <a:solidFill>
                  <a:schemeClr val="tx1"/>
                </a:solidFill>
                <a:latin typeface="Lucida Sans Unicode" pitchFamily="34" charset="0"/>
              </a:defRPr>
            </a:lvl4pPr>
            <a:lvl5pPr marL="2057400" indent="-228600">
              <a:defRPr sz="1600">
                <a:solidFill>
                  <a:schemeClr val="tx1"/>
                </a:solidFill>
                <a:latin typeface="Lucida Sans Unicode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Lucida Sans Unicode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Lucida Sans Unicode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Lucida Sans Unicode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Lucida Sans Unicode" pitchFamily="34" charset="0"/>
              </a:defRPr>
            </a:lvl9pPr>
          </a:lstStyle>
          <a:p>
            <a:r>
              <a:rPr lang="en-GB"/>
              <a:t>30</a:t>
            </a:r>
          </a:p>
          <a:p>
            <a:r>
              <a:rPr lang="en-GB"/>
              <a:t>31</a:t>
            </a:r>
          </a:p>
          <a:p>
            <a:r>
              <a:rPr lang="en-GB"/>
              <a:t>32</a:t>
            </a:r>
          </a:p>
          <a:p>
            <a:r>
              <a:rPr lang="en-GB"/>
              <a:t>33</a:t>
            </a:r>
          </a:p>
          <a:p>
            <a:r>
              <a:rPr lang="en-GB"/>
              <a:t>34</a:t>
            </a:r>
          </a:p>
          <a:p>
            <a:r>
              <a:rPr lang="en-GB"/>
              <a:t>35</a:t>
            </a:r>
          </a:p>
          <a:p>
            <a:r>
              <a:rPr lang="en-GB"/>
              <a:t>36</a:t>
            </a:r>
            <a:endParaRPr lang="en-US"/>
          </a:p>
        </p:txBody>
      </p:sp>
      <p:sp>
        <p:nvSpPr>
          <p:cNvPr id="5132" name="Text Box 33"/>
          <p:cNvSpPr txBox="1">
            <a:spLocks noChangeArrowheads="1"/>
          </p:cNvSpPr>
          <p:nvPr/>
        </p:nvSpPr>
        <p:spPr bwMode="auto">
          <a:xfrm>
            <a:off x="430213" y="4592638"/>
            <a:ext cx="3011487" cy="3365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 algn="ctr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defRPr sz="1600">
                <a:solidFill>
                  <a:schemeClr val="tx1"/>
                </a:solidFill>
                <a:latin typeface="Lucida Sans Unicode" pitchFamily="34" charset="0"/>
              </a:defRPr>
            </a:lvl1pPr>
            <a:lvl2pPr marL="742950" indent="-285750">
              <a:defRPr sz="1600">
                <a:solidFill>
                  <a:schemeClr val="tx1"/>
                </a:solidFill>
                <a:latin typeface="Lucida Sans Unicode" pitchFamily="34" charset="0"/>
              </a:defRPr>
            </a:lvl2pPr>
            <a:lvl3pPr marL="1143000" indent="-228600">
              <a:defRPr sz="1600">
                <a:solidFill>
                  <a:schemeClr val="tx1"/>
                </a:solidFill>
                <a:latin typeface="Lucida Sans Unicode" pitchFamily="34" charset="0"/>
              </a:defRPr>
            </a:lvl3pPr>
            <a:lvl4pPr marL="1600200" indent="-228600">
              <a:defRPr sz="1600">
                <a:solidFill>
                  <a:schemeClr val="tx1"/>
                </a:solidFill>
                <a:latin typeface="Lucida Sans Unicode" pitchFamily="34" charset="0"/>
              </a:defRPr>
            </a:lvl4pPr>
            <a:lvl5pPr marL="2057400" indent="-228600">
              <a:defRPr sz="1600">
                <a:solidFill>
                  <a:schemeClr val="tx1"/>
                </a:solidFill>
                <a:latin typeface="Lucida Sans Unicode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Lucida Sans Unicode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Lucida Sans Unicode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Lucida Sans Unicode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Lucida Sans Unicode" pitchFamily="34" charset="0"/>
              </a:defRPr>
            </a:lvl9pPr>
          </a:lstStyle>
          <a:p>
            <a:r>
              <a:rPr lang="en-GB"/>
              <a:t>… this is the decimal system</a:t>
            </a:r>
            <a:endParaRPr lang="en-US"/>
          </a:p>
        </p:txBody>
      </p:sp>
      <p:sp>
        <p:nvSpPr>
          <p:cNvPr id="5133" name="Text Box 39"/>
          <p:cNvSpPr txBox="1">
            <a:spLocks noChangeArrowheads="1"/>
          </p:cNvSpPr>
          <p:nvPr/>
        </p:nvSpPr>
        <p:spPr bwMode="auto">
          <a:xfrm>
            <a:off x="6115050" y="2008188"/>
            <a:ext cx="441325" cy="22923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 algn="ctr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defRPr sz="1600">
                <a:solidFill>
                  <a:schemeClr val="tx1"/>
                </a:solidFill>
                <a:latin typeface="Lucida Sans Unicode" pitchFamily="34" charset="0"/>
              </a:defRPr>
            </a:lvl1pPr>
            <a:lvl2pPr marL="742950" indent="-285750">
              <a:defRPr sz="1600">
                <a:solidFill>
                  <a:schemeClr val="tx1"/>
                </a:solidFill>
                <a:latin typeface="Lucida Sans Unicode" pitchFamily="34" charset="0"/>
              </a:defRPr>
            </a:lvl2pPr>
            <a:lvl3pPr marL="1143000" indent="-228600">
              <a:defRPr sz="1600">
                <a:solidFill>
                  <a:schemeClr val="tx1"/>
                </a:solidFill>
                <a:latin typeface="Lucida Sans Unicode" pitchFamily="34" charset="0"/>
              </a:defRPr>
            </a:lvl3pPr>
            <a:lvl4pPr marL="1600200" indent="-228600">
              <a:defRPr sz="1600">
                <a:solidFill>
                  <a:schemeClr val="tx1"/>
                </a:solidFill>
                <a:latin typeface="Lucida Sans Unicode" pitchFamily="34" charset="0"/>
              </a:defRPr>
            </a:lvl4pPr>
            <a:lvl5pPr marL="2057400" indent="-228600">
              <a:defRPr sz="1600">
                <a:solidFill>
                  <a:schemeClr val="tx1"/>
                </a:solidFill>
                <a:latin typeface="Lucida Sans Unicode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Lucida Sans Unicode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Lucida Sans Unicode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Lucida Sans Unicode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Lucida Sans Unicode" pitchFamily="34" charset="0"/>
              </a:defRPr>
            </a:lvl9pPr>
          </a:lstStyle>
          <a:p>
            <a:r>
              <a:rPr lang="en-GB"/>
              <a:t>40</a:t>
            </a:r>
          </a:p>
          <a:p>
            <a:r>
              <a:rPr lang="en-GB"/>
              <a:t>41</a:t>
            </a:r>
          </a:p>
          <a:p>
            <a:r>
              <a:rPr lang="en-GB"/>
              <a:t>42</a:t>
            </a:r>
          </a:p>
          <a:p>
            <a:r>
              <a:rPr lang="en-GB"/>
              <a:t>43</a:t>
            </a:r>
          </a:p>
          <a:p>
            <a:r>
              <a:rPr lang="en-GB"/>
              <a:t>44</a:t>
            </a:r>
          </a:p>
          <a:p>
            <a:r>
              <a:rPr lang="en-GB"/>
              <a:t>45</a:t>
            </a:r>
          </a:p>
          <a:p>
            <a:r>
              <a:rPr lang="en-GB"/>
              <a:t>46</a:t>
            </a:r>
          </a:p>
          <a:p>
            <a:endParaRPr lang="en-GB"/>
          </a:p>
          <a:p>
            <a:endParaRPr lang="en-US"/>
          </a:p>
        </p:txBody>
      </p:sp>
      <p:sp>
        <p:nvSpPr>
          <p:cNvPr id="5134" name="Text Box 40"/>
          <p:cNvSpPr txBox="1">
            <a:spLocks noChangeArrowheads="1"/>
          </p:cNvSpPr>
          <p:nvPr/>
        </p:nvSpPr>
        <p:spPr bwMode="auto">
          <a:xfrm>
            <a:off x="6667500" y="2008188"/>
            <a:ext cx="441325" cy="22923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 algn="ctr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defRPr sz="1600">
                <a:solidFill>
                  <a:schemeClr val="tx1"/>
                </a:solidFill>
                <a:latin typeface="Lucida Sans Unicode" pitchFamily="34" charset="0"/>
              </a:defRPr>
            </a:lvl1pPr>
            <a:lvl2pPr marL="742950" indent="-285750">
              <a:defRPr sz="1600">
                <a:solidFill>
                  <a:schemeClr val="tx1"/>
                </a:solidFill>
                <a:latin typeface="Lucida Sans Unicode" pitchFamily="34" charset="0"/>
              </a:defRPr>
            </a:lvl2pPr>
            <a:lvl3pPr marL="1143000" indent="-228600">
              <a:defRPr sz="1600">
                <a:solidFill>
                  <a:schemeClr val="tx1"/>
                </a:solidFill>
                <a:latin typeface="Lucida Sans Unicode" pitchFamily="34" charset="0"/>
              </a:defRPr>
            </a:lvl3pPr>
            <a:lvl4pPr marL="1600200" indent="-228600">
              <a:defRPr sz="1600">
                <a:solidFill>
                  <a:schemeClr val="tx1"/>
                </a:solidFill>
                <a:latin typeface="Lucida Sans Unicode" pitchFamily="34" charset="0"/>
              </a:defRPr>
            </a:lvl4pPr>
            <a:lvl5pPr marL="2057400" indent="-228600">
              <a:defRPr sz="1600">
                <a:solidFill>
                  <a:schemeClr val="tx1"/>
                </a:solidFill>
                <a:latin typeface="Lucida Sans Unicode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Lucida Sans Unicode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Lucida Sans Unicode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Lucida Sans Unicode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Lucida Sans Unicode" pitchFamily="34" charset="0"/>
              </a:defRPr>
            </a:lvl9pPr>
          </a:lstStyle>
          <a:p>
            <a:r>
              <a:rPr lang="en-GB"/>
              <a:t>50</a:t>
            </a:r>
          </a:p>
          <a:p>
            <a:r>
              <a:rPr lang="en-GB"/>
              <a:t>51</a:t>
            </a:r>
          </a:p>
          <a:p>
            <a:r>
              <a:rPr lang="en-GB"/>
              <a:t>52</a:t>
            </a:r>
          </a:p>
          <a:p>
            <a:r>
              <a:rPr lang="en-GB"/>
              <a:t>53</a:t>
            </a:r>
          </a:p>
          <a:p>
            <a:r>
              <a:rPr lang="en-GB"/>
              <a:t>54</a:t>
            </a:r>
          </a:p>
          <a:p>
            <a:r>
              <a:rPr lang="en-GB"/>
              <a:t>55</a:t>
            </a:r>
          </a:p>
          <a:p>
            <a:r>
              <a:rPr lang="en-GB"/>
              <a:t>56</a:t>
            </a:r>
          </a:p>
          <a:p>
            <a:endParaRPr lang="en-GB"/>
          </a:p>
          <a:p>
            <a:endParaRPr lang="en-US"/>
          </a:p>
        </p:txBody>
      </p:sp>
      <p:sp>
        <p:nvSpPr>
          <p:cNvPr id="5135" name="Text Box 41"/>
          <p:cNvSpPr txBox="1">
            <a:spLocks noChangeArrowheads="1"/>
          </p:cNvSpPr>
          <p:nvPr/>
        </p:nvSpPr>
        <p:spPr bwMode="auto">
          <a:xfrm>
            <a:off x="7219950" y="2008188"/>
            <a:ext cx="441325" cy="22923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 algn="ctr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defRPr sz="1600">
                <a:solidFill>
                  <a:schemeClr val="tx1"/>
                </a:solidFill>
                <a:latin typeface="Lucida Sans Unicode" pitchFamily="34" charset="0"/>
              </a:defRPr>
            </a:lvl1pPr>
            <a:lvl2pPr marL="742950" indent="-285750">
              <a:defRPr sz="1600">
                <a:solidFill>
                  <a:schemeClr val="tx1"/>
                </a:solidFill>
                <a:latin typeface="Lucida Sans Unicode" pitchFamily="34" charset="0"/>
              </a:defRPr>
            </a:lvl2pPr>
            <a:lvl3pPr marL="1143000" indent="-228600">
              <a:defRPr sz="1600">
                <a:solidFill>
                  <a:schemeClr val="tx1"/>
                </a:solidFill>
                <a:latin typeface="Lucida Sans Unicode" pitchFamily="34" charset="0"/>
              </a:defRPr>
            </a:lvl3pPr>
            <a:lvl4pPr marL="1600200" indent="-228600">
              <a:defRPr sz="1600">
                <a:solidFill>
                  <a:schemeClr val="tx1"/>
                </a:solidFill>
                <a:latin typeface="Lucida Sans Unicode" pitchFamily="34" charset="0"/>
              </a:defRPr>
            </a:lvl4pPr>
            <a:lvl5pPr marL="2057400" indent="-228600">
              <a:defRPr sz="1600">
                <a:solidFill>
                  <a:schemeClr val="tx1"/>
                </a:solidFill>
                <a:latin typeface="Lucida Sans Unicode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Lucida Sans Unicode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Lucida Sans Unicode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Lucida Sans Unicode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Lucida Sans Unicode" pitchFamily="34" charset="0"/>
              </a:defRPr>
            </a:lvl9pPr>
          </a:lstStyle>
          <a:p>
            <a:r>
              <a:rPr lang="en-GB"/>
              <a:t>60</a:t>
            </a:r>
          </a:p>
          <a:p>
            <a:r>
              <a:rPr lang="en-GB"/>
              <a:t>61</a:t>
            </a:r>
          </a:p>
          <a:p>
            <a:r>
              <a:rPr lang="en-GB"/>
              <a:t>62</a:t>
            </a:r>
          </a:p>
          <a:p>
            <a:r>
              <a:rPr lang="en-GB"/>
              <a:t>63</a:t>
            </a:r>
          </a:p>
          <a:p>
            <a:r>
              <a:rPr lang="en-GB"/>
              <a:t>64</a:t>
            </a:r>
          </a:p>
          <a:p>
            <a:r>
              <a:rPr lang="en-GB"/>
              <a:t>65</a:t>
            </a:r>
          </a:p>
          <a:p>
            <a:r>
              <a:rPr lang="en-GB"/>
              <a:t>66</a:t>
            </a:r>
          </a:p>
          <a:p>
            <a:endParaRPr lang="en-GB"/>
          </a:p>
          <a:p>
            <a:endParaRPr lang="en-US"/>
          </a:p>
        </p:txBody>
      </p:sp>
      <p:sp>
        <p:nvSpPr>
          <p:cNvPr id="5136" name="Text Box 42"/>
          <p:cNvSpPr txBox="1">
            <a:spLocks noChangeArrowheads="1"/>
          </p:cNvSpPr>
          <p:nvPr/>
        </p:nvSpPr>
        <p:spPr bwMode="auto">
          <a:xfrm>
            <a:off x="8193088" y="2008188"/>
            <a:ext cx="569912" cy="22923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 algn="ctr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defRPr sz="1600">
                <a:solidFill>
                  <a:schemeClr val="tx1"/>
                </a:solidFill>
                <a:latin typeface="Lucida Sans Unicode" pitchFamily="34" charset="0"/>
              </a:defRPr>
            </a:lvl1pPr>
            <a:lvl2pPr marL="742950" indent="-285750">
              <a:defRPr sz="1600">
                <a:solidFill>
                  <a:schemeClr val="tx1"/>
                </a:solidFill>
                <a:latin typeface="Lucida Sans Unicode" pitchFamily="34" charset="0"/>
              </a:defRPr>
            </a:lvl2pPr>
            <a:lvl3pPr marL="1143000" indent="-228600">
              <a:defRPr sz="1600">
                <a:solidFill>
                  <a:schemeClr val="tx1"/>
                </a:solidFill>
                <a:latin typeface="Lucida Sans Unicode" pitchFamily="34" charset="0"/>
              </a:defRPr>
            </a:lvl3pPr>
            <a:lvl4pPr marL="1600200" indent="-228600">
              <a:defRPr sz="1600">
                <a:solidFill>
                  <a:schemeClr val="tx1"/>
                </a:solidFill>
                <a:latin typeface="Lucida Sans Unicode" pitchFamily="34" charset="0"/>
              </a:defRPr>
            </a:lvl4pPr>
            <a:lvl5pPr marL="2057400" indent="-228600">
              <a:defRPr sz="1600">
                <a:solidFill>
                  <a:schemeClr val="tx1"/>
                </a:solidFill>
                <a:latin typeface="Lucida Sans Unicode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Lucida Sans Unicode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Lucida Sans Unicode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Lucida Sans Unicode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Lucida Sans Unicode" pitchFamily="34" charset="0"/>
              </a:defRPr>
            </a:lvl9pPr>
          </a:lstStyle>
          <a:p>
            <a:r>
              <a:rPr lang="en-GB"/>
              <a:t>100</a:t>
            </a:r>
          </a:p>
          <a:p>
            <a:r>
              <a:rPr lang="en-GB"/>
              <a:t>101</a:t>
            </a:r>
          </a:p>
          <a:p>
            <a:r>
              <a:rPr lang="en-GB"/>
              <a:t>102</a:t>
            </a:r>
          </a:p>
          <a:p>
            <a:r>
              <a:rPr lang="en-GB"/>
              <a:t>103</a:t>
            </a:r>
          </a:p>
          <a:p>
            <a:r>
              <a:rPr lang="en-GB"/>
              <a:t>104</a:t>
            </a:r>
          </a:p>
          <a:p>
            <a:r>
              <a:rPr lang="en-GB"/>
              <a:t>105</a:t>
            </a:r>
          </a:p>
          <a:p>
            <a:r>
              <a:rPr lang="en-GB"/>
              <a:t>106</a:t>
            </a:r>
          </a:p>
          <a:p>
            <a:endParaRPr lang="en-GB"/>
          </a:p>
          <a:p>
            <a:endParaRPr lang="en-US"/>
          </a:p>
        </p:txBody>
      </p:sp>
      <p:sp>
        <p:nvSpPr>
          <p:cNvPr id="5137" name="Text Box 43"/>
          <p:cNvSpPr txBox="1">
            <a:spLocks noChangeArrowheads="1"/>
          </p:cNvSpPr>
          <p:nvPr/>
        </p:nvSpPr>
        <p:spPr bwMode="auto">
          <a:xfrm>
            <a:off x="2982913" y="5514975"/>
            <a:ext cx="4583112" cy="5810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 algn="ctr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defRPr sz="1600">
                <a:solidFill>
                  <a:schemeClr val="tx1"/>
                </a:solidFill>
                <a:latin typeface="Lucida Sans Unicode" pitchFamily="34" charset="0"/>
              </a:defRPr>
            </a:lvl1pPr>
            <a:lvl2pPr marL="742950" indent="-285750">
              <a:defRPr sz="1600">
                <a:solidFill>
                  <a:schemeClr val="tx1"/>
                </a:solidFill>
                <a:latin typeface="Lucida Sans Unicode" pitchFamily="34" charset="0"/>
              </a:defRPr>
            </a:lvl2pPr>
            <a:lvl3pPr marL="1143000" indent="-228600">
              <a:defRPr sz="1600">
                <a:solidFill>
                  <a:schemeClr val="tx1"/>
                </a:solidFill>
                <a:latin typeface="Lucida Sans Unicode" pitchFamily="34" charset="0"/>
              </a:defRPr>
            </a:lvl3pPr>
            <a:lvl4pPr marL="1600200" indent="-228600">
              <a:defRPr sz="1600">
                <a:solidFill>
                  <a:schemeClr val="tx1"/>
                </a:solidFill>
                <a:latin typeface="Lucida Sans Unicode" pitchFamily="34" charset="0"/>
              </a:defRPr>
            </a:lvl4pPr>
            <a:lvl5pPr marL="2057400" indent="-228600">
              <a:defRPr sz="1600">
                <a:solidFill>
                  <a:schemeClr val="tx1"/>
                </a:solidFill>
                <a:latin typeface="Lucida Sans Unicode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Lucida Sans Unicode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Lucida Sans Unicode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Lucida Sans Unicode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Lucida Sans Unicode" pitchFamily="34" charset="0"/>
              </a:defRPr>
            </a:lvl9pPr>
          </a:lstStyle>
          <a:p>
            <a:r>
              <a:rPr lang="en-GB"/>
              <a:t>least significant digit, i.e. units have least value compared to tens and hundreds</a:t>
            </a:r>
            <a:endParaRPr lang="en-US"/>
          </a:p>
        </p:txBody>
      </p:sp>
      <p:sp>
        <p:nvSpPr>
          <p:cNvPr id="5138" name="Line 44"/>
          <p:cNvSpPr>
            <a:spLocks noChangeShapeType="1"/>
          </p:cNvSpPr>
          <p:nvPr/>
        </p:nvSpPr>
        <p:spPr bwMode="auto">
          <a:xfrm flipH="1" flipV="1">
            <a:off x="3170238" y="4287838"/>
            <a:ext cx="1027112" cy="1089025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en-GB"/>
          </a:p>
        </p:txBody>
      </p:sp>
      <p:sp>
        <p:nvSpPr>
          <p:cNvPr id="5139" name="Line 45"/>
          <p:cNvSpPr>
            <a:spLocks noChangeShapeType="1"/>
          </p:cNvSpPr>
          <p:nvPr/>
        </p:nvSpPr>
        <p:spPr bwMode="auto">
          <a:xfrm flipV="1">
            <a:off x="4337050" y="3846513"/>
            <a:ext cx="2093913" cy="158750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en-GB"/>
          </a:p>
        </p:txBody>
      </p:sp>
      <p:sp>
        <p:nvSpPr>
          <p:cNvPr id="5140" name="Oval 46"/>
          <p:cNvSpPr>
            <a:spLocks noChangeArrowheads="1"/>
          </p:cNvSpPr>
          <p:nvPr/>
        </p:nvSpPr>
        <p:spPr bwMode="auto">
          <a:xfrm>
            <a:off x="2970213" y="1890713"/>
            <a:ext cx="249237" cy="2640012"/>
          </a:xfrm>
          <a:prstGeom prst="ellipse">
            <a:avLst/>
          </a:prstGeom>
          <a:noFill/>
          <a:ln w="28575" algn="ctr">
            <a:solidFill>
              <a:srgbClr val="FF0000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 anchor="ctr"/>
          <a:lstStyle/>
          <a:p>
            <a:endParaRPr lang="en-US"/>
          </a:p>
        </p:txBody>
      </p:sp>
      <p:sp>
        <p:nvSpPr>
          <p:cNvPr id="5141" name="Oval 48"/>
          <p:cNvSpPr>
            <a:spLocks noChangeArrowheads="1"/>
          </p:cNvSpPr>
          <p:nvPr/>
        </p:nvSpPr>
        <p:spPr bwMode="auto">
          <a:xfrm>
            <a:off x="6275388" y="2014538"/>
            <a:ext cx="249237" cy="1839912"/>
          </a:xfrm>
          <a:prstGeom prst="ellipse">
            <a:avLst/>
          </a:prstGeom>
          <a:noFill/>
          <a:ln w="28575" algn="ctr">
            <a:solidFill>
              <a:srgbClr val="FF0000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 anchor="ctr"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18593691"/>
      </p:ext>
    </p:extLst>
  </p:cSld>
  <p:clrMapOvr>
    <a:masterClrMapping/>
  </p:clrMapOvr>
</p:sld>
</file>

<file path=ppt/slides/slide9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46" name="Text Box 4"/>
          <p:cNvSpPr txBox="1">
            <a:spLocks noChangeArrowheads="1"/>
          </p:cNvSpPr>
          <p:nvPr/>
        </p:nvSpPr>
        <p:spPr bwMode="auto">
          <a:xfrm>
            <a:off x="430213" y="376238"/>
            <a:ext cx="5511800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 algn="ctr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defRPr sz="1600">
                <a:solidFill>
                  <a:schemeClr val="tx1"/>
                </a:solidFill>
                <a:latin typeface="Lucida Sans Unicode" pitchFamily="34" charset="0"/>
              </a:defRPr>
            </a:lvl1pPr>
            <a:lvl2pPr marL="742950" indent="-285750">
              <a:defRPr sz="1600">
                <a:solidFill>
                  <a:schemeClr val="tx1"/>
                </a:solidFill>
                <a:latin typeface="Lucida Sans Unicode" pitchFamily="34" charset="0"/>
              </a:defRPr>
            </a:lvl2pPr>
            <a:lvl3pPr marL="1143000" indent="-228600">
              <a:defRPr sz="1600">
                <a:solidFill>
                  <a:schemeClr val="tx1"/>
                </a:solidFill>
                <a:latin typeface="Lucida Sans Unicode" pitchFamily="34" charset="0"/>
              </a:defRPr>
            </a:lvl3pPr>
            <a:lvl4pPr marL="1600200" indent="-228600">
              <a:defRPr sz="1600">
                <a:solidFill>
                  <a:schemeClr val="tx1"/>
                </a:solidFill>
                <a:latin typeface="Lucida Sans Unicode" pitchFamily="34" charset="0"/>
              </a:defRPr>
            </a:lvl4pPr>
            <a:lvl5pPr marL="2057400" indent="-228600">
              <a:defRPr sz="1600">
                <a:solidFill>
                  <a:schemeClr val="tx1"/>
                </a:solidFill>
                <a:latin typeface="Lucida Sans Unicode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Lucida Sans Unicode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Lucida Sans Unicode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Lucida Sans Unicode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Lucida Sans Unicode" pitchFamily="34" charset="0"/>
              </a:defRPr>
            </a:lvl9pPr>
          </a:lstStyle>
          <a:p>
            <a:r>
              <a:rPr lang="en-GB" sz="2400" b="1"/>
              <a:t>Counting Bases – The Binary System</a:t>
            </a:r>
            <a:endParaRPr lang="en-US" sz="2400" b="1"/>
          </a:p>
        </p:txBody>
      </p:sp>
      <p:sp>
        <p:nvSpPr>
          <p:cNvPr id="6147" name="Text Box 5"/>
          <p:cNvSpPr txBox="1">
            <a:spLocks noChangeArrowheads="1"/>
          </p:cNvSpPr>
          <p:nvPr/>
        </p:nvSpPr>
        <p:spPr bwMode="auto">
          <a:xfrm>
            <a:off x="430213" y="1223963"/>
            <a:ext cx="4073525" cy="8255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 algn="ctr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defRPr sz="1600">
                <a:solidFill>
                  <a:schemeClr val="tx1"/>
                </a:solidFill>
                <a:latin typeface="Lucida Sans Unicode" pitchFamily="34" charset="0"/>
              </a:defRPr>
            </a:lvl1pPr>
            <a:lvl2pPr marL="742950" indent="-285750">
              <a:defRPr sz="1600">
                <a:solidFill>
                  <a:schemeClr val="tx1"/>
                </a:solidFill>
                <a:latin typeface="Lucida Sans Unicode" pitchFamily="34" charset="0"/>
              </a:defRPr>
            </a:lvl2pPr>
            <a:lvl3pPr marL="1143000" indent="-228600">
              <a:defRPr sz="1600">
                <a:solidFill>
                  <a:schemeClr val="tx1"/>
                </a:solidFill>
                <a:latin typeface="Lucida Sans Unicode" pitchFamily="34" charset="0"/>
              </a:defRPr>
            </a:lvl3pPr>
            <a:lvl4pPr marL="1600200" indent="-228600">
              <a:defRPr sz="1600">
                <a:solidFill>
                  <a:schemeClr val="tx1"/>
                </a:solidFill>
                <a:latin typeface="Lucida Sans Unicode" pitchFamily="34" charset="0"/>
              </a:defRPr>
            </a:lvl4pPr>
            <a:lvl5pPr marL="2057400" indent="-228600">
              <a:defRPr sz="1600">
                <a:solidFill>
                  <a:schemeClr val="tx1"/>
                </a:solidFill>
                <a:latin typeface="Lucida Sans Unicode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Lucida Sans Unicode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Lucida Sans Unicode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Lucida Sans Unicode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Lucida Sans Unicode" pitchFamily="34" charset="0"/>
              </a:defRPr>
            </a:lvl9pPr>
          </a:lstStyle>
          <a:p>
            <a:r>
              <a:rPr lang="en-GB"/>
              <a:t>Binary System = counting to the base 2</a:t>
            </a:r>
          </a:p>
          <a:p>
            <a:endParaRPr lang="en-GB"/>
          </a:p>
          <a:p>
            <a:endParaRPr lang="en-US"/>
          </a:p>
        </p:txBody>
      </p:sp>
      <p:sp>
        <p:nvSpPr>
          <p:cNvPr id="6148" name="Text Box 7"/>
          <p:cNvSpPr txBox="1">
            <a:spLocks noChangeArrowheads="1"/>
          </p:cNvSpPr>
          <p:nvPr/>
        </p:nvSpPr>
        <p:spPr bwMode="auto">
          <a:xfrm>
            <a:off x="863600" y="2008188"/>
            <a:ext cx="312738" cy="5810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 algn="ctr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defRPr sz="1600">
                <a:solidFill>
                  <a:schemeClr val="tx1"/>
                </a:solidFill>
                <a:latin typeface="Lucida Sans Unicode" pitchFamily="34" charset="0"/>
              </a:defRPr>
            </a:lvl1pPr>
            <a:lvl2pPr marL="742950" indent="-285750">
              <a:defRPr sz="1600">
                <a:solidFill>
                  <a:schemeClr val="tx1"/>
                </a:solidFill>
                <a:latin typeface="Lucida Sans Unicode" pitchFamily="34" charset="0"/>
              </a:defRPr>
            </a:lvl2pPr>
            <a:lvl3pPr marL="1143000" indent="-228600">
              <a:defRPr sz="1600">
                <a:solidFill>
                  <a:schemeClr val="tx1"/>
                </a:solidFill>
                <a:latin typeface="Lucida Sans Unicode" pitchFamily="34" charset="0"/>
              </a:defRPr>
            </a:lvl3pPr>
            <a:lvl4pPr marL="1600200" indent="-228600">
              <a:defRPr sz="1600">
                <a:solidFill>
                  <a:schemeClr val="tx1"/>
                </a:solidFill>
                <a:latin typeface="Lucida Sans Unicode" pitchFamily="34" charset="0"/>
              </a:defRPr>
            </a:lvl4pPr>
            <a:lvl5pPr marL="2057400" indent="-228600">
              <a:defRPr sz="1600">
                <a:solidFill>
                  <a:schemeClr val="tx1"/>
                </a:solidFill>
                <a:latin typeface="Lucida Sans Unicode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Lucida Sans Unicode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Lucida Sans Unicode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Lucida Sans Unicode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Lucida Sans Unicode" pitchFamily="34" charset="0"/>
              </a:defRPr>
            </a:lvl9pPr>
          </a:lstStyle>
          <a:p>
            <a:r>
              <a:rPr lang="en-GB"/>
              <a:t>0</a:t>
            </a:r>
          </a:p>
          <a:p>
            <a:r>
              <a:rPr lang="en-GB"/>
              <a:t>1</a:t>
            </a:r>
            <a:endParaRPr lang="en-US"/>
          </a:p>
        </p:txBody>
      </p:sp>
      <p:sp>
        <p:nvSpPr>
          <p:cNvPr id="6149" name="Text Box 8"/>
          <p:cNvSpPr txBox="1">
            <a:spLocks noChangeArrowheads="1"/>
          </p:cNvSpPr>
          <p:nvPr/>
        </p:nvSpPr>
        <p:spPr bwMode="auto">
          <a:xfrm>
            <a:off x="1362075" y="2008188"/>
            <a:ext cx="441325" cy="5810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 algn="ctr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defRPr sz="1600">
                <a:solidFill>
                  <a:schemeClr val="tx1"/>
                </a:solidFill>
                <a:latin typeface="Lucida Sans Unicode" pitchFamily="34" charset="0"/>
              </a:defRPr>
            </a:lvl1pPr>
            <a:lvl2pPr marL="742950" indent="-285750">
              <a:defRPr sz="1600">
                <a:solidFill>
                  <a:schemeClr val="tx1"/>
                </a:solidFill>
                <a:latin typeface="Lucida Sans Unicode" pitchFamily="34" charset="0"/>
              </a:defRPr>
            </a:lvl2pPr>
            <a:lvl3pPr marL="1143000" indent="-228600">
              <a:defRPr sz="1600">
                <a:solidFill>
                  <a:schemeClr val="tx1"/>
                </a:solidFill>
                <a:latin typeface="Lucida Sans Unicode" pitchFamily="34" charset="0"/>
              </a:defRPr>
            </a:lvl3pPr>
            <a:lvl4pPr marL="1600200" indent="-228600">
              <a:defRPr sz="1600">
                <a:solidFill>
                  <a:schemeClr val="tx1"/>
                </a:solidFill>
                <a:latin typeface="Lucida Sans Unicode" pitchFamily="34" charset="0"/>
              </a:defRPr>
            </a:lvl4pPr>
            <a:lvl5pPr marL="2057400" indent="-228600">
              <a:defRPr sz="1600">
                <a:solidFill>
                  <a:schemeClr val="tx1"/>
                </a:solidFill>
                <a:latin typeface="Lucida Sans Unicode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Lucida Sans Unicode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Lucida Sans Unicode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Lucida Sans Unicode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Lucida Sans Unicode" pitchFamily="34" charset="0"/>
              </a:defRPr>
            </a:lvl9pPr>
          </a:lstStyle>
          <a:p>
            <a:r>
              <a:rPr lang="en-GB"/>
              <a:t>10</a:t>
            </a:r>
          </a:p>
          <a:p>
            <a:r>
              <a:rPr lang="en-GB"/>
              <a:t>11</a:t>
            </a:r>
            <a:endParaRPr lang="en-US"/>
          </a:p>
        </p:txBody>
      </p:sp>
      <p:sp>
        <p:nvSpPr>
          <p:cNvPr id="6150" name="Text Box 9"/>
          <p:cNvSpPr txBox="1">
            <a:spLocks noChangeArrowheads="1"/>
          </p:cNvSpPr>
          <p:nvPr/>
        </p:nvSpPr>
        <p:spPr bwMode="auto">
          <a:xfrm>
            <a:off x="1985963" y="2008188"/>
            <a:ext cx="569912" cy="5810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 algn="ctr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defRPr sz="1600">
                <a:solidFill>
                  <a:schemeClr val="tx1"/>
                </a:solidFill>
                <a:latin typeface="Lucida Sans Unicode" pitchFamily="34" charset="0"/>
              </a:defRPr>
            </a:lvl1pPr>
            <a:lvl2pPr marL="742950" indent="-285750">
              <a:defRPr sz="1600">
                <a:solidFill>
                  <a:schemeClr val="tx1"/>
                </a:solidFill>
                <a:latin typeface="Lucida Sans Unicode" pitchFamily="34" charset="0"/>
              </a:defRPr>
            </a:lvl2pPr>
            <a:lvl3pPr marL="1143000" indent="-228600">
              <a:defRPr sz="1600">
                <a:solidFill>
                  <a:schemeClr val="tx1"/>
                </a:solidFill>
                <a:latin typeface="Lucida Sans Unicode" pitchFamily="34" charset="0"/>
              </a:defRPr>
            </a:lvl3pPr>
            <a:lvl4pPr marL="1600200" indent="-228600">
              <a:defRPr sz="1600">
                <a:solidFill>
                  <a:schemeClr val="tx1"/>
                </a:solidFill>
                <a:latin typeface="Lucida Sans Unicode" pitchFamily="34" charset="0"/>
              </a:defRPr>
            </a:lvl4pPr>
            <a:lvl5pPr marL="2057400" indent="-228600">
              <a:defRPr sz="1600">
                <a:solidFill>
                  <a:schemeClr val="tx1"/>
                </a:solidFill>
                <a:latin typeface="Lucida Sans Unicode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Lucida Sans Unicode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Lucida Sans Unicode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Lucida Sans Unicode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Lucida Sans Unicode" pitchFamily="34" charset="0"/>
              </a:defRPr>
            </a:lvl9pPr>
          </a:lstStyle>
          <a:p>
            <a:r>
              <a:rPr lang="en-GB"/>
              <a:t>100</a:t>
            </a:r>
          </a:p>
          <a:p>
            <a:r>
              <a:rPr lang="en-GB"/>
              <a:t>101</a:t>
            </a:r>
            <a:endParaRPr lang="en-US"/>
          </a:p>
        </p:txBody>
      </p:sp>
      <p:sp>
        <p:nvSpPr>
          <p:cNvPr id="6151" name="Text Box 10"/>
          <p:cNvSpPr txBox="1">
            <a:spLocks noChangeArrowheads="1"/>
          </p:cNvSpPr>
          <p:nvPr/>
        </p:nvSpPr>
        <p:spPr bwMode="auto">
          <a:xfrm>
            <a:off x="2662238" y="2008188"/>
            <a:ext cx="569912" cy="5810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 algn="ctr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defRPr sz="1600">
                <a:solidFill>
                  <a:schemeClr val="tx1"/>
                </a:solidFill>
                <a:latin typeface="Lucida Sans Unicode" pitchFamily="34" charset="0"/>
              </a:defRPr>
            </a:lvl1pPr>
            <a:lvl2pPr marL="742950" indent="-285750">
              <a:defRPr sz="1600">
                <a:solidFill>
                  <a:schemeClr val="tx1"/>
                </a:solidFill>
                <a:latin typeface="Lucida Sans Unicode" pitchFamily="34" charset="0"/>
              </a:defRPr>
            </a:lvl2pPr>
            <a:lvl3pPr marL="1143000" indent="-228600">
              <a:defRPr sz="1600">
                <a:solidFill>
                  <a:schemeClr val="tx1"/>
                </a:solidFill>
                <a:latin typeface="Lucida Sans Unicode" pitchFamily="34" charset="0"/>
              </a:defRPr>
            </a:lvl3pPr>
            <a:lvl4pPr marL="1600200" indent="-228600">
              <a:defRPr sz="1600">
                <a:solidFill>
                  <a:schemeClr val="tx1"/>
                </a:solidFill>
                <a:latin typeface="Lucida Sans Unicode" pitchFamily="34" charset="0"/>
              </a:defRPr>
            </a:lvl4pPr>
            <a:lvl5pPr marL="2057400" indent="-228600">
              <a:defRPr sz="1600">
                <a:solidFill>
                  <a:schemeClr val="tx1"/>
                </a:solidFill>
                <a:latin typeface="Lucida Sans Unicode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Lucida Sans Unicode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Lucida Sans Unicode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Lucida Sans Unicode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Lucida Sans Unicode" pitchFamily="34" charset="0"/>
              </a:defRPr>
            </a:lvl9pPr>
          </a:lstStyle>
          <a:p>
            <a:r>
              <a:rPr lang="en-GB"/>
              <a:t>110</a:t>
            </a:r>
          </a:p>
          <a:p>
            <a:r>
              <a:rPr lang="en-GB"/>
              <a:t>111</a:t>
            </a:r>
            <a:endParaRPr lang="en-US"/>
          </a:p>
        </p:txBody>
      </p:sp>
      <p:sp>
        <p:nvSpPr>
          <p:cNvPr id="6152" name="Text Box 11"/>
          <p:cNvSpPr txBox="1">
            <a:spLocks noChangeArrowheads="1"/>
          </p:cNvSpPr>
          <p:nvPr/>
        </p:nvSpPr>
        <p:spPr bwMode="auto">
          <a:xfrm>
            <a:off x="430213" y="3333750"/>
            <a:ext cx="1416050" cy="3365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 algn="ctr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defRPr sz="1600">
                <a:solidFill>
                  <a:schemeClr val="tx1"/>
                </a:solidFill>
                <a:latin typeface="Lucida Sans Unicode" pitchFamily="34" charset="0"/>
              </a:defRPr>
            </a:lvl1pPr>
            <a:lvl2pPr marL="742950" indent="-285750">
              <a:defRPr sz="1600">
                <a:solidFill>
                  <a:schemeClr val="tx1"/>
                </a:solidFill>
                <a:latin typeface="Lucida Sans Unicode" pitchFamily="34" charset="0"/>
              </a:defRPr>
            </a:lvl2pPr>
            <a:lvl3pPr marL="1143000" indent="-228600">
              <a:defRPr sz="1600">
                <a:solidFill>
                  <a:schemeClr val="tx1"/>
                </a:solidFill>
                <a:latin typeface="Lucida Sans Unicode" pitchFamily="34" charset="0"/>
              </a:defRPr>
            </a:lvl3pPr>
            <a:lvl4pPr marL="1600200" indent="-228600">
              <a:defRPr sz="1600">
                <a:solidFill>
                  <a:schemeClr val="tx1"/>
                </a:solidFill>
                <a:latin typeface="Lucida Sans Unicode" pitchFamily="34" charset="0"/>
              </a:defRPr>
            </a:lvl4pPr>
            <a:lvl5pPr marL="2057400" indent="-228600">
              <a:defRPr sz="1600">
                <a:solidFill>
                  <a:schemeClr val="tx1"/>
                </a:solidFill>
                <a:latin typeface="Lucida Sans Unicode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Lucida Sans Unicode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Lucida Sans Unicode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Lucida Sans Unicode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Lucida Sans Unicode" pitchFamily="34" charset="0"/>
              </a:defRPr>
            </a:lvl9pPr>
          </a:lstStyle>
          <a:p>
            <a:r>
              <a:rPr lang="en-GB" b="1" u="sng"/>
              <a:t>bi</a:t>
            </a:r>
            <a:r>
              <a:rPr lang="en-GB"/>
              <a:t>nary digi</a:t>
            </a:r>
            <a:r>
              <a:rPr lang="en-GB" b="1" u="sng"/>
              <a:t>ts</a:t>
            </a:r>
            <a:endParaRPr lang="en-US" b="1" u="sng"/>
          </a:p>
        </p:txBody>
      </p:sp>
      <p:sp>
        <p:nvSpPr>
          <p:cNvPr id="6153" name="AutoShape 12"/>
          <p:cNvSpPr>
            <a:spLocks/>
          </p:cNvSpPr>
          <p:nvPr/>
        </p:nvSpPr>
        <p:spPr bwMode="auto">
          <a:xfrm rot="5400000">
            <a:off x="1048544" y="3169444"/>
            <a:ext cx="228600" cy="1195388"/>
          </a:xfrm>
          <a:prstGeom prst="rightBrace">
            <a:avLst>
              <a:gd name="adj1" fmla="val 43576"/>
              <a:gd name="adj2" fmla="val 50000"/>
            </a:avLst>
          </a:prstGeom>
          <a:noFill/>
          <a:ln w="9525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 anchor="ctr"/>
          <a:lstStyle/>
          <a:p>
            <a:endParaRPr lang="en-US"/>
          </a:p>
        </p:txBody>
      </p:sp>
      <p:sp>
        <p:nvSpPr>
          <p:cNvPr id="6154" name="Text Box 13"/>
          <p:cNvSpPr txBox="1">
            <a:spLocks noChangeArrowheads="1"/>
          </p:cNvSpPr>
          <p:nvPr/>
        </p:nvSpPr>
        <p:spPr bwMode="auto">
          <a:xfrm>
            <a:off x="895350" y="4049713"/>
            <a:ext cx="550863" cy="3365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 algn="ctr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defRPr sz="1600">
                <a:solidFill>
                  <a:schemeClr val="tx1"/>
                </a:solidFill>
                <a:latin typeface="Lucida Sans Unicode" pitchFamily="34" charset="0"/>
              </a:defRPr>
            </a:lvl1pPr>
            <a:lvl2pPr marL="742950" indent="-285750">
              <a:defRPr sz="1600">
                <a:solidFill>
                  <a:schemeClr val="tx1"/>
                </a:solidFill>
                <a:latin typeface="Lucida Sans Unicode" pitchFamily="34" charset="0"/>
              </a:defRPr>
            </a:lvl2pPr>
            <a:lvl3pPr marL="1143000" indent="-228600">
              <a:defRPr sz="1600">
                <a:solidFill>
                  <a:schemeClr val="tx1"/>
                </a:solidFill>
                <a:latin typeface="Lucida Sans Unicode" pitchFamily="34" charset="0"/>
              </a:defRPr>
            </a:lvl3pPr>
            <a:lvl4pPr marL="1600200" indent="-228600">
              <a:defRPr sz="1600">
                <a:solidFill>
                  <a:schemeClr val="tx1"/>
                </a:solidFill>
                <a:latin typeface="Lucida Sans Unicode" pitchFamily="34" charset="0"/>
              </a:defRPr>
            </a:lvl4pPr>
            <a:lvl5pPr marL="2057400" indent="-228600">
              <a:defRPr sz="1600">
                <a:solidFill>
                  <a:schemeClr val="tx1"/>
                </a:solidFill>
                <a:latin typeface="Lucida Sans Unicode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Lucida Sans Unicode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Lucida Sans Unicode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Lucida Sans Unicode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Lucida Sans Unicode" pitchFamily="34" charset="0"/>
              </a:defRPr>
            </a:lvl9pPr>
          </a:lstStyle>
          <a:p>
            <a:r>
              <a:rPr lang="en-GB"/>
              <a:t>bits</a:t>
            </a:r>
            <a:endParaRPr lang="en-US"/>
          </a:p>
        </p:txBody>
      </p:sp>
      <p:sp>
        <p:nvSpPr>
          <p:cNvPr id="6155" name="Line 14"/>
          <p:cNvSpPr>
            <a:spLocks noChangeShapeType="1"/>
          </p:cNvSpPr>
          <p:nvPr/>
        </p:nvSpPr>
        <p:spPr bwMode="auto">
          <a:xfrm flipV="1">
            <a:off x="779463" y="2555875"/>
            <a:ext cx="228600" cy="738188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en-GB"/>
          </a:p>
        </p:txBody>
      </p:sp>
      <p:sp>
        <p:nvSpPr>
          <p:cNvPr id="6156" name="Text Box 15"/>
          <p:cNvSpPr txBox="1">
            <a:spLocks noChangeArrowheads="1"/>
          </p:cNvSpPr>
          <p:nvPr/>
        </p:nvSpPr>
        <p:spPr bwMode="auto">
          <a:xfrm>
            <a:off x="3452813" y="2008188"/>
            <a:ext cx="698500" cy="5810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 algn="ctr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defRPr sz="1600">
                <a:solidFill>
                  <a:schemeClr val="tx1"/>
                </a:solidFill>
                <a:latin typeface="Lucida Sans Unicode" pitchFamily="34" charset="0"/>
              </a:defRPr>
            </a:lvl1pPr>
            <a:lvl2pPr marL="742950" indent="-285750">
              <a:defRPr sz="1600">
                <a:solidFill>
                  <a:schemeClr val="tx1"/>
                </a:solidFill>
                <a:latin typeface="Lucida Sans Unicode" pitchFamily="34" charset="0"/>
              </a:defRPr>
            </a:lvl2pPr>
            <a:lvl3pPr marL="1143000" indent="-228600">
              <a:defRPr sz="1600">
                <a:solidFill>
                  <a:schemeClr val="tx1"/>
                </a:solidFill>
                <a:latin typeface="Lucida Sans Unicode" pitchFamily="34" charset="0"/>
              </a:defRPr>
            </a:lvl3pPr>
            <a:lvl4pPr marL="1600200" indent="-228600">
              <a:defRPr sz="1600">
                <a:solidFill>
                  <a:schemeClr val="tx1"/>
                </a:solidFill>
                <a:latin typeface="Lucida Sans Unicode" pitchFamily="34" charset="0"/>
              </a:defRPr>
            </a:lvl4pPr>
            <a:lvl5pPr marL="2057400" indent="-228600">
              <a:defRPr sz="1600">
                <a:solidFill>
                  <a:schemeClr val="tx1"/>
                </a:solidFill>
                <a:latin typeface="Lucida Sans Unicode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Lucida Sans Unicode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Lucida Sans Unicode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Lucida Sans Unicode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Lucida Sans Unicode" pitchFamily="34" charset="0"/>
              </a:defRPr>
            </a:lvl9pPr>
          </a:lstStyle>
          <a:p>
            <a:r>
              <a:rPr lang="en-GB"/>
              <a:t>1000</a:t>
            </a:r>
          </a:p>
          <a:p>
            <a:r>
              <a:rPr lang="en-GB"/>
              <a:t>1001</a:t>
            </a:r>
            <a:endParaRPr lang="en-US"/>
          </a:p>
        </p:txBody>
      </p:sp>
      <p:sp>
        <p:nvSpPr>
          <p:cNvPr id="6157" name="Text Box 16"/>
          <p:cNvSpPr txBox="1">
            <a:spLocks noChangeArrowheads="1"/>
          </p:cNvSpPr>
          <p:nvPr/>
        </p:nvSpPr>
        <p:spPr bwMode="auto">
          <a:xfrm>
            <a:off x="4314825" y="2008188"/>
            <a:ext cx="698500" cy="5810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 algn="ctr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defRPr sz="1600">
                <a:solidFill>
                  <a:schemeClr val="tx1"/>
                </a:solidFill>
                <a:latin typeface="Lucida Sans Unicode" pitchFamily="34" charset="0"/>
              </a:defRPr>
            </a:lvl1pPr>
            <a:lvl2pPr marL="742950" indent="-285750">
              <a:defRPr sz="1600">
                <a:solidFill>
                  <a:schemeClr val="tx1"/>
                </a:solidFill>
                <a:latin typeface="Lucida Sans Unicode" pitchFamily="34" charset="0"/>
              </a:defRPr>
            </a:lvl2pPr>
            <a:lvl3pPr marL="1143000" indent="-228600">
              <a:defRPr sz="1600">
                <a:solidFill>
                  <a:schemeClr val="tx1"/>
                </a:solidFill>
                <a:latin typeface="Lucida Sans Unicode" pitchFamily="34" charset="0"/>
              </a:defRPr>
            </a:lvl3pPr>
            <a:lvl4pPr marL="1600200" indent="-228600">
              <a:defRPr sz="1600">
                <a:solidFill>
                  <a:schemeClr val="tx1"/>
                </a:solidFill>
                <a:latin typeface="Lucida Sans Unicode" pitchFamily="34" charset="0"/>
              </a:defRPr>
            </a:lvl4pPr>
            <a:lvl5pPr marL="2057400" indent="-228600">
              <a:defRPr sz="1600">
                <a:solidFill>
                  <a:schemeClr val="tx1"/>
                </a:solidFill>
                <a:latin typeface="Lucida Sans Unicode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Lucida Sans Unicode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Lucida Sans Unicode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Lucida Sans Unicode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Lucida Sans Unicode" pitchFamily="34" charset="0"/>
              </a:defRPr>
            </a:lvl9pPr>
          </a:lstStyle>
          <a:p>
            <a:r>
              <a:rPr lang="en-GB"/>
              <a:t>1010</a:t>
            </a:r>
          </a:p>
          <a:p>
            <a:r>
              <a:rPr lang="en-GB"/>
              <a:t>1011</a:t>
            </a:r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95855312"/>
      </p:ext>
    </p:extLst>
  </p:cSld>
  <p:clrMapOvr>
    <a:masterClrMapping/>
  </p:clrMapOvr>
</p:sld>
</file>

<file path=ppt/slides/slide9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70" name="Rectangle 23"/>
          <p:cNvSpPr>
            <a:spLocks noChangeArrowheads="1"/>
          </p:cNvSpPr>
          <p:nvPr/>
        </p:nvSpPr>
        <p:spPr bwMode="auto">
          <a:xfrm>
            <a:off x="4383088" y="2051050"/>
            <a:ext cx="144462" cy="492125"/>
          </a:xfrm>
          <a:prstGeom prst="rect">
            <a:avLst/>
          </a:prstGeom>
          <a:solidFill>
            <a:srgbClr val="FFCC66"/>
          </a:solidFill>
          <a:ln w="9525" algn="ctr">
            <a:solidFill>
              <a:srgbClr val="800000"/>
            </a:solidFill>
            <a:miter lim="800000"/>
            <a:headEnd/>
            <a:tailEnd/>
          </a:ln>
        </p:spPr>
        <p:txBody>
          <a:bodyPr wrap="none" anchor="ctr"/>
          <a:lstStyle/>
          <a:p>
            <a:endParaRPr lang="en-US"/>
          </a:p>
        </p:txBody>
      </p:sp>
      <p:sp>
        <p:nvSpPr>
          <p:cNvPr id="7171" name="Rectangle 22"/>
          <p:cNvSpPr>
            <a:spLocks noChangeArrowheads="1"/>
          </p:cNvSpPr>
          <p:nvPr/>
        </p:nvSpPr>
        <p:spPr bwMode="auto">
          <a:xfrm>
            <a:off x="3914775" y="2051050"/>
            <a:ext cx="144463" cy="492125"/>
          </a:xfrm>
          <a:prstGeom prst="rect">
            <a:avLst/>
          </a:prstGeom>
          <a:solidFill>
            <a:srgbClr val="CCECFF"/>
          </a:solidFill>
          <a:ln w="9525" algn="ctr">
            <a:solidFill>
              <a:schemeClr val="accent2"/>
            </a:solidFill>
            <a:miter lim="800000"/>
            <a:headEnd/>
            <a:tailEnd/>
          </a:ln>
        </p:spPr>
        <p:txBody>
          <a:bodyPr wrap="none" anchor="ctr"/>
          <a:lstStyle/>
          <a:p>
            <a:endParaRPr lang="en-US"/>
          </a:p>
        </p:txBody>
      </p:sp>
      <p:sp>
        <p:nvSpPr>
          <p:cNvPr id="7172" name="Rectangle 19"/>
          <p:cNvSpPr>
            <a:spLocks noChangeArrowheads="1"/>
          </p:cNvSpPr>
          <p:nvPr/>
        </p:nvSpPr>
        <p:spPr bwMode="auto">
          <a:xfrm>
            <a:off x="3000375" y="2039938"/>
            <a:ext cx="144463" cy="492125"/>
          </a:xfrm>
          <a:prstGeom prst="rect">
            <a:avLst/>
          </a:prstGeom>
          <a:solidFill>
            <a:srgbClr val="CCECFF"/>
          </a:solidFill>
          <a:ln w="9525" algn="ctr">
            <a:solidFill>
              <a:schemeClr val="accent2"/>
            </a:solidFill>
            <a:miter lim="800000"/>
            <a:headEnd/>
            <a:tailEnd/>
          </a:ln>
        </p:spPr>
        <p:txBody>
          <a:bodyPr wrap="none" anchor="ctr"/>
          <a:lstStyle/>
          <a:p>
            <a:endParaRPr lang="en-US"/>
          </a:p>
        </p:txBody>
      </p:sp>
      <p:sp>
        <p:nvSpPr>
          <p:cNvPr id="7173" name="Text Box 4"/>
          <p:cNvSpPr txBox="1">
            <a:spLocks noChangeArrowheads="1"/>
          </p:cNvSpPr>
          <p:nvPr/>
        </p:nvSpPr>
        <p:spPr bwMode="auto">
          <a:xfrm>
            <a:off x="430213" y="376238"/>
            <a:ext cx="5511800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 algn="ctr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defRPr sz="1600">
                <a:solidFill>
                  <a:schemeClr val="tx1"/>
                </a:solidFill>
                <a:latin typeface="Lucida Sans Unicode" pitchFamily="34" charset="0"/>
              </a:defRPr>
            </a:lvl1pPr>
            <a:lvl2pPr marL="742950" indent="-285750">
              <a:defRPr sz="1600">
                <a:solidFill>
                  <a:schemeClr val="tx1"/>
                </a:solidFill>
                <a:latin typeface="Lucida Sans Unicode" pitchFamily="34" charset="0"/>
              </a:defRPr>
            </a:lvl2pPr>
            <a:lvl3pPr marL="1143000" indent="-228600">
              <a:defRPr sz="1600">
                <a:solidFill>
                  <a:schemeClr val="tx1"/>
                </a:solidFill>
                <a:latin typeface="Lucida Sans Unicode" pitchFamily="34" charset="0"/>
              </a:defRPr>
            </a:lvl3pPr>
            <a:lvl4pPr marL="1600200" indent="-228600">
              <a:defRPr sz="1600">
                <a:solidFill>
                  <a:schemeClr val="tx1"/>
                </a:solidFill>
                <a:latin typeface="Lucida Sans Unicode" pitchFamily="34" charset="0"/>
              </a:defRPr>
            </a:lvl4pPr>
            <a:lvl5pPr marL="2057400" indent="-228600">
              <a:defRPr sz="1600">
                <a:solidFill>
                  <a:schemeClr val="tx1"/>
                </a:solidFill>
                <a:latin typeface="Lucida Sans Unicode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Lucida Sans Unicode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Lucida Sans Unicode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Lucida Sans Unicode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Lucida Sans Unicode" pitchFamily="34" charset="0"/>
              </a:defRPr>
            </a:lvl9pPr>
          </a:lstStyle>
          <a:p>
            <a:r>
              <a:rPr lang="en-GB" sz="2400" b="1"/>
              <a:t>Counting Bases – The Binary System</a:t>
            </a:r>
            <a:endParaRPr lang="en-US" sz="2400" b="1"/>
          </a:p>
        </p:txBody>
      </p:sp>
      <p:sp>
        <p:nvSpPr>
          <p:cNvPr id="7174" name="Text Box 5"/>
          <p:cNvSpPr txBox="1">
            <a:spLocks noChangeArrowheads="1"/>
          </p:cNvSpPr>
          <p:nvPr/>
        </p:nvSpPr>
        <p:spPr bwMode="auto">
          <a:xfrm>
            <a:off x="430213" y="1223963"/>
            <a:ext cx="4073525" cy="8255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 algn="ctr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defRPr sz="1600">
                <a:solidFill>
                  <a:schemeClr val="tx1"/>
                </a:solidFill>
                <a:latin typeface="Lucida Sans Unicode" pitchFamily="34" charset="0"/>
              </a:defRPr>
            </a:lvl1pPr>
            <a:lvl2pPr marL="742950" indent="-285750">
              <a:defRPr sz="1600">
                <a:solidFill>
                  <a:schemeClr val="tx1"/>
                </a:solidFill>
                <a:latin typeface="Lucida Sans Unicode" pitchFamily="34" charset="0"/>
              </a:defRPr>
            </a:lvl2pPr>
            <a:lvl3pPr marL="1143000" indent="-228600">
              <a:defRPr sz="1600">
                <a:solidFill>
                  <a:schemeClr val="tx1"/>
                </a:solidFill>
                <a:latin typeface="Lucida Sans Unicode" pitchFamily="34" charset="0"/>
              </a:defRPr>
            </a:lvl3pPr>
            <a:lvl4pPr marL="1600200" indent="-228600">
              <a:defRPr sz="1600">
                <a:solidFill>
                  <a:schemeClr val="tx1"/>
                </a:solidFill>
                <a:latin typeface="Lucida Sans Unicode" pitchFamily="34" charset="0"/>
              </a:defRPr>
            </a:lvl4pPr>
            <a:lvl5pPr marL="2057400" indent="-228600">
              <a:defRPr sz="1600">
                <a:solidFill>
                  <a:schemeClr val="tx1"/>
                </a:solidFill>
                <a:latin typeface="Lucida Sans Unicode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Lucida Sans Unicode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Lucida Sans Unicode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Lucida Sans Unicode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Lucida Sans Unicode" pitchFamily="34" charset="0"/>
              </a:defRPr>
            </a:lvl9pPr>
          </a:lstStyle>
          <a:p>
            <a:r>
              <a:rPr lang="en-GB"/>
              <a:t>Binary System = counting to the base 2</a:t>
            </a:r>
          </a:p>
          <a:p>
            <a:endParaRPr lang="en-GB"/>
          </a:p>
          <a:p>
            <a:endParaRPr lang="en-US"/>
          </a:p>
        </p:txBody>
      </p:sp>
      <p:sp>
        <p:nvSpPr>
          <p:cNvPr id="7175" name="Text Box 6"/>
          <p:cNvSpPr txBox="1">
            <a:spLocks noChangeArrowheads="1"/>
          </p:cNvSpPr>
          <p:nvPr/>
        </p:nvSpPr>
        <p:spPr bwMode="auto">
          <a:xfrm>
            <a:off x="863600" y="2008188"/>
            <a:ext cx="312738" cy="5810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 algn="ctr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defRPr sz="1600">
                <a:solidFill>
                  <a:schemeClr val="tx1"/>
                </a:solidFill>
                <a:latin typeface="Lucida Sans Unicode" pitchFamily="34" charset="0"/>
              </a:defRPr>
            </a:lvl1pPr>
            <a:lvl2pPr marL="742950" indent="-285750">
              <a:defRPr sz="1600">
                <a:solidFill>
                  <a:schemeClr val="tx1"/>
                </a:solidFill>
                <a:latin typeface="Lucida Sans Unicode" pitchFamily="34" charset="0"/>
              </a:defRPr>
            </a:lvl2pPr>
            <a:lvl3pPr marL="1143000" indent="-228600">
              <a:defRPr sz="1600">
                <a:solidFill>
                  <a:schemeClr val="tx1"/>
                </a:solidFill>
                <a:latin typeface="Lucida Sans Unicode" pitchFamily="34" charset="0"/>
              </a:defRPr>
            </a:lvl3pPr>
            <a:lvl4pPr marL="1600200" indent="-228600">
              <a:defRPr sz="1600">
                <a:solidFill>
                  <a:schemeClr val="tx1"/>
                </a:solidFill>
                <a:latin typeface="Lucida Sans Unicode" pitchFamily="34" charset="0"/>
              </a:defRPr>
            </a:lvl4pPr>
            <a:lvl5pPr marL="2057400" indent="-228600">
              <a:defRPr sz="1600">
                <a:solidFill>
                  <a:schemeClr val="tx1"/>
                </a:solidFill>
                <a:latin typeface="Lucida Sans Unicode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Lucida Sans Unicode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Lucida Sans Unicode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Lucida Sans Unicode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Lucida Sans Unicode" pitchFamily="34" charset="0"/>
              </a:defRPr>
            </a:lvl9pPr>
          </a:lstStyle>
          <a:p>
            <a:r>
              <a:rPr lang="en-GB"/>
              <a:t>0</a:t>
            </a:r>
          </a:p>
          <a:p>
            <a:r>
              <a:rPr lang="en-GB"/>
              <a:t>1</a:t>
            </a:r>
            <a:endParaRPr lang="en-US"/>
          </a:p>
        </p:txBody>
      </p:sp>
      <p:sp>
        <p:nvSpPr>
          <p:cNvPr id="7176" name="Text Box 7"/>
          <p:cNvSpPr txBox="1">
            <a:spLocks noChangeArrowheads="1"/>
          </p:cNvSpPr>
          <p:nvPr/>
        </p:nvSpPr>
        <p:spPr bwMode="auto">
          <a:xfrm>
            <a:off x="1362075" y="2008188"/>
            <a:ext cx="441325" cy="5810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 algn="ctr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defRPr sz="1600">
                <a:solidFill>
                  <a:schemeClr val="tx1"/>
                </a:solidFill>
                <a:latin typeface="Lucida Sans Unicode" pitchFamily="34" charset="0"/>
              </a:defRPr>
            </a:lvl1pPr>
            <a:lvl2pPr marL="742950" indent="-285750">
              <a:defRPr sz="1600">
                <a:solidFill>
                  <a:schemeClr val="tx1"/>
                </a:solidFill>
                <a:latin typeface="Lucida Sans Unicode" pitchFamily="34" charset="0"/>
              </a:defRPr>
            </a:lvl2pPr>
            <a:lvl3pPr marL="1143000" indent="-228600">
              <a:defRPr sz="1600">
                <a:solidFill>
                  <a:schemeClr val="tx1"/>
                </a:solidFill>
                <a:latin typeface="Lucida Sans Unicode" pitchFamily="34" charset="0"/>
              </a:defRPr>
            </a:lvl3pPr>
            <a:lvl4pPr marL="1600200" indent="-228600">
              <a:defRPr sz="1600">
                <a:solidFill>
                  <a:schemeClr val="tx1"/>
                </a:solidFill>
                <a:latin typeface="Lucida Sans Unicode" pitchFamily="34" charset="0"/>
              </a:defRPr>
            </a:lvl4pPr>
            <a:lvl5pPr marL="2057400" indent="-228600">
              <a:defRPr sz="1600">
                <a:solidFill>
                  <a:schemeClr val="tx1"/>
                </a:solidFill>
                <a:latin typeface="Lucida Sans Unicode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Lucida Sans Unicode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Lucida Sans Unicode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Lucida Sans Unicode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Lucida Sans Unicode" pitchFamily="34" charset="0"/>
              </a:defRPr>
            </a:lvl9pPr>
          </a:lstStyle>
          <a:p>
            <a:r>
              <a:rPr lang="en-GB"/>
              <a:t>10</a:t>
            </a:r>
          </a:p>
          <a:p>
            <a:r>
              <a:rPr lang="en-GB"/>
              <a:t>11</a:t>
            </a:r>
            <a:endParaRPr lang="en-US"/>
          </a:p>
        </p:txBody>
      </p:sp>
      <p:sp>
        <p:nvSpPr>
          <p:cNvPr id="7177" name="Text Box 8"/>
          <p:cNvSpPr txBox="1">
            <a:spLocks noChangeArrowheads="1"/>
          </p:cNvSpPr>
          <p:nvPr/>
        </p:nvSpPr>
        <p:spPr bwMode="auto">
          <a:xfrm>
            <a:off x="1985963" y="2008188"/>
            <a:ext cx="569912" cy="5810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 algn="ctr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defRPr sz="1600">
                <a:solidFill>
                  <a:schemeClr val="tx1"/>
                </a:solidFill>
                <a:latin typeface="Lucida Sans Unicode" pitchFamily="34" charset="0"/>
              </a:defRPr>
            </a:lvl1pPr>
            <a:lvl2pPr marL="742950" indent="-285750">
              <a:defRPr sz="1600">
                <a:solidFill>
                  <a:schemeClr val="tx1"/>
                </a:solidFill>
                <a:latin typeface="Lucida Sans Unicode" pitchFamily="34" charset="0"/>
              </a:defRPr>
            </a:lvl2pPr>
            <a:lvl3pPr marL="1143000" indent="-228600">
              <a:defRPr sz="1600">
                <a:solidFill>
                  <a:schemeClr val="tx1"/>
                </a:solidFill>
                <a:latin typeface="Lucida Sans Unicode" pitchFamily="34" charset="0"/>
              </a:defRPr>
            </a:lvl3pPr>
            <a:lvl4pPr marL="1600200" indent="-228600">
              <a:defRPr sz="1600">
                <a:solidFill>
                  <a:schemeClr val="tx1"/>
                </a:solidFill>
                <a:latin typeface="Lucida Sans Unicode" pitchFamily="34" charset="0"/>
              </a:defRPr>
            </a:lvl4pPr>
            <a:lvl5pPr marL="2057400" indent="-228600">
              <a:defRPr sz="1600">
                <a:solidFill>
                  <a:schemeClr val="tx1"/>
                </a:solidFill>
                <a:latin typeface="Lucida Sans Unicode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Lucida Sans Unicode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Lucida Sans Unicode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Lucida Sans Unicode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Lucida Sans Unicode" pitchFamily="34" charset="0"/>
              </a:defRPr>
            </a:lvl9pPr>
          </a:lstStyle>
          <a:p>
            <a:r>
              <a:rPr lang="en-GB"/>
              <a:t>100</a:t>
            </a:r>
          </a:p>
          <a:p>
            <a:r>
              <a:rPr lang="en-GB"/>
              <a:t>101</a:t>
            </a:r>
            <a:endParaRPr lang="en-US"/>
          </a:p>
        </p:txBody>
      </p:sp>
      <p:sp>
        <p:nvSpPr>
          <p:cNvPr id="7178" name="Text Box 9"/>
          <p:cNvSpPr txBox="1">
            <a:spLocks noChangeArrowheads="1"/>
          </p:cNvSpPr>
          <p:nvPr/>
        </p:nvSpPr>
        <p:spPr bwMode="auto">
          <a:xfrm>
            <a:off x="2662238" y="2008188"/>
            <a:ext cx="569912" cy="5810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 algn="ctr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defRPr sz="1600">
                <a:solidFill>
                  <a:schemeClr val="tx1"/>
                </a:solidFill>
                <a:latin typeface="Lucida Sans Unicode" pitchFamily="34" charset="0"/>
              </a:defRPr>
            </a:lvl1pPr>
            <a:lvl2pPr marL="742950" indent="-285750">
              <a:defRPr sz="1600">
                <a:solidFill>
                  <a:schemeClr val="tx1"/>
                </a:solidFill>
                <a:latin typeface="Lucida Sans Unicode" pitchFamily="34" charset="0"/>
              </a:defRPr>
            </a:lvl2pPr>
            <a:lvl3pPr marL="1143000" indent="-228600">
              <a:defRPr sz="1600">
                <a:solidFill>
                  <a:schemeClr val="tx1"/>
                </a:solidFill>
                <a:latin typeface="Lucida Sans Unicode" pitchFamily="34" charset="0"/>
              </a:defRPr>
            </a:lvl3pPr>
            <a:lvl4pPr marL="1600200" indent="-228600">
              <a:defRPr sz="1600">
                <a:solidFill>
                  <a:schemeClr val="tx1"/>
                </a:solidFill>
                <a:latin typeface="Lucida Sans Unicode" pitchFamily="34" charset="0"/>
              </a:defRPr>
            </a:lvl4pPr>
            <a:lvl5pPr marL="2057400" indent="-228600">
              <a:defRPr sz="1600">
                <a:solidFill>
                  <a:schemeClr val="tx1"/>
                </a:solidFill>
                <a:latin typeface="Lucida Sans Unicode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Lucida Sans Unicode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Lucida Sans Unicode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Lucida Sans Unicode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Lucida Sans Unicode" pitchFamily="34" charset="0"/>
              </a:defRPr>
            </a:lvl9pPr>
          </a:lstStyle>
          <a:p>
            <a:r>
              <a:rPr lang="en-GB"/>
              <a:t>110</a:t>
            </a:r>
          </a:p>
          <a:p>
            <a:r>
              <a:rPr lang="en-GB"/>
              <a:t>111</a:t>
            </a:r>
            <a:endParaRPr lang="en-US"/>
          </a:p>
        </p:txBody>
      </p:sp>
      <p:sp>
        <p:nvSpPr>
          <p:cNvPr id="7179" name="Text Box 10"/>
          <p:cNvSpPr txBox="1">
            <a:spLocks noChangeArrowheads="1"/>
          </p:cNvSpPr>
          <p:nvPr/>
        </p:nvSpPr>
        <p:spPr bwMode="auto">
          <a:xfrm>
            <a:off x="430213" y="3333750"/>
            <a:ext cx="1416050" cy="3365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 algn="ctr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defRPr sz="1600">
                <a:solidFill>
                  <a:schemeClr val="tx1"/>
                </a:solidFill>
                <a:latin typeface="Lucida Sans Unicode" pitchFamily="34" charset="0"/>
              </a:defRPr>
            </a:lvl1pPr>
            <a:lvl2pPr marL="742950" indent="-285750">
              <a:defRPr sz="1600">
                <a:solidFill>
                  <a:schemeClr val="tx1"/>
                </a:solidFill>
                <a:latin typeface="Lucida Sans Unicode" pitchFamily="34" charset="0"/>
              </a:defRPr>
            </a:lvl2pPr>
            <a:lvl3pPr marL="1143000" indent="-228600">
              <a:defRPr sz="1600">
                <a:solidFill>
                  <a:schemeClr val="tx1"/>
                </a:solidFill>
                <a:latin typeface="Lucida Sans Unicode" pitchFamily="34" charset="0"/>
              </a:defRPr>
            </a:lvl3pPr>
            <a:lvl4pPr marL="1600200" indent="-228600">
              <a:defRPr sz="1600">
                <a:solidFill>
                  <a:schemeClr val="tx1"/>
                </a:solidFill>
                <a:latin typeface="Lucida Sans Unicode" pitchFamily="34" charset="0"/>
              </a:defRPr>
            </a:lvl4pPr>
            <a:lvl5pPr marL="2057400" indent="-228600">
              <a:defRPr sz="1600">
                <a:solidFill>
                  <a:schemeClr val="tx1"/>
                </a:solidFill>
                <a:latin typeface="Lucida Sans Unicode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Lucida Sans Unicode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Lucida Sans Unicode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Lucida Sans Unicode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Lucida Sans Unicode" pitchFamily="34" charset="0"/>
              </a:defRPr>
            </a:lvl9pPr>
          </a:lstStyle>
          <a:p>
            <a:r>
              <a:rPr lang="en-GB" b="1" u="sng"/>
              <a:t>bi</a:t>
            </a:r>
            <a:r>
              <a:rPr lang="en-GB"/>
              <a:t>nary digi</a:t>
            </a:r>
            <a:r>
              <a:rPr lang="en-GB" b="1" u="sng"/>
              <a:t>ts</a:t>
            </a:r>
            <a:endParaRPr lang="en-US" b="1" u="sng"/>
          </a:p>
        </p:txBody>
      </p:sp>
      <p:sp>
        <p:nvSpPr>
          <p:cNvPr id="7180" name="AutoShape 11"/>
          <p:cNvSpPr>
            <a:spLocks/>
          </p:cNvSpPr>
          <p:nvPr/>
        </p:nvSpPr>
        <p:spPr bwMode="auto">
          <a:xfrm rot="5400000">
            <a:off x="1048544" y="3169444"/>
            <a:ext cx="228600" cy="1195388"/>
          </a:xfrm>
          <a:prstGeom prst="rightBrace">
            <a:avLst>
              <a:gd name="adj1" fmla="val 43576"/>
              <a:gd name="adj2" fmla="val 50000"/>
            </a:avLst>
          </a:prstGeom>
          <a:noFill/>
          <a:ln w="9525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 anchor="ctr"/>
          <a:lstStyle/>
          <a:p>
            <a:endParaRPr lang="en-US"/>
          </a:p>
        </p:txBody>
      </p:sp>
      <p:sp>
        <p:nvSpPr>
          <p:cNvPr id="7181" name="Text Box 12"/>
          <p:cNvSpPr txBox="1">
            <a:spLocks noChangeArrowheads="1"/>
          </p:cNvSpPr>
          <p:nvPr/>
        </p:nvSpPr>
        <p:spPr bwMode="auto">
          <a:xfrm>
            <a:off x="895350" y="4049713"/>
            <a:ext cx="550863" cy="3365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 algn="ctr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defRPr sz="1600">
                <a:solidFill>
                  <a:schemeClr val="tx1"/>
                </a:solidFill>
                <a:latin typeface="Lucida Sans Unicode" pitchFamily="34" charset="0"/>
              </a:defRPr>
            </a:lvl1pPr>
            <a:lvl2pPr marL="742950" indent="-285750">
              <a:defRPr sz="1600">
                <a:solidFill>
                  <a:schemeClr val="tx1"/>
                </a:solidFill>
                <a:latin typeface="Lucida Sans Unicode" pitchFamily="34" charset="0"/>
              </a:defRPr>
            </a:lvl2pPr>
            <a:lvl3pPr marL="1143000" indent="-228600">
              <a:defRPr sz="1600">
                <a:solidFill>
                  <a:schemeClr val="tx1"/>
                </a:solidFill>
                <a:latin typeface="Lucida Sans Unicode" pitchFamily="34" charset="0"/>
              </a:defRPr>
            </a:lvl3pPr>
            <a:lvl4pPr marL="1600200" indent="-228600">
              <a:defRPr sz="1600">
                <a:solidFill>
                  <a:schemeClr val="tx1"/>
                </a:solidFill>
                <a:latin typeface="Lucida Sans Unicode" pitchFamily="34" charset="0"/>
              </a:defRPr>
            </a:lvl4pPr>
            <a:lvl5pPr marL="2057400" indent="-228600">
              <a:defRPr sz="1600">
                <a:solidFill>
                  <a:schemeClr val="tx1"/>
                </a:solidFill>
                <a:latin typeface="Lucida Sans Unicode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Lucida Sans Unicode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Lucida Sans Unicode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Lucida Sans Unicode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Lucida Sans Unicode" pitchFamily="34" charset="0"/>
              </a:defRPr>
            </a:lvl9pPr>
          </a:lstStyle>
          <a:p>
            <a:r>
              <a:rPr lang="en-GB"/>
              <a:t>bits</a:t>
            </a:r>
            <a:endParaRPr lang="en-US"/>
          </a:p>
        </p:txBody>
      </p:sp>
      <p:sp>
        <p:nvSpPr>
          <p:cNvPr id="7182" name="Line 13"/>
          <p:cNvSpPr>
            <a:spLocks noChangeShapeType="1"/>
          </p:cNvSpPr>
          <p:nvPr/>
        </p:nvSpPr>
        <p:spPr bwMode="auto">
          <a:xfrm flipV="1">
            <a:off x="779463" y="2555875"/>
            <a:ext cx="228600" cy="738188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en-GB"/>
          </a:p>
        </p:txBody>
      </p:sp>
      <p:sp>
        <p:nvSpPr>
          <p:cNvPr id="7183" name="Text Box 14"/>
          <p:cNvSpPr txBox="1">
            <a:spLocks noChangeArrowheads="1"/>
          </p:cNvSpPr>
          <p:nvPr/>
        </p:nvSpPr>
        <p:spPr bwMode="auto">
          <a:xfrm>
            <a:off x="3452813" y="2008188"/>
            <a:ext cx="698500" cy="5810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 algn="ctr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defRPr sz="1600">
                <a:solidFill>
                  <a:schemeClr val="tx1"/>
                </a:solidFill>
                <a:latin typeface="Lucida Sans Unicode" pitchFamily="34" charset="0"/>
              </a:defRPr>
            </a:lvl1pPr>
            <a:lvl2pPr marL="742950" indent="-285750">
              <a:defRPr sz="1600">
                <a:solidFill>
                  <a:schemeClr val="tx1"/>
                </a:solidFill>
                <a:latin typeface="Lucida Sans Unicode" pitchFamily="34" charset="0"/>
              </a:defRPr>
            </a:lvl2pPr>
            <a:lvl3pPr marL="1143000" indent="-228600">
              <a:defRPr sz="1600">
                <a:solidFill>
                  <a:schemeClr val="tx1"/>
                </a:solidFill>
                <a:latin typeface="Lucida Sans Unicode" pitchFamily="34" charset="0"/>
              </a:defRPr>
            </a:lvl3pPr>
            <a:lvl4pPr marL="1600200" indent="-228600">
              <a:defRPr sz="1600">
                <a:solidFill>
                  <a:schemeClr val="tx1"/>
                </a:solidFill>
                <a:latin typeface="Lucida Sans Unicode" pitchFamily="34" charset="0"/>
              </a:defRPr>
            </a:lvl4pPr>
            <a:lvl5pPr marL="2057400" indent="-228600">
              <a:defRPr sz="1600">
                <a:solidFill>
                  <a:schemeClr val="tx1"/>
                </a:solidFill>
                <a:latin typeface="Lucida Sans Unicode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Lucida Sans Unicode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Lucida Sans Unicode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Lucida Sans Unicode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Lucida Sans Unicode" pitchFamily="34" charset="0"/>
              </a:defRPr>
            </a:lvl9pPr>
          </a:lstStyle>
          <a:p>
            <a:r>
              <a:rPr lang="en-GB"/>
              <a:t>1000</a:t>
            </a:r>
          </a:p>
          <a:p>
            <a:r>
              <a:rPr lang="en-GB"/>
              <a:t>1001</a:t>
            </a:r>
            <a:endParaRPr lang="en-US"/>
          </a:p>
        </p:txBody>
      </p:sp>
      <p:sp>
        <p:nvSpPr>
          <p:cNvPr id="7184" name="Text Box 15"/>
          <p:cNvSpPr txBox="1">
            <a:spLocks noChangeArrowheads="1"/>
          </p:cNvSpPr>
          <p:nvPr/>
        </p:nvSpPr>
        <p:spPr bwMode="auto">
          <a:xfrm>
            <a:off x="4314825" y="2008188"/>
            <a:ext cx="698500" cy="5810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 algn="ctr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defRPr sz="1600">
                <a:solidFill>
                  <a:schemeClr val="tx1"/>
                </a:solidFill>
                <a:latin typeface="Lucida Sans Unicode" pitchFamily="34" charset="0"/>
              </a:defRPr>
            </a:lvl1pPr>
            <a:lvl2pPr marL="742950" indent="-285750">
              <a:defRPr sz="1600">
                <a:solidFill>
                  <a:schemeClr val="tx1"/>
                </a:solidFill>
                <a:latin typeface="Lucida Sans Unicode" pitchFamily="34" charset="0"/>
              </a:defRPr>
            </a:lvl2pPr>
            <a:lvl3pPr marL="1143000" indent="-228600">
              <a:defRPr sz="1600">
                <a:solidFill>
                  <a:schemeClr val="tx1"/>
                </a:solidFill>
                <a:latin typeface="Lucida Sans Unicode" pitchFamily="34" charset="0"/>
              </a:defRPr>
            </a:lvl3pPr>
            <a:lvl4pPr marL="1600200" indent="-228600">
              <a:defRPr sz="1600">
                <a:solidFill>
                  <a:schemeClr val="tx1"/>
                </a:solidFill>
                <a:latin typeface="Lucida Sans Unicode" pitchFamily="34" charset="0"/>
              </a:defRPr>
            </a:lvl4pPr>
            <a:lvl5pPr marL="2057400" indent="-228600">
              <a:defRPr sz="1600">
                <a:solidFill>
                  <a:schemeClr val="tx1"/>
                </a:solidFill>
                <a:latin typeface="Lucida Sans Unicode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Lucida Sans Unicode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Lucida Sans Unicode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Lucida Sans Unicode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Lucida Sans Unicode" pitchFamily="34" charset="0"/>
              </a:defRPr>
            </a:lvl9pPr>
          </a:lstStyle>
          <a:p>
            <a:r>
              <a:rPr lang="en-GB"/>
              <a:t>1010</a:t>
            </a:r>
          </a:p>
          <a:p>
            <a:r>
              <a:rPr lang="en-GB"/>
              <a:t>1011</a:t>
            </a:r>
            <a:endParaRPr lang="en-US"/>
          </a:p>
        </p:txBody>
      </p:sp>
      <p:sp>
        <p:nvSpPr>
          <p:cNvPr id="7185" name="Text Box 16"/>
          <p:cNvSpPr txBox="1">
            <a:spLocks noChangeArrowheads="1"/>
          </p:cNvSpPr>
          <p:nvPr/>
        </p:nvSpPr>
        <p:spPr bwMode="auto">
          <a:xfrm>
            <a:off x="1636713" y="4470400"/>
            <a:ext cx="2887662" cy="3365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 algn="ctr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defRPr sz="1600">
                <a:solidFill>
                  <a:schemeClr val="tx1"/>
                </a:solidFill>
                <a:latin typeface="Lucida Sans Unicode" pitchFamily="34" charset="0"/>
              </a:defRPr>
            </a:lvl1pPr>
            <a:lvl2pPr marL="742950" indent="-285750">
              <a:defRPr sz="1600">
                <a:solidFill>
                  <a:schemeClr val="tx1"/>
                </a:solidFill>
                <a:latin typeface="Lucida Sans Unicode" pitchFamily="34" charset="0"/>
              </a:defRPr>
            </a:lvl2pPr>
            <a:lvl3pPr marL="1143000" indent="-228600">
              <a:defRPr sz="1600">
                <a:solidFill>
                  <a:schemeClr val="tx1"/>
                </a:solidFill>
                <a:latin typeface="Lucida Sans Unicode" pitchFamily="34" charset="0"/>
              </a:defRPr>
            </a:lvl3pPr>
            <a:lvl4pPr marL="1600200" indent="-228600">
              <a:defRPr sz="1600">
                <a:solidFill>
                  <a:schemeClr val="tx1"/>
                </a:solidFill>
                <a:latin typeface="Lucida Sans Unicode" pitchFamily="34" charset="0"/>
              </a:defRPr>
            </a:lvl4pPr>
            <a:lvl5pPr marL="2057400" indent="-228600">
              <a:defRPr sz="1600">
                <a:solidFill>
                  <a:schemeClr val="tx1"/>
                </a:solidFill>
                <a:latin typeface="Lucida Sans Unicode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Lucida Sans Unicode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Lucida Sans Unicode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Lucida Sans Unicode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Lucida Sans Unicode" pitchFamily="34" charset="0"/>
              </a:defRPr>
            </a:lvl9pPr>
          </a:lstStyle>
          <a:p>
            <a:r>
              <a:rPr lang="en-GB"/>
              <a:t>least significant bit … “LSB”</a:t>
            </a:r>
            <a:endParaRPr lang="en-US"/>
          </a:p>
        </p:txBody>
      </p:sp>
      <p:sp>
        <p:nvSpPr>
          <p:cNvPr id="7186" name="Line 17"/>
          <p:cNvSpPr>
            <a:spLocks noChangeShapeType="1"/>
          </p:cNvSpPr>
          <p:nvPr/>
        </p:nvSpPr>
        <p:spPr bwMode="auto">
          <a:xfrm flipH="1" flipV="1">
            <a:off x="3117850" y="2576513"/>
            <a:ext cx="320675" cy="1808162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en-GB"/>
          </a:p>
        </p:txBody>
      </p:sp>
      <p:sp>
        <p:nvSpPr>
          <p:cNvPr id="7187" name="Line 18"/>
          <p:cNvSpPr>
            <a:spLocks noChangeShapeType="1"/>
          </p:cNvSpPr>
          <p:nvPr/>
        </p:nvSpPr>
        <p:spPr bwMode="auto">
          <a:xfrm flipV="1">
            <a:off x="3573463" y="2586038"/>
            <a:ext cx="404812" cy="1808162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en-GB"/>
          </a:p>
        </p:txBody>
      </p:sp>
      <p:sp>
        <p:nvSpPr>
          <p:cNvPr id="7188" name="Text Box 24"/>
          <p:cNvSpPr txBox="1">
            <a:spLocks noChangeArrowheads="1"/>
          </p:cNvSpPr>
          <p:nvPr/>
        </p:nvSpPr>
        <p:spPr bwMode="auto">
          <a:xfrm>
            <a:off x="4167188" y="3600450"/>
            <a:ext cx="2986087" cy="3365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 algn="ctr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defRPr sz="1600">
                <a:solidFill>
                  <a:schemeClr val="tx1"/>
                </a:solidFill>
                <a:latin typeface="Lucida Sans Unicode" pitchFamily="34" charset="0"/>
              </a:defRPr>
            </a:lvl1pPr>
            <a:lvl2pPr marL="742950" indent="-285750">
              <a:defRPr sz="1600">
                <a:solidFill>
                  <a:schemeClr val="tx1"/>
                </a:solidFill>
                <a:latin typeface="Lucida Sans Unicode" pitchFamily="34" charset="0"/>
              </a:defRPr>
            </a:lvl2pPr>
            <a:lvl3pPr marL="1143000" indent="-228600">
              <a:defRPr sz="1600">
                <a:solidFill>
                  <a:schemeClr val="tx1"/>
                </a:solidFill>
                <a:latin typeface="Lucida Sans Unicode" pitchFamily="34" charset="0"/>
              </a:defRPr>
            </a:lvl3pPr>
            <a:lvl4pPr marL="1600200" indent="-228600">
              <a:defRPr sz="1600">
                <a:solidFill>
                  <a:schemeClr val="tx1"/>
                </a:solidFill>
                <a:latin typeface="Lucida Sans Unicode" pitchFamily="34" charset="0"/>
              </a:defRPr>
            </a:lvl4pPr>
            <a:lvl5pPr marL="2057400" indent="-228600">
              <a:defRPr sz="1600">
                <a:solidFill>
                  <a:schemeClr val="tx1"/>
                </a:solidFill>
                <a:latin typeface="Lucida Sans Unicode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Lucida Sans Unicode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Lucida Sans Unicode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Lucida Sans Unicode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Lucida Sans Unicode" pitchFamily="34" charset="0"/>
              </a:defRPr>
            </a:lvl9pPr>
          </a:lstStyle>
          <a:p>
            <a:r>
              <a:rPr lang="en-GB"/>
              <a:t>most significant bit … “MSB”</a:t>
            </a:r>
            <a:endParaRPr lang="en-US"/>
          </a:p>
        </p:txBody>
      </p:sp>
      <p:sp>
        <p:nvSpPr>
          <p:cNvPr id="7189" name="Line 25"/>
          <p:cNvSpPr>
            <a:spLocks noChangeShapeType="1"/>
          </p:cNvSpPr>
          <p:nvPr/>
        </p:nvSpPr>
        <p:spPr bwMode="auto">
          <a:xfrm flipH="1" flipV="1">
            <a:off x="4457700" y="2574925"/>
            <a:ext cx="196850" cy="1049338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548309253"/>
      </p:ext>
    </p:extLst>
  </p:cSld>
  <p:clrMapOvr>
    <a:masterClrMapping/>
  </p:clrMapOvr>
</p:sld>
</file>

<file path=ppt/slides/slide9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94" name="Rectangle 4"/>
          <p:cNvSpPr>
            <a:spLocks noChangeArrowheads="1"/>
          </p:cNvSpPr>
          <p:nvPr/>
        </p:nvSpPr>
        <p:spPr bwMode="auto">
          <a:xfrm>
            <a:off x="430213" y="3638550"/>
            <a:ext cx="2708275" cy="1195388"/>
          </a:xfrm>
          <a:prstGeom prst="rect">
            <a:avLst/>
          </a:prstGeom>
          <a:solidFill>
            <a:srgbClr val="FFFFCC"/>
          </a:solidFill>
          <a:ln>
            <a:noFill/>
          </a:ln>
          <a:extLst>
            <a:ext uri="{91240B29-F687-4F45-9708-019B960494DF}">
              <a14:hiddenLine xmlns:a14="http://schemas.microsoft.com/office/drawing/2010/main" w="9525" algn="ctr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/>
          <a:lstStyle/>
          <a:p>
            <a:endParaRPr lang="en-US"/>
          </a:p>
        </p:txBody>
      </p:sp>
      <p:sp>
        <p:nvSpPr>
          <p:cNvPr id="8195" name="Rectangle 5"/>
          <p:cNvSpPr>
            <a:spLocks noChangeArrowheads="1"/>
          </p:cNvSpPr>
          <p:nvPr/>
        </p:nvSpPr>
        <p:spPr bwMode="auto">
          <a:xfrm>
            <a:off x="430213" y="1176338"/>
            <a:ext cx="2708275" cy="1227137"/>
          </a:xfrm>
          <a:prstGeom prst="rect">
            <a:avLst/>
          </a:prstGeom>
          <a:solidFill>
            <a:srgbClr val="FFFFCC"/>
          </a:solidFill>
          <a:ln>
            <a:noFill/>
          </a:ln>
          <a:extLst>
            <a:ext uri="{91240B29-F687-4F45-9708-019B960494DF}">
              <a14:hiddenLine xmlns:a14="http://schemas.microsoft.com/office/drawing/2010/main" w="9525" algn="ctr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/>
          <a:lstStyle/>
          <a:p>
            <a:endParaRPr lang="en-US"/>
          </a:p>
        </p:txBody>
      </p:sp>
      <p:sp>
        <p:nvSpPr>
          <p:cNvPr id="8196" name="Text Box 6"/>
          <p:cNvSpPr txBox="1">
            <a:spLocks noChangeArrowheads="1"/>
          </p:cNvSpPr>
          <p:nvPr/>
        </p:nvSpPr>
        <p:spPr bwMode="auto">
          <a:xfrm>
            <a:off x="430213" y="376238"/>
            <a:ext cx="2884487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 algn="ctr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defRPr sz="1600">
                <a:solidFill>
                  <a:schemeClr val="tx1"/>
                </a:solidFill>
                <a:latin typeface="Lucida Sans Unicode" pitchFamily="34" charset="0"/>
              </a:defRPr>
            </a:lvl1pPr>
            <a:lvl2pPr marL="742950" indent="-285750">
              <a:defRPr sz="1600">
                <a:solidFill>
                  <a:schemeClr val="tx1"/>
                </a:solidFill>
                <a:latin typeface="Lucida Sans Unicode" pitchFamily="34" charset="0"/>
              </a:defRPr>
            </a:lvl2pPr>
            <a:lvl3pPr marL="1143000" indent="-228600">
              <a:defRPr sz="1600">
                <a:solidFill>
                  <a:schemeClr val="tx1"/>
                </a:solidFill>
                <a:latin typeface="Lucida Sans Unicode" pitchFamily="34" charset="0"/>
              </a:defRPr>
            </a:lvl3pPr>
            <a:lvl4pPr marL="1600200" indent="-228600">
              <a:defRPr sz="1600">
                <a:solidFill>
                  <a:schemeClr val="tx1"/>
                </a:solidFill>
                <a:latin typeface="Lucida Sans Unicode" pitchFamily="34" charset="0"/>
              </a:defRPr>
            </a:lvl4pPr>
            <a:lvl5pPr marL="2057400" indent="-228600">
              <a:defRPr sz="1600">
                <a:solidFill>
                  <a:schemeClr val="tx1"/>
                </a:solidFill>
                <a:latin typeface="Lucida Sans Unicode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Lucida Sans Unicode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Lucida Sans Unicode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Lucida Sans Unicode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Lucida Sans Unicode" pitchFamily="34" charset="0"/>
              </a:defRPr>
            </a:lvl9pPr>
          </a:lstStyle>
          <a:p>
            <a:r>
              <a:rPr lang="en-GB" sz="2400" b="1"/>
              <a:t>The Binary System</a:t>
            </a:r>
            <a:endParaRPr lang="en-US" sz="2400" b="1"/>
          </a:p>
        </p:txBody>
      </p:sp>
      <p:sp>
        <p:nvSpPr>
          <p:cNvPr id="8197" name="Text Box 7"/>
          <p:cNvSpPr txBox="1">
            <a:spLocks noChangeArrowheads="1"/>
          </p:cNvSpPr>
          <p:nvPr/>
        </p:nvSpPr>
        <p:spPr bwMode="auto">
          <a:xfrm>
            <a:off x="2597150" y="1263650"/>
            <a:ext cx="184150" cy="3365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 algn="ctr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defRPr sz="1600">
                <a:solidFill>
                  <a:schemeClr val="tx1"/>
                </a:solidFill>
                <a:latin typeface="Lucida Sans Unicode" pitchFamily="34" charset="0"/>
              </a:defRPr>
            </a:lvl1pPr>
            <a:lvl2pPr marL="742950" indent="-285750">
              <a:defRPr sz="1600">
                <a:solidFill>
                  <a:schemeClr val="tx1"/>
                </a:solidFill>
                <a:latin typeface="Lucida Sans Unicode" pitchFamily="34" charset="0"/>
              </a:defRPr>
            </a:lvl2pPr>
            <a:lvl3pPr marL="1143000" indent="-228600">
              <a:defRPr sz="1600">
                <a:solidFill>
                  <a:schemeClr val="tx1"/>
                </a:solidFill>
                <a:latin typeface="Lucida Sans Unicode" pitchFamily="34" charset="0"/>
              </a:defRPr>
            </a:lvl3pPr>
            <a:lvl4pPr marL="1600200" indent="-228600">
              <a:defRPr sz="1600">
                <a:solidFill>
                  <a:schemeClr val="tx1"/>
                </a:solidFill>
                <a:latin typeface="Lucida Sans Unicode" pitchFamily="34" charset="0"/>
              </a:defRPr>
            </a:lvl4pPr>
            <a:lvl5pPr marL="2057400" indent="-228600">
              <a:defRPr sz="1600">
                <a:solidFill>
                  <a:schemeClr val="tx1"/>
                </a:solidFill>
                <a:latin typeface="Lucida Sans Unicode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Lucida Sans Unicode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Lucida Sans Unicode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Lucida Sans Unicode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Lucida Sans Unicode" pitchFamily="34" charset="0"/>
              </a:defRPr>
            </a:lvl9pPr>
          </a:lstStyle>
          <a:p>
            <a:endParaRPr lang="en-US"/>
          </a:p>
        </p:txBody>
      </p:sp>
      <p:sp>
        <p:nvSpPr>
          <p:cNvPr id="8198" name="Text Box 8"/>
          <p:cNvSpPr txBox="1">
            <a:spLocks noChangeArrowheads="1"/>
          </p:cNvSpPr>
          <p:nvPr/>
        </p:nvSpPr>
        <p:spPr bwMode="auto">
          <a:xfrm>
            <a:off x="1444625" y="1176338"/>
            <a:ext cx="766763" cy="49180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 algn="ctr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defRPr sz="1600">
                <a:solidFill>
                  <a:schemeClr val="tx1"/>
                </a:solidFill>
                <a:latin typeface="Lucida Sans Unicode" pitchFamily="34" charset="0"/>
              </a:defRPr>
            </a:lvl1pPr>
            <a:lvl2pPr marL="742950" indent="-285750">
              <a:defRPr sz="1600">
                <a:solidFill>
                  <a:schemeClr val="tx1"/>
                </a:solidFill>
                <a:latin typeface="Lucida Sans Unicode" pitchFamily="34" charset="0"/>
              </a:defRPr>
            </a:lvl2pPr>
            <a:lvl3pPr marL="1143000" indent="-228600">
              <a:defRPr sz="1600">
                <a:solidFill>
                  <a:schemeClr val="tx1"/>
                </a:solidFill>
                <a:latin typeface="Lucida Sans Unicode" pitchFamily="34" charset="0"/>
              </a:defRPr>
            </a:lvl3pPr>
            <a:lvl4pPr marL="1600200" indent="-228600">
              <a:defRPr sz="1600">
                <a:solidFill>
                  <a:schemeClr val="tx1"/>
                </a:solidFill>
                <a:latin typeface="Lucida Sans Unicode" pitchFamily="34" charset="0"/>
              </a:defRPr>
            </a:lvl4pPr>
            <a:lvl5pPr marL="2057400" indent="-228600">
              <a:defRPr sz="1600">
                <a:solidFill>
                  <a:schemeClr val="tx1"/>
                </a:solidFill>
                <a:latin typeface="Lucida Sans Unicode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Lucida Sans Unicode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Lucida Sans Unicode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Lucida Sans Unicode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Lucida Sans Unicode" pitchFamily="34" charset="0"/>
              </a:defRPr>
            </a:lvl9pPr>
          </a:lstStyle>
          <a:p>
            <a:pPr>
              <a:lnSpc>
                <a:spcPct val="110000"/>
              </a:lnSpc>
            </a:pPr>
            <a:r>
              <a:rPr lang="en-GB" sz="1800" b="1"/>
              <a:t>      0</a:t>
            </a:r>
          </a:p>
          <a:p>
            <a:pPr>
              <a:lnSpc>
                <a:spcPct val="110000"/>
              </a:lnSpc>
            </a:pPr>
            <a:r>
              <a:rPr lang="en-GB" sz="1800" b="1"/>
              <a:t>      1</a:t>
            </a:r>
          </a:p>
          <a:p>
            <a:pPr>
              <a:lnSpc>
                <a:spcPct val="110000"/>
              </a:lnSpc>
            </a:pPr>
            <a:r>
              <a:rPr lang="en-GB" sz="1800" b="1"/>
              <a:t>    10</a:t>
            </a:r>
          </a:p>
          <a:p>
            <a:pPr>
              <a:lnSpc>
                <a:spcPct val="110000"/>
              </a:lnSpc>
            </a:pPr>
            <a:r>
              <a:rPr lang="en-GB" sz="1800" b="1"/>
              <a:t>    11</a:t>
            </a:r>
          </a:p>
          <a:p>
            <a:pPr>
              <a:lnSpc>
                <a:spcPct val="110000"/>
              </a:lnSpc>
            </a:pPr>
            <a:r>
              <a:rPr lang="en-GB" sz="1800" b="1"/>
              <a:t>  100</a:t>
            </a:r>
          </a:p>
          <a:p>
            <a:pPr>
              <a:lnSpc>
                <a:spcPct val="110000"/>
              </a:lnSpc>
            </a:pPr>
            <a:r>
              <a:rPr lang="en-GB" sz="1800" b="1"/>
              <a:t>  101</a:t>
            </a:r>
          </a:p>
          <a:p>
            <a:pPr>
              <a:lnSpc>
                <a:spcPct val="110000"/>
              </a:lnSpc>
            </a:pPr>
            <a:r>
              <a:rPr lang="en-GB" sz="1800" b="1"/>
              <a:t>  110</a:t>
            </a:r>
          </a:p>
          <a:p>
            <a:pPr>
              <a:lnSpc>
                <a:spcPct val="110000"/>
              </a:lnSpc>
            </a:pPr>
            <a:r>
              <a:rPr lang="en-GB" sz="1800" b="1"/>
              <a:t>  111</a:t>
            </a:r>
          </a:p>
          <a:p>
            <a:pPr>
              <a:lnSpc>
                <a:spcPct val="110000"/>
              </a:lnSpc>
            </a:pPr>
            <a:r>
              <a:rPr lang="en-GB" sz="1800" b="1"/>
              <a:t>1000</a:t>
            </a:r>
          </a:p>
          <a:p>
            <a:pPr>
              <a:lnSpc>
                <a:spcPct val="110000"/>
              </a:lnSpc>
            </a:pPr>
            <a:r>
              <a:rPr lang="en-GB" sz="1800" b="1"/>
              <a:t>1001</a:t>
            </a:r>
          </a:p>
          <a:p>
            <a:pPr>
              <a:lnSpc>
                <a:spcPct val="110000"/>
              </a:lnSpc>
            </a:pPr>
            <a:r>
              <a:rPr lang="en-GB" sz="1800" b="1"/>
              <a:t>1010</a:t>
            </a:r>
          </a:p>
          <a:p>
            <a:pPr>
              <a:lnSpc>
                <a:spcPct val="110000"/>
              </a:lnSpc>
            </a:pPr>
            <a:r>
              <a:rPr lang="en-GB" sz="1800" b="1"/>
              <a:t>1011</a:t>
            </a:r>
          </a:p>
          <a:p>
            <a:pPr>
              <a:lnSpc>
                <a:spcPct val="110000"/>
              </a:lnSpc>
            </a:pPr>
            <a:r>
              <a:rPr lang="en-GB" sz="1800" b="1"/>
              <a:t>1100</a:t>
            </a:r>
          </a:p>
          <a:p>
            <a:pPr>
              <a:lnSpc>
                <a:spcPct val="110000"/>
              </a:lnSpc>
            </a:pPr>
            <a:r>
              <a:rPr lang="en-GB" sz="1800" b="1"/>
              <a:t>1101</a:t>
            </a:r>
          </a:p>
          <a:p>
            <a:pPr>
              <a:lnSpc>
                <a:spcPct val="110000"/>
              </a:lnSpc>
            </a:pPr>
            <a:r>
              <a:rPr lang="en-GB" sz="1800" b="1"/>
              <a:t>1110</a:t>
            </a:r>
          </a:p>
          <a:p>
            <a:pPr>
              <a:lnSpc>
                <a:spcPct val="110000"/>
              </a:lnSpc>
            </a:pPr>
            <a:r>
              <a:rPr lang="en-GB" sz="1800" b="1"/>
              <a:t>1111</a:t>
            </a:r>
            <a:endParaRPr lang="en-US"/>
          </a:p>
        </p:txBody>
      </p:sp>
      <p:sp>
        <p:nvSpPr>
          <p:cNvPr id="8199" name="Text Box 9"/>
          <p:cNvSpPr txBox="1">
            <a:spLocks noChangeArrowheads="1"/>
          </p:cNvSpPr>
          <p:nvPr/>
        </p:nvSpPr>
        <p:spPr bwMode="auto">
          <a:xfrm>
            <a:off x="430213" y="1176338"/>
            <a:ext cx="473075" cy="49180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 algn="ctr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defRPr sz="1600">
                <a:solidFill>
                  <a:schemeClr val="tx1"/>
                </a:solidFill>
                <a:latin typeface="Lucida Sans Unicode" pitchFamily="34" charset="0"/>
              </a:defRPr>
            </a:lvl1pPr>
            <a:lvl2pPr marL="742950" indent="-285750">
              <a:defRPr sz="1600">
                <a:solidFill>
                  <a:schemeClr val="tx1"/>
                </a:solidFill>
                <a:latin typeface="Lucida Sans Unicode" pitchFamily="34" charset="0"/>
              </a:defRPr>
            </a:lvl2pPr>
            <a:lvl3pPr marL="1143000" indent="-228600">
              <a:defRPr sz="1600">
                <a:solidFill>
                  <a:schemeClr val="tx1"/>
                </a:solidFill>
                <a:latin typeface="Lucida Sans Unicode" pitchFamily="34" charset="0"/>
              </a:defRPr>
            </a:lvl3pPr>
            <a:lvl4pPr marL="1600200" indent="-228600">
              <a:defRPr sz="1600">
                <a:solidFill>
                  <a:schemeClr val="tx1"/>
                </a:solidFill>
                <a:latin typeface="Lucida Sans Unicode" pitchFamily="34" charset="0"/>
              </a:defRPr>
            </a:lvl4pPr>
            <a:lvl5pPr marL="2057400" indent="-228600">
              <a:defRPr sz="1600">
                <a:solidFill>
                  <a:schemeClr val="tx1"/>
                </a:solidFill>
                <a:latin typeface="Lucida Sans Unicode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Lucida Sans Unicode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Lucida Sans Unicode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Lucida Sans Unicode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Lucida Sans Unicode" pitchFamily="34" charset="0"/>
              </a:defRPr>
            </a:lvl9pPr>
          </a:lstStyle>
          <a:p>
            <a:pPr algn="r">
              <a:lnSpc>
                <a:spcPct val="110000"/>
              </a:lnSpc>
            </a:pPr>
            <a:r>
              <a:rPr lang="en-GB" sz="1800" b="1"/>
              <a:t>0</a:t>
            </a:r>
          </a:p>
          <a:p>
            <a:pPr algn="r">
              <a:lnSpc>
                <a:spcPct val="110000"/>
              </a:lnSpc>
            </a:pPr>
            <a:r>
              <a:rPr lang="en-GB" sz="1800" b="1"/>
              <a:t>1</a:t>
            </a:r>
          </a:p>
          <a:p>
            <a:pPr algn="r">
              <a:lnSpc>
                <a:spcPct val="110000"/>
              </a:lnSpc>
            </a:pPr>
            <a:r>
              <a:rPr lang="en-GB" sz="1800" b="1"/>
              <a:t>2</a:t>
            </a:r>
          </a:p>
          <a:p>
            <a:pPr algn="r">
              <a:lnSpc>
                <a:spcPct val="110000"/>
              </a:lnSpc>
            </a:pPr>
            <a:r>
              <a:rPr lang="en-GB" sz="1800" b="1"/>
              <a:t>3</a:t>
            </a:r>
          </a:p>
          <a:p>
            <a:pPr algn="r">
              <a:lnSpc>
                <a:spcPct val="110000"/>
              </a:lnSpc>
            </a:pPr>
            <a:r>
              <a:rPr lang="en-GB" sz="1800" b="1"/>
              <a:t>4</a:t>
            </a:r>
          </a:p>
          <a:p>
            <a:pPr algn="r">
              <a:lnSpc>
                <a:spcPct val="110000"/>
              </a:lnSpc>
            </a:pPr>
            <a:r>
              <a:rPr lang="en-GB" sz="1800" b="1"/>
              <a:t>5</a:t>
            </a:r>
          </a:p>
          <a:p>
            <a:pPr algn="r">
              <a:lnSpc>
                <a:spcPct val="110000"/>
              </a:lnSpc>
            </a:pPr>
            <a:r>
              <a:rPr lang="en-GB" sz="1800" b="1"/>
              <a:t>6</a:t>
            </a:r>
          </a:p>
          <a:p>
            <a:pPr algn="r">
              <a:lnSpc>
                <a:spcPct val="110000"/>
              </a:lnSpc>
            </a:pPr>
            <a:r>
              <a:rPr lang="en-GB" sz="1800" b="1"/>
              <a:t>7</a:t>
            </a:r>
          </a:p>
          <a:p>
            <a:pPr algn="r">
              <a:lnSpc>
                <a:spcPct val="110000"/>
              </a:lnSpc>
            </a:pPr>
            <a:r>
              <a:rPr lang="en-GB" sz="1800" b="1"/>
              <a:t>8</a:t>
            </a:r>
          </a:p>
          <a:p>
            <a:pPr algn="r">
              <a:lnSpc>
                <a:spcPct val="110000"/>
              </a:lnSpc>
            </a:pPr>
            <a:r>
              <a:rPr lang="en-GB" sz="1800" b="1"/>
              <a:t>9</a:t>
            </a:r>
          </a:p>
          <a:p>
            <a:pPr algn="r">
              <a:lnSpc>
                <a:spcPct val="110000"/>
              </a:lnSpc>
            </a:pPr>
            <a:r>
              <a:rPr lang="en-GB" sz="1800" b="1"/>
              <a:t>10</a:t>
            </a:r>
          </a:p>
          <a:p>
            <a:pPr algn="r">
              <a:lnSpc>
                <a:spcPct val="110000"/>
              </a:lnSpc>
            </a:pPr>
            <a:r>
              <a:rPr lang="en-GB" sz="1800" b="1"/>
              <a:t>11</a:t>
            </a:r>
          </a:p>
          <a:p>
            <a:pPr algn="r">
              <a:lnSpc>
                <a:spcPct val="110000"/>
              </a:lnSpc>
            </a:pPr>
            <a:r>
              <a:rPr lang="en-GB" sz="1800" b="1"/>
              <a:t>12</a:t>
            </a:r>
          </a:p>
          <a:p>
            <a:pPr algn="r">
              <a:lnSpc>
                <a:spcPct val="110000"/>
              </a:lnSpc>
            </a:pPr>
            <a:r>
              <a:rPr lang="en-GB" sz="1800" b="1"/>
              <a:t>13</a:t>
            </a:r>
          </a:p>
          <a:p>
            <a:pPr algn="r">
              <a:lnSpc>
                <a:spcPct val="110000"/>
              </a:lnSpc>
            </a:pPr>
            <a:r>
              <a:rPr lang="en-GB" sz="1800" b="1"/>
              <a:t>14</a:t>
            </a:r>
          </a:p>
          <a:p>
            <a:pPr algn="r">
              <a:lnSpc>
                <a:spcPct val="110000"/>
              </a:lnSpc>
            </a:pPr>
            <a:r>
              <a:rPr lang="en-GB" sz="1800" b="1"/>
              <a:t>15</a:t>
            </a:r>
            <a:endParaRPr lang="en-US" sz="1800" b="1"/>
          </a:p>
        </p:txBody>
      </p:sp>
      <p:sp>
        <p:nvSpPr>
          <p:cNvPr id="8200" name="Rectangle 18"/>
          <p:cNvSpPr>
            <a:spLocks noChangeArrowheads="1"/>
          </p:cNvSpPr>
          <p:nvPr/>
        </p:nvSpPr>
        <p:spPr bwMode="auto">
          <a:xfrm>
            <a:off x="2154238" y="3638550"/>
            <a:ext cx="952500" cy="1195388"/>
          </a:xfrm>
          <a:prstGeom prst="rect">
            <a:avLst/>
          </a:prstGeom>
          <a:solidFill>
            <a:srgbClr val="FFFFCC"/>
          </a:solidFill>
          <a:ln>
            <a:noFill/>
          </a:ln>
          <a:extLst>
            <a:ext uri="{91240B29-F687-4F45-9708-019B960494DF}">
              <a14:hiddenLine xmlns:a14="http://schemas.microsoft.com/office/drawing/2010/main" w="9525" algn="ctr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/>
          <a:lstStyle/>
          <a:p>
            <a:endParaRPr lang="en-US"/>
          </a:p>
        </p:txBody>
      </p:sp>
      <p:sp>
        <p:nvSpPr>
          <p:cNvPr id="8201" name="Text Box 25"/>
          <p:cNvSpPr txBox="1">
            <a:spLocks noChangeArrowheads="1"/>
          </p:cNvSpPr>
          <p:nvPr/>
        </p:nvSpPr>
        <p:spPr bwMode="auto">
          <a:xfrm>
            <a:off x="3551238" y="1252538"/>
            <a:ext cx="4149725" cy="3365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 algn="ctr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defRPr sz="1600">
                <a:solidFill>
                  <a:schemeClr val="tx1"/>
                </a:solidFill>
                <a:latin typeface="Lucida Sans Unicode" pitchFamily="34" charset="0"/>
              </a:defRPr>
            </a:lvl1pPr>
            <a:lvl2pPr marL="742950" indent="-285750">
              <a:defRPr sz="1600">
                <a:solidFill>
                  <a:schemeClr val="tx1"/>
                </a:solidFill>
                <a:latin typeface="Lucida Sans Unicode" pitchFamily="34" charset="0"/>
              </a:defRPr>
            </a:lvl2pPr>
            <a:lvl3pPr marL="1143000" indent="-228600">
              <a:defRPr sz="1600">
                <a:solidFill>
                  <a:schemeClr val="tx1"/>
                </a:solidFill>
                <a:latin typeface="Lucida Sans Unicode" pitchFamily="34" charset="0"/>
              </a:defRPr>
            </a:lvl3pPr>
            <a:lvl4pPr marL="1600200" indent="-228600">
              <a:defRPr sz="1600">
                <a:solidFill>
                  <a:schemeClr val="tx1"/>
                </a:solidFill>
                <a:latin typeface="Lucida Sans Unicode" pitchFamily="34" charset="0"/>
              </a:defRPr>
            </a:lvl4pPr>
            <a:lvl5pPr marL="2057400" indent="-228600">
              <a:defRPr sz="1600">
                <a:solidFill>
                  <a:schemeClr val="tx1"/>
                </a:solidFill>
                <a:latin typeface="Lucida Sans Unicode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Lucida Sans Unicode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Lucida Sans Unicode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Lucida Sans Unicode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Lucida Sans Unicode" pitchFamily="34" charset="0"/>
              </a:defRPr>
            </a:lvl9pPr>
          </a:lstStyle>
          <a:p>
            <a:r>
              <a:rPr lang="en-GB"/>
              <a:t>... it’s all about spotting the patterns ... </a:t>
            </a:r>
          </a:p>
        </p:txBody>
      </p:sp>
    </p:spTree>
    <p:extLst>
      <p:ext uri="{BB962C8B-B14F-4D97-AF65-F5344CB8AC3E}">
        <p14:creationId xmlns:p14="http://schemas.microsoft.com/office/powerpoint/2010/main" val="597711420"/>
      </p:ext>
    </p:extLst>
  </p:cSld>
  <p:clrMapOvr>
    <a:masterClrMapping/>
  </p:clrMapOvr>
</p:sld>
</file>

<file path=ppt/slides/slide9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218" name="Rectangle 2"/>
          <p:cNvSpPr>
            <a:spLocks noChangeArrowheads="1"/>
          </p:cNvSpPr>
          <p:nvPr/>
        </p:nvSpPr>
        <p:spPr bwMode="auto">
          <a:xfrm>
            <a:off x="430213" y="3638550"/>
            <a:ext cx="2708275" cy="1195388"/>
          </a:xfrm>
          <a:prstGeom prst="rect">
            <a:avLst/>
          </a:prstGeom>
          <a:solidFill>
            <a:srgbClr val="FFFFCC"/>
          </a:solidFill>
          <a:ln>
            <a:noFill/>
          </a:ln>
          <a:extLst>
            <a:ext uri="{91240B29-F687-4F45-9708-019B960494DF}">
              <a14:hiddenLine xmlns:a14="http://schemas.microsoft.com/office/drawing/2010/main" w="9525" algn="ctr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/>
          <a:lstStyle/>
          <a:p>
            <a:endParaRPr lang="en-US"/>
          </a:p>
        </p:txBody>
      </p:sp>
      <p:sp>
        <p:nvSpPr>
          <p:cNvPr id="9219" name="Rectangle 3"/>
          <p:cNvSpPr>
            <a:spLocks noChangeArrowheads="1"/>
          </p:cNvSpPr>
          <p:nvPr/>
        </p:nvSpPr>
        <p:spPr bwMode="auto">
          <a:xfrm>
            <a:off x="430213" y="1176338"/>
            <a:ext cx="2708275" cy="1227137"/>
          </a:xfrm>
          <a:prstGeom prst="rect">
            <a:avLst/>
          </a:prstGeom>
          <a:solidFill>
            <a:srgbClr val="FFFFCC"/>
          </a:solidFill>
          <a:ln>
            <a:noFill/>
          </a:ln>
          <a:extLst>
            <a:ext uri="{91240B29-F687-4F45-9708-019B960494DF}">
              <a14:hiddenLine xmlns:a14="http://schemas.microsoft.com/office/drawing/2010/main" w="9525" algn="ctr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/>
          <a:lstStyle/>
          <a:p>
            <a:endParaRPr lang="en-US"/>
          </a:p>
        </p:txBody>
      </p:sp>
      <p:sp>
        <p:nvSpPr>
          <p:cNvPr id="9220" name="Text Box 4"/>
          <p:cNvSpPr txBox="1">
            <a:spLocks noChangeArrowheads="1"/>
          </p:cNvSpPr>
          <p:nvPr/>
        </p:nvSpPr>
        <p:spPr bwMode="auto">
          <a:xfrm>
            <a:off x="430213" y="376238"/>
            <a:ext cx="2884487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 algn="ctr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defRPr sz="1600">
                <a:solidFill>
                  <a:schemeClr val="tx1"/>
                </a:solidFill>
                <a:latin typeface="Lucida Sans Unicode" pitchFamily="34" charset="0"/>
              </a:defRPr>
            </a:lvl1pPr>
            <a:lvl2pPr marL="742950" indent="-285750">
              <a:defRPr sz="1600">
                <a:solidFill>
                  <a:schemeClr val="tx1"/>
                </a:solidFill>
                <a:latin typeface="Lucida Sans Unicode" pitchFamily="34" charset="0"/>
              </a:defRPr>
            </a:lvl2pPr>
            <a:lvl3pPr marL="1143000" indent="-228600">
              <a:defRPr sz="1600">
                <a:solidFill>
                  <a:schemeClr val="tx1"/>
                </a:solidFill>
                <a:latin typeface="Lucida Sans Unicode" pitchFamily="34" charset="0"/>
              </a:defRPr>
            </a:lvl3pPr>
            <a:lvl4pPr marL="1600200" indent="-228600">
              <a:defRPr sz="1600">
                <a:solidFill>
                  <a:schemeClr val="tx1"/>
                </a:solidFill>
                <a:latin typeface="Lucida Sans Unicode" pitchFamily="34" charset="0"/>
              </a:defRPr>
            </a:lvl4pPr>
            <a:lvl5pPr marL="2057400" indent="-228600">
              <a:defRPr sz="1600">
                <a:solidFill>
                  <a:schemeClr val="tx1"/>
                </a:solidFill>
                <a:latin typeface="Lucida Sans Unicode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Lucida Sans Unicode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Lucida Sans Unicode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Lucida Sans Unicode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Lucida Sans Unicode" pitchFamily="34" charset="0"/>
              </a:defRPr>
            </a:lvl9pPr>
          </a:lstStyle>
          <a:p>
            <a:r>
              <a:rPr lang="en-GB" sz="2400" b="1"/>
              <a:t>The Binary System</a:t>
            </a:r>
            <a:endParaRPr lang="en-US" sz="2400" b="1"/>
          </a:p>
        </p:txBody>
      </p:sp>
      <p:sp>
        <p:nvSpPr>
          <p:cNvPr id="9221" name="Text Box 5"/>
          <p:cNvSpPr txBox="1">
            <a:spLocks noChangeArrowheads="1"/>
          </p:cNvSpPr>
          <p:nvPr/>
        </p:nvSpPr>
        <p:spPr bwMode="auto">
          <a:xfrm>
            <a:off x="2597150" y="1263650"/>
            <a:ext cx="184150" cy="3365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 algn="ctr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defRPr sz="1600">
                <a:solidFill>
                  <a:schemeClr val="tx1"/>
                </a:solidFill>
                <a:latin typeface="Lucida Sans Unicode" pitchFamily="34" charset="0"/>
              </a:defRPr>
            </a:lvl1pPr>
            <a:lvl2pPr marL="742950" indent="-285750">
              <a:defRPr sz="1600">
                <a:solidFill>
                  <a:schemeClr val="tx1"/>
                </a:solidFill>
                <a:latin typeface="Lucida Sans Unicode" pitchFamily="34" charset="0"/>
              </a:defRPr>
            </a:lvl2pPr>
            <a:lvl3pPr marL="1143000" indent="-228600">
              <a:defRPr sz="1600">
                <a:solidFill>
                  <a:schemeClr val="tx1"/>
                </a:solidFill>
                <a:latin typeface="Lucida Sans Unicode" pitchFamily="34" charset="0"/>
              </a:defRPr>
            </a:lvl3pPr>
            <a:lvl4pPr marL="1600200" indent="-228600">
              <a:defRPr sz="1600">
                <a:solidFill>
                  <a:schemeClr val="tx1"/>
                </a:solidFill>
                <a:latin typeface="Lucida Sans Unicode" pitchFamily="34" charset="0"/>
              </a:defRPr>
            </a:lvl4pPr>
            <a:lvl5pPr marL="2057400" indent="-228600">
              <a:defRPr sz="1600">
                <a:solidFill>
                  <a:schemeClr val="tx1"/>
                </a:solidFill>
                <a:latin typeface="Lucida Sans Unicode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Lucida Sans Unicode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Lucida Sans Unicode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Lucida Sans Unicode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Lucida Sans Unicode" pitchFamily="34" charset="0"/>
              </a:defRPr>
            </a:lvl9pPr>
          </a:lstStyle>
          <a:p>
            <a:endParaRPr lang="en-US"/>
          </a:p>
        </p:txBody>
      </p:sp>
      <p:sp>
        <p:nvSpPr>
          <p:cNvPr id="9222" name="Text Box 6"/>
          <p:cNvSpPr txBox="1">
            <a:spLocks noChangeArrowheads="1"/>
          </p:cNvSpPr>
          <p:nvPr/>
        </p:nvSpPr>
        <p:spPr bwMode="auto">
          <a:xfrm>
            <a:off x="1444625" y="1176338"/>
            <a:ext cx="763588" cy="49180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 algn="ctr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defRPr sz="1600">
                <a:solidFill>
                  <a:schemeClr val="tx1"/>
                </a:solidFill>
                <a:latin typeface="Lucida Sans Unicode" pitchFamily="34" charset="0"/>
              </a:defRPr>
            </a:lvl1pPr>
            <a:lvl2pPr marL="742950" indent="-285750">
              <a:defRPr sz="1600">
                <a:solidFill>
                  <a:schemeClr val="tx1"/>
                </a:solidFill>
                <a:latin typeface="Lucida Sans Unicode" pitchFamily="34" charset="0"/>
              </a:defRPr>
            </a:lvl2pPr>
            <a:lvl3pPr marL="1143000" indent="-228600">
              <a:defRPr sz="1600">
                <a:solidFill>
                  <a:schemeClr val="tx1"/>
                </a:solidFill>
                <a:latin typeface="Lucida Sans Unicode" pitchFamily="34" charset="0"/>
              </a:defRPr>
            </a:lvl3pPr>
            <a:lvl4pPr marL="1600200" indent="-228600">
              <a:defRPr sz="1600">
                <a:solidFill>
                  <a:schemeClr val="tx1"/>
                </a:solidFill>
                <a:latin typeface="Lucida Sans Unicode" pitchFamily="34" charset="0"/>
              </a:defRPr>
            </a:lvl4pPr>
            <a:lvl5pPr marL="2057400" indent="-228600">
              <a:defRPr sz="1600">
                <a:solidFill>
                  <a:schemeClr val="tx1"/>
                </a:solidFill>
                <a:latin typeface="Lucida Sans Unicode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Lucida Sans Unicode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Lucida Sans Unicode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Lucida Sans Unicode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Lucida Sans Unicode" pitchFamily="34" charset="0"/>
              </a:defRPr>
            </a:lvl9pPr>
          </a:lstStyle>
          <a:p>
            <a:pPr>
              <a:lnSpc>
                <a:spcPct val="110000"/>
              </a:lnSpc>
            </a:pPr>
            <a:r>
              <a:rPr lang="en-GB" sz="1800" b="1"/>
              <a:t>0000</a:t>
            </a:r>
          </a:p>
          <a:p>
            <a:pPr>
              <a:lnSpc>
                <a:spcPct val="110000"/>
              </a:lnSpc>
            </a:pPr>
            <a:r>
              <a:rPr lang="en-GB" sz="1800" b="1"/>
              <a:t>0001</a:t>
            </a:r>
          </a:p>
          <a:p>
            <a:pPr>
              <a:lnSpc>
                <a:spcPct val="110000"/>
              </a:lnSpc>
            </a:pPr>
            <a:r>
              <a:rPr lang="en-GB" sz="1800" b="1"/>
              <a:t>0010</a:t>
            </a:r>
          </a:p>
          <a:p>
            <a:pPr>
              <a:lnSpc>
                <a:spcPct val="110000"/>
              </a:lnSpc>
            </a:pPr>
            <a:r>
              <a:rPr lang="en-GB" sz="1800" b="1"/>
              <a:t>0011</a:t>
            </a:r>
          </a:p>
          <a:p>
            <a:pPr>
              <a:lnSpc>
                <a:spcPct val="110000"/>
              </a:lnSpc>
            </a:pPr>
            <a:r>
              <a:rPr lang="en-GB" sz="1800" b="1"/>
              <a:t>0100</a:t>
            </a:r>
          </a:p>
          <a:p>
            <a:pPr>
              <a:lnSpc>
                <a:spcPct val="110000"/>
              </a:lnSpc>
            </a:pPr>
            <a:r>
              <a:rPr lang="en-GB" sz="1800" b="1"/>
              <a:t>0101</a:t>
            </a:r>
          </a:p>
          <a:p>
            <a:pPr>
              <a:lnSpc>
                <a:spcPct val="110000"/>
              </a:lnSpc>
            </a:pPr>
            <a:r>
              <a:rPr lang="en-GB" sz="1800" b="1"/>
              <a:t>0110</a:t>
            </a:r>
          </a:p>
          <a:p>
            <a:pPr>
              <a:lnSpc>
                <a:spcPct val="110000"/>
              </a:lnSpc>
            </a:pPr>
            <a:r>
              <a:rPr lang="en-GB" sz="1800" b="1"/>
              <a:t>0111</a:t>
            </a:r>
          </a:p>
          <a:p>
            <a:pPr>
              <a:lnSpc>
                <a:spcPct val="110000"/>
              </a:lnSpc>
            </a:pPr>
            <a:r>
              <a:rPr lang="en-GB" sz="1800" b="1"/>
              <a:t>1000</a:t>
            </a:r>
          </a:p>
          <a:p>
            <a:pPr>
              <a:lnSpc>
                <a:spcPct val="110000"/>
              </a:lnSpc>
            </a:pPr>
            <a:r>
              <a:rPr lang="en-GB" sz="1800" b="1"/>
              <a:t>1001</a:t>
            </a:r>
          </a:p>
          <a:p>
            <a:pPr>
              <a:lnSpc>
                <a:spcPct val="110000"/>
              </a:lnSpc>
            </a:pPr>
            <a:r>
              <a:rPr lang="en-GB" sz="1800" b="1"/>
              <a:t>1010</a:t>
            </a:r>
          </a:p>
          <a:p>
            <a:pPr>
              <a:lnSpc>
                <a:spcPct val="110000"/>
              </a:lnSpc>
            </a:pPr>
            <a:r>
              <a:rPr lang="en-GB" sz="1800" b="1"/>
              <a:t>1011</a:t>
            </a:r>
          </a:p>
          <a:p>
            <a:pPr>
              <a:lnSpc>
                <a:spcPct val="110000"/>
              </a:lnSpc>
            </a:pPr>
            <a:r>
              <a:rPr lang="en-GB" sz="1800" b="1"/>
              <a:t>1100</a:t>
            </a:r>
          </a:p>
          <a:p>
            <a:pPr>
              <a:lnSpc>
                <a:spcPct val="110000"/>
              </a:lnSpc>
            </a:pPr>
            <a:r>
              <a:rPr lang="en-GB" sz="1800" b="1"/>
              <a:t>1101</a:t>
            </a:r>
          </a:p>
          <a:p>
            <a:pPr>
              <a:lnSpc>
                <a:spcPct val="110000"/>
              </a:lnSpc>
            </a:pPr>
            <a:r>
              <a:rPr lang="en-GB" sz="1800" b="1"/>
              <a:t>1110</a:t>
            </a:r>
          </a:p>
          <a:p>
            <a:pPr>
              <a:lnSpc>
                <a:spcPct val="110000"/>
              </a:lnSpc>
            </a:pPr>
            <a:r>
              <a:rPr lang="en-GB" sz="1800" b="1"/>
              <a:t>1111</a:t>
            </a:r>
            <a:endParaRPr lang="en-US"/>
          </a:p>
        </p:txBody>
      </p:sp>
      <p:sp>
        <p:nvSpPr>
          <p:cNvPr id="9223" name="Text Box 7"/>
          <p:cNvSpPr txBox="1">
            <a:spLocks noChangeArrowheads="1"/>
          </p:cNvSpPr>
          <p:nvPr/>
        </p:nvSpPr>
        <p:spPr bwMode="auto">
          <a:xfrm>
            <a:off x="430213" y="1176338"/>
            <a:ext cx="473075" cy="49180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 algn="ctr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defRPr sz="1600">
                <a:solidFill>
                  <a:schemeClr val="tx1"/>
                </a:solidFill>
                <a:latin typeface="Lucida Sans Unicode" pitchFamily="34" charset="0"/>
              </a:defRPr>
            </a:lvl1pPr>
            <a:lvl2pPr marL="742950" indent="-285750">
              <a:defRPr sz="1600">
                <a:solidFill>
                  <a:schemeClr val="tx1"/>
                </a:solidFill>
                <a:latin typeface="Lucida Sans Unicode" pitchFamily="34" charset="0"/>
              </a:defRPr>
            </a:lvl2pPr>
            <a:lvl3pPr marL="1143000" indent="-228600">
              <a:defRPr sz="1600">
                <a:solidFill>
                  <a:schemeClr val="tx1"/>
                </a:solidFill>
                <a:latin typeface="Lucida Sans Unicode" pitchFamily="34" charset="0"/>
              </a:defRPr>
            </a:lvl3pPr>
            <a:lvl4pPr marL="1600200" indent="-228600">
              <a:defRPr sz="1600">
                <a:solidFill>
                  <a:schemeClr val="tx1"/>
                </a:solidFill>
                <a:latin typeface="Lucida Sans Unicode" pitchFamily="34" charset="0"/>
              </a:defRPr>
            </a:lvl4pPr>
            <a:lvl5pPr marL="2057400" indent="-228600">
              <a:defRPr sz="1600">
                <a:solidFill>
                  <a:schemeClr val="tx1"/>
                </a:solidFill>
                <a:latin typeface="Lucida Sans Unicode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Lucida Sans Unicode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Lucida Sans Unicode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Lucida Sans Unicode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Lucida Sans Unicode" pitchFamily="34" charset="0"/>
              </a:defRPr>
            </a:lvl9pPr>
          </a:lstStyle>
          <a:p>
            <a:pPr algn="r">
              <a:lnSpc>
                <a:spcPct val="110000"/>
              </a:lnSpc>
            </a:pPr>
            <a:r>
              <a:rPr lang="en-GB" sz="1800" b="1"/>
              <a:t>0</a:t>
            </a:r>
          </a:p>
          <a:p>
            <a:pPr algn="r">
              <a:lnSpc>
                <a:spcPct val="110000"/>
              </a:lnSpc>
            </a:pPr>
            <a:r>
              <a:rPr lang="en-GB" sz="1800" b="1"/>
              <a:t>1</a:t>
            </a:r>
          </a:p>
          <a:p>
            <a:pPr algn="r">
              <a:lnSpc>
                <a:spcPct val="110000"/>
              </a:lnSpc>
            </a:pPr>
            <a:r>
              <a:rPr lang="en-GB" sz="1800" b="1"/>
              <a:t>2</a:t>
            </a:r>
          </a:p>
          <a:p>
            <a:pPr algn="r">
              <a:lnSpc>
                <a:spcPct val="110000"/>
              </a:lnSpc>
            </a:pPr>
            <a:r>
              <a:rPr lang="en-GB" sz="1800" b="1"/>
              <a:t>3</a:t>
            </a:r>
          </a:p>
          <a:p>
            <a:pPr algn="r">
              <a:lnSpc>
                <a:spcPct val="110000"/>
              </a:lnSpc>
            </a:pPr>
            <a:r>
              <a:rPr lang="en-GB" sz="1800" b="1"/>
              <a:t>4</a:t>
            </a:r>
          </a:p>
          <a:p>
            <a:pPr algn="r">
              <a:lnSpc>
                <a:spcPct val="110000"/>
              </a:lnSpc>
            </a:pPr>
            <a:r>
              <a:rPr lang="en-GB" sz="1800" b="1"/>
              <a:t>5</a:t>
            </a:r>
          </a:p>
          <a:p>
            <a:pPr algn="r">
              <a:lnSpc>
                <a:spcPct val="110000"/>
              </a:lnSpc>
            </a:pPr>
            <a:r>
              <a:rPr lang="en-GB" sz="1800" b="1"/>
              <a:t>6</a:t>
            </a:r>
          </a:p>
          <a:p>
            <a:pPr algn="r">
              <a:lnSpc>
                <a:spcPct val="110000"/>
              </a:lnSpc>
            </a:pPr>
            <a:r>
              <a:rPr lang="en-GB" sz="1800" b="1"/>
              <a:t>7</a:t>
            </a:r>
          </a:p>
          <a:p>
            <a:pPr algn="r">
              <a:lnSpc>
                <a:spcPct val="110000"/>
              </a:lnSpc>
            </a:pPr>
            <a:r>
              <a:rPr lang="en-GB" sz="1800" b="1"/>
              <a:t>8</a:t>
            </a:r>
          </a:p>
          <a:p>
            <a:pPr algn="r">
              <a:lnSpc>
                <a:spcPct val="110000"/>
              </a:lnSpc>
            </a:pPr>
            <a:r>
              <a:rPr lang="en-GB" sz="1800" b="1"/>
              <a:t>9</a:t>
            </a:r>
          </a:p>
          <a:p>
            <a:pPr algn="r">
              <a:lnSpc>
                <a:spcPct val="110000"/>
              </a:lnSpc>
            </a:pPr>
            <a:r>
              <a:rPr lang="en-GB" sz="1800" b="1"/>
              <a:t>10</a:t>
            </a:r>
          </a:p>
          <a:p>
            <a:pPr algn="r">
              <a:lnSpc>
                <a:spcPct val="110000"/>
              </a:lnSpc>
            </a:pPr>
            <a:r>
              <a:rPr lang="en-GB" sz="1800" b="1"/>
              <a:t>11</a:t>
            </a:r>
          </a:p>
          <a:p>
            <a:pPr algn="r">
              <a:lnSpc>
                <a:spcPct val="110000"/>
              </a:lnSpc>
            </a:pPr>
            <a:r>
              <a:rPr lang="en-GB" sz="1800" b="1"/>
              <a:t>12</a:t>
            </a:r>
          </a:p>
          <a:p>
            <a:pPr algn="r">
              <a:lnSpc>
                <a:spcPct val="110000"/>
              </a:lnSpc>
            </a:pPr>
            <a:r>
              <a:rPr lang="en-GB" sz="1800" b="1"/>
              <a:t>13</a:t>
            </a:r>
          </a:p>
          <a:p>
            <a:pPr algn="r">
              <a:lnSpc>
                <a:spcPct val="110000"/>
              </a:lnSpc>
            </a:pPr>
            <a:r>
              <a:rPr lang="en-GB" sz="1800" b="1"/>
              <a:t>14</a:t>
            </a:r>
          </a:p>
          <a:p>
            <a:pPr algn="r">
              <a:lnSpc>
                <a:spcPct val="110000"/>
              </a:lnSpc>
            </a:pPr>
            <a:r>
              <a:rPr lang="en-GB" sz="1800" b="1"/>
              <a:t>15</a:t>
            </a:r>
            <a:endParaRPr lang="en-US" sz="1800" b="1"/>
          </a:p>
        </p:txBody>
      </p:sp>
      <p:sp>
        <p:nvSpPr>
          <p:cNvPr id="9224" name="Rectangle 8"/>
          <p:cNvSpPr>
            <a:spLocks noChangeArrowheads="1"/>
          </p:cNvSpPr>
          <p:nvPr/>
        </p:nvSpPr>
        <p:spPr bwMode="auto">
          <a:xfrm>
            <a:off x="2154238" y="3638550"/>
            <a:ext cx="952500" cy="1195388"/>
          </a:xfrm>
          <a:prstGeom prst="rect">
            <a:avLst/>
          </a:prstGeom>
          <a:solidFill>
            <a:srgbClr val="FFFFCC"/>
          </a:solidFill>
          <a:ln>
            <a:noFill/>
          </a:ln>
          <a:extLst>
            <a:ext uri="{91240B29-F687-4F45-9708-019B960494DF}">
              <a14:hiddenLine xmlns:a14="http://schemas.microsoft.com/office/drawing/2010/main" w="9525" algn="ctr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/>
          <a:lstStyle/>
          <a:p>
            <a:endParaRPr lang="en-US"/>
          </a:p>
        </p:txBody>
      </p:sp>
      <p:sp>
        <p:nvSpPr>
          <p:cNvPr id="9225" name="Text Box 30"/>
          <p:cNvSpPr txBox="1">
            <a:spLocks noChangeArrowheads="1"/>
          </p:cNvSpPr>
          <p:nvPr/>
        </p:nvSpPr>
        <p:spPr bwMode="auto">
          <a:xfrm>
            <a:off x="3709988" y="1709738"/>
            <a:ext cx="4243387" cy="332263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 algn="ctr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marL="177800" indent="-177800">
              <a:defRPr sz="1600">
                <a:solidFill>
                  <a:schemeClr val="tx1"/>
                </a:solidFill>
                <a:latin typeface="Lucida Sans Unicode" pitchFamily="34" charset="0"/>
              </a:defRPr>
            </a:lvl1pPr>
            <a:lvl2pPr>
              <a:defRPr sz="1600">
                <a:solidFill>
                  <a:schemeClr val="tx1"/>
                </a:solidFill>
                <a:latin typeface="Lucida Sans Unicode" pitchFamily="34" charset="0"/>
              </a:defRPr>
            </a:lvl2pPr>
            <a:lvl3pPr marL="1143000" indent="-228600">
              <a:defRPr sz="1600">
                <a:solidFill>
                  <a:schemeClr val="tx1"/>
                </a:solidFill>
                <a:latin typeface="Lucida Sans Unicode" pitchFamily="34" charset="0"/>
              </a:defRPr>
            </a:lvl3pPr>
            <a:lvl4pPr marL="1600200" indent="-228600">
              <a:defRPr sz="1600">
                <a:solidFill>
                  <a:schemeClr val="tx1"/>
                </a:solidFill>
                <a:latin typeface="Lucida Sans Unicode" pitchFamily="34" charset="0"/>
              </a:defRPr>
            </a:lvl4pPr>
            <a:lvl5pPr marL="2057400" indent="-228600">
              <a:defRPr sz="1600">
                <a:solidFill>
                  <a:schemeClr val="tx1"/>
                </a:solidFill>
                <a:latin typeface="Lucida Sans Unicode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Lucida Sans Unicode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Lucida Sans Unicode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Lucida Sans Unicode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Lucida Sans Unicode" pitchFamily="34" charset="0"/>
              </a:defRPr>
            </a:lvl9pPr>
          </a:lstStyle>
          <a:p>
            <a:pPr>
              <a:lnSpc>
                <a:spcPct val="120000"/>
              </a:lnSpc>
            </a:pPr>
            <a:r>
              <a:rPr lang="en-GB"/>
              <a:t>Filling in the “leading bits”</a:t>
            </a:r>
          </a:p>
          <a:p>
            <a:pPr>
              <a:lnSpc>
                <a:spcPct val="120000"/>
              </a:lnSpc>
              <a:buFontTx/>
              <a:buChar char="•"/>
            </a:pPr>
            <a:r>
              <a:rPr lang="en-GB"/>
              <a:t>e.g.</a:t>
            </a:r>
          </a:p>
          <a:p>
            <a:pPr>
              <a:lnSpc>
                <a:spcPct val="120000"/>
              </a:lnSpc>
              <a:buFontTx/>
              <a:buChar char="•"/>
            </a:pPr>
            <a:r>
              <a:rPr lang="en-GB"/>
              <a:t>Binary 10 = decimal 2</a:t>
            </a:r>
          </a:p>
          <a:p>
            <a:pPr>
              <a:lnSpc>
                <a:spcPct val="120000"/>
              </a:lnSpc>
              <a:buFontTx/>
              <a:buChar char="•"/>
            </a:pPr>
            <a:r>
              <a:rPr lang="en-GB"/>
              <a:t>… filling in the leading bits …</a:t>
            </a:r>
          </a:p>
          <a:p>
            <a:pPr lvl="1">
              <a:lnSpc>
                <a:spcPct val="120000"/>
              </a:lnSpc>
            </a:pPr>
            <a:r>
              <a:rPr lang="en-GB"/>
              <a:t>10 becomes 0010</a:t>
            </a:r>
          </a:p>
          <a:p>
            <a:pPr lvl="1">
              <a:lnSpc>
                <a:spcPct val="120000"/>
              </a:lnSpc>
            </a:pPr>
            <a:r>
              <a:rPr lang="en-GB"/>
              <a:t>… or even 00000010</a:t>
            </a:r>
          </a:p>
          <a:p>
            <a:pPr>
              <a:lnSpc>
                <a:spcPct val="120000"/>
              </a:lnSpc>
              <a:buFontTx/>
              <a:buChar char="•"/>
            </a:pPr>
            <a:r>
              <a:rPr lang="en-GB"/>
              <a:t>it’s still = decimal 2, but probably less confusing if we have a digital system based on 4 or eight bits</a:t>
            </a:r>
          </a:p>
          <a:p>
            <a:pPr>
              <a:lnSpc>
                <a:spcPct val="120000"/>
              </a:lnSpc>
              <a:buFontTx/>
              <a:buChar char="•"/>
            </a:pPr>
            <a:r>
              <a:rPr lang="en-GB"/>
              <a:t>Digital systems can have 8, 16, 32 or 64 bits (e.g. computer buses)</a:t>
            </a:r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73115400"/>
      </p:ext>
    </p:extLst>
  </p:cSld>
  <p:clrMapOvr>
    <a:masterClrMapping/>
  </p:clrMapOvr>
</p:sld>
</file>

<file path=ppt/slides/slide9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42" name="Rectangle 4"/>
          <p:cNvSpPr>
            <a:spLocks noChangeArrowheads="1"/>
          </p:cNvSpPr>
          <p:nvPr/>
        </p:nvSpPr>
        <p:spPr bwMode="auto">
          <a:xfrm>
            <a:off x="430213" y="3638550"/>
            <a:ext cx="2708275" cy="1195388"/>
          </a:xfrm>
          <a:prstGeom prst="rect">
            <a:avLst/>
          </a:prstGeom>
          <a:solidFill>
            <a:srgbClr val="FFFFCC"/>
          </a:solidFill>
          <a:ln>
            <a:noFill/>
          </a:ln>
          <a:extLst>
            <a:ext uri="{91240B29-F687-4F45-9708-019B960494DF}">
              <a14:hiddenLine xmlns:a14="http://schemas.microsoft.com/office/drawing/2010/main" w="9525" algn="ctr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/>
          <a:lstStyle/>
          <a:p>
            <a:endParaRPr lang="en-US"/>
          </a:p>
        </p:txBody>
      </p:sp>
      <p:sp>
        <p:nvSpPr>
          <p:cNvPr id="10243" name="Rectangle 5"/>
          <p:cNvSpPr>
            <a:spLocks noChangeArrowheads="1"/>
          </p:cNvSpPr>
          <p:nvPr/>
        </p:nvSpPr>
        <p:spPr bwMode="auto">
          <a:xfrm>
            <a:off x="430213" y="1176338"/>
            <a:ext cx="2708275" cy="1227137"/>
          </a:xfrm>
          <a:prstGeom prst="rect">
            <a:avLst/>
          </a:prstGeom>
          <a:solidFill>
            <a:srgbClr val="FFFFCC"/>
          </a:solidFill>
          <a:ln>
            <a:noFill/>
          </a:ln>
          <a:extLst>
            <a:ext uri="{91240B29-F687-4F45-9708-019B960494DF}">
              <a14:hiddenLine xmlns:a14="http://schemas.microsoft.com/office/drawing/2010/main" w="9525" algn="ctr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/>
          <a:lstStyle/>
          <a:p>
            <a:endParaRPr lang="en-US"/>
          </a:p>
        </p:txBody>
      </p:sp>
      <p:sp>
        <p:nvSpPr>
          <p:cNvPr id="10244" name="Text Box 6"/>
          <p:cNvSpPr txBox="1">
            <a:spLocks noChangeArrowheads="1"/>
          </p:cNvSpPr>
          <p:nvPr/>
        </p:nvSpPr>
        <p:spPr bwMode="auto">
          <a:xfrm>
            <a:off x="430213" y="376238"/>
            <a:ext cx="2884487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 algn="ctr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defRPr sz="1600">
                <a:solidFill>
                  <a:schemeClr val="tx1"/>
                </a:solidFill>
                <a:latin typeface="Lucida Sans Unicode" pitchFamily="34" charset="0"/>
              </a:defRPr>
            </a:lvl1pPr>
            <a:lvl2pPr marL="742950" indent="-285750">
              <a:defRPr sz="1600">
                <a:solidFill>
                  <a:schemeClr val="tx1"/>
                </a:solidFill>
                <a:latin typeface="Lucida Sans Unicode" pitchFamily="34" charset="0"/>
              </a:defRPr>
            </a:lvl2pPr>
            <a:lvl3pPr marL="1143000" indent="-228600">
              <a:defRPr sz="1600">
                <a:solidFill>
                  <a:schemeClr val="tx1"/>
                </a:solidFill>
                <a:latin typeface="Lucida Sans Unicode" pitchFamily="34" charset="0"/>
              </a:defRPr>
            </a:lvl3pPr>
            <a:lvl4pPr marL="1600200" indent="-228600">
              <a:defRPr sz="1600">
                <a:solidFill>
                  <a:schemeClr val="tx1"/>
                </a:solidFill>
                <a:latin typeface="Lucida Sans Unicode" pitchFamily="34" charset="0"/>
              </a:defRPr>
            </a:lvl4pPr>
            <a:lvl5pPr marL="2057400" indent="-228600">
              <a:defRPr sz="1600">
                <a:solidFill>
                  <a:schemeClr val="tx1"/>
                </a:solidFill>
                <a:latin typeface="Lucida Sans Unicode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Lucida Sans Unicode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Lucida Sans Unicode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Lucida Sans Unicode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Lucida Sans Unicode" pitchFamily="34" charset="0"/>
              </a:defRPr>
            </a:lvl9pPr>
          </a:lstStyle>
          <a:p>
            <a:r>
              <a:rPr lang="en-GB" sz="2400" b="1"/>
              <a:t>The Binary System</a:t>
            </a:r>
            <a:endParaRPr lang="en-US" sz="2400" b="1"/>
          </a:p>
        </p:txBody>
      </p:sp>
      <p:sp>
        <p:nvSpPr>
          <p:cNvPr id="10245" name="Text Box 7"/>
          <p:cNvSpPr txBox="1">
            <a:spLocks noChangeArrowheads="1"/>
          </p:cNvSpPr>
          <p:nvPr/>
        </p:nvSpPr>
        <p:spPr bwMode="auto">
          <a:xfrm>
            <a:off x="2597150" y="1263650"/>
            <a:ext cx="184150" cy="3365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 algn="ctr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defRPr sz="1600">
                <a:solidFill>
                  <a:schemeClr val="tx1"/>
                </a:solidFill>
                <a:latin typeface="Lucida Sans Unicode" pitchFamily="34" charset="0"/>
              </a:defRPr>
            </a:lvl1pPr>
            <a:lvl2pPr marL="742950" indent="-285750">
              <a:defRPr sz="1600">
                <a:solidFill>
                  <a:schemeClr val="tx1"/>
                </a:solidFill>
                <a:latin typeface="Lucida Sans Unicode" pitchFamily="34" charset="0"/>
              </a:defRPr>
            </a:lvl2pPr>
            <a:lvl3pPr marL="1143000" indent="-228600">
              <a:defRPr sz="1600">
                <a:solidFill>
                  <a:schemeClr val="tx1"/>
                </a:solidFill>
                <a:latin typeface="Lucida Sans Unicode" pitchFamily="34" charset="0"/>
              </a:defRPr>
            </a:lvl3pPr>
            <a:lvl4pPr marL="1600200" indent="-228600">
              <a:defRPr sz="1600">
                <a:solidFill>
                  <a:schemeClr val="tx1"/>
                </a:solidFill>
                <a:latin typeface="Lucida Sans Unicode" pitchFamily="34" charset="0"/>
              </a:defRPr>
            </a:lvl4pPr>
            <a:lvl5pPr marL="2057400" indent="-228600">
              <a:defRPr sz="1600">
                <a:solidFill>
                  <a:schemeClr val="tx1"/>
                </a:solidFill>
                <a:latin typeface="Lucida Sans Unicode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Lucida Sans Unicode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Lucida Sans Unicode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Lucida Sans Unicode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Lucida Sans Unicode" pitchFamily="34" charset="0"/>
              </a:defRPr>
            </a:lvl9pPr>
          </a:lstStyle>
          <a:p>
            <a:endParaRPr lang="en-US"/>
          </a:p>
        </p:txBody>
      </p:sp>
      <p:sp>
        <p:nvSpPr>
          <p:cNvPr id="10246" name="Text Box 8"/>
          <p:cNvSpPr txBox="1">
            <a:spLocks noChangeArrowheads="1"/>
          </p:cNvSpPr>
          <p:nvPr/>
        </p:nvSpPr>
        <p:spPr bwMode="auto">
          <a:xfrm>
            <a:off x="1444625" y="1176338"/>
            <a:ext cx="763588" cy="49180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 algn="ctr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defRPr sz="1600">
                <a:solidFill>
                  <a:schemeClr val="tx1"/>
                </a:solidFill>
                <a:latin typeface="Lucida Sans Unicode" pitchFamily="34" charset="0"/>
              </a:defRPr>
            </a:lvl1pPr>
            <a:lvl2pPr marL="742950" indent="-285750">
              <a:defRPr sz="1600">
                <a:solidFill>
                  <a:schemeClr val="tx1"/>
                </a:solidFill>
                <a:latin typeface="Lucida Sans Unicode" pitchFamily="34" charset="0"/>
              </a:defRPr>
            </a:lvl2pPr>
            <a:lvl3pPr marL="1143000" indent="-228600">
              <a:defRPr sz="1600">
                <a:solidFill>
                  <a:schemeClr val="tx1"/>
                </a:solidFill>
                <a:latin typeface="Lucida Sans Unicode" pitchFamily="34" charset="0"/>
              </a:defRPr>
            </a:lvl3pPr>
            <a:lvl4pPr marL="1600200" indent="-228600">
              <a:defRPr sz="1600">
                <a:solidFill>
                  <a:schemeClr val="tx1"/>
                </a:solidFill>
                <a:latin typeface="Lucida Sans Unicode" pitchFamily="34" charset="0"/>
              </a:defRPr>
            </a:lvl4pPr>
            <a:lvl5pPr marL="2057400" indent="-228600">
              <a:defRPr sz="1600">
                <a:solidFill>
                  <a:schemeClr val="tx1"/>
                </a:solidFill>
                <a:latin typeface="Lucida Sans Unicode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Lucida Sans Unicode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Lucida Sans Unicode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Lucida Sans Unicode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Lucida Sans Unicode" pitchFamily="34" charset="0"/>
              </a:defRPr>
            </a:lvl9pPr>
          </a:lstStyle>
          <a:p>
            <a:pPr>
              <a:lnSpc>
                <a:spcPct val="110000"/>
              </a:lnSpc>
            </a:pPr>
            <a:r>
              <a:rPr lang="en-GB" sz="1800" b="1"/>
              <a:t>0000</a:t>
            </a:r>
          </a:p>
          <a:p>
            <a:pPr>
              <a:lnSpc>
                <a:spcPct val="110000"/>
              </a:lnSpc>
            </a:pPr>
            <a:r>
              <a:rPr lang="en-GB" sz="1800" b="1"/>
              <a:t>0001</a:t>
            </a:r>
          </a:p>
          <a:p>
            <a:pPr>
              <a:lnSpc>
                <a:spcPct val="110000"/>
              </a:lnSpc>
            </a:pPr>
            <a:r>
              <a:rPr lang="en-GB" sz="1800" b="1"/>
              <a:t>0010</a:t>
            </a:r>
          </a:p>
          <a:p>
            <a:pPr>
              <a:lnSpc>
                <a:spcPct val="110000"/>
              </a:lnSpc>
            </a:pPr>
            <a:r>
              <a:rPr lang="en-GB" sz="1800" b="1"/>
              <a:t>0011</a:t>
            </a:r>
          </a:p>
          <a:p>
            <a:pPr>
              <a:lnSpc>
                <a:spcPct val="110000"/>
              </a:lnSpc>
            </a:pPr>
            <a:r>
              <a:rPr lang="en-GB" sz="1800" b="1"/>
              <a:t>0100</a:t>
            </a:r>
          </a:p>
          <a:p>
            <a:pPr>
              <a:lnSpc>
                <a:spcPct val="110000"/>
              </a:lnSpc>
            </a:pPr>
            <a:r>
              <a:rPr lang="en-GB" sz="1800" b="1"/>
              <a:t>0101</a:t>
            </a:r>
          </a:p>
          <a:p>
            <a:pPr>
              <a:lnSpc>
                <a:spcPct val="110000"/>
              </a:lnSpc>
            </a:pPr>
            <a:r>
              <a:rPr lang="en-GB" sz="1800" b="1"/>
              <a:t>0110</a:t>
            </a:r>
          </a:p>
          <a:p>
            <a:pPr>
              <a:lnSpc>
                <a:spcPct val="110000"/>
              </a:lnSpc>
            </a:pPr>
            <a:r>
              <a:rPr lang="en-GB" sz="1800" b="1"/>
              <a:t>0111</a:t>
            </a:r>
          </a:p>
          <a:p>
            <a:pPr>
              <a:lnSpc>
                <a:spcPct val="110000"/>
              </a:lnSpc>
            </a:pPr>
            <a:r>
              <a:rPr lang="en-GB" sz="1800" b="1"/>
              <a:t>1000</a:t>
            </a:r>
          </a:p>
          <a:p>
            <a:pPr>
              <a:lnSpc>
                <a:spcPct val="110000"/>
              </a:lnSpc>
            </a:pPr>
            <a:r>
              <a:rPr lang="en-GB" sz="1800" b="1"/>
              <a:t>1001</a:t>
            </a:r>
          </a:p>
          <a:p>
            <a:pPr>
              <a:lnSpc>
                <a:spcPct val="110000"/>
              </a:lnSpc>
            </a:pPr>
            <a:r>
              <a:rPr lang="en-GB" sz="1800" b="1"/>
              <a:t>1010</a:t>
            </a:r>
          </a:p>
          <a:p>
            <a:pPr>
              <a:lnSpc>
                <a:spcPct val="110000"/>
              </a:lnSpc>
            </a:pPr>
            <a:r>
              <a:rPr lang="en-GB" sz="1800" b="1"/>
              <a:t>1011</a:t>
            </a:r>
          </a:p>
          <a:p>
            <a:pPr>
              <a:lnSpc>
                <a:spcPct val="110000"/>
              </a:lnSpc>
            </a:pPr>
            <a:r>
              <a:rPr lang="en-GB" sz="1800" b="1"/>
              <a:t>1100</a:t>
            </a:r>
          </a:p>
          <a:p>
            <a:pPr>
              <a:lnSpc>
                <a:spcPct val="110000"/>
              </a:lnSpc>
            </a:pPr>
            <a:r>
              <a:rPr lang="en-GB" sz="1800" b="1"/>
              <a:t>1101</a:t>
            </a:r>
          </a:p>
          <a:p>
            <a:pPr>
              <a:lnSpc>
                <a:spcPct val="110000"/>
              </a:lnSpc>
            </a:pPr>
            <a:r>
              <a:rPr lang="en-GB" sz="1800" b="1"/>
              <a:t>1110</a:t>
            </a:r>
          </a:p>
          <a:p>
            <a:pPr>
              <a:lnSpc>
                <a:spcPct val="110000"/>
              </a:lnSpc>
            </a:pPr>
            <a:r>
              <a:rPr lang="en-GB" sz="1800" b="1"/>
              <a:t>1111</a:t>
            </a:r>
            <a:endParaRPr lang="en-US"/>
          </a:p>
        </p:txBody>
      </p:sp>
      <p:sp>
        <p:nvSpPr>
          <p:cNvPr id="10247" name="Text Box 9"/>
          <p:cNvSpPr txBox="1">
            <a:spLocks noChangeArrowheads="1"/>
          </p:cNvSpPr>
          <p:nvPr/>
        </p:nvSpPr>
        <p:spPr bwMode="auto">
          <a:xfrm>
            <a:off x="430213" y="1176338"/>
            <a:ext cx="473075" cy="49180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 algn="ctr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defRPr sz="1600">
                <a:solidFill>
                  <a:schemeClr val="tx1"/>
                </a:solidFill>
                <a:latin typeface="Lucida Sans Unicode" pitchFamily="34" charset="0"/>
              </a:defRPr>
            </a:lvl1pPr>
            <a:lvl2pPr marL="742950" indent="-285750">
              <a:defRPr sz="1600">
                <a:solidFill>
                  <a:schemeClr val="tx1"/>
                </a:solidFill>
                <a:latin typeface="Lucida Sans Unicode" pitchFamily="34" charset="0"/>
              </a:defRPr>
            </a:lvl2pPr>
            <a:lvl3pPr marL="1143000" indent="-228600">
              <a:defRPr sz="1600">
                <a:solidFill>
                  <a:schemeClr val="tx1"/>
                </a:solidFill>
                <a:latin typeface="Lucida Sans Unicode" pitchFamily="34" charset="0"/>
              </a:defRPr>
            </a:lvl3pPr>
            <a:lvl4pPr marL="1600200" indent="-228600">
              <a:defRPr sz="1600">
                <a:solidFill>
                  <a:schemeClr val="tx1"/>
                </a:solidFill>
                <a:latin typeface="Lucida Sans Unicode" pitchFamily="34" charset="0"/>
              </a:defRPr>
            </a:lvl4pPr>
            <a:lvl5pPr marL="2057400" indent="-228600">
              <a:defRPr sz="1600">
                <a:solidFill>
                  <a:schemeClr val="tx1"/>
                </a:solidFill>
                <a:latin typeface="Lucida Sans Unicode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Lucida Sans Unicode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Lucida Sans Unicode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Lucida Sans Unicode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Lucida Sans Unicode" pitchFamily="34" charset="0"/>
              </a:defRPr>
            </a:lvl9pPr>
          </a:lstStyle>
          <a:p>
            <a:pPr algn="r">
              <a:lnSpc>
                <a:spcPct val="110000"/>
              </a:lnSpc>
            </a:pPr>
            <a:r>
              <a:rPr lang="en-GB" sz="1800" b="1"/>
              <a:t>0</a:t>
            </a:r>
          </a:p>
          <a:p>
            <a:pPr algn="r">
              <a:lnSpc>
                <a:spcPct val="110000"/>
              </a:lnSpc>
            </a:pPr>
            <a:r>
              <a:rPr lang="en-GB" sz="1800" b="1"/>
              <a:t>1</a:t>
            </a:r>
          </a:p>
          <a:p>
            <a:pPr algn="r">
              <a:lnSpc>
                <a:spcPct val="110000"/>
              </a:lnSpc>
            </a:pPr>
            <a:r>
              <a:rPr lang="en-GB" sz="1800" b="1"/>
              <a:t>2</a:t>
            </a:r>
          </a:p>
          <a:p>
            <a:pPr algn="r">
              <a:lnSpc>
                <a:spcPct val="110000"/>
              </a:lnSpc>
            </a:pPr>
            <a:r>
              <a:rPr lang="en-GB" sz="1800" b="1"/>
              <a:t>3</a:t>
            </a:r>
          </a:p>
          <a:p>
            <a:pPr algn="r">
              <a:lnSpc>
                <a:spcPct val="110000"/>
              </a:lnSpc>
            </a:pPr>
            <a:r>
              <a:rPr lang="en-GB" sz="1800" b="1"/>
              <a:t>4</a:t>
            </a:r>
          </a:p>
          <a:p>
            <a:pPr algn="r">
              <a:lnSpc>
                <a:spcPct val="110000"/>
              </a:lnSpc>
            </a:pPr>
            <a:r>
              <a:rPr lang="en-GB" sz="1800" b="1"/>
              <a:t>5</a:t>
            </a:r>
          </a:p>
          <a:p>
            <a:pPr algn="r">
              <a:lnSpc>
                <a:spcPct val="110000"/>
              </a:lnSpc>
            </a:pPr>
            <a:r>
              <a:rPr lang="en-GB" sz="1800" b="1"/>
              <a:t>6</a:t>
            </a:r>
          </a:p>
          <a:p>
            <a:pPr algn="r">
              <a:lnSpc>
                <a:spcPct val="110000"/>
              </a:lnSpc>
            </a:pPr>
            <a:r>
              <a:rPr lang="en-GB" sz="1800" b="1"/>
              <a:t>7</a:t>
            </a:r>
          </a:p>
          <a:p>
            <a:pPr algn="r">
              <a:lnSpc>
                <a:spcPct val="110000"/>
              </a:lnSpc>
            </a:pPr>
            <a:r>
              <a:rPr lang="en-GB" sz="1800" b="1"/>
              <a:t>8</a:t>
            </a:r>
          </a:p>
          <a:p>
            <a:pPr algn="r">
              <a:lnSpc>
                <a:spcPct val="110000"/>
              </a:lnSpc>
            </a:pPr>
            <a:r>
              <a:rPr lang="en-GB" sz="1800" b="1"/>
              <a:t>9</a:t>
            </a:r>
          </a:p>
          <a:p>
            <a:pPr algn="r">
              <a:lnSpc>
                <a:spcPct val="110000"/>
              </a:lnSpc>
            </a:pPr>
            <a:r>
              <a:rPr lang="en-GB" sz="1800" b="1"/>
              <a:t>10</a:t>
            </a:r>
          </a:p>
          <a:p>
            <a:pPr algn="r">
              <a:lnSpc>
                <a:spcPct val="110000"/>
              </a:lnSpc>
            </a:pPr>
            <a:r>
              <a:rPr lang="en-GB" sz="1800" b="1"/>
              <a:t>11</a:t>
            </a:r>
          </a:p>
          <a:p>
            <a:pPr algn="r">
              <a:lnSpc>
                <a:spcPct val="110000"/>
              </a:lnSpc>
            </a:pPr>
            <a:r>
              <a:rPr lang="en-GB" sz="1800" b="1"/>
              <a:t>12</a:t>
            </a:r>
          </a:p>
          <a:p>
            <a:pPr algn="r">
              <a:lnSpc>
                <a:spcPct val="110000"/>
              </a:lnSpc>
            </a:pPr>
            <a:r>
              <a:rPr lang="en-GB" sz="1800" b="1"/>
              <a:t>13</a:t>
            </a:r>
          </a:p>
          <a:p>
            <a:pPr algn="r">
              <a:lnSpc>
                <a:spcPct val="110000"/>
              </a:lnSpc>
            </a:pPr>
            <a:r>
              <a:rPr lang="en-GB" sz="1800" b="1"/>
              <a:t>14</a:t>
            </a:r>
          </a:p>
          <a:p>
            <a:pPr algn="r">
              <a:lnSpc>
                <a:spcPct val="110000"/>
              </a:lnSpc>
            </a:pPr>
            <a:r>
              <a:rPr lang="en-GB" sz="1800" b="1"/>
              <a:t>15</a:t>
            </a:r>
            <a:endParaRPr lang="en-US" sz="1800" b="1"/>
          </a:p>
        </p:txBody>
      </p:sp>
      <p:sp>
        <p:nvSpPr>
          <p:cNvPr id="10248" name="Rectangle 10"/>
          <p:cNvSpPr>
            <a:spLocks noChangeArrowheads="1"/>
          </p:cNvSpPr>
          <p:nvPr/>
        </p:nvSpPr>
        <p:spPr bwMode="auto">
          <a:xfrm>
            <a:off x="2154238" y="3638550"/>
            <a:ext cx="952500" cy="1195388"/>
          </a:xfrm>
          <a:prstGeom prst="rect">
            <a:avLst/>
          </a:prstGeom>
          <a:solidFill>
            <a:srgbClr val="FFFFCC"/>
          </a:solidFill>
          <a:ln>
            <a:noFill/>
          </a:ln>
          <a:extLst>
            <a:ext uri="{91240B29-F687-4F45-9708-019B960494DF}">
              <a14:hiddenLine xmlns:a14="http://schemas.microsoft.com/office/drawing/2010/main" w="9525" algn="ctr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/>
          <a:lstStyle/>
          <a:p>
            <a:endParaRPr lang="en-US"/>
          </a:p>
        </p:txBody>
      </p:sp>
      <p:sp>
        <p:nvSpPr>
          <p:cNvPr id="10249" name="Text Box 11"/>
          <p:cNvSpPr txBox="1">
            <a:spLocks noChangeArrowheads="1"/>
          </p:cNvSpPr>
          <p:nvPr/>
        </p:nvSpPr>
        <p:spPr bwMode="auto">
          <a:xfrm>
            <a:off x="2586038" y="5453063"/>
            <a:ext cx="2735262" cy="3365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 algn="ctr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defRPr sz="1600">
                <a:solidFill>
                  <a:schemeClr val="tx1"/>
                </a:solidFill>
                <a:latin typeface="Lucida Sans Unicode" pitchFamily="34" charset="0"/>
              </a:defRPr>
            </a:lvl1pPr>
            <a:lvl2pPr marL="742950" indent="-285750">
              <a:defRPr sz="1600">
                <a:solidFill>
                  <a:schemeClr val="tx1"/>
                </a:solidFill>
                <a:latin typeface="Lucida Sans Unicode" pitchFamily="34" charset="0"/>
              </a:defRPr>
            </a:lvl2pPr>
            <a:lvl3pPr marL="1143000" indent="-228600">
              <a:defRPr sz="1600">
                <a:solidFill>
                  <a:schemeClr val="tx1"/>
                </a:solidFill>
                <a:latin typeface="Lucida Sans Unicode" pitchFamily="34" charset="0"/>
              </a:defRPr>
            </a:lvl3pPr>
            <a:lvl4pPr marL="1600200" indent="-228600">
              <a:defRPr sz="1600">
                <a:solidFill>
                  <a:schemeClr val="tx1"/>
                </a:solidFill>
                <a:latin typeface="Lucida Sans Unicode" pitchFamily="34" charset="0"/>
              </a:defRPr>
            </a:lvl4pPr>
            <a:lvl5pPr marL="2057400" indent="-228600">
              <a:defRPr sz="1600">
                <a:solidFill>
                  <a:schemeClr val="tx1"/>
                </a:solidFill>
                <a:latin typeface="Lucida Sans Unicode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Lucida Sans Unicode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Lucida Sans Unicode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Lucida Sans Unicode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Lucida Sans Unicode" pitchFamily="34" charset="0"/>
              </a:defRPr>
            </a:lvl9pPr>
          </a:lstStyle>
          <a:p>
            <a:r>
              <a:rPr lang="en-GB"/>
              <a:t>least significant bit … LSB</a:t>
            </a:r>
            <a:endParaRPr lang="en-US"/>
          </a:p>
        </p:txBody>
      </p:sp>
      <p:sp>
        <p:nvSpPr>
          <p:cNvPr id="10250" name="Line 12"/>
          <p:cNvSpPr>
            <a:spLocks noChangeShapeType="1"/>
          </p:cNvSpPr>
          <p:nvPr/>
        </p:nvSpPr>
        <p:spPr bwMode="auto">
          <a:xfrm flipH="1">
            <a:off x="2138363" y="5630863"/>
            <a:ext cx="511175" cy="104775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en-GB"/>
          </a:p>
        </p:txBody>
      </p:sp>
      <p:sp>
        <p:nvSpPr>
          <p:cNvPr id="10251" name="Text Box 13"/>
          <p:cNvSpPr txBox="1">
            <a:spLocks noChangeArrowheads="1"/>
          </p:cNvSpPr>
          <p:nvPr/>
        </p:nvSpPr>
        <p:spPr bwMode="auto">
          <a:xfrm>
            <a:off x="779463" y="6180138"/>
            <a:ext cx="2833687" cy="3365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 algn="ctr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defRPr sz="1600">
                <a:solidFill>
                  <a:schemeClr val="tx1"/>
                </a:solidFill>
                <a:latin typeface="Lucida Sans Unicode" pitchFamily="34" charset="0"/>
              </a:defRPr>
            </a:lvl1pPr>
            <a:lvl2pPr marL="742950" indent="-285750">
              <a:defRPr sz="1600">
                <a:solidFill>
                  <a:schemeClr val="tx1"/>
                </a:solidFill>
                <a:latin typeface="Lucida Sans Unicode" pitchFamily="34" charset="0"/>
              </a:defRPr>
            </a:lvl2pPr>
            <a:lvl3pPr marL="1143000" indent="-228600">
              <a:defRPr sz="1600">
                <a:solidFill>
                  <a:schemeClr val="tx1"/>
                </a:solidFill>
                <a:latin typeface="Lucida Sans Unicode" pitchFamily="34" charset="0"/>
              </a:defRPr>
            </a:lvl3pPr>
            <a:lvl4pPr marL="1600200" indent="-228600">
              <a:defRPr sz="1600">
                <a:solidFill>
                  <a:schemeClr val="tx1"/>
                </a:solidFill>
                <a:latin typeface="Lucida Sans Unicode" pitchFamily="34" charset="0"/>
              </a:defRPr>
            </a:lvl4pPr>
            <a:lvl5pPr marL="2057400" indent="-228600">
              <a:defRPr sz="1600">
                <a:solidFill>
                  <a:schemeClr val="tx1"/>
                </a:solidFill>
                <a:latin typeface="Lucida Sans Unicode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Lucida Sans Unicode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Lucida Sans Unicode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Lucida Sans Unicode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Lucida Sans Unicode" pitchFamily="34" charset="0"/>
              </a:defRPr>
            </a:lvl9pPr>
          </a:lstStyle>
          <a:p>
            <a:r>
              <a:rPr lang="en-GB"/>
              <a:t>most significant bit … MSB</a:t>
            </a:r>
            <a:endParaRPr lang="en-US"/>
          </a:p>
        </p:txBody>
      </p:sp>
      <p:sp>
        <p:nvSpPr>
          <p:cNvPr id="10252" name="Line 14"/>
          <p:cNvSpPr>
            <a:spLocks noChangeShapeType="1"/>
          </p:cNvSpPr>
          <p:nvPr/>
        </p:nvSpPr>
        <p:spPr bwMode="auto">
          <a:xfrm flipV="1">
            <a:off x="977900" y="5983288"/>
            <a:ext cx="506413" cy="258762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en-GB"/>
          </a:p>
        </p:txBody>
      </p:sp>
      <p:sp>
        <p:nvSpPr>
          <p:cNvPr id="10253" name="AutoShape 15"/>
          <p:cNvSpPr>
            <a:spLocks noChangeArrowheads="1"/>
          </p:cNvSpPr>
          <p:nvPr/>
        </p:nvSpPr>
        <p:spPr bwMode="auto">
          <a:xfrm>
            <a:off x="1952625" y="1176338"/>
            <a:ext cx="185738" cy="4884737"/>
          </a:xfrm>
          <a:prstGeom prst="roundRect">
            <a:avLst>
              <a:gd name="adj" fmla="val 50000"/>
            </a:avLst>
          </a:prstGeom>
          <a:noFill/>
          <a:ln w="28575" algn="ctr">
            <a:solidFill>
              <a:srgbClr val="FF0000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 anchor="ctr"/>
          <a:lstStyle/>
          <a:p>
            <a:endParaRPr lang="en-US"/>
          </a:p>
        </p:txBody>
      </p:sp>
      <p:sp>
        <p:nvSpPr>
          <p:cNvPr id="10254" name="AutoShape 16"/>
          <p:cNvSpPr>
            <a:spLocks noChangeArrowheads="1"/>
          </p:cNvSpPr>
          <p:nvPr/>
        </p:nvSpPr>
        <p:spPr bwMode="auto">
          <a:xfrm>
            <a:off x="1497013" y="1176338"/>
            <a:ext cx="185737" cy="4884737"/>
          </a:xfrm>
          <a:prstGeom prst="roundRect">
            <a:avLst>
              <a:gd name="adj" fmla="val 50000"/>
            </a:avLst>
          </a:prstGeom>
          <a:noFill/>
          <a:ln w="28575" algn="ctr">
            <a:solidFill>
              <a:srgbClr val="FF0000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 anchor="ctr"/>
          <a:lstStyle/>
          <a:p>
            <a:endParaRPr lang="en-US"/>
          </a:p>
        </p:txBody>
      </p:sp>
      <p:sp>
        <p:nvSpPr>
          <p:cNvPr id="10255" name="Text Box 17"/>
          <p:cNvSpPr txBox="1">
            <a:spLocks noChangeArrowheads="1"/>
          </p:cNvSpPr>
          <p:nvPr/>
        </p:nvSpPr>
        <p:spPr bwMode="auto">
          <a:xfrm>
            <a:off x="3779838" y="1125538"/>
            <a:ext cx="4076700" cy="35179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 algn="ctr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defRPr sz="1600">
                <a:solidFill>
                  <a:schemeClr val="tx1"/>
                </a:solidFill>
                <a:latin typeface="Lucida Sans Unicode" pitchFamily="34" charset="0"/>
              </a:defRPr>
            </a:lvl1pPr>
            <a:lvl2pPr marL="742950" indent="-285750">
              <a:defRPr sz="1600">
                <a:solidFill>
                  <a:schemeClr val="tx1"/>
                </a:solidFill>
                <a:latin typeface="Lucida Sans Unicode" pitchFamily="34" charset="0"/>
              </a:defRPr>
            </a:lvl2pPr>
            <a:lvl3pPr marL="1143000" indent="-228600">
              <a:defRPr sz="1600">
                <a:solidFill>
                  <a:schemeClr val="tx1"/>
                </a:solidFill>
                <a:latin typeface="Lucida Sans Unicode" pitchFamily="34" charset="0"/>
              </a:defRPr>
            </a:lvl3pPr>
            <a:lvl4pPr marL="1600200" indent="-228600">
              <a:defRPr sz="1600">
                <a:solidFill>
                  <a:schemeClr val="tx1"/>
                </a:solidFill>
                <a:latin typeface="Lucida Sans Unicode" pitchFamily="34" charset="0"/>
              </a:defRPr>
            </a:lvl4pPr>
            <a:lvl5pPr marL="2057400" indent="-228600">
              <a:defRPr sz="1600">
                <a:solidFill>
                  <a:schemeClr val="tx1"/>
                </a:solidFill>
                <a:latin typeface="Lucida Sans Unicode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Lucida Sans Unicode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Lucida Sans Unicode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Lucida Sans Unicode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Lucida Sans Unicode" pitchFamily="34" charset="0"/>
              </a:defRPr>
            </a:lvl9pPr>
          </a:lstStyle>
          <a:p>
            <a:pPr>
              <a:lnSpc>
                <a:spcPct val="120000"/>
              </a:lnSpc>
            </a:pPr>
            <a:r>
              <a:rPr lang="en-GB"/>
              <a:t>This is using four bits to count</a:t>
            </a:r>
          </a:p>
          <a:p>
            <a:pPr>
              <a:lnSpc>
                <a:spcPct val="120000"/>
              </a:lnSpc>
            </a:pPr>
            <a:r>
              <a:rPr lang="en-GB"/>
              <a:t>= “four bit binary”</a:t>
            </a:r>
          </a:p>
          <a:p>
            <a:pPr>
              <a:lnSpc>
                <a:spcPct val="120000"/>
              </a:lnSpc>
            </a:pPr>
            <a:endParaRPr lang="en-GB"/>
          </a:p>
          <a:p>
            <a:pPr>
              <a:lnSpc>
                <a:spcPct val="120000"/>
              </a:lnSpc>
            </a:pPr>
            <a:r>
              <a:rPr lang="en-GB"/>
              <a:t>translating decimal numbers to binary</a:t>
            </a:r>
          </a:p>
          <a:p>
            <a:pPr>
              <a:lnSpc>
                <a:spcPct val="120000"/>
              </a:lnSpc>
            </a:pPr>
            <a:r>
              <a:rPr lang="en-GB"/>
              <a:t>(here, from 0 to 15) is</a:t>
            </a:r>
          </a:p>
          <a:p>
            <a:pPr>
              <a:lnSpc>
                <a:spcPct val="120000"/>
              </a:lnSpc>
            </a:pPr>
            <a:r>
              <a:rPr lang="en-GB"/>
              <a:t>“binary coded decimal” ... BCD</a:t>
            </a:r>
          </a:p>
          <a:p>
            <a:pPr>
              <a:lnSpc>
                <a:spcPct val="120000"/>
              </a:lnSpc>
            </a:pPr>
            <a:endParaRPr lang="en-GB"/>
          </a:p>
          <a:p>
            <a:r>
              <a:rPr lang="en-GB"/>
              <a:t>For three bits there are 8 combinations</a:t>
            </a:r>
          </a:p>
          <a:p>
            <a:r>
              <a:rPr lang="en-GB"/>
              <a:t>... from 0 to 7</a:t>
            </a:r>
          </a:p>
          <a:p>
            <a:pPr>
              <a:lnSpc>
                <a:spcPct val="120000"/>
              </a:lnSpc>
            </a:pPr>
            <a:r>
              <a:rPr lang="en-GB"/>
              <a:t>For four bits there are 16 combinations</a:t>
            </a:r>
          </a:p>
          <a:p>
            <a:pPr>
              <a:lnSpc>
                <a:spcPct val="120000"/>
              </a:lnSpc>
            </a:pPr>
            <a:r>
              <a:rPr lang="en-GB"/>
              <a:t>... from 0 to 15</a:t>
            </a:r>
          </a:p>
          <a:p>
            <a:pPr>
              <a:lnSpc>
                <a:spcPct val="120000"/>
              </a:lnSpc>
            </a:pPr>
            <a:r>
              <a:rPr lang="en-GB"/>
              <a:t>... and so on</a:t>
            </a:r>
          </a:p>
        </p:txBody>
      </p:sp>
    </p:spTree>
    <p:extLst>
      <p:ext uri="{BB962C8B-B14F-4D97-AF65-F5344CB8AC3E}">
        <p14:creationId xmlns:p14="http://schemas.microsoft.com/office/powerpoint/2010/main" val="1962877622"/>
      </p:ext>
    </p:extLst>
  </p:cSld>
  <p:clrMapOvr>
    <a:masterClrMapping/>
  </p:clrMapOvr>
</p:sld>
</file>

<file path=ppt/slides/slide9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266" name="Rectangle 4"/>
          <p:cNvSpPr>
            <a:spLocks noChangeArrowheads="1"/>
          </p:cNvSpPr>
          <p:nvPr/>
        </p:nvSpPr>
        <p:spPr bwMode="auto">
          <a:xfrm>
            <a:off x="3179763" y="1176338"/>
            <a:ext cx="1246187" cy="4849812"/>
          </a:xfrm>
          <a:prstGeom prst="rect">
            <a:avLst/>
          </a:prstGeom>
          <a:solidFill>
            <a:schemeClr val="tx1"/>
          </a:solidFill>
          <a:ln w="9525" algn="ctr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/>
          <a:p>
            <a:endParaRPr lang="en-US"/>
          </a:p>
        </p:txBody>
      </p:sp>
      <p:sp>
        <p:nvSpPr>
          <p:cNvPr id="11267" name="Rectangle 8"/>
          <p:cNvSpPr>
            <a:spLocks noChangeArrowheads="1"/>
          </p:cNvSpPr>
          <p:nvPr/>
        </p:nvSpPr>
        <p:spPr bwMode="auto">
          <a:xfrm>
            <a:off x="4171950" y="1176338"/>
            <a:ext cx="242888" cy="4829175"/>
          </a:xfrm>
          <a:prstGeom prst="rect">
            <a:avLst/>
          </a:prstGeom>
          <a:solidFill>
            <a:srgbClr val="FF0000"/>
          </a:solidFill>
          <a:ln w="9525" algn="ctr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/>
          <a:p>
            <a:endParaRPr lang="en-US"/>
          </a:p>
        </p:txBody>
      </p:sp>
      <p:sp>
        <p:nvSpPr>
          <p:cNvPr id="11268" name="Rectangle 9"/>
          <p:cNvSpPr>
            <a:spLocks noChangeArrowheads="1"/>
          </p:cNvSpPr>
          <p:nvPr/>
        </p:nvSpPr>
        <p:spPr bwMode="auto">
          <a:xfrm>
            <a:off x="430213" y="3638550"/>
            <a:ext cx="2708275" cy="1195388"/>
          </a:xfrm>
          <a:prstGeom prst="rect">
            <a:avLst/>
          </a:prstGeom>
          <a:solidFill>
            <a:srgbClr val="FFFFCC"/>
          </a:solidFill>
          <a:ln>
            <a:noFill/>
          </a:ln>
          <a:extLst>
            <a:ext uri="{91240B29-F687-4F45-9708-019B960494DF}">
              <a14:hiddenLine xmlns:a14="http://schemas.microsoft.com/office/drawing/2010/main" w="9525" algn="ctr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/>
          <a:lstStyle/>
          <a:p>
            <a:endParaRPr lang="en-US"/>
          </a:p>
        </p:txBody>
      </p:sp>
      <p:sp>
        <p:nvSpPr>
          <p:cNvPr id="11269" name="Rectangle 10"/>
          <p:cNvSpPr>
            <a:spLocks noChangeArrowheads="1"/>
          </p:cNvSpPr>
          <p:nvPr/>
        </p:nvSpPr>
        <p:spPr bwMode="auto">
          <a:xfrm>
            <a:off x="430213" y="1176338"/>
            <a:ext cx="2708275" cy="1227137"/>
          </a:xfrm>
          <a:prstGeom prst="rect">
            <a:avLst/>
          </a:prstGeom>
          <a:solidFill>
            <a:srgbClr val="FFFFCC"/>
          </a:solidFill>
          <a:ln>
            <a:noFill/>
          </a:ln>
          <a:extLst>
            <a:ext uri="{91240B29-F687-4F45-9708-019B960494DF}">
              <a14:hiddenLine xmlns:a14="http://schemas.microsoft.com/office/drawing/2010/main" w="9525" algn="ctr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/>
          <a:lstStyle/>
          <a:p>
            <a:endParaRPr lang="en-US"/>
          </a:p>
        </p:txBody>
      </p:sp>
      <p:sp>
        <p:nvSpPr>
          <p:cNvPr id="11270" name="Text Box 11"/>
          <p:cNvSpPr txBox="1">
            <a:spLocks noChangeArrowheads="1"/>
          </p:cNvSpPr>
          <p:nvPr/>
        </p:nvSpPr>
        <p:spPr bwMode="auto">
          <a:xfrm>
            <a:off x="430213" y="376238"/>
            <a:ext cx="2884487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 algn="ctr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defRPr sz="1600">
                <a:solidFill>
                  <a:schemeClr val="tx1"/>
                </a:solidFill>
                <a:latin typeface="Lucida Sans Unicode" pitchFamily="34" charset="0"/>
              </a:defRPr>
            </a:lvl1pPr>
            <a:lvl2pPr marL="742950" indent="-285750">
              <a:defRPr sz="1600">
                <a:solidFill>
                  <a:schemeClr val="tx1"/>
                </a:solidFill>
                <a:latin typeface="Lucida Sans Unicode" pitchFamily="34" charset="0"/>
              </a:defRPr>
            </a:lvl2pPr>
            <a:lvl3pPr marL="1143000" indent="-228600">
              <a:defRPr sz="1600">
                <a:solidFill>
                  <a:schemeClr val="tx1"/>
                </a:solidFill>
                <a:latin typeface="Lucida Sans Unicode" pitchFamily="34" charset="0"/>
              </a:defRPr>
            </a:lvl3pPr>
            <a:lvl4pPr marL="1600200" indent="-228600">
              <a:defRPr sz="1600">
                <a:solidFill>
                  <a:schemeClr val="tx1"/>
                </a:solidFill>
                <a:latin typeface="Lucida Sans Unicode" pitchFamily="34" charset="0"/>
              </a:defRPr>
            </a:lvl4pPr>
            <a:lvl5pPr marL="2057400" indent="-228600">
              <a:defRPr sz="1600">
                <a:solidFill>
                  <a:schemeClr val="tx1"/>
                </a:solidFill>
                <a:latin typeface="Lucida Sans Unicode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Lucida Sans Unicode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Lucida Sans Unicode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Lucida Sans Unicode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Lucida Sans Unicode" pitchFamily="34" charset="0"/>
              </a:defRPr>
            </a:lvl9pPr>
          </a:lstStyle>
          <a:p>
            <a:r>
              <a:rPr lang="en-GB" sz="2400" b="1"/>
              <a:t>The Binary System</a:t>
            </a:r>
            <a:endParaRPr lang="en-US" sz="2400" b="1"/>
          </a:p>
        </p:txBody>
      </p:sp>
      <p:sp>
        <p:nvSpPr>
          <p:cNvPr id="11271" name="Text Box 12"/>
          <p:cNvSpPr txBox="1">
            <a:spLocks noChangeArrowheads="1"/>
          </p:cNvSpPr>
          <p:nvPr/>
        </p:nvSpPr>
        <p:spPr bwMode="auto">
          <a:xfrm>
            <a:off x="2597150" y="1263650"/>
            <a:ext cx="184150" cy="3365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 algn="ctr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defRPr sz="1600">
                <a:solidFill>
                  <a:schemeClr val="tx1"/>
                </a:solidFill>
                <a:latin typeface="Lucida Sans Unicode" pitchFamily="34" charset="0"/>
              </a:defRPr>
            </a:lvl1pPr>
            <a:lvl2pPr marL="742950" indent="-285750">
              <a:defRPr sz="1600">
                <a:solidFill>
                  <a:schemeClr val="tx1"/>
                </a:solidFill>
                <a:latin typeface="Lucida Sans Unicode" pitchFamily="34" charset="0"/>
              </a:defRPr>
            </a:lvl2pPr>
            <a:lvl3pPr marL="1143000" indent="-228600">
              <a:defRPr sz="1600">
                <a:solidFill>
                  <a:schemeClr val="tx1"/>
                </a:solidFill>
                <a:latin typeface="Lucida Sans Unicode" pitchFamily="34" charset="0"/>
              </a:defRPr>
            </a:lvl3pPr>
            <a:lvl4pPr marL="1600200" indent="-228600">
              <a:defRPr sz="1600">
                <a:solidFill>
                  <a:schemeClr val="tx1"/>
                </a:solidFill>
                <a:latin typeface="Lucida Sans Unicode" pitchFamily="34" charset="0"/>
              </a:defRPr>
            </a:lvl4pPr>
            <a:lvl5pPr marL="2057400" indent="-228600">
              <a:defRPr sz="1600">
                <a:solidFill>
                  <a:schemeClr val="tx1"/>
                </a:solidFill>
                <a:latin typeface="Lucida Sans Unicode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Lucida Sans Unicode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Lucida Sans Unicode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Lucida Sans Unicode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Lucida Sans Unicode" pitchFamily="34" charset="0"/>
              </a:defRPr>
            </a:lvl9pPr>
          </a:lstStyle>
          <a:p>
            <a:endParaRPr lang="en-US"/>
          </a:p>
        </p:txBody>
      </p:sp>
      <p:sp>
        <p:nvSpPr>
          <p:cNvPr id="11272" name="Text Box 13"/>
          <p:cNvSpPr txBox="1">
            <a:spLocks noChangeArrowheads="1"/>
          </p:cNvSpPr>
          <p:nvPr/>
        </p:nvSpPr>
        <p:spPr bwMode="auto">
          <a:xfrm>
            <a:off x="1444625" y="1176338"/>
            <a:ext cx="766763" cy="49180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 algn="ctr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defRPr sz="1600">
                <a:solidFill>
                  <a:schemeClr val="tx1"/>
                </a:solidFill>
                <a:latin typeface="Lucida Sans Unicode" pitchFamily="34" charset="0"/>
              </a:defRPr>
            </a:lvl1pPr>
            <a:lvl2pPr marL="742950" indent="-285750">
              <a:defRPr sz="1600">
                <a:solidFill>
                  <a:schemeClr val="tx1"/>
                </a:solidFill>
                <a:latin typeface="Lucida Sans Unicode" pitchFamily="34" charset="0"/>
              </a:defRPr>
            </a:lvl2pPr>
            <a:lvl3pPr marL="1143000" indent="-228600">
              <a:defRPr sz="1600">
                <a:solidFill>
                  <a:schemeClr val="tx1"/>
                </a:solidFill>
                <a:latin typeface="Lucida Sans Unicode" pitchFamily="34" charset="0"/>
              </a:defRPr>
            </a:lvl3pPr>
            <a:lvl4pPr marL="1600200" indent="-228600">
              <a:defRPr sz="1600">
                <a:solidFill>
                  <a:schemeClr val="tx1"/>
                </a:solidFill>
                <a:latin typeface="Lucida Sans Unicode" pitchFamily="34" charset="0"/>
              </a:defRPr>
            </a:lvl4pPr>
            <a:lvl5pPr marL="2057400" indent="-228600">
              <a:defRPr sz="1600">
                <a:solidFill>
                  <a:schemeClr val="tx1"/>
                </a:solidFill>
                <a:latin typeface="Lucida Sans Unicode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Lucida Sans Unicode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Lucida Sans Unicode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Lucida Sans Unicode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Lucida Sans Unicode" pitchFamily="34" charset="0"/>
              </a:defRPr>
            </a:lvl9pPr>
          </a:lstStyle>
          <a:p>
            <a:pPr>
              <a:lnSpc>
                <a:spcPct val="110000"/>
              </a:lnSpc>
            </a:pPr>
            <a:r>
              <a:rPr lang="en-GB" sz="1800" b="1"/>
              <a:t>      0</a:t>
            </a:r>
          </a:p>
          <a:p>
            <a:pPr>
              <a:lnSpc>
                <a:spcPct val="110000"/>
              </a:lnSpc>
            </a:pPr>
            <a:r>
              <a:rPr lang="en-GB" sz="1800" b="1"/>
              <a:t>      1</a:t>
            </a:r>
          </a:p>
          <a:p>
            <a:pPr>
              <a:lnSpc>
                <a:spcPct val="110000"/>
              </a:lnSpc>
            </a:pPr>
            <a:r>
              <a:rPr lang="en-GB" sz="1800" b="1"/>
              <a:t>    10</a:t>
            </a:r>
          </a:p>
          <a:p>
            <a:pPr>
              <a:lnSpc>
                <a:spcPct val="110000"/>
              </a:lnSpc>
            </a:pPr>
            <a:r>
              <a:rPr lang="en-GB" sz="1800" b="1"/>
              <a:t>    11</a:t>
            </a:r>
          </a:p>
          <a:p>
            <a:pPr>
              <a:lnSpc>
                <a:spcPct val="110000"/>
              </a:lnSpc>
            </a:pPr>
            <a:r>
              <a:rPr lang="en-GB" sz="1800" b="1"/>
              <a:t>  100</a:t>
            </a:r>
          </a:p>
          <a:p>
            <a:pPr>
              <a:lnSpc>
                <a:spcPct val="110000"/>
              </a:lnSpc>
            </a:pPr>
            <a:r>
              <a:rPr lang="en-GB" sz="1800" b="1"/>
              <a:t>  101</a:t>
            </a:r>
          </a:p>
          <a:p>
            <a:pPr>
              <a:lnSpc>
                <a:spcPct val="110000"/>
              </a:lnSpc>
            </a:pPr>
            <a:r>
              <a:rPr lang="en-GB" sz="1800" b="1"/>
              <a:t>  110</a:t>
            </a:r>
          </a:p>
          <a:p>
            <a:pPr>
              <a:lnSpc>
                <a:spcPct val="110000"/>
              </a:lnSpc>
            </a:pPr>
            <a:r>
              <a:rPr lang="en-GB" sz="1800" b="1"/>
              <a:t>  111</a:t>
            </a:r>
          </a:p>
          <a:p>
            <a:pPr>
              <a:lnSpc>
                <a:spcPct val="110000"/>
              </a:lnSpc>
            </a:pPr>
            <a:r>
              <a:rPr lang="en-GB" sz="1800" b="1"/>
              <a:t>1000</a:t>
            </a:r>
          </a:p>
          <a:p>
            <a:pPr>
              <a:lnSpc>
                <a:spcPct val="110000"/>
              </a:lnSpc>
            </a:pPr>
            <a:r>
              <a:rPr lang="en-GB" sz="1800" b="1"/>
              <a:t>1001</a:t>
            </a:r>
          </a:p>
          <a:p>
            <a:pPr>
              <a:lnSpc>
                <a:spcPct val="110000"/>
              </a:lnSpc>
            </a:pPr>
            <a:r>
              <a:rPr lang="en-GB" sz="1800" b="1"/>
              <a:t>1010</a:t>
            </a:r>
          </a:p>
          <a:p>
            <a:pPr>
              <a:lnSpc>
                <a:spcPct val="110000"/>
              </a:lnSpc>
            </a:pPr>
            <a:r>
              <a:rPr lang="en-GB" sz="1800" b="1"/>
              <a:t>1011</a:t>
            </a:r>
          </a:p>
          <a:p>
            <a:pPr>
              <a:lnSpc>
                <a:spcPct val="110000"/>
              </a:lnSpc>
            </a:pPr>
            <a:r>
              <a:rPr lang="en-GB" sz="1800" b="1"/>
              <a:t>1100</a:t>
            </a:r>
          </a:p>
          <a:p>
            <a:pPr>
              <a:lnSpc>
                <a:spcPct val="110000"/>
              </a:lnSpc>
            </a:pPr>
            <a:r>
              <a:rPr lang="en-GB" sz="1800" b="1"/>
              <a:t>1101</a:t>
            </a:r>
          </a:p>
          <a:p>
            <a:pPr>
              <a:lnSpc>
                <a:spcPct val="110000"/>
              </a:lnSpc>
            </a:pPr>
            <a:r>
              <a:rPr lang="en-GB" sz="1800" b="1"/>
              <a:t>1110</a:t>
            </a:r>
          </a:p>
          <a:p>
            <a:pPr>
              <a:lnSpc>
                <a:spcPct val="110000"/>
              </a:lnSpc>
            </a:pPr>
            <a:r>
              <a:rPr lang="en-GB" sz="1800" b="1"/>
              <a:t>1111</a:t>
            </a:r>
            <a:endParaRPr lang="en-US"/>
          </a:p>
        </p:txBody>
      </p:sp>
      <p:sp>
        <p:nvSpPr>
          <p:cNvPr id="11273" name="Text Box 14"/>
          <p:cNvSpPr txBox="1">
            <a:spLocks noChangeArrowheads="1"/>
          </p:cNvSpPr>
          <p:nvPr/>
        </p:nvSpPr>
        <p:spPr bwMode="auto">
          <a:xfrm>
            <a:off x="430213" y="1176338"/>
            <a:ext cx="473075" cy="49180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 algn="ctr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defRPr sz="1600">
                <a:solidFill>
                  <a:schemeClr val="tx1"/>
                </a:solidFill>
                <a:latin typeface="Lucida Sans Unicode" pitchFamily="34" charset="0"/>
              </a:defRPr>
            </a:lvl1pPr>
            <a:lvl2pPr marL="742950" indent="-285750">
              <a:defRPr sz="1600">
                <a:solidFill>
                  <a:schemeClr val="tx1"/>
                </a:solidFill>
                <a:latin typeface="Lucida Sans Unicode" pitchFamily="34" charset="0"/>
              </a:defRPr>
            </a:lvl2pPr>
            <a:lvl3pPr marL="1143000" indent="-228600">
              <a:defRPr sz="1600">
                <a:solidFill>
                  <a:schemeClr val="tx1"/>
                </a:solidFill>
                <a:latin typeface="Lucida Sans Unicode" pitchFamily="34" charset="0"/>
              </a:defRPr>
            </a:lvl3pPr>
            <a:lvl4pPr marL="1600200" indent="-228600">
              <a:defRPr sz="1600">
                <a:solidFill>
                  <a:schemeClr val="tx1"/>
                </a:solidFill>
                <a:latin typeface="Lucida Sans Unicode" pitchFamily="34" charset="0"/>
              </a:defRPr>
            </a:lvl4pPr>
            <a:lvl5pPr marL="2057400" indent="-228600">
              <a:defRPr sz="1600">
                <a:solidFill>
                  <a:schemeClr val="tx1"/>
                </a:solidFill>
                <a:latin typeface="Lucida Sans Unicode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Lucida Sans Unicode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Lucida Sans Unicode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Lucida Sans Unicode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Lucida Sans Unicode" pitchFamily="34" charset="0"/>
              </a:defRPr>
            </a:lvl9pPr>
          </a:lstStyle>
          <a:p>
            <a:pPr algn="r">
              <a:lnSpc>
                <a:spcPct val="110000"/>
              </a:lnSpc>
            </a:pPr>
            <a:r>
              <a:rPr lang="en-GB" sz="1800" b="1"/>
              <a:t>0</a:t>
            </a:r>
          </a:p>
          <a:p>
            <a:pPr algn="r">
              <a:lnSpc>
                <a:spcPct val="110000"/>
              </a:lnSpc>
            </a:pPr>
            <a:r>
              <a:rPr lang="en-GB" sz="1800" b="1"/>
              <a:t>1</a:t>
            </a:r>
          </a:p>
          <a:p>
            <a:pPr algn="r">
              <a:lnSpc>
                <a:spcPct val="110000"/>
              </a:lnSpc>
            </a:pPr>
            <a:r>
              <a:rPr lang="en-GB" sz="1800" b="1"/>
              <a:t>2</a:t>
            </a:r>
          </a:p>
          <a:p>
            <a:pPr algn="r">
              <a:lnSpc>
                <a:spcPct val="110000"/>
              </a:lnSpc>
            </a:pPr>
            <a:r>
              <a:rPr lang="en-GB" sz="1800" b="1"/>
              <a:t>3</a:t>
            </a:r>
          </a:p>
          <a:p>
            <a:pPr algn="r">
              <a:lnSpc>
                <a:spcPct val="110000"/>
              </a:lnSpc>
            </a:pPr>
            <a:r>
              <a:rPr lang="en-GB" sz="1800" b="1"/>
              <a:t>4</a:t>
            </a:r>
          </a:p>
          <a:p>
            <a:pPr algn="r">
              <a:lnSpc>
                <a:spcPct val="110000"/>
              </a:lnSpc>
            </a:pPr>
            <a:r>
              <a:rPr lang="en-GB" sz="1800" b="1"/>
              <a:t>5</a:t>
            </a:r>
          </a:p>
          <a:p>
            <a:pPr algn="r">
              <a:lnSpc>
                <a:spcPct val="110000"/>
              </a:lnSpc>
            </a:pPr>
            <a:r>
              <a:rPr lang="en-GB" sz="1800" b="1"/>
              <a:t>6</a:t>
            </a:r>
          </a:p>
          <a:p>
            <a:pPr algn="r">
              <a:lnSpc>
                <a:spcPct val="110000"/>
              </a:lnSpc>
            </a:pPr>
            <a:r>
              <a:rPr lang="en-GB" sz="1800" b="1"/>
              <a:t>7</a:t>
            </a:r>
          </a:p>
          <a:p>
            <a:pPr algn="r">
              <a:lnSpc>
                <a:spcPct val="110000"/>
              </a:lnSpc>
            </a:pPr>
            <a:r>
              <a:rPr lang="en-GB" sz="1800" b="1"/>
              <a:t>8</a:t>
            </a:r>
          </a:p>
          <a:p>
            <a:pPr algn="r">
              <a:lnSpc>
                <a:spcPct val="110000"/>
              </a:lnSpc>
            </a:pPr>
            <a:r>
              <a:rPr lang="en-GB" sz="1800" b="1"/>
              <a:t>9</a:t>
            </a:r>
          </a:p>
          <a:p>
            <a:pPr algn="r">
              <a:lnSpc>
                <a:spcPct val="110000"/>
              </a:lnSpc>
            </a:pPr>
            <a:r>
              <a:rPr lang="en-GB" sz="1800" b="1"/>
              <a:t>10</a:t>
            </a:r>
          </a:p>
          <a:p>
            <a:pPr algn="r">
              <a:lnSpc>
                <a:spcPct val="110000"/>
              </a:lnSpc>
            </a:pPr>
            <a:r>
              <a:rPr lang="en-GB" sz="1800" b="1"/>
              <a:t>11</a:t>
            </a:r>
          </a:p>
          <a:p>
            <a:pPr algn="r">
              <a:lnSpc>
                <a:spcPct val="110000"/>
              </a:lnSpc>
            </a:pPr>
            <a:r>
              <a:rPr lang="en-GB" sz="1800" b="1"/>
              <a:t>12</a:t>
            </a:r>
          </a:p>
          <a:p>
            <a:pPr algn="r">
              <a:lnSpc>
                <a:spcPct val="110000"/>
              </a:lnSpc>
            </a:pPr>
            <a:r>
              <a:rPr lang="en-GB" sz="1800" b="1"/>
              <a:t>13</a:t>
            </a:r>
          </a:p>
          <a:p>
            <a:pPr algn="r">
              <a:lnSpc>
                <a:spcPct val="110000"/>
              </a:lnSpc>
            </a:pPr>
            <a:r>
              <a:rPr lang="en-GB" sz="1800" b="1"/>
              <a:t>14</a:t>
            </a:r>
          </a:p>
          <a:p>
            <a:pPr algn="r">
              <a:lnSpc>
                <a:spcPct val="110000"/>
              </a:lnSpc>
            </a:pPr>
            <a:r>
              <a:rPr lang="en-GB" sz="1800" b="1"/>
              <a:t>15</a:t>
            </a:r>
            <a:endParaRPr lang="en-US" sz="1800" b="1"/>
          </a:p>
        </p:txBody>
      </p:sp>
      <p:sp>
        <p:nvSpPr>
          <p:cNvPr id="11274" name="Rectangle 15"/>
          <p:cNvSpPr>
            <a:spLocks noChangeArrowheads="1"/>
          </p:cNvSpPr>
          <p:nvPr/>
        </p:nvSpPr>
        <p:spPr bwMode="auto">
          <a:xfrm>
            <a:off x="4171950" y="1768475"/>
            <a:ext cx="249238" cy="279400"/>
          </a:xfrm>
          <a:prstGeom prst="rect">
            <a:avLst/>
          </a:prstGeom>
          <a:solidFill>
            <a:schemeClr val="tx1"/>
          </a:solidFill>
          <a:ln w="9525" algn="ctr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/>
          <a:p>
            <a:endParaRPr lang="en-US"/>
          </a:p>
        </p:txBody>
      </p:sp>
      <p:sp>
        <p:nvSpPr>
          <p:cNvPr id="11275" name="Rectangle 16"/>
          <p:cNvSpPr>
            <a:spLocks noChangeArrowheads="1"/>
          </p:cNvSpPr>
          <p:nvPr/>
        </p:nvSpPr>
        <p:spPr bwMode="auto">
          <a:xfrm>
            <a:off x="4171950" y="2401888"/>
            <a:ext cx="249238" cy="279400"/>
          </a:xfrm>
          <a:prstGeom prst="rect">
            <a:avLst/>
          </a:prstGeom>
          <a:solidFill>
            <a:schemeClr val="tx1"/>
          </a:solidFill>
          <a:ln w="9525" algn="ctr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/>
          <a:p>
            <a:endParaRPr lang="en-US"/>
          </a:p>
        </p:txBody>
      </p:sp>
      <p:sp>
        <p:nvSpPr>
          <p:cNvPr id="11276" name="Rectangle 17"/>
          <p:cNvSpPr>
            <a:spLocks noChangeArrowheads="1"/>
          </p:cNvSpPr>
          <p:nvPr/>
        </p:nvSpPr>
        <p:spPr bwMode="auto">
          <a:xfrm>
            <a:off x="4171950" y="3005138"/>
            <a:ext cx="249238" cy="279400"/>
          </a:xfrm>
          <a:prstGeom prst="rect">
            <a:avLst/>
          </a:prstGeom>
          <a:solidFill>
            <a:schemeClr val="tx1"/>
          </a:solidFill>
          <a:ln w="9525" algn="ctr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/>
          <a:p>
            <a:endParaRPr lang="en-US"/>
          </a:p>
        </p:txBody>
      </p:sp>
      <p:sp>
        <p:nvSpPr>
          <p:cNvPr id="11277" name="Rectangle 18"/>
          <p:cNvSpPr>
            <a:spLocks noChangeArrowheads="1"/>
          </p:cNvSpPr>
          <p:nvPr/>
        </p:nvSpPr>
        <p:spPr bwMode="auto">
          <a:xfrm>
            <a:off x="4171950" y="3649663"/>
            <a:ext cx="249238" cy="279400"/>
          </a:xfrm>
          <a:prstGeom prst="rect">
            <a:avLst/>
          </a:prstGeom>
          <a:solidFill>
            <a:schemeClr val="tx1"/>
          </a:solidFill>
          <a:ln w="9525" algn="ctr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/>
          <a:p>
            <a:endParaRPr lang="en-US"/>
          </a:p>
        </p:txBody>
      </p:sp>
      <p:sp>
        <p:nvSpPr>
          <p:cNvPr id="11278" name="Rectangle 19"/>
          <p:cNvSpPr>
            <a:spLocks noChangeArrowheads="1"/>
          </p:cNvSpPr>
          <p:nvPr/>
        </p:nvSpPr>
        <p:spPr bwMode="auto">
          <a:xfrm>
            <a:off x="4171950" y="4211638"/>
            <a:ext cx="249238" cy="279400"/>
          </a:xfrm>
          <a:prstGeom prst="rect">
            <a:avLst/>
          </a:prstGeom>
          <a:solidFill>
            <a:schemeClr val="tx1"/>
          </a:solidFill>
          <a:ln w="9525" algn="ctr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/>
          <a:p>
            <a:endParaRPr lang="en-US"/>
          </a:p>
        </p:txBody>
      </p:sp>
      <p:sp>
        <p:nvSpPr>
          <p:cNvPr id="11279" name="Rectangle 20"/>
          <p:cNvSpPr>
            <a:spLocks noChangeArrowheads="1"/>
          </p:cNvSpPr>
          <p:nvPr/>
        </p:nvSpPr>
        <p:spPr bwMode="auto">
          <a:xfrm>
            <a:off x="4171950" y="4824413"/>
            <a:ext cx="249238" cy="279400"/>
          </a:xfrm>
          <a:prstGeom prst="rect">
            <a:avLst/>
          </a:prstGeom>
          <a:solidFill>
            <a:schemeClr val="tx1"/>
          </a:solidFill>
          <a:ln w="9525" algn="ctr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/>
          <a:p>
            <a:endParaRPr lang="en-US"/>
          </a:p>
        </p:txBody>
      </p:sp>
      <p:sp>
        <p:nvSpPr>
          <p:cNvPr id="11280" name="Rectangle 21"/>
          <p:cNvSpPr>
            <a:spLocks noChangeArrowheads="1"/>
          </p:cNvSpPr>
          <p:nvPr/>
        </p:nvSpPr>
        <p:spPr bwMode="auto">
          <a:xfrm>
            <a:off x="4171950" y="5384800"/>
            <a:ext cx="249238" cy="279400"/>
          </a:xfrm>
          <a:prstGeom prst="rect">
            <a:avLst/>
          </a:prstGeom>
          <a:solidFill>
            <a:schemeClr val="tx1"/>
          </a:solidFill>
          <a:ln w="9525" algn="ctr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/>
          <a:p>
            <a:endParaRPr lang="en-US"/>
          </a:p>
        </p:txBody>
      </p:sp>
      <p:sp>
        <p:nvSpPr>
          <p:cNvPr id="11281" name="Rectangle 22"/>
          <p:cNvSpPr>
            <a:spLocks noChangeArrowheads="1"/>
          </p:cNvSpPr>
          <p:nvPr/>
        </p:nvSpPr>
        <p:spPr bwMode="auto">
          <a:xfrm>
            <a:off x="4171950" y="1176338"/>
            <a:ext cx="249238" cy="279400"/>
          </a:xfrm>
          <a:prstGeom prst="rect">
            <a:avLst/>
          </a:prstGeom>
          <a:solidFill>
            <a:schemeClr val="tx1"/>
          </a:solidFill>
          <a:ln w="9525" algn="ctr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/>
          <a:p>
            <a:endParaRPr lang="en-US"/>
          </a:p>
        </p:txBody>
      </p:sp>
      <p:sp>
        <p:nvSpPr>
          <p:cNvPr id="11282" name="Rectangle 30"/>
          <p:cNvSpPr>
            <a:spLocks noChangeArrowheads="1"/>
          </p:cNvSpPr>
          <p:nvPr/>
        </p:nvSpPr>
        <p:spPr bwMode="auto">
          <a:xfrm>
            <a:off x="2154238" y="3638550"/>
            <a:ext cx="952500" cy="1195388"/>
          </a:xfrm>
          <a:prstGeom prst="rect">
            <a:avLst/>
          </a:prstGeom>
          <a:solidFill>
            <a:srgbClr val="FFFFCC"/>
          </a:solidFill>
          <a:ln>
            <a:noFill/>
          </a:ln>
          <a:extLst>
            <a:ext uri="{91240B29-F687-4F45-9708-019B960494DF}">
              <a14:hiddenLine xmlns:a14="http://schemas.microsoft.com/office/drawing/2010/main" w="9525" algn="ctr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/>
          <a:lstStyle/>
          <a:p>
            <a:endParaRPr lang="en-US"/>
          </a:p>
        </p:txBody>
      </p:sp>
      <p:sp>
        <p:nvSpPr>
          <p:cNvPr id="11283" name="Text Box 31"/>
          <p:cNvSpPr txBox="1">
            <a:spLocks noChangeArrowheads="1"/>
          </p:cNvSpPr>
          <p:nvPr/>
        </p:nvSpPr>
        <p:spPr bwMode="auto">
          <a:xfrm>
            <a:off x="5168900" y="1176338"/>
            <a:ext cx="312738" cy="336550"/>
          </a:xfrm>
          <a:prstGeom prst="rect">
            <a:avLst/>
          </a:prstGeom>
          <a:solidFill>
            <a:schemeClr val="tx1"/>
          </a:solidFill>
          <a:ln>
            <a:noFill/>
          </a:ln>
          <a:extLst>
            <a:ext uri="{91240B29-F687-4F45-9708-019B960494DF}">
              <a14:hiddenLine xmlns:a14="http://schemas.microsoft.com/office/drawing/2010/main" w="9525" algn="ctr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defRPr sz="1600">
                <a:solidFill>
                  <a:schemeClr val="tx1"/>
                </a:solidFill>
                <a:latin typeface="Lucida Sans Unicode" pitchFamily="34" charset="0"/>
              </a:defRPr>
            </a:lvl1pPr>
            <a:lvl2pPr marL="742950" indent="-285750">
              <a:defRPr sz="1600">
                <a:solidFill>
                  <a:schemeClr val="tx1"/>
                </a:solidFill>
                <a:latin typeface="Lucida Sans Unicode" pitchFamily="34" charset="0"/>
              </a:defRPr>
            </a:lvl2pPr>
            <a:lvl3pPr marL="1143000" indent="-228600">
              <a:defRPr sz="1600">
                <a:solidFill>
                  <a:schemeClr val="tx1"/>
                </a:solidFill>
                <a:latin typeface="Lucida Sans Unicode" pitchFamily="34" charset="0"/>
              </a:defRPr>
            </a:lvl3pPr>
            <a:lvl4pPr marL="1600200" indent="-228600">
              <a:defRPr sz="1600">
                <a:solidFill>
                  <a:schemeClr val="tx1"/>
                </a:solidFill>
                <a:latin typeface="Lucida Sans Unicode" pitchFamily="34" charset="0"/>
              </a:defRPr>
            </a:lvl4pPr>
            <a:lvl5pPr marL="2057400" indent="-228600">
              <a:defRPr sz="1600">
                <a:solidFill>
                  <a:schemeClr val="tx1"/>
                </a:solidFill>
                <a:latin typeface="Lucida Sans Unicode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Lucida Sans Unicode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Lucida Sans Unicode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Lucida Sans Unicode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Lucida Sans Unicode" pitchFamily="34" charset="0"/>
              </a:defRPr>
            </a:lvl9pPr>
          </a:lstStyle>
          <a:p>
            <a:r>
              <a:rPr lang="en-GB">
                <a:solidFill>
                  <a:schemeClr val="bg1"/>
                </a:solidFill>
              </a:rPr>
              <a:t>0</a:t>
            </a:r>
            <a:endParaRPr lang="en-US">
              <a:solidFill>
                <a:schemeClr val="bg1"/>
              </a:solidFill>
            </a:endParaRPr>
          </a:p>
        </p:txBody>
      </p:sp>
      <p:sp>
        <p:nvSpPr>
          <p:cNvPr id="11284" name="Text Box 32"/>
          <p:cNvSpPr txBox="1">
            <a:spLocks noChangeArrowheads="1"/>
          </p:cNvSpPr>
          <p:nvPr/>
        </p:nvSpPr>
        <p:spPr bwMode="auto">
          <a:xfrm>
            <a:off x="5146675" y="1749425"/>
            <a:ext cx="312738" cy="336550"/>
          </a:xfrm>
          <a:prstGeom prst="rect">
            <a:avLst/>
          </a:prstGeom>
          <a:solidFill>
            <a:srgbClr val="FF0000"/>
          </a:solidFill>
          <a:ln>
            <a:noFill/>
          </a:ln>
          <a:extLst>
            <a:ext uri="{91240B29-F687-4F45-9708-019B960494DF}">
              <a14:hiddenLine xmlns:a14="http://schemas.microsoft.com/office/drawing/2010/main" w="9525" algn="ctr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defRPr sz="1600">
                <a:solidFill>
                  <a:schemeClr val="tx1"/>
                </a:solidFill>
                <a:latin typeface="Lucida Sans Unicode" pitchFamily="34" charset="0"/>
              </a:defRPr>
            </a:lvl1pPr>
            <a:lvl2pPr marL="742950" indent="-285750">
              <a:defRPr sz="1600">
                <a:solidFill>
                  <a:schemeClr val="tx1"/>
                </a:solidFill>
                <a:latin typeface="Lucida Sans Unicode" pitchFamily="34" charset="0"/>
              </a:defRPr>
            </a:lvl2pPr>
            <a:lvl3pPr marL="1143000" indent="-228600">
              <a:defRPr sz="1600">
                <a:solidFill>
                  <a:schemeClr val="tx1"/>
                </a:solidFill>
                <a:latin typeface="Lucida Sans Unicode" pitchFamily="34" charset="0"/>
              </a:defRPr>
            </a:lvl3pPr>
            <a:lvl4pPr marL="1600200" indent="-228600">
              <a:defRPr sz="1600">
                <a:solidFill>
                  <a:schemeClr val="tx1"/>
                </a:solidFill>
                <a:latin typeface="Lucida Sans Unicode" pitchFamily="34" charset="0"/>
              </a:defRPr>
            </a:lvl4pPr>
            <a:lvl5pPr marL="2057400" indent="-228600">
              <a:defRPr sz="1600">
                <a:solidFill>
                  <a:schemeClr val="tx1"/>
                </a:solidFill>
                <a:latin typeface="Lucida Sans Unicode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Lucida Sans Unicode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Lucida Sans Unicode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Lucida Sans Unicode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Lucida Sans Unicode" pitchFamily="34" charset="0"/>
              </a:defRPr>
            </a:lvl9pPr>
          </a:lstStyle>
          <a:p>
            <a:r>
              <a:rPr lang="en-GB">
                <a:solidFill>
                  <a:schemeClr val="bg1"/>
                </a:solidFill>
              </a:rPr>
              <a:t>1</a:t>
            </a:r>
            <a:endParaRPr lang="en-US">
              <a:solidFill>
                <a:schemeClr val="bg1"/>
              </a:solidFill>
            </a:endParaRPr>
          </a:p>
        </p:txBody>
      </p:sp>
      <p:sp>
        <p:nvSpPr>
          <p:cNvPr id="11285" name="Line 33"/>
          <p:cNvSpPr>
            <a:spLocks noChangeShapeType="1"/>
          </p:cNvSpPr>
          <p:nvPr/>
        </p:nvSpPr>
        <p:spPr bwMode="auto">
          <a:xfrm flipH="1">
            <a:off x="4343400" y="1330325"/>
            <a:ext cx="749300" cy="41275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en-GB"/>
          </a:p>
        </p:txBody>
      </p:sp>
      <p:sp>
        <p:nvSpPr>
          <p:cNvPr id="11286" name="Line 34"/>
          <p:cNvSpPr>
            <a:spLocks noChangeShapeType="1"/>
          </p:cNvSpPr>
          <p:nvPr/>
        </p:nvSpPr>
        <p:spPr bwMode="auto">
          <a:xfrm flipH="1" flipV="1">
            <a:off x="4332288" y="1663700"/>
            <a:ext cx="728662" cy="134938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en-GB"/>
          </a:p>
        </p:txBody>
      </p:sp>
      <p:sp>
        <p:nvSpPr>
          <p:cNvPr id="11287" name="Text Box 35"/>
          <p:cNvSpPr txBox="1">
            <a:spLocks noChangeArrowheads="1"/>
          </p:cNvSpPr>
          <p:nvPr/>
        </p:nvSpPr>
        <p:spPr bwMode="auto">
          <a:xfrm>
            <a:off x="4479925" y="6242050"/>
            <a:ext cx="519113" cy="3365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 algn="ctr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defRPr sz="1600">
                <a:solidFill>
                  <a:schemeClr val="tx1"/>
                </a:solidFill>
                <a:latin typeface="Lucida Sans Unicode" pitchFamily="34" charset="0"/>
              </a:defRPr>
            </a:lvl1pPr>
            <a:lvl2pPr marL="742950" indent="-285750">
              <a:defRPr sz="1600">
                <a:solidFill>
                  <a:schemeClr val="tx1"/>
                </a:solidFill>
                <a:latin typeface="Lucida Sans Unicode" pitchFamily="34" charset="0"/>
              </a:defRPr>
            </a:lvl2pPr>
            <a:lvl3pPr marL="1143000" indent="-228600">
              <a:defRPr sz="1600">
                <a:solidFill>
                  <a:schemeClr val="tx1"/>
                </a:solidFill>
                <a:latin typeface="Lucida Sans Unicode" pitchFamily="34" charset="0"/>
              </a:defRPr>
            </a:lvl3pPr>
            <a:lvl4pPr marL="1600200" indent="-228600">
              <a:defRPr sz="1600">
                <a:solidFill>
                  <a:schemeClr val="tx1"/>
                </a:solidFill>
                <a:latin typeface="Lucida Sans Unicode" pitchFamily="34" charset="0"/>
              </a:defRPr>
            </a:lvl4pPr>
            <a:lvl5pPr marL="2057400" indent="-228600">
              <a:defRPr sz="1600">
                <a:solidFill>
                  <a:schemeClr val="tx1"/>
                </a:solidFill>
                <a:latin typeface="Lucida Sans Unicode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Lucida Sans Unicode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Lucida Sans Unicode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Lucida Sans Unicode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Lucida Sans Unicode" pitchFamily="34" charset="0"/>
              </a:defRPr>
            </a:lvl9pPr>
          </a:lstStyle>
          <a:p>
            <a:r>
              <a:rPr lang="en-GB"/>
              <a:t>LSB</a:t>
            </a:r>
            <a:endParaRPr lang="en-US"/>
          </a:p>
        </p:txBody>
      </p:sp>
      <p:sp>
        <p:nvSpPr>
          <p:cNvPr id="11288" name="Line 38"/>
          <p:cNvSpPr>
            <a:spLocks noChangeShapeType="1"/>
          </p:cNvSpPr>
          <p:nvPr/>
        </p:nvSpPr>
        <p:spPr bwMode="auto">
          <a:xfrm flipH="1" flipV="1">
            <a:off x="4364038" y="6110288"/>
            <a:ext cx="104775" cy="22860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en-GB"/>
          </a:p>
        </p:txBody>
      </p:sp>
      <p:sp>
        <p:nvSpPr>
          <p:cNvPr id="11289" name="Line 40"/>
          <p:cNvSpPr>
            <a:spLocks noChangeShapeType="1"/>
          </p:cNvSpPr>
          <p:nvPr/>
        </p:nvSpPr>
        <p:spPr bwMode="auto">
          <a:xfrm flipH="1">
            <a:off x="4240213" y="1309688"/>
            <a:ext cx="842962" cy="63500"/>
          </a:xfrm>
          <a:prstGeom prst="line">
            <a:avLst/>
          </a:prstGeom>
          <a:noFill/>
          <a:ln w="9525">
            <a:solidFill>
              <a:schemeClr val="bg1"/>
            </a:solidFill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en-GB"/>
          </a:p>
        </p:txBody>
      </p:sp>
      <p:sp>
        <p:nvSpPr>
          <p:cNvPr id="11290" name="Text Box 41"/>
          <p:cNvSpPr txBox="1">
            <a:spLocks noChangeArrowheads="1"/>
          </p:cNvSpPr>
          <p:nvPr/>
        </p:nvSpPr>
        <p:spPr bwMode="auto">
          <a:xfrm>
            <a:off x="5924550" y="2232025"/>
            <a:ext cx="184150" cy="3365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 algn="ctr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defRPr sz="1600">
                <a:solidFill>
                  <a:schemeClr val="tx1"/>
                </a:solidFill>
                <a:latin typeface="Lucida Sans Unicode" pitchFamily="34" charset="0"/>
              </a:defRPr>
            </a:lvl1pPr>
            <a:lvl2pPr marL="742950" indent="-285750">
              <a:defRPr sz="1600">
                <a:solidFill>
                  <a:schemeClr val="tx1"/>
                </a:solidFill>
                <a:latin typeface="Lucida Sans Unicode" pitchFamily="34" charset="0"/>
              </a:defRPr>
            </a:lvl2pPr>
            <a:lvl3pPr marL="1143000" indent="-228600">
              <a:defRPr sz="1600">
                <a:solidFill>
                  <a:schemeClr val="tx1"/>
                </a:solidFill>
                <a:latin typeface="Lucida Sans Unicode" pitchFamily="34" charset="0"/>
              </a:defRPr>
            </a:lvl3pPr>
            <a:lvl4pPr marL="1600200" indent="-228600">
              <a:defRPr sz="1600">
                <a:solidFill>
                  <a:schemeClr val="tx1"/>
                </a:solidFill>
                <a:latin typeface="Lucida Sans Unicode" pitchFamily="34" charset="0"/>
              </a:defRPr>
            </a:lvl4pPr>
            <a:lvl5pPr marL="2057400" indent="-228600">
              <a:defRPr sz="1600">
                <a:solidFill>
                  <a:schemeClr val="tx1"/>
                </a:solidFill>
                <a:latin typeface="Lucida Sans Unicode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Lucida Sans Unicode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Lucida Sans Unicode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Lucida Sans Unicode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Lucida Sans Unicode" pitchFamily="34" charset="0"/>
              </a:defRPr>
            </a:lvl9pPr>
          </a:lstStyle>
          <a:p>
            <a:endParaRPr lang="en-US"/>
          </a:p>
        </p:txBody>
      </p:sp>
      <p:sp>
        <p:nvSpPr>
          <p:cNvPr id="11291" name="Text Box 42"/>
          <p:cNvSpPr txBox="1">
            <a:spLocks noChangeArrowheads="1"/>
          </p:cNvSpPr>
          <p:nvPr/>
        </p:nvSpPr>
        <p:spPr bwMode="auto">
          <a:xfrm>
            <a:off x="6183313" y="2533650"/>
            <a:ext cx="2384425" cy="10699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 algn="ctr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defRPr sz="1600">
                <a:solidFill>
                  <a:schemeClr val="tx1"/>
                </a:solidFill>
                <a:latin typeface="Lucida Sans Unicode" pitchFamily="34" charset="0"/>
              </a:defRPr>
            </a:lvl1pPr>
            <a:lvl2pPr marL="742950" indent="-285750">
              <a:defRPr sz="1600">
                <a:solidFill>
                  <a:schemeClr val="tx1"/>
                </a:solidFill>
                <a:latin typeface="Lucida Sans Unicode" pitchFamily="34" charset="0"/>
              </a:defRPr>
            </a:lvl2pPr>
            <a:lvl3pPr marL="1143000" indent="-228600">
              <a:defRPr sz="1600">
                <a:solidFill>
                  <a:schemeClr val="tx1"/>
                </a:solidFill>
                <a:latin typeface="Lucida Sans Unicode" pitchFamily="34" charset="0"/>
              </a:defRPr>
            </a:lvl3pPr>
            <a:lvl4pPr marL="1600200" indent="-228600">
              <a:defRPr sz="1600">
                <a:solidFill>
                  <a:schemeClr val="tx1"/>
                </a:solidFill>
                <a:latin typeface="Lucida Sans Unicode" pitchFamily="34" charset="0"/>
              </a:defRPr>
            </a:lvl4pPr>
            <a:lvl5pPr marL="2057400" indent="-228600">
              <a:defRPr sz="1600">
                <a:solidFill>
                  <a:schemeClr val="tx1"/>
                </a:solidFill>
                <a:latin typeface="Lucida Sans Unicode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Lucida Sans Unicode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Lucida Sans Unicode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Lucida Sans Unicode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Lucida Sans Unicode" pitchFamily="34" charset="0"/>
              </a:defRPr>
            </a:lvl9pPr>
          </a:lstStyle>
          <a:p>
            <a:r>
              <a:rPr lang="en-GB"/>
              <a:t>consider the frequency of change for each column – notice the pattern</a:t>
            </a:r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14450390"/>
      </p:ext>
    </p:extLst>
  </p:cSld>
  <p:clrMapOvr>
    <a:masterClrMapping/>
  </p:clrMapOvr>
</p:sld>
</file>

<file path=ppt/slides/slide9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290" name="Rectangle 4"/>
          <p:cNvSpPr>
            <a:spLocks noChangeArrowheads="1"/>
          </p:cNvSpPr>
          <p:nvPr/>
        </p:nvSpPr>
        <p:spPr bwMode="auto">
          <a:xfrm>
            <a:off x="3179763" y="1176338"/>
            <a:ext cx="1246187" cy="4849812"/>
          </a:xfrm>
          <a:prstGeom prst="rect">
            <a:avLst/>
          </a:prstGeom>
          <a:solidFill>
            <a:schemeClr val="tx1"/>
          </a:solidFill>
          <a:ln w="9525" algn="ctr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/>
          <a:p>
            <a:endParaRPr lang="en-US"/>
          </a:p>
        </p:txBody>
      </p:sp>
      <p:sp>
        <p:nvSpPr>
          <p:cNvPr id="12291" name="Rectangle 7"/>
          <p:cNvSpPr>
            <a:spLocks noChangeArrowheads="1"/>
          </p:cNvSpPr>
          <p:nvPr/>
        </p:nvSpPr>
        <p:spPr bwMode="auto">
          <a:xfrm>
            <a:off x="3870325" y="1176338"/>
            <a:ext cx="274638" cy="4829175"/>
          </a:xfrm>
          <a:prstGeom prst="rect">
            <a:avLst/>
          </a:prstGeom>
          <a:solidFill>
            <a:srgbClr val="FF0000"/>
          </a:solidFill>
          <a:ln w="9525" algn="ctr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/>
          <a:p>
            <a:endParaRPr lang="en-US"/>
          </a:p>
        </p:txBody>
      </p:sp>
      <p:sp>
        <p:nvSpPr>
          <p:cNvPr id="12292" name="Rectangle 8"/>
          <p:cNvSpPr>
            <a:spLocks noChangeArrowheads="1"/>
          </p:cNvSpPr>
          <p:nvPr/>
        </p:nvSpPr>
        <p:spPr bwMode="auto">
          <a:xfrm>
            <a:off x="4171950" y="1176338"/>
            <a:ext cx="242888" cy="4829175"/>
          </a:xfrm>
          <a:prstGeom prst="rect">
            <a:avLst/>
          </a:prstGeom>
          <a:solidFill>
            <a:srgbClr val="FF0000"/>
          </a:solidFill>
          <a:ln w="9525" algn="ctr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/>
          <a:p>
            <a:endParaRPr lang="en-US"/>
          </a:p>
        </p:txBody>
      </p:sp>
      <p:sp>
        <p:nvSpPr>
          <p:cNvPr id="12293" name="Rectangle 9"/>
          <p:cNvSpPr>
            <a:spLocks noChangeArrowheads="1"/>
          </p:cNvSpPr>
          <p:nvPr/>
        </p:nvSpPr>
        <p:spPr bwMode="auto">
          <a:xfrm>
            <a:off x="430213" y="3638550"/>
            <a:ext cx="2708275" cy="1195388"/>
          </a:xfrm>
          <a:prstGeom prst="rect">
            <a:avLst/>
          </a:prstGeom>
          <a:solidFill>
            <a:srgbClr val="FFFFCC"/>
          </a:solidFill>
          <a:ln>
            <a:noFill/>
          </a:ln>
          <a:extLst>
            <a:ext uri="{91240B29-F687-4F45-9708-019B960494DF}">
              <a14:hiddenLine xmlns:a14="http://schemas.microsoft.com/office/drawing/2010/main" w="9525" algn="ctr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/>
          <a:lstStyle/>
          <a:p>
            <a:endParaRPr lang="en-US"/>
          </a:p>
        </p:txBody>
      </p:sp>
      <p:sp>
        <p:nvSpPr>
          <p:cNvPr id="12294" name="Rectangle 10"/>
          <p:cNvSpPr>
            <a:spLocks noChangeArrowheads="1"/>
          </p:cNvSpPr>
          <p:nvPr/>
        </p:nvSpPr>
        <p:spPr bwMode="auto">
          <a:xfrm>
            <a:off x="430213" y="1176338"/>
            <a:ext cx="2708275" cy="1227137"/>
          </a:xfrm>
          <a:prstGeom prst="rect">
            <a:avLst/>
          </a:prstGeom>
          <a:solidFill>
            <a:srgbClr val="FFFFCC"/>
          </a:solidFill>
          <a:ln>
            <a:noFill/>
          </a:ln>
          <a:extLst>
            <a:ext uri="{91240B29-F687-4F45-9708-019B960494DF}">
              <a14:hiddenLine xmlns:a14="http://schemas.microsoft.com/office/drawing/2010/main" w="9525" algn="ctr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/>
          <a:lstStyle/>
          <a:p>
            <a:endParaRPr lang="en-US"/>
          </a:p>
        </p:txBody>
      </p:sp>
      <p:sp>
        <p:nvSpPr>
          <p:cNvPr id="12295" name="Text Box 11"/>
          <p:cNvSpPr txBox="1">
            <a:spLocks noChangeArrowheads="1"/>
          </p:cNvSpPr>
          <p:nvPr/>
        </p:nvSpPr>
        <p:spPr bwMode="auto">
          <a:xfrm>
            <a:off x="430213" y="376238"/>
            <a:ext cx="2884487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 algn="ctr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defRPr sz="1600">
                <a:solidFill>
                  <a:schemeClr val="tx1"/>
                </a:solidFill>
                <a:latin typeface="Lucida Sans Unicode" pitchFamily="34" charset="0"/>
              </a:defRPr>
            </a:lvl1pPr>
            <a:lvl2pPr marL="742950" indent="-285750">
              <a:defRPr sz="1600">
                <a:solidFill>
                  <a:schemeClr val="tx1"/>
                </a:solidFill>
                <a:latin typeface="Lucida Sans Unicode" pitchFamily="34" charset="0"/>
              </a:defRPr>
            </a:lvl2pPr>
            <a:lvl3pPr marL="1143000" indent="-228600">
              <a:defRPr sz="1600">
                <a:solidFill>
                  <a:schemeClr val="tx1"/>
                </a:solidFill>
                <a:latin typeface="Lucida Sans Unicode" pitchFamily="34" charset="0"/>
              </a:defRPr>
            </a:lvl3pPr>
            <a:lvl4pPr marL="1600200" indent="-228600">
              <a:defRPr sz="1600">
                <a:solidFill>
                  <a:schemeClr val="tx1"/>
                </a:solidFill>
                <a:latin typeface="Lucida Sans Unicode" pitchFamily="34" charset="0"/>
              </a:defRPr>
            </a:lvl4pPr>
            <a:lvl5pPr marL="2057400" indent="-228600">
              <a:defRPr sz="1600">
                <a:solidFill>
                  <a:schemeClr val="tx1"/>
                </a:solidFill>
                <a:latin typeface="Lucida Sans Unicode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Lucida Sans Unicode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Lucida Sans Unicode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Lucida Sans Unicode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Lucida Sans Unicode" pitchFamily="34" charset="0"/>
              </a:defRPr>
            </a:lvl9pPr>
          </a:lstStyle>
          <a:p>
            <a:r>
              <a:rPr lang="en-GB" sz="2400" b="1"/>
              <a:t>The Binary System</a:t>
            </a:r>
            <a:endParaRPr lang="en-US" sz="2400" b="1"/>
          </a:p>
        </p:txBody>
      </p:sp>
      <p:sp>
        <p:nvSpPr>
          <p:cNvPr id="12296" name="Text Box 13"/>
          <p:cNvSpPr txBox="1">
            <a:spLocks noChangeArrowheads="1"/>
          </p:cNvSpPr>
          <p:nvPr/>
        </p:nvSpPr>
        <p:spPr bwMode="auto">
          <a:xfrm>
            <a:off x="1444625" y="1176338"/>
            <a:ext cx="766763" cy="49180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 algn="ctr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defRPr sz="1600">
                <a:solidFill>
                  <a:schemeClr val="tx1"/>
                </a:solidFill>
                <a:latin typeface="Lucida Sans Unicode" pitchFamily="34" charset="0"/>
              </a:defRPr>
            </a:lvl1pPr>
            <a:lvl2pPr marL="742950" indent="-285750">
              <a:defRPr sz="1600">
                <a:solidFill>
                  <a:schemeClr val="tx1"/>
                </a:solidFill>
                <a:latin typeface="Lucida Sans Unicode" pitchFamily="34" charset="0"/>
              </a:defRPr>
            </a:lvl2pPr>
            <a:lvl3pPr marL="1143000" indent="-228600">
              <a:defRPr sz="1600">
                <a:solidFill>
                  <a:schemeClr val="tx1"/>
                </a:solidFill>
                <a:latin typeface="Lucida Sans Unicode" pitchFamily="34" charset="0"/>
              </a:defRPr>
            </a:lvl3pPr>
            <a:lvl4pPr marL="1600200" indent="-228600">
              <a:defRPr sz="1600">
                <a:solidFill>
                  <a:schemeClr val="tx1"/>
                </a:solidFill>
                <a:latin typeface="Lucida Sans Unicode" pitchFamily="34" charset="0"/>
              </a:defRPr>
            </a:lvl4pPr>
            <a:lvl5pPr marL="2057400" indent="-228600">
              <a:defRPr sz="1600">
                <a:solidFill>
                  <a:schemeClr val="tx1"/>
                </a:solidFill>
                <a:latin typeface="Lucida Sans Unicode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Lucida Sans Unicode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Lucida Sans Unicode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Lucida Sans Unicode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Lucida Sans Unicode" pitchFamily="34" charset="0"/>
              </a:defRPr>
            </a:lvl9pPr>
          </a:lstStyle>
          <a:p>
            <a:pPr>
              <a:lnSpc>
                <a:spcPct val="110000"/>
              </a:lnSpc>
            </a:pPr>
            <a:r>
              <a:rPr lang="en-GB" sz="1800" b="1"/>
              <a:t>      0</a:t>
            </a:r>
          </a:p>
          <a:p>
            <a:pPr>
              <a:lnSpc>
                <a:spcPct val="110000"/>
              </a:lnSpc>
            </a:pPr>
            <a:r>
              <a:rPr lang="en-GB" sz="1800" b="1"/>
              <a:t>      1</a:t>
            </a:r>
          </a:p>
          <a:p>
            <a:pPr>
              <a:lnSpc>
                <a:spcPct val="110000"/>
              </a:lnSpc>
            </a:pPr>
            <a:r>
              <a:rPr lang="en-GB" sz="1800" b="1"/>
              <a:t>    10</a:t>
            </a:r>
          </a:p>
          <a:p>
            <a:pPr>
              <a:lnSpc>
                <a:spcPct val="110000"/>
              </a:lnSpc>
            </a:pPr>
            <a:r>
              <a:rPr lang="en-GB" sz="1800" b="1"/>
              <a:t>    11</a:t>
            </a:r>
          </a:p>
          <a:p>
            <a:pPr>
              <a:lnSpc>
                <a:spcPct val="110000"/>
              </a:lnSpc>
            </a:pPr>
            <a:r>
              <a:rPr lang="en-GB" sz="1800" b="1"/>
              <a:t>  100</a:t>
            </a:r>
          </a:p>
          <a:p>
            <a:pPr>
              <a:lnSpc>
                <a:spcPct val="110000"/>
              </a:lnSpc>
            </a:pPr>
            <a:r>
              <a:rPr lang="en-GB" sz="1800" b="1"/>
              <a:t>  101</a:t>
            </a:r>
          </a:p>
          <a:p>
            <a:pPr>
              <a:lnSpc>
                <a:spcPct val="110000"/>
              </a:lnSpc>
            </a:pPr>
            <a:r>
              <a:rPr lang="en-GB" sz="1800" b="1"/>
              <a:t>  110</a:t>
            </a:r>
          </a:p>
          <a:p>
            <a:pPr>
              <a:lnSpc>
                <a:spcPct val="110000"/>
              </a:lnSpc>
            </a:pPr>
            <a:r>
              <a:rPr lang="en-GB" sz="1800" b="1"/>
              <a:t>  111</a:t>
            </a:r>
          </a:p>
          <a:p>
            <a:pPr>
              <a:lnSpc>
                <a:spcPct val="110000"/>
              </a:lnSpc>
            </a:pPr>
            <a:r>
              <a:rPr lang="en-GB" sz="1800" b="1"/>
              <a:t>1000</a:t>
            </a:r>
          </a:p>
          <a:p>
            <a:pPr>
              <a:lnSpc>
                <a:spcPct val="110000"/>
              </a:lnSpc>
            </a:pPr>
            <a:r>
              <a:rPr lang="en-GB" sz="1800" b="1"/>
              <a:t>1001</a:t>
            </a:r>
          </a:p>
          <a:p>
            <a:pPr>
              <a:lnSpc>
                <a:spcPct val="110000"/>
              </a:lnSpc>
            </a:pPr>
            <a:r>
              <a:rPr lang="en-GB" sz="1800" b="1"/>
              <a:t>1010</a:t>
            </a:r>
          </a:p>
          <a:p>
            <a:pPr>
              <a:lnSpc>
                <a:spcPct val="110000"/>
              </a:lnSpc>
            </a:pPr>
            <a:r>
              <a:rPr lang="en-GB" sz="1800" b="1"/>
              <a:t>1011</a:t>
            </a:r>
          </a:p>
          <a:p>
            <a:pPr>
              <a:lnSpc>
                <a:spcPct val="110000"/>
              </a:lnSpc>
            </a:pPr>
            <a:r>
              <a:rPr lang="en-GB" sz="1800" b="1"/>
              <a:t>1100</a:t>
            </a:r>
          </a:p>
          <a:p>
            <a:pPr>
              <a:lnSpc>
                <a:spcPct val="110000"/>
              </a:lnSpc>
            </a:pPr>
            <a:r>
              <a:rPr lang="en-GB" sz="1800" b="1"/>
              <a:t>1101</a:t>
            </a:r>
          </a:p>
          <a:p>
            <a:pPr>
              <a:lnSpc>
                <a:spcPct val="110000"/>
              </a:lnSpc>
            </a:pPr>
            <a:r>
              <a:rPr lang="en-GB" sz="1800" b="1"/>
              <a:t>1110</a:t>
            </a:r>
          </a:p>
          <a:p>
            <a:pPr>
              <a:lnSpc>
                <a:spcPct val="110000"/>
              </a:lnSpc>
            </a:pPr>
            <a:r>
              <a:rPr lang="en-GB" sz="1800" b="1"/>
              <a:t>1111</a:t>
            </a:r>
            <a:endParaRPr lang="en-US"/>
          </a:p>
        </p:txBody>
      </p:sp>
      <p:sp>
        <p:nvSpPr>
          <p:cNvPr id="12297" name="Text Box 14"/>
          <p:cNvSpPr txBox="1">
            <a:spLocks noChangeArrowheads="1"/>
          </p:cNvSpPr>
          <p:nvPr/>
        </p:nvSpPr>
        <p:spPr bwMode="auto">
          <a:xfrm>
            <a:off x="430213" y="1176338"/>
            <a:ext cx="473075" cy="49180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 algn="ctr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defRPr sz="1600">
                <a:solidFill>
                  <a:schemeClr val="tx1"/>
                </a:solidFill>
                <a:latin typeface="Lucida Sans Unicode" pitchFamily="34" charset="0"/>
              </a:defRPr>
            </a:lvl1pPr>
            <a:lvl2pPr marL="742950" indent="-285750">
              <a:defRPr sz="1600">
                <a:solidFill>
                  <a:schemeClr val="tx1"/>
                </a:solidFill>
                <a:latin typeface="Lucida Sans Unicode" pitchFamily="34" charset="0"/>
              </a:defRPr>
            </a:lvl2pPr>
            <a:lvl3pPr marL="1143000" indent="-228600">
              <a:defRPr sz="1600">
                <a:solidFill>
                  <a:schemeClr val="tx1"/>
                </a:solidFill>
                <a:latin typeface="Lucida Sans Unicode" pitchFamily="34" charset="0"/>
              </a:defRPr>
            </a:lvl3pPr>
            <a:lvl4pPr marL="1600200" indent="-228600">
              <a:defRPr sz="1600">
                <a:solidFill>
                  <a:schemeClr val="tx1"/>
                </a:solidFill>
                <a:latin typeface="Lucida Sans Unicode" pitchFamily="34" charset="0"/>
              </a:defRPr>
            </a:lvl4pPr>
            <a:lvl5pPr marL="2057400" indent="-228600">
              <a:defRPr sz="1600">
                <a:solidFill>
                  <a:schemeClr val="tx1"/>
                </a:solidFill>
                <a:latin typeface="Lucida Sans Unicode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Lucida Sans Unicode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Lucida Sans Unicode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Lucida Sans Unicode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Lucida Sans Unicode" pitchFamily="34" charset="0"/>
              </a:defRPr>
            </a:lvl9pPr>
          </a:lstStyle>
          <a:p>
            <a:pPr algn="r">
              <a:lnSpc>
                <a:spcPct val="110000"/>
              </a:lnSpc>
            </a:pPr>
            <a:r>
              <a:rPr lang="en-GB" sz="1800" b="1"/>
              <a:t>0</a:t>
            </a:r>
          </a:p>
          <a:p>
            <a:pPr algn="r">
              <a:lnSpc>
                <a:spcPct val="110000"/>
              </a:lnSpc>
            </a:pPr>
            <a:r>
              <a:rPr lang="en-GB" sz="1800" b="1"/>
              <a:t>1</a:t>
            </a:r>
          </a:p>
          <a:p>
            <a:pPr algn="r">
              <a:lnSpc>
                <a:spcPct val="110000"/>
              </a:lnSpc>
            </a:pPr>
            <a:r>
              <a:rPr lang="en-GB" sz="1800" b="1"/>
              <a:t>2</a:t>
            </a:r>
          </a:p>
          <a:p>
            <a:pPr algn="r">
              <a:lnSpc>
                <a:spcPct val="110000"/>
              </a:lnSpc>
            </a:pPr>
            <a:r>
              <a:rPr lang="en-GB" sz="1800" b="1"/>
              <a:t>3</a:t>
            </a:r>
          </a:p>
          <a:p>
            <a:pPr algn="r">
              <a:lnSpc>
                <a:spcPct val="110000"/>
              </a:lnSpc>
            </a:pPr>
            <a:r>
              <a:rPr lang="en-GB" sz="1800" b="1"/>
              <a:t>4</a:t>
            </a:r>
          </a:p>
          <a:p>
            <a:pPr algn="r">
              <a:lnSpc>
                <a:spcPct val="110000"/>
              </a:lnSpc>
            </a:pPr>
            <a:r>
              <a:rPr lang="en-GB" sz="1800" b="1"/>
              <a:t>5</a:t>
            </a:r>
          </a:p>
          <a:p>
            <a:pPr algn="r">
              <a:lnSpc>
                <a:spcPct val="110000"/>
              </a:lnSpc>
            </a:pPr>
            <a:r>
              <a:rPr lang="en-GB" sz="1800" b="1"/>
              <a:t>6</a:t>
            </a:r>
          </a:p>
          <a:p>
            <a:pPr algn="r">
              <a:lnSpc>
                <a:spcPct val="110000"/>
              </a:lnSpc>
            </a:pPr>
            <a:r>
              <a:rPr lang="en-GB" sz="1800" b="1"/>
              <a:t>7</a:t>
            </a:r>
          </a:p>
          <a:p>
            <a:pPr algn="r">
              <a:lnSpc>
                <a:spcPct val="110000"/>
              </a:lnSpc>
            </a:pPr>
            <a:r>
              <a:rPr lang="en-GB" sz="1800" b="1"/>
              <a:t>8</a:t>
            </a:r>
          </a:p>
          <a:p>
            <a:pPr algn="r">
              <a:lnSpc>
                <a:spcPct val="110000"/>
              </a:lnSpc>
            </a:pPr>
            <a:r>
              <a:rPr lang="en-GB" sz="1800" b="1"/>
              <a:t>9</a:t>
            </a:r>
          </a:p>
          <a:p>
            <a:pPr algn="r">
              <a:lnSpc>
                <a:spcPct val="110000"/>
              </a:lnSpc>
            </a:pPr>
            <a:r>
              <a:rPr lang="en-GB" sz="1800" b="1"/>
              <a:t>10</a:t>
            </a:r>
          </a:p>
          <a:p>
            <a:pPr algn="r">
              <a:lnSpc>
                <a:spcPct val="110000"/>
              </a:lnSpc>
            </a:pPr>
            <a:r>
              <a:rPr lang="en-GB" sz="1800" b="1"/>
              <a:t>11</a:t>
            </a:r>
          </a:p>
          <a:p>
            <a:pPr algn="r">
              <a:lnSpc>
                <a:spcPct val="110000"/>
              </a:lnSpc>
            </a:pPr>
            <a:r>
              <a:rPr lang="en-GB" sz="1800" b="1"/>
              <a:t>12</a:t>
            </a:r>
          </a:p>
          <a:p>
            <a:pPr algn="r">
              <a:lnSpc>
                <a:spcPct val="110000"/>
              </a:lnSpc>
            </a:pPr>
            <a:r>
              <a:rPr lang="en-GB" sz="1800" b="1"/>
              <a:t>13</a:t>
            </a:r>
          </a:p>
          <a:p>
            <a:pPr algn="r">
              <a:lnSpc>
                <a:spcPct val="110000"/>
              </a:lnSpc>
            </a:pPr>
            <a:r>
              <a:rPr lang="en-GB" sz="1800" b="1"/>
              <a:t>14</a:t>
            </a:r>
          </a:p>
          <a:p>
            <a:pPr algn="r">
              <a:lnSpc>
                <a:spcPct val="110000"/>
              </a:lnSpc>
            </a:pPr>
            <a:r>
              <a:rPr lang="en-GB" sz="1800" b="1"/>
              <a:t>15</a:t>
            </a:r>
            <a:endParaRPr lang="en-US" sz="1800" b="1"/>
          </a:p>
        </p:txBody>
      </p:sp>
      <p:sp>
        <p:nvSpPr>
          <p:cNvPr id="12298" name="Rectangle 15"/>
          <p:cNvSpPr>
            <a:spLocks noChangeArrowheads="1"/>
          </p:cNvSpPr>
          <p:nvPr/>
        </p:nvSpPr>
        <p:spPr bwMode="auto">
          <a:xfrm>
            <a:off x="4171950" y="1768475"/>
            <a:ext cx="249238" cy="279400"/>
          </a:xfrm>
          <a:prstGeom prst="rect">
            <a:avLst/>
          </a:prstGeom>
          <a:solidFill>
            <a:schemeClr val="tx1"/>
          </a:solidFill>
          <a:ln w="9525" algn="ctr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/>
          <a:p>
            <a:endParaRPr lang="en-US"/>
          </a:p>
        </p:txBody>
      </p:sp>
      <p:sp>
        <p:nvSpPr>
          <p:cNvPr id="12299" name="Rectangle 16"/>
          <p:cNvSpPr>
            <a:spLocks noChangeArrowheads="1"/>
          </p:cNvSpPr>
          <p:nvPr/>
        </p:nvSpPr>
        <p:spPr bwMode="auto">
          <a:xfrm>
            <a:off x="4171950" y="2401888"/>
            <a:ext cx="249238" cy="279400"/>
          </a:xfrm>
          <a:prstGeom prst="rect">
            <a:avLst/>
          </a:prstGeom>
          <a:solidFill>
            <a:schemeClr val="tx1"/>
          </a:solidFill>
          <a:ln w="9525" algn="ctr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/>
          <a:p>
            <a:endParaRPr lang="en-US"/>
          </a:p>
        </p:txBody>
      </p:sp>
      <p:sp>
        <p:nvSpPr>
          <p:cNvPr id="12300" name="Rectangle 17"/>
          <p:cNvSpPr>
            <a:spLocks noChangeArrowheads="1"/>
          </p:cNvSpPr>
          <p:nvPr/>
        </p:nvSpPr>
        <p:spPr bwMode="auto">
          <a:xfrm>
            <a:off x="4171950" y="3005138"/>
            <a:ext cx="249238" cy="279400"/>
          </a:xfrm>
          <a:prstGeom prst="rect">
            <a:avLst/>
          </a:prstGeom>
          <a:solidFill>
            <a:schemeClr val="tx1"/>
          </a:solidFill>
          <a:ln w="9525" algn="ctr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/>
          <a:p>
            <a:endParaRPr lang="en-US"/>
          </a:p>
        </p:txBody>
      </p:sp>
      <p:sp>
        <p:nvSpPr>
          <p:cNvPr id="12301" name="Rectangle 18"/>
          <p:cNvSpPr>
            <a:spLocks noChangeArrowheads="1"/>
          </p:cNvSpPr>
          <p:nvPr/>
        </p:nvSpPr>
        <p:spPr bwMode="auto">
          <a:xfrm>
            <a:off x="4171950" y="3649663"/>
            <a:ext cx="249238" cy="279400"/>
          </a:xfrm>
          <a:prstGeom prst="rect">
            <a:avLst/>
          </a:prstGeom>
          <a:solidFill>
            <a:schemeClr val="tx1"/>
          </a:solidFill>
          <a:ln w="9525" algn="ctr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/>
          <a:p>
            <a:endParaRPr lang="en-US"/>
          </a:p>
        </p:txBody>
      </p:sp>
      <p:sp>
        <p:nvSpPr>
          <p:cNvPr id="12302" name="Rectangle 19"/>
          <p:cNvSpPr>
            <a:spLocks noChangeArrowheads="1"/>
          </p:cNvSpPr>
          <p:nvPr/>
        </p:nvSpPr>
        <p:spPr bwMode="auto">
          <a:xfrm>
            <a:off x="4171950" y="4211638"/>
            <a:ext cx="249238" cy="279400"/>
          </a:xfrm>
          <a:prstGeom prst="rect">
            <a:avLst/>
          </a:prstGeom>
          <a:solidFill>
            <a:schemeClr val="tx1"/>
          </a:solidFill>
          <a:ln w="9525" algn="ctr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/>
          <a:p>
            <a:endParaRPr lang="en-US"/>
          </a:p>
        </p:txBody>
      </p:sp>
      <p:sp>
        <p:nvSpPr>
          <p:cNvPr id="12303" name="Rectangle 20"/>
          <p:cNvSpPr>
            <a:spLocks noChangeArrowheads="1"/>
          </p:cNvSpPr>
          <p:nvPr/>
        </p:nvSpPr>
        <p:spPr bwMode="auto">
          <a:xfrm>
            <a:off x="4171950" y="4824413"/>
            <a:ext cx="249238" cy="279400"/>
          </a:xfrm>
          <a:prstGeom prst="rect">
            <a:avLst/>
          </a:prstGeom>
          <a:solidFill>
            <a:schemeClr val="tx1"/>
          </a:solidFill>
          <a:ln w="9525" algn="ctr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/>
          <a:p>
            <a:endParaRPr lang="en-US"/>
          </a:p>
        </p:txBody>
      </p:sp>
      <p:sp>
        <p:nvSpPr>
          <p:cNvPr id="12304" name="Rectangle 21"/>
          <p:cNvSpPr>
            <a:spLocks noChangeArrowheads="1"/>
          </p:cNvSpPr>
          <p:nvPr/>
        </p:nvSpPr>
        <p:spPr bwMode="auto">
          <a:xfrm>
            <a:off x="4171950" y="5384800"/>
            <a:ext cx="249238" cy="279400"/>
          </a:xfrm>
          <a:prstGeom prst="rect">
            <a:avLst/>
          </a:prstGeom>
          <a:solidFill>
            <a:schemeClr val="tx1"/>
          </a:solidFill>
          <a:ln w="9525" algn="ctr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/>
          <a:p>
            <a:endParaRPr lang="en-US"/>
          </a:p>
        </p:txBody>
      </p:sp>
      <p:sp>
        <p:nvSpPr>
          <p:cNvPr id="12305" name="Rectangle 22"/>
          <p:cNvSpPr>
            <a:spLocks noChangeArrowheads="1"/>
          </p:cNvSpPr>
          <p:nvPr/>
        </p:nvSpPr>
        <p:spPr bwMode="auto">
          <a:xfrm>
            <a:off x="4171950" y="1176338"/>
            <a:ext cx="249238" cy="279400"/>
          </a:xfrm>
          <a:prstGeom prst="rect">
            <a:avLst/>
          </a:prstGeom>
          <a:solidFill>
            <a:schemeClr val="tx1"/>
          </a:solidFill>
          <a:ln w="9525" algn="ctr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/>
          <a:p>
            <a:endParaRPr lang="en-US"/>
          </a:p>
        </p:txBody>
      </p:sp>
      <p:sp>
        <p:nvSpPr>
          <p:cNvPr id="12306" name="Rectangle 23"/>
          <p:cNvSpPr>
            <a:spLocks noChangeArrowheads="1"/>
          </p:cNvSpPr>
          <p:nvPr/>
        </p:nvSpPr>
        <p:spPr bwMode="auto">
          <a:xfrm>
            <a:off x="3860800" y="1176338"/>
            <a:ext cx="269875" cy="590550"/>
          </a:xfrm>
          <a:prstGeom prst="rect">
            <a:avLst/>
          </a:prstGeom>
          <a:solidFill>
            <a:schemeClr val="tx1"/>
          </a:solidFill>
          <a:ln w="9525" algn="ctr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/>
          <a:p>
            <a:endParaRPr lang="en-US"/>
          </a:p>
        </p:txBody>
      </p:sp>
      <p:sp>
        <p:nvSpPr>
          <p:cNvPr id="12307" name="Rectangle 24"/>
          <p:cNvSpPr>
            <a:spLocks noChangeArrowheads="1"/>
          </p:cNvSpPr>
          <p:nvPr/>
        </p:nvSpPr>
        <p:spPr bwMode="auto">
          <a:xfrm>
            <a:off x="3860800" y="2401888"/>
            <a:ext cx="269875" cy="590550"/>
          </a:xfrm>
          <a:prstGeom prst="rect">
            <a:avLst/>
          </a:prstGeom>
          <a:solidFill>
            <a:schemeClr val="tx1"/>
          </a:solidFill>
          <a:ln w="9525" algn="ctr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/>
          <a:p>
            <a:endParaRPr lang="en-US"/>
          </a:p>
        </p:txBody>
      </p:sp>
      <p:sp>
        <p:nvSpPr>
          <p:cNvPr id="12308" name="Rectangle 25"/>
          <p:cNvSpPr>
            <a:spLocks noChangeArrowheads="1"/>
          </p:cNvSpPr>
          <p:nvPr/>
        </p:nvSpPr>
        <p:spPr bwMode="auto">
          <a:xfrm>
            <a:off x="3860800" y="3668713"/>
            <a:ext cx="269875" cy="590550"/>
          </a:xfrm>
          <a:prstGeom prst="rect">
            <a:avLst/>
          </a:prstGeom>
          <a:solidFill>
            <a:schemeClr val="tx1"/>
          </a:solidFill>
          <a:ln w="9525" algn="ctr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/>
          <a:p>
            <a:endParaRPr lang="en-US"/>
          </a:p>
        </p:txBody>
      </p:sp>
      <p:sp>
        <p:nvSpPr>
          <p:cNvPr id="12309" name="Rectangle 26"/>
          <p:cNvSpPr>
            <a:spLocks noChangeArrowheads="1"/>
          </p:cNvSpPr>
          <p:nvPr/>
        </p:nvSpPr>
        <p:spPr bwMode="auto">
          <a:xfrm>
            <a:off x="3860800" y="4832350"/>
            <a:ext cx="269875" cy="590550"/>
          </a:xfrm>
          <a:prstGeom prst="rect">
            <a:avLst/>
          </a:prstGeom>
          <a:solidFill>
            <a:schemeClr val="tx1"/>
          </a:solidFill>
          <a:ln w="9525" algn="ctr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/>
          <a:p>
            <a:endParaRPr lang="en-US"/>
          </a:p>
        </p:txBody>
      </p:sp>
      <p:sp>
        <p:nvSpPr>
          <p:cNvPr id="12310" name="Rectangle 30"/>
          <p:cNvSpPr>
            <a:spLocks noChangeArrowheads="1"/>
          </p:cNvSpPr>
          <p:nvPr/>
        </p:nvSpPr>
        <p:spPr bwMode="auto">
          <a:xfrm>
            <a:off x="2154238" y="3638550"/>
            <a:ext cx="952500" cy="1195388"/>
          </a:xfrm>
          <a:prstGeom prst="rect">
            <a:avLst/>
          </a:prstGeom>
          <a:solidFill>
            <a:srgbClr val="FFFFCC"/>
          </a:solidFill>
          <a:ln>
            <a:noFill/>
          </a:ln>
          <a:extLst>
            <a:ext uri="{91240B29-F687-4F45-9708-019B960494DF}">
              <a14:hiddenLine xmlns:a14="http://schemas.microsoft.com/office/drawing/2010/main" w="9525" algn="ctr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/>
          <a:lstStyle/>
          <a:p>
            <a:endParaRPr lang="en-US"/>
          </a:p>
        </p:txBody>
      </p:sp>
      <p:sp>
        <p:nvSpPr>
          <p:cNvPr id="12311" name="Text Box 31"/>
          <p:cNvSpPr txBox="1">
            <a:spLocks noChangeArrowheads="1"/>
          </p:cNvSpPr>
          <p:nvPr/>
        </p:nvSpPr>
        <p:spPr bwMode="auto">
          <a:xfrm>
            <a:off x="4541838" y="1597025"/>
            <a:ext cx="2647950" cy="8255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 algn="ctr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defRPr sz="1600">
                <a:solidFill>
                  <a:schemeClr val="tx1"/>
                </a:solidFill>
                <a:latin typeface="Lucida Sans Unicode" pitchFamily="34" charset="0"/>
              </a:defRPr>
            </a:lvl1pPr>
            <a:lvl2pPr marL="742950" indent="-285750">
              <a:defRPr sz="1600">
                <a:solidFill>
                  <a:schemeClr val="tx1"/>
                </a:solidFill>
                <a:latin typeface="Lucida Sans Unicode" pitchFamily="34" charset="0"/>
              </a:defRPr>
            </a:lvl2pPr>
            <a:lvl3pPr marL="1143000" indent="-228600">
              <a:defRPr sz="1600">
                <a:solidFill>
                  <a:schemeClr val="tx1"/>
                </a:solidFill>
                <a:latin typeface="Lucida Sans Unicode" pitchFamily="34" charset="0"/>
              </a:defRPr>
            </a:lvl3pPr>
            <a:lvl4pPr marL="1600200" indent="-228600">
              <a:defRPr sz="1600">
                <a:solidFill>
                  <a:schemeClr val="tx1"/>
                </a:solidFill>
                <a:latin typeface="Lucida Sans Unicode" pitchFamily="34" charset="0"/>
              </a:defRPr>
            </a:lvl4pPr>
            <a:lvl5pPr marL="2057400" indent="-228600">
              <a:defRPr sz="1600">
                <a:solidFill>
                  <a:schemeClr val="tx1"/>
                </a:solidFill>
                <a:latin typeface="Lucida Sans Unicode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Lucida Sans Unicode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Lucida Sans Unicode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Lucida Sans Unicode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Lucida Sans Unicode" pitchFamily="34" charset="0"/>
              </a:defRPr>
            </a:lvl9pPr>
          </a:lstStyle>
          <a:p>
            <a:r>
              <a:rPr lang="en-GB"/>
              <a:t>The frequency of the second column is half the LSB column</a:t>
            </a:r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65129762"/>
      </p:ext>
    </p:extLst>
  </p:cSld>
  <p:clrMapOvr>
    <a:masterClrMapping/>
  </p:clrMapOvr>
</p:sld>
</file>

<file path=ppt/slides/slide10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314" name="Rectangle 4"/>
          <p:cNvSpPr>
            <a:spLocks noChangeArrowheads="1"/>
          </p:cNvSpPr>
          <p:nvPr/>
        </p:nvSpPr>
        <p:spPr bwMode="auto">
          <a:xfrm>
            <a:off x="3179763" y="1176338"/>
            <a:ext cx="1246187" cy="4849812"/>
          </a:xfrm>
          <a:prstGeom prst="rect">
            <a:avLst/>
          </a:prstGeom>
          <a:solidFill>
            <a:schemeClr val="tx1"/>
          </a:solidFill>
          <a:ln w="9525" algn="ctr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/>
          <a:p>
            <a:endParaRPr lang="en-US"/>
          </a:p>
        </p:txBody>
      </p:sp>
      <p:sp>
        <p:nvSpPr>
          <p:cNvPr id="13315" name="Rectangle 6"/>
          <p:cNvSpPr>
            <a:spLocks noChangeArrowheads="1"/>
          </p:cNvSpPr>
          <p:nvPr/>
        </p:nvSpPr>
        <p:spPr bwMode="auto">
          <a:xfrm>
            <a:off x="3556000" y="1176338"/>
            <a:ext cx="252413" cy="4829175"/>
          </a:xfrm>
          <a:prstGeom prst="rect">
            <a:avLst/>
          </a:prstGeom>
          <a:solidFill>
            <a:srgbClr val="FF0000"/>
          </a:solidFill>
          <a:ln w="9525" algn="ctr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/>
          <a:p>
            <a:endParaRPr lang="en-US"/>
          </a:p>
        </p:txBody>
      </p:sp>
      <p:sp>
        <p:nvSpPr>
          <p:cNvPr id="13316" name="Rectangle 7"/>
          <p:cNvSpPr>
            <a:spLocks noChangeArrowheads="1"/>
          </p:cNvSpPr>
          <p:nvPr/>
        </p:nvSpPr>
        <p:spPr bwMode="auto">
          <a:xfrm>
            <a:off x="3870325" y="1176338"/>
            <a:ext cx="274638" cy="4829175"/>
          </a:xfrm>
          <a:prstGeom prst="rect">
            <a:avLst/>
          </a:prstGeom>
          <a:solidFill>
            <a:srgbClr val="FF0000"/>
          </a:solidFill>
          <a:ln w="9525" algn="ctr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/>
          <a:p>
            <a:endParaRPr lang="en-US"/>
          </a:p>
        </p:txBody>
      </p:sp>
      <p:sp>
        <p:nvSpPr>
          <p:cNvPr id="13317" name="Rectangle 8"/>
          <p:cNvSpPr>
            <a:spLocks noChangeArrowheads="1"/>
          </p:cNvSpPr>
          <p:nvPr/>
        </p:nvSpPr>
        <p:spPr bwMode="auto">
          <a:xfrm>
            <a:off x="4171950" y="1176338"/>
            <a:ext cx="242888" cy="4829175"/>
          </a:xfrm>
          <a:prstGeom prst="rect">
            <a:avLst/>
          </a:prstGeom>
          <a:solidFill>
            <a:srgbClr val="FF0000"/>
          </a:solidFill>
          <a:ln w="9525" algn="ctr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/>
          <a:p>
            <a:endParaRPr lang="en-US"/>
          </a:p>
        </p:txBody>
      </p:sp>
      <p:sp>
        <p:nvSpPr>
          <p:cNvPr id="13318" name="Rectangle 9"/>
          <p:cNvSpPr>
            <a:spLocks noChangeArrowheads="1"/>
          </p:cNvSpPr>
          <p:nvPr/>
        </p:nvSpPr>
        <p:spPr bwMode="auto">
          <a:xfrm>
            <a:off x="430213" y="3638550"/>
            <a:ext cx="2708275" cy="1195388"/>
          </a:xfrm>
          <a:prstGeom prst="rect">
            <a:avLst/>
          </a:prstGeom>
          <a:solidFill>
            <a:srgbClr val="FFFFCC"/>
          </a:solidFill>
          <a:ln>
            <a:noFill/>
          </a:ln>
          <a:extLst>
            <a:ext uri="{91240B29-F687-4F45-9708-019B960494DF}">
              <a14:hiddenLine xmlns:a14="http://schemas.microsoft.com/office/drawing/2010/main" w="9525" algn="ctr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/>
          <a:lstStyle/>
          <a:p>
            <a:endParaRPr lang="en-US"/>
          </a:p>
        </p:txBody>
      </p:sp>
      <p:sp>
        <p:nvSpPr>
          <p:cNvPr id="13319" name="Rectangle 10"/>
          <p:cNvSpPr>
            <a:spLocks noChangeArrowheads="1"/>
          </p:cNvSpPr>
          <p:nvPr/>
        </p:nvSpPr>
        <p:spPr bwMode="auto">
          <a:xfrm>
            <a:off x="430213" y="1176338"/>
            <a:ext cx="2708275" cy="1227137"/>
          </a:xfrm>
          <a:prstGeom prst="rect">
            <a:avLst/>
          </a:prstGeom>
          <a:solidFill>
            <a:srgbClr val="FFFFCC"/>
          </a:solidFill>
          <a:ln>
            <a:noFill/>
          </a:ln>
          <a:extLst>
            <a:ext uri="{91240B29-F687-4F45-9708-019B960494DF}">
              <a14:hiddenLine xmlns:a14="http://schemas.microsoft.com/office/drawing/2010/main" w="9525" algn="ctr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/>
          <a:lstStyle/>
          <a:p>
            <a:endParaRPr lang="en-US"/>
          </a:p>
        </p:txBody>
      </p:sp>
      <p:sp>
        <p:nvSpPr>
          <p:cNvPr id="13320" name="Text Box 11"/>
          <p:cNvSpPr txBox="1">
            <a:spLocks noChangeArrowheads="1"/>
          </p:cNvSpPr>
          <p:nvPr/>
        </p:nvSpPr>
        <p:spPr bwMode="auto">
          <a:xfrm>
            <a:off x="430213" y="376238"/>
            <a:ext cx="2884487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 algn="ctr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defRPr sz="1600">
                <a:solidFill>
                  <a:schemeClr val="tx1"/>
                </a:solidFill>
                <a:latin typeface="Lucida Sans Unicode" pitchFamily="34" charset="0"/>
              </a:defRPr>
            </a:lvl1pPr>
            <a:lvl2pPr marL="742950" indent="-285750">
              <a:defRPr sz="1600">
                <a:solidFill>
                  <a:schemeClr val="tx1"/>
                </a:solidFill>
                <a:latin typeface="Lucida Sans Unicode" pitchFamily="34" charset="0"/>
              </a:defRPr>
            </a:lvl2pPr>
            <a:lvl3pPr marL="1143000" indent="-228600">
              <a:defRPr sz="1600">
                <a:solidFill>
                  <a:schemeClr val="tx1"/>
                </a:solidFill>
                <a:latin typeface="Lucida Sans Unicode" pitchFamily="34" charset="0"/>
              </a:defRPr>
            </a:lvl3pPr>
            <a:lvl4pPr marL="1600200" indent="-228600">
              <a:defRPr sz="1600">
                <a:solidFill>
                  <a:schemeClr val="tx1"/>
                </a:solidFill>
                <a:latin typeface="Lucida Sans Unicode" pitchFamily="34" charset="0"/>
              </a:defRPr>
            </a:lvl4pPr>
            <a:lvl5pPr marL="2057400" indent="-228600">
              <a:defRPr sz="1600">
                <a:solidFill>
                  <a:schemeClr val="tx1"/>
                </a:solidFill>
                <a:latin typeface="Lucida Sans Unicode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Lucida Sans Unicode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Lucida Sans Unicode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Lucida Sans Unicode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Lucida Sans Unicode" pitchFamily="34" charset="0"/>
              </a:defRPr>
            </a:lvl9pPr>
          </a:lstStyle>
          <a:p>
            <a:r>
              <a:rPr lang="en-GB" sz="2400" b="1"/>
              <a:t>The Binary System</a:t>
            </a:r>
            <a:endParaRPr lang="en-US" sz="2400" b="1"/>
          </a:p>
        </p:txBody>
      </p:sp>
      <p:sp>
        <p:nvSpPr>
          <p:cNvPr id="13321" name="Text Box 12"/>
          <p:cNvSpPr txBox="1">
            <a:spLocks noChangeArrowheads="1"/>
          </p:cNvSpPr>
          <p:nvPr/>
        </p:nvSpPr>
        <p:spPr bwMode="auto">
          <a:xfrm>
            <a:off x="2597150" y="1263650"/>
            <a:ext cx="184150" cy="3365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 algn="ctr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defRPr sz="1600">
                <a:solidFill>
                  <a:schemeClr val="tx1"/>
                </a:solidFill>
                <a:latin typeface="Lucida Sans Unicode" pitchFamily="34" charset="0"/>
              </a:defRPr>
            </a:lvl1pPr>
            <a:lvl2pPr marL="742950" indent="-285750">
              <a:defRPr sz="1600">
                <a:solidFill>
                  <a:schemeClr val="tx1"/>
                </a:solidFill>
                <a:latin typeface="Lucida Sans Unicode" pitchFamily="34" charset="0"/>
              </a:defRPr>
            </a:lvl2pPr>
            <a:lvl3pPr marL="1143000" indent="-228600">
              <a:defRPr sz="1600">
                <a:solidFill>
                  <a:schemeClr val="tx1"/>
                </a:solidFill>
                <a:latin typeface="Lucida Sans Unicode" pitchFamily="34" charset="0"/>
              </a:defRPr>
            </a:lvl3pPr>
            <a:lvl4pPr marL="1600200" indent="-228600">
              <a:defRPr sz="1600">
                <a:solidFill>
                  <a:schemeClr val="tx1"/>
                </a:solidFill>
                <a:latin typeface="Lucida Sans Unicode" pitchFamily="34" charset="0"/>
              </a:defRPr>
            </a:lvl4pPr>
            <a:lvl5pPr marL="2057400" indent="-228600">
              <a:defRPr sz="1600">
                <a:solidFill>
                  <a:schemeClr val="tx1"/>
                </a:solidFill>
                <a:latin typeface="Lucida Sans Unicode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Lucida Sans Unicode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Lucida Sans Unicode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Lucida Sans Unicode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Lucida Sans Unicode" pitchFamily="34" charset="0"/>
              </a:defRPr>
            </a:lvl9pPr>
          </a:lstStyle>
          <a:p>
            <a:endParaRPr lang="en-US"/>
          </a:p>
        </p:txBody>
      </p:sp>
      <p:sp>
        <p:nvSpPr>
          <p:cNvPr id="13322" name="Text Box 13"/>
          <p:cNvSpPr txBox="1">
            <a:spLocks noChangeArrowheads="1"/>
          </p:cNvSpPr>
          <p:nvPr/>
        </p:nvSpPr>
        <p:spPr bwMode="auto">
          <a:xfrm>
            <a:off x="1444625" y="1176338"/>
            <a:ext cx="766763" cy="49180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 algn="ctr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defRPr sz="1600">
                <a:solidFill>
                  <a:schemeClr val="tx1"/>
                </a:solidFill>
                <a:latin typeface="Lucida Sans Unicode" pitchFamily="34" charset="0"/>
              </a:defRPr>
            </a:lvl1pPr>
            <a:lvl2pPr marL="742950" indent="-285750">
              <a:defRPr sz="1600">
                <a:solidFill>
                  <a:schemeClr val="tx1"/>
                </a:solidFill>
                <a:latin typeface="Lucida Sans Unicode" pitchFamily="34" charset="0"/>
              </a:defRPr>
            </a:lvl2pPr>
            <a:lvl3pPr marL="1143000" indent="-228600">
              <a:defRPr sz="1600">
                <a:solidFill>
                  <a:schemeClr val="tx1"/>
                </a:solidFill>
                <a:latin typeface="Lucida Sans Unicode" pitchFamily="34" charset="0"/>
              </a:defRPr>
            </a:lvl3pPr>
            <a:lvl4pPr marL="1600200" indent="-228600">
              <a:defRPr sz="1600">
                <a:solidFill>
                  <a:schemeClr val="tx1"/>
                </a:solidFill>
                <a:latin typeface="Lucida Sans Unicode" pitchFamily="34" charset="0"/>
              </a:defRPr>
            </a:lvl4pPr>
            <a:lvl5pPr marL="2057400" indent="-228600">
              <a:defRPr sz="1600">
                <a:solidFill>
                  <a:schemeClr val="tx1"/>
                </a:solidFill>
                <a:latin typeface="Lucida Sans Unicode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Lucida Sans Unicode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Lucida Sans Unicode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Lucida Sans Unicode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Lucida Sans Unicode" pitchFamily="34" charset="0"/>
              </a:defRPr>
            </a:lvl9pPr>
          </a:lstStyle>
          <a:p>
            <a:pPr>
              <a:lnSpc>
                <a:spcPct val="110000"/>
              </a:lnSpc>
            </a:pPr>
            <a:r>
              <a:rPr lang="en-GB" sz="1800" b="1"/>
              <a:t>      0</a:t>
            </a:r>
          </a:p>
          <a:p>
            <a:pPr>
              <a:lnSpc>
                <a:spcPct val="110000"/>
              </a:lnSpc>
            </a:pPr>
            <a:r>
              <a:rPr lang="en-GB" sz="1800" b="1"/>
              <a:t>      1</a:t>
            </a:r>
          </a:p>
          <a:p>
            <a:pPr>
              <a:lnSpc>
                <a:spcPct val="110000"/>
              </a:lnSpc>
            </a:pPr>
            <a:r>
              <a:rPr lang="en-GB" sz="1800" b="1"/>
              <a:t>    10</a:t>
            </a:r>
          </a:p>
          <a:p>
            <a:pPr>
              <a:lnSpc>
                <a:spcPct val="110000"/>
              </a:lnSpc>
            </a:pPr>
            <a:r>
              <a:rPr lang="en-GB" sz="1800" b="1"/>
              <a:t>    11</a:t>
            </a:r>
          </a:p>
          <a:p>
            <a:pPr>
              <a:lnSpc>
                <a:spcPct val="110000"/>
              </a:lnSpc>
            </a:pPr>
            <a:r>
              <a:rPr lang="en-GB" sz="1800" b="1"/>
              <a:t>  100</a:t>
            </a:r>
          </a:p>
          <a:p>
            <a:pPr>
              <a:lnSpc>
                <a:spcPct val="110000"/>
              </a:lnSpc>
            </a:pPr>
            <a:r>
              <a:rPr lang="en-GB" sz="1800" b="1"/>
              <a:t>  101</a:t>
            </a:r>
          </a:p>
          <a:p>
            <a:pPr>
              <a:lnSpc>
                <a:spcPct val="110000"/>
              </a:lnSpc>
            </a:pPr>
            <a:r>
              <a:rPr lang="en-GB" sz="1800" b="1"/>
              <a:t>  110</a:t>
            </a:r>
          </a:p>
          <a:p>
            <a:pPr>
              <a:lnSpc>
                <a:spcPct val="110000"/>
              </a:lnSpc>
            </a:pPr>
            <a:r>
              <a:rPr lang="en-GB" sz="1800" b="1"/>
              <a:t>  111</a:t>
            </a:r>
          </a:p>
          <a:p>
            <a:pPr>
              <a:lnSpc>
                <a:spcPct val="110000"/>
              </a:lnSpc>
            </a:pPr>
            <a:r>
              <a:rPr lang="en-GB" sz="1800" b="1"/>
              <a:t>1000</a:t>
            </a:r>
          </a:p>
          <a:p>
            <a:pPr>
              <a:lnSpc>
                <a:spcPct val="110000"/>
              </a:lnSpc>
            </a:pPr>
            <a:r>
              <a:rPr lang="en-GB" sz="1800" b="1"/>
              <a:t>1001</a:t>
            </a:r>
          </a:p>
          <a:p>
            <a:pPr>
              <a:lnSpc>
                <a:spcPct val="110000"/>
              </a:lnSpc>
            </a:pPr>
            <a:r>
              <a:rPr lang="en-GB" sz="1800" b="1"/>
              <a:t>1010</a:t>
            </a:r>
          </a:p>
          <a:p>
            <a:pPr>
              <a:lnSpc>
                <a:spcPct val="110000"/>
              </a:lnSpc>
            </a:pPr>
            <a:r>
              <a:rPr lang="en-GB" sz="1800" b="1"/>
              <a:t>1011</a:t>
            </a:r>
          </a:p>
          <a:p>
            <a:pPr>
              <a:lnSpc>
                <a:spcPct val="110000"/>
              </a:lnSpc>
            </a:pPr>
            <a:r>
              <a:rPr lang="en-GB" sz="1800" b="1"/>
              <a:t>1100</a:t>
            </a:r>
          </a:p>
          <a:p>
            <a:pPr>
              <a:lnSpc>
                <a:spcPct val="110000"/>
              </a:lnSpc>
            </a:pPr>
            <a:r>
              <a:rPr lang="en-GB" sz="1800" b="1"/>
              <a:t>1101</a:t>
            </a:r>
          </a:p>
          <a:p>
            <a:pPr>
              <a:lnSpc>
                <a:spcPct val="110000"/>
              </a:lnSpc>
            </a:pPr>
            <a:r>
              <a:rPr lang="en-GB" sz="1800" b="1"/>
              <a:t>1110</a:t>
            </a:r>
          </a:p>
          <a:p>
            <a:pPr>
              <a:lnSpc>
                <a:spcPct val="110000"/>
              </a:lnSpc>
            </a:pPr>
            <a:r>
              <a:rPr lang="en-GB" sz="1800" b="1"/>
              <a:t>1111</a:t>
            </a:r>
            <a:endParaRPr lang="en-US"/>
          </a:p>
        </p:txBody>
      </p:sp>
      <p:sp>
        <p:nvSpPr>
          <p:cNvPr id="13323" name="Text Box 14"/>
          <p:cNvSpPr txBox="1">
            <a:spLocks noChangeArrowheads="1"/>
          </p:cNvSpPr>
          <p:nvPr/>
        </p:nvSpPr>
        <p:spPr bwMode="auto">
          <a:xfrm>
            <a:off x="430213" y="1176338"/>
            <a:ext cx="473075" cy="49180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 algn="ctr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defRPr sz="1600">
                <a:solidFill>
                  <a:schemeClr val="tx1"/>
                </a:solidFill>
                <a:latin typeface="Lucida Sans Unicode" pitchFamily="34" charset="0"/>
              </a:defRPr>
            </a:lvl1pPr>
            <a:lvl2pPr marL="742950" indent="-285750">
              <a:defRPr sz="1600">
                <a:solidFill>
                  <a:schemeClr val="tx1"/>
                </a:solidFill>
                <a:latin typeface="Lucida Sans Unicode" pitchFamily="34" charset="0"/>
              </a:defRPr>
            </a:lvl2pPr>
            <a:lvl3pPr marL="1143000" indent="-228600">
              <a:defRPr sz="1600">
                <a:solidFill>
                  <a:schemeClr val="tx1"/>
                </a:solidFill>
                <a:latin typeface="Lucida Sans Unicode" pitchFamily="34" charset="0"/>
              </a:defRPr>
            </a:lvl3pPr>
            <a:lvl4pPr marL="1600200" indent="-228600">
              <a:defRPr sz="1600">
                <a:solidFill>
                  <a:schemeClr val="tx1"/>
                </a:solidFill>
                <a:latin typeface="Lucida Sans Unicode" pitchFamily="34" charset="0"/>
              </a:defRPr>
            </a:lvl4pPr>
            <a:lvl5pPr marL="2057400" indent="-228600">
              <a:defRPr sz="1600">
                <a:solidFill>
                  <a:schemeClr val="tx1"/>
                </a:solidFill>
                <a:latin typeface="Lucida Sans Unicode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Lucida Sans Unicode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Lucida Sans Unicode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Lucida Sans Unicode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Lucida Sans Unicode" pitchFamily="34" charset="0"/>
              </a:defRPr>
            </a:lvl9pPr>
          </a:lstStyle>
          <a:p>
            <a:pPr algn="r">
              <a:lnSpc>
                <a:spcPct val="110000"/>
              </a:lnSpc>
            </a:pPr>
            <a:r>
              <a:rPr lang="en-GB" sz="1800" b="1"/>
              <a:t>0</a:t>
            </a:r>
          </a:p>
          <a:p>
            <a:pPr algn="r">
              <a:lnSpc>
                <a:spcPct val="110000"/>
              </a:lnSpc>
            </a:pPr>
            <a:r>
              <a:rPr lang="en-GB" sz="1800" b="1"/>
              <a:t>1</a:t>
            </a:r>
          </a:p>
          <a:p>
            <a:pPr algn="r">
              <a:lnSpc>
                <a:spcPct val="110000"/>
              </a:lnSpc>
            </a:pPr>
            <a:r>
              <a:rPr lang="en-GB" sz="1800" b="1"/>
              <a:t>2</a:t>
            </a:r>
          </a:p>
          <a:p>
            <a:pPr algn="r">
              <a:lnSpc>
                <a:spcPct val="110000"/>
              </a:lnSpc>
            </a:pPr>
            <a:r>
              <a:rPr lang="en-GB" sz="1800" b="1"/>
              <a:t>3</a:t>
            </a:r>
          </a:p>
          <a:p>
            <a:pPr algn="r">
              <a:lnSpc>
                <a:spcPct val="110000"/>
              </a:lnSpc>
            </a:pPr>
            <a:r>
              <a:rPr lang="en-GB" sz="1800" b="1"/>
              <a:t>4</a:t>
            </a:r>
          </a:p>
          <a:p>
            <a:pPr algn="r">
              <a:lnSpc>
                <a:spcPct val="110000"/>
              </a:lnSpc>
            </a:pPr>
            <a:r>
              <a:rPr lang="en-GB" sz="1800" b="1"/>
              <a:t>5</a:t>
            </a:r>
          </a:p>
          <a:p>
            <a:pPr algn="r">
              <a:lnSpc>
                <a:spcPct val="110000"/>
              </a:lnSpc>
            </a:pPr>
            <a:r>
              <a:rPr lang="en-GB" sz="1800" b="1"/>
              <a:t>6</a:t>
            </a:r>
          </a:p>
          <a:p>
            <a:pPr algn="r">
              <a:lnSpc>
                <a:spcPct val="110000"/>
              </a:lnSpc>
            </a:pPr>
            <a:r>
              <a:rPr lang="en-GB" sz="1800" b="1"/>
              <a:t>7</a:t>
            </a:r>
          </a:p>
          <a:p>
            <a:pPr algn="r">
              <a:lnSpc>
                <a:spcPct val="110000"/>
              </a:lnSpc>
            </a:pPr>
            <a:r>
              <a:rPr lang="en-GB" sz="1800" b="1"/>
              <a:t>8</a:t>
            </a:r>
          </a:p>
          <a:p>
            <a:pPr algn="r">
              <a:lnSpc>
                <a:spcPct val="110000"/>
              </a:lnSpc>
            </a:pPr>
            <a:r>
              <a:rPr lang="en-GB" sz="1800" b="1"/>
              <a:t>9</a:t>
            </a:r>
          </a:p>
          <a:p>
            <a:pPr algn="r">
              <a:lnSpc>
                <a:spcPct val="110000"/>
              </a:lnSpc>
            </a:pPr>
            <a:r>
              <a:rPr lang="en-GB" sz="1800" b="1"/>
              <a:t>10</a:t>
            </a:r>
          </a:p>
          <a:p>
            <a:pPr algn="r">
              <a:lnSpc>
                <a:spcPct val="110000"/>
              </a:lnSpc>
            </a:pPr>
            <a:r>
              <a:rPr lang="en-GB" sz="1800" b="1"/>
              <a:t>11</a:t>
            </a:r>
          </a:p>
          <a:p>
            <a:pPr algn="r">
              <a:lnSpc>
                <a:spcPct val="110000"/>
              </a:lnSpc>
            </a:pPr>
            <a:r>
              <a:rPr lang="en-GB" sz="1800" b="1"/>
              <a:t>12</a:t>
            </a:r>
          </a:p>
          <a:p>
            <a:pPr algn="r">
              <a:lnSpc>
                <a:spcPct val="110000"/>
              </a:lnSpc>
            </a:pPr>
            <a:r>
              <a:rPr lang="en-GB" sz="1800" b="1"/>
              <a:t>13</a:t>
            </a:r>
          </a:p>
          <a:p>
            <a:pPr algn="r">
              <a:lnSpc>
                <a:spcPct val="110000"/>
              </a:lnSpc>
            </a:pPr>
            <a:r>
              <a:rPr lang="en-GB" sz="1800" b="1"/>
              <a:t>14</a:t>
            </a:r>
          </a:p>
          <a:p>
            <a:pPr algn="r">
              <a:lnSpc>
                <a:spcPct val="110000"/>
              </a:lnSpc>
            </a:pPr>
            <a:r>
              <a:rPr lang="en-GB" sz="1800" b="1"/>
              <a:t>15</a:t>
            </a:r>
            <a:endParaRPr lang="en-US" sz="1800" b="1"/>
          </a:p>
        </p:txBody>
      </p:sp>
      <p:sp>
        <p:nvSpPr>
          <p:cNvPr id="13324" name="Rectangle 15"/>
          <p:cNvSpPr>
            <a:spLocks noChangeArrowheads="1"/>
          </p:cNvSpPr>
          <p:nvPr/>
        </p:nvSpPr>
        <p:spPr bwMode="auto">
          <a:xfrm>
            <a:off x="4171950" y="1768475"/>
            <a:ext cx="249238" cy="279400"/>
          </a:xfrm>
          <a:prstGeom prst="rect">
            <a:avLst/>
          </a:prstGeom>
          <a:solidFill>
            <a:schemeClr val="tx1"/>
          </a:solidFill>
          <a:ln w="9525" algn="ctr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/>
          <a:p>
            <a:endParaRPr lang="en-US"/>
          </a:p>
        </p:txBody>
      </p:sp>
      <p:sp>
        <p:nvSpPr>
          <p:cNvPr id="13325" name="Rectangle 16"/>
          <p:cNvSpPr>
            <a:spLocks noChangeArrowheads="1"/>
          </p:cNvSpPr>
          <p:nvPr/>
        </p:nvSpPr>
        <p:spPr bwMode="auto">
          <a:xfrm>
            <a:off x="4171950" y="2401888"/>
            <a:ext cx="249238" cy="279400"/>
          </a:xfrm>
          <a:prstGeom prst="rect">
            <a:avLst/>
          </a:prstGeom>
          <a:solidFill>
            <a:schemeClr val="tx1"/>
          </a:solidFill>
          <a:ln w="9525" algn="ctr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/>
          <a:p>
            <a:endParaRPr lang="en-US"/>
          </a:p>
        </p:txBody>
      </p:sp>
      <p:sp>
        <p:nvSpPr>
          <p:cNvPr id="13326" name="Rectangle 17"/>
          <p:cNvSpPr>
            <a:spLocks noChangeArrowheads="1"/>
          </p:cNvSpPr>
          <p:nvPr/>
        </p:nvSpPr>
        <p:spPr bwMode="auto">
          <a:xfrm>
            <a:off x="4171950" y="3005138"/>
            <a:ext cx="249238" cy="279400"/>
          </a:xfrm>
          <a:prstGeom prst="rect">
            <a:avLst/>
          </a:prstGeom>
          <a:solidFill>
            <a:schemeClr val="tx1"/>
          </a:solidFill>
          <a:ln w="9525" algn="ctr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/>
          <a:p>
            <a:endParaRPr lang="en-US"/>
          </a:p>
        </p:txBody>
      </p:sp>
      <p:sp>
        <p:nvSpPr>
          <p:cNvPr id="13327" name="Rectangle 18"/>
          <p:cNvSpPr>
            <a:spLocks noChangeArrowheads="1"/>
          </p:cNvSpPr>
          <p:nvPr/>
        </p:nvSpPr>
        <p:spPr bwMode="auto">
          <a:xfrm>
            <a:off x="4171950" y="3649663"/>
            <a:ext cx="249238" cy="279400"/>
          </a:xfrm>
          <a:prstGeom prst="rect">
            <a:avLst/>
          </a:prstGeom>
          <a:solidFill>
            <a:schemeClr val="tx1"/>
          </a:solidFill>
          <a:ln w="9525" algn="ctr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/>
          <a:p>
            <a:endParaRPr lang="en-US"/>
          </a:p>
        </p:txBody>
      </p:sp>
      <p:sp>
        <p:nvSpPr>
          <p:cNvPr id="13328" name="Rectangle 19"/>
          <p:cNvSpPr>
            <a:spLocks noChangeArrowheads="1"/>
          </p:cNvSpPr>
          <p:nvPr/>
        </p:nvSpPr>
        <p:spPr bwMode="auto">
          <a:xfrm>
            <a:off x="4171950" y="4211638"/>
            <a:ext cx="249238" cy="279400"/>
          </a:xfrm>
          <a:prstGeom prst="rect">
            <a:avLst/>
          </a:prstGeom>
          <a:solidFill>
            <a:schemeClr val="tx1"/>
          </a:solidFill>
          <a:ln w="9525" algn="ctr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/>
          <a:p>
            <a:endParaRPr lang="en-US"/>
          </a:p>
        </p:txBody>
      </p:sp>
      <p:sp>
        <p:nvSpPr>
          <p:cNvPr id="13329" name="Rectangle 20"/>
          <p:cNvSpPr>
            <a:spLocks noChangeArrowheads="1"/>
          </p:cNvSpPr>
          <p:nvPr/>
        </p:nvSpPr>
        <p:spPr bwMode="auto">
          <a:xfrm>
            <a:off x="4171950" y="4824413"/>
            <a:ext cx="249238" cy="279400"/>
          </a:xfrm>
          <a:prstGeom prst="rect">
            <a:avLst/>
          </a:prstGeom>
          <a:solidFill>
            <a:schemeClr val="tx1"/>
          </a:solidFill>
          <a:ln w="9525" algn="ctr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/>
          <a:p>
            <a:endParaRPr lang="en-US"/>
          </a:p>
        </p:txBody>
      </p:sp>
      <p:sp>
        <p:nvSpPr>
          <p:cNvPr id="13330" name="Rectangle 21"/>
          <p:cNvSpPr>
            <a:spLocks noChangeArrowheads="1"/>
          </p:cNvSpPr>
          <p:nvPr/>
        </p:nvSpPr>
        <p:spPr bwMode="auto">
          <a:xfrm>
            <a:off x="4171950" y="5384800"/>
            <a:ext cx="249238" cy="279400"/>
          </a:xfrm>
          <a:prstGeom prst="rect">
            <a:avLst/>
          </a:prstGeom>
          <a:solidFill>
            <a:schemeClr val="tx1"/>
          </a:solidFill>
          <a:ln w="9525" algn="ctr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/>
          <a:p>
            <a:endParaRPr lang="en-US"/>
          </a:p>
        </p:txBody>
      </p:sp>
      <p:sp>
        <p:nvSpPr>
          <p:cNvPr id="13331" name="Rectangle 22"/>
          <p:cNvSpPr>
            <a:spLocks noChangeArrowheads="1"/>
          </p:cNvSpPr>
          <p:nvPr/>
        </p:nvSpPr>
        <p:spPr bwMode="auto">
          <a:xfrm>
            <a:off x="4171950" y="1176338"/>
            <a:ext cx="249238" cy="279400"/>
          </a:xfrm>
          <a:prstGeom prst="rect">
            <a:avLst/>
          </a:prstGeom>
          <a:solidFill>
            <a:schemeClr val="tx1"/>
          </a:solidFill>
          <a:ln w="9525" algn="ctr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/>
          <a:p>
            <a:endParaRPr lang="en-US"/>
          </a:p>
        </p:txBody>
      </p:sp>
      <p:sp>
        <p:nvSpPr>
          <p:cNvPr id="13332" name="Rectangle 23"/>
          <p:cNvSpPr>
            <a:spLocks noChangeArrowheads="1"/>
          </p:cNvSpPr>
          <p:nvPr/>
        </p:nvSpPr>
        <p:spPr bwMode="auto">
          <a:xfrm>
            <a:off x="3860800" y="1176338"/>
            <a:ext cx="269875" cy="590550"/>
          </a:xfrm>
          <a:prstGeom prst="rect">
            <a:avLst/>
          </a:prstGeom>
          <a:solidFill>
            <a:schemeClr val="tx1"/>
          </a:solidFill>
          <a:ln w="9525" algn="ctr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/>
          <a:p>
            <a:endParaRPr lang="en-US"/>
          </a:p>
        </p:txBody>
      </p:sp>
      <p:sp>
        <p:nvSpPr>
          <p:cNvPr id="13333" name="Rectangle 24"/>
          <p:cNvSpPr>
            <a:spLocks noChangeArrowheads="1"/>
          </p:cNvSpPr>
          <p:nvPr/>
        </p:nvSpPr>
        <p:spPr bwMode="auto">
          <a:xfrm>
            <a:off x="3860800" y="2401888"/>
            <a:ext cx="269875" cy="590550"/>
          </a:xfrm>
          <a:prstGeom prst="rect">
            <a:avLst/>
          </a:prstGeom>
          <a:solidFill>
            <a:schemeClr val="tx1"/>
          </a:solidFill>
          <a:ln w="9525" algn="ctr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/>
          <a:p>
            <a:endParaRPr lang="en-US"/>
          </a:p>
        </p:txBody>
      </p:sp>
      <p:sp>
        <p:nvSpPr>
          <p:cNvPr id="13334" name="Rectangle 25"/>
          <p:cNvSpPr>
            <a:spLocks noChangeArrowheads="1"/>
          </p:cNvSpPr>
          <p:nvPr/>
        </p:nvSpPr>
        <p:spPr bwMode="auto">
          <a:xfrm>
            <a:off x="3860800" y="3668713"/>
            <a:ext cx="269875" cy="590550"/>
          </a:xfrm>
          <a:prstGeom prst="rect">
            <a:avLst/>
          </a:prstGeom>
          <a:solidFill>
            <a:schemeClr val="tx1"/>
          </a:solidFill>
          <a:ln w="9525" algn="ctr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/>
          <a:p>
            <a:endParaRPr lang="en-US"/>
          </a:p>
        </p:txBody>
      </p:sp>
      <p:sp>
        <p:nvSpPr>
          <p:cNvPr id="13335" name="Rectangle 26"/>
          <p:cNvSpPr>
            <a:spLocks noChangeArrowheads="1"/>
          </p:cNvSpPr>
          <p:nvPr/>
        </p:nvSpPr>
        <p:spPr bwMode="auto">
          <a:xfrm>
            <a:off x="3860800" y="4832350"/>
            <a:ext cx="269875" cy="590550"/>
          </a:xfrm>
          <a:prstGeom prst="rect">
            <a:avLst/>
          </a:prstGeom>
          <a:solidFill>
            <a:schemeClr val="tx1"/>
          </a:solidFill>
          <a:ln w="9525" algn="ctr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/>
          <a:p>
            <a:endParaRPr lang="en-US"/>
          </a:p>
        </p:txBody>
      </p:sp>
      <p:sp>
        <p:nvSpPr>
          <p:cNvPr id="13336" name="Rectangle 27"/>
          <p:cNvSpPr>
            <a:spLocks noChangeArrowheads="1"/>
          </p:cNvSpPr>
          <p:nvPr/>
        </p:nvSpPr>
        <p:spPr bwMode="auto">
          <a:xfrm>
            <a:off x="3216275" y="1176338"/>
            <a:ext cx="269875" cy="2470150"/>
          </a:xfrm>
          <a:prstGeom prst="rect">
            <a:avLst/>
          </a:prstGeom>
          <a:solidFill>
            <a:schemeClr val="tx1"/>
          </a:solidFill>
          <a:ln w="9525" algn="ctr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/>
          <a:p>
            <a:endParaRPr lang="en-US"/>
          </a:p>
        </p:txBody>
      </p:sp>
      <p:sp>
        <p:nvSpPr>
          <p:cNvPr id="13337" name="Rectangle 28"/>
          <p:cNvSpPr>
            <a:spLocks noChangeArrowheads="1"/>
          </p:cNvSpPr>
          <p:nvPr/>
        </p:nvSpPr>
        <p:spPr bwMode="auto">
          <a:xfrm>
            <a:off x="3559175" y="3648075"/>
            <a:ext cx="269875" cy="1223963"/>
          </a:xfrm>
          <a:prstGeom prst="rect">
            <a:avLst/>
          </a:prstGeom>
          <a:solidFill>
            <a:schemeClr val="tx1"/>
          </a:solidFill>
          <a:ln w="9525" algn="ctr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/>
          <a:p>
            <a:endParaRPr lang="en-US"/>
          </a:p>
        </p:txBody>
      </p:sp>
      <p:sp>
        <p:nvSpPr>
          <p:cNvPr id="13338" name="Rectangle 29"/>
          <p:cNvSpPr>
            <a:spLocks noChangeArrowheads="1"/>
          </p:cNvSpPr>
          <p:nvPr/>
        </p:nvSpPr>
        <p:spPr bwMode="auto">
          <a:xfrm>
            <a:off x="3559175" y="1176338"/>
            <a:ext cx="269875" cy="1223962"/>
          </a:xfrm>
          <a:prstGeom prst="rect">
            <a:avLst/>
          </a:prstGeom>
          <a:solidFill>
            <a:schemeClr val="tx1"/>
          </a:solidFill>
          <a:ln w="9525" algn="ctr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/>
          <a:p>
            <a:endParaRPr lang="en-US"/>
          </a:p>
        </p:txBody>
      </p:sp>
      <p:sp>
        <p:nvSpPr>
          <p:cNvPr id="13339" name="Rectangle 30"/>
          <p:cNvSpPr>
            <a:spLocks noChangeArrowheads="1"/>
          </p:cNvSpPr>
          <p:nvPr/>
        </p:nvSpPr>
        <p:spPr bwMode="auto">
          <a:xfrm>
            <a:off x="2154238" y="3638550"/>
            <a:ext cx="952500" cy="1195388"/>
          </a:xfrm>
          <a:prstGeom prst="rect">
            <a:avLst/>
          </a:prstGeom>
          <a:solidFill>
            <a:srgbClr val="FFFFCC"/>
          </a:solidFill>
          <a:ln>
            <a:noFill/>
          </a:ln>
          <a:extLst>
            <a:ext uri="{91240B29-F687-4F45-9708-019B960494DF}">
              <a14:hiddenLine xmlns:a14="http://schemas.microsoft.com/office/drawing/2010/main" w="9525" algn="ctr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/>
          <a:lstStyle/>
          <a:p>
            <a:endParaRPr lang="en-US"/>
          </a:p>
        </p:txBody>
      </p:sp>
      <p:sp>
        <p:nvSpPr>
          <p:cNvPr id="13340" name="Text Box 31"/>
          <p:cNvSpPr txBox="1">
            <a:spLocks noChangeArrowheads="1"/>
          </p:cNvSpPr>
          <p:nvPr/>
        </p:nvSpPr>
        <p:spPr bwMode="auto">
          <a:xfrm>
            <a:off x="4541838" y="2740025"/>
            <a:ext cx="2647950" cy="8255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 algn="ctr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defRPr sz="1600">
                <a:solidFill>
                  <a:schemeClr val="tx1"/>
                </a:solidFill>
                <a:latin typeface="Lucida Sans Unicode" pitchFamily="34" charset="0"/>
              </a:defRPr>
            </a:lvl1pPr>
            <a:lvl2pPr marL="742950" indent="-285750">
              <a:defRPr sz="1600">
                <a:solidFill>
                  <a:schemeClr val="tx1"/>
                </a:solidFill>
                <a:latin typeface="Lucida Sans Unicode" pitchFamily="34" charset="0"/>
              </a:defRPr>
            </a:lvl2pPr>
            <a:lvl3pPr marL="1143000" indent="-228600">
              <a:defRPr sz="1600">
                <a:solidFill>
                  <a:schemeClr val="tx1"/>
                </a:solidFill>
                <a:latin typeface="Lucida Sans Unicode" pitchFamily="34" charset="0"/>
              </a:defRPr>
            </a:lvl3pPr>
            <a:lvl4pPr marL="1600200" indent="-228600">
              <a:defRPr sz="1600">
                <a:solidFill>
                  <a:schemeClr val="tx1"/>
                </a:solidFill>
                <a:latin typeface="Lucida Sans Unicode" pitchFamily="34" charset="0"/>
              </a:defRPr>
            </a:lvl4pPr>
            <a:lvl5pPr marL="2057400" indent="-228600">
              <a:defRPr sz="1600">
                <a:solidFill>
                  <a:schemeClr val="tx1"/>
                </a:solidFill>
                <a:latin typeface="Lucida Sans Unicode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Lucida Sans Unicode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Lucida Sans Unicode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Lucida Sans Unicode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Lucida Sans Unicode" pitchFamily="34" charset="0"/>
              </a:defRPr>
            </a:lvl9pPr>
          </a:lstStyle>
          <a:p>
            <a:r>
              <a:rPr lang="en-GB"/>
              <a:t>The frequency of the third column is half the second</a:t>
            </a:r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47921272"/>
      </p:ext>
    </p:extLst>
  </p:cSld>
  <p:clrMapOvr>
    <a:masterClrMapping/>
  </p:clrMapOvr>
</p:sld>
</file>

<file path=ppt/slides/slide10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338" name="Rectangle 40"/>
          <p:cNvSpPr>
            <a:spLocks noChangeArrowheads="1"/>
          </p:cNvSpPr>
          <p:nvPr/>
        </p:nvSpPr>
        <p:spPr bwMode="auto">
          <a:xfrm>
            <a:off x="3179763" y="1176338"/>
            <a:ext cx="1246187" cy="4849812"/>
          </a:xfrm>
          <a:prstGeom prst="rect">
            <a:avLst/>
          </a:prstGeom>
          <a:solidFill>
            <a:schemeClr val="tx1"/>
          </a:solidFill>
          <a:ln w="9525" algn="ctr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/>
          <a:p>
            <a:endParaRPr lang="en-US"/>
          </a:p>
        </p:txBody>
      </p:sp>
      <p:sp>
        <p:nvSpPr>
          <p:cNvPr id="14339" name="Rectangle 39"/>
          <p:cNvSpPr>
            <a:spLocks noChangeArrowheads="1"/>
          </p:cNvSpPr>
          <p:nvPr/>
        </p:nvSpPr>
        <p:spPr bwMode="auto">
          <a:xfrm>
            <a:off x="3213100" y="1176338"/>
            <a:ext cx="273050" cy="4829175"/>
          </a:xfrm>
          <a:prstGeom prst="rect">
            <a:avLst/>
          </a:prstGeom>
          <a:solidFill>
            <a:srgbClr val="FF0000"/>
          </a:solidFill>
          <a:ln w="9525" algn="ctr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/>
          <a:p>
            <a:endParaRPr lang="en-US"/>
          </a:p>
        </p:txBody>
      </p:sp>
      <p:sp>
        <p:nvSpPr>
          <p:cNvPr id="14340" name="Rectangle 38"/>
          <p:cNvSpPr>
            <a:spLocks noChangeArrowheads="1"/>
          </p:cNvSpPr>
          <p:nvPr/>
        </p:nvSpPr>
        <p:spPr bwMode="auto">
          <a:xfrm>
            <a:off x="3556000" y="1176338"/>
            <a:ext cx="252413" cy="4829175"/>
          </a:xfrm>
          <a:prstGeom prst="rect">
            <a:avLst/>
          </a:prstGeom>
          <a:solidFill>
            <a:srgbClr val="FF0000"/>
          </a:solidFill>
          <a:ln w="9525" algn="ctr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/>
          <a:p>
            <a:endParaRPr lang="en-US"/>
          </a:p>
        </p:txBody>
      </p:sp>
      <p:sp>
        <p:nvSpPr>
          <p:cNvPr id="14341" name="Rectangle 37"/>
          <p:cNvSpPr>
            <a:spLocks noChangeArrowheads="1"/>
          </p:cNvSpPr>
          <p:nvPr/>
        </p:nvSpPr>
        <p:spPr bwMode="auto">
          <a:xfrm>
            <a:off x="3870325" y="1176338"/>
            <a:ext cx="274638" cy="4829175"/>
          </a:xfrm>
          <a:prstGeom prst="rect">
            <a:avLst/>
          </a:prstGeom>
          <a:solidFill>
            <a:srgbClr val="FF0000"/>
          </a:solidFill>
          <a:ln w="9525" algn="ctr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/>
          <a:p>
            <a:endParaRPr lang="en-US"/>
          </a:p>
        </p:txBody>
      </p:sp>
      <p:sp>
        <p:nvSpPr>
          <p:cNvPr id="14342" name="Rectangle 36"/>
          <p:cNvSpPr>
            <a:spLocks noChangeArrowheads="1"/>
          </p:cNvSpPr>
          <p:nvPr/>
        </p:nvSpPr>
        <p:spPr bwMode="auto">
          <a:xfrm>
            <a:off x="4171950" y="1176338"/>
            <a:ext cx="242888" cy="4829175"/>
          </a:xfrm>
          <a:prstGeom prst="rect">
            <a:avLst/>
          </a:prstGeom>
          <a:solidFill>
            <a:srgbClr val="FF0000"/>
          </a:solidFill>
          <a:ln w="9525" algn="ctr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/>
          <a:p>
            <a:endParaRPr lang="en-US"/>
          </a:p>
        </p:txBody>
      </p:sp>
      <p:sp>
        <p:nvSpPr>
          <p:cNvPr id="14343" name="Rectangle 9"/>
          <p:cNvSpPr>
            <a:spLocks noChangeArrowheads="1"/>
          </p:cNvSpPr>
          <p:nvPr/>
        </p:nvSpPr>
        <p:spPr bwMode="auto">
          <a:xfrm>
            <a:off x="430213" y="3638550"/>
            <a:ext cx="2708275" cy="1195388"/>
          </a:xfrm>
          <a:prstGeom prst="rect">
            <a:avLst/>
          </a:prstGeom>
          <a:solidFill>
            <a:srgbClr val="FFFFCC"/>
          </a:solidFill>
          <a:ln>
            <a:noFill/>
          </a:ln>
          <a:extLst>
            <a:ext uri="{91240B29-F687-4F45-9708-019B960494DF}">
              <a14:hiddenLine xmlns:a14="http://schemas.microsoft.com/office/drawing/2010/main" w="9525" algn="ctr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/>
          <a:lstStyle/>
          <a:p>
            <a:endParaRPr lang="en-US"/>
          </a:p>
        </p:txBody>
      </p:sp>
      <p:sp>
        <p:nvSpPr>
          <p:cNvPr id="14344" name="Rectangle 8"/>
          <p:cNvSpPr>
            <a:spLocks noChangeArrowheads="1"/>
          </p:cNvSpPr>
          <p:nvPr/>
        </p:nvSpPr>
        <p:spPr bwMode="auto">
          <a:xfrm>
            <a:off x="430213" y="1176338"/>
            <a:ext cx="2708275" cy="1227137"/>
          </a:xfrm>
          <a:prstGeom prst="rect">
            <a:avLst/>
          </a:prstGeom>
          <a:solidFill>
            <a:srgbClr val="FFFFCC"/>
          </a:solidFill>
          <a:ln>
            <a:noFill/>
          </a:ln>
          <a:extLst>
            <a:ext uri="{91240B29-F687-4F45-9708-019B960494DF}">
              <a14:hiddenLine xmlns:a14="http://schemas.microsoft.com/office/drawing/2010/main" w="9525" algn="ctr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/>
          <a:lstStyle/>
          <a:p>
            <a:endParaRPr lang="en-US"/>
          </a:p>
        </p:txBody>
      </p:sp>
      <p:sp>
        <p:nvSpPr>
          <p:cNvPr id="14345" name="Text Box 4"/>
          <p:cNvSpPr txBox="1">
            <a:spLocks noChangeArrowheads="1"/>
          </p:cNvSpPr>
          <p:nvPr/>
        </p:nvSpPr>
        <p:spPr bwMode="auto">
          <a:xfrm>
            <a:off x="430213" y="376238"/>
            <a:ext cx="2884487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 algn="ctr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defRPr sz="1600">
                <a:solidFill>
                  <a:schemeClr val="tx1"/>
                </a:solidFill>
                <a:latin typeface="Lucida Sans Unicode" pitchFamily="34" charset="0"/>
              </a:defRPr>
            </a:lvl1pPr>
            <a:lvl2pPr marL="742950" indent="-285750">
              <a:defRPr sz="1600">
                <a:solidFill>
                  <a:schemeClr val="tx1"/>
                </a:solidFill>
                <a:latin typeface="Lucida Sans Unicode" pitchFamily="34" charset="0"/>
              </a:defRPr>
            </a:lvl2pPr>
            <a:lvl3pPr marL="1143000" indent="-228600">
              <a:defRPr sz="1600">
                <a:solidFill>
                  <a:schemeClr val="tx1"/>
                </a:solidFill>
                <a:latin typeface="Lucida Sans Unicode" pitchFamily="34" charset="0"/>
              </a:defRPr>
            </a:lvl3pPr>
            <a:lvl4pPr marL="1600200" indent="-228600">
              <a:defRPr sz="1600">
                <a:solidFill>
                  <a:schemeClr val="tx1"/>
                </a:solidFill>
                <a:latin typeface="Lucida Sans Unicode" pitchFamily="34" charset="0"/>
              </a:defRPr>
            </a:lvl4pPr>
            <a:lvl5pPr marL="2057400" indent="-228600">
              <a:defRPr sz="1600">
                <a:solidFill>
                  <a:schemeClr val="tx1"/>
                </a:solidFill>
                <a:latin typeface="Lucida Sans Unicode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Lucida Sans Unicode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Lucida Sans Unicode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Lucida Sans Unicode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Lucida Sans Unicode" pitchFamily="34" charset="0"/>
              </a:defRPr>
            </a:lvl9pPr>
          </a:lstStyle>
          <a:p>
            <a:r>
              <a:rPr lang="en-GB" sz="2400" b="1"/>
              <a:t>The Binary System</a:t>
            </a:r>
            <a:endParaRPr lang="en-US" sz="2400" b="1"/>
          </a:p>
        </p:txBody>
      </p:sp>
      <p:sp>
        <p:nvSpPr>
          <p:cNvPr id="14346" name="Text Box 5"/>
          <p:cNvSpPr txBox="1">
            <a:spLocks noChangeArrowheads="1"/>
          </p:cNvSpPr>
          <p:nvPr/>
        </p:nvSpPr>
        <p:spPr bwMode="auto">
          <a:xfrm>
            <a:off x="2597150" y="1263650"/>
            <a:ext cx="184150" cy="3365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 algn="ctr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defRPr sz="1600">
                <a:solidFill>
                  <a:schemeClr val="tx1"/>
                </a:solidFill>
                <a:latin typeface="Lucida Sans Unicode" pitchFamily="34" charset="0"/>
              </a:defRPr>
            </a:lvl1pPr>
            <a:lvl2pPr marL="742950" indent="-285750">
              <a:defRPr sz="1600">
                <a:solidFill>
                  <a:schemeClr val="tx1"/>
                </a:solidFill>
                <a:latin typeface="Lucida Sans Unicode" pitchFamily="34" charset="0"/>
              </a:defRPr>
            </a:lvl2pPr>
            <a:lvl3pPr marL="1143000" indent="-228600">
              <a:defRPr sz="1600">
                <a:solidFill>
                  <a:schemeClr val="tx1"/>
                </a:solidFill>
                <a:latin typeface="Lucida Sans Unicode" pitchFamily="34" charset="0"/>
              </a:defRPr>
            </a:lvl3pPr>
            <a:lvl4pPr marL="1600200" indent="-228600">
              <a:defRPr sz="1600">
                <a:solidFill>
                  <a:schemeClr val="tx1"/>
                </a:solidFill>
                <a:latin typeface="Lucida Sans Unicode" pitchFamily="34" charset="0"/>
              </a:defRPr>
            </a:lvl4pPr>
            <a:lvl5pPr marL="2057400" indent="-228600">
              <a:defRPr sz="1600">
                <a:solidFill>
                  <a:schemeClr val="tx1"/>
                </a:solidFill>
                <a:latin typeface="Lucida Sans Unicode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Lucida Sans Unicode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Lucida Sans Unicode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Lucida Sans Unicode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Lucida Sans Unicode" pitchFamily="34" charset="0"/>
              </a:defRPr>
            </a:lvl9pPr>
          </a:lstStyle>
          <a:p>
            <a:endParaRPr lang="en-US"/>
          </a:p>
        </p:txBody>
      </p:sp>
      <p:sp>
        <p:nvSpPr>
          <p:cNvPr id="14347" name="Text Box 6"/>
          <p:cNvSpPr txBox="1">
            <a:spLocks noChangeArrowheads="1"/>
          </p:cNvSpPr>
          <p:nvPr/>
        </p:nvSpPr>
        <p:spPr bwMode="auto">
          <a:xfrm>
            <a:off x="1444625" y="1176338"/>
            <a:ext cx="766763" cy="49180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 algn="ctr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defRPr sz="1600">
                <a:solidFill>
                  <a:schemeClr val="tx1"/>
                </a:solidFill>
                <a:latin typeface="Lucida Sans Unicode" pitchFamily="34" charset="0"/>
              </a:defRPr>
            </a:lvl1pPr>
            <a:lvl2pPr marL="742950" indent="-285750">
              <a:defRPr sz="1600">
                <a:solidFill>
                  <a:schemeClr val="tx1"/>
                </a:solidFill>
                <a:latin typeface="Lucida Sans Unicode" pitchFamily="34" charset="0"/>
              </a:defRPr>
            </a:lvl2pPr>
            <a:lvl3pPr marL="1143000" indent="-228600">
              <a:defRPr sz="1600">
                <a:solidFill>
                  <a:schemeClr val="tx1"/>
                </a:solidFill>
                <a:latin typeface="Lucida Sans Unicode" pitchFamily="34" charset="0"/>
              </a:defRPr>
            </a:lvl3pPr>
            <a:lvl4pPr marL="1600200" indent="-228600">
              <a:defRPr sz="1600">
                <a:solidFill>
                  <a:schemeClr val="tx1"/>
                </a:solidFill>
                <a:latin typeface="Lucida Sans Unicode" pitchFamily="34" charset="0"/>
              </a:defRPr>
            </a:lvl4pPr>
            <a:lvl5pPr marL="2057400" indent="-228600">
              <a:defRPr sz="1600">
                <a:solidFill>
                  <a:schemeClr val="tx1"/>
                </a:solidFill>
                <a:latin typeface="Lucida Sans Unicode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Lucida Sans Unicode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Lucida Sans Unicode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Lucida Sans Unicode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Lucida Sans Unicode" pitchFamily="34" charset="0"/>
              </a:defRPr>
            </a:lvl9pPr>
          </a:lstStyle>
          <a:p>
            <a:pPr>
              <a:lnSpc>
                <a:spcPct val="110000"/>
              </a:lnSpc>
            </a:pPr>
            <a:r>
              <a:rPr lang="en-GB" sz="1800" b="1"/>
              <a:t>      0</a:t>
            </a:r>
          </a:p>
          <a:p>
            <a:pPr>
              <a:lnSpc>
                <a:spcPct val="110000"/>
              </a:lnSpc>
            </a:pPr>
            <a:r>
              <a:rPr lang="en-GB" sz="1800" b="1"/>
              <a:t>      1</a:t>
            </a:r>
          </a:p>
          <a:p>
            <a:pPr>
              <a:lnSpc>
                <a:spcPct val="110000"/>
              </a:lnSpc>
            </a:pPr>
            <a:r>
              <a:rPr lang="en-GB" sz="1800" b="1"/>
              <a:t>    10</a:t>
            </a:r>
          </a:p>
          <a:p>
            <a:pPr>
              <a:lnSpc>
                <a:spcPct val="110000"/>
              </a:lnSpc>
            </a:pPr>
            <a:r>
              <a:rPr lang="en-GB" sz="1800" b="1"/>
              <a:t>    11</a:t>
            </a:r>
          </a:p>
          <a:p>
            <a:pPr>
              <a:lnSpc>
                <a:spcPct val="110000"/>
              </a:lnSpc>
            </a:pPr>
            <a:r>
              <a:rPr lang="en-GB" sz="1800" b="1"/>
              <a:t>  100</a:t>
            </a:r>
          </a:p>
          <a:p>
            <a:pPr>
              <a:lnSpc>
                <a:spcPct val="110000"/>
              </a:lnSpc>
            </a:pPr>
            <a:r>
              <a:rPr lang="en-GB" sz="1800" b="1"/>
              <a:t>  101</a:t>
            </a:r>
          </a:p>
          <a:p>
            <a:pPr>
              <a:lnSpc>
                <a:spcPct val="110000"/>
              </a:lnSpc>
            </a:pPr>
            <a:r>
              <a:rPr lang="en-GB" sz="1800" b="1"/>
              <a:t>  110</a:t>
            </a:r>
          </a:p>
          <a:p>
            <a:pPr>
              <a:lnSpc>
                <a:spcPct val="110000"/>
              </a:lnSpc>
            </a:pPr>
            <a:r>
              <a:rPr lang="en-GB" sz="1800" b="1"/>
              <a:t>  111</a:t>
            </a:r>
          </a:p>
          <a:p>
            <a:pPr>
              <a:lnSpc>
                <a:spcPct val="110000"/>
              </a:lnSpc>
            </a:pPr>
            <a:r>
              <a:rPr lang="en-GB" sz="1800" b="1"/>
              <a:t>1000</a:t>
            </a:r>
          </a:p>
          <a:p>
            <a:pPr>
              <a:lnSpc>
                <a:spcPct val="110000"/>
              </a:lnSpc>
            </a:pPr>
            <a:r>
              <a:rPr lang="en-GB" sz="1800" b="1"/>
              <a:t>1001</a:t>
            </a:r>
          </a:p>
          <a:p>
            <a:pPr>
              <a:lnSpc>
                <a:spcPct val="110000"/>
              </a:lnSpc>
            </a:pPr>
            <a:r>
              <a:rPr lang="en-GB" sz="1800" b="1"/>
              <a:t>1010</a:t>
            </a:r>
          </a:p>
          <a:p>
            <a:pPr>
              <a:lnSpc>
                <a:spcPct val="110000"/>
              </a:lnSpc>
            </a:pPr>
            <a:r>
              <a:rPr lang="en-GB" sz="1800" b="1"/>
              <a:t>1011</a:t>
            </a:r>
          </a:p>
          <a:p>
            <a:pPr>
              <a:lnSpc>
                <a:spcPct val="110000"/>
              </a:lnSpc>
            </a:pPr>
            <a:r>
              <a:rPr lang="en-GB" sz="1800" b="1"/>
              <a:t>1100</a:t>
            </a:r>
          </a:p>
          <a:p>
            <a:pPr>
              <a:lnSpc>
                <a:spcPct val="110000"/>
              </a:lnSpc>
            </a:pPr>
            <a:r>
              <a:rPr lang="en-GB" sz="1800" b="1"/>
              <a:t>1101</a:t>
            </a:r>
          </a:p>
          <a:p>
            <a:pPr>
              <a:lnSpc>
                <a:spcPct val="110000"/>
              </a:lnSpc>
            </a:pPr>
            <a:r>
              <a:rPr lang="en-GB" sz="1800" b="1"/>
              <a:t>1110</a:t>
            </a:r>
          </a:p>
          <a:p>
            <a:pPr>
              <a:lnSpc>
                <a:spcPct val="110000"/>
              </a:lnSpc>
            </a:pPr>
            <a:r>
              <a:rPr lang="en-GB" sz="1800" b="1"/>
              <a:t>1111</a:t>
            </a:r>
            <a:endParaRPr lang="en-US"/>
          </a:p>
        </p:txBody>
      </p:sp>
      <p:sp>
        <p:nvSpPr>
          <p:cNvPr id="14348" name="Text Box 7"/>
          <p:cNvSpPr txBox="1">
            <a:spLocks noChangeArrowheads="1"/>
          </p:cNvSpPr>
          <p:nvPr/>
        </p:nvSpPr>
        <p:spPr bwMode="auto">
          <a:xfrm>
            <a:off x="430213" y="1176338"/>
            <a:ext cx="473075" cy="49180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 algn="ctr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defRPr sz="1600">
                <a:solidFill>
                  <a:schemeClr val="tx1"/>
                </a:solidFill>
                <a:latin typeface="Lucida Sans Unicode" pitchFamily="34" charset="0"/>
              </a:defRPr>
            </a:lvl1pPr>
            <a:lvl2pPr marL="742950" indent="-285750">
              <a:defRPr sz="1600">
                <a:solidFill>
                  <a:schemeClr val="tx1"/>
                </a:solidFill>
                <a:latin typeface="Lucida Sans Unicode" pitchFamily="34" charset="0"/>
              </a:defRPr>
            </a:lvl2pPr>
            <a:lvl3pPr marL="1143000" indent="-228600">
              <a:defRPr sz="1600">
                <a:solidFill>
                  <a:schemeClr val="tx1"/>
                </a:solidFill>
                <a:latin typeface="Lucida Sans Unicode" pitchFamily="34" charset="0"/>
              </a:defRPr>
            </a:lvl3pPr>
            <a:lvl4pPr marL="1600200" indent="-228600">
              <a:defRPr sz="1600">
                <a:solidFill>
                  <a:schemeClr val="tx1"/>
                </a:solidFill>
                <a:latin typeface="Lucida Sans Unicode" pitchFamily="34" charset="0"/>
              </a:defRPr>
            </a:lvl4pPr>
            <a:lvl5pPr marL="2057400" indent="-228600">
              <a:defRPr sz="1600">
                <a:solidFill>
                  <a:schemeClr val="tx1"/>
                </a:solidFill>
                <a:latin typeface="Lucida Sans Unicode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Lucida Sans Unicode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Lucida Sans Unicode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Lucida Sans Unicode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Lucida Sans Unicode" pitchFamily="34" charset="0"/>
              </a:defRPr>
            </a:lvl9pPr>
          </a:lstStyle>
          <a:p>
            <a:pPr algn="r">
              <a:lnSpc>
                <a:spcPct val="110000"/>
              </a:lnSpc>
            </a:pPr>
            <a:r>
              <a:rPr lang="en-GB" sz="1800" b="1"/>
              <a:t>0</a:t>
            </a:r>
          </a:p>
          <a:p>
            <a:pPr algn="r">
              <a:lnSpc>
                <a:spcPct val="110000"/>
              </a:lnSpc>
            </a:pPr>
            <a:r>
              <a:rPr lang="en-GB" sz="1800" b="1"/>
              <a:t>1</a:t>
            </a:r>
          </a:p>
          <a:p>
            <a:pPr algn="r">
              <a:lnSpc>
                <a:spcPct val="110000"/>
              </a:lnSpc>
            </a:pPr>
            <a:r>
              <a:rPr lang="en-GB" sz="1800" b="1"/>
              <a:t>2</a:t>
            </a:r>
          </a:p>
          <a:p>
            <a:pPr algn="r">
              <a:lnSpc>
                <a:spcPct val="110000"/>
              </a:lnSpc>
            </a:pPr>
            <a:r>
              <a:rPr lang="en-GB" sz="1800" b="1"/>
              <a:t>3</a:t>
            </a:r>
          </a:p>
          <a:p>
            <a:pPr algn="r">
              <a:lnSpc>
                <a:spcPct val="110000"/>
              </a:lnSpc>
            </a:pPr>
            <a:r>
              <a:rPr lang="en-GB" sz="1800" b="1"/>
              <a:t>4</a:t>
            </a:r>
          </a:p>
          <a:p>
            <a:pPr algn="r">
              <a:lnSpc>
                <a:spcPct val="110000"/>
              </a:lnSpc>
            </a:pPr>
            <a:r>
              <a:rPr lang="en-GB" sz="1800" b="1"/>
              <a:t>5</a:t>
            </a:r>
          </a:p>
          <a:p>
            <a:pPr algn="r">
              <a:lnSpc>
                <a:spcPct val="110000"/>
              </a:lnSpc>
            </a:pPr>
            <a:r>
              <a:rPr lang="en-GB" sz="1800" b="1"/>
              <a:t>6</a:t>
            </a:r>
          </a:p>
          <a:p>
            <a:pPr algn="r">
              <a:lnSpc>
                <a:spcPct val="110000"/>
              </a:lnSpc>
            </a:pPr>
            <a:r>
              <a:rPr lang="en-GB" sz="1800" b="1"/>
              <a:t>7</a:t>
            </a:r>
          </a:p>
          <a:p>
            <a:pPr algn="r">
              <a:lnSpc>
                <a:spcPct val="110000"/>
              </a:lnSpc>
            </a:pPr>
            <a:r>
              <a:rPr lang="en-GB" sz="1800" b="1"/>
              <a:t>8</a:t>
            </a:r>
          </a:p>
          <a:p>
            <a:pPr algn="r">
              <a:lnSpc>
                <a:spcPct val="110000"/>
              </a:lnSpc>
            </a:pPr>
            <a:r>
              <a:rPr lang="en-GB" sz="1800" b="1"/>
              <a:t>9</a:t>
            </a:r>
          </a:p>
          <a:p>
            <a:pPr algn="r">
              <a:lnSpc>
                <a:spcPct val="110000"/>
              </a:lnSpc>
            </a:pPr>
            <a:r>
              <a:rPr lang="en-GB" sz="1800" b="1"/>
              <a:t>10</a:t>
            </a:r>
          </a:p>
          <a:p>
            <a:pPr algn="r">
              <a:lnSpc>
                <a:spcPct val="110000"/>
              </a:lnSpc>
            </a:pPr>
            <a:r>
              <a:rPr lang="en-GB" sz="1800" b="1"/>
              <a:t>11</a:t>
            </a:r>
          </a:p>
          <a:p>
            <a:pPr algn="r">
              <a:lnSpc>
                <a:spcPct val="110000"/>
              </a:lnSpc>
            </a:pPr>
            <a:r>
              <a:rPr lang="en-GB" sz="1800" b="1"/>
              <a:t>12</a:t>
            </a:r>
          </a:p>
          <a:p>
            <a:pPr algn="r">
              <a:lnSpc>
                <a:spcPct val="110000"/>
              </a:lnSpc>
            </a:pPr>
            <a:r>
              <a:rPr lang="en-GB" sz="1800" b="1"/>
              <a:t>13</a:t>
            </a:r>
          </a:p>
          <a:p>
            <a:pPr algn="r">
              <a:lnSpc>
                <a:spcPct val="110000"/>
              </a:lnSpc>
            </a:pPr>
            <a:r>
              <a:rPr lang="en-GB" sz="1800" b="1"/>
              <a:t>14</a:t>
            </a:r>
          </a:p>
          <a:p>
            <a:pPr algn="r">
              <a:lnSpc>
                <a:spcPct val="110000"/>
              </a:lnSpc>
            </a:pPr>
            <a:r>
              <a:rPr lang="en-GB" sz="1800" b="1"/>
              <a:t>15</a:t>
            </a:r>
            <a:endParaRPr lang="en-US" sz="1800" b="1"/>
          </a:p>
        </p:txBody>
      </p:sp>
      <p:sp>
        <p:nvSpPr>
          <p:cNvPr id="14349" name="Rectangle 20"/>
          <p:cNvSpPr>
            <a:spLocks noChangeArrowheads="1"/>
          </p:cNvSpPr>
          <p:nvPr/>
        </p:nvSpPr>
        <p:spPr bwMode="auto">
          <a:xfrm>
            <a:off x="4171950" y="1768475"/>
            <a:ext cx="249238" cy="279400"/>
          </a:xfrm>
          <a:prstGeom prst="rect">
            <a:avLst/>
          </a:prstGeom>
          <a:solidFill>
            <a:schemeClr val="tx1"/>
          </a:solidFill>
          <a:ln w="9525" algn="ctr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/>
          <a:p>
            <a:endParaRPr lang="en-US"/>
          </a:p>
        </p:txBody>
      </p:sp>
      <p:sp>
        <p:nvSpPr>
          <p:cNvPr id="14350" name="Rectangle 21"/>
          <p:cNvSpPr>
            <a:spLocks noChangeArrowheads="1"/>
          </p:cNvSpPr>
          <p:nvPr/>
        </p:nvSpPr>
        <p:spPr bwMode="auto">
          <a:xfrm>
            <a:off x="4171950" y="2401888"/>
            <a:ext cx="249238" cy="279400"/>
          </a:xfrm>
          <a:prstGeom prst="rect">
            <a:avLst/>
          </a:prstGeom>
          <a:solidFill>
            <a:schemeClr val="tx1"/>
          </a:solidFill>
          <a:ln w="9525" algn="ctr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/>
          <a:p>
            <a:endParaRPr lang="en-US"/>
          </a:p>
        </p:txBody>
      </p:sp>
      <p:sp>
        <p:nvSpPr>
          <p:cNvPr id="14351" name="Rectangle 22"/>
          <p:cNvSpPr>
            <a:spLocks noChangeArrowheads="1"/>
          </p:cNvSpPr>
          <p:nvPr/>
        </p:nvSpPr>
        <p:spPr bwMode="auto">
          <a:xfrm>
            <a:off x="4171950" y="3005138"/>
            <a:ext cx="249238" cy="279400"/>
          </a:xfrm>
          <a:prstGeom prst="rect">
            <a:avLst/>
          </a:prstGeom>
          <a:solidFill>
            <a:schemeClr val="tx1"/>
          </a:solidFill>
          <a:ln w="9525" algn="ctr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/>
          <a:p>
            <a:endParaRPr lang="en-US"/>
          </a:p>
        </p:txBody>
      </p:sp>
      <p:sp>
        <p:nvSpPr>
          <p:cNvPr id="14352" name="Rectangle 23"/>
          <p:cNvSpPr>
            <a:spLocks noChangeArrowheads="1"/>
          </p:cNvSpPr>
          <p:nvPr/>
        </p:nvSpPr>
        <p:spPr bwMode="auto">
          <a:xfrm>
            <a:off x="4171950" y="3649663"/>
            <a:ext cx="249238" cy="279400"/>
          </a:xfrm>
          <a:prstGeom prst="rect">
            <a:avLst/>
          </a:prstGeom>
          <a:solidFill>
            <a:schemeClr val="tx1"/>
          </a:solidFill>
          <a:ln w="9525" algn="ctr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/>
          <a:p>
            <a:endParaRPr lang="en-US"/>
          </a:p>
        </p:txBody>
      </p:sp>
      <p:sp>
        <p:nvSpPr>
          <p:cNvPr id="14353" name="Rectangle 24"/>
          <p:cNvSpPr>
            <a:spLocks noChangeArrowheads="1"/>
          </p:cNvSpPr>
          <p:nvPr/>
        </p:nvSpPr>
        <p:spPr bwMode="auto">
          <a:xfrm>
            <a:off x="4171950" y="4211638"/>
            <a:ext cx="249238" cy="279400"/>
          </a:xfrm>
          <a:prstGeom prst="rect">
            <a:avLst/>
          </a:prstGeom>
          <a:solidFill>
            <a:schemeClr val="tx1"/>
          </a:solidFill>
          <a:ln w="9525" algn="ctr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/>
          <a:p>
            <a:endParaRPr lang="en-US"/>
          </a:p>
        </p:txBody>
      </p:sp>
      <p:sp>
        <p:nvSpPr>
          <p:cNvPr id="14354" name="Rectangle 25"/>
          <p:cNvSpPr>
            <a:spLocks noChangeArrowheads="1"/>
          </p:cNvSpPr>
          <p:nvPr/>
        </p:nvSpPr>
        <p:spPr bwMode="auto">
          <a:xfrm>
            <a:off x="4171950" y="4824413"/>
            <a:ext cx="249238" cy="279400"/>
          </a:xfrm>
          <a:prstGeom prst="rect">
            <a:avLst/>
          </a:prstGeom>
          <a:solidFill>
            <a:schemeClr val="tx1"/>
          </a:solidFill>
          <a:ln w="9525" algn="ctr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/>
          <a:p>
            <a:endParaRPr lang="en-US"/>
          </a:p>
        </p:txBody>
      </p:sp>
      <p:sp>
        <p:nvSpPr>
          <p:cNvPr id="14355" name="Rectangle 26"/>
          <p:cNvSpPr>
            <a:spLocks noChangeArrowheads="1"/>
          </p:cNvSpPr>
          <p:nvPr/>
        </p:nvSpPr>
        <p:spPr bwMode="auto">
          <a:xfrm>
            <a:off x="4171950" y="5384800"/>
            <a:ext cx="249238" cy="279400"/>
          </a:xfrm>
          <a:prstGeom prst="rect">
            <a:avLst/>
          </a:prstGeom>
          <a:solidFill>
            <a:schemeClr val="tx1"/>
          </a:solidFill>
          <a:ln w="9525" algn="ctr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/>
          <a:p>
            <a:endParaRPr lang="en-US"/>
          </a:p>
        </p:txBody>
      </p:sp>
      <p:sp>
        <p:nvSpPr>
          <p:cNvPr id="14356" name="Rectangle 27"/>
          <p:cNvSpPr>
            <a:spLocks noChangeArrowheads="1"/>
          </p:cNvSpPr>
          <p:nvPr/>
        </p:nvSpPr>
        <p:spPr bwMode="auto">
          <a:xfrm>
            <a:off x="4171950" y="1176338"/>
            <a:ext cx="249238" cy="279400"/>
          </a:xfrm>
          <a:prstGeom prst="rect">
            <a:avLst/>
          </a:prstGeom>
          <a:solidFill>
            <a:schemeClr val="tx1"/>
          </a:solidFill>
          <a:ln w="9525" algn="ctr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/>
          <a:p>
            <a:endParaRPr lang="en-US"/>
          </a:p>
        </p:txBody>
      </p:sp>
      <p:sp>
        <p:nvSpPr>
          <p:cNvPr id="14357" name="Rectangle 28"/>
          <p:cNvSpPr>
            <a:spLocks noChangeArrowheads="1"/>
          </p:cNvSpPr>
          <p:nvPr/>
        </p:nvSpPr>
        <p:spPr bwMode="auto">
          <a:xfrm>
            <a:off x="3860800" y="1176338"/>
            <a:ext cx="269875" cy="590550"/>
          </a:xfrm>
          <a:prstGeom prst="rect">
            <a:avLst/>
          </a:prstGeom>
          <a:solidFill>
            <a:schemeClr val="tx1"/>
          </a:solidFill>
          <a:ln w="9525" algn="ctr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/>
          <a:p>
            <a:endParaRPr lang="en-US"/>
          </a:p>
        </p:txBody>
      </p:sp>
      <p:sp>
        <p:nvSpPr>
          <p:cNvPr id="14358" name="Rectangle 29"/>
          <p:cNvSpPr>
            <a:spLocks noChangeArrowheads="1"/>
          </p:cNvSpPr>
          <p:nvPr/>
        </p:nvSpPr>
        <p:spPr bwMode="auto">
          <a:xfrm>
            <a:off x="3860800" y="2401888"/>
            <a:ext cx="269875" cy="590550"/>
          </a:xfrm>
          <a:prstGeom prst="rect">
            <a:avLst/>
          </a:prstGeom>
          <a:solidFill>
            <a:schemeClr val="tx1"/>
          </a:solidFill>
          <a:ln w="9525" algn="ctr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/>
          <a:p>
            <a:endParaRPr lang="en-US"/>
          </a:p>
        </p:txBody>
      </p:sp>
      <p:sp>
        <p:nvSpPr>
          <p:cNvPr id="14359" name="Rectangle 30"/>
          <p:cNvSpPr>
            <a:spLocks noChangeArrowheads="1"/>
          </p:cNvSpPr>
          <p:nvPr/>
        </p:nvSpPr>
        <p:spPr bwMode="auto">
          <a:xfrm>
            <a:off x="3860800" y="3668713"/>
            <a:ext cx="269875" cy="590550"/>
          </a:xfrm>
          <a:prstGeom prst="rect">
            <a:avLst/>
          </a:prstGeom>
          <a:solidFill>
            <a:schemeClr val="tx1"/>
          </a:solidFill>
          <a:ln w="9525" algn="ctr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/>
          <a:p>
            <a:endParaRPr lang="en-US"/>
          </a:p>
        </p:txBody>
      </p:sp>
      <p:sp>
        <p:nvSpPr>
          <p:cNvPr id="14360" name="Rectangle 31"/>
          <p:cNvSpPr>
            <a:spLocks noChangeArrowheads="1"/>
          </p:cNvSpPr>
          <p:nvPr/>
        </p:nvSpPr>
        <p:spPr bwMode="auto">
          <a:xfrm>
            <a:off x="3860800" y="4832350"/>
            <a:ext cx="269875" cy="590550"/>
          </a:xfrm>
          <a:prstGeom prst="rect">
            <a:avLst/>
          </a:prstGeom>
          <a:solidFill>
            <a:schemeClr val="tx1"/>
          </a:solidFill>
          <a:ln w="9525" algn="ctr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/>
          <a:p>
            <a:endParaRPr lang="en-US"/>
          </a:p>
        </p:txBody>
      </p:sp>
      <p:sp>
        <p:nvSpPr>
          <p:cNvPr id="14361" name="Rectangle 32"/>
          <p:cNvSpPr>
            <a:spLocks noChangeArrowheads="1"/>
          </p:cNvSpPr>
          <p:nvPr/>
        </p:nvSpPr>
        <p:spPr bwMode="auto">
          <a:xfrm>
            <a:off x="3216275" y="1176338"/>
            <a:ext cx="269875" cy="2470150"/>
          </a:xfrm>
          <a:prstGeom prst="rect">
            <a:avLst/>
          </a:prstGeom>
          <a:solidFill>
            <a:schemeClr val="tx1"/>
          </a:solidFill>
          <a:ln w="9525" algn="ctr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/>
          <a:p>
            <a:endParaRPr lang="en-US"/>
          </a:p>
        </p:txBody>
      </p:sp>
      <p:sp>
        <p:nvSpPr>
          <p:cNvPr id="14362" name="Rectangle 33"/>
          <p:cNvSpPr>
            <a:spLocks noChangeArrowheads="1"/>
          </p:cNvSpPr>
          <p:nvPr/>
        </p:nvSpPr>
        <p:spPr bwMode="auto">
          <a:xfrm>
            <a:off x="3559175" y="3648075"/>
            <a:ext cx="269875" cy="1223963"/>
          </a:xfrm>
          <a:prstGeom prst="rect">
            <a:avLst/>
          </a:prstGeom>
          <a:solidFill>
            <a:schemeClr val="tx1"/>
          </a:solidFill>
          <a:ln w="9525" algn="ctr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/>
          <a:p>
            <a:endParaRPr lang="en-US"/>
          </a:p>
        </p:txBody>
      </p:sp>
      <p:sp>
        <p:nvSpPr>
          <p:cNvPr id="14363" name="Rectangle 34"/>
          <p:cNvSpPr>
            <a:spLocks noChangeArrowheads="1"/>
          </p:cNvSpPr>
          <p:nvPr/>
        </p:nvSpPr>
        <p:spPr bwMode="auto">
          <a:xfrm>
            <a:off x="3559175" y="1176338"/>
            <a:ext cx="269875" cy="1223962"/>
          </a:xfrm>
          <a:prstGeom prst="rect">
            <a:avLst/>
          </a:prstGeom>
          <a:solidFill>
            <a:schemeClr val="tx1"/>
          </a:solidFill>
          <a:ln w="9525" algn="ctr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/>
          <a:p>
            <a:endParaRPr lang="en-US"/>
          </a:p>
        </p:txBody>
      </p:sp>
      <p:sp>
        <p:nvSpPr>
          <p:cNvPr id="14364" name="Rectangle 35"/>
          <p:cNvSpPr>
            <a:spLocks noChangeArrowheads="1"/>
          </p:cNvSpPr>
          <p:nvPr/>
        </p:nvSpPr>
        <p:spPr bwMode="auto">
          <a:xfrm>
            <a:off x="2154238" y="3638550"/>
            <a:ext cx="952500" cy="1195388"/>
          </a:xfrm>
          <a:prstGeom prst="rect">
            <a:avLst/>
          </a:prstGeom>
          <a:solidFill>
            <a:srgbClr val="FFFFCC"/>
          </a:solidFill>
          <a:ln>
            <a:noFill/>
          </a:ln>
          <a:extLst>
            <a:ext uri="{91240B29-F687-4F45-9708-019B960494DF}">
              <a14:hiddenLine xmlns:a14="http://schemas.microsoft.com/office/drawing/2010/main" w="9525" algn="ctr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22980017"/>
      </p:ext>
    </p:extLst>
  </p:cSld>
  <p:clrMapOvr>
    <a:masterClrMapping/>
  </p:clrMapOvr>
</p:sld>
</file>

<file path=ppt/slides/slide10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362" name="Rectangle 4"/>
          <p:cNvSpPr>
            <a:spLocks noChangeArrowheads="1"/>
          </p:cNvSpPr>
          <p:nvPr/>
        </p:nvSpPr>
        <p:spPr bwMode="auto">
          <a:xfrm>
            <a:off x="3179763" y="1176338"/>
            <a:ext cx="1246187" cy="4849812"/>
          </a:xfrm>
          <a:prstGeom prst="rect">
            <a:avLst/>
          </a:prstGeom>
          <a:solidFill>
            <a:schemeClr val="tx1"/>
          </a:solidFill>
          <a:ln w="9525" algn="ctr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/>
          <a:p>
            <a:endParaRPr lang="en-US"/>
          </a:p>
        </p:txBody>
      </p:sp>
      <p:sp>
        <p:nvSpPr>
          <p:cNvPr id="15363" name="Rectangle 5"/>
          <p:cNvSpPr>
            <a:spLocks noChangeArrowheads="1"/>
          </p:cNvSpPr>
          <p:nvPr/>
        </p:nvSpPr>
        <p:spPr bwMode="auto">
          <a:xfrm>
            <a:off x="3213100" y="1176338"/>
            <a:ext cx="273050" cy="4829175"/>
          </a:xfrm>
          <a:prstGeom prst="rect">
            <a:avLst/>
          </a:prstGeom>
          <a:solidFill>
            <a:srgbClr val="FF0000"/>
          </a:solidFill>
          <a:ln w="9525" algn="ctr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/>
          <a:p>
            <a:endParaRPr lang="en-US"/>
          </a:p>
        </p:txBody>
      </p:sp>
      <p:sp>
        <p:nvSpPr>
          <p:cNvPr id="15364" name="Rectangle 6"/>
          <p:cNvSpPr>
            <a:spLocks noChangeArrowheads="1"/>
          </p:cNvSpPr>
          <p:nvPr/>
        </p:nvSpPr>
        <p:spPr bwMode="auto">
          <a:xfrm>
            <a:off x="3556000" y="1176338"/>
            <a:ext cx="252413" cy="4829175"/>
          </a:xfrm>
          <a:prstGeom prst="rect">
            <a:avLst/>
          </a:prstGeom>
          <a:solidFill>
            <a:srgbClr val="FF0000"/>
          </a:solidFill>
          <a:ln w="9525" algn="ctr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/>
          <a:p>
            <a:endParaRPr lang="en-US"/>
          </a:p>
        </p:txBody>
      </p:sp>
      <p:sp>
        <p:nvSpPr>
          <p:cNvPr id="15365" name="Rectangle 7"/>
          <p:cNvSpPr>
            <a:spLocks noChangeArrowheads="1"/>
          </p:cNvSpPr>
          <p:nvPr/>
        </p:nvSpPr>
        <p:spPr bwMode="auto">
          <a:xfrm>
            <a:off x="3870325" y="1176338"/>
            <a:ext cx="274638" cy="4829175"/>
          </a:xfrm>
          <a:prstGeom prst="rect">
            <a:avLst/>
          </a:prstGeom>
          <a:solidFill>
            <a:srgbClr val="FF0000"/>
          </a:solidFill>
          <a:ln w="9525" algn="ctr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/>
          <a:p>
            <a:endParaRPr lang="en-US"/>
          </a:p>
        </p:txBody>
      </p:sp>
      <p:sp>
        <p:nvSpPr>
          <p:cNvPr id="15366" name="Rectangle 8"/>
          <p:cNvSpPr>
            <a:spLocks noChangeArrowheads="1"/>
          </p:cNvSpPr>
          <p:nvPr/>
        </p:nvSpPr>
        <p:spPr bwMode="auto">
          <a:xfrm>
            <a:off x="4171950" y="1176338"/>
            <a:ext cx="242888" cy="4829175"/>
          </a:xfrm>
          <a:prstGeom prst="rect">
            <a:avLst/>
          </a:prstGeom>
          <a:solidFill>
            <a:srgbClr val="FF0000"/>
          </a:solidFill>
          <a:ln w="9525" algn="ctr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/>
          <a:p>
            <a:endParaRPr lang="en-US"/>
          </a:p>
        </p:txBody>
      </p:sp>
      <p:sp>
        <p:nvSpPr>
          <p:cNvPr id="15367" name="Rectangle 9"/>
          <p:cNvSpPr>
            <a:spLocks noChangeArrowheads="1"/>
          </p:cNvSpPr>
          <p:nvPr/>
        </p:nvSpPr>
        <p:spPr bwMode="auto">
          <a:xfrm>
            <a:off x="430213" y="3638550"/>
            <a:ext cx="2708275" cy="1195388"/>
          </a:xfrm>
          <a:prstGeom prst="rect">
            <a:avLst/>
          </a:prstGeom>
          <a:solidFill>
            <a:srgbClr val="FFFFCC"/>
          </a:solidFill>
          <a:ln>
            <a:noFill/>
          </a:ln>
          <a:extLst>
            <a:ext uri="{91240B29-F687-4F45-9708-019B960494DF}">
              <a14:hiddenLine xmlns:a14="http://schemas.microsoft.com/office/drawing/2010/main" w="9525" algn="ctr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/>
          <a:lstStyle/>
          <a:p>
            <a:endParaRPr lang="en-US"/>
          </a:p>
        </p:txBody>
      </p:sp>
      <p:sp>
        <p:nvSpPr>
          <p:cNvPr id="15368" name="Rectangle 10"/>
          <p:cNvSpPr>
            <a:spLocks noChangeArrowheads="1"/>
          </p:cNvSpPr>
          <p:nvPr/>
        </p:nvSpPr>
        <p:spPr bwMode="auto">
          <a:xfrm>
            <a:off x="430213" y="1176338"/>
            <a:ext cx="2708275" cy="1227137"/>
          </a:xfrm>
          <a:prstGeom prst="rect">
            <a:avLst/>
          </a:prstGeom>
          <a:solidFill>
            <a:srgbClr val="FFFFCC"/>
          </a:solidFill>
          <a:ln>
            <a:noFill/>
          </a:ln>
          <a:extLst>
            <a:ext uri="{91240B29-F687-4F45-9708-019B960494DF}">
              <a14:hiddenLine xmlns:a14="http://schemas.microsoft.com/office/drawing/2010/main" w="9525" algn="ctr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/>
          <a:lstStyle/>
          <a:p>
            <a:endParaRPr lang="en-US"/>
          </a:p>
        </p:txBody>
      </p:sp>
      <p:sp>
        <p:nvSpPr>
          <p:cNvPr id="15369" name="Text Box 11"/>
          <p:cNvSpPr txBox="1">
            <a:spLocks noChangeArrowheads="1"/>
          </p:cNvSpPr>
          <p:nvPr/>
        </p:nvSpPr>
        <p:spPr bwMode="auto">
          <a:xfrm>
            <a:off x="430213" y="376238"/>
            <a:ext cx="2884487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 algn="ctr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defRPr sz="1600">
                <a:solidFill>
                  <a:schemeClr val="tx1"/>
                </a:solidFill>
                <a:latin typeface="Lucida Sans Unicode" pitchFamily="34" charset="0"/>
              </a:defRPr>
            </a:lvl1pPr>
            <a:lvl2pPr marL="742950" indent="-285750">
              <a:defRPr sz="1600">
                <a:solidFill>
                  <a:schemeClr val="tx1"/>
                </a:solidFill>
                <a:latin typeface="Lucida Sans Unicode" pitchFamily="34" charset="0"/>
              </a:defRPr>
            </a:lvl2pPr>
            <a:lvl3pPr marL="1143000" indent="-228600">
              <a:defRPr sz="1600">
                <a:solidFill>
                  <a:schemeClr val="tx1"/>
                </a:solidFill>
                <a:latin typeface="Lucida Sans Unicode" pitchFamily="34" charset="0"/>
              </a:defRPr>
            </a:lvl3pPr>
            <a:lvl4pPr marL="1600200" indent="-228600">
              <a:defRPr sz="1600">
                <a:solidFill>
                  <a:schemeClr val="tx1"/>
                </a:solidFill>
                <a:latin typeface="Lucida Sans Unicode" pitchFamily="34" charset="0"/>
              </a:defRPr>
            </a:lvl4pPr>
            <a:lvl5pPr marL="2057400" indent="-228600">
              <a:defRPr sz="1600">
                <a:solidFill>
                  <a:schemeClr val="tx1"/>
                </a:solidFill>
                <a:latin typeface="Lucida Sans Unicode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Lucida Sans Unicode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Lucida Sans Unicode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Lucida Sans Unicode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Lucida Sans Unicode" pitchFamily="34" charset="0"/>
              </a:defRPr>
            </a:lvl9pPr>
          </a:lstStyle>
          <a:p>
            <a:r>
              <a:rPr lang="en-GB" sz="2400" b="1"/>
              <a:t>The Binary System</a:t>
            </a:r>
            <a:endParaRPr lang="en-US" sz="2400" b="1"/>
          </a:p>
        </p:txBody>
      </p:sp>
      <p:sp>
        <p:nvSpPr>
          <p:cNvPr id="15370" name="Text Box 12"/>
          <p:cNvSpPr txBox="1">
            <a:spLocks noChangeArrowheads="1"/>
          </p:cNvSpPr>
          <p:nvPr/>
        </p:nvSpPr>
        <p:spPr bwMode="auto">
          <a:xfrm>
            <a:off x="2597150" y="1263650"/>
            <a:ext cx="184150" cy="3365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 algn="ctr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defRPr sz="1600">
                <a:solidFill>
                  <a:schemeClr val="tx1"/>
                </a:solidFill>
                <a:latin typeface="Lucida Sans Unicode" pitchFamily="34" charset="0"/>
              </a:defRPr>
            </a:lvl1pPr>
            <a:lvl2pPr marL="742950" indent="-285750">
              <a:defRPr sz="1600">
                <a:solidFill>
                  <a:schemeClr val="tx1"/>
                </a:solidFill>
                <a:latin typeface="Lucida Sans Unicode" pitchFamily="34" charset="0"/>
              </a:defRPr>
            </a:lvl2pPr>
            <a:lvl3pPr marL="1143000" indent="-228600">
              <a:defRPr sz="1600">
                <a:solidFill>
                  <a:schemeClr val="tx1"/>
                </a:solidFill>
                <a:latin typeface="Lucida Sans Unicode" pitchFamily="34" charset="0"/>
              </a:defRPr>
            </a:lvl3pPr>
            <a:lvl4pPr marL="1600200" indent="-228600">
              <a:defRPr sz="1600">
                <a:solidFill>
                  <a:schemeClr val="tx1"/>
                </a:solidFill>
                <a:latin typeface="Lucida Sans Unicode" pitchFamily="34" charset="0"/>
              </a:defRPr>
            </a:lvl4pPr>
            <a:lvl5pPr marL="2057400" indent="-228600">
              <a:defRPr sz="1600">
                <a:solidFill>
                  <a:schemeClr val="tx1"/>
                </a:solidFill>
                <a:latin typeface="Lucida Sans Unicode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Lucida Sans Unicode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Lucida Sans Unicode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Lucida Sans Unicode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Lucida Sans Unicode" pitchFamily="34" charset="0"/>
              </a:defRPr>
            </a:lvl9pPr>
          </a:lstStyle>
          <a:p>
            <a:endParaRPr lang="en-US"/>
          </a:p>
        </p:txBody>
      </p:sp>
      <p:sp>
        <p:nvSpPr>
          <p:cNvPr id="15371" name="Text Box 14"/>
          <p:cNvSpPr txBox="1">
            <a:spLocks noChangeArrowheads="1"/>
          </p:cNvSpPr>
          <p:nvPr/>
        </p:nvSpPr>
        <p:spPr bwMode="auto">
          <a:xfrm>
            <a:off x="430213" y="1176338"/>
            <a:ext cx="473075" cy="49180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 algn="ctr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defRPr sz="1600">
                <a:solidFill>
                  <a:schemeClr val="tx1"/>
                </a:solidFill>
                <a:latin typeface="Lucida Sans Unicode" pitchFamily="34" charset="0"/>
              </a:defRPr>
            </a:lvl1pPr>
            <a:lvl2pPr marL="742950" indent="-285750">
              <a:defRPr sz="1600">
                <a:solidFill>
                  <a:schemeClr val="tx1"/>
                </a:solidFill>
                <a:latin typeface="Lucida Sans Unicode" pitchFamily="34" charset="0"/>
              </a:defRPr>
            </a:lvl2pPr>
            <a:lvl3pPr marL="1143000" indent="-228600">
              <a:defRPr sz="1600">
                <a:solidFill>
                  <a:schemeClr val="tx1"/>
                </a:solidFill>
                <a:latin typeface="Lucida Sans Unicode" pitchFamily="34" charset="0"/>
              </a:defRPr>
            </a:lvl3pPr>
            <a:lvl4pPr marL="1600200" indent="-228600">
              <a:defRPr sz="1600">
                <a:solidFill>
                  <a:schemeClr val="tx1"/>
                </a:solidFill>
                <a:latin typeface="Lucida Sans Unicode" pitchFamily="34" charset="0"/>
              </a:defRPr>
            </a:lvl4pPr>
            <a:lvl5pPr marL="2057400" indent="-228600">
              <a:defRPr sz="1600">
                <a:solidFill>
                  <a:schemeClr val="tx1"/>
                </a:solidFill>
                <a:latin typeface="Lucida Sans Unicode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Lucida Sans Unicode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Lucida Sans Unicode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Lucida Sans Unicode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Lucida Sans Unicode" pitchFamily="34" charset="0"/>
              </a:defRPr>
            </a:lvl9pPr>
          </a:lstStyle>
          <a:p>
            <a:pPr algn="r">
              <a:lnSpc>
                <a:spcPct val="110000"/>
              </a:lnSpc>
            </a:pPr>
            <a:r>
              <a:rPr lang="en-GB" sz="1800" b="1"/>
              <a:t>0</a:t>
            </a:r>
          </a:p>
          <a:p>
            <a:pPr algn="r">
              <a:lnSpc>
                <a:spcPct val="110000"/>
              </a:lnSpc>
            </a:pPr>
            <a:r>
              <a:rPr lang="en-GB" sz="1800" b="1"/>
              <a:t>1</a:t>
            </a:r>
          </a:p>
          <a:p>
            <a:pPr algn="r">
              <a:lnSpc>
                <a:spcPct val="110000"/>
              </a:lnSpc>
            </a:pPr>
            <a:r>
              <a:rPr lang="en-GB" sz="1800" b="1"/>
              <a:t>2</a:t>
            </a:r>
          </a:p>
          <a:p>
            <a:pPr algn="r">
              <a:lnSpc>
                <a:spcPct val="110000"/>
              </a:lnSpc>
            </a:pPr>
            <a:r>
              <a:rPr lang="en-GB" sz="1800" b="1"/>
              <a:t>3</a:t>
            </a:r>
          </a:p>
          <a:p>
            <a:pPr algn="r">
              <a:lnSpc>
                <a:spcPct val="110000"/>
              </a:lnSpc>
            </a:pPr>
            <a:r>
              <a:rPr lang="en-GB" sz="1800" b="1"/>
              <a:t>4</a:t>
            </a:r>
          </a:p>
          <a:p>
            <a:pPr algn="r">
              <a:lnSpc>
                <a:spcPct val="110000"/>
              </a:lnSpc>
            </a:pPr>
            <a:r>
              <a:rPr lang="en-GB" sz="1800" b="1"/>
              <a:t>5</a:t>
            </a:r>
          </a:p>
          <a:p>
            <a:pPr algn="r">
              <a:lnSpc>
                <a:spcPct val="110000"/>
              </a:lnSpc>
            </a:pPr>
            <a:r>
              <a:rPr lang="en-GB" sz="1800" b="1"/>
              <a:t>6</a:t>
            </a:r>
          </a:p>
          <a:p>
            <a:pPr algn="r">
              <a:lnSpc>
                <a:spcPct val="110000"/>
              </a:lnSpc>
            </a:pPr>
            <a:r>
              <a:rPr lang="en-GB" sz="1800" b="1"/>
              <a:t>7</a:t>
            </a:r>
          </a:p>
          <a:p>
            <a:pPr algn="r">
              <a:lnSpc>
                <a:spcPct val="110000"/>
              </a:lnSpc>
            </a:pPr>
            <a:r>
              <a:rPr lang="en-GB" sz="1800" b="1"/>
              <a:t>8</a:t>
            </a:r>
          </a:p>
          <a:p>
            <a:pPr algn="r">
              <a:lnSpc>
                <a:spcPct val="110000"/>
              </a:lnSpc>
            </a:pPr>
            <a:r>
              <a:rPr lang="en-GB" sz="1800" b="1"/>
              <a:t>9</a:t>
            </a:r>
          </a:p>
          <a:p>
            <a:pPr algn="r">
              <a:lnSpc>
                <a:spcPct val="110000"/>
              </a:lnSpc>
            </a:pPr>
            <a:r>
              <a:rPr lang="en-GB" sz="1800" b="1"/>
              <a:t>10</a:t>
            </a:r>
          </a:p>
          <a:p>
            <a:pPr algn="r">
              <a:lnSpc>
                <a:spcPct val="110000"/>
              </a:lnSpc>
            </a:pPr>
            <a:r>
              <a:rPr lang="en-GB" sz="1800" b="1"/>
              <a:t>11</a:t>
            </a:r>
          </a:p>
          <a:p>
            <a:pPr algn="r">
              <a:lnSpc>
                <a:spcPct val="110000"/>
              </a:lnSpc>
            </a:pPr>
            <a:r>
              <a:rPr lang="en-GB" sz="1800" b="1"/>
              <a:t>12</a:t>
            </a:r>
          </a:p>
          <a:p>
            <a:pPr algn="r">
              <a:lnSpc>
                <a:spcPct val="110000"/>
              </a:lnSpc>
            </a:pPr>
            <a:r>
              <a:rPr lang="en-GB" sz="1800" b="1"/>
              <a:t>13</a:t>
            </a:r>
          </a:p>
          <a:p>
            <a:pPr algn="r">
              <a:lnSpc>
                <a:spcPct val="110000"/>
              </a:lnSpc>
            </a:pPr>
            <a:r>
              <a:rPr lang="en-GB" sz="1800" b="1"/>
              <a:t>14</a:t>
            </a:r>
          </a:p>
          <a:p>
            <a:pPr algn="r">
              <a:lnSpc>
                <a:spcPct val="110000"/>
              </a:lnSpc>
            </a:pPr>
            <a:r>
              <a:rPr lang="en-GB" sz="1800" b="1"/>
              <a:t>15</a:t>
            </a:r>
            <a:endParaRPr lang="en-US" sz="1800" b="1"/>
          </a:p>
        </p:txBody>
      </p:sp>
      <p:sp>
        <p:nvSpPr>
          <p:cNvPr id="15372" name="Rectangle 15"/>
          <p:cNvSpPr>
            <a:spLocks noChangeArrowheads="1"/>
          </p:cNvSpPr>
          <p:nvPr/>
        </p:nvSpPr>
        <p:spPr bwMode="auto">
          <a:xfrm>
            <a:off x="4171950" y="1768475"/>
            <a:ext cx="249238" cy="279400"/>
          </a:xfrm>
          <a:prstGeom prst="rect">
            <a:avLst/>
          </a:prstGeom>
          <a:solidFill>
            <a:schemeClr val="tx1"/>
          </a:solidFill>
          <a:ln w="9525" algn="ctr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/>
          <a:p>
            <a:endParaRPr lang="en-US"/>
          </a:p>
        </p:txBody>
      </p:sp>
      <p:sp>
        <p:nvSpPr>
          <p:cNvPr id="15373" name="Rectangle 16"/>
          <p:cNvSpPr>
            <a:spLocks noChangeArrowheads="1"/>
          </p:cNvSpPr>
          <p:nvPr/>
        </p:nvSpPr>
        <p:spPr bwMode="auto">
          <a:xfrm>
            <a:off x="4171950" y="2401888"/>
            <a:ext cx="249238" cy="279400"/>
          </a:xfrm>
          <a:prstGeom prst="rect">
            <a:avLst/>
          </a:prstGeom>
          <a:solidFill>
            <a:schemeClr val="tx1"/>
          </a:solidFill>
          <a:ln w="9525" algn="ctr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/>
          <a:p>
            <a:endParaRPr lang="en-US"/>
          </a:p>
        </p:txBody>
      </p:sp>
      <p:sp>
        <p:nvSpPr>
          <p:cNvPr id="15374" name="Rectangle 17"/>
          <p:cNvSpPr>
            <a:spLocks noChangeArrowheads="1"/>
          </p:cNvSpPr>
          <p:nvPr/>
        </p:nvSpPr>
        <p:spPr bwMode="auto">
          <a:xfrm>
            <a:off x="4171950" y="3005138"/>
            <a:ext cx="249238" cy="279400"/>
          </a:xfrm>
          <a:prstGeom prst="rect">
            <a:avLst/>
          </a:prstGeom>
          <a:solidFill>
            <a:schemeClr val="tx1"/>
          </a:solidFill>
          <a:ln w="9525" algn="ctr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/>
          <a:p>
            <a:endParaRPr lang="en-US"/>
          </a:p>
        </p:txBody>
      </p:sp>
      <p:sp>
        <p:nvSpPr>
          <p:cNvPr id="15375" name="Rectangle 18"/>
          <p:cNvSpPr>
            <a:spLocks noChangeArrowheads="1"/>
          </p:cNvSpPr>
          <p:nvPr/>
        </p:nvSpPr>
        <p:spPr bwMode="auto">
          <a:xfrm>
            <a:off x="4171950" y="3649663"/>
            <a:ext cx="249238" cy="279400"/>
          </a:xfrm>
          <a:prstGeom prst="rect">
            <a:avLst/>
          </a:prstGeom>
          <a:solidFill>
            <a:schemeClr val="tx1"/>
          </a:solidFill>
          <a:ln w="9525" algn="ctr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/>
          <a:p>
            <a:endParaRPr lang="en-US"/>
          </a:p>
        </p:txBody>
      </p:sp>
      <p:sp>
        <p:nvSpPr>
          <p:cNvPr id="15376" name="Rectangle 19"/>
          <p:cNvSpPr>
            <a:spLocks noChangeArrowheads="1"/>
          </p:cNvSpPr>
          <p:nvPr/>
        </p:nvSpPr>
        <p:spPr bwMode="auto">
          <a:xfrm>
            <a:off x="4171950" y="4211638"/>
            <a:ext cx="249238" cy="279400"/>
          </a:xfrm>
          <a:prstGeom prst="rect">
            <a:avLst/>
          </a:prstGeom>
          <a:solidFill>
            <a:schemeClr val="tx1"/>
          </a:solidFill>
          <a:ln w="9525" algn="ctr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/>
          <a:p>
            <a:endParaRPr lang="en-US"/>
          </a:p>
        </p:txBody>
      </p:sp>
      <p:sp>
        <p:nvSpPr>
          <p:cNvPr id="15377" name="Rectangle 20"/>
          <p:cNvSpPr>
            <a:spLocks noChangeArrowheads="1"/>
          </p:cNvSpPr>
          <p:nvPr/>
        </p:nvSpPr>
        <p:spPr bwMode="auto">
          <a:xfrm>
            <a:off x="4171950" y="4824413"/>
            <a:ext cx="249238" cy="279400"/>
          </a:xfrm>
          <a:prstGeom prst="rect">
            <a:avLst/>
          </a:prstGeom>
          <a:solidFill>
            <a:schemeClr val="tx1"/>
          </a:solidFill>
          <a:ln w="9525" algn="ctr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/>
          <a:p>
            <a:endParaRPr lang="en-US"/>
          </a:p>
        </p:txBody>
      </p:sp>
      <p:sp>
        <p:nvSpPr>
          <p:cNvPr id="15378" name="Rectangle 21"/>
          <p:cNvSpPr>
            <a:spLocks noChangeArrowheads="1"/>
          </p:cNvSpPr>
          <p:nvPr/>
        </p:nvSpPr>
        <p:spPr bwMode="auto">
          <a:xfrm>
            <a:off x="4171950" y="5384800"/>
            <a:ext cx="249238" cy="279400"/>
          </a:xfrm>
          <a:prstGeom prst="rect">
            <a:avLst/>
          </a:prstGeom>
          <a:solidFill>
            <a:schemeClr val="tx1"/>
          </a:solidFill>
          <a:ln w="9525" algn="ctr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/>
          <a:p>
            <a:endParaRPr lang="en-US"/>
          </a:p>
        </p:txBody>
      </p:sp>
      <p:sp>
        <p:nvSpPr>
          <p:cNvPr id="15379" name="Rectangle 22"/>
          <p:cNvSpPr>
            <a:spLocks noChangeArrowheads="1"/>
          </p:cNvSpPr>
          <p:nvPr/>
        </p:nvSpPr>
        <p:spPr bwMode="auto">
          <a:xfrm>
            <a:off x="4171950" y="1176338"/>
            <a:ext cx="249238" cy="279400"/>
          </a:xfrm>
          <a:prstGeom prst="rect">
            <a:avLst/>
          </a:prstGeom>
          <a:solidFill>
            <a:schemeClr val="tx1"/>
          </a:solidFill>
          <a:ln w="9525" algn="ctr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/>
          <a:p>
            <a:endParaRPr lang="en-US"/>
          </a:p>
        </p:txBody>
      </p:sp>
      <p:sp>
        <p:nvSpPr>
          <p:cNvPr id="15380" name="Rectangle 23"/>
          <p:cNvSpPr>
            <a:spLocks noChangeArrowheads="1"/>
          </p:cNvSpPr>
          <p:nvPr/>
        </p:nvSpPr>
        <p:spPr bwMode="auto">
          <a:xfrm>
            <a:off x="3860800" y="1176338"/>
            <a:ext cx="269875" cy="590550"/>
          </a:xfrm>
          <a:prstGeom prst="rect">
            <a:avLst/>
          </a:prstGeom>
          <a:solidFill>
            <a:schemeClr val="tx1"/>
          </a:solidFill>
          <a:ln w="9525" algn="ctr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/>
          <a:p>
            <a:endParaRPr lang="en-US"/>
          </a:p>
        </p:txBody>
      </p:sp>
      <p:sp>
        <p:nvSpPr>
          <p:cNvPr id="15381" name="Rectangle 24"/>
          <p:cNvSpPr>
            <a:spLocks noChangeArrowheads="1"/>
          </p:cNvSpPr>
          <p:nvPr/>
        </p:nvSpPr>
        <p:spPr bwMode="auto">
          <a:xfrm>
            <a:off x="3860800" y="2401888"/>
            <a:ext cx="269875" cy="590550"/>
          </a:xfrm>
          <a:prstGeom prst="rect">
            <a:avLst/>
          </a:prstGeom>
          <a:solidFill>
            <a:schemeClr val="tx1"/>
          </a:solidFill>
          <a:ln w="9525" algn="ctr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/>
          <a:p>
            <a:endParaRPr lang="en-US"/>
          </a:p>
        </p:txBody>
      </p:sp>
      <p:sp>
        <p:nvSpPr>
          <p:cNvPr id="15382" name="Rectangle 25"/>
          <p:cNvSpPr>
            <a:spLocks noChangeArrowheads="1"/>
          </p:cNvSpPr>
          <p:nvPr/>
        </p:nvSpPr>
        <p:spPr bwMode="auto">
          <a:xfrm>
            <a:off x="3860800" y="3668713"/>
            <a:ext cx="269875" cy="590550"/>
          </a:xfrm>
          <a:prstGeom prst="rect">
            <a:avLst/>
          </a:prstGeom>
          <a:solidFill>
            <a:schemeClr val="tx1"/>
          </a:solidFill>
          <a:ln w="9525" algn="ctr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/>
          <a:p>
            <a:endParaRPr lang="en-US"/>
          </a:p>
        </p:txBody>
      </p:sp>
      <p:sp>
        <p:nvSpPr>
          <p:cNvPr id="15383" name="Rectangle 26"/>
          <p:cNvSpPr>
            <a:spLocks noChangeArrowheads="1"/>
          </p:cNvSpPr>
          <p:nvPr/>
        </p:nvSpPr>
        <p:spPr bwMode="auto">
          <a:xfrm>
            <a:off x="3860800" y="4832350"/>
            <a:ext cx="269875" cy="590550"/>
          </a:xfrm>
          <a:prstGeom prst="rect">
            <a:avLst/>
          </a:prstGeom>
          <a:solidFill>
            <a:schemeClr val="tx1"/>
          </a:solidFill>
          <a:ln w="9525" algn="ctr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/>
          <a:p>
            <a:endParaRPr lang="en-US"/>
          </a:p>
        </p:txBody>
      </p:sp>
      <p:sp>
        <p:nvSpPr>
          <p:cNvPr id="15384" name="Rectangle 27"/>
          <p:cNvSpPr>
            <a:spLocks noChangeArrowheads="1"/>
          </p:cNvSpPr>
          <p:nvPr/>
        </p:nvSpPr>
        <p:spPr bwMode="auto">
          <a:xfrm>
            <a:off x="3216275" y="1176338"/>
            <a:ext cx="269875" cy="2470150"/>
          </a:xfrm>
          <a:prstGeom prst="rect">
            <a:avLst/>
          </a:prstGeom>
          <a:solidFill>
            <a:schemeClr val="tx1"/>
          </a:solidFill>
          <a:ln w="9525" algn="ctr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/>
          <a:p>
            <a:endParaRPr lang="en-US"/>
          </a:p>
        </p:txBody>
      </p:sp>
      <p:sp>
        <p:nvSpPr>
          <p:cNvPr id="15385" name="Rectangle 28"/>
          <p:cNvSpPr>
            <a:spLocks noChangeArrowheads="1"/>
          </p:cNvSpPr>
          <p:nvPr/>
        </p:nvSpPr>
        <p:spPr bwMode="auto">
          <a:xfrm>
            <a:off x="3559175" y="3648075"/>
            <a:ext cx="269875" cy="1223963"/>
          </a:xfrm>
          <a:prstGeom prst="rect">
            <a:avLst/>
          </a:prstGeom>
          <a:solidFill>
            <a:schemeClr val="tx1"/>
          </a:solidFill>
          <a:ln w="9525" algn="ctr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/>
          <a:p>
            <a:endParaRPr lang="en-US"/>
          </a:p>
        </p:txBody>
      </p:sp>
      <p:sp>
        <p:nvSpPr>
          <p:cNvPr id="15386" name="Rectangle 29"/>
          <p:cNvSpPr>
            <a:spLocks noChangeArrowheads="1"/>
          </p:cNvSpPr>
          <p:nvPr/>
        </p:nvSpPr>
        <p:spPr bwMode="auto">
          <a:xfrm>
            <a:off x="3559175" y="1176338"/>
            <a:ext cx="269875" cy="1223962"/>
          </a:xfrm>
          <a:prstGeom prst="rect">
            <a:avLst/>
          </a:prstGeom>
          <a:solidFill>
            <a:schemeClr val="tx1"/>
          </a:solidFill>
          <a:ln w="9525" algn="ctr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/>
          <a:p>
            <a:endParaRPr lang="en-US"/>
          </a:p>
        </p:txBody>
      </p:sp>
      <p:sp>
        <p:nvSpPr>
          <p:cNvPr id="15387" name="Rectangle 30"/>
          <p:cNvSpPr>
            <a:spLocks noChangeArrowheads="1"/>
          </p:cNvSpPr>
          <p:nvPr/>
        </p:nvSpPr>
        <p:spPr bwMode="auto">
          <a:xfrm>
            <a:off x="2154238" y="3638550"/>
            <a:ext cx="952500" cy="1195388"/>
          </a:xfrm>
          <a:prstGeom prst="rect">
            <a:avLst/>
          </a:prstGeom>
          <a:solidFill>
            <a:srgbClr val="FFFFCC"/>
          </a:solidFill>
          <a:ln>
            <a:noFill/>
          </a:ln>
          <a:extLst>
            <a:ext uri="{91240B29-F687-4F45-9708-019B960494DF}">
              <a14:hiddenLine xmlns:a14="http://schemas.microsoft.com/office/drawing/2010/main" w="9525" algn="ctr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/>
          <a:lstStyle/>
          <a:p>
            <a:endParaRPr lang="en-US"/>
          </a:p>
        </p:txBody>
      </p:sp>
      <p:sp>
        <p:nvSpPr>
          <p:cNvPr id="15388" name="Rectangle 35"/>
          <p:cNvSpPr>
            <a:spLocks noChangeArrowheads="1"/>
          </p:cNvSpPr>
          <p:nvPr/>
        </p:nvSpPr>
        <p:spPr bwMode="auto">
          <a:xfrm>
            <a:off x="4970463" y="1176338"/>
            <a:ext cx="1246187" cy="4849812"/>
          </a:xfrm>
          <a:prstGeom prst="rect">
            <a:avLst/>
          </a:prstGeom>
          <a:solidFill>
            <a:schemeClr val="tx1"/>
          </a:solidFill>
          <a:ln w="28575" algn="ctr">
            <a:solidFill>
              <a:srgbClr val="800000"/>
            </a:solidFill>
            <a:miter lim="800000"/>
            <a:headEnd/>
            <a:tailEnd/>
          </a:ln>
        </p:spPr>
        <p:txBody>
          <a:bodyPr wrap="none" anchor="ctr"/>
          <a:lstStyle/>
          <a:p>
            <a:endParaRPr lang="en-US"/>
          </a:p>
        </p:txBody>
      </p:sp>
      <p:sp>
        <p:nvSpPr>
          <p:cNvPr id="15389" name="Rectangle 36"/>
          <p:cNvSpPr>
            <a:spLocks noChangeArrowheads="1"/>
          </p:cNvSpPr>
          <p:nvPr/>
        </p:nvSpPr>
        <p:spPr bwMode="auto">
          <a:xfrm>
            <a:off x="5003800" y="1176338"/>
            <a:ext cx="273050" cy="4829175"/>
          </a:xfrm>
          <a:prstGeom prst="rect">
            <a:avLst/>
          </a:prstGeom>
          <a:solidFill>
            <a:srgbClr val="FF0000"/>
          </a:solidFill>
          <a:ln w="28575" algn="ctr">
            <a:solidFill>
              <a:srgbClr val="800000"/>
            </a:solidFill>
            <a:miter lim="800000"/>
            <a:headEnd/>
            <a:tailEnd/>
          </a:ln>
        </p:spPr>
        <p:txBody>
          <a:bodyPr wrap="none" anchor="ctr"/>
          <a:lstStyle/>
          <a:p>
            <a:endParaRPr lang="en-US"/>
          </a:p>
        </p:txBody>
      </p:sp>
      <p:sp>
        <p:nvSpPr>
          <p:cNvPr id="15390" name="Rectangle 37"/>
          <p:cNvSpPr>
            <a:spLocks noChangeArrowheads="1"/>
          </p:cNvSpPr>
          <p:nvPr/>
        </p:nvSpPr>
        <p:spPr bwMode="auto">
          <a:xfrm>
            <a:off x="5346700" y="1176338"/>
            <a:ext cx="252413" cy="4829175"/>
          </a:xfrm>
          <a:prstGeom prst="rect">
            <a:avLst/>
          </a:prstGeom>
          <a:solidFill>
            <a:srgbClr val="FF0000"/>
          </a:solidFill>
          <a:ln w="28575" algn="ctr">
            <a:solidFill>
              <a:srgbClr val="800000"/>
            </a:solidFill>
            <a:miter lim="800000"/>
            <a:headEnd/>
            <a:tailEnd/>
          </a:ln>
        </p:spPr>
        <p:txBody>
          <a:bodyPr wrap="none" anchor="ctr"/>
          <a:lstStyle/>
          <a:p>
            <a:endParaRPr lang="en-US"/>
          </a:p>
        </p:txBody>
      </p:sp>
      <p:sp>
        <p:nvSpPr>
          <p:cNvPr id="15391" name="Rectangle 38"/>
          <p:cNvSpPr>
            <a:spLocks noChangeArrowheads="1"/>
          </p:cNvSpPr>
          <p:nvPr/>
        </p:nvSpPr>
        <p:spPr bwMode="auto">
          <a:xfrm>
            <a:off x="5661025" y="1176338"/>
            <a:ext cx="274638" cy="4829175"/>
          </a:xfrm>
          <a:prstGeom prst="rect">
            <a:avLst/>
          </a:prstGeom>
          <a:solidFill>
            <a:srgbClr val="FF0000"/>
          </a:solidFill>
          <a:ln w="28575" algn="ctr">
            <a:solidFill>
              <a:srgbClr val="800000"/>
            </a:solidFill>
            <a:miter lim="800000"/>
            <a:headEnd/>
            <a:tailEnd/>
          </a:ln>
        </p:spPr>
        <p:txBody>
          <a:bodyPr wrap="none" anchor="ctr"/>
          <a:lstStyle/>
          <a:p>
            <a:endParaRPr lang="en-US"/>
          </a:p>
        </p:txBody>
      </p:sp>
      <p:sp>
        <p:nvSpPr>
          <p:cNvPr id="15392" name="Rectangle 39"/>
          <p:cNvSpPr>
            <a:spLocks noChangeArrowheads="1"/>
          </p:cNvSpPr>
          <p:nvPr/>
        </p:nvSpPr>
        <p:spPr bwMode="auto">
          <a:xfrm>
            <a:off x="5962650" y="1176338"/>
            <a:ext cx="242888" cy="4829175"/>
          </a:xfrm>
          <a:prstGeom prst="rect">
            <a:avLst/>
          </a:prstGeom>
          <a:solidFill>
            <a:srgbClr val="FF0000"/>
          </a:solidFill>
          <a:ln w="28575" algn="ctr">
            <a:solidFill>
              <a:srgbClr val="800000"/>
            </a:solidFill>
            <a:miter lim="800000"/>
            <a:headEnd/>
            <a:tailEnd/>
          </a:ln>
        </p:spPr>
        <p:txBody>
          <a:bodyPr wrap="none" anchor="ctr"/>
          <a:lstStyle/>
          <a:p>
            <a:endParaRPr lang="en-US"/>
          </a:p>
        </p:txBody>
      </p:sp>
      <p:sp>
        <p:nvSpPr>
          <p:cNvPr id="15393" name="Rectangle 40"/>
          <p:cNvSpPr>
            <a:spLocks noChangeArrowheads="1"/>
          </p:cNvSpPr>
          <p:nvPr/>
        </p:nvSpPr>
        <p:spPr bwMode="auto">
          <a:xfrm>
            <a:off x="5962650" y="1768475"/>
            <a:ext cx="249238" cy="279400"/>
          </a:xfrm>
          <a:prstGeom prst="rect">
            <a:avLst/>
          </a:prstGeom>
          <a:solidFill>
            <a:schemeClr val="tx1"/>
          </a:solidFill>
          <a:ln w="28575" algn="ctr">
            <a:solidFill>
              <a:srgbClr val="800000"/>
            </a:solidFill>
            <a:miter lim="800000"/>
            <a:headEnd/>
            <a:tailEnd/>
          </a:ln>
        </p:spPr>
        <p:txBody>
          <a:bodyPr wrap="none" anchor="ctr"/>
          <a:lstStyle/>
          <a:p>
            <a:endParaRPr lang="en-US"/>
          </a:p>
        </p:txBody>
      </p:sp>
      <p:sp>
        <p:nvSpPr>
          <p:cNvPr id="15394" name="Rectangle 41"/>
          <p:cNvSpPr>
            <a:spLocks noChangeArrowheads="1"/>
          </p:cNvSpPr>
          <p:nvPr/>
        </p:nvSpPr>
        <p:spPr bwMode="auto">
          <a:xfrm>
            <a:off x="5962650" y="2401888"/>
            <a:ext cx="249238" cy="279400"/>
          </a:xfrm>
          <a:prstGeom prst="rect">
            <a:avLst/>
          </a:prstGeom>
          <a:solidFill>
            <a:schemeClr val="tx1"/>
          </a:solidFill>
          <a:ln w="28575" algn="ctr">
            <a:solidFill>
              <a:srgbClr val="800000"/>
            </a:solidFill>
            <a:miter lim="800000"/>
            <a:headEnd/>
            <a:tailEnd/>
          </a:ln>
        </p:spPr>
        <p:txBody>
          <a:bodyPr wrap="none" anchor="ctr"/>
          <a:lstStyle/>
          <a:p>
            <a:endParaRPr lang="en-US"/>
          </a:p>
        </p:txBody>
      </p:sp>
      <p:sp>
        <p:nvSpPr>
          <p:cNvPr id="15395" name="Rectangle 42"/>
          <p:cNvSpPr>
            <a:spLocks noChangeArrowheads="1"/>
          </p:cNvSpPr>
          <p:nvPr/>
        </p:nvSpPr>
        <p:spPr bwMode="auto">
          <a:xfrm>
            <a:off x="5962650" y="3005138"/>
            <a:ext cx="249238" cy="279400"/>
          </a:xfrm>
          <a:prstGeom prst="rect">
            <a:avLst/>
          </a:prstGeom>
          <a:solidFill>
            <a:schemeClr val="tx1"/>
          </a:solidFill>
          <a:ln w="28575" algn="ctr">
            <a:solidFill>
              <a:srgbClr val="800000"/>
            </a:solidFill>
            <a:miter lim="800000"/>
            <a:headEnd/>
            <a:tailEnd/>
          </a:ln>
        </p:spPr>
        <p:txBody>
          <a:bodyPr wrap="none" anchor="ctr"/>
          <a:lstStyle/>
          <a:p>
            <a:endParaRPr lang="en-US"/>
          </a:p>
        </p:txBody>
      </p:sp>
      <p:sp>
        <p:nvSpPr>
          <p:cNvPr id="15396" name="Rectangle 43"/>
          <p:cNvSpPr>
            <a:spLocks noChangeArrowheads="1"/>
          </p:cNvSpPr>
          <p:nvPr/>
        </p:nvSpPr>
        <p:spPr bwMode="auto">
          <a:xfrm>
            <a:off x="5962650" y="3649663"/>
            <a:ext cx="249238" cy="279400"/>
          </a:xfrm>
          <a:prstGeom prst="rect">
            <a:avLst/>
          </a:prstGeom>
          <a:solidFill>
            <a:schemeClr val="tx1"/>
          </a:solidFill>
          <a:ln w="28575" algn="ctr">
            <a:solidFill>
              <a:srgbClr val="800000"/>
            </a:solidFill>
            <a:miter lim="800000"/>
            <a:headEnd/>
            <a:tailEnd/>
          </a:ln>
        </p:spPr>
        <p:txBody>
          <a:bodyPr wrap="none" anchor="ctr"/>
          <a:lstStyle/>
          <a:p>
            <a:endParaRPr lang="en-US"/>
          </a:p>
        </p:txBody>
      </p:sp>
      <p:sp>
        <p:nvSpPr>
          <p:cNvPr id="15397" name="Rectangle 44"/>
          <p:cNvSpPr>
            <a:spLocks noChangeArrowheads="1"/>
          </p:cNvSpPr>
          <p:nvPr/>
        </p:nvSpPr>
        <p:spPr bwMode="auto">
          <a:xfrm>
            <a:off x="5962650" y="4211638"/>
            <a:ext cx="249238" cy="279400"/>
          </a:xfrm>
          <a:prstGeom prst="rect">
            <a:avLst/>
          </a:prstGeom>
          <a:solidFill>
            <a:schemeClr val="tx1"/>
          </a:solidFill>
          <a:ln w="28575" algn="ctr">
            <a:solidFill>
              <a:srgbClr val="800000"/>
            </a:solidFill>
            <a:miter lim="800000"/>
            <a:headEnd/>
            <a:tailEnd/>
          </a:ln>
        </p:spPr>
        <p:txBody>
          <a:bodyPr wrap="none" anchor="ctr"/>
          <a:lstStyle/>
          <a:p>
            <a:endParaRPr lang="en-US"/>
          </a:p>
        </p:txBody>
      </p:sp>
      <p:sp>
        <p:nvSpPr>
          <p:cNvPr id="15398" name="Rectangle 45"/>
          <p:cNvSpPr>
            <a:spLocks noChangeArrowheads="1"/>
          </p:cNvSpPr>
          <p:nvPr/>
        </p:nvSpPr>
        <p:spPr bwMode="auto">
          <a:xfrm>
            <a:off x="5962650" y="4824413"/>
            <a:ext cx="249238" cy="279400"/>
          </a:xfrm>
          <a:prstGeom prst="rect">
            <a:avLst/>
          </a:prstGeom>
          <a:solidFill>
            <a:schemeClr val="tx1"/>
          </a:solidFill>
          <a:ln w="28575" algn="ctr">
            <a:solidFill>
              <a:srgbClr val="800000"/>
            </a:solidFill>
            <a:miter lim="800000"/>
            <a:headEnd/>
            <a:tailEnd/>
          </a:ln>
        </p:spPr>
        <p:txBody>
          <a:bodyPr wrap="none" anchor="ctr"/>
          <a:lstStyle/>
          <a:p>
            <a:endParaRPr lang="en-US"/>
          </a:p>
        </p:txBody>
      </p:sp>
      <p:sp>
        <p:nvSpPr>
          <p:cNvPr id="15399" name="Rectangle 46"/>
          <p:cNvSpPr>
            <a:spLocks noChangeArrowheads="1"/>
          </p:cNvSpPr>
          <p:nvPr/>
        </p:nvSpPr>
        <p:spPr bwMode="auto">
          <a:xfrm>
            <a:off x="5962650" y="5384800"/>
            <a:ext cx="249238" cy="279400"/>
          </a:xfrm>
          <a:prstGeom prst="rect">
            <a:avLst/>
          </a:prstGeom>
          <a:solidFill>
            <a:schemeClr val="tx1"/>
          </a:solidFill>
          <a:ln w="28575" algn="ctr">
            <a:solidFill>
              <a:srgbClr val="800000"/>
            </a:solidFill>
            <a:miter lim="800000"/>
            <a:headEnd/>
            <a:tailEnd/>
          </a:ln>
        </p:spPr>
        <p:txBody>
          <a:bodyPr wrap="none" anchor="ctr"/>
          <a:lstStyle/>
          <a:p>
            <a:endParaRPr lang="en-US"/>
          </a:p>
        </p:txBody>
      </p:sp>
      <p:sp>
        <p:nvSpPr>
          <p:cNvPr id="15400" name="Rectangle 47"/>
          <p:cNvSpPr>
            <a:spLocks noChangeArrowheads="1"/>
          </p:cNvSpPr>
          <p:nvPr/>
        </p:nvSpPr>
        <p:spPr bwMode="auto">
          <a:xfrm>
            <a:off x="5962650" y="1176338"/>
            <a:ext cx="249238" cy="279400"/>
          </a:xfrm>
          <a:prstGeom prst="rect">
            <a:avLst/>
          </a:prstGeom>
          <a:solidFill>
            <a:schemeClr val="tx1"/>
          </a:solidFill>
          <a:ln w="28575" algn="ctr">
            <a:solidFill>
              <a:srgbClr val="800000"/>
            </a:solidFill>
            <a:miter lim="800000"/>
            <a:headEnd/>
            <a:tailEnd/>
          </a:ln>
        </p:spPr>
        <p:txBody>
          <a:bodyPr wrap="none" anchor="ctr"/>
          <a:lstStyle/>
          <a:p>
            <a:endParaRPr lang="en-US"/>
          </a:p>
        </p:txBody>
      </p:sp>
      <p:sp>
        <p:nvSpPr>
          <p:cNvPr id="15401" name="Rectangle 48"/>
          <p:cNvSpPr>
            <a:spLocks noChangeArrowheads="1"/>
          </p:cNvSpPr>
          <p:nvPr/>
        </p:nvSpPr>
        <p:spPr bwMode="auto">
          <a:xfrm>
            <a:off x="5651500" y="1176338"/>
            <a:ext cx="269875" cy="590550"/>
          </a:xfrm>
          <a:prstGeom prst="rect">
            <a:avLst/>
          </a:prstGeom>
          <a:solidFill>
            <a:schemeClr val="tx1"/>
          </a:solidFill>
          <a:ln w="28575" algn="ctr">
            <a:solidFill>
              <a:srgbClr val="800000"/>
            </a:solidFill>
            <a:miter lim="800000"/>
            <a:headEnd/>
            <a:tailEnd/>
          </a:ln>
        </p:spPr>
        <p:txBody>
          <a:bodyPr wrap="none" anchor="ctr"/>
          <a:lstStyle/>
          <a:p>
            <a:endParaRPr lang="en-US"/>
          </a:p>
        </p:txBody>
      </p:sp>
      <p:sp>
        <p:nvSpPr>
          <p:cNvPr id="15402" name="Rectangle 49"/>
          <p:cNvSpPr>
            <a:spLocks noChangeArrowheads="1"/>
          </p:cNvSpPr>
          <p:nvPr/>
        </p:nvSpPr>
        <p:spPr bwMode="auto">
          <a:xfrm>
            <a:off x="5651500" y="2401888"/>
            <a:ext cx="269875" cy="590550"/>
          </a:xfrm>
          <a:prstGeom prst="rect">
            <a:avLst/>
          </a:prstGeom>
          <a:solidFill>
            <a:schemeClr val="tx1"/>
          </a:solidFill>
          <a:ln w="28575" algn="ctr">
            <a:solidFill>
              <a:srgbClr val="800000"/>
            </a:solidFill>
            <a:miter lim="800000"/>
            <a:headEnd/>
            <a:tailEnd/>
          </a:ln>
        </p:spPr>
        <p:txBody>
          <a:bodyPr wrap="none" anchor="ctr"/>
          <a:lstStyle/>
          <a:p>
            <a:endParaRPr lang="en-US"/>
          </a:p>
        </p:txBody>
      </p:sp>
      <p:sp>
        <p:nvSpPr>
          <p:cNvPr id="15403" name="Rectangle 50"/>
          <p:cNvSpPr>
            <a:spLocks noChangeArrowheads="1"/>
          </p:cNvSpPr>
          <p:nvPr/>
        </p:nvSpPr>
        <p:spPr bwMode="auto">
          <a:xfrm>
            <a:off x="5651500" y="3668713"/>
            <a:ext cx="269875" cy="590550"/>
          </a:xfrm>
          <a:prstGeom prst="rect">
            <a:avLst/>
          </a:prstGeom>
          <a:solidFill>
            <a:schemeClr val="tx1"/>
          </a:solidFill>
          <a:ln w="28575" algn="ctr">
            <a:solidFill>
              <a:srgbClr val="800000"/>
            </a:solidFill>
            <a:miter lim="800000"/>
            <a:headEnd/>
            <a:tailEnd/>
          </a:ln>
        </p:spPr>
        <p:txBody>
          <a:bodyPr wrap="none" anchor="ctr"/>
          <a:lstStyle/>
          <a:p>
            <a:endParaRPr lang="en-US"/>
          </a:p>
        </p:txBody>
      </p:sp>
      <p:sp>
        <p:nvSpPr>
          <p:cNvPr id="15404" name="Rectangle 51"/>
          <p:cNvSpPr>
            <a:spLocks noChangeArrowheads="1"/>
          </p:cNvSpPr>
          <p:nvPr/>
        </p:nvSpPr>
        <p:spPr bwMode="auto">
          <a:xfrm>
            <a:off x="5651500" y="4832350"/>
            <a:ext cx="269875" cy="590550"/>
          </a:xfrm>
          <a:prstGeom prst="rect">
            <a:avLst/>
          </a:prstGeom>
          <a:solidFill>
            <a:schemeClr val="tx1"/>
          </a:solidFill>
          <a:ln w="28575" algn="ctr">
            <a:solidFill>
              <a:srgbClr val="800000"/>
            </a:solidFill>
            <a:miter lim="800000"/>
            <a:headEnd/>
            <a:tailEnd/>
          </a:ln>
        </p:spPr>
        <p:txBody>
          <a:bodyPr wrap="none" anchor="ctr"/>
          <a:lstStyle/>
          <a:p>
            <a:endParaRPr lang="en-US"/>
          </a:p>
        </p:txBody>
      </p:sp>
      <p:sp>
        <p:nvSpPr>
          <p:cNvPr id="15405" name="Rectangle 52"/>
          <p:cNvSpPr>
            <a:spLocks noChangeArrowheads="1"/>
          </p:cNvSpPr>
          <p:nvPr/>
        </p:nvSpPr>
        <p:spPr bwMode="auto">
          <a:xfrm>
            <a:off x="5006975" y="1176338"/>
            <a:ext cx="269875" cy="2470150"/>
          </a:xfrm>
          <a:prstGeom prst="rect">
            <a:avLst/>
          </a:prstGeom>
          <a:solidFill>
            <a:schemeClr val="tx1"/>
          </a:solidFill>
          <a:ln w="28575" algn="ctr">
            <a:solidFill>
              <a:srgbClr val="800000"/>
            </a:solidFill>
            <a:miter lim="800000"/>
            <a:headEnd/>
            <a:tailEnd/>
          </a:ln>
        </p:spPr>
        <p:txBody>
          <a:bodyPr wrap="none" anchor="ctr"/>
          <a:lstStyle/>
          <a:p>
            <a:endParaRPr lang="en-US"/>
          </a:p>
        </p:txBody>
      </p:sp>
      <p:sp>
        <p:nvSpPr>
          <p:cNvPr id="15406" name="Rectangle 53"/>
          <p:cNvSpPr>
            <a:spLocks noChangeArrowheads="1"/>
          </p:cNvSpPr>
          <p:nvPr/>
        </p:nvSpPr>
        <p:spPr bwMode="auto">
          <a:xfrm>
            <a:off x="5349875" y="3648075"/>
            <a:ext cx="269875" cy="1223963"/>
          </a:xfrm>
          <a:prstGeom prst="rect">
            <a:avLst/>
          </a:prstGeom>
          <a:solidFill>
            <a:schemeClr val="tx1"/>
          </a:solidFill>
          <a:ln w="28575" algn="ctr">
            <a:solidFill>
              <a:srgbClr val="800000"/>
            </a:solidFill>
            <a:miter lim="800000"/>
            <a:headEnd/>
            <a:tailEnd/>
          </a:ln>
        </p:spPr>
        <p:txBody>
          <a:bodyPr wrap="none" anchor="ctr"/>
          <a:lstStyle/>
          <a:p>
            <a:endParaRPr lang="en-US"/>
          </a:p>
        </p:txBody>
      </p:sp>
      <p:sp>
        <p:nvSpPr>
          <p:cNvPr id="15407" name="Rectangle 54"/>
          <p:cNvSpPr>
            <a:spLocks noChangeArrowheads="1"/>
          </p:cNvSpPr>
          <p:nvPr/>
        </p:nvSpPr>
        <p:spPr bwMode="auto">
          <a:xfrm>
            <a:off x="5349875" y="1176338"/>
            <a:ext cx="269875" cy="1223962"/>
          </a:xfrm>
          <a:prstGeom prst="rect">
            <a:avLst/>
          </a:prstGeom>
          <a:solidFill>
            <a:schemeClr val="tx1"/>
          </a:solidFill>
          <a:ln w="28575" algn="ctr">
            <a:solidFill>
              <a:srgbClr val="800000"/>
            </a:solidFill>
            <a:miter lim="800000"/>
            <a:headEnd/>
            <a:tailEnd/>
          </a:ln>
        </p:spPr>
        <p:txBody>
          <a:bodyPr wrap="none" anchor="ctr"/>
          <a:lstStyle/>
          <a:p>
            <a:endParaRPr lang="en-US"/>
          </a:p>
        </p:txBody>
      </p:sp>
      <p:sp>
        <p:nvSpPr>
          <p:cNvPr id="15408" name="Rectangle 55"/>
          <p:cNvSpPr>
            <a:spLocks noChangeArrowheads="1"/>
          </p:cNvSpPr>
          <p:nvPr/>
        </p:nvSpPr>
        <p:spPr bwMode="auto">
          <a:xfrm>
            <a:off x="4722813" y="1176338"/>
            <a:ext cx="1793875" cy="4989512"/>
          </a:xfrm>
          <a:prstGeom prst="rect">
            <a:avLst/>
          </a:prstGeom>
          <a:solidFill>
            <a:schemeClr val="bg1">
              <a:alpha val="79999"/>
            </a:schemeClr>
          </a:solidFill>
          <a:ln w="9525" algn="ctr">
            <a:solidFill>
              <a:schemeClr val="bg1"/>
            </a:solidFill>
            <a:miter lim="800000"/>
            <a:headEnd/>
            <a:tailEnd/>
          </a:ln>
        </p:spPr>
        <p:txBody>
          <a:bodyPr wrap="none" anchor="ctr"/>
          <a:lstStyle/>
          <a:p>
            <a:endParaRPr lang="en-US"/>
          </a:p>
        </p:txBody>
      </p:sp>
      <p:sp>
        <p:nvSpPr>
          <p:cNvPr id="15409" name="Line 56"/>
          <p:cNvSpPr>
            <a:spLocks noChangeShapeType="1"/>
          </p:cNvSpPr>
          <p:nvPr/>
        </p:nvSpPr>
        <p:spPr bwMode="auto">
          <a:xfrm>
            <a:off x="5003800" y="1412875"/>
            <a:ext cx="1223963" cy="1588"/>
          </a:xfrm>
          <a:prstGeom prst="line">
            <a:avLst/>
          </a:prstGeom>
          <a:noFill/>
          <a:ln w="28575">
            <a:solidFill>
              <a:srgbClr val="800000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en-GB"/>
          </a:p>
        </p:txBody>
      </p:sp>
      <p:sp>
        <p:nvSpPr>
          <p:cNvPr id="15410" name="Freeform 57"/>
          <p:cNvSpPr>
            <a:spLocks/>
          </p:cNvSpPr>
          <p:nvPr/>
        </p:nvSpPr>
        <p:spPr bwMode="auto">
          <a:xfrm>
            <a:off x="5003800" y="1484313"/>
            <a:ext cx="1223963" cy="215900"/>
          </a:xfrm>
          <a:custGeom>
            <a:avLst/>
            <a:gdLst>
              <a:gd name="T0" fmla="*/ 0 w 771"/>
              <a:gd name="T1" fmla="*/ 215900 h 136"/>
              <a:gd name="T2" fmla="*/ 936625 w 771"/>
              <a:gd name="T3" fmla="*/ 215900 h 136"/>
              <a:gd name="T4" fmla="*/ 936625 w 771"/>
              <a:gd name="T5" fmla="*/ 0 h 136"/>
              <a:gd name="T6" fmla="*/ 1223963 w 771"/>
              <a:gd name="T7" fmla="*/ 0 h 136"/>
              <a:gd name="T8" fmla="*/ 0 60000 65536"/>
              <a:gd name="T9" fmla="*/ 0 60000 65536"/>
              <a:gd name="T10" fmla="*/ 0 60000 65536"/>
              <a:gd name="T11" fmla="*/ 0 60000 65536"/>
              <a:gd name="T12" fmla="*/ 0 w 771"/>
              <a:gd name="T13" fmla="*/ 0 h 136"/>
              <a:gd name="T14" fmla="*/ 771 w 771"/>
              <a:gd name="T15" fmla="*/ 136 h 136"/>
            </a:gdLst>
            <a:ahLst/>
            <a:cxnLst>
              <a:cxn ang="T8">
                <a:pos x="T0" y="T1"/>
              </a:cxn>
              <a:cxn ang="T9">
                <a:pos x="T2" y="T3"/>
              </a:cxn>
              <a:cxn ang="T10">
                <a:pos x="T4" y="T5"/>
              </a:cxn>
              <a:cxn ang="T11">
                <a:pos x="T6" y="T7"/>
              </a:cxn>
            </a:cxnLst>
            <a:rect l="T12" t="T13" r="T14" b="T15"/>
            <a:pathLst>
              <a:path w="771" h="136">
                <a:moveTo>
                  <a:pt x="0" y="136"/>
                </a:moveTo>
                <a:lnTo>
                  <a:pt x="590" y="136"/>
                </a:lnTo>
                <a:lnTo>
                  <a:pt x="590" y="0"/>
                </a:lnTo>
                <a:lnTo>
                  <a:pt x="771" y="0"/>
                </a:lnTo>
              </a:path>
            </a:pathLst>
          </a:custGeom>
          <a:noFill/>
          <a:ln w="28575" cap="flat" cmpd="sng">
            <a:solidFill>
              <a:srgbClr val="800000"/>
            </a:solidFill>
            <a:prstDash val="solid"/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/>
          <a:lstStyle/>
          <a:p>
            <a:endParaRPr lang="en-GB"/>
          </a:p>
        </p:txBody>
      </p:sp>
      <p:sp>
        <p:nvSpPr>
          <p:cNvPr id="15411" name="Freeform 58"/>
          <p:cNvSpPr>
            <a:spLocks/>
          </p:cNvSpPr>
          <p:nvPr/>
        </p:nvSpPr>
        <p:spPr bwMode="auto">
          <a:xfrm>
            <a:off x="5003800" y="1773238"/>
            <a:ext cx="1223963" cy="215900"/>
          </a:xfrm>
          <a:custGeom>
            <a:avLst/>
            <a:gdLst>
              <a:gd name="T0" fmla="*/ 0 w 771"/>
              <a:gd name="T1" fmla="*/ 215900 h 136"/>
              <a:gd name="T2" fmla="*/ 647700 w 771"/>
              <a:gd name="T3" fmla="*/ 215900 h 136"/>
              <a:gd name="T4" fmla="*/ 647700 w 771"/>
              <a:gd name="T5" fmla="*/ 0 h 136"/>
              <a:gd name="T6" fmla="*/ 936625 w 771"/>
              <a:gd name="T7" fmla="*/ 0 h 136"/>
              <a:gd name="T8" fmla="*/ 936625 w 771"/>
              <a:gd name="T9" fmla="*/ 215900 h 136"/>
              <a:gd name="T10" fmla="*/ 1223963 w 771"/>
              <a:gd name="T11" fmla="*/ 215900 h 136"/>
              <a:gd name="T12" fmla="*/ 0 60000 65536"/>
              <a:gd name="T13" fmla="*/ 0 60000 65536"/>
              <a:gd name="T14" fmla="*/ 0 60000 65536"/>
              <a:gd name="T15" fmla="*/ 0 60000 65536"/>
              <a:gd name="T16" fmla="*/ 0 60000 65536"/>
              <a:gd name="T17" fmla="*/ 0 60000 65536"/>
              <a:gd name="T18" fmla="*/ 0 w 771"/>
              <a:gd name="T19" fmla="*/ 0 h 136"/>
              <a:gd name="T20" fmla="*/ 771 w 771"/>
              <a:gd name="T21" fmla="*/ 136 h 136"/>
            </a:gdLst>
            <a:ahLst/>
            <a:cxnLst>
              <a:cxn ang="T12">
                <a:pos x="T0" y="T1"/>
              </a:cxn>
              <a:cxn ang="T13">
                <a:pos x="T2" y="T3"/>
              </a:cxn>
              <a:cxn ang="T14">
                <a:pos x="T4" y="T5"/>
              </a:cxn>
              <a:cxn ang="T15">
                <a:pos x="T6" y="T7"/>
              </a:cxn>
              <a:cxn ang="T16">
                <a:pos x="T8" y="T9"/>
              </a:cxn>
              <a:cxn ang="T17">
                <a:pos x="T10" y="T11"/>
              </a:cxn>
            </a:cxnLst>
            <a:rect l="T18" t="T19" r="T20" b="T21"/>
            <a:pathLst>
              <a:path w="771" h="136">
                <a:moveTo>
                  <a:pt x="0" y="136"/>
                </a:moveTo>
                <a:lnTo>
                  <a:pt x="408" y="136"/>
                </a:lnTo>
                <a:lnTo>
                  <a:pt x="408" y="0"/>
                </a:lnTo>
                <a:lnTo>
                  <a:pt x="590" y="0"/>
                </a:lnTo>
                <a:lnTo>
                  <a:pt x="590" y="136"/>
                </a:lnTo>
                <a:lnTo>
                  <a:pt x="771" y="136"/>
                </a:lnTo>
              </a:path>
            </a:pathLst>
          </a:custGeom>
          <a:noFill/>
          <a:ln w="28575" cap="flat" cmpd="sng">
            <a:solidFill>
              <a:srgbClr val="800000"/>
            </a:solidFill>
            <a:prstDash val="solid"/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/>
          <a:lstStyle/>
          <a:p>
            <a:endParaRPr lang="en-GB"/>
          </a:p>
        </p:txBody>
      </p:sp>
      <p:sp>
        <p:nvSpPr>
          <p:cNvPr id="15412" name="Freeform 59"/>
          <p:cNvSpPr>
            <a:spLocks/>
          </p:cNvSpPr>
          <p:nvPr/>
        </p:nvSpPr>
        <p:spPr bwMode="auto">
          <a:xfrm>
            <a:off x="5003800" y="2133600"/>
            <a:ext cx="1223963" cy="215900"/>
          </a:xfrm>
          <a:custGeom>
            <a:avLst/>
            <a:gdLst>
              <a:gd name="T0" fmla="*/ 0 w 771"/>
              <a:gd name="T1" fmla="*/ 215900 h 136"/>
              <a:gd name="T2" fmla="*/ 647700 w 771"/>
              <a:gd name="T3" fmla="*/ 215900 h 136"/>
              <a:gd name="T4" fmla="*/ 647700 w 771"/>
              <a:gd name="T5" fmla="*/ 0 h 136"/>
              <a:gd name="T6" fmla="*/ 1223963 w 771"/>
              <a:gd name="T7" fmla="*/ 0 h 136"/>
              <a:gd name="T8" fmla="*/ 0 60000 65536"/>
              <a:gd name="T9" fmla="*/ 0 60000 65536"/>
              <a:gd name="T10" fmla="*/ 0 60000 65536"/>
              <a:gd name="T11" fmla="*/ 0 60000 65536"/>
              <a:gd name="T12" fmla="*/ 0 w 771"/>
              <a:gd name="T13" fmla="*/ 0 h 136"/>
              <a:gd name="T14" fmla="*/ 771 w 771"/>
              <a:gd name="T15" fmla="*/ 136 h 136"/>
            </a:gdLst>
            <a:ahLst/>
            <a:cxnLst>
              <a:cxn ang="T8">
                <a:pos x="T0" y="T1"/>
              </a:cxn>
              <a:cxn ang="T9">
                <a:pos x="T2" y="T3"/>
              </a:cxn>
              <a:cxn ang="T10">
                <a:pos x="T4" y="T5"/>
              </a:cxn>
              <a:cxn ang="T11">
                <a:pos x="T6" y="T7"/>
              </a:cxn>
            </a:cxnLst>
            <a:rect l="T12" t="T13" r="T14" b="T15"/>
            <a:pathLst>
              <a:path w="771" h="136">
                <a:moveTo>
                  <a:pt x="0" y="136"/>
                </a:moveTo>
                <a:lnTo>
                  <a:pt x="408" y="136"/>
                </a:lnTo>
                <a:lnTo>
                  <a:pt x="408" y="0"/>
                </a:lnTo>
                <a:lnTo>
                  <a:pt x="771" y="0"/>
                </a:lnTo>
              </a:path>
            </a:pathLst>
          </a:custGeom>
          <a:noFill/>
          <a:ln w="28575" cap="flat" cmpd="sng">
            <a:solidFill>
              <a:srgbClr val="800000"/>
            </a:solidFill>
            <a:prstDash val="solid"/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/>
          <a:lstStyle/>
          <a:p>
            <a:endParaRPr lang="en-GB"/>
          </a:p>
        </p:txBody>
      </p:sp>
      <p:sp>
        <p:nvSpPr>
          <p:cNvPr id="15413" name="Freeform 61"/>
          <p:cNvSpPr>
            <a:spLocks/>
          </p:cNvSpPr>
          <p:nvPr/>
        </p:nvSpPr>
        <p:spPr bwMode="auto">
          <a:xfrm>
            <a:off x="5003800" y="2492375"/>
            <a:ext cx="1152525" cy="215900"/>
          </a:xfrm>
          <a:custGeom>
            <a:avLst/>
            <a:gdLst>
              <a:gd name="T0" fmla="*/ 0 w 726"/>
              <a:gd name="T1" fmla="*/ 215900 h 136"/>
              <a:gd name="T2" fmla="*/ 360362 w 726"/>
              <a:gd name="T3" fmla="*/ 215900 h 136"/>
              <a:gd name="T4" fmla="*/ 360362 w 726"/>
              <a:gd name="T5" fmla="*/ 0 h 136"/>
              <a:gd name="T6" fmla="*/ 576263 w 726"/>
              <a:gd name="T7" fmla="*/ 0 h 136"/>
              <a:gd name="T8" fmla="*/ 576263 w 726"/>
              <a:gd name="T9" fmla="*/ 215900 h 136"/>
              <a:gd name="T10" fmla="*/ 1152525 w 726"/>
              <a:gd name="T11" fmla="*/ 215900 h 136"/>
              <a:gd name="T12" fmla="*/ 0 60000 65536"/>
              <a:gd name="T13" fmla="*/ 0 60000 65536"/>
              <a:gd name="T14" fmla="*/ 0 60000 65536"/>
              <a:gd name="T15" fmla="*/ 0 60000 65536"/>
              <a:gd name="T16" fmla="*/ 0 60000 65536"/>
              <a:gd name="T17" fmla="*/ 0 60000 65536"/>
              <a:gd name="T18" fmla="*/ 0 w 726"/>
              <a:gd name="T19" fmla="*/ 0 h 136"/>
              <a:gd name="T20" fmla="*/ 726 w 726"/>
              <a:gd name="T21" fmla="*/ 136 h 136"/>
            </a:gdLst>
            <a:ahLst/>
            <a:cxnLst>
              <a:cxn ang="T12">
                <a:pos x="T0" y="T1"/>
              </a:cxn>
              <a:cxn ang="T13">
                <a:pos x="T2" y="T3"/>
              </a:cxn>
              <a:cxn ang="T14">
                <a:pos x="T4" y="T5"/>
              </a:cxn>
              <a:cxn ang="T15">
                <a:pos x="T6" y="T7"/>
              </a:cxn>
              <a:cxn ang="T16">
                <a:pos x="T8" y="T9"/>
              </a:cxn>
              <a:cxn ang="T17">
                <a:pos x="T10" y="T11"/>
              </a:cxn>
            </a:cxnLst>
            <a:rect l="T18" t="T19" r="T20" b="T21"/>
            <a:pathLst>
              <a:path w="726" h="136">
                <a:moveTo>
                  <a:pt x="0" y="136"/>
                </a:moveTo>
                <a:lnTo>
                  <a:pt x="227" y="136"/>
                </a:lnTo>
                <a:lnTo>
                  <a:pt x="227" y="0"/>
                </a:lnTo>
                <a:lnTo>
                  <a:pt x="363" y="0"/>
                </a:lnTo>
                <a:lnTo>
                  <a:pt x="363" y="136"/>
                </a:lnTo>
                <a:lnTo>
                  <a:pt x="726" y="136"/>
                </a:lnTo>
              </a:path>
            </a:pathLst>
          </a:custGeom>
          <a:noFill/>
          <a:ln w="28575" cap="flat" cmpd="sng">
            <a:solidFill>
              <a:srgbClr val="800000"/>
            </a:solidFill>
            <a:prstDash val="solid"/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/>
          <a:lstStyle/>
          <a:p>
            <a:endParaRPr lang="en-GB"/>
          </a:p>
        </p:txBody>
      </p:sp>
      <p:sp>
        <p:nvSpPr>
          <p:cNvPr id="15414" name="Freeform 62"/>
          <p:cNvSpPr>
            <a:spLocks/>
          </p:cNvSpPr>
          <p:nvPr/>
        </p:nvSpPr>
        <p:spPr bwMode="auto">
          <a:xfrm>
            <a:off x="5003800" y="2781300"/>
            <a:ext cx="1223963" cy="222250"/>
          </a:xfrm>
          <a:custGeom>
            <a:avLst/>
            <a:gdLst>
              <a:gd name="T0" fmla="*/ 0 w 771"/>
              <a:gd name="T1" fmla="*/ 215900 h 140"/>
              <a:gd name="T2" fmla="*/ 360363 w 771"/>
              <a:gd name="T3" fmla="*/ 215900 h 140"/>
              <a:gd name="T4" fmla="*/ 360363 w 771"/>
              <a:gd name="T5" fmla="*/ 0 h 140"/>
              <a:gd name="T6" fmla="*/ 576263 w 771"/>
              <a:gd name="T7" fmla="*/ 0 h 140"/>
              <a:gd name="T8" fmla="*/ 576263 w 771"/>
              <a:gd name="T9" fmla="*/ 215900 h 140"/>
              <a:gd name="T10" fmla="*/ 960438 w 771"/>
              <a:gd name="T11" fmla="*/ 222250 h 140"/>
              <a:gd name="T12" fmla="*/ 971550 w 771"/>
              <a:gd name="T13" fmla="*/ 3175 h 140"/>
              <a:gd name="T14" fmla="*/ 1152525 w 771"/>
              <a:gd name="T15" fmla="*/ 0 h 140"/>
              <a:gd name="T16" fmla="*/ 1223963 w 771"/>
              <a:gd name="T17" fmla="*/ 0 h 140"/>
              <a:gd name="T18" fmla="*/ 0 60000 65536"/>
              <a:gd name="T19" fmla="*/ 0 60000 65536"/>
              <a:gd name="T20" fmla="*/ 0 60000 65536"/>
              <a:gd name="T21" fmla="*/ 0 60000 65536"/>
              <a:gd name="T22" fmla="*/ 0 60000 65536"/>
              <a:gd name="T23" fmla="*/ 0 60000 65536"/>
              <a:gd name="T24" fmla="*/ 0 60000 65536"/>
              <a:gd name="T25" fmla="*/ 0 60000 65536"/>
              <a:gd name="T26" fmla="*/ 0 60000 65536"/>
              <a:gd name="T27" fmla="*/ 0 w 771"/>
              <a:gd name="T28" fmla="*/ 0 h 140"/>
              <a:gd name="T29" fmla="*/ 771 w 771"/>
              <a:gd name="T30" fmla="*/ 140 h 140"/>
            </a:gdLst>
            <a:ahLst/>
            <a:cxnLst>
              <a:cxn ang="T18">
                <a:pos x="T0" y="T1"/>
              </a:cxn>
              <a:cxn ang="T19">
                <a:pos x="T2" y="T3"/>
              </a:cxn>
              <a:cxn ang="T20">
                <a:pos x="T4" y="T5"/>
              </a:cxn>
              <a:cxn ang="T21">
                <a:pos x="T6" y="T7"/>
              </a:cxn>
              <a:cxn ang="T22">
                <a:pos x="T8" y="T9"/>
              </a:cxn>
              <a:cxn ang="T23">
                <a:pos x="T10" y="T11"/>
              </a:cxn>
              <a:cxn ang="T24">
                <a:pos x="T12" y="T13"/>
              </a:cxn>
              <a:cxn ang="T25">
                <a:pos x="T14" y="T15"/>
              </a:cxn>
              <a:cxn ang="T26">
                <a:pos x="T16" y="T17"/>
              </a:cxn>
            </a:cxnLst>
            <a:rect l="T27" t="T28" r="T29" b="T30"/>
            <a:pathLst>
              <a:path w="771" h="140">
                <a:moveTo>
                  <a:pt x="0" y="136"/>
                </a:moveTo>
                <a:lnTo>
                  <a:pt x="227" y="136"/>
                </a:lnTo>
                <a:lnTo>
                  <a:pt x="227" y="0"/>
                </a:lnTo>
                <a:lnTo>
                  <a:pt x="363" y="0"/>
                </a:lnTo>
                <a:lnTo>
                  <a:pt x="363" y="136"/>
                </a:lnTo>
                <a:lnTo>
                  <a:pt x="605" y="140"/>
                </a:lnTo>
                <a:lnTo>
                  <a:pt x="612" y="2"/>
                </a:lnTo>
                <a:lnTo>
                  <a:pt x="726" y="0"/>
                </a:lnTo>
                <a:lnTo>
                  <a:pt x="771" y="0"/>
                </a:lnTo>
              </a:path>
            </a:pathLst>
          </a:custGeom>
          <a:noFill/>
          <a:ln w="28575" cap="flat" cmpd="sng">
            <a:solidFill>
              <a:srgbClr val="800000"/>
            </a:solidFill>
            <a:prstDash val="solid"/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/>
          <a:lstStyle/>
          <a:p>
            <a:endParaRPr lang="en-GB"/>
          </a:p>
        </p:txBody>
      </p:sp>
      <p:sp>
        <p:nvSpPr>
          <p:cNvPr id="15415" name="Freeform 63"/>
          <p:cNvSpPr>
            <a:spLocks/>
          </p:cNvSpPr>
          <p:nvPr/>
        </p:nvSpPr>
        <p:spPr bwMode="auto">
          <a:xfrm>
            <a:off x="5003800" y="3068638"/>
            <a:ext cx="1223963" cy="215900"/>
          </a:xfrm>
          <a:custGeom>
            <a:avLst/>
            <a:gdLst>
              <a:gd name="T0" fmla="*/ 0 w 771"/>
              <a:gd name="T1" fmla="*/ 215900 h 136"/>
              <a:gd name="T2" fmla="*/ 360363 w 771"/>
              <a:gd name="T3" fmla="*/ 215900 h 136"/>
              <a:gd name="T4" fmla="*/ 360363 w 771"/>
              <a:gd name="T5" fmla="*/ 0 h 136"/>
              <a:gd name="T6" fmla="*/ 936625 w 771"/>
              <a:gd name="T7" fmla="*/ 0 h 136"/>
              <a:gd name="T8" fmla="*/ 936625 w 771"/>
              <a:gd name="T9" fmla="*/ 215900 h 136"/>
              <a:gd name="T10" fmla="*/ 1223963 w 771"/>
              <a:gd name="T11" fmla="*/ 215900 h 136"/>
              <a:gd name="T12" fmla="*/ 0 60000 65536"/>
              <a:gd name="T13" fmla="*/ 0 60000 65536"/>
              <a:gd name="T14" fmla="*/ 0 60000 65536"/>
              <a:gd name="T15" fmla="*/ 0 60000 65536"/>
              <a:gd name="T16" fmla="*/ 0 60000 65536"/>
              <a:gd name="T17" fmla="*/ 0 60000 65536"/>
              <a:gd name="T18" fmla="*/ 0 w 771"/>
              <a:gd name="T19" fmla="*/ 0 h 136"/>
              <a:gd name="T20" fmla="*/ 771 w 771"/>
              <a:gd name="T21" fmla="*/ 136 h 136"/>
            </a:gdLst>
            <a:ahLst/>
            <a:cxnLst>
              <a:cxn ang="T12">
                <a:pos x="T0" y="T1"/>
              </a:cxn>
              <a:cxn ang="T13">
                <a:pos x="T2" y="T3"/>
              </a:cxn>
              <a:cxn ang="T14">
                <a:pos x="T4" y="T5"/>
              </a:cxn>
              <a:cxn ang="T15">
                <a:pos x="T6" y="T7"/>
              </a:cxn>
              <a:cxn ang="T16">
                <a:pos x="T8" y="T9"/>
              </a:cxn>
              <a:cxn ang="T17">
                <a:pos x="T10" y="T11"/>
              </a:cxn>
            </a:cxnLst>
            <a:rect l="T18" t="T19" r="T20" b="T21"/>
            <a:pathLst>
              <a:path w="771" h="136">
                <a:moveTo>
                  <a:pt x="0" y="136"/>
                </a:moveTo>
                <a:lnTo>
                  <a:pt x="227" y="136"/>
                </a:lnTo>
                <a:lnTo>
                  <a:pt x="227" y="0"/>
                </a:lnTo>
                <a:lnTo>
                  <a:pt x="590" y="0"/>
                </a:lnTo>
                <a:lnTo>
                  <a:pt x="590" y="136"/>
                </a:lnTo>
                <a:lnTo>
                  <a:pt x="771" y="136"/>
                </a:lnTo>
              </a:path>
            </a:pathLst>
          </a:custGeom>
          <a:noFill/>
          <a:ln w="28575" cap="flat" cmpd="sng">
            <a:solidFill>
              <a:srgbClr val="800000"/>
            </a:solidFill>
            <a:prstDash val="solid"/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/>
          <a:lstStyle/>
          <a:p>
            <a:endParaRPr lang="en-GB"/>
          </a:p>
        </p:txBody>
      </p:sp>
      <p:sp>
        <p:nvSpPr>
          <p:cNvPr id="15416" name="Freeform 64"/>
          <p:cNvSpPr>
            <a:spLocks/>
          </p:cNvSpPr>
          <p:nvPr/>
        </p:nvSpPr>
        <p:spPr bwMode="auto">
          <a:xfrm>
            <a:off x="5003800" y="3357563"/>
            <a:ext cx="1223963" cy="215900"/>
          </a:xfrm>
          <a:custGeom>
            <a:avLst/>
            <a:gdLst>
              <a:gd name="T0" fmla="*/ 0 w 771"/>
              <a:gd name="T1" fmla="*/ 215900 h 136"/>
              <a:gd name="T2" fmla="*/ 360363 w 771"/>
              <a:gd name="T3" fmla="*/ 215900 h 136"/>
              <a:gd name="T4" fmla="*/ 360363 w 771"/>
              <a:gd name="T5" fmla="*/ 0 h 136"/>
              <a:gd name="T6" fmla="*/ 1223963 w 771"/>
              <a:gd name="T7" fmla="*/ 0 h 136"/>
              <a:gd name="T8" fmla="*/ 0 60000 65536"/>
              <a:gd name="T9" fmla="*/ 0 60000 65536"/>
              <a:gd name="T10" fmla="*/ 0 60000 65536"/>
              <a:gd name="T11" fmla="*/ 0 60000 65536"/>
              <a:gd name="T12" fmla="*/ 0 w 771"/>
              <a:gd name="T13" fmla="*/ 0 h 136"/>
              <a:gd name="T14" fmla="*/ 771 w 771"/>
              <a:gd name="T15" fmla="*/ 136 h 136"/>
            </a:gdLst>
            <a:ahLst/>
            <a:cxnLst>
              <a:cxn ang="T8">
                <a:pos x="T0" y="T1"/>
              </a:cxn>
              <a:cxn ang="T9">
                <a:pos x="T2" y="T3"/>
              </a:cxn>
              <a:cxn ang="T10">
                <a:pos x="T4" y="T5"/>
              </a:cxn>
              <a:cxn ang="T11">
                <a:pos x="T6" y="T7"/>
              </a:cxn>
            </a:cxnLst>
            <a:rect l="T12" t="T13" r="T14" b="T15"/>
            <a:pathLst>
              <a:path w="771" h="136">
                <a:moveTo>
                  <a:pt x="0" y="136"/>
                </a:moveTo>
                <a:lnTo>
                  <a:pt x="227" y="136"/>
                </a:lnTo>
                <a:lnTo>
                  <a:pt x="227" y="0"/>
                </a:lnTo>
                <a:lnTo>
                  <a:pt x="771" y="0"/>
                </a:lnTo>
              </a:path>
            </a:pathLst>
          </a:custGeom>
          <a:noFill/>
          <a:ln w="28575" cap="flat" cmpd="sng">
            <a:solidFill>
              <a:srgbClr val="800000"/>
            </a:solidFill>
            <a:prstDash val="solid"/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/>
          <a:lstStyle/>
          <a:p>
            <a:endParaRPr lang="en-GB"/>
          </a:p>
        </p:txBody>
      </p:sp>
      <p:sp>
        <p:nvSpPr>
          <p:cNvPr id="15417" name="Freeform 65"/>
          <p:cNvSpPr>
            <a:spLocks/>
          </p:cNvSpPr>
          <p:nvPr/>
        </p:nvSpPr>
        <p:spPr bwMode="auto">
          <a:xfrm>
            <a:off x="4967288" y="3716338"/>
            <a:ext cx="1260475" cy="217487"/>
          </a:xfrm>
          <a:custGeom>
            <a:avLst/>
            <a:gdLst>
              <a:gd name="T0" fmla="*/ 0 w 794"/>
              <a:gd name="T1" fmla="*/ 3175 h 137"/>
              <a:gd name="T2" fmla="*/ 325437 w 794"/>
              <a:gd name="T3" fmla="*/ 0 h 137"/>
              <a:gd name="T4" fmla="*/ 325437 w 794"/>
              <a:gd name="T5" fmla="*/ 217487 h 137"/>
              <a:gd name="T6" fmla="*/ 1260475 w 794"/>
              <a:gd name="T7" fmla="*/ 217487 h 137"/>
              <a:gd name="T8" fmla="*/ 0 60000 65536"/>
              <a:gd name="T9" fmla="*/ 0 60000 65536"/>
              <a:gd name="T10" fmla="*/ 0 60000 65536"/>
              <a:gd name="T11" fmla="*/ 0 60000 65536"/>
              <a:gd name="T12" fmla="*/ 0 w 794"/>
              <a:gd name="T13" fmla="*/ 0 h 137"/>
              <a:gd name="T14" fmla="*/ 794 w 794"/>
              <a:gd name="T15" fmla="*/ 137 h 137"/>
            </a:gdLst>
            <a:ahLst/>
            <a:cxnLst>
              <a:cxn ang="T8">
                <a:pos x="T0" y="T1"/>
              </a:cxn>
              <a:cxn ang="T9">
                <a:pos x="T2" y="T3"/>
              </a:cxn>
              <a:cxn ang="T10">
                <a:pos x="T4" y="T5"/>
              </a:cxn>
              <a:cxn ang="T11">
                <a:pos x="T6" y="T7"/>
              </a:cxn>
            </a:cxnLst>
            <a:rect l="T12" t="T13" r="T14" b="T15"/>
            <a:pathLst>
              <a:path w="794" h="137">
                <a:moveTo>
                  <a:pt x="0" y="2"/>
                </a:moveTo>
                <a:lnTo>
                  <a:pt x="205" y="0"/>
                </a:lnTo>
                <a:lnTo>
                  <a:pt x="205" y="137"/>
                </a:lnTo>
                <a:lnTo>
                  <a:pt x="794" y="137"/>
                </a:lnTo>
              </a:path>
            </a:pathLst>
          </a:custGeom>
          <a:noFill/>
          <a:ln w="28575" cap="flat" cmpd="sng">
            <a:solidFill>
              <a:srgbClr val="800000"/>
            </a:solidFill>
            <a:prstDash val="solid"/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/>
          <a:lstStyle/>
          <a:p>
            <a:endParaRPr lang="en-GB"/>
          </a:p>
        </p:txBody>
      </p:sp>
      <p:sp>
        <p:nvSpPr>
          <p:cNvPr id="15418" name="Freeform 66"/>
          <p:cNvSpPr>
            <a:spLocks/>
          </p:cNvSpPr>
          <p:nvPr/>
        </p:nvSpPr>
        <p:spPr bwMode="auto">
          <a:xfrm>
            <a:off x="5003800" y="4005263"/>
            <a:ext cx="1223963" cy="215900"/>
          </a:xfrm>
          <a:custGeom>
            <a:avLst/>
            <a:gdLst>
              <a:gd name="T0" fmla="*/ 0 w 771"/>
              <a:gd name="T1" fmla="*/ 0 h 136"/>
              <a:gd name="T2" fmla="*/ 288925 w 771"/>
              <a:gd name="T3" fmla="*/ 0 h 136"/>
              <a:gd name="T4" fmla="*/ 288925 w 771"/>
              <a:gd name="T5" fmla="*/ 215900 h 136"/>
              <a:gd name="T6" fmla="*/ 936625 w 771"/>
              <a:gd name="T7" fmla="*/ 215900 h 136"/>
              <a:gd name="T8" fmla="*/ 936625 w 771"/>
              <a:gd name="T9" fmla="*/ 0 h 136"/>
              <a:gd name="T10" fmla="*/ 1223963 w 771"/>
              <a:gd name="T11" fmla="*/ 0 h 136"/>
              <a:gd name="T12" fmla="*/ 0 60000 65536"/>
              <a:gd name="T13" fmla="*/ 0 60000 65536"/>
              <a:gd name="T14" fmla="*/ 0 60000 65536"/>
              <a:gd name="T15" fmla="*/ 0 60000 65536"/>
              <a:gd name="T16" fmla="*/ 0 60000 65536"/>
              <a:gd name="T17" fmla="*/ 0 60000 65536"/>
              <a:gd name="T18" fmla="*/ 0 w 771"/>
              <a:gd name="T19" fmla="*/ 0 h 136"/>
              <a:gd name="T20" fmla="*/ 771 w 771"/>
              <a:gd name="T21" fmla="*/ 136 h 136"/>
            </a:gdLst>
            <a:ahLst/>
            <a:cxnLst>
              <a:cxn ang="T12">
                <a:pos x="T0" y="T1"/>
              </a:cxn>
              <a:cxn ang="T13">
                <a:pos x="T2" y="T3"/>
              </a:cxn>
              <a:cxn ang="T14">
                <a:pos x="T4" y="T5"/>
              </a:cxn>
              <a:cxn ang="T15">
                <a:pos x="T6" y="T7"/>
              </a:cxn>
              <a:cxn ang="T16">
                <a:pos x="T8" y="T9"/>
              </a:cxn>
              <a:cxn ang="T17">
                <a:pos x="T10" y="T11"/>
              </a:cxn>
            </a:cxnLst>
            <a:rect l="T18" t="T19" r="T20" b="T21"/>
            <a:pathLst>
              <a:path w="771" h="136">
                <a:moveTo>
                  <a:pt x="0" y="0"/>
                </a:moveTo>
                <a:lnTo>
                  <a:pt x="182" y="0"/>
                </a:lnTo>
                <a:lnTo>
                  <a:pt x="182" y="136"/>
                </a:lnTo>
                <a:lnTo>
                  <a:pt x="590" y="136"/>
                </a:lnTo>
                <a:lnTo>
                  <a:pt x="590" y="0"/>
                </a:lnTo>
                <a:lnTo>
                  <a:pt x="771" y="0"/>
                </a:lnTo>
              </a:path>
            </a:pathLst>
          </a:custGeom>
          <a:noFill/>
          <a:ln w="28575" cap="flat" cmpd="sng">
            <a:solidFill>
              <a:srgbClr val="800000"/>
            </a:solidFill>
            <a:prstDash val="solid"/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/>
          <a:lstStyle/>
          <a:p>
            <a:endParaRPr lang="en-GB"/>
          </a:p>
        </p:txBody>
      </p:sp>
      <p:sp>
        <p:nvSpPr>
          <p:cNvPr id="15419" name="Freeform 67"/>
          <p:cNvSpPr>
            <a:spLocks/>
          </p:cNvSpPr>
          <p:nvPr/>
        </p:nvSpPr>
        <p:spPr bwMode="auto">
          <a:xfrm>
            <a:off x="5003800" y="4292600"/>
            <a:ext cx="1223963" cy="227013"/>
          </a:xfrm>
          <a:custGeom>
            <a:avLst/>
            <a:gdLst>
              <a:gd name="T0" fmla="*/ 0 w 771"/>
              <a:gd name="T1" fmla="*/ 0 h 143"/>
              <a:gd name="T2" fmla="*/ 288925 w 771"/>
              <a:gd name="T3" fmla="*/ 0 h 143"/>
              <a:gd name="T4" fmla="*/ 288925 w 771"/>
              <a:gd name="T5" fmla="*/ 215900 h 143"/>
              <a:gd name="T6" fmla="*/ 647700 w 771"/>
              <a:gd name="T7" fmla="*/ 215900 h 143"/>
              <a:gd name="T8" fmla="*/ 647700 w 771"/>
              <a:gd name="T9" fmla="*/ 0 h 143"/>
              <a:gd name="T10" fmla="*/ 936625 w 771"/>
              <a:gd name="T11" fmla="*/ 0 h 143"/>
              <a:gd name="T12" fmla="*/ 928688 w 771"/>
              <a:gd name="T13" fmla="*/ 227013 h 143"/>
              <a:gd name="T14" fmla="*/ 1223963 w 771"/>
              <a:gd name="T15" fmla="*/ 215900 h 143"/>
              <a:gd name="T16" fmla="*/ 0 60000 65536"/>
              <a:gd name="T17" fmla="*/ 0 60000 65536"/>
              <a:gd name="T18" fmla="*/ 0 60000 65536"/>
              <a:gd name="T19" fmla="*/ 0 60000 65536"/>
              <a:gd name="T20" fmla="*/ 0 60000 65536"/>
              <a:gd name="T21" fmla="*/ 0 60000 65536"/>
              <a:gd name="T22" fmla="*/ 0 60000 65536"/>
              <a:gd name="T23" fmla="*/ 0 60000 65536"/>
              <a:gd name="T24" fmla="*/ 0 w 771"/>
              <a:gd name="T25" fmla="*/ 0 h 143"/>
              <a:gd name="T26" fmla="*/ 771 w 771"/>
              <a:gd name="T27" fmla="*/ 143 h 143"/>
            </a:gdLst>
            <a:ahLst/>
            <a:cxnLst>
              <a:cxn ang="T16">
                <a:pos x="T0" y="T1"/>
              </a:cxn>
              <a:cxn ang="T17">
                <a:pos x="T2" y="T3"/>
              </a:cxn>
              <a:cxn ang="T18">
                <a:pos x="T4" y="T5"/>
              </a:cxn>
              <a:cxn ang="T19">
                <a:pos x="T6" y="T7"/>
              </a:cxn>
              <a:cxn ang="T20">
                <a:pos x="T8" y="T9"/>
              </a:cxn>
              <a:cxn ang="T21">
                <a:pos x="T10" y="T11"/>
              </a:cxn>
              <a:cxn ang="T22">
                <a:pos x="T12" y="T13"/>
              </a:cxn>
              <a:cxn ang="T23">
                <a:pos x="T14" y="T15"/>
              </a:cxn>
            </a:cxnLst>
            <a:rect l="T24" t="T25" r="T26" b="T27"/>
            <a:pathLst>
              <a:path w="771" h="143">
                <a:moveTo>
                  <a:pt x="0" y="0"/>
                </a:moveTo>
                <a:lnTo>
                  <a:pt x="182" y="0"/>
                </a:lnTo>
                <a:lnTo>
                  <a:pt x="182" y="136"/>
                </a:lnTo>
                <a:lnTo>
                  <a:pt x="408" y="136"/>
                </a:lnTo>
                <a:lnTo>
                  <a:pt x="408" y="0"/>
                </a:lnTo>
                <a:lnTo>
                  <a:pt x="590" y="0"/>
                </a:lnTo>
                <a:lnTo>
                  <a:pt x="585" y="143"/>
                </a:lnTo>
                <a:lnTo>
                  <a:pt x="771" y="136"/>
                </a:lnTo>
              </a:path>
            </a:pathLst>
          </a:custGeom>
          <a:noFill/>
          <a:ln w="28575" cap="flat" cmpd="sng">
            <a:solidFill>
              <a:srgbClr val="800000"/>
            </a:solidFill>
            <a:prstDash val="solid"/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/>
          <a:lstStyle/>
          <a:p>
            <a:endParaRPr lang="en-GB"/>
          </a:p>
        </p:txBody>
      </p:sp>
      <p:sp>
        <p:nvSpPr>
          <p:cNvPr id="15420" name="Freeform 68"/>
          <p:cNvSpPr>
            <a:spLocks/>
          </p:cNvSpPr>
          <p:nvPr/>
        </p:nvSpPr>
        <p:spPr bwMode="auto">
          <a:xfrm>
            <a:off x="5003800" y="4581525"/>
            <a:ext cx="1223963" cy="215900"/>
          </a:xfrm>
          <a:custGeom>
            <a:avLst/>
            <a:gdLst>
              <a:gd name="T0" fmla="*/ 0 w 771"/>
              <a:gd name="T1" fmla="*/ 0 h 136"/>
              <a:gd name="T2" fmla="*/ 288925 w 771"/>
              <a:gd name="T3" fmla="*/ 0 h 136"/>
              <a:gd name="T4" fmla="*/ 288925 w 771"/>
              <a:gd name="T5" fmla="*/ 215900 h 136"/>
              <a:gd name="T6" fmla="*/ 647700 w 771"/>
              <a:gd name="T7" fmla="*/ 215900 h 136"/>
              <a:gd name="T8" fmla="*/ 647700 w 771"/>
              <a:gd name="T9" fmla="*/ 0 h 136"/>
              <a:gd name="T10" fmla="*/ 1223963 w 771"/>
              <a:gd name="T11" fmla="*/ 0 h 136"/>
              <a:gd name="T12" fmla="*/ 0 60000 65536"/>
              <a:gd name="T13" fmla="*/ 0 60000 65536"/>
              <a:gd name="T14" fmla="*/ 0 60000 65536"/>
              <a:gd name="T15" fmla="*/ 0 60000 65536"/>
              <a:gd name="T16" fmla="*/ 0 60000 65536"/>
              <a:gd name="T17" fmla="*/ 0 60000 65536"/>
              <a:gd name="T18" fmla="*/ 0 w 771"/>
              <a:gd name="T19" fmla="*/ 0 h 136"/>
              <a:gd name="T20" fmla="*/ 771 w 771"/>
              <a:gd name="T21" fmla="*/ 136 h 136"/>
            </a:gdLst>
            <a:ahLst/>
            <a:cxnLst>
              <a:cxn ang="T12">
                <a:pos x="T0" y="T1"/>
              </a:cxn>
              <a:cxn ang="T13">
                <a:pos x="T2" y="T3"/>
              </a:cxn>
              <a:cxn ang="T14">
                <a:pos x="T4" y="T5"/>
              </a:cxn>
              <a:cxn ang="T15">
                <a:pos x="T6" y="T7"/>
              </a:cxn>
              <a:cxn ang="T16">
                <a:pos x="T8" y="T9"/>
              </a:cxn>
              <a:cxn ang="T17">
                <a:pos x="T10" y="T11"/>
              </a:cxn>
            </a:cxnLst>
            <a:rect l="T18" t="T19" r="T20" b="T21"/>
            <a:pathLst>
              <a:path w="771" h="136">
                <a:moveTo>
                  <a:pt x="0" y="0"/>
                </a:moveTo>
                <a:lnTo>
                  <a:pt x="182" y="0"/>
                </a:lnTo>
                <a:lnTo>
                  <a:pt x="182" y="136"/>
                </a:lnTo>
                <a:lnTo>
                  <a:pt x="408" y="136"/>
                </a:lnTo>
                <a:lnTo>
                  <a:pt x="408" y="0"/>
                </a:lnTo>
                <a:lnTo>
                  <a:pt x="771" y="0"/>
                </a:lnTo>
              </a:path>
            </a:pathLst>
          </a:custGeom>
          <a:noFill/>
          <a:ln w="28575" cap="flat" cmpd="sng">
            <a:solidFill>
              <a:srgbClr val="800000"/>
            </a:solidFill>
            <a:prstDash val="solid"/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/>
          <a:lstStyle/>
          <a:p>
            <a:endParaRPr lang="en-GB"/>
          </a:p>
        </p:txBody>
      </p:sp>
      <p:sp>
        <p:nvSpPr>
          <p:cNvPr id="15421" name="Freeform 69"/>
          <p:cNvSpPr>
            <a:spLocks/>
          </p:cNvSpPr>
          <p:nvPr/>
        </p:nvSpPr>
        <p:spPr bwMode="auto">
          <a:xfrm>
            <a:off x="5003800" y="4868863"/>
            <a:ext cx="1209675" cy="222250"/>
          </a:xfrm>
          <a:custGeom>
            <a:avLst/>
            <a:gdLst>
              <a:gd name="T0" fmla="*/ 0 w 762"/>
              <a:gd name="T1" fmla="*/ 0 h 140"/>
              <a:gd name="T2" fmla="*/ 576263 w 762"/>
              <a:gd name="T3" fmla="*/ 0 h 140"/>
              <a:gd name="T4" fmla="*/ 585788 w 762"/>
              <a:gd name="T5" fmla="*/ 222250 h 140"/>
              <a:gd name="T6" fmla="*/ 1209675 w 762"/>
              <a:gd name="T7" fmla="*/ 222250 h 140"/>
              <a:gd name="T8" fmla="*/ 0 60000 65536"/>
              <a:gd name="T9" fmla="*/ 0 60000 65536"/>
              <a:gd name="T10" fmla="*/ 0 60000 65536"/>
              <a:gd name="T11" fmla="*/ 0 60000 65536"/>
              <a:gd name="T12" fmla="*/ 0 w 762"/>
              <a:gd name="T13" fmla="*/ 0 h 140"/>
              <a:gd name="T14" fmla="*/ 762 w 762"/>
              <a:gd name="T15" fmla="*/ 140 h 140"/>
            </a:gdLst>
            <a:ahLst/>
            <a:cxnLst>
              <a:cxn ang="T8">
                <a:pos x="T0" y="T1"/>
              </a:cxn>
              <a:cxn ang="T9">
                <a:pos x="T2" y="T3"/>
              </a:cxn>
              <a:cxn ang="T10">
                <a:pos x="T4" y="T5"/>
              </a:cxn>
              <a:cxn ang="T11">
                <a:pos x="T6" y="T7"/>
              </a:cxn>
            </a:cxnLst>
            <a:rect l="T12" t="T13" r="T14" b="T15"/>
            <a:pathLst>
              <a:path w="762" h="140">
                <a:moveTo>
                  <a:pt x="0" y="0"/>
                </a:moveTo>
                <a:lnTo>
                  <a:pt x="363" y="0"/>
                </a:lnTo>
                <a:lnTo>
                  <a:pt x="369" y="140"/>
                </a:lnTo>
                <a:lnTo>
                  <a:pt x="762" y="140"/>
                </a:lnTo>
              </a:path>
            </a:pathLst>
          </a:custGeom>
          <a:noFill/>
          <a:ln w="28575" cap="flat" cmpd="sng">
            <a:solidFill>
              <a:srgbClr val="800000"/>
            </a:solidFill>
            <a:prstDash val="solid"/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/>
          <a:lstStyle/>
          <a:p>
            <a:endParaRPr lang="en-GB"/>
          </a:p>
        </p:txBody>
      </p:sp>
      <p:sp>
        <p:nvSpPr>
          <p:cNvPr id="15422" name="Freeform 71"/>
          <p:cNvSpPr>
            <a:spLocks/>
          </p:cNvSpPr>
          <p:nvPr/>
        </p:nvSpPr>
        <p:spPr bwMode="auto">
          <a:xfrm>
            <a:off x="5029200" y="5159375"/>
            <a:ext cx="1198563" cy="219075"/>
          </a:xfrm>
          <a:custGeom>
            <a:avLst/>
            <a:gdLst>
              <a:gd name="T0" fmla="*/ 0 w 755"/>
              <a:gd name="T1" fmla="*/ 0 h 138"/>
              <a:gd name="T2" fmla="*/ 550863 w 755"/>
              <a:gd name="T3" fmla="*/ 0 h 138"/>
              <a:gd name="T4" fmla="*/ 550863 w 755"/>
              <a:gd name="T5" fmla="*/ 219075 h 138"/>
              <a:gd name="T6" fmla="*/ 911225 w 755"/>
              <a:gd name="T7" fmla="*/ 219075 h 138"/>
              <a:gd name="T8" fmla="*/ 911225 w 755"/>
              <a:gd name="T9" fmla="*/ 3175 h 138"/>
              <a:gd name="T10" fmla="*/ 1198563 w 755"/>
              <a:gd name="T11" fmla="*/ 3175 h 138"/>
              <a:gd name="T12" fmla="*/ 0 60000 65536"/>
              <a:gd name="T13" fmla="*/ 0 60000 65536"/>
              <a:gd name="T14" fmla="*/ 0 60000 65536"/>
              <a:gd name="T15" fmla="*/ 0 60000 65536"/>
              <a:gd name="T16" fmla="*/ 0 60000 65536"/>
              <a:gd name="T17" fmla="*/ 0 60000 65536"/>
              <a:gd name="T18" fmla="*/ 0 w 755"/>
              <a:gd name="T19" fmla="*/ 0 h 138"/>
              <a:gd name="T20" fmla="*/ 755 w 755"/>
              <a:gd name="T21" fmla="*/ 138 h 138"/>
            </a:gdLst>
            <a:ahLst/>
            <a:cxnLst>
              <a:cxn ang="T12">
                <a:pos x="T0" y="T1"/>
              </a:cxn>
              <a:cxn ang="T13">
                <a:pos x="T2" y="T3"/>
              </a:cxn>
              <a:cxn ang="T14">
                <a:pos x="T4" y="T5"/>
              </a:cxn>
              <a:cxn ang="T15">
                <a:pos x="T6" y="T7"/>
              </a:cxn>
              <a:cxn ang="T16">
                <a:pos x="T8" y="T9"/>
              </a:cxn>
              <a:cxn ang="T17">
                <a:pos x="T10" y="T11"/>
              </a:cxn>
            </a:cxnLst>
            <a:rect l="T18" t="T19" r="T20" b="T21"/>
            <a:pathLst>
              <a:path w="755" h="138">
                <a:moveTo>
                  <a:pt x="0" y="0"/>
                </a:moveTo>
                <a:lnTo>
                  <a:pt x="347" y="0"/>
                </a:lnTo>
                <a:lnTo>
                  <a:pt x="347" y="138"/>
                </a:lnTo>
                <a:lnTo>
                  <a:pt x="574" y="138"/>
                </a:lnTo>
                <a:lnTo>
                  <a:pt x="574" y="2"/>
                </a:lnTo>
                <a:lnTo>
                  <a:pt x="755" y="2"/>
                </a:lnTo>
              </a:path>
            </a:pathLst>
          </a:custGeom>
          <a:noFill/>
          <a:ln w="28575" cap="flat" cmpd="sng">
            <a:solidFill>
              <a:srgbClr val="800000"/>
            </a:solidFill>
            <a:prstDash val="solid"/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/>
          <a:lstStyle/>
          <a:p>
            <a:endParaRPr lang="en-GB"/>
          </a:p>
        </p:txBody>
      </p:sp>
      <p:sp>
        <p:nvSpPr>
          <p:cNvPr id="15423" name="Freeform 72"/>
          <p:cNvSpPr>
            <a:spLocks/>
          </p:cNvSpPr>
          <p:nvPr/>
        </p:nvSpPr>
        <p:spPr bwMode="auto">
          <a:xfrm>
            <a:off x="4997450" y="5454650"/>
            <a:ext cx="1227138" cy="228600"/>
          </a:xfrm>
          <a:custGeom>
            <a:avLst/>
            <a:gdLst>
              <a:gd name="T0" fmla="*/ 0 w 773"/>
              <a:gd name="T1" fmla="*/ 0 h 144"/>
              <a:gd name="T2" fmla="*/ 946150 w 773"/>
              <a:gd name="T3" fmla="*/ 0 h 144"/>
              <a:gd name="T4" fmla="*/ 957263 w 773"/>
              <a:gd name="T5" fmla="*/ 228600 h 144"/>
              <a:gd name="T6" fmla="*/ 1227138 w 773"/>
              <a:gd name="T7" fmla="*/ 228600 h 144"/>
              <a:gd name="T8" fmla="*/ 0 60000 65536"/>
              <a:gd name="T9" fmla="*/ 0 60000 65536"/>
              <a:gd name="T10" fmla="*/ 0 60000 65536"/>
              <a:gd name="T11" fmla="*/ 0 60000 65536"/>
              <a:gd name="T12" fmla="*/ 0 w 773"/>
              <a:gd name="T13" fmla="*/ 0 h 144"/>
              <a:gd name="T14" fmla="*/ 773 w 773"/>
              <a:gd name="T15" fmla="*/ 144 h 144"/>
            </a:gdLst>
            <a:ahLst/>
            <a:cxnLst>
              <a:cxn ang="T8">
                <a:pos x="T0" y="T1"/>
              </a:cxn>
              <a:cxn ang="T9">
                <a:pos x="T2" y="T3"/>
              </a:cxn>
              <a:cxn ang="T10">
                <a:pos x="T4" y="T5"/>
              </a:cxn>
              <a:cxn ang="T11">
                <a:pos x="T6" y="T7"/>
              </a:cxn>
            </a:cxnLst>
            <a:rect l="T12" t="T13" r="T14" b="T15"/>
            <a:pathLst>
              <a:path w="773" h="144">
                <a:moveTo>
                  <a:pt x="0" y="0"/>
                </a:moveTo>
                <a:lnTo>
                  <a:pt x="596" y="0"/>
                </a:lnTo>
                <a:lnTo>
                  <a:pt x="603" y="144"/>
                </a:lnTo>
                <a:lnTo>
                  <a:pt x="773" y="144"/>
                </a:lnTo>
              </a:path>
            </a:pathLst>
          </a:custGeom>
          <a:noFill/>
          <a:ln w="28575" cap="flat" cmpd="sng">
            <a:solidFill>
              <a:srgbClr val="800000"/>
            </a:solidFill>
            <a:prstDash val="solid"/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/>
          <a:lstStyle/>
          <a:p>
            <a:endParaRPr lang="en-GB"/>
          </a:p>
        </p:txBody>
      </p:sp>
      <p:sp>
        <p:nvSpPr>
          <p:cNvPr id="15424" name="Line 74"/>
          <p:cNvSpPr>
            <a:spLocks noChangeShapeType="1"/>
          </p:cNvSpPr>
          <p:nvPr/>
        </p:nvSpPr>
        <p:spPr bwMode="auto">
          <a:xfrm>
            <a:off x="5018088" y="5756275"/>
            <a:ext cx="1206500" cy="1588"/>
          </a:xfrm>
          <a:prstGeom prst="line">
            <a:avLst/>
          </a:prstGeom>
          <a:noFill/>
          <a:ln w="28575">
            <a:solidFill>
              <a:srgbClr val="800000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en-GB"/>
          </a:p>
        </p:txBody>
      </p:sp>
      <p:sp>
        <p:nvSpPr>
          <p:cNvPr id="15425" name="Line 76"/>
          <p:cNvSpPr>
            <a:spLocks noChangeShapeType="1"/>
          </p:cNvSpPr>
          <p:nvPr/>
        </p:nvSpPr>
        <p:spPr bwMode="auto">
          <a:xfrm>
            <a:off x="4525963" y="1412875"/>
            <a:ext cx="457200" cy="0"/>
          </a:xfrm>
          <a:prstGeom prst="line">
            <a:avLst/>
          </a:prstGeom>
          <a:noFill/>
          <a:ln w="28575">
            <a:solidFill>
              <a:srgbClr val="800000"/>
            </a:solidFill>
            <a:prstDash val="sysDot"/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en-GB"/>
          </a:p>
        </p:txBody>
      </p:sp>
      <p:sp>
        <p:nvSpPr>
          <p:cNvPr id="15426" name="Line 77"/>
          <p:cNvSpPr>
            <a:spLocks noChangeShapeType="1"/>
          </p:cNvSpPr>
          <p:nvPr/>
        </p:nvSpPr>
        <p:spPr bwMode="auto">
          <a:xfrm>
            <a:off x="4494213" y="1711325"/>
            <a:ext cx="457200" cy="0"/>
          </a:xfrm>
          <a:prstGeom prst="line">
            <a:avLst/>
          </a:prstGeom>
          <a:noFill/>
          <a:ln w="28575">
            <a:solidFill>
              <a:srgbClr val="800000"/>
            </a:solidFill>
            <a:prstDash val="sysDot"/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en-GB"/>
          </a:p>
        </p:txBody>
      </p:sp>
      <p:sp>
        <p:nvSpPr>
          <p:cNvPr id="15427" name="Line 78"/>
          <p:cNvSpPr>
            <a:spLocks noChangeShapeType="1"/>
          </p:cNvSpPr>
          <p:nvPr/>
        </p:nvSpPr>
        <p:spPr bwMode="auto">
          <a:xfrm>
            <a:off x="4494213" y="2027238"/>
            <a:ext cx="457200" cy="0"/>
          </a:xfrm>
          <a:prstGeom prst="line">
            <a:avLst/>
          </a:prstGeom>
          <a:noFill/>
          <a:ln w="28575">
            <a:solidFill>
              <a:srgbClr val="800000"/>
            </a:solidFill>
            <a:prstDash val="sysDot"/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en-GB"/>
          </a:p>
        </p:txBody>
      </p:sp>
      <p:sp>
        <p:nvSpPr>
          <p:cNvPr id="15428" name="Line 79"/>
          <p:cNvSpPr>
            <a:spLocks noChangeShapeType="1"/>
          </p:cNvSpPr>
          <p:nvPr/>
        </p:nvSpPr>
        <p:spPr bwMode="auto">
          <a:xfrm>
            <a:off x="4494213" y="2349500"/>
            <a:ext cx="457200" cy="0"/>
          </a:xfrm>
          <a:prstGeom prst="line">
            <a:avLst/>
          </a:prstGeom>
          <a:noFill/>
          <a:ln w="28575">
            <a:solidFill>
              <a:srgbClr val="800000"/>
            </a:solidFill>
            <a:prstDash val="sysDot"/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en-GB"/>
          </a:p>
        </p:txBody>
      </p:sp>
      <p:sp>
        <p:nvSpPr>
          <p:cNvPr id="15429" name="Line 80"/>
          <p:cNvSpPr>
            <a:spLocks noChangeShapeType="1"/>
          </p:cNvSpPr>
          <p:nvPr/>
        </p:nvSpPr>
        <p:spPr bwMode="auto">
          <a:xfrm>
            <a:off x="4494213" y="2708275"/>
            <a:ext cx="457200" cy="0"/>
          </a:xfrm>
          <a:prstGeom prst="line">
            <a:avLst/>
          </a:prstGeom>
          <a:noFill/>
          <a:ln w="28575">
            <a:solidFill>
              <a:srgbClr val="800000"/>
            </a:solidFill>
            <a:prstDash val="sysDot"/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en-GB"/>
          </a:p>
        </p:txBody>
      </p:sp>
      <p:sp>
        <p:nvSpPr>
          <p:cNvPr id="15430" name="Line 83"/>
          <p:cNvSpPr>
            <a:spLocks noChangeShapeType="1"/>
          </p:cNvSpPr>
          <p:nvPr/>
        </p:nvSpPr>
        <p:spPr bwMode="auto">
          <a:xfrm>
            <a:off x="4494213" y="2998788"/>
            <a:ext cx="457200" cy="0"/>
          </a:xfrm>
          <a:prstGeom prst="line">
            <a:avLst/>
          </a:prstGeom>
          <a:noFill/>
          <a:ln w="28575">
            <a:solidFill>
              <a:srgbClr val="800000"/>
            </a:solidFill>
            <a:prstDash val="sysDot"/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en-GB"/>
          </a:p>
        </p:txBody>
      </p:sp>
      <p:sp>
        <p:nvSpPr>
          <p:cNvPr id="15431" name="Line 84"/>
          <p:cNvSpPr>
            <a:spLocks noChangeShapeType="1"/>
          </p:cNvSpPr>
          <p:nvPr/>
        </p:nvSpPr>
        <p:spPr bwMode="auto">
          <a:xfrm>
            <a:off x="4494213" y="3279775"/>
            <a:ext cx="457200" cy="0"/>
          </a:xfrm>
          <a:prstGeom prst="line">
            <a:avLst/>
          </a:prstGeom>
          <a:noFill/>
          <a:ln w="28575">
            <a:solidFill>
              <a:srgbClr val="800000"/>
            </a:solidFill>
            <a:prstDash val="sysDot"/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en-GB"/>
          </a:p>
        </p:txBody>
      </p:sp>
      <p:sp>
        <p:nvSpPr>
          <p:cNvPr id="15432" name="Line 85"/>
          <p:cNvSpPr>
            <a:spLocks noChangeShapeType="1"/>
          </p:cNvSpPr>
          <p:nvPr/>
        </p:nvSpPr>
        <p:spPr bwMode="auto">
          <a:xfrm>
            <a:off x="4494213" y="3570288"/>
            <a:ext cx="457200" cy="0"/>
          </a:xfrm>
          <a:prstGeom prst="line">
            <a:avLst/>
          </a:prstGeom>
          <a:noFill/>
          <a:ln w="28575">
            <a:solidFill>
              <a:srgbClr val="800000"/>
            </a:solidFill>
            <a:prstDash val="sysDot"/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en-GB"/>
          </a:p>
        </p:txBody>
      </p:sp>
      <p:sp>
        <p:nvSpPr>
          <p:cNvPr id="15433" name="Line 86"/>
          <p:cNvSpPr>
            <a:spLocks noChangeShapeType="1"/>
          </p:cNvSpPr>
          <p:nvPr/>
        </p:nvSpPr>
        <p:spPr bwMode="auto">
          <a:xfrm>
            <a:off x="4494213" y="3903663"/>
            <a:ext cx="457200" cy="0"/>
          </a:xfrm>
          <a:prstGeom prst="line">
            <a:avLst/>
          </a:prstGeom>
          <a:noFill/>
          <a:ln w="28575">
            <a:solidFill>
              <a:srgbClr val="800000"/>
            </a:solidFill>
            <a:prstDash val="sysDot"/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en-GB"/>
          </a:p>
        </p:txBody>
      </p:sp>
      <p:sp>
        <p:nvSpPr>
          <p:cNvPr id="15434" name="Line 87"/>
          <p:cNvSpPr>
            <a:spLocks noChangeShapeType="1"/>
          </p:cNvSpPr>
          <p:nvPr/>
        </p:nvSpPr>
        <p:spPr bwMode="auto">
          <a:xfrm>
            <a:off x="4494213" y="4203700"/>
            <a:ext cx="457200" cy="0"/>
          </a:xfrm>
          <a:prstGeom prst="line">
            <a:avLst/>
          </a:prstGeom>
          <a:noFill/>
          <a:ln w="28575">
            <a:solidFill>
              <a:srgbClr val="800000"/>
            </a:solidFill>
            <a:prstDash val="sysDot"/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en-GB"/>
          </a:p>
        </p:txBody>
      </p:sp>
      <p:sp>
        <p:nvSpPr>
          <p:cNvPr id="15435" name="Line 88"/>
          <p:cNvSpPr>
            <a:spLocks noChangeShapeType="1"/>
          </p:cNvSpPr>
          <p:nvPr/>
        </p:nvSpPr>
        <p:spPr bwMode="auto">
          <a:xfrm>
            <a:off x="4494213" y="4514850"/>
            <a:ext cx="457200" cy="0"/>
          </a:xfrm>
          <a:prstGeom prst="line">
            <a:avLst/>
          </a:prstGeom>
          <a:noFill/>
          <a:ln w="28575">
            <a:solidFill>
              <a:srgbClr val="800000"/>
            </a:solidFill>
            <a:prstDash val="sysDot"/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en-GB"/>
          </a:p>
        </p:txBody>
      </p:sp>
      <p:sp>
        <p:nvSpPr>
          <p:cNvPr id="15436" name="Line 89"/>
          <p:cNvSpPr>
            <a:spLocks noChangeShapeType="1"/>
          </p:cNvSpPr>
          <p:nvPr/>
        </p:nvSpPr>
        <p:spPr bwMode="auto">
          <a:xfrm>
            <a:off x="4494213" y="4806950"/>
            <a:ext cx="457200" cy="0"/>
          </a:xfrm>
          <a:prstGeom prst="line">
            <a:avLst/>
          </a:prstGeom>
          <a:noFill/>
          <a:ln w="28575">
            <a:solidFill>
              <a:srgbClr val="800000"/>
            </a:solidFill>
            <a:prstDash val="sysDot"/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en-GB"/>
          </a:p>
        </p:txBody>
      </p:sp>
      <p:sp>
        <p:nvSpPr>
          <p:cNvPr id="15437" name="Line 90"/>
          <p:cNvSpPr>
            <a:spLocks noChangeShapeType="1"/>
          </p:cNvSpPr>
          <p:nvPr/>
        </p:nvSpPr>
        <p:spPr bwMode="auto">
          <a:xfrm>
            <a:off x="4494213" y="5086350"/>
            <a:ext cx="457200" cy="0"/>
          </a:xfrm>
          <a:prstGeom prst="line">
            <a:avLst/>
          </a:prstGeom>
          <a:noFill/>
          <a:ln w="28575">
            <a:solidFill>
              <a:srgbClr val="800000"/>
            </a:solidFill>
            <a:prstDash val="sysDot"/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en-GB"/>
          </a:p>
        </p:txBody>
      </p:sp>
      <p:sp>
        <p:nvSpPr>
          <p:cNvPr id="15438" name="Line 91"/>
          <p:cNvSpPr>
            <a:spLocks noChangeShapeType="1"/>
          </p:cNvSpPr>
          <p:nvPr/>
        </p:nvSpPr>
        <p:spPr bwMode="auto">
          <a:xfrm>
            <a:off x="4494213" y="5387975"/>
            <a:ext cx="457200" cy="0"/>
          </a:xfrm>
          <a:prstGeom prst="line">
            <a:avLst/>
          </a:prstGeom>
          <a:noFill/>
          <a:ln w="28575">
            <a:solidFill>
              <a:srgbClr val="800000"/>
            </a:solidFill>
            <a:prstDash val="sysDot"/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en-GB"/>
          </a:p>
        </p:txBody>
      </p:sp>
      <p:sp>
        <p:nvSpPr>
          <p:cNvPr id="15439" name="Line 92"/>
          <p:cNvSpPr>
            <a:spLocks noChangeShapeType="1"/>
          </p:cNvSpPr>
          <p:nvPr/>
        </p:nvSpPr>
        <p:spPr bwMode="auto">
          <a:xfrm>
            <a:off x="4494213" y="5699125"/>
            <a:ext cx="457200" cy="0"/>
          </a:xfrm>
          <a:prstGeom prst="line">
            <a:avLst/>
          </a:prstGeom>
          <a:noFill/>
          <a:ln w="28575">
            <a:solidFill>
              <a:srgbClr val="800000"/>
            </a:solidFill>
            <a:prstDash val="sysDot"/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en-GB"/>
          </a:p>
        </p:txBody>
      </p:sp>
      <p:sp>
        <p:nvSpPr>
          <p:cNvPr id="15440" name="Line 93"/>
          <p:cNvSpPr>
            <a:spLocks noChangeShapeType="1"/>
          </p:cNvSpPr>
          <p:nvPr/>
        </p:nvSpPr>
        <p:spPr bwMode="auto">
          <a:xfrm>
            <a:off x="4494213" y="5959475"/>
            <a:ext cx="457200" cy="0"/>
          </a:xfrm>
          <a:prstGeom prst="line">
            <a:avLst/>
          </a:prstGeom>
          <a:noFill/>
          <a:ln w="28575">
            <a:solidFill>
              <a:srgbClr val="800000"/>
            </a:solidFill>
            <a:prstDash val="sysDot"/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en-GB"/>
          </a:p>
        </p:txBody>
      </p:sp>
      <p:sp>
        <p:nvSpPr>
          <p:cNvPr id="15441" name="Text Box 94"/>
          <p:cNvSpPr txBox="1">
            <a:spLocks noChangeArrowheads="1"/>
          </p:cNvSpPr>
          <p:nvPr/>
        </p:nvSpPr>
        <p:spPr bwMode="auto">
          <a:xfrm>
            <a:off x="6559550" y="2419350"/>
            <a:ext cx="2411413" cy="10699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 algn="ctr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defRPr sz="1600">
                <a:solidFill>
                  <a:schemeClr val="tx1"/>
                </a:solidFill>
                <a:latin typeface="Lucida Sans Unicode" pitchFamily="34" charset="0"/>
              </a:defRPr>
            </a:lvl1pPr>
            <a:lvl2pPr marL="742950" indent="-285750">
              <a:defRPr sz="1600">
                <a:solidFill>
                  <a:schemeClr val="tx1"/>
                </a:solidFill>
                <a:latin typeface="Lucida Sans Unicode" pitchFamily="34" charset="0"/>
              </a:defRPr>
            </a:lvl2pPr>
            <a:lvl3pPr marL="1143000" indent="-228600">
              <a:defRPr sz="1600">
                <a:solidFill>
                  <a:schemeClr val="tx1"/>
                </a:solidFill>
                <a:latin typeface="Lucida Sans Unicode" pitchFamily="34" charset="0"/>
              </a:defRPr>
            </a:lvl3pPr>
            <a:lvl4pPr marL="1600200" indent="-228600">
              <a:defRPr sz="1600">
                <a:solidFill>
                  <a:schemeClr val="tx1"/>
                </a:solidFill>
                <a:latin typeface="Lucida Sans Unicode" pitchFamily="34" charset="0"/>
              </a:defRPr>
            </a:lvl4pPr>
            <a:lvl5pPr marL="2057400" indent="-228600">
              <a:defRPr sz="1600">
                <a:solidFill>
                  <a:schemeClr val="tx1"/>
                </a:solidFill>
                <a:latin typeface="Lucida Sans Unicode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Lucida Sans Unicode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Lucida Sans Unicode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Lucida Sans Unicode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Lucida Sans Unicode" pitchFamily="34" charset="0"/>
              </a:defRPr>
            </a:lvl9pPr>
          </a:lstStyle>
          <a:p>
            <a:r>
              <a:rPr lang="en-GB"/>
              <a:t>now consider each of these binary pulses being transmitted as signals on a system</a:t>
            </a:r>
            <a:endParaRPr lang="en-US"/>
          </a:p>
        </p:txBody>
      </p:sp>
      <p:sp>
        <p:nvSpPr>
          <p:cNvPr id="15442" name="Text Box 95"/>
          <p:cNvSpPr txBox="1">
            <a:spLocks noChangeArrowheads="1"/>
          </p:cNvSpPr>
          <p:nvPr/>
        </p:nvSpPr>
        <p:spPr bwMode="auto">
          <a:xfrm>
            <a:off x="1444625" y="1176338"/>
            <a:ext cx="763588" cy="49180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 algn="ctr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defRPr sz="1600">
                <a:solidFill>
                  <a:schemeClr val="tx1"/>
                </a:solidFill>
                <a:latin typeface="Lucida Sans Unicode" pitchFamily="34" charset="0"/>
              </a:defRPr>
            </a:lvl1pPr>
            <a:lvl2pPr marL="742950" indent="-285750">
              <a:defRPr sz="1600">
                <a:solidFill>
                  <a:schemeClr val="tx1"/>
                </a:solidFill>
                <a:latin typeface="Lucida Sans Unicode" pitchFamily="34" charset="0"/>
              </a:defRPr>
            </a:lvl2pPr>
            <a:lvl3pPr marL="1143000" indent="-228600">
              <a:defRPr sz="1600">
                <a:solidFill>
                  <a:schemeClr val="tx1"/>
                </a:solidFill>
                <a:latin typeface="Lucida Sans Unicode" pitchFamily="34" charset="0"/>
              </a:defRPr>
            </a:lvl3pPr>
            <a:lvl4pPr marL="1600200" indent="-228600">
              <a:defRPr sz="1600">
                <a:solidFill>
                  <a:schemeClr val="tx1"/>
                </a:solidFill>
                <a:latin typeface="Lucida Sans Unicode" pitchFamily="34" charset="0"/>
              </a:defRPr>
            </a:lvl4pPr>
            <a:lvl5pPr marL="2057400" indent="-228600">
              <a:defRPr sz="1600">
                <a:solidFill>
                  <a:schemeClr val="tx1"/>
                </a:solidFill>
                <a:latin typeface="Lucida Sans Unicode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Lucida Sans Unicode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Lucida Sans Unicode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Lucida Sans Unicode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Lucida Sans Unicode" pitchFamily="34" charset="0"/>
              </a:defRPr>
            </a:lvl9pPr>
          </a:lstStyle>
          <a:p>
            <a:pPr>
              <a:lnSpc>
                <a:spcPct val="110000"/>
              </a:lnSpc>
            </a:pPr>
            <a:r>
              <a:rPr lang="en-GB" sz="1800" b="1"/>
              <a:t>0000</a:t>
            </a:r>
          </a:p>
          <a:p>
            <a:pPr>
              <a:lnSpc>
                <a:spcPct val="110000"/>
              </a:lnSpc>
            </a:pPr>
            <a:r>
              <a:rPr lang="en-GB" sz="1800" b="1"/>
              <a:t>0001</a:t>
            </a:r>
          </a:p>
          <a:p>
            <a:pPr>
              <a:lnSpc>
                <a:spcPct val="110000"/>
              </a:lnSpc>
            </a:pPr>
            <a:r>
              <a:rPr lang="en-GB" sz="1800" b="1"/>
              <a:t>0010</a:t>
            </a:r>
          </a:p>
          <a:p>
            <a:pPr>
              <a:lnSpc>
                <a:spcPct val="110000"/>
              </a:lnSpc>
            </a:pPr>
            <a:r>
              <a:rPr lang="en-GB" sz="1800" b="1"/>
              <a:t>0011</a:t>
            </a:r>
          </a:p>
          <a:p>
            <a:pPr>
              <a:lnSpc>
                <a:spcPct val="110000"/>
              </a:lnSpc>
            </a:pPr>
            <a:r>
              <a:rPr lang="en-GB" sz="1800" b="1"/>
              <a:t>0100</a:t>
            </a:r>
          </a:p>
          <a:p>
            <a:pPr>
              <a:lnSpc>
                <a:spcPct val="110000"/>
              </a:lnSpc>
            </a:pPr>
            <a:r>
              <a:rPr lang="en-GB" sz="1800" b="1"/>
              <a:t>0101</a:t>
            </a:r>
          </a:p>
          <a:p>
            <a:pPr>
              <a:lnSpc>
                <a:spcPct val="110000"/>
              </a:lnSpc>
            </a:pPr>
            <a:r>
              <a:rPr lang="en-GB" sz="1800" b="1"/>
              <a:t>0110</a:t>
            </a:r>
          </a:p>
          <a:p>
            <a:pPr>
              <a:lnSpc>
                <a:spcPct val="110000"/>
              </a:lnSpc>
            </a:pPr>
            <a:r>
              <a:rPr lang="en-GB" sz="1800" b="1"/>
              <a:t>0111</a:t>
            </a:r>
          </a:p>
          <a:p>
            <a:pPr>
              <a:lnSpc>
                <a:spcPct val="110000"/>
              </a:lnSpc>
            </a:pPr>
            <a:r>
              <a:rPr lang="en-GB" sz="1800" b="1"/>
              <a:t>1000</a:t>
            </a:r>
          </a:p>
          <a:p>
            <a:pPr>
              <a:lnSpc>
                <a:spcPct val="110000"/>
              </a:lnSpc>
            </a:pPr>
            <a:r>
              <a:rPr lang="en-GB" sz="1800" b="1"/>
              <a:t>1001</a:t>
            </a:r>
          </a:p>
          <a:p>
            <a:pPr>
              <a:lnSpc>
                <a:spcPct val="110000"/>
              </a:lnSpc>
            </a:pPr>
            <a:r>
              <a:rPr lang="en-GB" sz="1800" b="1"/>
              <a:t>1010</a:t>
            </a:r>
          </a:p>
          <a:p>
            <a:pPr>
              <a:lnSpc>
                <a:spcPct val="110000"/>
              </a:lnSpc>
            </a:pPr>
            <a:r>
              <a:rPr lang="en-GB" sz="1800" b="1"/>
              <a:t>1011</a:t>
            </a:r>
          </a:p>
          <a:p>
            <a:pPr>
              <a:lnSpc>
                <a:spcPct val="110000"/>
              </a:lnSpc>
            </a:pPr>
            <a:r>
              <a:rPr lang="en-GB" sz="1800" b="1"/>
              <a:t>1100</a:t>
            </a:r>
          </a:p>
          <a:p>
            <a:pPr>
              <a:lnSpc>
                <a:spcPct val="110000"/>
              </a:lnSpc>
            </a:pPr>
            <a:r>
              <a:rPr lang="en-GB" sz="1800" b="1"/>
              <a:t>1101</a:t>
            </a:r>
          </a:p>
          <a:p>
            <a:pPr>
              <a:lnSpc>
                <a:spcPct val="110000"/>
              </a:lnSpc>
            </a:pPr>
            <a:r>
              <a:rPr lang="en-GB" sz="1800" b="1"/>
              <a:t>1110</a:t>
            </a:r>
          </a:p>
          <a:p>
            <a:pPr>
              <a:lnSpc>
                <a:spcPct val="110000"/>
              </a:lnSpc>
            </a:pPr>
            <a:r>
              <a:rPr lang="en-GB" sz="1800" b="1"/>
              <a:t>1111</a:t>
            </a:r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62934962"/>
      </p:ext>
    </p:extLst>
  </p:cSld>
  <p:clrMapOvr>
    <a:masterClrMapping/>
  </p:clrMapOvr>
</p:sld>
</file>

<file path=ppt/slides/slide10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386" name="Rectangle 9"/>
          <p:cNvSpPr>
            <a:spLocks noChangeArrowheads="1"/>
          </p:cNvSpPr>
          <p:nvPr/>
        </p:nvSpPr>
        <p:spPr bwMode="auto">
          <a:xfrm>
            <a:off x="430213" y="3638550"/>
            <a:ext cx="2708275" cy="1195388"/>
          </a:xfrm>
          <a:prstGeom prst="rect">
            <a:avLst/>
          </a:prstGeom>
          <a:solidFill>
            <a:srgbClr val="FFFFCC"/>
          </a:solidFill>
          <a:ln>
            <a:noFill/>
          </a:ln>
          <a:extLst>
            <a:ext uri="{91240B29-F687-4F45-9708-019B960494DF}">
              <a14:hiddenLine xmlns:a14="http://schemas.microsoft.com/office/drawing/2010/main" w="9525" algn="ctr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/>
          <a:lstStyle/>
          <a:p>
            <a:endParaRPr lang="en-US"/>
          </a:p>
        </p:txBody>
      </p:sp>
      <p:sp>
        <p:nvSpPr>
          <p:cNvPr id="16387" name="Rectangle 10"/>
          <p:cNvSpPr>
            <a:spLocks noChangeArrowheads="1"/>
          </p:cNvSpPr>
          <p:nvPr/>
        </p:nvSpPr>
        <p:spPr bwMode="auto">
          <a:xfrm>
            <a:off x="430213" y="1176338"/>
            <a:ext cx="6459537" cy="1227137"/>
          </a:xfrm>
          <a:prstGeom prst="rect">
            <a:avLst/>
          </a:prstGeom>
          <a:solidFill>
            <a:srgbClr val="FFFFCC"/>
          </a:solidFill>
          <a:ln>
            <a:noFill/>
          </a:ln>
          <a:extLst>
            <a:ext uri="{91240B29-F687-4F45-9708-019B960494DF}">
              <a14:hiddenLine xmlns:a14="http://schemas.microsoft.com/office/drawing/2010/main" w="9525" algn="ctr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/>
          <a:lstStyle/>
          <a:p>
            <a:pPr algn="ctr"/>
            <a:endParaRPr lang="en-US"/>
          </a:p>
        </p:txBody>
      </p:sp>
      <p:sp>
        <p:nvSpPr>
          <p:cNvPr id="16388" name="Text Box 11"/>
          <p:cNvSpPr txBox="1">
            <a:spLocks noChangeArrowheads="1"/>
          </p:cNvSpPr>
          <p:nvPr/>
        </p:nvSpPr>
        <p:spPr bwMode="auto">
          <a:xfrm>
            <a:off x="430213" y="376238"/>
            <a:ext cx="2884487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 algn="ctr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defRPr sz="1600">
                <a:solidFill>
                  <a:schemeClr val="tx1"/>
                </a:solidFill>
                <a:latin typeface="Lucida Sans Unicode" pitchFamily="34" charset="0"/>
              </a:defRPr>
            </a:lvl1pPr>
            <a:lvl2pPr marL="742950" indent="-285750">
              <a:defRPr sz="1600">
                <a:solidFill>
                  <a:schemeClr val="tx1"/>
                </a:solidFill>
                <a:latin typeface="Lucida Sans Unicode" pitchFamily="34" charset="0"/>
              </a:defRPr>
            </a:lvl2pPr>
            <a:lvl3pPr marL="1143000" indent="-228600">
              <a:defRPr sz="1600">
                <a:solidFill>
                  <a:schemeClr val="tx1"/>
                </a:solidFill>
                <a:latin typeface="Lucida Sans Unicode" pitchFamily="34" charset="0"/>
              </a:defRPr>
            </a:lvl3pPr>
            <a:lvl4pPr marL="1600200" indent="-228600">
              <a:defRPr sz="1600">
                <a:solidFill>
                  <a:schemeClr val="tx1"/>
                </a:solidFill>
                <a:latin typeface="Lucida Sans Unicode" pitchFamily="34" charset="0"/>
              </a:defRPr>
            </a:lvl4pPr>
            <a:lvl5pPr marL="2057400" indent="-228600">
              <a:defRPr sz="1600">
                <a:solidFill>
                  <a:schemeClr val="tx1"/>
                </a:solidFill>
                <a:latin typeface="Lucida Sans Unicode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Lucida Sans Unicode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Lucida Sans Unicode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Lucida Sans Unicode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Lucida Sans Unicode" pitchFamily="34" charset="0"/>
              </a:defRPr>
            </a:lvl9pPr>
          </a:lstStyle>
          <a:p>
            <a:r>
              <a:rPr lang="en-GB" sz="2400" b="1"/>
              <a:t>The Binary System</a:t>
            </a:r>
            <a:endParaRPr lang="en-US" sz="2400" b="1"/>
          </a:p>
        </p:txBody>
      </p:sp>
      <p:sp>
        <p:nvSpPr>
          <p:cNvPr id="16389" name="Text Box 13"/>
          <p:cNvSpPr txBox="1">
            <a:spLocks noChangeArrowheads="1"/>
          </p:cNvSpPr>
          <p:nvPr/>
        </p:nvSpPr>
        <p:spPr bwMode="auto">
          <a:xfrm>
            <a:off x="430213" y="1176338"/>
            <a:ext cx="473075" cy="49180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 algn="ctr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defRPr sz="1600">
                <a:solidFill>
                  <a:schemeClr val="tx1"/>
                </a:solidFill>
                <a:latin typeface="Lucida Sans Unicode" pitchFamily="34" charset="0"/>
              </a:defRPr>
            </a:lvl1pPr>
            <a:lvl2pPr marL="742950" indent="-285750">
              <a:defRPr sz="1600">
                <a:solidFill>
                  <a:schemeClr val="tx1"/>
                </a:solidFill>
                <a:latin typeface="Lucida Sans Unicode" pitchFamily="34" charset="0"/>
              </a:defRPr>
            </a:lvl2pPr>
            <a:lvl3pPr marL="1143000" indent="-228600">
              <a:defRPr sz="1600">
                <a:solidFill>
                  <a:schemeClr val="tx1"/>
                </a:solidFill>
                <a:latin typeface="Lucida Sans Unicode" pitchFamily="34" charset="0"/>
              </a:defRPr>
            </a:lvl3pPr>
            <a:lvl4pPr marL="1600200" indent="-228600">
              <a:defRPr sz="1600">
                <a:solidFill>
                  <a:schemeClr val="tx1"/>
                </a:solidFill>
                <a:latin typeface="Lucida Sans Unicode" pitchFamily="34" charset="0"/>
              </a:defRPr>
            </a:lvl4pPr>
            <a:lvl5pPr marL="2057400" indent="-228600">
              <a:defRPr sz="1600">
                <a:solidFill>
                  <a:schemeClr val="tx1"/>
                </a:solidFill>
                <a:latin typeface="Lucida Sans Unicode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Lucida Sans Unicode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Lucida Sans Unicode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Lucida Sans Unicode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Lucida Sans Unicode" pitchFamily="34" charset="0"/>
              </a:defRPr>
            </a:lvl9pPr>
          </a:lstStyle>
          <a:p>
            <a:pPr algn="r">
              <a:lnSpc>
                <a:spcPct val="110000"/>
              </a:lnSpc>
            </a:pPr>
            <a:r>
              <a:rPr lang="en-GB" sz="1800" b="1"/>
              <a:t>0</a:t>
            </a:r>
          </a:p>
          <a:p>
            <a:pPr algn="r">
              <a:lnSpc>
                <a:spcPct val="110000"/>
              </a:lnSpc>
            </a:pPr>
            <a:r>
              <a:rPr lang="en-GB" sz="1800" b="1"/>
              <a:t>1</a:t>
            </a:r>
          </a:p>
          <a:p>
            <a:pPr algn="r">
              <a:lnSpc>
                <a:spcPct val="110000"/>
              </a:lnSpc>
            </a:pPr>
            <a:r>
              <a:rPr lang="en-GB" sz="1800" b="1"/>
              <a:t>2</a:t>
            </a:r>
          </a:p>
          <a:p>
            <a:pPr algn="r">
              <a:lnSpc>
                <a:spcPct val="110000"/>
              </a:lnSpc>
            </a:pPr>
            <a:r>
              <a:rPr lang="en-GB" sz="1800" b="1"/>
              <a:t>3</a:t>
            </a:r>
          </a:p>
          <a:p>
            <a:pPr algn="r">
              <a:lnSpc>
                <a:spcPct val="110000"/>
              </a:lnSpc>
            </a:pPr>
            <a:r>
              <a:rPr lang="en-GB" sz="1800" b="1"/>
              <a:t>4</a:t>
            </a:r>
          </a:p>
          <a:p>
            <a:pPr algn="r">
              <a:lnSpc>
                <a:spcPct val="110000"/>
              </a:lnSpc>
            </a:pPr>
            <a:r>
              <a:rPr lang="en-GB" sz="1800" b="1"/>
              <a:t>5</a:t>
            </a:r>
          </a:p>
          <a:p>
            <a:pPr algn="r">
              <a:lnSpc>
                <a:spcPct val="110000"/>
              </a:lnSpc>
            </a:pPr>
            <a:r>
              <a:rPr lang="en-GB" sz="1800" b="1"/>
              <a:t>6</a:t>
            </a:r>
          </a:p>
          <a:p>
            <a:pPr algn="r">
              <a:lnSpc>
                <a:spcPct val="110000"/>
              </a:lnSpc>
            </a:pPr>
            <a:r>
              <a:rPr lang="en-GB" sz="1800" b="1"/>
              <a:t>7</a:t>
            </a:r>
          </a:p>
          <a:p>
            <a:pPr algn="r">
              <a:lnSpc>
                <a:spcPct val="110000"/>
              </a:lnSpc>
            </a:pPr>
            <a:r>
              <a:rPr lang="en-GB" sz="1800" b="1"/>
              <a:t>8</a:t>
            </a:r>
          </a:p>
          <a:p>
            <a:pPr algn="r">
              <a:lnSpc>
                <a:spcPct val="110000"/>
              </a:lnSpc>
            </a:pPr>
            <a:r>
              <a:rPr lang="en-GB" sz="1800" b="1"/>
              <a:t>9</a:t>
            </a:r>
          </a:p>
          <a:p>
            <a:pPr algn="r">
              <a:lnSpc>
                <a:spcPct val="110000"/>
              </a:lnSpc>
            </a:pPr>
            <a:r>
              <a:rPr lang="en-GB" sz="1800" b="1"/>
              <a:t>10</a:t>
            </a:r>
          </a:p>
          <a:p>
            <a:pPr algn="r">
              <a:lnSpc>
                <a:spcPct val="110000"/>
              </a:lnSpc>
            </a:pPr>
            <a:r>
              <a:rPr lang="en-GB" sz="1800" b="1"/>
              <a:t>11</a:t>
            </a:r>
          </a:p>
          <a:p>
            <a:pPr algn="r">
              <a:lnSpc>
                <a:spcPct val="110000"/>
              </a:lnSpc>
            </a:pPr>
            <a:r>
              <a:rPr lang="en-GB" sz="1800" b="1"/>
              <a:t>12</a:t>
            </a:r>
          </a:p>
          <a:p>
            <a:pPr algn="r">
              <a:lnSpc>
                <a:spcPct val="110000"/>
              </a:lnSpc>
            </a:pPr>
            <a:r>
              <a:rPr lang="en-GB" sz="1800" b="1"/>
              <a:t>13</a:t>
            </a:r>
          </a:p>
          <a:p>
            <a:pPr algn="r">
              <a:lnSpc>
                <a:spcPct val="110000"/>
              </a:lnSpc>
            </a:pPr>
            <a:r>
              <a:rPr lang="en-GB" sz="1800" b="1"/>
              <a:t>14</a:t>
            </a:r>
          </a:p>
          <a:p>
            <a:pPr algn="r">
              <a:lnSpc>
                <a:spcPct val="110000"/>
              </a:lnSpc>
            </a:pPr>
            <a:r>
              <a:rPr lang="en-GB" sz="1800" b="1"/>
              <a:t>15</a:t>
            </a:r>
            <a:endParaRPr lang="en-US" sz="1800" b="1"/>
          </a:p>
        </p:txBody>
      </p:sp>
      <p:sp>
        <p:nvSpPr>
          <p:cNvPr id="16390" name="Rectangle 29"/>
          <p:cNvSpPr>
            <a:spLocks noChangeArrowheads="1"/>
          </p:cNvSpPr>
          <p:nvPr/>
        </p:nvSpPr>
        <p:spPr bwMode="auto">
          <a:xfrm>
            <a:off x="2154238" y="3638550"/>
            <a:ext cx="4765675" cy="1195388"/>
          </a:xfrm>
          <a:prstGeom prst="rect">
            <a:avLst/>
          </a:prstGeom>
          <a:solidFill>
            <a:srgbClr val="FFFFCC"/>
          </a:solidFill>
          <a:ln>
            <a:noFill/>
          </a:ln>
          <a:extLst>
            <a:ext uri="{91240B29-F687-4F45-9708-019B960494DF}">
              <a14:hiddenLine xmlns:a14="http://schemas.microsoft.com/office/drawing/2010/main" w="9525" algn="ctr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/>
          <a:lstStyle/>
          <a:p>
            <a:endParaRPr lang="en-US"/>
          </a:p>
        </p:txBody>
      </p:sp>
      <p:sp>
        <p:nvSpPr>
          <p:cNvPr id="16391" name="Text Box 84"/>
          <p:cNvSpPr txBox="1">
            <a:spLocks noChangeArrowheads="1"/>
          </p:cNvSpPr>
          <p:nvPr/>
        </p:nvSpPr>
        <p:spPr bwMode="auto">
          <a:xfrm>
            <a:off x="1444625" y="1176338"/>
            <a:ext cx="763588" cy="49180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 algn="ctr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defRPr sz="1600">
                <a:solidFill>
                  <a:schemeClr val="tx1"/>
                </a:solidFill>
                <a:latin typeface="Lucida Sans Unicode" pitchFamily="34" charset="0"/>
              </a:defRPr>
            </a:lvl1pPr>
            <a:lvl2pPr marL="742950" indent="-285750">
              <a:defRPr sz="1600">
                <a:solidFill>
                  <a:schemeClr val="tx1"/>
                </a:solidFill>
                <a:latin typeface="Lucida Sans Unicode" pitchFamily="34" charset="0"/>
              </a:defRPr>
            </a:lvl2pPr>
            <a:lvl3pPr marL="1143000" indent="-228600">
              <a:defRPr sz="1600">
                <a:solidFill>
                  <a:schemeClr val="tx1"/>
                </a:solidFill>
                <a:latin typeface="Lucida Sans Unicode" pitchFamily="34" charset="0"/>
              </a:defRPr>
            </a:lvl3pPr>
            <a:lvl4pPr marL="1600200" indent="-228600">
              <a:defRPr sz="1600">
                <a:solidFill>
                  <a:schemeClr val="tx1"/>
                </a:solidFill>
                <a:latin typeface="Lucida Sans Unicode" pitchFamily="34" charset="0"/>
              </a:defRPr>
            </a:lvl4pPr>
            <a:lvl5pPr marL="2057400" indent="-228600">
              <a:defRPr sz="1600">
                <a:solidFill>
                  <a:schemeClr val="tx1"/>
                </a:solidFill>
                <a:latin typeface="Lucida Sans Unicode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Lucida Sans Unicode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Lucida Sans Unicode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Lucida Sans Unicode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Lucida Sans Unicode" pitchFamily="34" charset="0"/>
              </a:defRPr>
            </a:lvl9pPr>
          </a:lstStyle>
          <a:p>
            <a:pPr>
              <a:lnSpc>
                <a:spcPct val="110000"/>
              </a:lnSpc>
            </a:pPr>
            <a:r>
              <a:rPr lang="en-GB" sz="1800" b="1"/>
              <a:t>0000</a:t>
            </a:r>
          </a:p>
          <a:p>
            <a:pPr>
              <a:lnSpc>
                <a:spcPct val="110000"/>
              </a:lnSpc>
            </a:pPr>
            <a:r>
              <a:rPr lang="en-GB" sz="1800" b="1"/>
              <a:t>0001</a:t>
            </a:r>
          </a:p>
          <a:p>
            <a:pPr>
              <a:lnSpc>
                <a:spcPct val="110000"/>
              </a:lnSpc>
            </a:pPr>
            <a:r>
              <a:rPr lang="en-GB" sz="1800" b="1"/>
              <a:t>0010</a:t>
            </a:r>
          </a:p>
          <a:p>
            <a:pPr>
              <a:lnSpc>
                <a:spcPct val="110000"/>
              </a:lnSpc>
            </a:pPr>
            <a:r>
              <a:rPr lang="en-GB" sz="1800" b="1"/>
              <a:t>0011</a:t>
            </a:r>
          </a:p>
          <a:p>
            <a:pPr>
              <a:lnSpc>
                <a:spcPct val="110000"/>
              </a:lnSpc>
            </a:pPr>
            <a:r>
              <a:rPr lang="en-GB" sz="1800" b="1"/>
              <a:t>0100</a:t>
            </a:r>
          </a:p>
          <a:p>
            <a:pPr>
              <a:lnSpc>
                <a:spcPct val="110000"/>
              </a:lnSpc>
            </a:pPr>
            <a:r>
              <a:rPr lang="en-GB" sz="1800" b="1"/>
              <a:t>0101</a:t>
            </a:r>
          </a:p>
          <a:p>
            <a:pPr>
              <a:lnSpc>
                <a:spcPct val="110000"/>
              </a:lnSpc>
            </a:pPr>
            <a:r>
              <a:rPr lang="en-GB" sz="1800" b="1"/>
              <a:t>0110</a:t>
            </a:r>
          </a:p>
          <a:p>
            <a:pPr>
              <a:lnSpc>
                <a:spcPct val="110000"/>
              </a:lnSpc>
            </a:pPr>
            <a:r>
              <a:rPr lang="en-GB" sz="1800" b="1"/>
              <a:t>0111</a:t>
            </a:r>
          </a:p>
          <a:p>
            <a:pPr>
              <a:lnSpc>
                <a:spcPct val="110000"/>
              </a:lnSpc>
            </a:pPr>
            <a:r>
              <a:rPr lang="en-GB" sz="1800" b="1"/>
              <a:t>1000</a:t>
            </a:r>
          </a:p>
          <a:p>
            <a:pPr>
              <a:lnSpc>
                <a:spcPct val="110000"/>
              </a:lnSpc>
            </a:pPr>
            <a:r>
              <a:rPr lang="en-GB" sz="1800" b="1"/>
              <a:t>1001</a:t>
            </a:r>
          </a:p>
          <a:p>
            <a:pPr>
              <a:lnSpc>
                <a:spcPct val="110000"/>
              </a:lnSpc>
            </a:pPr>
            <a:r>
              <a:rPr lang="en-GB" sz="1800" b="1"/>
              <a:t>1010</a:t>
            </a:r>
          </a:p>
          <a:p>
            <a:pPr>
              <a:lnSpc>
                <a:spcPct val="110000"/>
              </a:lnSpc>
            </a:pPr>
            <a:r>
              <a:rPr lang="en-GB" sz="1800" b="1"/>
              <a:t>1011</a:t>
            </a:r>
          </a:p>
          <a:p>
            <a:pPr>
              <a:lnSpc>
                <a:spcPct val="110000"/>
              </a:lnSpc>
            </a:pPr>
            <a:r>
              <a:rPr lang="en-GB" sz="1800" b="1"/>
              <a:t>1100</a:t>
            </a:r>
          </a:p>
          <a:p>
            <a:pPr>
              <a:lnSpc>
                <a:spcPct val="110000"/>
              </a:lnSpc>
            </a:pPr>
            <a:r>
              <a:rPr lang="en-GB" sz="1800" b="1"/>
              <a:t>1101</a:t>
            </a:r>
          </a:p>
          <a:p>
            <a:pPr>
              <a:lnSpc>
                <a:spcPct val="110000"/>
              </a:lnSpc>
            </a:pPr>
            <a:r>
              <a:rPr lang="en-GB" sz="1800" b="1"/>
              <a:t>1110</a:t>
            </a:r>
          </a:p>
          <a:p>
            <a:pPr>
              <a:lnSpc>
                <a:spcPct val="110000"/>
              </a:lnSpc>
            </a:pPr>
            <a:r>
              <a:rPr lang="en-GB" sz="1800" b="1"/>
              <a:t>1111</a:t>
            </a:r>
            <a:endParaRPr lang="en-US"/>
          </a:p>
        </p:txBody>
      </p:sp>
      <p:sp>
        <p:nvSpPr>
          <p:cNvPr id="16392" name="Text Box 85"/>
          <p:cNvSpPr txBox="1">
            <a:spLocks noChangeArrowheads="1"/>
          </p:cNvSpPr>
          <p:nvPr/>
        </p:nvSpPr>
        <p:spPr bwMode="auto">
          <a:xfrm>
            <a:off x="4887913" y="1176338"/>
            <a:ext cx="763587" cy="49180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 algn="ctr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defRPr sz="1600">
                <a:solidFill>
                  <a:schemeClr val="tx1"/>
                </a:solidFill>
                <a:latin typeface="Lucida Sans Unicode" pitchFamily="34" charset="0"/>
              </a:defRPr>
            </a:lvl1pPr>
            <a:lvl2pPr marL="742950" indent="-285750">
              <a:defRPr sz="1600">
                <a:solidFill>
                  <a:schemeClr val="tx1"/>
                </a:solidFill>
                <a:latin typeface="Lucida Sans Unicode" pitchFamily="34" charset="0"/>
              </a:defRPr>
            </a:lvl2pPr>
            <a:lvl3pPr marL="1143000" indent="-228600">
              <a:defRPr sz="1600">
                <a:solidFill>
                  <a:schemeClr val="tx1"/>
                </a:solidFill>
                <a:latin typeface="Lucida Sans Unicode" pitchFamily="34" charset="0"/>
              </a:defRPr>
            </a:lvl3pPr>
            <a:lvl4pPr marL="1600200" indent="-228600">
              <a:defRPr sz="1600">
                <a:solidFill>
                  <a:schemeClr val="tx1"/>
                </a:solidFill>
                <a:latin typeface="Lucida Sans Unicode" pitchFamily="34" charset="0"/>
              </a:defRPr>
            </a:lvl4pPr>
            <a:lvl5pPr marL="2057400" indent="-228600">
              <a:defRPr sz="1600">
                <a:solidFill>
                  <a:schemeClr val="tx1"/>
                </a:solidFill>
                <a:latin typeface="Lucida Sans Unicode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Lucida Sans Unicode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Lucida Sans Unicode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Lucida Sans Unicode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Lucida Sans Unicode" pitchFamily="34" charset="0"/>
              </a:defRPr>
            </a:lvl9pPr>
          </a:lstStyle>
          <a:p>
            <a:pPr>
              <a:lnSpc>
                <a:spcPct val="110000"/>
              </a:lnSpc>
            </a:pPr>
            <a:r>
              <a:rPr lang="en-GB" sz="1800" b="1"/>
              <a:t>0000</a:t>
            </a:r>
          </a:p>
          <a:p>
            <a:pPr>
              <a:lnSpc>
                <a:spcPct val="110000"/>
              </a:lnSpc>
            </a:pPr>
            <a:r>
              <a:rPr lang="en-GB" sz="1800" b="1"/>
              <a:t>0001</a:t>
            </a:r>
          </a:p>
          <a:p>
            <a:pPr>
              <a:lnSpc>
                <a:spcPct val="110000"/>
              </a:lnSpc>
            </a:pPr>
            <a:r>
              <a:rPr lang="en-GB" sz="1800" b="1"/>
              <a:t>0010</a:t>
            </a:r>
          </a:p>
          <a:p>
            <a:pPr>
              <a:lnSpc>
                <a:spcPct val="110000"/>
              </a:lnSpc>
            </a:pPr>
            <a:r>
              <a:rPr lang="en-GB" sz="1800" b="1"/>
              <a:t>0011</a:t>
            </a:r>
          </a:p>
          <a:p>
            <a:pPr>
              <a:lnSpc>
                <a:spcPct val="110000"/>
              </a:lnSpc>
            </a:pPr>
            <a:r>
              <a:rPr lang="en-GB" sz="1800" b="1"/>
              <a:t>0100</a:t>
            </a:r>
          </a:p>
          <a:p>
            <a:pPr>
              <a:lnSpc>
                <a:spcPct val="110000"/>
              </a:lnSpc>
            </a:pPr>
            <a:r>
              <a:rPr lang="en-GB" sz="1800" b="1"/>
              <a:t>0101</a:t>
            </a:r>
          </a:p>
          <a:p>
            <a:pPr>
              <a:lnSpc>
                <a:spcPct val="110000"/>
              </a:lnSpc>
            </a:pPr>
            <a:r>
              <a:rPr lang="en-GB" sz="1800" b="1"/>
              <a:t>0110</a:t>
            </a:r>
          </a:p>
          <a:p>
            <a:pPr>
              <a:lnSpc>
                <a:spcPct val="110000"/>
              </a:lnSpc>
            </a:pPr>
            <a:r>
              <a:rPr lang="en-GB" sz="1800" b="1"/>
              <a:t>0111</a:t>
            </a:r>
          </a:p>
          <a:p>
            <a:pPr>
              <a:lnSpc>
                <a:spcPct val="110000"/>
              </a:lnSpc>
            </a:pPr>
            <a:r>
              <a:rPr lang="en-GB" sz="1800" b="1"/>
              <a:t>1000</a:t>
            </a:r>
          </a:p>
          <a:p>
            <a:pPr>
              <a:lnSpc>
                <a:spcPct val="110000"/>
              </a:lnSpc>
            </a:pPr>
            <a:r>
              <a:rPr lang="en-GB" sz="1800" b="1"/>
              <a:t>1001</a:t>
            </a:r>
          </a:p>
          <a:p>
            <a:pPr>
              <a:lnSpc>
                <a:spcPct val="110000"/>
              </a:lnSpc>
            </a:pPr>
            <a:r>
              <a:rPr lang="en-GB" sz="1800" b="1"/>
              <a:t>1010</a:t>
            </a:r>
          </a:p>
          <a:p>
            <a:pPr>
              <a:lnSpc>
                <a:spcPct val="110000"/>
              </a:lnSpc>
            </a:pPr>
            <a:r>
              <a:rPr lang="en-GB" sz="1800" b="1"/>
              <a:t>1011</a:t>
            </a:r>
          </a:p>
          <a:p>
            <a:pPr>
              <a:lnSpc>
                <a:spcPct val="110000"/>
              </a:lnSpc>
            </a:pPr>
            <a:r>
              <a:rPr lang="en-GB" sz="1800" b="1"/>
              <a:t>1100</a:t>
            </a:r>
          </a:p>
          <a:p>
            <a:pPr>
              <a:lnSpc>
                <a:spcPct val="110000"/>
              </a:lnSpc>
            </a:pPr>
            <a:r>
              <a:rPr lang="en-GB" sz="1800" b="1"/>
              <a:t>1101</a:t>
            </a:r>
          </a:p>
          <a:p>
            <a:pPr>
              <a:lnSpc>
                <a:spcPct val="110000"/>
              </a:lnSpc>
            </a:pPr>
            <a:r>
              <a:rPr lang="en-GB" sz="1800" b="1"/>
              <a:t>1110</a:t>
            </a:r>
          </a:p>
          <a:p>
            <a:pPr>
              <a:lnSpc>
                <a:spcPct val="110000"/>
              </a:lnSpc>
            </a:pPr>
            <a:r>
              <a:rPr lang="en-GB" sz="1800" b="1"/>
              <a:t>1111</a:t>
            </a:r>
            <a:endParaRPr lang="en-US"/>
          </a:p>
        </p:txBody>
      </p:sp>
      <p:sp>
        <p:nvSpPr>
          <p:cNvPr id="16393" name="Text Box 86"/>
          <p:cNvSpPr txBox="1">
            <a:spLocks noChangeArrowheads="1"/>
          </p:cNvSpPr>
          <p:nvPr/>
        </p:nvSpPr>
        <p:spPr bwMode="auto">
          <a:xfrm>
            <a:off x="4722813" y="1176338"/>
            <a:ext cx="328612" cy="49180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 algn="ctr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defRPr sz="1600">
                <a:solidFill>
                  <a:schemeClr val="tx1"/>
                </a:solidFill>
                <a:latin typeface="Lucida Sans Unicode" pitchFamily="34" charset="0"/>
              </a:defRPr>
            </a:lvl1pPr>
            <a:lvl2pPr marL="742950" indent="-285750">
              <a:defRPr sz="1600">
                <a:solidFill>
                  <a:schemeClr val="tx1"/>
                </a:solidFill>
                <a:latin typeface="Lucida Sans Unicode" pitchFamily="34" charset="0"/>
              </a:defRPr>
            </a:lvl2pPr>
            <a:lvl3pPr marL="1143000" indent="-228600">
              <a:defRPr sz="1600">
                <a:solidFill>
                  <a:schemeClr val="tx1"/>
                </a:solidFill>
                <a:latin typeface="Lucida Sans Unicode" pitchFamily="34" charset="0"/>
              </a:defRPr>
            </a:lvl3pPr>
            <a:lvl4pPr marL="1600200" indent="-228600">
              <a:defRPr sz="1600">
                <a:solidFill>
                  <a:schemeClr val="tx1"/>
                </a:solidFill>
                <a:latin typeface="Lucida Sans Unicode" pitchFamily="34" charset="0"/>
              </a:defRPr>
            </a:lvl4pPr>
            <a:lvl5pPr marL="2057400" indent="-228600">
              <a:defRPr sz="1600">
                <a:solidFill>
                  <a:schemeClr val="tx1"/>
                </a:solidFill>
                <a:latin typeface="Lucida Sans Unicode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Lucida Sans Unicode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Lucida Sans Unicode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Lucida Sans Unicode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Lucida Sans Unicode" pitchFamily="34" charset="0"/>
              </a:defRPr>
            </a:lvl9pPr>
          </a:lstStyle>
          <a:p>
            <a:pPr>
              <a:lnSpc>
                <a:spcPct val="110000"/>
              </a:lnSpc>
            </a:pPr>
            <a:r>
              <a:rPr lang="en-GB" sz="1800" b="1">
                <a:solidFill>
                  <a:srgbClr val="FF0000"/>
                </a:solidFill>
              </a:rPr>
              <a:t>1</a:t>
            </a:r>
          </a:p>
          <a:p>
            <a:pPr>
              <a:lnSpc>
                <a:spcPct val="110000"/>
              </a:lnSpc>
            </a:pPr>
            <a:r>
              <a:rPr lang="en-GB" sz="1800" b="1">
                <a:solidFill>
                  <a:srgbClr val="FF0000"/>
                </a:solidFill>
              </a:rPr>
              <a:t>1</a:t>
            </a:r>
          </a:p>
          <a:p>
            <a:pPr>
              <a:lnSpc>
                <a:spcPct val="110000"/>
              </a:lnSpc>
            </a:pPr>
            <a:r>
              <a:rPr lang="en-GB" sz="1800" b="1">
                <a:solidFill>
                  <a:srgbClr val="FF0000"/>
                </a:solidFill>
              </a:rPr>
              <a:t>1</a:t>
            </a:r>
          </a:p>
          <a:p>
            <a:pPr>
              <a:lnSpc>
                <a:spcPct val="110000"/>
              </a:lnSpc>
            </a:pPr>
            <a:r>
              <a:rPr lang="en-GB" sz="1800" b="1">
                <a:solidFill>
                  <a:srgbClr val="FF0000"/>
                </a:solidFill>
              </a:rPr>
              <a:t>1</a:t>
            </a:r>
          </a:p>
          <a:p>
            <a:pPr>
              <a:lnSpc>
                <a:spcPct val="110000"/>
              </a:lnSpc>
            </a:pPr>
            <a:r>
              <a:rPr lang="en-GB" sz="1800" b="1">
                <a:solidFill>
                  <a:srgbClr val="FF0000"/>
                </a:solidFill>
              </a:rPr>
              <a:t>1</a:t>
            </a:r>
          </a:p>
          <a:p>
            <a:pPr>
              <a:lnSpc>
                <a:spcPct val="110000"/>
              </a:lnSpc>
            </a:pPr>
            <a:r>
              <a:rPr lang="en-GB" sz="1800" b="1">
                <a:solidFill>
                  <a:srgbClr val="FF0000"/>
                </a:solidFill>
              </a:rPr>
              <a:t>1</a:t>
            </a:r>
          </a:p>
          <a:p>
            <a:pPr>
              <a:lnSpc>
                <a:spcPct val="110000"/>
              </a:lnSpc>
            </a:pPr>
            <a:r>
              <a:rPr lang="en-GB" sz="1800" b="1">
                <a:solidFill>
                  <a:srgbClr val="FF0000"/>
                </a:solidFill>
              </a:rPr>
              <a:t>1</a:t>
            </a:r>
          </a:p>
          <a:p>
            <a:pPr>
              <a:lnSpc>
                <a:spcPct val="110000"/>
              </a:lnSpc>
            </a:pPr>
            <a:r>
              <a:rPr lang="en-GB" sz="1800" b="1">
                <a:solidFill>
                  <a:srgbClr val="FF0000"/>
                </a:solidFill>
              </a:rPr>
              <a:t>1</a:t>
            </a:r>
          </a:p>
          <a:p>
            <a:pPr>
              <a:lnSpc>
                <a:spcPct val="110000"/>
              </a:lnSpc>
            </a:pPr>
            <a:r>
              <a:rPr lang="en-GB" sz="1800" b="1">
                <a:solidFill>
                  <a:srgbClr val="FF0000"/>
                </a:solidFill>
              </a:rPr>
              <a:t>1</a:t>
            </a:r>
          </a:p>
          <a:p>
            <a:pPr>
              <a:lnSpc>
                <a:spcPct val="110000"/>
              </a:lnSpc>
            </a:pPr>
            <a:r>
              <a:rPr lang="en-GB" sz="1800" b="1">
                <a:solidFill>
                  <a:srgbClr val="FF0000"/>
                </a:solidFill>
              </a:rPr>
              <a:t>1</a:t>
            </a:r>
          </a:p>
          <a:p>
            <a:pPr>
              <a:lnSpc>
                <a:spcPct val="110000"/>
              </a:lnSpc>
            </a:pPr>
            <a:r>
              <a:rPr lang="en-GB" sz="1800" b="1">
                <a:solidFill>
                  <a:srgbClr val="FF0000"/>
                </a:solidFill>
              </a:rPr>
              <a:t>1</a:t>
            </a:r>
          </a:p>
          <a:p>
            <a:pPr>
              <a:lnSpc>
                <a:spcPct val="110000"/>
              </a:lnSpc>
            </a:pPr>
            <a:r>
              <a:rPr lang="en-GB" sz="1800" b="1">
                <a:solidFill>
                  <a:srgbClr val="FF0000"/>
                </a:solidFill>
              </a:rPr>
              <a:t>1</a:t>
            </a:r>
          </a:p>
          <a:p>
            <a:pPr>
              <a:lnSpc>
                <a:spcPct val="110000"/>
              </a:lnSpc>
            </a:pPr>
            <a:r>
              <a:rPr lang="en-GB" sz="1800" b="1">
                <a:solidFill>
                  <a:srgbClr val="FF0000"/>
                </a:solidFill>
              </a:rPr>
              <a:t>1</a:t>
            </a:r>
          </a:p>
          <a:p>
            <a:pPr>
              <a:lnSpc>
                <a:spcPct val="110000"/>
              </a:lnSpc>
            </a:pPr>
            <a:r>
              <a:rPr lang="en-GB" sz="1800" b="1">
                <a:solidFill>
                  <a:srgbClr val="FF0000"/>
                </a:solidFill>
              </a:rPr>
              <a:t>1</a:t>
            </a:r>
          </a:p>
          <a:p>
            <a:pPr>
              <a:lnSpc>
                <a:spcPct val="110000"/>
              </a:lnSpc>
            </a:pPr>
            <a:r>
              <a:rPr lang="en-GB" sz="1800" b="1">
                <a:solidFill>
                  <a:srgbClr val="FF0000"/>
                </a:solidFill>
              </a:rPr>
              <a:t>1</a:t>
            </a:r>
          </a:p>
          <a:p>
            <a:pPr>
              <a:lnSpc>
                <a:spcPct val="110000"/>
              </a:lnSpc>
            </a:pPr>
            <a:r>
              <a:rPr lang="en-GB" sz="1800" b="1">
                <a:solidFill>
                  <a:srgbClr val="FF0000"/>
                </a:solidFill>
              </a:rPr>
              <a:t>1</a:t>
            </a:r>
            <a:endParaRPr lang="en-US" sz="1800" b="1">
              <a:solidFill>
                <a:srgbClr val="FF0000"/>
              </a:solidFill>
            </a:endParaRPr>
          </a:p>
        </p:txBody>
      </p:sp>
      <p:sp>
        <p:nvSpPr>
          <p:cNvPr id="16394" name="Text Box 87"/>
          <p:cNvSpPr txBox="1">
            <a:spLocks noChangeArrowheads="1"/>
          </p:cNvSpPr>
          <p:nvPr/>
        </p:nvSpPr>
        <p:spPr bwMode="auto">
          <a:xfrm>
            <a:off x="6059488" y="1176338"/>
            <a:ext cx="473075" cy="49180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 algn="ctr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defRPr sz="1600">
                <a:solidFill>
                  <a:schemeClr val="tx1"/>
                </a:solidFill>
                <a:latin typeface="Lucida Sans Unicode" pitchFamily="34" charset="0"/>
              </a:defRPr>
            </a:lvl1pPr>
            <a:lvl2pPr marL="742950" indent="-285750">
              <a:defRPr sz="1600">
                <a:solidFill>
                  <a:schemeClr val="tx1"/>
                </a:solidFill>
                <a:latin typeface="Lucida Sans Unicode" pitchFamily="34" charset="0"/>
              </a:defRPr>
            </a:lvl2pPr>
            <a:lvl3pPr marL="1143000" indent="-228600">
              <a:defRPr sz="1600">
                <a:solidFill>
                  <a:schemeClr val="tx1"/>
                </a:solidFill>
                <a:latin typeface="Lucida Sans Unicode" pitchFamily="34" charset="0"/>
              </a:defRPr>
            </a:lvl3pPr>
            <a:lvl4pPr marL="1600200" indent="-228600">
              <a:defRPr sz="1600">
                <a:solidFill>
                  <a:schemeClr val="tx1"/>
                </a:solidFill>
                <a:latin typeface="Lucida Sans Unicode" pitchFamily="34" charset="0"/>
              </a:defRPr>
            </a:lvl4pPr>
            <a:lvl5pPr marL="2057400" indent="-228600">
              <a:defRPr sz="1600">
                <a:solidFill>
                  <a:schemeClr val="tx1"/>
                </a:solidFill>
                <a:latin typeface="Lucida Sans Unicode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Lucida Sans Unicode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Lucida Sans Unicode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Lucida Sans Unicode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Lucida Sans Unicode" pitchFamily="34" charset="0"/>
              </a:defRPr>
            </a:lvl9pPr>
          </a:lstStyle>
          <a:p>
            <a:pPr>
              <a:lnSpc>
                <a:spcPct val="110000"/>
              </a:lnSpc>
            </a:pPr>
            <a:r>
              <a:rPr lang="en-GB" sz="1800" b="1"/>
              <a:t>16</a:t>
            </a:r>
          </a:p>
          <a:p>
            <a:pPr>
              <a:lnSpc>
                <a:spcPct val="110000"/>
              </a:lnSpc>
            </a:pPr>
            <a:r>
              <a:rPr lang="en-GB" sz="1800" b="1"/>
              <a:t>17</a:t>
            </a:r>
          </a:p>
          <a:p>
            <a:pPr>
              <a:lnSpc>
                <a:spcPct val="110000"/>
              </a:lnSpc>
            </a:pPr>
            <a:r>
              <a:rPr lang="en-GB" sz="1800" b="1"/>
              <a:t>18</a:t>
            </a:r>
          </a:p>
          <a:p>
            <a:pPr>
              <a:lnSpc>
                <a:spcPct val="110000"/>
              </a:lnSpc>
            </a:pPr>
            <a:r>
              <a:rPr lang="en-GB" sz="1800" b="1"/>
              <a:t>19</a:t>
            </a:r>
          </a:p>
          <a:p>
            <a:pPr>
              <a:lnSpc>
                <a:spcPct val="110000"/>
              </a:lnSpc>
            </a:pPr>
            <a:r>
              <a:rPr lang="en-GB" sz="1800" b="1"/>
              <a:t>20</a:t>
            </a:r>
          </a:p>
          <a:p>
            <a:pPr>
              <a:lnSpc>
                <a:spcPct val="110000"/>
              </a:lnSpc>
            </a:pPr>
            <a:r>
              <a:rPr lang="en-GB" sz="1800" b="1"/>
              <a:t>21</a:t>
            </a:r>
          </a:p>
          <a:p>
            <a:pPr>
              <a:lnSpc>
                <a:spcPct val="110000"/>
              </a:lnSpc>
            </a:pPr>
            <a:r>
              <a:rPr lang="en-GB" sz="1800" b="1"/>
              <a:t>22</a:t>
            </a:r>
          </a:p>
          <a:p>
            <a:pPr>
              <a:lnSpc>
                <a:spcPct val="110000"/>
              </a:lnSpc>
            </a:pPr>
            <a:r>
              <a:rPr lang="en-GB" sz="1800" b="1"/>
              <a:t>23</a:t>
            </a:r>
          </a:p>
          <a:p>
            <a:pPr>
              <a:lnSpc>
                <a:spcPct val="110000"/>
              </a:lnSpc>
            </a:pPr>
            <a:r>
              <a:rPr lang="en-GB" sz="1800" b="1"/>
              <a:t>24</a:t>
            </a:r>
          </a:p>
          <a:p>
            <a:pPr>
              <a:lnSpc>
                <a:spcPct val="110000"/>
              </a:lnSpc>
            </a:pPr>
            <a:r>
              <a:rPr lang="en-GB" sz="1800" b="1"/>
              <a:t>25</a:t>
            </a:r>
          </a:p>
          <a:p>
            <a:pPr>
              <a:lnSpc>
                <a:spcPct val="110000"/>
              </a:lnSpc>
            </a:pPr>
            <a:r>
              <a:rPr lang="en-GB" sz="1800" b="1"/>
              <a:t>26</a:t>
            </a:r>
          </a:p>
          <a:p>
            <a:pPr>
              <a:lnSpc>
                <a:spcPct val="110000"/>
              </a:lnSpc>
            </a:pPr>
            <a:r>
              <a:rPr lang="en-GB" sz="1800" b="1"/>
              <a:t>27</a:t>
            </a:r>
          </a:p>
          <a:p>
            <a:pPr>
              <a:lnSpc>
                <a:spcPct val="110000"/>
              </a:lnSpc>
            </a:pPr>
            <a:r>
              <a:rPr lang="en-GB" sz="1800" b="1"/>
              <a:t>28</a:t>
            </a:r>
          </a:p>
          <a:p>
            <a:pPr>
              <a:lnSpc>
                <a:spcPct val="110000"/>
              </a:lnSpc>
            </a:pPr>
            <a:r>
              <a:rPr lang="en-GB" sz="1800" b="1"/>
              <a:t>29</a:t>
            </a:r>
          </a:p>
          <a:p>
            <a:pPr>
              <a:lnSpc>
                <a:spcPct val="110000"/>
              </a:lnSpc>
            </a:pPr>
            <a:r>
              <a:rPr lang="en-GB" sz="1800" b="1"/>
              <a:t>30</a:t>
            </a:r>
          </a:p>
          <a:p>
            <a:pPr>
              <a:lnSpc>
                <a:spcPct val="110000"/>
              </a:lnSpc>
            </a:pPr>
            <a:r>
              <a:rPr lang="en-GB" sz="1800" b="1"/>
              <a:t>31</a:t>
            </a:r>
            <a:endParaRPr lang="en-US" sz="1800" b="1"/>
          </a:p>
        </p:txBody>
      </p:sp>
      <p:sp>
        <p:nvSpPr>
          <p:cNvPr id="16395" name="Text Box 88"/>
          <p:cNvSpPr txBox="1">
            <a:spLocks noChangeArrowheads="1"/>
          </p:cNvSpPr>
          <p:nvPr/>
        </p:nvSpPr>
        <p:spPr bwMode="auto">
          <a:xfrm>
            <a:off x="977900" y="1176338"/>
            <a:ext cx="365125" cy="49180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 algn="ctr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defRPr sz="1600">
                <a:solidFill>
                  <a:schemeClr val="tx1"/>
                </a:solidFill>
                <a:latin typeface="Lucida Sans Unicode" pitchFamily="34" charset="0"/>
              </a:defRPr>
            </a:lvl1pPr>
            <a:lvl2pPr marL="742950" indent="-285750">
              <a:defRPr sz="1600">
                <a:solidFill>
                  <a:schemeClr val="tx1"/>
                </a:solidFill>
                <a:latin typeface="Lucida Sans Unicode" pitchFamily="34" charset="0"/>
              </a:defRPr>
            </a:lvl2pPr>
            <a:lvl3pPr marL="1143000" indent="-228600">
              <a:defRPr sz="1600">
                <a:solidFill>
                  <a:schemeClr val="tx1"/>
                </a:solidFill>
                <a:latin typeface="Lucida Sans Unicode" pitchFamily="34" charset="0"/>
              </a:defRPr>
            </a:lvl3pPr>
            <a:lvl4pPr marL="1600200" indent="-228600">
              <a:defRPr sz="1600">
                <a:solidFill>
                  <a:schemeClr val="tx1"/>
                </a:solidFill>
                <a:latin typeface="Lucida Sans Unicode" pitchFamily="34" charset="0"/>
              </a:defRPr>
            </a:lvl4pPr>
            <a:lvl5pPr marL="2057400" indent="-228600">
              <a:defRPr sz="1600">
                <a:solidFill>
                  <a:schemeClr val="tx1"/>
                </a:solidFill>
                <a:latin typeface="Lucida Sans Unicode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Lucida Sans Unicode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Lucida Sans Unicode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Lucida Sans Unicode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Lucida Sans Unicode" pitchFamily="34" charset="0"/>
              </a:defRPr>
            </a:lvl9pPr>
          </a:lstStyle>
          <a:p>
            <a:pPr>
              <a:lnSpc>
                <a:spcPct val="110000"/>
              </a:lnSpc>
            </a:pPr>
            <a:r>
              <a:rPr lang="en-GB" sz="1800"/>
              <a:t>=</a:t>
            </a:r>
          </a:p>
          <a:p>
            <a:pPr>
              <a:lnSpc>
                <a:spcPct val="110000"/>
              </a:lnSpc>
            </a:pPr>
            <a:r>
              <a:rPr lang="en-GB" sz="1800"/>
              <a:t>=</a:t>
            </a:r>
          </a:p>
          <a:p>
            <a:pPr>
              <a:lnSpc>
                <a:spcPct val="110000"/>
              </a:lnSpc>
            </a:pPr>
            <a:r>
              <a:rPr lang="en-GB" sz="1800"/>
              <a:t>=</a:t>
            </a:r>
          </a:p>
          <a:p>
            <a:pPr>
              <a:lnSpc>
                <a:spcPct val="110000"/>
              </a:lnSpc>
            </a:pPr>
            <a:r>
              <a:rPr lang="en-GB" sz="1800"/>
              <a:t>=</a:t>
            </a:r>
          </a:p>
          <a:p>
            <a:pPr>
              <a:lnSpc>
                <a:spcPct val="110000"/>
              </a:lnSpc>
            </a:pPr>
            <a:r>
              <a:rPr lang="en-GB" sz="1800"/>
              <a:t>=</a:t>
            </a:r>
          </a:p>
          <a:p>
            <a:pPr>
              <a:lnSpc>
                <a:spcPct val="110000"/>
              </a:lnSpc>
            </a:pPr>
            <a:r>
              <a:rPr lang="en-GB" sz="1800"/>
              <a:t>=</a:t>
            </a:r>
          </a:p>
          <a:p>
            <a:pPr>
              <a:lnSpc>
                <a:spcPct val="110000"/>
              </a:lnSpc>
            </a:pPr>
            <a:r>
              <a:rPr lang="en-GB" sz="1800"/>
              <a:t>=</a:t>
            </a:r>
          </a:p>
          <a:p>
            <a:pPr>
              <a:lnSpc>
                <a:spcPct val="110000"/>
              </a:lnSpc>
            </a:pPr>
            <a:r>
              <a:rPr lang="en-GB" sz="1800"/>
              <a:t>=</a:t>
            </a:r>
          </a:p>
          <a:p>
            <a:pPr>
              <a:lnSpc>
                <a:spcPct val="110000"/>
              </a:lnSpc>
            </a:pPr>
            <a:r>
              <a:rPr lang="en-GB" sz="1800"/>
              <a:t>=</a:t>
            </a:r>
          </a:p>
          <a:p>
            <a:pPr>
              <a:lnSpc>
                <a:spcPct val="110000"/>
              </a:lnSpc>
            </a:pPr>
            <a:r>
              <a:rPr lang="en-GB" sz="1800"/>
              <a:t>=</a:t>
            </a:r>
          </a:p>
          <a:p>
            <a:pPr>
              <a:lnSpc>
                <a:spcPct val="110000"/>
              </a:lnSpc>
            </a:pPr>
            <a:r>
              <a:rPr lang="en-GB" sz="1800"/>
              <a:t>=</a:t>
            </a:r>
          </a:p>
          <a:p>
            <a:pPr>
              <a:lnSpc>
                <a:spcPct val="110000"/>
              </a:lnSpc>
            </a:pPr>
            <a:r>
              <a:rPr lang="en-GB" sz="1800"/>
              <a:t>=</a:t>
            </a:r>
          </a:p>
          <a:p>
            <a:pPr>
              <a:lnSpc>
                <a:spcPct val="110000"/>
              </a:lnSpc>
            </a:pPr>
            <a:r>
              <a:rPr lang="en-GB" sz="1800"/>
              <a:t>=</a:t>
            </a:r>
          </a:p>
          <a:p>
            <a:pPr>
              <a:lnSpc>
                <a:spcPct val="110000"/>
              </a:lnSpc>
            </a:pPr>
            <a:r>
              <a:rPr lang="en-GB" sz="1800"/>
              <a:t>=</a:t>
            </a:r>
          </a:p>
          <a:p>
            <a:pPr>
              <a:lnSpc>
                <a:spcPct val="110000"/>
              </a:lnSpc>
            </a:pPr>
            <a:r>
              <a:rPr lang="en-GB" sz="1800"/>
              <a:t>=</a:t>
            </a:r>
          </a:p>
          <a:p>
            <a:pPr>
              <a:lnSpc>
                <a:spcPct val="110000"/>
              </a:lnSpc>
            </a:pPr>
            <a:r>
              <a:rPr lang="en-GB" sz="1800"/>
              <a:t>=</a:t>
            </a:r>
            <a:endParaRPr lang="en-US" sz="1800"/>
          </a:p>
        </p:txBody>
      </p:sp>
      <p:sp>
        <p:nvSpPr>
          <p:cNvPr id="16396" name="Text Box 89"/>
          <p:cNvSpPr txBox="1">
            <a:spLocks noChangeArrowheads="1"/>
          </p:cNvSpPr>
          <p:nvPr/>
        </p:nvSpPr>
        <p:spPr bwMode="auto">
          <a:xfrm>
            <a:off x="5637213" y="1176338"/>
            <a:ext cx="365125" cy="49180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 algn="ctr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defRPr sz="1600">
                <a:solidFill>
                  <a:schemeClr val="tx1"/>
                </a:solidFill>
                <a:latin typeface="Lucida Sans Unicode" pitchFamily="34" charset="0"/>
              </a:defRPr>
            </a:lvl1pPr>
            <a:lvl2pPr marL="742950" indent="-285750">
              <a:defRPr sz="1600">
                <a:solidFill>
                  <a:schemeClr val="tx1"/>
                </a:solidFill>
                <a:latin typeface="Lucida Sans Unicode" pitchFamily="34" charset="0"/>
              </a:defRPr>
            </a:lvl2pPr>
            <a:lvl3pPr marL="1143000" indent="-228600">
              <a:defRPr sz="1600">
                <a:solidFill>
                  <a:schemeClr val="tx1"/>
                </a:solidFill>
                <a:latin typeface="Lucida Sans Unicode" pitchFamily="34" charset="0"/>
              </a:defRPr>
            </a:lvl3pPr>
            <a:lvl4pPr marL="1600200" indent="-228600">
              <a:defRPr sz="1600">
                <a:solidFill>
                  <a:schemeClr val="tx1"/>
                </a:solidFill>
                <a:latin typeface="Lucida Sans Unicode" pitchFamily="34" charset="0"/>
              </a:defRPr>
            </a:lvl4pPr>
            <a:lvl5pPr marL="2057400" indent="-228600">
              <a:defRPr sz="1600">
                <a:solidFill>
                  <a:schemeClr val="tx1"/>
                </a:solidFill>
                <a:latin typeface="Lucida Sans Unicode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Lucida Sans Unicode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Lucida Sans Unicode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Lucida Sans Unicode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Lucida Sans Unicode" pitchFamily="34" charset="0"/>
              </a:defRPr>
            </a:lvl9pPr>
          </a:lstStyle>
          <a:p>
            <a:pPr>
              <a:lnSpc>
                <a:spcPct val="110000"/>
              </a:lnSpc>
            </a:pPr>
            <a:r>
              <a:rPr lang="en-GB" sz="1800"/>
              <a:t>=</a:t>
            </a:r>
          </a:p>
          <a:p>
            <a:pPr>
              <a:lnSpc>
                <a:spcPct val="110000"/>
              </a:lnSpc>
            </a:pPr>
            <a:r>
              <a:rPr lang="en-GB" sz="1800"/>
              <a:t>=</a:t>
            </a:r>
          </a:p>
          <a:p>
            <a:pPr>
              <a:lnSpc>
                <a:spcPct val="110000"/>
              </a:lnSpc>
            </a:pPr>
            <a:r>
              <a:rPr lang="en-GB" sz="1800"/>
              <a:t>=</a:t>
            </a:r>
          </a:p>
          <a:p>
            <a:pPr>
              <a:lnSpc>
                <a:spcPct val="110000"/>
              </a:lnSpc>
            </a:pPr>
            <a:r>
              <a:rPr lang="en-GB" sz="1800"/>
              <a:t>=</a:t>
            </a:r>
          </a:p>
          <a:p>
            <a:pPr>
              <a:lnSpc>
                <a:spcPct val="110000"/>
              </a:lnSpc>
            </a:pPr>
            <a:r>
              <a:rPr lang="en-GB" sz="1800"/>
              <a:t>=</a:t>
            </a:r>
          </a:p>
          <a:p>
            <a:pPr>
              <a:lnSpc>
                <a:spcPct val="110000"/>
              </a:lnSpc>
            </a:pPr>
            <a:r>
              <a:rPr lang="en-GB" sz="1800"/>
              <a:t>=</a:t>
            </a:r>
          </a:p>
          <a:p>
            <a:pPr>
              <a:lnSpc>
                <a:spcPct val="110000"/>
              </a:lnSpc>
            </a:pPr>
            <a:r>
              <a:rPr lang="en-GB" sz="1800"/>
              <a:t>=</a:t>
            </a:r>
          </a:p>
          <a:p>
            <a:pPr>
              <a:lnSpc>
                <a:spcPct val="110000"/>
              </a:lnSpc>
            </a:pPr>
            <a:r>
              <a:rPr lang="en-GB" sz="1800"/>
              <a:t>=</a:t>
            </a:r>
          </a:p>
          <a:p>
            <a:pPr>
              <a:lnSpc>
                <a:spcPct val="110000"/>
              </a:lnSpc>
            </a:pPr>
            <a:r>
              <a:rPr lang="en-GB" sz="1800"/>
              <a:t>=</a:t>
            </a:r>
          </a:p>
          <a:p>
            <a:pPr>
              <a:lnSpc>
                <a:spcPct val="110000"/>
              </a:lnSpc>
            </a:pPr>
            <a:r>
              <a:rPr lang="en-GB" sz="1800"/>
              <a:t>=</a:t>
            </a:r>
          </a:p>
          <a:p>
            <a:pPr>
              <a:lnSpc>
                <a:spcPct val="110000"/>
              </a:lnSpc>
            </a:pPr>
            <a:r>
              <a:rPr lang="en-GB" sz="1800"/>
              <a:t>=</a:t>
            </a:r>
          </a:p>
          <a:p>
            <a:pPr>
              <a:lnSpc>
                <a:spcPct val="110000"/>
              </a:lnSpc>
            </a:pPr>
            <a:r>
              <a:rPr lang="en-GB" sz="1800"/>
              <a:t>=</a:t>
            </a:r>
          </a:p>
          <a:p>
            <a:pPr>
              <a:lnSpc>
                <a:spcPct val="110000"/>
              </a:lnSpc>
            </a:pPr>
            <a:r>
              <a:rPr lang="en-GB" sz="1800"/>
              <a:t>=</a:t>
            </a:r>
          </a:p>
          <a:p>
            <a:pPr>
              <a:lnSpc>
                <a:spcPct val="110000"/>
              </a:lnSpc>
            </a:pPr>
            <a:r>
              <a:rPr lang="en-GB" sz="1800"/>
              <a:t>=</a:t>
            </a:r>
          </a:p>
          <a:p>
            <a:pPr>
              <a:lnSpc>
                <a:spcPct val="110000"/>
              </a:lnSpc>
            </a:pPr>
            <a:r>
              <a:rPr lang="en-GB" sz="1800"/>
              <a:t>=</a:t>
            </a:r>
          </a:p>
          <a:p>
            <a:pPr>
              <a:lnSpc>
                <a:spcPct val="110000"/>
              </a:lnSpc>
            </a:pPr>
            <a:r>
              <a:rPr lang="en-GB" sz="1800"/>
              <a:t>=</a:t>
            </a:r>
            <a:endParaRPr lang="en-US" sz="1800"/>
          </a:p>
        </p:txBody>
      </p:sp>
      <p:sp>
        <p:nvSpPr>
          <p:cNvPr id="16397" name="Text Box 90"/>
          <p:cNvSpPr txBox="1">
            <a:spLocks noChangeArrowheads="1"/>
          </p:cNvSpPr>
          <p:nvPr/>
        </p:nvSpPr>
        <p:spPr bwMode="auto">
          <a:xfrm>
            <a:off x="5699125" y="1176338"/>
            <a:ext cx="365125" cy="49180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 algn="ctr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defRPr sz="1600">
                <a:solidFill>
                  <a:schemeClr val="tx1"/>
                </a:solidFill>
                <a:latin typeface="Lucida Sans Unicode" pitchFamily="34" charset="0"/>
              </a:defRPr>
            </a:lvl1pPr>
            <a:lvl2pPr marL="742950" indent="-285750">
              <a:defRPr sz="1600">
                <a:solidFill>
                  <a:schemeClr val="tx1"/>
                </a:solidFill>
                <a:latin typeface="Lucida Sans Unicode" pitchFamily="34" charset="0"/>
              </a:defRPr>
            </a:lvl2pPr>
            <a:lvl3pPr marL="1143000" indent="-228600">
              <a:defRPr sz="1600">
                <a:solidFill>
                  <a:schemeClr val="tx1"/>
                </a:solidFill>
                <a:latin typeface="Lucida Sans Unicode" pitchFamily="34" charset="0"/>
              </a:defRPr>
            </a:lvl3pPr>
            <a:lvl4pPr marL="1600200" indent="-228600">
              <a:defRPr sz="1600">
                <a:solidFill>
                  <a:schemeClr val="tx1"/>
                </a:solidFill>
                <a:latin typeface="Lucida Sans Unicode" pitchFamily="34" charset="0"/>
              </a:defRPr>
            </a:lvl4pPr>
            <a:lvl5pPr marL="2057400" indent="-228600">
              <a:defRPr sz="1600">
                <a:solidFill>
                  <a:schemeClr val="tx1"/>
                </a:solidFill>
                <a:latin typeface="Lucida Sans Unicode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Lucida Sans Unicode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Lucida Sans Unicode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Lucida Sans Unicode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Lucida Sans Unicode" pitchFamily="34" charset="0"/>
              </a:defRPr>
            </a:lvl9pPr>
          </a:lstStyle>
          <a:p>
            <a:pPr>
              <a:lnSpc>
                <a:spcPct val="110000"/>
              </a:lnSpc>
            </a:pPr>
            <a:r>
              <a:rPr lang="en-GB" sz="1800"/>
              <a:t>=</a:t>
            </a:r>
          </a:p>
          <a:p>
            <a:pPr>
              <a:lnSpc>
                <a:spcPct val="110000"/>
              </a:lnSpc>
            </a:pPr>
            <a:r>
              <a:rPr lang="en-GB" sz="1800"/>
              <a:t>=</a:t>
            </a:r>
          </a:p>
          <a:p>
            <a:pPr>
              <a:lnSpc>
                <a:spcPct val="110000"/>
              </a:lnSpc>
            </a:pPr>
            <a:r>
              <a:rPr lang="en-GB" sz="1800"/>
              <a:t>=</a:t>
            </a:r>
          </a:p>
          <a:p>
            <a:pPr>
              <a:lnSpc>
                <a:spcPct val="110000"/>
              </a:lnSpc>
            </a:pPr>
            <a:r>
              <a:rPr lang="en-GB" sz="1800"/>
              <a:t>=</a:t>
            </a:r>
          </a:p>
          <a:p>
            <a:pPr>
              <a:lnSpc>
                <a:spcPct val="110000"/>
              </a:lnSpc>
            </a:pPr>
            <a:r>
              <a:rPr lang="en-GB" sz="1800"/>
              <a:t>=</a:t>
            </a:r>
          </a:p>
          <a:p>
            <a:pPr>
              <a:lnSpc>
                <a:spcPct val="110000"/>
              </a:lnSpc>
            </a:pPr>
            <a:r>
              <a:rPr lang="en-GB" sz="1800"/>
              <a:t>=</a:t>
            </a:r>
          </a:p>
          <a:p>
            <a:pPr>
              <a:lnSpc>
                <a:spcPct val="110000"/>
              </a:lnSpc>
            </a:pPr>
            <a:r>
              <a:rPr lang="en-GB" sz="1800"/>
              <a:t>=</a:t>
            </a:r>
          </a:p>
          <a:p>
            <a:pPr>
              <a:lnSpc>
                <a:spcPct val="110000"/>
              </a:lnSpc>
            </a:pPr>
            <a:r>
              <a:rPr lang="en-GB" sz="1800"/>
              <a:t>=</a:t>
            </a:r>
          </a:p>
          <a:p>
            <a:pPr>
              <a:lnSpc>
                <a:spcPct val="110000"/>
              </a:lnSpc>
            </a:pPr>
            <a:r>
              <a:rPr lang="en-GB" sz="1800"/>
              <a:t>=</a:t>
            </a:r>
          </a:p>
          <a:p>
            <a:pPr>
              <a:lnSpc>
                <a:spcPct val="110000"/>
              </a:lnSpc>
            </a:pPr>
            <a:r>
              <a:rPr lang="en-GB" sz="1800"/>
              <a:t>=</a:t>
            </a:r>
          </a:p>
          <a:p>
            <a:pPr>
              <a:lnSpc>
                <a:spcPct val="110000"/>
              </a:lnSpc>
            </a:pPr>
            <a:r>
              <a:rPr lang="en-GB" sz="1800"/>
              <a:t>=</a:t>
            </a:r>
          </a:p>
          <a:p>
            <a:pPr>
              <a:lnSpc>
                <a:spcPct val="110000"/>
              </a:lnSpc>
            </a:pPr>
            <a:r>
              <a:rPr lang="en-GB" sz="1800"/>
              <a:t>=</a:t>
            </a:r>
          </a:p>
          <a:p>
            <a:pPr>
              <a:lnSpc>
                <a:spcPct val="110000"/>
              </a:lnSpc>
            </a:pPr>
            <a:r>
              <a:rPr lang="en-GB" sz="1800"/>
              <a:t>=</a:t>
            </a:r>
          </a:p>
          <a:p>
            <a:pPr>
              <a:lnSpc>
                <a:spcPct val="110000"/>
              </a:lnSpc>
            </a:pPr>
            <a:r>
              <a:rPr lang="en-GB" sz="1800"/>
              <a:t>=</a:t>
            </a:r>
          </a:p>
          <a:p>
            <a:pPr>
              <a:lnSpc>
                <a:spcPct val="110000"/>
              </a:lnSpc>
            </a:pPr>
            <a:r>
              <a:rPr lang="en-GB" sz="1800"/>
              <a:t>=</a:t>
            </a:r>
          </a:p>
          <a:p>
            <a:pPr>
              <a:lnSpc>
                <a:spcPct val="110000"/>
              </a:lnSpc>
            </a:pPr>
            <a:r>
              <a:rPr lang="en-GB" sz="1800"/>
              <a:t>=</a:t>
            </a:r>
            <a:endParaRPr lang="en-US" sz="1800"/>
          </a:p>
        </p:txBody>
      </p:sp>
      <p:sp>
        <p:nvSpPr>
          <p:cNvPr id="16398" name="AutoShape 92"/>
          <p:cNvSpPr>
            <a:spLocks noChangeArrowheads="1"/>
          </p:cNvSpPr>
          <p:nvPr/>
        </p:nvSpPr>
        <p:spPr bwMode="auto">
          <a:xfrm>
            <a:off x="2338388" y="1933575"/>
            <a:ext cx="2047875" cy="2447925"/>
          </a:xfrm>
          <a:prstGeom prst="wedgeRoundRectCallout">
            <a:avLst>
              <a:gd name="adj1" fmla="val 70000"/>
              <a:gd name="adj2" fmla="val 36704"/>
              <a:gd name="adj3" fmla="val 16667"/>
            </a:avLst>
          </a:prstGeom>
          <a:solidFill>
            <a:schemeClr val="hlink"/>
          </a:solidFill>
          <a:ln w="9525" algn="ctr">
            <a:solidFill>
              <a:schemeClr val="tx1"/>
            </a:solidFill>
            <a:miter lim="800000"/>
            <a:headEnd/>
            <a:tailEnd/>
          </a:ln>
        </p:spPr>
        <p:txBody>
          <a:bodyPr/>
          <a:lstStyle/>
          <a:p>
            <a:pPr algn="ctr"/>
            <a:r>
              <a:rPr lang="en-GB"/>
              <a:t>we can repeat the  four LSB columns .. but if we add a new MSB column (red) we can double the counting capacity</a:t>
            </a:r>
            <a:endParaRPr lang="en-US"/>
          </a:p>
        </p:txBody>
      </p:sp>
      <p:sp>
        <p:nvSpPr>
          <p:cNvPr id="16399" name="AutoShape 93"/>
          <p:cNvSpPr>
            <a:spLocks/>
          </p:cNvSpPr>
          <p:nvPr/>
        </p:nvSpPr>
        <p:spPr bwMode="auto">
          <a:xfrm rot="5400000">
            <a:off x="1723231" y="5904707"/>
            <a:ext cx="155575" cy="487362"/>
          </a:xfrm>
          <a:prstGeom prst="rightBrace">
            <a:avLst>
              <a:gd name="adj1" fmla="val 26105"/>
              <a:gd name="adj2" fmla="val 50000"/>
            </a:avLst>
          </a:prstGeom>
          <a:noFill/>
          <a:ln w="9525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 anchor="ctr"/>
          <a:lstStyle/>
          <a:p>
            <a:endParaRPr lang="en-US"/>
          </a:p>
        </p:txBody>
      </p:sp>
      <p:sp>
        <p:nvSpPr>
          <p:cNvPr id="16400" name="AutoShape 94"/>
          <p:cNvSpPr>
            <a:spLocks/>
          </p:cNvSpPr>
          <p:nvPr/>
        </p:nvSpPr>
        <p:spPr bwMode="auto">
          <a:xfrm rot="5400000">
            <a:off x="5172869" y="5893594"/>
            <a:ext cx="155575" cy="487363"/>
          </a:xfrm>
          <a:prstGeom prst="rightBrace">
            <a:avLst>
              <a:gd name="adj1" fmla="val 26105"/>
              <a:gd name="adj2" fmla="val 50000"/>
            </a:avLst>
          </a:prstGeom>
          <a:noFill/>
          <a:ln w="9525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 anchor="ctr"/>
          <a:lstStyle/>
          <a:p>
            <a:endParaRPr lang="en-US"/>
          </a:p>
        </p:txBody>
      </p:sp>
      <p:sp>
        <p:nvSpPr>
          <p:cNvPr id="16401" name="Text Box 95"/>
          <p:cNvSpPr txBox="1">
            <a:spLocks noChangeArrowheads="1"/>
          </p:cNvSpPr>
          <p:nvPr/>
        </p:nvSpPr>
        <p:spPr bwMode="auto">
          <a:xfrm>
            <a:off x="2619375" y="6034088"/>
            <a:ext cx="1482725" cy="5810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 algn="ctr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defRPr sz="1600">
                <a:solidFill>
                  <a:schemeClr val="tx1"/>
                </a:solidFill>
                <a:latin typeface="Lucida Sans Unicode" pitchFamily="34" charset="0"/>
              </a:defRPr>
            </a:lvl1pPr>
            <a:lvl2pPr marL="742950" indent="-285750">
              <a:defRPr sz="1600">
                <a:solidFill>
                  <a:schemeClr val="tx1"/>
                </a:solidFill>
                <a:latin typeface="Lucida Sans Unicode" pitchFamily="34" charset="0"/>
              </a:defRPr>
            </a:lvl2pPr>
            <a:lvl3pPr marL="1143000" indent="-228600">
              <a:defRPr sz="1600">
                <a:solidFill>
                  <a:schemeClr val="tx1"/>
                </a:solidFill>
                <a:latin typeface="Lucida Sans Unicode" pitchFamily="34" charset="0"/>
              </a:defRPr>
            </a:lvl3pPr>
            <a:lvl4pPr marL="1600200" indent="-228600">
              <a:defRPr sz="1600">
                <a:solidFill>
                  <a:schemeClr val="tx1"/>
                </a:solidFill>
                <a:latin typeface="Lucida Sans Unicode" pitchFamily="34" charset="0"/>
              </a:defRPr>
            </a:lvl4pPr>
            <a:lvl5pPr marL="2057400" indent="-228600">
              <a:defRPr sz="1600">
                <a:solidFill>
                  <a:schemeClr val="tx1"/>
                </a:solidFill>
                <a:latin typeface="Lucida Sans Unicode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Lucida Sans Unicode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Lucida Sans Unicode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Lucida Sans Unicode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Lucida Sans Unicode" pitchFamily="34" charset="0"/>
              </a:defRPr>
            </a:lvl9pPr>
          </a:lstStyle>
          <a:p>
            <a:pPr algn="ctr"/>
            <a:r>
              <a:rPr lang="en-GB"/>
              <a:t>columns are the same</a:t>
            </a:r>
            <a:endParaRPr lang="en-US"/>
          </a:p>
        </p:txBody>
      </p:sp>
      <p:sp>
        <p:nvSpPr>
          <p:cNvPr id="16402" name="Line 96"/>
          <p:cNvSpPr>
            <a:spLocks noChangeShapeType="1"/>
          </p:cNvSpPr>
          <p:nvPr/>
        </p:nvSpPr>
        <p:spPr bwMode="auto">
          <a:xfrm flipH="1" flipV="1">
            <a:off x="1808163" y="6254750"/>
            <a:ext cx="1008062" cy="157163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en-GB"/>
          </a:p>
        </p:txBody>
      </p:sp>
      <p:sp>
        <p:nvSpPr>
          <p:cNvPr id="16403" name="Line 97"/>
          <p:cNvSpPr>
            <a:spLocks noChangeShapeType="1"/>
          </p:cNvSpPr>
          <p:nvPr/>
        </p:nvSpPr>
        <p:spPr bwMode="auto">
          <a:xfrm flipV="1">
            <a:off x="3979863" y="6245225"/>
            <a:ext cx="1225550" cy="155575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166220097"/>
      </p:ext>
    </p:extLst>
  </p:cSld>
  <p:clrMapOvr>
    <a:masterClrMapping/>
  </p:clrMapOvr>
</p:sld>
</file>

<file path=ppt/slides/slide10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410" name="Rectangle 4"/>
          <p:cNvSpPr>
            <a:spLocks noChangeArrowheads="1"/>
          </p:cNvSpPr>
          <p:nvPr/>
        </p:nvSpPr>
        <p:spPr bwMode="auto">
          <a:xfrm>
            <a:off x="430213" y="3638550"/>
            <a:ext cx="2708275" cy="1195388"/>
          </a:xfrm>
          <a:prstGeom prst="rect">
            <a:avLst/>
          </a:prstGeom>
          <a:solidFill>
            <a:srgbClr val="FFFFCC"/>
          </a:solidFill>
          <a:ln>
            <a:noFill/>
          </a:ln>
          <a:extLst>
            <a:ext uri="{91240B29-F687-4F45-9708-019B960494DF}">
              <a14:hiddenLine xmlns:a14="http://schemas.microsoft.com/office/drawing/2010/main" w="9525" algn="ctr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/>
          <a:lstStyle/>
          <a:p>
            <a:endParaRPr lang="en-US"/>
          </a:p>
        </p:txBody>
      </p:sp>
      <p:sp>
        <p:nvSpPr>
          <p:cNvPr id="17411" name="Rectangle 5"/>
          <p:cNvSpPr>
            <a:spLocks noChangeArrowheads="1"/>
          </p:cNvSpPr>
          <p:nvPr/>
        </p:nvSpPr>
        <p:spPr bwMode="auto">
          <a:xfrm>
            <a:off x="430213" y="1176338"/>
            <a:ext cx="6459537" cy="1227137"/>
          </a:xfrm>
          <a:prstGeom prst="rect">
            <a:avLst/>
          </a:prstGeom>
          <a:solidFill>
            <a:srgbClr val="FFFFCC"/>
          </a:solidFill>
          <a:ln>
            <a:noFill/>
          </a:ln>
          <a:extLst>
            <a:ext uri="{91240B29-F687-4F45-9708-019B960494DF}">
              <a14:hiddenLine xmlns:a14="http://schemas.microsoft.com/office/drawing/2010/main" w="9525" algn="ctr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/>
          <a:lstStyle/>
          <a:p>
            <a:pPr algn="ctr"/>
            <a:endParaRPr lang="en-US"/>
          </a:p>
        </p:txBody>
      </p:sp>
      <p:sp>
        <p:nvSpPr>
          <p:cNvPr id="17412" name="Text Box 6"/>
          <p:cNvSpPr txBox="1">
            <a:spLocks noChangeArrowheads="1"/>
          </p:cNvSpPr>
          <p:nvPr/>
        </p:nvSpPr>
        <p:spPr bwMode="auto">
          <a:xfrm>
            <a:off x="430213" y="376238"/>
            <a:ext cx="2884487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 algn="ctr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defRPr sz="1600">
                <a:solidFill>
                  <a:schemeClr val="tx1"/>
                </a:solidFill>
                <a:latin typeface="Lucida Sans Unicode" pitchFamily="34" charset="0"/>
              </a:defRPr>
            </a:lvl1pPr>
            <a:lvl2pPr marL="742950" indent="-285750">
              <a:defRPr sz="1600">
                <a:solidFill>
                  <a:schemeClr val="tx1"/>
                </a:solidFill>
                <a:latin typeface="Lucida Sans Unicode" pitchFamily="34" charset="0"/>
              </a:defRPr>
            </a:lvl2pPr>
            <a:lvl3pPr marL="1143000" indent="-228600">
              <a:defRPr sz="1600">
                <a:solidFill>
                  <a:schemeClr val="tx1"/>
                </a:solidFill>
                <a:latin typeface="Lucida Sans Unicode" pitchFamily="34" charset="0"/>
              </a:defRPr>
            </a:lvl3pPr>
            <a:lvl4pPr marL="1600200" indent="-228600">
              <a:defRPr sz="1600">
                <a:solidFill>
                  <a:schemeClr val="tx1"/>
                </a:solidFill>
                <a:latin typeface="Lucida Sans Unicode" pitchFamily="34" charset="0"/>
              </a:defRPr>
            </a:lvl4pPr>
            <a:lvl5pPr marL="2057400" indent="-228600">
              <a:defRPr sz="1600">
                <a:solidFill>
                  <a:schemeClr val="tx1"/>
                </a:solidFill>
                <a:latin typeface="Lucida Sans Unicode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Lucida Sans Unicode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Lucida Sans Unicode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Lucida Sans Unicode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Lucida Sans Unicode" pitchFamily="34" charset="0"/>
              </a:defRPr>
            </a:lvl9pPr>
          </a:lstStyle>
          <a:p>
            <a:r>
              <a:rPr lang="en-GB" sz="2400" b="1"/>
              <a:t>The Binary System</a:t>
            </a:r>
            <a:endParaRPr lang="en-US" sz="2400" b="1"/>
          </a:p>
        </p:txBody>
      </p:sp>
      <p:sp>
        <p:nvSpPr>
          <p:cNvPr id="17413" name="Text Box 7"/>
          <p:cNvSpPr txBox="1">
            <a:spLocks noChangeArrowheads="1"/>
          </p:cNvSpPr>
          <p:nvPr/>
        </p:nvSpPr>
        <p:spPr bwMode="auto">
          <a:xfrm>
            <a:off x="430213" y="1176338"/>
            <a:ext cx="473075" cy="49180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 algn="ctr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defRPr sz="1600">
                <a:solidFill>
                  <a:schemeClr val="tx1"/>
                </a:solidFill>
                <a:latin typeface="Lucida Sans Unicode" pitchFamily="34" charset="0"/>
              </a:defRPr>
            </a:lvl1pPr>
            <a:lvl2pPr marL="742950" indent="-285750">
              <a:defRPr sz="1600">
                <a:solidFill>
                  <a:schemeClr val="tx1"/>
                </a:solidFill>
                <a:latin typeface="Lucida Sans Unicode" pitchFamily="34" charset="0"/>
              </a:defRPr>
            </a:lvl2pPr>
            <a:lvl3pPr marL="1143000" indent="-228600">
              <a:defRPr sz="1600">
                <a:solidFill>
                  <a:schemeClr val="tx1"/>
                </a:solidFill>
                <a:latin typeface="Lucida Sans Unicode" pitchFamily="34" charset="0"/>
              </a:defRPr>
            </a:lvl3pPr>
            <a:lvl4pPr marL="1600200" indent="-228600">
              <a:defRPr sz="1600">
                <a:solidFill>
                  <a:schemeClr val="tx1"/>
                </a:solidFill>
                <a:latin typeface="Lucida Sans Unicode" pitchFamily="34" charset="0"/>
              </a:defRPr>
            </a:lvl4pPr>
            <a:lvl5pPr marL="2057400" indent="-228600">
              <a:defRPr sz="1600">
                <a:solidFill>
                  <a:schemeClr val="tx1"/>
                </a:solidFill>
                <a:latin typeface="Lucida Sans Unicode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Lucida Sans Unicode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Lucida Sans Unicode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Lucida Sans Unicode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Lucida Sans Unicode" pitchFamily="34" charset="0"/>
              </a:defRPr>
            </a:lvl9pPr>
          </a:lstStyle>
          <a:p>
            <a:pPr algn="r">
              <a:lnSpc>
                <a:spcPct val="110000"/>
              </a:lnSpc>
            </a:pPr>
            <a:r>
              <a:rPr lang="en-GB" sz="1800" b="1"/>
              <a:t>0</a:t>
            </a:r>
          </a:p>
          <a:p>
            <a:pPr algn="r">
              <a:lnSpc>
                <a:spcPct val="110000"/>
              </a:lnSpc>
            </a:pPr>
            <a:r>
              <a:rPr lang="en-GB" sz="1800" b="1"/>
              <a:t>1</a:t>
            </a:r>
          </a:p>
          <a:p>
            <a:pPr algn="r">
              <a:lnSpc>
                <a:spcPct val="110000"/>
              </a:lnSpc>
            </a:pPr>
            <a:r>
              <a:rPr lang="en-GB" sz="1800" b="1"/>
              <a:t>2</a:t>
            </a:r>
          </a:p>
          <a:p>
            <a:pPr algn="r">
              <a:lnSpc>
                <a:spcPct val="110000"/>
              </a:lnSpc>
            </a:pPr>
            <a:r>
              <a:rPr lang="en-GB" sz="1800" b="1"/>
              <a:t>3</a:t>
            </a:r>
          </a:p>
          <a:p>
            <a:pPr algn="r">
              <a:lnSpc>
                <a:spcPct val="110000"/>
              </a:lnSpc>
            </a:pPr>
            <a:r>
              <a:rPr lang="en-GB" sz="1800" b="1"/>
              <a:t>4</a:t>
            </a:r>
          </a:p>
          <a:p>
            <a:pPr algn="r">
              <a:lnSpc>
                <a:spcPct val="110000"/>
              </a:lnSpc>
            </a:pPr>
            <a:r>
              <a:rPr lang="en-GB" sz="1800" b="1"/>
              <a:t>5</a:t>
            </a:r>
          </a:p>
          <a:p>
            <a:pPr algn="r">
              <a:lnSpc>
                <a:spcPct val="110000"/>
              </a:lnSpc>
            </a:pPr>
            <a:r>
              <a:rPr lang="en-GB" sz="1800" b="1"/>
              <a:t>6</a:t>
            </a:r>
          </a:p>
          <a:p>
            <a:pPr algn="r">
              <a:lnSpc>
                <a:spcPct val="110000"/>
              </a:lnSpc>
            </a:pPr>
            <a:r>
              <a:rPr lang="en-GB" sz="1800" b="1"/>
              <a:t>7</a:t>
            </a:r>
          </a:p>
          <a:p>
            <a:pPr algn="r">
              <a:lnSpc>
                <a:spcPct val="110000"/>
              </a:lnSpc>
            </a:pPr>
            <a:r>
              <a:rPr lang="en-GB" sz="1800" b="1"/>
              <a:t>8</a:t>
            </a:r>
          </a:p>
          <a:p>
            <a:pPr algn="r">
              <a:lnSpc>
                <a:spcPct val="110000"/>
              </a:lnSpc>
            </a:pPr>
            <a:r>
              <a:rPr lang="en-GB" sz="1800" b="1"/>
              <a:t>9</a:t>
            </a:r>
          </a:p>
          <a:p>
            <a:pPr algn="r">
              <a:lnSpc>
                <a:spcPct val="110000"/>
              </a:lnSpc>
            </a:pPr>
            <a:r>
              <a:rPr lang="en-GB" sz="1800" b="1"/>
              <a:t>10</a:t>
            </a:r>
          </a:p>
          <a:p>
            <a:pPr algn="r">
              <a:lnSpc>
                <a:spcPct val="110000"/>
              </a:lnSpc>
            </a:pPr>
            <a:r>
              <a:rPr lang="en-GB" sz="1800" b="1"/>
              <a:t>11</a:t>
            </a:r>
          </a:p>
          <a:p>
            <a:pPr algn="r">
              <a:lnSpc>
                <a:spcPct val="110000"/>
              </a:lnSpc>
            </a:pPr>
            <a:r>
              <a:rPr lang="en-GB" sz="1800" b="1"/>
              <a:t>12</a:t>
            </a:r>
          </a:p>
          <a:p>
            <a:pPr algn="r">
              <a:lnSpc>
                <a:spcPct val="110000"/>
              </a:lnSpc>
            </a:pPr>
            <a:r>
              <a:rPr lang="en-GB" sz="1800" b="1"/>
              <a:t>13</a:t>
            </a:r>
          </a:p>
          <a:p>
            <a:pPr algn="r">
              <a:lnSpc>
                <a:spcPct val="110000"/>
              </a:lnSpc>
            </a:pPr>
            <a:r>
              <a:rPr lang="en-GB" sz="1800" b="1"/>
              <a:t>14</a:t>
            </a:r>
          </a:p>
          <a:p>
            <a:pPr algn="r">
              <a:lnSpc>
                <a:spcPct val="110000"/>
              </a:lnSpc>
            </a:pPr>
            <a:r>
              <a:rPr lang="en-GB" sz="1800" b="1"/>
              <a:t>15</a:t>
            </a:r>
            <a:endParaRPr lang="en-US" sz="1800" b="1"/>
          </a:p>
        </p:txBody>
      </p:sp>
      <p:sp>
        <p:nvSpPr>
          <p:cNvPr id="17414" name="Rectangle 8"/>
          <p:cNvSpPr>
            <a:spLocks noChangeArrowheads="1"/>
          </p:cNvSpPr>
          <p:nvPr/>
        </p:nvSpPr>
        <p:spPr bwMode="auto">
          <a:xfrm>
            <a:off x="2154238" y="3638550"/>
            <a:ext cx="4765675" cy="1195388"/>
          </a:xfrm>
          <a:prstGeom prst="rect">
            <a:avLst/>
          </a:prstGeom>
          <a:solidFill>
            <a:srgbClr val="FFFFCC"/>
          </a:solidFill>
          <a:ln>
            <a:noFill/>
          </a:ln>
          <a:extLst>
            <a:ext uri="{91240B29-F687-4F45-9708-019B960494DF}">
              <a14:hiddenLine xmlns:a14="http://schemas.microsoft.com/office/drawing/2010/main" w="9525" algn="ctr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/>
          <a:lstStyle/>
          <a:p>
            <a:endParaRPr lang="en-US"/>
          </a:p>
        </p:txBody>
      </p:sp>
      <p:sp>
        <p:nvSpPr>
          <p:cNvPr id="17415" name="Text Box 9"/>
          <p:cNvSpPr txBox="1">
            <a:spLocks noChangeArrowheads="1"/>
          </p:cNvSpPr>
          <p:nvPr/>
        </p:nvSpPr>
        <p:spPr bwMode="auto">
          <a:xfrm>
            <a:off x="1444625" y="1176338"/>
            <a:ext cx="763588" cy="49180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 algn="ctr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defRPr sz="1600">
                <a:solidFill>
                  <a:schemeClr val="tx1"/>
                </a:solidFill>
                <a:latin typeface="Lucida Sans Unicode" pitchFamily="34" charset="0"/>
              </a:defRPr>
            </a:lvl1pPr>
            <a:lvl2pPr marL="742950" indent="-285750">
              <a:defRPr sz="1600">
                <a:solidFill>
                  <a:schemeClr val="tx1"/>
                </a:solidFill>
                <a:latin typeface="Lucida Sans Unicode" pitchFamily="34" charset="0"/>
              </a:defRPr>
            </a:lvl2pPr>
            <a:lvl3pPr marL="1143000" indent="-228600">
              <a:defRPr sz="1600">
                <a:solidFill>
                  <a:schemeClr val="tx1"/>
                </a:solidFill>
                <a:latin typeface="Lucida Sans Unicode" pitchFamily="34" charset="0"/>
              </a:defRPr>
            </a:lvl3pPr>
            <a:lvl4pPr marL="1600200" indent="-228600">
              <a:defRPr sz="1600">
                <a:solidFill>
                  <a:schemeClr val="tx1"/>
                </a:solidFill>
                <a:latin typeface="Lucida Sans Unicode" pitchFamily="34" charset="0"/>
              </a:defRPr>
            </a:lvl4pPr>
            <a:lvl5pPr marL="2057400" indent="-228600">
              <a:defRPr sz="1600">
                <a:solidFill>
                  <a:schemeClr val="tx1"/>
                </a:solidFill>
                <a:latin typeface="Lucida Sans Unicode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Lucida Sans Unicode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Lucida Sans Unicode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Lucida Sans Unicode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Lucida Sans Unicode" pitchFamily="34" charset="0"/>
              </a:defRPr>
            </a:lvl9pPr>
          </a:lstStyle>
          <a:p>
            <a:pPr>
              <a:lnSpc>
                <a:spcPct val="110000"/>
              </a:lnSpc>
            </a:pPr>
            <a:r>
              <a:rPr lang="en-GB" sz="1800" b="1"/>
              <a:t>0000</a:t>
            </a:r>
          </a:p>
          <a:p>
            <a:pPr>
              <a:lnSpc>
                <a:spcPct val="110000"/>
              </a:lnSpc>
            </a:pPr>
            <a:r>
              <a:rPr lang="en-GB" sz="1800" b="1"/>
              <a:t>0001</a:t>
            </a:r>
          </a:p>
          <a:p>
            <a:pPr>
              <a:lnSpc>
                <a:spcPct val="110000"/>
              </a:lnSpc>
            </a:pPr>
            <a:r>
              <a:rPr lang="en-GB" sz="1800" b="1"/>
              <a:t>0010</a:t>
            </a:r>
          </a:p>
          <a:p>
            <a:pPr>
              <a:lnSpc>
                <a:spcPct val="110000"/>
              </a:lnSpc>
            </a:pPr>
            <a:r>
              <a:rPr lang="en-GB" sz="1800" b="1"/>
              <a:t>0011</a:t>
            </a:r>
          </a:p>
          <a:p>
            <a:pPr>
              <a:lnSpc>
                <a:spcPct val="110000"/>
              </a:lnSpc>
            </a:pPr>
            <a:r>
              <a:rPr lang="en-GB" sz="1800" b="1"/>
              <a:t>0100</a:t>
            </a:r>
          </a:p>
          <a:p>
            <a:pPr>
              <a:lnSpc>
                <a:spcPct val="110000"/>
              </a:lnSpc>
            </a:pPr>
            <a:r>
              <a:rPr lang="en-GB" sz="1800" b="1"/>
              <a:t>0101</a:t>
            </a:r>
          </a:p>
          <a:p>
            <a:pPr>
              <a:lnSpc>
                <a:spcPct val="110000"/>
              </a:lnSpc>
            </a:pPr>
            <a:r>
              <a:rPr lang="en-GB" sz="1800" b="1"/>
              <a:t>0110</a:t>
            </a:r>
          </a:p>
          <a:p>
            <a:pPr>
              <a:lnSpc>
                <a:spcPct val="110000"/>
              </a:lnSpc>
            </a:pPr>
            <a:r>
              <a:rPr lang="en-GB" sz="1800" b="1"/>
              <a:t>0111</a:t>
            </a:r>
          </a:p>
          <a:p>
            <a:pPr>
              <a:lnSpc>
                <a:spcPct val="110000"/>
              </a:lnSpc>
            </a:pPr>
            <a:r>
              <a:rPr lang="en-GB" sz="1800" b="1"/>
              <a:t>1000</a:t>
            </a:r>
          </a:p>
          <a:p>
            <a:pPr>
              <a:lnSpc>
                <a:spcPct val="110000"/>
              </a:lnSpc>
            </a:pPr>
            <a:r>
              <a:rPr lang="en-GB" sz="1800" b="1"/>
              <a:t>1001</a:t>
            </a:r>
          </a:p>
          <a:p>
            <a:pPr>
              <a:lnSpc>
                <a:spcPct val="110000"/>
              </a:lnSpc>
            </a:pPr>
            <a:r>
              <a:rPr lang="en-GB" sz="1800" b="1"/>
              <a:t>1010</a:t>
            </a:r>
          </a:p>
          <a:p>
            <a:pPr>
              <a:lnSpc>
                <a:spcPct val="110000"/>
              </a:lnSpc>
            </a:pPr>
            <a:r>
              <a:rPr lang="en-GB" sz="1800" b="1"/>
              <a:t>1011</a:t>
            </a:r>
          </a:p>
          <a:p>
            <a:pPr>
              <a:lnSpc>
                <a:spcPct val="110000"/>
              </a:lnSpc>
            </a:pPr>
            <a:r>
              <a:rPr lang="en-GB" sz="1800" b="1"/>
              <a:t>1100</a:t>
            </a:r>
          </a:p>
          <a:p>
            <a:pPr>
              <a:lnSpc>
                <a:spcPct val="110000"/>
              </a:lnSpc>
            </a:pPr>
            <a:r>
              <a:rPr lang="en-GB" sz="1800" b="1"/>
              <a:t>1101</a:t>
            </a:r>
          </a:p>
          <a:p>
            <a:pPr>
              <a:lnSpc>
                <a:spcPct val="110000"/>
              </a:lnSpc>
            </a:pPr>
            <a:r>
              <a:rPr lang="en-GB" sz="1800" b="1"/>
              <a:t>1110</a:t>
            </a:r>
          </a:p>
          <a:p>
            <a:pPr>
              <a:lnSpc>
                <a:spcPct val="110000"/>
              </a:lnSpc>
            </a:pPr>
            <a:r>
              <a:rPr lang="en-GB" sz="1800" b="1"/>
              <a:t>1111</a:t>
            </a:r>
            <a:endParaRPr lang="en-US"/>
          </a:p>
        </p:txBody>
      </p:sp>
      <p:sp>
        <p:nvSpPr>
          <p:cNvPr id="17416" name="Text Box 10"/>
          <p:cNvSpPr txBox="1">
            <a:spLocks noChangeArrowheads="1"/>
          </p:cNvSpPr>
          <p:nvPr/>
        </p:nvSpPr>
        <p:spPr bwMode="auto">
          <a:xfrm>
            <a:off x="2652713" y="1176338"/>
            <a:ext cx="763587" cy="49180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 algn="ctr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defRPr sz="1600">
                <a:solidFill>
                  <a:schemeClr val="tx1"/>
                </a:solidFill>
                <a:latin typeface="Lucida Sans Unicode" pitchFamily="34" charset="0"/>
              </a:defRPr>
            </a:lvl1pPr>
            <a:lvl2pPr marL="742950" indent="-285750">
              <a:defRPr sz="1600">
                <a:solidFill>
                  <a:schemeClr val="tx1"/>
                </a:solidFill>
                <a:latin typeface="Lucida Sans Unicode" pitchFamily="34" charset="0"/>
              </a:defRPr>
            </a:lvl2pPr>
            <a:lvl3pPr marL="1143000" indent="-228600">
              <a:defRPr sz="1600">
                <a:solidFill>
                  <a:schemeClr val="tx1"/>
                </a:solidFill>
                <a:latin typeface="Lucida Sans Unicode" pitchFamily="34" charset="0"/>
              </a:defRPr>
            </a:lvl3pPr>
            <a:lvl4pPr marL="1600200" indent="-228600">
              <a:defRPr sz="1600">
                <a:solidFill>
                  <a:schemeClr val="tx1"/>
                </a:solidFill>
                <a:latin typeface="Lucida Sans Unicode" pitchFamily="34" charset="0"/>
              </a:defRPr>
            </a:lvl4pPr>
            <a:lvl5pPr marL="2057400" indent="-228600">
              <a:defRPr sz="1600">
                <a:solidFill>
                  <a:schemeClr val="tx1"/>
                </a:solidFill>
                <a:latin typeface="Lucida Sans Unicode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Lucida Sans Unicode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Lucida Sans Unicode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Lucida Sans Unicode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Lucida Sans Unicode" pitchFamily="34" charset="0"/>
              </a:defRPr>
            </a:lvl9pPr>
          </a:lstStyle>
          <a:p>
            <a:pPr>
              <a:lnSpc>
                <a:spcPct val="110000"/>
              </a:lnSpc>
            </a:pPr>
            <a:r>
              <a:rPr lang="en-GB" sz="1800" b="1"/>
              <a:t>0000</a:t>
            </a:r>
          </a:p>
          <a:p>
            <a:pPr>
              <a:lnSpc>
                <a:spcPct val="110000"/>
              </a:lnSpc>
            </a:pPr>
            <a:r>
              <a:rPr lang="en-GB" sz="1800" b="1"/>
              <a:t>0001</a:t>
            </a:r>
          </a:p>
          <a:p>
            <a:pPr>
              <a:lnSpc>
                <a:spcPct val="110000"/>
              </a:lnSpc>
            </a:pPr>
            <a:r>
              <a:rPr lang="en-GB" sz="1800" b="1"/>
              <a:t>0010</a:t>
            </a:r>
          </a:p>
          <a:p>
            <a:pPr>
              <a:lnSpc>
                <a:spcPct val="110000"/>
              </a:lnSpc>
            </a:pPr>
            <a:r>
              <a:rPr lang="en-GB" sz="1800" b="1"/>
              <a:t>0011</a:t>
            </a:r>
          </a:p>
          <a:p>
            <a:pPr>
              <a:lnSpc>
                <a:spcPct val="110000"/>
              </a:lnSpc>
            </a:pPr>
            <a:r>
              <a:rPr lang="en-GB" sz="1800" b="1"/>
              <a:t>0100</a:t>
            </a:r>
          </a:p>
          <a:p>
            <a:pPr>
              <a:lnSpc>
                <a:spcPct val="110000"/>
              </a:lnSpc>
            </a:pPr>
            <a:r>
              <a:rPr lang="en-GB" sz="1800" b="1"/>
              <a:t>0101</a:t>
            </a:r>
          </a:p>
          <a:p>
            <a:pPr>
              <a:lnSpc>
                <a:spcPct val="110000"/>
              </a:lnSpc>
            </a:pPr>
            <a:r>
              <a:rPr lang="en-GB" sz="1800" b="1"/>
              <a:t>0110</a:t>
            </a:r>
          </a:p>
          <a:p>
            <a:pPr>
              <a:lnSpc>
                <a:spcPct val="110000"/>
              </a:lnSpc>
            </a:pPr>
            <a:r>
              <a:rPr lang="en-GB" sz="1800" b="1"/>
              <a:t>0111</a:t>
            </a:r>
          </a:p>
          <a:p>
            <a:pPr>
              <a:lnSpc>
                <a:spcPct val="110000"/>
              </a:lnSpc>
            </a:pPr>
            <a:r>
              <a:rPr lang="en-GB" sz="1800" b="1"/>
              <a:t>1000</a:t>
            </a:r>
          </a:p>
          <a:p>
            <a:pPr>
              <a:lnSpc>
                <a:spcPct val="110000"/>
              </a:lnSpc>
            </a:pPr>
            <a:r>
              <a:rPr lang="en-GB" sz="1800" b="1"/>
              <a:t>1001</a:t>
            </a:r>
          </a:p>
          <a:p>
            <a:pPr>
              <a:lnSpc>
                <a:spcPct val="110000"/>
              </a:lnSpc>
            </a:pPr>
            <a:r>
              <a:rPr lang="en-GB" sz="1800" b="1"/>
              <a:t>1010</a:t>
            </a:r>
          </a:p>
          <a:p>
            <a:pPr>
              <a:lnSpc>
                <a:spcPct val="110000"/>
              </a:lnSpc>
            </a:pPr>
            <a:r>
              <a:rPr lang="en-GB" sz="1800" b="1"/>
              <a:t>1011</a:t>
            </a:r>
          </a:p>
          <a:p>
            <a:pPr>
              <a:lnSpc>
                <a:spcPct val="110000"/>
              </a:lnSpc>
            </a:pPr>
            <a:r>
              <a:rPr lang="en-GB" sz="1800" b="1"/>
              <a:t>1100</a:t>
            </a:r>
          </a:p>
          <a:p>
            <a:pPr>
              <a:lnSpc>
                <a:spcPct val="110000"/>
              </a:lnSpc>
            </a:pPr>
            <a:r>
              <a:rPr lang="en-GB" sz="1800" b="1"/>
              <a:t>1101</a:t>
            </a:r>
          </a:p>
          <a:p>
            <a:pPr>
              <a:lnSpc>
                <a:spcPct val="110000"/>
              </a:lnSpc>
            </a:pPr>
            <a:r>
              <a:rPr lang="en-GB" sz="1800" b="1"/>
              <a:t>1110</a:t>
            </a:r>
          </a:p>
          <a:p>
            <a:pPr>
              <a:lnSpc>
                <a:spcPct val="110000"/>
              </a:lnSpc>
            </a:pPr>
            <a:r>
              <a:rPr lang="en-GB" sz="1800" b="1"/>
              <a:t>1111</a:t>
            </a:r>
            <a:endParaRPr lang="en-US"/>
          </a:p>
        </p:txBody>
      </p:sp>
      <p:sp>
        <p:nvSpPr>
          <p:cNvPr id="17417" name="Text Box 11"/>
          <p:cNvSpPr txBox="1">
            <a:spLocks noChangeArrowheads="1"/>
          </p:cNvSpPr>
          <p:nvPr/>
        </p:nvSpPr>
        <p:spPr bwMode="auto">
          <a:xfrm>
            <a:off x="2487613" y="1176338"/>
            <a:ext cx="328612" cy="49180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 algn="ctr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defRPr sz="1600">
                <a:solidFill>
                  <a:schemeClr val="tx1"/>
                </a:solidFill>
                <a:latin typeface="Lucida Sans Unicode" pitchFamily="34" charset="0"/>
              </a:defRPr>
            </a:lvl1pPr>
            <a:lvl2pPr marL="742950" indent="-285750">
              <a:defRPr sz="1600">
                <a:solidFill>
                  <a:schemeClr val="tx1"/>
                </a:solidFill>
                <a:latin typeface="Lucida Sans Unicode" pitchFamily="34" charset="0"/>
              </a:defRPr>
            </a:lvl2pPr>
            <a:lvl3pPr marL="1143000" indent="-228600">
              <a:defRPr sz="1600">
                <a:solidFill>
                  <a:schemeClr val="tx1"/>
                </a:solidFill>
                <a:latin typeface="Lucida Sans Unicode" pitchFamily="34" charset="0"/>
              </a:defRPr>
            </a:lvl3pPr>
            <a:lvl4pPr marL="1600200" indent="-228600">
              <a:defRPr sz="1600">
                <a:solidFill>
                  <a:schemeClr val="tx1"/>
                </a:solidFill>
                <a:latin typeface="Lucida Sans Unicode" pitchFamily="34" charset="0"/>
              </a:defRPr>
            </a:lvl4pPr>
            <a:lvl5pPr marL="2057400" indent="-228600">
              <a:defRPr sz="1600">
                <a:solidFill>
                  <a:schemeClr val="tx1"/>
                </a:solidFill>
                <a:latin typeface="Lucida Sans Unicode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Lucida Sans Unicode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Lucida Sans Unicode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Lucida Sans Unicode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Lucida Sans Unicode" pitchFamily="34" charset="0"/>
              </a:defRPr>
            </a:lvl9pPr>
          </a:lstStyle>
          <a:p>
            <a:pPr>
              <a:lnSpc>
                <a:spcPct val="110000"/>
              </a:lnSpc>
            </a:pPr>
            <a:r>
              <a:rPr lang="en-GB" sz="1800" b="1">
                <a:solidFill>
                  <a:srgbClr val="FF0000"/>
                </a:solidFill>
              </a:rPr>
              <a:t>1</a:t>
            </a:r>
          </a:p>
          <a:p>
            <a:pPr>
              <a:lnSpc>
                <a:spcPct val="110000"/>
              </a:lnSpc>
            </a:pPr>
            <a:r>
              <a:rPr lang="en-GB" sz="1800" b="1">
                <a:solidFill>
                  <a:srgbClr val="FF0000"/>
                </a:solidFill>
              </a:rPr>
              <a:t>1</a:t>
            </a:r>
          </a:p>
          <a:p>
            <a:pPr>
              <a:lnSpc>
                <a:spcPct val="110000"/>
              </a:lnSpc>
            </a:pPr>
            <a:r>
              <a:rPr lang="en-GB" sz="1800" b="1">
                <a:solidFill>
                  <a:srgbClr val="FF0000"/>
                </a:solidFill>
              </a:rPr>
              <a:t>1</a:t>
            </a:r>
          </a:p>
          <a:p>
            <a:pPr>
              <a:lnSpc>
                <a:spcPct val="110000"/>
              </a:lnSpc>
            </a:pPr>
            <a:r>
              <a:rPr lang="en-GB" sz="1800" b="1">
                <a:solidFill>
                  <a:srgbClr val="FF0000"/>
                </a:solidFill>
              </a:rPr>
              <a:t>1</a:t>
            </a:r>
          </a:p>
          <a:p>
            <a:pPr>
              <a:lnSpc>
                <a:spcPct val="110000"/>
              </a:lnSpc>
            </a:pPr>
            <a:r>
              <a:rPr lang="en-GB" sz="1800" b="1">
                <a:solidFill>
                  <a:srgbClr val="FF0000"/>
                </a:solidFill>
              </a:rPr>
              <a:t>1</a:t>
            </a:r>
          </a:p>
          <a:p>
            <a:pPr>
              <a:lnSpc>
                <a:spcPct val="110000"/>
              </a:lnSpc>
            </a:pPr>
            <a:r>
              <a:rPr lang="en-GB" sz="1800" b="1">
                <a:solidFill>
                  <a:srgbClr val="FF0000"/>
                </a:solidFill>
              </a:rPr>
              <a:t>1</a:t>
            </a:r>
          </a:p>
          <a:p>
            <a:pPr>
              <a:lnSpc>
                <a:spcPct val="110000"/>
              </a:lnSpc>
            </a:pPr>
            <a:r>
              <a:rPr lang="en-GB" sz="1800" b="1">
                <a:solidFill>
                  <a:srgbClr val="FF0000"/>
                </a:solidFill>
              </a:rPr>
              <a:t>1</a:t>
            </a:r>
          </a:p>
          <a:p>
            <a:pPr>
              <a:lnSpc>
                <a:spcPct val="110000"/>
              </a:lnSpc>
            </a:pPr>
            <a:r>
              <a:rPr lang="en-GB" sz="1800" b="1">
                <a:solidFill>
                  <a:srgbClr val="FF0000"/>
                </a:solidFill>
              </a:rPr>
              <a:t>1</a:t>
            </a:r>
          </a:p>
          <a:p>
            <a:pPr>
              <a:lnSpc>
                <a:spcPct val="110000"/>
              </a:lnSpc>
            </a:pPr>
            <a:r>
              <a:rPr lang="en-GB" sz="1800" b="1">
                <a:solidFill>
                  <a:srgbClr val="FF0000"/>
                </a:solidFill>
              </a:rPr>
              <a:t>1</a:t>
            </a:r>
          </a:p>
          <a:p>
            <a:pPr>
              <a:lnSpc>
                <a:spcPct val="110000"/>
              </a:lnSpc>
            </a:pPr>
            <a:r>
              <a:rPr lang="en-GB" sz="1800" b="1">
                <a:solidFill>
                  <a:srgbClr val="FF0000"/>
                </a:solidFill>
              </a:rPr>
              <a:t>1</a:t>
            </a:r>
          </a:p>
          <a:p>
            <a:pPr>
              <a:lnSpc>
                <a:spcPct val="110000"/>
              </a:lnSpc>
            </a:pPr>
            <a:r>
              <a:rPr lang="en-GB" sz="1800" b="1">
                <a:solidFill>
                  <a:srgbClr val="FF0000"/>
                </a:solidFill>
              </a:rPr>
              <a:t>1</a:t>
            </a:r>
          </a:p>
          <a:p>
            <a:pPr>
              <a:lnSpc>
                <a:spcPct val="110000"/>
              </a:lnSpc>
            </a:pPr>
            <a:r>
              <a:rPr lang="en-GB" sz="1800" b="1">
                <a:solidFill>
                  <a:srgbClr val="FF0000"/>
                </a:solidFill>
              </a:rPr>
              <a:t>1</a:t>
            </a:r>
          </a:p>
          <a:p>
            <a:pPr>
              <a:lnSpc>
                <a:spcPct val="110000"/>
              </a:lnSpc>
            </a:pPr>
            <a:r>
              <a:rPr lang="en-GB" sz="1800" b="1">
                <a:solidFill>
                  <a:srgbClr val="FF0000"/>
                </a:solidFill>
              </a:rPr>
              <a:t>1</a:t>
            </a:r>
          </a:p>
          <a:p>
            <a:pPr>
              <a:lnSpc>
                <a:spcPct val="110000"/>
              </a:lnSpc>
            </a:pPr>
            <a:r>
              <a:rPr lang="en-GB" sz="1800" b="1">
                <a:solidFill>
                  <a:srgbClr val="FF0000"/>
                </a:solidFill>
              </a:rPr>
              <a:t>1</a:t>
            </a:r>
          </a:p>
          <a:p>
            <a:pPr>
              <a:lnSpc>
                <a:spcPct val="110000"/>
              </a:lnSpc>
            </a:pPr>
            <a:r>
              <a:rPr lang="en-GB" sz="1800" b="1">
                <a:solidFill>
                  <a:srgbClr val="FF0000"/>
                </a:solidFill>
              </a:rPr>
              <a:t>1</a:t>
            </a:r>
          </a:p>
          <a:p>
            <a:pPr>
              <a:lnSpc>
                <a:spcPct val="110000"/>
              </a:lnSpc>
            </a:pPr>
            <a:r>
              <a:rPr lang="en-GB" sz="1800" b="1">
                <a:solidFill>
                  <a:srgbClr val="FF0000"/>
                </a:solidFill>
              </a:rPr>
              <a:t>1</a:t>
            </a:r>
            <a:endParaRPr lang="en-US" sz="1800" b="1">
              <a:solidFill>
                <a:srgbClr val="FF0000"/>
              </a:solidFill>
            </a:endParaRPr>
          </a:p>
        </p:txBody>
      </p:sp>
      <p:sp>
        <p:nvSpPr>
          <p:cNvPr id="17418" name="Text Box 12"/>
          <p:cNvSpPr txBox="1">
            <a:spLocks noChangeArrowheads="1"/>
          </p:cNvSpPr>
          <p:nvPr/>
        </p:nvSpPr>
        <p:spPr bwMode="auto">
          <a:xfrm>
            <a:off x="3824288" y="1176338"/>
            <a:ext cx="473075" cy="49180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 algn="ctr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defRPr sz="1600">
                <a:solidFill>
                  <a:schemeClr val="tx1"/>
                </a:solidFill>
                <a:latin typeface="Lucida Sans Unicode" pitchFamily="34" charset="0"/>
              </a:defRPr>
            </a:lvl1pPr>
            <a:lvl2pPr marL="742950" indent="-285750">
              <a:defRPr sz="1600">
                <a:solidFill>
                  <a:schemeClr val="tx1"/>
                </a:solidFill>
                <a:latin typeface="Lucida Sans Unicode" pitchFamily="34" charset="0"/>
              </a:defRPr>
            </a:lvl2pPr>
            <a:lvl3pPr marL="1143000" indent="-228600">
              <a:defRPr sz="1600">
                <a:solidFill>
                  <a:schemeClr val="tx1"/>
                </a:solidFill>
                <a:latin typeface="Lucida Sans Unicode" pitchFamily="34" charset="0"/>
              </a:defRPr>
            </a:lvl3pPr>
            <a:lvl4pPr marL="1600200" indent="-228600">
              <a:defRPr sz="1600">
                <a:solidFill>
                  <a:schemeClr val="tx1"/>
                </a:solidFill>
                <a:latin typeface="Lucida Sans Unicode" pitchFamily="34" charset="0"/>
              </a:defRPr>
            </a:lvl4pPr>
            <a:lvl5pPr marL="2057400" indent="-228600">
              <a:defRPr sz="1600">
                <a:solidFill>
                  <a:schemeClr val="tx1"/>
                </a:solidFill>
                <a:latin typeface="Lucida Sans Unicode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Lucida Sans Unicode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Lucida Sans Unicode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Lucida Sans Unicode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Lucida Sans Unicode" pitchFamily="34" charset="0"/>
              </a:defRPr>
            </a:lvl9pPr>
          </a:lstStyle>
          <a:p>
            <a:pPr>
              <a:lnSpc>
                <a:spcPct val="110000"/>
              </a:lnSpc>
            </a:pPr>
            <a:r>
              <a:rPr lang="en-GB" sz="1800" b="1"/>
              <a:t>16</a:t>
            </a:r>
          </a:p>
          <a:p>
            <a:pPr>
              <a:lnSpc>
                <a:spcPct val="110000"/>
              </a:lnSpc>
            </a:pPr>
            <a:r>
              <a:rPr lang="en-GB" sz="1800" b="1"/>
              <a:t>17</a:t>
            </a:r>
          </a:p>
          <a:p>
            <a:pPr>
              <a:lnSpc>
                <a:spcPct val="110000"/>
              </a:lnSpc>
            </a:pPr>
            <a:r>
              <a:rPr lang="en-GB" sz="1800" b="1"/>
              <a:t>18</a:t>
            </a:r>
          </a:p>
          <a:p>
            <a:pPr>
              <a:lnSpc>
                <a:spcPct val="110000"/>
              </a:lnSpc>
            </a:pPr>
            <a:r>
              <a:rPr lang="en-GB" sz="1800" b="1"/>
              <a:t>19</a:t>
            </a:r>
          </a:p>
          <a:p>
            <a:pPr>
              <a:lnSpc>
                <a:spcPct val="110000"/>
              </a:lnSpc>
            </a:pPr>
            <a:r>
              <a:rPr lang="en-GB" sz="1800" b="1"/>
              <a:t>20</a:t>
            </a:r>
          </a:p>
          <a:p>
            <a:pPr>
              <a:lnSpc>
                <a:spcPct val="110000"/>
              </a:lnSpc>
            </a:pPr>
            <a:r>
              <a:rPr lang="en-GB" sz="1800" b="1"/>
              <a:t>21</a:t>
            </a:r>
          </a:p>
          <a:p>
            <a:pPr>
              <a:lnSpc>
                <a:spcPct val="110000"/>
              </a:lnSpc>
            </a:pPr>
            <a:r>
              <a:rPr lang="en-GB" sz="1800" b="1"/>
              <a:t>22</a:t>
            </a:r>
          </a:p>
          <a:p>
            <a:pPr>
              <a:lnSpc>
                <a:spcPct val="110000"/>
              </a:lnSpc>
            </a:pPr>
            <a:r>
              <a:rPr lang="en-GB" sz="1800" b="1"/>
              <a:t>23</a:t>
            </a:r>
          </a:p>
          <a:p>
            <a:pPr>
              <a:lnSpc>
                <a:spcPct val="110000"/>
              </a:lnSpc>
            </a:pPr>
            <a:r>
              <a:rPr lang="en-GB" sz="1800" b="1"/>
              <a:t>24</a:t>
            </a:r>
          </a:p>
          <a:p>
            <a:pPr>
              <a:lnSpc>
                <a:spcPct val="110000"/>
              </a:lnSpc>
            </a:pPr>
            <a:r>
              <a:rPr lang="en-GB" sz="1800" b="1"/>
              <a:t>25</a:t>
            </a:r>
          </a:p>
          <a:p>
            <a:pPr>
              <a:lnSpc>
                <a:spcPct val="110000"/>
              </a:lnSpc>
            </a:pPr>
            <a:r>
              <a:rPr lang="en-GB" sz="1800" b="1"/>
              <a:t>26</a:t>
            </a:r>
          </a:p>
          <a:p>
            <a:pPr>
              <a:lnSpc>
                <a:spcPct val="110000"/>
              </a:lnSpc>
            </a:pPr>
            <a:r>
              <a:rPr lang="en-GB" sz="1800" b="1"/>
              <a:t>27</a:t>
            </a:r>
          </a:p>
          <a:p>
            <a:pPr>
              <a:lnSpc>
                <a:spcPct val="110000"/>
              </a:lnSpc>
            </a:pPr>
            <a:r>
              <a:rPr lang="en-GB" sz="1800" b="1"/>
              <a:t>28</a:t>
            </a:r>
          </a:p>
          <a:p>
            <a:pPr>
              <a:lnSpc>
                <a:spcPct val="110000"/>
              </a:lnSpc>
            </a:pPr>
            <a:r>
              <a:rPr lang="en-GB" sz="1800" b="1"/>
              <a:t>29</a:t>
            </a:r>
          </a:p>
          <a:p>
            <a:pPr>
              <a:lnSpc>
                <a:spcPct val="110000"/>
              </a:lnSpc>
            </a:pPr>
            <a:r>
              <a:rPr lang="en-GB" sz="1800" b="1"/>
              <a:t>30</a:t>
            </a:r>
          </a:p>
          <a:p>
            <a:pPr>
              <a:lnSpc>
                <a:spcPct val="110000"/>
              </a:lnSpc>
            </a:pPr>
            <a:r>
              <a:rPr lang="en-GB" sz="1800" b="1"/>
              <a:t>31</a:t>
            </a:r>
            <a:endParaRPr lang="en-US" sz="1800" b="1"/>
          </a:p>
        </p:txBody>
      </p:sp>
      <p:sp>
        <p:nvSpPr>
          <p:cNvPr id="17419" name="Text Box 13"/>
          <p:cNvSpPr txBox="1">
            <a:spLocks noChangeArrowheads="1"/>
          </p:cNvSpPr>
          <p:nvPr/>
        </p:nvSpPr>
        <p:spPr bwMode="auto">
          <a:xfrm>
            <a:off x="977900" y="1176338"/>
            <a:ext cx="365125" cy="49180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 algn="ctr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defRPr sz="1600">
                <a:solidFill>
                  <a:schemeClr val="tx1"/>
                </a:solidFill>
                <a:latin typeface="Lucida Sans Unicode" pitchFamily="34" charset="0"/>
              </a:defRPr>
            </a:lvl1pPr>
            <a:lvl2pPr marL="742950" indent="-285750">
              <a:defRPr sz="1600">
                <a:solidFill>
                  <a:schemeClr val="tx1"/>
                </a:solidFill>
                <a:latin typeface="Lucida Sans Unicode" pitchFamily="34" charset="0"/>
              </a:defRPr>
            </a:lvl2pPr>
            <a:lvl3pPr marL="1143000" indent="-228600">
              <a:defRPr sz="1600">
                <a:solidFill>
                  <a:schemeClr val="tx1"/>
                </a:solidFill>
                <a:latin typeface="Lucida Sans Unicode" pitchFamily="34" charset="0"/>
              </a:defRPr>
            </a:lvl3pPr>
            <a:lvl4pPr marL="1600200" indent="-228600">
              <a:defRPr sz="1600">
                <a:solidFill>
                  <a:schemeClr val="tx1"/>
                </a:solidFill>
                <a:latin typeface="Lucida Sans Unicode" pitchFamily="34" charset="0"/>
              </a:defRPr>
            </a:lvl4pPr>
            <a:lvl5pPr marL="2057400" indent="-228600">
              <a:defRPr sz="1600">
                <a:solidFill>
                  <a:schemeClr val="tx1"/>
                </a:solidFill>
                <a:latin typeface="Lucida Sans Unicode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Lucida Sans Unicode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Lucida Sans Unicode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Lucida Sans Unicode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Lucida Sans Unicode" pitchFamily="34" charset="0"/>
              </a:defRPr>
            </a:lvl9pPr>
          </a:lstStyle>
          <a:p>
            <a:pPr>
              <a:lnSpc>
                <a:spcPct val="110000"/>
              </a:lnSpc>
            </a:pPr>
            <a:r>
              <a:rPr lang="en-GB" sz="1800"/>
              <a:t>=</a:t>
            </a:r>
          </a:p>
          <a:p>
            <a:pPr>
              <a:lnSpc>
                <a:spcPct val="110000"/>
              </a:lnSpc>
            </a:pPr>
            <a:r>
              <a:rPr lang="en-GB" sz="1800"/>
              <a:t>=</a:t>
            </a:r>
          </a:p>
          <a:p>
            <a:pPr>
              <a:lnSpc>
                <a:spcPct val="110000"/>
              </a:lnSpc>
            </a:pPr>
            <a:r>
              <a:rPr lang="en-GB" sz="1800"/>
              <a:t>=</a:t>
            </a:r>
          </a:p>
          <a:p>
            <a:pPr>
              <a:lnSpc>
                <a:spcPct val="110000"/>
              </a:lnSpc>
            </a:pPr>
            <a:r>
              <a:rPr lang="en-GB" sz="1800"/>
              <a:t>=</a:t>
            </a:r>
          </a:p>
          <a:p>
            <a:pPr>
              <a:lnSpc>
                <a:spcPct val="110000"/>
              </a:lnSpc>
            </a:pPr>
            <a:r>
              <a:rPr lang="en-GB" sz="1800"/>
              <a:t>=</a:t>
            </a:r>
          </a:p>
          <a:p>
            <a:pPr>
              <a:lnSpc>
                <a:spcPct val="110000"/>
              </a:lnSpc>
            </a:pPr>
            <a:r>
              <a:rPr lang="en-GB" sz="1800"/>
              <a:t>=</a:t>
            </a:r>
          </a:p>
          <a:p>
            <a:pPr>
              <a:lnSpc>
                <a:spcPct val="110000"/>
              </a:lnSpc>
            </a:pPr>
            <a:r>
              <a:rPr lang="en-GB" sz="1800"/>
              <a:t>=</a:t>
            </a:r>
          </a:p>
          <a:p>
            <a:pPr>
              <a:lnSpc>
                <a:spcPct val="110000"/>
              </a:lnSpc>
            </a:pPr>
            <a:r>
              <a:rPr lang="en-GB" sz="1800"/>
              <a:t>=</a:t>
            </a:r>
          </a:p>
          <a:p>
            <a:pPr>
              <a:lnSpc>
                <a:spcPct val="110000"/>
              </a:lnSpc>
            </a:pPr>
            <a:r>
              <a:rPr lang="en-GB" sz="1800"/>
              <a:t>=</a:t>
            </a:r>
          </a:p>
          <a:p>
            <a:pPr>
              <a:lnSpc>
                <a:spcPct val="110000"/>
              </a:lnSpc>
            </a:pPr>
            <a:r>
              <a:rPr lang="en-GB" sz="1800"/>
              <a:t>=</a:t>
            </a:r>
          </a:p>
          <a:p>
            <a:pPr>
              <a:lnSpc>
                <a:spcPct val="110000"/>
              </a:lnSpc>
            </a:pPr>
            <a:r>
              <a:rPr lang="en-GB" sz="1800"/>
              <a:t>=</a:t>
            </a:r>
          </a:p>
          <a:p>
            <a:pPr>
              <a:lnSpc>
                <a:spcPct val="110000"/>
              </a:lnSpc>
            </a:pPr>
            <a:r>
              <a:rPr lang="en-GB" sz="1800"/>
              <a:t>=</a:t>
            </a:r>
          </a:p>
          <a:p>
            <a:pPr>
              <a:lnSpc>
                <a:spcPct val="110000"/>
              </a:lnSpc>
            </a:pPr>
            <a:r>
              <a:rPr lang="en-GB" sz="1800"/>
              <a:t>=</a:t>
            </a:r>
          </a:p>
          <a:p>
            <a:pPr>
              <a:lnSpc>
                <a:spcPct val="110000"/>
              </a:lnSpc>
            </a:pPr>
            <a:r>
              <a:rPr lang="en-GB" sz="1800"/>
              <a:t>=</a:t>
            </a:r>
          </a:p>
          <a:p>
            <a:pPr>
              <a:lnSpc>
                <a:spcPct val="110000"/>
              </a:lnSpc>
            </a:pPr>
            <a:r>
              <a:rPr lang="en-GB" sz="1800"/>
              <a:t>=</a:t>
            </a:r>
          </a:p>
          <a:p>
            <a:pPr>
              <a:lnSpc>
                <a:spcPct val="110000"/>
              </a:lnSpc>
            </a:pPr>
            <a:r>
              <a:rPr lang="en-GB" sz="1800"/>
              <a:t>=</a:t>
            </a:r>
            <a:endParaRPr lang="en-US" sz="1800"/>
          </a:p>
        </p:txBody>
      </p:sp>
      <p:sp>
        <p:nvSpPr>
          <p:cNvPr id="17420" name="Text Box 14"/>
          <p:cNvSpPr txBox="1">
            <a:spLocks noChangeArrowheads="1"/>
          </p:cNvSpPr>
          <p:nvPr/>
        </p:nvSpPr>
        <p:spPr bwMode="auto">
          <a:xfrm>
            <a:off x="3402013" y="1176338"/>
            <a:ext cx="365125" cy="49180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 algn="ctr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defRPr sz="1600">
                <a:solidFill>
                  <a:schemeClr val="tx1"/>
                </a:solidFill>
                <a:latin typeface="Lucida Sans Unicode" pitchFamily="34" charset="0"/>
              </a:defRPr>
            </a:lvl1pPr>
            <a:lvl2pPr marL="742950" indent="-285750">
              <a:defRPr sz="1600">
                <a:solidFill>
                  <a:schemeClr val="tx1"/>
                </a:solidFill>
                <a:latin typeface="Lucida Sans Unicode" pitchFamily="34" charset="0"/>
              </a:defRPr>
            </a:lvl2pPr>
            <a:lvl3pPr marL="1143000" indent="-228600">
              <a:defRPr sz="1600">
                <a:solidFill>
                  <a:schemeClr val="tx1"/>
                </a:solidFill>
                <a:latin typeface="Lucida Sans Unicode" pitchFamily="34" charset="0"/>
              </a:defRPr>
            </a:lvl3pPr>
            <a:lvl4pPr marL="1600200" indent="-228600">
              <a:defRPr sz="1600">
                <a:solidFill>
                  <a:schemeClr val="tx1"/>
                </a:solidFill>
                <a:latin typeface="Lucida Sans Unicode" pitchFamily="34" charset="0"/>
              </a:defRPr>
            </a:lvl4pPr>
            <a:lvl5pPr marL="2057400" indent="-228600">
              <a:defRPr sz="1600">
                <a:solidFill>
                  <a:schemeClr val="tx1"/>
                </a:solidFill>
                <a:latin typeface="Lucida Sans Unicode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Lucida Sans Unicode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Lucida Sans Unicode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Lucida Sans Unicode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Lucida Sans Unicode" pitchFamily="34" charset="0"/>
              </a:defRPr>
            </a:lvl9pPr>
          </a:lstStyle>
          <a:p>
            <a:pPr>
              <a:lnSpc>
                <a:spcPct val="110000"/>
              </a:lnSpc>
            </a:pPr>
            <a:r>
              <a:rPr lang="en-GB" sz="1800"/>
              <a:t>=</a:t>
            </a:r>
          </a:p>
          <a:p>
            <a:pPr>
              <a:lnSpc>
                <a:spcPct val="110000"/>
              </a:lnSpc>
            </a:pPr>
            <a:r>
              <a:rPr lang="en-GB" sz="1800"/>
              <a:t>=</a:t>
            </a:r>
          </a:p>
          <a:p>
            <a:pPr>
              <a:lnSpc>
                <a:spcPct val="110000"/>
              </a:lnSpc>
            </a:pPr>
            <a:r>
              <a:rPr lang="en-GB" sz="1800"/>
              <a:t>=</a:t>
            </a:r>
          </a:p>
          <a:p>
            <a:pPr>
              <a:lnSpc>
                <a:spcPct val="110000"/>
              </a:lnSpc>
            </a:pPr>
            <a:r>
              <a:rPr lang="en-GB" sz="1800"/>
              <a:t>=</a:t>
            </a:r>
          </a:p>
          <a:p>
            <a:pPr>
              <a:lnSpc>
                <a:spcPct val="110000"/>
              </a:lnSpc>
            </a:pPr>
            <a:r>
              <a:rPr lang="en-GB" sz="1800"/>
              <a:t>=</a:t>
            </a:r>
          </a:p>
          <a:p>
            <a:pPr>
              <a:lnSpc>
                <a:spcPct val="110000"/>
              </a:lnSpc>
            </a:pPr>
            <a:r>
              <a:rPr lang="en-GB" sz="1800"/>
              <a:t>=</a:t>
            </a:r>
          </a:p>
          <a:p>
            <a:pPr>
              <a:lnSpc>
                <a:spcPct val="110000"/>
              </a:lnSpc>
            </a:pPr>
            <a:r>
              <a:rPr lang="en-GB" sz="1800"/>
              <a:t>=</a:t>
            </a:r>
          </a:p>
          <a:p>
            <a:pPr>
              <a:lnSpc>
                <a:spcPct val="110000"/>
              </a:lnSpc>
            </a:pPr>
            <a:r>
              <a:rPr lang="en-GB" sz="1800"/>
              <a:t>=</a:t>
            </a:r>
          </a:p>
          <a:p>
            <a:pPr>
              <a:lnSpc>
                <a:spcPct val="110000"/>
              </a:lnSpc>
            </a:pPr>
            <a:r>
              <a:rPr lang="en-GB" sz="1800"/>
              <a:t>=</a:t>
            </a:r>
          </a:p>
          <a:p>
            <a:pPr>
              <a:lnSpc>
                <a:spcPct val="110000"/>
              </a:lnSpc>
            </a:pPr>
            <a:r>
              <a:rPr lang="en-GB" sz="1800"/>
              <a:t>=</a:t>
            </a:r>
          </a:p>
          <a:p>
            <a:pPr>
              <a:lnSpc>
                <a:spcPct val="110000"/>
              </a:lnSpc>
            </a:pPr>
            <a:r>
              <a:rPr lang="en-GB" sz="1800"/>
              <a:t>=</a:t>
            </a:r>
          </a:p>
          <a:p>
            <a:pPr>
              <a:lnSpc>
                <a:spcPct val="110000"/>
              </a:lnSpc>
            </a:pPr>
            <a:r>
              <a:rPr lang="en-GB" sz="1800"/>
              <a:t>=</a:t>
            </a:r>
          </a:p>
          <a:p>
            <a:pPr>
              <a:lnSpc>
                <a:spcPct val="110000"/>
              </a:lnSpc>
            </a:pPr>
            <a:r>
              <a:rPr lang="en-GB" sz="1800"/>
              <a:t>=</a:t>
            </a:r>
          </a:p>
          <a:p>
            <a:pPr>
              <a:lnSpc>
                <a:spcPct val="110000"/>
              </a:lnSpc>
            </a:pPr>
            <a:r>
              <a:rPr lang="en-GB" sz="1800"/>
              <a:t>=</a:t>
            </a:r>
          </a:p>
          <a:p>
            <a:pPr>
              <a:lnSpc>
                <a:spcPct val="110000"/>
              </a:lnSpc>
            </a:pPr>
            <a:r>
              <a:rPr lang="en-GB" sz="1800"/>
              <a:t>=</a:t>
            </a:r>
          </a:p>
          <a:p>
            <a:pPr>
              <a:lnSpc>
                <a:spcPct val="110000"/>
              </a:lnSpc>
            </a:pPr>
            <a:r>
              <a:rPr lang="en-GB" sz="1800"/>
              <a:t>=</a:t>
            </a:r>
            <a:endParaRPr lang="en-US" sz="1800"/>
          </a:p>
        </p:txBody>
      </p:sp>
      <p:sp>
        <p:nvSpPr>
          <p:cNvPr id="17421" name="Text Box 15"/>
          <p:cNvSpPr txBox="1">
            <a:spLocks noChangeArrowheads="1"/>
          </p:cNvSpPr>
          <p:nvPr/>
        </p:nvSpPr>
        <p:spPr bwMode="auto">
          <a:xfrm>
            <a:off x="3463925" y="1176338"/>
            <a:ext cx="365125" cy="49180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 algn="ctr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defRPr sz="1600">
                <a:solidFill>
                  <a:schemeClr val="tx1"/>
                </a:solidFill>
                <a:latin typeface="Lucida Sans Unicode" pitchFamily="34" charset="0"/>
              </a:defRPr>
            </a:lvl1pPr>
            <a:lvl2pPr marL="742950" indent="-285750">
              <a:defRPr sz="1600">
                <a:solidFill>
                  <a:schemeClr val="tx1"/>
                </a:solidFill>
                <a:latin typeface="Lucida Sans Unicode" pitchFamily="34" charset="0"/>
              </a:defRPr>
            </a:lvl2pPr>
            <a:lvl3pPr marL="1143000" indent="-228600">
              <a:defRPr sz="1600">
                <a:solidFill>
                  <a:schemeClr val="tx1"/>
                </a:solidFill>
                <a:latin typeface="Lucida Sans Unicode" pitchFamily="34" charset="0"/>
              </a:defRPr>
            </a:lvl3pPr>
            <a:lvl4pPr marL="1600200" indent="-228600">
              <a:defRPr sz="1600">
                <a:solidFill>
                  <a:schemeClr val="tx1"/>
                </a:solidFill>
                <a:latin typeface="Lucida Sans Unicode" pitchFamily="34" charset="0"/>
              </a:defRPr>
            </a:lvl4pPr>
            <a:lvl5pPr marL="2057400" indent="-228600">
              <a:defRPr sz="1600">
                <a:solidFill>
                  <a:schemeClr val="tx1"/>
                </a:solidFill>
                <a:latin typeface="Lucida Sans Unicode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Lucida Sans Unicode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Lucida Sans Unicode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Lucida Sans Unicode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Lucida Sans Unicode" pitchFamily="34" charset="0"/>
              </a:defRPr>
            </a:lvl9pPr>
          </a:lstStyle>
          <a:p>
            <a:pPr>
              <a:lnSpc>
                <a:spcPct val="110000"/>
              </a:lnSpc>
            </a:pPr>
            <a:r>
              <a:rPr lang="en-GB" sz="1800"/>
              <a:t>=</a:t>
            </a:r>
          </a:p>
          <a:p>
            <a:pPr>
              <a:lnSpc>
                <a:spcPct val="110000"/>
              </a:lnSpc>
            </a:pPr>
            <a:r>
              <a:rPr lang="en-GB" sz="1800"/>
              <a:t>=</a:t>
            </a:r>
          </a:p>
          <a:p>
            <a:pPr>
              <a:lnSpc>
                <a:spcPct val="110000"/>
              </a:lnSpc>
            </a:pPr>
            <a:r>
              <a:rPr lang="en-GB" sz="1800"/>
              <a:t>=</a:t>
            </a:r>
          </a:p>
          <a:p>
            <a:pPr>
              <a:lnSpc>
                <a:spcPct val="110000"/>
              </a:lnSpc>
            </a:pPr>
            <a:r>
              <a:rPr lang="en-GB" sz="1800"/>
              <a:t>=</a:t>
            </a:r>
          </a:p>
          <a:p>
            <a:pPr>
              <a:lnSpc>
                <a:spcPct val="110000"/>
              </a:lnSpc>
            </a:pPr>
            <a:r>
              <a:rPr lang="en-GB" sz="1800"/>
              <a:t>=</a:t>
            </a:r>
          </a:p>
          <a:p>
            <a:pPr>
              <a:lnSpc>
                <a:spcPct val="110000"/>
              </a:lnSpc>
            </a:pPr>
            <a:r>
              <a:rPr lang="en-GB" sz="1800"/>
              <a:t>=</a:t>
            </a:r>
          </a:p>
          <a:p>
            <a:pPr>
              <a:lnSpc>
                <a:spcPct val="110000"/>
              </a:lnSpc>
            </a:pPr>
            <a:r>
              <a:rPr lang="en-GB" sz="1800"/>
              <a:t>=</a:t>
            </a:r>
          </a:p>
          <a:p>
            <a:pPr>
              <a:lnSpc>
                <a:spcPct val="110000"/>
              </a:lnSpc>
            </a:pPr>
            <a:r>
              <a:rPr lang="en-GB" sz="1800"/>
              <a:t>=</a:t>
            </a:r>
          </a:p>
          <a:p>
            <a:pPr>
              <a:lnSpc>
                <a:spcPct val="110000"/>
              </a:lnSpc>
            </a:pPr>
            <a:r>
              <a:rPr lang="en-GB" sz="1800"/>
              <a:t>=</a:t>
            </a:r>
          </a:p>
          <a:p>
            <a:pPr>
              <a:lnSpc>
                <a:spcPct val="110000"/>
              </a:lnSpc>
            </a:pPr>
            <a:r>
              <a:rPr lang="en-GB" sz="1800"/>
              <a:t>=</a:t>
            </a:r>
          </a:p>
          <a:p>
            <a:pPr>
              <a:lnSpc>
                <a:spcPct val="110000"/>
              </a:lnSpc>
            </a:pPr>
            <a:r>
              <a:rPr lang="en-GB" sz="1800"/>
              <a:t>=</a:t>
            </a:r>
          </a:p>
          <a:p>
            <a:pPr>
              <a:lnSpc>
                <a:spcPct val="110000"/>
              </a:lnSpc>
            </a:pPr>
            <a:r>
              <a:rPr lang="en-GB" sz="1800"/>
              <a:t>=</a:t>
            </a:r>
          </a:p>
          <a:p>
            <a:pPr>
              <a:lnSpc>
                <a:spcPct val="110000"/>
              </a:lnSpc>
            </a:pPr>
            <a:r>
              <a:rPr lang="en-GB" sz="1800"/>
              <a:t>=</a:t>
            </a:r>
          </a:p>
          <a:p>
            <a:pPr>
              <a:lnSpc>
                <a:spcPct val="110000"/>
              </a:lnSpc>
            </a:pPr>
            <a:r>
              <a:rPr lang="en-GB" sz="1800"/>
              <a:t>=</a:t>
            </a:r>
          </a:p>
          <a:p>
            <a:pPr>
              <a:lnSpc>
                <a:spcPct val="110000"/>
              </a:lnSpc>
            </a:pPr>
            <a:r>
              <a:rPr lang="en-GB" sz="1800"/>
              <a:t>=</a:t>
            </a:r>
          </a:p>
          <a:p>
            <a:pPr>
              <a:lnSpc>
                <a:spcPct val="110000"/>
              </a:lnSpc>
            </a:pPr>
            <a:r>
              <a:rPr lang="en-GB" sz="1800"/>
              <a:t>=</a:t>
            </a:r>
            <a:endParaRPr lang="en-US" sz="1800"/>
          </a:p>
        </p:txBody>
      </p:sp>
      <p:sp>
        <p:nvSpPr>
          <p:cNvPr id="17422" name="Text Box 22"/>
          <p:cNvSpPr txBox="1">
            <a:spLocks noChangeArrowheads="1"/>
          </p:cNvSpPr>
          <p:nvPr/>
        </p:nvSpPr>
        <p:spPr bwMode="auto">
          <a:xfrm>
            <a:off x="5043488" y="1176338"/>
            <a:ext cx="763587" cy="49180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 algn="ctr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defRPr sz="1600">
                <a:solidFill>
                  <a:schemeClr val="tx1"/>
                </a:solidFill>
                <a:latin typeface="Lucida Sans Unicode" pitchFamily="34" charset="0"/>
              </a:defRPr>
            </a:lvl1pPr>
            <a:lvl2pPr marL="742950" indent="-285750">
              <a:defRPr sz="1600">
                <a:solidFill>
                  <a:schemeClr val="tx1"/>
                </a:solidFill>
                <a:latin typeface="Lucida Sans Unicode" pitchFamily="34" charset="0"/>
              </a:defRPr>
            </a:lvl2pPr>
            <a:lvl3pPr marL="1143000" indent="-228600">
              <a:defRPr sz="1600">
                <a:solidFill>
                  <a:schemeClr val="tx1"/>
                </a:solidFill>
                <a:latin typeface="Lucida Sans Unicode" pitchFamily="34" charset="0"/>
              </a:defRPr>
            </a:lvl3pPr>
            <a:lvl4pPr marL="1600200" indent="-228600">
              <a:defRPr sz="1600">
                <a:solidFill>
                  <a:schemeClr val="tx1"/>
                </a:solidFill>
                <a:latin typeface="Lucida Sans Unicode" pitchFamily="34" charset="0"/>
              </a:defRPr>
            </a:lvl4pPr>
            <a:lvl5pPr marL="2057400" indent="-228600">
              <a:defRPr sz="1600">
                <a:solidFill>
                  <a:schemeClr val="tx1"/>
                </a:solidFill>
                <a:latin typeface="Lucida Sans Unicode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Lucida Sans Unicode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Lucida Sans Unicode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Lucida Sans Unicode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Lucida Sans Unicode" pitchFamily="34" charset="0"/>
              </a:defRPr>
            </a:lvl9pPr>
          </a:lstStyle>
          <a:p>
            <a:pPr>
              <a:lnSpc>
                <a:spcPct val="110000"/>
              </a:lnSpc>
            </a:pPr>
            <a:r>
              <a:rPr lang="en-GB" sz="1800" b="1"/>
              <a:t>0000</a:t>
            </a:r>
          </a:p>
          <a:p>
            <a:pPr>
              <a:lnSpc>
                <a:spcPct val="110000"/>
              </a:lnSpc>
            </a:pPr>
            <a:r>
              <a:rPr lang="en-GB" sz="1800" b="1"/>
              <a:t>0001</a:t>
            </a:r>
          </a:p>
          <a:p>
            <a:pPr>
              <a:lnSpc>
                <a:spcPct val="110000"/>
              </a:lnSpc>
            </a:pPr>
            <a:r>
              <a:rPr lang="en-GB" sz="1800" b="1"/>
              <a:t>0010</a:t>
            </a:r>
          </a:p>
          <a:p>
            <a:pPr>
              <a:lnSpc>
                <a:spcPct val="110000"/>
              </a:lnSpc>
            </a:pPr>
            <a:r>
              <a:rPr lang="en-GB" sz="1800" b="1"/>
              <a:t>0011</a:t>
            </a:r>
          </a:p>
          <a:p>
            <a:pPr>
              <a:lnSpc>
                <a:spcPct val="110000"/>
              </a:lnSpc>
            </a:pPr>
            <a:r>
              <a:rPr lang="en-GB" sz="1800" b="1"/>
              <a:t>0100</a:t>
            </a:r>
          </a:p>
          <a:p>
            <a:pPr>
              <a:lnSpc>
                <a:spcPct val="110000"/>
              </a:lnSpc>
            </a:pPr>
            <a:r>
              <a:rPr lang="en-GB" sz="1800" b="1"/>
              <a:t>0101</a:t>
            </a:r>
          </a:p>
          <a:p>
            <a:pPr>
              <a:lnSpc>
                <a:spcPct val="110000"/>
              </a:lnSpc>
            </a:pPr>
            <a:r>
              <a:rPr lang="en-GB" sz="1800" b="1"/>
              <a:t>0110</a:t>
            </a:r>
          </a:p>
          <a:p>
            <a:pPr>
              <a:lnSpc>
                <a:spcPct val="110000"/>
              </a:lnSpc>
            </a:pPr>
            <a:r>
              <a:rPr lang="en-GB" sz="1800" b="1"/>
              <a:t>0111</a:t>
            </a:r>
          </a:p>
          <a:p>
            <a:pPr>
              <a:lnSpc>
                <a:spcPct val="110000"/>
              </a:lnSpc>
            </a:pPr>
            <a:r>
              <a:rPr lang="en-GB" sz="1800" b="1"/>
              <a:t>1000</a:t>
            </a:r>
          </a:p>
          <a:p>
            <a:pPr>
              <a:lnSpc>
                <a:spcPct val="110000"/>
              </a:lnSpc>
            </a:pPr>
            <a:r>
              <a:rPr lang="en-GB" sz="1800" b="1"/>
              <a:t>1001</a:t>
            </a:r>
          </a:p>
          <a:p>
            <a:pPr>
              <a:lnSpc>
                <a:spcPct val="110000"/>
              </a:lnSpc>
            </a:pPr>
            <a:r>
              <a:rPr lang="en-GB" sz="1800" b="1"/>
              <a:t>1010</a:t>
            </a:r>
          </a:p>
          <a:p>
            <a:pPr>
              <a:lnSpc>
                <a:spcPct val="110000"/>
              </a:lnSpc>
            </a:pPr>
            <a:r>
              <a:rPr lang="en-GB" sz="1800" b="1"/>
              <a:t>1011</a:t>
            </a:r>
          </a:p>
          <a:p>
            <a:pPr>
              <a:lnSpc>
                <a:spcPct val="110000"/>
              </a:lnSpc>
            </a:pPr>
            <a:r>
              <a:rPr lang="en-GB" sz="1800" b="1"/>
              <a:t>1100</a:t>
            </a:r>
          </a:p>
          <a:p>
            <a:pPr>
              <a:lnSpc>
                <a:spcPct val="110000"/>
              </a:lnSpc>
            </a:pPr>
            <a:r>
              <a:rPr lang="en-GB" sz="1800" b="1"/>
              <a:t>1101</a:t>
            </a:r>
          </a:p>
          <a:p>
            <a:pPr>
              <a:lnSpc>
                <a:spcPct val="110000"/>
              </a:lnSpc>
            </a:pPr>
            <a:r>
              <a:rPr lang="en-GB" sz="1800" b="1"/>
              <a:t>1110</a:t>
            </a:r>
          </a:p>
          <a:p>
            <a:pPr>
              <a:lnSpc>
                <a:spcPct val="110000"/>
              </a:lnSpc>
            </a:pPr>
            <a:r>
              <a:rPr lang="en-GB" sz="1800" b="1"/>
              <a:t>1111</a:t>
            </a:r>
            <a:endParaRPr lang="en-US"/>
          </a:p>
        </p:txBody>
      </p:sp>
      <p:sp>
        <p:nvSpPr>
          <p:cNvPr id="17423" name="Text Box 23"/>
          <p:cNvSpPr txBox="1">
            <a:spLocks noChangeArrowheads="1"/>
          </p:cNvSpPr>
          <p:nvPr/>
        </p:nvSpPr>
        <p:spPr bwMode="auto">
          <a:xfrm>
            <a:off x="4691063" y="1176338"/>
            <a:ext cx="473075" cy="49180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 algn="ctr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defRPr sz="1600">
                <a:solidFill>
                  <a:schemeClr val="tx1"/>
                </a:solidFill>
                <a:latin typeface="Lucida Sans Unicode" pitchFamily="34" charset="0"/>
              </a:defRPr>
            </a:lvl1pPr>
            <a:lvl2pPr marL="742950" indent="-285750">
              <a:defRPr sz="1600">
                <a:solidFill>
                  <a:schemeClr val="tx1"/>
                </a:solidFill>
                <a:latin typeface="Lucida Sans Unicode" pitchFamily="34" charset="0"/>
              </a:defRPr>
            </a:lvl2pPr>
            <a:lvl3pPr marL="1143000" indent="-228600">
              <a:defRPr sz="1600">
                <a:solidFill>
                  <a:schemeClr val="tx1"/>
                </a:solidFill>
                <a:latin typeface="Lucida Sans Unicode" pitchFamily="34" charset="0"/>
              </a:defRPr>
            </a:lvl3pPr>
            <a:lvl4pPr marL="1600200" indent="-228600">
              <a:defRPr sz="1600">
                <a:solidFill>
                  <a:schemeClr val="tx1"/>
                </a:solidFill>
                <a:latin typeface="Lucida Sans Unicode" pitchFamily="34" charset="0"/>
              </a:defRPr>
            </a:lvl4pPr>
            <a:lvl5pPr marL="2057400" indent="-228600">
              <a:defRPr sz="1600">
                <a:solidFill>
                  <a:schemeClr val="tx1"/>
                </a:solidFill>
                <a:latin typeface="Lucida Sans Unicode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Lucida Sans Unicode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Lucida Sans Unicode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Lucida Sans Unicode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Lucida Sans Unicode" pitchFamily="34" charset="0"/>
              </a:defRPr>
            </a:lvl9pPr>
          </a:lstStyle>
          <a:p>
            <a:pPr>
              <a:lnSpc>
                <a:spcPct val="110000"/>
              </a:lnSpc>
            </a:pPr>
            <a:r>
              <a:rPr lang="en-GB" sz="1800" b="1">
                <a:solidFill>
                  <a:srgbClr val="FF0000"/>
                </a:solidFill>
              </a:rPr>
              <a:t>10</a:t>
            </a:r>
          </a:p>
          <a:p>
            <a:pPr>
              <a:lnSpc>
                <a:spcPct val="110000"/>
              </a:lnSpc>
            </a:pPr>
            <a:r>
              <a:rPr lang="en-GB" sz="1800" b="1">
                <a:solidFill>
                  <a:srgbClr val="FF0000"/>
                </a:solidFill>
              </a:rPr>
              <a:t>10</a:t>
            </a:r>
          </a:p>
          <a:p>
            <a:pPr>
              <a:lnSpc>
                <a:spcPct val="110000"/>
              </a:lnSpc>
            </a:pPr>
            <a:r>
              <a:rPr lang="en-GB" sz="1800" b="1">
                <a:solidFill>
                  <a:srgbClr val="FF0000"/>
                </a:solidFill>
              </a:rPr>
              <a:t>10</a:t>
            </a:r>
          </a:p>
          <a:p>
            <a:pPr>
              <a:lnSpc>
                <a:spcPct val="110000"/>
              </a:lnSpc>
            </a:pPr>
            <a:r>
              <a:rPr lang="en-GB" sz="1800" b="1">
                <a:solidFill>
                  <a:srgbClr val="FF0000"/>
                </a:solidFill>
              </a:rPr>
              <a:t>10</a:t>
            </a:r>
          </a:p>
          <a:p>
            <a:pPr>
              <a:lnSpc>
                <a:spcPct val="110000"/>
              </a:lnSpc>
            </a:pPr>
            <a:r>
              <a:rPr lang="en-GB" sz="1800" b="1">
                <a:solidFill>
                  <a:srgbClr val="FF0000"/>
                </a:solidFill>
              </a:rPr>
              <a:t>10</a:t>
            </a:r>
          </a:p>
          <a:p>
            <a:pPr>
              <a:lnSpc>
                <a:spcPct val="110000"/>
              </a:lnSpc>
            </a:pPr>
            <a:r>
              <a:rPr lang="en-GB" sz="1800" b="1">
                <a:solidFill>
                  <a:srgbClr val="FF0000"/>
                </a:solidFill>
              </a:rPr>
              <a:t>10</a:t>
            </a:r>
          </a:p>
          <a:p>
            <a:pPr>
              <a:lnSpc>
                <a:spcPct val="110000"/>
              </a:lnSpc>
            </a:pPr>
            <a:r>
              <a:rPr lang="en-GB" sz="1800" b="1">
                <a:solidFill>
                  <a:srgbClr val="FF0000"/>
                </a:solidFill>
              </a:rPr>
              <a:t>10</a:t>
            </a:r>
          </a:p>
          <a:p>
            <a:pPr>
              <a:lnSpc>
                <a:spcPct val="110000"/>
              </a:lnSpc>
            </a:pPr>
            <a:r>
              <a:rPr lang="en-GB" sz="1800" b="1">
                <a:solidFill>
                  <a:srgbClr val="FF0000"/>
                </a:solidFill>
              </a:rPr>
              <a:t>10</a:t>
            </a:r>
          </a:p>
          <a:p>
            <a:pPr>
              <a:lnSpc>
                <a:spcPct val="110000"/>
              </a:lnSpc>
            </a:pPr>
            <a:r>
              <a:rPr lang="en-GB" sz="1800" b="1">
                <a:solidFill>
                  <a:srgbClr val="FF0000"/>
                </a:solidFill>
              </a:rPr>
              <a:t>10</a:t>
            </a:r>
          </a:p>
          <a:p>
            <a:pPr>
              <a:lnSpc>
                <a:spcPct val="110000"/>
              </a:lnSpc>
            </a:pPr>
            <a:r>
              <a:rPr lang="en-GB" sz="1800" b="1">
                <a:solidFill>
                  <a:srgbClr val="FF0000"/>
                </a:solidFill>
              </a:rPr>
              <a:t>10</a:t>
            </a:r>
          </a:p>
          <a:p>
            <a:pPr>
              <a:lnSpc>
                <a:spcPct val="110000"/>
              </a:lnSpc>
            </a:pPr>
            <a:r>
              <a:rPr lang="en-GB" sz="1800" b="1">
                <a:solidFill>
                  <a:srgbClr val="FF0000"/>
                </a:solidFill>
              </a:rPr>
              <a:t>10</a:t>
            </a:r>
          </a:p>
          <a:p>
            <a:pPr>
              <a:lnSpc>
                <a:spcPct val="110000"/>
              </a:lnSpc>
            </a:pPr>
            <a:r>
              <a:rPr lang="en-GB" sz="1800" b="1">
                <a:solidFill>
                  <a:srgbClr val="FF0000"/>
                </a:solidFill>
              </a:rPr>
              <a:t>10</a:t>
            </a:r>
          </a:p>
          <a:p>
            <a:pPr>
              <a:lnSpc>
                <a:spcPct val="110000"/>
              </a:lnSpc>
            </a:pPr>
            <a:r>
              <a:rPr lang="en-GB" sz="1800" b="1">
                <a:solidFill>
                  <a:srgbClr val="FF0000"/>
                </a:solidFill>
              </a:rPr>
              <a:t>10</a:t>
            </a:r>
          </a:p>
          <a:p>
            <a:pPr>
              <a:lnSpc>
                <a:spcPct val="110000"/>
              </a:lnSpc>
            </a:pPr>
            <a:r>
              <a:rPr lang="en-GB" sz="1800" b="1">
                <a:solidFill>
                  <a:srgbClr val="FF0000"/>
                </a:solidFill>
              </a:rPr>
              <a:t>10</a:t>
            </a:r>
          </a:p>
          <a:p>
            <a:pPr>
              <a:lnSpc>
                <a:spcPct val="110000"/>
              </a:lnSpc>
            </a:pPr>
            <a:r>
              <a:rPr lang="en-GB" sz="1800" b="1">
                <a:solidFill>
                  <a:srgbClr val="FF0000"/>
                </a:solidFill>
              </a:rPr>
              <a:t>10</a:t>
            </a:r>
          </a:p>
          <a:p>
            <a:pPr>
              <a:lnSpc>
                <a:spcPct val="110000"/>
              </a:lnSpc>
            </a:pPr>
            <a:r>
              <a:rPr lang="en-GB" sz="1800" b="1">
                <a:solidFill>
                  <a:srgbClr val="FF0000"/>
                </a:solidFill>
              </a:rPr>
              <a:t>10</a:t>
            </a:r>
            <a:endParaRPr lang="en-US" sz="1800" b="1">
              <a:solidFill>
                <a:srgbClr val="FF0000"/>
              </a:solidFill>
            </a:endParaRPr>
          </a:p>
        </p:txBody>
      </p:sp>
      <p:sp>
        <p:nvSpPr>
          <p:cNvPr id="17424" name="Text Box 24"/>
          <p:cNvSpPr txBox="1">
            <a:spLocks noChangeArrowheads="1"/>
          </p:cNvSpPr>
          <p:nvPr/>
        </p:nvSpPr>
        <p:spPr bwMode="auto">
          <a:xfrm>
            <a:off x="6018213" y="1176338"/>
            <a:ext cx="473075" cy="49180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 algn="ctr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defRPr sz="1600">
                <a:solidFill>
                  <a:schemeClr val="tx1"/>
                </a:solidFill>
                <a:latin typeface="Lucida Sans Unicode" pitchFamily="34" charset="0"/>
              </a:defRPr>
            </a:lvl1pPr>
            <a:lvl2pPr marL="742950" indent="-285750">
              <a:defRPr sz="1600">
                <a:solidFill>
                  <a:schemeClr val="tx1"/>
                </a:solidFill>
                <a:latin typeface="Lucida Sans Unicode" pitchFamily="34" charset="0"/>
              </a:defRPr>
            </a:lvl2pPr>
            <a:lvl3pPr marL="1143000" indent="-228600">
              <a:defRPr sz="1600">
                <a:solidFill>
                  <a:schemeClr val="tx1"/>
                </a:solidFill>
                <a:latin typeface="Lucida Sans Unicode" pitchFamily="34" charset="0"/>
              </a:defRPr>
            </a:lvl3pPr>
            <a:lvl4pPr marL="1600200" indent="-228600">
              <a:defRPr sz="1600">
                <a:solidFill>
                  <a:schemeClr val="tx1"/>
                </a:solidFill>
                <a:latin typeface="Lucida Sans Unicode" pitchFamily="34" charset="0"/>
              </a:defRPr>
            </a:lvl4pPr>
            <a:lvl5pPr marL="2057400" indent="-228600">
              <a:defRPr sz="1600">
                <a:solidFill>
                  <a:schemeClr val="tx1"/>
                </a:solidFill>
                <a:latin typeface="Lucida Sans Unicode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Lucida Sans Unicode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Lucida Sans Unicode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Lucida Sans Unicode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Lucida Sans Unicode" pitchFamily="34" charset="0"/>
              </a:defRPr>
            </a:lvl9pPr>
          </a:lstStyle>
          <a:p>
            <a:pPr>
              <a:lnSpc>
                <a:spcPct val="110000"/>
              </a:lnSpc>
            </a:pPr>
            <a:r>
              <a:rPr lang="en-GB" sz="1800" b="1"/>
              <a:t>32</a:t>
            </a:r>
          </a:p>
          <a:p>
            <a:pPr>
              <a:lnSpc>
                <a:spcPct val="110000"/>
              </a:lnSpc>
            </a:pPr>
            <a:r>
              <a:rPr lang="en-GB" sz="1800" b="1"/>
              <a:t>33</a:t>
            </a:r>
          </a:p>
          <a:p>
            <a:pPr>
              <a:lnSpc>
                <a:spcPct val="110000"/>
              </a:lnSpc>
            </a:pPr>
            <a:r>
              <a:rPr lang="en-GB" sz="1800" b="1"/>
              <a:t>34</a:t>
            </a:r>
          </a:p>
          <a:p>
            <a:pPr>
              <a:lnSpc>
                <a:spcPct val="110000"/>
              </a:lnSpc>
            </a:pPr>
            <a:r>
              <a:rPr lang="en-GB" sz="1800" b="1"/>
              <a:t>35</a:t>
            </a:r>
          </a:p>
          <a:p>
            <a:pPr>
              <a:lnSpc>
                <a:spcPct val="110000"/>
              </a:lnSpc>
            </a:pPr>
            <a:r>
              <a:rPr lang="en-GB" sz="1800" b="1"/>
              <a:t>36</a:t>
            </a:r>
          </a:p>
          <a:p>
            <a:pPr>
              <a:lnSpc>
                <a:spcPct val="110000"/>
              </a:lnSpc>
            </a:pPr>
            <a:r>
              <a:rPr lang="en-GB" sz="1800" b="1"/>
              <a:t>37</a:t>
            </a:r>
          </a:p>
          <a:p>
            <a:pPr>
              <a:lnSpc>
                <a:spcPct val="110000"/>
              </a:lnSpc>
            </a:pPr>
            <a:r>
              <a:rPr lang="en-GB" sz="1800" b="1"/>
              <a:t>38</a:t>
            </a:r>
          </a:p>
          <a:p>
            <a:pPr>
              <a:lnSpc>
                <a:spcPct val="110000"/>
              </a:lnSpc>
            </a:pPr>
            <a:r>
              <a:rPr lang="en-GB" sz="1800" b="1"/>
              <a:t>39</a:t>
            </a:r>
          </a:p>
          <a:p>
            <a:pPr>
              <a:lnSpc>
                <a:spcPct val="110000"/>
              </a:lnSpc>
            </a:pPr>
            <a:r>
              <a:rPr lang="en-GB" sz="1800" b="1"/>
              <a:t>40</a:t>
            </a:r>
          </a:p>
          <a:p>
            <a:pPr>
              <a:lnSpc>
                <a:spcPct val="110000"/>
              </a:lnSpc>
            </a:pPr>
            <a:r>
              <a:rPr lang="en-GB" sz="1800" b="1"/>
              <a:t>41</a:t>
            </a:r>
          </a:p>
          <a:p>
            <a:pPr>
              <a:lnSpc>
                <a:spcPct val="110000"/>
              </a:lnSpc>
            </a:pPr>
            <a:r>
              <a:rPr lang="en-GB" sz="1800" b="1"/>
              <a:t>42</a:t>
            </a:r>
          </a:p>
          <a:p>
            <a:pPr>
              <a:lnSpc>
                <a:spcPct val="110000"/>
              </a:lnSpc>
            </a:pPr>
            <a:r>
              <a:rPr lang="en-GB" sz="1800" b="1"/>
              <a:t>43</a:t>
            </a:r>
          </a:p>
          <a:p>
            <a:pPr>
              <a:lnSpc>
                <a:spcPct val="110000"/>
              </a:lnSpc>
            </a:pPr>
            <a:r>
              <a:rPr lang="en-GB" sz="1800" b="1"/>
              <a:t>44</a:t>
            </a:r>
          </a:p>
          <a:p>
            <a:pPr>
              <a:lnSpc>
                <a:spcPct val="110000"/>
              </a:lnSpc>
            </a:pPr>
            <a:r>
              <a:rPr lang="en-GB" sz="1800" b="1"/>
              <a:t>45</a:t>
            </a:r>
          </a:p>
          <a:p>
            <a:pPr>
              <a:lnSpc>
                <a:spcPct val="110000"/>
              </a:lnSpc>
            </a:pPr>
            <a:r>
              <a:rPr lang="en-GB" sz="1800" b="1"/>
              <a:t>46</a:t>
            </a:r>
          </a:p>
          <a:p>
            <a:pPr>
              <a:lnSpc>
                <a:spcPct val="110000"/>
              </a:lnSpc>
            </a:pPr>
            <a:r>
              <a:rPr lang="en-GB" sz="1800" b="1"/>
              <a:t>47</a:t>
            </a:r>
            <a:endParaRPr lang="en-US" sz="1800" b="1"/>
          </a:p>
        </p:txBody>
      </p:sp>
      <p:sp>
        <p:nvSpPr>
          <p:cNvPr id="17425" name="Text Box 25"/>
          <p:cNvSpPr txBox="1">
            <a:spLocks noChangeArrowheads="1"/>
          </p:cNvSpPr>
          <p:nvPr/>
        </p:nvSpPr>
        <p:spPr bwMode="auto">
          <a:xfrm>
            <a:off x="5792788" y="1176338"/>
            <a:ext cx="365125" cy="49180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 algn="ctr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defRPr sz="1600">
                <a:solidFill>
                  <a:schemeClr val="tx1"/>
                </a:solidFill>
                <a:latin typeface="Lucida Sans Unicode" pitchFamily="34" charset="0"/>
              </a:defRPr>
            </a:lvl1pPr>
            <a:lvl2pPr marL="742950" indent="-285750">
              <a:defRPr sz="1600">
                <a:solidFill>
                  <a:schemeClr val="tx1"/>
                </a:solidFill>
                <a:latin typeface="Lucida Sans Unicode" pitchFamily="34" charset="0"/>
              </a:defRPr>
            </a:lvl2pPr>
            <a:lvl3pPr marL="1143000" indent="-228600">
              <a:defRPr sz="1600">
                <a:solidFill>
                  <a:schemeClr val="tx1"/>
                </a:solidFill>
                <a:latin typeface="Lucida Sans Unicode" pitchFamily="34" charset="0"/>
              </a:defRPr>
            </a:lvl3pPr>
            <a:lvl4pPr marL="1600200" indent="-228600">
              <a:defRPr sz="1600">
                <a:solidFill>
                  <a:schemeClr val="tx1"/>
                </a:solidFill>
                <a:latin typeface="Lucida Sans Unicode" pitchFamily="34" charset="0"/>
              </a:defRPr>
            </a:lvl4pPr>
            <a:lvl5pPr marL="2057400" indent="-228600">
              <a:defRPr sz="1600">
                <a:solidFill>
                  <a:schemeClr val="tx1"/>
                </a:solidFill>
                <a:latin typeface="Lucida Sans Unicode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Lucida Sans Unicode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Lucida Sans Unicode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Lucida Sans Unicode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Lucida Sans Unicode" pitchFamily="34" charset="0"/>
              </a:defRPr>
            </a:lvl9pPr>
          </a:lstStyle>
          <a:p>
            <a:pPr>
              <a:lnSpc>
                <a:spcPct val="110000"/>
              </a:lnSpc>
            </a:pPr>
            <a:r>
              <a:rPr lang="en-GB" sz="1800"/>
              <a:t>=</a:t>
            </a:r>
          </a:p>
          <a:p>
            <a:pPr>
              <a:lnSpc>
                <a:spcPct val="110000"/>
              </a:lnSpc>
            </a:pPr>
            <a:r>
              <a:rPr lang="en-GB" sz="1800"/>
              <a:t>=</a:t>
            </a:r>
          </a:p>
          <a:p>
            <a:pPr>
              <a:lnSpc>
                <a:spcPct val="110000"/>
              </a:lnSpc>
            </a:pPr>
            <a:r>
              <a:rPr lang="en-GB" sz="1800"/>
              <a:t>=</a:t>
            </a:r>
          </a:p>
          <a:p>
            <a:pPr>
              <a:lnSpc>
                <a:spcPct val="110000"/>
              </a:lnSpc>
            </a:pPr>
            <a:r>
              <a:rPr lang="en-GB" sz="1800"/>
              <a:t>=</a:t>
            </a:r>
          </a:p>
          <a:p>
            <a:pPr>
              <a:lnSpc>
                <a:spcPct val="110000"/>
              </a:lnSpc>
            </a:pPr>
            <a:r>
              <a:rPr lang="en-GB" sz="1800"/>
              <a:t>=</a:t>
            </a:r>
          </a:p>
          <a:p>
            <a:pPr>
              <a:lnSpc>
                <a:spcPct val="110000"/>
              </a:lnSpc>
            </a:pPr>
            <a:r>
              <a:rPr lang="en-GB" sz="1800"/>
              <a:t>=</a:t>
            </a:r>
          </a:p>
          <a:p>
            <a:pPr>
              <a:lnSpc>
                <a:spcPct val="110000"/>
              </a:lnSpc>
            </a:pPr>
            <a:r>
              <a:rPr lang="en-GB" sz="1800"/>
              <a:t>=</a:t>
            </a:r>
          </a:p>
          <a:p>
            <a:pPr>
              <a:lnSpc>
                <a:spcPct val="110000"/>
              </a:lnSpc>
            </a:pPr>
            <a:r>
              <a:rPr lang="en-GB" sz="1800"/>
              <a:t>=</a:t>
            </a:r>
          </a:p>
          <a:p>
            <a:pPr>
              <a:lnSpc>
                <a:spcPct val="110000"/>
              </a:lnSpc>
            </a:pPr>
            <a:r>
              <a:rPr lang="en-GB" sz="1800"/>
              <a:t>=</a:t>
            </a:r>
          </a:p>
          <a:p>
            <a:pPr>
              <a:lnSpc>
                <a:spcPct val="110000"/>
              </a:lnSpc>
            </a:pPr>
            <a:r>
              <a:rPr lang="en-GB" sz="1800"/>
              <a:t>=</a:t>
            </a:r>
          </a:p>
          <a:p>
            <a:pPr>
              <a:lnSpc>
                <a:spcPct val="110000"/>
              </a:lnSpc>
            </a:pPr>
            <a:r>
              <a:rPr lang="en-GB" sz="1800"/>
              <a:t>=</a:t>
            </a:r>
          </a:p>
          <a:p>
            <a:pPr>
              <a:lnSpc>
                <a:spcPct val="110000"/>
              </a:lnSpc>
            </a:pPr>
            <a:r>
              <a:rPr lang="en-GB" sz="1800"/>
              <a:t>=</a:t>
            </a:r>
          </a:p>
          <a:p>
            <a:pPr>
              <a:lnSpc>
                <a:spcPct val="110000"/>
              </a:lnSpc>
            </a:pPr>
            <a:r>
              <a:rPr lang="en-GB" sz="1800"/>
              <a:t>=</a:t>
            </a:r>
          </a:p>
          <a:p>
            <a:pPr>
              <a:lnSpc>
                <a:spcPct val="110000"/>
              </a:lnSpc>
            </a:pPr>
            <a:r>
              <a:rPr lang="en-GB" sz="1800"/>
              <a:t>=</a:t>
            </a:r>
          </a:p>
          <a:p>
            <a:pPr>
              <a:lnSpc>
                <a:spcPct val="110000"/>
              </a:lnSpc>
            </a:pPr>
            <a:r>
              <a:rPr lang="en-GB" sz="1800"/>
              <a:t>=</a:t>
            </a:r>
          </a:p>
          <a:p>
            <a:pPr>
              <a:lnSpc>
                <a:spcPct val="110000"/>
              </a:lnSpc>
            </a:pPr>
            <a:r>
              <a:rPr lang="en-GB" sz="1800"/>
              <a:t>=</a:t>
            </a:r>
            <a:endParaRPr lang="en-US" sz="1800"/>
          </a:p>
        </p:txBody>
      </p:sp>
      <p:sp>
        <p:nvSpPr>
          <p:cNvPr id="17426" name="Line 27"/>
          <p:cNvSpPr>
            <a:spLocks noChangeShapeType="1"/>
          </p:cNvSpPr>
          <p:nvPr/>
        </p:nvSpPr>
        <p:spPr bwMode="auto">
          <a:xfrm>
            <a:off x="2347913" y="1176338"/>
            <a:ext cx="20637" cy="4922837"/>
          </a:xfrm>
          <a:prstGeom prst="line">
            <a:avLst/>
          </a:prstGeom>
          <a:noFill/>
          <a:ln w="76200">
            <a:solidFill>
              <a:srgbClr val="99CCFF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en-GB"/>
          </a:p>
        </p:txBody>
      </p:sp>
      <p:sp>
        <p:nvSpPr>
          <p:cNvPr id="17427" name="Line 28"/>
          <p:cNvSpPr>
            <a:spLocks noChangeShapeType="1"/>
          </p:cNvSpPr>
          <p:nvPr/>
        </p:nvSpPr>
        <p:spPr bwMode="auto">
          <a:xfrm>
            <a:off x="4514850" y="1176338"/>
            <a:ext cx="20638" cy="4922837"/>
          </a:xfrm>
          <a:prstGeom prst="line">
            <a:avLst/>
          </a:prstGeom>
          <a:noFill/>
          <a:ln w="76200">
            <a:solidFill>
              <a:srgbClr val="99CCFF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en-GB"/>
          </a:p>
        </p:txBody>
      </p:sp>
      <p:sp>
        <p:nvSpPr>
          <p:cNvPr id="17428" name="Text Box 29"/>
          <p:cNvSpPr txBox="1">
            <a:spLocks noChangeArrowheads="1"/>
          </p:cNvSpPr>
          <p:nvPr/>
        </p:nvSpPr>
        <p:spPr bwMode="auto">
          <a:xfrm>
            <a:off x="6964363" y="2241550"/>
            <a:ext cx="1935162" cy="5810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 algn="ctr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defRPr sz="1600">
                <a:solidFill>
                  <a:schemeClr val="tx1"/>
                </a:solidFill>
                <a:latin typeface="Lucida Sans Unicode" pitchFamily="34" charset="0"/>
              </a:defRPr>
            </a:lvl1pPr>
            <a:lvl2pPr marL="742950" indent="-285750">
              <a:defRPr sz="1600">
                <a:solidFill>
                  <a:schemeClr val="tx1"/>
                </a:solidFill>
                <a:latin typeface="Lucida Sans Unicode" pitchFamily="34" charset="0"/>
              </a:defRPr>
            </a:lvl2pPr>
            <a:lvl3pPr marL="1143000" indent="-228600">
              <a:defRPr sz="1600">
                <a:solidFill>
                  <a:schemeClr val="tx1"/>
                </a:solidFill>
                <a:latin typeface="Lucida Sans Unicode" pitchFamily="34" charset="0"/>
              </a:defRPr>
            </a:lvl3pPr>
            <a:lvl4pPr marL="1600200" indent="-228600">
              <a:defRPr sz="1600">
                <a:solidFill>
                  <a:schemeClr val="tx1"/>
                </a:solidFill>
                <a:latin typeface="Lucida Sans Unicode" pitchFamily="34" charset="0"/>
              </a:defRPr>
            </a:lvl4pPr>
            <a:lvl5pPr marL="2057400" indent="-228600">
              <a:defRPr sz="1600">
                <a:solidFill>
                  <a:schemeClr val="tx1"/>
                </a:solidFill>
                <a:latin typeface="Lucida Sans Unicode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Lucida Sans Unicode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Lucida Sans Unicode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Lucida Sans Unicode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Lucida Sans Unicode" pitchFamily="34" charset="0"/>
              </a:defRPr>
            </a:lvl9pPr>
          </a:lstStyle>
          <a:p>
            <a:r>
              <a:rPr lang="en-GB"/>
              <a:t>Now add another column of “10”</a:t>
            </a:r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49391401"/>
      </p:ext>
    </p:extLst>
  </p:cSld>
  <p:clrMapOvr>
    <a:masterClrMapping/>
  </p:clrMapOvr>
</p:sld>
</file>

<file path=ppt/slides/slide10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434" name="Rectangle 4"/>
          <p:cNvSpPr>
            <a:spLocks noChangeArrowheads="1"/>
          </p:cNvSpPr>
          <p:nvPr/>
        </p:nvSpPr>
        <p:spPr bwMode="auto">
          <a:xfrm>
            <a:off x="430213" y="3638550"/>
            <a:ext cx="2708275" cy="1195388"/>
          </a:xfrm>
          <a:prstGeom prst="rect">
            <a:avLst/>
          </a:prstGeom>
          <a:solidFill>
            <a:srgbClr val="FFFFCC"/>
          </a:solidFill>
          <a:ln>
            <a:noFill/>
          </a:ln>
          <a:extLst>
            <a:ext uri="{91240B29-F687-4F45-9708-019B960494DF}">
              <a14:hiddenLine xmlns:a14="http://schemas.microsoft.com/office/drawing/2010/main" w="9525" algn="ctr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/>
          <a:lstStyle/>
          <a:p>
            <a:endParaRPr lang="en-US"/>
          </a:p>
        </p:txBody>
      </p:sp>
      <p:sp>
        <p:nvSpPr>
          <p:cNvPr id="18435" name="Rectangle 5"/>
          <p:cNvSpPr>
            <a:spLocks noChangeArrowheads="1"/>
          </p:cNvSpPr>
          <p:nvPr/>
        </p:nvSpPr>
        <p:spPr bwMode="auto">
          <a:xfrm>
            <a:off x="430213" y="1176338"/>
            <a:ext cx="8569325" cy="1227137"/>
          </a:xfrm>
          <a:prstGeom prst="rect">
            <a:avLst/>
          </a:prstGeom>
          <a:solidFill>
            <a:srgbClr val="FFFFCC"/>
          </a:solidFill>
          <a:ln>
            <a:noFill/>
          </a:ln>
          <a:extLst>
            <a:ext uri="{91240B29-F687-4F45-9708-019B960494DF}">
              <a14:hiddenLine xmlns:a14="http://schemas.microsoft.com/office/drawing/2010/main" w="9525" algn="ctr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/>
          <a:lstStyle/>
          <a:p>
            <a:pPr algn="ctr"/>
            <a:endParaRPr lang="en-US"/>
          </a:p>
        </p:txBody>
      </p:sp>
      <p:sp>
        <p:nvSpPr>
          <p:cNvPr id="18436" name="Text Box 6"/>
          <p:cNvSpPr txBox="1">
            <a:spLocks noChangeArrowheads="1"/>
          </p:cNvSpPr>
          <p:nvPr/>
        </p:nvSpPr>
        <p:spPr bwMode="auto">
          <a:xfrm>
            <a:off x="430213" y="376238"/>
            <a:ext cx="2884487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 algn="ctr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defRPr sz="1600">
                <a:solidFill>
                  <a:schemeClr val="tx1"/>
                </a:solidFill>
                <a:latin typeface="Lucida Sans Unicode" pitchFamily="34" charset="0"/>
              </a:defRPr>
            </a:lvl1pPr>
            <a:lvl2pPr marL="742950" indent="-285750">
              <a:defRPr sz="1600">
                <a:solidFill>
                  <a:schemeClr val="tx1"/>
                </a:solidFill>
                <a:latin typeface="Lucida Sans Unicode" pitchFamily="34" charset="0"/>
              </a:defRPr>
            </a:lvl2pPr>
            <a:lvl3pPr marL="1143000" indent="-228600">
              <a:defRPr sz="1600">
                <a:solidFill>
                  <a:schemeClr val="tx1"/>
                </a:solidFill>
                <a:latin typeface="Lucida Sans Unicode" pitchFamily="34" charset="0"/>
              </a:defRPr>
            </a:lvl3pPr>
            <a:lvl4pPr marL="1600200" indent="-228600">
              <a:defRPr sz="1600">
                <a:solidFill>
                  <a:schemeClr val="tx1"/>
                </a:solidFill>
                <a:latin typeface="Lucida Sans Unicode" pitchFamily="34" charset="0"/>
              </a:defRPr>
            </a:lvl4pPr>
            <a:lvl5pPr marL="2057400" indent="-228600">
              <a:defRPr sz="1600">
                <a:solidFill>
                  <a:schemeClr val="tx1"/>
                </a:solidFill>
                <a:latin typeface="Lucida Sans Unicode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Lucida Sans Unicode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Lucida Sans Unicode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Lucida Sans Unicode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Lucida Sans Unicode" pitchFamily="34" charset="0"/>
              </a:defRPr>
            </a:lvl9pPr>
          </a:lstStyle>
          <a:p>
            <a:r>
              <a:rPr lang="en-GB" sz="2400" b="1"/>
              <a:t>The Binary System</a:t>
            </a:r>
            <a:endParaRPr lang="en-US" sz="2400" b="1"/>
          </a:p>
        </p:txBody>
      </p:sp>
      <p:sp>
        <p:nvSpPr>
          <p:cNvPr id="18437" name="Text Box 7"/>
          <p:cNvSpPr txBox="1">
            <a:spLocks noChangeArrowheads="1"/>
          </p:cNvSpPr>
          <p:nvPr/>
        </p:nvSpPr>
        <p:spPr bwMode="auto">
          <a:xfrm>
            <a:off x="430213" y="1176338"/>
            <a:ext cx="473075" cy="49180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 algn="ctr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defRPr sz="1600">
                <a:solidFill>
                  <a:schemeClr val="tx1"/>
                </a:solidFill>
                <a:latin typeface="Lucida Sans Unicode" pitchFamily="34" charset="0"/>
              </a:defRPr>
            </a:lvl1pPr>
            <a:lvl2pPr marL="742950" indent="-285750">
              <a:defRPr sz="1600">
                <a:solidFill>
                  <a:schemeClr val="tx1"/>
                </a:solidFill>
                <a:latin typeface="Lucida Sans Unicode" pitchFamily="34" charset="0"/>
              </a:defRPr>
            </a:lvl2pPr>
            <a:lvl3pPr marL="1143000" indent="-228600">
              <a:defRPr sz="1600">
                <a:solidFill>
                  <a:schemeClr val="tx1"/>
                </a:solidFill>
                <a:latin typeface="Lucida Sans Unicode" pitchFamily="34" charset="0"/>
              </a:defRPr>
            </a:lvl3pPr>
            <a:lvl4pPr marL="1600200" indent="-228600">
              <a:defRPr sz="1600">
                <a:solidFill>
                  <a:schemeClr val="tx1"/>
                </a:solidFill>
                <a:latin typeface="Lucida Sans Unicode" pitchFamily="34" charset="0"/>
              </a:defRPr>
            </a:lvl4pPr>
            <a:lvl5pPr marL="2057400" indent="-228600">
              <a:defRPr sz="1600">
                <a:solidFill>
                  <a:schemeClr val="tx1"/>
                </a:solidFill>
                <a:latin typeface="Lucida Sans Unicode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Lucida Sans Unicode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Lucida Sans Unicode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Lucida Sans Unicode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Lucida Sans Unicode" pitchFamily="34" charset="0"/>
              </a:defRPr>
            </a:lvl9pPr>
          </a:lstStyle>
          <a:p>
            <a:pPr algn="r">
              <a:lnSpc>
                <a:spcPct val="110000"/>
              </a:lnSpc>
            </a:pPr>
            <a:r>
              <a:rPr lang="en-GB" sz="1800" b="1"/>
              <a:t>0</a:t>
            </a:r>
          </a:p>
          <a:p>
            <a:pPr algn="r">
              <a:lnSpc>
                <a:spcPct val="110000"/>
              </a:lnSpc>
            </a:pPr>
            <a:r>
              <a:rPr lang="en-GB" sz="1800" b="1"/>
              <a:t>1</a:t>
            </a:r>
          </a:p>
          <a:p>
            <a:pPr algn="r">
              <a:lnSpc>
                <a:spcPct val="110000"/>
              </a:lnSpc>
            </a:pPr>
            <a:r>
              <a:rPr lang="en-GB" sz="1800" b="1"/>
              <a:t>2</a:t>
            </a:r>
          </a:p>
          <a:p>
            <a:pPr algn="r">
              <a:lnSpc>
                <a:spcPct val="110000"/>
              </a:lnSpc>
            </a:pPr>
            <a:r>
              <a:rPr lang="en-GB" sz="1800" b="1"/>
              <a:t>3</a:t>
            </a:r>
          </a:p>
          <a:p>
            <a:pPr algn="r">
              <a:lnSpc>
                <a:spcPct val="110000"/>
              </a:lnSpc>
            </a:pPr>
            <a:r>
              <a:rPr lang="en-GB" sz="1800" b="1"/>
              <a:t>4</a:t>
            </a:r>
          </a:p>
          <a:p>
            <a:pPr algn="r">
              <a:lnSpc>
                <a:spcPct val="110000"/>
              </a:lnSpc>
            </a:pPr>
            <a:r>
              <a:rPr lang="en-GB" sz="1800" b="1"/>
              <a:t>5</a:t>
            </a:r>
          </a:p>
          <a:p>
            <a:pPr algn="r">
              <a:lnSpc>
                <a:spcPct val="110000"/>
              </a:lnSpc>
            </a:pPr>
            <a:r>
              <a:rPr lang="en-GB" sz="1800" b="1"/>
              <a:t>6</a:t>
            </a:r>
          </a:p>
          <a:p>
            <a:pPr algn="r">
              <a:lnSpc>
                <a:spcPct val="110000"/>
              </a:lnSpc>
            </a:pPr>
            <a:r>
              <a:rPr lang="en-GB" sz="1800" b="1"/>
              <a:t>7</a:t>
            </a:r>
          </a:p>
          <a:p>
            <a:pPr algn="r">
              <a:lnSpc>
                <a:spcPct val="110000"/>
              </a:lnSpc>
            </a:pPr>
            <a:r>
              <a:rPr lang="en-GB" sz="1800" b="1"/>
              <a:t>8</a:t>
            </a:r>
          </a:p>
          <a:p>
            <a:pPr algn="r">
              <a:lnSpc>
                <a:spcPct val="110000"/>
              </a:lnSpc>
            </a:pPr>
            <a:r>
              <a:rPr lang="en-GB" sz="1800" b="1"/>
              <a:t>9</a:t>
            </a:r>
          </a:p>
          <a:p>
            <a:pPr algn="r">
              <a:lnSpc>
                <a:spcPct val="110000"/>
              </a:lnSpc>
            </a:pPr>
            <a:r>
              <a:rPr lang="en-GB" sz="1800" b="1"/>
              <a:t>10</a:t>
            </a:r>
          </a:p>
          <a:p>
            <a:pPr algn="r">
              <a:lnSpc>
                <a:spcPct val="110000"/>
              </a:lnSpc>
            </a:pPr>
            <a:r>
              <a:rPr lang="en-GB" sz="1800" b="1"/>
              <a:t>11</a:t>
            </a:r>
          </a:p>
          <a:p>
            <a:pPr algn="r">
              <a:lnSpc>
                <a:spcPct val="110000"/>
              </a:lnSpc>
            </a:pPr>
            <a:r>
              <a:rPr lang="en-GB" sz="1800" b="1"/>
              <a:t>12</a:t>
            </a:r>
          </a:p>
          <a:p>
            <a:pPr algn="r">
              <a:lnSpc>
                <a:spcPct val="110000"/>
              </a:lnSpc>
            </a:pPr>
            <a:r>
              <a:rPr lang="en-GB" sz="1800" b="1"/>
              <a:t>13</a:t>
            </a:r>
          </a:p>
          <a:p>
            <a:pPr algn="r">
              <a:lnSpc>
                <a:spcPct val="110000"/>
              </a:lnSpc>
            </a:pPr>
            <a:r>
              <a:rPr lang="en-GB" sz="1800" b="1"/>
              <a:t>14</a:t>
            </a:r>
          </a:p>
          <a:p>
            <a:pPr algn="r">
              <a:lnSpc>
                <a:spcPct val="110000"/>
              </a:lnSpc>
            </a:pPr>
            <a:r>
              <a:rPr lang="en-GB" sz="1800" b="1"/>
              <a:t>15</a:t>
            </a:r>
            <a:endParaRPr lang="en-US" sz="1800" b="1"/>
          </a:p>
        </p:txBody>
      </p:sp>
      <p:sp>
        <p:nvSpPr>
          <p:cNvPr id="18438" name="Rectangle 8"/>
          <p:cNvSpPr>
            <a:spLocks noChangeArrowheads="1"/>
          </p:cNvSpPr>
          <p:nvPr/>
        </p:nvSpPr>
        <p:spPr bwMode="auto">
          <a:xfrm>
            <a:off x="2154238" y="3638550"/>
            <a:ext cx="6834187" cy="1195388"/>
          </a:xfrm>
          <a:prstGeom prst="rect">
            <a:avLst/>
          </a:prstGeom>
          <a:solidFill>
            <a:srgbClr val="FFFFCC"/>
          </a:solidFill>
          <a:ln>
            <a:noFill/>
          </a:ln>
          <a:extLst>
            <a:ext uri="{91240B29-F687-4F45-9708-019B960494DF}">
              <a14:hiddenLine xmlns:a14="http://schemas.microsoft.com/office/drawing/2010/main" w="9525" algn="ctr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/>
          <a:lstStyle/>
          <a:p>
            <a:endParaRPr lang="en-US"/>
          </a:p>
        </p:txBody>
      </p:sp>
      <p:sp>
        <p:nvSpPr>
          <p:cNvPr id="18439" name="Text Box 9"/>
          <p:cNvSpPr txBox="1">
            <a:spLocks noChangeArrowheads="1"/>
          </p:cNvSpPr>
          <p:nvPr/>
        </p:nvSpPr>
        <p:spPr bwMode="auto">
          <a:xfrm>
            <a:off x="1444625" y="1176338"/>
            <a:ext cx="763588" cy="49180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 algn="ctr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defRPr sz="1600">
                <a:solidFill>
                  <a:schemeClr val="tx1"/>
                </a:solidFill>
                <a:latin typeface="Lucida Sans Unicode" pitchFamily="34" charset="0"/>
              </a:defRPr>
            </a:lvl1pPr>
            <a:lvl2pPr marL="742950" indent="-285750">
              <a:defRPr sz="1600">
                <a:solidFill>
                  <a:schemeClr val="tx1"/>
                </a:solidFill>
                <a:latin typeface="Lucida Sans Unicode" pitchFamily="34" charset="0"/>
              </a:defRPr>
            </a:lvl2pPr>
            <a:lvl3pPr marL="1143000" indent="-228600">
              <a:defRPr sz="1600">
                <a:solidFill>
                  <a:schemeClr val="tx1"/>
                </a:solidFill>
                <a:latin typeface="Lucida Sans Unicode" pitchFamily="34" charset="0"/>
              </a:defRPr>
            </a:lvl3pPr>
            <a:lvl4pPr marL="1600200" indent="-228600">
              <a:defRPr sz="1600">
                <a:solidFill>
                  <a:schemeClr val="tx1"/>
                </a:solidFill>
                <a:latin typeface="Lucida Sans Unicode" pitchFamily="34" charset="0"/>
              </a:defRPr>
            </a:lvl4pPr>
            <a:lvl5pPr marL="2057400" indent="-228600">
              <a:defRPr sz="1600">
                <a:solidFill>
                  <a:schemeClr val="tx1"/>
                </a:solidFill>
                <a:latin typeface="Lucida Sans Unicode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Lucida Sans Unicode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Lucida Sans Unicode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Lucida Sans Unicode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Lucida Sans Unicode" pitchFamily="34" charset="0"/>
              </a:defRPr>
            </a:lvl9pPr>
          </a:lstStyle>
          <a:p>
            <a:pPr>
              <a:lnSpc>
                <a:spcPct val="110000"/>
              </a:lnSpc>
            </a:pPr>
            <a:r>
              <a:rPr lang="en-GB" sz="1800" b="1"/>
              <a:t>0000</a:t>
            </a:r>
          </a:p>
          <a:p>
            <a:pPr>
              <a:lnSpc>
                <a:spcPct val="110000"/>
              </a:lnSpc>
            </a:pPr>
            <a:r>
              <a:rPr lang="en-GB" sz="1800" b="1"/>
              <a:t>0001</a:t>
            </a:r>
          </a:p>
          <a:p>
            <a:pPr>
              <a:lnSpc>
                <a:spcPct val="110000"/>
              </a:lnSpc>
            </a:pPr>
            <a:r>
              <a:rPr lang="en-GB" sz="1800" b="1"/>
              <a:t>0010</a:t>
            </a:r>
          </a:p>
          <a:p>
            <a:pPr>
              <a:lnSpc>
                <a:spcPct val="110000"/>
              </a:lnSpc>
            </a:pPr>
            <a:r>
              <a:rPr lang="en-GB" sz="1800" b="1"/>
              <a:t>0011</a:t>
            </a:r>
          </a:p>
          <a:p>
            <a:pPr>
              <a:lnSpc>
                <a:spcPct val="110000"/>
              </a:lnSpc>
            </a:pPr>
            <a:r>
              <a:rPr lang="en-GB" sz="1800" b="1"/>
              <a:t>0100</a:t>
            </a:r>
          </a:p>
          <a:p>
            <a:pPr>
              <a:lnSpc>
                <a:spcPct val="110000"/>
              </a:lnSpc>
            </a:pPr>
            <a:r>
              <a:rPr lang="en-GB" sz="1800" b="1"/>
              <a:t>0101</a:t>
            </a:r>
          </a:p>
          <a:p>
            <a:pPr>
              <a:lnSpc>
                <a:spcPct val="110000"/>
              </a:lnSpc>
            </a:pPr>
            <a:r>
              <a:rPr lang="en-GB" sz="1800" b="1"/>
              <a:t>0110</a:t>
            </a:r>
          </a:p>
          <a:p>
            <a:pPr>
              <a:lnSpc>
                <a:spcPct val="110000"/>
              </a:lnSpc>
            </a:pPr>
            <a:r>
              <a:rPr lang="en-GB" sz="1800" b="1"/>
              <a:t>0111</a:t>
            </a:r>
          </a:p>
          <a:p>
            <a:pPr>
              <a:lnSpc>
                <a:spcPct val="110000"/>
              </a:lnSpc>
            </a:pPr>
            <a:r>
              <a:rPr lang="en-GB" sz="1800" b="1"/>
              <a:t>1000</a:t>
            </a:r>
          </a:p>
          <a:p>
            <a:pPr>
              <a:lnSpc>
                <a:spcPct val="110000"/>
              </a:lnSpc>
            </a:pPr>
            <a:r>
              <a:rPr lang="en-GB" sz="1800" b="1"/>
              <a:t>1001</a:t>
            </a:r>
          </a:p>
          <a:p>
            <a:pPr>
              <a:lnSpc>
                <a:spcPct val="110000"/>
              </a:lnSpc>
            </a:pPr>
            <a:r>
              <a:rPr lang="en-GB" sz="1800" b="1"/>
              <a:t>1010</a:t>
            </a:r>
          </a:p>
          <a:p>
            <a:pPr>
              <a:lnSpc>
                <a:spcPct val="110000"/>
              </a:lnSpc>
            </a:pPr>
            <a:r>
              <a:rPr lang="en-GB" sz="1800" b="1"/>
              <a:t>1011</a:t>
            </a:r>
          </a:p>
          <a:p>
            <a:pPr>
              <a:lnSpc>
                <a:spcPct val="110000"/>
              </a:lnSpc>
            </a:pPr>
            <a:r>
              <a:rPr lang="en-GB" sz="1800" b="1"/>
              <a:t>1100</a:t>
            </a:r>
          </a:p>
          <a:p>
            <a:pPr>
              <a:lnSpc>
                <a:spcPct val="110000"/>
              </a:lnSpc>
            </a:pPr>
            <a:r>
              <a:rPr lang="en-GB" sz="1800" b="1"/>
              <a:t>1101</a:t>
            </a:r>
          </a:p>
          <a:p>
            <a:pPr>
              <a:lnSpc>
                <a:spcPct val="110000"/>
              </a:lnSpc>
            </a:pPr>
            <a:r>
              <a:rPr lang="en-GB" sz="1800" b="1"/>
              <a:t>1110</a:t>
            </a:r>
          </a:p>
          <a:p>
            <a:pPr>
              <a:lnSpc>
                <a:spcPct val="110000"/>
              </a:lnSpc>
            </a:pPr>
            <a:r>
              <a:rPr lang="en-GB" sz="1800" b="1"/>
              <a:t>1111</a:t>
            </a:r>
            <a:endParaRPr lang="en-US"/>
          </a:p>
        </p:txBody>
      </p:sp>
      <p:sp>
        <p:nvSpPr>
          <p:cNvPr id="18440" name="Text Box 10"/>
          <p:cNvSpPr txBox="1">
            <a:spLocks noChangeArrowheads="1"/>
          </p:cNvSpPr>
          <p:nvPr/>
        </p:nvSpPr>
        <p:spPr bwMode="auto">
          <a:xfrm>
            <a:off x="2652713" y="1176338"/>
            <a:ext cx="763587" cy="49180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 algn="ctr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defRPr sz="1600">
                <a:solidFill>
                  <a:schemeClr val="tx1"/>
                </a:solidFill>
                <a:latin typeface="Lucida Sans Unicode" pitchFamily="34" charset="0"/>
              </a:defRPr>
            </a:lvl1pPr>
            <a:lvl2pPr marL="742950" indent="-285750">
              <a:defRPr sz="1600">
                <a:solidFill>
                  <a:schemeClr val="tx1"/>
                </a:solidFill>
                <a:latin typeface="Lucida Sans Unicode" pitchFamily="34" charset="0"/>
              </a:defRPr>
            </a:lvl2pPr>
            <a:lvl3pPr marL="1143000" indent="-228600">
              <a:defRPr sz="1600">
                <a:solidFill>
                  <a:schemeClr val="tx1"/>
                </a:solidFill>
                <a:latin typeface="Lucida Sans Unicode" pitchFamily="34" charset="0"/>
              </a:defRPr>
            </a:lvl3pPr>
            <a:lvl4pPr marL="1600200" indent="-228600">
              <a:defRPr sz="1600">
                <a:solidFill>
                  <a:schemeClr val="tx1"/>
                </a:solidFill>
                <a:latin typeface="Lucida Sans Unicode" pitchFamily="34" charset="0"/>
              </a:defRPr>
            </a:lvl4pPr>
            <a:lvl5pPr marL="2057400" indent="-228600">
              <a:defRPr sz="1600">
                <a:solidFill>
                  <a:schemeClr val="tx1"/>
                </a:solidFill>
                <a:latin typeface="Lucida Sans Unicode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Lucida Sans Unicode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Lucida Sans Unicode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Lucida Sans Unicode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Lucida Sans Unicode" pitchFamily="34" charset="0"/>
              </a:defRPr>
            </a:lvl9pPr>
          </a:lstStyle>
          <a:p>
            <a:pPr>
              <a:lnSpc>
                <a:spcPct val="110000"/>
              </a:lnSpc>
            </a:pPr>
            <a:r>
              <a:rPr lang="en-GB" sz="1800" b="1"/>
              <a:t>0000</a:t>
            </a:r>
          </a:p>
          <a:p>
            <a:pPr>
              <a:lnSpc>
                <a:spcPct val="110000"/>
              </a:lnSpc>
            </a:pPr>
            <a:r>
              <a:rPr lang="en-GB" sz="1800" b="1"/>
              <a:t>0001</a:t>
            </a:r>
          </a:p>
          <a:p>
            <a:pPr>
              <a:lnSpc>
                <a:spcPct val="110000"/>
              </a:lnSpc>
            </a:pPr>
            <a:r>
              <a:rPr lang="en-GB" sz="1800" b="1"/>
              <a:t>0010</a:t>
            </a:r>
          </a:p>
          <a:p>
            <a:pPr>
              <a:lnSpc>
                <a:spcPct val="110000"/>
              </a:lnSpc>
            </a:pPr>
            <a:r>
              <a:rPr lang="en-GB" sz="1800" b="1"/>
              <a:t>0011</a:t>
            </a:r>
          </a:p>
          <a:p>
            <a:pPr>
              <a:lnSpc>
                <a:spcPct val="110000"/>
              </a:lnSpc>
            </a:pPr>
            <a:r>
              <a:rPr lang="en-GB" sz="1800" b="1"/>
              <a:t>0100</a:t>
            </a:r>
          </a:p>
          <a:p>
            <a:pPr>
              <a:lnSpc>
                <a:spcPct val="110000"/>
              </a:lnSpc>
            </a:pPr>
            <a:r>
              <a:rPr lang="en-GB" sz="1800" b="1"/>
              <a:t>0101</a:t>
            </a:r>
          </a:p>
          <a:p>
            <a:pPr>
              <a:lnSpc>
                <a:spcPct val="110000"/>
              </a:lnSpc>
            </a:pPr>
            <a:r>
              <a:rPr lang="en-GB" sz="1800" b="1"/>
              <a:t>0110</a:t>
            </a:r>
          </a:p>
          <a:p>
            <a:pPr>
              <a:lnSpc>
                <a:spcPct val="110000"/>
              </a:lnSpc>
            </a:pPr>
            <a:r>
              <a:rPr lang="en-GB" sz="1800" b="1"/>
              <a:t>0111</a:t>
            </a:r>
          </a:p>
          <a:p>
            <a:pPr>
              <a:lnSpc>
                <a:spcPct val="110000"/>
              </a:lnSpc>
            </a:pPr>
            <a:r>
              <a:rPr lang="en-GB" sz="1800" b="1"/>
              <a:t>1000</a:t>
            </a:r>
          </a:p>
          <a:p>
            <a:pPr>
              <a:lnSpc>
                <a:spcPct val="110000"/>
              </a:lnSpc>
            </a:pPr>
            <a:r>
              <a:rPr lang="en-GB" sz="1800" b="1"/>
              <a:t>1001</a:t>
            </a:r>
          </a:p>
          <a:p>
            <a:pPr>
              <a:lnSpc>
                <a:spcPct val="110000"/>
              </a:lnSpc>
            </a:pPr>
            <a:r>
              <a:rPr lang="en-GB" sz="1800" b="1"/>
              <a:t>1010</a:t>
            </a:r>
          </a:p>
          <a:p>
            <a:pPr>
              <a:lnSpc>
                <a:spcPct val="110000"/>
              </a:lnSpc>
            </a:pPr>
            <a:r>
              <a:rPr lang="en-GB" sz="1800" b="1"/>
              <a:t>1011</a:t>
            </a:r>
          </a:p>
          <a:p>
            <a:pPr>
              <a:lnSpc>
                <a:spcPct val="110000"/>
              </a:lnSpc>
            </a:pPr>
            <a:r>
              <a:rPr lang="en-GB" sz="1800" b="1"/>
              <a:t>1100</a:t>
            </a:r>
          </a:p>
          <a:p>
            <a:pPr>
              <a:lnSpc>
                <a:spcPct val="110000"/>
              </a:lnSpc>
            </a:pPr>
            <a:r>
              <a:rPr lang="en-GB" sz="1800" b="1"/>
              <a:t>1101</a:t>
            </a:r>
          </a:p>
          <a:p>
            <a:pPr>
              <a:lnSpc>
                <a:spcPct val="110000"/>
              </a:lnSpc>
            </a:pPr>
            <a:r>
              <a:rPr lang="en-GB" sz="1800" b="1"/>
              <a:t>1110</a:t>
            </a:r>
          </a:p>
          <a:p>
            <a:pPr>
              <a:lnSpc>
                <a:spcPct val="110000"/>
              </a:lnSpc>
            </a:pPr>
            <a:r>
              <a:rPr lang="en-GB" sz="1800" b="1"/>
              <a:t>1111</a:t>
            </a:r>
            <a:endParaRPr lang="en-US"/>
          </a:p>
        </p:txBody>
      </p:sp>
      <p:sp>
        <p:nvSpPr>
          <p:cNvPr id="18441" name="Text Box 11"/>
          <p:cNvSpPr txBox="1">
            <a:spLocks noChangeArrowheads="1"/>
          </p:cNvSpPr>
          <p:nvPr/>
        </p:nvSpPr>
        <p:spPr bwMode="auto">
          <a:xfrm>
            <a:off x="2487613" y="1176338"/>
            <a:ext cx="328612" cy="49180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 algn="ctr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defRPr sz="1600">
                <a:solidFill>
                  <a:schemeClr val="tx1"/>
                </a:solidFill>
                <a:latin typeface="Lucida Sans Unicode" pitchFamily="34" charset="0"/>
              </a:defRPr>
            </a:lvl1pPr>
            <a:lvl2pPr marL="742950" indent="-285750">
              <a:defRPr sz="1600">
                <a:solidFill>
                  <a:schemeClr val="tx1"/>
                </a:solidFill>
                <a:latin typeface="Lucida Sans Unicode" pitchFamily="34" charset="0"/>
              </a:defRPr>
            </a:lvl2pPr>
            <a:lvl3pPr marL="1143000" indent="-228600">
              <a:defRPr sz="1600">
                <a:solidFill>
                  <a:schemeClr val="tx1"/>
                </a:solidFill>
                <a:latin typeface="Lucida Sans Unicode" pitchFamily="34" charset="0"/>
              </a:defRPr>
            </a:lvl3pPr>
            <a:lvl4pPr marL="1600200" indent="-228600">
              <a:defRPr sz="1600">
                <a:solidFill>
                  <a:schemeClr val="tx1"/>
                </a:solidFill>
                <a:latin typeface="Lucida Sans Unicode" pitchFamily="34" charset="0"/>
              </a:defRPr>
            </a:lvl4pPr>
            <a:lvl5pPr marL="2057400" indent="-228600">
              <a:defRPr sz="1600">
                <a:solidFill>
                  <a:schemeClr val="tx1"/>
                </a:solidFill>
                <a:latin typeface="Lucida Sans Unicode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Lucida Sans Unicode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Lucida Sans Unicode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Lucida Sans Unicode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Lucida Sans Unicode" pitchFamily="34" charset="0"/>
              </a:defRPr>
            </a:lvl9pPr>
          </a:lstStyle>
          <a:p>
            <a:pPr>
              <a:lnSpc>
                <a:spcPct val="110000"/>
              </a:lnSpc>
            </a:pPr>
            <a:r>
              <a:rPr lang="en-GB" sz="1800" b="1">
                <a:solidFill>
                  <a:srgbClr val="FF0000"/>
                </a:solidFill>
              </a:rPr>
              <a:t>1</a:t>
            </a:r>
          </a:p>
          <a:p>
            <a:pPr>
              <a:lnSpc>
                <a:spcPct val="110000"/>
              </a:lnSpc>
            </a:pPr>
            <a:r>
              <a:rPr lang="en-GB" sz="1800" b="1">
                <a:solidFill>
                  <a:srgbClr val="FF0000"/>
                </a:solidFill>
              </a:rPr>
              <a:t>1</a:t>
            </a:r>
          </a:p>
          <a:p>
            <a:pPr>
              <a:lnSpc>
                <a:spcPct val="110000"/>
              </a:lnSpc>
            </a:pPr>
            <a:r>
              <a:rPr lang="en-GB" sz="1800" b="1">
                <a:solidFill>
                  <a:srgbClr val="FF0000"/>
                </a:solidFill>
              </a:rPr>
              <a:t>1</a:t>
            </a:r>
          </a:p>
          <a:p>
            <a:pPr>
              <a:lnSpc>
                <a:spcPct val="110000"/>
              </a:lnSpc>
            </a:pPr>
            <a:r>
              <a:rPr lang="en-GB" sz="1800" b="1">
                <a:solidFill>
                  <a:srgbClr val="FF0000"/>
                </a:solidFill>
              </a:rPr>
              <a:t>1</a:t>
            </a:r>
          </a:p>
          <a:p>
            <a:pPr>
              <a:lnSpc>
                <a:spcPct val="110000"/>
              </a:lnSpc>
            </a:pPr>
            <a:r>
              <a:rPr lang="en-GB" sz="1800" b="1">
                <a:solidFill>
                  <a:srgbClr val="FF0000"/>
                </a:solidFill>
              </a:rPr>
              <a:t>1</a:t>
            </a:r>
          </a:p>
          <a:p>
            <a:pPr>
              <a:lnSpc>
                <a:spcPct val="110000"/>
              </a:lnSpc>
            </a:pPr>
            <a:r>
              <a:rPr lang="en-GB" sz="1800" b="1">
                <a:solidFill>
                  <a:srgbClr val="FF0000"/>
                </a:solidFill>
              </a:rPr>
              <a:t>1</a:t>
            </a:r>
          </a:p>
          <a:p>
            <a:pPr>
              <a:lnSpc>
                <a:spcPct val="110000"/>
              </a:lnSpc>
            </a:pPr>
            <a:r>
              <a:rPr lang="en-GB" sz="1800" b="1">
                <a:solidFill>
                  <a:srgbClr val="FF0000"/>
                </a:solidFill>
              </a:rPr>
              <a:t>1</a:t>
            </a:r>
          </a:p>
          <a:p>
            <a:pPr>
              <a:lnSpc>
                <a:spcPct val="110000"/>
              </a:lnSpc>
            </a:pPr>
            <a:r>
              <a:rPr lang="en-GB" sz="1800" b="1">
                <a:solidFill>
                  <a:srgbClr val="FF0000"/>
                </a:solidFill>
              </a:rPr>
              <a:t>1</a:t>
            </a:r>
          </a:p>
          <a:p>
            <a:pPr>
              <a:lnSpc>
                <a:spcPct val="110000"/>
              </a:lnSpc>
            </a:pPr>
            <a:r>
              <a:rPr lang="en-GB" sz="1800" b="1">
                <a:solidFill>
                  <a:srgbClr val="FF0000"/>
                </a:solidFill>
              </a:rPr>
              <a:t>1</a:t>
            </a:r>
          </a:p>
          <a:p>
            <a:pPr>
              <a:lnSpc>
                <a:spcPct val="110000"/>
              </a:lnSpc>
            </a:pPr>
            <a:r>
              <a:rPr lang="en-GB" sz="1800" b="1">
                <a:solidFill>
                  <a:srgbClr val="FF0000"/>
                </a:solidFill>
              </a:rPr>
              <a:t>1</a:t>
            </a:r>
          </a:p>
          <a:p>
            <a:pPr>
              <a:lnSpc>
                <a:spcPct val="110000"/>
              </a:lnSpc>
            </a:pPr>
            <a:r>
              <a:rPr lang="en-GB" sz="1800" b="1">
                <a:solidFill>
                  <a:srgbClr val="FF0000"/>
                </a:solidFill>
              </a:rPr>
              <a:t>1</a:t>
            </a:r>
          </a:p>
          <a:p>
            <a:pPr>
              <a:lnSpc>
                <a:spcPct val="110000"/>
              </a:lnSpc>
            </a:pPr>
            <a:r>
              <a:rPr lang="en-GB" sz="1800" b="1">
                <a:solidFill>
                  <a:srgbClr val="FF0000"/>
                </a:solidFill>
              </a:rPr>
              <a:t>1</a:t>
            </a:r>
          </a:p>
          <a:p>
            <a:pPr>
              <a:lnSpc>
                <a:spcPct val="110000"/>
              </a:lnSpc>
            </a:pPr>
            <a:r>
              <a:rPr lang="en-GB" sz="1800" b="1">
                <a:solidFill>
                  <a:srgbClr val="FF0000"/>
                </a:solidFill>
              </a:rPr>
              <a:t>1</a:t>
            </a:r>
          </a:p>
          <a:p>
            <a:pPr>
              <a:lnSpc>
                <a:spcPct val="110000"/>
              </a:lnSpc>
            </a:pPr>
            <a:r>
              <a:rPr lang="en-GB" sz="1800" b="1">
                <a:solidFill>
                  <a:srgbClr val="FF0000"/>
                </a:solidFill>
              </a:rPr>
              <a:t>1</a:t>
            </a:r>
          </a:p>
          <a:p>
            <a:pPr>
              <a:lnSpc>
                <a:spcPct val="110000"/>
              </a:lnSpc>
            </a:pPr>
            <a:r>
              <a:rPr lang="en-GB" sz="1800" b="1">
                <a:solidFill>
                  <a:srgbClr val="FF0000"/>
                </a:solidFill>
              </a:rPr>
              <a:t>1</a:t>
            </a:r>
          </a:p>
          <a:p>
            <a:pPr>
              <a:lnSpc>
                <a:spcPct val="110000"/>
              </a:lnSpc>
            </a:pPr>
            <a:r>
              <a:rPr lang="en-GB" sz="1800" b="1">
                <a:solidFill>
                  <a:srgbClr val="FF0000"/>
                </a:solidFill>
              </a:rPr>
              <a:t>1</a:t>
            </a:r>
            <a:endParaRPr lang="en-US" sz="1800" b="1">
              <a:solidFill>
                <a:srgbClr val="FF0000"/>
              </a:solidFill>
            </a:endParaRPr>
          </a:p>
        </p:txBody>
      </p:sp>
      <p:sp>
        <p:nvSpPr>
          <p:cNvPr id="18442" name="Text Box 12"/>
          <p:cNvSpPr txBox="1">
            <a:spLocks noChangeArrowheads="1"/>
          </p:cNvSpPr>
          <p:nvPr/>
        </p:nvSpPr>
        <p:spPr bwMode="auto">
          <a:xfrm>
            <a:off x="3824288" y="1176338"/>
            <a:ext cx="473075" cy="49180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 algn="ctr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defRPr sz="1600">
                <a:solidFill>
                  <a:schemeClr val="tx1"/>
                </a:solidFill>
                <a:latin typeface="Lucida Sans Unicode" pitchFamily="34" charset="0"/>
              </a:defRPr>
            </a:lvl1pPr>
            <a:lvl2pPr marL="742950" indent="-285750">
              <a:defRPr sz="1600">
                <a:solidFill>
                  <a:schemeClr val="tx1"/>
                </a:solidFill>
                <a:latin typeface="Lucida Sans Unicode" pitchFamily="34" charset="0"/>
              </a:defRPr>
            </a:lvl2pPr>
            <a:lvl3pPr marL="1143000" indent="-228600">
              <a:defRPr sz="1600">
                <a:solidFill>
                  <a:schemeClr val="tx1"/>
                </a:solidFill>
                <a:latin typeface="Lucida Sans Unicode" pitchFamily="34" charset="0"/>
              </a:defRPr>
            </a:lvl3pPr>
            <a:lvl4pPr marL="1600200" indent="-228600">
              <a:defRPr sz="1600">
                <a:solidFill>
                  <a:schemeClr val="tx1"/>
                </a:solidFill>
                <a:latin typeface="Lucida Sans Unicode" pitchFamily="34" charset="0"/>
              </a:defRPr>
            </a:lvl4pPr>
            <a:lvl5pPr marL="2057400" indent="-228600">
              <a:defRPr sz="1600">
                <a:solidFill>
                  <a:schemeClr val="tx1"/>
                </a:solidFill>
                <a:latin typeface="Lucida Sans Unicode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Lucida Sans Unicode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Lucida Sans Unicode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Lucida Sans Unicode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Lucida Sans Unicode" pitchFamily="34" charset="0"/>
              </a:defRPr>
            </a:lvl9pPr>
          </a:lstStyle>
          <a:p>
            <a:pPr>
              <a:lnSpc>
                <a:spcPct val="110000"/>
              </a:lnSpc>
            </a:pPr>
            <a:r>
              <a:rPr lang="en-GB" sz="1800" b="1"/>
              <a:t>16</a:t>
            </a:r>
          </a:p>
          <a:p>
            <a:pPr>
              <a:lnSpc>
                <a:spcPct val="110000"/>
              </a:lnSpc>
            </a:pPr>
            <a:r>
              <a:rPr lang="en-GB" sz="1800" b="1"/>
              <a:t>17</a:t>
            </a:r>
          </a:p>
          <a:p>
            <a:pPr>
              <a:lnSpc>
                <a:spcPct val="110000"/>
              </a:lnSpc>
            </a:pPr>
            <a:r>
              <a:rPr lang="en-GB" sz="1800" b="1"/>
              <a:t>18</a:t>
            </a:r>
          </a:p>
          <a:p>
            <a:pPr>
              <a:lnSpc>
                <a:spcPct val="110000"/>
              </a:lnSpc>
            </a:pPr>
            <a:r>
              <a:rPr lang="en-GB" sz="1800" b="1"/>
              <a:t>19</a:t>
            </a:r>
          </a:p>
          <a:p>
            <a:pPr>
              <a:lnSpc>
                <a:spcPct val="110000"/>
              </a:lnSpc>
            </a:pPr>
            <a:r>
              <a:rPr lang="en-GB" sz="1800" b="1"/>
              <a:t>20</a:t>
            </a:r>
          </a:p>
          <a:p>
            <a:pPr>
              <a:lnSpc>
                <a:spcPct val="110000"/>
              </a:lnSpc>
            </a:pPr>
            <a:r>
              <a:rPr lang="en-GB" sz="1800" b="1"/>
              <a:t>21</a:t>
            </a:r>
          </a:p>
          <a:p>
            <a:pPr>
              <a:lnSpc>
                <a:spcPct val="110000"/>
              </a:lnSpc>
            </a:pPr>
            <a:r>
              <a:rPr lang="en-GB" sz="1800" b="1"/>
              <a:t>22</a:t>
            </a:r>
          </a:p>
          <a:p>
            <a:pPr>
              <a:lnSpc>
                <a:spcPct val="110000"/>
              </a:lnSpc>
            </a:pPr>
            <a:r>
              <a:rPr lang="en-GB" sz="1800" b="1"/>
              <a:t>23</a:t>
            </a:r>
          </a:p>
          <a:p>
            <a:pPr>
              <a:lnSpc>
                <a:spcPct val="110000"/>
              </a:lnSpc>
            </a:pPr>
            <a:r>
              <a:rPr lang="en-GB" sz="1800" b="1"/>
              <a:t>24</a:t>
            </a:r>
          </a:p>
          <a:p>
            <a:pPr>
              <a:lnSpc>
                <a:spcPct val="110000"/>
              </a:lnSpc>
            </a:pPr>
            <a:r>
              <a:rPr lang="en-GB" sz="1800" b="1"/>
              <a:t>25</a:t>
            </a:r>
          </a:p>
          <a:p>
            <a:pPr>
              <a:lnSpc>
                <a:spcPct val="110000"/>
              </a:lnSpc>
            </a:pPr>
            <a:r>
              <a:rPr lang="en-GB" sz="1800" b="1"/>
              <a:t>26</a:t>
            </a:r>
          </a:p>
          <a:p>
            <a:pPr>
              <a:lnSpc>
                <a:spcPct val="110000"/>
              </a:lnSpc>
            </a:pPr>
            <a:r>
              <a:rPr lang="en-GB" sz="1800" b="1"/>
              <a:t>27</a:t>
            </a:r>
          </a:p>
          <a:p>
            <a:pPr>
              <a:lnSpc>
                <a:spcPct val="110000"/>
              </a:lnSpc>
            </a:pPr>
            <a:r>
              <a:rPr lang="en-GB" sz="1800" b="1"/>
              <a:t>28</a:t>
            </a:r>
          </a:p>
          <a:p>
            <a:pPr>
              <a:lnSpc>
                <a:spcPct val="110000"/>
              </a:lnSpc>
            </a:pPr>
            <a:r>
              <a:rPr lang="en-GB" sz="1800" b="1"/>
              <a:t>29</a:t>
            </a:r>
          </a:p>
          <a:p>
            <a:pPr>
              <a:lnSpc>
                <a:spcPct val="110000"/>
              </a:lnSpc>
            </a:pPr>
            <a:r>
              <a:rPr lang="en-GB" sz="1800" b="1"/>
              <a:t>30</a:t>
            </a:r>
          </a:p>
          <a:p>
            <a:pPr>
              <a:lnSpc>
                <a:spcPct val="110000"/>
              </a:lnSpc>
            </a:pPr>
            <a:r>
              <a:rPr lang="en-GB" sz="1800" b="1"/>
              <a:t>31</a:t>
            </a:r>
            <a:endParaRPr lang="en-US" sz="1800" b="1"/>
          </a:p>
        </p:txBody>
      </p:sp>
      <p:sp>
        <p:nvSpPr>
          <p:cNvPr id="18443" name="Text Box 13"/>
          <p:cNvSpPr txBox="1">
            <a:spLocks noChangeArrowheads="1"/>
          </p:cNvSpPr>
          <p:nvPr/>
        </p:nvSpPr>
        <p:spPr bwMode="auto">
          <a:xfrm>
            <a:off x="977900" y="1176338"/>
            <a:ext cx="365125" cy="49180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 algn="ctr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defRPr sz="1600">
                <a:solidFill>
                  <a:schemeClr val="tx1"/>
                </a:solidFill>
                <a:latin typeface="Lucida Sans Unicode" pitchFamily="34" charset="0"/>
              </a:defRPr>
            </a:lvl1pPr>
            <a:lvl2pPr marL="742950" indent="-285750">
              <a:defRPr sz="1600">
                <a:solidFill>
                  <a:schemeClr val="tx1"/>
                </a:solidFill>
                <a:latin typeface="Lucida Sans Unicode" pitchFamily="34" charset="0"/>
              </a:defRPr>
            </a:lvl2pPr>
            <a:lvl3pPr marL="1143000" indent="-228600">
              <a:defRPr sz="1600">
                <a:solidFill>
                  <a:schemeClr val="tx1"/>
                </a:solidFill>
                <a:latin typeface="Lucida Sans Unicode" pitchFamily="34" charset="0"/>
              </a:defRPr>
            </a:lvl3pPr>
            <a:lvl4pPr marL="1600200" indent="-228600">
              <a:defRPr sz="1600">
                <a:solidFill>
                  <a:schemeClr val="tx1"/>
                </a:solidFill>
                <a:latin typeface="Lucida Sans Unicode" pitchFamily="34" charset="0"/>
              </a:defRPr>
            </a:lvl4pPr>
            <a:lvl5pPr marL="2057400" indent="-228600">
              <a:defRPr sz="1600">
                <a:solidFill>
                  <a:schemeClr val="tx1"/>
                </a:solidFill>
                <a:latin typeface="Lucida Sans Unicode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Lucida Sans Unicode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Lucida Sans Unicode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Lucida Sans Unicode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Lucida Sans Unicode" pitchFamily="34" charset="0"/>
              </a:defRPr>
            </a:lvl9pPr>
          </a:lstStyle>
          <a:p>
            <a:pPr>
              <a:lnSpc>
                <a:spcPct val="110000"/>
              </a:lnSpc>
            </a:pPr>
            <a:r>
              <a:rPr lang="en-GB" sz="1800"/>
              <a:t>=</a:t>
            </a:r>
          </a:p>
          <a:p>
            <a:pPr>
              <a:lnSpc>
                <a:spcPct val="110000"/>
              </a:lnSpc>
            </a:pPr>
            <a:r>
              <a:rPr lang="en-GB" sz="1800"/>
              <a:t>=</a:t>
            </a:r>
          </a:p>
          <a:p>
            <a:pPr>
              <a:lnSpc>
                <a:spcPct val="110000"/>
              </a:lnSpc>
            </a:pPr>
            <a:r>
              <a:rPr lang="en-GB" sz="1800"/>
              <a:t>=</a:t>
            </a:r>
          </a:p>
          <a:p>
            <a:pPr>
              <a:lnSpc>
                <a:spcPct val="110000"/>
              </a:lnSpc>
            </a:pPr>
            <a:r>
              <a:rPr lang="en-GB" sz="1800"/>
              <a:t>=</a:t>
            </a:r>
          </a:p>
          <a:p>
            <a:pPr>
              <a:lnSpc>
                <a:spcPct val="110000"/>
              </a:lnSpc>
            </a:pPr>
            <a:r>
              <a:rPr lang="en-GB" sz="1800"/>
              <a:t>=</a:t>
            </a:r>
          </a:p>
          <a:p>
            <a:pPr>
              <a:lnSpc>
                <a:spcPct val="110000"/>
              </a:lnSpc>
            </a:pPr>
            <a:r>
              <a:rPr lang="en-GB" sz="1800"/>
              <a:t>=</a:t>
            </a:r>
          </a:p>
          <a:p>
            <a:pPr>
              <a:lnSpc>
                <a:spcPct val="110000"/>
              </a:lnSpc>
            </a:pPr>
            <a:r>
              <a:rPr lang="en-GB" sz="1800"/>
              <a:t>=</a:t>
            </a:r>
          </a:p>
          <a:p>
            <a:pPr>
              <a:lnSpc>
                <a:spcPct val="110000"/>
              </a:lnSpc>
            </a:pPr>
            <a:r>
              <a:rPr lang="en-GB" sz="1800"/>
              <a:t>=</a:t>
            </a:r>
          </a:p>
          <a:p>
            <a:pPr>
              <a:lnSpc>
                <a:spcPct val="110000"/>
              </a:lnSpc>
            </a:pPr>
            <a:r>
              <a:rPr lang="en-GB" sz="1800"/>
              <a:t>=</a:t>
            </a:r>
          </a:p>
          <a:p>
            <a:pPr>
              <a:lnSpc>
                <a:spcPct val="110000"/>
              </a:lnSpc>
            </a:pPr>
            <a:r>
              <a:rPr lang="en-GB" sz="1800"/>
              <a:t>=</a:t>
            </a:r>
          </a:p>
          <a:p>
            <a:pPr>
              <a:lnSpc>
                <a:spcPct val="110000"/>
              </a:lnSpc>
            </a:pPr>
            <a:r>
              <a:rPr lang="en-GB" sz="1800"/>
              <a:t>=</a:t>
            </a:r>
          </a:p>
          <a:p>
            <a:pPr>
              <a:lnSpc>
                <a:spcPct val="110000"/>
              </a:lnSpc>
            </a:pPr>
            <a:r>
              <a:rPr lang="en-GB" sz="1800"/>
              <a:t>=</a:t>
            </a:r>
          </a:p>
          <a:p>
            <a:pPr>
              <a:lnSpc>
                <a:spcPct val="110000"/>
              </a:lnSpc>
            </a:pPr>
            <a:r>
              <a:rPr lang="en-GB" sz="1800"/>
              <a:t>=</a:t>
            </a:r>
          </a:p>
          <a:p>
            <a:pPr>
              <a:lnSpc>
                <a:spcPct val="110000"/>
              </a:lnSpc>
            </a:pPr>
            <a:r>
              <a:rPr lang="en-GB" sz="1800"/>
              <a:t>=</a:t>
            </a:r>
          </a:p>
          <a:p>
            <a:pPr>
              <a:lnSpc>
                <a:spcPct val="110000"/>
              </a:lnSpc>
            </a:pPr>
            <a:r>
              <a:rPr lang="en-GB" sz="1800"/>
              <a:t>=</a:t>
            </a:r>
          </a:p>
          <a:p>
            <a:pPr>
              <a:lnSpc>
                <a:spcPct val="110000"/>
              </a:lnSpc>
            </a:pPr>
            <a:r>
              <a:rPr lang="en-GB" sz="1800"/>
              <a:t>=</a:t>
            </a:r>
            <a:endParaRPr lang="en-US" sz="1800"/>
          </a:p>
        </p:txBody>
      </p:sp>
      <p:sp>
        <p:nvSpPr>
          <p:cNvPr id="18444" name="Text Box 14"/>
          <p:cNvSpPr txBox="1">
            <a:spLocks noChangeArrowheads="1"/>
          </p:cNvSpPr>
          <p:nvPr/>
        </p:nvSpPr>
        <p:spPr bwMode="auto">
          <a:xfrm>
            <a:off x="3402013" y="1176338"/>
            <a:ext cx="365125" cy="49180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 algn="ctr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defRPr sz="1600">
                <a:solidFill>
                  <a:schemeClr val="tx1"/>
                </a:solidFill>
                <a:latin typeface="Lucida Sans Unicode" pitchFamily="34" charset="0"/>
              </a:defRPr>
            </a:lvl1pPr>
            <a:lvl2pPr marL="742950" indent="-285750">
              <a:defRPr sz="1600">
                <a:solidFill>
                  <a:schemeClr val="tx1"/>
                </a:solidFill>
                <a:latin typeface="Lucida Sans Unicode" pitchFamily="34" charset="0"/>
              </a:defRPr>
            </a:lvl2pPr>
            <a:lvl3pPr marL="1143000" indent="-228600">
              <a:defRPr sz="1600">
                <a:solidFill>
                  <a:schemeClr val="tx1"/>
                </a:solidFill>
                <a:latin typeface="Lucida Sans Unicode" pitchFamily="34" charset="0"/>
              </a:defRPr>
            </a:lvl3pPr>
            <a:lvl4pPr marL="1600200" indent="-228600">
              <a:defRPr sz="1600">
                <a:solidFill>
                  <a:schemeClr val="tx1"/>
                </a:solidFill>
                <a:latin typeface="Lucida Sans Unicode" pitchFamily="34" charset="0"/>
              </a:defRPr>
            </a:lvl4pPr>
            <a:lvl5pPr marL="2057400" indent="-228600">
              <a:defRPr sz="1600">
                <a:solidFill>
                  <a:schemeClr val="tx1"/>
                </a:solidFill>
                <a:latin typeface="Lucida Sans Unicode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Lucida Sans Unicode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Lucida Sans Unicode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Lucida Sans Unicode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Lucida Sans Unicode" pitchFamily="34" charset="0"/>
              </a:defRPr>
            </a:lvl9pPr>
          </a:lstStyle>
          <a:p>
            <a:pPr>
              <a:lnSpc>
                <a:spcPct val="110000"/>
              </a:lnSpc>
            </a:pPr>
            <a:r>
              <a:rPr lang="en-GB" sz="1800"/>
              <a:t>=</a:t>
            </a:r>
          </a:p>
          <a:p>
            <a:pPr>
              <a:lnSpc>
                <a:spcPct val="110000"/>
              </a:lnSpc>
            </a:pPr>
            <a:r>
              <a:rPr lang="en-GB" sz="1800"/>
              <a:t>=</a:t>
            </a:r>
          </a:p>
          <a:p>
            <a:pPr>
              <a:lnSpc>
                <a:spcPct val="110000"/>
              </a:lnSpc>
            </a:pPr>
            <a:r>
              <a:rPr lang="en-GB" sz="1800"/>
              <a:t>=</a:t>
            </a:r>
          </a:p>
          <a:p>
            <a:pPr>
              <a:lnSpc>
                <a:spcPct val="110000"/>
              </a:lnSpc>
            </a:pPr>
            <a:r>
              <a:rPr lang="en-GB" sz="1800"/>
              <a:t>=</a:t>
            </a:r>
          </a:p>
          <a:p>
            <a:pPr>
              <a:lnSpc>
                <a:spcPct val="110000"/>
              </a:lnSpc>
            </a:pPr>
            <a:r>
              <a:rPr lang="en-GB" sz="1800"/>
              <a:t>=</a:t>
            </a:r>
          </a:p>
          <a:p>
            <a:pPr>
              <a:lnSpc>
                <a:spcPct val="110000"/>
              </a:lnSpc>
            </a:pPr>
            <a:r>
              <a:rPr lang="en-GB" sz="1800"/>
              <a:t>=</a:t>
            </a:r>
          </a:p>
          <a:p>
            <a:pPr>
              <a:lnSpc>
                <a:spcPct val="110000"/>
              </a:lnSpc>
            </a:pPr>
            <a:r>
              <a:rPr lang="en-GB" sz="1800"/>
              <a:t>=</a:t>
            </a:r>
          </a:p>
          <a:p>
            <a:pPr>
              <a:lnSpc>
                <a:spcPct val="110000"/>
              </a:lnSpc>
            </a:pPr>
            <a:r>
              <a:rPr lang="en-GB" sz="1800"/>
              <a:t>=</a:t>
            </a:r>
          </a:p>
          <a:p>
            <a:pPr>
              <a:lnSpc>
                <a:spcPct val="110000"/>
              </a:lnSpc>
            </a:pPr>
            <a:r>
              <a:rPr lang="en-GB" sz="1800"/>
              <a:t>=</a:t>
            </a:r>
          </a:p>
          <a:p>
            <a:pPr>
              <a:lnSpc>
                <a:spcPct val="110000"/>
              </a:lnSpc>
            </a:pPr>
            <a:r>
              <a:rPr lang="en-GB" sz="1800"/>
              <a:t>=</a:t>
            </a:r>
          </a:p>
          <a:p>
            <a:pPr>
              <a:lnSpc>
                <a:spcPct val="110000"/>
              </a:lnSpc>
            </a:pPr>
            <a:r>
              <a:rPr lang="en-GB" sz="1800"/>
              <a:t>=</a:t>
            </a:r>
          </a:p>
          <a:p>
            <a:pPr>
              <a:lnSpc>
                <a:spcPct val="110000"/>
              </a:lnSpc>
            </a:pPr>
            <a:r>
              <a:rPr lang="en-GB" sz="1800"/>
              <a:t>=</a:t>
            </a:r>
          </a:p>
          <a:p>
            <a:pPr>
              <a:lnSpc>
                <a:spcPct val="110000"/>
              </a:lnSpc>
            </a:pPr>
            <a:r>
              <a:rPr lang="en-GB" sz="1800"/>
              <a:t>=</a:t>
            </a:r>
          </a:p>
          <a:p>
            <a:pPr>
              <a:lnSpc>
                <a:spcPct val="110000"/>
              </a:lnSpc>
            </a:pPr>
            <a:r>
              <a:rPr lang="en-GB" sz="1800"/>
              <a:t>=</a:t>
            </a:r>
          </a:p>
          <a:p>
            <a:pPr>
              <a:lnSpc>
                <a:spcPct val="110000"/>
              </a:lnSpc>
            </a:pPr>
            <a:r>
              <a:rPr lang="en-GB" sz="1800"/>
              <a:t>=</a:t>
            </a:r>
          </a:p>
          <a:p>
            <a:pPr>
              <a:lnSpc>
                <a:spcPct val="110000"/>
              </a:lnSpc>
            </a:pPr>
            <a:r>
              <a:rPr lang="en-GB" sz="1800"/>
              <a:t>=</a:t>
            </a:r>
            <a:endParaRPr lang="en-US" sz="1800"/>
          </a:p>
        </p:txBody>
      </p:sp>
      <p:sp>
        <p:nvSpPr>
          <p:cNvPr id="18445" name="Text Box 15"/>
          <p:cNvSpPr txBox="1">
            <a:spLocks noChangeArrowheads="1"/>
          </p:cNvSpPr>
          <p:nvPr/>
        </p:nvSpPr>
        <p:spPr bwMode="auto">
          <a:xfrm>
            <a:off x="3463925" y="1176338"/>
            <a:ext cx="365125" cy="49180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 algn="ctr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defRPr sz="1600">
                <a:solidFill>
                  <a:schemeClr val="tx1"/>
                </a:solidFill>
                <a:latin typeface="Lucida Sans Unicode" pitchFamily="34" charset="0"/>
              </a:defRPr>
            </a:lvl1pPr>
            <a:lvl2pPr marL="742950" indent="-285750">
              <a:defRPr sz="1600">
                <a:solidFill>
                  <a:schemeClr val="tx1"/>
                </a:solidFill>
                <a:latin typeface="Lucida Sans Unicode" pitchFamily="34" charset="0"/>
              </a:defRPr>
            </a:lvl2pPr>
            <a:lvl3pPr marL="1143000" indent="-228600">
              <a:defRPr sz="1600">
                <a:solidFill>
                  <a:schemeClr val="tx1"/>
                </a:solidFill>
                <a:latin typeface="Lucida Sans Unicode" pitchFamily="34" charset="0"/>
              </a:defRPr>
            </a:lvl3pPr>
            <a:lvl4pPr marL="1600200" indent="-228600">
              <a:defRPr sz="1600">
                <a:solidFill>
                  <a:schemeClr val="tx1"/>
                </a:solidFill>
                <a:latin typeface="Lucida Sans Unicode" pitchFamily="34" charset="0"/>
              </a:defRPr>
            </a:lvl4pPr>
            <a:lvl5pPr marL="2057400" indent="-228600">
              <a:defRPr sz="1600">
                <a:solidFill>
                  <a:schemeClr val="tx1"/>
                </a:solidFill>
                <a:latin typeface="Lucida Sans Unicode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Lucida Sans Unicode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Lucida Sans Unicode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Lucida Sans Unicode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Lucida Sans Unicode" pitchFamily="34" charset="0"/>
              </a:defRPr>
            </a:lvl9pPr>
          </a:lstStyle>
          <a:p>
            <a:pPr>
              <a:lnSpc>
                <a:spcPct val="110000"/>
              </a:lnSpc>
            </a:pPr>
            <a:r>
              <a:rPr lang="en-GB" sz="1800"/>
              <a:t>=</a:t>
            </a:r>
          </a:p>
          <a:p>
            <a:pPr>
              <a:lnSpc>
                <a:spcPct val="110000"/>
              </a:lnSpc>
            </a:pPr>
            <a:r>
              <a:rPr lang="en-GB" sz="1800"/>
              <a:t>=</a:t>
            </a:r>
          </a:p>
          <a:p>
            <a:pPr>
              <a:lnSpc>
                <a:spcPct val="110000"/>
              </a:lnSpc>
            </a:pPr>
            <a:r>
              <a:rPr lang="en-GB" sz="1800"/>
              <a:t>=</a:t>
            </a:r>
          </a:p>
          <a:p>
            <a:pPr>
              <a:lnSpc>
                <a:spcPct val="110000"/>
              </a:lnSpc>
            </a:pPr>
            <a:r>
              <a:rPr lang="en-GB" sz="1800"/>
              <a:t>=</a:t>
            </a:r>
          </a:p>
          <a:p>
            <a:pPr>
              <a:lnSpc>
                <a:spcPct val="110000"/>
              </a:lnSpc>
            </a:pPr>
            <a:r>
              <a:rPr lang="en-GB" sz="1800"/>
              <a:t>=</a:t>
            </a:r>
          </a:p>
          <a:p>
            <a:pPr>
              <a:lnSpc>
                <a:spcPct val="110000"/>
              </a:lnSpc>
            </a:pPr>
            <a:r>
              <a:rPr lang="en-GB" sz="1800"/>
              <a:t>=</a:t>
            </a:r>
          </a:p>
          <a:p>
            <a:pPr>
              <a:lnSpc>
                <a:spcPct val="110000"/>
              </a:lnSpc>
            </a:pPr>
            <a:r>
              <a:rPr lang="en-GB" sz="1800"/>
              <a:t>=</a:t>
            </a:r>
          </a:p>
          <a:p>
            <a:pPr>
              <a:lnSpc>
                <a:spcPct val="110000"/>
              </a:lnSpc>
            </a:pPr>
            <a:r>
              <a:rPr lang="en-GB" sz="1800"/>
              <a:t>=</a:t>
            </a:r>
          </a:p>
          <a:p>
            <a:pPr>
              <a:lnSpc>
                <a:spcPct val="110000"/>
              </a:lnSpc>
            </a:pPr>
            <a:r>
              <a:rPr lang="en-GB" sz="1800"/>
              <a:t>=</a:t>
            </a:r>
          </a:p>
          <a:p>
            <a:pPr>
              <a:lnSpc>
                <a:spcPct val="110000"/>
              </a:lnSpc>
            </a:pPr>
            <a:r>
              <a:rPr lang="en-GB" sz="1800"/>
              <a:t>=</a:t>
            </a:r>
          </a:p>
          <a:p>
            <a:pPr>
              <a:lnSpc>
                <a:spcPct val="110000"/>
              </a:lnSpc>
            </a:pPr>
            <a:r>
              <a:rPr lang="en-GB" sz="1800"/>
              <a:t>=</a:t>
            </a:r>
          </a:p>
          <a:p>
            <a:pPr>
              <a:lnSpc>
                <a:spcPct val="110000"/>
              </a:lnSpc>
            </a:pPr>
            <a:r>
              <a:rPr lang="en-GB" sz="1800"/>
              <a:t>=</a:t>
            </a:r>
          </a:p>
          <a:p>
            <a:pPr>
              <a:lnSpc>
                <a:spcPct val="110000"/>
              </a:lnSpc>
            </a:pPr>
            <a:r>
              <a:rPr lang="en-GB" sz="1800"/>
              <a:t>=</a:t>
            </a:r>
          </a:p>
          <a:p>
            <a:pPr>
              <a:lnSpc>
                <a:spcPct val="110000"/>
              </a:lnSpc>
            </a:pPr>
            <a:r>
              <a:rPr lang="en-GB" sz="1800"/>
              <a:t>=</a:t>
            </a:r>
          </a:p>
          <a:p>
            <a:pPr>
              <a:lnSpc>
                <a:spcPct val="110000"/>
              </a:lnSpc>
            </a:pPr>
            <a:r>
              <a:rPr lang="en-GB" sz="1800"/>
              <a:t>=</a:t>
            </a:r>
          </a:p>
          <a:p>
            <a:pPr>
              <a:lnSpc>
                <a:spcPct val="110000"/>
              </a:lnSpc>
            </a:pPr>
            <a:r>
              <a:rPr lang="en-GB" sz="1800"/>
              <a:t>=</a:t>
            </a:r>
            <a:endParaRPr lang="en-US" sz="1800"/>
          </a:p>
        </p:txBody>
      </p:sp>
      <p:sp>
        <p:nvSpPr>
          <p:cNvPr id="18446" name="Text Box 16"/>
          <p:cNvSpPr txBox="1">
            <a:spLocks noChangeArrowheads="1"/>
          </p:cNvSpPr>
          <p:nvPr/>
        </p:nvSpPr>
        <p:spPr bwMode="auto">
          <a:xfrm>
            <a:off x="5043488" y="1176338"/>
            <a:ext cx="763587" cy="49180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 algn="ctr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defRPr sz="1600">
                <a:solidFill>
                  <a:schemeClr val="tx1"/>
                </a:solidFill>
                <a:latin typeface="Lucida Sans Unicode" pitchFamily="34" charset="0"/>
              </a:defRPr>
            </a:lvl1pPr>
            <a:lvl2pPr marL="742950" indent="-285750">
              <a:defRPr sz="1600">
                <a:solidFill>
                  <a:schemeClr val="tx1"/>
                </a:solidFill>
                <a:latin typeface="Lucida Sans Unicode" pitchFamily="34" charset="0"/>
              </a:defRPr>
            </a:lvl2pPr>
            <a:lvl3pPr marL="1143000" indent="-228600">
              <a:defRPr sz="1600">
                <a:solidFill>
                  <a:schemeClr val="tx1"/>
                </a:solidFill>
                <a:latin typeface="Lucida Sans Unicode" pitchFamily="34" charset="0"/>
              </a:defRPr>
            </a:lvl3pPr>
            <a:lvl4pPr marL="1600200" indent="-228600">
              <a:defRPr sz="1600">
                <a:solidFill>
                  <a:schemeClr val="tx1"/>
                </a:solidFill>
                <a:latin typeface="Lucida Sans Unicode" pitchFamily="34" charset="0"/>
              </a:defRPr>
            </a:lvl4pPr>
            <a:lvl5pPr marL="2057400" indent="-228600">
              <a:defRPr sz="1600">
                <a:solidFill>
                  <a:schemeClr val="tx1"/>
                </a:solidFill>
                <a:latin typeface="Lucida Sans Unicode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Lucida Sans Unicode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Lucida Sans Unicode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Lucida Sans Unicode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Lucida Sans Unicode" pitchFamily="34" charset="0"/>
              </a:defRPr>
            </a:lvl9pPr>
          </a:lstStyle>
          <a:p>
            <a:pPr>
              <a:lnSpc>
                <a:spcPct val="110000"/>
              </a:lnSpc>
            </a:pPr>
            <a:r>
              <a:rPr lang="en-GB" sz="1800" b="1"/>
              <a:t>0000</a:t>
            </a:r>
          </a:p>
          <a:p>
            <a:pPr>
              <a:lnSpc>
                <a:spcPct val="110000"/>
              </a:lnSpc>
            </a:pPr>
            <a:r>
              <a:rPr lang="en-GB" sz="1800" b="1"/>
              <a:t>0001</a:t>
            </a:r>
          </a:p>
          <a:p>
            <a:pPr>
              <a:lnSpc>
                <a:spcPct val="110000"/>
              </a:lnSpc>
            </a:pPr>
            <a:r>
              <a:rPr lang="en-GB" sz="1800" b="1"/>
              <a:t>0010</a:t>
            </a:r>
          </a:p>
          <a:p>
            <a:pPr>
              <a:lnSpc>
                <a:spcPct val="110000"/>
              </a:lnSpc>
            </a:pPr>
            <a:r>
              <a:rPr lang="en-GB" sz="1800" b="1"/>
              <a:t>0011</a:t>
            </a:r>
          </a:p>
          <a:p>
            <a:pPr>
              <a:lnSpc>
                <a:spcPct val="110000"/>
              </a:lnSpc>
            </a:pPr>
            <a:r>
              <a:rPr lang="en-GB" sz="1800" b="1"/>
              <a:t>0100</a:t>
            </a:r>
          </a:p>
          <a:p>
            <a:pPr>
              <a:lnSpc>
                <a:spcPct val="110000"/>
              </a:lnSpc>
            </a:pPr>
            <a:r>
              <a:rPr lang="en-GB" sz="1800" b="1"/>
              <a:t>0101</a:t>
            </a:r>
          </a:p>
          <a:p>
            <a:pPr>
              <a:lnSpc>
                <a:spcPct val="110000"/>
              </a:lnSpc>
            </a:pPr>
            <a:r>
              <a:rPr lang="en-GB" sz="1800" b="1"/>
              <a:t>0110</a:t>
            </a:r>
          </a:p>
          <a:p>
            <a:pPr>
              <a:lnSpc>
                <a:spcPct val="110000"/>
              </a:lnSpc>
            </a:pPr>
            <a:r>
              <a:rPr lang="en-GB" sz="1800" b="1"/>
              <a:t>0111</a:t>
            </a:r>
          </a:p>
          <a:p>
            <a:pPr>
              <a:lnSpc>
                <a:spcPct val="110000"/>
              </a:lnSpc>
            </a:pPr>
            <a:r>
              <a:rPr lang="en-GB" sz="1800" b="1"/>
              <a:t>1000</a:t>
            </a:r>
          </a:p>
          <a:p>
            <a:pPr>
              <a:lnSpc>
                <a:spcPct val="110000"/>
              </a:lnSpc>
            </a:pPr>
            <a:r>
              <a:rPr lang="en-GB" sz="1800" b="1"/>
              <a:t>1001</a:t>
            </a:r>
          </a:p>
          <a:p>
            <a:pPr>
              <a:lnSpc>
                <a:spcPct val="110000"/>
              </a:lnSpc>
            </a:pPr>
            <a:r>
              <a:rPr lang="en-GB" sz="1800" b="1"/>
              <a:t>1010</a:t>
            </a:r>
          </a:p>
          <a:p>
            <a:pPr>
              <a:lnSpc>
                <a:spcPct val="110000"/>
              </a:lnSpc>
            </a:pPr>
            <a:r>
              <a:rPr lang="en-GB" sz="1800" b="1"/>
              <a:t>1011</a:t>
            </a:r>
          </a:p>
          <a:p>
            <a:pPr>
              <a:lnSpc>
                <a:spcPct val="110000"/>
              </a:lnSpc>
            </a:pPr>
            <a:r>
              <a:rPr lang="en-GB" sz="1800" b="1"/>
              <a:t>1100</a:t>
            </a:r>
          </a:p>
          <a:p>
            <a:pPr>
              <a:lnSpc>
                <a:spcPct val="110000"/>
              </a:lnSpc>
            </a:pPr>
            <a:r>
              <a:rPr lang="en-GB" sz="1800" b="1"/>
              <a:t>1101</a:t>
            </a:r>
          </a:p>
          <a:p>
            <a:pPr>
              <a:lnSpc>
                <a:spcPct val="110000"/>
              </a:lnSpc>
            </a:pPr>
            <a:r>
              <a:rPr lang="en-GB" sz="1800" b="1"/>
              <a:t>1110</a:t>
            </a:r>
          </a:p>
          <a:p>
            <a:pPr>
              <a:lnSpc>
                <a:spcPct val="110000"/>
              </a:lnSpc>
            </a:pPr>
            <a:r>
              <a:rPr lang="en-GB" sz="1800" b="1"/>
              <a:t>1111</a:t>
            </a:r>
            <a:endParaRPr lang="en-US"/>
          </a:p>
        </p:txBody>
      </p:sp>
      <p:sp>
        <p:nvSpPr>
          <p:cNvPr id="18447" name="Text Box 17"/>
          <p:cNvSpPr txBox="1">
            <a:spLocks noChangeArrowheads="1"/>
          </p:cNvSpPr>
          <p:nvPr/>
        </p:nvSpPr>
        <p:spPr bwMode="auto">
          <a:xfrm>
            <a:off x="4691063" y="1176338"/>
            <a:ext cx="473075" cy="49180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 algn="ctr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defRPr sz="1600">
                <a:solidFill>
                  <a:schemeClr val="tx1"/>
                </a:solidFill>
                <a:latin typeface="Lucida Sans Unicode" pitchFamily="34" charset="0"/>
              </a:defRPr>
            </a:lvl1pPr>
            <a:lvl2pPr marL="742950" indent="-285750">
              <a:defRPr sz="1600">
                <a:solidFill>
                  <a:schemeClr val="tx1"/>
                </a:solidFill>
                <a:latin typeface="Lucida Sans Unicode" pitchFamily="34" charset="0"/>
              </a:defRPr>
            </a:lvl2pPr>
            <a:lvl3pPr marL="1143000" indent="-228600">
              <a:defRPr sz="1600">
                <a:solidFill>
                  <a:schemeClr val="tx1"/>
                </a:solidFill>
                <a:latin typeface="Lucida Sans Unicode" pitchFamily="34" charset="0"/>
              </a:defRPr>
            </a:lvl3pPr>
            <a:lvl4pPr marL="1600200" indent="-228600">
              <a:defRPr sz="1600">
                <a:solidFill>
                  <a:schemeClr val="tx1"/>
                </a:solidFill>
                <a:latin typeface="Lucida Sans Unicode" pitchFamily="34" charset="0"/>
              </a:defRPr>
            </a:lvl4pPr>
            <a:lvl5pPr marL="2057400" indent="-228600">
              <a:defRPr sz="1600">
                <a:solidFill>
                  <a:schemeClr val="tx1"/>
                </a:solidFill>
                <a:latin typeface="Lucida Sans Unicode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Lucida Sans Unicode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Lucida Sans Unicode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Lucida Sans Unicode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Lucida Sans Unicode" pitchFamily="34" charset="0"/>
              </a:defRPr>
            </a:lvl9pPr>
          </a:lstStyle>
          <a:p>
            <a:pPr>
              <a:lnSpc>
                <a:spcPct val="110000"/>
              </a:lnSpc>
            </a:pPr>
            <a:r>
              <a:rPr lang="en-GB" sz="1800" b="1">
                <a:solidFill>
                  <a:srgbClr val="FF0000"/>
                </a:solidFill>
              </a:rPr>
              <a:t>10</a:t>
            </a:r>
          </a:p>
          <a:p>
            <a:pPr>
              <a:lnSpc>
                <a:spcPct val="110000"/>
              </a:lnSpc>
            </a:pPr>
            <a:r>
              <a:rPr lang="en-GB" sz="1800" b="1">
                <a:solidFill>
                  <a:srgbClr val="FF0000"/>
                </a:solidFill>
              </a:rPr>
              <a:t>10</a:t>
            </a:r>
          </a:p>
          <a:p>
            <a:pPr>
              <a:lnSpc>
                <a:spcPct val="110000"/>
              </a:lnSpc>
            </a:pPr>
            <a:r>
              <a:rPr lang="en-GB" sz="1800" b="1">
                <a:solidFill>
                  <a:srgbClr val="FF0000"/>
                </a:solidFill>
              </a:rPr>
              <a:t>10</a:t>
            </a:r>
          </a:p>
          <a:p>
            <a:pPr>
              <a:lnSpc>
                <a:spcPct val="110000"/>
              </a:lnSpc>
            </a:pPr>
            <a:r>
              <a:rPr lang="en-GB" sz="1800" b="1">
                <a:solidFill>
                  <a:srgbClr val="FF0000"/>
                </a:solidFill>
              </a:rPr>
              <a:t>10</a:t>
            </a:r>
          </a:p>
          <a:p>
            <a:pPr>
              <a:lnSpc>
                <a:spcPct val="110000"/>
              </a:lnSpc>
            </a:pPr>
            <a:r>
              <a:rPr lang="en-GB" sz="1800" b="1">
                <a:solidFill>
                  <a:srgbClr val="FF0000"/>
                </a:solidFill>
              </a:rPr>
              <a:t>10</a:t>
            </a:r>
          </a:p>
          <a:p>
            <a:pPr>
              <a:lnSpc>
                <a:spcPct val="110000"/>
              </a:lnSpc>
            </a:pPr>
            <a:r>
              <a:rPr lang="en-GB" sz="1800" b="1">
                <a:solidFill>
                  <a:srgbClr val="FF0000"/>
                </a:solidFill>
              </a:rPr>
              <a:t>10</a:t>
            </a:r>
          </a:p>
          <a:p>
            <a:pPr>
              <a:lnSpc>
                <a:spcPct val="110000"/>
              </a:lnSpc>
            </a:pPr>
            <a:r>
              <a:rPr lang="en-GB" sz="1800" b="1">
                <a:solidFill>
                  <a:srgbClr val="FF0000"/>
                </a:solidFill>
              </a:rPr>
              <a:t>10</a:t>
            </a:r>
          </a:p>
          <a:p>
            <a:pPr>
              <a:lnSpc>
                <a:spcPct val="110000"/>
              </a:lnSpc>
            </a:pPr>
            <a:r>
              <a:rPr lang="en-GB" sz="1800" b="1">
                <a:solidFill>
                  <a:srgbClr val="FF0000"/>
                </a:solidFill>
              </a:rPr>
              <a:t>10</a:t>
            </a:r>
          </a:p>
          <a:p>
            <a:pPr>
              <a:lnSpc>
                <a:spcPct val="110000"/>
              </a:lnSpc>
            </a:pPr>
            <a:r>
              <a:rPr lang="en-GB" sz="1800" b="1">
                <a:solidFill>
                  <a:srgbClr val="FF0000"/>
                </a:solidFill>
              </a:rPr>
              <a:t>10</a:t>
            </a:r>
          </a:p>
          <a:p>
            <a:pPr>
              <a:lnSpc>
                <a:spcPct val="110000"/>
              </a:lnSpc>
            </a:pPr>
            <a:r>
              <a:rPr lang="en-GB" sz="1800" b="1">
                <a:solidFill>
                  <a:srgbClr val="FF0000"/>
                </a:solidFill>
              </a:rPr>
              <a:t>10</a:t>
            </a:r>
          </a:p>
          <a:p>
            <a:pPr>
              <a:lnSpc>
                <a:spcPct val="110000"/>
              </a:lnSpc>
            </a:pPr>
            <a:r>
              <a:rPr lang="en-GB" sz="1800" b="1">
                <a:solidFill>
                  <a:srgbClr val="FF0000"/>
                </a:solidFill>
              </a:rPr>
              <a:t>10</a:t>
            </a:r>
          </a:p>
          <a:p>
            <a:pPr>
              <a:lnSpc>
                <a:spcPct val="110000"/>
              </a:lnSpc>
            </a:pPr>
            <a:r>
              <a:rPr lang="en-GB" sz="1800" b="1">
                <a:solidFill>
                  <a:srgbClr val="FF0000"/>
                </a:solidFill>
              </a:rPr>
              <a:t>10</a:t>
            </a:r>
          </a:p>
          <a:p>
            <a:pPr>
              <a:lnSpc>
                <a:spcPct val="110000"/>
              </a:lnSpc>
            </a:pPr>
            <a:r>
              <a:rPr lang="en-GB" sz="1800" b="1">
                <a:solidFill>
                  <a:srgbClr val="FF0000"/>
                </a:solidFill>
              </a:rPr>
              <a:t>10</a:t>
            </a:r>
          </a:p>
          <a:p>
            <a:pPr>
              <a:lnSpc>
                <a:spcPct val="110000"/>
              </a:lnSpc>
            </a:pPr>
            <a:r>
              <a:rPr lang="en-GB" sz="1800" b="1">
                <a:solidFill>
                  <a:srgbClr val="FF0000"/>
                </a:solidFill>
              </a:rPr>
              <a:t>10</a:t>
            </a:r>
          </a:p>
          <a:p>
            <a:pPr>
              <a:lnSpc>
                <a:spcPct val="110000"/>
              </a:lnSpc>
            </a:pPr>
            <a:r>
              <a:rPr lang="en-GB" sz="1800" b="1">
                <a:solidFill>
                  <a:srgbClr val="FF0000"/>
                </a:solidFill>
              </a:rPr>
              <a:t>10</a:t>
            </a:r>
          </a:p>
          <a:p>
            <a:pPr>
              <a:lnSpc>
                <a:spcPct val="110000"/>
              </a:lnSpc>
            </a:pPr>
            <a:r>
              <a:rPr lang="en-GB" sz="1800" b="1">
                <a:solidFill>
                  <a:srgbClr val="FF0000"/>
                </a:solidFill>
              </a:rPr>
              <a:t>10</a:t>
            </a:r>
            <a:endParaRPr lang="en-US" sz="1800" b="1">
              <a:solidFill>
                <a:srgbClr val="FF0000"/>
              </a:solidFill>
            </a:endParaRPr>
          </a:p>
        </p:txBody>
      </p:sp>
      <p:sp>
        <p:nvSpPr>
          <p:cNvPr id="18448" name="Text Box 18"/>
          <p:cNvSpPr txBox="1">
            <a:spLocks noChangeArrowheads="1"/>
          </p:cNvSpPr>
          <p:nvPr/>
        </p:nvSpPr>
        <p:spPr bwMode="auto">
          <a:xfrm>
            <a:off x="6018213" y="1176338"/>
            <a:ext cx="473075" cy="49180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 algn="ctr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defRPr sz="1600">
                <a:solidFill>
                  <a:schemeClr val="tx1"/>
                </a:solidFill>
                <a:latin typeface="Lucida Sans Unicode" pitchFamily="34" charset="0"/>
              </a:defRPr>
            </a:lvl1pPr>
            <a:lvl2pPr marL="742950" indent="-285750">
              <a:defRPr sz="1600">
                <a:solidFill>
                  <a:schemeClr val="tx1"/>
                </a:solidFill>
                <a:latin typeface="Lucida Sans Unicode" pitchFamily="34" charset="0"/>
              </a:defRPr>
            </a:lvl2pPr>
            <a:lvl3pPr marL="1143000" indent="-228600">
              <a:defRPr sz="1600">
                <a:solidFill>
                  <a:schemeClr val="tx1"/>
                </a:solidFill>
                <a:latin typeface="Lucida Sans Unicode" pitchFamily="34" charset="0"/>
              </a:defRPr>
            </a:lvl3pPr>
            <a:lvl4pPr marL="1600200" indent="-228600">
              <a:defRPr sz="1600">
                <a:solidFill>
                  <a:schemeClr val="tx1"/>
                </a:solidFill>
                <a:latin typeface="Lucida Sans Unicode" pitchFamily="34" charset="0"/>
              </a:defRPr>
            </a:lvl4pPr>
            <a:lvl5pPr marL="2057400" indent="-228600">
              <a:defRPr sz="1600">
                <a:solidFill>
                  <a:schemeClr val="tx1"/>
                </a:solidFill>
                <a:latin typeface="Lucida Sans Unicode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Lucida Sans Unicode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Lucida Sans Unicode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Lucida Sans Unicode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Lucida Sans Unicode" pitchFamily="34" charset="0"/>
              </a:defRPr>
            </a:lvl9pPr>
          </a:lstStyle>
          <a:p>
            <a:pPr>
              <a:lnSpc>
                <a:spcPct val="110000"/>
              </a:lnSpc>
            </a:pPr>
            <a:r>
              <a:rPr lang="en-GB" sz="1800" b="1"/>
              <a:t>32</a:t>
            </a:r>
          </a:p>
          <a:p>
            <a:pPr>
              <a:lnSpc>
                <a:spcPct val="110000"/>
              </a:lnSpc>
            </a:pPr>
            <a:r>
              <a:rPr lang="en-GB" sz="1800" b="1"/>
              <a:t>33</a:t>
            </a:r>
          </a:p>
          <a:p>
            <a:pPr>
              <a:lnSpc>
                <a:spcPct val="110000"/>
              </a:lnSpc>
            </a:pPr>
            <a:r>
              <a:rPr lang="en-GB" sz="1800" b="1"/>
              <a:t>34</a:t>
            </a:r>
          </a:p>
          <a:p>
            <a:pPr>
              <a:lnSpc>
                <a:spcPct val="110000"/>
              </a:lnSpc>
            </a:pPr>
            <a:r>
              <a:rPr lang="en-GB" sz="1800" b="1"/>
              <a:t>35</a:t>
            </a:r>
          </a:p>
          <a:p>
            <a:pPr>
              <a:lnSpc>
                <a:spcPct val="110000"/>
              </a:lnSpc>
            </a:pPr>
            <a:r>
              <a:rPr lang="en-GB" sz="1800" b="1"/>
              <a:t>36</a:t>
            </a:r>
          </a:p>
          <a:p>
            <a:pPr>
              <a:lnSpc>
                <a:spcPct val="110000"/>
              </a:lnSpc>
            </a:pPr>
            <a:r>
              <a:rPr lang="en-GB" sz="1800" b="1"/>
              <a:t>37</a:t>
            </a:r>
          </a:p>
          <a:p>
            <a:pPr>
              <a:lnSpc>
                <a:spcPct val="110000"/>
              </a:lnSpc>
            </a:pPr>
            <a:r>
              <a:rPr lang="en-GB" sz="1800" b="1"/>
              <a:t>38</a:t>
            </a:r>
          </a:p>
          <a:p>
            <a:pPr>
              <a:lnSpc>
                <a:spcPct val="110000"/>
              </a:lnSpc>
            </a:pPr>
            <a:r>
              <a:rPr lang="en-GB" sz="1800" b="1"/>
              <a:t>39</a:t>
            </a:r>
          </a:p>
          <a:p>
            <a:pPr>
              <a:lnSpc>
                <a:spcPct val="110000"/>
              </a:lnSpc>
            </a:pPr>
            <a:r>
              <a:rPr lang="en-GB" sz="1800" b="1"/>
              <a:t>40</a:t>
            </a:r>
          </a:p>
          <a:p>
            <a:pPr>
              <a:lnSpc>
                <a:spcPct val="110000"/>
              </a:lnSpc>
            </a:pPr>
            <a:r>
              <a:rPr lang="en-GB" sz="1800" b="1"/>
              <a:t>41</a:t>
            </a:r>
          </a:p>
          <a:p>
            <a:pPr>
              <a:lnSpc>
                <a:spcPct val="110000"/>
              </a:lnSpc>
            </a:pPr>
            <a:r>
              <a:rPr lang="en-GB" sz="1800" b="1"/>
              <a:t>42</a:t>
            </a:r>
          </a:p>
          <a:p>
            <a:pPr>
              <a:lnSpc>
                <a:spcPct val="110000"/>
              </a:lnSpc>
            </a:pPr>
            <a:r>
              <a:rPr lang="en-GB" sz="1800" b="1"/>
              <a:t>43</a:t>
            </a:r>
          </a:p>
          <a:p>
            <a:pPr>
              <a:lnSpc>
                <a:spcPct val="110000"/>
              </a:lnSpc>
            </a:pPr>
            <a:r>
              <a:rPr lang="en-GB" sz="1800" b="1"/>
              <a:t>44</a:t>
            </a:r>
          </a:p>
          <a:p>
            <a:pPr>
              <a:lnSpc>
                <a:spcPct val="110000"/>
              </a:lnSpc>
            </a:pPr>
            <a:r>
              <a:rPr lang="en-GB" sz="1800" b="1"/>
              <a:t>45</a:t>
            </a:r>
          </a:p>
          <a:p>
            <a:pPr>
              <a:lnSpc>
                <a:spcPct val="110000"/>
              </a:lnSpc>
            </a:pPr>
            <a:r>
              <a:rPr lang="en-GB" sz="1800" b="1"/>
              <a:t>46</a:t>
            </a:r>
          </a:p>
          <a:p>
            <a:pPr>
              <a:lnSpc>
                <a:spcPct val="110000"/>
              </a:lnSpc>
            </a:pPr>
            <a:r>
              <a:rPr lang="en-GB" sz="1800" b="1"/>
              <a:t>47</a:t>
            </a:r>
            <a:endParaRPr lang="en-US" sz="1800" b="1"/>
          </a:p>
        </p:txBody>
      </p:sp>
      <p:sp>
        <p:nvSpPr>
          <p:cNvPr id="18449" name="Text Box 19"/>
          <p:cNvSpPr txBox="1">
            <a:spLocks noChangeArrowheads="1"/>
          </p:cNvSpPr>
          <p:nvPr/>
        </p:nvSpPr>
        <p:spPr bwMode="auto">
          <a:xfrm>
            <a:off x="5792788" y="1176338"/>
            <a:ext cx="365125" cy="49180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 algn="ctr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defRPr sz="1600">
                <a:solidFill>
                  <a:schemeClr val="tx1"/>
                </a:solidFill>
                <a:latin typeface="Lucida Sans Unicode" pitchFamily="34" charset="0"/>
              </a:defRPr>
            </a:lvl1pPr>
            <a:lvl2pPr marL="742950" indent="-285750">
              <a:defRPr sz="1600">
                <a:solidFill>
                  <a:schemeClr val="tx1"/>
                </a:solidFill>
                <a:latin typeface="Lucida Sans Unicode" pitchFamily="34" charset="0"/>
              </a:defRPr>
            </a:lvl2pPr>
            <a:lvl3pPr marL="1143000" indent="-228600">
              <a:defRPr sz="1600">
                <a:solidFill>
                  <a:schemeClr val="tx1"/>
                </a:solidFill>
                <a:latin typeface="Lucida Sans Unicode" pitchFamily="34" charset="0"/>
              </a:defRPr>
            </a:lvl3pPr>
            <a:lvl4pPr marL="1600200" indent="-228600">
              <a:defRPr sz="1600">
                <a:solidFill>
                  <a:schemeClr val="tx1"/>
                </a:solidFill>
                <a:latin typeface="Lucida Sans Unicode" pitchFamily="34" charset="0"/>
              </a:defRPr>
            </a:lvl4pPr>
            <a:lvl5pPr marL="2057400" indent="-228600">
              <a:defRPr sz="1600">
                <a:solidFill>
                  <a:schemeClr val="tx1"/>
                </a:solidFill>
                <a:latin typeface="Lucida Sans Unicode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Lucida Sans Unicode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Lucida Sans Unicode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Lucida Sans Unicode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Lucida Sans Unicode" pitchFamily="34" charset="0"/>
              </a:defRPr>
            </a:lvl9pPr>
          </a:lstStyle>
          <a:p>
            <a:pPr>
              <a:lnSpc>
                <a:spcPct val="110000"/>
              </a:lnSpc>
            </a:pPr>
            <a:r>
              <a:rPr lang="en-GB" sz="1800"/>
              <a:t>=</a:t>
            </a:r>
          </a:p>
          <a:p>
            <a:pPr>
              <a:lnSpc>
                <a:spcPct val="110000"/>
              </a:lnSpc>
            </a:pPr>
            <a:r>
              <a:rPr lang="en-GB" sz="1800"/>
              <a:t>=</a:t>
            </a:r>
          </a:p>
          <a:p>
            <a:pPr>
              <a:lnSpc>
                <a:spcPct val="110000"/>
              </a:lnSpc>
            </a:pPr>
            <a:r>
              <a:rPr lang="en-GB" sz="1800"/>
              <a:t>=</a:t>
            </a:r>
          </a:p>
          <a:p>
            <a:pPr>
              <a:lnSpc>
                <a:spcPct val="110000"/>
              </a:lnSpc>
            </a:pPr>
            <a:r>
              <a:rPr lang="en-GB" sz="1800"/>
              <a:t>=</a:t>
            </a:r>
          </a:p>
          <a:p>
            <a:pPr>
              <a:lnSpc>
                <a:spcPct val="110000"/>
              </a:lnSpc>
            </a:pPr>
            <a:r>
              <a:rPr lang="en-GB" sz="1800"/>
              <a:t>=</a:t>
            </a:r>
          </a:p>
          <a:p>
            <a:pPr>
              <a:lnSpc>
                <a:spcPct val="110000"/>
              </a:lnSpc>
            </a:pPr>
            <a:r>
              <a:rPr lang="en-GB" sz="1800"/>
              <a:t>=</a:t>
            </a:r>
          </a:p>
          <a:p>
            <a:pPr>
              <a:lnSpc>
                <a:spcPct val="110000"/>
              </a:lnSpc>
            </a:pPr>
            <a:r>
              <a:rPr lang="en-GB" sz="1800"/>
              <a:t>=</a:t>
            </a:r>
          </a:p>
          <a:p>
            <a:pPr>
              <a:lnSpc>
                <a:spcPct val="110000"/>
              </a:lnSpc>
            </a:pPr>
            <a:r>
              <a:rPr lang="en-GB" sz="1800"/>
              <a:t>=</a:t>
            </a:r>
          </a:p>
          <a:p>
            <a:pPr>
              <a:lnSpc>
                <a:spcPct val="110000"/>
              </a:lnSpc>
            </a:pPr>
            <a:r>
              <a:rPr lang="en-GB" sz="1800"/>
              <a:t>=</a:t>
            </a:r>
          </a:p>
          <a:p>
            <a:pPr>
              <a:lnSpc>
                <a:spcPct val="110000"/>
              </a:lnSpc>
            </a:pPr>
            <a:r>
              <a:rPr lang="en-GB" sz="1800"/>
              <a:t>=</a:t>
            </a:r>
          </a:p>
          <a:p>
            <a:pPr>
              <a:lnSpc>
                <a:spcPct val="110000"/>
              </a:lnSpc>
            </a:pPr>
            <a:r>
              <a:rPr lang="en-GB" sz="1800"/>
              <a:t>=</a:t>
            </a:r>
          </a:p>
          <a:p>
            <a:pPr>
              <a:lnSpc>
                <a:spcPct val="110000"/>
              </a:lnSpc>
            </a:pPr>
            <a:r>
              <a:rPr lang="en-GB" sz="1800"/>
              <a:t>=</a:t>
            </a:r>
          </a:p>
          <a:p>
            <a:pPr>
              <a:lnSpc>
                <a:spcPct val="110000"/>
              </a:lnSpc>
            </a:pPr>
            <a:r>
              <a:rPr lang="en-GB" sz="1800"/>
              <a:t>=</a:t>
            </a:r>
          </a:p>
          <a:p>
            <a:pPr>
              <a:lnSpc>
                <a:spcPct val="110000"/>
              </a:lnSpc>
            </a:pPr>
            <a:r>
              <a:rPr lang="en-GB" sz="1800"/>
              <a:t>=</a:t>
            </a:r>
          </a:p>
          <a:p>
            <a:pPr>
              <a:lnSpc>
                <a:spcPct val="110000"/>
              </a:lnSpc>
            </a:pPr>
            <a:r>
              <a:rPr lang="en-GB" sz="1800"/>
              <a:t>=</a:t>
            </a:r>
          </a:p>
          <a:p>
            <a:pPr>
              <a:lnSpc>
                <a:spcPct val="110000"/>
              </a:lnSpc>
            </a:pPr>
            <a:r>
              <a:rPr lang="en-GB" sz="1800"/>
              <a:t>=</a:t>
            </a:r>
            <a:endParaRPr lang="en-US" sz="1800"/>
          </a:p>
        </p:txBody>
      </p:sp>
      <p:sp>
        <p:nvSpPr>
          <p:cNvPr id="18450" name="Line 20"/>
          <p:cNvSpPr>
            <a:spLocks noChangeShapeType="1"/>
          </p:cNvSpPr>
          <p:nvPr/>
        </p:nvSpPr>
        <p:spPr bwMode="auto">
          <a:xfrm>
            <a:off x="2347913" y="1176338"/>
            <a:ext cx="20637" cy="4922837"/>
          </a:xfrm>
          <a:prstGeom prst="line">
            <a:avLst/>
          </a:prstGeom>
          <a:noFill/>
          <a:ln w="76200">
            <a:solidFill>
              <a:srgbClr val="99CCFF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en-GB"/>
          </a:p>
        </p:txBody>
      </p:sp>
      <p:sp>
        <p:nvSpPr>
          <p:cNvPr id="18451" name="Line 21"/>
          <p:cNvSpPr>
            <a:spLocks noChangeShapeType="1"/>
          </p:cNvSpPr>
          <p:nvPr/>
        </p:nvSpPr>
        <p:spPr bwMode="auto">
          <a:xfrm>
            <a:off x="4514850" y="1176338"/>
            <a:ext cx="20638" cy="4922837"/>
          </a:xfrm>
          <a:prstGeom prst="line">
            <a:avLst/>
          </a:prstGeom>
          <a:noFill/>
          <a:ln w="76200">
            <a:solidFill>
              <a:srgbClr val="99CCFF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en-GB"/>
          </a:p>
        </p:txBody>
      </p:sp>
      <p:sp>
        <p:nvSpPr>
          <p:cNvPr id="18452" name="Text Box 22"/>
          <p:cNvSpPr txBox="1">
            <a:spLocks noChangeArrowheads="1"/>
          </p:cNvSpPr>
          <p:nvPr/>
        </p:nvSpPr>
        <p:spPr bwMode="auto">
          <a:xfrm>
            <a:off x="7277100" y="1176338"/>
            <a:ext cx="763588" cy="49180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 algn="ctr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defRPr sz="1600">
                <a:solidFill>
                  <a:schemeClr val="tx1"/>
                </a:solidFill>
                <a:latin typeface="Lucida Sans Unicode" pitchFamily="34" charset="0"/>
              </a:defRPr>
            </a:lvl1pPr>
            <a:lvl2pPr marL="742950" indent="-285750">
              <a:defRPr sz="1600">
                <a:solidFill>
                  <a:schemeClr val="tx1"/>
                </a:solidFill>
                <a:latin typeface="Lucida Sans Unicode" pitchFamily="34" charset="0"/>
              </a:defRPr>
            </a:lvl2pPr>
            <a:lvl3pPr marL="1143000" indent="-228600">
              <a:defRPr sz="1600">
                <a:solidFill>
                  <a:schemeClr val="tx1"/>
                </a:solidFill>
                <a:latin typeface="Lucida Sans Unicode" pitchFamily="34" charset="0"/>
              </a:defRPr>
            </a:lvl3pPr>
            <a:lvl4pPr marL="1600200" indent="-228600">
              <a:defRPr sz="1600">
                <a:solidFill>
                  <a:schemeClr val="tx1"/>
                </a:solidFill>
                <a:latin typeface="Lucida Sans Unicode" pitchFamily="34" charset="0"/>
              </a:defRPr>
            </a:lvl4pPr>
            <a:lvl5pPr marL="2057400" indent="-228600">
              <a:defRPr sz="1600">
                <a:solidFill>
                  <a:schemeClr val="tx1"/>
                </a:solidFill>
                <a:latin typeface="Lucida Sans Unicode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Lucida Sans Unicode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Lucida Sans Unicode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Lucida Sans Unicode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Lucida Sans Unicode" pitchFamily="34" charset="0"/>
              </a:defRPr>
            </a:lvl9pPr>
          </a:lstStyle>
          <a:p>
            <a:pPr>
              <a:lnSpc>
                <a:spcPct val="110000"/>
              </a:lnSpc>
            </a:pPr>
            <a:r>
              <a:rPr lang="en-GB" sz="1800" b="1"/>
              <a:t>0000</a:t>
            </a:r>
          </a:p>
          <a:p>
            <a:pPr>
              <a:lnSpc>
                <a:spcPct val="110000"/>
              </a:lnSpc>
            </a:pPr>
            <a:r>
              <a:rPr lang="en-GB" sz="1800" b="1"/>
              <a:t>0001</a:t>
            </a:r>
          </a:p>
          <a:p>
            <a:pPr>
              <a:lnSpc>
                <a:spcPct val="110000"/>
              </a:lnSpc>
            </a:pPr>
            <a:r>
              <a:rPr lang="en-GB" sz="1800" b="1"/>
              <a:t>0010</a:t>
            </a:r>
          </a:p>
          <a:p>
            <a:pPr>
              <a:lnSpc>
                <a:spcPct val="110000"/>
              </a:lnSpc>
            </a:pPr>
            <a:r>
              <a:rPr lang="en-GB" sz="1800" b="1"/>
              <a:t>0011</a:t>
            </a:r>
          </a:p>
          <a:p>
            <a:pPr>
              <a:lnSpc>
                <a:spcPct val="110000"/>
              </a:lnSpc>
            </a:pPr>
            <a:r>
              <a:rPr lang="en-GB" sz="1800" b="1"/>
              <a:t>0100</a:t>
            </a:r>
          </a:p>
          <a:p>
            <a:pPr>
              <a:lnSpc>
                <a:spcPct val="110000"/>
              </a:lnSpc>
            </a:pPr>
            <a:r>
              <a:rPr lang="en-GB" sz="1800" b="1"/>
              <a:t>0101</a:t>
            </a:r>
          </a:p>
          <a:p>
            <a:pPr>
              <a:lnSpc>
                <a:spcPct val="110000"/>
              </a:lnSpc>
            </a:pPr>
            <a:r>
              <a:rPr lang="en-GB" sz="1800" b="1"/>
              <a:t>0110</a:t>
            </a:r>
          </a:p>
          <a:p>
            <a:pPr>
              <a:lnSpc>
                <a:spcPct val="110000"/>
              </a:lnSpc>
            </a:pPr>
            <a:r>
              <a:rPr lang="en-GB" sz="1800" b="1"/>
              <a:t>0111</a:t>
            </a:r>
          </a:p>
          <a:p>
            <a:pPr>
              <a:lnSpc>
                <a:spcPct val="110000"/>
              </a:lnSpc>
            </a:pPr>
            <a:r>
              <a:rPr lang="en-GB" sz="1800" b="1"/>
              <a:t>1000</a:t>
            </a:r>
          </a:p>
          <a:p>
            <a:pPr>
              <a:lnSpc>
                <a:spcPct val="110000"/>
              </a:lnSpc>
            </a:pPr>
            <a:r>
              <a:rPr lang="en-GB" sz="1800" b="1"/>
              <a:t>1001</a:t>
            </a:r>
          </a:p>
          <a:p>
            <a:pPr>
              <a:lnSpc>
                <a:spcPct val="110000"/>
              </a:lnSpc>
            </a:pPr>
            <a:r>
              <a:rPr lang="en-GB" sz="1800" b="1"/>
              <a:t>1010</a:t>
            </a:r>
          </a:p>
          <a:p>
            <a:pPr>
              <a:lnSpc>
                <a:spcPct val="110000"/>
              </a:lnSpc>
            </a:pPr>
            <a:r>
              <a:rPr lang="en-GB" sz="1800" b="1"/>
              <a:t>1011</a:t>
            </a:r>
          </a:p>
          <a:p>
            <a:pPr>
              <a:lnSpc>
                <a:spcPct val="110000"/>
              </a:lnSpc>
            </a:pPr>
            <a:r>
              <a:rPr lang="en-GB" sz="1800" b="1"/>
              <a:t>1100</a:t>
            </a:r>
          </a:p>
          <a:p>
            <a:pPr>
              <a:lnSpc>
                <a:spcPct val="110000"/>
              </a:lnSpc>
            </a:pPr>
            <a:r>
              <a:rPr lang="en-GB" sz="1800" b="1"/>
              <a:t>1101</a:t>
            </a:r>
          </a:p>
          <a:p>
            <a:pPr>
              <a:lnSpc>
                <a:spcPct val="110000"/>
              </a:lnSpc>
            </a:pPr>
            <a:r>
              <a:rPr lang="en-GB" sz="1800" b="1"/>
              <a:t>1110</a:t>
            </a:r>
          </a:p>
          <a:p>
            <a:pPr>
              <a:lnSpc>
                <a:spcPct val="110000"/>
              </a:lnSpc>
            </a:pPr>
            <a:r>
              <a:rPr lang="en-GB" sz="1800" b="1"/>
              <a:t>1111</a:t>
            </a:r>
            <a:endParaRPr lang="en-US"/>
          </a:p>
        </p:txBody>
      </p:sp>
      <p:sp>
        <p:nvSpPr>
          <p:cNvPr id="18453" name="Text Box 24"/>
          <p:cNvSpPr txBox="1">
            <a:spLocks noChangeArrowheads="1"/>
          </p:cNvSpPr>
          <p:nvPr/>
        </p:nvSpPr>
        <p:spPr bwMode="auto">
          <a:xfrm>
            <a:off x="8251825" y="1176338"/>
            <a:ext cx="473075" cy="52197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 algn="ctr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defRPr sz="1600">
                <a:solidFill>
                  <a:schemeClr val="tx1"/>
                </a:solidFill>
                <a:latin typeface="Lucida Sans Unicode" pitchFamily="34" charset="0"/>
              </a:defRPr>
            </a:lvl1pPr>
            <a:lvl2pPr marL="742950" indent="-285750">
              <a:defRPr sz="1600">
                <a:solidFill>
                  <a:schemeClr val="tx1"/>
                </a:solidFill>
                <a:latin typeface="Lucida Sans Unicode" pitchFamily="34" charset="0"/>
              </a:defRPr>
            </a:lvl2pPr>
            <a:lvl3pPr marL="1143000" indent="-228600">
              <a:defRPr sz="1600">
                <a:solidFill>
                  <a:schemeClr val="tx1"/>
                </a:solidFill>
                <a:latin typeface="Lucida Sans Unicode" pitchFamily="34" charset="0"/>
              </a:defRPr>
            </a:lvl3pPr>
            <a:lvl4pPr marL="1600200" indent="-228600">
              <a:defRPr sz="1600">
                <a:solidFill>
                  <a:schemeClr val="tx1"/>
                </a:solidFill>
                <a:latin typeface="Lucida Sans Unicode" pitchFamily="34" charset="0"/>
              </a:defRPr>
            </a:lvl4pPr>
            <a:lvl5pPr marL="2057400" indent="-228600">
              <a:defRPr sz="1600">
                <a:solidFill>
                  <a:schemeClr val="tx1"/>
                </a:solidFill>
                <a:latin typeface="Lucida Sans Unicode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Lucida Sans Unicode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Lucida Sans Unicode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Lucida Sans Unicode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Lucida Sans Unicode" pitchFamily="34" charset="0"/>
              </a:defRPr>
            </a:lvl9pPr>
          </a:lstStyle>
          <a:p>
            <a:pPr>
              <a:lnSpc>
                <a:spcPct val="110000"/>
              </a:lnSpc>
            </a:pPr>
            <a:r>
              <a:rPr lang="en-GB" sz="1800" b="1"/>
              <a:t>48</a:t>
            </a:r>
          </a:p>
          <a:p>
            <a:pPr>
              <a:lnSpc>
                <a:spcPct val="110000"/>
              </a:lnSpc>
            </a:pPr>
            <a:r>
              <a:rPr lang="en-GB" sz="1800" b="1"/>
              <a:t>49</a:t>
            </a:r>
          </a:p>
          <a:p>
            <a:pPr>
              <a:lnSpc>
                <a:spcPct val="110000"/>
              </a:lnSpc>
            </a:pPr>
            <a:r>
              <a:rPr lang="en-GB" sz="1800" b="1"/>
              <a:t>50</a:t>
            </a:r>
          </a:p>
          <a:p>
            <a:pPr>
              <a:lnSpc>
                <a:spcPct val="110000"/>
              </a:lnSpc>
            </a:pPr>
            <a:r>
              <a:rPr lang="en-GB" sz="1800" b="1"/>
              <a:t>51</a:t>
            </a:r>
          </a:p>
          <a:p>
            <a:pPr>
              <a:lnSpc>
                <a:spcPct val="110000"/>
              </a:lnSpc>
            </a:pPr>
            <a:r>
              <a:rPr lang="en-GB" sz="1800" b="1"/>
              <a:t>52</a:t>
            </a:r>
          </a:p>
          <a:p>
            <a:pPr>
              <a:lnSpc>
                <a:spcPct val="110000"/>
              </a:lnSpc>
            </a:pPr>
            <a:r>
              <a:rPr lang="en-GB" sz="1800" b="1"/>
              <a:t>53</a:t>
            </a:r>
          </a:p>
          <a:p>
            <a:pPr>
              <a:lnSpc>
                <a:spcPct val="110000"/>
              </a:lnSpc>
            </a:pPr>
            <a:r>
              <a:rPr lang="en-GB" sz="1800" b="1"/>
              <a:t>54</a:t>
            </a:r>
          </a:p>
          <a:p>
            <a:pPr>
              <a:lnSpc>
                <a:spcPct val="110000"/>
              </a:lnSpc>
            </a:pPr>
            <a:r>
              <a:rPr lang="en-GB" sz="1800" b="1"/>
              <a:t>55</a:t>
            </a:r>
          </a:p>
          <a:p>
            <a:pPr>
              <a:lnSpc>
                <a:spcPct val="110000"/>
              </a:lnSpc>
            </a:pPr>
            <a:r>
              <a:rPr lang="en-GB" sz="1800" b="1"/>
              <a:t>56</a:t>
            </a:r>
          </a:p>
          <a:p>
            <a:pPr>
              <a:lnSpc>
                <a:spcPct val="110000"/>
              </a:lnSpc>
            </a:pPr>
            <a:r>
              <a:rPr lang="en-GB" sz="1800" b="1"/>
              <a:t>57</a:t>
            </a:r>
          </a:p>
          <a:p>
            <a:pPr>
              <a:lnSpc>
                <a:spcPct val="110000"/>
              </a:lnSpc>
            </a:pPr>
            <a:r>
              <a:rPr lang="en-GB" sz="1800" b="1"/>
              <a:t>58</a:t>
            </a:r>
          </a:p>
          <a:p>
            <a:pPr>
              <a:lnSpc>
                <a:spcPct val="110000"/>
              </a:lnSpc>
            </a:pPr>
            <a:r>
              <a:rPr lang="en-GB" sz="1800" b="1"/>
              <a:t>59</a:t>
            </a:r>
          </a:p>
          <a:p>
            <a:pPr>
              <a:lnSpc>
                <a:spcPct val="110000"/>
              </a:lnSpc>
            </a:pPr>
            <a:r>
              <a:rPr lang="en-GB" sz="1800" b="1"/>
              <a:t>60</a:t>
            </a:r>
          </a:p>
          <a:p>
            <a:pPr>
              <a:lnSpc>
                <a:spcPct val="110000"/>
              </a:lnSpc>
            </a:pPr>
            <a:r>
              <a:rPr lang="en-GB" sz="1800" b="1"/>
              <a:t>61</a:t>
            </a:r>
          </a:p>
          <a:p>
            <a:pPr>
              <a:lnSpc>
                <a:spcPct val="110000"/>
              </a:lnSpc>
            </a:pPr>
            <a:r>
              <a:rPr lang="en-GB" sz="1800" b="1"/>
              <a:t>62</a:t>
            </a:r>
          </a:p>
          <a:p>
            <a:pPr>
              <a:lnSpc>
                <a:spcPct val="110000"/>
              </a:lnSpc>
            </a:pPr>
            <a:r>
              <a:rPr lang="en-GB" sz="1800" b="1"/>
              <a:t>63</a:t>
            </a:r>
          </a:p>
          <a:p>
            <a:pPr>
              <a:lnSpc>
                <a:spcPct val="110000"/>
              </a:lnSpc>
            </a:pPr>
            <a:r>
              <a:rPr lang="en-GB" sz="1800" b="1"/>
              <a:t>64</a:t>
            </a:r>
            <a:endParaRPr lang="en-US" sz="1800" b="1"/>
          </a:p>
        </p:txBody>
      </p:sp>
      <p:sp>
        <p:nvSpPr>
          <p:cNvPr id="18454" name="Text Box 25"/>
          <p:cNvSpPr txBox="1">
            <a:spLocks noChangeArrowheads="1"/>
          </p:cNvSpPr>
          <p:nvPr/>
        </p:nvSpPr>
        <p:spPr bwMode="auto">
          <a:xfrm>
            <a:off x="8026400" y="1176338"/>
            <a:ext cx="365125" cy="52197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 algn="ctr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defRPr sz="1600">
                <a:solidFill>
                  <a:schemeClr val="tx1"/>
                </a:solidFill>
                <a:latin typeface="Lucida Sans Unicode" pitchFamily="34" charset="0"/>
              </a:defRPr>
            </a:lvl1pPr>
            <a:lvl2pPr marL="742950" indent="-285750">
              <a:defRPr sz="1600">
                <a:solidFill>
                  <a:schemeClr val="tx1"/>
                </a:solidFill>
                <a:latin typeface="Lucida Sans Unicode" pitchFamily="34" charset="0"/>
              </a:defRPr>
            </a:lvl2pPr>
            <a:lvl3pPr marL="1143000" indent="-228600">
              <a:defRPr sz="1600">
                <a:solidFill>
                  <a:schemeClr val="tx1"/>
                </a:solidFill>
                <a:latin typeface="Lucida Sans Unicode" pitchFamily="34" charset="0"/>
              </a:defRPr>
            </a:lvl3pPr>
            <a:lvl4pPr marL="1600200" indent="-228600">
              <a:defRPr sz="1600">
                <a:solidFill>
                  <a:schemeClr val="tx1"/>
                </a:solidFill>
                <a:latin typeface="Lucida Sans Unicode" pitchFamily="34" charset="0"/>
              </a:defRPr>
            </a:lvl4pPr>
            <a:lvl5pPr marL="2057400" indent="-228600">
              <a:defRPr sz="1600">
                <a:solidFill>
                  <a:schemeClr val="tx1"/>
                </a:solidFill>
                <a:latin typeface="Lucida Sans Unicode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Lucida Sans Unicode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Lucida Sans Unicode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Lucida Sans Unicode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Lucida Sans Unicode" pitchFamily="34" charset="0"/>
              </a:defRPr>
            </a:lvl9pPr>
          </a:lstStyle>
          <a:p>
            <a:pPr>
              <a:lnSpc>
                <a:spcPct val="110000"/>
              </a:lnSpc>
            </a:pPr>
            <a:r>
              <a:rPr lang="en-GB" sz="1800"/>
              <a:t>=</a:t>
            </a:r>
          </a:p>
          <a:p>
            <a:pPr>
              <a:lnSpc>
                <a:spcPct val="110000"/>
              </a:lnSpc>
            </a:pPr>
            <a:r>
              <a:rPr lang="en-GB" sz="1800"/>
              <a:t>=</a:t>
            </a:r>
          </a:p>
          <a:p>
            <a:pPr>
              <a:lnSpc>
                <a:spcPct val="110000"/>
              </a:lnSpc>
            </a:pPr>
            <a:r>
              <a:rPr lang="en-GB" sz="1800"/>
              <a:t>=</a:t>
            </a:r>
          </a:p>
          <a:p>
            <a:pPr>
              <a:lnSpc>
                <a:spcPct val="110000"/>
              </a:lnSpc>
            </a:pPr>
            <a:r>
              <a:rPr lang="en-GB" sz="1800"/>
              <a:t>=</a:t>
            </a:r>
          </a:p>
          <a:p>
            <a:pPr>
              <a:lnSpc>
                <a:spcPct val="110000"/>
              </a:lnSpc>
            </a:pPr>
            <a:r>
              <a:rPr lang="en-GB" sz="1800"/>
              <a:t>=</a:t>
            </a:r>
          </a:p>
          <a:p>
            <a:pPr>
              <a:lnSpc>
                <a:spcPct val="110000"/>
              </a:lnSpc>
            </a:pPr>
            <a:r>
              <a:rPr lang="en-GB" sz="1800"/>
              <a:t>=</a:t>
            </a:r>
          </a:p>
          <a:p>
            <a:pPr>
              <a:lnSpc>
                <a:spcPct val="110000"/>
              </a:lnSpc>
            </a:pPr>
            <a:r>
              <a:rPr lang="en-GB" sz="1800"/>
              <a:t>=</a:t>
            </a:r>
          </a:p>
          <a:p>
            <a:pPr>
              <a:lnSpc>
                <a:spcPct val="110000"/>
              </a:lnSpc>
            </a:pPr>
            <a:r>
              <a:rPr lang="en-GB" sz="1800"/>
              <a:t>=</a:t>
            </a:r>
          </a:p>
          <a:p>
            <a:pPr>
              <a:lnSpc>
                <a:spcPct val="110000"/>
              </a:lnSpc>
            </a:pPr>
            <a:r>
              <a:rPr lang="en-GB" sz="1800"/>
              <a:t>=</a:t>
            </a:r>
          </a:p>
          <a:p>
            <a:pPr>
              <a:lnSpc>
                <a:spcPct val="110000"/>
              </a:lnSpc>
            </a:pPr>
            <a:r>
              <a:rPr lang="en-GB" sz="1800"/>
              <a:t>=</a:t>
            </a:r>
          </a:p>
          <a:p>
            <a:pPr>
              <a:lnSpc>
                <a:spcPct val="110000"/>
              </a:lnSpc>
            </a:pPr>
            <a:r>
              <a:rPr lang="en-GB" sz="1800"/>
              <a:t>=</a:t>
            </a:r>
          </a:p>
          <a:p>
            <a:pPr>
              <a:lnSpc>
                <a:spcPct val="110000"/>
              </a:lnSpc>
            </a:pPr>
            <a:r>
              <a:rPr lang="en-GB" sz="1800"/>
              <a:t>=</a:t>
            </a:r>
          </a:p>
          <a:p>
            <a:pPr>
              <a:lnSpc>
                <a:spcPct val="110000"/>
              </a:lnSpc>
            </a:pPr>
            <a:r>
              <a:rPr lang="en-GB" sz="1800"/>
              <a:t>=</a:t>
            </a:r>
          </a:p>
          <a:p>
            <a:pPr>
              <a:lnSpc>
                <a:spcPct val="110000"/>
              </a:lnSpc>
            </a:pPr>
            <a:r>
              <a:rPr lang="en-GB" sz="1800"/>
              <a:t>=</a:t>
            </a:r>
          </a:p>
          <a:p>
            <a:pPr>
              <a:lnSpc>
                <a:spcPct val="110000"/>
              </a:lnSpc>
            </a:pPr>
            <a:r>
              <a:rPr lang="en-GB" sz="1800"/>
              <a:t>=</a:t>
            </a:r>
          </a:p>
          <a:p>
            <a:pPr>
              <a:lnSpc>
                <a:spcPct val="110000"/>
              </a:lnSpc>
            </a:pPr>
            <a:r>
              <a:rPr lang="en-GB" sz="1800"/>
              <a:t>=</a:t>
            </a:r>
          </a:p>
          <a:p>
            <a:pPr>
              <a:lnSpc>
                <a:spcPct val="110000"/>
              </a:lnSpc>
            </a:pPr>
            <a:r>
              <a:rPr lang="en-GB" sz="1800"/>
              <a:t>=</a:t>
            </a:r>
            <a:endParaRPr lang="en-US" sz="1800"/>
          </a:p>
        </p:txBody>
      </p:sp>
      <p:sp>
        <p:nvSpPr>
          <p:cNvPr id="18455" name="Text Box 26"/>
          <p:cNvSpPr txBox="1">
            <a:spLocks noChangeArrowheads="1"/>
          </p:cNvSpPr>
          <p:nvPr/>
        </p:nvSpPr>
        <p:spPr bwMode="auto">
          <a:xfrm>
            <a:off x="6956425" y="1176338"/>
            <a:ext cx="473075" cy="49180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 algn="ctr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defRPr sz="1600">
                <a:solidFill>
                  <a:schemeClr val="tx1"/>
                </a:solidFill>
                <a:latin typeface="Lucida Sans Unicode" pitchFamily="34" charset="0"/>
              </a:defRPr>
            </a:lvl1pPr>
            <a:lvl2pPr marL="742950" indent="-285750">
              <a:defRPr sz="1600">
                <a:solidFill>
                  <a:schemeClr val="tx1"/>
                </a:solidFill>
                <a:latin typeface="Lucida Sans Unicode" pitchFamily="34" charset="0"/>
              </a:defRPr>
            </a:lvl2pPr>
            <a:lvl3pPr marL="1143000" indent="-228600">
              <a:defRPr sz="1600">
                <a:solidFill>
                  <a:schemeClr val="tx1"/>
                </a:solidFill>
                <a:latin typeface="Lucida Sans Unicode" pitchFamily="34" charset="0"/>
              </a:defRPr>
            </a:lvl3pPr>
            <a:lvl4pPr marL="1600200" indent="-228600">
              <a:defRPr sz="1600">
                <a:solidFill>
                  <a:schemeClr val="tx1"/>
                </a:solidFill>
                <a:latin typeface="Lucida Sans Unicode" pitchFamily="34" charset="0"/>
              </a:defRPr>
            </a:lvl4pPr>
            <a:lvl5pPr marL="2057400" indent="-228600">
              <a:defRPr sz="1600">
                <a:solidFill>
                  <a:schemeClr val="tx1"/>
                </a:solidFill>
                <a:latin typeface="Lucida Sans Unicode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Lucida Sans Unicode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Lucida Sans Unicode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Lucida Sans Unicode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Lucida Sans Unicode" pitchFamily="34" charset="0"/>
              </a:defRPr>
            </a:lvl9pPr>
          </a:lstStyle>
          <a:p>
            <a:pPr>
              <a:lnSpc>
                <a:spcPct val="110000"/>
              </a:lnSpc>
            </a:pPr>
            <a:r>
              <a:rPr lang="en-GB" sz="1800" b="1">
                <a:solidFill>
                  <a:srgbClr val="FF0000"/>
                </a:solidFill>
              </a:rPr>
              <a:t>11</a:t>
            </a:r>
          </a:p>
          <a:p>
            <a:pPr>
              <a:lnSpc>
                <a:spcPct val="110000"/>
              </a:lnSpc>
            </a:pPr>
            <a:r>
              <a:rPr lang="en-GB" sz="1800" b="1">
                <a:solidFill>
                  <a:srgbClr val="FF0000"/>
                </a:solidFill>
              </a:rPr>
              <a:t>11</a:t>
            </a:r>
          </a:p>
          <a:p>
            <a:pPr>
              <a:lnSpc>
                <a:spcPct val="110000"/>
              </a:lnSpc>
            </a:pPr>
            <a:r>
              <a:rPr lang="en-GB" sz="1800" b="1">
                <a:solidFill>
                  <a:srgbClr val="FF0000"/>
                </a:solidFill>
              </a:rPr>
              <a:t>11</a:t>
            </a:r>
          </a:p>
          <a:p>
            <a:pPr>
              <a:lnSpc>
                <a:spcPct val="110000"/>
              </a:lnSpc>
            </a:pPr>
            <a:r>
              <a:rPr lang="en-GB" sz="1800" b="1">
                <a:solidFill>
                  <a:srgbClr val="FF0000"/>
                </a:solidFill>
              </a:rPr>
              <a:t>11</a:t>
            </a:r>
          </a:p>
          <a:p>
            <a:pPr>
              <a:lnSpc>
                <a:spcPct val="110000"/>
              </a:lnSpc>
            </a:pPr>
            <a:r>
              <a:rPr lang="en-GB" sz="1800" b="1">
                <a:solidFill>
                  <a:srgbClr val="FF0000"/>
                </a:solidFill>
              </a:rPr>
              <a:t>11</a:t>
            </a:r>
          </a:p>
          <a:p>
            <a:pPr>
              <a:lnSpc>
                <a:spcPct val="110000"/>
              </a:lnSpc>
            </a:pPr>
            <a:r>
              <a:rPr lang="en-GB" sz="1800" b="1">
                <a:solidFill>
                  <a:srgbClr val="FF0000"/>
                </a:solidFill>
              </a:rPr>
              <a:t>11</a:t>
            </a:r>
          </a:p>
          <a:p>
            <a:pPr>
              <a:lnSpc>
                <a:spcPct val="110000"/>
              </a:lnSpc>
            </a:pPr>
            <a:r>
              <a:rPr lang="en-GB" sz="1800" b="1">
                <a:solidFill>
                  <a:srgbClr val="FF0000"/>
                </a:solidFill>
              </a:rPr>
              <a:t>11</a:t>
            </a:r>
          </a:p>
          <a:p>
            <a:pPr>
              <a:lnSpc>
                <a:spcPct val="110000"/>
              </a:lnSpc>
            </a:pPr>
            <a:r>
              <a:rPr lang="en-GB" sz="1800" b="1">
                <a:solidFill>
                  <a:srgbClr val="FF0000"/>
                </a:solidFill>
              </a:rPr>
              <a:t>11</a:t>
            </a:r>
          </a:p>
          <a:p>
            <a:pPr>
              <a:lnSpc>
                <a:spcPct val="110000"/>
              </a:lnSpc>
            </a:pPr>
            <a:r>
              <a:rPr lang="en-GB" sz="1800" b="1">
                <a:solidFill>
                  <a:srgbClr val="FF0000"/>
                </a:solidFill>
              </a:rPr>
              <a:t>11</a:t>
            </a:r>
          </a:p>
          <a:p>
            <a:pPr>
              <a:lnSpc>
                <a:spcPct val="110000"/>
              </a:lnSpc>
            </a:pPr>
            <a:r>
              <a:rPr lang="en-GB" sz="1800" b="1">
                <a:solidFill>
                  <a:srgbClr val="FF0000"/>
                </a:solidFill>
              </a:rPr>
              <a:t>11</a:t>
            </a:r>
          </a:p>
          <a:p>
            <a:pPr>
              <a:lnSpc>
                <a:spcPct val="110000"/>
              </a:lnSpc>
            </a:pPr>
            <a:r>
              <a:rPr lang="en-GB" sz="1800" b="1">
                <a:solidFill>
                  <a:srgbClr val="FF0000"/>
                </a:solidFill>
              </a:rPr>
              <a:t>11</a:t>
            </a:r>
          </a:p>
          <a:p>
            <a:pPr>
              <a:lnSpc>
                <a:spcPct val="110000"/>
              </a:lnSpc>
            </a:pPr>
            <a:r>
              <a:rPr lang="en-GB" sz="1800" b="1">
                <a:solidFill>
                  <a:srgbClr val="FF0000"/>
                </a:solidFill>
              </a:rPr>
              <a:t>11</a:t>
            </a:r>
          </a:p>
          <a:p>
            <a:pPr>
              <a:lnSpc>
                <a:spcPct val="110000"/>
              </a:lnSpc>
            </a:pPr>
            <a:r>
              <a:rPr lang="en-GB" sz="1800" b="1">
                <a:solidFill>
                  <a:srgbClr val="FF0000"/>
                </a:solidFill>
              </a:rPr>
              <a:t>11</a:t>
            </a:r>
          </a:p>
          <a:p>
            <a:pPr>
              <a:lnSpc>
                <a:spcPct val="110000"/>
              </a:lnSpc>
            </a:pPr>
            <a:r>
              <a:rPr lang="en-GB" sz="1800" b="1">
                <a:solidFill>
                  <a:srgbClr val="FF0000"/>
                </a:solidFill>
              </a:rPr>
              <a:t>11</a:t>
            </a:r>
          </a:p>
          <a:p>
            <a:pPr>
              <a:lnSpc>
                <a:spcPct val="110000"/>
              </a:lnSpc>
            </a:pPr>
            <a:r>
              <a:rPr lang="en-GB" sz="1800" b="1">
                <a:solidFill>
                  <a:srgbClr val="FF0000"/>
                </a:solidFill>
              </a:rPr>
              <a:t>11</a:t>
            </a:r>
          </a:p>
          <a:p>
            <a:pPr>
              <a:lnSpc>
                <a:spcPct val="110000"/>
              </a:lnSpc>
            </a:pPr>
            <a:r>
              <a:rPr lang="en-GB" sz="1800" b="1">
                <a:solidFill>
                  <a:srgbClr val="FF0000"/>
                </a:solidFill>
              </a:rPr>
              <a:t>11</a:t>
            </a:r>
            <a:endParaRPr lang="en-US" sz="1800" b="1">
              <a:solidFill>
                <a:srgbClr val="FF0000"/>
              </a:solidFill>
            </a:endParaRPr>
          </a:p>
        </p:txBody>
      </p:sp>
      <p:sp>
        <p:nvSpPr>
          <p:cNvPr id="18456" name="Text Box 27"/>
          <p:cNvSpPr txBox="1">
            <a:spLocks noChangeArrowheads="1"/>
          </p:cNvSpPr>
          <p:nvPr/>
        </p:nvSpPr>
        <p:spPr bwMode="auto">
          <a:xfrm>
            <a:off x="6850063" y="6032500"/>
            <a:ext cx="1195387" cy="3667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 algn="ctr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defRPr sz="1600">
                <a:solidFill>
                  <a:schemeClr val="tx1"/>
                </a:solidFill>
                <a:latin typeface="Lucida Sans Unicode" pitchFamily="34" charset="0"/>
              </a:defRPr>
            </a:lvl1pPr>
            <a:lvl2pPr marL="742950" indent="-285750">
              <a:defRPr sz="1600">
                <a:solidFill>
                  <a:schemeClr val="tx1"/>
                </a:solidFill>
                <a:latin typeface="Lucida Sans Unicode" pitchFamily="34" charset="0"/>
              </a:defRPr>
            </a:lvl2pPr>
            <a:lvl3pPr marL="1143000" indent="-228600">
              <a:defRPr sz="1600">
                <a:solidFill>
                  <a:schemeClr val="tx1"/>
                </a:solidFill>
                <a:latin typeface="Lucida Sans Unicode" pitchFamily="34" charset="0"/>
              </a:defRPr>
            </a:lvl3pPr>
            <a:lvl4pPr marL="1600200" indent="-228600">
              <a:defRPr sz="1600">
                <a:solidFill>
                  <a:schemeClr val="tx1"/>
                </a:solidFill>
                <a:latin typeface="Lucida Sans Unicode" pitchFamily="34" charset="0"/>
              </a:defRPr>
            </a:lvl4pPr>
            <a:lvl5pPr marL="2057400" indent="-228600">
              <a:defRPr sz="1600">
                <a:solidFill>
                  <a:schemeClr val="tx1"/>
                </a:solidFill>
                <a:latin typeface="Lucida Sans Unicode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Lucida Sans Unicode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Lucida Sans Unicode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Lucida Sans Unicode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Lucida Sans Unicode" pitchFamily="34" charset="0"/>
              </a:defRPr>
            </a:lvl9pPr>
          </a:lstStyle>
          <a:p>
            <a:r>
              <a:rPr lang="en-GB" sz="1800" b="1">
                <a:solidFill>
                  <a:schemeClr val="accent1"/>
                </a:solidFill>
              </a:rPr>
              <a:t>1000000</a:t>
            </a:r>
            <a:endParaRPr lang="en-US" sz="1800" b="1">
              <a:solidFill>
                <a:schemeClr val="accent1"/>
              </a:solidFill>
            </a:endParaRPr>
          </a:p>
        </p:txBody>
      </p:sp>
      <p:sp>
        <p:nvSpPr>
          <p:cNvPr id="18457" name="Line 28"/>
          <p:cNvSpPr>
            <a:spLocks noChangeShapeType="1"/>
          </p:cNvSpPr>
          <p:nvPr/>
        </p:nvSpPr>
        <p:spPr bwMode="auto">
          <a:xfrm>
            <a:off x="6716713" y="1176338"/>
            <a:ext cx="20637" cy="4922837"/>
          </a:xfrm>
          <a:prstGeom prst="line">
            <a:avLst/>
          </a:prstGeom>
          <a:noFill/>
          <a:ln w="76200">
            <a:solidFill>
              <a:srgbClr val="99CCFF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504142626"/>
      </p:ext>
    </p:extLst>
  </p:cSld>
  <p:clrMapOvr>
    <a:masterClrMapping/>
  </p:clrMapOvr>
</p:sld>
</file>

<file path=ppt/slides/slide10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458" name="Rectangle 13"/>
          <p:cNvSpPr>
            <a:spLocks noChangeArrowheads="1"/>
          </p:cNvSpPr>
          <p:nvPr/>
        </p:nvSpPr>
        <p:spPr bwMode="auto">
          <a:xfrm>
            <a:off x="1624013" y="3644900"/>
            <a:ext cx="382587" cy="2714625"/>
          </a:xfrm>
          <a:prstGeom prst="rect">
            <a:avLst/>
          </a:prstGeom>
          <a:solidFill>
            <a:srgbClr val="FFCC66"/>
          </a:solidFill>
          <a:ln>
            <a:noFill/>
          </a:ln>
          <a:extLst>
            <a:ext uri="{91240B29-F687-4F45-9708-019B960494DF}">
              <a14:hiddenLine xmlns:a14="http://schemas.microsoft.com/office/drawing/2010/main" w="9525" algn="ctr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/>
          <a:lstStyle/>
          <a:p>
            <a:endParaRPr lang="en-US"/>
          </a:p>
        </p:txBody>
      </p:sp>
      <p:sp>
        <p:nvSpPr>
          <p:cNvPr id="19459" name="Rectangle 10"/>
          <p:cNvSpPr>
            <a:spLocks noChangeArrowheads="1"/>
          </p:cNvSpPr>
          <p:nvPr/>
        </p:nvSpPr>
        <p:spPr bwMode="auto">
          <a:xfrm>
            <a:off x="860425" y="3644900"/>
            <a:ext cx="327025" cy="2714625"/>
          </a:xfrm>
          <a:prstGeom prst="rect">
            <a:avLst/>
          </a:prstGeom>
          <a:solidFill>
            <a:srgbClr val="FFCC66"/>
          </a:solidFill>
          <a:ln>
            <a:noFill/>
          </a:ln>
          <a:extLst>
            <a:ext uri="{91240B29-F687-4F45-9708-019B960494DF}">
              <a14:hiddenLine xmlns:a14="http://schemas.microsoft.com/office/drawing/2010/main" w="9525" algn="ctr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/>
          <a:lstStyle/>
          <a:p>
            <a:endParaRPr lang="en-US"/>
          </a:p>
        </p:txBody>
      </p:sp>
      <p:sp>
        <p:nvSpPr>
          <p:cNvPr id="19460" name="Rectangle 9"/>
          <p:cNvSpPr>
            <a:spLocks noChangeArrowheads="1"/>
          </p:cNvSpPr>
          <p:nvPr/>
        </p:nvSpPr>
        <p:spPr bwMode="auto">
          <a:xfrm>
            <a:off x="1241425" y="3644900"/>
            <a:ext cx="355600" cy="2701925"/>
          </a:xfrm>
          <a:prstGeom prst="rect">
            <a:avLst/>
          </a:prstGeom>
          <a:solidFill>
            <a:schemeClr val="hlink"/>
          </a:solidFill>
          <a:ln>
            <a:noFill/>
          </a:ln>
          <a:extLst>
            <a:ext uri="{91240B29-F687-4F45-9708-019B960494DF}">
              <a14:hiddenLine xmlns:a14="http://schemas.microsoft.com/office/drawing/2010/main" w="9525" algn="ctr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/>
          <a:lstStyle/>
          <a:p>
            <a:endParaRPr lang="en-US"/>
          </a:p>
        </p:txBody>
      </p:sp>
      <p:sp>
        <p:nvSpPr>
          <p:cNvPr id="19461" name="Rectangle 6"/>
          <p:cNvSpPr>
            <a:spLocks noChangeArrowheads="1"/>
          </p:cNvSpPr>
          <p:nvPr/>
        </p:nvSpPr>
        <p:spPr bwMode="auto">
          <a:xfrm>
            <a:off x="430213" y="3644900"/>
            <a:ext cx="401637" cy="2714625"/>
          </a:xfrm>
          <a:prstGeom prst="rect">
            <a:avLst/>
          </a:prstGeom>
          <a:solidFill>
            <a:schemeClr val="hlink"/>
          </a:solidFill>
          <a:ln>
            <a:noFill/>
          </a:ln>
          <a:extLst>
            <a:ext uri="{91240B29-F687-4F45-9708-019B960494DF}">
              <a14:hiddenLine xmlns:a14="http://schemas.microsoft.com/office/drawing/2010/main" w="9525" algn="ctr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/>
          <a:lstStyle/>
          <a:p>
            <a:endParaRPr lang="en-US"/>
          </a:p>
        </p:txBody>
      </p:sp>
      <p:sp>
        <p:nvSpPr>
          <p:cNvPr id="19462" name="Text Box 4"/>
          <p:cNvSpPr txBox="1">
            <a:spLocks noChangeArrowheads="1"/>
          </p:cNvSpPr>
          <p:nvPr/>
        </p:nvSpPr>
        <p:spPr bwMode="auto">
          <a:xfrm>
            <a:off x="430213" y="376238"/>
            <a:ext cx="5795962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 algn="ctr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defRPr sz="1600">
                <a:solidFill>
                  <a:schemeClr val="tx1"/>
                </a:solidFill>
                <a:latin typeface="Lucida Sans Unicode" pitchFamily="34" charset="0"/>
              </a:defRPr>
            </a:lvl1pPr>
            <a:lvl2pPr marL="742950" indent="-285750">
              <a:defRPr sz="1600">
                <a:solidFill>
                  <a:schemeClr val="tx1"/>
                </a:solidFill>
                <a:latin typeface="Lucida Sans Unicode" pitchFamily="34" charset="0"/>
              </a:defRPr>
            </a:lvl2pPr>
            <a:lvl3pPr marL="1143000" indent="-228600">
              <a:defRPr sz="1600">
                <a:solidFill>
                  <a:schemeClr val="tx1"/>
                </a:solidFill>
                <a:latin typeface="Lucida Sans Unicode" pitchFamily="34" charset="0"/>
              </a:defRPr>
            </a:lvl3pPr>
            <a:lvl4pPr marL="1600200" indent="-228600">
              <a:defRPr sz="1600">
                <a:solidFill>
                  <a:schemeClr val="tx1"/>
                </a:solidFill>
                <a:latin typeface="Lucida Sans Unicode" pitchFamily="34" charset="0"/>
              </a:defRPr>
            </a:lvl4pPr>
            <a:lvl5pPr marL="2057400" indent="-228600">
              <a:defRPr sz="1600">
                <a:solidFill>
                  <a:schemeClr val="tx1"/>
                </a:solidFill>
                <a:latin typeface="Lucida Sans Unicode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Lucida Sans Unicode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Lucida Sans Unicode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Lucida Sans Unicode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Lucida Sans Unicode" pitchFamily="34" charset="0"/>
              </a:defRPr>
            </a:lvl9pPr>
          </a:lstStyle>
          <a:p>
            <a:r>
              <a:rPr lang="en-GB" sz="2400" b="1"/>
              <a:t>The Binary System ... The Powers Of 2</a:t>
            </a:r>
            <a:endParaRPr lang="en-US" sz="2400" b="1"/>
          </a:p>
        </p:txBody>
      </p:sp>
      <p:sp>
        <p:nvSpPr>
          <p:cNvPr id="19463" name="Text Box 5"/>
          <p:cNvSpPr txBox="1">
            <a:spLocks noChangeArrowheads="1"/>
          </p:cNvSpPr>
          <p:nvPr/>
        </p:nvSpPr>
        <p:spPr bwMode="auto">
          <a:xfrm>
            <a:off x="430213" y="836613"/>
            <a:ext cx="7159625" cy="552291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 algn="ctr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tabLst>
                <a:tab pos="4927600" algn="l"/>
              </a:tabLst>
              <a:defRPr sz="1600">
                <a:solidFill>
                  <a:schemeClr val="tx1"/>
                </a:solidFill>
                <a:latin typeface="Lucida Sans Unicode" pitchFamily="34" charset="0"/>
              </a:defRPr>
            </a:lvl1pPr>
            <a:lvl2pPr marL="742950" indent="-285750">
              <a:tabLst>
                <a:tab pos="4927600" algn="l"/>
              </a:tabLst>
              <a:defRPr sz="1600">
                <a:solidFill>
                  <a:schemeClr val="tx1"/>
                </a:solidFill>
                <a:latin typeface="Lucida Sans Unicode" pitchFamily="34" charset="0"/>
              </a:defRPr>
            </a:lvl2pPr>
            <a:lvl3pPr marL="1143000" indent="-228600">
              <a:tabLst>
                <a:tab pos="4927600" algn="l"/>
              </a:tabLst>
              <a:defRPr sz="1600">
                <a:solidFill>
                  <a:schemeClr val="tx1"/>
                </a:solidFill>
                <a:latin typeface="Lucida Sans Unicode" pitchFamily="34" charset="0"/>
              </a:defRPr>
            </a:lvl3pPr>
            <a:lvl4pPr marL="1600200" indent="-228600">
              <a:tabLst>
                <a:tab pos="4927600" algn="l"/>
              </a:tabLst>
              <a:defRPr sz="1600">
                <a:solidFill>
                  <a:schemeClr val="tx1"/>
                </a:solidFill>
                <a:latin typeface="Lucida Sans Unicode" pitchFamily="34" charset="0"/>
              </a:defRPr>
            </a:lvl4pPr>
            <a:lvl5pPr marL="2057400" indent="-228600">
              <a:tabLst>
                <a:tab pos="4927600" algn="l"/>
              </a:tabLst>
              <a:defRPr sz="1600">
                <a:solidFill>
                  <a:schemeClr val="tx1"/>
                </a:solidFill>
                <a:latin typeface="Lucida Sans Unicode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tabLst>
                <a:tab pos="4927600" algn="l"/>
              </a:tabLst>
              <a:defRPr sz="1600">
                <a:solidFill>
                  <a:schemeClr val="tx1"/>
                </a:solidFill>
                <a:latin typeface="Lucida Sans Unicode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tabLst>
                <a:tab pos="4927600" algn="l"/>
              </a:tabLst>
              <a:defRPr sz="1600">
                <a:solidFill>
                  <a:schemeClr val="tx1"/>
                </a:solidFill>
                <a:latin typeface="Lucida Sans Unicode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tabLst>
                <a:tab pos="4927600" algn="l"/>
              </a:tabLst>
              <a:defRPr sz="1600">
                <a:solidFill>
                  <a:schemeClr val="tx1"/>
                </a:solidFill>
                <a:latin typeface="Lucida Sans Unicode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tabLst>
                <a:tab pos="4927600" algn="l"/>
              </a:tabLst>
              <a:defRPr sz="1600">
                <a:solidFill>
                  <a:schemeClr val="tx1"/>
                </a:solidFill>
                <a:latin typeface="Lucida Sans Unicode" pitchFamily="34" charset="0"/>
              </a:defRPr>
            </a:lvl9pPr>
          </a:lstStyle>
          <a:p>
            <a:r>
              <a:rPr lang="en-GB"/>
              <a:t>Let’s review binary counting from the point of view of the powers of 2:</a:t>
            </a:r>
          </a:p>
          <a:p>
            <a:endParaRPr lang="en-GB"/>
          </a:p>
          <a:p>
            <a:r>
              <a:rPr lang="en-GB"/>
              <a:t>2</a:t>
            </a:r>
            <a:r>
              <a:rPr lang="en-GB" baseline="30000"/>
              <a:t>0</a:t>
            </a:r>
            <a:r>
              <a:rPr lang="en-GB"/>
              <a:t> = 1</a:t>
            </a:r>
          </a:p>
          <a:p>
            <a:r>
              <a:rPr lang="en-GB"/>
              <a:t>2</a:t>
            </a:r>
            <a:r>
              <a:rPr lang="en-GB" baseline="30000"/>
              <a:t>1</a:t>
            </a:r>
            <a:r>
              <a:rPr lang="en-GB"/>
              <a:t> = 2</a:t>
            </a:r>
          </a:p>
          <a:p>
            <a:r>
              <a:rPr lang="en-GB"/>
              <a:t>2</a:t>
            </a:r>
            <a:r>
              <a:rPr lang="en-GB" baseline="30000"/>
              <a:t>2</a:t>
            </a:r>
            <a:r>
              <a:rPr lang="en-GB"/>
              <a:t> = 4</a:t>
            </a:r>
          </a:p>
          <a:p>
            <a:r>
              <a:rPr lang="en-GB"/>
              <a:t>2</a:t>
            </a:r>
            <a:r>
              <a:rPr lang="en-GB" baseline="30000"/>
              <a:t>3</a:t>
            </a:r>
            <a:r>
              <a:rPr lang="en-GB"/>
              <a:t> = 8</a:t>
            </a:r>
          </a:p>
          <a:p>
            <a:endParaRPr lang="en-GB"/>
          </a:p>
          <a:p>
            <a:r>
              <a:rPr lang="en-GB"/>
              <a:t>now assign these values to each of the columns ...</a:t>
            </a:r>
          </a:p>
          <a:p>
            <a:endParaRPr lang="en-GB"/>
          </a:p>
          <a:p>
            <a:pPr>
              <a:lnSpc>
                <a:spcPct val="120000"/>
              </a:lnSpc>
            </a:pPr>
            <a:r>
              <a:rPr lang="en-GB"/>
              <a:t>MSB  ...  ...  LSB</a:t>
            </a:r>
          </a:p>
          <a:p>
            <a:pPr>
              <a:lnSpc>
                <a:spcPct val="120000"/>
              </a:lnSpc>
            </a:pPr>
            <a:endParaRPr lang="en-GB"/>
          </a:p>
          <a:p>
            <a:pPr>
              <a:lnSpc>
                <a:spcPct val="120000"/>
              </a:lnSpc>
            </a:pPr>
            <a:r>
              <a:rPr lang="en-GB"/>
              <a:t>2</a:t>
            </a:r>
            <a:r>
              <a:rPr lang="en-GB" baseline="30000"/>
              <a:t>3</a:t>
            </a:r>
            <a:r>
              <a:rPr lang="en-GB"/>
              <a:t>   2</a:t>
            </a:r>
            <a:r>
              <a:rPr lang="en-GB" baseline="30000"/>
              <a:t>2</a:t>
            </a:r>
            <a:r>
              <a:rPr lang="en-GB"/>
              <a:t>   2</a:t>
            </a:r>
            <a:r>
              <a:rPr lang="en-GB" baseline="30000"/>
              <a:t>1</a:t>
            </a:r>
            <a:r>
              <a:rPr lang="en-GB"/>
              <a:t>   2</a:t>
            </a:r>
            <a:r>
              <a:rPr lang="en-GB" baseline="30000"/>
              <a:t>0</a:t>
            </a:r>
          </a:p>
          <a:p>
            <a:pPr>
              <a:lnSpc>
                <a:spcPct val="120000"/>
              </a:lnSpc>
            </a:pPr>
            <a:r>
              <a:rPr lang="en-GB"/>
              <a:t>=8 =4  =2 =1</a:t>
            </a:r>
          </a:p>
          <a:p>
            <a:pPr>
              <a:lnSpc>
                <a:spcPct val="120000"/>
              </a:lnSpc>
            </a:pPr>
            <a:endParaRPr lang="en-GB"/>
          </a:p>
          <a:p>
            <a:pPr>
              <a:lnSpc>
                <a:spcPct val="120000"/>
              </a:lnSpc>
            </a:pPr>
            <a:r>
              <a:rPr lang="en-GB"/>
              <a:t>0    0    0    0    =    0           </a:t>
            </a:r>
            <a:r>
              <a:rPr lang="en-GB" baseline="30000"/>
              <a:t>....    ....    ....    ....    ....    ....	</a:t>
            </a:r>
            <a:r>
              <a:rPr lang="en-GB"/>
              <a:t>= 0</a:t>
            </a:r>
          </a:p>
          <a:p>
            <a:pPr>
              <a:lnSpc>
                <a:spcPct val="120000"/>
              </a:lnSpc>
            </a:pPr>
            <a:r>
              <a:rPr lang="en-GB"/>
              <a:t>0    0    0    1    =    1 x 2</a:t>
            </a:r>
            <a:r>
              <a:rPr lang="en-GB" baseline="30000"/>
              <a:t>0     ....    ....    ....    ....    ....    ....</a:t>
            </a:r>
            <a:r>
              <a:rPr lang="en-GB"/>
              <a:t>	= 1</a:t>
            </a:r>
          </a:p>
          <a:p>
            <a:pPr>
              <a:lnSpc>
                <a:spcPct val="120000"/>
              </a:lnSpc>
            </a:pPr>
            <a:r>
              <a:rPr lang="en-GB"/>
              <a:t>0    0    1    0    =    1 x 2</a:t>
            </a:r>
            <a:r>
              <a:rPr lang="en-GB" baseline="30000"/>
              <a:t>1</a:t>
            </a:r>
            <a:r>
              <a:rPr lang="en-GB"/>
              <a:t>    </a:t>
            </a:r>
            <a:r>
              <a:rPr lang="en-GB" baseline="30000"/>
              <a:t>....    ....    ....    ....    ....    .... </a:t>
            </a:r>
            <a:r>
              <a:rPr lang="en-GB"/>
              <a:t>	= 2</a:t>
            </a:r>
          </a:p>
          <a:p>
            <a:pPr>
              <a:lnSpc>
                <a:spcPct val="120000"/>
              </a:lnSpc>
            </a:pPr>
            <a:r>
              <a:rPr lang="en-GB"/>
              <a:t>0    0    1    1    =    1 x 2</a:t>
            </a:r>
            <a:r>
              <a:rPr lang="en-GB" baseline="30000"/>
              <a:t>0</a:t>
            </a:r>
            <a:r>
              <a:rPr lang="en-GB"/>
              <a:t> + 1 x 2</a:t>
            </a:r>
            <a:r>
              <a:rPr lang="en-GB" baseline="30000"/>
              <a:t>1</a:t>
            </a:r>
            <a:r>
              <a:rPr lang="en-GB"/>
              <a:t> = 1 + 2     	= 3</a:t>
            </a:r>
          </a:p>
          <a:p>
            <a:pPr>
              <a:lnSpc>
                <a:spcPct val="120000"/>
              </a:lnSpc>
            </a:pPr>
            <a:r>
              <a:rPr lang="en-GB"/>
              <a:t>0    1    0    0    =    1 x 2</a:t>
            </a:r>
            <a:r>
              <a:rPr lang="en-GB" baseline="30000"/>
              <a:t>2     </a:t>
            </a:r>
            <a:r>
              <a:rPr lang="en-GB"/>
              <a:t>=  4</a:t>
            </a:r>
            <a:r>
              <a:rPr lang="en-GB" baseline="30000"/>
              <a:t>        ....    ....    ....    ....	</a:t>
            </a:r>
            <a:r>
              <a:rPr lang="en-GB"/>
              <a:t>= 4</a:t>
            </a:r>
          </a:p>
          <a:p>
            <a:pPr>
              <a:lnSpc>
                <a:spcPct val="120000"/>
              </a:lnSpc>
            </a:pPr>
            <a:r>
              <a:rPr lang="en-GB"/>
              <a:t>0    1    0    1    =    1 x 2</a:t>
            </a:r>
            <a:r>
              <a:rPr lang="en-GB" baseline="30000"/>
              <a:t>2</a:t>
            </a:r>
            <a:r>
              <a:rPr lang="en-GB"/>
              <a:t> + 1 x 2</a:t>
            </a:r>
            <a:r>
              <a:rPr lang="en-GB" baseline="30000"/>
              <a:t>0</a:t>
            </a:r>
            <a:r>
              <a:rPr lang="en-GB"/>
              <a:t> = 4 + 1     </a:t>
            </a:r>
            <a:r>
              <a:rPr lang="en-GB" baseline="30000"/>
              <a:t>....	</a:t>
            </a:r>
            <a:r>
              <a:rPr lang="en-GB"/>
              <a:t>= 5</a:t>
            </a:r>
          </a:p>
        </p:txBody>
      </p:sp>
      <p:sp>
        <p:nvSpPr>
          <p:cNvPr id="19464" name="Line 14"/>
          <p:cNvSpPr>
            <a:spLocks noChangeShapeType="1"/>
          </p:cNvSpPr>
          <p:nvPr/>
        </p:nvSpPr>
        <p:spPr bwMode="auto">
          <a:xfrm>
            <a:off x="430213" y="4340225"/>
            <a:ext cx="5370512" cy="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07484946"/>
      </p:ext>
    </p:extLst>
  </p:cSld>
  <p:clrMapOvr>
    <a:masterClrMapping/>
  </p:clrMapOvr>
</p:sld>
</file>

<file path=ppt/slides/slide10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482" name="Text Box 4"/>
          <p:cNvSpPr txBox="1">
            <a:spLocks noChangeArrowheads="1"/>
          </p:cNvSpPr>
          <p:nvPr/>
        </p:nvSpPr>
        <p:spPr bwMode="auto">
          <a:xfrm>
            <a:off x="430213" y="376238"/>
            <a:ext cx="4949825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 algn="ctr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defRPr sz="1600">
                <a:solidFill>
                  <a:schemeClr val="tx1"/>
                </a:solidFill>
                <a:latin typeface="Lucida Sans Unicode" pitchFamily="34" charset="0"/>
              </a:defRPr>
            </a:lvl1pPr>
            <a:lvl2pPr marL="742950" indent="-285750">
              <a:defRPr sz="1600">
                <a:solidFill>
                  <a:schemeClr val="tx1"/>
                </a:solidFill>
                <a:latin typeface="Lucida Sans Unicode" pitchFamily="34" charset="0"/>
              </a:defRPr>
            </a:lvl2pPr>
            <a:lvl3pPr marL="1143000" indent="-228600">
              <a:defRPr sz="1600">
                <a:solidFill>
                  <a:schemeClr val="tx1"/>
                </a:solidFill>
                <a:latin typeface="Lucida Sans Unicode" pitchFamily="34" charset="0"/>
              </a:defRPr>
            </a:lvl3pPr>
            <a:lvl4pPr marL="1600200" indent="-228600">
              <a:defRPr sz="1600">
                <a:solidFill>
                  <a:schemeClr val="tx1"/>
                </a:solidFill>
                <a:latin typeface="Lucida Sans Unicode" pitchFamily="34" charset="0"/>
              </a:defRPr>
            </a:lvl4pPr>
            <a:lvl5pPr marL="2057400" indent="-228600">
              <a:defRPr sz="1600">
                <a:solidFill>
                  <a:schemeClr val="tx1"/>
                </a:solidFill>
                <a:latin typeface="Lucida Sans Unicode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Lucida Sans Unicode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Lucida Sans Unicode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Lucida Sans Unicode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Lucida Sans Unicode" pitchFamily="34" charset="0"/>
              </a:defRPr>
            </a:lvl9pPr>
          </a:lstStyle>
          <a:p>
            <a:r>
              <a:rPr lang="en-GB" sz="2400" b="1"/>
              <a:t>The Binary System ... Milestones</a:t>
            </a:r>
            <a:endParaRPr lang="en-US" sz="2400" b="1"/>
          </a:p>
        </p:txBody>
      </p:sp>
      <p:sp>
        <p:nvSpPr>
          <p:cNvPr id="20483" name="Text Box 5"/>
          <p:cNvSpPr txBox="1">
            <a:spLocks noChangeArrowheads="1"/>
          </p:cNvSpPr>
          <p:nvPr/>
        </p:nvSpPr>
        <p:spPr bwMode="auto">
          <a:xfrm>
            <a:off x="663575" y="1552575"/>
            <a:ext cx="8156575" cy="32670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 algn="ctr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defRPr sz="1600">
                <a:solidFill>
                  <a:schemeClr val="tx1"/>
                </a:solidFill>
                <a:latin typeface="Lucida Sans Unicode" pitchFamily="34" charset="0"/>
              </a:defRPr>
            </a:lvl1pPr>
            <a:lvl2pPr marL="742950" indent="-285750">
              <a:defRPr sz="1600">
                <a:solidFill>
                  <a:schemeClr val="tx1"/>
                </a:solidFill>
                <a:latin typeface="Lucida Sans Unicode" pitchFamily="34" charset="0"/>
              </a:defRPr>
            </a:lvl2pPr>
            <a:lvl3pPr marL="1143000" indent="-228600">
              <a:defRPr sz="1600">
                <a:solidFill>
                  <a:schemeClr val="tx1"/>
                </a:solidFill>
                <a:latin typeface="Lucida Sans Unicode" pitchFamily="34" charset="0"/>
              </a:defRPr>
            </a:lvl3pPr>
            <a:lvl4pPr marL="1600200" indent="-228600">
              <a:defRPr sz="1600">
                <a:solidFill>
                  <a:schemeClr val="tx1"/>
                </a:solidFill>
                <a:latin typeface="Lucida Sans Unicode" pitchFamily="34" charset="0"/>
              </a:defRPr>
            </a:lvl4pPr>
            <a:lvl5pPr marL="2057400" indent="-228600">
              <a:defRPr sz="1600">
                <a:solidFill>
                  <a:schemeClr val="tx1"/>
                </a:solidFill>
                <a:latin typeface="Lucida Sans Unicode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Lucida Sans Unicode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Lucida Sans Unicode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Lucida Sans Unicode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Lucida Sans Unicode" pitchFamily="34" charset="0"/>
              </a:defRPr>
            </a:lvl9pPr>
          </a:lstStyle>
          <a:p>
            <a:r>
              <a:rPr lang="en-GB"/>
              <a:t>Specific patterns that are fairly recognisable, or lodge in the memory after lots of use (!)</a:t>
            </a:r>
          </a:p>
          <a:p>
            <a:endParaRPr lang="en-GB"/>
          </a:p>
          <a:p>
            <a:r>
              <a:rPr lang="en-GB"/>
              <a:t>     </a:t>
            </a:r>
            <a:r>
              <a:rPr lang="en-GB" sz="1800"/>
              <a:t>0000 =  0</a:t>
            </a:r>
          </a:p>
          <a:p>
            <a:r>
              <a:rPr lang="en-GB" sz="1800"/>
              <a:t>    0010 =  2</a:t>
            </a:r>
          </a:p>
          <a:p>
            <a:r>
              <a:rPr lang="en-GB" sz="1800"/>
              <a:t>    0100 =  4</a:t>
            </a:r>
          </a:p>
          <a:p>
            <a:r>
              <a:rPr lang="en-GB" sz="1800"/>
              <a:t>    1000 =  8</a:t>
            </a:r>
          </a:p>
          <a:p>
            <a:endParaRPr lang="en-GB" sz="1800"/>
          </a:p>
          <a:p>
            <a:r>
              <a:rPr lang="en-GB" sz="1800"/>
              <a:t>  10000 = 16</a:t>
            </a:r>
          </a:p>
          <a:p>
            <a:r>
              <a:rPr lang="en-GB" sz="1800"/>
              <a:t>100000 = 32</a:t>
            </a:r>
          </a:p>
          <a:p>
            <a:endParaRPr lang="en-GB" sz="1800"/>
          </a:p>
          <a:p>
            <a:endParaRPr lang="en-GB"/>
          </a:p>
        </p:txBody>
      </p:sp>
      <p:sp>
        <p:nvSpPr>
          <p:cNvPr id="20484" name="Rectangle 6"/>
          <p:cNvSpPr>
            <a:spLocks noChangeArrowheads="1"/>
          </p:cNvSpPr>
          <p:nvPr/>
        </p:nvSpPr>
        <p:spPr bwMode="auto">
          <a:xfrm>
            <a:off x="5076825" y="2420938"/>
            <a:ext cx="1944688" cy="17399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 algn="ctr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/>
          <a:p>
            <a:r>
              <a:rPr lang="en-GB" sz="1800"/>
              <a:t>        11 =  3</a:t>
            </a:r>
          </a:p>
          <a:p>
            <a:r>
              <a:rPr lang="en-GB" sz="1800"/>
              <a:t>      111 =  7</a:t>
            </a:r>
          </a:p>
          <a:p>
            <a:r>
              <a:rPr lang="en-GB" sz="1800"/>
              <a:t>    1111 = 15</a:t>
            </a:r>
          </a:p>
          <a:p>
            <a:r>
              <a:rPr lang="en-GB" sz="1800"/>
              <a:t>  11111 = 31</a:t>
            </a:r>
          </a:p>
          <a:p>
            <a:endParaRPr lang="en-GB" sz="1800"/>
          </a:p>
          <a:p>
            <a:r>
              <a:rPr lang="en-GB" sz="1800"/>
              <a:t>    1010 = 10</a:t>
            </a:r>
          </a:p>
        </p:txBody>
      </p:sp>
    </p:spTree>
    <p:extLst>
      <p:ext uri="{BB962C8B-B14F-4D97-AF65-F5344CB8AC3E}">
        <p14:creationId xmlns:p14="http://schemas.microsoft.com/office/powerpoint/2010/main" val="1403612764"/>
      </p:ext>
    </p:extLst>
  </p:cSld>
  <p:clrMapOvr>
    <a:masterClrMapping/>
  </p:clrMapOvr>
</p:sld>
</file>

<file path=ppt/slides/slide10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506" name="Text Box 4"/>
          <p:cNvSpPr txBox="1">
            <a:spLocks noChangeArrowheads="1"/>
          </p:cNvSpPr>
          <p:nvPr/>
        </p:nvSpPr>
        <p:spPr bwMode="auto">
          <a:xfrm>
            <a:off x="430213" y="376238"/>
            <a:ext cx="2081212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 algn="ctr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defRPr sz="1600">
                <a:solidFill>
                  <a:schemeClr val="tx1"/>
                </a:solidFill>
                <a:latin typeface="Lucida Sans Unicode" pitchFamily="34" charset="0"/>
              </a:defRPr>
            </a:lvl1pPr>
            <a:lvl2pPr marL="742950" indent="-285750">
              <a:defRPr sz="1600">
                <a:solidFill>
                  <a:schemeClr val="tx1"/>
                </a:solidFill>
                <a:latin typeface="Lucida Sans Unicode" pitchFamily="34" charset="0"/>
              </a:defRPr>
            </a:lvl2pPr>
            <a:lvl3pPr marL="1143000" indent="-228600">
              <a:defRPr sz="1600">
                <a:solidFill>
                  <a:schemeClr val="tx1"/>
                </a:solidFill>
                <a:latin typeface="Lucida Sans Unicode" pitchFamily="34" charset="0"/>
              </a:defRPr>
            </a:lvl3pPr>
            <a:lvl4pPr marL="1600200" indent="-228600">
              <a:defRPr sz="1600">
                <a:solidFill>
                  <a:schemeClr val="tx1"/>
                </a:solidFill>
                <a:latin typeface="Lucida Sans Unicode" pitchFamily="34" charset="0"/>
              </a:defRPr>
            </a:lvl4pPr>
            <a:lvl5pPr marL="2057400" indent="-228600">
              <a:defRPr sz="1600">
                <a:solidFill>
                  <a:schemeClr val="tx1"/>
                </a:solidFill>
                <a:latin typeface="Lucida Sans Unicode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Lucida Sans Unicode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Lucida Sans Unicode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Lucida Sans Unicode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Lucida Sans Unicode" pitchFamily="34" charset="0"/>
              </a:defRPr>
            </a:lvl9pPr>
          </a:lstStyle>
          <a:p>
            <a:r>
              <a:rPr lang="en-GB" sz="2400" b="1"/>
              <a:t>Hexadecimal</a:t>
            </a:r>
            <a:endParaRPr lang="en-US" sz="2400" b="1"/>
          </a:p>
        </p:txBody>
      </p:sp>
      <p:sp>
        <p:nvSpPr>
          <p:cNvPr id="21507" name="Text Box 6"/>
          <p:cNvSpPr txBox="1">
            <a:spLocks noChangeArrowheads="1"/>
          </p:cNvSpPr>
          <p:nvPr/>
        </p:nvSpPr>
        <p:spPr bwMode="auto">
          <a:xfrm>
            <a:off x="430213" y="1052513"/>
            <a:ext cx="8367712" cy="32924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 algn="ctr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defRPr sz="1600">
                <a:solidFill>
                  <a:schemeClr val="tx1"/>
                </a:solidFill>
                <a:latin typeface="Lucida Sans Unicode" pitchFamily="34" charset="0"/>
              </a:defRPr>
            </a:lvl1pPr>
            <a:lvl2pPr marL="742950" indent="-285750">
              <a:defRPr sz="1600">
                <a:solidFill>
                  <a:schemeClr val="tx1"/>
                </a:solidFill>
                <a:latin typeface="Lucida Sans Unicode" pitchFamily="34" charset="0"/>
              </a:defRPr>
            </a:lvl2pPr>
            <a:lvl3pPr marL="1143000" indent="-228600">
              <a:defRPr sz="1600">
                <a:solidFill>
                  <a:schemeClr val="tx1"/>
                </a:solidFill>
                <a:latin typeface="Lucida Sans Unicode" pitchFamily="34" charset="0"/>
              </a:defRPr>
            </a:lvl3pPr>
            <a:lvl4pPr marL="1600200" indent="-228600">
              <a:defRPr sz="1600">
                <a:solidFill>
                  <a:schemeClr val="tx1"/>
                </a:solidFill>
                <a:latin typeface="Lucida Sans Unicode" pitchFamily="34" charset="0"/>
              </a:defRPr>
            </a:lvl4pPr>
            <a:lvl5pPr marL="2057400" indent="-228600">
              <a:defRPr sz="1600">
                <a:solidFill>
                  <a:schemeClr val="tx1"/>
                </a:solidFill>
                <a:latin typeface="Lucida Sans Unicode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Lucida Sans Unicode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Lucida Sans Unicode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Lucida Sans Unicode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Lucida Sans Unicode" pitchFamily="34" charset="0"/>
              </a:defRPr>
            </a:lvl9pPr>
          </a:lstStyle>
          <a:p>
            <a:r>
              <a:rPr lang="en-GB"/>
              <a:t>Four bit binary has the capacity to count from 0 to 15</a:t>
            </a:r>
          </a:p>
          <a:p>
            <a:r>
              <a:rPr lang="en-GB"/>
              <a:t>(i.e. 16 combinations)</a:t>
            </a:r>
          </a:p>
          <a:p>
            <a:endParaRPr lang="en-GB"/>
          </a:p>
          <a:p>
            <a:r>
              <a:rPr lang="en-GB"/>
              <a:t>5 bit binary ... 0 to   31  ....   32 combinations</a:t>
            </a:r>
          </a:p>
          <a:p>
            <a:r>
              <a:rPr lang="en-GB"/>
              <a:t>6 bit binary ... 0 to   63  ....   64 combinations</a:t>
            </a:r>
          </a:p>
          <a:p>
            <a:r>
              <a:rPr lang="en-GB"/>
              <a:t>7 bit binary ... 0 to 127  .... 128 combinations</a:t>
            </a:r>
          </a:p>
          <a:p>
            <a:r>
              <a:rPr lang="en-GB"/>
              <a:t>8 bit binary ... 0 to 255  ...	 256 combinations</a:t>
            </a:r>
          </a:p>
          <a:p>
            <a:endParaRPr lang="en-GB"/>
          </a:p>
          <a:p>
            <a:r>
              <a:rPr lang="en-GB" u="sng"/>
              <a:t>In hexadecimal</a:t>
            </a:r>
          </a:p>
          <a:p>
            <a:endParaRPr lang="en-GB" u="sng"/>
          </a:p>
          <a:p>
            <a:r>
              <a:rPr lang="en-GB"/>
              <a:t>For four bit (0-15) alpha-numeric characters are used to count beyond decimal 9:</a:t>
            </a:r>
          </a:p>
          <a:p>
            <a:endParaRPr lang="en-GB"/>
          </a:p>
          <a:p>
            <a:endParaRPr lang="en-GB"/>
          </a:p>
        </p:txBody>
      </p:sp>
      <p:sp>
        <p:nvSpPr>
          <p:cNvPr id="21508" name="Text Box 7"/>
          <p:cNvSpPr txBox="1">
            <a:spLocks noChangeArrowheads="1"/>
          </p:cNvSpPr>
          <p:nvPr/>
        </p:nvSpPr>
        <p:spPr bwMode="auto">
          <a:xfrm>
            <a:off x="4622800" y="3889375"/>
            <a:ext cx="441325" cy="22383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 algn="ctr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defRPr sz="1600">
                <a:solidFill>
                  <a:schemeClr val="tx1"/>
                </a:solidFill>
                <a:latin typeface="Lucida Sans Unicode" pitchFamily="34" charset="0"/>
              </a:defRPr>
            </a:lvl1pPr>
            <a:lvl2pPr marL="742950" indent="-285750">
              <a:defRPr sz="1600">
                <a:solidFill>
                  <a:schemeClr val="tx1"/>
                </a:solidFill>
                <a:latin typeface="Lucida Sans Unicode" pitchFamily="34" charset="0"/>
              </a:defRPr>
            </a:lvl2pPr>
            <a:lvl3pPr marL="1143000" indent="-228600">
              <a:defRPr sz="1600">
                <a:solidFill>
                  <a:schemeClr val="tx1"/>
                </a:solidFill>
                <a:latin typeface="Lucida Sans Unicode" pitchFamily="34" charset="0"/>
              </a:defRPr>
            </a:lvl3pPr>
            <a:lvl4pPr marL="1600200" indent="-228600">
              <a:defRPr sz="1600">
                <a:solidFill>
                  <a:schemeClr val="tx1"/>
                </a:solidFill>
                <a:latin typeface="Lucida Sans Unicode" pitchFamily="34" charset="0"/>
              </a:defRPr>
            </a:lvl4pPr>
            <a:lvl5pPr marL="2057400" indent="-228600">
              <a:defRPr sz="1600">
                <a:solidFill>
                  <a:schemeClr val="tx1"/>
                </a:solidFill>
                <a:latin typeface="Lucida Sans Unicode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Lucida Sans Unicode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Lucida Sans Unicode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Lucida Sans Unicode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Lucida Sans Unicode" pitchFamily="34" charset="0"/>
              </a:defRPr>
            </a:lvl9pPr>
          </a:lstStyle>
          <a:p>
            <a:pPr algn="r">
              <a:lnSpc>
                <a:spcPct val="110000"/>
              </a:lnSpc>
            </a:pPr>
            <a:r>
              <a:rPr lang="en-GB"/>
              <a:t>8</a:t>
            </a:r>
          </a:p>
          <a:p>
            <a:pPr algn="r">
              <a:lnSpc>
                <a:spcPct val="110000"/>
              </a:lnSpc>
            </a:pPr>
            <a:r>
              <a:rPr lang="en-GB"/>
              <a:t>9</a:t>
            </a:r>
          </a:p>
          <a:p>
            <a:pPr algn="r">
              <a:lnSpc>
                <a:spcPct val="110000"/>
              </a:lnSpc>
            </a:pPr>
            <a:r>
              <a:rPr lang="en-GB"/>
              <a:t>10</a:t>
            </a:r>
          </a:p>
          <a:p>
            <a:pPr algn="r">
              <a:lnSpc>
                <a:spcPct val="110000"/>
              </a:lnSpc>
            </a:pPr>
            <a:r>
              <a:rPr lang="en-GB"/>
              <a:t>11</a:t>
            </a:r>
          </a:p>
          <a:p>
            <a:pPr algn="r">
              <a:lnSpc>
                <a:spcPct val="110000"/>
              </a:lnSpc>
            </a:pPr>
            <a:r>
              <a:rPr lang="en-GB"/>
              <a:t>12</a:t>
            </a:r>
          </a:p>
          <a:p>
            <a:pPr algn="r">
              <a:lnSpc>
                <a:spcPct val="110000"/>
              </a:lnSpc>
            </a:pPr>
            <a:r>
              <a:rPr lang="en-GB"/>
              <a:t>13</a:t>
            </a:r>
          </a:p>
          <a:p>
            <a:pPr algn="r">
              <a:lnSpc>
                <a:spcPct val="110000"/>
              </a:lnSpc>
            </a:pPr>
            <a:r>
              <a:rPr lang="en-GB"/>
              <a:t>14</a:t>
            </a:r>
          </a:p>
          <a:p>
            <a:pPr algn="r">
              <a:lnSpc>
                <a:spcPct val="110000"/>
              </a:lnSpc>
            </a:pPr>
            <a:r>
              <a:rPr lang="en-GB"/>
              <a:t>15</a:t>
            </a:r>
            <a:endParaRPr lang="en-US"/>
          </a:p>
        </p:txBody>
      </p:sp>
      <p:sp>
        <p:nvSpPr>
          <p:cNvPr id="21509" name="Text Box 8"/>
          <p:cNvSpPr txBox="1">
            <a:spLocks noChangeArrowheads="1"/>
          </p:cNvSpPr>
          <p:nvPr/>
        </p:nvSpPr>
        <p:spPr bwMode="auto">
          <a:xfrm>
            <a:off x="3541713" y="3889375"/>
            <a:ext cx="698500" cy="22383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 algn="ctr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defRPr sz="1600">
                <a:solidFill>
                  <a:schemeClr val="tx1"/>
                </a:solidFill>
                <a:latin typeface="Lucida Sans Unicode" pitchFamily="34" charset="0"/>
              </a:defRPr>
            </a:lvl1pPr>
            <a:lvl2pPr marL="742950" indent="-285750">
              <a:defRPr sz="1600">
                <a:solidFill>
                  <a:schemeClr val="tx1"/>
                </a:solidFill>
                <a:latin typeface="Lucida Sans Unicode" pitchFamily="34" charset="0"/>
              </a:defRPr>
            </a:lvl2pPr>
            <a:lvl3pPr marL="1143000" indent="-228600">
              <a:defRPr sz="1600">
                <a:solidFill>
                  <a:schemeClr val="tx1"/>
                </a:solidFill>
                <a:latin typeface="Lucida Sans Unicode" pitchFamily="34" charset="0"/>
              </a:defRPr>
            </a:lvl3pPr>
            <a:lvl4pPr marL="1600200" indent="-228600">
              <a:defRPr sz="1600">
                <a:solidFill>
                  <a:schemeClr val="tx1"/>
                </a:solidFill>
                <a:latin typeface="Lucida Sans Unicode" pitchFamily="34" charset="0"/>
              </a:defRPr>
            </a:lvl4pPr>
            <a:lvl5pPr marL="2057400" indent="-228600">
              <a:defRPr sz="1600">
                <a:solidFill>
                  <a:schemeClr val="tx1"/>
                </a:solidFill>
                <a:latin typeface="Lucida Sans Unicode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Lucida Sans Unicode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Lucida Sans Unicode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Lucida Sans Unicode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Lucida Sans Unicode" pitchFamily="34" charset="0"/>
              </a:defRPr>
            </a:lvl9pPr>
          </a:lstStyle>
          <a:p>
            <a:pPr>
              <a:lnSpc>
                <a:spcPct val="110000"/>
              </a:lnSpc>
            </a:pPr>
            <a:r>
              <a:rPr lang="en-GB"/>
              <a:t>1000</a:t>
            </a:r>
          </a:p>
          <a:p>
            <a:pPr>
              <a:lnSpc>
                <a:spcPct val="110000"/>
              </a:lnSpc>
            </a:pPr>
            <a:r>
              <a:rPr lang="en-GB"/>
              <a:t>1001</a:t>
            </a:r>
          </a:p>
          <a:p>
            <a:pPr>
              <a:lnSpc>
                <a:spcPct val="110000"/>
              </a:lnSpc>
            </a:pPr>
            <a:r>
              <a:rPr lang="en-GB"/>
              <a:t>1010</a:t>
            </a:r>
          </a:p>
          <a:p>
            <a:pPr>
              <a:lnSpc>
                <a:spcPct val="110000"/>
              </a:lnSpc>
            </a:pPr>
            <a:r>
              <a:rPr lang="en-GB"/>
              <a:t>1011</a:t>
            </a:r>
          </a:p>
          <a:p>
            <a:pPr>
              <a:lnSpc>
                <a:spcPct val="110000"/>
              </a:lnSpc>
            </a:pPr>
            <a:r>
              <a:rPr lang="en-GB"/>
              <a:t>1100</a:t>
            </a:r>
          </a:p>
          <a:p>
            <a:pPr>
              <a:lnSpc>
                <a:spcPct val="110000"/>
              </a:lnSpc>
            </a:pPr>
            <a:r>
              <a:rPr lang="en-GB"/>
              <a:t>1101</a:t>
            </a:r>
          </a:p>
          <a:p>
            <a:pPr>
              <a:lnSpc>
                <a:spcPct val="110000"/>
              </a:lnSpc>
            </a:pPr>
            <a:r>
              <a:rPr lang="en-GB"/>
              <a:t>1110</a:t>
            </a:r>
          </a:p>
          <a:p>
            <a:pPr>
              <a:lnSpc>
                <a:spcPct val="110000"/>
              </a:lnSpc>
            </a:pPr>
            <a:r>
              <a:rPr lang="en-GB"/>
              <a:t>1111</a:t>
            </a:r>
            <a:endParaRPr lang="en-US"/>
          </a:p>
        </p:txBody>
      </p:sp>
      <p:sp>
        <p:nvSpPr>
          <p:cNvPr id="21510" name="Text Box 9"/>
          <p:cNvSpPr txBox="1">
            <a:spLocks noChangeArrowheads="1"/>
          </p:cNvSpPr>
          <p:nvPr/>
        </p:nvSpPr>
        <p:spPr bwMode="auto">
          <a:xfrm>
            <a:off x="4262438" y="3889375"/>
            <a:ext cx="346075" cy="22383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 algn="ctr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defRPr sz="1600">
                <a:solidFill>
                  <a:schemeClr val="tx1"/>
                </a:solidFill>
                <a:latin typeface="Lucida Sans Unicode" pitchFamily="34" charset="0"/>
              </a:defRPr>
            </a:lvl1pPr>
            <a:lvl2pPr marL="742950" indent="-285750">
              <a:defRPr sz="1600">
                <a:solidFill>
                  <a:schemeClr val="tx1"/>
                </a:solidFill>
                <a:latin typeface="Lucida Sans Unicode" pitchFamily="34" charset="0"/>
              </a:defRPr>
            </a:lvl2pPr>
            <a:lvl3pPr marL="1143000" indent="-228600">
              <a:defRPr sz="1600">
                <a:solidFill>
                  <a:schemeClr val="tx1"/>
                </a:solidFill>
                <a:latin typeface="Lucida Sans Unicode" pitchFamily="34" charset="0"/>
              </a:defRPr>
            </a:lvl3pPr>
            <a:lvl4pPr marL="1600200" indent="-228600">
              <a:defRPr sz="1600">
                <a:solidFill>
                  <a:schemeClr val="tx1"/>
                </a:solidFill>
                <a:latin typeface="Lucida Sans Unicode" pitchFamily="34" charset="0"/>
              </a:defRPr>
            </a:lvl4pPr>
            <a:lvl5pPr marL="2057400" indent="-228600">
              <a:defRPr sz="1600">
                <a:solidFill>
                  <a:schemeClr val="tx1"/>
                </a:solidFill>
                <a:latin typeface="Lucida Sans Unicode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Lucida Sans Unicode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Lucida Sans Unicode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Lucida Sans Unicode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Lucida Sans Unicode" pitchFamily="34" charset="0"/>
              </a:defRPr>
            </a:lvl9pPr>
          </a:lstStyle>
          <a:p>
            <a:pPr>
              <a:lnSpc>
                <a:spcPct val="110000"/>
              </a:lnSpc>
            </a:pPr>
            <a:r>
              <a:rPr lang="en-GB"/>
              <a:t>=</a:t>
            </a:r>
          </a:p>
          <a:p>
            <a:pPr>
              <a:lnSpc>
                <a:spcPct val="110000"/>
              </a:lnSpc>
            </a:pPr>
            <a:r>
              <a:rPr lang="en-GB"/>
              <a:t>=</a:t>
            </a:r>
          </a:p>
          <a:p>
            <a:pPr>
              <a:lnSpc>
                <a:spcPct val="110000"/>
              </a:lnSpc>
            </a:pPr>
            <a:r>
              <a:rPr lang="en-GB"/>
              <a:t>=</a:t>
            </a:r>
          </a:p>
          <a:p>
            <a:pPr>
              <a:lnSpc>
                <a:spcPct val="110000"/>
              </a:lnSpc>
            </a:pPr>
            <a:r>
              <a:rPr lang="en-GB"/>
              <a:t>=</a:t>
            </a:r>
          </a:p>
          <a:p>
            <a:pPr>
              <a:lnSpc>
                <a:spcPct val="110000"/>
              </a:lnSpc>
            </a:pPr>
            <a:r>
              <a:rPr lang="en-GB"/>
              <a:t>=</a:t>
            </a:r>
          </a:p>
          <a:p>
            <a:pPr>
              <a:lnSpc>
                <a:spcPct val="110000"/>
              </a:lnSpc>
            </a:pPr>
            <a:r>
              <a:rPr lang="en-GB"/>
              <a:t>=</a:t>
            </a:r>
          </a:p>
          <a:p>
            <a:pPr>
              <a:lnSpc>
                <a:spcPct val="110000"/>
              </a:lnSpc>
            </a:pPr>
            <a:r>
              <a:rPr lang="en-GB"/>
              <a:t>=</a:t>
            </a:r>
          </a:p>
          <a:p>
            <a:pPr>
              <a:lnSpc>
                <a:spcPct val="110000"/>
              </a:lnSpc>
            </a:pPr>
            <a:r>
              <a:rPr lang="en-GB"/>
              <a:t>=</a:t>
            </a:r>
            <a:endParaRPr lang="en-US"/>
          </a:p>
        </p:txBody>
      </p:sp>
      <p:sp>
        <p:nvSpPr>
          <p:cNvPr id="21511" name="Text Box 12"/>
          <p:cNvSpPr txBox="1">
            <a:spLocks noChangeArrowheads="1"/>
          </p:cNvSpPr>
          <p:nvPr/>
        </p:nvSpPr>
        <p:spPr bwMode="auto">
          <a:xfrm>
            <a:off x="1509713" y="3878263"/>
            <a:ext cx="312737" cy="22383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 algn="ctr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defRPr sz="1600">
                <a:solidFill>
                  <a:schemeClr val="tx1"/>
                </a:solidFill>
                <a:latin typeface="Lucida Sans Unicode" pitchFamily="34" charset="0"/>
              </a:defRPr>
            </a:lvl1pPr>
            <a:lvl2pPr marL="742950" indent="-285750">
              <a:defRPr sz="1600">
                <a:solidFill>
                  <a:schemeClr val="tx1"/>
                </a:solidFill>
                <a:latin typeface="Lucida Sans Unicode" pitchFamily="34" charset="0"/>
              </a:defRPr>
            </a:lvl2pPr>
            <a:lvl3pPr marL="1143000" indent="-228600">
              <a:defRPr sz="1600">
                <a:solidFill>
                  <a:schemeClr val="tx1"/>
                </a:solidFill>
                <a:latin typeface="Lucida Sans Unicode" pitchFamily="34" charset="0"/>
              </a:defRPr>
            </a:lvl3pPr>
            <a:lvl4pPr marL="1600200" indent="-228600">
              <a:defRPr sz="1600">
                <a:solidFill>
                  <a:schemeClr val="tx1"/>
                </a:solidFill>
                <a:latin typeface="Lucida Sans Unicode" pitchFamily="34" charset="0"/>
              </a:defRPr>
            </a:lvl4pPr>
            <a:lvl5pPr marL="2057400" indent="-228600">
              <a:defRPr sz="1600">
                <a:solidFill>
                  <a:schemeClr val="tx1"/>
                </a:solidFill>
                <a:latin typeface="Lucida Sans Unicode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Lucida Sans Unicode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Lucida Sans Unicode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Lucida Sans Unicode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Lucida Sans Unicode" pitchFamily="34" charset="0"/>
              </a:defRPr>
            </a:lvl9pPr>
          </a:lstStyle>
          <a:p>
            <a:pPr algn="r">
              <a:lnSpc>
                <a:spcPct val="110000"/>
              </a:lnSpc>
            </a:pPr>
            <a:r>
              <a:rPr lang="en-GB"/>
              <a:t>0</a:t>
            </a:r>
          </a:p>
          <a:p>
            <a:pPr algn="r">
              <a:lnSpc>
                <a:spcPct val="110000"/>
              </a:lnSpc>
            </a:pPr>
            <a:r>
              <a:rPr lang="en-GB"/>
              <a:t>1</a:t>
            </a:r>
          </a:p>
          <a:p>
            <a:pPr algn="r">
              <a:lnSpc>
                <a:spcPct val="110000"/>
              </a:lnSpc>
            </a:pPr>
            <a:r>
              <a:rPr lang="en-GB"/>
              <a:t>2</a:t>
            </a:r>
          </a:p>
          <a:p>
            <a:pPr algn="r">
              <a:lnSpc>
                <a:spcPct val="110000"/>
              </a:lnSpc>
            </a:pPr>
            <a:r>
              <a:rPr lang="en-GB"/>
              <a:t>3</a:t>
            </a:r>
          </a:p>
          <a:p>
            <a:pPr algn="r">
              <a:lnSpc>
                <a:spcPct val="110000"/>
              </a:lnSpc>
            </a:pPr>
            <a:r>
              <a:rPr lang="en-GB"/>
              <a:t>4</a:t>
            </a:r>
          </a:p>
          <a:p>
            <a:pPr algn="r">
              <a:lnSpc>
                <a:spcPct val="110000"/>
              </a:lnSpc>
            </a:pPr>
            <a:r>
              <a:rPr lang="en-GB"/>
              <a:t>5</a:t>
            </a:r>
          </a:p>
          <a:p>
            <a:pPr algn="r">
              <a:lnSpc>
                <a:spcPct val="110000"/>
              </a:lnSpc>
            </a:pPr>
            <a:r>
              <a:rPr lang="en-GB"/>
              <a:t>6</a:t>
            </a:r>
          </a:p>
          <a:p>
            <a:pPr algn="r">
              <a:lnSpc>
                <a:spcPct val="110000"/>
              </a:lnSpc>
            </a:pPr>
            <a:r>
              <a:rPr lang="en-GB"/>
              <a:t>7</a:t>
            </a:r>
            <a:endParaRPr lang="en-US" b="1"/>
          </a:p>
        </p:txBody>
      </p:sp>
      <p:sp>
        <p:nvSpPr>
          <p:cNvPr id="21512" name="Text Box 13"/>
          <p:cNvSpPr txBox="1">
            <a:spLocks noChangeArrowheads="1"/>
          </p:cNvSpPr>
          <p:nvPr/>
        </p:nvSpPr>
        <p:spPr bwMode="auto">
          <a:xfrm>
            <a:off x="430213" y="3878263"/>
            <a:ext cx="698500" cy="22383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 algn="ctr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defRPr sz="1600">
                <a:solidFill>
                  <a:schemeClr val="tx1"/>
                </a:solidFill>
                <a:latin typeface="Lucida Sans Unicode" pitchFamily="34" charset="0"/>
              </a:defRPr>
            </a:lvl1pPr>
            <a:lvl2pPr marL="742950" indent="-285750">
              <a:defRPr sz="1600">
                <a:solidFill>
                  <a:schemeClr val="tx1"/>
                </a:solidFill>
                <a:latin typeface="Lucida Sans Unicode" pitchFamily="34" charset="0"/>
              </a:defRPr>
            </a:lvl2pPr>
            <a:lvl3pPr marL="1143000" indent="-228600">
              <a:defRPr sz="1600">
                <a:solidFill>
                  <a:schemeClr val="tx1"/>
                </a:solidFill>
                <a:latin typeface="Lucida Sans Unicode" pitchFamily="34" charset="0"/>
              </a:defRPr>
            </a:lvl3pPr>
            <a:lvl4pPr marL="1600200" indent="-228600">
              <a:defRPr sz="1600">
                <a:solidFill>
                  <a:schemeClr val="tx1"/>
                </a:solidFill>
                <a:latin typeface="Lucida Sans Unicode" pitchFamily="34" charset="0"/>
              </a:defRPr>
            </a:lvl4pPr>
            <a:lvl5pPr marL="2057400" indent="-228600">
              <a:defRPr sz="1600">
                <a:solidFill>
                  <a:schemeClr val="tx1"/>
                </a:solidFill>
                <a:latin typeface="Lucida Sans Unicode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Lucida Sans Unicode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Lucida Sans Unicode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Lucida Sans Unicode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Lucida Sans Unicode" pitchFamily="34" charset="0"/>
              </a:defRPr>
            </a:lvl9pPr>
          </a:lstStyle>
          <a:p>
            <a:pPr>
              <a:lnSpc>
                <a:spcPct val="110000"/>
              </a:lnSpc>
            </a:pPr>
            <a:r>
              <a:rPr lang="en-GB"/>
              <a:t>0000</a:t>
            </a:r>
          </a:p>
          <a:p>
            <a:pPr>
              <a:lnSpc>
                <a:spcPct val="110000"/>
              </a:lnSpc>
            </a:pPr>
            <a:r>
              <a:rPr lang="en-GB"/>
              <a:t>0001</a:t>
            </a:r>
          </a:p>
          <a:p>
            <a:pPr>
              <a:lnSpc>
                <a:spcPct val="110000"/>
              </a:lnSpc>
            </a:pPr>
            <a:r>
              <a:rPr lang="en-GB"/>
              <a:t>0010</a:t>
            </a:r>
          </a:p>
          <a:p>
            <a:pPr>
              <a:lnSpc>
                <a:spcPct val="110000"/>
              </a:lnSpc>
            </a:pPr>
            <a:r>
              <a:rPr lang="en-GB"/>
              <a:t>0011</a:t>
            </a:r>
          </a:p>
          <a:p>
            <a:pPr>
              <a:lnSpc>
                <a:spcPct val="110000"/>
              </a:lnSpc>
            </a:pPr>
            <a:r>
              <a:rPr lang="en-GB"/>
              <a:t>0100</a:t>
            </a:r>
          </a:p>
          <a:p>
            <a:pPr>
              <a:lnSpc>
                <a:spcPct val="110000"/>
              </a:lnSpc>
            </a:pPr>
            <a:r>
              <a:rPr lang="en-GB"/>
              <a:t>0101</a:t>
            </a:r>
          </a:p>
          <a:p>
            <a:pPr>
              <a:lnSpc>
                <a:spcPct val="110000"/>
              </a:lnSpc>
            </a:pPr>
            <a:r>
              <a:rPr lang="en-GB"/>
              <a:t>0110</a:t>
            </a:r>
          </a:p>
          <a:p>
            <a:pPr>
              <a:lnSpc>
                <a:spcPct val="110000"/>
              </a:lnSpc>
            </a:pPr>
            <a:r>
              <a:rPr lang="en-GB"/>
              <a:t>0111</a:t>
            </a:r>
            <a:endParaRPr lang="en-US"/>
          </a:p>
        </p:txBody>
      </p:sp>
      <p:sp>
        <p:nvSpPr>
          <p:cNvPr id="21513" name="Text Box 14"/>
          <p:cNvSpPr txBox="1">
            <a:spLocks noChangeArrowheads="1"/>
          </p:cNvSpPr>
          <p:nvPr/>
        </p:nvSpPr>
        <p:spPr bwMode="auto">
          <a:xfrm>
            <a:off x="1149350" y="3878263"/>
            <a:ext cx="346075" cy="22383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 algn="ctr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defRPr sz="1600">
                <a:solidFill>
                  <a:schemeClr val="tx1"/>
                </a:solidFill>
                <a:latin typeface="Lucida Sans Unicode" pitchFamily="34" charset="0"/>
              </a:defRPr>
            </a:lvl1pPr>
            <a:lvl2pPr marL="742950" indent="-285750">
              <a:defRPr sz="1600">
                <a:solidFill>
                  <a:schemeClr val="tx1"/>
                </a:solidFill>
                <a:latin typeface="Lucida Sans Unicode" pitchFamily="34" charset="0"/>
              </a:defRPr>
            </a:lvl2pPr>
            <a:lvl3pPr marL="1143000" indent="-228600">
              <a:defRPr sz="1600">
                <a:solidFill>
                  <a:schemeClr val="tx1"/>
                </a:solidFill>
                <a:latin typeface="Lucida Sans Unicode" pitchFamily="34" charset="0"/>
              </a:defRPr>
            </a:lvl3pPr>
            <a:lvl4pPr marL="1600200" indent="-228600">
              <a:defRPr sz="1600">
                <a:solidFill>
                  <a:schemeClr val="tx1"/>
                </a:solidFill>
                <a:latin typeface="Lucida Sans Unicode" pitchFamily="34" charset="0"/>
              </a:defRPr>
            </a:lvl4pPr>
            <a:lvl5pPr marL="2057400" indent="-228600">
              <a:defRPr sz="1600">
                <a:solidFill>
                  <a:schemeClr val="tx1"/>
                </a:solidFill>
                <a:latin typeface="Lucida Sans Unicode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Lucida Sans Unicode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Lucida Sans Unicode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Lucida Sans Unicode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Lucida Sans Unicode" pitchFamily="34" charset="0"/>
              </a:defRPr>
            </a:lvl9pPr>
          </a:lstStyle>
          <a:p>
            <a:pPr>
              <a:lnSpc>
                <a:spcPct val="110000"/>
              </a:lnSpc>
            </a:pPr>
            <a:r>
              <a:rPr lang="en-GB"/>
              <a:t>=</a:t>
            </a:r>
          </a:p>
          <a:p>
            <a:pPr>
              <a:lnSpc>
                <a:spcPct val="110000"/>
              </a:lnSpc>
            </a:pPr>
            <a:r>
              <a:rPr lang="en-GB"/>
              <a:t>=</a:t>
            </a:r>
          </a:p>
          <a:p>
            <a:pPr>
              <a:lnSpc>
                <a:spcPct val="110000"/>
              </a:lnSpc>
            </a:pPr>
            <a:r>
              <a:rPr lang="en-GB"/>
              <a:t>=</a:t>
            </a:r>
          </a:p>
          <a:p>
            <a:pPr>
              <a:lnSpc>
                <a:spcPct val="110000"/>
              </a:lnSpc>
            </a:pPr>
            <a:r>
              <a:rPr lang="en-GB"/>
              <a:t>=</a:t>
            </a:r>
          </a:p>
          <a:p>
            <a:pPr>
              <a:lnSpc>
                <a:spcPct val="110000"/>
              </a:lnSpc>
            </a:pPr>
            <a:r>
              <a:rPr lang="en-GB"/>
              <a:t>=</a:t>
            </a:r>
          </a:p>
          <a:p>
            <a:pPr>
              <a:lnSpc>
                <a:spcPct val="110000"/>
              </a:lnSpc>
            </a:pPr>
            <a:r>
              <a:rPr lang="en-GB"/>
              <a:t>=</a:t>
            </a:r>
          </a:p>
          <a:p>
            <a:pPr>
              <a:lnSpc>
                <a:spcPct val="110000"/>
              </a:lnSpc>
            </a:pPr>
            <a:r>
              <a:rPr lang="en-GB"/>
              <a:t>=</a:t>
            </a:r>
          </a:p>
          <a:p>
            <a:pPr>
              <a:lnSpc>
                <a:spcPct val="110000"/>
              </a:lnSpc>
            </a:pPr>
            <a:r>
              <a:rPr lang="en-GB"/>
              <a:t>=</a:t>
            </a:r>
            <a:endParaRPr lang="en-US"/>
          </a:p>
        </p:txBody>
      </p:sp>
      <p:sp>
        <p:nvSpPr>
          <p:cNvPr id="21514" name="Text Box 15"/>
          <p:cNvSpPr txBox="1">
            <a:spLocks noChangeArrowheads="1"/>
          </p:cNvSpPr>
          <p:nvPr/>
        </p:nvSpPr>
        <p:spPr bwMode="auto">
          <a:xfrm>
            <a:off x="1941513" y="3878263"/>
            <a:ext cx="346075" cy="22383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 algn="ctr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defRPr sz="1600">
                <a:solidFill>
                  <a:schemeClr val="tx1"/>
                </a:solidFill>
                <a:latin typeface="Lucida Sans Unicode" pitchFamily="34" charset="0"/>
              </a:defRPr>
            </a:lvl1pPr>
            <a:lvl2pPr marL="742950" indent="-285750">
              <a:defRPr sz="1600">
                <a:solidFill>
                  <a:schemeClr val="tx1"/>
                </a:solidFill>
                <a:latin typeface="Lucida Sans Unicode" pitchFamily="34" charset="0"/>
              </a:defRPr>
            </a:lvl2pPr>
            <a:lvl3pPr marL="1143000" indent="-228600">
              <a:defRPr sz="1600">
                <a:solidFill>
                  <a:schemeClr val="tx1"/>
                </a:solidFill>
                <a:latin typeface="Lucida Sans Unicode" pitchFamily="34" charset="0"/>
              </a:defRPr>
            </a:lvl3pPr>
            <a:lvl4pPr marL="1600200" indent="-228600">
              <a:defRPr sz="1600">
                <a:solidFill>
                  <a:schemeClr val="tx1"/>
                </a:solidFill>
                <a:latin typeface="Lucida Sans Unicode" pitchFamily="34" charset="0"/>
              </a:defRPr>
            </a:lvl4pPr>
            <a:lvl5pPr marL="2057400" indent="-228600">
              <a:defRPr sz="1600">
                <a:solidFill>
                  <a:schemeClr val="tx1"/>
                </a:solidFill>
                <a:latin typeface="Lucida Sans Unicode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Lucida Sans Unicode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Lucida Sans Unicode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Lucida Sans Unicode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Lucida Sans Unicode" pitchFamily="34" charset="0"/>
              </a:defRPr>
            </a:lvl9pPr>
          </a:lstStyle>
          <a:p>
            <a:pPr>
              <a:lnSpc>
                <a:spcPct val="110000"/>
              </a:lnSpc>
            </a:pPr>
            <a:r>
              <a:rPr lang="en-GB"/>
              <a:t>=</a:t>
            </a:r>
          </a:p>
          <a:p>
            <a:pPr>
              <a:lnSpc>
                <a:spcPct val="110000"/>
              </a:lnSpc>
            </a:pPr>
            <a:r>
              <a:rPr lang="en-GB"/>
              <a:t>=</a:t>
            </a:r>
          </a:p>
          <a:p>
            <a:pPr>
              <a:lnSpc>
                <a:spcPct val="110000"/>
              </a:lnSpc>
            </a:pPr>
            <a:r>
              <a:rPr lang="en-GB"/>
              <a:t>=</a:t>
            </a:r>
          </a:p>
          <a:p>
            <a:pPr>
              <a:lnSpc>
                <a:spcPct val="110000"/>
              </a:lnSpc>
            </a:pPr>
            <a:r>
              <a:rPr lang="en-GB"/>
              <a:t>=</a:t>
            </a:r>
          </a:p>
          <a:p>
            <a:pPr>
              <a:lnSpc>
                <a:spcPct val="110000"/>
              </a:lnSpc>
            </a:pPr>
            <a:r>
              <a:rPr lang="en-GB"/>
              <a:t>=</a:t>
            </a:r>
          </a:p>
          <a:p>
            <a:pPr>
              <a:lnSpc>
                <a:spcPct val="110000"/>
              </a:lnSpc>
            </a:pPr>
            <a:r>
              <a:rPr lang="en-GB"/>
              <a:t>=</a:t>
            </a:r>
          </a:p>
          <a:p>
            <a:pPr>
              <a:lnSpc>
                <a:spcPct val="110000"/>
              </a:lnSpc>
            </a:pPr>
            <a:r>
              <a:rPr lang="en-GB"/>
              <a:t>=</a:t>
            </a:r>
          </a:p>
          <a:p>
            <a:pPr>
              <a:lnSpc>
                <a:spcPct val="110000"/>
              </a:lnSpc>
            </a:pPr>
            <a:r>
              <a:rPr lang="en-GB"/>
              <a:t>=</a:t>
            </a:r>
            <a:endParaRPr lang="en-US"/>
          </a:p>
        </p:txBody>
      </p:sp>
      <p:sp>
        <p:nvSpPr>
          <p:cNvPr id="21515" name="Text Box 16"/>
          <p:cNvSpPr txBox="1">
            <a:spLocks noChangeArrowheads="1"/>
          </p:cNvSpPr>
          <p:nvPr/>
        </p:nvSpPr>
        <p:spPr bwMode="auto">
          <a:xfrm>
            <a:off x="5126038" y="3889375"/>
            <a:ext cx="346075" cy="22383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 algn="ctr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defRPr sz="1600">
                <a:solidFill>
                  <a:schemeClr val="tx1"/>
                </a:solidFill>
                <a:latin typeface="Lucida Sans Unicode" pitchFamily="34" charset="0"/>
              </a:defRPr>
            </a:lvl1pPr>
            <a:lvl2pPr marL="742950" indent="-285750">
              <a:defRPr sz="1600">
                <a:solidFill>
                  <a:schemeClr val="tx1"/>
                </a:solidFill>
                <a:latin typeface="Lucida Sans Unicode" pitchFamily="34" charset="0"/>
              </a:defRPr>
            </a:lvl2pPr>
            <a:lvl3pPr marL="1143000" indent="-228600">
              <a:defRPr sz="1600">
                <a:solidFill>
                  <a:schemeClr val="tx1"/>
                </a:solidFill>
                <a:latin typeface="Lucida Sans Unicode" pitchFamily="34" charset="0"/>
              </a:defRPr>
            </a:lvl3pPr>
            <a:lvl4pPr marL="1600200" indent="-228600">
              <a:defRPr sz="1600">
                <a:solidFill>
                  <a:schemeClr val="tx1"/>
                </a:solidFill>
                <a:latin typeface="Lucida Sans Unicode" pitchFamily="34" charset="0"/>
              </a:defRPr>
            </a:lvl4pPr>
            <a:lvl5pPr marL="2057400" indent="-228600">
              <a:defRPr sz="1600">
                <a:solidFill>
                  <a:schemeClr val="tx1"/>
                </a:solidFill>
                <a:latin typeface="Lucida Sans Unicode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Lucida Sans Unicode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Lucida Sans Unicode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Lucida Sans Unicode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Lucida Sans Unicode" pitchFamily="34" charset="0"/>
              </a:defRPr>
            </a:lvl9pPr>
          </a:lstStyle>
          <a:p>
            <a:pPr>
              <a:lnSpc>
                <a:spcPct val="110000"/>
              </a:lnSpc>
            </a:pPr>
            <a:r>
              <a:rPr lang="en-GB"/>
              <a:t>=</a:t>
            </a:r>
          </a:p>
          <a:p>
            <a:pPr>
              <a:lnSpc>
                <a:spcPct val="110000"/>
              </a:lnSpc>
            </a:pPr>
            <a:r>
              <a:rPr lang="en-GB"/>
              <a:t>=</a:t>
            </a:r>
          </a:p>
          <a:p>
            <a:pPr>
              <a:lnSpc>
                <a:spcPct val="110000"/>
              </a:lnSpc>
            </a:pPr>
            <a:r>
              <a:rPr lang="en-GB"/>
              <a:t>=</a:t>
            </a:r>
          </a:p>
          <a:p>
            <a:pPr>
              <a:lnSpc>
                <a:spcPct val="110000"/>
              </a:lnSpc>
            </a:pPr>
            <a:r>
              <a:rPr lang="en-GB"/>
              <a:t>=</a:t>
            </a:r>
          </a:p>
          <a:p>
            <a:pPr>
              <a:lnSpc>
                <a:spcPct val="110000"/>
              </a:lnSpc>
            </a:pPr>
            <a:r>
              <a:rPr lang="en-GB"/>
              <a:t>=</a:t>
            </a:r>
          </a:p>
          <a:p>
            <a:pPr>
              <a:lnSpc>
                <a:spcPct val="110000"/>
              </a:lnSpc>
            </a:pPr>
            <a:r>
              <a:rPr lang="en-GB"/>
              <a:t>=</a:t>
            </a:r>
          </a:p>
          <a:p>
            <a:pPr>
              <a:lnSpc>
                <a:spcPct val="110000"/>
              </a:lnSpc>
            </a:pPr>
            <a:r>
              <a:rPr lang="en-GB"/>
              <a:t>=</a:t>
            </a:r>
          </a:p>
          <a:p>
            <a:pPr>
              <a:lnSpc>
                <a:spcPct val="110000"/>
              </a:lnSpc>
            </a:pPr>
            <a:r>
              <a:rPr lang="en-GB"/>
              <a:t>=</a:t>
            </a:r>
            <a:endParaRPr lang="en-US"/>
          </a:p>
        </p:txBody>
      </p:sp>
      <p:sp>
        <p:nvSpPr>
          <p:cNvPr id="21516" name="Text Box 17"/>
          <p:cNvSpPr txBox="1">
            <a:spLocks noChangeArrowheads="1"/>
          </p:cNvSpPr>
          <p:nvPr/>
        </p:nvSpPr>
        <p:spPr bwMode="auto">
          <a:xfrm>
            <a:off x="2446338" y="3878263"/>
            <a:ext cx="312737" cy="22383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 algn="ctr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defRPr sz="1600">
                <a:solidFill>
                  <a:schemeClr val="tx1"/>
                </a:solidFill>
                <a:latin typeface="Lucida Sans Unicode" pitchFamily="34" charset="0"/>
              </a:defRPr>
            </a:lvl1pPr>
            <a:lvl2pPr marL="742950" indent="-285750">
              <a:defRPr sz="1600">
                <a:solidFill>
                  <a:schemeClr val="tx1"/>
                </a:solidFill>
                <a:latin typeface="Lucida Sans Unicode" pitchFamily="34" charset="0"/>
              </a:defRPr>
            </a:lvl2pPr>
            <a:lvl3pPr marL="1143000" indent="-228600">
              <a:defRPr sz="1600">
                <a:solidFill>
                  <a:schemeClr val="tx1"/>
                </a:solidFill>
                <a:latin typeface="Lucida Sans Unicode" pitchFamily="34" charset="0"/>
              </a:defRPr>
            </a:lvl3pPr>
            <a:lvl4pPr marL="1600200" indent="-228600">
              <a:defRPr sz="1600">
                <a:solidFill>
                  <a:schemeClr val="tx1"/>
                </a:solidFill>
                <a:latin typeface="Lucida Sans Unicode" pitchFamily="34" charset="0"/>
              </a:defRPr>
            </a:lvl4pPr>
            <a:lvl5pPr marL="2057400" indent="-228600">
              <a:defRPr sz="1600">
                <a:solidFill>
                  <a:schemeClr val="tx1"/>
                </a:solidFill>
                <a:latin typeface="Lucida Sans Unicode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Lucida Sans Unicode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Lucida Sans Unicode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Lucida Sans Unicode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Lucida Sans Unicode" pitchFamily="34" charset="0"/>
              </a:defRPr>
            </a:lvl9pPr>
          </a:lstStyle>
          <a:p>
            <a:pPr algn="r">
              <a:lnSpc>
                <a:spcPct val="110000"/>
              </a:lnSpc>
            </a:pPr>
            <a:r>
              <a:rPr lang="en-GB"/>
              <a:t>0</a:t>
            </a:r>
          </a:p>
          <a:p>
            <a:pPr algn="r">
              <a:lnSpc>
                <a:spcPct val="110000"/>
              </a:lnSpc>
            </a:pPr>
            <a:r>
              <a:rPr lang="en-GB"/>
              <a:t>1</a:t>
            </a:r>
          </a:p>
          <a:p>
            <a:pPr algn="r">
              <a:lnSpc>
                <a:spcPct val="110000"/>
              </a:lnSpc>
            </a:pPr>
            <a:r>
              <a:rPr lang="en-GB"/>
              <a:t>2</a:t>
            </a:r>
          </a:p>
          <a:p>
            <a:pPr algn="r">
              <a:lnSpc>
                <a:spcPct val="110000"/>
              </a:lnSpc>
            </a:pPr>
            <a:r>
              <a:rPr lang="en-GB"/>
              <a:t>3</a:t>
            </a:r>
          </a:p>
          <a:p>
            <a:pPr algn="r">
              <a:lnSpc>
                <a:spcPct val="110000"/>
              </a:lnSpc>
            </a:pPr>
            <a:r>
              <a:rPr lang="en-GB"/>
              <a:t>4</a:t>
            </a:r>
          </a:p>
          <a:p>
            <a:pPr algn="r">
              <a:lnSpc>
                <a:spcPct val="110000"/>
              </a:lnSpc>
            </a:pPr>
            <a:r>
              <a:rPr lang="en-GB"/>
              <a:t>5</a:t>
            </a:r>
          </a:p>
          <a:p>
            <a:pPr algn="r">
              <a:lnSpc>
                <a:spcPct val="110000"/>
              </a:lnSpc>
            </a:pPr>
            <a:r>
              <a:rPr lang="en-GB"/>
              <a:t>6</a:t>
            </a:r>
          </a:p>
          <a:p>
            <a:pPr algn="r">
              <a:lnSpc>
                <a:spcPct val="110000"/>
              </a:lnSpc>
            </a:pPr>
            <a:r>
              <a:rPr lang="en-GB"/>
              <a:t>7</a:t>
            </a:r>
            <a:endParaRPr lang="en-US" b="1"/>
          </a:p>
        </p:txBody>
      </p:sp>
      <p:sp>
        <p:nvSpPr>
          <p:cNvPr id="21517" name="Text Box 18"/>
          <p:cNvSpPr txBox="1">
            <a:spLocks noChangeArrowheads="1"/>
          </p:cNvSpPr>
          <p:nvPr/>
        </p:nvSpPr>
        <p:spPr bwMode="auto">
          <a:xfrm>
            <a:off x="5535613" y="3889375"/>
            <a:ext cx="336550" cy="22383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 algn="ctr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defRPr sz="1600">
                <a:solidFill>
                  <a:schemeClr val="tx1"/>
                </a:solidFill>
                <a:latin typeface="Lucida Sans Unicode" pitchFamily="34" charset="0"/>
              </a:defRPr>
            </a:lvl1pPr>
            <a:lvl2pPr marL="742950" indent="-285750">
              <a:defRPr sz="1600">
                <a:solidFill>
                  <a:schemeClr val="tx1"/>
                </a:solidFill>
                <a:latin typeface="Lucida Sans Unicode" pitchFamily="34" charset="0"/>
              </a:defRPr>
            </a:lvl2pPr>
            <a:lvl3pPr marL="1143000" indent="-228600">
              <a:defRPr sz="1600">
                <a:solidFill>
                  <a:schemeClr val="tx1"/>
                </a:solidFill>
                <a:latin typeface="Lucida Sans Unicode" pitchFamily="34" charset="0"/>
              </a:defRPr>
            </a:lvl3pPr>
            <a:lvl4pPr marL="1600200" indent="-228600">
              <a:defRPr sz="1600">
                <a:solidFill>
                  <a:schemeClr val="tx1"/>
                </a:solidFill>
                <a:latin typeface="Lucida Sans Unicode" pitchFamily="34" charset="0"/>
              </a:defRPr>
            </a:lvl4pPr>
            <a:lvl5pPr marL="2057400" indent="-228600">
              <a:defRPr sz="1600">
                <a:solidFill>
                  <a:schemeClr val="tx1"/>
                </a:solidFill>
                <a:latin typeface="Lucida Sans Unicode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Lucida Sans Unicode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Lucida Sans Unicode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Lucida Sans Unicode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Lucida Sans Unicode" pitchFamily="34" charset="0"/>
              </a:defRPr>
            </a:lvl9pPr>
          </a:lstStyle>
          <a:p>
            <a:pPr algn="ctr">
              <a:lnSpc>
                <a:spcPct val="110000"/>
              </a:lnSpc>
            </a:pPr>
            <a:r>
              <a:rPr lang="en-GB"/>
              <a:t>8</a:t>
            </a:r>
          </a:p>
          <a:p>
            <a:pPr algn="ctr">
              <a:lnSpc>
                <a:spcPct val="110000"/>
              </a:lnSpc>
            </a:pPr>
            <a:r>
              <a:rPr lang="en-GB"/>
              <a:t>9</a:t>
            </a:r>
          </a:p>
          <a:p>
            <a:pPr algn="ctr">
              <a:lnSpc>
                <a:spcPct val="110000"/>
              </a:lnSpc>
            </a:pPr>
            <a:r>
              <a:rPr lang="en-GB"/>
              <a:t>A</a:t>
            </a:r>
          </a:p>
          <a:p>
            <a:pPr algn="ctr">
              <a:lnSpc>
                <a:spcPct val="110000"/>
              </a:lnSpc>
            </a:pPr>
            <a:r>
              <a:rPr lang="en-GB"/>
              <a:t>B</a:t>
            </a:r>
          </a:p>
          <a:p>
            <a:pPr algn="ctr">
              <a:lnSpc>
                <a:spcPct val="110000"/>
              </a:lnSpc>
            </a:pPr>
            <a:r>
              <a:rPr lang="en-GB"/>
              <a:t>C</a:t>
            </a:r>
          </a:p>
          <a:p>
            <a:pPr algn="ctr">
              <a:lnSpc>
                <a:spcPct val="110000"/>
              </a:lnSpc>
            </a:pPr>
            <a:r>
              <a:rPr lang="en-GB"/>
              <a:t>D</a:t>
            </a:r>
          </a:p>
          <a:p>
            <a:pPr algn="ctr">
              <a:lnSpc>
                <a:spcPct val="110000"/>
              </a:lnSpc>
            </a:pPr>
            <a:r>
              <a:rPr lang="en-GB"/>
              <a:t>E</a:t>
            </a:r>
          </a:p>
          <a:p>
            <a:pPr algn="ctr">
              <a:lnSpc>
                <a:spcPct val="110000"/>
              </a:lnSpc>
            </a:pPr>
            <a:r>
              <a:rPr lang="en-GB"/>
              <a:t>F</a:t>
            </a:r>
            <a:endParaRPr lang="en-US" b="1"/>
          </a:p>
        </p:txBody>
      </p:sp>
      <p:sp>
        <p:nvSpPr>
          <p:cNvPr id="21518" name="Text Box 19"/>
          <p:cNvSpPr txBox="1">
            <a:spLocks noChangeArrowheads="1"/>
          </p:cNvSpPr>
          <p:nvPr/>
        </p:nvSpPr>
        <p:spPr bwMode="auto">
          <a:xfrm>
            <a:off x="6546850" y="4008438"/>
            <a:ext cx="2014538" cy="20478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 algn="ctr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defRPr sz="1600">
                <a:solidFill>
                  <a:schemeClr val="tx1"/>
                </a:solidFill>
                <a:latin typeface="Lucida Sans Unicode" pitchFamily="34" charset="0"/>
              </a:defRPr>
            </a:lvl1pPr>
            <a:lvl2pPr marL="742950" indent="-285750">
              <a:defRPr sz="1600">
                <a:solidFill>
                  <a:schemeClr val="tx1"/>
                </a:solidFill>
                <a:latin typeface="Lucida Sans Unicode" pitchFamily="34" charset="0"/>
              </a:defRPr>
            </a:lvl2pPr>
            <a:lvl3pPr marL="1143000" indent="-228600">
              <a:defRPr sz="1600">
                <a:solidFill>
                  <a:schemeClr val="tx1"/>
                </a:solidFill>
                <a:latin typeface="Lucida Sans Unicode" pitchFamily="34" charset="0"/>
              </a:defRPr>
            </a:lvl3pPr>
            <a:lvl4pPr marL="1600200" indent="-228600">
              <a:defRPr sz="1600">
                <a:solidFill>
                  <a:schemeClr val="tx1"/>
                </a:solidFill>
                <a:latin typeface="Lucida Sans Unicode" pitchFamily="34" charset="0"/>
              </a:defRPr>
            </a:lvl4pPr>
            <a:lvl5pPr marL="2057400" indent="-228600">
              <a:defRPr sz="1600">
                <a:solidFill>
                  <a:schemeClr val="tx1"/>
                </a:solidFill>
                <a:latin typeface="Lucida Sans Unicode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Lucida Sans Unicode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Lucida Sans Unicode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Lucida Sans Unicode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Lucida Sans Unicode" pitchFamily="34" charset="0"/>
              </a:defRPr>
            </a:lvl9pPr>
          </a:lstStyle>
          <a:p>
            <a:r>
              <a:rPr lang="en-GB"/>
              <a:t>A hexadecimal number is preceded with the hash character “#”</a:t>
            </a:r>
          </a:p>
          <a:p>
            <a:endParaRPr lang="en-GB"/>
          </a:p>
          <a:p>
            <a:r>
              <a:rPr lang="en-GB"/>
              <a:t>e.g. hex C is written as  </a:t>
            </a:r>
            <a:r>
              <a:rPr lang="en-GB" b="1"/>
              <a:t>#C</a:t>
            </a:r>
          </a:p>
          <a:p>
            <a:endParaRPr lang="en-US" b="1"/>
          </a:p>
        </p:txBody>
      </p:sp>
    </p:spTree>
    <p:extLst>
      <p:ext uri="{BB962C8B-B14F-4D97-AF65-F5344CB8AC3E}">
        <p14:creationId xmlns:p14="http://schemas.microsoft.com/office/powerpoint/2010/main" val="3245687827"/>
      </p:ext>
    </p:extLst>
  </p:cSld>
  <p:clrMapOvr>
    <a:masterClrMapping/>
  </p:clrMapOvr>
</p:sld>
</file>

<file path=ppt/slides/slide10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530" name="AutoShape 26"/>
          <p:cNvSpPr>
            <a:spLocks noChangeArrowheads="1"/>
          </p:cNvSpPr>
          <p:nvPr/>
        </p:nvSpPr>
        <p:spPr bwMode="auto">
          <a:xfrm>
            <a:off x="3689350" y="5132388"/>
            <a:ext cx="2222500" cy="312737"/>
          </a:xfrm>
          <a:prstGeom prst="roundRect">
            <a:avLst>
              <a:gd name="adj" fmla="val 16667"/>
            </a:avLst>
          </a:prstGeom>
          <a:solidFill>
            <a:schemeClr val="hlink"/>
          </a:solidFill>
          <a:ln w="28575" algn="ctr">
            <a:solidFill>
              <a:schemeClr val="hlink"/>
            </a:solidFill>
            <a:round/>
            <a:headEnd/>
            <a:tailEnd/>
          </a:ln>
        </p:spPr>
        <p:txBody>
          <a:bodyPr wrap="none" anchor="ctr"/>
          <a:lstStyle/>
          <a:p>
            <a:endParaRPr lang="en-US"/>
          </a:p>
        </p:txBody>
      </p:sp>
      <p:sp>
        <p:nvSpPr>
          <p:cNvPr id="22531" name="Text Box 4"/>
          <p:cNvSpPr txBox="1">
            <a:spLocks noChangeArrowheads="1"/>
          </p:cNvSpPr>
          <p:nvPr/>
        </p:nvSpPr>
        <p:spPr bwMode="auto">
          <a:xfrm>
            <a:off x="5038725" y="1125538"/>
            <a:ext cx="441325" cy="22383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 algn="ctr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defRPr sz="1600">
                <a:solidFill>
                  <a:schemeClr val="tx1"/>
                </a:solidFill>
                <a:latin typeface="Lucida Sans Unicode" pitchFamily="34" charset="0"/>
              </a:defRPr>
            </a:lvl1pPr>
            <a:lvl2pPr marL="742950" indent="-285750">
              <a:defRPr sz="1600">
                <a:solidFill>
                  <a:schemeClr val="tx1"/>
                </a:solidFill>
                <a:latin typeface="Lucida Sans Unicode" pitchFamily="34" charset="0"/>
              </a:defRPr>
            </a:lvl2pPr>
            <a:lvl3pPr marL="1143000" indent="-228600">
              <a:defRPr sz="1600">
                <a:solidFill>
                  <a:schemeClr val="tx1"/>
                </a:solidFill>
                <a:latin typeface="Lucida Sans Unicode" pitchFamily="34" charset="0"/>
              </a:defRPr>
            </a:lvl3pPr>
            <a:lvl4pPr marL="1600200" indent="-228600">
              <a:defRPr sz="1600">
                <a:solidFill>
                  <a:schemeClr val="tx1"/>
                </a:solidFill>
                <a:latin typeface="Lucida Sans Unicode" pitchFamily="34" charset="0"/>
              </a:defRPr>
            </a:lvl4pPr>
            <a:lvl5pPr marL="2057400" indent="-228600">
              <a:defRPr sz="1600">
                <a:solidFill>
                  <a:schemeClr val="tx1"/>
                </a:solidFill>
                <a:latin typeface="Lucida Sans Unicode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Lucida Sans Unicode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Lucida Sans Unicode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Lucida Sans Unicode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Lucida Sans Unicode" pitchFamily="34" charset="0"/>
              </a:defRPr>
            </a:lvl9pPr>
          </a:lstStyle>
          <a:p>
            <a:pPr algn="r">
              <a:lnSpc>
                <a:spcPct val="110000"/>
              </a:lnSpc>
            </a:pPr>
            <a:r>
              <a:rPr lang="en-GB"/>
              <a:t>8</a:t>
            </a:r>
          </a:p>
          <a:p>
            <a:pPr algn="r">
              <a:lnSpc>
                <a:spcPct val="110000"/>
              </a:lnSpc>
            </a:pPr>
            <a:r>
              <a:rPr lang="en-GB"/>
              <a:t>9</a:t>
            </a:r>
          </a:p>
          <a:p>
            <a:pPr algn="r">
              <a:lnSpc>
                <a:spcPct val="110000"/>
              </a:lnSpc>
            </a:pPr>
            <a:r>
              <a:rPr lang="en-GB"/>
              <a:t>10</a:t>
            </a:r>
          </a:p>
          <a:p>
            <a:pPr algn="r">
              <a:lnSpc>
                <a:spcPct val="110000"/>
              </a:lnSpc>
            </a:pPr>
            <a:r>
              <a:rPr lang="en-GB" b="1"/>
              <a:t>11</a:t>
            </a:r>
          </a:p>
          <a:p>
            <a:pPr algn="r">
              <a:lnSpc>
                <a:spcPct val="110000"/>
              </a:lnSpc>
            </a:pPr>
            <a:r>
              <a:rPr lang="en-GB"/>
              <a:t>12</a:t>
            </a:r>
          </a:p>
          <a:p>
            <a:pPr algn="r">
              <a:lnSpc>
                <a:spcPct val="110000"/>
              </a:lnSpc>
            </a:pPr>
            <a:r>
              <a:rPr lang="en-GB"/>
              <a:t>13</a:t>
            </a:r>
          </a:p>
          <a:p>
            <a:pPr algn="r">
              <a:lnSpc>
                <a:spcPct val="110000"/>
              </a:lnSpc>
            </a:pPr>
            <a:r>
              <a:rPr lang="en-GB"/>
              <a:t>14</a:t>
            </a:r>
          </a:p>
          <a:p>
            <a:pPr algn="r">
              <a:lnSpc>
                <a:spcPct val="110000"/>
              </a:lnSpc>
            </a:pPr>
            <a:r>
              <a:rPr lang="en-GB"/>
              <a:t>15</a:t>
            </a:r>
            <a:endParaRPr lang="en-US"/>
          </a:p>
        </p:txBody>
      </p:sp>
      <p:sp>
        <p:nvSpPr>
          <p:cNvPr id="22532" name="Text Box 5"/>
          <p:cNvSpPr txBox="1">
            <a:spLocks noChangeArrowheads="1"/>
          </p:cNvSpPr>
          <p:nvPr/>
        </p:nvSpPr>
        <p:spPr bwMode="auto">
          <a:xfrm>
            <a:off x="3957638" y="1125538"/>
            <a:ext cx="698500" cy="22383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 algn="ctr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defRPr sz="1600">
                <a:solidFill>
                  <a:schemeClr val="tx1"/>
                </a:solidFill>
                <a:latin typeface="Lucida Sans Unicode" pitchFamily="34" charset="0"/>
              </a:defRPr>
            </a:lvl1pPr>
            <a:lvl2pPr marL="742950" indent="-285750">
              <a:defRPr sz="1600">
                <a:solidFill>
                  <a:schemeClr val="tx1"/>
                </a:solidFill>
                <a:latin typeface="Lucida Sans Unicode" pitchFamily="34" charset="0"/>
              </a:defRPr>
            </a:lvl2pPr>
            <a:lvl3pPr marL="1143000" indent="-228600">
              <a:defRPr sz="1600">
                <a:solidFill>
                  <a:schemeClr val="tx1"/>
                </a:solidFill>
                <a:latin typeface="Lucida Sans Unicode" pitchFamily="34" charset="0"/>
              </a:defRPr>
            </a:lvl3pPr>
            <a:lvl4pPr marL="1600200" indent="-228600">
              <a:defRPr sz="1600">
                <a:solidFill>
                  <a:schemeClr val="tx1"/>
                </a:solidFill>
                <a:latin typeface="Lucida Sans Unicode" pitchFamily="34" charset="0"/>
              </a:defRPr>
            </a:lvl4pPr>
            <a:lvl5pPr marL="2057400" indent="-228600">
              <a:defRPr sz="1600">
                <a:solidFill>
                  <a:schemeClr val="tx1"/>
                </a:solidFill>
                <a:latin typeface="Lucida Sans Unicode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Lucida Sans Unicode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Lucida Sans Unicode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Lucida Sans Unicode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Lucida Sans Unicode" pitchFamily="34" charset="0"/>
              </a:defRPr>
            </a:lvl9pPr>
          </a:lstStyle>
          <a:p>
            <a:pPr>
              <a:lnSpc>
                <a:spcPct val="110000"/>
              </a:lnSpc>
            </a:pPr>
            <a:r>
              <a:rPr lang="en-GB"/>
              <a:t>1000</a:t>
            </a:r>
          </a:p>
          <a:p>
            <a:pPr>
              <a:lnSpc>
                <a:spcPct val="110000"/>
              </a:lnSpc>
            </a:pPr>
            <a:r>
              <a:rPr lang="en-GB"/>
              <a:t>1001</a:t>
            </a:r>
          </a:p>
          <a:p>
            <a:pPr>
              <a:lnSpc>
                <a:spcPct val="110000"/>
              </a:lnSpc>
            </a:pPr>
            <a:r>
              <a:rPr lang="en-GB"/>
              <a:t>1010</a:t>
            </a:r>
          </a:p>
          <a:p>
            <a:pPr>
              <a:lnSpc>
                <a:spcPct val="110000"/>
              </a:lnSpc>
            </a:pPr>
            <a:r>
              <a:rPr lang="en-GB" b="1"/>
              <a:t>1011</a:t>
            </a:r>
          </a:p>
          <a:p>
            <a:pPr>
              <a:lnSpc>
                <a:spcPct val="110000"/>
              </a:lnSpc>
            </a:pPr>
            <a:r>
              <a:rPr lang="en-GB"/>
              <a:t>1100</a:t>
            </a:r>
          </a:p>
          <a:p>
            <a:pPr>
              <a:lnSpc>
                <a:spcPct val="110000"/>
              </a:lnSpc>
            </a:pPr>
            <a:r>
              <a:rPr lang="en-GB"/>
              <a:t>1101</a:t>
            </a:r>
          </a:p>
          <a:p>
            <a:pPr>
              <a:lnSpc>
                <a:spcPct val="110000"/>
              </a:lnSpc>
            </a:pPr>
            <a:r>
              <a:rPr lang="en-GB"/>
              <a:t>1110</a:t>
            </a:r>
          </a:p>
          <a:p>
            <a:pPr>
              <a:lnSpc>
                <a:spcPct val="110000"/>
              </a:lnSpc>
            </a:pPr>
            <a:r>
              <a:rPr lang="en-GB"/>
              <a:t>1111</a:t>
            </a:r>
            <a:endParaRPr lang="en-US"/>
          </a:p>
        </p:txBody>
      </p:sp>
      <p:sp>
        <p:nvSpPr>
          <p:cNvPr id="22533" name="Text Box 6"/>
          <p:cNvSpPr txBox="1">
            <a:spLocks noChangeArrowheads="1"/>
          </p:cNvSpPr>
          <p:nvPr/>
        </p:nvSpPr>
        <p:spPr bwMode="auto">
          <a:xfrm>
            <a:off x="4678363" y="1125538"/>
            <a:ext cx="346075" cy="22383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 algn="ctr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defRPr sz="1600">
                <a:solidFill>
                  <a:schemeClr val="tx1"/>
                </a:solidFill>
                <a:latin typeface="Lucida Sans Unicode" pitchFamily="34" charset="0"/>
              </a:defRPr>
            </a:lvl1pPr>
            <a:lvl2pPr marL="742950" indent="-285750">
              <a:defRPr sz="1600">
                <a:solidFill>
                  <a:schemeClr val="tx1"/>
                </a:solidFill>
                <a:latin typeface="Lucida Sans Unicode" pitchFamily="34" charset="0"/>
              </a:defRPr>
            </a:lvl2pPr>
            <a:lvl3pPr marL="1143000" indent="-228600">
              <a:defRPr sz="1600">
                <a:solidFill>
                  <a:schemeClr val="tx1"/>
                </a:solidFill>
                <a:latin typeface="Lucida Sans Unicode" pitchFamily="34" charset="0"/>
              </a:defRPr>
            </a:lvl3pPr>
            <a:lvl4pPr marL="1600200" indent="-228600">
              <a:defRPr sz="1600">
                <a:solidFill>
                  <a:schemeClr val="tx1"/>
                </a:solidFill>
                <a:latin typeface="Lucida Sans Unicode" pitchFamily="34" charset="0"/>
              </a:defRPr>
            </a:lvl4pPr>
            <a:lvl5pPr marL="2057400" indent="-228600">
              <a:defRPr sz="1600">
                <a:solidFill>
                  <a:schemeClr val="tx1"/>
                </a:solidFill>
                <a:latin typeface="Lucida Sans Unicode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Lucida Sans Unicode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Lucida Sans Unicode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Lucida Sans Unicode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Lucida Sans Unicode" pitchFamily="34" charset="0"/>
              </a:defRPr>
            </a:lvl9pPr>
          </a:lstStyle>
          <a:p>
            <a:pPr>
              <a:lnSpc>
                <a:spcPct val="110000"/>
              </a:lnSpc>
            </a:pPr>
            <a:r>
              <a:rPr lang="en-GB"/>
              <a:t>=</a:t>
            </a:r>
          </a:p>
          <a:p>
            <a:pPr>
              <a:lnSpc>
                <a:spcPct val="110000"/>
              </a:lnSpc>
            </a:pPr>
            <a:r>
              <a:rPr lang="en-GB"/>
              <a:t>=</a:t>
            </a:r>
          </a:p>
          <a:p>
            <a:pPr>
              <a:lnSpc>
                <a:spcPct val="110000"/>
              </a:lnSpc>
            </a:pPr>
            <a:r>
              <a:rPr lang="en-GB"/>
              <a:t>=</a:t>
            </a:r>
          </a:p>
          <a:p>
            <a:pPr>
              <a:lnSpc>
                <a:spcPct val="110000"/>
              </a:lnSpc>
            </a:pPr>
            <a:r>
              <a:rPr lang="en-GB"/>
              <a:t>=</a:t>
            </a:r>
          </a:p>
          <a:p>
            <a:pPr>
              <a:lnSpc>
                <a:spcPct val="110000"/>
              </a:lnSpc>
            </a:pPr>
            <a:r>
              <a:rPr lang="en-GB"/>
              <a:t>=</a:t>
            </a:r>
          </a:p>
          <a:p>
            <a:pPr>
              <a:lnSpc>
                <a:spcPct val="110000"/>
              </a:lnSpc>
            </a:pPr>
            <a:r>
              <a:rPr lang="en-GB"/>
              <a:t>=</a:t>
            </a:r>
          </a:p>
          <a:p>
            <a:pPr>
              <a:lnSpc>
                <a:spcPct val="110000"/>
              </a:lnSpc>
            </a:pPr>
            <a:r>
              <a:rPr lang="en-GB"/>
              <a:t>=</a:t>
            </a:r>
          </a:p>
          <a:p>
            <a:pPr>
              <a:lnSpc>
                <a:spcPct val="110000"/>
              </a:lnSpc>
            </a:pPr>
            <a:r>
              <a:rPr lang="en-GB"/>
              <a:t>=</a:t>
            </a:r>
            <a:endParaRPr lang="en-US"/>
          </a:p>
        </p:txBody>
      </p:sp>
      <p:sp>
        <p:nvSpPr>
          <p:cNvPr id="22534" name="Text Box 7"/>
          <p:cNvSpPr txBox="1">
            <a:spLocks noChangeArrowheads="1"/>
          </p:cNvSpPr>
          <p:nvPr/>
        </p:nvSpPr>
        <p:spPr bwMode="auto">
          <a:xfrm>
            <a:off x="1509713" y="1125538"/>
            <a:ext cx="312737" cy="22383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 algn="ctr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defRPr sz="1600">
                <a:solidFill>
                  <a:schemeClr val="tx1"/>
                </a:solidFill>
                <a:latin typeface="Lucida Sans Unicode" pitchFamily="34" charset="0"/>
              </a:defRPr>
            </a:lvl1pPr>
            <a:lvl2pPr marL="742950" indent="-285750">
              <a:defRPr sz="1600">
                <a:solidFill>
                  <a:schemeClr val="tx1"/>
                </a:solidFill>
                <a:latin typeface="Lucida Sans Unicode" pitchFamily="34" charset="0"/>
              </a:defRPr>
            </a:lvl2pPr>
            <a:lvl3pPr marL="1143000" indent="-228600">
              <a:defRPr sz="1600">
                <a:solidFill>
                  <a:schemeClr val="tx1"/>
                </a:solidFill>
                <a:latin typeface="Lucida Sans Unicode" pitchFamily="34" charset="0"/>
              </a:defRPr>
            </a:lvl3pPr>
            <a:lvl4pPr marL="1600200" indent="-228600">
              <a:defRPr sz="1600">
                <a:solidFill>
                  <a:schemeClr val="tx1"/>
                </a:solidFill>
                <a:latin typeface="Lucida Sans Unicode" pitchFamily="34" charset="0"/>
              </a:defRPr>
            </a:lvl4pPr>
            <a:lvl5pPr marL="2057400" indent="-228600">
              <a:defRPr sz="1600">
                <a:solidFill>
                  <a:schemeClr val="tx1"/>
                </a:solidFill>
                <a:latin typeface="Lucida Sans Unicode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Lucida Sans Unicode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Lucida Sans Unicode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Lucida Sans Unicode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Lucida Sans Unicode" pitchFamily="34" charset="0"/>
              </a:defRPr>
            </a:lvl9pPr>
          </a:lstStyle>
          <a:p>
            <a:pPr algn="r">
              <a:lnSpc>
                <a:spcPct val="110000"/>
              </a:lnSpc>
            </a:pPr>
            <a:r>
              <a:rPr lang="en-GB"/>
              <a:t>0</a:t>
            </a:r>
          </a:p>
          <a:p>
            <a:pPr algn="r">
              <a:lnSpc>
                <a:spcPct val="110000"/>
              </a:lnSpc>
            </a:pPr>
            <a:r>
              <a:rPr lang="en-GB"/>
              <a:t>1</a:t>
            </a:r>
          </a:p>
          <a:p>
            <a:pPr algn="r">
              <a:lnSpc>
                <a:spcPct val="110000"/>
              </a:lnSpc>
            </a:pPr>
            <a:r>
              <a:rPr lang="en-GB"/>
              <a:t>2</a:t>
            </a:r>
          </a:p>
          <a:p>
            <a:pPr algn="r">
              <a:lnSpc>
                <a:spcPct val="110000"/>
              </a:lnSpc>
            </a:pPr>
            <a:r>
              <a:rPr lang="en-GB" b="1"/>
              <a:t>3</a:t>
            </a:r>
          </a:p>
          <a:p>
            <a:pPr algn="r">
              <a:lnSpc>
                <a:spcPct val="110000"/>
              </a:lnSpc>
            </a:pPr>
            <a:r>
              <a:rPr lang="en-GB"/>
              <a:t>4</a:t>
            </a:r>
          </a:p>
          <a:p>
            <a:pPr algn="r">
              <a:lnSpc>
                <a:spcPct val="110000"/>
              </a:lnSpc>
            </a:pPr>
            <a:r>
              <a:rPr lang="en-GB"/>
              <a:t>5</a:t>
            </a:r>
          </a:p>
          <a:p>
            <a:pPr algn="r">
              <a:lnSpc>
                <a:spcPct val="110000"/>
              </a:lnSpc>
            </a:pPr>
            <a:r>
              <a:rPr lang="en-GB"/>
              <a:t>6</a:t>
            </a:r>
          </a:p>
          <a:p>
            <a:pPr algn="r">
              <a:lnSpc>
                <a:spcPct val="110000"/>
              </a:lnSpc>
            </a:pPr>
            <a:r>
              <a:rPr lang="en-GB"/>
              <a:t>7</a:t>
            </a:r>
            <a:endParaRPr lang="en-US" b="1"/>
          </a:p>
        </p:txBody>
      </p:sp>
      <p:sp>
        <p:nvSpPr>
          <p:cNvPr id="22535" name="Text Box 8"/>
          <p:cNvSpPr txBox="1">
            <a:spLocks noChangeArrowheads="1"/>
          </p:cNvSpPr>
          <p:nvPr/>
        </p:nvSpPr>
        <p:spPr bwMode="auto">
          <a:xfrm>
            <a:off x="430213" y="1125538"/>
            <a:ext cx="698500" cy="22383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 algn="ctr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defRPr sz="1600">
                <a:solidFill>
                  <a:schemeClr val="tx1"/>
                </a:solidFill>
                <a:latin typeface="Lucida Sans Unicode" pitchFamily="34" charset="0"/>
              </a:defRPr>
            </a:lvl1pPr>
            <a:lvl2pPr marL="742950" indent="-285750">
              <a:defRPr sz="1600">
                <a:solidFill>
                  <a:schemeClr val="tx1"/>
                </a:solidFill>
                <a:latin typeface="Lucida Sans Unicode" pitchFamily="34" charset="0"/>
              </a:defRPr>
            </a:lvl2pPr>
            <a:lvl3pPr marL="1143000" indent="-228600">
              <a:defRPr sz="1600">
                <a:solidFill>
                  <a:schemeClr val="tx1"/>
                </a:solidFill>
                <a:latin typeface="Lucida Sans Unicode" pitchFamily="34" charset="0"/>
              </a:defRPr>
            </a:lvl3pPr>
            <a:lvl4pPr marL="1600200" indent="-228600">
              <a:defRPr sz="1600">
                <a:solidFill>
                  <a:schemeClr val="tx1"/>
                </a:solidFill>
                <a:latin typeface="Lucida Sans Unicode" pitchFamily="34" charset="0"/>
              </a:defRPr>
            </a:lvl4pPr>
            <a:lvl5pPr marL="2057400" indent="-228600">
              <a:defRPr sz="1600">
                <a:solidFill>
                  <a:schemeClr val="tx1"/>
                </a:solidFill>
                <a:latin typeface="Lucida Sans Unicode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Lucida Sans Unicode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Lucida Sans Unicode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Lucida Sans Unicode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Lucida Sans Unicode" pitchFamily="34" charset="0"/>
              </a:defRPr>
            </a:lvl9pPr>
          </a:lstStyle>
          <a:p>
            <a:pPr>
              <a:lnSpc>
                <a:spcPct val="110000"/>
              </a:lnSpc>
            </a:pPr>
            <a:r>
              <a:rPr lang="en-GB"/>
              <a:t>0000</a:t>
            </a:r>
          </a:p>
          <a:p>
            <a:pPr>
              <a:lnSpc>
                <a:spcPct val="110000"/>
              </a:lnSpc>
            </a:pPr>
            <a:r>
              <a:rPr lang="en-GB"/>
              <a:t>0001</a:t>
            </a:r>
          </a:p>
          <a:p>
            <a:pPr>
              <a:lnSpc>
                <a:spcPct val="110000"/>
              </a:lnSpc>
            </a:pPr>
            <a:r>
              <a:rPr lang="en-GB"/>
              <a:t>0010</a:t>
            </a:r>
          </a:p>
          <a:p>
            <a:pPr>
              <a:lnSpc>
                <a:spcPct val="110000"/>
              </a:lnSpc>
            </a:pPr>
            <a:r>
              <a:rPr lang="en-GB" b="1"/>
              <a:t>0011</a:t>
            </a:r>
          </a:p>
          <a:p>
            <a:pPr>
              <a:lnSpc>
                <a:spcPct val="110000"/>
              </a:lnSpc>
            </a:pPr>
            <a:r>
              <a:rPr lang="en-GB"/>
              <a:t>0100</a:t>
            </a:r>
          </a:p>
          <a:p>
            <a:pPr>
              <a:lnSpc>
                <a:spcPct val="110000"/>
              </a:lnSpc>
            </a:pPr>
            <a:r>
              <a:rPr lang="en-GB"/>
              <a:t>0101</a:t>
            </a:r>
          </a:p>
          <a:p>
            <a:pPr>
              <a:lnSpc>
                <a:spcPct val="110000"/>
              </a:lnSpc>
            </a:pPr>
            <a:r>
              <a:rPr lang="en-GB"/>
              <a:t>0110</a:t>
            </a:r>
          </a:p>
          <a:p>
            <a:pPr>
              <a:lnSpc>
                <a:spcPct val="110000"/>
              </a:lnSpc>
            </a:pPr>
            <a:r>
              <a:rPr lang="en-GB"/>
              <a:t>0111</a:t>
            </a:r>
            <a:endParaRPr lang="en-US"/>
          </a:p>
        </p:txBody>
      </p:sp>
      <p:sp>
        <p:nvSpPr>
          <p:cNvPr id="22536" name="Text Box 9"/>
          <p:cNvSpPr txBox="1">
            <a:spLocks noChangeArrowheads="1"/>
          </p:cNvSpPr>
          <p:nvPr/>
        </p:nvSpPr>
        <p:spPr bwMode="auto">
          <a:xfrm>
            <a:off x="1149350" y="1125538"/>
            <a:ext cx="346075" cy="22383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 algn="ctr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defRPr sz="1600">
                <a:solidFill>
                  <a:schemeClr val="tx1"/>
                </a:solidFill>
                <a:latin typeface="Lucida Sans Unicode" pitchFamily="34" charset="0"/>
              </a:defRPr>
            </a:lvl1pPr>
            <a:lvl2pPr marL="742950" indent="-285750">
              <a:defRPr sz="1600">
                <a:solidFill>
                  <a:schemeClr val="tx1"/>
                </a:solidFill>
                <a:latin typeface="Lucida Sans Unicode" pitchFamily="34" charset="0"/>
              </a:defRPr>
            </a:lvl2pPr>
            <a:lvl3pPr marL="1143000" indent="-228600">
              <a:defRPr sz="1600">
                <a:solidFill>
                  <a:schemeClr val="tx1"/>
                </a:solidFill>
                <a:latin typeface="Lucida Sans Unicode" pitchFamily="34" charset="0"/>
              </a:defRPr>
            </a:lvl3pPr>
            <a:lvl4pPr marL="1600200" indent="-228600">
              <a:defRPr sz="1600">
                <a:solidFill>
                  <a:schemeClr val="tx1"/>
                </a:solidFill>
                <a:latin typeface="Lucida Sans Unicode" pitchFamily="34" charset="0"/>
              </a:defRPr>
            </a:lvl4pPr>
            <a:lvl5pPr marL="2057400" indent="-228600">
              <a:defRPr sz="1600">
                <a:solidFill>
                  <a:schemeClr val="tx1"/>
                </a:solidFill>
                <a:latin typeface="Lucida Sans Unicode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Lucida Sans Unicode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Lucida Sans Unicode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Lucida Sans Unicode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Lucida Sans Unicode" pitchFamily="34" charset="0"/>
              </a:defRPr>
            </a:lvl9pPr>
          </a:lstStyle>
          <a:p>
            <a:pPr>
              <a:lnSpc>
                <a:spcPct val="110000"/>
              </a:lnSpc>
            </a:pPr>
            <a:r>
              <a:rPr lang="en-GB"/>
              <a:t>=</a:t>
            </a:r>
          </a:p>
          <a:p>
            <a:pPr>
              <a:lnSpc>
                <a:spcPct val="110000"/>
              </a:lnSpc>
            </a:pPr>
            <a:r>
              <a:rPr lang="en-GB"/>
              <a:t>=</a:t>
            </a:r>
          </a:p>
          <a:p>
            <a:pPr>
              <a:lnSpc>
                <a:spcPct val="110000"/>
              </a:lnSpc>
            </a:pPr>
            <a:r>
              <a:rPr lang="en-GB"/>
              <a:t>=</a:t>
            </a:r>
          </a:p>
          <a:p>
            <a:pPr>
              <a:lnSpc>
                <a:spcPct val="110000"/>
              </a:lnSpc>
            </a:pPr>
            <a:r>
              <a:rPr lang="en-GB"/>
              <a:t>=</a:t>
            </a:r>
          </a:p>
          <a:p>
            <a:pPr>
              <a:lnSpc>
                <a:spcPct val="110000"/>
              </a:lnSpc>
            </a:pPr>
            <a:r>
              <a:rPr lang="en-GB"/>
              <a:t>=</a:t>
            </a:r>
          </a:p>
          <a:p>
            <a:pPr>
              <a:lnSpc>
                <a:spcPct val="110000"/>
              </a:lnSpc>
            </a:pPr>
            <a:r>
              <a:rPr lang="en-GB"/>
              <a:t>=</a:t>
            </a:r>
          </a:p>
          <a:p>
            <a:pPr>
              <a:lnSpc>
                <a:spcPct val="110000"/>
              </a:lnSpc>
            </a:pPr>
            <a:r>
              <a:rPr lang="en-GB"/>
              <a:t>=</a:t>
            </a:r>
          </a:p>
          <a:p>
            <a:pPr>
              <a:lnSpc>
                <a:spcPct val="110000"/>
              </a:lnSpc>
            </a:pPr>
            <a:r>
              <a:rPr lang="en-GB"/>
              <a:t>=</a:t>
            </a:r>
            <a:endParaRPr lang="en-US"/>
          </a:p>
        </p:txBody>
      </p:sp>
      <p:sp>
        <p:nvSpPr>
          <p:cNvPr id="22537" name="Text Box 10"/>
          <p:cNvSpPr txBox="1">
            <a:spLocks noChangeArrowheads="1"/>
          </p:cNvSpPr>
          <p:nvPr/>
        </p:nvSpPr>
        <p:spPr bwMode="auto">
          <a:xfrm>
            <a:off x="1941513" y="1125538"/>
            <a:ext cx="346075" cy="22383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 algn="ctr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defRPr sz="1600">
                <a:solidFill>
                  <a:schemeClr val="tx1"/>
                </a:solidFill>
                <a:latin typeface="Lucida Sans Unicode" pitchFamily="34" charset="0"/>
              </a:defRPr>
            </a:lvl1pPr>
            <a:lvl2pPr marL="742950" indent="-285750">
              <a:defRPr sz="1600">
                <a:solidFill>
                  <a:schemeClr val="tx1"/>
                </a:solidFill>
                <a:latin typeface="Lucida Sans Unicode" pitchFamily="34" charset="0"/>
              </a:defRPr>
            </a:lvl2pPr>
            <a:lvl3pPr marL="1143000" indent="-228600">
              <a:defRPr sz="1600">
                <a:solidFill>
                  <a:schemeClr val="tx1"/>
                </a:solidFill>
                <a:latin typeface="Lucida Sans Unicode" pitchFamily="34" charset="0"/>
              </a:defRPr>
            </a:lvl3pPr>
            <a:lvl4pPr marL="1600200" indent="-228600">
              <a:defRPr sz="1600">
                <a:solidFill>
                  <a:schemeClr val="tx1"/>
                </a:solidFill>
                <a:latin typeface="Lucida Sans Unicode" pitchFamily="34" charset="0"/>
              </a:defRPr>
            </a:lvl4pPr>
            <a:lvl5pPr marL="2057400" indent="-228600">
              <a:defRPr sz="1600">
                <a:solidFill>
                  <a:schemeClr val="tx1"/>
                </a:solidFill>
                <a:latin typeface="Lucida Sans Unicode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Lucida Sans Unicode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Lucida Sans Unicode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Lucida Sans Unicode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Lucida Sans Unicode" pitchFamily="34" charset="0"/>
              </a:defRPr>
            </a:lvl9pPr>
          </a:lstStyle>
          <a:p>
            <a:pPr>
              <a:lnSpc>
                <a:spcPct val="110000"/>
              </a:lnSpc>
            </a:pPr>
            <a:r>
              <a:rPr lang="en-GB"/>
              <a:t>=</a:t>
            </a:r>
          </a:p>
          <a:p>
            <a:pPr>
              <a:lnSpc>
                <a:spcPct val="110000"/>
              </a:lnSpc>
            </a:pPr>
            <a:r>
              <a:rPr lang="en-GB"/>
              <a:t>=</a:t>
            </a:r>
          </a:p>
          <a:p>
            <a:pPr>
              <a:lnSpc>
                <a:spcPct val="110000"/>
              </a:lnSpc>
            </a:pPr>
            <a:r>
              <a:rPr lang="en-GB"/>
              <a:t>=</a:t>
            </a:r>
          </a:p>
          <a:p>
            <a:pPr>
              <a:lnSpc>
                <a:spcPct val="110000"/>
              </a:lnSpc>
            </a:pPr>
            <a:r>
              <a:rPr lang="en-GB"/>
              <a:t>=</a:t>
            </a:r>
          </a:p>
          <a:p>
            <a:pPr>
              <a:lnSpc>
                <a:spcPct val="110000"/>
              </a:lnSpc>
            </a:pPr>
            <a:r>
              <a:rPr lang="en-GB"/>
              <a:t>=</a:t>
            </a:r>
          </a:p>
          <a:p>
            <a:pPr>
              <a:lnSpc>
                <a:spcPct val="110000"/>
              </a:lnSpc>
            </a:pPr>
            <a:r>
              <a:rPr lang="en-GB"/>
              <a:t>=</a:t>
            </a:r>
          </a:p>
          <a:p>
            <a:pPr>
              <a:lnSpc>
                <a:spcPct val="110000"/>
              </a:lnSpc>
            </a:pPr>
            <a:r>
              <a:rPr lang="en-GB"/>
              <a:t>=</a:t>
            </a:r>
          </a:p>
          <a:p>
            <a:pPr>
              <a:lnSpc>
                <a:spcPct val="110000"/>
              </a:lnSpc>
            </a:pPr>
            <a:r>
              <a:rPr lang="en-GB"/>
              <a:t>=</a:t>
            </a:r>
            <a:endParaRPr lang="en-US"/>
          </a:p>
        </p:txBody>
      </p:sp>
      <p:sp>
        <p:nvSpPr>
          <p:cNvPr id="22538" name="Text Box 11"/>
          <p:cNvSpPr txBox="1">
            <a:spLocks noChangeArrowheads="1"/>
          </p:cNvSpPr>
          <p:nvPr/>
        </p:nvSpPr>
        <p:spPr bwMode="auto">
          <a:xfrm>
            <a:off x="5541963" y="1125538"/>
            <a:ext cx="346075" cy="22383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 algn="ctr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defRPr sz="1600">
                <a:solidFill>
                  <a:schemeClr val="tx1"/>
                </a:solidFill>
                <a:latin typeface="Lucida Sans Unicode" pitchFamily="34" charset="0"/>
              </a:defRPr>
            </a:lvl1pPr>
            <a:lvl2pPr marL="742950" indent="-285750">
              <a:defRPr sz="1600">
                <a:solidFill>
                  <a:schemeClr val="tx1"/>
                </a:solidFill>
                <a:latin typeface="Lucida Sans Unicode" pitchFamily="34" charset="0"/>
              </a:defRPr>
            </a:lvl2pPr>
            <a:lvl3pPr marL="1143000" indent="-228600">
              <a:defRPr sz="1600">
                <a:solidFill>
                  <a:schemeClr val="tx1"/>
                </a:solidFill>
                <a:latin typeface="Lucida Sans Unicode" pitchFamily="34" charset="0"/>
              </a:defRPr>
            </a:lvl3pPr>
            <a:lvl4pPr marL="1600200" indent="-228600">
              <a:defRPr sz="1600">
                <a:solidFill>
                  <a:schemeClr val="tx1"/>
                </a:solidFill>
                <a:latin typeface="Lucida Sans Unicode" pitchFamily="34" charset="0"/>
              </a:defRPr>
            </a:lvl4pPr>
            <a:lvl5pPr marL="2057400" indent="-228600">
              <a:defRPr sz="1600">
                <a:solidFill>
                  <a:schemeClr val="tx1"/>
                </a:solidFill>
                <a:latin typeface="Lucida Sans Unicode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Lucida Sans Unicode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Lucida Sans Unicode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Lucida Sans Unicode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Lucida Sans Unicode" pitchFamily="34" charset="0"/>
              </a:defRPr>
            </a:lvl9pPr>
          </a:lstStyle>
          <a:p>
            <a:pPr>
              <a:lnSpc>
                <a:spcPct val="110000"/>
              </a:lnSpc>
            </a:pPr>
            <a:r>
              <a:rPr lang="en-GB"/>
              <a:t>=</a:t>
            </a:r>
          </a:p>
          <a:p>
            <a:pPr>
              <a:lnSpc>
                <a:spcPct val="110000"/>
              </a:lnSpc>
            </a:pPr>
            <a:r>
              <a:rPr lang="en-GB"/>
              <a:t>=</a:t>
            </a:r>
          </a:p>
          <a:p>
            <a:pPr>
              <a:lnSpc>
                <a:spcPct val="110000"/>
              </a:lnSpc>
            </a:pPr>
            <a:r>
              <a:rPr lang="en-GB"/>
              <a:t>=</a:t>
            </a:r>
          </a:p>
          <a:p>
            <a:pPr>
              <a:lnSpc>
                <a:spcPct val="110000"/>
              </a:lnSpc>
            </a:pPr>
            <a:r>
              <a:rPr lang="en-GB"/>
              <a:t>=</a:t>
            </a:r>
          </a:p>
          <a:p>
            <a:pPr>
              <a:lnSpc>
                <a:spcPct val="110000"/>
              </a:lnSpc>
            </a:pPr>
            <a:r>
              <a:rPr lang="en-GB"/>
              <a:t>=</a:t>
            </a:r>
          </a:p>
          <a:p>
            <a:pPr>
              <a:lnSpc>
                <a:spcPct val="110000"/>
              </a:lnSpc>
            </a:pPr>
            <a:r>
              <a:rPr lang="en-GB"/>
              <a:t>=</a:t>
            </a:r>
          </a:p>
          <a:p>
            <a:pPr>
              <a:lnSpc>
                <a:spcPct val="110000"/>
              </a:lnSpc>
            </a:pPr>
            <a:r>
              <a:rPr lang="en-GB"/>
              <a:t>=</a:t>
            </a:r>
          </a:p>
          <a:p>
            <a:pPr>
              <a:lnSpc>
                <a:spcPct val="110000"/>
              </a:lnSpc>
            </a:pPr>
            <a:r>
              <a:rPr lang="en-GB"/>
              <a:t>=</a:t>
            </a:r>
            <a:endParaRPr lang="en-US"/>
          </a:p>
        </p:txBody>
      </p:sp>
      <p:sp>
        <p:nvSpPr>
          <p:cNvPr id="22539" name="Text Box 12"/>
          <p:cNvSpPr txBox="1">
            <a:spLocks noChangeArrowheads="1"/>
          </p:cNvSpPr>
          <p:nvPr/>
        </p:nvSpPr>
        <p:spPr bwMode="auto">
          <a:xfrm>
            <a:off x="2317750" y="1125538"/>
            <a:ext cx="441325" cy="22383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 algn="ctr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defRPr sz="1600">
                <a:solidFill>
                  <a:schemeClr val="tx1"/>
                </a:solidFill>
                <a:latin typeface="Lucida Sans Unicode" pitchFamily="34" charset="0"/>
              </a:defRPr>
            </a:lvl1pPr>
            <a:lvl2pPr marL="742950" indent="-285750">
              <a:defRPr sz="1600">
                <a:solidFill>
                  <a:schemeClr val="tx1"/>
                </a:solidFill>
                <a:latin typeface="Lucida Sans Unicode" pitchFamily="34" charset="0"/>
              </a:defRPr>
            </a:lvl2pPr>
            <a:lvl3pPr marL="1143000" indent="-228600">
              <a:defRPr sz="1600">
                <a:solidFill>
                  <a:schemeClr val="tx1"/>
                </a:solidFill>
                <a:latin typeface="Lucida Sans Unicode" pitchFamily="34" charset="0"/>
              </a:defRPr>
            </a:lvl3pPr>
            <a:lvl4pPr marL="1600200" indent="-228600">
              <a:defRPr sz="1600">
                <a:solidFill>
                  <a:schemeClr val="tx1"/>
                </a:solidFill>
                <a:latin typeface="Lucida Sans Unicode" pitchFamily="34" charset="0"/>
              </a:defRPr>
            </a:lvl4pPr>
            <a:lvl5pPr marL="2057400" indent="-228600">
              <a:defRPr sz="1600">
                <a:solidFill>
                  <a:schemeClr val="tx1"/>
                </a:solidFill>
                <a:latin typeface="Lucida Sans Unicode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Lucida Sans Unicode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Lucida Sans Unicode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Lucida Sans Unicode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Lucida Sans Unicode" pitchFamily="34" charset="0"/>
              </a:defRPr>
            </a:lvl9pPr>
          </a:lstStyle>
          <a:p>
            <a:pPr algn="r">
              <a:lnSpc>
                <a:spcPct val="110000"/>
              </a:lnSpc>
            </a:pPr>
            <a:r>
              <a:rPr lang="en-GB"/>
              <a:t>#0</a:t>
            </a:r>
          </a:p>
          <a:p>
            <a:pPr algn="r">
              <a:lnSpc>
                <a:spcPct val="110000"/>
              </a:lnSpc>
            </a:pPr>
            <a:r>
              <a:rPr lang="en-GB"/>
              <a:t>#1</a:t>
            </a:r>
          </a:p>
          <a:p>
            <a:pPr algn="r">
              <a:lnSpc>
                <a:spcPct val="110000"/>
              </a:lnSpc>
            </a:pPr>
            <a:r>
              <a:rPr lang="en-GB"/>
              <a:t>#2</a:t>
            </a:r>
          </a:p>
          <a:p>
            <a:pPr algn="r">
              <a:lnSpc>
                <a:spcPct val="110000"/>
              </a:lnSpc>
            </a:pPr>
            <a:r>
              <a:rPr lang="en-GB"/>
              <a:t>#3</a:t>
            </a:r>
          </a:p>
          <a:p>
            <a:pPr algn="r">
              <a:lnSpc>
                <a:spcPct val="110000"/>
              </a:lnSpc>
            </a:pPr>
            <a:r>
              <a:rPr lang="en-GB"/>
              <a:t>#4</a:t>
            </a:r>
          </a:p>
          <a:p>
            <a:pPr algn="r">
              <a:lnSpc>
                <a:spcPct val="110000"/>
              </a:lnSpc>
            </a:pPr>
            <a:r>
              <a:rPr lang="en-GB"/>
              <a:t>#5</a:t>
            </a:r>
          </a:p>
          <a:p>
            <a:pPr algn="r">
              <a:lnSpc>
                <a:spcPct val="110000"/>
              </a:lnSpc>
            </a:pPr>
            <a:r>
              <a:rPr lang="en-GB"/>
              <a:t>#6</a:t>
            </a:r>
          </a:p>
          <a:p>
            <a:pPr algn="r">
              <a:lnSpc>
                <a:spcPct val="110000"/>
              </a:lnSpc>
            </a:pPr>
            <a:r>
              <a:rPr lang="en-GB"/>
              <a:t>#7</a:t>
            </a:r>
            <a:endParaRPr lang="en-US" b="1"/>
          </a:p>
        </p:txBody>
      </p:sp>
      <p:sp>
        <p:nvSpPr>
          <p:cNvPr id="22540" name="Text Box 13"/>
          <p:cNvSpPr txBox="1">
            <a:spLocks noChangeArrowheads="1"/>
          </p:cNvSpPr>
          <p:nvPr/>
        </p:nvSpPr>
        <p:spPr bwMode="auto">
          <a:xfrm>
            <a:off x="5889625" y="1125538"/>
            <a:ext cx="465138" cy="22383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 algn="ctr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defRPr sz="1600">
                <a:solidFill>
                  <a:schemeClr val="tx1"/>
                </a:solidFill>
                <a:latin typeface="Lucida Sans Unicode" pitchFamily="34" charset="0"/>
              </a:defRPr>
            </a:lvl1pPr>
            <a:lvl2pPr marL="742950" indent="-285750">
              <a:defRPr sz="1600">
                <a:solidFill>
                  <a:schemeClr val="tx1"/>
                </a:solidFill>
                <a:latin typeface="Lucida Sans Unicode" pitchFamily="34" charset="0"/>
              </a:defRPr>
            </a:lvl2pPr>
            <a:lvl3pPr marL="1143000" indent="-228600">
              <a:defRPr sz="1600">
                <a:solidFill>
                  <a:schemeClr val="tx1"/>
                </a:solidFill>
                <a:latin typeface="Lucida Sans Unicode" pitchFamily="34" charset="0"/>
              </a:defRPr>
            </a:lvl3pPr>
            <a:lvl4pPr marL="1600200" indent="-228600">
              <a:defRPr sz="1600">
                <a:solidFill>
                  <a:schemeClr val="tx1"/>
                </a:solidFill>
                <a:latin typeface="Lucida Sans Unicode" pitchFamily="34" charset="0"/>
              </a:defRPr>
            </a:lvl4pPr>
            <a:lvl5pPr marL="2057400" indent="-228600">
              <a:defRPr sz="1600">
                <a:solidFill>
                  <a:schemeClr val="tx1"/>
                </a:solidFill>
                <a:latin typeface="Lucida Sans Unicode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Lucida Sans Unicode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Lucida Sans Unicode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Lucida Sans Unicode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Lucida Sans Unicode" pitchFamily="34" charset="0"/>
              </a:defRPr>
            </a:lvl9pPr>
          </a:lstStyle>
          <a:p>
            <a:pPr algn="ctr">
              <a:lnSpc>
                <a:spcPct val="110000"/>
              </a:lnSpc>
            </a:pPr>
            <a:r>
              <a:rPr lang="en-GB"/>
              <a:t>#8</a:t>
            </a:r>
          </a:p>
          <a:p>
            <a:pPr algn="ctr">
              <a:lnSpc>
                <a:spcPct val="110000"/>
              </a:lnSpc>
            </a:pPr>
            <a:r>
              <a:rPr lang="en-GB"/>
              <a:t>#9</a:t>
            </a:r>
          </a:p>
          <a:p>
            <a:pPr algn="ctr">
              <a:lnSpc>
                <a:spcPct val="110000"/>
              </a:lnSpc>
            </a:pPr>
            <a:r>
              <a:rPr lang="en-GB"/>
              <a:t>#A</a:t>
            </a:r>
          </a:p>
          <a:p>
            <a:pPr algn="ctr">
              <a:lnSpc>
                <a:spcPct val="110000"/>
              </a:lnSpc>
            </a:pPr>
            <a:r>
              <a:rPr lang="en-GB" b="1"/>
              <a:t>#B</a:t>
            </a:r>
          </a:p>
          <a:p>
            <a:pPr algn="ctr">
              <a:lnSpc>
                <a:spcPct val="110000"/>
              </a:lnSpc>
            </a:pPr>
            <a:r>
              <a:rPr lang="en-GB"/>
              <a:t>#C</a:t>
            </a:r>
          </a:p>
          <a:p>
            <a:pPr algn="ctr">
              <a:lnSpc>
                <a:spcPct val="110000"/>
              </a:lnSpc>
            </a:pPr>
            <a:r>
              <a:rPr lang="en-GB"/>
              <a:t>#D</a:t>
            </a:r>
          </a:p>
          <a:p>
            <a:pPr algn="ctr">
              <a:lnSpc>
                <a:spcPct val="110000"/>
              </a:lnSpc>
            </a:pPr>
            <a:r>
              <a:rPr lang="en-GB"/>
              <a:t>#E</a:t>
            </a:r>
          </a:p>
          <a:p>
            <a:pPr algn="ctr">
              <a:lnSpc>
                <a:spcPct val="110000"/>
              </a:lnSpc>
            </a:pPr>
            <a:r>
              <a:rPr lang="en-GB"/>
              <a:t>#F</a:t>
            </a:r>
            <a:endParaRPr lang="en-US" b="1"/>
          </a:p>
        </p:txBody>
      </p:sp>
      <p:sp>
        <p:nvSpPr>
          <p:cNvPr id="22541" name="Text Box 14"/>
          <p:cNvSpPr txBox="1">
            <a:spLocks noChangeArrowheads="1"/>
          </p:cNvSpPr>
          <p:nvPr/>
        </p:nvSpPr>
        <p:spPr bwMode="auto">
          <a:xfrm>
            <a:off x="430213" y="376238"/>
            <a:ext cx="2081212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 algn="ctr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defRPr sz="1600">
                <a:solidFill>
                  <a:schemeClr val="tx1"/>
                </a:solidFill>
                <a:latin typeface="Lucida Sans Unicode" pitchFamily="34" charset="0"/>
              </a:defRPr>
            </a:lvl1pPr>
            <a:lvl2pPr marL="742950" indent="-285750">
              <a:defRPr sz="1600">
                <a:solidFill>
                  <a:schemeClr val="tx1"/>
                </a:solidFill>
                <a:latin typeface="Lucida Sans Unicode" pitchFamily="34" charset="0"/>
              </a:defRPr>
            </a:lvl2pPr>
            <a:lvl3pPr marL="1143000" indent="-228600">
              <a:defRPr sz="1600">
                <a:solidFill>
                  <a:schemeClr val="tx1"/>
                </a:solidFill>
                <a:latin typeface="Lucida Sans Unicode" pitchFamily="34" charset="0"/>
              </a:defRPr>
            </a:lvl3pPr>
            <a:lvl4pPr marL="1600200" indent="-228600">
              <a:defRPr sz="1600">
                <a:solidFill>
                  <a:schemeClr val="tx1"/>
                </a:solidFill>
                <a:latin typeface="Lucida Sans Unicode" pitchFamily="34" charset="0"/>
              </a:defRPr>
            </a:lvl4pPr>
            <a:lvl5pPr marL="2057400" indent="-228600">
              <a:defRPr sz="1600">
                <a:solidFill>
                  <a:schemeClr val="tx1"/>
                </a:solidFill>
                <a:latin typeface="Lucida Sans Unicode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Lucida Sans Unicode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Lucida Sans Unicode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Lucida Sans Unicode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Lucida Sans Unicode" pitchFamily="34" charset="0"/>
              </a:defRPr>
            </a:lvl9pPr>
          </a:lstStyle>
          <a:p>
            <a:r>
              <a:rPr lang="en-GB" sz="2400" b="1"/>
              <a:t>Hexadecimal</a:t>
            </a:r>
            <a:endParaRPr lang="en-US" sz="2400" b="1"/>
          </a:p>
        </p:txBody>
      </p:sp>
      <p:sp>
        <p:nvSpPr>
          <p:cNvPr id="22542" name="Text Box 15"/>
          <p:cNvSpPr txBox="1">
            <a:spLocks noChangeArrowheads="1"/>
          </p:cNvSpPr>
          <p:nvPr/>
        </p:nvSpPr>
        <p:spPr bwMode="auto">
          <a:xfrm>
            <a:off x="1617663" y="4162425"/>
            <a:ext cx="4303712" cy="16795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 algn="ctr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marL="457200" indent="-457200">
              <a:defRPr sz="1600">
                <a:solidFill>
                  <a:schemeClr val="tx1"/>
                </a:solidFill>
                <a:latin typeface="Lucida Sans Unicode" pitchFamily="34" charset="0"/>
              </a:defRPr>
            </a:lvl1pPr>
            <a:lvl2pPr marL="742950" indent="-285750">
              <a:defRPr sz="1600">
                <a:solidFill>
                  <a:schemeClr val="tx1"/>
                </a:solidFill>
                <a:latin typeface="Lucida Sans Unicode" pitchFamily="34" charset="0"/>
              </a:defRPr>
            </a:lvl2pPr>
            <a:lvl3pPr marL="1143000" indent="-228600">
              <a:defRPr sz="1600">
                <a:solidFill>
                  <a:schemeClr val="tx1"/>
                </a:solidFill>
                <a:latin typeface="Lucida Sans Unicode" pitchFamily="34" charset="0"/>
              </a:defRPr>
            </a:lvl3pPr>
            <a:lvl4pPr marL="1600200" indent="-228600">
              <a:defRPr sz="1600">
                <a:solidFill>
                  <a:schemeClr val="tx1"/>
                </a:solidFill>
                <a:latin typeface="Lucida Sans Unicode" pitchFamily="34" charset="0"/>
              </a:defRPr>
            </a:lvl4pPr>
            <a:lvl5pPr marL="2057400" indent="-228600">
              <a:defRPr sz="1600">
                <a:solidFill>
                  <a:schemeClr val="tx1"/>
                </a:solidFill>
                <a:latin typeface="Lucida Sans Unicode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Lucida Sans Unicode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Lucida Sans Unicode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Lucida Sans Unicode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Lucida Sans Unicode" pitchFamily="34" charset="0"/>
              </a:defRPr>
            </a:lvl9pPr>
          </a:lstStyle>
          <a:p>
            <a:pPr>
              <a:lnSpc>
                <a:spcPct val="130000"/>
              </a:lnSpc>
            </a:pPr>
            <a:r>
              <a:rPr lang="en-GB"/>
              <a:t>	</a:t>
            </a:r>
            <a:r>
              <a:rPr lang="en-GB" b="1"/>
              <a:t>0011  1011  =  #3B  =  decimal   59 </a:t>
            </a:r>
          </a:p>
          <a:p>
            <a:pPr>
              <a:lnSpc>
                <a:spcPct val="130000"/>
              </a:lnSpc>
              <a:buFontTx/>
              <a:buAutoNum type="arabicPlain" startAt="11"/>
            </a:pPr>
            <a:endParaRPr lang="en-GB" b="1"/>
          </a:p>
          <a:p>
            <a:pPr>
              <a:lnSpc>
                <a:spcPct val="130000"/>
              </a:lnSpc>
            </a:pPr>
            <a:r>
              <a:rPr lang="en-GB"/>
              <a:t>	0111  1111  =  #7F  =  decimal  127</a:t>
            </a:r>
          </a:p>
          <a:p>
            <a:pPr>
              <a:lnSpc>
                <a:spcPct val="130000"/>
              </a:lnSpc>
            </a:pPr>
            <a:r>
              <a:rPr lang="en-GB"/>
              <a:t>	0100  0101  =  #45  =  decimal   69</a:t>
            </a:r>
          </a:p>
          <a:p>
            <a:pPr>
              <a:lnSpc>
                <a:spcPct val="130000"/>
              </a:lnSpc>
            </a:pPr>
            <a:r>
              <a:rPr lang="en-GB"/>
              <a:t>	1010  1101  =  #AD  =  decimal 173</a:t>
            </a:r>
            <a:endParaRPr lang="en-US"/>
          </a:p>
        </p:txBody>
      </p:sp>
      <p:sp>
        <p:nvSpPr>
          <p:cNvPr id="22543" name="Oval 17"/>
          <p:cNvSpPr>
            <a:spLocks noChangeArrowheads="1"/>
          </p:cNvSpPr>
          <p:nvPr/>
        </p:nvSpPr>
        <p:spPr bwMode="auto">
          <a:xfrm>
            <a:off x="2073275" y="4168775"/>
            <a:ext cx="649288" cy="431800"/>
          </a:xfrm>
          <a:prstGeom prst="ellipse">
            <a:avLst/>
          </a:prstGeom>
          <a:noFill/>
          <a:ln w="28575" algn="ctr">
            <a:solidFill>
              <a:srgbClr val="FF0000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 anchor="ctr"/>
          <a:lstStyle/>
          <a:p>
            <a:endParaRPr lang="en-US"/>
          </a:p>
        </p:txBody>
      </p:sp>
      <p:sp>
        <p:nvSpPr>
          <p:cNvPr id="22544" name="Oval 18"/>
          <p:cNvSpPr>
            <a:spLocks noChangeArrowheads="1"/>
          </p:cNvSpPr>
          <p:nvPr/>
        </p:nvSpPr>
        <p:spPr bwMode="auto">
          <a:xfrm>
            <a:off x="2786063" y="4146550"/>
            <a:ext cx="649287" cy="431800"/>
          </a:xfrm>
          <a:prstGeom prst="ellipse">
            <a:avLst/>
          </a:prstGeom>
          <a:noFill/>
          <a:ln w="28575" algn="ctr">
            <a:solidFill>
              <a:srgbClr val="FF0000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 anchor="ctr"/>
          <a:lstStyle/>
          <a:p>
            <a:endParaRPr lang="en-US"/>
          </a:p>
        </p:txBody>
      </p:sp>
      <p:sp>
        <p:nvSpPr>
          <p:cNvPr id="22545" name="AutoShape 19"/>
          <p:cNvSpPr>
            <a:spLocks noChangeArrowheads="1"/>
          </p:cNvSpPr>
          <p:nvPr/>
        </p:nvSpPr>
        <p:spPr bwMode="auto">
          <a:xfrm>
            <a:off x="430213" y="1931988"/>
            <a:ext cx="1398587" cy="292100"/>
          </a:xfrm>
          <a:prstGeom prst="roundRect">
            <a:avLst>
              <a:gd name="adj" fmla="val 16667"/>
            </a:avLst>
          </a:prstGeom>
          <a:noFill/>
          <a:ln w="28575" algn="ctr">
            <a:solidFill>
              <a:srgbClr val="FF0000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 anchor="ctr"/>
          <a:lstStyle/>
          <a:p>
            <a:endParaRPr lang="en-US"/>
          </a:p>
        </p:txBody>
      </p:sp>
      <p:sp>
        <p:nvSpPr>
          <p:cNvPr id="22546" name="AutoShape 20"/>
          <p:cNvSpPr>
            <a:spLocks noChangeArrowheads="1"/>
          </p:cNvSpPr>
          <p:nvPr/>
        </p:nvSpPr>
        <p:spPr bwMode="auto">
          <a:xfrm>
            <a:off x="4025900" y="1973263"/>
            <a:ext cx="2354263" cy="292100"/>
          </a:xfrm>
          <a:prstGeom prst="roundRect">
            <a:avLst>
              <a:gd name="adj" fmla="val 16667"/>
            </a:avLst>
          </a:prstGeom>
          <a:noFill/>
          <a:ln w="28575" algn="ctr">
            <a:solidFill>
              <a:srgbClr val="FF0000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 anchor="ctr"/>
          <a:lstStyle/>
          <a:p>
            <a:endParaRPr lang="en-US"/>
          </a:p>
        </p:txBody>
      </p:sp>
      <p:sp>
        <p:nvSpPr>
          <p:cNvPr id="22547" name="Line 21"/>
          <p:cNvSpPr>
            <a:spLocks noChangeShapeType="1"/>
          </p:cNvSpPr>
          <p:nvPr/>
        </p:nvSpPr>
        <p:spPr bwMode="auto">
          <a:xfrm>
            <a:off x="1673225" y="2244725"/>
            <a:ext cx="727075" cy="1941513"/>
          </a:xfrm>
          <a:prstGeom prst="line">
            <a:avLst/>
          </a:prstGeom>
          <a:noFill/>
          <a:ln w="28575">
            <a:solidFill>
              <a:srgbClr val="FF0000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en-GB"/>
          </a:p>
        </p:txBody>
      </p:sp>
      <p:sp>
        <p:nvSpPr>
          <p:cNvPr id="22548" name="Line 22"/>
          <p:cNvSpPr>
            <a:spLocks noChangeShapeType="1"/>
          </p:cNvSpPr>
          <p:nvPr/>
        </p:nvSpPr>
        <p:spPr bwMode="auto">
          <a:xfrm flipH="1">
            <a:off x="3376613" y="2297113"/>
            <a:ext cx="2130425" cy="1911350"/>
          </a:xfrm>
          <a:prstGeom prst="line">
            <a:avLst/>
          </a:prstGeom>
          <a:noFill/>
          <a:ln w="28575">
            <a:solidFill>
              <a:srgbClr val="FF0000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en-GB"/>
          </a:p>
        </p:txBody>
      </p:sp>
      <p:sp>
        <p:nvSpPr>
          <p:cNvPr id="22549" name="AutoShape 25"/>
          <p:cNvSpPr>
            <a:spLocks noChangeArrowheads="1"/>
          </p:cNvSpPr>
          <p:nvPr/>
        </p:nvSpPr>
        <p:spPr bwMode="auto">
          <a:xfrm>
            <a:off x="6661150" y="4291013"/>
            <a:ext cx="2482850" cy="1216025"/>
          </a:xfrm>
          <a:prstGeom prst="wedgeRoundRectCallout">
            <a:avLst>
              <a:gd name="adj1" fmla="val -78324"/>
              <a:gd name="adj2" fmla="val 28722"/>
              <a:gd name="adj3" fmla="val 16667"/>
            </a:avLst>
          </a:prstGeom>
          <a:solidFill>
            <a:schemeClr val="hlink"/>
          </a:solidFill>
          <a:ln w="9525" algn="ctr">
            <a:solidFill>
              <a:schemeClr val="tx1"/>
            </a:solidFill>
            <a:miter lim="800000"/>
            <a:headEnd/>
            <a:tailEnd/>
          </a:ln>
        </p:spPr>
        <p:txBody>
          <a:bodyPr/>
          <a:lstStyle/>
          <a:p>
            <a:pPr algn="ctr"/>
            <a:r>
              <a:rPr lang="en-GB" sz="1400"/>
              <a:t>Note even if a hex number is only numric characters, the decimal equivalent will be different</a:t>
            </a:r>
            <a:endParaRPr lang="en-US" sz="1400"/>
          </a:p>
        </p:txBody>
      </p:sp>
    </p:spTree>
    <p:extLst>
      <p:ext uri="{BB962C8B-B14F-4D97-AF65-F5344CB8AC3E}">
        <p14:creationId xmlns:p14="http://schemas.microsoft.com/office/powerpoint/2010/main" val="1099406100"/>
      </p:ext>
    </p:extLst>
  </p:cSld>
  <p:clrMapOvr>
    <a:masterClrMapping/>
  </p:clrMapOvr>
</p:sld>
</file>

<file path=ppt/slides/slide1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 bwMode="auto">
          <a:xfrm>
            <a:off x="0" y="0"/>
            <a:ext cx="9144000" cy="6858001"/>
          </a:xfrm>
          <a:prstGeom prst="rect">
            <a:avLst/>
          </a:prstGeom>
          <a:solidFill>
            <a:schemeClr val="tx1"/>
          </a:solidFill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GB" sz="16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Lucida Sans Unicode" pitchFamily="34" charset="0"/>
            </a:endParaRPr>
          </a:p>
        </p:txBody>
      </p:sp>
      <p:pic>
        <p:nvPicPr>
          <p:cNvPr id="2050" name="Picture 2" descr="BBCHD_testcard_big.jpg (1920×1080)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921" y="857509"/>
            <a:ext cx="9143079" cy="5142982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1864684402"/>
      </p:ext>
    </p:extLst>
  </p:cSld>
  <p:clrMapOvr>
    <a:masterClrMapping/>
  </p:clrMapOvr>
</p:sld>
</file>

<file path=ppt/slides/slide1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 bwMode="auto">
          <a:xfrm>
            <a:off x="0" y="0"/>
            <a:ext cx="9144000" cy="6858001"/>
          </a:xfrm>
          <a:prstGeom prst="rect">
            <a:avLst/>
          </a:prstGeom>
          <a:solidFill>
            <a:schemeClr val="tx1"/>
          </a:solidFill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GB" sz="16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Lucida Sans Unicode" pitchFamily="34" charset="0"/>
            </a:endParaRPr>
          </a:p>
        </p:txBody>
      </p:sp>
      <p:pic>
        <p:nvPicPr>
          <p:cNvPr id="2050" name="Picture 2" descr="BBCHD_testcard_big.jpg (1920×1080)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921" y="857509"/>
            <a:ext cx="9143079" cy="5142982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2349441324"/>
      </p:ext>
    </p:extLst>
  </p:cSld>
  <p:clrMapOvr>
    <a:masterClrMapping/>
  </p:clrMapOvr>
</p:sld>
</file>

<file path=ppt/slides/slide1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5" descr="http://upload.wikimedia.org/wikipedia/commons/5/56/Binary_logarithm_plot.png"/>
          <p:cNvPicPr>
            <a:picLocks noChangeAspect="1" noChangeArrowheads="1"/>
          </p:cNvPicPr>
          <p:nvPr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395289" y="3653663"/>
            <a:ext cx="3155985" cy="233052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pic>
        <p:nvPicPr>
          <p:cNvPr id="3" name="Picture 3"/>
          <p:cNvPicPr>
            <a:picLocks noChangeAspect="1" noChangeArrowheads="1"/>
          </p:cNvPicPr>
          <p:nvPr/>
        </p:nvPicPr>
        <p:blipFill>
          <a:blip r:embed="rId3" cstate="print"/>
          <a:srcRect/>
          <a:stretch>
            <a:fillRect/>
          </a:stretch>
        </p:blipFill>
        <p:spPr bwMode="auto">
          <a:xfrm rot="16200000">
            <a:off x="3972841" y="3637277"/>
            <a:ext cx="1915577" cy="2466751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cxnSp>
        <p:nvCxnSpPr>
          <p:cNvPr id="4" name="Straight Connector 3"/>
          <p:cNvCxnSpPr/>
          <p:nvPr/>
        </p:nvCxnSpPr>
        <p:spPr bwMode="auto">
          <a:xfrm flipV="1">
            <a:off x="1115616" y="1213945"/>
            <a:ext cx="2305501" cy="1784207"/>
          </a:xfrm>
          <a:prstGeom prst="line">
            <a:avLst/>
          </a:prstGeom>
          <a:noFill/>
          <a:ln w="28575" cap="flat" cmpd="sng" algn="ctr">
            <a:solidFill>
              <a:schemeClr val="accent6"/>
            </a:solidFill>
            <a:prstDash val="solid"/>
            <a:round/>
            <a:headEnd type="none" w="med" len="med"/>
            <a:tailEnd type="none" w="med" len="med"/>
          </a:ln>
          <a:effectLst/>
        </p:spPr>
      </p:cxnSp>
      <p:sp>
        <p:nvSpPr>
          <p:cNvPr id="6" name="Rectangle 2"/>
          <p:cNvSpPr>
            <a:spLocks noChangeArrowheads="1"/>
          </p:cNvSpPr>
          <p:nvPr/>
        </p:nvSpPr>
        <p:spPr bwMode="auto">
          <a:xfrm>
            <a:off x="369888" y="334963"/>
            <a:ext cx="5166799" cy="46166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>
            <a:spAutoFit/>
          </a:bodyPr>
          <a:lstStyle/>
          <a:p>
            <a:r>
              <a:rPr lang="en-GB" sz="2400" b="1" dirty="0"/>
              <a:t>Linear / Logarithmic Relationship</a:t>
            </a:r>
          </a:p>
        </p:txBody>
      </p:sp>
      <p:grpSp>
        <p:nvGrpSpPr>
          <p:cNvPr id="5" name="Group 64"/>
          <p:cNvGrpSpPr/>
          <p:nvPr/>
        </p:nvGrpSpPr>
        <p:grpSpPr>
          <a:xfrm>
            <a:off x="1131381" y="1219337"/>
            <a:ext cx="2304256" cy="1778714"/>
            <a:chOff x="827584" y="980728"/>
            <a:chExt cx="2304256" cy="1778714"/>
          </a:xfrm>
        </p:grpSpPr>
        <p:sp>
          <p:nvSpPr>
            <p:cNvPr id="10" name="Rectangle 9"/>
            <p:cNvSpPr/>
            <p:nvPr/>
          </p:nvSpPr>
          <p:spPr bwMode="auto">
            <a:xfrm>
              <a:off x="827584" y="980728"/>
              <a:ext cx="288032" cy="338554"/>
            </a:xfrm>
            <a:prstGeom prst="rect">
              <a:avLst/>
            </a:prstGeom>
            <a:noFill/>
            <a:ln w="9525" cap="flat" cmpd="sng" algn="ctr">
              <a:solidFill>
                <a:schemeClr val="bg1">
                  <a:lumMod val="75000"/>
                </a:schemeClr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 vert="horz" wrap="square" lIns="91440" tIns="45720" rIns="91440" bIns="45720" numCol="1" rtlCol="0" anchor="t" anchorCtr="0" compatLnSpc="1">
              <a:prstTxWarp prst="textNoShape">
                <a:avLst/>
              </a:prstTxWarp>
              <a:spAutoFit/>
            </a:bodyPr>
            <a:lstStyle/>
            <a:p>
              <a:pPr marL="0" marR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endParaRPr kumimoji="0" lang="en-GB" sz="160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Lucida Sans Unicode" pitchFamily="34" charset="0"/>
              </a:endParaRPr>
            </a:p>
          </p:txBody>
        </p:sp>
        <p:sp>
          <p:nvSpPr>
            <p:cNvPr id="11" name="Rectangle 10"/>
            <p:cNvSpPr/>
            <p:nvPr/>
          </p:nvSpPr>
          <p:spPr bwMode="auto">
            <a:xfrm>
              <a:off x="1115616" y="980728"/>
              <a:ext cx="288032" cy="338554"/>
            </a:xfrm>
            <a:prstGeom prst="rect">
              <a:avLst/>
            </a:prstGeom>
            <a:noFill/>
            <a:ln w="9525" cap="flat" cmpd="sng" algn="ctr">
              <a:solidFill>
                <a:schemeClr val="bg1">
                  <a:lumMod val="75000"/>
                </a:schemeClr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 vert="horz" wrap="square" lIns="91440" tIns="45720" rIns="91440" bIns="45720" numCol="1" rtlCol="0" anchor="t" anchorCtr="0" compatLnSpc="1">
              <a:prstTxWarp prst="textNoShape">
                <a:avLst/>
              </a:prstTxWarp>
              <a:spAutoFit/>
            </a:bodyPr>
            <a:lstStyle/>
            <a:p>
              <a:pPr marL="0" marR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endParaRPr kumimoji="0" lang="en-GB" sz="160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Lucida Sans Unicode" pitchFamily="34" charset="0"/>
              </a:endParaRPr>
            </a:p>
          </p:txBody>
        </p:sp>
        <p:sp>
          <p:nvSpPr>
            <p:cNvPr id="12" name="Rectangle 11"/>
            <p:cNvSpPr/>
            <p:nvPr/>
          </p:nvSpPr>
          <p:spPr bwMode="auto">
            <a:xfrm>
              <a:off x="1403648" y="980728"/>
              <a:ext cx="288032" cy="338554"/>
            </a:xfrm>
            <a:prstGeom prst="rect">
              <a:avLst/>
            </a:prstGeom>
            <a:noFill/>
            <a:ln w="9525" cap="flat" cmpd="sng" algn="ctr">
              <a:solidFill>
                <a:schemeClr val="bg1">
                  <a:lumMod val="75000"/>
                </a:schemeClr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 vert="horz" wrap="square" lIns="91440" tIns="45720" rIns="91440" bIns="45720" numCol="1" rtlCol="0" anchor="t" anchorCtr="0" compatLnSpc="1">
              <a:prstTxWarp prst="textNoShape">
                <a:avLst/>
              </a:prstTxWarp>
              <a:spAutoFit/>
            </a:bodyPr>
            <a:lstStyle/>
            <a:p>
              <a:pPr marL="0" marR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endParaRPr kumimoji="0" lang="en-GB" sz="160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Lucida Sans Unicode" pitchFamily="34" charset="0"/>
              </a:endParaRPr>
            </a:p>
          </p:txBody>
        </p:sp>
        <p:sp>
          <p:nvSpPr>
            <p:cNvPr id="13" name="Rectangle 12"/>
            <p:cNvSpPr/>
            <p:nvPr/>
          </p:nvSpPr>
          <p:spPr bwMode="auto">
            <a:xfrm>
              <a:off x="1691680" y="980728"/>
              <a:ext cx="288032" cy="338554"/>
            </a:xfrm>
            <a:prstGeom prst="rect">
              <a:avLst/>
            </a:prstGeom>
            <a:noFill/>
            <a:ln w="9525" cap="flat" cmpd="sng" algn="ctr">
              <a:solidFill>
                <a:schemeClr val="bg1">
                  <a:lumMod val="75000"/>
                </a:schemeClr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 vert="horz" wrap="square" lIns="91440" tIns="45720" rIns="91440" bIns="45720" numCol="1" rtlCol="0" anchor="t" anchorCtr="0" compatLnSpc="1">
              <a:prstTxWarp prst="textNoShape">
                <a:avLst/>
              </a:prstTxWarp>
              <a:spAutoFit/>
            </a:bodyPr>
            <a:lstStyle/>
            <a:p>
              <a:pPr marL="0" marR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endParaRPr kumimoji="0" lang="en-GB" sz="160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Lucida Sans Unicode" pitchFamily="34" charset="0"/>
              </a:endParaRPr>
            </a:p>
          </p:txBody>
        </p:sp>
        <p:sp>
          <p:nvSpPr>
            <p:cNvPr id="26" name="Rectangle 25"/>
            <p:cNvSpPr/>
            <p:nvPr/>
          </p:nvSpPr>
          <p:spPr bwMode="auto">
            <a:xfrm>
              <a:off x="827584" y="1340768"/>
              <a:ext cx="288032" cy="338554"/>
            </a:xfrm>
            <a:prstGeom prst="rect">
              <a:avLst/>
            </a:prstGeom>
            <a:noFill/>
            <a:ln w="9525" cap="flat" cmpd="sng" algn="ctr">
              <a:solidFill>
                <a:schemeClr val="bg1">
                  <a:lumMod val="75000"/>
                </a:schemeClr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 vert="horz" wrap="square" lIns="91440" tIns="45720" rIns="91440" bIns="45720" numCol="1" rtlCol="0" anchor="t" anchorCtr="0" compatLnSpc="1">
              <a:prstTxWarp prst="textNoShape">
                <a:avLst/>
              </a:prstTxWarp>
              <a:spAutoFit/>
            </a:bodyPr>
            <a:lstStyle/>
            <a:p>
              <a:pPr marL="0" marR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endParaRPr kumimoji="0" lang="en-GB" sz="160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Lucida Sans Unicode" pitchFamily="34" charset="0"/>
              </a:endParaRPr>
            </a:p>
          </p:txBody>
        </p:sp>
        <p:sp>
          <p:nvSpPr>
            <p:cNvPr id="27" name="Rectangle 26"/>
            <p:cNvSpPr/>
            <p:nvPr/>
          </p:nvSpPr>
          <p:spPr bwMode="auto">
            <a:xfrm>
              <a:off x="1115616" y="1340768"/>
              <a:ext cx="288032" cy="338554"/>
            </a:xfrm>
            <a:prstGeom prst="rect">
              <a:avLst/>
            </a:prstGeom>
            <a:noFill/>
            <a:ln w="9525" cap="flat" cmpd="sng" algn="ctr">
              <a:solidFill>
                <a:schemeClr val="bg1">
                  <a:lumMod val="75000"/>
                </a:schemeClr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 vert="horz" wrap="square" lIns="91440" tIns="45720" rIns="91440" bIns="45720" numCol="1" rtlCol="0" anchor="t" anchorCtr="0" compatLnSpc="1">
              <a:prstTxWarp prst="textNoShape">
                <a:avLst/>
              </a:prstTxWarp>
              <a:spAutoFit/>
            </a:bodyPr>
            <a:lstStyle/>
            <a:p>
              <a:pPr marL="0" marR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endParaRPr kumimoji="0" lang="en-GB" sz="160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Lucida Sans Unicode" pitchFamily="34" charset="0"/>
              </a:endParaRPr>
            </a:p>
          </p:txBody>
        </p:sp>
        <p:sp>
          <p:nvSpPr>
            <p:cNvPr id="28" name="Rectangle 27"/>
            <p:cNvSpPr/>
            <p:nvPr/>
          </p:nvSpPr>
          <p:spPr bwMode="auto">
            <a:xfrm>
              <a:off x="1403648" y="1340768"/>
              <a:ext cx="288032" cy="338554"/>
            </a:xfrm>
            <a:prstGeom prst="rect">
              <a:avLst/>
            </a:prstGeom>
            <a:noFill/>
            <a:ln w="9525" cap="flat" cmpd="sng" algn="ctr">
              <a:solidFill>
                <a:schemeClr val="bg1">
                  <a:lumMod val="75000"/>
                </a:schemeClr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 vert="horz" wrap="square" lIns="91440" tIns="45720" rIns="91440" bIns="45720" numCol="1" rtlCol="0" anchor="t" anchorCtr="0" compatLnSpc="1">
              <a:prstTxWarp prst="textNoShape">
                <a:avLst/>
              </a:prstTxWarp>
              <a:spAutoFit/>
            </a:bodyPr>
            <a:lstStyle/>
            <a:p>
              <a:pPr marL="0" marR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endParaRPr kumimoji="0" lang="en-GB" sz="160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Lucida Sans Unicode" pitchFamily="34" charset="0"/>
              </a:endParaRPr>
            </a:p>
          </p:txBody>
        </p:sp>
        <p:sp>
          <p:nvSpPr>
            <p:cNvPr id="29" name="Rectangle 28"/>
            <p:cNvSpPr/>
            <p:nvPr/>
          </p:nvSpPr>
          <p:spPr bwMode="auto">
            <a:xfrm>
              <a:off x="1691680" y="1340768"/>
              <a:ext cx="288032" cy="338554"/>
            </a:xfrm>
            <a:prstGeom prst="rect">
              <a:avLst/>
            </a:prstGeom>
            <a:noFill/>
            <a:ln w="9525" cap="flat" cmpd="sng" algn="ctr">
              <a:solidFill>
                <a:schemeClr val="bg1">
                  <a:lumMod val="75000"/>
                </a:schemeClr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 vert="horz" wrap="square" lIns="91440" tIns="45720" rIns="91440" bIns="45720" numCol="1" rtlCol="0" anchor="t" anchorCtr="0" compatLnSpc="1">
              <a:prstTxWarp prst="textNoShape">
                <a:avLst/>
              </a:prstTxWarp>
              <a:spAutoFit/>
            </a:bodyPr>
            <a:lstStyle/>
            <a:p>
              <a:pPr marL="0" marR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endParaRPr kumimoji="0" lang="en-GB" sz="160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Lucida Sans Unicode" pitchFamily="34" charset="0"/>
              </a:endParaRPr>
            </a:p>
          </p:txBody>
        </p:sp>
        <p:sp>
          <p:nvSpPr>
            <p:cNvPr id="30" name="Rectangle 29"/>
            <p:cNvSpPr/>
            <p:nvPr/>
          </p:nvSpPr>
          <p:spPr bwMode="auto">
            <a:xfrm>
              <a:off x="827584" y="1700808"/>
              <a:ext cx="288032" cy="338554"/>
            </a:xfrm>
            <a:prstGeom prst="rect">
              <a:avLst/>
            </a:prstGeom>
            <a:noFill/>
            <a:ln w="9525" cap="flat" cmpd="sng" algn="ctr">
              <a:solidFill>
                <a:schemeClr val="bg1">
                  <a:lumMod val="75000"/>
                </a:schemeClr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 vert="horz" wrap="square" lIns="91440" tIns="45720" rIns="91440" bIns="45720" numCol="1" rtlCol="0" anchor="t" anchorCtr="0" compatLnSpc="1">
              <a:prstTxWarp prst="textNoShape">
                <a:avLst/>
              </a:prstTxWarp>
              <a:spAutoFit/>
            </a:bodyPr>
            <a:lstStyle/>
            <a:p>
              <a:pPr marL="0" marR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endParaRPr kumimoji="0" lang="en-GB" sz="160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Lucida Sans Unicode" pitchFamily="34" charset="0"/>
              </a:endParaRPr>
            </a:p>
          </p:txBody>
        </p:sp>
        <p:sp>
          <p:nvSpPr>
            <p:cNvPr id="31" name="Rectangle 30"/>
            <p:cNvSpPr/>
            <p:nvPr/>
          </p:nvSpPr>
          <p:spPr bwMode="auto">
            <a:xfrm>
              <a:off x="1115616" y="1700808"/>
              <a:ext cx="288032" cy="338554"/>
            </a:xfrm>
            <a:prstGeom prst="rect">
              <a:avLst/>
            </a:prstGeom>
            <a:noFill/>
            <a:ln w="9525" cap="flat" cmpd="sng" algn="ctr">
              <a:solidFill>
                <a:schemeClr val="bg1">
                  <a:lumMod val="75000"/>
                </a:schemeClr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 vert="horz" wrap="square" lIns="91440" tIns="45720" rIns="91440" bIns="45720" numCol="1" rtlCol="0" anchor="t" anchorCtr="0" compatLnSpc="1">
              <a:prstTxWarp prst="textNoShape">
                <a:avLst/>
              </a:prstTxWarp>
              <a:spAutoFit/>
            </a:bodyPr>
            <a:lstStyle/>
            <a:p>
              <a:pPr marL="0" marR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endParaRPr kumimoji="0" lang="en-GB" sz="160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Lucida Sans Unicode" pitchFamily="34" charset="0"/>
              </a:endParaRPr>
            </a:p>
          </p:txBody>
        </p:sp>
        <p:sp>
          <p:nvSpPr>
            <p:cNvPr id="32" name="Rectangle 31"/>
            <p:cNvSpPr/>
            <p:nvPr/>
          </p:nvSpPr>
          <p:spPr bwMode="auto">
            <a:xfrm>
              <a:off x="1403648" y="1700808"/>
              <a:ext cx="288032" cy="338554"/>
            </a:xfrm>
            <a:prstGeom prst="rect">
              <a:avLst/>
            </a:prstGeom>
            <a:noFill/>
            <a:ln w="9525" cap="flat" cmpd="sng" algn="ctr">
              <a:solidFill>
                <a:schemeClr val="bg1">
                  <a:lumMod val="75000"/>
                </a:schemeClr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 vert="horz" wrap="square" lIns="91440" tIns="45720" rIns="91440" bIns="45720" numCol="1" rtlCol="0" anchor="t" anchorCtr="0" compatLnSpc="1">
              <a:prstTxWarp prst="textNoShape">
                <a:avLst/>
              </a:prstTxWarp>
              <a:spAutoFit/>
            </a:bodyPr>
            <a:lstStyle/>
            <a:p>
              <a:pPr marL="0" marR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endParaRPr kumimoji="0" lang="en-GB" sz="160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Lucida Sans Unicode" pitchFamily="34" charset="0"/>
              </a:endParaRPr>
            </a:p>
          </p:txBody>
        </p:sp>
        <p:sp>
          <p:nvSpPr>
            <p:cNvPr id="33" name="Rectangle 32"/>
            <p:cNvSpPr/>
            <p:nvPr/>
          </p:nvSpPr>
          <p:spPr bwMode="auto">
            <a:xfrm>
              <a:off x="1691680" y="1700808"/>
              <a:ext cx="288032" cy="338554"/>
            </a:xfrm>
            <a:prstGeom prst="rect">
              <a:avLst/>
            </a:prstGeom>
            <a:noFill/>
            <a:ln w="9525" cap="flat" cmpd="sng" algn="ctr">
              <a:solidFill>
                <a:schemeClr val="bg1">
                  <a:lumMod val="75000"/>
                </a:schemeClr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 vert="horz" wrap="square" lIns="91440" tIns="45720" rIns="91440" bIns="45720" numCol="1" rtlCol="0" anchor="t" anchorCtr="0" compatLnSpc="1">
              <a:prstTxWarp prst="textNoShape">
                <a:avLst/>
              </a:prstTxWarp>
              <a:spAutoFit/>
            </a:bodyPr>
            <a:lstStyle/>
            <a:p>
              <a:pPr marL="0" marR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endParaRPr kumimoji="0" lang="en-GB" sz="160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Lucida Sans Unicode" pitchFamily="34" charset="0"/>
              </a:endParaRPr>
            </a:p>
          </p:txBody>
        </p:sp>
        <p:sp>
          <p:nvSpPr>
            <p:cNvPr id="34" name="Rectangle 33"/>
            <p:cNvSpPr/>
            <p:nvPr/>
          </p:nvSpPr>
          <p:spPr bwMode="auto">
            <a:xfrm>
              <a:off x="827584" y="2060848"/>
              <a:ext cx="288032" cy="338554"/>
            </a:xfrm>
            <a:prstGeom prst="rect">
              <a:avLst/>
            </a:prstGeom>
            <a:noFill/>
            <a:ln w="9525" cap="flat" cmpd="sng" algn="ctr">
              <a:solidFill>
                <a:schemeClr val="bg1">
                  <a:lumMod val="75000"/>
                </a:schemeClr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 vert="horz" wrap="square" lIns="91440" tIns="45720" rIns="91440" bIns="45720" numCol="1" rtlCol="0" anchor="t" anchorCtr="0" compatLnSpc="1">
              <a:prstTxWarp prst="textNoShape">
                <a:avLst/>
              </a:prstTxWarp>
              <a:spAutoFit/>
            </a:bodyPr>
            <a:lstStyle/>
            <a:p>
              <a:pPr marL="0" marR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endParaRPr kumimoji="0" lang="en-GB" sz="160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Lucida Sans Unicode" pitchFamily="34" charset="0"/>
              </a:endParaRPr>
            </a:p>
          </p:txBody>
        </p:sp>
        <p:sp>
          <p:nvSpPr>
            <p:cNvPr id="35" name="Rectangle 34"/>
            <p:cNvSpPr/>
            <p:nvPr/>
          </p:nvSpPr>
          <p:spPr bwMode="auto">
            <a:xfrm>
              <a:off x="1115616" y="2060848"/>
              <a:ext cx="288032" cy="338554"/>
            </a:xfrm>
            <a:prstGeom prst="rect">
              <a:avLst/>
            </a:prstGeom>
            <a:noFill/>
            <a:ln w="9525" cap="flat" cmpd="sng" algn="ctr">
              <a:solidFill>
                <a:schemeClr val="bg1">
                  <a:lumMod val="75000"/>
                </a:schemeClr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 vert="horz" wrap="square" lIns="91440" tIns="45720" rIns="91440" bIns="45720" numCol="1" rtlCol="0" anchor="t" anchorCtr="0" compatLnSpc="1">
              <a:prstTxWarp prst="textNoShape">
                <a:avLst/>
              </a:prstTxWarp>
              <a:spAutoFit/>
            </a:bodyPr>
            <a:lstStyle/>
            <a:p>
              <a:pPr marL="0" marR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endParaRPr kumimoji="0" lang="en-GB" sz="160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Lucida Sans Unicode" pitchFamily="34" charset="0"/>
              </a:endParaRPr>
            </a:p>
          </p:txBody>
        </p:sp>
        <p:sp>
          <p:nvSpPr>
            <p:cNvPr id="36" name="Rectangle 35"/>
            <p:cNvSpPr/>
            <p:nvPr/>
          </p:nvSpPr>
          <p:spPr bwMode="auto">
            <a:xfrm>
              <a:off x="1403648" y="2060848"/>
              <a:ext cx="288032" cy="338554"/>
            </a:xfrm>
            <a:prstGeom prst="rect">
              <a:avLst/>
            </a:prstGeom>
            <a:noFill/>
            <a:ln w="9525" cap="flat" cmpd="sng" algn="ctr">
              <a:solidFill>
                <a:schemeClr val="bg1">
                  <a:lumMod val="75000"/>
                </a:schemeClr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 vert="horz" wrap="square" lIns="91440" tIns="45720" rIns="91440" bIns="45720" numCol="1" rtlCol="0" anchor="t" anchorCtr="0" compatLnSpc="1">
              <a:prstTxWarp prst="textNoShape">
                <a:avLst/>
              </a:prstTxWarp>
              <a:spAutoFit/>
            </a:bodyPr>
            <a:lstStyle/>
            <a:p>
              <a:pPr marL="0" marR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endParaRPr kumimoji="0" lang="en-GB" sz="160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Lucida Sans Unicode" pitchFamily="34" charset="0"/>
              </a:endParaRPr>
            </a:p>
          </p:txBody>
        </p:sp>
        <p:sp>
          <p:nvSpPr>
            <p:cNvPr id="37" name="Rectangle 36"/>
            <p:cNvSpPr/>
            <p:nvPr/>
          </p:nvSpPr>
          <p:spPr bwMode="auto">
            <a:xfrm>
              <a:off x="1691680" y="2060848"/>
              <a:ext cx="288032" cy="338554"/>
            </a:xfrm>
            <a:prstGeom prst="rect">
              <a:avLst/>
            </a:prstGeom>
            <a:noFill/>
            <a:ln w="9525" cap="flat" cmpd="sng" algn="ctr">
              <a:solidFill>
                <a:schemeClr val="bg1">
                  <a:lumMod val="75000"/>
                </a:schemeClr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 vert="horz" wrap="square" lIns="91440" tIns="45720" rIns="91440" bIns="45720" numCol="1" rtlCol="0" anchor="t" anchorCtr="0" compatLnSpc="1">
              <a:prstTxWarp prst="textNoShape">
                <a:avLst/>
              </a:prstTxWarp>
              <a:spAutoFit/>
            </a:bodyPr>
            <a:lstStyle/>
            <a:p>
              <a:pPr marL="0" marR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endParaRPr kumimoji="0" lang="en-GB" sz="160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Lucida Sans Unicode" pitchFamily="34" charset="0"/>
              </a:endParaRPr>
            </a:p>
          </p:txBody>
        </p:sp>
        <p:sp>
          <p:nvSpPr>
            <p:cNvPr id="38" name="Rectangle 37"/>
            <p:cNvSpPr/>
            <p:nvPr/>
          </p:nvSpPr>
          <p:spPr bwMode="auto">
            <a:xfrm>
              <a:off x="1979712" y="980728"/>
              <a:ext cx="288032" cy="338554"/>
            </a:xfrm>
            <a:prstGeom prst="rect">
              <a:avLst/>
            </a:prstGeom>
            <a:noFill/>
            <a:ln w="9525" cap="flat" cmpd="sng" algn="ctr">
              <a:solidFill>
                <a:schemeClr val="bg1">
                  <a:lumMod val="75000"/>
                </a:schemeClr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 vert="horz" wrap="square" lIns="91440" tIns="45720" rIns="91440" bIns="45720" numCol="1" rtlCol="0" anchor="t" anchorCtr="0" compatLnSpc="1">
              <a:prstTxWarp prst="textNoShape">
                <a:avLst/>
              </a:prstTxWarp>
              <a:spAutoFit/>
            </a:bodyPr>
            <a:lstStyle/>
            <a:p>
              <a:pPr marL="0" marR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endParaRPr kumimoji="0" lang="en-GB" sz="160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Lucida Sans Unicode" pitchFamily="34" charset="0"/>
              </a:endParaRPr>
            </a:p>
          </p:txBody>
        </p:sp>
        <p:sp>
          <p:nvSpPr>
            <p:cNvPr id="39" name="Rectangle 38"/>
            <p:cNvSpPr/>
            <p:nvPr/>
          </p:nvSpPr>
          <p:spPr bwMode="auto">
            <a:xfrm>
              <a:off x="2267744" y="980728"/>
              <a:ext cx="288032" cy="338554"/>
            </a:xfrm>
            <a:prstGeom prst="rect">
              <a:avLst/>
            </a:prstGeom>
            <a:noFill/>
            <a:ln w="9525" cap="flat" cmpd="sng" algn="ctr">
              <a:solidFill>
                <a:schemeClr val="bg1">
                  <a:lumMod val="75000"/>
                </a:schemeClr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 vert="horz" wrap="square" lIns="91440" tIns="45720" rIns="91440" bIns="45720" numCol="1" rtlCol="0" anchor="t" anchorCtr="0" compatLnSpc="1">
              <a:prstTxWarp prst="textNoShape">
                <a:avLst/>
              </a:prstTxWarp>
              <a:spAutoFit/>
            </a:bodyPr>
            <a:lstStyle/>
            <a:p>
              <a:pPr marL="0" marR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endParaRPr kumimoji="0" lang="en-GB" sz="160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Lucida Sans Unicode" pitchFamily="34" charset="0"/>
              </a:endParaRPr>
            </a:p>
          </p:txBody>
        </p:sp>
        <p:sp>
          <p:nvSpPr>
            <p:cNvPr id="40" name="Rectangle 39"/>
            <p:cNvSpPr/>
            <p:nvPr/>
          </p:nvSpPr>
          <p:spPr bwMode="auto">
            <a:xfrm>
              <a:off x="2555776" y="980728"/>
              <a:ext cx="288032" cy="338554"/>
            </a:xfrm>
            <a:prstGeom prst="rect">
              <a:avLst/>
            </a:prstGeom>
            <a:noFill/>
            <a:ln w="9525" cap="flat" cmpd="sng" algn="ctr">
              <a:solidFill>
                <a:schemeClr val="bg1">
                  <a:lumMod val="75000"/>
                </a:schemeClr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 vert="horz" wrap="square" lIns="91440" tIns="45720" rIns="91440" bIns="45720" numCol="1" rtlCol="0" anchor="t" anchorCtr="0" compatLnSpc="1">
              <a:prstTxWarp prst="textNoShape">
                <a:avLst/>
              </a:prstTxWarp>
              <a:spAutoFit/>
            </a:bodyPr>
            <a:lstStyle/>
            <a:p>
              <a:pPr marL="0" marR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endParaRPr kumimoji="0" lang="en-GB" sz="160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Lucida Sans Unicode" pitchFamily="34" charset="0"/>
              </a:endParaRPr>
            </a:p>
          </p:txBody>
        </p:sp>
        <p:sp>
          <p:nvSpPr>
            <p:cNvPr id="41" name="Rectangle 40"/>
            <p:cNvSpPr/>
            <p:nvPr/>
          </p:nvSpPr>
          <p:spPr bwMode="auto">
            <a:xfrm>
              <a:off x="2843808" y="980728"/>
              <a:ext cx="288032" cy="338554"/>
            </a:xfrm>
            <a:prstGeom prst="rect">
              <a:avLst/>
            </a:prstGeom>
            <a:noFill/>
            <a:ln w="9525" cap="flat" cmpd="sng" algn="ctr">
              <a:solidFill>
                <a:schemeClr val="bg1">
                  <a:lumMod val="75000"/>
                </a:schemeClr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 vert="horz" wrap="square" lIns="91440" tIns="45720" rIns="91440" bIns="45720" numCol="1" rtlCol="0" anchor="t" anchorCtr="0" compatLnSpc="1">
              <a:prstTxWarp prst="textNoShape">
                <a:avLst/>
              </a:prstTxWarp>
              <a:spAutoFit/>
            </a:bodyPr>
            <a:lstStyle/>
            <a:p>
              <a:pPr marL="0" marR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endParaRPr kumimoji="0" lang="en-GB" sz="160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Lucida Sans Unicode" pitchFamily="34" charset="0"/>
              </a:endParaRPr>
            </a:p>
          </p:txBody>
        </p:sp>
        <p:sp>
          <p:nvSpPr>
            <p:cNvPr id="42" name="Rectangle 41"/>
            <p:cNvSpPr/>
            <p:nvPr/>
          </p:nvSpPr>
          <p:spPr bwMode="auto">
            <a:xfrm>
              <a:off x="1979712" y="1340768"/>
              <a:ext cx="288032" cy="338554"/>
            </a:xfrm>
            <a:prstGeom prst="rect">
              <a:avLst/>
            </a:prstGeom>
            <a:noFill/>
            <a:ln w="9525" cap="flat" cmpd="sng" algn="ctr">
              <a:solidFill>
                <a:schemeClr val="bg1">
                  <a:lumMod val="75000"/>
                </a:schemeClr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 vert="horz" wrap="square" lIns="91440" tIns="45720" rIns="91440" bIns="45720" numCol="1" rtlCol="0" anchor="t" anchorCtr="0" compatLnSpc="1">
              <a:prstTxWarp prst="textNoShape">
                <a:avLst/>
              </a:prstTxWarp>
              <a:spAutoFit/>
            </a:bodyPr>
            <a:lstStyle/>
            <a:p>
              <a:pPr marL="0" marR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endParaRPr kumimoji="0" lang="en-GB" sz="160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Lucida Sans Unicode" pitchFamily="34" charset="0"/>
              </a:endParaRPr>
            </a:p>
          </p:txBody>
        </p:sp>
        <p:sp>
          <p:nvSpPr>
            <p:cNvPr id="43" name="Rectangle 42"/>
            <p:cNvSpPr/>
            <p:nvPr/>
          </p:nvSpPr>
          <p:spPr bwMode="auto">
            <a:xfrm>
              <a:off x="2267744" y="1340768"/>
              <a:ext cx="288032" cy="338554"/>
            </a:xfrm>
            <a:prstGeom prst="rect">
              <a:avLst/>
            </a:prstGeom>
            <a:noFill/>
            <a:ln w="9525" cap="flat" cmpd="sng" algn="ctr">
              <a:solidFill>
                <a:schemeClr val="bg1">
                  <a:lumMod val="75000"/>
                </a:schemeClr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 vert="horz" wrap="square" lIns="91440" tIns="45720" rIns="91440" bIns="45720" numCol="1" rtlCol="0" anchor="t" anchorCtr="0" compatLnSpc="1">
              <a:prstTxWarp prst="textNoShape">
                <a:avLst/>
              </a:prstTxWarp>
              <a:spAutoFit/>
            </a:bodyPr>
            <a:lstStyle/>
            <a:p>
              <a:pPr marL="0" marR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endParaRPr kumimoji="0" lang="en-GB" sz="160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Lucida Sans Unicode" pitchFamily="34" charset="0"/>
              </a:endParaRPr>
            </a:p>
          </p:txBody>
        </p:sp>
        <p:sp>
          <p:nvSpPr>
            <p:cNvPr id="44" name="Rectangle 43"/>
            <p:cNvSpPr/>
            <p:nvPr/>
          </p:nvSpPr>
          <p:spPr bwMode="auto">
            <a:xfrm>
              <a:off x="2555776" y="1340768"/>
              <a:ext cx="288032" cy="338554"/>
            </a:xfrm>
            <a:prstGeom prst="rect">
              <a:avLst/>
            </a:prstGeom>
            <a:noFill/>
            <a:ln w="9525" cap="flat" cmpd="sng" algn="ctr">
              <a:solidFill>
                <a:schemeClr val="bg1">
                  <a:lumMod val="75000"/>
                </a:schemeClr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 vert="horz" wrap="square" lIns="91440" tIns="45720" rIns="91440" bIns="45720" numCol="1" rtlCol="0" anchor="t" anchorCtr="0" compatLnSpc="1">
              <a:prstTxWarp prst="textNoShape">
                <a:avLst/>
              </a:prstTxWarp>
              <a:spAutoFit/>
            </a:bodyPr>
            <a:lstStyle/>
            <a:p>
              <a:pPr marL="0" marR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endParaRPr kumimoji="0" lang="en-GB" sz="160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Lucida Sans Unicode" pitchFamily="34" charset="0"/>
              </a:endParaRPr>
            </a:p>
          </p:txBody>
        </p:sp>
        <p:sp>
          <p:nvSpPr>
            <p:cNvPr id="45" name="Rectangle 44"/>
            <p:cNvSpPr/>
            <p:nvPr/>
          </p:nvSpPr>
          <p:spPr bwMode="auto">
            <a:xfrm>
              <a:off x="2843808" y="1340768"/>
              <a:ext cx="288032" cy="338554"/>
            </a:xfrm>
            <a:prstGeom prst="rect">
              <a:avLst/>
            </a:prstGeom>
            <a:noFill/>
            <a:ln w="9525" cap="flat" cmpd="sng" algn="ctr">
              <a:solidFill>
                <a:schemeClr val="bg1">
                  <a:lumMod val="75000"/>
                </a:schemeClr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 vert="horz" wrap="square" lIns="91440" tIns="45720" rIns="91440" bIns="45720" numCol="1" rtlCol="0" anchor="t" anchorCtr="0" compatLnSpc="1">
              <a:prstTxWarp prst="textNoShape">
                <a:avLst/>
              </a:prstTxWarp>
              <a:spAutoFit/>
            </a:bodyPr>
            <a:lstStyle/>
            <a:p>
              <a:pPr marL="0" marR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endParaRPr kumimoji="0" lang="en-GB" sz="160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Lucida Sans Unicode" pitchFamily="34" charset="0"/>
              </a:endParaRPr>
            </a:p>
          </p:txBody>
        </p:sp>
        <p:sp>
          <p:nvSpPr>
            <p:cNvPr id="46" name="Rectangle 45"/>
            <p:cNvSpPr/>
            <p:nvPr/>
          </p:nvSpPr>
          <p:spPr bwMode="auto">
            <a:xfrm>
              <a:off x="1979712" y="1700808"/>
              <a:ext cx="288032" cy="338554"/>
            </a:xfrm>
            <a:prstGeom prst="rect">
              <a:avLst/>
            </a:prstGeom>
            <a:noFill/>
            <a:ln w="9525" cap="flat" cmpd="sng" algn="ctr">
              <a:solidFill>
                <a:schemeClr val="bg1">
                  <a:lumMod val="75000"/>
                </a:schemeClr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 vert="horz" wrap="square" lIns="91440" tIns="45720" rIns="91440" bIns="45720" numCol="1" rtlCol="0" anchor="t" anchorCtr="0" compatLnSpc="1">
              <a:prstTxWarp prst="textNoShape">
                <a:avLst/>
              </a:prstTxWarp>
              <a:spAutoFit/>
            </a:bodyPr>
            <a:lstStyle/>
            <a:p>
              <a:pPr marL="0" marR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endParaRPr kumimoji="0" lang="en-GB" sz="160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Lucida Sans Unicode" pitchFamily="34" charset="0"/>
              </a:endParaRPr>
            </a:p>
          </p:txBody>
        </p:sp>
        <p:sp>
          <p:nvSpPr>
            <p:cNvPr id="47" name="Rectangle 46"/>
            <p:cNvSpPr/>
            <p:nvPr/>
          </p:nvSpPr>
          <p:spPr bwMode="auto">
            <a:xfrm>
              <a:off x="2267744" y="1700808"/>
              <a:ext cx="288032" cy="338554"/>
            </a:xfrm>
            <a:prstGeom prst="rect">
              <a:avLst/>
            </a:prstGeom>
            <a:noFill/>
            <a:ln w="9525" cap="flat" cmpd="sng" algn="ctr">
              <a:solidFill>
                <a:schemeClr val="bg1">
                  <a:lumMod val="75000"/>
                </a:schemeClr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 vert="horz" wrap="square" lIns="91440" tIns="45720" rIns="91440" bIns="45720" numCol="1" rtlCol="0" anchor="t" anchorCtr="0" compatLnSpc="1">
              <a:prstTxWarp prst="textNoShape">
                <a:avLst/>
              </a:prstTxWarp>
              <a:spAutoFit/>
            </a:bodyPr>
            <a:lstStyle/>
            <a:p>
              <a:pPr marL="0" marR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endParaRPr kumimoji="0" lang="en-GB" sz="160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Lucida Sans Unicode" pitchFamily="34" charset="0"/>
              </a:endParaRPr>
            </a:p>
          </p:txBody>
        </p:sp>
        <p:sp>
          <p:nvSpPr>
            <p:cNvPr id="48" name="Rectangle 47"/>
            <p:cNvSpPr/>
            <p:nvPr/>
          </p:nvSpPr>
          <p:spPr bwMode="auto">
            <a:xfrm>
              <a:off x="2555776" y="1700808"/>
              <a:ext cx="288032" cy="338554"/>
            </a:xfrm>
            <a:prstGeom prst="rect">
              <a:avLst/>
            </a:prstGeom>
            <a:noFill/>
            <a:ln w="9525" cap="flat" cmpd="sng" algn="ctr">
              <a:solidFill>
                <a:schemeClr val="bg1">
                  <a:lumMod val="75000"/>
                </a:schemeClr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 vert="horz" wrap="square" lIns="91440" tIns="45720" rIns="91440" bIns="45720" numCol="1" rtlCol="0" anchor="t" anchorCtr="0" compatLnSpc="1">
              <a:prstTxWarp prst="textNoShape">
                <a:avLst/>
              </a:prstTxWarp>
              <a:spAutoFit/>
            </a:bodyPr>
            <a:lstStyle/>
            <a:p>
              <a:pPr marL="0" marR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endParaRPr kumimoji="0" lang="en-GB" sz="160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Lucida Sans Unicode" pitchFamily="34" charset="0"/>
              </a:endParaRPr>
            </a:p>
          </p:txBody>
        </p:sp>
        <p:sp>
          <p:nvSpPr>
            <p:cNvPr id="49" name="Rectangle 48"/>
            <p:cNvSpPr/>
            <p:nvPr/>
          </p:nvSpPr>
          <p:spPr bwMode="auto">
            <a:xfrm>
              <a:off x="2843808" y="1700808"/>
              <a:ext cx="288032" cy="338554"/>
            </a:xfrm>
            <a:prstGeom prst="rect">
              <a:avLst/>
            </a:prstGeom>
            <a:noFill/>
            <a:ln w="9525" cap="flat" cmpd="sng" algn="ctr">
              <a:solidFill>
                <a:schemeClr val="bg1">
                  <a:lumMod val="75000"/>
                </a:schemeClr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 vert="horz" wrap="square" lIns="91440" tIns="45720" rIns="91440" bIns="45720" numCol="1" rtlCol="0" anchor="t" anchorCtr="0" compatLnSpc="1">
              <a:prstTxWarp prst="textNoShape">
                <a:avLst/>
              </a:prstTxWarp>
              <a:spAutoFit/>
            </a:bodyPr>
            <a:lstStyle/>
            <a:p>
              <a:pPr marL="0" marR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endParaRPr kumimoji="0" lang="en-GB" sz="160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Lucida Sans Unicode" pitchFamily="34" charset="0"/>
              </a:endParaRPr>
            </a:p>
          </p:txBody>
        </p:sp>
        <p:sp>
          <p:nvSpPr>
            <p:cNvPr id="50" name="Rectangle 49"/>
            <p:cNvSpPr/>
            <p:nvPr/>
          </p:nvSpPr>
          <p:spPr bwMode="auto">
            <a:xfrm>
              <a:off x="1979712" y="2060848"/>
              <a:ext cx="288032" cy="338554"/>
            </a:xfrm>
            <a:prstGeom prst="rect">
              <a:avLst/>
            </a:prstGeom>
            <a:noFill/>
            <a:ln w="9525" cap="flat" cmpd="sng" algn="ctr">
              <a:solidFill>
                <a:schemeClr val="bg1">
                  <a:lumMod val="75000"/>
                </a:schemeClr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 vert="horz" wrap="square" lIns="91440" tIns="45720" rIns="91440" bIns="45720" numCol="1" rtlCol="0" anchor="t" anchorCtr="0" compatLnSpc="1">
              <a:prstTxWarp prst="textNoShape">
                <a:avLst/>
              </a:prstTxWarp>
              <a:spAutoFit/>
            </a:bodyPr>
            <a:lstStyle/>
            <a:p>
              <a:pPr marL="0" marR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endParaRPr kumimoji="0" lang="en-GB" sz="160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Lucida Sans Unicode" pitchFamily="34" charset="0"/>
              </a:endParaRPr>
            </a:p>
          </p:txBody>
        </p:sp>
        <p:sp>
          <p:nvSpPr>
            <p:cNvPr id="51" name="Rectangle 50"/>
            <p:cNvSpPr/>
            <p:nvPr/>
          </p:nvSpPr>
          <p:spPr bwMode="auto">
            <a:xfrm>
              <a:off x="2267744" y="2060848"/>
              <a:ext cx="288032" cy="338554"/>
            </a:xfrm>
            <a:prstGeom prst="rect">
              <a:avLst/>
            </a:prstGeom>
            <a:noFill/>
            <a:ln w="9525" cap="flat" cmpd="sng" algn="ctr">
              <a:solidFill>
                <a:schemeClr val="bg1">
                  <a:lumMod val="75000"/>
                </a:schemeClr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 vert="horz" wrap="square" lIns="91440" tIns="45720" rIns="91440" bIns="45720" numCol="1" rtlCol="0" anchor="t" anchorCtr="0" compatLnSpc="1">
              <a:prstTxWarp prst="textNoShape">
                <a:avLst/>
              </a:prstTxWarp>
              <a:spAutoFit/>
            </a:bodyPr>
            <a:lstStyle/>
            <a:p>
              <a:pPr marL="0" marR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endParaRPr kumimoji="0" lang="en-GB" sz="160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Lucida Sans Unicode" pitchFamily="34" charset="0"/>
              </a:endParaRPr>
            </a:p>
          </p:txBody>
        </p:sp>
        <p:sp>
          <p:nvSpPr>
            <p:cNvPr id="52" name="Rectangle 51"/>
            <p:cNvSpPr/>
            <p:nvPr/>
          </p:nvSpPr>
          <p:spPr bwMode="auto">
            <a:xfrm>
              <a:off x="2555776" y="2060848"/>
              <a:ext cx="288032" cy="338554"/>
            </a:xfrm>
            <a:prstGeom prst="rect">
              <a:avLst/>
            </a:prstGeom>
            <a:noFill/>
            <a:ln w="9525" cap="flat" cmpd="sng" algn="ctr">
              <a:solidFill>
                <a:schemeClr val="bg1">
                  <a:lumMod val="75000"/>
                </a:schemeClr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 vert="horz" wrap="square" lIns="91440" tIns="45720" rIns="91440" bIns="45720" numCol="1" rtlCol="0" anchor="t" anchorCtr="0" compatLnSpc="1">
              <a:prstTxWarp prst="textNoShape">
                <a:avLst/>
              </a:prstTxWarp>
              <a:spAutoFit/>
            </a:bodyPr>
            <a:lstStyle/>
            <a:p>
              <a:pPr marL="0" marR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endParaRPr kumimoji="0" lang="en-GB" sz="160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Lucida Sans Unicode" pitchFamily="34" charset="0"/>
              </a:endParaRPr>
            </a:p>
          </p:txBody>
        </p:sp>
        <p:sp>
          <p:nvSpPr>
            <p:cNvPr id="53" name="Rectangle 52"/>
            <p:cNvSpPr/>
            <p:nvPr/>
          </p:nvSpPr>
          <p:spPr bwMode="auto">
            <a:xfrm>
              <a:off x="2843808" y="2060848"/>
              <a:ext cx="288032" cy="338554"/>
            </a:xfrm>
            <a:prstGeom prst="rect">
              <a:avLst/>
            </a:prstGeom>
            <a:noFill/>
            <a:ln w="9525" cap="flat" cmpd="sng" algn="ctr">
              <a:solidFill>
                <a:schemeClr val="bg1">
                  <a:lumMod val="75000"/>
                </a:schemeClr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 vert="horz" wrap="square" lIns="91440" tIns="45720" rIns="91440" bIns="45720" numCol="1" rtlCol="0" anchor="t" anchorCtr="0" compatLnSpc="1">
              <a:prstTxWarp prst="textNoShape">
                <a:avLst/>
              </a:prstTxWarp>
              <a:spAutoFit/>
            </a:bodyPr>
            <a:lstStyle/>
            <a:p>
              <a:pPr marL="0" marR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endParaRPr kumimoji="0" lang="en-GB" sz="160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Lucida Sans Unicode" pitchFamily="34" charset="0"/>
              </a:endParaRPr>
            </a:p>
          </p:txBody>
        </p:sp>
        <p:sp>
          <p:nvSpPr>
            <p:cNvPr id="57" name="Rectangle 56"/>
            <p:cNvSpPr/>
            <p:nvPr/>
          </p:nvSpPr>
          <p:spPr bwMode="auto">
            <a:xfrm>
              <a:off x="827584" y="2420888"/>
              <a:ext cx="288032" cy="338554"/>
            </a:xfrm>
            <a:prstGeom prst="rect">
              <a:avLst/>
            </a:prstGeom>
            <a:noFill/>
            <a:ln w="9525" cap="flat" cmpd="sng" algn="ctr">
              <a:solidFill>
                <a:schemeClr val="bg1">
                  <a:lumMod val="75000"/>
                </a:schemeClr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 vert="horz" wrap="square" lIns="91440" tIns="45720" rIns="91440" bIns="45720" numCol="1" rtlCol="0" anchor="t" anchorCtr="0" compatLnSpc="1">
              <a:prstTxWarp prst="textNoShape">
                <a:avLst/>
              </a:prstTxWarp>
              <a:spAutoFit/>
            </a:bodyPr>
            <a:lstStyle/>
            <a:p>
              <a:pPr marL="0" marR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endParaRPr kumimoji="0" lang="en-GB" sz="160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Lucida Sans Unicode" pitchFamily="34" charset="0"/>
              </a:endParaRPr>
            </a:p>
          </p:txBody>
        </p:sp>
        <p:sp>
          <p:nvSpPr>
            <p:cNvPr id="58" name="Rectangle 57"/>
            <p:cNvSpPr/>
            <p:nvPr/>
          </p:nvSpPr>
          <p:spPr bwMode="auto">
            <a:xfrm>
              <a:off x="1115616" y="2420888"/>
              <a:ext cx="288032" cy="338554"/>
            </a:xfrm>
            <a:prstGeom prst="rect">
              <a:avLst/>
            </a:prstGeom>
            <a:noFill/>
            <a:ln w="9525" cap="flat" cmpd="sng" algn="ctr">
              <a:solidFill>
                <a:schemeClr val="bg1">
                  <a:lumMod val="75000"/>
                </a:schemeClr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 vert="horz" wrap="square" lIns="91440" tIns="45720" rIns="91440" bIns="45720" numCol="1" rtlCol="0" anchor="t" anchorCtr="0" compatLnSpc="1">
              <a:prstTxWarp prst="textNoShape">
                <a:avLst/>
              </a:prstTxWarp>
              <a:spAutoFit/>
            </a:bodyPr>
            <a:lstStyle/>
            <a:p>
              <a:pPr marL="0" marR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endParaRPr kumimoji="0" lang="en-GB" sz="160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Lucida Sans Unicode" pitchFamily="34" charset="0"/>
              </a:endParaRPr>
            </a:p>
          </p:txBody>
        </p:sp>
        <p:sp>
          <p:nvSpPr>
            <p:cNvPr id="59" name="Rectangle 58"/>
            <p:cNvSpPr/>
            <p:nvPr/>
          </p:nvSpPr>
          <p:spPr bwMode="auto">
            <a:xfrm>
              <a:off x="1403648" y="2420888"/>
              <a:ext cx="288032" cy="338554"/>
            </a:xfrm>
            <a:prstGeom prst="rect">
              <a:avLst/>
            </a:prstGeom>
            <a:noFill/>
            <a:ln w="9525" cap="flat" cmpd="sng" algn="ctr">
              <a:solidFill>
                <a:schemeClr val="bg1">
                  <a:lumMod val="75000"/>
                </a:schemeClr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 vert="horz" wrap="square" lIns="91440" tIns="45720" rIns="91440" bIns="45720" numCol="1" rtlCol="0" anchor="t" anchorCtr="0" compatLnSpc="1">
              <a:prstTxWarp prst="textNoShape">
                <a:avLst/>
              </a:prstTxWarp>
              <a:spAutoFit/>
            </a:bodyPr>
            <a:lstStyle/>
            <a:p>
              <a:pPr marL="0" marR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endParaRPr kumimoji="0" lang="en-GB" sz="160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Lucida Sans Unicode" pitchFamily="34" charset="0"/>
              </a:endParaRPr>
            </a:p>
          </p:txBody>
        </p:sp>
        <p:sp>
          <p:nvSpPr>
            <p:cNvPr id="60" name="Rectangle 59"/>
            <p:cNvSpPr/>
            <p:nvPr/>
          </p:nvSpPr>
          <p:spPr bwMode="auto">
            <a:xfrm>
              <a:off x="1691680" y="2420888"/>
              <a:ext cx="288032" cy="338554"/>
            </a:xfrm>
            <a:prstGeom prst="rect">
              <a:avLst/>
            </a:prstGeom>
            <a:noFill/>
            <a:ln w="9525" cap="flat" cmpd="sng" algn="ctr">
              <a:solidFill>
                <a:schemeClr val="bg1">
                  <a:lumMod val="75000"/>
                </a:schemeClr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 vert="horz" wrap="square" lIns="91440" tIns="45720" rIns="91440" bIns="45720" numCol="1" rtlCol="0" anchor="t" anchorCtr="0" compatLnSpc="1">
              <a:prstTxWarp prst="textNoShape">
                <a:avLst/>
              </a:prstTxWarp>
              <a:spAutoFit/>
            </a:bodyPr>
            <a:lstStyle/>
            <a:p>
              <a:pPr marL="0" marR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endParaRPr kumimoji="0" lang="en-GB" sz="160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Lucida Sans Unicode" pitchFamily="34" charset="0"/>
              </a:endParaRPr>
            </a:p>
          </p:txBody>
        </p:sp>
        <p:sp>
          <p:nvSpPr>
            <p:cNvPr id="61" name="Rectangle 60"/>
            <p:cNvSpPr/>
            <p:nvPr/>
          </p:nvSpPr>
          <p:spPr bwMode="auto">
            <a:xfrm>
              <a:off x="1979712" y="2420888"/>
              <a:ext cx="288032" cy="338554"/>
            </a:xfrm>
            <a:prstGeom prst="rect">
              <a:avLst/>
            </a:prstGeom>
            <a:noFill/>
            <a:ln w="9525" cap="flat" cmpd="sng" algn="ctr">
              <a:solidFill>
                <a:schemeClr val="bg1">
                  <a:lumMod val="75000"/>
                </a:schemeClr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 vert="horz" wrap="square" lIns="91440" tIns="45720" rIns="91440" bIns="45720" numCol="1" rtlCol="0" anchor="t" anchorCtr="0" compatLnSpc="1">
              <a:prstTxWarp prst="textNoShape">
                <a:avLst/>
              </a:prstTxWarp>
              <a:spAutoFit/>
            </a:bodyPr>
            <a:lstStyle/>
            <a:p>
              <a:pPr marL="0" marR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endParaRPr kumimoji="0" lang="en-GB" sz="160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Lucida Sans Unicode" pitchFamily="34" charset="0"/>
              </a:endParaRPr>
            </a:p>
          </p:txBody>
        </p:sp>
        <p:sp>
          <p:nvSpPr>
            <p:cNvPr id="62" name="Rectangle 61"/>
            <p:cNvSpPr/>
            <p:nvPr/>
          </p:nvSpPr>
          <p:spPr bwMode="auto">
            <a:xfrm>
              <a:off x="2267744" y="2420888"/>
              <a:ext cx="288032" cy="338554"/>
            </a:xfrm>
            <a:prstGeom prst="rect">
              <a:avLst/>
            </a:prstGeom>
            <a:noFill/>
            <a:ln w="9525" cap="flat" cmpd="sng" algn="ctr">
              <a:solidFill>
                <a:schemeClr val="bg1">
                  <a:lumMod val="75000"/>
                </a:schemeClr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 vert="horz" wrap="square" lIns="91440" tIns="45720" rIns="91440" bIns="45720" numCol="1" rtlCol="0" anchor="t" anchorCtr="0" compatLnSpc="1">
              <a:prstTxWarp prst="textNoShape">
                <a:avLst/>
              </a:prstTxWarp>
              <a:spAutoFit/>
            </a:bodyPr>
            <a:lstStyle/>
            <a:p>
              <a:pPr marL="0" marR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endParaRPr kumimoji="0" lang="en-GB" sz="160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Lucida Sans Unicode" pitchFamily="34" charset="0"/>
              </a:endParaRPr>
            </a:p>
          </p:txBody>
        </p:sp>
        <p:sp>
          <p:nvSpPr>
            <p:cNvPr id="63" name="Rectangle 62"/>
            <p:cNvSpPr/>
            <p:nvPr/>
          </p:nvSpPr>
          <p:spPr bwMode="auto">
            <a:xfrm>
              <a:off x="2555776" y="2420888"/>
              <a:ext cx="288032" cy="338554"/>
            </a:xfrm>
            <a:prstGeom prst="rect">
              <a:avLst/>
            </a:prstGeom>
            <a:noFill/>
            <a:ln w="9525" cap="flat" cmpd="sng" algn="ctr">
              <a:solidFill>
                <a:schemeClr val="bg1">
                  <a:lumMod val="75000"/>
                </a:schemeClr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 vert="horz" wrap="square" lIns="91440" tIns="45720" rIns="91440" bIns="45720" numCol="1" rtlCol="0" anchor="t" anchorCtr="0" compatLnSpc="1">
              <a:prstTxWarp prst="textNoShape">
                <a:avLst/>
              </a:prstTxWarp>
              <a:spAutoFit/>
            </a:bodyPr>
            <a:lstStyle/>
            <a:p>
              <a:pPr marL="0" marR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endParaRPr kumimoji="0" lang="en-GB" sz="160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Lucida Sans Unicode" pitchFamily="34" charset="0"/>
              </a:endParaRPr>
            </a:p>
          </p:txBody>
        </p:sp>
        <p:sp>
          <p:nvSpPr>
            <p:cNvPr id="64" name="Rectangle 63"/>
            <p:cNvSpPr/>
            <p:nvPr/>
          </p:nvSpPr>
          <p:spPr bwMode="auto">
            <a:xfrm>
              <a:off x="2843808" y="2420888"/>
              <a:ext cx="288032" cy="338554"/>
            </a:xfrm>
            <a:prstGeom prst="rect">
              <a:avLst/>
            </a:prstGeom>
            <a:noFill/>
            <a:ln w="9525" cap="flat" cmpd="sng" algn="ctr">
              <a:solidFill>
                <a:schemeClr val="bg1">
                  <a:lumMod val="75000"/>
                </a:schemeClr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 vert="horz" wrap="square" lIns="91440" tIns="45720" rIns="91440" bIns="45720" numCol="1" rtlCol="0" anchor="t" anchorCtr="0" compatLnSpc="1">
              <a:prstTxWarp prst="textNoShape">
                <a:avLst/>
              </a:prstTxWarp>
              <a:spAutoFit/>
            </a:bodyPr>
            <a:lstStyle/>
            <a:p>
              <a:pPr marL="0" marR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endParaRPr kumimoji="0" lang="en-GB" sz="160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Lucida Sans Unicode" pitchFamily="34" charset="0"/>
              </a:endParaRPr>
            </a:p>
          </p:txBody>
        </p:sp>
      </p:grpSp>
      <p:sp>
        <p:nvSpPr>
          <p:cNvPr id="67" name="TextBox 66"/>
          <p:cNvSpPr txBox="1"/>
          <p:nvPr/>
        </p:nvSpPr>
        <p:spPr>
          <a:xfrm>
            <a:off x="367006" y="761510"/>
            <a:ext cx="2869325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b="1" dirty="0"/>
              <a:t>Linear relationship</a:t>
            </a:r>
          </a:p>
        </p:txBody>
      </p:sp>
      <p:sp>
        <p:nvSpPr>
          <p:cNvPr id="68" name="TextBox 67"/>
          <p:cNvSpPr txBox="1"/>
          <p:nvPr/>
        </p:nvSpPr>
        <p:spPr>
          <a:xfrm>
            <a:off x="369888" y="3315842"/>
            <a:ext cx="2963918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b="1" dirty="0"/>
              <a:t>Logarithmic relationship</a:t>
            </a:r>
          </a:p>
        </p:txBody>
      </p:sp>
      <p:cxnSp>
        <p:nvCxnSpPr>
          <p:cNvPr id="69" name="Straight Connector 68"/>
          <p:cNvCxnSpPr/>
          <p:nvPr/>
        </p:nvCxnSpPr>
        <p:spPr bwMode="auto">
          <a:xfrm flipV="1">
            <a:off x="3697254" y="3912863"/>
            <a:ext cx="2373937" cy="1915578"/>
          </a:xfrm>
          <a:prstGeom prst="line">
            <a:avLst/>
          </a:prstGeom>
          <a:noFill/>
          <a:ln w="28575" cap="flat" cmpd="sng" algn="ctr">
            <a:solidFill>
              <a:schemeClr val="accent6"/>
            </a:solidFill>
            <a:prstDash val="solid"/>
            <a:round/>
            <a:headEnd type="none" w="med" len="med"/>
            <a:tailEnd type="none" w="med" len="med"/>
          </a:ln>
          <a:effectLst/>
        </p:spPr>
      </p:cxnSp>
      <p:cxnSp>
        <p:nvCxnSpPr>
          <p:cNvPr id="72" name="Straight Connector 71"/>
          <p:cNvCxnSpPr/>
          <p:nvPr/>
        </p:nvCxnSpPr>
        <p:spPr bwMode="auto">
          <a:xfrm flipV="1">
            <a:off x="1135117" y="1087821"/>
            <a:ext cx="0" cy="2049517"/>
          </a:xfrm>
          <a:prstGeom prst="line">
            <a:avLst/>
          </a:prstGeom>
          <a:noFill/>
          <a:ln w="2857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</p:cxnSp>
      <p:cxnSp>
        <p:nvCxnSpPr>
          <p:cNvPr id="73" name="Straight Connector 72"/>
          <p:cNvCxnSpPr/>
          <p:nvPr/>
        </p:nvCxnSpPr>
        <p:spPr bwMode="auto">
          <a:xfrm flipH="1" flipV="1">
            <a:off x="961698" y="2979683"/>
            <a:ext cx="2695902" cy="15765"/>
          </a:xfrm>
          <a:prstGeom prst="line">
            <a:avLst/>
          </a:prstGeom>
          <a:noFill/>
          <a:ln w="2857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</p:cxnSp>
      <p:pic>
        <p:nvPicPr>
          <p:cNvPr id="54" name="Picture 3"/>
          <p:cNvPicPr>
            <a:picLocks noChangeAspect="1" noChangeArrowheads="1"/>
          </p:cNvPicPr>
          <p:nvPr/>
        </p:nvPicPr>
        <p:blipFill>
          <a:blip r:embed="rId3" cstate="print"/>
          <a:srcRect/>
          <a:stretch>
            <a:fillRect/>
          </a:stretch>
        </p:blipFill>
        <p:spPr bwMode="auto">
          <a:xfrm>
            <a:off x="6321974" y="4490906"/>
            <a:ext cx="2290397" cy="1874811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cxnSp>
        <p:nvCxnSpPr>
          <p:cNvPr id="9" name="Straight Connector 8"/>
          <p:cNvCxnSpPr/>
          <p:nvPr/>
        </p:nvCxnSpPr>
        <p:spPr bwMode="auto">
          <a:xfrm flipV="1">
            <a:off x="6321974" y="4490906"/>
            <a:ext cx="2290397" cy="1782303"/>
          </a:xfrm>
          <a:prstGeom prst="line">
            <a:avLst/>
          </a:prstGeom>
          <a:noFill/>
          <a:ln w="28575" cap="flat" cmpd="sng" algn="ctr">
            <a:solidFill>
              <a:schemeClr val="accent6"/>
            </a:solidFill>
            <a:prstDash val="solid"/>
            <a:round/>
            <a:headEnd type="none" w="med" len="med"/>
            <a:tailEnd type="none" w="med" len="med"/>
          </a:ln>
          <a:effectLst/>
        </p:spPr>
      </p:cxnSp>
      <p:sp>
        <p:nvSpPr>
          <p:cNvPr id="66" name="TextBox 65"/>
          <p:cNvSpPr txBox="1"/>
          <p:nvPr/>
        </p:nvSpPr>
        <p:spPr>
          <a:xfrm>
            <a:off x="6321975" y="4543963"/>
            <a:ext cx="1950156" cy="646331"/>
          </a:xfrm>
          <a:prstGeom prst="rect">
            <a:avLst/>
          </a:prstGeom>
          <a:solidFill>
            <a:srgbClr val="FFFFFF">
              <a:alpha val="40000"/>
            </a:srgbClr>
          </a:solidFill>
        </p:spPr>
        <p:txBody>
          <a:bodyPr wrap="square" rtlCol="0">
            <a:spAutoFit/>
          </a:bodyPr>
          <a:lstStyle/>
          <a:p>
            <a:r>
              <a:rPr lang="en-GB" sz="1200" dirty="0"/>
              <a:t>(Depending on what’s being measured, can be this orientation …</a:t>
            </a:r>
          </a:p>
        </p:txBody>
      </p:sp>
      <p:sp>
        <p:nvSpPr>
          <p:cNvPr id="17" name="Rectangle 16"/>
          <p:cNvSpPr/>
          <p:nvPr/>
        </p:nvSpPr>
        <p:spPr>
          <a:xfrm>
            <a:off x="1053508" y="5984185"/>
            <a:ext cx="2238113" cy="338554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marL="400050" indent="-400050">
              <a:buAutoNum type="romanLcParenBoth"/>
            </a:pPr>
            <a:r>
              <a:rPr lang="en-GB" dirty="0"/>
              <a:t>On a linear scale</a:t>
            </a:r>
          </a:p>
        </p:txBody>
      </p:sp>
      <p:sp>
        <p:nvSpPr>
          <p:cNvPr id="18" name="Rectangle 17"/>
          <p:cNvSpPr/>
          <p:nvPr/>
        </p:nvSpPr>
        <p:spPr>
          <a:xfrm>
            <a:off x="3697254" y="5984185"/>
            <a:ext cx="1911101" cy="338554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GB" dirty="0"/>
              <a:t>(ii) On a log scale</a:t>
            </a:r>
          </a:p>
        </p:txBody>
      </p:sp>
    </p:spTree>
    <p:extLst>
      <p:ext uri="{BB962C8B-B14F-4D97-AF65-F5344CB8AC3E}">
        <p14:creationId xmlns:p14="http://schemas.microsoft.com/office/powerpoint/2010/main" val="1426048181"/>
      </p:ext>
    </p:extLst>
  </p:cSld>
  <p:clrMapOvr>
    <a:masterClrMapping/>
  </p:clrMapOvr>
</p:sld>
</file>

<file path=ppt/slides/slide1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46" name="Rectangle 3"/>
          <p:cNvSpPr>
            <a:spLocks noChangeArrowheads="1"/>
          </p:cNvSpPr>
          <p:nvPr/>
        </p:nvSpPr>
        <p:spPr bwMode="auto">
          <a:xfrm>
            <a:off x="369888" y="334963"/>
            <a:ext cx="5534025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>
            <a:spAutoFit/>
          </a:bodyPr>
          <a:lstStyle/>
          <a:p>
            <a:r>
              <a:rPr lang="en-GB" sz="2400" b="1" dirty="0"/>
              <a:t>Sound Intensity: The Ear’s Response</a:t>
            </a:r>
          </a:p>
        </p:txBody>
      </p:sp>
      <p:sp>
        <p:nvSpPr>
          <p:cNvPr id="6147" name="Rectangle 5"/>
          <p:cNvSpPr>
            <a:spLocks noChangeArrowheads="1"/>
          </p:cNvSpPr>
          <p:nvPr/>
        </p:nvSpPr>
        <p:spPr bwMode="auto">
          <a:xfrm>
            <a:off x="369888" y="1123950"/>
            <a:ext cx="8324850" cy="4124206"/>
          </a:xfrm>
          <a:prstGeom prst="rect">
            <a:avLst/>
          </a:prstGeom>
          <a:noFill/>
          <a:ln w="9525" algn="ctr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r>
              <a:rPr lang="en-GB" sz="1600" dirty="0"/>
              <a:t>The human ear can detect a large range of intensities</a:t>
            </a:r>
          </a:p>
          <a:p>
            <a:endParaRPr lang="en-GB" sz="1600" dirty="0"/>
          </a:p>
          <a:p>
            <a:r>
              <a:rPr lang="en-GB" sz="1600" dirty="0"/>
              <a:t>Sound measurements are made relative to a </a:t>
            </a:r>
          </a:p>
          <a:p>
            <a:r>
              <a:rPr lang="en-GB" sz="1600" dirty="0"/>
              <a:t>	</a:t>
            </a:r>
            <a:r>
              <a:rPr lang="en-GB" sz="1600" b="1" dirty="0"/>
              <a:t>standard threshold of hearing intensity, I</a:t>
            </a:r>
            <a:r>
              <a:rPr lang="en-GB" sz="1600" b="1" baseline="-25000" dirty="0"/>
              <a:t>0</a:t>
            </a:r>
            <a:endParaRPr lang="en-GB" sz="1600" baseline="-25000" dirty="0"/>
          </a:p>
          <a:p>
            <a:r>
              <a:rPr lang="en-GB" sz="1600" dirty="0"/>
              <a:t>			where I</a:t>
            </a:r>
            <a:r>
              <a:rPr lang="en-GB" sz="1600" baseline="-25000" dirty="0"/>
              <a:t>0</a:t>
            </a:r>
            <a:r>
              <a:rPr lang="en-GB" sz="1600" dirty="0"/>
              <a:t> = 10</a:t>
            </a:r>
            <a:r>
              <a:rPr lang="en-GB" sz="1600" baseline="30000" dirty="0"/>
              <a:t>-12</a:t>
            </a:r>
            <a:r>
              <a:rPr lang="en-GB" sz="1600" dirty="0"/>
              <a:t> W/m</a:t>
            </a:r>
            <a:r>
              <a:rPr lang="en-GB" sz="1600" baseline="30000" dirty="0"/>
              <a:t>2</a:t>
            </a:r>
            <a:r>
              <a:rPr lang="en-GB" sz="1600" dirty="0"/>
              <a:t> 	</a:t>
            </a:r>
          </a:p>
          <a:p>
            <a:endParaRPr lang="en-GB" sz="1600" dirty="0"/>
          </a:p>
          <a:p>
            <a:endParaRPr lang="en-GB" sz="1600" dirty="0"/>
          </a:p>
          <a:p>
            <a:r>
              <a:rPr lang="en-GB" sz="1600" dirty="0"/>
              <a:t>Measured as the </a:t>
            </a:r>
            <a:r>
              <a:rPr lang="en-GB" sz="1600" i="1" dirty="0"/>
              <a:t>ratio </a:t>
            </a:r>
            <a:r>
              <a:rPr lang="en-GB" sz="1600" dirty="0"/>
              <a:t>of:</a:t>
            </a:r>
          </a:p>
          <a:p>
            <a:r>
              <a:rPr lang="en-GB" sz="1600" dirty="0"/>
              <a:t>intensity I </a:t>
            </a:r>
            <a:r>
              <a:rPr lang="en-GB" sz="1600" b="1" dirty="0"/>
              <a:t>:</a:t>
            </a:r>
            <a:r>
              <a:rPr lang="en-GB" sz="1600" dirty="0"/>
              <a:t> threshold of hearing intensity I</a:t>
            </a:r>
            <a:r>
              <a:rPr lang="en-GB" sz="1600" baseline="-25000" dirty="0"/>
              <a:t>0 ; </a:t>
            </a:r>
            <a:r>
              <a:rPr lang="en-GB" sz="1600" dirty="0"/>
              <a:t>i.e.   </a:t>
            </a:r>
            <a:r>
              <a:rPr lang="en-GB" sz="1600" b="1" dirty="0"/>
              <a:t>=</a:t>
            </a:r>
            <a:r>
              <a:rPr lang="en-GB" sz="1600" dirty="0"/>
              <a:t> </a:t>
            </a:r>
          </a:p>
          <a:p>
            <a:endParaRPr lang="en-GB" sz="1600" dirty="0"/>
          </a:p>
          <a:p>
            <a:endParaRPr lang="en-GB" sz="1600" dirty="0"/>
          </a:p>
          <a:p>
            <a:endParaRPr lang="en-GB" sz="1600" dirty="0"/>
          </a:p>
          <a:p>
            <a:r>
              <a:rPr lang="en-GB" sz="1600" dirty="0"/>
              <a:t>Usual context is the sound intensity at the listener’s location</a:t>
            </a:r>
          </a:p>
          <a:p>
            <a:r>
              <a:rPr lang="en-GB" sz="1600" dirty="0"/>
              <a:t>... and relative to the standard threshold of hearing (I</a:t>
            </a:r>
            <a:r>
              <a:rPr lang="en-GB" sz="1600" baseline="-25000" dirty="0"/>
              <a:t>0</a:t>
            </a:r>
            <a:r>
              <a:rPr lang="en-GB" sz="1600" dirty="0"/>
              <a:t>)</a:t>
            </a:r>
          </a:p>
          <a:p>
            <a:endParaRPr lang="en-GB" sz="1600" dirty="0"/>
          </a:p>
          <a:p>
            <a:endParaRPr lang="en-GB" sz="1600" dirty="0"/>
          </a:p>
        </p:txBody>
      </p:sp>
      <p:graphicFrame>
        <p:nvGraphicFramePr>
          <p:cNvPr id="6148" name="Object 8"/>
          <p:cNvGraphicFramePr>
            <a:graphicFrameLocks noChangeAspect="1"/>
          </p:cNvGraphicFramePr>
          <p:nvPr/>
        </p:nvGraphicFramePr>
        <p:xfrm>
          <a:off x="5600700" y="2906713"/>
          <a:ext cx="331788" cy="750887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2290" name="Equation" r:id="rId3" imgW="190417" imgH="431613" progId="Equation.3">
                  <p:embed/>
                </p:oleObj>
              </mc:Choice>
              <mc:Fallback>
                <p:oleObj name="Equation" r:id="rId3" imgW="190417" imgH="431613" progId="Equation.3">
                  <p:embed/>
                  <p:pic>
                    <p:nvPicPr>
                      <p:cNvPr id="6148" name="Object 8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5600700" y="2906713"/>
                        <a:ext cx="331788" cy="750887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6149" name="AutoShape 9"/>
          <p:cNvSpPr>
            <a:spLocks noChangeArrowheads="1"/>
          </p:cNvSpPr>
          <p:nvPr/>
        </p:nvSpPr>
        <p:spPr bwMode="auto">
          <a:xfrm>
            <a:off x="6623050" y="1973263"/>
            <a:ext cx="977900" cy="606425"/>
          </a:xfrm>
          <a:prstGeom prst="wedgeRoundRectCallout">
            <a:avLst>
              <a:gd name="adj1" fmla="val -167778"/>
              <a:gd name="adj2" fmla="val 5722"/>
              <a:gd name="adj3" fmla="val 16667"/>
            </a:avLst>
          </a:prstGeom>
          <a:solidFill>
            <a:srgbClr val="CCCCFF"/>
          </a:solidFill>
          <a:ln w="9525">
            <a:noFill/>
            <a:miter lim="800000"/>
            <a:headEnd/>
            <a:tailEnd/>
          </a:ln>
        </p:spPr>
        <p:txBody>
          <a:bodyPr wrap="none" anchor="ctr"/>
          <a:lstStyle/>
          <a:p>
            <a:r>
              <a:rPr lang="en-GB"/>
              <a:t>Wm</a:t>
            </a:r>
            <a:r>
              <a:rPr lang="en-GB" baseline="30000"/>
              <a:t>-2</a:t>
            </a:r>
            <a:r>
              <a:rPr lang="en-GB"/>
              <a:t>	</a:t>
            </a:r>
          </a:p>
        </p:txBody>
      </p:sp>
      <p:grpSp>
        <p:nvGrpSpPr>
          <p:cNvPr id="2" name="Group 19"/>
          <p:cNvGrpSpPr>
            <a:grpSpLocks/>
          </p:cNvGrpSpPr>
          <p:nvPr/>
        </p:nvGrpSpPr>
        <p:grpSpPr bwMode="auto">
          <a:xfrm>
            <a:off x="3049478" y="4905431"/>
            <a:ext cx="2803525" cy="841375"/>
            <a:chOff x="377" y="3381"/>
            <a:chExt cx="1766" cy="530"/>
          </a:xfrm>
        </p:grpSpPr>
        <p:sp>
          <p:nvSpPr>
            <p:cNvPr id="6155" name="Rectangle 10"/>
            <p:cNvSpPr>
              <a:spLocks noChangeArrowheads="1"/>
            </p:cNvSpPr>
            <p:nvPr/>
          </p:nvSpPr>
          <p:spPr bwMode="auto">
            <a:xfrm>
              <a:off x="377" y="3488"/>
              <a:ext cx="1766" cy="423"/>
            </a:xfrm>
            <a:prstGeom prst="rect">
              <a:avLst/>
            </a:prstGeom>
            <a:noFill/>
            <a:ln w="9525" algn="ctr">
              <a:noFill/>
              <a:miter lim="800000"/>
              <a:headEnd/>
              <a:tailEnd/>
            </a:ln>
          </p:spPr>
          <p:txBody>
            <a:bodyPr>
              <a:spAutoFit/>
            </a:bodyPr>
            <a:lstStyle/>
            <a:p>
              <a:r>
                <a:rPr lang="en-GB" sz="2000" b="1" dirty="0"/>
                <a:t>i.e. I(dB) = 10log</a:t>
              </a:r>
              <a:r>
                <a:rPr lang="en-GB" sz="2000" b="1" baseline="-25000" dirty="0"/>
                <a:t>10</a:t>
              </a:r>
              <a:endParaRPr lang="en-GB" sz="1800" b="1" baseline="-25000" dirty="0"/>
            </a:p>
            <a:p>
              <a:endParaRPr lang="en-GB" sz="1800" b="1" dirty="0"/>
            </a:p>
          </p:txBody>
        </p:sp>
        <p:graphicFrame>
          <p:nvGraphicFramePr>
            <p:cNvPr id="6156" name="Object 11"/>
            <p:cNvGraphicFramePr>
              <a:graphicFrameLocks noChangeAspect="1"/>
            </p:cNvGraphicFramePr>
            <p:nvPr/>
          </p:nvGraphicFramePr>
          <p:xfrm>
            <a:off x="1891" y="3381"/>
            <a:ext cx="201" cy="456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12291" name="Equation" r:id="rId5" imgW="190417" imgH="431613" progId="Equation.3">
                    <p:embed/>
                  </p:oleObj>
                </mc:Choice>
                <mc:Fallback>
                  <p:oleObj name="Equation" r:id="rId5" imgW="190417" imgH="431613" progId="Equation.3">
                    <p:embed/>
                    <p:pic>
                      <p:nvPicPr>
                        <p:cNvPr id="6156" name="Object 11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4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1891" y="3381"/>
                          <a:ext cx="201" cy="456"/>
                        </a:xfrm>
                        <a:prstGeom prst="rect">
                          <a:avLst/>
                        </a:prstGeom>
                        <a:noFill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</p:grpSp>
      <p:grpSp>
        <p:nvGrpSpPr>
          <p:cNvPr id="3" name="Group 18"/>
          <p:cNvGrpSpPr>
            <a:grpSpLocks/>
          </p:cNvGrpSpPr>
          <p:nvPr/>
        </p:nvGrpSpPr>
        <p:grpSpPr bwMode="auto">
          <a:xfrm>
            <a:off x="6738938" y="1087438"/>
            <a:ext cx="2176462" cy="608012"/>
            <a:chOff x="4389" y="782"/>
            <a:chExt cx="1371" cy="383"/>
          </a:xfrm>
          <a:solidFill>
            <a:srgbClr val="CCCCFF"/>
          </a:solidFill>
        </p:grpSpPr>
        <p:sp>
          <p:nvSpPr>
            <p:cNvPr id="6152" name="AutoShape 15"/>
            <p:cNvSpPr>
              <a:spLocks noChangeArrowheads="1"/>
            </p:cNvSpPr>
            <p:nvPr/>
          </p:nvSpPr>
          <p:spPr bwMode="auto">
            <a:xfrm>
              <a:off x="4389" y="783"/>
              <a:ext cx="1371" cy="382"/>
            </a:xfrm>
            <a:prstGeom prst="wedgeRoundRectCallout">
              <a:avLst>
                <a:gd name="adj1" fmla="val -94347"/>
                <a:gd name="adj2" fmla="val 81935"/>
                <a:gd name="adj3" fmla="val 16667"/>
              </a:avLst>
            </a:prstGeom>
            <a:grpFill/>
            <a:ln w="9525">
              <a:noFill/>
              <a:miter lim="800000"/>
              <a:headEnd/>
              <a:tailEnd/>
            </a:ln>
          </p:spPr>
          <p:txBody>
            <a:bodyPr wrap="none" anchor="ctr"/>
            <a:lstStyle/>
            <a:p>
              <a:pPr algn="ctr"/>
              <a:endParaRPr lang="en-US"/>
            </a:p>
          </p:txBody>
        </p:sp>
        <p:sp>
          <p:nvSpPr>
            <p:cNvPr id="6153" name="Rectangle 16"/>
            <p:cNvSpPr>
              <a:spLocks noChangeArrowheads="1"/>
            </p:cNvSpPr>
            <p:nvPr/>
          </p:nvSpPr>
          <p:spPr bwMode="auto">
            <a:xfrm>
              <a:off x="5152" y="782"/>
              <a:ext cx="488" cy="366"/>
            </a:xfrm>
            <a:prstGeom prst="rect">
              <a:avLst/>
            </a:prstGeom>
            <a:grpFill/>
            <a:ln w="9525">
              <a:noFill/>
              <a:miter lim="800000"/>
              <a:headEnd/>
              <a:tailEnd/>
            </a:ln>
          </p:spPr>
          <p:txBody>
            <a:bodyPr wrap="none">
              <a:spAutoFit/>
            </a:bodyPr>
            <a:lstStyle/>
            <a:p>
              <a:pPr algn="ctr"/>
              <a:r>
                <a:rPr lang="en-GB" b="1" u="sng"/>
                <a:t>Power</a:t>
              </a:r>
            </a:p>
            <a:p>
              <a:pPr algn="ctr"/>
              <a:r>
                <a:rPr lang="en-GB" b="1"/>
                <a:t>Area</a:t>
              </a:r>
              <a:endParaRPr lang="en-GB"/>
            </a:p>
          </p:txBody>
        </p:sp>
        <p:sp>
          <p:nvSpPr>
            <p:cNvPr id="6154" name="Rectangle 17"/>
            <p:cNvSpPr>
              <a:spLocks noChangeArrowheads="1"/>
            </p:cNvSpPr>
            <p:nvPr/>
          </p:nvSpPr>
          <p:spPr bwMode="auto">
            <a:xfrm>
              <a:off x="4405" y="834"/>
              <a:ext cx="792" cy="212"/>
            </a:xfrm>
            <a:prstGeom prst="rect">
              <a:avLst/>
            </a:prstGeom>
            <a:grpFill/>
            <a:ln w="9525">
              <a:noFill/>
              <a:miter lim="800000"/>
              <a:headEnd/>
              <a:tailEnd/>
            </a:ln>
          </p:spPr>
          <p:txBody>
            <a:bodyPr wrap="none">
              <a:spAutoFit/>
            </a:bodyPr>
            <a:lstStyle/>
            <a:p>
              <a:r>
                <a:rPr lang="en-GB" b="1"/>
                <a:t>Intensity =</a:t>
              </a:r>
            </a:p>
          </p:txBody>
        </p:sp>
      </p:grpSp>
      <p:sp>
        <p:nvSpPr>
          <p:cNvPr id="13" name="TextBox 12"/>
          <p:cNvSpPr txBox="1"/>
          <p:nvPr/>
        </p:nvSpPr>
        <p:spPr>
          <a:xfrm>
            <a:off x="6629400" y="3657600"/>
            <a:ext cx="2514600" cy="2646878"/>
          </a:xfrm>
          <a:prstGeom prst="rect">
            <a:avLst/>
          </a:prstGeom>
          <a:solidFill>
            <a:schemeClr val="accent6">
              <a:lumMod val="20000"/>
              <a:lumOff val="80000"/>
            </a:schemeClr>
          </a:solidFill>
        </p:spPr>
        <p:txBody>
          <a:bodyPr wrap="square" rtlCol="0">
            <a:spAutoFit/>
          </a:bodyPr>
          <a:lstStyle/>
          <a:p>
            <a:r>
              <a:rPr lang="en-GB" sz="1600" dirty="0"/>
              <a:t>Decibels: </a:t>
            </a:r>
          </a:p>
          <a:p>
            <a:r>
              <a:rPr lang="en-GB" sz="1600" dirty="0"/>
              <a:t>a ratio of one quantity compared to another</a:t>
            </a:r>
          </a:p>
          <a:p>
            <a:endParaRPr lang="en-GB" sz="1600" dirty="0"/>
          </a:p>
          <a:p>
            <a:r>
              <a:rPr lang="en-GB" sz="1600" dirty="0"/>
              <a:t>Acoustics: </a:t>
            </a:r>
          </a:p>
          <a:p>
            <a:pPr marL="179388" indent="-179388">
              <a:buFont typeface="Arial" pitchFamily="34" charset="0"/>
              <a:buChar char="•"/>
            </a:pPr>
            <a:r>
              <a:rPr lang="en-GB" sz="1600" dirty="0"/>
              <a:t>sound</a:t>
            </a:r>
          </a:p>
          <a:p>
            <a:endParaRPr lang="en-GB" sz="1600" dirty="0"/>
          </a:p>
          <a:p>
            <a:r>
              <a:rPr lang="en-GB" sz="1600" dirty="0"/>
              <a:t>Electronics, signals:</a:t>
            </a:r>
          </a:p>
          <a:p>
            <a:pPr marL="179388" indent="-179388">
              <a:buFont typeface="Arial" pitchFamily="34" charset="0"/>
              <a:buChar char="•"/>
            </a:pPr>
            <a:r>
              <a:rPr lang="en-GB" sz="1600" dirty="0"/>
              <a:t>power</a:t>
            </a:r>
          </a:p>
          <a:p>
            <a:pPr marL="179388" indent="-179388">
              <a:buFont typeface="Arial" pitchFamily="34" charset="0"/>
              <a:buChar char="•"/>
            </a:pPr>
            <a:r>
              <a:rPr lang="en-GB" sz="1600" dirty="0"/>
              <a:t>voltage</a:t>
            </a:r>
          </a:p>
        </p:txBody>
      </p:sp>
    </p:spTree>
    <p:extLst>
      <p:ext uri="{BB962C8B-B14F-4D97-AF65-F5344CB8AC3E}">
        <p14:creationId xmlns:p14="http://schemas.microsoft.com/office/powerpoint/2010/main" val="595388516"/>
      </p:ext>
    </p:extLst>
  </p:cSld>
  <p:clrMapOvr>
    <a:masterClrMapping/>
  </p:clrMapOvr>
</p:sld>
</file>

<file path=ppt/slides/slide1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42" name="Rectangle 4"/>
          <p:cNvSpPr>
            <a:spLocks noChangeArrowheads="1"/>
          </p:cNvSpPr>
          <p:nvPr/>
        </p:nvSpPr>
        <p:spPr bwMode="auto">
          <a:xfrm>
            <a:off x="369888" y="332731"/>
            <a:ext cx="1866217" cy="461665"/>
          </a:xfrm>
          <a:prstGeom prst="rect">
            <a:avLst/>
          </a:prstGeom>
          <a:noFill/>
          <a:ln w="9525" algn="ctr">
            <a:noFill/>
            <a:miter lim="800000"/>
            <a:headEnd/>
            <a:tailEnd/>
          </a:ln>
        </p:spPr>
        <p:txBody>
          <a:bodyPr wrap="none" anchor="ctr">
            <a:spAutoFit/>
          </a:bodyPr>
          <a:lstStyle/>
          <a:p>
            <a:r>
              <a:rPr lang="en-GB" sz="2400" b="1" dirty="0"/>
              <a:t>Logarithms</a:t>
            </a:r>
          </a:p>
        </p:txBody>
      </p:sp>
      <p:sp>
        <p:nvSpPr>
          <p:cNvPr id="10243" name="Rectangle 7"/>
          <p:cNvSpPr>
            <a:spLocks noChangeArrowheads="1"/>
          </p:cNvSpPr>
          <p:nvPr/>
        </p:nvSpPr>
        <p:spPr bwMode="auto">
          <a:xfrm>
            <a:off x="7432675" y="3859213"/>
            <a:ext cx="184731" cy="338554"/>
          </a:xfrm>
          <a:prstGeom prst="rect">
            <a:avLst/>
          </a:prstGeom>
          <a:noFill/>
          <a:ln w="9525" algn="ctr">
            <a:noFill/>
            <a:round/>
            <a:headEnd/>
            <a:tailEnd/>
          </a:ln>
        </p:spPr>
        <p:txBody>
          <a:bodyPr wrap="none">
            <a:spAutoFit/>
          </a:bodyPr>
          <a:lstStyle/>
          <a:p>
            <a:endParaRPr lang="en-US" sz="1600"/>
          </a:p>
        </p:txBody>
      </p:sp>
      <p:sp>
        <p:nvSpPr>
          <p:cNvPr id="10244" name="Rectangle 11"/>
          <p:cNvSpPr>
            <a:spLocks noChangeArrowheads="1"/>
          </p:cNvSpPr>
          <p:nvPr/>
        </p:nvSpPr>
        <p:spPr bwMode="auto">
          <a:xfrm>
            <a:off x="369888" y="796925"/>
            <a:ext cx="3232150" cy="339725"/>
          </a:xfrm>
          <a:prstGeom prst="rect">
            <a:avLst/>
          </a:prstGeom>
          <a:noFill/>
          <a:ln w="9525" algn="ctr">
            <a:noFill/>
            <a:round/>
            <a:headEnd/>
            <a:tailEnd/>
          </a:ln>
        </p:spPr>
        <p:txBody>
          <a:bodyPr>
            <a:spAutoFit/>
          </a:bodyPr>
          <a:lstStyle/>
          <a:p>
            <a:endParaRPr lang="en-US" sz="1600"/>
          </a:p>
        </p:txBody>
      </p:sp>
      <p:sp>
        <p:nvSpPr>
          <p:cNvPr id="10245" name="Rectangle 13"/>
          <p:cNvSpPr>
            <a:spLocks noChangeArrowheads="1"/>
          </p:cNvSpPr>
          <p:nvPr/>
        </p:nvSpPr>
        <p:spPr bwMode="auto">
          <a:xfrm>
            <a:off x="223838" y="819150"/>
            <a:ext cx="184731" cy="338554"/>
          </a:xfrm>
          <a:prstGeom prst="rect">
            <a:avLst/>
          </a:prstGeom>
          <a:noFill/>
          <a:ln w="9525" algn="ctr">
            <a:noFill/>
            <a:round/>
            <a:headEnd/>
            <a:tailEnd/>
          </a:ln>
        </p:spPr>
        <p:txBody>
          <a:bodyPr wrap="none">
            <a:spAutoFit/>
          </a:bodyPr>
          <a:lstStyle/>
          <a:p>
            <a:endParaRPr lang="en-US" sz="1600"/>
          </a:p>
        </p:txBody>
      </p:sp>
      <p:sp>
        <p:nvSpPr>
          <p:cNvPr id="10246" name="Rectangle 14"/>
          <p:cNvSpPr>
            <a:spLocks noChangeArrowheads="1"/>
          </p:cNvSpPr>
          <p:nvPr/>
        </p:nvSpPr>
        <p:spPr bwMode="auto">
          <a:xfrm>
            <a:off x="369887" y="947738"/>
            <a:ext cx="5903322" cy="646331"/>
          </a:xfrm>
          <a:prstGeom prst="rect">
            <a:avLst/>
          </a:prstGeom>
          <a:solidFill>
            <a:schemeClr val="accent6">
              <a:lumMod val="20000"/>
              <a:lumOff val="80000"/>
              <a:alpha val="60000"/>
            </a:schemeClr>
          </a:solidFill>
          <a:ln w="9525">
            <a:noFill/>
            <a:miter lim="800000"/>
            <a:headEnd/>
            <a:tailEnd/>
          </a:ln>
        </p:spPr>
        <p:txBody>
          <a:bodyPr wrap="square">
            <a:spAutoFit/>
          </a:bodyPr>
          <a:lstStyle/>
          <a:p>
            <a:r>
              <a:rPr lang="en-GB" b="1" dirty="0" err="1"/>
              <a:t>b</a:t>
            </a:r>
            <a:r>
              <a:rPr lang="en-GB" b="1" baseline="30000" dirty="0" err="1"/>
              <a:t>n</a:t>
            </a:r>
            <a:r>
              <a:rPr lang="en-GB" b="1" dirty="0"/>
              <a:t> = a               …  </a:t>
            </a:r>
            <a:r>
              <a:rPr lang="en-GB" dirty="0"/>
              <a:t>e.g</a:t>
            </a:r>
            <a:r>
              <a:rPr lang="en-GB" i="1" dirty="0"/>
              <a:t>.</a:t>
            </a:r>
            <a:r>
              <a:rPr lang="en-GB" b="1" dirty="0"/>
              <a:t>   10</a:t>
            </a:r>
            <a:r>
              <a:rPr lang="en-GB" b="1" baseline="30000" dirty="0"/>
              <a:t>3</a:t>
            </a:r>
            <a:r>
              <a:rPr lang="en-GB" b="1" dirty="0"/>
              <a:t> = 1000 </a:t>
            </a:r>
            <a:endParaRPr lang="en-GB" dirty="0"/>
          </a:p>
          <a:p>
            <a:r>
              <a:rPr lang="en-GB" b="1" dirty="0" err="1"/>
              <a:t>log</a:t>
            </a:r>
            <a:r>
              <a:rPr lang="en-GB" b="1" baseline="-25000" dirty="0" err="1"/>
              <a:t>b</a:t>
            </a:r>
            <a:r>
              <a:rPr lang="en-GB" b="1" dirty="0"/>
              <a:t>(a) = n        </a:t>
            </a:r>
            <a:r>
              <a:rPr lang="en-GB" dirty="0"/>
              <a:t>i.e.    </a:t>
            </a:r>
            <a:r>
              <a:rPr lang="en-GB" b="1" dirty="0">
                <a:solidFill>
                  <a:srgbClr val="000000"/>
                </a:solidFill>
              </a:rPr>
              <a:t>log</a:t>
            </a:r>
            <a:r>
              <a:rPr lang="en-GB" b="1" baseline="-25000" dirty="0">
                <a:solidFill>
                  <a:srgbClr val="000000"/>
                </a:solidFill>
              </a:rPr>
              <a:t>10</a:t>
            </a:r>
            <a:r>
              <a:rPr lang="en-GB" b="1" dirty="0">
                <a:solidFill>
                  <a:srgbClr val="000000"/>
                </a:solidFill>
              </a:rPr>
              <a:t>(1000) = 3</a:t>
            </a:r>
          </a:p>
        </p:txBody>
      </p:sp>
      <p:sp>
        <p:nvSpPr>
          <p:cNvPr id="10247" name="Rectangle 15"/>
          <p:cNvSpPr>
            <a:spLocks noChangeArrowheads="1"/>
          </p:cNvSpPr>
          <p:nvPr/>
        </p:nvSpPr>
        <p:spPr bwMode="auto">
          <a:xfrm>
            <a:off x="395288" y="2471471"/>
            <a:ext cx="3844925" cy="584775"/>
          </a:xfrm>
          <a:prstGeom prst="rect">
            <a:avLst/>
          </a:prstGeom>
          <a:solidFill>
            <a:srgbClr val="D9F8FF"/>
          </a:solidFill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r>
              <a:rPr lang="en-GB" sz="1600" dirty="0">
                <a:solidFill>
                  <a:srgbClr val="000000"/>
                </a:solidFill>
              </a:rPr>
              <a:t>example (ii) since 10</a:t>
            </a:r>
            <a:r>
              <a:rPr lang="en-GB" sz="1600" baseline="30000" dirty="0">
                <a:solidFill>
                  <a:srgbClr val="000000"/>
                </a:solidFill>
              </a:rPr>
              <a:t>0.301</a:t>
            </a:r>
            <a:r>
              <a:rPr lang="en-GB" sz="1600" dirty="0">
                <a:solidFill>
                  <a:srgbClr val="000000"/>
                </a:solidFill>
              </a:rPr>
              <a:t>=2</a:t>
            </a:r>
          </a:p>
          <a:p>
            <a:r>
              <a:rPr lang="en-GB" sz="1600" dirty="0">
                <a:solidFill>
                  <a:srgbClr val="000000"/>
                </a:solidFill>
              </a:rPr>
              <a:t>              so     log</a:t>
            </a:r>
            <a:r>
              <a:rPr lang="en-GB" sz="1600" baseline="-25000" dirty="0">
                <a:solidFill>
                  <a:srgbClr val="000000"/>
                </a:solidFill>
              </a:rPr>
              <a:t>10</a:t>
            </a:r>
            <a:r>
              <a:rPr lang="en-GB" sz="1600" dirty="0">
                <a:solidFill>
                  <a:srgbClr val="000000"/>
                </a:solidFill>
              </a:rPr>
              <a:t>2  = 0.301</a:t>
            </a:r>
          </a:p>
        </p:txBody>
      </p:sp>
      <p:sp>
        <p:nvSpPr>
          <p:cNvPr id="10248" name="Rectangle 16"/>
          <p:cNvSpPr>
            <a:spLocks noChangeArrowheads="1"/>
          </p:cNvSpPr>
          <p:nvPr/>
        </p:nvSpPr>
        <p:spPr bwMode="auto">
          <a:xfrm>
            <a:off x="395288" y="3376650"/>
            <a:ext cx="5284787" cy="830997"/>
          </a:xfrm>
          <a:prstGeom prst="rect">
            <a:avLst/>
          </a:prstGeom>
          <a:solidFill>
            <a:schemeClr val="bg2">
              <a:lumMod val="20000"/>
              <a:lumOff val="80000"/>
            </a:schemeClr>
          </a:solidFill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r>
              <a:rPr lang="en-GB" sz="1600" b="1">
                <a:solidFill>
                  <a:srgbClr val="000000"/>
                </a:solidFill>
              </a:rPr>
              <a:t>Used for calculations, e.g. multiplication:</a:t>
            </a:r>
          </a:p>
          <a:p>
            <a:r>
              <a:rPr lang="en-GB" sz="1600">
                <a:solidFill>
                  <a:srgbClr val="000000"/>
                </a:solidFill>
              </a:rPr>
              <a:t>	log (m x n) = log(m) + log(n)</a:t>
            </a:r>
          </a:p>
          <a:p>
            <a:r>
              <a:rPr lang="en-GB" sz="1600">
                <a:solidFill>
                  <a:srgbClr val="000000"/>
                </a:solidFill>
              </a:rPr>
              <a:t>	log (m / n) = log(m) – log(n)</a:t>
            </a:r>
          </a:p>
        </p:txBody>
      </p:sp>
      <p:sp>
        <p:nvSpPr>
          <p:cNvPr id="10249" name="Rectangle 17"/>
          <p:cNvSpPr>
            <a:spLocks noChangeArrowheads="1"/>
          </p:cNvSpPr>
          <p:nvPr/>
        </p:nvSpPr>
        <p:spPr bwMode="auto">
          <a:xfrm>
            <a:off x="369888" y="4503738"/>
            <a:ext cx="8542337" cy="1323439"/>
          </a:xfrm>
          <a:prstGeom prst="rect">
            <a:avLst/>
          </a:prstGeom>
          <a:solidFill>
            <a:srgbClr val="D9F8FF"/>
          </a:solidFill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r>
              <a:rPr lang="en-GB" sz="1600">
                <a:solidFill>
                  <a:srgbClr val="000000"/>
                </a:solidFill>
              </a:rPr>
              <a:t>Example: 2 x 3 = 6</a:t>
            </a:r>
          </a:p>
          <a:p>
            <a:r>
              <a:rPr lang="en-GB" sz="1600">
                <a:solidFill>
                  <a:srgbClr val="000000"/>
                </a:solidFill>
              </a:rPr>
              <a:t>… can be calculated from: 	        	log</a:t>
            </a:r>
            <a:r>
              <a:rPr lang="en-GB" sz="1600" baseline="-25000">
                <a:solidFill>
                  <a:srgbClr val="000000"/>
                </a:solidFill>
              </a:rPr>
              <a:t>10</a:t>
            </a:r>
            <a:r>
              <a:rPr lang="en-GB" sz="1600">
                <a:solidFill>
                  <a:srgbClr val="000000"/>
                </a:solidFill>
              </a:rPr>
              <a:t> (2x3) = log</a:t>
            </a:r>
            <a:r>
              <a:rPr lang="en-GB" sz="1600" baseline="-25000">
                <a:solidFill>
                  <a:srgbClr val="000000"/>
                </a:solidFill>
              </a:rPr>
              <a:t>10</a:t>
            </a:r>
            <a:r>
              <a:rPr lang="en-GB" sz="1600">
                <a:solidFill>
                  <a:srgbClr val="000000"/>
                </a:solidFill>
              </a:rPr>
              <a:t>2 + log</a:t>
            </a:r>
            <a:r>
              <a:rPr lang="en-GB" sz="1600" baseline="-25000">
                <a:solidFill>
                  <a:srgbClr val="000000"/>
                </a:solidFill>
              </a:rPr>
              <a:t>10</a:t>
            </a:r>
            <a:r>
              <a:rPr lang="en-GB" sz="1600">
                <a:solidFill>
                  <a:srgbClr val="000000"/>
                </a:solidFill>
              </a:rPr>
              <a:t>3</a:t>
            </a:r>
          </a:p>
          <a:p>
            <a:r>
              <a:rPr lang="en-GB" sz="1600">
                <a:solidFill>
                  <a:srgbClr val="000000"/>
                </a:solidFill>
              </a:rPr>
              <a:t>			 		=  0.301 + 0.477</a:t>
            </a:r>
          </a:p>
          <a:p>
            <a:r>
              <a:rPr lang="en-GB" sz="1600">
                <a:solidFill>
                  <a:srgbClr val="000000"/>
                </a:solidFill>
              </a:rPr>
              <a:t>					=  0.778      </a:t>
            </a:r>
          </a:p>
          <a:p>
            <a:r>
              <a:rPr lang="en-GB" sz="1600">
                <a:solidFill>
                  <a:srgbClr val="000000"/>
                </a:solidFill>
              </a:rPr>
              <a:t>this is the log, so we need to antilog:   	antilog</a:t>
            </a:r>
            <a:r>
              <a:rPr lang="en-GB" sz="1600" baseline="-25000">
                <a:solidFill>
                  <a:srgbClr val="000000"/>
                </a:solidFill>
              </a:rPr>
              <a:t>10</a:t>
            </a:r>
            <a:r>
              <a:rPr lang="en-GB" sz="1600">
                <a:solidFill>
                  <a:srgbClr val="000000"/>
                </a:solidFill>
              </a:rPr>
              <a:t>0.778 = </a:t>
            </a:r>
            <a:r>
              <a:rPr lang="en-GB" sz="1600" b="1">
                <a:solidFill>
                  <a:srgbClr val="000000"/>
                </a:solidFill>
              </a:rPr>
              <a:t>6</a:t>
            </a:r>
            <a:endParaRPr lang="en-GB" sz="1600"/>
          </a:p>
        </p:txBody>
      </p:sp>
      <p:sp>
        <p:nvSpPr>
          <p:cNvPr id="10250" name="Rectangle 18"/>
          <p:cNvSpPr>
            <a:spLocks noChangeArrowheads="1"/>
          </p:cNvSpPr>
          <p:nvPr/>
        </p:nvSpPr>
        <p:spPr bwMode="auto">
          <a:xfrm>
            <a:off x="369888" y="6008688"/>
            <a:ext cx="3484562" cy="338137"/>
          </a:xfrm>
          <a:prstGeom prst="rect">
            <a:avLst/>
          </a:prstGeom>
          <a:solidFill>
            <a:srgbClr val="FFFF00"/>
          </a:solidFill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r>
              <a:rPr lang="en-GB" sz="1600">
                <a:solidFill>
                  <a:srgbClr val="000000"/>
                </a:solidFill>
              </a:rPr>
              <a:t>Usual bases are log</a:t>
            </a:r>
            <a:r>
              <a:rPr lang="en-GB" sz="1600" baseline="-25000">
                <a:solidFill>
                  <a:srgbClr val="000000"/>
                </a:solidFill>
              </a:rPr>
              <a:t>10 </a:t>
            </a:r>
            <a:r>
              <a:rPr lang="en-GB" sz="1600">
                <a:solidFill>
                  <a:srgbClr val="000000"/>
                </a:solidFill>
              </a:rPr>
              <a:t>or log</a:t>
            </a:r>
            <a:r>
              <a:rPr lang="en-GB" sz="1600" baseline="-25000">
                <a:solidFill>
                  <a:srgbClr val="000000"/>
                </a:solidFill>
              </a:rPr>
              <a:t>e</a:t>
            </a:r>
            <a:endParaRPr lang="en-GB" sz="1600"/>
          </a:p>
        </p:txBody>
      </p:sp>
      <p:sp>
        <p:nvSpPr>
          <p:cNvPr id="10251" name="AutoShape 7"/>
          <p:cNvSpPr>
            <a:spLocks noChangeArrowheads="1"/>
          </p:cNvSpPr>
          <p:nvPr/>
        </p:nvSpPr>
        <p:spPr bwMode="auto">
          <a:xfrm>
            <a:off x="6519863" y="334963"/>
            <a:ext cx="2624137" cy="1227137"/>
          </a:xfrm>
          <a:prstGeom prst="wedgeRoundRectCallout">
            <a:avLst>
              <a:gd name="adj1" fmla="val -84723"/>
              <a:gd name="adj2" fmla="val 20093"/>
              <a:gd name="adj3" fmla="val 16667"/>
            </a:avLst>
          </a:prstGeom>
          <a:solidFill>
            <a:srgbClr val="CCCCFF"/>
          </a:solidFill>
          <a:ln w="9525" algn="ctr">
            <a:noFill/>
            <a:miter lim="800000"/>
            <a:headEnd/>
            <a:tailEnd/>
          </a:ln>
        </p:spPr>
        <p:txBody>
          <a:bodyPr/>
          <a:lstStyle/>
          <a:p>
            <a:r>
              <a:rPr lang="en-GB" sz="1600" b="1" dirty="0"/>
              <a:t>n = </a:t>
            </a:r>
          </a:p>
          <a:p>
            <a:r>
              <a:rPr lang="en-GB" sz="1600" b="1" dirty="0"/>
              <a:t>the power to which you raise </a:t>
            </a:r>
            <a:r>
              <a:rPr lang="en-GB" sz="1600" b="1" i="1" dirty="0"/>
              <a:t>b  (the base) …</a:t>
            </a:r>
          </a:p>
          <a:p>
            <a:r>
              <a:rPr lang="en-GB" sz="1600" b="1" dirty="0"/>
              <a:t>to get </a:t>
            </a:r>
            <a:r>
              <a:rPr lang="en-GB" sz="1600" b="1" i="1" dirty="0"/>
              <a:t>a</a:t>
            </a:r>
            <a:endParaRPr lang="en-GB" sz="1600" b="1" dirty="0"/>
          </a:p>
        </p:txBody>
      </p:sp>
    </p:spTree>
    <p:extLst>
      <p:ext uri="{BB962C8B-B14F-4D97-AF65-F5344CB8AC3E}">
        <p14:creationId xmlns:p14="http://schemas.microsoft.com/office/powerpoint/2010/main" val="2734333836"/>
      </p:ext>
    </p:extLst>
  </p:cSld>
  <p:clrMapOvr>
    <a:masterClrMapping/>
  </p:clrMapOvr>
</p:sld>
</file>

<file path=ppt/slides/slide1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3" name="Group 30"/>
          <p:cNvGrpSpPr>
            <a:grpSpLocks/>
          </p:cNvGrpSpPr>
          <p:nvPr/>
        </p:nvGrpSpPr>
        <p:grpSpPr bwMode="auto">
          <a:xfrm>
            <a:off x="1471613" y="1885950"/>
            <a:ext cx="7023100" cy="3603625"/>
            <a:chOff x="385" y="1328"/>
            <a:chExt cx="4424" cy="2270"/>
          </a:xfrm>
        </p:grpSpPr>
        <p:pic>
          <p:nvPicPr>
            <p:cNvPr id="11280" name="Picture 27"/>
            <p:cNvPicPr>
              <a:picLocks noChangeAspect="1" noChangeArrowheads="1"/>
            </p:cNvPicPr>
            <p:nvPr/>
          </p:nvPicPr>
          <p:blipFill>
            <a:blip r:embed="rId2" cstate="print">
              <a:lum contrast="30000"/>
            </a:blip>
            <a:srcRect/>
            <a:stretch>
              <a:fillRect/>
            </a:stretch>
          </p:blipFill>
          <p:spPr bwMode="auto">
            <a:xfrm>
              <a:off x="385" y="1340"/>
              <a:ext cx="4424" cy="2224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</p:pic>
        <p:sp>
          <p:nvSpPr>
            <p:cNvPr id="11281" name="Text Box 28"/>
            <p:cNvSpPr txBox="1">
              <a:spLocks noChangeArrowheads="1"/>
            </p:cNvSpPr>
            <p:nvPr/>
          </p:nvSpPr>
          <p:spPr bwMode="auto">
            <a:xfrm>
              <a:off x="869" y="2271"/>
              <a:ext cx="3884" cy="212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>
              <a:spAutoFit/>
            </a:bodyPr>
            <a:lstStyle/>
            <a:p>
              <a:r>
                <a:rPr lang="en-GB" sz="1600">
                  <a:latin typeface="Times New Roman" pitchFamily="18" charset="0"/>
                </a:rPr>
                <a:t>0          1        2        3        4        5       6        7        8        9       10</a:t>
              </a:r>
            </a:p>
          </p:txBody>
        </p:sp>
        <p:sp>
          <p:nvSpPr>
            <p:cNvPr id="11282" name="Text Box 29"/>
            <p:cNvSpPr txBox="1">
              <a:spLocks noChangeArrowheads="1"/>
            </p:cNvSpPr>
            <p:nvPr/>
          </p:nvSpPr>
          <p:spPr bwMode="auto">
            <a:xfrm>
              <a:off x="837" y="1328"/>
              <a:ext cx="3884" cy="2270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>
              <a:spAutoFit/>
            </a:bodyPr>
            <a:lstStyle/>
            <a:p>
              <a:r>
                <a:rPr lang="en-GB" sz="1600">
                  <a:latin typeface="Times New Roman" pitchFamily="18" charset="0"/>
                </a:rPr>
                <a:t>3</a:t>
              </a:r>
            </a:p>
            <a:p>
              <a:endParaRPr lang="en-GB" sz="1600">
                <a:latin typeface="Times New Roman" pitchFamily="18" charset="0"/>
              </a:endParaRPr>
            </a:p>
            <a:p>
              <a:r>
                <a:rPr lang="en-GB" sz="1600">
                  <a:latin typeface="Times New Roman" pitchFamily="18" charset="0"/>
                </a:rPr>
                <a:t>2</a:t>
              </a:r>
            </a:p>
            <a:p>
              <a:endParaRPr lang="en-GB" sz="1600">
                <a:latin typeface="Times New Roman" pitchFamily="18" charset="0"/>
              </a:endParaRPr>
            </a:p>
            <a:p>
              <a:r>
                <a:rPr lang="en-GB" sz="1600">
                  <a:latin typeface="Times New Roman" pitchFamily="18" charset="0"/>
                </a:rPr>
                <a:t>1</a:t>
              </a:r>
            </a:p>
            <a:p>
              <a:endParaRPr lang="en-GB" sz="1600">
                <a:latin typeface="Times New Roman" pitchFamily="18" charset="0"/>
              </a:endParaRPr>
            </a:p>
            <a:p>
              <a:endParaRPr lang="en-GB" sz="1600">
                <a:latin typeface="Times New Roman" pitchFamily="18" charset="0"/>
              </a:endParaRPr>
            </a:p>
            <a:p>
              <a:endParaRPr lang="en-GB" sz="1600">
                <a:latin typeface="Times New Roman" pitchFamily="18" charset="0"/>
              </a:endParaRPr>
            </a:p>
            <a:p>
              <a:r>
                <a:rPr lang="en-GB" sz="1600">
                  <a:latin typeface="Times New Roman" pitchFamily="18" charset="0"/>
                </a:rPr>
                <a:t>-1</a:t>
              </a:r>
            </a:p>
            <a:p>
              <a:endParaRPr lang="en-GB" sz="1600">
                <a:latin typeface="Times New Roman" pitchFamily="18" charset="0"/>
              </a:endParaRPr>
            </a:p>
            <a:p>
              <a:r>
                <a:rPr lang="en-GB" sz="1600">
                  <a:latin typeface="Times New Roman" pitchFamily="18" charset="0"/>
                </a:rPr>
                <a:t>-2</a:t>
              </a:r>
            </a:p>
            <a:p>
              <a:endParaRPr lang="en-GB" sz="1600">
                <a:latin typeface="Times New Roman" pitchFamily="18" charset="0"/>
              </a:endParaRPr>
            </a:p>
            <a:p>
              <a:r>
                <a:rPr lang="en-GB" sz="1600">
                  <a:latin typeface="Times New Roman" pitchFamily="18" charset="0"/>
                </a:rPr>
                <a:t>-3</a:t>
              </a:r>
            </a:p>
            <a:p>
              <a:pPr>
                <a:lnSpc>
                  <a:spcPct val="90000"/>
                </a:lnSpc>
              </a:pPr>
              <a:endParaRPr lang="en-GB" sz="1600">
                <a:latin typeface="Times New Roman" pitchFamily="18" charset="0"/>
              </a:endParaRPr>
            </a:p>
          </p:txBody>
        </p:sp>
      </p:grpSp>
      <p:sp>
        <p:nvSpPr>
          <p:cNvPr id="11267" name="Rectangle 31"/>
          <p:cNvSpPr>
            <a:spLocks noChangeArrowheads="1"/>
          </p:cNvSpPr>
          <p:nvPr/>
        </p:nvSpPr>
        <p:spPr bwMode="auto">
          <a:xfrm>
            <a:off x="369888" y="334963"/>
            <a:ext cx="1849437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 anchor="ctr">
            <a:spAutoFit/>
          </a:bodyPr>
          <a:lstStyle/>
          <a:p>
            <a:r>
              <a:rPr lang="en-GB" sz="2400" b="1" dirty="0"/>
              <a:t>Logarithms</a:t>
            </a:r>
          </a:p>
        </p:txBody>
      </p:sp>
      <p:sp>
        <p:nvSpPr>
          <p:cNvPr id="11268" name="AutoShape 32"/>
          <p:cNvSpPr>
            <a:spLocks noChangeArrowheads="1"/>
          </p:cNvSpPr>
          <p:nvPr/>
        </p:nvSpPr>
        <p:spPr bwMode="auto">
          <a:xfrm>
            <a:off x="2825750" y="1233488"/>
            <a:ext cx="2354664" cy="919401"/>
          </a:xfrm>
          <a:prstGeom prst="wedgeRoundRectCallout">
            <a:avLst>
              <a:gd name="adj1" fmla="val -43810"/>
              <a:gd name="adj2" fmla="val 187991"/>
              <a:gd name="adj3" fmla="val 16667"/>
            </a:avLst>
          </a:prstGeom>
          <a:solidFill>
            <a:srgbClr val="CCCCFF"/>
          </a:solidFill>
          <a:ln w="9525">
            <a:noFill/>
            <a:miter lim="800000"/>
            <a:headEnd/>
            <a:tailEnd/>
          </a:ln>
        </p:spPr>
        <p:txBody>
          <a:bodyPr wrap="none">
            <a:spAutoFit/>
          </a:bodyPr>
          <a:lstStyle/>
          <a:p>
            <a:r>
              <a:rPr lang="en-GB" sz="1600"/>
              <a:t>passes through x=1 </a:t>
            </a:r>
          </a:p>
          <a:p>
            <a:r>
              <a:rPr lang="en-GB" sz="1600"/>
              <a:t>- since anything to</a:t>
            </a:r>
          </a:p>
          <a:p>
            <a:r>
              <a:rPr lang="en-GB" sz="1600"/>
              <a:t> the power of 0 = 1</a:t>
            </a:r>
            <a:endParaRPr lang="en-GB" sz="1600">
              <a:latin typeface="Times New Roman" pitchFamily="18" charset="0"/>
            </a:endParaRPr>
          </a:p>
        </p:txBody>
      </p:sp>
      <p:sp>
        <p:nvSpPr>
          <p:cNvPr id="11269" name="Text Box 33"/>
          <p:cNvSpPr txBox="1">
            <a:spLocks noChangeArrowheads="1"/>
          </p:cNvSpPr>
          <p:nvPr/>
        </p:nvSpPr>
        <p:spPr bwMode="auto">
          <a:xfrm>
            <a:off x="4699177" y="2566106"/>
            <a:ext cx="1200970" cy="338554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>
            <a:spAutoFit/>
          </a:bodyPr>
          <a:lstStyle/>
          <a:p>
            <a:r>
              <a:rPr lang="en-GB" sz="1600" b="1" dirty="0"/>
              <a:t>y = log</a:t>
            </a:r>
            <a:r>
              <a:rPr lang="en-GB" sz="1600" b="1" baseline="-25000" dirty="0"/>
              <a:t>10</a:t>
            </a:r>
            <a:r>
              <a:rPr lang="en-GB" sz="1600" b="1" dirty="0"/>
              <a:t>x</a:t>
            </a:r>
            <a:endParaRPr lang="en-GB" sz="1600" b="1" dirty="0">
              <a:latin typeface="Times New Roman" pitchFamily="18" charset="0"/>
            </a:endParaRPr>
          </a:p>
        </p:txBody>
      </p:sp>
      <p:sp>
        <p:nvSpPr>
          <p:cNvPr id="11270" name="Text Box 34"/>
          <p:cNvSpPr txBox="1">
            <a:spLocks noChangeArrowheads="1"/>
          </p:cNvSpPr>
          <p:nvPr/>
        </p:nvSpPr>
        <p:spPr bwMode="auto">
          <a:xfrm>
            <a:off x="8081963" y="3516313"/>
            <a:ext cx="309562" cy="336550"/>
          </a:xfrm>
          <a:prstGeom prst="rect">
            <a:avLst/>
          </a:prstGeom>
          <a:noFill/>
          <a:ln w="9525" algn="ctr">
            <a:noFill/>
            <a:miter lim="800000"/>
            <a:headEnd/>
            <a:tailEnd/>
          </a:ln>
        </p:spPr>
        <p:txBody>
          <a:bodyPr wrap="none">
            <a:spAutoFit/>
          </a:bodyPr>
          <a:lstStyle/>
          <a:p>
            <a:r>
              <a:rPr lang="en-GB" sz="1600"/>
              <a:t>x</a:t>
            </a:r>
            <a:endParaRPr lang="en-US" sz="1600"/>
          </a:p>
        </p:txBody>
      </p:sp>
      <p:sp>
        <p:nvSpPr>
          <p:cNvPr id="11271" name="Text Box 35"/>
          <p:cNvSpPr txBox="1">
            <a:spLocks noChangeArrowheads="1"/>
          </p:cNvSpPr>
          <p:nvPr/>
        </p:nvSpPr>
        <p:spPr bwMode="auto">
          <a:xfrm>
            <a:off x="2057400" y="1374775"/>
            <a:ext cx="290513" cy="336550"/>
          </a:xfrm>
          <a:prstGeom prst="rect">
            <a:avLst/>
          </a:prstGeom>
          <a:noFill/>
          <a:ln w="9525" algn="ctr">
            <a:noFill/>
            <a:miter lim="800000"/>
            <a:headEnd/>
            <a:tailEnd/>
          </a:ln>
        </p:spPr>
        <p:txBody>
          <a:bodyPr wrap="none">
            <a:spAutoFit/>
          </a:bodyPr>
          <a:lstStyle/>
          <a:p>
            <a:r>
              <a:rPr lang="en-GB" sz="1600"/>
              <a:t>y</a:t>
            </a:r>
            <a:endParaRPr lang="en-US" sz="1600"/>
          </a:p>
        </p:txBody>
      </p:sp>
      <p:sp>
        <p:nvSpPr>
          <p:cNvPr id="11272" name="AutoShape 32"/>
          <p:cNvSpPr>
            <a:spLocks noChangeArrowheads="1"/>
          </p:cNvSpPr>
          <p:nvPr/>
        </p:nvSpPr>
        <p:spPr bwMode="auto">
          <a:xfrm>
            <a:off x="3562350" y="3798888"/>
            <a:ext cx="1647825" cy="374650"/>
          </a:xfrm>
          <a:prstGeom prst="wedgeRoundRectCallout">
            <a:avLst>
              <a:gd name="adj1" fmla="val -53958"/>
              <a:gd name="adj2" fmla="val -187375"/>
              <a:gd name="adj3" fmla="val 16667"/>
            </a:avLst>
          </a:prstGeom>
          <a:solidFill>
            <a:srgbClr val="CCCCFF"/>
          </a:solidFill>
          <a:ln w="9525">
            <a:noFill/>
            <a:miter lim="800000"/>
            <a:headEnd/>
            <a:tailEnd/>
          </a:ln>
        </p:spPr>
        <p:txBody>
          <a:bodyPr wrap="none">
            <a:spAutoFit/>
          </a:bodyPr>
          <a:lstStyle/>
          <a:p>
            <a:r>
              <a:rPr lang="en-GB" sz="1600"/>
              <a:t>log</a:t>
            </a:r>
            <a:r>
              <a:rPr lang="en-GB" sz="1600" baseline="-25000"/>
              <a:t>10</a:t>
            </a:r>
            <a:r>
              <a:rPr lang="en-GB" sz="1600"/>
              <a:t>2= 0.301</a:t>
            </a:r>
            <a:endParaRPr lang="en-GB" sz="1600">
              <a:latin typeface="Times New Roman" pitchFamily="18" charset="0"/>
            </a:endParaRPr>
          </a:p>
        </p:txBody>
      </p:sp>
      <p:sp>
        <p:nvSpPr>
          <p:cNvPr id="11273" name="AutoShape 32"/>
          <p:cNvSpPr>
            <a:spLocks noChangeArrowheads="1"/>
          </p:cNvSpPr>
          <p:nvPr/>
        </p:nvSpPr>
        <p:spPr bwMode="auto">
          <a:xfrm>
            <a:off x="5883275" y="4075113"/>
            <a:ext cx="1647825" cy="374650"/>
          </a:xfrm>
          <a:prstGeom prst="wedgeRoundRectCallout">
            <a:avLst>
              <a:gd name="adj1" fmla="val 47505"/>
              <a:gd name="adj2" fmla="val -344870"/>
              <a:gd name="adj3" fmla="val 16667"/>
            </a:avLst>
          </a:prstGeom>
          <a:solidFill>
            <a:srgbClr val="CCCCFF"/>
          </a:solidFill>
          <a:ln w="9525">
            <a:noFill/>
            <a:miter lim="800000"/>
            <a:headEnd/>
            <a:tailEnd/>
          </a:ln>
        </p:spPr>
        <p:txBody>
          <a:bodyPr wrap="none">
            <a:spAutoFit/>
          </a:bodyPr>
          <a:lstStyle/>
          <a:p>
            <a:r>
              <a:rPr lang="en-GB" sz="1600"/>
              <a:t>log</a:t>
            </a:r>
            <a:r>
              <a:rPr lang="en-GB" sz="1600" baseline="-25000"/>
              <a:t>10</a:t>
            </a:r>
            <a:r>
              <a:rPr lang="en-GB" sz="1600"/>
              <a:t>10= 1.00</a:t>
            </a:r>
            <a:endParaRPr lang="en-GB" sz="1600">
              <a:latin typeface="Times New Roman" pitchFamily="18" charset="0"/>
            </a:endParaRPr>
          </a:p>
        </p:txBody>
      </p:sp>
      <p:sp>
        <p:nvSpPr>
          <p:cNvPr id="11274" name="AutoShape 32"/>
          <p:cNvSpPr>
            <a:spLocks noChangeArrowheads="1"/>
          </p:cNvSpPr>
          <p:nvPr/>
        </p:nvSpPr>
        <p:spPr bwMode="auto">
          <a:xfrm>
            <a:off x="2952750" y="4370388"/>
            <a:ext cx="1949450" cy="373062"/>
          </a:xfrm>
          <a:prstGeom prst="wedgeRoundRectCallout">
            <a:avLst>
              <a:gd name="adj1" fmla="val -60204"/>
              <a:gd name="adj2" fmla="val -245125"/>
              <a:gd name="adj3" fmla="val 16667"/>
            </a:avLst>
          </a:prstGeom>
          <a:solidFill>
            <a:srgbClr val="CCCCFF"/>
          </a:solidFill>
          <a:ln w="9525">
            <a:noFill/>
            <a:miter lim="800000"/>
            <a:headEnd/>
            <a:tailEnd/>
          </a:ln>
        </p:spPr>
        <p:txBody>
          <a:bodyPr wrap="none">
            <a:spAutoFit/>
          </a:bodyPr>
          <a:lstStyle/>
          <a:p>
            <a:r>
              <a:rPr lang="en-GB" sz="1600"/>
              <a:t>log</a:t>
            </a:r>
            <a:r>
              <a:rPr lang="en-GB" sz="1600" baseline="-25000"/>
              <a:t>10</a:t>
            </a:r>
            <a:r>
              <a:rPr lang="en-GB" sz="1600"/>
              <a:t>0.5= -0.301</a:t>
            </a:r>
            <a:endParaRPr lang="en-GB" sz="1600">
              <a:latin typeface="Times New Roman" pitchFamily="18" charset="0"/>
            </a:endParaRPr>
          </a:p>
        </p:txBody>
      </p:sp>
      <p:cxnSp>
        <p:nvCxnSpPr>
          <p:cNvPr id="11275" name="Straight Connector 14"/>
          <p:cNvCxnSpPr>
            <a:cxnSpLocks noChangeShapeType="1"/>
          </p:cNvCxnSpPr>
          <p:nvPr/>
        </p:nvCxnSpPr>
        <p:spPr bwMode="auto">
          <a:xfrm rot="5400000" flipH="1" flipV="1">
            <a:off x="2640806" y="3515519"/>
            <a:ext cx="166688" cy="0"/>
          </a:xfrm>
          <a:prstGeom prst="line">
            <a:avLst/>
          </a:prstGeom>
          <a:noFill/>
          <a:ln w="9525" algn="ctr">
            <a:solidFill>
              <a:schemeClr val="tx1"/>
            </a:solidFill>
            <a:prstDash val="dash"/>
            <a:round/>
            <a:headEnd/>
            <a:tailEnd/>
          </a:ln>
        </p:spPr>
      </p:cxnSp>
      <p:sp>
        <p:nvSpPr>
          <p:cNvPr id="11276" name="AutoShape 32"/>
          <p:cNvSpPr>
            <a:spLocks noChangeArrowheads="1"/>
          </p:cNvSpPr>
          <p:nvPr/>
        </p:nvSpPr>
        <p:spPr bwMode="auto">
          <a:xfrm>
            <a:off x="2490788" y="4959350"/>
            <a:ext cx="1503362" cy="374650"/>
          </a:xfrm>
          <a:prstGeom prst="wedgeRoundRectCallout">
            <a:avLst>
              <a:gd name="adj1" fmla="val -47722"/>
              <a:gd name="adj2" fmla="val -323870"/>
              <a:gd name="adj3" fmla="val 16667"/>
            </a:avLst>
          </a:prstGeom>
          <a:solidFill>
            <a:srgbClr val="CCCCFF"/>
          </a:solidFill>
          <a:ln w="9525">
            <a:noFill/>
            <a:miter lim="800000"/>
            <a:headEnd/>
            <a:tailEnd/>
          </a:ln>
        </p:spPr>
        <p:txBody>
          <a:bodyPr wrap="none">
            <a:spAutoFit/>
          </a:bodyPr>
          <a:lstStyle/>
          <a:p>
            <a:r>
              <a:rPr lang="en-GB" sz="1600"/>
              <a:t>log</a:t>
            </a:r>
            <a:r>
              <a:rPr lang="en-GB" sz="1600" baseline="-25000"/>
              <a:t>10</a:t>
            </a:r>
            <a:r>
              <a:rPr lang="en-GB" sz="1600"/>
              <a:t>0.1= -1</a:t>
            </a:r>
            <a:endParaRPr lang="en-GB" sz="1600">
              <a:latin typeface="Times New Roman" pitchFamily="18" charset="0"/>
            </a:endParaRPr>
          </a:p>
        </p:txBody>
      </p:sp>
      <p:cxnSp>
        <p:nvCxnSpPr>
          <p:cNvPr id="11277" name="Straight Connector 18"/>
          <p:cNvCxnSpPr>
            <a:cxnSpLocks noChangeShapeType="1"/>
            <a:stCxn id="11276" idx="4"/>
          </p:cNvCxnSpPr>
          <p:nvPr/>
        </p:nvCxnSpPr>
        <p:spPr bwMode="auto">
          <a:xfrm rot="5400000" flipH="1" flipV="1">
            <a:off x="2280444" y="3686969"/>
            <a:ext cx="492125" cy="1587"/>
          </a:xfrm>
          <a:prstGeom prst="line">
            <a:avLst/>
          </a:prstGeom>
          <a:noFill/>
          <a:ln w="9525" algn="ctr">
            <a:solidFill>
              <a:schemeClr val="tx1"/>
            </a:solidFill>
            <a:prstDash val="dash"/>
            <a:round/>
            <a:headEnd/>
            <a:tailEnd/>
          </a:ln>
        </p:spPr>
      </p:cxnSp>
      <p:sp>
        <p:nvSpPr>
          <p:cNvPr id="22" name="AutoShape 32"/>
          <p:cNvSpPr>
            <a:spLocks noChangeArrowheads="1"/>
          </p:cNvSpPr>
          <p:nvPr/>
        </p:nvSpPr>
        <p:spPr bwMode="auto">
          <a:xfrm flipH="1">
            <a:off x="527050" y="5411788"/>
            <a:ext cx="1818657" cy="953453"/>
          </a:xfrm>
          <a:prstGeom prst="wedgeRoundRectCallout">
            <a:avLst>
              <a:gd name="adj1" fmla="val -52980"/>
              <a:gd name="adj2" fmla="val -170384"/>
              <a:gd name="adj3" fmla="val 16667"/>
            </a:avLst>
          </a:prstGeom>
          <a:solidFill>
            <a:srgbClr val="CCCCFF"/>
          </a:solidFill>
          <a:ln w="9525">
            <a:noFill/>
            <a:miter lim="800000"/>
            <a:headEnd/>
            <a:tailEnd/>
          </a:ln>
        </p:spPr>
        <p:txBody>
          <a:bodyPr wrap="none">
            <a:spAutoFit/>
          </a:bodyPr>
          <a:lstStyle/>
          <a:p>
            <a:pPr>
              <a:defRPr/>
            </a:pPr>
            <a:r>
              <a:rPr lang="en-GB" sz="1600" dirty="0"/>
              <a:t>log</a:t>
            </a:r>
            <a:r>
              <a:rPr lang="en-GB" sz="1600" baseline="-25000" dirty="0"/>
              <a:t>10</a:t>
            </a:r>
            <a:r>
              <a:rPr lang="en-GB" sz="1600" dirty="0"/>
              <a:t>0.01= -2</a:t>
            </a:r>
          </a:p>
          <a:p>
            <a:pPr>
              <a:defRPr/>
            </a:pPr>
            <a:r>
              <a:rPr lang="en-GB" sz="1600" dirty="0">
                <a:latin typeface="+mn-lt"/>
              </a:rPr>
              <a:t>log</a:t>
            </a:r>
            <a:r>
              <a:rPr lang="en-GB" sz="1600" baseline="-25000" dirty="0">
                <a:latin typeface="+mn-lt"/>
              </a:rPr>
              <a:t>10</a:t>
            </a:r>
            <a:r>
              <a:rPr lang="en-GB" sz="1600" dirty="0">
                <a:latin typeface="+mn-lt"/>
              </a:rPr>
              <a:t>0.001= -3</a:t>
            </a:r>
          </a:p>
          <a:p>
            <a:pPr>
              <a:defRPr/>
            </a:pPr>
            <a:r>
              <a:rPr lang="en-GB" sz="1600" dirty="0">
                <a:latin typeface="+mn-lt"/>
              </a:rPr>
              <a:t>etc</a:t>
            </a:r>
          </a:p>
        </p:txBody>
      </p:sp>
      <p:sp>
        <p:nvSpPr>
          <p:cNvPr id="11279" name="AutoShape 32"/>
          <p:cNvSpPr>
            <a:spLocks noChangeArrowheads="1"/>
          </p:cNvSpPr>
          <p:nvPr/>
        </p:nvSpPr>
        <p:spPr bwMode="auto">
          <a:xfrm>
            <a:off x="6544229" y="1619804"/>
            <a:ext cx="1930259" cy="646986"/>
          </a:xfrm>
          <a:prstGeom prst="wedgeRoundRectCallout">
            <a:avLst>
              <a:gd name="adj1" fmla="val 82490"/>
              <a:gd name="adj2" fmla="val 133750"/>
              <a:gd name="adj3" fmla="val 16667"/>
            </a:avLst>
          </a:prstGeom>
          <a:solidFill>
            <a:srgbClr val="CCCCFF"/>
          </a:solidFill>
          <a:ln w="9525">
            <a:noFill/>
            <a:miter lim="800000"/>
            <a:headEnd/>
            <a:tailEnd/>
          </a:ln>
        </p:spPr>
        <p:txBody>
          <a:bodyPr wrap="none">
            <a:spAutoFit/>
          </a:bodyPr>
          <a:lstStyle/>
          <a:p>
            <a:r>
              <a:rPr lang="en-GB" sz="1600" dirty="0"/>
              <a:t>log</a:t>
            </a:r>
            <a:r>
              <a:rPr lang="en-GB" sz="1600" baseline="-25000" dirty="0"/>
              <a:t>10</a:t>
            </a:r>
            <a:r>
              <a:rPr lang="en-GB" sz="1600" dirty="0"/>
              <a:t>100= 2.00</a:t>
            </a:r>
          </a:p>
          <a:p>
            <a:r>
              <a:rPr lang="en-GB" sz="1600" dirty="0"/>
              <a:t>log</a:t>
            </a:r>
            <a:r>
              <a:rPr lang="en-GB" sz="1600" baseline="-25000" dirty="0"/>
              <a:t>10</a:t>
            </a:r>
            <a:r>
              <a:rPr lang="en-GB" sz="1600" dirty="0"/>
              <a:t>1000= 3.00</a:t>
            </a:r>
            <a:endParaRPr lang="en-GB" sz="1600" dirty="0">
              <a:latin typeface="Times New Roman" pitchFamily="18" charset="0"/>
            </a:endParaRPr>
          </a:p>
        </p:txBody>
      </p:sp>
      <p:sp>
        <p:nvSpPr>
          <p:cNvPr id="2" name="Freeform 1"/>
          <p:cNvSpPr/>
          <p:nvPr/>
        </p:nvSpPr>
        <p:spPr bwMode="auto">
          <a:xfrm>
            <a:off x="2498651" y="2870791"/>
            <a:ext cx="6039293" cy="2126511"/>
          </a:xfrm>
          <a:custGeom>
            <a:avLst/>
            <a:gdLst>
              <a:gd name="connsiteX0" fmla="*/ 0 w 6039293"/>
              <a:gd name="connsiteY0" fmla="*/ 2126511 h 2126511"/>
              <a:gd name="connsiteX1" fmla="*/ 10633 w 6039293"/>
              <a:gd name="connsiteY1" fmla="*/ 1297172 h 2126511"/>
              <a:gd name="connsiteX2" fmla="*/ 53163 w 6039293"/>
              <a:gd name="connsiteY2" fmla="*/ 956930 h 2126511"/>
              <a:gd name="connsiteX3" fmla="*/ 159489 w 6039293"/>
              <a:gd name="connsiteY3" fmla="*/ 754911 h 2126511"/>
              <a:gd name="connsiteX4" fmla="*/ 265814 w 6039293"/>
              <a:gd name="connsiteY4" fmla="*/ 637953 h 2126511"/>
              <a:gd name="connsiteX5" fmla="*/ 489098 w 6039293"/>
              <a:gd name="connsiteY5" fmla="*/ 531628 h 2126511"/>
              <a:gd name="connsiteX6" fmla="*/ 925033 w 6039293"/>
              <a:gd name="connsiteY6" fmla="*/ 393404 h 2126511"/>
              <a:gd name="connsiteX7" fmla="*/ 2083982 w 6039293"/>
              <a:gd name="connsiteY7" fmla="*/ 223283 h 2126511"/>
              <a:gd name="connsiteX8" fmla="*/ 3880884 w 6039293"/>
              <a:gd name="connsiteY8" fmla="*/ 85060 h 2126511"/>
              <a:gd name="connsiteX9" fmla="*/ 5986130 w 6039293"/>
              <a:gd name="connsiteY9" fmla="*/ 21265 h 2126511"/>
              <a:gd name="connsiteX10" fmla="*/ 5986130 w 6039293"/>
              <a:gd name="connsiteY10" fmla="*/ 21265 h 2126511"/>
              <a:gd name="connsiteX11" fmla="*/ 6039293 w 6039293"/>
              <a:gd name="connsiteY11" fmla="*/ 0 h 212651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</a:cxnLst>
            <a:rect l="l" t="t" r="r" b="b"/>
            <a:pathLst>
              <a:path w="6039293" h="2126511">
                <a:moveTo>
                  <a:pt x="0" y="2126511"/>
                </a:moveTo>
                <a:cubicBezTo>
                  <a:pt x="886" y="1809306"/>
                  <a:pt x="1773" y="1492102"/>
                  <a:pt x="10633" y="1297172"/>
                </a:cubicBezTo>
                <a:cubicBezTo>
                  <a:pt x="19493" y="1102242"/>
                  <a:pt x="28354" y="1047307"/>
                  <a:pt x="53163" y="956930"/>
                </a:cubicBezTo>
                <a:cubicBezTo>
                  <a:pt x="77972" y="866553"/>
                  <a:pt x="124047" y="808074"/>
                  <a:pt x="159489" y="754911"/>
                </a:cubicBezTo>
                <a:cubicBezTo>
                  <a:pt x="194931" y="701748"/>
                  <a:pt x="210879" y="675167"/>
                  <a:pt x="265814" y="637953"/>
                </a:cubicBezTo>
                <a:cubicBezTo>
                  <a:pt x="320749" y="600739"/>
                  <a:pt x="379228" y="572386"/>
                  <a:pt x="489098" y="531628"/>
                </a:cubicBezTo>
                <a:cubicBezTo>
                  <a:pt x="598968" y="490870"/>
                  <a:pt x="659219" y="444795"/>
                  <a:pt x="925033" y="393404"/>
                </a:cubicBezTo>
                <a:cubicBezTo>
                  <a:pt x="1190847" y="342013"/>
                  <a:pt x="1591340" y="274674"/>
                  <a:pt x="2083982" y="223283"/>
                </a:cubicBezTo>
                <a:cubicBezTo>
                  <a:pt x="2576624" y="171892"/>
                  <a:pt x="3230526" y="118730"/>
                  <a:pt x="3880884" y="85060"/>
                </a:cubicBezTo>
                <a:cubicBezTo>
                  <a:pt x="4531242" y="51390"/>
                  <a:pt x="5986130" y="21265"/>
                  <a:pt x="5986130" y="21265"/>
                </a:cubicBezTo>
                <a:lnTo>
                  <a:pt x="5986130" y="21265"/>
                </a:lnTo>
                <a:lnTo>
                  <a:pt x="6039293" y="0"/>
                </a:lnTo>
              </a:path>
            </a:pathLst>
          </a:custGeom>
          <a:noFill/>
          <a:ln w="41275" cap="flat" cmpd="sng" algn="ctr">
            <a:solidFill>
              <a:srgbClr val="FF0000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rtlCol="0" anchor="ctr"/>
          <a:lstStyle/>
          <a:p>
            <a:pPr algn="ctr"/>
            <a:endParaRPr lang="en-GB" sz="1600"/>
          </a:p>
        </p:txBody>
      </p:sp>
      <p:sp>
        <p:nvSpPr>
          <p:cNvPr id="20" name="Text Box 33"/>
          <p:cNvSpPr txBox="1">
            <a:spLocks noChangeArrowheads="1"/>
          </p:cNvSpPr>
          <p:nvPr/>
        </p:nvSpPr>
        <p:spPr bwMode="auto">
          <a:xfrm>
            <a:off x="444500" y="872773"/>
            <a:ext cx="1200970" cy="338554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>
            <a:spAutoFit/>
          </a:bodyPr>
          <a:lstStyle/>
          <a:p>
            <a:r>
              <a:rPr lang="en-GB" sz="1600" b="1" dirty="0"/>
              <a:t>y = log</a:t>
            </a:r>
            <a:r>
              <a:rPr lang="en-GB" sz="1600" b="1" baseline="-25000" dirty="0"/>
              <a:t>10</a:t>
            </a:r>
            <a:r>
              <a:rPr lang="en-GB" sz="1600" b="1" dirty="0"/>
              <a:t>x</a:t>
            </a:r>
            <a:endParaRPr lang="en-GB" sz="1600" b="1" dirty="0">
              <a:latin typeface="Times New Roman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563411299"/>
      </p:ext>
    </p:extLst>
  </p:cSld>
  <p:clrMapOvr>
    <a:masterClrMapping/>
  </p:clrMapOvr>
</p:sld>
</file>

<file path=ppt/slides/slide1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2290" name="Picture 3"/>
          <p:cNvPicPr>
            <a:picLocks noChangeAspect="1" noChangeArrowheads="1"/>
          </p:cNvPicPr>
          <p:nvPr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1752600" y="758825"/>
            <a:ext cx="7150100" cy="506571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sp>
        <p:nvSpPr>
          <p:cNvPr id="12291" name="Rectangle 4"/>
          <p:cNvSpPr>
            <a:spLocks noChangeArrowheads="1"/>
          </p:cNvSpPr>
          <p:nvPr/>
        </p:nvSpPr>
        <p:spPr bwMode="auto">
          <a:xfrm>
            <a:off x="369888" y="334963"/>
            <a:ext cx="1849437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>
            <a:spAutoFit/>
          </a:bodyPr>
          <a:lstStyle/>
          <a:p>
            <a:r>
              <a:rPr lang="en-GB" sz="2400" b="1"/>
              <a:t>Logarithms</a:t>
            </a:r>
          </a:p>
        </p:txBody>
      </p:sp>
      <p:sp>
        <p:nvSpPr>
          <p:cNvPr id="12292" name="Text Box 5"/>
          <p:cNvSpPr txBox="1">
            <a:spLocks noChangeArrowheads="1"/>
          </p:cNvSpPr>
          <p:nvPr/>
        </p:nvSpPr>
        <p:spPr bwMode="auto">
          <a:xfrm>
            <a:off x="369888" y="2906713"/>
            <a:ext cx="1292225" cy="3365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>
            <a:spAutoFit/>
          </a:bodyPr>
          <a:lstStyle/>
          <a:p>
            <a:r>
              <a:rPr lang="en-GB" sz="1600"/>
              <a:t>linear scale</a:t>
            </a:r>
            <a:endParaRPr lang="en-GB" sz="1600">
              <a:latin typeface="Times New Roman" pitchFamily="18" charset="0"/>
            </a:endParaRPr>
          </a:p>
        </p:txBody>
      </p:sp>
      <p:sp>
        <p:nvSpPr>
          <p:cNvPr id="12293" name="Text Box 6"/>
          <p:cNvSpPr txBox="1">
            <a:spLocks noChangeArrowheads="1"/>
          </p:cNvSpPr>
          <p:nvPr/>
        </p:nvSpPr>
        <p:spPr bwMode="auto">
          <a:xfrm>
            <a:off x="5319713" y="5876925"/>
            <a:ext cx="1052512" cy="3365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>
            <a:spAutoFit/>
          </a:bodyPr>
          <a:lstStyle/>
          <a:p>
            <a:r>
              <a:rPr lang="en-GB" sz="1600"/>
              <a:t>log scale</a:t>
            </a:r>
            <a:endParaRPr lang="en-GB" sz="1600">
              <a:latin typeface="Times New Roman" pitchFamily="18" charset="0"/>
            </a:endParaRPr>
          </a:p>
        </p:txBody>
      </p:sp>
      <p:grpSp>
        <p:nvGrpSpPr>
          <p:cNvPr id="2" name="Group 9"/>
          <p:cNvGrpSpPr>
            <a:grpSpLocks/>
          </p:cNvGrpSpPr>
          <p:nvPr/>
        </p:nvGrpSpPr>
        <p:grpSpPr bwMode="auto">
          <a:xfrm>
            <a:off x="2924174" y="2128838"/>
            <a:ext cx="1162050" cy="604837"/>
            <a:chOff x="1278" y="2557"/>
            <a:chExt cx="732" cy="381"/>
          </a:xfrm>
          <a:solidFill>
            <a:srgbClr val="CCCCFF"/>
          </a:solidFill>
        </p:grpSpPr>
        <p:sp>
          <p:nvSpPr>
            <p:cNvPr id="12309" name="Text Box 7"/>
            <p:cNvSpPr txBox="1">
              <a:spLocks noChangeArrowheads="1"/>
            </p:cNvSpPr>
            <p:nvPr/>
          </p:nvSpPr>
          <p:spPr bwMode="auto">
            <a:xfrm>
              <a:off x="1342" y="2557"/>
              <a:ext cx="633" cy="330"/>
            </a:xfrm>
            <a:prstGeom prst="rect">
              <a:avLst/>
            </a:prstGeom>
            <a:grpFill/>
            <a:ln w="9525">
              <a:noFill/>
              <a:miter lim="800000"/>
              <a:headEnd/>
              <a:tailEnd/>
            </a:ln>
          </p:spPr>
          <p:txBody>
            <a:bodyPr wrap="none">
              <a:spAutoFit/>
            </a:bodyPr>
            <a:lstStyle/>
            <a:p>
              <a:pPr algn="ctr"/>
              <a:r>
                <a:rPr lang="en-GB" sz="1600" b="1"/>
                <a:t>decade </a:t>
              </a:r>
            </a:p>
            <a:p>
              <a:pPr algn="ctr"/>
              <a:r>
                <a:rPr lang="en-GB" sz="1200" b="1"/>
                <a:t>e.g.1 to 10</a:t>
              </a:r>
              <a:endParaRPr lang="en-GB" sz="1600" b="1">
                <a:latin typeface="Times New Roman" pitchFamily="18" charset="0"/>
              </a:endParaRPr>
            </a:p>
          </p:txBody>
        </p:sp>
        <p:sp>
          <p:nvSpPr>
            <p:cNvPr id="12310" name="Line 8"/>
            <p:cNvSpPr>
              <a:spLocks noChangeShapeType="1"/>
            </p:cNvSpPr>
            <p:nvPr/>
          </p:nvSpPr>
          <p:spPr bwMode="auto">
            <a:xfrm>
              <a:off x="1278" y="2938"/>
              <a:ext cx="732" cy="0"/>
            </a:xfrm>
            <a:prstGeom prst="line">
              <a:avLst/>
            </a:prstGeom>
            <a:grpFill/>
            <a:ln w="38100">
              <a:solidFill>
                <a:schemeClr val="tx1"/>
              </a:solidFill>
              <a:round/>
              <a:headEnd type="triangle" w="med" len="med"/>
              <a:tailEnd type="triangle" w="med" len="med"/>
            </a:ln>
          </p:spPr>
          <p:txBody>
            <a:bodyPr wrap="none" anchor="ctr"/>
            <a:lstStyle/>
            <a:p>
              <a:endParaRPr lang="en-GB" sz="1600"/>
            </a:p>
          </p:txBody>
        </p:sp>
      </p:grpSp>
      <p:grpSp>
        <p:nvGrpSpPr>
          <p:cNvPr id="3" name="Group 10"/>
          <p:cNvGrpSpPr>
            <a:grpSpLocks/>
          </p:cNvGrpSpPr>
          <p:nvPr/>
        </p:nvGrpSpPr>
        <p:grpSpPr bwMode="auto">
          <a:xfrm>
            <a:off x="4062413" y="3079750"/>
            <a:ext cx="1208088" cy="604838"/>
            <a:chOff x="1278" y="2557"/>
            <a:chExt cx="761" cy="381"/>
          </a:xfrm>
          <a:solidFill>
            <a:srgbClr val="CCCCFF"/>
          </a:solidFill>
        </p:grpSpPr>
        <p:sp>
          <p:nvSpPr>
            <p:cNvPr id="12307" name="Text Box 11"/>
            <p:cNvSpPr txBox="1">
              <a:spLocks noChangeArrowheads="1"/>
            </p:cNvSpPr>
            <p:nvPr/>
          </p:nvSpPr>
          <p:spPr bwMode="auto">
            <a:xfrm>
              <a:off x="1282" y="2557"/>
              <a:ext cx="757" cy="330"/>
            </a:xfrm>
            <a:prstGeom prst="rect">
              <a:avLst/>
            </a:prstGeom>
            <a:grpFill/>
            <a:ln w="9525">
              <a:noFill/>
              <a:miter lim="800000"/>
              <a:headEnd/>
              <a:tailEnd/>
            </a:ln>
          </p:spPr>
          <p:txBody>
            <a:bodyPr wrap="none">
              <a:spAutoFit/>
            </a:bodyPr>
            <a:lstStyle/>
            <a:p>
              <a:pPr algn="ctr"/>
              <a:r>
                <a:rPr lang="en-GB" sz="1600" b="1"/>
                <a:t>decade </a:t>
              </a:r>
            </a:p>
            <a:p>
              <a:pPr algn="ctr"/>
              <a:r>
                <a:rPr lang="en-GB" sz="1200" b="1"/>
                <a:t>e.g.10 to 100</a:t>
              </a:r>
              <a:endParaRPr lang="en-GB" sz="1600" b="1">
                <a:latin typeface="Times New Roman" pitchFamily="18" charset="0"/>
              </a:endParaRPr>
            </a:p>
          </p:txBody>
        </p:sp>
        <p:sp>
          <p:nvSpPr>
            <p:cNvPr id="12308" name="Line 12"/>
            <p:cNvSpPr>
              <a:spLocks noChangeShapeType="1"/>
            </p:cNvSpPr>
            <p:nvPr/>
          </p:nvSpPr>
          <p:spPr bwMode="auto">
            <a:xfrm>
              <a:off x="1278" y="2938"/>
              <a:ext cx="732" cy="0"/>
            </a:xfrm>
            <a:prstGeom prst="line">
              <a:avLst/>
            </a:prstGeom>
            <a:grpFill/>
            <a:ln w="38100">
              <a:solidFill>
                <a:schemeClr val="tx1"/>
              </a:solidFill>
              <a:round/>
              <a:headEnd type="triangle" w="med" len="med"/>
              <a:tailEnd type="triangle" w="med" len="med"/>
            </a:ln>
          </p:spPr>
          <p:txBody>
            <a:bodyPr wrap="none" anchor="ctr"/>
            <a:lstStyle/>
            <a:p>
              <a:endParaRPr lang="en-GB" sz="1600"/>
            </a:p>
          </p:txBody>
        </p:sp>
      </p:grpSp>
      <p:grpSp>
        <p:nvGrpSpPr>
          <p:cNvPr id="4" name="Group 13"/>
          <p:cNvGrpSpPr>
            <a:grpSpLocks/>
          </p:cNvGrpSpPr>
          <p:nvPr/>
        </p:nvGrpSpPr>
        <p:grpSpPr bwMode="auto">
          <a:xfrm>
            <a:off x="5219700" y="3978275"/>
            <a:ext cx="1397000" cy="604838"/>
            <a:chOff x="1221" y="2557"/>
            <a:chExt cx="880" cy="381"/>
          </a:xfrm>
          <a:solidFill>
            <a:srgbClr val="CCCCFF"/>
          </a:solidFill>
        </p:grpSpPr>
        <p:sp>
          <p:nvSpPr>
            <p:cNvPr id="12305" name="Text Box 14"/>
            <p:cNvSpPr txBox="1">
              <a:spLocks noChangeArrowheads="1"/>
            </p:cNvSpPr>
            <p:nvPr/>
          </p:nvSpPr>
          <p:spPr bwMode="auto">
            <a:xfrm>
              <a:off x="1221" y="2557"/>
              <a:ext cx="880" cy="330"/>
            </a:xfrm>
            <a:prstGeom prst="rect">
              <a:avLst/>
            </a:prstGeom>
            <a:grpFill/>
            <a:ln w="9525">
              <a:noFill/>
              <a:miter lim="800000"/>
              <a:headEnd/>
              <a:tailEnd/>
            </a:ln>
          </p:spPr>
          <p:txBody>
            <a:bodyPr wrap="none">
              <a:spAutoFit/>
            </a:bodyPr>
            <a:lstStyle/>
            <a:p>
              <a:pPr algn="ctr"/>
              <a:r>
                <a:rPr lang="en-GB" sz="1600" b="1"/>
                <a:t>decade </a:t>
              </a:r>
            </a:p>
            <a:p>
              <a:pPr algn="ctr"/>
              <a:r>
                <a:rPr lang="en-GB" sz="1200" b="1"/>
                <a:t>e.g.100 to 1000</a:t>
              </a:r>
              <a:endParaRPr lang="en-GB" sz="1600" b="1">
                <a:latin typeface="Times New Roman" pitchFamily="18" charset="0"/>
              </a:endParaRPr>
            </a:p>
          </p:txBody>
        </p:sp>
        <p:sp>
          <p:nvSpPr>
            <p:cNvPr id="12306" name="Line 15"/>
            <p:cNvSpPr>
              <a:spLocks noChangeShapeType="1"/>
            </p:cNvSpPr>
            <p:nvPr/>
          </p:nvSpPr>
          <p:spPr bwMode="auto">
            <a:xfrm>
              <a:off x="1278" y="2938"/>
              <a:ext cx="732" cy="0"/>
            </a:xfrm>
            <a:prstGeom prst="line">
              <a:avLst/>
            </a:prstGeom>
            <a:grpFill/>
            <a:ln w="38100">
              <a:solidFill>
                <a:schemeClr val="tx1"/>
              </a:solidFill>
              <a:round/>
              <a:headEnd type="triangle" w="med" len="med"/>
              <a:tailEnd type="triangle" w="med" len="med"/>
            </a:ln>
          </p:spPr>
          <p:txBody>
            <a:bodyPr wrap="none" anchor="ctr"/>
            <a:lstStyle/>
            <a:p>
              <a:endParaRPr lang="en-GB" sz="1600"/>
            </a:p>
          </p:txBody>
        </p:sp>
      </p:grpSp>
      <p:grpSp>
        <p:nvGrpSpPr>
          <p:cNvPr id="5" name="Group 16"/>
          <p:cNvGrpSpPr>
            <a:grpSpLocks/>
          </p:cNvGrpSpPr>
          <p:nvPr/>
        </p:nvGrpSpPr>
        <p:grpSpPr bwMode="auto">
          <a:xfrm>
            <a:off x="6308726" y="3070225"/>
            <a:ext cx="1592263" cy="604838"/>
            <a:chOff x="1161" y="2557"/>
            <a:chExt cx="1003" cy="381"/>
          </a:xfrm>
          <a:solidFill>
            <a:srgbClr val="CCCCFF"/>
          </a:solidFill>
        </p:grpSpPr>
        <p:sp>
          <p:nvSpPr>
            <p:cNvPr id="12303" name="Text Box 17"/>
            <p:cNvSpPr txBox="1">
              <a:spLocks noChangeArrowheads="1"/>
            </p:cNvSpPr>
            <p:nvPr/>
          </p:nvSpPr>
          <p:spPr bwMode="auto">
            <a:xfrm>
              <a:off x="1161" y="2557"/>
              <a:ext cx="1003" cy="330"/>
            </a:xfrm>
            <a:prstGeom prst="rect">
              <a:avLst/>
            </a:prstGeom>
            <a:grpFill/>
            <a:ln w="9525">
              <a:noFill/>
              <a:miter lim="800000"/>
              <a:headEnd/>
              <a:tailEnd/>
            </a:ln>
          </p:spPr>
          <p:txBody>
            <a:bodyPr wrap="none">
              <a:spAutoFit/>
            </a:bodyPr>
            <a:lstStyle/>
            <a:p>
              <a:pPr algn="ctr"/>
              <a:r>
                <a:rPr lang="en-GB" sz="1600" b="1"/>
                <a:t>decade </a:t>
              </a:r>
            </a:p>
            <a:p>
              <a:pPr algn="ctr"/>
              <a:r>
                <a:rPr lang="en-GB" sz="1200" b="1"/>
                <a:t>e.g.1000 to 10000</a:t>
              </a:r>
              <a:endParaRPr lang="en-GB" sz="1600" b="1">
                <a:latin typeface="Times New Roman" pitchFamily="18" charset="0"/>
              </a:endParaRPr>
            </a:p>
          </p:txBody>
        </p:sp>
        <p:sp>
          <p:nvSpPr>
            <p:cNvPr id="12304" name="Line 18"/>
            <p:cNvSpPr>
              <a:spLocks noChangeShapeType="1"/>
            </p:cNvSpPr>
            <p:nvPr/>
          </p:nvSpPr>
          <p:spPr bwMode="auto">
            <a:xfrm>
              <a:off x="1278" y="2938"/>
              <a:ext cx="732" cy="0"/>
            </a:xfrm>
            <a:prstGeom prst="line">
              <a:avLst/>
            </a:prstGeom>
            <a:grpFill/>
            <a:ln w="38100">
              <a:solidFill>
                <a:schemeClr val="tx1"/>
              </a:solidFill>
              <a:round/>
              <a:headEnd type="triangle" w="med" len="med"/>
              <a:tailEnd type="triangle" w="med" len="med"/>
            </a:ln>
          </p:spPr>
          <p:txBody>
            <a:bodyPr wrap="none" anchor="ctr"/>
            <a:lstStyle/>
            <a:p>
              <a:endParaRPr lang="en-GB" sz="1600"/>
            </a:p>
          </p:txBody>
        </p:sp>
      </p:grpSp>
      <p:sp>
        <p:nvSpPr>
          <p:cNvPr id="12298" name="Line 19"/>
          <p:cNvSpPr>
            <a:spLocks noChangeShapeType="1"/>
          </p:cNvSpPr>
          <p:nvPr/>
        </p:nvSpPr>
        <p:spPr bwMode="auto">
          <a:xfrm flipV="1">
            <a:off x="1489075" y="1566863"/>
            <a:ext cx="0" cy="1347787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 type="triangle" w="med" len="med"/>
          </a:ln>
        </p:spPr>
        <p:txBody>
          <a:bodyPr wrap="none">
            <a:spAutoFit/>
          </a:bodyPr>
          <a:lstStyle/>
          <a:p>
            <a:endParaRPr lang="en-GB" sz="1600"/>
          </a:p>
        </p:txBody>
      </p:sp>
      <p:sp>
        <p:nvSpPr>
          <p:cNvPr id="12299" name="Line 20"/>
          <p:cNvSpPr>
            <a:spLocks noChangeShapeType="1"/>
          </p:cNvSpPr>
          <p:nvPr/>
        </p:nvSpPr>
        <p:spPr bwMode="auto">
          <a:xfrm>
            <a:off x="6369050" y="6027738"/>
            <a:ext cx="1681163" cy="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 type="triangle" w="med" len="med"/>
          </a:ln>
        </p:spPr>
        <p:txBody>
          <a:bodyPr wrap="none">
            <a:spAutoFit/>
          </a:bodyPr>
          <a:lstStyle/>
          <a:p>
            <a:endParaRPr lang="en-GB" sz="1600"/>
          </a:p>
        </p:txBody>
      </p:sp>
      <p:grpSp>
        <p:nvGrpSpPr>
          <p:cNvPr id="6" name="Group 21"/>
          <p:cNvGrpSpPr>
            <a:grpSpLocks/>
          </p:cNvGrpSpPr>
          <p:nvPr/>
        </p:nvGrpSpPr>
        <p:grpSpPr bwMode="auto">
          <a:xfrm>
            <a:off x="1770063" y="3128963"/>
            <a:ext cx="1247775" cy="604837"/>
            <a:chOff x="1268" y="2557"/>
            <a:chExt cx="786" cy="381"/>
          </a:xfrm>
          <a:solidFill>
            <a:srgbClr val="CCCCFF"/>
          </a:solidFill>
        </p:grpSpPr>
        <p:sp>
          <p:nvSpPr>
            <p:cNvPr id="12301" name="Text Box 22"/>
            <p:cNvSpPr txBox="1">
              <a:spLocks noChangeArrowheads="1"/>
            </p:cNvSpPr>
            <p:nvPr/>
          </p:nvSpPr>
          <p:spPr bwMode="auto">
            <a:xfrm>
              <a:off x="1268" y="2557"/>
              <a:ext cx="786" cy="330"/>
            </a:xfrm>
            <a:prstGeom prst="rect">
              <a:avLst/>
            </a:prstGeom>
            <a:grpFill/>
            <a:ln w="9525">
              <a:noFill/>
              <a:miter lim="800000"/>
              <a:headEnd/>
              <a:tailEnd/>
            </a:ln>
          </p:spPr>
          <p:txBody>
            <a:bodyPr wrap="none">
              <a:spAutoFit/>
            </a:bodyPr>
            <a:lstStyle/>
            <a:p>
              <a:pPr algn="ctr"/>
              <a:r>
                <a:rPr lang="en-GB" sz="1600" b="1"/>
                <a:t>decade </a:t>
              </a:r>
            </a:p>
            <a:p>
              <a:pPr algn="ctr"/>
              <a:r>
                <a:rPr lang="en-GB" sz="1200" b="1"/>
                <a:t>e.g. 0.1 to 1.0</a:t>
              </a:r>
              <a:endParaRPr lang="en-GB" sz="1600" b="1">
                <a:latin typeface="Times New Roman" pitchFamily="18" charset="0"/>
              </a:endParaRPr>
            </a:p>
          </p:txBody>
        </p:sp>
        <p:sp>
          <p:nvSpPr>
            <p:cNvPr id="12302" name="Line 23"/>
            <p:cNvSpPr>
              <a:spLocks noChangeShapeType="1"/>
            </p:cNvSpPr>
            <p:nvPr/>
          </p:nvSpPr>
          <p:spPr bwMode="auto">
            <a:xfrm>
              <a:off x="1278" y="2938"/>
              <a:ext cx="732" cy="0"/>
            </a:xfrm>
            <a:prstGeom prst="line">
              <a:avLst/>
            </a:prstGeom>
            <a:grpFill/>
            <a:ln w="38100">
              <a:solidFill>
                <a:schemeClr val="tx1"/>
              </a:solidFill>
              <a:round/>
              <a:headEnd type="triangle" w="med" len="med"/>
              <a:tailEnd type="triangle" w="med" len="med"/>
            </a:ln>
          </p:spPr>
          <p:txBody>
            <a:bodyPr wrap="none" anchor="ctr"/>
            <a:lstStyle/>
            <a:p>
              <a:endParaRPr lang="en-GB" sz="1600"/>
            </a:p>
          </p:txBody>
        </p:sp>
      </p:grpSp>
    </p:spTree>
    <p:extLst>
      <p:ext uri="{BB962C8B-B14F-4D97-AF65-F5344CB8AC3E}">
        <p14:creationId xmlns:p14="http://schemas.microsoft.com/office/powerpoint/2010/main" val="2915891466"/>
      </p:ext>
    </p:extLst>
  </p:cSld>
  <p:clrMapOvr>
    <a:masterClrMapping/>
  </p:clrMapOvr>
</p:sld>
</file>

<file path=ppt/slides/slide1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314" name="Rectangle 4"/>
          <p:cNvSpPr>
            <a:spLocks noChangeArrowheads="1"/>
          </p:cNvSpPr>
          <p:nvPr/>
        </p:nvSpPr>
        <p:spPr bwMode="auto">
          <a:xfrm>
            <a:off x="369888" y="334963"/>
            <a:ext cx="1433512" cy="457200"/>
          </a:xfrm>
          <a:prstGeom prst="rect">
            <a:avLst/>
          </a:prstGeom>
          <a:noFill/>
          <a:ln w="9525" algn="ctr">
            <a:noFill/>
            <a:miter lim="800000"/>
            <a:headEnd/>
            <a:tailEnd/>
          </a:ln>
        </p:spPr>
        <p:txBody>
          <a:bodyPr wrap="none" anchor="ctr">
            <a:spAutoFit/>
          </a:bodyPr>
          <a:lstStyle/>
          <a:p>
            <a:r>
              <a:rPr lang="en-GB" sz="2400" b="1" dirty="0"/>
              <a:t>Decibels</a:t>
            </a:r>
            <a:endParaRPr lang="en-GB" sz="2400" dirty="0"/>
          </a:p>
        </p:txBody>
      </p:sp>
      <p:sp>
        <p:nvSpPr>
          <p:cNvPr id="13315" name="Text Box 5"/>
          <p:cNvSpPr txBox="1">
            <a:spLocks noChangeArrowheads="1"/>
          </p:cNvSpPr>
          <p:nvPr/>
        </p:nvSpPr>
        <p:spPr bwMode="auto">
          <a:xfrm>
            <a:off x="357188" y="868363"/>
            <a:ext cx="8418512" cy="3159839"/>
          </a:xfrm>
          <a:prstGeom prst="rect">
            <a:avLst/>
          </a:prstGeom>
          <a:noFill/>
          <a:ln w="9525" algn="ctr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pPr defTabSz="319088"/>
            <a:r>
              <a:rPr lang="en-GB" sz="1600" dirty="0"/>
              <a:t>For measurement of power:</a:t>
            </a:r>
          </a:p>
          <a:p>
            <a:pPr defTabSz="319088"/>
            <a:endParaRPr lang="en-GB" sz="1600" dirty="0"/>
          </a:p>
          <a:p>
            <a:pPr defTabSz="319088"/>
            <a:endParaRPr lang="en-GB" sz="1600" dirty="0"/>
          </a:p>
          <a:p>
            <a:pPr defTabSz="319088"/>
            <a:endParaRPr lang="en-GB" sz="1600" baseline="-25000" dirty="0"/>
          </a:p>
          <a:p>
            <a:pPr defTabSz="319088"/>
            <a:endParaRPr lang="en-GB" sz="1600" baseline="-25000" dirty="0"/>
          </a:p>
          <a:p>
            <a:pPr defTabSz="319088"/>
            <a:endParaRPr lang="en-GB" sz="1600" baseline="-25000" dirty="0"/>
          </a:p>
          <a:p>
            <a:pPr defTabSz="319088"/>
            <a:endParaRPr lang="en-GB" sz="1600" baseline="-25000" dirty="0"/>
          </a:p>
          <a:p>
            <a:pPr defTabSz="319088"/>
            <a:endParaRPr lang="en-GB" sz="1600" baseline="-25000" dirty="0"/>
          </a:p>
          <a:p>
            <a:pPr defTabSz="319088"/>
            <a:endParaRPr lang="en-GB" sz="1600" baseline="-25000" dirty="0"/>
          </a:p>
          <a:p>
            <a:pPr defTabSz="319088"/>
            <a:endParaRPr lang="en-GB" sz="1600" baseline="-25000" dirty="0"/>
          </a:p>
          <a:p>
            <a:pPr defTabSz="319088"/>
            <a:endParaRPr lang="en-GB" sz="1600" baseline="-25000" dirty="0"/>
          </a:p>
          <a:p>
            <a:pPr defTabSz="319088"/>
            <a:r>
              <a:rPr lang="en-GB" sz="1600" dirty="0"/>
              <a:t>Where a</a:t>
            </a:r>
            <a:r>
              <a:rPr lang="en-GB" sz="1600" baseline="-25000" dirty="0"/>
              <a:t>0</a:t>
            </a:r>
            <a:r>
              <a:rPr lang="en-GB" sz="1600" dirty="0"/>
              <a:t> is a specified reference level  </a:t>
            </a:r>
          </a:p>
          <a:p>
            <a:pPr defTabSz="319088"/>
            <a:r>
              <a:rPr lang="en-GB" sz="1600" dirty="0"/>
              <a:t>This can usually (conveniently)  set to =1, so therefore can be ignored</a:t>
            </a:r>
          </a:p>
          <a:p>
            <a:pPr defTabSz="319088"/>
            <a:endParaRPr lang="en-GB" sz="1600" dirty="0"/>
          </a:p>
          <a:p>
            <a:pPr defTabSz="319088"/>
            <a:endParaRPr lang="en-GB" sz="1600" baseline="-25000" dirty="0"/>
          </a:p>
        </p:txBody>
      </p:sp>
      <p:grpSp>
        <p:nvGrpSpPr>
          <p:cNvPr id="2" name="Group 13"/>
          <p:cNvGrpSpPr>
            <a:grpSpLocks/>
          </p:cNvGrpSpPr>
          <p:nvPr/>
        </p:nvGrpSpPr>
        <p:grpSpPr bwMode="auto">
          <a:xfrm>
            <a:off x="357188" y="1301750"/>
            <a:ext cx="4545012" cy="1504950"/>
            <a:chOff x="377" y="1004"/>
            <a:chExt cx="2863" cy="948"/>
          </a:xfrm>
        </p:grpSpPr>
        <p:graphicFrame>
          <p:nvGraphicFramePr>
            <p:cNvPr id="13322" name="Object 6"/>
            <p:cNvGraphicFramePr>
              <a:graphicFrameLocks noChangeAspect="1"/>
            </p:cNvGraphicFramePr>
            <p:nvPr/>
          </p:nvGraphicFramePr>
          <p:xfrm>
            <a:off x="805" y="1004"/>
            <a:ext cx="1072" cy="514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13314" name="Equation" r:id="rId3" imgW="901309" imgH="431613" progId="Equation.3">
                    <p:embed/>
                  </p:oleObj>
                </mc:Choice>
                <mc:Fallback>
                  <p:oleObj name="Equation" r:id="rId3" imgW="901309" imgH="431613" progId="Equation.3">
                    <p:embed/>
                    <p:pic>
                      <p:nvPicPr>
                        <p:cNvPr id="13322" name="Object 6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4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805" y="1004"/>
                          <a:ext cx="1072" cy="514"/>
                        </a:xfrm>
                        <a:prstGeom prst="rect">
                          <a:avLst/>
                        </a:prstGeom>
                        <a:noFill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  <p:sp>
          <p:nvSpPr>
            <p:cNvPr id="13323" name="AutoShape 7"/>
            <p:cNvSpPr>
              <a:spLocks noChangeArrowheads="1"/>
            </p:cNvSpPr>
            <p:nvPr/>
          </p:nvSpPr>
          <p:spPr bwMode="auto">
            <a:xfrm>
              <a:off x="969" y="1330"/>
              <a:ext cx="195" cy="410"/>
            </a:xfrm>
            <a:prstGeom prst="upArrow">
              <a:avLst>
                <a:gd name="adj1" fmla="val 50769"/>
                <a:gd name="adj2" fmla="val 83080"/>
              </a:avLst>
            </a:prstGeom>
            <a:solidFill>
              <a:srgbClr val="C0C0C0"/>
            </a:solidFill>
            <a:ln w="9525" algn="ctr">
              <a:noFill/>
              <a:miter lim="800000"/>
              <a:headEnd/>
              <a:tailEnd/>
            </a:ln>
          </p:spPr>
          <p:txBody>
            <a:bodyPr wrap="none" anchor="ctr"/>
            <a:lstStyle/>
            <a:p>
              <a:endParaRPr lang="en-US" sz="1600"/>
            </a:p>
          </p:txBody>
        </p:sp>
        <p:sp>
          <p:nvSpPr>
            <p:cNvPr id="13324" name="Text Box 8"/>
            <p:cNvSpPr txBox="1">
              <a:spLocks noChangeArrowheads="1"/>
            </p:cNvSpPr>
            <p:nvPr/>
          </p:nvSpPr>
          <p:spPr bwMode="auto">
            <a:xfrm>
              <a:off x="772" y="1740"/>
              <a:ext cx="2468" cy="212"/>
            </a:xfrm>
            <a:prstGeom prst="rect">
              <a:avLst/>
            </a:prstGeom>
            <a:noFill/>
            <a:ln w="9525" algn="ctr">
              <a:noFill/>
              <a:miter lim="800000"/>
              <a:headEnd/>
              <a:tailEnd/>
            </a:ln>
          </p:spPr>
          <p:txBody>
            <a:bodyPr wrap="none">
              <a:spAutoFit/>
            </a:bodyPr>
            <a:lstStyle/>
            <a:p>
              <a:r>
                <a:rPr lang="en-GB" sz="1600"/>
                <a:t>10 times ... because we want </a:t>
              </a:r>
              <a:r>
                <a:rPr lang="en-GB" sz="1600" i="1"/>
                <a:t>deci</a:t>
              </a:r>
              <a:r>
                <a:rPr lang="en-GB" sz="1600"/>
                <a:t>bels</a:t>
              </a:r>
            </a:p>
          </p:txBody>
        </p:sp>
        <p:sp>
          <p:nvSpPr>
            <p:cNvPr id="13325" name="Text Box 9"/>
            <p:cNvSpPr txBox="1">
              <a:spLocks noChangeArrowheads="1"/>
            </p:cNvSpPr>
            <p:nvPr/>
          </p:nvSpPr>
          <p:spPr bwMode="auto">
            <a:xfrm>
              <a:off x="377" y="1130"/>
              <a:ext cx="419" cy="233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wrap="none">
              <a:spAutoFit/>
            </a:bodyPr>
            <a:lstStyle/>
            <a:p>
              <a:r>
                <a:rPr lang="en-GB"/>
                <a:t>a dB</a:t>
              </a:r>
              <a:endParaRPr lang="en-GB" sz="1600">
                <a:latin typeface="Times New Roman" pitchFamily="18" charset="0"/>
              </a:endParaRPr>
            </a:p>
          </p:txBody>
        </p:sp>
      </p:grpSp>
      <p:sp>
        <p:nvSpPr>
          <p:cNvPr id="13317" name="Text Box 11"/>
          <p:cNvSpPr txBox="1">
            <a:spLocks noChangeArrowheads="1"/>
          </p:cNvSpPr>
          <p:nvPr/>
        </p:nvSpPr>
        <p:spPr bwMode="auto">
          <a:xfrm>
            <a:off x="5767388" y="2563739"/>
            <a:ext cx="3376612" cy="584775"/>
          </a:xfrm>
          <a:prstGeom prst="rect">
            <a:avLst/>
          </a:prstGeom>
          <a:solidFill>
            <a:srgbClr val="CCCCFF"/>
          </a:solidFill>
          <a:ln w="9525" algn="ctr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r>
              <a:rPr lang="en-GB" sz="1600" dirty="0"/>
              <a:t>“just </a:t>
            </a:r>
            <a:r>
              <a:rPr lang="en-GB" sz="1600" dirty="0" err="1"/>
              <a:t>noticable</a:t>
            </a:r>
            <a:r>
              <a:rPr lang="en-GB" sz="1600" dirty="0"/>
              <a:t> difference”</a:t>
            </a:r>
          </a:p>
          <a:p>
            <a:r>
              <a:rPr lang="en-GB" sz="1600" dirty="0"/>
              <a:t>=1dB</a:t>
            </a:r>
            <a:endParaRPr lang="en-GB" sz="1600" b="1" dirty="0"/>
          </a:p>
        </p:txBody>
      </p:sp>
      <p:graphicFrame>
        <p:nvGraphicFramePr>
          <p:cNvPr id="13318" name="Object 14"/>
          <p:cNvGraphicFramePr>
            <a:graphicFrameLocks noChangeAspect="1"/>
          </p:cNvGraphicFramePr>
          <p:nvPr/>
        </p:nvGraphicFramePr>
        <p:xfrm>
          <a:off x="4273550" y="3108325"/>
          <a:ext cx="114300" cy="2159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3315" name="Equation" r:id="rId5" imgW="114151" imgH="215619" progId="Equation.3">
                  <p:embed/>
                </p:oleObj>
              </mc:Choice>
              <mc:Fallback>
                <p:oleObj name="Equation" r:id="rId5" imgW="114151" imgH="215619" progId="Equation.3">
                  <p:embed/>
                  <p:pic>
                    <p:nvPicPr>
                      <p:cNvPr id="13318" name="Object 14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6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4273550" y="3108325"/>
                        <a:ext cx="114300" cy="215900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13319" name="AutoShape 16"/>
          <p:cNvSpPr>
            <a:spLocks noChangeArrowheads="1"/>
          </p:cNvSpPr>
          <p:nvPr/>
        </p:nvSpPr>
        <p:spPr bwMode="auto">
          <a:xfrm>
            <a:off x="4263657" y="1297172"/>
            <a:ext cx="4880344" cy="861237"/>
          </a:xfrm>
          <a:prstGeom prst="wedgeRoundRectCallout">
            <a:avLst>
              <a:gd name="adj1" fmla="val -79817"/>
              <a:gd name="adj2" fmla="val -5984"/>
              <a:gd name="adj3" fmla="val 16667"/>
            </a:avLst>
          </a:prstGeom>
          <a:solidFill>
            <a:srgbClr val="CCCCFF"/>
          </a:solidFill>
          <a:ln w="9525" algn="ctr">
            <a:noFill/>
            <a:miter lim="800000"/>
            <a:headEnd/>
            <a:tailEnd/>
          </a:ln>
        </p:spPr>
        <p:txBody>
          <a:bodyPr wrap="square" anchor="ctr">
            <a:noAutofit/>
          </a:bodyPr>
          <a:lstStyle/>
          <a:p>
            <a:endParaRPr lang="en-US" sz="1600"/>
          </a:p>
        </p:txBody>
      </p:sp>
      <p:graphicFrame>
        <p:nvGraphicFramePr>
          <p:cNvPr id="13320" name="Object 12"/>
          <p:cNvGraphicFramePr>
            <a:graphicFrameLocks noChangeAspect="1"/>
          </p:cNvGraphicFramePr>
          <p:nvPr/>
        </p:nvGraphicFramePr>
        <p:xfrm>
          <a:off x="4637420" y="1395413"/>
          <a:ext cx="342900" cy="6477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3316" name="Equation" r:id="rId7" imgW="228501" imgH="431613" progId="Equation.3">
                  <p:embed/>
                </p:oleObj>
              </mc:Choice>
              <mc:Fallback>
                <p:oleObj name="Equation" r:id="rId7" imgW="228501" imgH="431613" progId="Equation.3">
                  <p:embed/>
                  <p:pic>
                    <p:nvPicPr>
                      <p:cNvPr id="13320" name="Object 12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8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4637420" y="1395413"/>
                        <a:ext cx="342900" cy="647700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13321" name="Text Box 15"/>
          <p:cNvSpPr txBox="1">
            <a:spLocks noChangeArrowheads="1"/>
          </p:cNvSpPr>
          <p:nvPr/>
        </p:nvSpPr>
        <p:spPr bwMode="auto">
          <a:xfrm>
            <a:off x="5156790" y="1339850"/>
            <a:ext cx="3838353" cy="830997"/>
          </a:xfrm>
          <a:prstGeom prst="rect">
            <a:avLst/>
          </a:prstGeom>
          <a:solidFill>
            <a:srgbClr val="CCCCFF"/>
          </a:solidFill>
          <a:ln w="9525" algn="ctr">
            <a:noFill/>
            <a:miter lim="800000"/>
            <a:headEnd/>
            <a:tailEnd/>
          </a:ln>
        </p:spPr>
        <p:txBody>
          <a:bodyPr wrap="square">
            <a:spAutoFit/>
          </a:bodyPr>
          <a:lstStyle/>
          <a:p>
            <a:r>
              <a:rPr lang="en-GB" sz="1600" dirty="0"/>
              <a:t>is the ratio of sound </a:t>
            </a:r>
            <a:r>
              <a:rPr lang="en-GB" sz="1600" i="1" dirty="0"/>
              <a:t>a</a:t>
            </a:r>
            <a:r>
              <a:rPr lang="en-GB" sz="1600" dirty="0"/>
              <a:t> </a:t>
            </a:r>
          </a:p>
          <a:p>
            <a:r>
              <a:rPr lang="en-GB" sz="1600" dirty="0"/>
              <a:t>compared to </a:t>
            </a:r>
          </a:p>
          <a:p>
            <a:r>
              <a:rPr lang="en-GB" sz="1600" dirty="0"/>
              <a:t>the reference level </a:t>
            </a:r>
            <a:r>
              <a:rPr lang="en-GB" sz="1600" i="1" dirty="0"/>
              <a:t>a</a:t>
            </a:r>
            <a:r>
              <a:rPr lang="en-GB" sz="1600" i="1" baseline="-25000" dirty="0"/>
              <a:t>0</a:t>
            </a:r>
            <a:endParaRPr lang="en-US" sz="1600" i="1" baseline="-25000" dirty="0"/>
          </a:p>
        </p:txBody>
      </p:sp>
    </p:spTree>
    <p:extLst>
      <p:ext uri="{BB962C8B-B14F-4D97-AF65-F5344CB8AC3E}">
        <p14:creationId xmlns:p14="http://schemas.microsoft.com/office/powerpoint/2010/main" val="3946839093"/>
      </p:ext>
    </p:extLst>
  </p:cSld>
  <p:clrMapOvr>
    <a:masterClrMapping/>
  </p:clrMapOvr>
</p:sld>
</file>

<file path=ppt/slides/slide1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395288" y="970393"/>
            <a:ext cx="8153289" cy="2677656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defTabSz="319088">
              <a:lnSpc>
                <a:spcPct val="150000"/>
              </a:lnSpc>
              <a:buFontTx/>
              <a:buChar char="•"/>
            </a:pPr>
            <a:r>
              <a:rPr lang="en-GB" sz="1600" dirty="0"/>
              <a:t>0dB = no gain, and no loss</a:t>
            </a:r>
          </a:p>
          <a:p>
            <a:pPr defTabSz="319088">
              <a:lnSpc>
                <a:spcPct val="150000"/>
              </a:lnSpc>
              <a:buFontTx/>
              <a:buChar char="•"/>
            </a:pPr>
            <a:endParaRPr lang="en-GB" sz="1600" dirty="0"/>
          </a:p>
          <a:p>
            <a:pPr defTabSz="319088">
              <a:lnSpc>
                <a:spcPct val="150000"/>
              </a:lnSpc>
              <a:buFontTx/>
              <a:buChar char="•"/>
            </a:pPr>
            <a:r>
              <a:rPr lang="en-GB" sz="1600" dirty="0"/>
              <a:t>if p is </a:t>
            </a:r>
            <a:r>
              <a:rPr lang="en-GB" sz="1600" b="1" u="sng" dirty="0"/>
              <a:t>10db greater</a:t>
            </a:r>
            <a:r>
              <a:rPr lang="en-GB" sz="1600" dirty="0"/>
              <a:t> 	than q … then p is 	</a:t>
            </a:r>
            <a:r>
              <a:rPr lang="en-GB" sz="1600" b="1" u="sng" dirty="0"/>
              <a:t>ten times the power</a:t>
            </a:r>
            <a:r>
              <a:rPr lang="en-GB" sz="1600" dirty="0"/>
              <a:t> 	of q</a:t>
            </a:r>
          </a:p>
          <a:p>
            <a:pPr defTabSz="319088">
              <a:lnSpc>
                <a:spcPct val="150000"/>
              </a:lnSpc>
              <a:buFontTx/>
              <a:buChar char="•"/>
            </a:pPr>
            <a:r>
              <a:rPr lang="en-GB" sz="1600" dirty="0"/>
              <a:t>if p is </a:t>
            </a:r>
            <a:r>
              <a:rPr lang="en-GB" sz="1600" b="1" u="sng" dirty="0"/>
              <a:t>3dB greater</a:t>
            </a:r>
            <a:r>
              <a:rPr lang="en-GB" sz="1600" dirty="0"/>
              <a:t> 	than q … then p is 	</a:t>
            </a:r>
            <a:r>
              <a:rPr lang="en-GB" sz="1600" b="1" u="sng" dirty="0"/>
              <a:t>twice the power</a:t>
            </a:r>
            <a:r>
              <a:rPr lang="en-GB" sz="1600" dirty="0"/>
              <a:t> 	of q</a:t>
            </a:r>
            <a:endParaRPr lang="en-GB" sz="1600" b="1" u="sng" dirty="0"/>
          </a:p>
          <a:p>
            <a:pPr defTabSz="319088">
              <a:lnSpc>
                <a:spcPct val="150000"/>
              </a:lnSpc>
              <a:buFontTx/>
              <a:buChar char="•"/>
            </a:pPr>
            <a:endParaRPr lang="en-GB" sz="1600" dirty="0"/>
          </a:p>
          <a:p>
            <a:pPr defTabSz="319088">
              <a:lnSpc>
                <a:spcPct val="150000"/>
              </a:lnSpc>
              <a:buFontTx/>
              <a:buChar char="•"/>
            </a:pPr>
            <a:r>
              <a:rPr lang="en-GB" sz="1600" dirty="0"/>
              <a:t>(in electronics a power gain of x2 = 3dB; </a:t>
            </a:r>
          </a:p>
          <a:p>
            <a:pPr lvl="1" defTabSz="319088">
              <a:lnSpc>
                <a:spcPct val="150000"/>
              </a:lnSpc>
            </a:pPr>
            <a:r>
              <a:rPr lang="en-GB" sz="1600" dirty="0"/>
              <a:t>however, a voltage gain of x2 is 6dB)</a:t>
            </a:r>
            <a:endParaRPr lang="en-GB" sz="1600" dirty="0">
              <a:latin typeface="b"/>
            </a:endParaRPr>
          </a:p>
        </p:txBody>
      </p:sp>
      <p:sp>
        <p:nvSpPr>
          <p:cNvPr id="3" name="Rectangle 4"/>
          <p:cNvSpPr>
            <a:spLocks noChangeArrowheads="1"/>
          </p:cNvSpPr>
          <p:nvPr/>
        </p:nvSpPr>
        <p:spPr bwMode="auto">
          <a:xfrm>
            <a:off x="369888" y="332731"/>
            <a:ext cx="3079689" cy="461665"/>
          </a:xfrm>
          <a:prstGeom prst="rect">
            <a:avLst/>
          </a:prstGeom>
          <a:noFill/>
          <a:ln w="9525" algn="ctr">
            <a:noFill/>
            <a:miter lim="800000"/>
            <a:headEnd/>
            <a:tailEnd/>
          </a:ln>
        </p:spPr>
        <p:txBody>
          <a:bodyPr wrap="none" anchor="ctr">
            <a:spAutoFit/>
          </a:bodyPr>
          <a:lstStyle/>
          <a:p>
            <a:r>
              <a:rPr lang="en-GB" sz="2400" b="1" dirty="0"/>
              <a:t>Decibels in Practice</a:t>
            </a:r>
            <a:endParaRPr lang="en-GB" sz="2400" dirty="0"/>
          </a:p>
        </p:txBody>
      </p:sp>
      <p:sp>
        <p:nvSpPr>
          <p:cNvPr id="4" name="AutoShape 6"/>
          <p:cNvSpPr>
            <a:spLocks noChangeArrowheads="1"/>
          </p:cNvSpPr>
          <p:nvPr/>
        </p:nvSpPr>
        <p:spPr bwMode="auto">
          <a:xfrm rot="5400000">
            <a:off x="1504916" y="4694238"/>
            <a:ext cx="717550" cy="882650"/>
          </a:xfrm>
          <a:prstGeom prst="triangle">
            <a:avLst>
              <a:gd name="adj" fmla="val 50000"/>
            </a:avLst>
          </a:prstGeom>
          <a:solidFill>
            <a:srgbClr val="FFCC66"/>
          </a:solidFill>
          <a:ln w="9525" algn="ctr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/>
          <a:p>
            <a:endParaRPr lang="en-US" sz="1600"/>
          </a:p>
        </p:txBody>
      </p:sp>
      <p:sp>
        <p:nvSpPr>
          <p:cNvPr id="5" name="AutoShape 7"/>
          <p:cNvSpPr>
            <a:spLocks noChangeArrowheads="1"/>
          </p:cNvSpPr>
          <p:nvPr/>
        </p:nvSpPr>
        <p:spPr bwMode="auto">
          <a:xfrm rot="5400000">
            <a:off x="2944778" y="4694238"/>
            <a:ext cx="717550" cy="882650"/>
          </a:xfrm>
          <a:prstGeom prst="triangle">
            <a:avLst>
              <a:gd name="adj" fmla="val 50000"/>
            </a:avLst>
          </a:prstGeom>
          <a:solidFill>
            <a:srgbClr val="FFCC66"/>
          </a:solidFill>
          <a:ln w="9525" algn="ctr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/>
          <a:p>
            <a:endParaRPr lang="en-US" sz="1600"/>
          </a:p>
        </p:txBody>
      </p:sp>
      <p:sp>
        <p:nvSpPr>
          <p:cNvPr id="6" name="Line 8"/>
          <p:cNvSpPr>
            <a:spLocks noChangeShapeType="1"/>
          </p:cNvSpPr>
          <p:nvPr/>
        </p:nvSpPr>
        <p:spPr bwMode="auto">
          <a:xfrm>
            <a:off x="557178" y="5137150"/>
            <a:ext cx="865188" cy="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en-GB" sz="1600"/>
          </a:p>
        </p:txBody>
      </p:sp>
      <p:sp>
        <p:nvSpPr>
          <p:cNvPr id="7" name="Line 9"/>
          <p:cNvSpPr>
            <a:spLocks noChangeShapeType="1"/>
          </p:cNvSpPr>
          <p:nvPr/>
        </p:nvSpPr>
        <p:spPr bwMode="auto">
          <a:xfrm>
            <a:off x="2285966" y="5137150"/>
            <a:ext cx="576262" cy="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en-GB" sz="1600"/>
          </a:p>
        </p:txBody>
      </p:sp>
      <p:sp>
        <p:nvSpPr>
          <p:cNvPr id="8" name="Line 10"/>
          <p:cNvSpPr>
            <a:spLocks noChangeShapeType="1"/>
          </p:cNvSpPr>
          <p:nvPr/>
        </p:nvSpPr>
        <p:spPr bwMode="auto">
          <a:xfrm>
            <a:off x="3725828" y="5137150"/>
            <a:ext cx="576263" cy="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en-GB" sz="1600"/>
          </a:p>
        </p:txBody>
      </p:sp>
      <p:sp>
        <p:nvSpPr>
          <p:cNvPr id="9" name="Text Box 11"/>
          <p:cNvSpPr txBox="1">
            <a:spLocks noChangeArrowheads="1"/>
          </p:cNvSpPr>
          <p:nvPr/>
        </p:nvSpPr>
        <p:spPr bwMode="auto">
          <a:xfrm>
            <a:off x="701641" y="4703763"/>
            <a:ext cx="410690" cy="30777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 algn="ctr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defRPr sz="1600">
                <a:solidFill>
                  <a:schemeClr val="tx1"/>
                </a:solidFill>
                <a:latin typeface="Lucida Sans Unicode" pitchFamily="34" charset="0"/>
              </a:defRPr>
            </a:lvl1pPr>
            <a:lvl2pPr marL="742950" indent="-285750">
              <a:defRPr sz="1600">
                <a:solidFill>
                  <a:schemeClr val="tx1"/>
                </a:solidFill>
                <a:latin typeface="Lucida Sans Unicode" pitchFamily="34" charset="0"/>
              </a:defRPr>
            </a:lvl2pPr>
            <a:lvl3pPr marL="1143000" indent="-228600">
              <a:defRPr sz="1600">
                <a:solidFill>
                  <a:schemeClr val="tx1"/>
                </a:solidFill>
                <a:latin typeface="Lucida Sans Unicode" pitchFamily="34" charset="0"/>
              </a:defRPr>
            </a:lvl3pPr>
            <a:lvl4pPr marL="1600200" indent="-228600">
              <a:defRPr sz="1600">
                <a:solidFill>
                  <a:schemeClr val="tx1"/>
                </a:solidFill>
                <a:latin typeface="Lucida Sans Unicode" pitchFamily="34" charset="0"/>
              </a:defRPr>
            </a:lvl4pPr>
            <a:lvl5pPr marL="2057400" indent="-228600">
              <a:defRPr sz="1600">
                <a:solidFill>
                  <a:schemeClr val="tx1"/>
                </a:solidFill>
                <a:latin typeface="Lucida Sans Unicode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Lucida Sans Unicode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Lucida Sans Unicode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Lucida Sans Unicode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Lucida Sans Unicode" pitchFamily="34" charset="0"/>
              </a:defRPr>
            </a:lvl9pPr>
          </a:lstStyle>
          <a:p>
            <a:r>
              <a:rPr lang="en-GB" sz="1400"/>
              <a:t>V</a:t>
            </a:r>
            <a:r>
              <a:rPr lang="en-GB" sz="1400" baseline="-25000"/>
              <a:t>in</a:t>
            </a:r>
            <a:endParaRPr lang="en-US" sz="1400" baseline="-25000"/>
          </a:p>
        </p:txBody>
      </p:sp>
      <p:sp>
        <p:nvSpPr>
          <p:cNvPr id="10" name="Text Box 12"/>
          <p:cNvSpPr txBox="1">
            <a:spLocks noChangeArrowheads="1"/>
          </p:cNvSpPr>
          <p:nvPr/>
        </p:nvSpPr>
        <p:spPr bwMode="auto">
          <a:xfrm>
            <a:off x="3798853" y="4703763"/>
            <a:ext cx="494046" cy="30777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 algn="ctr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defRPr sz="1600">
                <a:solidFill>
                  <a:schemeClr val="tx1"/>
                </a:solidFill>
                <a:latin typeface="Lucida Sans Unicode" pitchFamily="34" charset="0"/>
              </a:defRPr>
            </a:lvl1pPr>
            <a:lvl2pPr marL="742950" indent="-285750">
              <a:defRPr sz="1600">
                <a:solidFill>
                  <a:schemeClr val="tx1"/>
                </a:solidFill>
                <a:latin typeface="Lucida Sans Unicode" pitchFamily="34" charset="0"/>
              </a:defRPr>
            </a:lvl2pPr>
            <a:lvl3pPr marL="1143000" indent="-228600">
              <a:defRPr sz="1600">
                <a:solidFill>
                  <a:schemeClr val="tx1"/>
                </a:solidFill>
                <a:latin typeface="Lucida Sans Unicode" pitchFamily="34" charset="0"/>
              </a:defRPr>
            </a:lvl3pPr>
            <a:lvl4pPr marL="1600200" indent="-228600">
              <a:defRPr sz="1600">
                <a:solidFill>
                  <a:schemeClr val="tx1"/>
                </a:solidFill>
                <a:latin typeface="Lucida Sans Unicode" pitchFamily="34" charset="0"/>
              </a:defRPr>
            </a:lvl4pPr>
            <a:lvl5pPr marL="2057400" indent="-228600">
              <a:defRPr sz="1600">
                <a:solidFill>
                  <a:schemeClr val="tx1"/>
                </a:solidFill>
                <a:latin typeface="Lucida Sans Unicode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Lucida Sans Unicode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Lucida Sans Unicode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Lucida Sans Unicode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Lucida Sans Unicode" pitchFamily="34" charset="0"/>
              </a:defRPr>
            </a:lvl9pPr>
          </a:lstStyle>
          <a:p>
            <a:r>
              <a:rPr lang="en-GB" sz="1400"/>
              <a:t>V</a:t>
            </a:r>
            <a:r>
              <a:rPr lang="en-GB" sz="1400" baseline="-25000"/>
              <a:t>out</a:t>
            </a:r>
            <a:endParaRPr lang="en-US" sz="1400" baseline="-25000"/>
          </a:p>
        </p:txBody>
      </p:sp>
      <p:sp>
        <p:nvSpPr>
          <p:cNvPr id="11" name="Text Box 13"/>
          <p:cNvSpPr txBox="1">
            <a:spLocks noChangeArrowheads="1"/>
          </p:cNvSpPr>
          <p:nvPr/>
        </p:nvSpPr>
        <p:spPr bwMode="auto">
          <a:xfrm>
            <a:off x="1422366" y="4992688"/>
            <a:ext cx="636713" cy="30777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 algn="ctr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defRPr sz="1600">
                <a:solidFill>
                  <a:schemeClr val="tx1"/>
                </a:solidFill>
                <a:latin typeface="Lucida Sans Unicode" pitchFamily="34" charset="0"/>
              </a:defRPr>
            </a:lvl1pPr>
            <a:lvl2pPr marL="742950" indent="-285750">
              <a:defRPr sz="1600">
                <a:solidFill>
                  <a:schemeClr val="tx1"/>
                </a:solidFill>
                <a:latin typeface="Lucida Sans Unicode" pitchFamily="34" charset="0"/>
              </a:defRPr>
            </a:lvl2pPr>
            <a:lvl3pPr marL="1143000" indent="-228600">
              <a:defRPr sz="1600">
                <a:solidFill>
                  <a:schemeClr val="tx1"/>
                </a:solidFill>
                <a:latin typeface="Lucida Sans Unicode" pitchFamily="34" charset="0"/>
              </a:defRPr>
            </a:lvl3pPr>
            <a:lvl4pPr marL="1600200" indent="-228600">
              <a:defRPr sz="1600">
                <a:solidFill>
                  <a:schemeClr val="tx1"/>
                </a:solidFill>
                <a:latin typeface="Lucida Sans Unicode" pitchFamily="34" charset="0"/>
              </a:defRPr>
            </a:lvl4pPr>
            <a:lvl5pPr marL="2057400" indent="-228600">
              <a:defRPr sz="1600">
                <a:solidFill>
                  <a:schemeClr val="tx1"/>
                </a:solidFill>
                <a:latin typeface="Lucida Sans Unicode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Lucida Sans Unicode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Lucida Sans Unicode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Lucida Sans Unicode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Lucida Sans Unicode" pitchFamily="34" charset="0"/>
              </a:defRPr>
            </a:lvl9pPr>
          </a:lstStyle>
          <a:p>
            <a:r>
              <a:rPr lang="en-GB" sz="1400"/>
              <a:t>x100</a:t>
            </a:r>
            <a:endParaRPr lang="en-US" sz="1400" baseline="-25000"/>
          </a:p>
        </p:txBody>
      </p:sp>
      <p:sp>
        <p:nvSpPr>
          <p:cNvPr id="12" name="Text Box 14"/>
          <p:cNvSpPr txBox="1">
            <a:spLocks noChangeArrowheads="1"/>
          </p:cNvSpPr>
          <p:nvPr/>
        </p:nvSpPr>
        <p:spPr bwMode="auto">
          <a:xfrm>
            <a:off x="2862228" y="4992688"/>
            <a:ext cx="522900" cy="30777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 algn="ctr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defRPr sz="1600">
                <a:solidFill>
                  <a:schemeClr val="tx1"/>
                </a:solidFill>
                <a:latin typeface="Lucida Sans Unicode" pitchFamily="34" charset="0"/>
              </a:defRPr>
            </a:lvl1pPr>
            <a:lvl2pPr marL="742950" indent="-285750">
              <a:defRPr sz="1600">
                <a:solidFill>
                  <a:schemeClr val="tx1"/>
                </a:solidFill>
                <a:latin typeface="Lucida Sans Unicode" pitchFamily="34" charset="0"/>
              </a:defRPr>
            </a:lvl2pPr>
            <a:lvl3pPr marL="1143000" indent="-228600">
              <a:defRPr sz="1600">
                <a:solidFill>
                  <a:schemeClr val="tx1"/>
                </a:solidFill>
                <a:latin typeface="Lucida Sans Unicode" pitchFamily="34" charset="0"/>
              </a:defRPr>
            </a:lvl3pPr>
            <a:lvl4pPr marL="1600200" indent="-228600">
              <a:defRPr sz="1600">
                <a:solidFill>
                  <a:schemeClr val="tx1"/>
                </a:solidFill>
                <a:latin typeface="Lucida Sans Unicode" pitchFamily="34" charset="0"/>
              </a:defRPr>
            </a:lvl4pPr>
            <a:lvl5pPr marL="2057400" indent="-228600">
              <a:defRPr sz="1600">
                <a:solidFill>
                  <a:schemeClr val="tx1"/>
                </a:solidFill>
                <a:latin typeface="Lucida Sans Unicode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Lucida Sans Unicode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Lucida Sans Unicode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Lucida Sans Unicode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Lucida Sans Unicode" pitchFamily="34" charset="0"/>
              </a:defRPr>
            </a:lvl9pPr>
          </a:lstStyle>
          <a:p>
            <a:r>
              <a:rPr lang="en-GB" sz="1400"/>
              <a:t>x10</a:t>
            </a:r>
            <a:endParaRPr lang="en-US" sz="1400" baseline="-25000"/>
          </a:p>
        </p:txBody>
      </p:sp>
      <p:sp>
        <p:nvSpPr>
          <p:cNvPr id="13" name="TextBox 12"/>
          <p:cNvSpPr txBox="1"/>
          <p:nvPr/>
        </p:nvSpPr>
        <p:spPr>
          <a:xfrm>
            <a:off x="395288" y="4094616"/>
            <a:ext cx="5793574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GB" sz="1600" b="1" dirty="0"/>
              <a:t>Cascading Circuits: multiply the gain </a:t>
            </a:r>
            <a:r>
              <a:rPr lang="en-GB" sz="1600" dirty="0"/>
              <a:t>= </a:t>
            </a:r>
            <a:r>
              <a:rPr lang="en-GB" sz="1600" b="1" dirty="0"/>
              <a:t>add the decibels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511671" y="5484787"/>
            <a:ext cx="704039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GB" sz="1600" dirty="0"/>
              <a:t>20db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5222469" y="4703763"/>
            <a:ext cx="2650084" cy="110799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GB" sz="1600" dirty="0"/>
              <a:t>Gain = 100 x 10 = </a:t>
            </a:r>
            <a:r>
              <a:rPr lang="en-GB" sz="1600" b="1" dirty="0"/>
              <a:t>1000</a:t>
            </a:r>
          </a:p>
          <a:p>
            <a:endParaRPr lang="en-GB" sz="1600" dirty="0"/>
          </a:p>
          <a:p>
            <a:r>
              <a:rPr lang="en-GB" sz="1600" dirty="0"/>
              <a:t>In decibels this is </a:t>
            </a:r>
          </a:p>
          <a:p>
            <a:r>
              <a:rPr lang="en-GB" sz="1600" dirty="0"/>
              <a:t>20dB + 10dB = </a:t>
            </a:r>
            <a:r>
              <a:rPr lang="en-GB" sz="1600" b="1" dirty="0"/>
              <a:t>30dB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2927835" y="5504895"/>
            <a:ext cx="704039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GB" sz="1600" dirty="0"/>
              <a:t>10db</a:t>
            </a:r>
          </a:p>
        </p:txBody>
      </p:sp>
    </p:spTree>
    <p:extLst>
      <p:ext uri="{BB962C8B-B14F-4D97-AF65-F5344CB8AC3E}">
        <p14:creationId xmlns:p14="http://schemas.microsoft.com/office/powerpoint/2010/main" val="2997678796"/>
      </p:ext>
    </p:extLst>
  </p:cSld>
  <p:clrMapOvr>
    <a:masterClrMapping/>
  </p:clrMapOvr>
</p:sld>
</file>

<file path=ppt/slides/slide1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AutoShape 15"/>
          <p:cNvSpPr>
            <a:spLocks noChangeArrowheads="1"/>
          </p:cNvSpPr>
          <p:nvPr/>
        </p:nvSpPr>
        <p:spPr bwMode="auto">
          <a:xfrm>
            <a:off x="1815620" y="2763093"/>
            <a:ext cx="4191775" cy="338554"/>
          </a:xfrm>
          <a:prstGeom prst="curvedDownArrow">
            <a:avLst>
              <a:gd name="adj1" fmla="val 74643"/>
              <a:gd name="adj2" fmla="val 149286"/>
              <a:gd name="adj3" fmla="val 33333"/>
            </a:avLst>
          </a:prstGeom>
          <a:solidFill>
            <a:schemeClr val="accent6">
              <a:lumMod val="20000"/>
              <a:lumOff val="80000"/>
            </a:schemeClr>
          </a:solidFill>
          <a:ln w="9525">
            <a:noFill/>
            <a:miter lim="800000"/>
            <a:headEnd/>
            <a:tailEnd/>
          </a:ln>
        </p:spPr>
        <p:txBody>
          <a:bodyPr wrap="square" anchor="ctr">
            <a:spAutoFit/>
          </a:bodyPr>
          <a:lstStyle/>
          <a:p>
            <a:endParaRPr lang="en-US"/>
          </a:p>
        </p:txBody>
      </p:sp>
      <p:sp>
        <p:nvSpPr>
          <p:cNvPr id="14" name="Rectangle 13"/>
          <p:cNvSpPr/>
          <p:nvPr/>
        </p:nvSpPr>
        <p:spPr bwMode="auto">
          <a:xfrm>
            <a:off x="5752214" y="3296091"/>
            <a:ext cx="457200" cy="754911"/>
          </a:xfrm>
          <a:prstGeom prst="rect">
            <a:avLst/>
          </a:prstGeom>
          <a:solidFill>
            <a:schemeClr val="accent6">
              <a:lumMod val="20000"/>
              <a:lumOff val="80000"/>
            </a:schemeClr>
          </a:solidFill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none" lIns="91440" tIns="45720" rIns="91440" bIns="45720" numCol="1" rtlCol="0" anchor="t" anchorCtr="0" compatLnSpc="1">
            <a:prstTxWarp prst="textNoShape">
              <a:avLst/>
            </a:prstTxWarp>
            <a:noAutofit/>
          </a:bodyPr>
          <a:lstStyle/>
          <a:p>
            <a:pPr marL="0" marR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GB" sz="16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Lucida Sans Unicode" pitchFamily="34" charset="0"/>
            </a:endParaRPr>
          </a:p>
        </p:txBody>
      </p:sp>
      <p:sp>
        <p:nvSpPr>
          <p:cNvPr id="13" name="Rectangle 12"/>
          <p:cNvSpPr/>
          <p:nvPr/>
        </p:nvSpPr>
        <p:spPr bwMode="auto">
          <a:xfrm>
            <a:off x="1807535" y="3306726"/>
            <a:ext cx="457200" cy="754911"/>
          </a:xfrm>
          <a:prstGeom prst="rect">
            <a:avLst/>
          </a:prstGeom>
          <a:solidFill>
            <a:schemeClr val="accent6">
              <a:lumMod val="20000"/>
              <a:lumOff val="80000"/>
            </a:schemeClr>
          </a:solidFill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none" lIns="91440" tIns="45720" rIns="91440" bIns="45720" numCol="1" rtlCol="0" anchor="t" anchorCtr="0" compatLnSpc="1">
            <a:prstTxWarp prst="textNoShape">
              <a:avLst/>
            </a:prstTxWarp>
            <a:noAutofit/>
          </a:bodyPr>
          <a:lstStyle/>
          <a:p>
            <a:pPr marL="0" marR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GB" sz="16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Lucida Sans Unicode" pitchFamily="34" charset="0"/>
            </a:endParaRPr>
          </a:p>
        </p:txBody>
      </p:sp>
      <p:sp>
        <p:nvSpPr>
          <p:cNvPr id="14338" name="Rectangle 13"/>
          <p:cNvSpPr>
            <a:spLocks noChangeArrowheads="1"/>
          </p:cNvSpPr>
          <p:nvPr/>
        </p:nvSpPr>
        <p:spPr bwMode="auto">
          <a:xfrm>
            <a:off x="6545263" y="3067050"/>
            <a:ext cx="307975" cy="1571625"/>
          </a:xfrm>
          <a:prstGeom prst="rect">
            <a:avLst/>
          </a:prstGeom>
          <a:solidFill>
            <a:srgbClr val="CCCCFF"/>
          </a:solidFill>
          <a:ln w="9525">
            <a:noFill/>
            <a:miter lim="800000"/>
            <a:headEnd/>
            <a:tailEnd/>
          </a:ln>
        </p:spPr>
        <p:txBody>
          <a:bodyPr wrap="none" anchor="ctr">
            <a:noAutofit/>
          </a:bodyPr>
          <a:lstStyle/>
          <a:p>
            <a:endParaRPr lang="en-US"/>
          </a:p>
        </p:txBody>
      </p:sp>
      <p:sp>
        <p:nvSpPr>
          <p:cNvPr id="14339" name="Rectangle 4"/>
          <p:cNvSpPr>
            <a:spLocks noChangeArrowheads="1"/>
          </p:cNvSpPr>
          <p:nvPr/>
        </p:nvSpPr>
        <p:spPr bwMode="auto">
          <a:xfrm>
            <a:off x="369888" y="947738"/>
            <a:ext cx="8302625" cy="1323439"/>
          </a:xfrm>
          <a:prstGeom prst="rect">
            <a:avLst/>
          </a:prstGeom>
          <a:noFill/>
          <a:ln w="9525" algn="ctr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pPr marL="185738" indent="-185738"/>
            <a:r>
              <a:rPr lang="en-GB" sz="1600" b="1" dirty="0"/>
              <a:t>Example: </a:t>
            </a:r>
          </a:p>
          <a:p>
            <a:pPr marL="185738" indent="-185738"/>
            <a:r>
              <a:rPr lang="en-GB" sz="1600" dirty="0"/>
              <a:t>The intensity I measured is 10,000 times the threshold</a:t>
            </a:r>
          </a:p>
          <a:p>
            <a:pPr marL="185738" indent="-185738"/>
            <a:endParaRPr lang="en-GB" sz="1600" dirty="0"/>
          </a:p>
          <a:p>
            <a:pPr marL="185738" indent="-185738"/>
            <a:r>
              <a:rPr lang="en-GB" sz="1600" dirty="0">
                <a:sym typeface="Symbol" pitchFamily="18" charset="2"/>
              </a:rPr>
              <a:t></a:t>
            </a:r>
            <a:r>
              <a:rPr lang="en-GB" sz="1600" dirty="0"/>
              <a:t>  the ratio of the intensity I to the threshold intensity I</a:t>
            </a:r>
            <a:r>
              <a:rPr lang="en-GB" sz="1600" baseline="-25000" dirty="0"/>
              <a:t>0</a:t>
            </a:r>
            <a:r>
              <a:rPr lang="en-GB" sz="1600" dirty="0"/>
              <a:t> is 10</a:t>
            </a:r>
            <a:r>
              <a:rPr lang="en-GB" sz="1600" baseline="30000" dirty="0"/>
              <a:t>4</a:t>
            </a:r>
          </a:p>
          <a:p>
            <a:pPr marL="185738" indent="-185738"/>
            <a:r>
              <a:rPr lang="en-GB" sz="1600" dirty="0"/>
              <a:t>the power of ten is 4, and the intensity is 40 dB:</a:t>
            </a:r>
          </a:p>
        </p:txBody>
      </p:sp>
      <p:sp>
        <p:nvSpPr>
          <p:cNvPr id="14340" name="Rectangle 5"/>
          <p:cNvSpPr>
            <a:spLocks noChangeArrowheads="1"/>
          </p:cNvSpPr>
          <p:nvPr/>
        </p:nvSpPr>
        <p:spPr bwMode="auto">
          <a:xfrm>
            <a:off x="369888" y="334963"/>
            <a:ext cx="1433512" cy="457200"/>
          </a:xfrm>
          <a:prstGeom prst="rect">
            <a:avLst/>
          </a:prstGeom>
          <a:noFill/>
          <a:ln w="9525" algn="ctr">
            <a:noFill/>
            <a:miter lim="800000"/>
            <a:headEnd/>
            <a:tailEnd/>
          </a:ln>
        </p:spPr>
        <p:txBody>
          <a:bodyPr wrap="none" anchor="ctr">
            <a:spAutoFit/>
          </a:bodyPr>
          <a:lstStyle/>
          <a:p>
            <a:r>
              <a:rPr lang="en-GB" sz="2400" b="1"/>
              <a:t>Decibels</a:t>
            </a:r>
            <a:endParaRPr lang="en-GB" sz="2400"/>
          </a:p>
        </p:txBody>
      </p:sp>
      <p:sp>
        <p:nvSpPr>
          <p:cNvPr id="14341" name="AutoShape 8"/>
          <p:cNvSpPr>
            <a:spLocks/>
          </p:cNvSpPr>
          <p:nvPr/>
        </p:nvSpPr>
        <p:spPr bwMode="auto">
          <a:xfrm rot="-5400000">
            <a:off x="3694113" y="3290888"/>
            <a:ext cx="249237" cy="3068637"/>
          </a:xfrm>
          <a:prstGeom prst="leftBrace">
            <a:avLst>
              <a:gd name="adj1" fmla="val 102601"/>
              <a:gd name="adj2" fmla="val 50000"/>
            </a:avLst>
          </a:prstGeom>
          <a:noFill/>
          <a:ln w="9525">
            <a:solidFill>
              <a:schemeClr val="tx1"/>
            </a:solidFill>
            <a:round/>
            <a:headEnd/>
            <a:tailEnd/>
          </a:ln>
        </p:spPr>
        <p:txBody>
          <a:bodyPr wrap="none" anchor="ctr">
            <a:noAutofit/>
          </a:bodyPr>
          <a:lstStyle/>
          <a:p>
            <a:endParaRPr lang="en-US"/>
          </a:p>
        </p:txBody>
      </p:sp>
      <p:sp>
        <p:nvSpPr>
          <p:cNvPr id="14342" name="Text Box 10"/>
          <p:cNvSpPr txBox="1">
            <a:spLocks noChangeArrowheads="1"/>
          </p:cNvSpPr>
          <p:nvPr/>
        </p:nvSpPr>
        <p:spPr bwMode="auto">
          <a:xfrm>
            <a:off x="2517775" y="5086350"/>
            <a:ext cx="2586038" cy="400110"/>
          </a:xfrm>
          <a:prstGeom prst="rect">
            <a:avLst/>
          </a:prstGeom>
          <a:noFill/>
          <a:ln w="9525" algn="ctr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r>
              <a:rPr lang="en-GB" sz="2000"/>
              <a:t>log</a:t>
            </a:r>
            <a:r>
              <a:rPr lang="en-GB" sz="2000" baseline="-25000"/>
              <a:t>10</a:t>
            </a:r>
            <a:r>
              <a:rPr lang="en-GB" sz="2000"/>
              <a:t>10,000= 4</a:t>
            </a:r>
          </a:p>
        </p:txBody>
      </p:sp>
      <p:grpSp>
        <p:nvGrpSpPr>
          <p:cNvPr id="2" name="Group 17"/>
          <p:cNvGrpSpPr>
            <a:grpSpLocks/>
          </p:cNvGrpSpPr>
          <p:nvPr/>
        </p:nvGrpSpPr>
        <p:grpSpPr bwMode="auto">
          <a:xfrm>
            <a:off x="5818188" y="4892675"/>
            <a:ext cx="2046287" cy="1331913"/>
            <a:chOff x="3817" y="3216"/>
            <a:chExt cx="1289" cy="839"/>
          </a:xfrm>
        </p:grpSpPr>
        <p:sp>
          <p:nvSpPr>
            <p:cNvPr id="14347" name="AutoShape 12"/>
            <p:cNvSpPr>
              <a:spLocks noChangeArrowheads="1"/>
            </p:cNvSpPr>
            <p:nvPr/>
          </p:nvSpPr>
          <p:spPr bwMode="auto">
            <a:xfrm>
              <a:off x="3817" y="3216"/>
              <a:ext cx="1289" cy="839"/>
            </a:xfrm>
            <a:prstGeom prst="wedgeRoundRectCallout">
              <a:avLst>
                <a:gd name="adj1" fmla="val -90731"/>
                <a:gd name="adj2" fmla="val -21273"/>
                <a:gd name="adj3" fmla="val 16667"/>
              </a:avLst>
            </a:prstGeom>
            <a:solidFill>
              <a:srgbClr val="E8E7E0">
                <a:alpha val="79999"/>
              </a:srgbClr>
            </a:solidFill>
            <a:ln w="9525" algn="ctr">
              <a:solidFill>
                <a:schemeClr val="tx1"/>
              </a:solidFill>
              <a:miter lim="800000"/>
              <a:headEnd/>
              <a:tailEnd/>
            </a:ln>
          </p:spPr>
          <p:txBody>
            <a:bodyPr/>
            <a:lstStyle/>
            <a:p>
              <a:pPr algn="ctr"/>
              <a:endParaRPr lang="en-US" sz="1600"/>
            </a:p>
          </p:txBody>
        </p:sp>
        <p:graphicFrame>
          <p:nvGraphicFramePr>
            <p:cNvPr id="14348" name="Object 11"/>
            <p:cNvGraphicFramePr>
              <a:graphicFrameLocks noChangeAspect="1"/>
            </p:cNvGraphicFramePr>
            <p:nvPr/>
          </p:nvGraphicFramePr>
          <p:xfrm>
            <a:off x="3992" y="3274"/>
            <a:ext cx="943" cy="713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14338" name="Equation" r:id="rId3" imgW="939392" imgH="710891" progId="Equation.3">
                    <p:embed/>
                  </p:oleObj>
                </mc:Choice>
                <mc:Fallback>
                  <p:oleObj name="Equation" r:id="rId3" imgW="939392" imgH="710891" progId="Equation.3">
                    <p:embed/>
                    <p:pic>
                      <p:nvPicPr>
                        <p:cNvPr id="14348" name="Object 11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4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3992" y="3274"/>
                          <a:ext cx="943" cy="713"/>
                        </a:xfrm>
                        <a:prstGeom prst="rect">
                          <a:avLst/>
                        </a:prstGeom>
                        <a:noFill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</p:grpSp>
      <p:sp>
        <p:nvSpPr>
          <p:cNvPr id="14344" name="Rectangle 14"/>
          <p:cNvSpPr>
            <a:spLocks noChangeArrowheads="1"/>
          </p:cNvSpPr>
          <p:nvPr/>
        </p:nvSpPr>
        <p:spPr bwMode="auto">
          <a:xfrm>
            <a:off x="2293938" y="3100388"/>
            <a:ext cx="3054350" cy="1571625"/>
          </a:xfrm>
          <a:prstGeom prst="rect">
            <a:avLst/>
          </a:prstGeom>
          <a:solidFill>
            <a:srgbClr val="CCCCFF"/>
          </a:solidFill>
          <a:ln w="9525">
            <a:noFill/>
            <a:miter lim="800000"/>
            <a:headEnd/>
            <a:tailEnd/>
          </a:ln>
        </p:spPr>
        <p:txBody>
          <a:bodyPr anchor="ctr">
            <a:noAutofit/>
          </a:bodyPr>
          <a:lstStyle/>
          <a:p>
            <a:endParaRPr lang="en-US"/>
          </a:p>
        </p:txBody>
      </p:sp>
      <p:graphicFrame>
        <p:nvGraphicFramePr>
          <p:cNvPr id="14345" name="Object 7"/>
          <p:cNvGraphicFramePr>
            <a:graphicFrameLocks noChangeAspect="1"/>
          </p:cNvGraphicFramePr>
          <p:nvPr/>
        </p:nvGraphicFramePr>
        <p:xfrm>
          <a:off x="393700" y="3244850"/>
          <a:ext cx="7996237" cy="189865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4339" name="Equation" r:id="rId5" imgW="2997200" imgH="711200" progId="Equation.3">
                  <p:embed/>
                </p:oleObj>
              </mc:Choice>
              <mc:Fallback>
                <p:oleObj name="Equation" r:id="rId5" imgW="2997200" imgH="711200" progId="Equation.3">
                  <p:embed/>
                  <p:pic>
                    <p:nvPicPr>
                      <p:cNvPr id="14345" name="Object 7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6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393700" y="3244850"/>
                        <a:ext cx="7996237" cy="1898650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14346" name="AutoShape 15"/>
          <p:cNvSpPr>
            <a:spLocks noChangeArrowheads="1"/>
          </p:cNvSpPr>
          <p:nvPr/>
        </p:nvSpPr>
        <p:spPr bwMode="auto">
          <a:xfrm>
            <a:off x="5005388" y="2495550"/>
            <a:ext cx="1990725" cy="533400"/>
          </a:xfrm>
          <a:prstGeom prst="curvedDownArrow">
            <a:avLst>
              <a:gd name="adj1" fmla="val 74643"/>
              <a:gd name="adj2" fmla="val 149286"/>
              <a:gd name="adj3" fmla="val 33333"/>
            </a:avLst>
          </a:prstGeom>
          <a:solidFill>
            <a:srgbClr val="CCCCFF"/>
          </a:solidFill>
          <a:ln w="9525">
            <a:noFill/>
            <a:miter lim="800000"/>
            <a:headEnd/>
            <a:tailEnd/>
          </a:ln>
        </p:spPr>
        <p:txBody>
          <a:bodyPr anchor="ctr">
            <a:spAutoFit/>
          </a:bodyPr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73314254"/>
      </p:ext>
    </p:extLst>
  </p:cSld>
  <p:clrMapOvr>
    <a:masterClrMapping/>
  </p:clrMapOvr>
</p:sld>
</file>

<file path=ppt/slides/slide1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5362" name="Picture 2" descr="File:X and log x.svg"/>
          <p:cNvPicPr>
            <a:picLocks noChangeAspect="1" noChangeArrowheads="1"/>
          </p:cNvPicPr>
          <p:nvPr/>
        </p:nvPicPr>
        <p:blipFill rotWithShape="1">
          <a:blip r:embed="rId2" cstate="print"/>
          <a:srcRect t="4248"/>
          <a:stretch/>
        </p:blipFill>
        <p:spPr bwMode="auto">
          <a:xfrm>
            <a:off x="2241487" y="1085088"/>
            <a:ext cx="2690812" cy="521379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sp>
        <p:nvSpPr>
          <p:cNvPr id="15363" name="Rectangle 5"/>
          <p:cNvSpPr>
            <a:spLocks noChangeArrowheads="1"/>
          </p:cNvSpPr>
          <p:nvPr/>
        </p:nvSpPr>
        <p:spPr bwMode="auto">
          <a:xfrm>
            <a:off x="369888" y="334963"/>
            <a:ext cx="1433512" cy="457200"/>
          </a:xfrm>
          <a:prstGeom prst="rect">
            <a:avLst/>
          </a:prstGeom>
          <a:noFill/>
          <a:ln w="9525" algn="ctr">
            <a:noFill/>
            <a:miter lim="800000"/>
            <a:headEnd/>
            <a:tailEnd/>
          </a:ln>
        </p:spPr>
        <p:txBody>
          <a:bodyPr wrap="none" anchor="ctr">
            <a:spAutoFit/>
          </a:bodyPr>
          <a:lstStyle/>
          <a:p>
            <a:r>
              <a:rPr lang="en-GB" sz="2400" b="1"/>
              <a:t>Decibels</a:t>
            </a:r>
            <a:endParaRPr lang="en-GB" sz="2400"/>
          </a:p>
        </p:txBody>
      </p:sp>
      <p:sp>
        <p:nvSpPr>
          <p:cNvPr id="2" name="TextBox 1"/>
          <p:cNvSpPr txBox="1"/>
          <p:nvPr/>
        </p:nvSpPr>
        <p:spPr>
          <a:xfrm>
            <a:off x="1846580" y="548640"/>
            <a:ext cx="2063385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GB" sz="1600" b="1" dirty="0"/>
              <a:t>decibels: </a:t>
            </a:r>
          </a:p>
          <a:p>
            <a:r>
              <a:rPr lang="en-GB" sz="1600" b="1" dirty="0"/>
              <a:t>10log</a:t>
            </a:r>
            <a:r>
              <a:rPr lang="en-GB" sz="1600" b="1" baseline="-25000" dirty="0"/>
              <a:t>10</a:t>
            </a:r>
            <a:r>
              <a:rPr lang="en-GB" sz="1600" b="1" dirty="0"/>
              <a:t>x … … … x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25440" y="2828544"/>
            <a:ext cx="3158237" cy="255454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GB" sz="1600" dirty="0"/>
              <a:t>i.e. </a:t>
            </a:r>
          </a:p>
          <a:p>
            <a:pPr marL="285750" indent="-285750">
              <a:buFont typeface="Arial" pitchFamily="34" charset="0"/>
              <a:buChar char="•"/>
            </a:pPr>
            <a:r>
              <a:rPr lang="en-GB" sz="1600" dirty="0"/>
              <a:t>one hundred times = 20dB</a:t>
            </a:r>
          </a:p>
          <a:p>
            <a:pPr marL="285750" indent="-285750">
              <a:buFont typeface="Arial" pitchFamily="34" charset="0"/>
              <a:buChar char="•"/>
            </a:pPr>
            <a:r>
              <a:rPr lang="en-GB" sz="1600" dirty="0"/>
              <a:t>ten times = 10dB</a:t>
            </a:r>
          </a:p>
          <a:p>
            <a:r>
              <a:rPr lang="en-GB" sz="1600" b="1" i="1" dirty="0"/>
              <a:t>if we start with “1”</a:t>
            </a:r>
          </a:p>
          <a:p>
            <a:pPr marL="285750" indent="-285750">
              <a:buFont typeface="Arial" pitchFamily="34" charset="0"/>
              <a:buChar char="•"/>
            </a:pPr>
            <a:r>
              <a:rPr lang="en-GB" sz="1600" dirty="0"/>
              <a:t>a tenth is = -10dB</a:t>
            </a:r>
          </a:p>
          <a:p>
            <a:pPr marL="285750" indent="-285750">
              <a:buFont typeface="Arial" pitchFamily="34" charset="0"/>
              <a:buChar char="•"/>
            </a:pPr>
            <a:r>
              <a:rPr lang="en-GB" sz="1600" dirty="0"/>
              <a:t>a hundredth  = -20dB</a:t>
            </a:r>
          </a:p>
          <a:p>
            <a:pPr marL="285750" indent="-285750">
              <a:buFont typeface="Arial" pitchFamily="34" charset="0"/>
              <a:buChar char="•"/>
            </a:pPr>
            <a:r>
              <a:rPr lang="en-GB" sz="1600" dirty="0" err="1"/>
              <a:t>etc</a:t>
            </a:r>
            <a:r>
              <a:rPr lang="en-GB" sz="1600" dirty="0"/>
              <a:t> …</a:t>
            </a:r>
          </a:p>
          <a:p>
            <a:pPr marL="285750" indent="-285750">
              <a:buFont typeface="Arial" pitchFamily="34" charset="0"/>
              <a:buChar char="•"/>
            </a:pPr>
            <a:r>
              <a:rPr lang="en-GB" sz="1600" dirty="0"/>
              <a:t>…</a:t>
            </a:r>
          </a:p>
          <a:p>
            <a:pPr marL="285750" indent="-285750">
              <a:buFont typeface="Arial" pitchFamily="34" charset="0"/>
              <a:buChar char="•"/>
            </a:pPr>
            <a:r>
              <a:rPr lang="en-GB" sz="1600" dirty="0"/>
              <a:t>…</a:t>
            </a:r>
          </a:p>
          <a:p>
            <a:endParaRPr lang="en-GB" sz="1600" dirty="0"/>
          </a:p>
        </p:txBody>
      </p:sp>
      <p:cxnSp>
        <p:nvCxnSpPr>
          <p:cNvPr id="5" name="Straight Arrow Connector 4"/>
          <p:cNvCxnSpPr/>
          <p:nvPr/>
        </p:nvCxnSpPr>
        <p:spPr bwMode="auto">
          <a:xfrm flipH="1">
            <a:off x="3901440" y="3730752"/>
            <a:ext cx="1475232" cy="2"/>
          </a:xfrm>
          <a:prstGeom prst="straightConnector1">
            <a:avLst/>
          </a:prstGeom>
          <a:solidFill>
            <a:schemeClr val="accent1"/>
          </a:solidFill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arrow"/>
          </a:ln>
          <a:effectLst/>
        </p:spPr>
      </p:cxnSp>
      <p:cxnSp>
        <p:nvCxnSpPr>
          <p:cNvPr id="24" name="Straight Arrow Connector 23"/>
          <p:cNvCxnSpPr/>
          <p:nvPr/>
        </p:nvCxnSpPr>
        <p:spPr bwMode="auto">
          <a:xfrm flipH="1">
            <a:off x="4133088" y="3462528"/>
            <a:ext cx="1243584" cy="0"/>
          </a:xfrm>
          <a:prstGeom prst="straightConnector1">
            <a:avLst/>
          </a:prstGeom>
          <a:solidFill>
            <a:schemeClr val="accent1"/>
          </a:solidFill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arrow"/>
          </a:ln>
          <a:effectLst/>
        </p:spPr>
      </p:cxnSp>
      <p:cxnSp>
        <p:nvCxnSpPr>
          <p:cNvPr id="26" name="Straight Arrow Connector 25"/>
          <p:cNvCxnSpPr/>
          <p:nvPr/>
        </p:nvCxnSpPr>
        <p:spPr bwMode="auto">
          <a:xfrm flipH="1">
            <a:off x="4145280" y="3974592"/>
            <a:ext cx="1243584" cy="0"/>
          </a:xfrm>
          <a:prstGeom prst="straightConnector1">
            <a:avLst/>
          </a:prstGeom>
          <a:solidFill>
            <a:schemeClr val="accent1"/>
          </a:solidFill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arrow"/>
          </a:ln>
          <a:effectLst/>
        </p:spPr>
      </p:cxnSp>
      <p:cxnSp>
        <p:nvCxnSpPr>
          <p:cNvPr id="27" name="Straight Arrow Connector 26"/>
          <p:cNvCxnSpPr/>
          <p:nvPr/>
        </p:nvCxnSpPr>
        <p:spPr bwMode="auto">
          <a:xfrm flipH="1">
            <a:off x="4413504" y="4218432"/>
            <a:ext cx="975360" cy="0"/>
          </a:xfrm>
          <a:prstGeom prst="straightConnector1">
            <a:avLst/>
          </a:prstGeom>
          <a:solidFill>
            <a:schemeClr val="accent1"/>
          </a:solidFill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arrow"/>
          </a:ln>
          <a:effectLst/>
        </p:spPr>
      </p:cxnSp>
      <p:cxnSp>
        <p:nvCxnSpPr>
          <p:cNvPr id="29" name="Straight Arrow Connector 28"/>
          <p:cNvCxnSpPr/>
          <p:nvPr/>
        </p:nvCxnSpPr>
        <p:spPr bwMode="auto">
          <a:xfrm flipH="1">
            <a:off x="4389120" y="3230880"/>
            <a:ext cx="975360" cy="0"/>
          </a:xfrm>
          <a:prstGeom prst="straightConnector1">
            <a:avLst/>
          </a:prstGeom>
          <a:solidFill>
            <a:schemeClr val="accent1"/>
          </a:solidFill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arrow"/>
          </a:ln>
          <a:effectLst/>
        </p:spPr>
      </p:cxnSp>
    </p:spTree>
    <p:extLst>
      <p:ext uri="{BB962C8B-B14F-4D97-AF65-F5344CB8AC3E}">
        <p14:creationId xmlns:p14="http://schemas.microsoft.com/office/powerpoint/2010/main" val="1705323346"/>
      </p:ext>
    </p:extLst>
  </p:cSld>
  <p:clrMapOvr>
    <a:masterClrMapping/>
  </p:clrMapOvr>
</p:sld>
</file>

<file path=ppt/slides/slide1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6386" name="Picture 2" descr="graph of dB scale"/>
          <p:cNvPicPr>
            <a:picLocks noChangeAspect="1" noChangeArrowheads="1"/>
          </p:cNvPicPr>
          <p:nvPr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3984943" y="392050"/>
            <a:ext cx="4359275" cy="583406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sp>
        <p:nvSpPr>
          <p:cNvPr id="16387" name="Rectangle 5"/>
          <p:cNvSpPr>
            <a:spLocks noChangeArrowheads="1"/>
          </p:cNvSpPr>
          <p:nvPr/>
        </p:nvSpPr>
        <p:spPr bwMode="auto">
          <a:xfrm>
            <a:off x="393700" y="333375"/>
            <a:ext cx="2632452" cy="1138773"/>
          </a:xfrm>
          <a:prstGeom prst="rect">
            <a:avLst/>
          </a:prstGeom>
          <a:noFill/>
          <a:ln w="9525" algn="ctr">
            <a:noFill/>
            <a:miter lim="800000"/>
            <a:headEnd/>
            <a:tailEnd/>
          </a:ln>
        </p:spPr>
        <p:txBody>
          <a:bodyPr wrap="none" anchor="ctr">
            <a:spAutoFit/>
          </a:bodyPr>
          <a:lstStyle/>
          <a:p>
            <a:r>
              <a:rPr lang="en-GB" sz="2400" b="1" dirty="0"/>
              <a:t>Decibels:</a:t>
            </a:r>
          </a:p>
          <a:p>
            <a:r>
              <a:rPr lang="en-GB" sz="2400" b="1" dirty="0"/>
              <a:t>For Audio Power</a:t>
            </a:r>
          </a:p>
          <a:p>
            <a:r>
              <a:rPr lang="en-GB" sz="2000" dirty="0"/>
              <a:t>(or other power)</a:t>
            </a:r>
          </a:p>
        </p:txBody>
      </p:sp>
      <p:sp>
        <p:nvSpPr>
          <p:cNvPr id="16388" name="Rectangle 3"/>
          <p:cNvSpPr>
            <a:spLocks noChangeArrowheads="1"/>
          </p:cNvSpPr>
          <p:nvPr/>
        </p:nvSpPr>
        <p:spPr bwMode="auto">
          <a:xfrm>
            <a:off x="817380" y="6251860"/>
            <a:ext cx="2297424" cy="215444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>
            <a:spAutoFit/>
          </a:bodyPr>
          <a:lstStyle/>
          <a:p>
            <a:r>
              <a:rPr lang="en-GB" sz="800" dirty="0"/>
              <a:t>http://www.phys.unsw.edu.au/jw/dB.html</a:t>
            </a:r>
          </a:p>
        </p:txBody>
      </p:sp>
      <p:sp>
        <p:nvSpPr>
          <p:cNvPr id="16389" name="AutoShape 32"/>
          <p:cNvSpPr>
            <a:spLocks noChangeArrowheads="1"/>
          </p:cNvSpPr>
          <p:nvPr/>
        </p:nvSpPr>
        <p:spPr bwMode="auto">
          <a:xfrm>
            <a:off x="2311146" y="2068068"/>
            <a:ext cx="1701800" cy="647700"/>
          </a:xfrm>
          <a:prstGeom prst="wedgeRoundRectCallout">
            <a:avLst>
              <a:gd name="adj1" fmla="val 81861"/>
              <a:gd name="adj2" fmla="val 174097"/>
              <a:gd name="adj3" fmla="val 16667"/>
            </a:avLst>
          </a:prstGeom>
          <a:solidFill>
            <a:srgbClr val="CCCCFF"/>
          </a:solidFill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pPr algn="ctr"/>
            <a:r>
              <a:rPr lang="en-GB" sz="1600" dirty="0"/>
              <a:t>Original sound intensity</a:t>
            </a:r>
            <a:endParaRPr lang="en-GB" sz="1600" dirty="0">
              <a:latin typeface="Times New Roman" pitchFamily="18" charset="0"/>
            </a:endParaRPr>
          </a:p>
        </p:txBody>
      </p:sp>
      <p:sp>
        <p:nvSpPr>
          <p:cNvPr id="2" name="TextBox 1"/>
          <p:cNvSpPr txBox="1"/>
          <p:nvPr/>
        </p:nvSpPr>
        <p:spPr>
          <a:xfrm>
            <a:off x="5047488" y="2751519"/>
            <a:ext cx="1850186" cy="584775"/>
          </a:xfrm>
          <a:prstGeom prst="rect">
            <a:avLst/>
          </a:prstGeom>
          <a:solidFill>
            <a:srgbClr val="FFFF00"/>
          </a:solidFill>
          <a:ln>
            <a:solidFill>
              <a:schemeClr val="tx1"/>
            </a:solidFill>
          </a:ln>
        </p:spPr>
        <p:txBody>
          <a:bodyPr wrap="none" rtlCol="0">
            <a:spAutoFit/>
          </a:bodyPr>
          <a:lstStyle/>
          <a:p>
            <a:r>
              <a:rPr lang="en-GB" sz="1600" b="1" dirty="0">
                <a:solidFill>
                  <a:schemeClr val="tx1">
                    <a:lumMod val="95000"/>
                    <a:lumOff val="5000"/>
                  </a:schemeClr>
                </a:solidFill>
              </a:rPr>
              <a:t>TWICE the Power</a:t>
            </a:r>
          </a:p>
          <a:p>
            <a:r>
              <a:rPr lang="en-GB" sz="1600" b="1" dirty="0">
                <a:solidFill>
                  <a:schemeClr val="tx1">
                    <a:lumMod val="95000"/>
                    <a:lumOff val="5000"/>
                  </a:schemeClr>
                </a:solidFill>
              </a:rPr>
              <a:t>= +3dB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608064" y="1227519"/>
            <a:ext cx="1617751" cy="584775"/>
          </a:xfrm>
          <a:prstGeom prst="rect">
            <a:avLst/>
          </a:prstGeom>
          <a:solidFill>
            <a:srgbClr val="FFFF00"/>
          </a:solidFill>
          <a:ln>
            <a:solidFill>
              <a:schemeClr val="tx1"/>
            </a:solidFill>
          </a:ln>
        </p:spPr>
        <p:txBody>
          <a:bodyPr wrap="none" rtlCol="0">
            <a:spAutoFit/>
          </a:bodyPr>
          <a:lstStyle/>
          <a:p>
            <a:r>
              <a:rPr lang="en-GB" sz="1600" b="1" dirty="0">
                <a:solidFill>
                  <a:schemeClr val="tx1">
                    <a:lumMod val="95000"/>
                    <a:lumOff val="5000"/>
                  </a:schemeClr>
                </a:solidFill>
              </a:rPr>
              <a:t>10x the Power</a:t>
            </a:r>
          </a:p>
          <a:p>
            <a:r>
              <a:rPr lang="en-GB" sz="1600" b="1" dirty="0">
                <a:solidFill>
                  <a:schemeClr val="tx1">
                    <a:lumMod val="95000"/>
                    <a:lumOff val="5000"/>
                  </a:schemeClr>
                </a:solidFill>
              </a:rPr>
              <a:t>= +3dB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681728" y="4324287"/>
            <a:ext cx="1742785" cy="584775"/>
          </a:xfrm>
          <a:prstGeom prst="rect">
            <a:avLst/>
          </a:prstGeom>
          <a:solidFill>
            <a:srgbClr val="FFFF00"/>
          </a:solidFill>
          <a:ln>
            <a:solidFill>
              <a:schemeClr val="tx1"/>
            </a:solidFill>
          </a:ln>
        </p:spPr>
        <p:txBody>
          <a:bodyPr wrap="none" rtlCol="0">
            <a:spAutoFit/>
          </a:bodyPr>
          <a:lstStyle/>
          <a:p>
            <a:r>
              <a:rPr lang="en-GB" sz="1600" b="1" dirty="0">
                <a:solidFill>
                  <a:schemeClr val="tx1">
                    <a:lumMod val="95000"/>
                    <a:lumOff val="5000"/>
                  </a:schemeClr>
                </a:solidFill>
              </a:rPr>
              <a:t>HALF the Power</a:t>
            </a:r>
          </a:p>
          <a:p>
            <a:r>
              <a:rPr lang="en-GB" sz="1600" b="1" dirty="0">
                <a:solidFill>
                  <a:schemeClr val="tx1">
                    <a:lumMod val="95000"/>
                    <a:lumOff val="5000"/>
                  </a:schemeClr>
                </a:solidFill>
              </a:rPr>
              <a:t>= -3dB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803648" y="3678111"/>
            <a:ext cx="1545616" cy="584775"/>
          </a:xfrm>
          <a:prstGeom prst="rect">
            <a:avLst/>
          </a:prstGeom>
          <a:solidFill>
            <a:srgbClr val="FFFF00"/>
          </a:solidFill>
          <a:ln>
            <a:solidFill>
              <a:schemeClr val="tx1"/>
            </a:solidFill>
          </a:ln>
        </p:spPr>
        <p:txBody>
          <a:bodyPr wrap="none" rtlCol="0">
            <a:spAutoFit/>
          </a:bodyPr>
          <a:lstStyle/>
          <a:p>
            <a:r>
              <a:rPr lang="en-GB" sz="1600" b="1" dirty="0">
                <a:solidFill>
                  <a:schemeClr val="tx1">
                    <a:lumMod val="95000"/>
                    <a:lumOff val="5000"/>
                  </a:schemeClr>
                </a:solidFill>
              </a:rPr>
              <a:t>SAME POWER </a:t>
            </a:r>
          </a:p>
          <a:p>
            <a:r>
              <a:rPr lang="en-GB" sz="1600" b="1" dirty="0">
                <a:solidFill>
                  <a:schemeClr val="tx1">
                    <a:lumMod val="95000"/>
                    <a:lumOff val="5000"/>
                  </a:schemeClr>
                </a:solidFill>
              </a:rPr>
              <a:t>= 0dB</a:t>
            </a:r>
          </a:p>
        </p:txBody>
      </p:sp>
    </p:spTree>
    <p:extLst>
      <p:ext uri="{BB962C8B-B14F-4D97-AF65-F5344CB8AC3E}">
        <p14:creationId xmlns:p14="http://schemas.microsoft.com/office/powerpoint/2010/main" val="4018673049"/>
      </p:ext>
    </p:extLst>
  </p:cSld>
  <p:clrMapOvr>
    <a:masterClrMapping/>
  </p:clrMapOvr>
</p:sld>
</file>

<file path=ppt/slides/slide1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410" name="Rectangle 5"/>
          <p:cNvSpPr>
            <a:spLocks noChangeArrowheads="1"/>
          </p:cNvSpPr>
          <p:nvPr/>
        </p:nvSpPr>
        <p:spPr bwMode="auto">
          <a:xfrm>
            <a:off x="369888" y="333375"/>
            <a:ext cx="4918075" cy="460375"/>
          </a:xfrm>
          <a:prstGeom prst="rect">
            <a:avLst/>
          </a:prstGeom>
          <a:noFill/>
          <a:ln w="9525" algn="ctr">
            <a:noFill/>
            <a:miter lim="800000"/>
            <a:headEnd/>
            <a:tailEnd/>
          </a:ln>
        </p:spPr>
        <p:txBody>
          <a:bodyPr wrap="none" anchor="ctr">
            <a:spAutoFit/>
          </a:bodyPr>
          <a:lstStyle/>
          <a:p>
            <a:r>
              <a:rPr lang="en-GB" sz="2400" b="1"/>
              <a:t>Decibels – What they sound like</a:t>
            </a:r>
            <a:endParaRPr lang="en-GB" sz="2400"/>
          </a:p>
        </p:txBody>
      </p:sp>
      <p:pic>
        <p:nvPicPr>
          <p:cNvPr id="17411" name="Picture 3"/>
          <p:cNvPicPr>
            <a:picLocks noChangeAspect="1" noChangeArrowheads="1"/>
          </p:cNvPicPr>
          <p:nvPr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369888" y="1628775"/>
            <a:ext cx="2970212" cy="2032000"/>
          </a:xfrm>
          <a:prstGeom prst="rect">
            <a:avLst/>
          </a:prstGeom>
          <a:noFill/>
          <a:ln w="9525" algn="ctr">
            <a:noFill/>
            <a:miter lim="800000"/>
            <a:headEnd/>
            <a:tailEnd/>
          </a:ln>
        </p:spPr>
      </p:pic>
      <p:sp>
        <p:nvSpPr>
          <p:cNvPr id="17412" name="TextBox 5"/>
          <p:cNvSpPr txBox="1">
            <a:spLocks noChangeArrowheads="1"/>
          </p:cNvSpPr>
          <p:nvPr/>
        </p:nvSpPr>
        <p:spPr bwMode="auto">
          <a:xfrm>
            <a:off x="369888" y="757238"/>
            <a:ext cx="5849937" cy="338137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>
            <a:spAutoFit/>
          </a:bodyPr>
          <a:lstStyle/>
          <a:p>
            <a:r>
              <a:rPr lang="en-GB" sz="1600" dirty="0"/>
              <a:t>Go </a:t>
            </a:r>
            <a:r>
              <a:rPr lang="en-GB" sz="1600" dirty="0">
                <a:solidFill>
                  <a:schemeClr val="tx2"/>
                </a:solidFill>
                <a:hlinkClick r:id="rId3"/>
              </a:rPr>
              <a:t>here (University of New South Wales) </a:t>
            </a:r>
            <a:r>
              <a:rPr lang="en-GB" sz="1600" dirty="0"/>
              <a:t>for flash version</a:t>
            </a:r>
          </a:p>
        </p:txBody>
      </p:sp>
      <p:pic>
        <p:nvPicPr>
          <p:cNvPr id="17413" name="Picture 4"/>
          <p:cNvPicPr>
            <a:picLocks noChangeAspect="1" noChangeArrowheads="1"/>
          </p:cNvPicPr>
          <p:nvPr/>
        </p:nvPicPr>
        <p:blipFill>
          <a:blip r:embed="rId4" cstate="print"/>
          <a:srcRect/>
          <a:stretch>
            <a:fillRect/>
          </a:stretch>
        </p:blipFill>
        <p:spPr bwMode="auto">
          <a:xfrm>
            <a:off x="3633788" y="1638300"/>
            <a:ext cx="2967037" cy="2052638"/>
          </a:xfrm>
          <a:prstGeom prst="rect">
            <a:avLst/>
          </a:prstGeom>
          <a:noFill/>
          <a:ln w="9525" algn="ctr">
            <a:noFill/>
            <a:miter lim="800000"/>
            <a:headEnd/>
            <a:tailEnd/>
          </a:ln>
        </p:spPr>
      </p:pic>
      <p:pic>
        <p:nvPicPr>
          <p:cNvPr id="17414" name="Picture 5"/>
          <p:cNvPicPr>
            <a:picLocks noChangeAspect="1" noChangeArrowheads="1"/>
          </p:cNvPicPr>
          <p:nvPr/>
        </p:nvPicPr>
        <p:blipFill>
          <a:blip r:embed="rId5" cstate="print"/>
          <a:srcRect/>
          <a:stretch>
            <a:fillRect/>
          </a:stretch>
        </p:blipFill>
        <p:spPr bwMode="auto">
          <a:xfrm>
            <a:off x="369888" y="4089400"/>
            <a:ext cx="2973387" cy="2090738"/>
          </a:xfrm>
          <a:prstGeom prst="rect">
            <a:avLst/>
          </a:prstGeom>
          <a:noFill/>
          <a:ln w="9525" algn="ctr">
            <a:noFill/>
            <a:miter lim="800000"/>
            <a:headEnd/>
            <a:tailEnd/>
          </a:ln>
        </p:spPr>
      </p:pic>
      <p:sp>
        <p:nvSpPr>
          <p:cNvPr id="17415" name="Rectangle 1"/>
          <p:cNvSpPr>
            <a:spLocks noChangeArrowheads="1"/>
          </p:cNvSpPr>
          <p:nvPr/>
        </p:nvSpPr>
        <p:spPr bwMode="auto">
          <a:xfrm>
            <a:off x="369888" y="1150938"/>
            <a:ext cx="5849937" cy="276999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r>
              <a:rPr lang="en-GB" sz="1200" dirty="0"/>
              <a:t>http://www.animations.physics.unsw.edu.au/jw/dB.htm</a:t>
            </a:r>
          </a:p>
        </p:txBody>
      </p:sp>
    </p:spTree>
    <p:extLst>
      <p:ext uri="{BB962C8B-B14F-4D97-AF65-F5344CB8AC3E}">
        <p14:creationId xmlns:p14="http://schemas.microsoft.com/office/powerpoint/2010/main" val="1913537225"/>
      </p:ext>
    </p:extLst>
  </p:cSld>
  <p:clrMapOvr>
    <a:masterClrMapping/>
  </p:clrMapOvr>
</p:sld>
</file>

<file path=ppt/slides/slide1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458" name="Rectangle 2"/>
          <p:cNvSpPr>
            <a:spLocks noChangeArrowheads="1"/>
          </p:cNvSpPr>
          <p:nvPr/>
        </p:nvSpPr>
        <p:spPr bwMode="auto">
          <a:xfrm>
            <a:off x="369888" y="334963"/>
            <a:ext cx="3175000" cy="457200"/>
          </a:xfrm>
          <a:prstGeom prst="rect">
            <a:avLst/>
          </a:prstGeom>
          <a:noFill/>
          <a:ln w="9525" algn="ctr">
            <a:noFill/>
            <a:miter lim="800000"/>
            <a:headEnd/>
            <a:tailEnd/>
          </a:ln>
        </p:spPr>
        <p:txBody>
          <a:bodyPr wrap="none" anchor="ctr">
            <a:spAutoFit/>
          </a:bodyPr>
          <a:lstStyle/>
          <a:p>
            <a:r>
              <a:rPr lang="en-GB" sz="2400" b="1" dirty="0"/>
              <a:t>A,B, and C Contours</a:t>
            </a:r>
            <a:endParaRPr lang="en-GB" sz="2400" dirty="0"/>
          </a:p>
        </p:txBody>
      </p:sp>
      <p:grpSp>
        <p:nvGrpSpPr>
          <p:cNvPr id="2" name="Group 76"/>
          <p:cNvGrpSpPr>
            <a:grpSpLocks/>
          </p:cNvGrpSpPr>
          <p:nvPr/>
        </p:nvGrpSpPr>
        <p:grpSpPr bwMode="auto">
          <a:xfrm>
            <a:off x="403226" y="1408113"/>
            <a:ext cx="7683500" cy="3070225"/>
            <a:chOff x="390" y="589"/>
            <a:chExt cx="4840" cy="1934"/>
          </a:xfrm>
        </p:grpSpPr>
        <p:sp>
          <p:nvSpPr>
            <p:cNvPr id="19466" name="Text Box 3"/>
            <p:cNvSpPr txBox="1">
              <a:spLocks noChangeArrowheads="1"/>
            </p:cNvSpPr>
            <p:nvPr/>
          </p:nvSpPr>
          <p:spPr bwMode="auto">
            <a:xfrm flipH="1" flipV="1">
              <a:off x="390" y="1138"/>
              <a:ext cx="233" cy="1079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vert="eaVert" wrap="none">
              <a:spAutoFit/>
            </a:bodyPr>
            <a:lstStyle/>
            <a:p>
              <a:r>
                <a:rPr lang="en-GB" sz="1200"/>
                <a:t>Relative Response, dB</a:t>
              </a:r>
            </a:p>
          </p:txBody>
        </p:sp>
        <p:sp>
          <p:nvSpPr>
            <p:cNvPr id="19467" name="Line 4"/>
            <p:cNvSpPr>
              <a:spLocks noChangeShapeType="1"/>
            </p:cNvSpPr>
            <p:nvPr/>
          </p:nvSpPr>
          <p:spPr bwMode="auto">
            <a:xfrm flipV="1">
              <a:off x="515" y="841"/>
              <a:ext cx="0" cy="267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 type="triangle" w="med" len="med"/>
            </a:ln>
          </p:spPr>
          <p:txBody>
            <a:bodyPr wrap="none" anchor="ctr"/>
            <a:lstStyle/>
            <a:p>
              <a:endParaRPr lang="en-GB" sz="1600"/>
            </a:p>
          </p:txBody>
        </p:sp>
        <p:sp>
          <p:nvSpPr>
            <p:cNvPr id="19468" name="Text Box 5"/>
            <p:cNvSpPr txBox="1">
              <a:spLocks noChangeArrowheads="1"/>
            </p:cNvSpPr>
            <p:nvPr/>
          </p:nvSpPr>
          <p:spPr bwMode="auto">
            <a:xfrm>
              <a:off x="3794" y="2349"/>
              <a:ext cx="787" cy="174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wrap="none">
              <a:spAutoFit/>
            </a:bodyPr>
            <a:lstStyle/>
            <a:p>
              <a:r>
                <a:rPr lang="en-GB" sz="1200" b="1"/>
                <a:t>Frequency, Hz</a:t>
              </a:r>
            </a:p>
          </p:txBody>
        </p:sp>
        <p:sp>
          <p:nvSpPr>
            <p:cNvPr id="19469" name="Line 6"/>
            <p:cNvSpPr>
              <a:spLocks noChangeShapeType="1"/>
            </p:cNvSpPr>
            <p:nvPr/>
          </p:nvSpPr>
          <p:spPr bwMode="auto">
            <a:xfrm>
              <a:off x="4800" y="2437"/>
              <a:ext cx="430" cy="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 type="triangle" w="med" len="med"/>
            </a:ln>
          </p:spPr>
          <p:txBody>
            <a:bodyPr wrap="none" anchor="ctr"/>
            <a:lstStyle/>
            <a:p>
              <a:endParaRPr lang="en-GB" sz="1600"/>
            </a:p>
          </p:txBody>
        </p:sp>
        <p:grpSp>
          <p:nvGrpSpPr>
            <p:cNvPr id="3" name="Group 7"/>
            <p:cNvGrpSpPr>
              <a:grpSpLocks/>
            </p:cNvGrpSpPr>
            <p:nvPr/>
          </p:nvGrpSpPr>
          <p:grpSpPr bwMode="auto">
            <a:xfrm>
              <a:off x="651" y="589"/>
              <a:ext cx="4340" cy="1742"/>
              <a:chOff x="651" y="589"/>
              <a:chExt cx="4340" cy="1742"/>
            </a:xfrm>
          </p:grpSpPr>
          <p:sp>
            <p:nvSpPr>
              <p:cNvPr id="19471" name="Text Box 8"/>
              <p:cNvSpPr txBox="1">
                <a:spLocks noChangeArrowheads="1"/>
              </p:cNvSpPr>
              <p:nvPr/>
            </p:nvSpPr>
            <p:spPr bwMode="auto">
              <a:xfrm>
                <a:off x="855" y="2157"/>
                <a:ext cx="4090" cy="174"/>
              </a:xfrm>
              <a:prstGeom prst="rect">
                <a:avLst/>
              </a:prstGeom>
              <a:noFill/>
              <a:ln w="9525">
                <a:noFill/>
                <a:miter lim="800000"/>
                <a:headEnd/>
                <a:tailEnd/>
              </a:ln>
            </p:spPr>
            <p:txBody>
              <a:bodyPr wrap="none">
                <a:spAutoFit/>
              </a:bodyPr>
              <a:lstStyle/>
              <a:p>
                <a:r>
                  <a:rPr lang="en-GB" sz="1200"/>
                  <a:t>20          50          100      200       500       1000      2000     5000     10000    20000</a:t>
                </a:r>
              </a:p>
            </p:txBody>
          </p:sp>
          <p:sp>
            <p:nvSpPr>
              <p:cNvPr id="19472" name="Text Box 9"/>
              <p:cNvSpPr txBox="1">
                <a:spLocks noChangeArrowheads="1"/>
              </p:cNvSpPr>
              <p:nvPr/>
            </p:nvSpPr>
            <p:spPr bwMode="auto">
              <a:xfrm>
                <a:off x="651" y="589"/>
                <a:ext cx="281" cy="1444"/>
              </a:xfrm>
              <a:prstGeom prst="rect">
                <a:avLst/>
              </a:prstGeom>
              <a:noFill/>
              <a:ln w="9525">
                <a:noFill/>
                <a:miter lim="800000"/>
                <a:headEnd/>
                <a:tailEnd/>
              </a:ln>
            </p:spPr>
            <p:txBody>
              <a:bodyPr wrap="none">
                <a:spAutoFit/>
              </a:bodyPr>
              <a:lstStyle/>
              <a:p>
                <a:pPr algn="r"/>
                <a:r>
                  <a:rPr lang="en-GB" sz="1100"/>
                  <a:t>10</a:t>
                </a:r>
              </a:p>
              <a:p>
                <a:pPr algn="r"/>
                <a:endParaRPr lang="en-GB" sz="1100"/>
              </a:p>
              <a:p>
                <a:pPr algn="r"/>
                <a:r>
                  <a:rPr lang="en-GB" sz="1100"/>
                  <a:t>0</a:t>
                </a:r>
              </a:p>
              <a:p>
                <a:pPr algn="r"/>
                <a:endParaRPr lang="en-GB" sz="1100"/>
              </a:p>
              <a:p>
                <a:pPr algn="r"/>
                <a:r>
                  <a:rPr lang="en-GB" sz="1100"/>
                  <a:t>-10</a:t>
                </a:r>
              </a:p>
              <a:p>
                <a:pPr algn="r"/>
                <a:endParaRPr lang="en-GB" sz="1100"/>
              </a:p>
              <a:p>
                <a:pPr algn="r"/>
                <a:r>
                  <a:rPr lang="en-GB" sz="1100"/>
                  <a:t>-20</a:t>
                </a:r>
              </a:p>
              <a:p>
                <a:pPr algn="r"/>
                <a:endParaRPr lang="en-GB" sz="1100"/>
              </a:p>
              <a:p>
                <a:pPr algn="r"/>
                <a:r>
                  <a:rPr lang="en-GB" sz="1100"/>
                  <a:t>-30</a:t>
                </a:r>
              </a:p>
              <a:p>
                <a:pPr algn="r"/>
                <a:endParaRPr lang="en-GB" sz="1100"/>
              </a:p>
              <a:p>
                <a:pPr algn="r"/>
                <a:r>
                  <a:rPr lang="en-GB" sz="1100"/>
                  <a:t>-40</a:t>
                </a:r>
              </a:p>
              <a:p>
                <a:pPr algn="r"/>
                <a:endParaRPr lang="en-GB" sz="1100"/>
              </a:p>
              <a:p>
                <a:pPr algn="r"/>
                <a:r>
                  <a:rPr lang="en-GB" sz="1100"/>
                  <a:t>-50</a:t>
                </a:r>
                <a:endParaRPr lang="en-GB" sz="1600"/>
              </a:p>
            </p:txBody>
          </p:sp>
          <p:grpSp>
            <p:nvGrpSpPr>
              <p:cNvPr id="4" name="Group 10"/>
              <p:cNvGrpSpPr>
                <a:grpSpLocks/>
              </p:cNvGrpSpPr>
              <p:nvPr/>
            </p:nvGrpSpPr>
            <p:grpSpPr bwMode="auto">
              <a:xfrm>
                <a:off x="973" y="663"/>
                <a:ext cx="4018" cy="1421"/>
                <a:chOff x="973" y="663"/>
                <a:chExt cx="4329" cy="1658"/>
              </a:xfrm>
            </p:grpSpPr>
            <p:grpSp>
              <p:nvGrpSpPr>
                <p:cNvPr id="5" name="Group 11"/>
                <p:cNvGrpSpPr>
                  <a:grpSpLocks/>
                </p:cNvGrpSpPr>
                <p:nvPr/>
              </p:nvGrpSpPr>
              <p:grpSpPr bwMode="auto">
                <a:xfrm>
                  <a:off x="973" y="663"/>
                  <a:ext cx="4329" cy="1658"/>
                  <a:chOff x="661" y="708"/>
                  <a:chExt cx="4329" cy="1644"/>
                </a:xfrm>
              </p:grpSpPr>
              <p:sp>
                <p:nvSpPr>
                  <p:cNvPr id="19483" name="Rectangle 12"/>
                  <p:cNvSpPr>
                    <a:spLocks noChangeArrowheads="1"/>
                  </p:cNvSpPr>
                  <p:nvPr/>
                </p:nvSpPr>
                <p:spPr bwMode="auto">
                  <a:xfrm>
                    <a:off x="661" y="708"/>
                    <a:ext cx="481" cy="274"/>
                  </a:xfrm>
                  <a:prstGeom prst="rect">
                    <a:avLst/>
                  </a:prstGeom>
                  <a:noFill/>
                  <a:ln w="9525">
                    <a:solidFill>
                      <a:srgbClr val="99CCFF"/>
                    </a:solidFill>
                    <a:miter lim="800000"/>
                    <a:headEnd/>
                    <a:tailEnd/>
                  </a:ln>
                </p:spPr>
                <p:txBody>
                  <a:bodyPr wrap="none" anchor="ctr"/>
                  <a:lstStyle/>
                  <a:p>
                    <a:endParaRPr lang="en-US" sz="1600"/>
                  </a:p>
                </p:txBody>
              </p:sp>
              <p:sp>
                <p:nvSpPr>
                  <p:cNvPr id="19484" name="Rectangle 13"/>
                  <p:cNvSpPr>
                    <a:spLocks noChangeArrowheads="1"/>
                  </p:cNvSpPr>
                  <p:nvPr/>
                </p:nvSpPr>
                <p:spPr bwMode="auto">
                  <a:xfrm>
                    <a:off x="1142" y="708"/>
                    <a:ext cx="481" cy="274"/>
                  </a:xfrm>
                  <a:prstGeom prst="rect">
                    <a:avLst/>
                  </a:prstGeom>
                  <a:noFill/>
                  <a:ln w="9525">
                    <a:solidFill>
                      <a:srgbClr val="99CCFF"/>
                    </a:solidFill>
                    <a:miter lim="800000"/>
                    <a:headEnd/>
                    <a:tailEnd/>
                  </a:ln>
                </p:spPr>
                <p:txBody>
                  <a:bodyPr wrap="none" anchor="ctr"/>
                  <a:lstStyle/>
                  <a:p>
                    <a:endParaRPr lang="en-US" sz="1600"/>
                  </a:p>
                </p:txBody>
              </p:sp>
              <p:sp>
                <p:nvSpPr>
                  <p:cNvPr id="19485" name="Rectangle 14"/>
                  <p:cNvSpPr>
                    <a:spLocks noChangeArrowheads="1"/>
                  </p:cNvSpPr>
                  <p:nvPr/>
                </p:nvSpPr>
                <p:spPr bwMode="auto">
                  <a:xfrm>
                    <a:off x="1623" y="708"/>
                    <a:ext cx="481" cy="274"/>
                  </a:xfrm>
                  <a:prstGeom prst="rect">
                    <a:avLst/>
                  </a:prstGeom>
                  <a:noFill/>
                  <a:ln w="9525">
                    <a:solidFill>
                      <a:srgbClr val="99CCFF"/>
                    </a:solidFill>
                    <a:miter lim="800000"/>
                    <a:headEnd/>
                    <a:tailEnd/>
                  </a:ln>
                </p:spPr>
                <p:txBody>
                  <a:bodyPr wrap="none" anchor="ctr"/>
                  <a:lstStyle/>
                  <a:p>
                    <a:endParaRPr lang="en-US" sz="1600"/>
                  </a:p>
                </p:txBody>
              </p:sp>
              <p:sp>
                <p:nvSpPr>
                  <p:cNvPr id="19486" name="Rectangle 15"/>
                  <p:cNvSpPr>
                    <a:spLocks noChangeArrowheads="1"/>
                  </p:cNvSpPr>
                  <p:nvPr/>
                </p:nvSpPr>
                <p:spPr bwMode="auto">
                  <a:xfrm>
                    <a:off x="2104" y="708"/>
                    <a:ext cx="481" cy="274"/>
                  </a:xfrm>
                  <a:prstGeom prst="rect">
                    <a:avLst/>
                  </a:prstGeom>
                  <a:noFill/>
                  <a:ln w="9525">
                    <a:solidFill>
                      <a:srgbClr val="99CCFF"/>
                    </a:solidFill>
                    <a:miter lim="800000"/>
                    <a:headEnd/>
                    <a:tailEnd/>
                  </a:ln>
                </p:spPr>
                <p:txBody>
                  <a:bodyPr wrap="none" anchor="ctr"/>
                  <a:lstStyle/>
                  <a:p>
                    <a:endParaRPr lang="en-US" sz="1600"/>
                  </a:p>
                </p:txBody>
              </p:sp>
              <p:sp>
                <p:nvSpPr>
                  <p:cNvPr id="19487" name="Rectangle 16"/>
                  <p:cNvSpPr>
                    <a:spLocks noChangeArrowheads="1"/>
                  </p:cNvSpPr>
                  <p:nvPr/>
                </p:nvSpPr>
                <p:spPr bwMode="auto">
                  <a:xfrm>
                    <a:off x="2585" y="708"/>
                    <a:ext cx="481" cy="274"/>
                  </a:xfrm>
                  <a:prstGeom prst="rect">
                    <a:avLst/>
                  </a:prstGeom>
                  <a:noFill/>
                  <a:ln w="9525">
                    <a:solidFill>
                      <a:srgbClr val="99CCFF"/>
                    </a:solidFill>
                    <a:miter lim="800000"/>
                    <a:headEnd/>
                    <a:tailEnd/>
                  </a:ln>
                </p:spPr>
                <p:txBody>
                  <a:bodyPr wrap="none" anchor="ctr"/>
                  <a:lstStyle/>
                  <a:p>
                    <a:endParaRPr lang="en-US" sz="1600"/>
                  </a:p>
                </p:txBody>
              </p:sp>
              <p:sp>
                <p:nvSpPr>
                  <p:cNvPr id="19488" name="Rectangle 17"/>
                  <p:cNvSpPr>
                    <a:spLocks noChangeArrowheads="1"/>
                  </p:cNvSpPr>
                  <p:nvPr/>
                </p:nvSpPr>
                <p:spPr bwMode="auto">
                  <a:xfrm>
                    <a:off x="3066" y="708"/>
                    <a:ext cx="481" cy="274"/>
                  </a:xfrm>
                  <a:prstGeom prst="rect">
                    <a:avLst/>
                  </a:prstGeom>
                  <a:noFill/>
                  <a:ln w="9525">
                    <a:solidFill>
                      <a:srgbClr val="99CCFF"/>
                    </a:solidFill>
                    <a:miter lim="800000"/>
                    <a:headEnd/>
                    <a:tailEnd/>
                  </a:ln>
                </p:spPr>
                <p:txBody>
                  <a:bodyPr wrap="none" anchor="ctr"/>
                  <a:lstStyle/>
                  <a:p>
                    <a:endParaRPr lang="en-US" sz="1600"/>
                  </a:p>
                </p:txBody>
              </p:sp>
              <p:sp>
                <p:nvSpPr>
                  <p:cNvPr id="19489" name="Rectangle 18"/>
                  <p:cNvSpPr>
                    <a:spLocks noChangeArrowheads="1"/>
                  </p:cNvSpPr>
                  <p:nvPr/>
                </p:nvSpPr>
                <p:spPr bwMode="auto">
                  <a:xfrm>
                    <a:off x="3547" y="708"/>
                    <a:ext cx="481" cy="274"/>
                  </a:xfrm>
                  <a:prstGeom prst="rect">
                    <a:avLst/>
                  </a:prstGeom>
                  <a:noFill/>
                  <a:ln w="9525">
                    <a:solidFill>
                      <a:srgbClr val="99CCFF"/>
                    </a:solidFill>
                    <a:miter lim="800000"/>
                    <a:headEnd/>
                    <a:tailEnd/>
                  </a:ln>
                </p:spPr>
                <p:txBody>
                  <a:bodyPr wrap="none" anchor="ctr"/>
                  <a:lstStyle/>
                  <a:p>
                    <a:endParaRPr lang="en-US" sz="1600"/>
                  </a:p>
                </p:txBody>
              </p:sp>
              <p:sp>
                <p:nvSpPr>
                  <p:cNvPr id="19490" name="Rectangle 19"/>
                  <p:cNvSpPr>
                    <a:spLocks noChangeArrowheads="1"/>
                  </p:cNvSpPr>
                  <p:nvPr/>
                </p:nvSpPr>
                <p:spPr bwMode="auto">
                  <a:xfrm>
                    <a:off x="4028" y="708"/>
                    <a:ext cx="481" cy="274"/>
                  </a:xfrm>
                  <a:prstGeom prst="rect">
                    <a:avLst/>
                  </a:prstGeom>
                  <a:noFill/>
                  <a:ln w="9525">
                    <a:solidFill>
                      <a:srgbClr val="99CCFF"/>
                    </a:solidFill>
                    <a:miter lim="800000"/>
                    <a:headEnd/>
                    <a:tailEnd/>
                  </a:ln>
                </p:spPr>
                <p:txBody>
                  <a:bodyPr wrap="none" anchor="ctr"/>
                  <a:lstStyle/>
                  <a:p>
                    <a:endParaRPr lang="en-US" sz="1600"/>
                  </a:p>
                </p:txBody>
              </p:sp>
              <p:sp>
                <p:nvSpPr>
                  <p:cNvPr id="19491" name="Rectangle 20"/>
                  <p:cNvSpPr>
                    <a:spLocks noChangeArrowheads="1"/>
                  </p:cNvSpPr>
                  <p:nvPr/>
                </p:nvSpPr>
                <p:spPr bwMode="auto">
                  <a:xfrm>
                    <a:off x="4509" y="708"/>
                    <a:ext cx="481" cy="274"/>
                  </a:xfrm>
                  <a:prstGeom prst="rect">
                    <a:avLst/>
                  </a:prstGeom>
                  <a:noFill/>
                  <a:ln w="9525">
                    <a:solidFill>
                      <a:srgbClr val="99CCFF"/>
                    </a:solidFill>
                    <a:miter lim="800000"/>
                    <a:headEnd/>
                    <a:tailEnd/>
                  </a:ln>
                </p:spPr>
                <p:txBody>
                  <a:bodyPr wrap="none" anchor="ctr"/>
                  <a:lstStyle/>
                  <a:p>
                    <a:endParaRPr lang="en-US" sz="1600"/>
                  </a:p>
                </p:txBody>
              </p:sp>
              <p:sp>
                <p:nvSpPr>
                  <p:cNvPr id="19492" name="Rectangle 21"/>
                  <p:cNvSpPr>
                    <a:spLocks noChangeArrowheads="1"/>
                  </p:cNvSpPr>
                  <p:nvPr/>
                </p:nvSpPr>
                <p:spPr bwMode="auto">
                  <a:xfrm>
                    <a:off x="661" y="982"/>
                    <a:ext cx="481" cy="274"/>
                  </a:xfrm>
                  <a:prstGeom prst="rect">
                    <a:avLst/>
                  </a:prstGeom>
                  <a:noFill/>
                  <a:ln w="9525">
                    <a:solidFill>
                      <a:srgbClr val="99CCFF"/>
                    </a:solidFill>
                    <a:miter lim="800000"/>
                    <a:headEnd/>
                    <a:tailEnd/>
                  </a:ln>
                </p:spPr>
                <p:txBody>
                  <a:bodyPr wrap="none" anchor="ctr"/>
                  <a:lstStyle/>
                  <a:p>
                    <a:endParaRPr lang="en-US" sz="1600"/>
                  </a:p>
                </p:txBody>
              </p:sp>
              <p:sp>
                <p:nvSpPr>
                  <p:cNvPr id="19493" name="Rectangle 22"/>
                  <p:cNvSpPr>
                    <a:spLocks noChangeArrowheads="1"/>
                  </p:cNvSpPr>
                  <p:nvPr/>
                </p:nvSpPr>
                <p:spPr bwMode="auto">
                  <a:xfrm>
                    <a:off x="1142" y="982"/>
                    <a:ext cx="481" cy="274"/>
                  </a:xfrm>
                  <a:prstGeom prst="rect">
                    <a:avLst/>
                  </a:prstGeom>
                  <a:noFill/>
                  <a:ln w="9525">
                    <a:solidFill>
                      <a:srgbClr val="99CCFF"/>
                    </a:solidFill>
                    <a:miter lim="800000"/>
                    <a:headEnd/>
                    <a:tailEnd/>
                  </a:ln>
                </p:spPr>
                <p:txBody>
                  <a:bodyPr wrap="none" anchor="ctr"/>
                  <a:lstStyle/>
                  <a:p>
                    <a:endParaRPr lang="en-US" sz="1600"/>
                  </a:p>
                </p:txBody>
              </p:sp>
              <p:sp>
                <p:nvSpPr>
                  <p:cNvPr id="19494" name="Rectangle 23"/>
                  <p:cNvSpPr>
                    <a:spLocks noChangeArrowheads="1"/>
                  </p:cNvSpPr>
                  <p:nvPr/>
                </p:nvSpPr>
                <p:spPr bwMode="auto">
                  <a:xfrm>
                    <a:off x="1623" y="982"/>
                    <a:ext cx="481" cy="274"/>
                  </a:xfrm>
                  <a:prstGeom prst="rect">
                    <a:avLst/>
                  </a:prstGeom>
                  <a:noFill/>
                  <a:ln w="9525">
                    <a:solidFill>
                      <a:srgbClr val="99CCFF"/>
                    </a:solidFill>
                    <a:miter lim="800000"/>
                    <a:headEnd/>
                    <a:tailEnd/>
                  </a:ln>
                </p:spPr>
                <p:txBody>
                  <a:bodyPr wrap="none" anchor="ctr"/>
                  <a:lstStyle/>
                  <a:p>
                    <a:endParaRPr lang="en-US" sz="1600"/>
                  </a:p>
                </p:txBody>
              </p:sp>
              <p:sp>
                <p:nvSpPr>
                  <p:cNvPr id="19495" name="Rectangle 24"/>
                  <p:cNvSpPr>
                    <a:spLocks noChangeArrowheads="1"/>
                  </p:cNvSpPr>
                  <p:nvPr/>
                </p:nvSpPr>
                <p:spPr bwMode="auto">
                  <a:xfrm>
                    <a:off x="2104" y="982"/>
                    <a:ext cx="481" cy="274"/>
                  </a:xfrm>
                  <a:prstGeom prst="rect">
                    <a:avLst/>
                  </a:prstGeom>
                  <a:noFill/>
                  <a:ln w="9525">
                    <a:solidFill>
                      <a:srgbClr val="99CCFF"/>
                    </a:solidFill>
                    <a:miter lim="800000"/>
                    <a:headEnd/>
                    <a:tailEnd/>
                  </a:ln>
                </p:spPr>
                <p:txBody>
                  <a:bodyPr wrap="none" anchor="ctr"/>
                  <a:lstStyle/>
                  <a:p>
                    <a:endParaRPr lang="en-US" sz="1600"/>
                  </a:p>
                </p:txBody>
              </p:sp>
              <p:sp>
                <p:nvSpPr>
                  <p:cNvPr id="19496" name="Rectangle 25"/>
                  <p:cNvSpPr>
                    <a:spLocks noChangeArrowheads="1"/>
                  </p:cNvSpPr>
                  <p:nvPr/>
                </p:nvSpPr>
                <p:spPr bwMode="auto">
                  <a:xfrm>
                    <a:off x="2585" y="982"/>
                    <a:ext cx="481" cy="274"/>
                  </a:xfrm>
                  <a:prstGeom prst="rect">
                    <a:avLst/>
                  </a:prstGeom>
                  <a:noFill/>
                  <a:ln w="9525">
                    <a:solidFill>
                      <a:srgbClr val="99CCFF"/>
                    </a:solidFill>
                    <a:miter lim="800000"/>
                    <a:headEnd/>
                    <a:tailEnd/>
                  </a:ln>
                </p:spPr>
                <p:txBody>
                  <a:bodyPr wrap="none" anchor="ctr"/>
                  <a:lstStyle/>
                  <a:p>
                    <a:endParaRPr lang="en-US" sz="1600"/>
                  </a:p>
                </p:txBody>
              </p:sp>
              <p:sp>
                <p:nvSpPr>
                  <p:cNvPr id="19497" name="Rectangle 26"/>
                  <p:cNvSpPr>
                    <a:spLocks noChangeArrowheads="1"/>
                  </p:cNvSpPr>
                  <p:nvPr/>
                </p:nvSpPr>
                <p:spPr bwMode="auto">
                  <a:xfrm>
                    <a:off x="3066" y="982"/>
                    <a:ext cx="481" cy="274"/>
                  </a:xfrm>
                  <a:prstGeom prst="rect">
                    <a:avLst/>
                  </a:prstGeom>
                  <a:noFill/>
                  <a:ln w="9525">
                    <a:solidFill>
                      <a:srgbClr val="99CCFF"/>
                    </a:solidFill>
                    <a:miter lim="800000"/>
                    <a:headEnd/>
                    <a:tailEnd/>
                  </a:ln>
                </p:spPr>
                <p:txBody>
                  <a:bodyPr wrap="none" anchor="ctr"/>
                  <a:lstStyle/>
                  <a:p>
                    <a:endParaRPr lang="en-US" sz="1600"/>
                  </a:p>
                </p:txBody>
              </p:sp>
              <p:sp>
                <p:nvSpPr>
                  <p:cNvPr id="19498" name="Rectangle 27"/>
                  <p:cNvSpPr>
                    <a:spLocks noChangeArrowheads="1"/>
                  </p:cNvSpPr>
                  <p:nvPr/>
                </p:nvSpPr>
                <p:spPr bwMode="auto">
                  <a:xfrm>
                    <a:off x="3547" y="982"/>
                    <a:ext cx="481" cy="274"/>
                  </a:xfrm>
                  <a:prstGeom prst="rect">
                    <a:avLst/>
                  </a:prstGeom>
                  <a:noFill/>
                  <a:ln w="9525">
                    <a:solidFill>
                      <a:srgbClr val="99CCFF"/>
                    </a:solidFill>
                    <a:miter lim="800000"/>
                    <a:headEnd/>
                    <a:tailEnd/>
                  </a:ln>
                </p:spPr>
                <p:txBody>
                  <a:bodyPr wrap="none" anchor="ctr"/>
                  <a:lstStyle/>
                  <a:p>
                    <a:endParaRPr lang="en-US" sz="1600"/>
                  </a:p>
                </p:txBody>
              </p:sp>
              <p:sp>
                <p:nvSpPr>
                  <p:cNvPr id="19499" name="Rectangle 28"/>
                  <p:cNvSpPr>
                    <a:spLocks noChangeArrowheads="1"/>
                  </p:cNvSpPr>
                  <p:nvPr/>
                </p:nvSpPr>
                <p:spPr bwMode="auto">
                  <a:xfrm>
                    <a:off x="4028" y="982"/>
                    <a:ext cx="481" cy="274"/>
                  </a:xfrm>
                  <a:prstGeom prst="rect">
                    <a:avLst/>
                  </a:prstGeom>
                  <a:noFill/>
                  <a:ln w="9525">
                    <a:solidFill>
                      <a:srgbClr val="99CCFF"/>
                    </a:solidFill>
                    <a:miter lim="800000"/>
                    <a:headEnd/>
                    <a:tailEnd/>
                  </a:ln>
                </p:spPr>
                <p:txBody>
                  <a:bodyPr wrap="none" anchor="ctr"/>
                  <a:lstStyle/>
                  <a:p>
                    <a:endParaRPr lang="en-US" sz="1600"/>
                  </a:p>
                </p:txBody>
              </p:sp>
              <p:sp>
                <p:nvSpPr>
                  <p:cNvPr id="19500" name="Rectangle 29"/>
                  <p:cNvSpPr>
                    <a:spLocks noChangeArrowheads="1"/>
                  </p:cNvSpPr>
                  <p:nvPr/>
                </p:nvSpPr>
                <p:spPr bwMode="auto">
                  <a:xfrm>
                    <a:off x="4509" y="982"/>
                    <a:ext cx="481" cy="274"/>
                  </a:xfrm>
                  <a:prstGeom prst="rect">
                    <a:avLst/>
                  </a:prstGeom>
                  <a:noFill/>
                  <a:ln w="9525">
                    <a:solidFill>
                      <a:srgbClr val="99CCFF"/>
                    </a:solidFill>
                    <a:miter lim="800000"/>
                    <a:headEnd/>
                    <a:tailEnd/>
                  </a:ln>
                </p:spPr>
                <p:txBody>
                  <a:bodyPr wrap="none" anchor="ctr"/>
                  <a:lstStyle/>
                  <a:p>
                    <a:endParaRPr lang="en-US" sz="1600"/>
                  </a:p>
                </p:txBody>
              </p:sp>
              <p:sp>
                <p:nvSpPr>
                  <p:cNvPr id="19501" name="Rectangle 30"/>
                  <p:cNvSpPr>
                    <a:spLocks noChangeArrowheads="1"/>
                  </p:cNvSpPr>
                  <p:nvPr/>
                </p:nvSpPr>
                <p:spPr bwMode="auto">
                  <a:xfrm>
                    <a:off x="661" y="1256"/>
                    <a:ext cx="481" cy="274"/>
                  </a:xfrm>
                  <a:prstGeom prst="rect">
                    <a:avLst/>
                  </a:prstGeom>
                  <a:noFill/>
                  <a:ln w="9525">
                    <a:solidFill>
                      <a:srgbClr val="99CCFF"/>
                    </a:solidFill>
                    <a:miter lim="800000"/>
                    <a:headEnd/>
                    <a:tailEnd/>
                  </a:ln>
                </p:spPr>
                <p:txBody>
                  <a:bodyPr wrap="none" anchor="ctr"/>
                  <a:lstStyle/>
                  <a:p>
                    <a:endParaRPr lang="en-US" sz="1600"/>
                  </a:p>
                </p:txBody>
              </p:sp>
              <p:sp>
                <p:nvSpPr>
                  <p:cNvPr id="19502" name="Rectangle 31"/>
                  <p:cNvSpPr>
                    <a:spLocks noChangeArrowheads="1"/>
                  </p:cNvSpPr>
                  <p:nvPr/>
                </p:nvSpPr>
                <p:spPr bwMode="auto">
                  <a:xfrm>
                    <a:off x="1142" y="1256"/>
                    <a:ext cx="481" cy="274"/>
                  </a:xfrm>
                  <a:prstGeom prst="rect">
                    <a:avLst/>
                  </a:prstGeom>
                  <a:noFill/>
                  <a:ln w="9525">
                    <a:solidFill>
                      <a:srgbClr val="99CCFF"/>
                    </a:solidFill>
                    <a:miter lim="800000"/>
                    <a:headEnd/>
                    <a:tailEnd/>
                  </a:ln>
                </p:spPr>
                <p:txBody>
                  <a:bodyPr wrap="none" anchor="ctr"/>
                  <a:lstStyle/>
                  <a:p>
                    <a:endParaRPr lang="en-US" sz="1600"/>
                  </a:p>
                </p:txBody>
              </p:sp>
              <p:sp>
                <p:nvSpPr>
                  <p:cNvPr id="19503" name="Rectangle 32"/>
                  <p:cNvSpPr>
                    <a:spLocks noChangeArrowheads="1"/>
                  </p:cNvSpPr>
                  <p:nvPr/>
                </p:nvSpPr>
                <p:spPr bwMode="auto">
                  <a:xfrm>
                    <a:off x="1623" y="1256"/>
                    <a:ext cx="481" cy="274"/>
                  </a:xfrm>
                  <a:prstGeom prst="rect">
                    <a:avLst/>
                  </a:prstGeom>
                  <a:noFill/>
                  <a:ln w="9525">
                    <a:solidFill>
                      <a:srgbClr val="99CCFF"/>
                    </a:solidFill>
                    <a:miter lim="800000"/>
                    <a:headEnd/>
                    <a:tailEnd/>
                  </a:ln>
                </p:spPr>
                <p:txBody>
                  <a:bodyPr wrap="none" anchor="ctr"/>
                  <a:lstStyle/>
                  <a:p>
                    <a:endParaRPr lang="en-US" sz="1600"/>
                  </a:p>
                </p:txBody>
              </p:sp>
              <p:sp>
                <p:nvSpPr>
                  <p:cNvPr id="19504" name="Rectangle 33"/>
                  <p:cNvSpPr>
                    <a:spLocks noChangeArrowheads="1"/>
                  </p:cNvSpPr>
                  <p:nvPr/>
                </p:nvSpPr>
                <p:spPr bwMode="auto">
                  <a:xfrm>
                    <a:off x="2104" y="1256"/>
                    <a:ext cx="481" cy="274"/>
                  </a:xfrm>
                  <a:prstGeom prst="rect">
                    <a:avLst/>
                  </a:prstGeom>
                  <a:noFill/>
                  <a:ln w="9525">
                    <a:solidFill>
                      <a:srgbClr val="99CCFF"/>
                    </a:solidFill>
                    <a:miter lim="800000"/>
                    <a:headEnd/>
                    <a:tailEnd/>
                  </a:ln>
                </p:spPr>
                <p:txBody>
                  <a:bodyPr wrap="none" anchor="ctr"/>
                  <a:lstStyle/>
                  <a:p>
                    <a:endParaRPr lang="en-US" sz="1600"/>
                  </a:p>
                </p:txBody>
              </p:sp>
              <p:sp>
                <p:nvSpPr>
                  <p:cNvPr id="19505" name="Rectangle 34"/>
                  <p:cNvSpPr>
                    <a:spLocks noChangeArrowheads="1"/>
                  </p:cNvSpPr>
                  <p:nvPr/>
                </p:nvSpPr>
                <p:spPr bwMode="auto">
                  <a:xfrm>
                    <a:off x="2585" y="1256"/>
                    <a:ext cx="481" cy="274"/>
                  </a:xfrm>
                  <a:prstGeom prst="rect">
                    <a:avLst/>
                  </a:prstGeom>
                  <a:noFill/>
                  <a:ln w="9525">
                    <a:solidFill>
                      <a:srgbClr val="99CCFF"/>
                    </a:solidFill>
                    <a:miter lim="800000"/>
                    <a:headEnd/>
                    <a:tailEnd/>
                  </a:ln>
                </p:spPr>
                <p:txBody>
                  <a:bodyPr wrap="none" anchor="ctr"/>
                  <a:lstStyle/>
                  <a:p>
                    <a:endParaRPr lang="en-US" sz="1600"/>
                  </a:p>
                </p:txBody>
              </p:sp>
              <p:sp>
                <p:nvSpPr>
                  <p:cNvPr id="19506" name="Rectangle 35"/>
                  <p:cNvSpPr>
                    <a:spLocks noChangeArrowheads="1"/>
                  </p:cNvSpPr>
                  <p:nvPr/>
                </p:nvSpPr>
                <p:spPr bwMode="auto">
                  <a:xfrm>
                    <a:off x="3066" y="1256"/>
                    <a:ext cx="481" cy="274"/>
                  </a:xfrm>
                  <a:prstGeom prst="rect">
                    <a:avLst/>
                  </a:prstGeom>
                  <a:noFill/>
                  <a:ln w="9525">
                    <a:solidFill>
                      <a:srgbClr val="99CCFF"/>
                    </a:solidFill>
                    <a:miter lim="800000"/>
                    <a:headEnd/>
                    <a:tailEnd/>
                  </a:ln>
                </p:spPr>
                <p:txBody>
                  <a:bodyPr wrap="none" anchor="ctr"/>
                  <a:lstStyle/>
                  <a:p>
                    <a:endParaRPr lang="en-US" sz="1600"/>
                  </a:p>
                </p:txBody>
              </p:sp>
              <p:sp>
                <p:nvSpPr>
                  <p:cNvPr id="19507" name="Rectangle 36"/>
                  <p:cNvSpPr>
                    <a:spLocks noChangeArrowheads="1"/>
                  </p:cNvSpPr>
                  <p:nvPr/>
                </p:nvSpPr>
                <p:spPr bwMode="auto">
                  <a:xfrm>
                    <a:off x="3547" y="1256"/>
                    <a:ext cx="481" cy="274"/>
                  </a:xfrm>
                  <a:prstGeom prst="rect">
                    <a:avLst/>
                  </a:prstGeom>
                  <a:noFill/>
                  <a:ln w="9525">
                    <a:solidFill>
                      <a:srgbClr val="99CCFF"/>
                    </a:solidFill>
                    <a:miter lim="800000"/>
                    <a:headEnd/>
                    <a:tailEnd/>
                  </a:ln>
                </p:spPr>
                <p:txBody>
                  <a:bodyPr wrap="none" anchor="ctr"/>
                  <a:lstStyle/>
                  <a:p>
                    <a:endParaRPr lang="en-US" sz="1600"/>
                  </a:p>
                </p:txBody>
              </p:sp>
              <p:sp>
                <p:nvSpPr>
                  <p:cNvPr id="19508" name="Rectangle 37"/>
                  <p:cNvSpPr>
                    <a:spLocks noChangeArrowheads="1"/>
                  </p:cNvSpPr>
                  <p:nvPr/>
                </p:nvSpPr>
                <p:spPr bwMode="auto">
                  <a:xfrm>
                    <a:off x="4028" y="1256"/>
                    <a:ext cx="481" cy="274"/>
                  </a:xfrm>
                  <a:prstGeom prst="rect">
                    <a:avLst/>
                  </a:prstGeom>
                  <a:noFill/>
                  <a:ln w="9525">
                    <a:solidFill>
                      <a:srgbClr val="99CCFF"/>
                    </a:solidFill>
                    <a:miter lim="800000"/>
                    <a:headEnd/>
                    <a:tailEnd/>
                  </a:ln>
                </p:spPr>
                <p:txBody>
                  <a:bodyPr wrap="none" anchor="ctr"/>
                  <a:lstStyle/>
                  <a:p>
                    <a:endParaRPr lang="en-US" sz="1600"/>
                  </a:p>
                </p:txBody>
              </p:sp>
              <p:sp>
                <p:nvSpPr>
                  <p:cNvPr id="19509" name="Rectangle 38"/>
                  <p:cNvSpPr>
                    <a:spLocks noChangeArrowheads="1"/>
                  </p:cNvSpPr>
                  <p:nvPr/>
                </p:nvSpPr>
                <p:spPr bwMode="auto">
                  <a:xfrm>
                    <a:off x="4509" y="1256"/>
                    <a:ext cx="481" cy="274"/>
                  </a:xfrm>
                  <a:prstGeom prst="rect">
                    <a:avLst/>
                  </a:prstGeom>
                  <a:noFill/>
                  <a:ln w="9525">
                    <a:solidFill>
                      <a:srgbClr val="99CCFF"/>
                    </a:solidFill>
                    <a:miter lim="800000"/>
                    <a:headEnd/>
                    <a:tailEnd/>
                  </a:ln>
                </p:spPr>
                <p:txBody>
                  <a:bodyPr wrap="none" anchor="ctr"/>
                  <a:lstStyle/>
                  <a:p>
                    <a:endParaRPr lang="en-US" sz="1600"/>
                  </a:p>
                </p:txBody>
              </p:sp>
              <p:sp>
                <p:nvSpPr>
                  <p:cNvPr id="19510" name="Rectangle 39"/>
                  <p:cNvSpPr>
                    <a:spLocks noChangeArrowheads="1"/>
                  </p:cNvSpPr>
                  <p:nvPr/>
                </p:nvSpPr>
                <p:spPr bwMode="auto">
                  <a:xfrm>
                    <a:off x="661" y="1530"/>
                    <a:ext cx="481" cy="274"/>
                  </a:xfrm>
                  <a:prstGeom prst="rect">
                    <a:avLst/>
                  </a:prstGeom>
                  <a:noFill/>
                  <a:ln w="9525">
                    <a:solidFill>
                      <a:srgbClr val="99CCFF"/>
                    </a:solidFill>
                    <a:miter lim="800000"/>
                    <a:headEnd/>
                    <a:tailEnd/>
                  </a:ln>
                </p:spPr>
                <p:txBody>
                  <a:bodyPr wrap="none" anchor="ctr"/>
                  <a:lstStyle/>
                  <a:p>
                    <a:endParaRPr lang="en-US" sz="1600"/>
                  </a:p>
                </p:txBody>
              </p:sp>
              <p:sp>
                <p:nvSpPr>
                  <p:cNvPr id="19511" name="Rectangle 40"/>
                  <p:cNvSpPr>
                    <a:spLocks noChangeArrowheads="1"/>
                  </p:cNvSpPr>
                  <p:nvPr/>
                </p:nvSpPr>
                <p:spPr bwMode="auto">
                  <a:xfrm>
                    <a:off x="1142" y="1530"/>
                    <a:ext cx="481" cy="274"/>
                  </a:xfrm>
                  <a:prstGeom prst="rect">
                    <a:avLst/>
                  </a:prstGeom>
                  <a:noFill/>
                  <a:ln w="9525">
                    <a:solidFill>
                      <a:srgbClr val="99CCFF"/>
                    </a:solidFill>
                    <a:miter lim="800000"/>
                    <a:headEnd/>
                    <a:tailEnd/>
                  </a:ln>
                </p:spPr>
                <p:txBody>
                  <a:bodyPr wrap="none" anchor="ctr"/>
                  <a:lstStyle/>
                  <a:p>
                    <a:endParaRPr lang="en-US" sz="1600"/>
                  </a:p>
                </p:txBody>
              </p:sp>
              <p:sp>
                <p:nvSpPr>
                  <p:cNvPr id="19512" name="Rectangle 41"/>
                  <p:cNvSpPr>
                    <a:spLocks noChangeArrowheads="1"/>
                  </p:cNvSpPr>
                  <p:nvPr/>
                </p:nvSpPr>
                <p:spPr bwMode="auto">
                  <a:xfrm>
                    <a:off x="1623" y="1530"/>
                    <a:ext cx="481" cy="274"/>
                  </a:xfrm>
                  <a:prstGeom prst="rect">
                    <a:avLst/>
                  </a:prstGeom>
                  <a:noFill/>
                  <a:ln w="9525">
                    <a:solidFill>
                      <a:srgbClr val="99CCFF"/>
                    </a:solidFill>
                    <a:miter lim="800000"/>
                    <a:headEnd/>
                    <a:tailEnd/>
                  </a:ln>
                </p:spPr>
                <p:txBody>
                  <a:bodyPr wrap="none" anchor="ctr"/>
                  <a:lstStyle/>
                  <a:p>
                    <a:endParaRPr lang="en-US" sz="1600"/>
                  </a:p>
                </p:txBody>
              </p:sp>
              <p:sp>
                <p:nvSpPr>
                  <p:cNvPr id="19513" name="Rectangle 42"/>
                  <p:cNvSpPr>
                    <a:spLocks noChangeArrowheads="1"/>
                  </p:cNvSpPr>
                  <p:nvPr/>
                </p:nvSpPr>
                <p:spPr bwMode="auto">
                  <a:xfrm>
                    <a:off x="2104" y="1530"/>
                    <a:ext cx="481" cy="274"/>
                  </a:xfrm>
                  <a:prstGeom prst="rect">
                    <a:avLst/>
                  </a:prstGeom>
                  <a:noFill/>
                  <a:ln w="9525">
                    <a:solidFill>
                      <a:srgbClr val="99CCFF"/>
                    </a:solidFill>
                    <a:miter lim="800000"/>
                    <a:headEnd/>
                    <a:tailEnd/>
                  </a:ln>
                </p:spPr>
                <p:txBody>
                  <a:bodyPr wrap="none" anchor="ctr"/>
                  <a:lstStyle/>
                  <a:p>
                    <a:endParaRPr lang="en-US" sz="1600"/>
                  </a:p>
                </p:txBody>
              </p:sp>
              <p:sp>
                <p:nvSpPr>
                  <p:cNvPr id="19514" name="Rectangle 43"/>
                  <p:cNvSpPr>
                    <a:spLocks noChangeArrowheads="1"/>
                  </p:cNvSpPr>
                  <p:nvPr/>
                </p:nvSpPr>
                <p:spPr bwMode="auto">
                  <a:xfrm>
                    <a:off x="2585" y="1530"/>
                    <a:ext cx="481" cy="274"/>
                  </a:xfrm>
                  <a:prstGeom prst="rect">
                    <a:avLst/>
                  </a:prstGeom>
                  <a:noFill/>
                  <a:ln w="9525">
                    <a:solidFill>
                      <a:srgbClr val="99CCFF"/>
                    </a:solidFill>
                    <a:miter lim="800000"/>
                    <a:headEnd/>
                    <a:tailEnd/>
                  </a:ln>
                </p:spPr>
                <p:txBody>
                  <a:bodyPr wrap="none" anchor="ctr"/>
                  <a:lstStyle/>
                  <a:p>
                    <a:endParaRPr lang="en-US" sz="1600"/>
                  </a:p>
                </p:txBody>
              </p:sp>
              <p:sp>
                <p:nvSpPr>
                  <p:cNvPr id="19515" name="Rectangle 44"/>
                  <p:cNvSpPr>
                    <a:spLocks noChangeArrowheads="1"/>
                  </p:cNvSpPr>
                  <p:nvPr/>
                </p:nvSpPr>
                <p:spPr bwMode="auto">
                  <a:xfrm>
                    <a:off x="3066" y="1530"/>
                    <a:ext cx="481" cy="274"/>
                  </a:xfrm>
                  <a:prstGeom prst="rect">
                    <a:avLst/>
                  </a:prstGeom>
                  <a:noFill/>
                  <a:ln w="9525">
                    <a:solidFill>
                      <a:srgbClr val="99CCFF"/>
                    </a:solidFill>
                    <a:miter lim="800000"/>
                    <a:headEnd/>
                    <a:tailEnd/>
                  </a:ln>
                </p:spPr>
                <p:txBody>
                  <a:bodyPr wrap="none" anchor="ctr"/>
                  <a:lstStyle/>
                  <a:p>
                    <a:endParaRPr lang="en-US" sz="1600"/>
                  </a:p>
                </p:txBody>
              </p:sp>
              <p:sp>
                <p:nvSpPr>
                  <p:cNvPr id="19516" name="Rectangle 45"/>
                  <p:cNvSpPr>
                    <a:spLocks noChangeArrowheads="1"/>
                  </p:cNvSpPr>
                  <p:nvPr/>
                </p:nvSpPr>
                <p:spPr bwMode="auto">
                  <a:xfrm>
                    <a:off x="3547" y="1530"/>
                    <a:ext cx="481" cy="274"/>
                  </a:xfrm>
                  <a:prstGeom prst="rect">
                    <a:avLst/>
                  </a:prstGeom>
                  <a:noFill/>
                  <a:ln w="9525">
                    <a:solidFill>
                      <a:srgbClr val="99CCFF"/>
                    </a:solidFill>
                    <a:miter lim="800000"/>
                    <a:headEnd/>
                    <a:tailEnd/>
                  </a:ln>
                </p:spPr>
                <p:txBody>
                  <a:bodyPr wrap="none" anchor="ctr"/>
                  <a:lstStyle/>
                  <a:p>
                    <a:endParaRPr lang="en-US" sz="1600"/>
                  </a:p>
                </p:txBody>
              </p:sp>
              <p:sp>
                <p:nvSpPr>
                  <p:cNvPr id="19517" name="Rectangle 46"/>
                  <p:cNvSpPr>
                    <a:spLocks noChangeArrowheads="1"/>
                  </p:cNvSpPr>
                  <p:nvPr/>
                </p:nvSpPr>
                <p:spPr bwMode="auto">
                  <a:xfrm>
                    <a:off x="4028" y="1530"/>
                    <a:ext cx="481" cy="274"/>
                  </a:xfrm>
                  <a:prstGeom prst="rect">
                    <a:avLst/>
                  </a:prstGeom>
                  <a:noFill/>
                  <a:ln w="9525">
                    <a:solidFill>
                      <a:srgbClr val="99CCFF"/>
                    </a:solidFill>
                    <a:miter lim="800000"/>
                    <a:headEnd/>
                    <a:tailEnd/>
                  </a:ln>
                </p:spPr>
                <p:txBody>
                  <a:bodyPr wrap="none" anchor="ctr"/>
                  <a:lstStyle/>
                  <a:p>
                    <a:endParaRPr lang="en-US" sz="1600"/>
                  </a:p>
                </p:txBody>
              </p:sp>
              <p:sp>
                <p:nvSpPr>
                  <p:cNvPr id="19518" name="Rectangle 47"/>
                  <p:cNvSpPr>
                    <a:spLocks noChangeArrowheads="1"/>
                  </p:cNvSpPr>
                  <p:nvPr/>
                </p:nvSpPr>
                <p:spPr bwMode="auto">
                  <a:xfrm>
                    <a:off x="4509" y="1530"/>
                    <a:ext cx="481" cy="274"/>
                  </a:xfrm>
                  <a:prstGeom prst="rect">
                    <a:avLst/>
                  </a:prstGeom>
                  <a:noFill/>
                  <a:ln w="9525">
                    <a:solidFill>
                      <a:srgbClr val="99CCFF"/>
                    </a:solidFill>
                    <a:miter lim="800000"/>
                    <a:headEnd/>
                    <a:tailEnd/>
                  </a:ln>
                </p:spPr>
                <p:txBody>
                  <a:bodyPr wrap="none" anchor="ctr"/>
                  <a:lstStyle/>
                  <a:p>
                    <a:endParaRPr lang="en-US" sz="1600"/>
                  </a:p>
                </p:txBody>
              </p:sp>
              <p:sp>
                <p:nvSpPr>
                  <p:cNvPr id="19519" name="Rectangle 48"/>
                  <p:cNvSpPr>
                    <a:spLocks noChangeArrowheads="1"/>
                  </p:cNvSpPr>
                  <p:nvPr/>
                </p:nvSpPr>
                <p:spPr bwMode="auto">
                  <a:xfrm>
                    <a:off x="661" y="1804"/>
                    <a:ext cx="481" cy="274"/>
                  </a:xfrm>
                  <a:prstGeom prst="rect">
                    <a:avLst/>
                  </a:prstGeom>
                  <a:noFill/>
                  <a:ln w="9525">
                    <a:solidFill>
                      <a:srgbClr val="99CCFF"/>
                    </a:solidFill>
                    <a:miter lim="800000"/>
                    <a:headEnd/>
                    <a:tailEnd/>
                  </a:ln>
                </p:spPr>
                <p:txBody>
                  <a:bodyPr wrap="none" anchor="ctr"/>
                  <a:lstStyle/>
                  <a:p>
                    <a:endParaRPr lang="en-US" sz="1600"/>
                  </a:p>
                </p:txBody>
              </p:sp>
              <p:sp>
                <p:nvSpPr>
                  <p:cNvPr id="19520" name="Rectangle 49"/>
                  <p:cNvSpPr>
                    <a:spLocks noChangeArrowheads="1"/>
                  </p:cNvSpPr>
                  <p:nvPr/>
                </p:nvSpPr>
                <p:spPr bwMode="auto">
                  <a:xfrm>
                    <a:off x="1142" y="1804"/>
                    <a:ext cx="481" cy="274"/>
                  </a:xfrm>
                  <a:prstGeom prst="rect">
                    <a:avLst/>
                  </a:prstGeom>
                  <a:noFill/>
                  <a:ln w="9525">
                    <a:solidFill>
                      <a:srgbClr val="99CCFF"/>
                    </a:solidFill>
                    <a:miter lim="800000"/>
                    <a:headEnd/>
                    <a:tailEnd/>
                  </a:ln>
                </p:spPr>
                <p:txBody>
                  <a:bodyPr wrap="none" anchor="ctr"/>
                  <a:lstStyle/>
                  <a:p>
                    <a:endParaRPr lang="en-US" sz="1600"/>
                  </a:p>
                </p:txBody>
              </p:sp>
              <p:sp>
                <p:nvSpPr>
                  <p:cNvPr id="19521" name="Rectangle 50"/>
                  <p:cNvSpPr>
                    <a:spLocks noChangeArrowheads="1"/>
                  </p:cNvSpPr>
                  <p:nvPr/>
                </p:nvSpPr>
                <p:spPr bwMode="auto">
                  <a:xfrm>
                    <a:off x="1623" y="1804"/>
                    <a:ext cx="481" cy="274"/>
                  </a:xfrm>
                  <a:prstGeom prst="rect">
                    <a:avLst/>
                  </a:prstGeom>
                  <a:noFill/>
                  <a:ln w="9525">
                    <a:solidFill>
                      <a:srgbClr val="99CCFF"/>
                    </a:solidFill>
                    <a:miter lim="800000"/>
                    <a:headEnd/>
                    <a:tailEnd/>
                  </a:ln>
                </p:spPr>
                <p:txBody>
                  <a:bodyPr wrap="none" anchor="ctr"/>
                  <a:lstStyle/>
                  <a:p>
                    <a:endParaRPr lang="en-US" sz="1600"/>
                  </a:p>
                </p:txBody>
              </p:sp>
              <p:sp>
                <p:nvSpPr>
                  <p:cNvPr id="19522" name="Rectangle 51"/>
                  <p:cNvSpPr>
                    <a:spLocks noChangeArrowheads="1"/>
                  </p:cNvSpPr>
                  <p:nvPr/>
                </p:nvSpPr>
                <p:spPr bwMode="auto">
                  <a:xfrm>
                    <a:off x="2104" y="1804"/>
                    <a:ext cx="481" cy="274"/>
                  </a:xfrm>
                  <a:prstGeom prst="rect">
                    <a:avLst/>
                  </a:prstGeom>
                  <a:noFill/>
                  <a:ln w="9525">
                    <a:solidFill>
                      <a:srgbClr val="99CCFF"/>
                    </a:solidFill>
                    <a:miter lim="800000"/>
                    <a:headEnd/>
                    <a:tailEnd/>
                  </a:ln>
                </p:spPr>
                <p:txBody>
                  <a:bodyPr wrap="none" anchor="ctr"/>
                  <a:lstStyle/>
                  <a:p>
                    <a:endParaRPr lang="en-US" sz="1600"/>
                  </a:p>
                </p:txBody>
              </p:sp>
              <p:sp>
                <p:nvSpPr>
                  <p:cNvPr id="19523" name="Rectangle 52"/>
                  <p:cNvSpPr>
                    <a:spLocks noChangeArrowheads="1"/>
                  </p:cNvSpPr>
                  <p:nvPr/>
                </p:nvSpPr>
                <p:spPr bwMode="auto">
                  <a:xfrm>
                    <a:off x="2585" y="1804"/>
                    <a:ext cx="481" cy="274"/>
                  </a:xfrm>
                  <a:prstGeom prst="rect">
                    <a:avLst/>
                  </a:prstGeom>
                  <a:noFill/>
                  <a:ln w="9525">
                    <a:solidFill>
                      <a:srgbClr val="99CCFF"/>
                    </a:solidFill>
                    <a:miter lim="800000"/>
                    <a:headEnd/>
                    <a:tailEnd/>
                  </a:ln>
                </p:spPr>
                <p:txBody>
                  <a:bodyPr wrap="none" anchor="ctr"/>
                  <a:lstStyle/>
                  <a:p>
                    <a:endParaRPr lang="en-US" sz="1600"/>
                  </a:p>
                </p:txBody>
              </p:sp>
              <p:sp>
                <p:nvSpPr>
                  <p:cNvPr id="19524" name="Rectangle 53"/>
                  <p:cNvSpPr>
                    <a:spLocks noChangeArrowheads="1"/>
                  </p:cNvSpPr>
                  <p:nvPr/>
                </p:nvSpPr>
                <p:spPr bwMode="auto">
                  <a:xfrm>
                    <a:off x="3066" y="1804"/>
                    <a:ext cx="481" cy="274"/>
                  </a:xfrm>
                  <a:prstGeom prst="rect">
                    <a:avLst/>
                  </a:prstGeom>
                  <a:noFill/>
                  <a:ln w="9525">
                    <a:solidFill>
                      <a:srgbClr val="99CCFF"/>
                    </a:solidFill>
                    <a:miter lim="800000"/>
                    <a:headEnd/>
                    <a:tailEnd/>
                  </a:ln>
                </p:spPr>
                <p:txBody>
                  <a:bodyPr wrap="none" anchor="ctr"/>
                  <a:lstStyle/>
                  <a:p>
                    <a:endParaRPr lang="en-US" sz="1600"/>
                  </a:p>
                </p:txBody>
              </p:sp>
              <p:sp>
                <p:nvSpPr>
                  <p:cNvPr id="19525" name="Rectangle 54"/>
                  <p:cNvSpPr>
                    <a:spLocks noChangeArrowheads="1"/>
                  </p:cNvSpPr>
                  <p:nvPr/>
                </p:nvSpPr>
                <p:spPr bwMode="auto">
                  <a:xfrm>
                    <a:off x="3547" y="1804"/>
                    <a:ext cx="481" cy="274"/>
                  </a:xfrm>
                  <a:prstGeom prst="rect">
                    <a:avLst/>
                  </a:prstGeom>
                  <a:noFill/>
                  <a:ln w="9525">
                    <a:solidFill>
                      <a:srgbClr val="99CCFF"/>
                    </a:solidFill>
                    <a:miter lim="800000"/>
                    <a:headEnd/>
                    <a:tailEnd/>
                  </a:ln>
                </p:spPr>
                <p:txBody>
                  <a:bodyPr wrap="none" anchor="ctr"/>
                  <a:lstStyle/>
                  <a:p>
                    <a:endParaRPr lang="en-US" sz="1600"/>
                  </a:p>
                </p:txBody>
              </p:sp>
              <p:sp>
                <p:nvSpPr>
                  <p:cNvPr id="19526" name="Rectangle 55"/>
                  <p:cNvSpPr>
                    <a:spLocks noChangeArrowheads="1"/>
                  </p:cNvSpPr>
                  <p:nvPr/>
                </p:nvSpPr>
                <p:spPr bwMode="auto">
                  <a:xfrm>
                    <a:off x="4028" y="1804"/>
                    <a:ext cx="481" cy="274"/>
                  </a:xfrm>
                  <a:prstGeom prst="rect">
                    <a:avLst/>
                  </a:prstGeom>
                  <a:noFill/>
                  <a:ln w="9525">
                    <a:solidFill>
                      <a:srgbClr val="99CCFF"/>
                    </a:solidFill>
                    <a:miter lim="800000"/>
                    <a:headEnd/>
                    <a:tailEnd/>
                  </a:ln>
                </p:spPr>
                <p:txBody>
                  <a:bodyPr wrap="none" anchor="ctr"/>
                  <a:lstStyle/>
                  <a:p>
                    <a:endParaRPr lang="en-US" sz="1600"/>
                  </a:p>
                </p:txBody>
              </p:sp>
              <p:sp>
                <p:nvSpPr>
                  <p:cNvPr id="19527" name="Rectangle 56"/>
                  <p:cNvSpPr>
                    <a:spLocks noChangeArrowheads="1"/>
                  </p:cNvSpPr>
                  <p:nvPr/>
                </p:nvSpPr>
                <p:spPr bwMode="auto">
                  <a:xfrm>
                    <a:off x="4509" y="1804"/>
                    <a:ext cx="481" cy="274"/>
                  </a:xfrm>
                  <a:prstGeom prst="rect">
                    <a:avLst/>
                  </a:prstGeom>
                  <a:noFill/>
                  <a:ln w="9525">
                    <a:solidFill>
                      <a:srgbClr val="99CCFF"/>
                    </a:solidFill>
                    <a:miter lim="800000"/>
                    <a:headEnd/>
                    <a:tailEnd/>
                  </a:ln>
                </p:spPr>
                <p:txBody>
                  <a:bodyPr wrap="none" anchor="ctr"/>
                  <a:lstStyle/>
                  <a:p>
                    <a:endParaRPr lang="en-US" sz="1600"/>
                  </a:p>
                </p:txBody>
              </p:sp>
              <p:sp>
                <p:nvSpPr>
                  <p:cNvPr id="19528" name="Rectangle 57"/>
                  <p:cNvSpPr>
                    <a:spLocks noChangeArrowheads="1"/>
                  </p:cNvSpPr>
                  <p:nvPr/>
                </p:nvSpPr>
                <p:spPr bwMode="auto">
                  <a:xfrm>
                    <a:off x="661" y="2078"/>
                    <a:ext cx="481" cy="274"/>
                  </a:xfrm>
                  <a:prstGeom prst="rect">
                    <a:avLst/>
                  </a:prstGeom>
                  <a:noFill/>
                  <a:ln w="9525">
                    <a:solidFill>
                      <a:srgbClr val="99CCFF"/>
                    </a:solidFill>
                    <a:miter lim="800000"/>
                    <a:headEnd/>
                    <a:tailEnd/>
                  </a:ln>
                </p:spPr>
                <p:txBody>
                  <a:bodyPr wrap="none" anchor="ctr"/>
                  <a:lstStyle/>
                  <a:p>
                    <a:endParaRPr lang="en-US" sz="1600"/>
                  </a:p>
                </p:txBody>
              </p:sp>
              <p:sp>
                <p:nvSpPr>
                  <p:cNvPr id="19529" name="Rectangle 58"/>
                  <p:cNvSpPr>
                    <a:spLocks noChangeArrowheads="1"/>
                  </p:cNvSpPr>
                  <p:nvPr/>
                </p:nvSpPr>
                <p:spPr bwMode="auto">
                  <a:xfrm>
                    <a:off x="1142" y="2078"/>
                    <a:ext cx="481" cy="274"/>
                  </a:xfrm>
                  <a:prstGeom prst="rect">
                    <a:avLst/>
                  </a:prstGeom>
                  <a:noFill/>
                  <a:ln w="9525">
                    <a:solidFill>
                      <a:srgbClr val="99CCFF"/>
                    </a:solidFill>
                    <a:miter lim="800000"/>
                    <a:headEnd/>
                    <a:tailEnd/>
                  </a:ln>
                </p:spPr>
                <p:txBody>
                  <a:bodyPr wrap="none" anchor="ctr"/>
                  <a:lstStyle/>
                  <a:p>
                    <a:endParaRPr lang="en-US" sz="1600"/>
                  </a:p>
                </p:txBody>
              </p:sp>
              <p:sp>
                <p:nvSpPr>
                  <p:cNvPr id="19530" name="Rectangle 59"/>
                  <p:cNvSpPr>
                    <a:spLocks noChangeArrowheads="1"/>
                  </p:cNvSpPr>
                  <p:nvPr/>
                </p:nvSpPr>
                <p:spPr bwMode="auto">
                  <a:xfrm>
                    <a:off x="1623" y="2078"/>
                    <a:ext cx="481" cy="274"/>
                  </a:xfrm>
                  <a:prstGeom prst="rect">
                    <a:avLst/>
                  </a:prstGeom>
                  <a:noFill/>
                  <a:ln w="9525">
                    <a:solidFill>
                      <a:srgbClr val="99CCFF"/>
                    </a:solidFill>
                    <a:miter lim="800000"/>
                    <a:headEnd/>
                    <a:tailEnd/>
                  </a:ln>
                </p:spPr>
                <p:txBody>
                  <a:bodyPr wrap="none" anchor="ctr"/>
                  <a:lstStyle/>
                  <a:p>
                    <a:endParaRPr lang="en-US" sz="1600"/>
                  </a:p>
                </p:txBody>
              </p:sp>
              <p:sp>
                <p:nvSpPr>
                  <p:cNvPr id="19531" name="Rectangle 60"/>
                  <p:cNvSpPr>
                    <a:spLocks noChangeArrowheads="1"/>
                  </p:cNvSpPr>
                  <p:nvPr/>
                </p:nvSpPr>
                <p:spPr bwMode="auto">
                  <a:xfrm>
                    <a:off x="2104" y="2078"/>
                    <a:ext cx="481" cy="274"/>
                  </a:xfrm>
                  <a:prstGeom prst="rect">
                    <a:avLst/>
                  </a:prstGeom>
                  <a:noFill/>
                  <a:ln w="9525">
                    <a:solidFill>
                      <a:srgbClr val="99CCFF"/>
                    </a:solidFill>
                    <a:miter lim="800000"/>
                    <a:headEnd/>
                    <a:tailEnd/>
                  </a:ln>
                </p:spPr>
                <p:txBody>
                  <a:bodyPr wrap="none" anchor="ctr"/>
                  <a:lstStyle/>
                  <a:p>
                    <a:endParaRPr lang="en-US" sz="1600"/>
                  </a:p>
                </p:txBody>
              </p:sp>
              <p:sp>
                <p:nvSpPr>
                  <p:cNvPr id="19532" name="Rectangle 61"/>
                  <p:cNvSpPr>
                    <a:spLocks noChangeArrowheads="1"/>
                  </p:cNvSpPr>
                  <p:nvPr/>
                </p:nvSpPr>
                <p:spPr bwMode="auto">
                  <a:xfrm>
                    <a:off x="2585" y="2078"/>
                    <a:ext cx="481" cy="274"/>
                  </a:xfrm>
                  <a:prstGeom prst="rect">
                    <a:avLst/>
                  </a:prstGeom>
                  <a:noFill/>
                  <a:ln w="9525">
                    <a:solidFill>
                      <a:srgbClr val="99CCFF"/>
                    </a:solidFill>
                    <a:miter lim="800000"/>
                    <a:headEnd/>
                    <a:tailEnd/>
                  </a:ln>
                </p:spPr>
                <p:txBody>
                  <a:bodyPr wrap="none" anchor="ctr"/>
                  <a:lstStyle/>
                  <a:p>
                    <a:endParaRPr lang="en-US" sz="1600"/>
                  </a:p>
                </p:txBody>
              </p:sp>
              <p:sp>
                <p:nvSpPr>
                  <p:cNvPr id="19533" name="Rectangle 62"/>
                  <p:cNvSpPr>
                    <a:spLocks noChangeArrowheads="1"/>
                  </p:cNvSpPr>
                  <p:nvPr/>
                </p:nvSpPr>
                <p:spPr bwMode="auto">
                  <a:xfrm>
                    <a:off x="3066" y="2078"/>
                    <a:ext cx="481" cy="274"/>
                  </a:xfrm>
                  <a:prstGeom prst="rect">
                    <a:avLst/>
                  </a:prstGeom>
                  <a:noFill/>
                  <a:ln w="9525">
                    <a:solidFill>
                      <a:srgbClr val="99CCFF"/>
                    </a:solidFill>
                    <a:miter lim="800000"/>
                    <a:headEnd/>
                    <a:tailEnd/>
                  </a:ln>
                </p:spPr>
                <p:txBody>
                  <a:bodyPr wrap="none" anchor="ctr"/>
                  <a:lstStyle/>
                  <a:p>
                    <a:endParaRPr lang="en-US" sz="1600"/>
                  </a:p>
                </p:txBody>
              </p:sp>
              <p:sp>
                <p:nvSpPr>
                  <p:cNvPr id="19534" name="Rectangle 63"/>
                  <p:cNvSpPr>
                    <a:spLocks noChangeArrowheads="1"/>
                  </p:cNvSpPr>
                  <p:nvPr/>
                </p:nvSpPr>
                <p:spPr bwMode="auto">
                  <a:xfrm>
                    <a:off x="3547" y="2078"/>
                    <a:ext cx="481" cy="274"/>
                  </a:xfrm>
                  <a:prstGeom prst="rect">
                    <a:avLst/>
                  </a:prstGeom>
                  <a:noFill/>
                  <a:ln w="9525">
                    <a:solidFill>
                      <a:srgbClr val="99CCFF"/>
                    </a:solidFill>
                    <a:miter lim="800000"/>
                    <a:headEnd/>
                    <a:tailEnd/>
                  </a:ln>
                </p:spPr>
                <p:txBody>
                  <a:bodyPr wrap="none" anchor="ctr"/>
                  <a:lstStyle/>
                  <a:p>
                    <a:endParaRPr lang="en-US" sz="1600"/>
                  </a:p>
                </p:txBody>
              </p:sp>
              <p:sp>
                <p:nvSpPr>
                  <p:cNvPr id="19535" name="Rectangle 64"/>
                  <p:cNvSpPr>
                    <a:spLocks noChangeArrowheads="1"/>
                  </p:cNvSpPr>
                  <p:nvPr/>
                </p:nvSpPr>
                <p:spPr bwMode="auto">
                  <a:xfrm>
                    <a:off x="4028" y="2078"/>
                    <a:ext cx="481" cy="274"/>
                  </a:xfrm>
                  <a:prstGeom prst="rect">
                    <a:avLst/>
                  </a:prstGeom>
                  <a:noFill/>
                  <a:ln w="9525">
                    <a:solidFill>
                      <a:srgbClr val="99CCFF"/>
                    </a:solidFill>
                    <a:miter lim="800000"/>
                    <a:headEnd/>
                    <a:tailEnd/>
                  </a:ln>
                </p:spPr>
                <p:txBody>
                  <a:bodyPr wrap="none" anchor="ctr"/>
                  <a:lstStyle/>
                  <a:p>
                    <a:endParaRPr lang="en-US" sz="1600"/>
                  </a:p>
                </p:txBody>
              </p:sp>
              <p:sp>
                <p:nvSpPr>
                  <p:cNvPr id="19536" name="Rectangle 65"/>
                  <p:cNvSpPr>
                    <a:spLocks noChangeArrowheads="1"/>
                  </p:cNvSpPr>
                  <p:nvPr/>
                </p:nvSpPr>
                <p:spPr bwMode="auto">
                  <a:xfrm>
                    <a:off x="4509" y="2078"/>
                    <a:ext cx="481" cy="274"/>
                  </a:xfrm>
                  <a:prstGeom prst="rect">
                    <a:avLst/>
                  </a:prstGeom>
                  <a:noFill/>
                  <a:ln w="9525">
                    <a:solidFill>
                      <a:srgbClr val="99CCFF"/>
                    </a:solidFill>
                    <a:miter lim="800000"/>
                    <a:headEnd/>
                    <a:tailEnd/>
                  </a:ln>
                </p:spPr>
                <p:txBody>
                  <a:bodyPr wrap="none" anchor="ctr"/>
                  <a:lstStyle/>
                  <a:p>
                    <a:endParaRPr lang="en-US" sz="1600"/>
                  </a:p>
                </p:txBody>
              </p:sp>
            </p:grpSp>
            <p:sp>
              <p:nvSpPr>
                <p:cNvPr id="19475" name="Freeform 66"/>
                <p:cNvSpPr>
                  <a:spLocks/>
                </p:cNvSpPr>
                <p:nvPr/>
              </p:nvSpPr>
              <p:spPr bwMode="auto">
                <a:xfrm>
                  <a:off x="1055" y="858"/>
                  <a:ext cx="3900" cy="1328"/>
                </a:xfrm>
                <a:custGeom>
                  <a:avLst/>
                  <a:gdLst>
                    <a:gd name="T0" fmla="*/ 0 w 3900"/>
                    <a:gd name="T1" fmla="*/ 1328 h 1328"/>
                    <a:gd name="T2" fmla="*/ 1335 w 3900"/>
                    <a:gd name="T3" fmla="*/ 340 h 1328"/>
                    <a:gd name="T4" fmla="*/ 2197 w 3900"/>
                    <a:gd name="T5" fmla="*/ 50 h 1328"/>
                    <a:gd name="T6" fmla="*/ 3000 w 3900"/>
                    <a:gd name="T7" fmla="*/ 40 h 1328"/>
                    <a:gd name="T8" fmla="*/ 3629 w 3900"/>
                    <a:gd name="T9" fmla="*/ 118 h 1328"/>
                    <a:gd name="T10" fmla="*/ 3900 w 3900"/>
                    <a:gd name="T11" fmla="*/ 195 h 1328"/>
                    <a:gd name="T12" fmla="*/ 0 60000 65536"/>
                    <a:gd name="T13" fmla="*/ 0 60000 65536"/>
                    <a:gd name="T14" fmla="*/ 0 60000 65536"/>
                    <a:gd name="T15" fmla="*/ 0 60000 65536"/>
                    <a:gd name="T16" fmla="*/ 0 60000 65536"/>
                    <a:gd name="T17" fmla="*/ 0 60000 65536"/>
                    <a:gd name="T18" fmla="*/ 0 w 3900"/>
                    <a:gd name="T19" fmla="*/ 0 h 1328"/>
                    <a:gd name="T20" fmla="*/ 3900 w 3900"/>
                    <a:gd name="T21" fmla="*/ 1328 h 1328"/>
                  </a:gdLst>
                  <a:ahLst/>
                  <a:cxnLst>
                    <a:cxn ang="T12">
                      <a:pos x="T0" y="T1"/>
                    </a:cxn>
                    <a:cxn ang="T13">
                      <a:pos x="T2" y="T3"/>
                    </a:cxn>
                    <a:cxn ang="T14">
                      <a:pos x="T4" y="T5"/>
                    </a:cxn>
                    <a:cxn ang="T15">
                      <a:pos x="T6" y="T7"/>
                    </a:cxn>
                    <a:cxn ang="T16">
                      <a:pos x="T8" y="T9"/>
                    </a:cxn>
                    <a:cxn ang="T17">
                      <a:pos x="T10" y="T11"/>
                    </a:cxn>
                  </a:cxnLst>
                  <a:rect l="T18" t="T19" r="T20" b="T21"/>
                  <a:pathLst>
                    <a:path w="3900" h="1328">
                      <a:moveTo>
                        <a:pt x="0" y="1328"/>
                      </a:moveTo>
                      <a:cubicBezTo>
                        <a:pt x="221" y="1163"/>
                        <a:pt x="969" y="553"/>
                        <a:pt x="1335" y="340"/>
                      </a:cubicBezTo>
                      <a:cubicBezTo>
                        <a:pt x="1701" y="127"/>
                        <a:pt x="1920" y="100"/>
                        <a:pt x="2197" y="50"/>
                      </a:cubicBezTo>
                      <a:cubicBezTo>
                        <a:pt x="2474" y="0"/>
                        <a:pt x="2761" y="29"/>
                        <a:pt x="3000" y="40"/>
                      </a:cubicBezTo>
                      <a:cubicBezTo>
                        <a:pt x="3239" y="51"/>
                        <a:pt x="3479" y="92"/>
                        <a:pt x="3629" y="118"/>
                      </a:cubicBezTo>
                      <a:cubicBezTo>
                        <a:pt x="3779" y="144"/>
                        <a:pt x="3844" y="179"/>
                        <a:pt x="3900" y="195"/>
                      </a:cubicBezTo>
                    </a:path>
                  </a:pathLst>
                </a:custGeom>
                <a:noFill/>
                <a:ln w="28575">
                  <a:solidFill>
                    <a:srgbClr val="0000CC"/>
                  </a:solidFill>
                  <a:round/>
                  <a:headEnd/>
                  <a:tailEnd/>
                </a:ln>
              </p:spPr>
              <p:txBody>
                <a:bodyPr wrap="none" anchor="ctr"/>
                <a:lstStyle/>
                <a:p>
                  <a:endParaRPr lang="en-GB" sz="1600"/>
                </a:p>
              </p:txBody>
            </p:sp>
            <p:sp>
              <p:nvSpPr>
                <p:cNvPr id="19476" name="Freeform 67"/>
                <p:cNvSpPr>
                  <a:spLocks/>
                </p:cNvSpPr>
                <p:nvPr/>
              </p:nvSpPr>
              <p:spPr bwMode="auto">
                <a:xfrm>
                  <a:off x="1132" y="847"/>
                  <a:ext cx="4156" cy="642"/>
                </a:xfrm>
                <a:custGeom>
                  <a:avLst/>
                  <a:gdLst>
                    <a:gd name="T0" fmla="*/ 0 w 4156"/>
                    <a:gd name="T1" fmla="*/ 642 h 642"/>
                    <a:gd name="T2" fmla="*/ 1452 w 4156"/>
                    <a:gd name="T3" fmla="*/ 90 h 642"/>
                    <a:gd name="T4" fmla="*/ 3184 w 4156"/>
                    <a:gd name="T5" fmla="*/ 100 h 642"/>
                    <a:gd name="T6" fmla="*/ 4156 w 4156"/>
                    <a:gd name="T7" fmla="*/ 472 h 642"/>
                    <a:gd name="T8" fmla="*/ 0 60000 65536"/>
                    <a:gd name="T9" fmla="*/ 0 60000 65536"/>
                    <a:gd name="T10" fmla="*/ 0 60000 65536"/>
                    <a:gd name="T11" fmla="*/ 0 60000 65536"/>
                    <a:gd name="T12" fmla="*/ 0 w 4156"/>
                    <a:gd name="T13" fmla="*/ 0 h 642"/>
                    <a:gd name="T14" fmla="*/ 4156 w 4156"/>
                    <a:gd name="T15" fmla="*/ 642 h 642"/>
                  </a:gdLst>
                  <a:ahLst/>
                  <a:cxnLst>
                    <a:cxn ang="T8">
                      <a:pos x="T0" y="T1"/>
                    </a:cxn>
                    <a:cxn ang="T9">
                      <a:pos x="T2" y="T3"/>
                    </a:cxn>
                    <a:cxn ang="T10">
                      <a:pos x="T4" y="T5"/>
                    </a:cxn>
                    <a:cxn ang="T11">
                      <a:pos x="T6" y="T7"/>
                    </a:cxn>
                  </a:cxnLst>
                  <a:rect l="T12" t="T13" r="T14" b="T15"/>
                  <a:pathLst>
                    <a:path w="4156" h="642">
                      <a:moveTo>
                        <a:pt x="0" y="642"/>
                      </a:moveTo>
                      <a:cubicBezTo>
                        <a:pt x="460" y="411"/>
                        <a:pt x="921" y="180"/>
                        <a:pt x="1452" y="90"/>
                      </a:cubicBezTo>
                      <a:cubicBezTo>
                        <a:pt x="1983" y="0"/>
                        <a:pt x="2734" y="36"/>
                        <a:pt x="3184" y="100"/>
                      </a:cubicBezTo>
                      <a:cubicBezTo>
                        <a:pt x="3634" y="164"/>
                        <a:pt x="3954" y="395"/>
                        <a:pt x="4156" y="472"/>
                      </a:cubicBezTo>
                    </a:path>
                  </a:pathLst>
                </a:custGeom>
                <a:noFill/>
                <a:ln w="28575">
                  <a:solidFill>
                    <a:srgbClr val="FF0000"/>
                  </a:solidFill>
                  <a:round/>
                  <a:headEnd/>
                  <a:tailEnd/>
                </a:ln>
              </p:spPr>
              <p:txBody>
                <a:bodyPr wrap="none" anchor="ctr"/>
                <a:lstStyle/>
                <a:p>
                  <a:endParaRPr lang="en-GB" sz="1600"/>
                </a:p>
              </p:txBody>
            </p:sp>
            <p:sp>
              <p:nvSpPr>
                <p:cNvPr id="19477" name="Freeform 68"/>
                <p:cNvSpPr>
                  <a:spLocks/>
                </p:cNvSpPr>
                <p:nvPr/>
              </p:nvSpPr>
              <p:spPr bwMode="auto">
                <a:xfrm>
                  <a:off x="1074" y="898"/>
                  <a:ext cx="4170" cy="361"/>
                </a:xfrm>
                <a:custGeom>
                  <a:avLst/>
                  <a:gdLst>
                    <a:gd name="T0" fmla="*/ 0 w 4170"/>
                    <a:gd name="T1" fmla="*/ 213 h 361"/>
                    <a:gd name="T2" fmla="*/ 533 w 4170"/>
                    <a:gd name="T3" fmla="*/ 39 h 361"/>
                    <a:gd name="T4" fmla="*/ 2342 w 4170"/>
                    <a:gd name="T5" fmla="*/ 0 h 361"/>
                    <a:gd name="T6" fmla="*/ 3252 w 4170"/>
                    <a:gd name="T7" fmla="*/ 39 h 361"/>
                    <a:gd name="T8" fmla="*/ 3733 w 4170"/>
                    <a:gd name="T9" fmla="*/ 169 h 361"/>
                    <a:gd name="T10" fmla="*/ 4170 w 4170"/>
                    <a:gd name="T11" fmla="*/ 361 h 361"/>
                    <a:gd name="T12" fmla="*/ 0 60000 65536"/>
                    <a:gd name="T13" fmla="*/ 0 60000 65536"/>
                    <a:gd name="T14" fmla="*/ 0 60000 65536"/>
                    <a:gd name="T15" fmla="*/ 0 60000 65536"/>
                    <a:gd name="T16" fmla="*/ 0 60000 65536"/>
                    <a:gd name="T17" fmla="*/ 0 60000 65536"/>
                    <a:gd name="T18" fmla="*/ 0 w 4170"/>
                    <a:gd name="T19" fmla="*/ 0 h 361"/>
                    <a:gd name="T20" fmla="*/ 4170 w 4170"/>
                    <a:gd name="T21" fmla="*/ 361 h 361"/>
                  </a:gdLst>
                  <a:ahLst/>
                  <a:cxnLst>
                    <a:cxn ang="T12">
                      <a:pos x="T0" y="T1"/>
                    </a:cxn>
                    <a:cxn ang="T13">
                      <a:pos x="T2" y="T3"/>
                    </a:cxn>
                    <a:cxn ang="T14">
                      <a:pos x="T4" y="T5"/>
                    </a:cxn>
                    <a:cxn ang="T15">
                      <a:pos x="T6" y="T7"/>
                    </a:cxn>
                    <a:cxn ang="T16">
                      <a:pos x="T8" y="T9"/>
                    </a:cxn>
                    <a:cxn ang="T17">
                      <a:pos x="T10" y="T11"/>
                    </a:cxn>
                  </a:cxnLst>
                  <a:rect l="T18" t="T19" r="T20" b="T21"/>
                  <a:pathLst>
                    <a:path w="4170" h="361">
                      <a:moveTo>
                        <a:pt x="0" y="213"/>
                      </a:moveTo>
                      <a:cubicBezTo>
                        <a:pt x="71" y="143"/>
                        <a:pt x="143" y="74"/>
                        <a:pt x="533" y="39"/>
                      </a:cubicBezTo>
                      <a:cubicBezTo>
                        <a:pt x="923" y="4"/>
                        <a:pt x="1889" y="0"/>
                        <a:pt x="2342" y="0"/>
                      </a:cubicBezTo>
                      <a:cubicBezTo>
                        <a:pt x="2795" y="0"/>
                        <a:pt x="3020" y="11"/>
                        <a:pt x="3252" y="39"/>
                      </a:cubicBezTo>
                      <a:cubicBezTo>
                        <a:pt x="3484" y="67"/>
                        <a:pt x="3580" y="115"/>
                        <a:pt x="3733" y="169"/>
                      </a:cubicBezTo>
                      <a:cubicBezTo>
                        <a:pt x="3886" y="223"/>
                        <a:pt x="4079" y="321"/>
                        <a:pt x="4170" y="361"/>
                      </a:cubicBezTo>
                    </a:path>
                  </a:pathLst>
                </a:custGeom>
                <a:noFill/>
                <a:ln w="28575">
                  <a:solidFill>
                    <a:srgbClr val="008000"/>
                  </a:solidFill>
                  <a:round/>
                  <a:headEnd/>
                  <a:tailEnd/>
                </a:ln>
              </p:spPr>
              <p:txBody>
                <a:bodyPr wrap="none" anchor="ctr"/>
                <a:lstStyle/>
                <a:p>
                  <a:endParaRPr lang="en-GB" sz="1600"/>
                </a:p>
              </p:txBody>
            </p:sp>
            <p:sp>
              <p:nvSpPr>
                <p:cNvPr id="19478" name="Text Box 69"/>
                <p:cNvSpPr txBox="1">
                  <a:spLocks noChangeArrowheads="1"/>
                </p:cNvSpPr>
                <p:nvPr/>
              </p:nvSpPr>
              <p:spPr bwMode="auto">
                <a:xfrm>
                  <a:off x="1625" y="1766"/>
                  <a:ext cx="220" cy="247"/>
                </a:xfrm>
                <a:prstGeom prst="rect">
                  <a:avLst/>
                </a:prstGeom>
                <a:noFill/>
                <a:ln w="9525">
                  <a:noFill/>
                  <a:miter lim="800000"/>
                  <a:headEnd/>
                  <a:tailEnd/>
                </a:ln>
              </p:spPr>
              <p:txBody>
                <a:bodyPr wrap="none">
                  <a:spAutoFit/>
                </a:bodyPr>
                <a:lstStyle/>
                <a:p>
                  <a:r>
                    <a:rPr lang="en-GB" sz="1600"/>
                    <a:t>A</a:t>
                  </a:r>
                  <a:endParaRPr lang="en-GB" sz="1600">
                    <a:latin typeface="Times New Roman" pitchFamily="18" charset="0"/>
                  </a:endParaRPr>
                </a:p>
              </p:txBody>
            </p:sp>
            <p:sp>
              <p:nvSpPr>
                <p:cNvPr id="19479" name="Text Box 70"/>
                <p:cNvSpPr txBox="1">
                  <a:spLocks noChangeArrowheads="1"/>
                </p:cNvSpPr>
                <p:nvPr/>
              </p:nvSpPr>
              <p:spPr bwMode="auto">
                <a:xfrm>
                  <a:off x="4800" y="798"/>
                  <a:ext cx="220" cy="248"/>
                </a:xfrm>
                <a:prstGeom prst="rect">
                  <a:avLst/>
                </a:prstGeom>
                <a:noFill/>
                <a:ln w="9525">
                  <a:noFill/>
                  <a:miter lim="800000"/>
                  <a:headEnd/>
                  <a:tailEnd/>
                </a:ln>
              </p:spPr>
              <p:txBody>
                <a:bodyPr wrap="none">
                  <a:spAutoFit/>
                </a:bodyPr>
                <a:lstStyle/>
                <a:p>
                  <a:r>
                    <a:rPr lang="en-GB" sz="1600"/>
                    <a:t>A</a:t>
                  </a:r>
                  <a:endParaRPr lang="en-GB" sz="1600">
                    <a:latin typeface="Times New Roman" pitchFamily="18" charset="0"/>
                  </a:endParaRPr>
                </a:p>
              </p:txBody>
            </p:sp>
            <p:sp>
              <p:nvSpPr>
                <p:cNvPr id="19480" name="Text Box 71"/>
                <p:cNvSpPr txBox="1">
                  <a:spLocks noChangeArrowheads="1"/>
                </p:cNvSpPr>
                <p:nvPr/>
              </p:nvSpPr>
              <p:spPr bwMode="auto">
                <a:xfrm>
                  <a:off x="1248" y="1399"/>
                  <a:ext cx="204" cy="248"/>
                </a:xfrm>
                <a:prstGeom prst="rect">
                  <a:avLst/>
                </a:prstGeom>
                <a:noFill/>
                <a:ln w="9525">
                  <a:noFill/>
                  <a:miter lim="800000"/>
                  <a:headEnd/>
                  <a:tailEnd/>
                </a:ln>
              </p:spPr>
              <p:txBody>
                <a:bodyPr wrap="none">
                  <a:spAutoFit/>
                </a:bodyPr>
                <a:lstStyle/>
                <a:p>
                  <a:r>
                    <a:rPr lang="en-GB" sz="1600"/>
                    <a:t>B</a:t>
                  </a:r>
                  <a:endParaRPr lang="en-GB" sz="1600">
                    <a:latin typeface="Times New Roman" pitchFamily="18" charset="0"/>
                  </a:endParaRPr>
                </a:p>
              </p:txBody>
            </p:sp>
            <p:sp>
              <p:nvSpPr>
                <p:cNvPr id="19481" name="Text Box 72"/>
                <p:cNvSpPr txBox="1">
                  <a:spLocks noChangeArrowheads="1"/>
                </p:cNvSpPr>
                <p:nvPr/>
              </p:nvSpPr>
              <p:spPr bwMode="auto">
                <a:xfrm>
                  <a:off x="4674" y="1214"/>
                  <a:ext cx="485" cy="247"/>
                </a:xfrm>
                <a:prstGeom prst="rect">
                  <a:avLst/>
                </a:prstGeom>
                <a:noFill/>
                <a:ln w="9525">
                  <a:noFill/>
                  <a:miter lim="800000"/>
                  <a:headEnd/>
                  <a:tailEnd/>
                </a:ln>
              </p:spPr>
              <p:txBody>
                <a:bodyPr wrap="none">
                  <a:spAutoFit/>
                </a:bodyPr>
                <a:lstStyle/>
                <a:p>
                  <a:r>
                    <a:rPr lang="en-GB" sz="1600"/>
                    <a:t>B &amp; C</a:t>
                  </a:r>
                  <a:endParaRPr lang="en-GB" sz="1600">
                    <a:latin typeface="Times New Roman" pitchFamily="18" charset="0"/>
                  </a:endParaRPr>
                </a:p>
              </p:txBody>
            </p:sp>
            <p:sp>
              <p:nvSpPr>
                <p:cNvPr id="19482" name="Text Box 73"/>
                <p:cNvSpPr txBox="1">
                  <a:spLocks noChangeArrowheads="1"/>
                </p:cNvSpPr>
                <p:nvPr/>
              </p:nvSpPr>
              <p:spPr bwMode="auto">
                <a:xfrm>
                  <a:off x="1152" y="1013"/>
                  <a:ext cx="221" cy="247"/>
                </a:xfrm>
                <a:prstGeom prst="rect">
                  <a:avLst/>
                </a:prstGeom>
                <a:noFill/>
                <a:ln w="9525">
                  <a:noFill/>
                  <a:miter lim="800000"/>
                  <a:headEnd/>
                  <a:tailEnd/>
                </a:ln>
              </p:spPr>
              <p:txBody>
                <a:bodyPr wrap="none">
                  <a:spAutoFit/>
                </a:bodyPr>
                <a:lstStyle/>
                <a:p>
                  <a:r>
                    <a:rPr lang="en-GB" sz="1600"/>
                    <a:t>C</a:t>
                  </a:r>
                  <a:endParaRPr lang="en-GB" sz="1600">
                    <a:latin typeface="Times New Roman" pitchFamily="18" charset="0"/>
                  </a:endParaRPr>
                </a:p>
              </p:txBody>
            </p:sp>
          </p:grpSp>
        </p:grpSp>
      </p:grpSp>
      <p:sp>
        <p:nvSpPr>
          <p:cNvPr id="19460" name="Text Box 74"/>
          <p:cNvSpPr txBox="1">
            <a:spLocks noChangeArrowheads="1"/>
          </p:cNvSpPr>
          <p:nvPr/>
        </p:nvSpPr>
        <p:spPr bwMode="auto">
          <a:xfrm>
            <a:off x="376238" y="4570413"/>
            <a:ext cx="8266112" cy="181588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r>
              <a:rPr lang="en-GB" sz="1600" b="1"/>
              <a:t>A-contour </a:t>
            </a:r>
            <a:r>
              <a:rPr lang="en-GB" sz="1600"/>
              <a:t>- approximates the ear at low sound levels</a:t>
            </a:r>
          </a:p>
          <a:p>
            <a:r>
              <a:rPr lang="en-GB" sz="1600"/>
              <a:t>eliminates inaudible low frequencies; widely used</a:t>
            </a:r>
          </a:p>
          <a:p>
            <a:endParaRPr lang="en-GB" sz="1600"/>
          </a:p>
          <a:p>
            <a:r>
              <a:rPr lang="en-GB" sz="1600" b="1"/>
              <a:t>B-contour</a:t>
            </a:r>
            <a:r>
              <a:rPr lang="en-GB" sz="1600"/>
              <a:t> - approximates the ear for medium loud sounds; rarely used</a:t>
            </a:r>
          </a:p>
          <a:p>
            <a:endParaRPr lang="en-GB" sz="1600"/>
          </a:p>
          <a:p>
            <a:r>
              <a:rPr lang="en-GB" sz="1600" b="1"/>
              <a:t>C-contour - </a:t>
            </a:r>
            <a:r>
              <a:rPr lang="en-GB" sz="1600"/>
              <a:t>approximates the ear at very high sound levels </a:t>
            </a:r>
          </a:p>
          <a:p>
            <a:r>
              <a:rPr lang="en-GB" sz="1600"/>
              <a:t>used for traffic noise surveys in noisy areas</a:t>
            </a:r>
          </a:p>
        </p:txBody>
      </p:sp>
      <p:sp>
        <p:nvSpPr>
          <p:cNvPr id="19461" name="Text Box 75"/>
          <p:cNvSpPr txBox="1">
            <a:spLocks noChangeArrowheads="1"/>
          </p:cNvSpPr>
          <p:nvPr/>
        </p:nvSpPr>
        <p:spPr bwMode="auto">
          <a:xfrm>
            <a:off x="4776788" y="2760663"/>
            <a:ext cx="2735262" cy="581025"/>
          </a:xfrm>
          <a:prstGeom prst="rect">
            <a:avLst/>
          </a:prstGeom>
          <a:solidFill>
            <a:srgbClr val="CCCCFF"/>
          </a:solidFill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pPr algn="ctr"/>
            <a:r>
              <a:rPr lang="en-GB" sz="1600"/>
              <a:t>Applied to tools to assimilate the human ear</a:t>
            </a:r>
            <a:endParaRPr lang="en-GB" sz="1600">
              <a:latin typeface="Times New Roman" pitchFamily="18" charset="0"/>
            </a:endParaRPr>
          </a:p>
        </p:txBody>
      </p:sp>
      <p:sp>
        <p:nvSpPr>
          <p:cNvPr id="19462" name="Rectangle 77"/>
          <p:cNvSpPr>
            <a:spLocks noChangeArrowheads="1"/>
          </p:cNvSpPr>
          <p:nvPr/>
        </p:nvSpPr>
        <p:spPr bwMode="auto">
          <a:xfrm>
            <a:off x="376238" y="849313"/>
            <a:ext cx="8026400" cy="581025"/>
          </a:xfrm>
          <a:prstGeom prst="rect">
            <a:avLst/>
          </a:prstGeom>
          <a:noFill/>
          <a:ln w="9525" algn="ctr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r>
              <a:rPr lang="en-GB" sz="1600"/>
              <a:t>To measure sound loudness, as distinct from an objective intensity measurement, the sensitivity of the ear must be factored in</a:t>
            </a:r>
          </a:p>
        </p:txBody>
      </p:sp>
      <p:sp>
        <p:nvSpPr>
          <p:cNvPr id="19463" name="AutoShape 78"/>
          <p:cNvSpPr>
            <a:spLocks noChangeArrowheads="1"/>
          </p:cNvSpPr>
          <p:nvPr/>
        </p:nvSpPr>
        <p:spPr bwMode="auto">
          <a:xfrm>
            <a:off x="6689725" y="4589463"/>
            <a:ext cx="1133475" cy="388937"/>
          </a:xfrm>
          <a:prstGeom prst="wedgeRoundRectCallout">
            <a:avLst>
              <a:gd name="adj1" fmla="val -115824"/>
              <a:gd name="adj2" fmla="val -20088"/>
              <a:gd name="adj3" fmla="val 16667"/>
            </a:avLst>
          </a:prstGeom>
          <a:solidFill>
            <a:srgbClr val="CCCCFF"/>
          </a:solidFill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pPr algn="ctr"/>
            <a:r>
              <a:rPr lang="en-GB" sz="1600" b="1"/>
              <a:t>dBA</a:t>
            </a:r>
            <a:endParaRPr lang="en-GB" sz="1600" b="1">
              <a:latin typeface="Times New Roman" pitchFamily="18" charset="0"/>
            </a:endParaRPr>
          </a:p>
        </p:txBody>
      </p:sp>
      <p:sp>
        <p:nvSpPr>
          <p:cNvPr id="19464" name="AutoShape 79"/>
          <p:cNvSpPr>
            <a:spLocks noChangeArrowheads="1"/>
          </p:cNvSpPr>
          <p:nvPr/>
        </p:nvSpPr>
        <p:spPr bwMode="auto">
          <a:xfrm>
            <a:off x="7788275" y="5381625"/>
            <a:ext cx="1133475" cy="306467"/>
          </a:xfrm>
          <a:prstGeom prst="wedgeRoundRectCallout">
            <a:avLst>
              <a:gd name="adj1" fmla="val -63444"/>
              <a:gd name="adj2" fmla="val -20088"/>
              <a:gd name="adj3" fmla="val 16667"/>
            </a:avLst>
          </a:prstGeom>
          <a:solidFill>
            <a:srgbClr val="CCCCFF"/>
          </a:solidFill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pPr algn="ctr"/>
            <a:r>
              <a:rPr lang="en-GB" sz="1200"/>
              <a:t>dBB</a:t>
            </a:r>
            <a:endParaRPr lang="en-GB" sz="1200">
              <a:latin typeface="Times New Roman" pitchFamily="18" charset="0"/>
            </a:endParaRPr>
          </a:p>
        </p:txBody>
      </p:sp>
      <p:sp>
        <p:nvSpPr>
          <p:cNvPr id="19465" name="AutoShape 80"/>
          <p:cNvSpPr>
            <a:spLocks noChangeArrowheads="1"/>
          </p:cNvSpPr>
          <p:nvPr/>
        </p:nvSpPr>
        <p:spPr bwMode="auto">
          <a:xfrm>
            <a:off x="7788275" y="5813425"/>
            <a:ext cx="1133475" cy="306467"/>
          </a:xfrm>
          <a:prstGeom prst="wedgeRoundRectCallout">
            <a:avLst>
              <a:gd name="adj1" fmla="val -116806"/>
              <a:gd name="adj2" fmla="val -2681"/>
              <a:gd name="adj3" fmla="val 16667"/>
            </a:avLst>
          </a:prstGeom>
          <a:solidFill>
            <a:srgbClr val="CCCCFF"/>
          </a:solidFill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pPr algn="ctr"/>
            <a:r>
              <a:rPr lang="en-GB" sz="1200"/>
              <a:t>dBC</a:t>
            </a:r>
            <a:endParaRPr lang="en-GB" sz="1200">
              <a:latin typeface="Times New Roman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718147178"/>
      </p:ext>
    </p:extLst>
  </p:cSld>
  <p:clrMapOvr>
    <a:masterClrMapping/>
  </p:clrMapOvr>
</p:sld>
</file>

<file path=ppt/slides/slide1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0482" name="Picture 2" descr="Fletcher-Munson curves of equal loudness"/>
          <p:cNvPicPr>
            <a:picLocks noChangeAspect="1" noChangeArrowheads="1"/>
          </p:cNvPicPr>
          <p:nvPr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3697288" y="776288"/>
            <a:ext cx="5102225" cy="3919537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sp>
        <p:nvSpPr>
          <p:cNvPr id="20483" name="Rectangle 2"/>
          <p:cNvSpPr>
            <a:spLocks noChangeArrowheads="1"/>
          </p:cNvSpPr>
          <p:nvPr/>
        </p:nvSpPr>
        <p:spPr bwMode="auto">
          <a:xfrm>
            <a:off x="369888" y="333375"/>
            <a:ext cx="1581150" cy="460375"/>
          </a:xfrm>
          <a:prstGeom prst="rect">
            <a:avLst/>
          </a:prstGeom>
          <a:noFill/>
          <a:ln w="9525" algn="ctr">
            <a:noFill/>
            <a:miter lim="800000"/>
            <a:headEnd/>
            <a:tailEnd/>
          </a:ln>
        </p:spPr>
        <p:txBody>
          <a:bodyPr wrap="none" anchor="ctr">
            <a:spAutoFit/>
          </a:bodyPr>
          <a:lstStyle/>
          <a:p>
            <a:r>
              <a:rPr lang="en-GB" sz="2400" b="1" dirty="0"/>
              <a:t>The </a:t>
            </a:r>
            <a:r>
              <a:rPr lang="en-GB" sz="2400" b="1" dirty="0" err="1"/>
              <a:t>Phon</a:t>
            </a:r>
            <a:endParaRPr lang="en-GB" sz="2400" dirty="0"/>
          </a:p>
        </p:txBody>
      </p:sp>
      <p:sp>
        <p:nvSpPr>
          <p:cNvPr id="20484" name="Rectangle 3"/>
          <p:cNvSpPr>
            <a:spLocks noChangeArrowheads="1"/>
          </p:cNvSpPr>
          <p:nvPr/>
        </p:nvSpPr>
        <p:spPr bwMode="auto">
          <a:xfrm>
            <a:off x="369888" y="955675"/>
            <a:ext cx="3268662" cy="532453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pPr marL="176213" indent="-176213">
              <a:lnSpc>
                <a:spcPts val="2400"/>
              </a:lnSpc>
              <a:buFont typeface="Arial" pitchFamily="34" charset="0"/>
              <a:buChar char="•"/>
            </a:pPr>
            <a:r>
              <a:rPr lang="en-GB" sz="1600" dirty="0"/>
              <a:t>related to dB by the psychophysically measured frequency response of the ear</a:t>
            </a:r>
          </a:p>
          <a:p>
            <a:pPr marL="176213" indent="-176213">
              <a:lnSpc>
                <a:spcPts val="2400"/>
              </a:lnSpc>
              <a:buFont typeface="Arial" pitchFamily="34" charset="0"/>
              <a:buChar char="•"/>
            </a:pPr>
            <a:r>
              <a:rPr lang="en-GB" sz="1600" dirty="0"/>
              <a:t>At 1 kHz, readings in </a:t>
            </a:r>
            <a:r>
              <a:rPr lang="en-GB" sz="1600" dirty="0" err="1"/>
              <a:t>phons</a:t>
            </a:r>
            <a:r>
              <a:rPr lang="en-GB" sz="1600" dirty="0"/>
              <a:t> and dB are, defined as equal</a:t>
            </a:r>
          </a:p>
          <a:p>
            <a:pPr marL="176213" indent="-176213">
              <a:lnSpc>
                <a:spcPts val="2400"/>
              </a:lnSpc>
              <a:buFont typeface="Arial" pitchFamily="34" charset="0"/>
              <a:buChar char="•"/>
            </a:pPr>
            <a:r>
              <a:rPr lang="en-GB" sz="1600" dirty="0"/>
              <a:t>The </a:t>
            </a:r>
            <a:r>
              <a:rPr lang="en-GB" sz="1600" dirty="0" err="1"/>
              <a:t>phon</a:t>
            </a:r>
            <a:r>
              <a:rPr lang="en-GB" sz="1600" dirty="0"/>
              <a:t> scale is then determined for all other frequencies based on subjective listening tests with volunteers</a:t>
            </a:r>
          </a:p>
          <a:p>
            <a:pPr marL="176213" indent="-176213">
              <a:lnSpc>
                <a:spcPts val="2400"/>
              </a:lnSpc>
              <a:buFont typeface="Arial" pitchFamily="34" charset="0"/>
              <a:buChar char="•"/>
            </a:pPr>
            <a:r>
              <a:rPr lang="en-GB" sz="1600" dirty="0"/>
              <a:t>volunteers were asked to adjust the loudness of a signal at a given frequency until they judged its loudness to equal that of a 1 kHz signal</a:t>
            </a:r>
          </a:p>
        </p:txBody>
      </p:sp>
      <p:sp>
        <p:nvSpPr>
          <p:cNvPr id="20485" name="Rectangle 4"/>
          <p:cNvSpPr>
            <a:spLocks noChangeArrowheads="1"/>
          </p:cNvSpPr>
          <p:nvPr/>
        </p:nvSpPr>
        <p:spPr bwMode="auto">
          <a:xfrm>
            <a:off x="3824288" y="5291692"/>
            <a:ext cx="5319712" cy="1016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pPr marL="176213" indent="-176213">
              <a:lnSpc>
                <a:spcPts val="2400"/>
              </a:lnSpc>
              <a:buFont typeface="Arial" pitchFamily="34" charset="0"/>
              <a:buChar char="•"/>
            </a:pPr>
            <a:r>
              <a:rPr lang="en-GB" sz="1600" dirty="0"/>
              <a:t>Fletcher-Munson curves - converts dB to </a:t>
            </a:r>
            <a:r>
              <a:rPr lang="en-GB" sz="1600" dirty="0" err="1"/>
              <a:t>phons</a:t>
            </a:r>
            <a:endParaRPr lang="en-GB" sz="1600" dirty="0"/>
          </a:p>
          <a:p>
            <a:pPr marL="176213" indent="-176213">
              <a:lnSpc>
                <a:spcPts val="2400"/>
              </a:lnSpc>
              <a:buFont typeface="Arial" pitchFamily="34" charset="0"/>
              <a:buChar char="•"/>
            </a:pPr>
            <a:r>
              <a:rPr lang="en-GB" sz="1600" dirty="0"/>
              <a:t>depends on sound level (it becomes flatter at high sound levels)</a:t>
            </a:r>
          </a:p>
        </p:txBody>
      </p:sp>
      <p:sp>
        <p:nvSpPr>
          <p:cNvPr id="20486" name="Rectangle 5"/>
          <p:cNvSpPr>
            <a:spLocks noChangeArrowheads="1"/>
          </p:cNvSpPr>
          <p:nvPr/>
        </p:nvSpPr>
        <p:spPr bwMode="auto">
          <a:xfrm>
            <a:off x="6661150" y="615950"/>
            <a:ext cx="1125538" cy="338138"/>
          </a:xfrm>
          <a:prstGeom prst="rect">
            <a:avLst/>
          </a:prstGeom>
          <a:noFill/>
          <a:ln w="9525" algn="ctr">
            <a:noFill/>
            <a:round/>
            <a:headEnd/>
            <a:tailEnd/>
          </a:ln>
        </p:spPr>
        <p:txBody>
          <a:bodyPr>
            <a:spAutoFit/>
          </a:bodyPr>
          <a:lstStyle/>
          <a:p>
            <a:endParaRPr lang="en-US" sz="1600"/>
          </a:p>
        </p:txBody>
      </p:sp>
      <p:sp>
        <p:nvSpPr>
          <p:cNvPr id="20487" name="Rectangle 6"/>
          <p:cNvSpPr>
            <a:spLocks noChangeArrowheads="1"/>
          </p:cNvSpPr>
          <p:nvPr/>
        </p:nvSpPr>
        <p:spPr bwMode="auto">
          <a:xfrm>
            <a:off x="6746875" y="654050"/>
            <a:ext cx="184731" cy="338554"/>
          </a:xfrm>
          <a:prstGeom prst="rect">
            <a:avLst/>
          </a:prstGeom>
          <a:noFill/>
          <a:ln w="9525" algn="ctr">
            <a:noFill/>
            <a:round/>
            <a:headEnd/>
            <a:tailEnd/>
          </a:ln>
        </p:spPr>
        <p:txBody>
          <a:bodyPr wrap="none">
            <a:spAutoFit/>
          </a:bodyPr>
          <a:lstStyle/>
          <a:p>
            <a:endParaRPr lang="en-US" sz="1600"/>
          </a:p>
        </p:txBody>
      </p:sp>
      <p:cxnSp>
        <p:nvCxnSpPr>
          <p:cNvPr id="3" name="Straight Connector 2"/>
          <p:cNvCxnSpPr/>
          <p:nvPr/>
        </p:nvCxnSpPr>
        <p:spPr bwMode="auto">
          <a:xfrm flipV="1">
            <a:off x="6826102" y="954088"/>
            <a:ext cx="0" cy="3383996"/>
          </a:xfrm>
          <a:prstGeom prst="line">
            <a:avLst/>
          </a:prstGeom>
          <a:noFill/>
          <a:ln w="9525" cap="flat" cmpd="sng" algn="ctr">
            <a:solidFill>
              <a:srgbClr val="FF0000"/>
            </a:solidFill>
            <a:prstDash val="solid"/>
            <a:round/>
            <a:headEnd type="none" w="med" len="med"/>
            <a:tailEnd type="none" w="med" len="med"/>
          </a:ln>
          <a:effectLst/>
        </p:spPr>
      </p:cxnSp>
      <p:cxnSp>
        <p:nvCxnSpPr>
          <p:cNvPr id="6" name="Straight Arrow Connector 5"/>
          <p:cNvCxnSpPr/>
          <p:nvPr/>
        </p:nvCxnSpPr>
        <p:spPr bwMode="auto">
          <a:xfrm flipV="1">
            <a:off x="3296093" y="3934047"/>
            <a:ext cx="3450782" cy="1626782"/>
          </a:xfrm>
          <a:prstGeom prst="straightConnector1">
            <a:avLst/>
          </a:prstGeom>
          <a:noFill/>
          <a:ln w="9525" cap="flat" cmpd="sng" algn="ctr">
            <a:solidFill>
              <a:srgbClr val="FF0000"/>
            </a:solidFill>
            <a:prstDash val="solid"/>
            <a:round/>
            <a:headEnd type="none" w="med" len="med"/>
            <a:tailEnd type="arrow"/>
          </a:ln>
          <a:effectLst/>
        </p:spPr>
      </p:cxnSp>
    </p:spTree>
    <p:extLst>
      <p:ext uri="{BB962C8B-B14F-4D97-AF65-F5344CB8AC3E}">
        <p14:creationId xmlns:p14="http://schemas.microsoft.com/office/powerpoint/2010/main" val="2041934009"/>
      </p:ext>
    </p:extLst>
  </p:cSld>
  <p:clrMapOvr>
    <a:masterClrMapping/>
  </p:clrMapOvr>
</p:sld>
</file>

<file path=ppt/slides/slide1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2"/>
          <p:cNvSpPr txBox="1">
            <a:spLocks noChangeArrowheads="1"/>
          </p:cNvSpPr>
          <p:nvPr/>
        </p:nvSpPr>
        <p:spPr bwMode="auto">
          <a:xfrm>
            <a:off x="369888" y="923925"/>
            <a:ext cx="7974012" cy="4108817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pPr>
              <a:lnSpc>
                <a:spcPct val="150000"/>
              </a:lnSpc>
            </a:pPr>
            <a:r>
              <a:rPr lang="en-US" sz="1600" b="1" u="sng" dirty="0"/>
              <a:t>ELECTRIC POWER,  </a:t>
            </a:r>
            <a:r>
              <a:rPr lang="en-US" sz="1600" b="1" u="sng" dirty="0" err="1"/>
              <a:t>dBm</a:t>
            </a:r>
            <a:r>
              <a:rPr lang="en-US" sz="1600" u="sng" dirty="0"/>
              <a:t> or </a:t>
            </a:r>
            <a:r>
              <a:rPr lang="en-US" sz="1600" b="1" u="sng" dirty="0" err="1"/>
              <a:t>dBmW</a:t>
            </a:r>
            <a:endParaRPr lang="en-US" sz="1600" u="sng" dirty="0"/>
          </a:p>
          <a:p>
            <a:pPr>
              <a:lnSpc>
                <a:spcPct val="150000"/>
              </a:lnSpc>
            </a:pPr>
            <a:r>
              <a:rPr lang="en-US" sz="1600" dirty="0"/>
              <a:t>dB (1mW) – power measurement  </a:t>
            </a:r>
            <a:r>
              <a:rPr lang="en-US" sz="1600" i="1" dirty="0"/>
              <a:t>relative  </a:t>
            </a:r>
            <a:r>
              <a:rPr lang="en-US" sz="1600" dirty="0"/>
              <a:t>to 1 </a:t>
            </a:r>
            <a:r>
              <a:rPr lang="en-US" sz="1600" dirty="0" err="1"/>
              <a:t>milliwatt</a:t>
            </a:r>
            <a:r>
              <a:rPr lang="en-US" sz="1600" dirty="0"/>
              <a:t>. </a:t>
            </a:r>
          </a:p>
          <a:p>
            <a:pPr>
              <a:lnSpc>
                <a:spcPct val="150000"/>
              </a:lnSpc>
            </a:pPr>
            <a:r>
              <a:rPr lang="en-US" sz="1600" dirty="0"/>
              <a:t>denoted as  </a:t>
            </a:r>
            <a:r>
              <a:rPr lang="en-US" sz="1600" i="1" dirty="0"/>
              <a:t>X</a:t>
            </a:r>
            <a:r>
              <a:rPr lang="en-US" sz="1600" dirty="0"/>
              <a:t> </a:t>
            </a:r>
            <a:r>
              <a:rPr lang="en-US" sz="1600" dirty="0" err="1"/>
              <a:t>dbm</a:t>
            </a:r>
            <a:r>
              <a:rPr lang="en-US" sz="1600" dirty="0"/>
              <a:t> </a:t>
            </a:r>
          </a:p>
          <a:p>
            <a:pPr>
              <a:lnSpc>
                <a:spcPct val="150000"/>
              </a:lnSpc>
            </a:pPr>
            <a:endParaRPr lang="en-GB" sz="1600" dirty="0"/>
          </a:p>
          <a:p>
            <a:pPr>
              <a:lnSpc>
                <a:spcPct val="150000"/>
              </a:lnSpc>
            </a:pPr>
            <a:r>
              <a:rPr lang="en-GB" sz="1600" b="1" u="sng" dirty="0" err="1"/>
              <a:t>dBW</a:t>
            </a:r>
            <a:endParaRPr lang="en-US" sz="1600" b="1" u="sng" dirty="0"/>
          </a:p>
          <a:p>
            <a:pPr>
              <a:lnSpc>
                <a:spcPct val="150000"/>
              </a:lnSpc>
            </a:pPr>
            <a:r>
              <a:rPr lang="en-US" sz="1600" dirty="0"/>
              <a:t>dB(1W) – similar to </a:t>
            </a:r>
            <a:r>
              <a:rPr lang="en-US" sz="1600" dirty="0" err="1"/>
              <a:t>dBm</a:t>
            </a:r>
            <a:r>
              <a:rPr lang="en-US" sz="1600" dirty="0"/>
              <a:t>, except the reference level is 1 Watt </a:t>
            </a:r>
          </a:p>
          <a:p>
            <a:pPr>
              <a:lnSpc>
                <a:spcPct val="150000"/>
              </a:lnSpc>
            </a:pPr>
            <a:r>
              <a:rPr lang="en-US" sz="1600" dirty="0"/>
              <a:t>0 </a:t>
            </a:r>
            <a:r>
              <a:rPr lang="en-US" sz="1600" dirty="0" err="1"/>
              <a:t>dBW</a:t>
            </a:r>
            <a:r>
              <a:rPr lang="en-US" sz="1600" dirty="0"/>
              <a:t> = +30dBm; </a:t>
            </a:r>
          </a:p>
          <a:p>
            <a:pPr>
              <a:lnSpc>
                <a:spcPct val="150000"/>
              </a:lnSpc>
            </a:pPr>
            <a:r>
              <a:rPr lang="en-US" sz="1600" dirty="0"/>
              <a:t>−30 </a:t>
            </a:r>
            <a:r>
              <a:rPr lang="en-US" sz="1600" dirty="0" err="1"/>
              <a:t>dBW</a:t>
            </a:r>
            <a:r>
              <a:rPr lang="en-US" sz="1600" dirty="0"/>
              <a:t> = 0 </a:t>
            </a:r>
            <a:r>
              <a:rPr lang="en-US" sz="1600" dirty="0" err="1"/>
              <a:t>dBm</a:t>
            </a:r>
            <a:r>
              <a:rPr lang="en-US" sz="1600" dirty="0"/>
              <a:t>; </a:t>
            </a:r>
          </a:p>
          <a:p>
            <a:pPr>
              <a:lnSpc>
                <a:spcPct val="150000"/>
              </a:lnSpc>
            </a:pPr>
            <a:r>
              <a:rPr lang="en-US" sz="1600" dirty="0" err="1"/>
              <a:t>Xdbw</a:t>
            </a:r>
            <a:r>
              <a:rPr lang="en-US" sz="1600" dirty="0"/>
              <a:t> = </a:t>
            </a:r>
            <a:r>
              <a:rPr lang="en-US" sz="1600" dirty="0" err="1"/>
              <a:t>Xdbm</a:t>
            </a:r>
            <a:r>
              <a:rPr lang="en-US" sz="1600" dirty="0"/>
              <a:t> − 30</a:t>
            </a:r>
          </a:p>
          <a:p>
            <a:pPr>
              <a:lnSpc>
                <a:spcPct val="150000"/>
              </a:lnSpc>
            </a:pPr>
            <a:endParaRPr lang="en-US" sz="1600" dirty="0"/>
          </a:p>
          <a:p>
            <a:endParaRPr lang="en-US" sz="1600" dirty="0"/>
          </a:p>
        </p:txBody>
      </p:sp>
      <p:sp>
        <p:nvSpPr>
          <p:cNvPr id="3" name="Rectangle 2"/>
          <p:cNvSpPr>
            <a:spLocks noChangeArrowheads="1"/>
          </p:cNvSpPr>
          <p:nvPr/>
        </p:nvSpPr>
        <p:spPr bwMode="auto">
          <a:xfrm>
            <a:off x="369888" y="332730"/>
            <a:ext cx="6478055" cy="461665"/>
          </a:xfrm>
          <a:prstGeom prst="rect">
            <a:avLst/>
          </a:prstGeom>
          <a:noFill/>
          <a:ln w="9525" algn="ctr">
            <a:noFill/>
            <a:miter lim="800000"/>
            <a:headEnd/>
            <a:tailEnd/>
          </a:ln>
        </p:spPr>
        <p:txBody>
          <a:bodyPr wrap="none" anchor="ctr">
            <a:spAutoFit/>
          </a:bodyPr>
          <a:lstStyle/>
          <a:p>
            <a:r>
              <a:rPr lang="en-GB" sz="2400" b="1" dirty="0"/>
              <a:t>Decibels, Power – Absolute Measurements</a:t>
            </a:r>
            <a:endParaRPr lang="en-GB" sz="2400" dirty="0"/>
          </a:p>
        </p:txBody>
      </p:sp>
      <p:sp>
        <p:nvSpPr>
          <p:cNvPr id="4" name="Rounded Rectangular Callout 3"/>
          <p:cNvSpPr/>
          <p:nvPr/>
        </p:nvSpPr>
        <p:spPr bwMode="auto">
          <a:xfrm>
            <a:off x="3244850" y="4368800"/>
            <a:ext cx="2580167" cy="953453"/>
          </a:xfrm>
          <a:prstGeom prst="wedgeRoundRectCallout">
            <a:avLst>
              <a:gd name="adj1" fmla="val -84994"/>
              <a:gd name="adj2" fmla="val -156809"/>
              <a:gd name="adj3" fmla="val 16667"/>
            </a:avLst>
          </a:prstGeom>
          <a:solidFill>
            <a:schemeClr val="accent6">
              <a:lumMod val="20000"/>
              <a:lumOff val="80000"/>
            </a:schemeClr>
          </a:solidFill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  <a:effectLst/>
        </p:spPr>
        <p:txBody>
          <a:bodyPr wrap="none">
            <a:spAutoFit/>
          </a:bodyPr>
          <a:lstStyle/>
          <a:p>
            <a:pPr>
              <a:defRPr/>
            </a:pPr>
            <a:r>
              <a:rPr lang="en-GB" sz="1600" dirty="0"/>
              <a:t>30 …</a:t>
            </a:r>
          </a:p>
          <a:p>
            <a:pPr>
              <a:defRPr/>
            </a:pPr>
            <a:r>
              <a:rPr lang="en-GB" sz="1600" dirty="0"/>
              <a:t>because 30dB is 1000x</a:t>
            </a:r>
          </a:p>
          <a:p>
            <a:pPr>
              <a:defRPr/>
            </a:pPr>
            <a:r>
              <a:rPr lang="en-GB" sz="1600" dirty="0"/>
              <a:t>and 1W = 1000mW</a:t>
            </a:r>
            <a:endParaRPr lang="en-US" sz="1600" dirty="0"/>
          </a:p>
        </p:txBody>
      </p:sp>
    </p:spTree>
    <p:extLst>
      <p:ext uri="{BB962C8B-B14F-4D97-AF65-F5344CB8AC3E}">
        <p14:creationId xmlns:p14="http://schemas.microsoft.com/office/powerpoint/2010/main" val="228347539"/>
      </p:ext>
    </p:extLst>
  </p:cSld>
  <p:clrMapOvr>
    <a:masterClrMapping/>
  </p:clrMapOvr>
</p:sld>
</file>

<file path=ppt/slides/slide1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Rectangle 10"/>
          <p:cNvSpPr/>
          <p:nvPr/>
        </p:nvSpPr>
        <p:spPr>
          <a:xfrm>
            <a:off x="6993466" y="4038599"/>
            <a:ext cx="2150534" cy="1718735"/>
          </a:xfrm>
          <a:prstGeom prst="rect">
            <a:avLst/>
          </a:prstGeom>
          <a:solidFill>
            <a:schemeClr val="accent3">
              <a:lumMod val="40000"/>
              <a:lumOff val="60000"/>
            </a:schemeClr>
          </a:solidFill>
          <a:ln>
            <a:solidFill>
              <a:schemeClr val="accent3">
                <a:lumMod val="40000"/>
                <a:lumOff val="60000"/>
              </a:schemeClr>
            </a:solidFill>
          </a:ln>
        </p:spPr>
        <p:txBody>
          <a:bodyPr wrap="square" rtlCol="0" anchor="ctr">
            <a:noAutofit/>
          </a:bodyPr>
          <a:lstStyle/>
          <a:p>
            <a:pPr algn="ctr"/>
            <a:endParaRPr lang="en-GB" sz="1600" dirty="0">
              <a:latin typeface="Lucida Sans Unicode" pitchFamily="34" charset="0"/>
              <a:cs typeface="Lucida Sans Unicode" pitchFamily="34" charset="0"/>
            </a:endParaRPr>
          </a:p>
        </p:txBody>
      </p:sp>
      <p:sp>
        <p:nvSpPr>
          <p:cNvPr id="2" name="Rectangle 2"/>
          <p:cNvSpPr>
            <a:spLocks noChangeArrowheads="1"/>
          </p:cNvSpPr>
          <p:nvPr/>
        </p:nvSpPr>
        <p:spPr bwMode="auto">
          <a:xfrm>
            <a:off x="369888" y="332730"/>
            <a:ext cx="6803466" cy="461665"/>
          </a:xfrm>
          <a:prstGeom prst="rect">
            <a:avLst/>
          </a:prstGeom>
          <a:noFill/>
          <a:ln w="9525" algn="ctr">
            <a:noFill/>
            <a:miter lim="800000"/>
            <a:headEnd/>
            <a:tailEnd/>
          </a:ln>
        </p:spPr>
        <p:txBody>
          <a:bodyPr wrap="none" anchor="ctr">
            <a:spAutoFit/>
          </a:bodyPr>
          <a:lstStyle/>
          <a:p>
            <a:r>
              <a:rPr lang="en-GB" sz="2400" b="1" dirty="0"/>
              <a:t>Decibels, Voltage – Absolute Measurements</a:t>
            </a:r>
            <a:endParaRPr lang="en-GB" sz="2400" dirty="0"/>
          </a:p>
        </p:txBody>
      </p:sp>
      <p:sp>
        <p:nvSpPr>
          <p:cNvPr id="3" name="TextBox 2"/>
          <p:cNvSpPr txBox="1"/>
          <p:nvPr/>
        </p:nvSpPr>
        <p:spPr>
          <a:xfrm>
            <a:off x="369888" y="2457450"/>
            <a:ext cx="5199062" cy="3539430"/>
          </a:xfrm>
          <a:prstGeom prst="rect">
            <a:avLst/>
          </a:prstGeom>
          <a:noFill/>
        </p:spPr>
        <p:txBody>
          <a:bodyPr>
            <a:spAutoFit/>
          </a:bodyPr>
          <a:lstStyle/>
          <a:p>
            <a:pPr>
              <a:lnSpc>
                <a:spcPts val="2400"/>
              </a:lnSpc>
              <a:defRPr/>
            </a:pPr>
            <a:r>
              <a:rPr lang="en-US" sz="1600" b="1" u="sng" dirty="0" err="1"/>
              <a:t>dBu</a:t>
            </a:r>
            <a:endParaRPr lang="en-US" sz="1600" b="1" u="sng" dirty="0"/>
          </a:p>
          <a:p>
            <a:pPr marL="180975" indent="-180975">
              <a:lnSpc>
                <a:spcPts val="2400"/>
              </a:lnSpc>
              <a:buFont typeface="Arial" pitchFamily="34" charset="0"/>
              <a:buChar char="•"/>
              <a:defRPr/>
            </a:pPr>
            <a:r>
              <a:rPr lang="en-US" sz="1600" dirty="0"/>
              <a:t>0.775V as reference , i.e. dB(0.775 V</a:t>
            </a:r>
            <a:r>
              <a:rPr lang="en-US" sz="1600" baseline="-25000" dirty="0"/>
              <a:t>RMS</a:t>
            </a:r>
            <a:r>
              <a:rPr lang="en-US" sz="1600" dirty="0"/>
              <a:t>)</a:t>
            </a:r>
          </a:p>
          <a:p>
            <a:pPr marL="180975" indent="-180975">
              <a:lnSpc>
                <a:spcPts val="2400"/>
              </a:lnSpc>
              <a:buFont typeface="Arial" pitchFamily="34" charset="0"/>
              <a:buChar char="•"/>
              <a:defRPr/>
            </a:pPr>
            <a:r>
              <a:rPr lang="en-US" sz="1600" dirty="0"/>
              <a:t>voltage relative to 0.775 volts</a:t>
            </a:r>
          </a:p>
          <a:p>
            <a:pPr marL="180975" indent="-180975">
              <a:lnSpc>
                <a:spcPts val="2400"/>
              </a:lnSpc>
              <a:buFont typeface="Arial" pitchFamily="34" charset="0"/>
              <a:buChar char="•"/>
              <a:defRPr/>
            </a:pPr>
            <a:endParaRPr lang="en-US" sz="1600" dirty="0"/>
          </a:p>
          <a:p>
            <a:pPr marL="179388" indent="-179388">
              <a:buFont typeface="Arial" pitchFamily="34" charset="0"/>
              <a:buChar char="•"/>
              <a:defRPr/>
            </a:pPr>
            <a:r>
              <a:rPr lang="en-US" sz="1600" dirty="0"/>
              <a:t>(diagram, right) the relationship between </a:t>
            </a:r>
            <a:r>
              <a:rPr lang="en-US" sz="1600" dirty="0" err="1"/>
              <a:t>dBu</a:t>
            </a:r>
            <a:r>
              <a:rPr lang="en-US" sz="1600" dirty="0"/>
              <a:t> (the voltage source) and </a:t>
            </a:r>
            <a:r>
              <a:rPr lang="en-US" sz="1600" dirty="0" err="1"/>
              <a:t>dBm</a:t>
            </a:r>
            <a:r>
              <a:rPr lang="en-US" sz="1600" dirty="0"/>
              <a:t> (the power dissipated as heat by the 600 Ω resistor)</a:t>
            </a:r>
          </a:p>
          <a:p>
            <a:pPr marL="636588" lvl="3" indent="-179388">
              <a:buFont typeface="Arial" pitchFamily="34" charset="0"/>
              <a:buChar char="•"/>
              <a:defRPr/>
            </a:pPr>
            <a:r>
              <a:rPr lang="en-GB" sz="1600" dirty="0"/>
              <a:t>(historical reasons) - the voltage level which delivers 1 </a:t>
            </a:r>
            <a:r>
              <a:rPr lang="en-GB" sz="1600" dirty="0" err="1"/>
              <a:t>mW</a:t>
            </a:r>
            <a:r>
              <a:rPr lang="en-GB" sz="1600" dirty="0"/>
              <a:t> of power in a 600 ohm resistor (standard reference impedance in telephone audio circuits)</a:t>
            </a:r>
          </a:p>
          <a:p>
            <a:pPr marL="179388" indent="-179388">
              <a:buFont typeface="Arial" pitchFamily="34" charset="0"/>
              <a:buChar char="•"/>
              <a:defRPr/>
            </a:pPr>
            <a:r>
              <a:rPr lang="en-US" sz="1600" dirty="0"/>
              <a:t>originally </a:t>
            </a:r>
            <a:r>
              <a:rPr lang="en-US" sz="1600" dirty="0" err="1"/>
              <a:t>dBv</a:t>
            </a:r>
            <a:r>
              <a:rPr lang="en-US" sz="1600" dirty="0"/>
              <a:t>, it was changed to </a:t>
            </a:r>
            <a:r>
              <a:rPr lang="en-US" sz="1600" dirty="0" err="1"/>
              <a:t>dBu</a:t>
            </a:r>
            <a:r>
              <a:rPr lang="en-US" sz="1600" dirty="0"/>
              <a:t> to avoid confusion with </a:t>
            </a:r>
            <a:r>
              <a:rPr lang="en-US" sz="1600" dirty="0" err="1"/>
              <a:t>dBV</a:t>
            </a:r>
            <a:endParaRPr lang="en-US" sz="1600" dirty="0"/>
          </a:p>
        </p:txBody>
      </p:sp>
      <p:sp>
        <p:nvSpPr>
          <p:cNvPr id="4" name="Rectangle 3"/>
          <p:cNvSpPr/>
          <p:nvPr/>
        </p:nvSpPr>
        <p:spPr>
          <a:xfrm>
            <a:off x="369888" y="871538"/>
            <a:ext cx="3881437" cy="1323975"/>
          </a:xfrm>
          <a:prstGeom prst="rect">
            <a:avLst/>
          </a:prstGeom>
        </p:spPr>
        <p:txBody>
          <a:bodyPr>
            <a:spAutoFit/>
          </a:bodyPr>
          <a:lstStyle/>
          <a:p>
            <a:pPr>
              <a:lnSpc>
                <a:spcPts val="2400"/>
              </a:lnSpc>
              <a:defRPr/>
            </a:pPr>
            <a:r>
              <a:rPr lang="en-US" sz="1600" b="1" u="sng" dirty="0" err="1">
                <a:solidFill>
                  <a:srgbClr val="000000"/>
                </a:solidFill>
              </a:rPr>
              <a:t>dBV</a:t>
            </a:r>
            <a:endParaRPr lang="en-US" sz="1600" b="1" u="sng" dirty="0">
              <a:solidFill>
                <a:srgbClr val="000000"/>
              </a:solidFill>
            </a:endParaRPr>
          </a:p>
          <a:p>
            <a:pPr marL="180975" indent="-180975">
              <a:lnSpc>
                <a:spcPts val="2400"/>
              </a:lnSpc>
              <a:buFont typeface="Arial" pitchFamily="34" charset="0"/>
              <a:buChar char="•"/>
              <a:defRPr/>
            </a:pPr>
            <a:r>
              <a:rPr lang="en-US" sz="1600" dirty="0">
                <a:solidFill>
                  <a:srgbClr val="000000"/>
                </a:solidFill>
              </a:rPr>
              <a:t>dB(1V</a:t>
            </a:r>
            <a:r>
              <a:rPr lang="en-US" sz="1600" baseline="-25000" dirty="0">
                <a:solidFill>
                  <a:srgbClr val="000000"/>
                </a:solidFill>
              </a:rPr>
              <a:t>RMS</a:t>
            </a:r>
            <a:r>
              <a:rPr lang="en-US" sz="1600" dirty="0">
                <a:solidFill>
                  <a:srgbClr val="000000"/>
                </a:solidFill>
              </a:rPr>
              <a:t>) </a:t>
            </a:r>
          </a:p>
          <a:p>
            <a:pPr marL="180975" indent="-180975">
              <a:lnSpc>
                <a:spcPts val="2400"/>
              </a:lnSpc>
              <a:buFont typeface="Arial" pitchFamily="34" charset="0"/>
              <a:buChar char="•"/>
              <a:defRPr/>
            </a:pPr>
            <a:r>
              <a:rPr lang="en-US" sz="1600" dirty="0">
                <a:solidFill>
                  <a:srgbClr val="000000"/>
                </a:solidFill>
              </a:rPr>
              <a:t>voltage relative to 1 volt (regardless of impedance)</a:t>
            </a:r>
          </a:p>
        </p:txBody>
      </p:sp>
      <p:graphicFrame>
        <p:nvGraphicFramePr>
          <p:cNvPr id="7" name="Object 7"/>
          <p:cNvGraphicFramePr>
            <a:graphicFrameLocks noChangeAspect="1"/>
          </p:cNvGraphicFramePr>
          <p:nvPr/>
        </p:nvGraphicFramePr>
        <p:xfrm>
          <a:off x="7088024" y="4159814"/>
          <a:ext cx="2055976" cy="167769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5362" name="Equation" r:id="rId3" imgW="1600200" imgH="1409700" progId="Equation.3">
                  <p:embed/>
                </p:oleObj>
              </mc:Choice>
              <mc:Fallback>
                <p:oleObj name="Equation" r:id="rId3" imgW="1600200" imgH="1409700" progId="Equation.3">
                  <p:embed/>
                  <p:pic>
                    <p:nvPicPr>
                      <p:cNvPr id="7" name="Object 7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7088024" y="4159814"/>
                        <a:ext cx="2055976" cy="1677698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pSp>
        <p:nvGrpSpPr>
          <p:cNvPr id="8" name="Group 10"/>
          <p:cNvGrpSpPr>
            <a:grpSpLocks/>
          </p:cNvGrpSpPr>
          <p:nvPr/>
        </p:nvGrpSpPr>
        <p:grpSpPr bwMode="auto">
          <a:xfrm>
            <a:off x="4819820" y="2610980"/>
            <a:ext cx="4097337" cy="1271587"/>
            <a:chOff x="4761470" y="1233488"/>
            <a:chExt cx="4096780" cy="1271587"/>
          </a:xfrm>
        </p:grpSpPr>
        <p:pic>
          <p:nvPicPr>
            <p:cNvPr id="9" name="Picture 2" descr="Relationship between dBu and dBm.svg"/>
            <p:cNvPicPr>
              <a:picLocks noChangeAspect="1" noChangeArrowheads="1"/>
            </p:cNvPicPr>
            <p:nvPr/>
          </p:nvPicPr>
          <p:blipFill>
            <a:blip r:embed="rId5" cstate="print"/>
            <a:srcRect/>
            <a:stretch>
              <a:fillRect/>
            </a:stretch>
          </p:blipFill>
          <p:spPr bwMode="auto">
            <a:xfrm>
              <a:off x="4761470" y="1233488"/>
              <a:ext cx="4096780" cy="1271587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</p:pic>
        <p:sp>
          <p:nvSpPr>
            <p:cNvPr id="10" name="Rectangle 9"/>
            <p:cNvSpPr>
              <a:spLocks noChangeArrowheads="1"/>
            </p:cNvSpPr>
            <p:nvPr/>
          </p:nvSpPr>
          <p:spPr bwMode="auto">
            <a:xfrm>
              <a:off x="4763817" y="1818102"/>
              <a:ext cx="1149518" cy="276999"/>
            </a:xfrm>
            <a:prstGeom prst="rect">
              <a:avLst/>
            </a:prstGeom>
            <a:solidFill>
              <a:schemeClr val="bg1"/>
            </a:solidFill>
            <a:ln w="9525">
              <a:noFill/>
              <a:miter lim="800000"/>
              <a:headEnd/>
              <a:tailEnd/>
            </a:ln>
          </p:spPr>
          <p:txBody>
            <a:bodyPr wrap="none">
              <a:spAutoFit/>
            </a:bodyPr>
            <a:lstStyle/>
            <a:p>
              <a:r>
                <a:rPr lang="en-US" sz="1200" dirty="0"/>
                <a:t>= 0.775 V</a:t>
              </a:r>
              <a:r>
                <a:rPr lang="en-US" sz="1200" baseline="-25000" dirty="0"/>
                <a:t>RMS</a:t>
              </a:r>
              <a:endParaRPr lang="en-GB" sz="1200" dirty="0"/>
            </a:p>
          </p:txBody>
        </p:sp>
      </p:grpSp>
    </p:spTree>
    <p:extLst>
      <p:ext uri="{BB962C8B-B14F-4D97-AF65-F5344CB8AC3E}">
        <p14:creationId xmlns:p14="http://schemas.microsoft.com/office/powerpoint/2010/main" val="938545710"/>
      </p:ext>
    </p:extLst>
  </p:cSld>
  <p:clrMapOvr>
    <a:masterClrMapping/>
  </p:clrMapOvr>
</p:sld>
</file>

<file path=ppt/slides/slide1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3"/>
          <p:cNvSpPr>
            <a:spLocks noChangeArrowheads="1"/>
          </p:cNvSpPr>
          <p:nvPr/>
        </p:nvSpPr>
        <p:spPr bwMode="auto">
          <a:xfrm>
            <a:off x="395288" y="1307234"/>
            <a:ext cx="8589962" cy="3170099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/>
          <a:p>
            <a:pPr marL="180975" indent="-180975">
              <a:lnSpc>
                <a:spcPts val="2400"/>
              </a:lnSpc>
            </a:pPr>
            <a:r>
              <a:rPr lang="en-US" sz="1600" b="1" dirty="0"/>
              <a:t>Most common nominal levels: </a:t>
            </a:r>
          </a:p>
          <a:p>
            <a:pPr marL="180975" indent="-180975">
              <a:lnSpc>
                <a:spcPts val="2400"/>
              </a:lnSpc>
              <a:buFont typeface="Arial" charset="0"/>
              <a:buChar char="•"/>
            </a:pPr>
            <a:r>
              <a:rPr lang="en-US" sz="1600" dirty="0"/>
              <a:t>Consumer equipment is -10 </a:t>
            </a:r>
            <a:r>
              <a:rPr lang="en-US" sz="1600" dirty="0" err="1"/>
              <a:t>dBV</a:t>
            </a:r>
            <a:endParaRPr lang="en-US" sz="1600" dirty="0"/>
          </a:p>
          <a:p>
            <a:pPr marL="180975" indent="-180975">
              <a:lnSpc>
                <a:spcPts val="2400"/>
              </a:lnSpc>
              <a:buFont typeface="Arial" charset="0"/>
              <a:buChar char="•"/>
            </a:pPr>
            <a:r>
              <a:rPr lang="en-US" sz="1600" dirty="0"/>
              <a:t>Professional equipment is 4 </a:t>
            </a:r>
            <a:r>
              <a:rPr lang="en-US" sz="1600" dirty="0" err="1"/>
              <a:t>dBu</a:t>
            </a:r>
            <a:endParaRPr lang="en-US" sz="1600" dirty="0"/>
          </a:p>
          <a:p>
            <a:pPr marL="638175" lvl="1" indent="-180975">
              <a:lnSpc>
                <a:spcPts val="2400"/>
              </a:lnSpc>
              <a:buFont typeface="Arial" charset="0"/>
              <a:buChar char="•"/>
            </a:pPr>
            <a:r>
              <a:rPr lang="en-US" sz="1600" dirty="0"/>
              <a:t>Convention - nominal levels always written with sign symbol 4 </a:t>
            </a:r>
            <a:r>
              <a:rPr lang="en-US" sz="1600" dirty="0" err="1"/>
              <a:t>dBu</a:t>
            </a:r>
            <a:r>
              <a:rPr lang="en-US" sz="1600" dirty="0"/>
              <a:t> is </a:t>
            </a:r>
            <a:r>
              <a:rPr lang="en-US" sz="1600" b="1" dirty="0"/>
              <a:t>+</a:t>
            </a:r>
            <a:r>
              <a:rPr lang="en-US" sz="1600" dirty="0"/>
              <a:t>4dBu</a:t>
            </a:r>
          </a:p>
          <a:p>
            <a:pPr marL="180975" indent="-180975">
              <a:lnSpc>
                <a:spcPts val="2400"/>
              </a:lnSpc>
              <a:buFont typeface="Arial" charset="0"/>
              <a:buChar char="•"/>
            </a:pPr>
            <a:endParaRPr lang="en-US" sz="1600" dirty="0"/>
          </a:p>
          <a:p>
            <a:pPr marL="180975" indent="-180975">
              <a:lnSpc>
                <a:spcPts val="2400"/>
              </a:lnSpc>
              <a:buFont typeface="Arial" charset="0"/>
              <a:buChar char="•"/>
            </a:pPr>
            <a:endParaRPr lang="en-US" sz="1600" dirty="0"/>
          </a:p>
          <a:p>
            <a:pPr marL="180975" indent="-180975">
              <a:lnSpc>
                <a:spcPts val="2400"/>
              </a:lnSpc>
              <a:buFont typeface="Arial" charset="0"/>
              <a:buChar char="•"/>
            </a:pPr>
            <a:endParaRPr lang="en-US" sz="1600" dirty="0"/>
          </a:p>
          <a:p>
            <a:pPr marL="180975" indent="-180975">
              <a:lnSpc>
                <a:spcPts val="2400"/>
              </a:lnSpc>
            </a:pPr>
            <a:r>
              <a:rPr lang="en-US" sz="1600" b="1" dirty="0"/>
              <a:t>In absolute terms</a:t>
            </a:r>
          </a:p>
          <a:p>
            <a:pPr marL="180975" indent="-180975">
              <a:lnSpc>
                <a:spcPts val="2400"/>
              </a:lnSpc>
              <a:buFont typeface="Arial" charset="0"/>
              <a:buChar char="•"/>
            </a:pPr>
            <a:r>
              <a:rPr lang="en-US" sz="1600" dirty="0"/>
              <a:t>a signal at -10 </a:t>
            </a:r>
            <a:r>
              <a:rPr lang="en-US" sz="1600" dirty="0" err="1"/>
              <a:t>dBV</a:t>
            </a:r>
            <a:r>
              <a:rPr lang="en-US" sz="1600" dirty="0"/>
              <a:t> ≡ a sine wave, peak amplitude of ∼ 0.447 volts</a:t>
            </a:r>
          </a:p>
          <a:p>
            <a:pPr marL="180975" indent="-180975">
              <a:lnSpc>
                <a:spcPts val="2400"/>
              </a:lnSpc>
              <a:buFont typeface="Arial" charset="0"/>
              <a:buChar char="•"/>
            </a:pPr>
            <a:r>
              <a:rPr lang="en-US" sz="1600" dirty="0"/>
              <a:t>a signal at +4 </a:t>
            </a:r>
            <a:r>
              <a:rPr lang="en-US" sz="1600" dirty="0" err="1"/>
              <a:t>dBu</a:t>
            </a:r>
            <a:r>
              <a:rPr lang="en-US" sz="1600" dirty="0"/>
              <a:t> ≡ sine wave, peak amplitude ∼ 1.737 volts</a:t>
            </a:r>
          </a:p>
        </p:txBody>
      </p:sp>
      <p:sp>
        <p:nvSpPr>
          <p:cNvPr id="3" name="Rectangle 4"/>
          <p:cNvSpPr>
            <a:spLocks noChangeArrowheads="1"/>
          </p:cNvSpPr>
          <p:nvPr/>
        </p:nvSpPr>
        <p:spPr bwMode="auto">
          <a:xfrm>
            <a:off x="395288" y="331788"/>
            <a:ext cx="1751012" cy="46196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/>
          <a:p>
            <a:r>
              <a:rPr lang="en-US" sz="2400" b="1">
                <a:solidFill>
                  <a:srgbClr val="000000"/>
                </a:solidFill>
              </a:rPr>
              <a:t>Line Level </a:t>
            </a:r>
          </a:p>
        </p:txBody>
      </p:sp>
    </p:spTree>
    <p:extLst>
      <p:ext uri="{BB962C8B-B14F-4D97-AF65-F5344CB8AC3E}">
        <p14:creationId xmlns:p14="http://schemas.microsoft.com/office/powerpoint/2010/main" val="3532099083"/>
      </p:ext>
    </p:extLst>
  </p:cSld>
  <p:clrMapOvr>
    <a:masterClrMapping/>
  </p:clrMapOvr>
</p:sld>
</file>

<file path=ppt/slides/slide1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 bwMode="auto">
          <a:xfrm>
            <a:off x="0" y="0"/>
            <a:ext cx="9144000" cy="6858001"/>
          </a:xfrm>
          <a:prstGeom prst="rect">
            <a:avLst/>
          </a:prstGeom>
          <a:solidFill>
            <a:schemeClr val="tx1"/>
          </a:solidFill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GB" sz="16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Lucida Sans Unicode" pitchFamily="34" charset="0"/>
            </a:endParaRPr>
          </a:p>
        </p:txBody>
      </p:sp>
      <p:pic>
        <p:nvPicPr>
          <p:cNvPr id="2050" name="Picture 2" descr="BBCHD_testcard_big.jpg (1920×1080)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921" y="857509"/>
            <a:ext cx="9143079" cy="5142982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2462042156"/>
      </p:ext>
    </p:extLst>
  </p:cSld>
  <p:clrMapOvr>
    <a:masterClrMapping/>
  </p:clrMapOvr>
</p:sld>
</file>

<file path=ppt/slides/slide1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98" name="Text Box 5"/>
          <p:cNvSpPr txBox="1">
            <a:spLocks noChangeArrowheads="1"/>
          </p:cNvSpPr>
          <p:nvPr/>
        </p:nvSpPr>
        <p:spPr bwMode="auto">
          <a:xfrm>
            <a:off x="395288" y="331788"/>
            <a:ext cx="28702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>
            <a:spAutoFit/>
          </a:bodyPr>
          <a:lstStyle/>
          <a:p>
            <a:r>
              <a:rPr lang="en-GB" sz="2400" b="1"/>
              <a:t>Moving Coil Meter</a:t>
            </a:r>
          </a:p>
        </p:txBody>
      </p:sp>
      <p:pic>
        <p:nvPicPr>
          <p:cNvPr id="4099" name="Picture 5" descr="14175_26_1"/>
          <p:cNvPicPr>
            <a:picLocks noChangeAspect="1" noChangeArrowheads="1"/>
          </p:cNvPicPr>
          <p:nvPr/>
        </p:nvPicPr>
        <p:blipFill>
          <a:blip r:embed="rId2" cstate="print"/>
          <a:srcRect l="3947" t="2876" r="1642" b="2876"/>
          <a:stretch>
            <a:fillRect/>
          </a:stretch>
        </p:blipFill>
        <p:spPr bwMode="auto">
          <a:xfrm>
            <a:off x="395288" y="1189038"/>
            <a:ext cx="4541837" cy="308292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pic>
        <p:nvPicPr>
          <p:cNvPr id="4100" name="Picture 7" descr="90 DEGREE MOVING COIL METER MOVMENT FOR AMMETER, VOLTMETER"/>
          <p:cNvPicPr>
            <a:picLocks noChangeAspect="1" noChangeArrowheads="1"/>
          </p:cNvPicPr>
          <p:nvPr/>
        </p:nvPicPr>
        <p:blipFill>
          <a:blip r:embed="rId3" cstate="print"/>
          <a:srcRect/>
          <a:stretch>
            <a:fillRect/>
          </a:stretch>
        </p:blipFill>
        <p:spPr bwMode="auto">
          <a:xfrm>
            <a:off x="4981575" y="2222500"/>
            <a:ext cx="4162425" cy="41529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</p:spTree>
    <p:extLst>
      <p:ext uri="{BB962C8B-B14F-4D97-AF65-F5344CB8AC3E}">
        <p14:creationId xmlns:p14="http://schemas.microsoft.com/office/powerpoint/2010/main" val="3672565871"/>
      </p:ext>
    </p:extLst>
  </p:cSld>
  <p:clrMapOvr>
    <a:masterClrMapping/>
  </p:clrMapOvr>
</p:sld>
</file>

<file path=ppt/slides/slide1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22" name="Text Box 58"/>
          <p:cNvSpPr txBox="1">
            <a:spLocks noChangeArrowheads="1"/>
          </p:cNvSpPr>
          <p:nvPr/>
        </p:nvSpPr>
        <p:spPr bwMode="auto">
          <a:xfrm>
            <a:off x="433388" y="361950"/>
            <a:ext cx="2120900" cy="457200"/>
          </a:xfrm>
          <a:prstGeom prst="rect">
            <a:avLst/>
          </a:prstGeom>
          <a:noFill/>
          <a:ln w="9525" algn="ctr">
            <a:noFill/>
            <a:miter lim="800000"/>
            <a:headEnd/>
            <a:tailEnd/>
          </a:ln>
        </p:spPr>
        <p:txBody>
          <a:bodyPr wrap="none">
            <a:spAutoFit/>
          </a:bodyPr>
          <a:lstStyle/>
          <a:p>
            <a:r>
              <a:rPr lang="en-GB" sz="2400" b="1"/>
              <a:t>LEDs Circuits</a:t>
            </a:r>
          </a:p>
        </p:txBody>
      </p:sp>
      <p:sp>
        <p:nvSpPr>
          <p:cNvPr id="5123" name="Text Box 76"/>
          <p:cNvSpPr txBox="1">
            <a:spLocks noChangeArrowheads="1"/>
          </p:cNvSpPr>
          <p:nvPr/>
        </p:nvSpPr>
        <p:spPr bwMode="auto">
          <a:xfrm>
            <a:off x="4716463" y="2708275"/>
            <a:ext cx="4427537" cy="1865126"/>
          </a:xfrm>
          <a:prstGeom prst="rect">
            <a:avLst/>
          </a:prstGeom>
          <a:noFill/>
          <a:ln w="9525" algn="ctr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pPr marL="176213" indent="-176213">
              <a:lnSpc>
                <a:spcPct val="120000"/>
              </a:lnSpc>
            </a:pPr>
            <a:r>
              <a:rPr lang="en-GB" sz="1600" b="1" dirty="0"/>
              <a:t>R1 limits current </a:t>
            </a:r>
          </a:p>
          <a:p>
            <a:pPr marL="176213" indent="-176213">
              <a:lnSpc>
                <a:spcPct val="120000"/>
              </a:lnSpc>
              <a:buFontTx/>
              <a:buChar char="•"/>
            </a:pPr>
            <a:r>
              <a:rPr lang="en-GB" sz="1600" dirty="0"/>
              <a:t>allows LED to light</a:t>
            </a:r>
          </a:p>
          <a:p>
            <a:pPr marL="176213" indent="-176213">
              <a:lnSpc>
                <a:spcPct val="120000"/>
              </a:lnSpc>
              <a:buFontTx/>
              <a:buChar char="•"/>
            </a:pPr>
            <a:r>
              <a:rPr lang="en-GB" sz="1600" dirty="0"/>
              <a:t>protects LED by restricting current through it</a:t>
            </a:r>
          </a:p>
          <a:p>
            <a:pPr marL="176213" indent="-176213">
              <a:lnSpc>
                <a:spcPct val="120000"/>
              </a:lnSpc>
              <a:buFontTx/>
              <a:buChar char="•"/>
            </a:pPr>
            <a:r>
              <a:rPr lang="en-GB" sz="1600" dirty="0"/>
              <a:t>restricts amount of current drawn from the power supply to conserve power</a:t>
            </a:r>
          </a:p>
        </p:txBody>
      </p:sp>
      <p:grpSp>
        <p:nvGrpSpPr>
          <p:cNvPr id="2" name="Group 78"/>
          <p:cNvGrpSpPr>
            <a:grpSpLocks/>
          </p:cNvGrpSpPr>
          <p:nvPr/>
        </p:nvGrpSpPr>
        <p:grpSpPr bwMode="auto">
          <a:xfrm>
            <a:off x="433388" y="1125538"/>
            <a:ext cx="3994150" cy="3048000"/>
            <a:chOff x="273" y="1344"/>
            <a:chExt cx="2381" cy="1972"/>
          </a:xfrm>
        </p:grpSpPr>
        <p:pic>
          <p:nvPicPr>
            <p:cNvPr id="5144" name="Picture 79"/>
            <p:cNvPicPr>
              <a:picLocks noChangeAspect="1" noChangeArrowheads="1"/>
            </p:cNvPicPr>
            <p:nvPr/>
          </p:nvPicPr>
          <p:blipFill>
            <a:blip r:embed="rId2" cstate="print"/>
            <a:srcRect l="1833" t="2480" r="1181" b="2156"/>
            <a:stretch>
              <a:fillRect/>
            </a:stretch>
          </p:blipFill>
          <p:spPr bwMode="auto">
            <a:xfrm>
              <a:off x="273" y="1344"/>
              <a:ext cx="2381" cy="1769"/>
            </a:xfrm>
            <a:prstGeom prst="rect">
              <a:avLst/>
            </a:prstGeom>
            <a:noFill/>
            <a:ln w="9525" algn="ctr">
              <a:noFill/>
              <a:miter lim="800000"/>
              <a:headEnd/>
              <a:tailEnd/>
            </a:ln>
          </p:spPr>
        </p:pic>
        <p:sp>
          <p:nvSpPr>
            <p:cNvPr id="5145" name="Rectangle 80"/>
            <p:cNvSpPr>
              <a:spLocks noChangeArrowheads="1"/>
            </p:cNvSpPr>
            <p:nvPr/>
          </p:nvSpPr>
          <p:spPr bwMode="auto">
            <a:xfrm>
              <a:off x="273" y="3158"/>
              <a:ext cx="1777" cy="158"/>
            </a:xfrm>
            <a:prstGeom prst="rect">
              <a:avLst/>
            </a:prstGeom>
            <a:noFill/>
            <a:ln w="9525" algn="ctr">
              <a:noFill/>
              <a:miter lim="800000"/>
              <a:headEnd/>
              <a:tailEnd/>
            </a:ln>
          </p:spPr>
          <p:txBody>
            <a:bodyPr wrap="none">
              <a:spAutoFit/>
            </a:bodyPr>
            <a:lstStyle/>
            <a:p>
              <a:r>
                <a:rPr lang="en-GB" sz="1000">
                  <a:solidFill>
                    <a:schemeClr val="bg1"/>
                  </a:solidFill>
                </a:rPr>
                <a:t>www.personeel.glr.nl/koster/elektro/led.htm</a:t>
              </a:r>
            </a:p>
          </p:txBody>
        </p:sp>
      </p:grpSp>
      <p:sp>
        <p:nvSpPr>
          <p:cNvPr id="5125" name="Text Box 81"/>
          <p:cNvSpPr txBox="1">
            <a:spLocks noChangeArrowheads="1"/>
          </p:cNvSpPr>
          <p:nvPr/>
        </p:nvSpPr>
        <p:spPr bwMode="auto">
          <a:xfrm>
            <a:off x="433388" y="4437063"/>
            <a:ext cx="3924300" cy="581025"/>
          </a:xfrm>
          <a:prstGeom prst="rect">
            <a:avLst/>
          </a:prstGeom>
          <a:noFill/>
          <a:ln w="9525" algn="ctr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r>
              <a:rPr lang="en-GB" sz="1600" dirty="0"/>
              <a:t>Conventionally, the longer connector is the anode (+</a:t>
            </a:r>
            <a:r>
              <a:rPr lang="en-GB" sz="1600" dirty="0" err="1"/>
              <a:t>ve</a:t>
            </a:r>
            <a:r>
              <a:rPr lang="en-GB" sz="1600" dirty="0"/>
              <a:t>)</a:t>
            </a:r>
          </a:p>
        </p:txBody>
      </p:sp>
      <p:sp>
        <p:nvSpPr>
          <p:cNvPr id="5126" name="Text Box 82"/>
          <p:cNvSpPr txBox="1">
            <a:spLocks noChangeArrowheads="1"/>
          </p:cNvSpPr>
          <p:nvPr/>
        </p:nvSpPr>
        <p:spPr bwMode="auto">
          <a:xfrm>
            <a:off x="2916238" y="1484313"/>
            <a:ext cx="1006475" cy="336550"/>
          </a:xfrm>
          <a:prstGeom prst="rect">
            <a:avLst/>
          </a:prstGeom>
          <a:noFill/>
          <a:ln w="9525" algn="ctr">
            <a:noFill/>
            <a:miter lim="800000"/>
            <a:headEnd/>
            <a:tailEnd/>
          </a:ln>
        </p:spPr>
        <p:txBody>
          <a:bodyPr wrap="none">
            <a:spAutoFit/>
          </a:bodyPr>
          <a:lstStyle/>
          <a:p>
            <a:r>
              <a:rPr lang="en-GB"/>
              <a:t>Cathode</a:t>
            </a:r>
          </a:p>
        </p:txBody>
      </p:sp>
      <p:sp>
        <p:nvSpPr>
          <p:cNvPr id="5127" name="Text Box 83"/>
          <p:cNvSpPr txBox="1">
            <a:spLocks noChangeArrowheads="1"/>
          </p:cNvSpPr>
          <p:nvPr/>
        </p:nvSpPr>
        <p:spPr bwMode="auto">
          <a:xfrm>
            <a:off x="2916238" y="2924175"/>
            <a:ext cx="815975" cy="336550"/>
          </a:xfrm>
          <a:prstGeom prst="rect">
            <a:avLst/>
          </a:prstGeom>
          <a:noFill/>
          <a:ln w="9525" algn="ctr">
            <a:noFill/>
            <a:miter lim="800000"/>
            <a:headEnd/>
            <a:tailEnd/>
          </a:ln>
        </p:spPr>
        <p:txBody>
          <a:bodyPr wrap="none">
            <a:spAutoFit/>
          </a:bodyPr>
          <a:lstStyle/>
          <a:p>
            <a:r>
              <a:rPr lang="en-GB"/>
              <a:t>Anode</a:t>
            </a:r>
          </a:p>
        </p:txBody>
      </p:sp>
      <p:sp>
        <p:nvSpPr>
          <p:cNvPr id="5128" name="Text Box 84"/>
          <p:cNvSpPr txBox="1">
            <a:spLocks noChangeArrowheads="1"/>
          </p:cNvSpPr>
          <p:nvPr/>
        </p:nvSpPr>
        <p:spPr bwMode="auto">
          <a:xfrm>
            <a:off x="4716463" y="4724400"/>
            <a:ext cx="4427537" cy="1569660"/>
          </a:xfrm>
          <a:prstGeom prst="rect">
            <a:avLst/>
          </a:prstGeom>
          <a:noFill/>
          <a:ln w="9525" algn="ctr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pPr marL="176213" indent="-176213">
              <a:lnSpc>
                <a:spcPct val="120000"/>
              </a:lnSpc>
            </a:pPr>
            <a:r>
              <a:rPr lang="en-GB" sz="1600" b="1" dirty="0"/>
              <a:t>Voltage drop</a:t>
            </a:r>
          </a:p>
          <a:p>
            <a:pPr marL="176213" indent="-176213">
              <a:lnSpc>
                <a:spcPct val="120000"/>
              </a:lnSpc>
              <a:buFontTx/>
              <a:buChar char="•"/>
            </a:pPr>
            <a:r>
              <a:rPr lang="en-GB" sz="1600" dirty="0"/>
              <a:t>Silicon diodes (all Si diodes, not just LEDs) have a voltage drop of 0.7Volts</a:t>
            </a:r>
          </a:p>
          <a:p>
            <a:pPr marL="176213" indent="-176213">
              <a:lnSpc>
                <a:spcPct val="120000"/>
              </a:lnSpc>
              <a:buFontTx/>
              <a:buChar char="•"/>
            </a:pPr>
            <a:r>
              <a:rPr lang="en-GB" sz="1600" dirty="0"/>
              <a:t>e.g. - if power supply = 5V, 4.3V will be dropped across R1</a:t>
            </a:r>
          </a:p>
        </p:txBody>
      </p:sp>
      <p:grpSp>
        <p:nvGrpSpPr>
          <p:cNvPr id="3" name="Group 87"/>
          <p:cNvGrpSpPr>
            <a:grpSpLocks/>
          </p:cNvGrpSpPr>
          <p:nvPr/>
        </p:nvGrpSpPr>
        <p:grpSpPr bwMode="auto">
          <a:xfrm>
            <a:off x="5292725" y="361950"/>
            <a:ext cx="3065463" cy="2159000"/>
            <a:chOff x="3334" y="228"/>
            <a:chExt cx="1931" cy="1360"/>
          </a:xfrm>
        </p:grpSpPr>
        <p:sp>
          <p:nvSpPr>
            <p:cNvPr id="5130" name="Line 62"/>
            <p:cNvSpPr>
              <a:spLocks noChangeShapeType="1"/>
            </p:cNvSpPr>
            <p:nvPr/>
          </p:nvSpPr>
          <p:spPr bwMode="auto">
            <a:xfrm>
              <a:off x="4880" y="228"/>
              <a:ext cx="0" cy="1224"/>
            </a:xfrm>
            <a:prstGeom prst="line">
              <a:avLst/>
            </a:prstGeom>
            <a:noFill/>
            <a:ln w="38100">
              <a:solidFill>
                <a:schemeClr val="tx1"/>
              </a:solidFill>
              <a:round/>
              <a:headEnd/>
              <a:tailEnd/>
            </a:ln>
          </p:spPr>
          <p:txBody>
            <a:bodyPr/>
            <a:lstStyle/>
            <a:p>
              <a:endParaRPr lang="en-GB"/>
            </a:p>
          </p:txBody>
        </p:sp>
        <p:grpSp>
          <p:nvGrpSpPr>
            <p:cNvPr id="4" name="Group 61"/>
            <p:cNvGrpSpPr>
              <a:grpSpLocks/>
            </p:cNvGrpSpPr>
            <p:nvPr/>
          </p:nvGrpSpPr>
          <p:grpSpPr bwMode="auto">
            <a:xfrm>
              <a:off x="4653" y="709"/>
              <a:ext cx="437" cy="372"/>
              <a:chOff x="3855" y="1895"/>
              <a:chExt cx="437" cy="372"/>
            </a:xfrm>
          </p:grpSpPr>
          <p:sp>
            <p:nvSpPr>
              <p:cNvPr id="5142" name="AutoShape 59"/>
              <p:cNvSpPr>
                <a:spLocks noChangeArrowheads="1"/>
              </p:cNvSpPr>
              <p:nvPr/>
            </p:nvSpPr>
            <p:spPr bwMode="auto">
              <a:xfrm>
                <a:off x="3855" y="1896"/>
                <a:ext cx="437" cy="371"/>
              </a:xfrm>
              <a:prstGeom prst="triangle">
                <a:avLst>
                  <a:gd name="adj" fmla="val 50000"/>
                </a:avLst>
              </a:prstGeom>
              <a:solidFill>
                <a:schemeClr val="bg1"/>
              </a:solidFill>
              <a:ln w="38100" algn="ctr">
                <a:solidFill>
                  <a:schemeClr val="tx1"/>
                </a:solidFill>
                <a:miter lim="800000"/>
                <a:headEnd/>
                <a:tailEnd/>
              </a:ln>
            </p:spPr>
            <p:txBody>
              <a:bodyPr wrap="none" anchor="ctr"/>
              <a:lstStyle/>
              <a:p>
                <a:endParaRPr lang="en-US"/>
              </a:p>
            </p:txBody>
          </p:sp>
          <p:sp>
            <p:nvSpPr>
              <p:cNvPr id="5143" name="Line 60"/>
              <p:cNvSpPr>
                <a:spLocks noChangeShapeType="1"/>
              </p:cNvSpPr>
              <p:nvPr/>
            </p:nvSpPr>
            <p:spPr bwMode="auto">
              <a:xfrm>
                <a:off x="3865" y="1895"/>
                <a:ext cx="427" cy="0"/>
              </a:xfrm>
              <a:prstGeom prst="line">
                <a:avLst/>
              </a:prstGeom>
              <a:noFill/>
              <a:ln w="38100">
                <a:solidFill>
                  <a:schemeClr val="tx1"/>
                </a:solidFill>
                <a:round/>
                <a:headEnd/>
                <a:tailEnd/>
              </a:ln>
            </p:spPr>
            <p:txBody>
              <a:bodyPr/>
              <a:lstStyle/>
              <a:p>
                <a:endParaRPr lang="en-GB"/>
              </a:p>
            </p:txBody>
          </p:sp>
        </p:grpSp>
        <p:sp>
          <p:nvSpPr>
            <p:cNvPr id="5132" name="Line 63"/>
            <p:cNvSpPr>
              <a:spLocks noChangeShapeType="1"/>
            </p:cNvSpPr>
            <p:nvPr/>
          </p:nvSpPr>
          <p:spPr bwMode="auto">
            <a:xfrm flipV="1">
              <a:off x="5084" y="591"/>
              <a:ext cx="159" cy="226"/>
            </a:xfrm>
            <a:prstGeom prst="line">
              <a:avLst/>
            </a:prstGeom>
            <a:noFill/>
            <a:ln w="38100">
              <a:solidFill>
                <a:schemeClr val="tx1"/>
              </a:solidFill>
              <a:round/>
              <a:headEnd/>
              <a:tailEnd type="triangle" w="med" len="med"/>
            </a:ln>
          </p:spPr>
          <p:txBody>
            <a:bodyPr/>
            <a:lstStyle/>
            <a:p>
              <a:endParaRPr lang="en-GB"/>
            </a:p>
          </p:txBody>
        </p:sp>
        <p:sp>
          <p:nvSpPr>
            <p:cNvPr id="5133" name="Line 66"/>
            <p:cNvSpPr>
              <a:spLocks noChangeShapeType="1"/>
            </p:cNvSpPr>
            <p:nvPr/>
          </p:nvSpPr>
          <p:spPr bwMode="auto">
            <a:xfrm flipV="1">
              <a:off x="3334" y="863"/>
              <a:ext cx="548" cy="0"/>
            </a:xfrm>
            <a:prstGeom prst="line">
              <a:avLst/>
            </a:prstGeom>
            <a:noFill/>
            <a:ln w="38100">
              <a:solidFill>
                <a:schemeClr val="tx1"/>
              </a:solidFill>
              <a:round/>
              <a:headEnd/>
              <a:tailEnd/>
            </a:ln>
          </p:spPr>
          <p:txBody>
            <a:bodyPr/>
            <a:lstStyle/>
            <a:p>
              <a:endParaRPr lang="en-GB"/>
            </a:p>
          </p:txBody>
        </p:sp>
        <p:sp>
          <p:nvSpPr>
            <p:cNvPr id="5134" name="Line 67"/>
            <p:cNvSpPr>
              <a:spLocks noChangeShapeType="1"/>
            </p:cNvSpPr>
            <p:nvPr/>
          </p:nvSpPr>
          <p:spPr bwMode="auto">
            <a:xfrm flipV="1">
              <a:off x="3422" y="779"/>
              <a:ext cx="353" cy="0"/>
            </a:xfrm>
            <a:prstGeom prst="line">
              <a:avLst/>
            </a:prstGeom>
            <a:noFill/>
            <a:ln w="38100">
              <a:solidFill>
                <a:schemeClr val="tx1"/>
              </a:solidFill>
              <a:round/>
              <a:headEnd/>
              <a:tailEnd/>
            </a:ln>
          </p:spPr>
          <p:txBody>
            <a:bodyPr/>
            <a:lstStyle/>
            <a:p>
              <a:endParaRPr lang="en-GB"/>
            </a:p>
          </p:txBody>
        </p:sp>
        <p:sp>
          <p:nvSpPr>
            <p:cNvPr id="5135" name="Line 68"/>
            <p:cNvSpPr>
              <a:spLocks noChangeShapeType="1"/>
            </p:cNvSpPr>
            <p:nvPr/>
          </p:nvSpPr>
          <p:spPr bwMode="auto">
            <a:xfrm flipH="1" flipV="1">
              <a:off x="3606" y="863"/>
              <a:ext cx="4" cy="589"/>
            </a:xfrm>
            <a:prstGeom prst="line">
              <a:avLst/>
            </a:prstGeom>
            <a:noFill/>
            <a:ln w="38100">
              <a:solidFill>
                <a:schemeClr val="tx1"/>
              </a:solidFill>
              <a:round/>
              <a:headEnd/>
              <a:tailEnd/>
            </a:ln>
          </p:spPr>
          <p:txBody>
            <a:bodyPr/>
            <a:lstStyle/>
            <a:p>
              <a:endParaRPr lang="en-GB"/>
            </a:p>
          </p:txBody>
        </p:sp>
        <p:sp>
          <p:nvSpPr>
            <p:cNvPr id="5136" name="Line 69"/>
            <p:cNvSpPr>
              <a:spLocks noChangeShapeType="1"/>
            </p:cNvSpPr>
            <p:nvPr/>
          </p:nvSpPr>
          <p:spPr bwMode="auto">
            <a:xfrm flipV="1">
              <a:off x="3606" y="228"/>
              <a:ext cx="4" cy="535"/>
            </a:xfrm>
            <a:prstGeom prst="line">
              <a:avLst/>
            </a:prstGeom>
            <a:noFill/>
            <a:ln w="38100">
              <a:solidFill>
                <a:schemeClr val="tx1"/>
              </a:solidFill>
              <a:round/>
              <a:headEnd/>
              <a:tailEnd/>
            </a:ln>
          </p:spPr>
          <p:txBody>
            <a:bodyPr/>
            <a:lstStyle/>
            <a:p>
              <a:endParaRPr lang="en-GB"/>
            </a:p>
          </p:txBody>
        </p:sp>
        <p:sp>
          <p:nvSpPr>
            <p:cNvPr id="5137" name="Line 71"/>
            <p:cNvSpPr>
              <a:spLocks noChangeShapeType="1"/>
            </p:cNvSpPr>
            <p:nvPr/>
          </p:nvSpPr>
          <p:spPr bwMode="auto">
            <a:xfrm>
              <a:off x="3610" y="1452"/>
              <a:ext cx="1270" cy="0"/>
            </a:xfrm>
            <a:prstGeom prst="line">
              <a:avLst/>
            </a:prstGeom>
            <a:noFill/>
            <a:ln w="38100">
              <a:solidFill>
                <a:schemeClr val="tx1"/>
              </a:solidFill>
              <a:round/>
              <a:headEnd/>
              <a:tailEnd/>
            </a:ln>
          </p:spPr>
          <p:txBody>
            <a:bodyPr/>
            <a:lstStyle/>
            <a:p>
              <a:endParaRPr lang="en-GB"/>
            </a:p>
          </p:txBody>
        </p:sp>
        <p:sp>
          <p:nvSpPr>
            <p:cNvPr id="5138" name="Rectangle 70"/>
            <p:cNvSpPr>
              <a:spLocks noChangeArrowheads="1"/>
            </p:cNvSpPr>
            <p:nvPr/>
          </p:nvSpPr>
          <p:spPr bwMode="auto">
            <a:xfrm>
              <a:off x="3836" y="1316"/>
              <a:ext cx="862" cy="272"/>
            </a:xfrm>
            <a:prstGeom prst="rect">
              <a:avLst/>
            </a:prstGeom>
            <a:solidFill>
              <a:schemeClr val="bg1"/>
            </a:solidFill>
            <a:ln w="38100" algn="ctr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5139" name="Line 72"/>
            <p:cNvSpPr>
              <a:spLocks noChangeShapeType="1"/>
            </p:cNvSpPr>
            <p:nvPr/>
          </p:nvSpPr>
          <p:spPr bwMode="auto">
            <a:xfrm>
              <a:off x="3610" y="228"/>
              <a:ext cx="1270" cy="0"/>
            </a:xfrm>
            <a:prstGeom prst="line">
              <a:avLst/>
            </a:prstGeom>
            <a:noFill/>
            <a:ln w="38100">
              <a:solidFill>
                <a:schemeClr val="tx1"/>
              </a:solidFill>
              <a:round/>
              <a:headEnd/>
              <a:tailEnd/>
            </a:ln>
          </p:spPr>
          <p:txBody>
            <a:bodyPr/>
            <a:lstStyle/>
            <a:p>
              <a:endParaRPr lang="en-GB"/>
            </a:p>
          </p:txBody>
        </p:sp>
        <p:sp>
          <p:nvSpPr>
            <p:cNvPr id="5140" name="Text Box 75"/>
            <p:cNvSpPr txBox="1">
              <a:spLocks noChangeArrowheads="1"/>
            </p:cNvSpPr>
            <p:nvPr/>
          </p:nvSpPr>
          <p:spPr bwMode="auto">
            <a:xfrm>
              <a:off x="4109" y="1044"/>
              <a:ext cx="298" cy="231"/>
            </a:xfrm>
            <a:prstGeom prst="rect">
              <a:avLst/>
            </a:prstGeom>
            <a:noFill/>
            <a:ln w="9525" algn="ctr">
              <a:noFill/>
              <a:miter lim="800000"/>
              <a:headEnd/>
              <a:tailEnd/>
            </a:ln>
          </p:spPr>
          <p:txBody>
            <a:bodyPr wrap="none">
              <a:spAutoFit/>
            </a:bodyPr>
            <a:lstStyle/>
            <a:p>
              <a:r>
                <a:rPr lang="en-GB" sz="1800" b="1"/>
                <a:t>R1</a:t>
              </a:r>
            </a:p>
          </p:txBody>
        </p:sp>
        <p:sp>
          <p:nvSpPr>
            <p:cNvPr id="5141" name="Line 85"/>
            <p:cNvSpPr>
              <a:spLocks noChangeShapeType="1"/>
            </p:cNvSpPr>
            <p:nvPr/>
          </p:nvSpPr>
          <p:spPr bwMode="auto">
            <a:xfrm flipV="1">
              <a:off x="5106" y="727"/>
              <a:ext cx="159" cy="226"/>
            </a:xfrm>
            <a:prstGeom prst="line">
              <a:avLst/>
            </a:prstGeom>
            <a:noFill/>
            <a:ln w="38100">
              <a:solidFill>
                <a:schemeClr val="tx1"/>
              </a:solidFill>
              <a:round/>
              <a:headEnd/>
              <a:tailEnd type="triangle" w="med" len="med"/>
            </a:ln>
          </p:spPr>
          <p:txBody>
            <a:bodyPr/>
            <a:lstStyle/>
            <a:p>
              <a:endParaRPr lang="en-GB"/>
            </a:p>
          </p:txBody>
        </p:sp>
      </p:grpSp>
    </p:spTree>
    <p:extLst>
      <p:ext uri="{BB962C8B-B14F-4D97-AF65-F5344CB8AC3E}">
        <p14:creationId xmlns:p14="http://schemas.microsoft.com/office/powerpoint/2010/main" val="2340613843"/>
      </p:ext>
    </p:extLst>
  </p:cSld>
  <p:clrMapOvr>
    <a:masterClrMapping/>
  </p:clrMapOvr>
</p:sld>
</file>

<file path=ppt/slides/slide1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64"/>
          <p:cNvGrpSpPr>
            <a:grpSpLocks/>
          </p:cNvGrpSpPr>
          <p:nvPr/>
        </p:nvGrpSpPr>
        <p:grpSpPr bwMode="auto">
          <a:xfrm>
            <a:off x="7524750" y="4076700"/>
            <a:ext cx="1325563" cy="2435225"/>
            <a:chOff x="3334" y="2160"/>
            <a:chExt cx="1036" cy="1895"/>
          </a:xfrm>
        </p:grpSpPr>
        <p:pic>
          <p:nvPicPr>
            <p:cNvPr id="6155" name="Picture 62"/>
            <p:cNvPicPr>
              <a:picLocks noChangeAspect="1" noChangeArrowheads="1"/>
            </p:cNvPicPr>
            <p:nvPr/>
          </p:nvPicPr>
          <p:blipFill>
            <a:blip r:embed="rId2" cstate="print"/>
            <a:srcRect/>
            <a:stretch>
              <a:fillRect/>
            </a:stretch>
          </p:blipFill>
          <p:spPr bwMode="auto">
            <a:xfrm>
              <a:off x="3334" y="2160"/>
              <a:ext cx="1036" cy="1781"/>
            </a:xfrm>
            <a:prstGeom prst="rect">
              <a:avLst/>
            </a:prstGeom>
            <a:noFill/>
            <a:ln w="9525" algn="ctr">
              <a:noFill/>
              <a:miter lim="800000"/>
              <a:headEnd/>
              <a:tailEnd/>
            </a:ln>
          </p:spPr>
        </p:pic>
        <p:sp>
          <p:nvSpPr>
            <p:cNvPr id="6156" name="Text Box 63"/>
            <p:cNvSpPr txBox="1">
              <a:spLocks noChangeArrowheads="1"/>
            </p:cNvSpPr>
            <p:nvPr/>
          </p:nvSpPr>
          <p:spPr bwMode="auto">
            <a:xfrm>
              <a:off x="3560" y="3793"/>
              <a:ext cx="775" cy="262"/>
            </a:xfrm>
            <a:prstGeom prst="rect">
              <a:avLst/>
            </a:prstGeom>
            <a:noFill/>
            <a:ln w="9525" algn="ctr">
              <a:noFill/>
              <a:miter lim="800000"/>
              <a:headEnd/>
              <a:tailEnd/>
            </a:ln>
          </p:spPr>
          <p:txBody>
            <a:bodyPr wrap="none">
              <a:spAutoFit/>
            </a:bodyPr>
            <a:lstStyle/>
            <a:p>
              <a:r>
                <a:rPr lang="en-GB" sz="1600" dirty="0"/>
                <a:t>...pins...</a:t>
              </a:r>
            </a:p>
          </p:txBody>
        </p:sp>
      </p:grpSp>
      <p:pic>
        <p:nvPicPr>
          <p:cNvPr id="6147" name="Picture 61"/>
          <p:cNvPicPr>
            <a:picLocks noChangeAspect="1" noChangeArrowheads="1"/>
          </p:cNvPicPr>
          <p:nvPr/>
        </p:nvPicPr>
        <p:blipFill>
          <a:blip r:embed="rId3" cstate="print"/>
          <a:srcRect/>
          <a:stretch>
            <a:fillRect/>
          </a:stretch>
        </p:blipFill>
        <p:spPr bwMode="auto">
          <a:xfrm>
            <a:off x="433388" y="361950"/>
            <a:ext cx="3719512" cy="4146550"/>
          </a:xfrm>
          <a:prstGeom prst="rect">
            <a:avLst/>
          </a:prstGeom>
          <a:noFill/>
          <a:ln w="9525" algn="ctr">
            <a:noFill/>
            <a:miter lim="800000"/>
            <a:headEnd/>
            <a:tailEnd/>
          </a:ln>
        </p:spPr>
      </p:pic>
      <p:sp>
        <p:nvSpPr>
          <p:cNvPr id="6148" name="Text Box 7"/>
          <p:cNvSpPr txBox="1">
            <a:spLocks noChangeArrowheads="1"/>
          </p:cNvSpPr>
          <p:nvPr/>
        </p:nvSpPr>
        <p:spPr bwMode="auto">
          <a:xfrm>
            <a:off x="433388" y="361950"/>
            <a:ext cx="2120900" cy="457200"/>
          </a:xfrm>
          <a:prstGeom prst="rect">
            <a:avLst/>
          </a:prstGeom>
          <a:noFill/>
          <a:ln w="9525" algn="ctr">
            <a:noFill/>
            <a:miter lim="800000"/>
            <a:headEnd/>
            <a:tailEnd/>
          </a:ln>
        </p:spPr>
        <p:txBody>
          <a:bodyPr wrap="none">
            <a:spAutoFit/>
          </a:bodyPr>
          <a:lstStyle/>
          <a:p>
            <a:r>
              <a:rPr lang="en-GB" sz="2400" b="1"/>
              <a:t>LEDs Circuits</a:t>
            </a:r>
          </a:p>
        </p:txBody>
      </p:sp>
      <p:sp>
        <p:nvSpPr>
          <p:cNvPr id="6149" name="Text Box 55"/>
          <p:cNvSpPr txBox="1">
            <a:spLocks noChangeArrowheads="1"/>
          </p:cNvSpPr>
          <p:nvPr/>
        </p:nvSpPr>
        <p:spPr bwMode="auto">
          <a:xfrm>
            <a:off x="433388" y="4508500"/>
            <a:ext cx="4319587" cy="1988237"/>
          </a:xfrm>
          <a:prstGeom prst="rect">
            <a:avLst/>
          </a:prstGeom>
          <a:noFill/>
          <a:ln w="9525" algn="ctr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pPr marL="176213" indent="-176213">
              <a:lnSpc>
                <a:spcPct val="110000"/>
              </a:lnSpc>
            </a:pPr>
            <a:r>
              <a:rPr lang="en-GB" sz="1600" b="1" dirty="0"/>
              <a:t>Arrays of LEDs</a:t>
            </a:r>
            <a:r>
              <a:rPr lang="en-GB" sz="1600" dirty="0"/>
              <a:t> </a:t>
            </a:r>
          </a:p>
          <a:p>
            <a:pPr marL="176213" indent="-176213">
              <a:lnSpc>
                <a:spcPct val="110000"/>
              </a:lnSpc>
              <a:buFontTx/>
              <a:buChar char="•"/>
            </a:pPr>
            <a:r>
              <a:rPr lang="en-GB" sz="1600" dirty="0"/>
              <a:t>each LED individually operated</a:t>
            </a:r>
          </a:p>
          <a:p>
            <a:pPr marL="176213" indent="-176213">
              <a:lnSpc>
                <a:spcPct val="110000"/>
              </a:lnSpc>
              <a:buFontTx/>
              <a:buChar char="•"/>
            </a:pPr>
            <a:r>
              <a:rPr lang="en-GB" sz="1600" dirty="0"/>
              <a:t>e.g. by logic circuits</a:t>
            </a:r>
          </a:p>
          <a:p>
            <a:pPr marL="176213" indent="-176213">
              <a:lnSpc>
                <a:spcPct val="110000"/>
              </a:lnSpc>
              <a:buFontTx/>
              <a:buChar char="•"/>
            </a:pPr>
            <a:r>
              <a:rPr lang="en-GB" sz="1600" dirty="0"/>
              <a:t>to produce simple displays</a:t>
            </a:r>
          </a:p>
          <a:p>
            <a:pPr marL="530225" lvl="1" indent="-174625">
              <a:lnSpc>
                <a:spcPct val="110000"/>
              </a:lnSpc>
              <a:buFontTx/>
              <a:buChar char="•"/>
            </a:pPr>
            <a:r>
              <a:rPr lang="en-GB" sz="1600" dirty="0"/>
              <a:t>bars</a:t>
            </a:r>
          </a:p>
          <a:p>
            <a:pPr marL="530225" lvl="1" indent="-174625">
              <a:lnSpc>
                <a:spcPct val="110000"/>
              </a:lnSpc>
              <a:buFontTx/>
              <a:buChar char="•"/>
            </a:pPr>
            <a:r>
              <a:rPr lang="en-GB" sz="1600" dirty="0"/>
              <a:t>seven segment</a:t>
            </a:r>
          </a:p>
          <a:p>
            <a:pPr marL="530225" lvl="1" indent="-174625">
              <a:lnSpc>
                <a:spcPct val="110000"/>
              </a:lnSpc>
              <a:buFontTx/>
              <a:buChar char="•"/>
            </a:pPr>
            <a:r>
              <a:rPr lang="en-GB" sz="1600" dirty="0"/>
              <a:t>etc</a:t>
            </a:r>
          </a:p>
        </p:txBody>
      </p:sp>
      <p:pic>
        <p:nvPicPr>
          <p:cNvPr id="6150" name="Picture 56"/>
          <p:cNvPicPr>
            <a:picLocks noChangeAspect="1" noChangeArrowheads="1"/>
          </p:cNvPicPr>
          <p:nvPr/>
        </p:nvPicPr>
        <p:blipFill>
          <a:blip r:embed="rId4" cstate="print"/>
          <a:srcRect/>
          <a:stretch>
            <a:fillRect/>
          </a:stretch>
        </p:blipFill>
        <p:spPr bwMode="auto">
          <a:xfrm>
            <a:off x="7308850" y="361950"/>
            <a:ext cx="1835150" cy="1757363"/>
          </a:xfrm>
          <a:prstGeom prst="rect">
            <a:avLst/>
          </a:prstGeom>
          <a:noFill/>
          <a:ln w="9525" algn="ctr">
            <a:noFill/>
            <a:miter lim="800000"/>
            <a:headEnd/>
            <a:tailEnd/>
          </a:ln>
        </p:spPr>
      </p:pic>
      <p:pic>
        <p:nvPicPr>
          <p:cNvPr id="6151" name="Picture 57"/>
          <p:cNvPicPr>
            <a:picLocks noChangeAspect="1" noChangeArrowheads="1"/>
          </p:cNvPicPr>
          <p:nvPr/>
        </p:nvPicPr>
        <p:blipFill>
          <a:blip r:embed="rId5" cstate="print"/>
          <a:srcRect/>
          <a:stretch>
            <a:fillRect/>
          </a:stretch>
        </p:blipFill>
        <p:spPr bwMode="auto">
          <a:xfrm>
            <a:off x="7308850" y="2276475"/>
            <a:ext cx="1835150" cy="1828800"/>
          </a:xfrm>
          <a:prstGeom prst="rect">
            <a:avLst/>
          </a:prstGeom>
          <a:noFill/>
          <a:ln w="9525" algn="ctr">
            <a:noFill/>
            <a:miter lim="800000"/>
            <a:headEnd/>
            <a:tailEnd/>
          </a:ln>
        </p:spPr>
      </p:pic>
      <p:sp>
        <p:nvSpPr>
          <p:cNvPr id="6152" name="Rectangle 59"/>
          <p:cNvSpPr>
            <a:spLocks noChangeArrowheads="1"/>
          </p:cNvSpPr>
          <p:nvPr/>
        </p:nvSpPr>
        <p:spPr bwMode="auto">
          <a:xfrm>
            <a:off x="3481388" y="6308725"/>
            <a:ext cx="5662612" cy="228600"/>
          </a:xfrm>
          <a:prstGeom prst="rect">
            <a:avLst/>
          </a:prstGeom>
          <a:noFill/>
          <a:ln w="9525" algn="ctr">
            <a:noFill/>
            <a:miter lim="800000"/>
            <a:headEnd/>
            <a:tailEnd/>
          </a:ln>
        </p:spPr>
        <p:txBody>
          <a:bodyPr wrap="none">
            <a:spAutoFit/>
          </a:bodyPr>
          <a:lstStyle/>
          <a:p>
            <a:r>
              <a:rPr lang="en-GB" sz="900" dirty="0">
                <a:solidFill>
                  <a:schemeClr val="bg1"/>
                </a:solidFill>
              </a:rPr>
              <a:t>http://www.highwaygold.co.uk/science/technology/electronics/components/optoelectronics/led/</a:t>
            </a:r>
          </a:p>
        </p:txBody>
      </p:sp>
      <p:pic>
        <p:nvPicPr>
          <p:cNvPr id="6153" name="Picture 60"/>
          <p:cNvPicPr>
            <a:picLocks noChangeAspect="1" noChangeArrowheads="1"/>
          </p:cNvPicPr>
          <p:nvPr/>
        </p:nvPicPr>
        <p:blipFill>
          <a:blip r:embed="rId6" cstate="print"/>
          <a:srcRect t="6813" b="6813"/>
          <a:stretch>
            <a:fillRect/>
          </a:stretch>
        </p:blipFill>
        <p:spPr bwMode="auto">
          <a:xfrm>
            <a:off x="5076825" y="361950"/>
            <a:ext cx="2068513" cy="2736850"/>
          </a:xfrm>
          <a:prstGeom prst="rect">
            <a:avLst/>
          </a:prstGeom>
          <a:noFill/>
          <a:ln w="9525" algn="ctr">
            <a:noFill/>
            <a:miter lim="800000"/>
            <a:headEnd/>
            <a:tailEnd/>
          </a:ln>
        </p:spPr>
      </p:pic>
      <p:pic>
        <p:nvPicPr>
          <p:cNvPr id="6154" name="Picture 65"/>
          <p:cNvPicPr>
            <a:picLocks noChangeAspect="1" noChangeArrowheads="1"/>
          </p:cNvPicPr>
          <p:nvPr/>
        </p:nvPicPr>
        <p:blipFill>
          <a:blip r:embed="rId7" cstate="print"/>
          <a:srcRect b="12003"/>
          <a:stretch>
            <a:fillRect/>
          </a:stretch>
        </p:blipFill>
        <p:spPr bwMode="auto">
          <a:xfrm>
            <a:off x="4787900" y="3213100"/>
            <a:ext cx="2316163" cy="3241675"/>
          </a:xfrm>
          <a:prstGeom prst="rect">
            <a:avLst/>
          </a:prstGeom>
          <a:noFill/>
          <a:ln w="9525" algn="ctr">
            <a:noFill/>
            <a:miter lim="800000"/>
            <a:headEnd/>
            <a:tailEnd/>
          </a:ln>
        </p:spPr>
      </p:pic>
    </p:spTree>
    <p:extLst>
      <p:ext uri="{BB962C8B-B14F-4D97-AF65-F5344CB8AC3E}">
        <p14:creationId xmlns:p14="http://schemas.microsoft.com/office/powerpoint/2010/main" val="399989762"/>
      </p:ext>
    </p:extLst>
  </p:cSld>
  <p:clrMapOvr>
    <a:masterClrMapping/>
  </p:clrMapOvr>
</p:sld>
</file>

<file path=ppt/slides/slide1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395288" y="941388"/>
            <a:ext cx="8301037" cy="2554545"/>
          </a:xfrm>
          <a:prstGeom prst="rect">
            <a:avLst/>
          </a:prstGeom>
        </p:spPr>
        <p:txBody>
          <a:bodyPr>
            <a:spAutoFit/>
          </a:bodyPr>
          <a:lstStyle/>
          <a:p>
            <a:pPr marL="180975" indent="-180975">
              <a:defRPr/>
            </a:pPr>
            <a:r>
              <a:rPr lang="en-GB" sz="1600" b="1" dirty="0"/>
              <a:t>Dynamic Range: The difference between the highest and lowest acceptable levels. </a:t>
            </a:r>
          </a:p>
          <a:p>
            <a:pPr marL="180975" indent="-180975">
              <a:buFont typeface="Arial" pitchFamily="34" charset="0"/>
              <a:buChar char="•"/>
              <a:defRPr/>
            </a:pPr>
            <a:r>
              <a:rPr lang="en-GB" sz="1600" dirty="0"/>
              <a:t>Arrange for:</a:t>
            </a:r>
          </a:p>
          <a:p>
            <a:pPr marL="354013" lvl="1" indent="-180975">
              <a:buFont typeface="Arial" pitchFamily="34" charset="0"/>
              <a:buChar char="•"/>
              <a:defRPr/>
            </a:pPr>
            <a:r>
              <a:rPr lang="en-GB" sz="1600" dirty="0"/>
              <a:t>the loudest peaks to be below the maximum level which the system can handle </a:t>
            </a:r>
          </a:p>
          <a:p>
            <a:pPr marL="354013" lvl="1" indent="-180975">
              <a:buFont typeface="Arial" pitchFamily="34" charset="0"/>
              <a:buChar char="•"/>
              <a:defRPr/>
            </a:pPr>
            <a:r>
              <a:rPr lang="en-GB" sz="1600" dirty="0"/>
              <a:t>and for the quietest signals to be kept well above the noise floor</a:t>
            </a:r>
          </a:p>
          <a:p>
            <a:pPr>
              <a:defRPr/>
            </a:pPr>
            <a:endParaRPr lang="en-GB" sz="1600" dirty="0"/>
          </a:p>
          <a:p>
            <a:pPr marL="180975" indent="-180975">
              <a:defRPr/>
            </a:pPr>
            <a:r>
              <a:rPr lang="en-GB" sz="1600" b="1" dirty="0"/>
              <a:t>Meters – mostly for avoiding overloads and maximising signal-to-noise ratio</a:t>
            </a:r>
          </a:p>
          <a:p>
            <a:pPr marL="180975" indent="-180975">
              <a:buFont typeface="Arial" pitchFamily="34" charset="0"/>
              <a:buChar char="•"/>
              <a:defRPr/>
            </a:pPr>
            <a:r>
              <a:rPr lang="en-GB" sz="1600" dirty="0"/>
              <a:t>level meters on recorders and consoles mainly intended as an aid to balancing sound levels </a:t>
            </a:r>
          </a:p>
          <a:p>
            <a:pPr marL="180975" indent="-180975">
              <a:buFont typeface="Arial" pitchFamily="34" charset="0"/>
              <a:buChar char="•"/>
              <a:defRPr/>
            </a:pPr>
            <a:r>
              <a:rPr lang="en-GB" sz="1600" dirty="0"/>
              <a:t>Simply matching peak meter levels between different sources is not consistent</a:t>
            </a:r>
          </a:p>
        </p:txBody>
      </p:sp>
      <p:pic>
        <p:nvPicPr>
          <p:cNvPr id="7171" name="Picture 4"/>
          <p:cNvPicPr>
            <a:picLocks noChangeAspect="1" noChangeArrowheads="1"/>
          </p:cNvPicPr>
          <p:nvPr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395288" y="3916363"/>
            <a:ext cx="8296275" cy="2351087"/>
          </a:xfrm>
          <a:prstGeom prst="rect">
            <a:avLst/>
          </a:prstGeom>
          <a:noFill/>
          <a:ln w="9525" algn="ctr">
            <a:noFill/>
            <a:miter lim="800000"/>
            <a:headEnd/>
            <a:tailEnd/>
          </a:ln>
        </p:spPr>
      </p:pic>
      <p:sp>
        <p:nvSpPr>
          <p:cNvPr id="7172" name="Rectangle 3"/>
          <p:cNvSpPr>
            <a:spLocks noChangeArrowheads="1"/>
          </p:cNvSpPr>
          <p:nvPr/>
        </p:nvSpPr>
        <p:spPr bwMode="auto">
          <a:xfrm>
            <a:off x="395288" y="331788"/>
            <a:ext cx="2517775" cy="46196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>
            <a:spAutoFit/>
          </a:bodyPr>
          <a:lstStyle/>
          <a:p>
            <a:r>
              <a:rPr lang="en-GB" sz="2400" b="1" dirty="0">
                <a:solidFill>
                  <a:srgbClr val="000000"/>
                </a:solidFill>
              </a:rPr>
              <a:t>Dynamic range </a:t>
            </a:r>
            <a:endParaRPr lang="en-GB" sz="2400" b="1" dirty="0"/>
          </a:p>
        </p:txBody>
      </p:sp>
    </p:spTree>
    <p:extLst>
      <p:ext uri="{BB962C8B-B14F-4D97-AF65-F5344CB8AC3E}">
        <p14:creationId xmlns:p14="http://schemas.microsoft.com/office/powerpoint/2010/main" val="3511197458"/>
      </p:ext>
    </p:extLst>
  </p:cSld>
  <p:clrMapOvr>
    <a:masterClrMapping/>
  </p:clrMapOvr>
</p:sld>
</file>

<file path=ppt/slides/slide1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94" name="Rectangle 3"/>
          <p:cNvSpPr>
            <a:spLocks noChangeArrowheads="1"/>
          </p:cNvSpPr>
          <p:nvPr/>
        </p:nvSpPr>
        <p:spPr bwMode="auto">
          <a:xfrm>
            <a:off x="395288" y="331788"/>
            <a:ext cx="4800600" cy="46196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>
            <a:spAutoFit/>
          </a:bodyPr>
          <a:lstStyle/>
          <a:p>
            <a:r>
              <a:rPr lang="en-GB" sz="2400" b="1"/>
              <a:t>RTA &amp; Level-History Metering	</a:t>
            </a:r>
          </a:p>
        </p:txBody>
      </p:sp>
      <p:sp>
        <p:nvSpPr>
          <p:cNvPr id="8195" name="Rectangle 4"/>
          <p:cNvSpPr>
            <a:spLocks noChangeArrowheads="1"/>
          </p:cNvSpPr>
          <p:nvPr/>
        </p:nvSpPr>
        <p:spPr bwMode="auto">
          <a:xfrm>
            <a:off x="395288" y="833802"/>
            <a:ext cx="4481512" cy="1631216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pPr marL="185738" indent="-185738">
              <a:lnSpc>
                <a:spcPts val="2400"/>
              </a:lnSpc>
            </a:pPr>
            <a:r>
              <a:rPr lang="en-GB" sz="1600" b="1" dirty="0"/>
              <a:t>Real-Time Spectrum Analyser (RTA)</a:t>
            </a:r>
          </a:p>
          <a:p>
            <a:pPr marL="185738" indent="-185738">
              <a:lnSpc>
                <a:spcPts val="2400"/>
              </a:lnSpc>
              <a:buFont typeface="Arial" charset="0"/>
              <a:buChar char="•"/>
            </a:pPr>
            <a:r>
              <a:rPr lang="en-GB" sz="1600" dirty="0"/>
              <a:t>programme level varies in different parts of the frequency spectrum </a:t>
            </a:r>
          </a:p>
          <a:p>
            <a:pPr marL="185738" indent="-185738">
              <a:lnSpc>
                <a:spcPts val="2400"/>
              </a:lnSpc>
              <a:buFont typeface="Arial" charset="0"/>
              <a:buChar char="•"/>
            </a:pPr>
            <a:r>
              <a:rPr lang="en-GB" sz="1600" dirty="0"/>
              <a:t>many different measuring standards for RTAs (like programme level meters):</a:t>
            </a:r>
          </a:p>
        </p:txBody>
      </p:sp>
      <p:pic>
        <p:nvPicPr>
          <p:cNvPr id="8196" name="Picture 2"/>
          <p:cNvPicPr>
            <a:picLocks noChangeAspect="1" noChangeArrowheads="1"/>
          </p:cNvPicPr>
          <p:nvPr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5067300" y="331788"/>
            <a:ext cx="3624263" cy="2892425"/>
          </a:xfrm>
          <a:prstGeom prst="rect">
            <a:avLst/>
          </a:prstGeom>
          <a:noFill/>
          <a:ln w="9525" algn="ctr">
            <a:noFill/>
            <a:miter lim="800000"/>
            <a:headEnd/>
            <a:tailEnd/>
          </a:ln>
        </p:spPr>
      </p:pic>
      <p:pic>
        <p:nvPicPr>
          <p:cNvPr id="8197" name="Picture 4" descr="http://www.mackie.com/Products/D8B_V3/PlugIns/acuma/AcumaRTA31.jpg"/>
          <p:cNvPicPr>
            <a:picLocks noChangeAspect="1" noChangeArrowheads="1"/>
          </p:cNvPicPr>
          <p:nvPr/>
        </p:nvPicPr>
        <p:blipFill>
          <a:blip r:embed="rId3" cstate="print"/>
          <a:srcRect/>
          <a:stretch>
            <a:fillRect/>
          </a:stretch>
        </p:blipFill>
        <p:spPr bwMode="auto">
          <a:xfrm>
            <a:off x="3133725" y="3373438"/>
            <a:ext cx="5686425" cy="30257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sp>
        <p:nvSpPr>
          <p:cNvPr id="8198" name="Rectangle 7"/>
          <p:cNvSpPr>
            <a:spLocks noChangeArrowheads="1"/>
          </p:cNvSpPr>
          <p:nvPr/>
        </p:nvSpPr>
        <p:spPr bwMode="auto">
          <a:xfrm>
            <a:off x="395288" y="5591175"/>
            <a:ext cx="2714625" cy="64611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r>
              <a:rPr lang="en-GB" sz="1200"/>
              <a:t>http://www.mackie.com/Products/d8b_v3/PlugIns/acuma/acuma.html</a:t>
            </a:r>
          </a:p>
        </p:txBody>
      </p:sp>
      <p:sp>
        <p:nvSpPr>
          <p:cNvPr id="8199" name="Rectangle 8"/>
          <p:cNvSpPr>
            <a:spLocks noChangeArrowheads="1"/>
          </p:cNvSpPr>
          <p:nvPr/>
        </p:nvSpPr>
        <p:spPr bwMode="auto">
          <a:xfrm>
            <a:off x="395288" y="5227638"/>
            <a:ext cx="2233612" cy="33972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>
            <a:spAutoFit/>
          </a:bodyPr>
          <a:lstStyle/>
          <a:p>
            <a:r>
              <a:rPr lang="en-GB" sz="1600" b="1" dirty="0" err="1"/>
              <a:t>Acuma</a:t>
            </a:r>
            <a:r>
              <a:rPr lang="en-GB" sz="1600" b="1" dirty="0"/>
              <a:t> Labs RTA-31</a:t>
            </a:r>
            <a:endParaRPr lang="en-GB" sz="1600" dirty="0"/>
          </a:p>
        </p:txBody>
      </p:sp>
      <p:sp>
        <p:nvSpPr>
          <p:cNvPr id="8200" name="TextBox 9"/>
          <p:cNvSpPr txBox="1">
            <a:spLocks noChangeArrowheads="1"/>
          </p:cNvSpPr>
          <p:nvPr/>
        </p:nvSpPr>
        <p:spPr bwMode="auto">
          <a:xfrm>
            <a:off x="5648325" y="2933700"/>
            <a:ext cx="3179763" cy="338138"/>
          </a:xfrm>
          <a:prstGeom prst="rect">
            <a:avLst/>
          </a:prstGeom>
          <a:solidFill>
            <a:schemeClr val="bg1">
              <a:alpha val="74117"/>
            </a:schemeClr>
          </a:solidFill>
          <a:ln w="9525">
            <a:noFill/>
            <a:miter lim="800000"/>
            <a:headEnd/>
            <a:tailEnd/>
          </a:ln>
        </p:spPr>
        <p:txBody>
          <a:bodyPr wrap="none">
            <a:spAutoFit/>
          </a:bodyPr>
          <a:lstStyle/>
          <a:p>
            <a:r>
              <a:rPr lang="en-GB"/>
              <a:t>Goldwave - spectrum analysis</a:t>
            </a:r>
          </a:p>
        </p:txBody>
      </p:sp>
      <p:sp>
        <p:nvSpPr>
          <p:cNvPr id="8201" name="Rectangle 10"/>
          <p:cNvSpPr>
            <a:spLocks noChangeArrowheads="1"/>
          </p:cNvSpPr>
          <p:nvPr/>
        </p:nvSpPr>
        <p:spPr bwMode="auto">
          <a:xfrm>
            <a:off x="5610225" y="331788"/>
            <a:ext cx="57150" cy="2878137"/>
          </a:xfrm>
          <a:prstGeom prst="rect">
            <a:avLst/>
          </a:prstGeom>
          <a:solidFill>
            <a:srgbClr val="990000">
              <a:alpha val="45097"/>
            </a:srgbClr>
          </a:solidFill>
          <a:ln w="9525" algn="ctr">
            <a:noFill/>
            <a:round/>
            <a:headEnd/>
            <a:tailEnd/>
          </a:ln>
        </p:spPr>
        <p:txBody>
          <a:bodyPr/>
          <a:lstStyle/>
          <a:p>
            <a:endParaRPr lang="en-US"/>
          </a:p>
        </p:txBody>
      </p:sp>
      <p:sp>
        <p:nvSpPr>
          <p:cNvPr id="8202" name="Rectangle 9"/>
          <p:cNvSpPr>
            <a:spLocks noChangeArrowheads="1"/>
          </p:cNvSpPr>
          <p:nvPr/>
        </p:nvSpPr>
        <p:spPr bwMode="auto">
          <a:xfrm>
            <a:off x="665163" y="2463279"/>
            <a:ext cx="2692400" cy="193992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pPr marL="185738" indent="-185738">
              <a:lnSpc>
                <a:spcPts val="2400"/>
              </a:lnSpc>
              <a:buFont typeface="Arial" charset="0"/>
              <a:buChar char="•"/>
            </a:pPr>
            <a:r>
              <a:rPr lang="en-GB" sz="1600" dirty="0"/>
              <a:t>meter ballistics</a:t>
            </a:r>
          </a:p>
          <a:p>
            <a:pPr marL="185738" indent="-185738">
              <a:lnSpc>
                <a:spcPts val="2400"/>
              </a:lnSpc>
              <a:buFont typeface="Arial" charset="0"/>
              <a:buChar char="•"/>
            </a:pPr>
            <a:r>
              <a:rPr lang="en-GB" sz="1600" dirty="0"/>
              <a:t>numbers and widths of the separate measuring bands,</a:t>
            </a:r>
          </a:p>
          <a:p>
            <a:pPr marL="185738" indent="-185738">
              <a:lnSpc>
                <a:spcPts val="2400"/>
              </a:lnSpc>
              <a:buFont typeface="Arial" charset="0"/>
              <a:buChar char="•"/>
            </a:pPr>
            <a:r>
              <a:rPr lang="en-GB" sz="1600" dirty="0"/>
              <a:t>meter for history of programme levels </a:t>
            </a:r>
          </a:p>
        </p:txBody>
      </p:sp>
    </p:spTree>
    <p:extLst>
      <p:ext uri="{BB962C8B-B14F-4D97-AF65-F5344CB8AC3E}">
        <p14:creationId xmlns:p14="http://schemas.microsoft.com/office/powerpoint/2010/main" val="3060025904"/>
      </p:ext>
    </p:extLst>
  </p:cSld>
  <p:clrMapOvr>
    <a:masterClrMapping/>
  </p:clrMapOvr>
</p:sld>
</file>

<file path=ppt/slides/slide1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218" name="Rectangle 3"/>
          <p:cNvSpPr>
            <a:spLocks noChangeArrowheads="1"/>
          </p:cNvSpPr>
          <p:nvPr/>
        </p:nvSpPr>
        <p:spPr bwMode="auto">
          <a:xfrm>
            <a:off x="395288" y="946150"/>
            <a:ext cx="4832350" cy="4829014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pPr marL="182563" indent="-182563">
              <a:lnSpc>
                <a:spcPct val="150000"/>
              </a:lnSpc>
              <a:buFont typeface="Arial" charset="0"/>
              <a:buChar char="•"/>
            </a:pPr>
            <a:r>
              <a:rPr lang="en-GB" sz="1600" dirty="0"/>
              <a:t>simplest of meter designs</a:t>
            </a:r>
          </a:p>
          <a:p>
            <a:pPr marL="182563" indent="-182563">
              <a:lnSpc>
                <a:spcPct val="150000"/>
              </a:lnSpc>
              <a:buFont typeface="Arial" charset="0"/>
              <a:buChar char="•"/>
            </a:pPr>
            <a:r>
              <a:rPr lang="en-GB" sz="1600" dirty="0"/>
              <a:t>display an approximation to the RMS voltage level of electrical signals </a:t>
            </a:r>
          </a:p>
          <a:p>
            <a:pPr marL="638175" lvl="1" indent="-180975">
              <a:lnSpc>
                <a:spcPct val="150000"/>
              </a:lnSpc>
              <a:buFont typeface="Arial" charset="0"/>
              <a:buChar char="•"/>
            </a:pPr>
            <a:r>
              <a:rPr lang="en-GB" sz="1600" dirty="0"/>
              <a:t>(ok for pure sine, but not for complex waves)</a:t>
            </a:r>
          </a:p>
          <a:p>
            <a:pPr marL="182563" indent="-182563">
              <a:lnSpc>
                <a:spcPct val="150000"/>
              </a:lnSpc>
              <a:buFont typeface="Arial" charset="0"/>
              <a:buChar char="•"/>
            </a:pPr>
            <a:r>
              <a:rPr lang="en-GB" sz="1600" dirty="0"/>
              <a:t>will usually read slightly lower than the true RMS value</a:t>
            </a:r>
          </a:p>
          <a:p>
            <a:pPr marL="182563" indent="-182563">
              <a:lnSpc>
                <a:spcPct val="150000"/>
              </a:lnSpc>
              <a:buFont typeface="Arial" charset="0"/>
              <a:buChar char="•"/>
            </a:pPr>
            <a:r>
              <a:rPr lang="en-GB" sz="1600" dirty="0"/>
              <a:t>but still useful and practical </a:t>
            </a:r>
          </a:p>
          <a:p>
            <a:pPr marL="182563" indent="-182563">
              <a:lnSpc>
                <a:spcPct val="150000"/>
              </a:lnSpc>
              <a:buFont typeface="Arial" charset="0"/>
              <a:buChar char="•"/>
            </a:pPr>
            <a:r>
              <a:rPr lang="en-GB" sz="1600" dirty="0"/>
              <a:t>inherently cheap - no complex peak-sensing driver circuitry involved</a:t>
            </a:r>
          </a:p>
          <a:p>
            <a:pPr marL="182563" indent="-182563">
              <a:lnSpc>
                <a:spcPct val="150000"/>
              </a:lnSpc>
              <a:buFont typeface="Arial" charset="0"/>
              <a:buChar char="•"/>
            </a:pPr>
            <a:r>
              <a:rPr lang="en-GB" sz="1600" dirty="0"/>
              <a:t>VU meters on different equipment react differently </a:t>
            </a:r>
          </a:p>
          <a:p>
            <a:pPr marL="182563" indent="-182563">
              <a:lnSpc>
                <a:spcPct val="110000"/>
              </a:lnSpc>
              <a:buFont typeface="Arial" charset="0"/>
              <a:buNone/>
            </a:pPr>
            <a:endParaRPr lang="en-GB" sz="1600" dirty="0"/>
          </a:p>
        </p:txBody>
      </p:sp>
      <p:sp>
        <p:nvSpPr>
          <p:cNvPr id="9219" name="TextBox 4"/>
          <p:cNvSpPr txBox="1">
            <a:spLocks noChangeArrowheads="1"/>
          </p:cNvSpPr>
          <p:nvPr/>
        </p:nvSpPr>
        <p:spPr bwMode="auto">
          <a:xfrm>
            <a:off x="395288" y="331788"/>
            <a:ext cx="3649662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>
            <a:spAutoFit/>
          </a:bodyPr>
          <a:lstStyle/>
          <a:p>
            <a:r>
              <a:rPr lang="en-GB" sz="2400" b="1"/>
              <a:t>VU (Volume Unit) Meter</a:t>
            </a:r>
          </a:p>
        </p:txBody>
      </p:sp>
      <p:pic>
        <p:nvPicPr>
          <p:cNvPr id="9220" name="Picture 8" descr="vu meters"/>
          <p:cNvPicPr>
            <a:picLocks noChangeAspect="1" noChangeArrowheads="1"/>
          </p:cNvPicPr>
          <p:nvPr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5343525" y="546100"/>
            <a:ext cx="3449638" cy="199548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pic>
        <p:nvPicPr>
          <p:cNvPr id="9221" name="Picture 10" descr="vumeter_large"/>
          <p:cNvPicPr>
            <a:picLocks noChangeAspect="1" noChangeArrowheads="1"/>
          </p:cNvPicPr>
          <p:nvPr/>
        </p:nvPicPr>
        <p:blipFill>
          <a:blip r:embed="rId3" cstate="print"/>
          <a:srcRect/>
          <a:stretch>
            <a:fillRect/>
          </a:stretch>
        </p:blipFill>
        <p:spPr bwMode="auto">
          <a:xfrm>
            <a:off x="5478463" y="2767013"/>
            <a:ext cx="3665537" cy="30162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</p:spTree>
    <p:extLst>
      <p:ext uri="{BB962C8B-B14F-4D97-AF65-F5344CB8AC3E}">
        <p14:creationId xmlns:p14="http://schemas.microsoft.com/office/powerpoint/2010/main" val="1779971069"/>
      </p:ext>
    </p:extLst>
  </p:cSld>
  <p:clrMapOvr>
    <a:masterClrMapping/>
  </p:clrMapOvr>
</p:sld>
</file>

<file path=ppt/slides/slide1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42" name="Rectangle 3"/>
          <p:cNvSpPr>
            <a:spLocks noChangeArrowheads="1"/>
          </p:cNvSpPr>
          <p:nvPr/>
        </p:nvSpPr>
        <p:spPr bwMode="auto">
          <a:xfrm>
            <a:off x="395288" y="855663"/>
            <a:ext cx="5645150" cy="555844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pPr marL="182563" indent="-182563">
              <a:lnSpc>
                <a:spcPct val="120000"/>
              </a:lnSpc>
              <a:buFont typeface="Arial" charset="0"/>
              <a:buNone/>
              <a:defRPr/>
            </a:pPr>
            <a:r>
              <a:rPr lang="en-GB" sz="1600" b="1" dirty="0"/>
              <a:t>Measures 'average' levels: </a:t>
            </a:r>
          </a:p>
          <a:p>
            <a:pPr marL="182563" indent="-182563">
              <a:lnSpc>
                <a:spcPct val="120000"/>
              </a:lnSpc>
              <a:buFont typeface="Arial" charset="0"/>
              <a:buNone/>
              <a:defRPr/>
            </a:pPr>
            <a:r>
              <a:rPr lang="en-GB" sz="1600" dirty="0"/>
              <a:t>	a sustained sound reads much higher than a brief percussive one</a:t>
            </a:r>
          </a:p>
          <a:p>
            <a:pPr marL="182563" indent="-182563">
              <a:lnSpc>
                <a:spcPct val="120000"/>
              </a:lnSpc>
              <a:defRPr/>
            </a:pPr>
            <a:r>
              <a:rPr lang="en-GB" sz="1600" dirty="0"/>
              <a:t>Even when both sounds have the same maximum voltage level: </a:t>
            </a:r>
          </a:p>
          <a:p>
            <a:pPr marL="182563" indent="-182563">
              <a:lnSpc>
                <a:spcPct val="120000"/>
              </a:lnSpc>
              <a:buFont typeface="Arial" charset="0"/>
              <a:buChar char="•"/>
              <a:defRPr/>
            </a:pPr>
            <a:r>
              <a:rPr lang="en-GB" sz="1600" dirty="0"/>
              <a:t>reading is dependent on </a:t>
            </a:r>
          </a:p>
          <a:p>
            <a:pPr marL="638175" lvl="1" indent="-180975">
              <a:lnSpc>
                <a:spcPct val="120000"/>
              </a:lnSpc>
              <a:buFont typeface="Arial" charset="0"/>
              <a:buChar char="•"/>
              <a:defRPr/>
            </a:pPr>
            <a:r>
              <a:rPr lang="en-GB" sz="1600" dirty="0"/>
              <a:t>amplitude </a:t>
            </a:r>
          </a:p>
          <a:p>
            <a:pPr marL="638175" lvl="1" indent="-180975">
              <a:lnSpc>
                <a:spcPct val="120000"/>
              </a:lnSpc>
              <a:buFont typeface="Arial" charset="0"/>
              <a:buChar char="•"/>
              <a:defRPr/>
            </a:pPr>
            <a:r>
              <a:rPr lang="en-GB" sz="1600" dirty="0"/>
              <a:t>duration of peaks in the signal</a:t>
            </a:r>
          </a:p>
          <a:p>
            <a:pPr marL="182563" indent="-182563">
              <a:lnSpc>
                <a:spcPct val="120000"/>
              </a:lnSpc>
              <a:buFont typeface="Arial" charset="0"/>
              <a:buChar char="•"/>
              <a:defRPr/>
            </a:pPr>
            <a:r>
              <a:rPr lang="en-GB" sz="1600" dirty="0"/>
              <a:t>standard VU response and fallback times exaggerate this effect  ~300 </a:t>
            </a:r>
            <a:r>
              <a:rPr lang="en-GB" sz="1600" dirty="0" err="1"/>
              <a:t>mS</a:t>
            </a:r>
            <a:r>
              <a:rPr lang="en-GB" sz="1600" dirty="0"/>
              <a:t>  each</a:t>
            </a:r>
          </a:p>
          <a:p>
            <a:pPr marL="182563" indent="-182563">
              <a:lnSpc>
                <a:spcPct val="120000"/>
              </a:lnSpc>
              <a:buFont typeface="Arial" charset="0"/>
              <a:buNone/>
              <a:defRPr/>
            </a:pPr>
            <a:r>
              <a:rPr lang="en-GB" sz="1600" b="1" dirty="0"/>
              <a:t>∴ </a:t>
            </a:r>
            <a:r>
              <a:rPr lang="en-GB" sz="1600" dirty="0"/>
              <a:t>transients and percussive sounds barely register at all </a:t>
            </a:r>
          </a:p>
          <a:p>
            <a:pPr marL="182563" indent="-182563">
              <a:lnSpc>
                <a:spcPct val="120000"/>
              </a:lnSpc>
              <a:buFont typeface="Arial" charset="0"/>
              <a:buNone/>
              <a:defRPr/>
            </a:pPr>
            <a:r>
              <a:rPr lang="en-GB" sz="1600" dirty="0"/>
              <a:t>	… and can cause unexpected overloads</a:t>
            </a:r>
          </a:p>
          <a:p>
            <a:pPr marL="182563" indent="-182563">
              <a:lnSpc>
                <a:spcPct val="120000"/>
              </a:lnSpc>
              <a:buFont typeface="Arial" charset="0"/>
              <a:buChar char="•"/>
              <a:defRPr/>
            </a:pPr>
            <a:endParaRPr lang="en-GB" sz="1600" dirty="0"/>
          </a:p>
          <a:p>
            <a:pPr marL="182563" indent="-182563">
              <a:lnSpc>
                <a:spcPct val="120000"/>
              </a:lnSpc>
              <a:defRPr/>
            </a:pPr>
            <a:r>
              <a:rPr lang="en-GB" sz="1600" b="1" dirty="0"/>
              <a:t>Supposed to be sensitive to both the positive and negative half-cycles</a:t>
            </a:r>
          </a:p>
          <a:p>
            <a:pPr marL="180975" indent="-180975">
              <a:lnSpc>
                <a:spcPct val="120000"/>
              </a:lnSpc>
              <a:buFont typeface="Arial" charset="0"/>
              <a:buChar char="•"/>
              <a:defRPr/>
            </a:pPr>
            <a:r>
              <a:rPr lang="en-GB" sz="1600" dirty="0"/>
              <a:t>many budget units are sensitive only to one half of the waveform</a:t>
            </a:r>
          </a:p>
        </p:txBody>
      </p:sp>
      <p:sp>
        <p:nvSpPr>
          <p:cNvPr id="10243" name="TextBox 4"/>
          <p:cNvSpPr txBox="1">
            <a:spLocks noChangeArrowheads="1"/>
          </p:cNvSpPr>
          <p:nvPr/>
        </p:nvSpPr>
        <p:spPr bwMode="auto">
          <a:xfrm>
            <a:off x="395288" y="331788"/>
            <a:ext cx="3649662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>
            <a:spAutoFit/>
          </a:bodyPr>
          <a:lstStyle/>
          <a:p>
            <a:r>
              <a:rPr lang="en-GB" sz="2400" b="1"/>
              <a:t>VU (Volume Unit) Meter</a:t>
            </a:r>
          </a:p>
        </p:txBody>
      </p:sp>
      <p:pic>
        <p:nvPicPr>
          <p:cNvPr id="10244" name="Picture 8" descr="vu meters"/>
          <p:cNvPicPr>
            <a:picLocks noChangeAspect="1" noChangeArrowheads="1"/>
          </p:cNvPicPr>
          <p:nvPr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5940425" y="546100"/>
            <a:ext cx="2852738" cy="1651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pic>
        <p:nvPicPr>
          <p:cNvPr id="10245" name="Picture 10" descr="vumeter_large"/>
          <p:cNvPicPr>
            <a:picLocks noChangeAspect="1" noChangeArrowheads="1"/>
          </p:cNvPicPr>
          <p:nvPr/>
        </p:nvPicPr>
        <p:blipFill>
          <a:blip r:embed="rId3" cstate="print"/>
          <a:srcRect/>
          <a:stretch>
            <a:fillRect/>
          </a:stretch>
        </p:blipFill>
        <p:spPr bwMode="auto">
          <a:xfrm>
            <a:off x="6111875" y="2767013"/>
            <a:ext cx="3032125" cy="249396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</p:spTree>
    <p:extLst>
      <p:ext uri="{BB962C8B-B14F-4D97-AF65-F5344CB8AC3E}">
        <p14:creationId xmlns:p14="http://schemas.microsoft.com/office/powerpoint/2010/main" val="2258175053"/>
      </p:ext>
    </p:extLst>
  </p:cSld>
  <p:clrMapOvr>
    <a:masterClrMapping/>
  </p:clrMapOvr>
</p:sld>
</file>

<file path=ppt/slides/slide1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266" name="Rectangle 2"/>
          <p:cNvSpPr>
            <a:spLocks noChangeArrowheads="1"/>
          </p:cNvSpPr>
          <p:nvPr/>
        </p:nvSpPr>
        <p:spPr bwMode="auto">
          <a:xfrm>
            <a:off x="395288" y="877888"/>
            <a:ext cx="4937125" cy="5678478"/>
          </a:xfrm>
          <a:prstGeom prst="rect">
            <a:avLst/>
          </a:prstGeom>
          <a:noFill/>
          <a:ln w="9525" algn="ctr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pPr marL="182563" indent="-182563">
              <a:lnSpc>
                <a:spcPct val="110000"/>
              </a:lnSpc>
            </a:pPr>
            <a:r>
              <a:rPr lang="en-GB" sz="1600" dirty="0"/>
              <a:t>More precise and expensive than VU </a:t>
            </a:r>
          </a:p>
          <a:p>
            <a:pPr marL="182563" indent="-182563">
              <a:lnSpc>
                <a:spcPct val="110000"/>
              </a:lnSpc>
              <a:buFontTx/>
              <a:buChar char="•"/>
            </a:pPr>
            <a:endParaRPr lang="en-GB" sz="1600" dirty="0"/>
          </a:p>
          <a:p>
            <a:pPr marL="182563" indent="-182563">
              <a:lnSpc>
                <a:spcPct val="110000"/>
              </a:lnSpc>
            </a:pPr>
            <a:r>
              <a:rPr lang="en-GB" sz="1600" dirty="0"/>
              <a:t>Designed </a:t>
            </a:r>
            <a:r>
              <a:rPr lang="en-GB" sz="1600" i="1" dirty="0"/>
              <a:t>not  </a:t>
            </a:r>
            <a:r>
              <a:rPr lang="en-GB" sz="1600" dirty="0"/>
              <a:t>to catch the fastest transient peaks</a:t>
            </a:r>
          </a:p>
          <a:p>
            <a:pPr marL="182563" indent="-182563">
              <a:lnSpc>
                <a:spcPct val="110000"/>
              </a:lnSpc>
              <a:buFontTx/>
              <a:buChar char="•"/>
            </a:pPr>
            <a:r>
              <a:rPr lang="en-GB" sz="1600" dirty="0"/>
              <a:t>show transients which are sustained for a defined time </a:t>
            </a:r>
          </a:p>
          <a:p>
            <a:pPr marL="182563" indent="-182563">
              <a:lnSpc>
                <a:spcPct val="110000"/>
              </a:lnSpc>
              <a:buFontTx/>
              <a:buChar char="•"/>
            </a:pPr>
            <a:r>
              <a:rPr lang="en-GB" sz="1600" dirty="0"/>
              <a:t>termed 'quasi-peak' meters </a:t>
            </a:r>
          </a:p>
          <a:p>
            <a:pPr marL="715963" lvl="1" indent="-258763">
              <a:lnSpc>
                <a:spcPct val="110000"/>
              </a:lnSpc>
              <a:buFontTx/>
              <a:buChar char="•"/>
            </a:pPr>
            <a:endParaRPr lang="en-GB" sz="1600" dirty="0"/>
          </a:p>
          <a:p>
            <a:pPr marL="182563" indent="-182563">
              <a:lnSpc>
                <a:spcPct val="110000"/>
              </a:lnSpc>
            </a:pPr>
            <a:r>
              <a:rPr lang="en-GB" sz="1600" u="sng" dirty="0"/>
              <a:t>'Type I' meters </a:t>
            </a:r>
          </a:p>
          <a:p>
            <a:pPr marL="182563" indent="-182563">
              <a:lnSpc>
                <a:spcPct val="110000"/>
              </a:lnSpc>
              <a:buFontTx/>
              <a:buChar char="•"/>
            </a:pPr>
            <a:r>
              <a:rPr lang="en-GB" sz="1600" dirty="0"/>
              <a:t>integration time of 5mS</a:t>
            </a:r>
          </a:p>
          <a:p>
            <a:pPr marL="182563" indent="-182563">
              <a:lnSpc>
                <a:spcPct val="110000"/>
              </a:lnSpc>
            </a:pPr>
            <a:r>
              <a:rPr lang="en-GB" sz="1600" u="sng" dirty="0"/>
              <a:t>'Type II' meters </a:t>
            </a:r>
          </a:p>
          <a:p>
            <a:pPr marL="182563" indent="-182563">
              <a:lnSpc>
                <a:spcPct val="110000"/>
              </a:lnSpc>
              <a:buFontTx/>
              <a:buChar char="•"/>
            </a:pPr>
            <a:r>
              <a:rPr lang="en-GB" sz="1600" dirty="0"/>
              <a:t>Integration time ~10mS</a:t>
            </a:r>
          </a:p>
          <a:p>
            <a:pPr marL="182563" indent="-182563">
              <a:lnSpc>
                <a:spcPct val="110000"/>
              </a:lnSpc>
            </a:pPr>
            <a:endParaRPr lang="en-GB" sz="1600" b="1" dirty="0">
              <a:ea typeface="Lucida Sans Unicode" pitchFamily="34" charset="0"/>
              <a:cs typeface="Lucida Sans Unicode" pitchFamily="34" charset="0"/>
            </a:endParaRPr>
          </a:p>
          <a:p>
            <a:pPr marL="182563" indent="-182563">
              <a:lnSpc>
                <a:spcPct val="110000"/>
              </a:lnSpc>
            </a:pPr>
            <a:r>
              <a:rPr lang="en-GB" sz="1600" b="1" dirty="0">
                <a:ea typeface="Lucida Sans Unicode" pitchFamily="34" charset="0"/>
                <a:cs typeface="Lucida Sans Unicode" pitchFamily="34" charset="0"/>
              </a:rPr>
              <a:t>∴</a:t>
            </a:r>
            <a:r>
              <a:rPr lang="en-GB" sz="1600" b="1" dirty="0"/>
              <a:t> levels of transients </a:t>
            </a:r>
            <a:r>
              <a:rPr lang="en-GB" sz="1600" dirty="0"/>
              <a:t>usually exceed the PPM reading by between 4dB to 6dB</a:t>
            </a:r>
          </a:p>
          <a:p>
            <a:pPr marL="182563" indent="-182563">
              <a:lnSpc>
                <a:spcPct val="110000"/>
              </a:lnSpc>
              <a:buFontTx/>
              <a:buChar char="•"/>
            </a:pPr>
            <a:r>
              <a:rPr lang="en-GB" sz="1600" dirty="0"/>
              <a:t>encourages overall programme levels to be driven slightly higher ∴ better S/N</a:t>
            </a:r>
          </a:p>
          <a:p>
            <a:pPr marL="182563" indent="-182563">
              <a:lnSpc>
                <a:spcPct val="110000"/>
              </a:lnSpc>
              <a:buFontTx/>
              <a:buChar char="•"/>
            </a:pPr>
            <a:r>
              <a:rPr lang="en-GB" sz="1600" dirty="0"/>
              <a:t>assumes that overloading the briefest transients will be inaudible </a:t>
            </a:r>
          </a:p>
          <a:p>
            <a:pPr marL="182563" indent="-182563">
              <a:lnSpc>
                <a:spcPct val="110000"/>
              </a:lnSpc>
              <a:buFontTx/>
              <a:buChar char="•"/>
            </a:pPr>
            <a:r>
              <a:rPr lang="en-GB" sz="1600" dirty="0"/>
              <a:t>effectively a peak-hold condition </a:t>
            </a:r>
          </a:p>
        </p:txBody>
      </p:sp>
      <p:sp>
        <p:nvSpPr>
          <p:cNvPr id="11267" name="Rectangle 3"/>
          <p:cNvSpPr>
            <a:spLocks noChangeArrowheads="1"/>
          </p:cNvSpPr>
          <p:nvPr/>
        </p:nvSpPr>
        <p:spPr bwMode="auto">
          <a:xfrm>
            <a:off x="395288" y="331788"/>
            <a:ext cx="4657725" cy="457200"/>
          </a:xfrm>
          <a:prstGeom prst="rect">
            <a:avLst/>
          </a:prstGeom>
          <a:noFill/>
          <a:ln w="9525" algn="ctr">
            <a:noFill/>
            <a:miter lim="800000"/>
            <a:headEnd/>
            <a:tailEnd/>
          </a:ln>
        </p:spPr>
        <p:txBody>
          <a:bodyPr wrap="none">
            <a:spAutoFit/>
          </a:bodyPr>
          <a:lstStyle/>
          <a:p>
            <a:r>
              <a:rPr lang="en-GB" sz="2400" b="1"/>
              <a:t>PPM (Peak Programme) Meters</a:t>
            </a:r>
          </a:p>
        </p:txBody>
      </p:sp>
      <p:pic>
        <p:nvPicPr>
          <p:cNvPr id="11268" name="Picture 5" descr="PPMme12"/>
          <p:cNvPicPr>
            <a:picLocks noChangeAspect="1" noChangeArrowheads="1"/>
          </p:cNvPicPr>
          <p:nvPr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5764213" y="971550"/>
            <a:ext cx="3379787" cy="258921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sp>
        <p:nvSpPr>
          <p:cNvPr id="11269" name="Rectangle 12"/>
          <p:cNvSpPr>
            <a:spLocks noChangeArrowheads="1"/>
          </p:cNvSpPr>
          <p:nvPr/>
        </p:nvSpPr>
        <p:spPr bwMode="auto">
          <a:xfrm>
            <a:off x="5546725" y="4703763"/>
            <a:ext cx="3306763" cy="1446212"/>
          </a:xfrm>
          <a:prstGeom prst="rect">
            <a:avLst/>
          </a:prstGeom>
          <a:noFill/>
          <a:ln w="9525" algn="ctr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pPr marL="182563" indent="-182563">
              <a:lnSpc>
                <a:spcPct val="110000"/>
              </a:lnSpc>
              <a:buFontTx/>
              <a:buChar char="•"/>
            </a:pPr>
            <a:r>
              <a:rPr lang="en-GB" sz="1600" dirty="0"/>
              <a:t>some bar-graph level displays are available with a VU response shown as a solid bar plus floating dot above it which registers the PPM level</a:t>
            </a:r>
          </a:p>
        </p:txBody>
      </p:sp>
    </p:spTree>
    <p:extLst>
      <p:ext uri="{BB962C8B-B14F-4D97-AF65-F5344CB8AC3E}">
        <p14:creationId xmlns:p14="http://schemas.microsoft.com/office/powerpoint/2010/main" val="1169929733"/>
      </p:ext>
    </p:extLst>
  </p:cSld>
  <p:clrMapOvr>
    <a:masterClrMapping/>
  </p:clrMapOvr>
</p:sld>
</file>

<file path=ppt/slides/slide1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2290" name="Picture 2"/>
          <p:cNvPicPr>
            <a:picLocks noChangeAspect="1" noChangeArrowheads="1"/>
          </p:cNvPicPr>
          <p:nvPr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3286125" y="1019175"/>
            <a:ext cx="5857875" cy="4900613"/>
          </a:xfrm>
          <a:prstGeom prst="rect">
            <a:avLst/>
          </a:prstGeom>
          <a:noFill/>
          <a:ln w="9525" algn="ctr">
            <a:noFill/>
            <a:miter lim="800000"/>
            <a:headEnd/>
            <a:tailEnd/>
          </a:ln>
        </p:spPr>
      </p:pic>
      <p:sp>
        <p:nvSpPr>
          <p:cNvPr id="12291" name="Rectangle 4"/>
          <p:cNvSpPr>
            <a:spLocks noChangeArrowheads="1"/>
          </p:cNvSpPr>
          <p:nvPr/>
        </p:nvSpPr>
        <p:spPr bwMode="auto">
          <a:xfrm>
            <a:off x="395288" y="331788"/>
            <a:ext cx="1835150" cy="46196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>
            <a:spAutoFit/>
          </a:bodyPr>
          <a:lstStyle/>
          <a:p>
            <a:r>
              <a:rPr lang="en-US" sz="2400" b="1"/>
              <a:t>Headroom </a:t>
            </a:r>
          </a:p>
        </p:txBody>
      </p:sp>
      <p:sp>
        <p:nvSpPr>
          <p:cNvPr id="12292" name="Rectangle 5"/>
          <p:cNvSpPr>
            <a:spLocks noChangeArrowheads="1"/>
          </p:cNvSpPr>
          <p:nvPr/>
        </p:nvSpPr>
        <p:spPr bwMode="auto">
          <a:xfrm>
            <a:off x="395288" y="1162050"/>
            <a:ext cx="2827337" cy="452431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pPr marL="180975" indent="-180975">
              <a:lnSpc>
                <a:spcPct val="150000"/>
              </a:lnSpc>
              <a:buFont typeface="Arial" charset="0"/>
              <a:buChar char="•"/>
            </a:pPr>
            <a:r>
              <a:rPr lang="en-US" sz="1600" dirty="0"/>
              <a:t>the ability of the sound system to accommodate loud program peaks</a:t>
            </a:r>
          </a:p>
          <a:p>
            <a:pPr marL="180975" indent="-180975">
              <a:lnSpc>
                <a:spcPct val="150000"/>
              </a:lnSpc>
              <a:buFont typeface="Arial" charset="0"/>
              <a:buChar char="•"/>
            </a:pPr>
            <a:endParaRPr lang="en-US" sz="1600" dirty="0"/>
          </a:p>
          <a:p>
            <a:pPr marL="180975" indent="-180975">
              <a:lnSpc>
                <a:spcPct val="150000"/>
              </a:lnSpc>
              <a:buFont typeface="Arial" charset="0"/>
              <a:buChar char="•"/>
            </a:pPr>
            <a:r>
              <a:rPr lang="en-US" sz="1600" dirty="0"/>
              <a:t>e.g. two sound systems that both operate at the same nominal level</a:t>
            </a:r>
          </a:p>
          <a:p>
            <a:pPr marL="180975" indent="-180975">
              <a:lnSpc>
                <a:spcPct val="150000"/>
              </a:lnSpc>
            </a:pPr>
            <a:r>
              <a:rPr lang="en-US" sz="1600" dirty="0"/>
              <a:t>… the system with the greater headroom will be able to handle louder peaks before distorting or breaking</a:t>
            </a:r>
          </a:p>
        </p:txBody>
      </p:sp>
    </p:spTree>
    <p:extLst>
      <p:ext uri="{BB962C8B-B14F-4D97-AF65-F5344CB8AC3E}">
        <p14:creationId xmlns:p14="http://schemas.microsoft.com/office/powerpoint/2010/main" val="114575248"/>
      </p:ext>
    </p:extLst>
  </p:cSld>
  <p:clrMapOvr>
    <a:masterClrMapping/>
  </p:clrMapOvr>
</p:sld>
</file>

<file path=ppt/slides/slide1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314" name="Rectangle 3"/>
          <p:cNvSpPr>
            <a:spLocks noChangeArrowheads="1"/>
          </p:cNvSpPr>
          <p:nvPr/>
        </p:nvSpPr>
        <p:spPr bwMode="auto">
          <a:xfrm>
            <a:off x="395288" y="331788"/>
            <a:ext cx="3995737" cy="46196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>
            <a:spAutoFit/>
          </a:bodyPr>
          <a:lstStyle/>
          <a:p>
            <a:r>
              <a:rPr lang="en-US" sz="2400" b="1"/>
              <a:t>Headroom Requirements </a:t>
            </a:r>
          </a:p>
        </p:txBody>
      </p:sp>
      <p:pic>
        <p:nvPicPr>
          <p:cNvPr id="13315" name="Picture 2"/>
          <p:cNvPicPr>
            <a:picLocks noChangeAspect="1" noChangeArrowheads="1"/>
          </p:cNvPicPr>
          <p:nvPr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4752975" y="2314575"/>
            <a:ext cx="4391025" cy="3671888"/>
          </a:xfrm>
          <a:prstGeom prst="rect">
            <a:avLst/>
          </a:prstGeom>
          <a:noFill/>
          <a:ln w="9525" algn="ctr">
            <a:noFill/>
            <a:miter lim="800000"/>
            <a:headEnd/>
            <a:tailEnd/>
          </a:ln>
        </p:spPr>
      </p:pic>
      <p:sp>
        <p:nvSpPr>
          <p:cNvPr id="7" name="Rectangle 6"/>
          <p:cNvSpPr/>
          <p:nvPr/>
        </p:nvSpPr>
        <p:spPr>
          <a:xfrm>
            <a:off x="395288" y="1871663"/>
            <a:ext cx="4138612" cy="4278094"/>
          </a:xfrm>
          <a:prstGeom prst="rect">
            <a:avLst/>
          </a:prstGeom>
          <a:solidFill>
            <a:schemeClr val="accent6">
              <a:lumMod val="20000"/>
              <a:lumOff val="80000"/>
            </a:schemeClr>
          </a:solidFill>
        </p:spPr>
        <p:txBody>
          <a:bodyPr>
            <a:spAutoFit/>
          </a:bodyPr>
          <a:lstStyle/>
          <a:p>
            <a:pPr marL="180975" indent="-180975">
              <a:defRPr/>
            </a:pPr>
            <a:r>
              <a:rPr lang="en-US" sz="1600" u="sng" dirty="0"/>
              <a:t>PA in loud factory environment </a:t>
            </a:r>
          </a:p>
          <a:p>
            <a:pPr marL="180975" indent="-180975">
              <a:buFont typeface="Arial" pitchFamily="34" charset="0"/>
              <a:buChar char="•"/>
              <a:defRPr/>
            </a:pPr>
            <a:r>
              <a:rPr lang="en-US" sz="1600" dirty="0"/>
              <a:t>needs very high nominal sound level (say 110dB) to overcome machinery but needs only ~6dB headroom</a:t>
            </a:r>
          </a:p>
          <a:p>
            <a:pPr marL="180975" indent="-180975">
              <a:defRPr/>
            </a:pPr>
            <a:endParaRPr lang="en-US" sz="1600" u="sng" dirty="0"/>
          </a:p>
          <a:p>
            <a:pPr marL="180975" indent="-180975">
              <a:defRPr/>
            </a:pPr>
            <a:r>
              <a:rPr lang="en-US" sz="1600" u="sng" dirty="0"/>
              <a:t>Rock band PA</a:t>
            </a:r>
            <a:r>
              <a:rPr lang="en-US" sz="1600" dirty="0"/>
              <a:t> ~10dB headroom</a:t>
            </a:r>
          </a:p>
          <a:p>
            <a:pPr marL="180975" indent="-180975">
              <a:defRPr/>
            </a:pPr>
            <a:endParaRPr lang="en-US" sz="1600" dirty="0"/>
          </a:p>
          <a:p>
            <a:pPr marL="180975" indent="-180975">
              <a:defRPr/>
            </a:pPr>
            <a:r>
              <a:rPr lang="en-US" sz="1600" u="sng" dirty="0"/>
              <a:t>Symphony orchestra concert </a:t>
            </a:r>
          </a:p>
          <a:p>
            <a:pPr marL="180975" indent="-180975">
              <a:defRPr/>
            </a:pPr>
            <a:r>
              <a:rPr lang="en-US" sz="1600" dirty="0"/>
              <a:t>probably &gt; 20dB  headroom because </a:t>
            </a:r>
          </a:p>
          <a:p>
            <a:pPr marL="180975" indent="-180975">
              <a:buFont typeface="Arial" pitchFamily="34" charset="0"/>
              <a:buChar char="•"/>
              <a:defRPr/>
            </a:pPr>
            <a:r>
              <a:rPr lang="en-US" sz="1600" dirty="0"/>
              <a:t>average level of the orchestra may be low say 90 dB </a:t>
            </a:r>
          </a:p>
          <a:p>
            <a:pPr marL="180975" indent="-180975">
              <a:buFont typeface="Arial" pitchFamily="34" charset="0"/>
              <a:buChar char="•"/>
              <a:defRPr/>
            </a:pPr>
            <a:r>
              <a:rPr lang="en-US" sz="1600" dirty="0"/>
              <a:t>but on peaks may momentarily exceed 120dB SPL</a:t>
            </a:r>
          </a:p>
          <a:p>
            <a:pPr marL="180975" indent="-180975">
              <a:defRPr/>
            </a:pPr>
            <a:r>
              <a:rPr lang="en-US" sz="1600" dirty="0"/>
              <a:t>∴	needs 30 dB of headroom</a:t>
            </a:r>
          </a:p>
          <a:p>
            <a:pPr marL="180975" indent="-180975">
              <a:defRPr/>
            </a:pPr>
            <a:r>
              <a:rPr lang="en-US" sz="1600" dirty="0"/>
              <a:t>	… if the sound system is capable of only 20dB of headroom, the peaks will be distorted</a:t>
            </a:r>
          </a:p>
        </p:txBody>
      </p:sp>
      <p:sp>
        <p:nvSpPr>
          <p:cNvPr id="13317" name="Rectangle 7"/>
          <p:cNvSpPr>
            <a:spLocks noChangeArrowheads="1"/>
          </p:cNvSpPr>
          <p:nvPr/>
        </p:nvSpPr>
        <p:spPr bwMode="auto">
          <a:xfrm>
            <a:off x="395288" y="800100"/>
            <a:ext cx="8177212" cy="584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pPr marL="180975" indent="-180975"/>
            <a:r>
              <a:rPr lang="en-US" sz="1600" dirty="0"/>
              <a:t>change with the nature of the program material and the purpose for which the sound system is operated</a:t>
            </a:r>
          </a:p>
        </p:txBody>
      </p:sp>
    </p:spTree>
    <p:extLst>
      <p:ext uri="{BB962C8B-B14F-4D97-AF65-F5344CB8AC3E}">
        <p14:creationId xmlns:p14="http://schemas.microsoft.com/office/powerpoint/2010/main" val="3203027948"/>
      </p:ext>
    </p:extLst>
  </p:cSld>
  <p:clrMapOvr>
    <a:masterClrMapping/>
  </p:clrMapOvr>
</p:sld>
</file>

<file path=ppt/slides/slide13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338" name="Rectangle 4"/>
          <p:cNvSpPr>
            <a:spLocks noChangeArrowheads="1"/>
          </p:cNvSpPr>
          <p:nvPr/>
        </p:nvSpPr>
        <p:spPr bwMode="auto">
          <a:xfrm>
            <a:off x="395288" y="331788"/>
            <a:ext cx="7767637" cy="46196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r>
              <a:rPr lang="en-GB" sz="2400" b="1"/>
              <a:t>Meter Scales – Comparative Between Meters</a:t>
            </a:r>
            <a:endParaRPr lang="en-GB" sz="4800" b="1"/>
          </a:p>
        </p:txBody>
      </p:sp>
      <p:sp>
        <p:nvSpPr>
          <p:cNvPr id="14339" name="Rectangle 5"/>
          <p:cNvSpPr>
            <a:spLocks noChangeArrowheads="1"/>
          </p:cNvSpPr>
          <p:nvPr/>
        </p:nvSpPr>
        <p:spPr bwMode="auto">
          <a:xfrm>
            <a:off x="395288" y="838970"/>
            <a:ext cx="3276600" cy="286232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pPr marL="180975" indent="-180975">
              <a:lnSpc>
                <a:spcPts val="2400"/>
              </a:lnSpc>
            </a:pPr>
            <a:r>
              <a:rPr lang="en-GB" sz="1600" dirty="0"/>
              <a:t>Different audio metering scales developed by different industries in different countries</a:t>
            </a:r>
          </a:p>
          <a:p>
            <a:pPr marL="180975" indent="-180975">
              <a:lnSpc>
                <a:spcPts val="2400"/>
              </a:lnSpc>
              <a:buFont typeface="Arial" charset="0"/>
              <a:buChar char="•"/>
            </a:pPr>
            <a:r>
              <a:rPr lang="en-GB" sz="1600" dirty="0"/>
              <a:t>each optimises the display for a specific set of applications</a:t>
            </a:r>
          </a:p>
          <a:p>
            <a:pPr marL="180975" indent="-180975">
              <a:lnSpc>
                <a:spcPts val="2400"/>
              </a:lnSpc>
              <a:buFont typeface="Arial" charset="0"/>
              <a:buChar char="•"/>
            </a:pPr>
            <a:endParaRPr lang="en-GB" sz="1600" dirty="0"/>
          </a:p>
          <a:p>
            <a:pPr marL="180975" indent="-180975">
              <a:lnSpc>
                <a:spcPts val="2400"/>
              </a:lnSpc>
              <a:buFont typeface="Arial" charset="0"/>
              <a:buChar char="•"/>
            </a:pPr>
            <a:r>
              <a:rPr lang="en-GB" sz="1600" dirty="0"/>
              <a:t>VU:  zero point at +4dBu* </a:t>
            </a:r>
          </a:p>
        </p:txBody>
      </p:sp>
      <p:pic>
        <p:nvPicPr>
          <p:cNvPr id="14340" name="Picture 3" descr="http://www.soundonsound.com/sos/jun00/images/meteringfaq.l.gif"/>
          <p:cNvPicPr>
            <a:picLocks noChangeAspect="1" noChangeArrowheads="1"/>
          </p:cNvPicPr>
          <p:nvPr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3867150" y="828675"/>
            <a:ext cx="5276850" cy="602932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sp>
        <p:nvSpPr>
          <p:cNvPr id="14342" name="TextBox 10"/>
          <p:cNvSpPr txBox="1">
            <a:spLocks noChangeArrowheads="1"/>
          </p:cNvSpPr>
          <p:nvPr/>
        </p:nvSpPr>
        <p:spPr bwMode="auto">
          <a:xfrm>
            <a:off x="395288" y="4898649"/>
            <a:ext cx="2771913" cy="338554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>
            <a:spAutoFit/>
          </a:bodyPr>
          <a:lstStyle/>
          <a:p>
            <a:r>
              <a:rPr lang="en-GB" sz="1600" dirty="0"/>
              <a:t>Comparison of standards </a:t>
            </a:r>
          </a:p>
        </p:txBody>
      </p:sp>
      <p:cxnSp>
        <p:nvCxnSpPr>
          <p:cNvPr id="8" name="Straight Arrow Connector 7"/>
          <p:cNvCxnSpPr/>
          <p:nvPr/>
        </p:nvCxnSpPr>
        <p:spPr bwMode="auto">
          <a:xfrm flipV="1">
            <a:off x="3044858" y="5043340"/>
            <a:ext cx="584462" cy="1"/>
          </a:xfrm>
          <a:prstGeom prst="straightConnector1">
            <a:avLst/>
          </a:prstGeom>
          <a:solidFill>
            <a:schemeClr val="accent1"/>
          </a:solidFill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arrow"/>
          </a:ln>
          <a:effectLst/>
        </p:spPr>
      </p:cxnSp>
      <p:cxnSp>
        <p:nvCxnSpPr>
          <p:cNvPr id="12" name="Straight Connector 11"/>
          <p:cNvCxnSpPr/>
          <p:nvPr/>
        </p:nvCxnSpPr>
        <p:spPr bwMode="auto">
          <a:xfrm>
            <a:off x="4213781" y="4081806"/>
            <a:ext cx="4590854" cy="0"/>
          </a:xfrm>
          <a:prstGeom prst="line">
            <a:avLst/>
          </a:prstGeom>
          <a:solidFill>
            <a:schemeClr val="accent1"/>
          </a:solidFill>
          <a:ln w="12700" cap="flat" cmpd="sng" algn="ctr">
            <a:solidFill>
              <a:srgbClr val="FF0000"/>
            </a:solidFill>
            <a:prstDash val="dash"/>
            <a:round/>
            <a:headEnd type="none" w="med" len="med"/>
            <a:tailEnd type="none" w="med" len="med"/>
          </a:ln>
          <a:effectLst/>
        </p:spPr>
      </p:cxnSp>
      <p:cxnSp>
        <p:nvCxnSpPr>
          <p:cNvPr id="13" name="Straight Connector 12"/>
          <p:cNvCxnSpPr/>
          <p:nvPr/>
        </p:nvCxnSpPr>
        <p:spPr bwMode="auto">
          <a:xfrm>
            <a:off x="3393649" y="3478491"/>
            <a:ext cx="5363852" cy="0"/>
          </a:xfrm>
          <a:prstGeom prst="line">
            <a:avLst/>
          </a:prstGeom>
          <a:solidFill>
            <a:schemeClr val="accent1"/>
          </a:solidFill>
          <a:ln w="12700" cap="flat" cmpd="sng" algn="ctr">
            <a:solidFill>
              <a:srgbClr val="FF0000"/>
            </a:solidFill>
            <a:prstDash val="dash"/>
            <a:round/>
            <a:headEnd type="none" w="med" len="med"/>
            <a:tailEnd type="none" w="med" len="med"/>
          </a:ln>
          <a:effectLst/>
        </p:spPr>
      </p:cxnSp>
    </p:spTree>
    <p:extLst>
      <p:ext uri="{BB962C8B-B14F-4D97-AF65-F5344CB8AC3E}">
        <p14:creationId xmlns:p14="http://schemas.microsoft.com/office/powerpoint/2010/main" val="232539370"/>
      </p:ext>
    </p:extLst>
  </p:cSld>
  <p:clrMapOvr>
    <a:masterClrMapping/>
  </p:clrMapOvr>
</p:sld>
</file>

<file path=ppt/slides/slide14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362" name="Rectangle 5"/>
          <p:cNvSpPr>
            <a:spLocks noChangeArrowheads="1"/>
          </p:cNvSpPr>
          <p:nvPr/>
        </p:nvSpPr>
        <p:spPr bwMode="auto">
          <a:xfrm>
            <a:off x="395288" y="1181100"/>
            <a:ext cx="4319587" cy="440120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pPr marL="180975" indent="-180975">
              <a:lnSpc>
                <a:spcPts val="2400"/>
              </a:lnSpc>
              <a:buFont typeface="Arial" charset="0"/>
              <a:buChar char="•"/>
            </a:pPr>
            <a:r>
              <a:rPr lang="en-GB" sz="1600" dirty="0"/>
              <a:t>e.g. stereo or multi-channel systems</a:t>
            </a:r>
          </a:p>
          <a:p>
            <a:pPr marL="180975" indent="-180975">
              <a:lnSpc>
                <a:spcPts val="2400"/>
              </a:lnSpc>
              <a:buFont typeface="Arial" charset="0"/>
              <a:buChar char="•"/>
            </a:pPr>
            <a:endParaRPr lang="en-GB" sz="1600" dirty="0"/>
          </a:p>
          <a:p>
            <a:pPr marL="180975" indent="-180975">
              <a:lnSpc>
                <a:spcPts val="2400"/>
              </a:lnSpc>
              <a:buFont typeface="Arial" charset="0"/>
              <a:buChar char="•"/>
            </a:pPr>
            <a:r>
              <a:rPr lang="en-GB" sz="1600" dirty="0"/>
              <a:t>each meter's dynamic response must match to within a tenth of a second and their amplitude responses should be within 0.3dB of each other in the critical areas of the meter range </a:t>
            </a:r>
          </a:p>
          <a:p>
            <a:pPr marL="180975" indent="-180975">
              <a:lnSpc>
                <a:spcPts val="2400"/>
              </a:lnSpc>
              <a:buFont typeface="Arial" charset="0"/>
              <a:buChar char="•"/>
            </a:pPr>
            <a:endParaRPr lang="en-GB" sz="1600" dirty="0"/>
          </a:p>
          <a:p>
            <a:pPr marL="180975" indent="-180975">
              <a:lnSpc>
                <a:spcPts val="2400"/>
              </a:lnSpc>
              <a:buFont typeface="Arial" charset="0"/>
              <a:buChar char="•"/>
            </a:pPr>
            <a:r>
              <a:rPr lang="en-GB" sz="1600" dirty="0"/>
              <a:t>In order to calibrate VU and PPM meters, it's best to use a mid-frequency sine tone (typically 1kHz), as these signals are the most accurately read by meters which are not truly peak-reading</a:t>
            </a:r>
          </a:p>
        </p:txBody>
      </p:sp>
      <p:sp>
        <p:nvSpPr>
          <p:cNvPr id="15363" name="Rectangle 6"/>
          <p:cNvSpPr>
            <a:spLocks noChangeArrowheads="1"/>
          </p:cNvSpPr>
          <p:nvPr/>
        </p:nvSpPr>
        <p:spPr bwMode="auto">
          <a:xfrm>
            <a:off x="395288" y="331788"/>
            <a:ext cx="5405437" cy="46196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r>
              <a:rPr lang="en-GB" sz="2400" b="1">
                <a:solidFill>
                  <a:srgbClr val="000000"/>
                </a:solidFill>
              </a:rPr>
              <a:t>Multiple Meters Used Together </a:t>
            </a:r>
          </a:p>
        </p:txBody>
      </p:sp>
      <p:pic>
        <p:nvPicPr>
          <p:cNvPr id="15364" name="Picture 3" descr="http://jlmaudio.com/Stereo%20VU%20kit%20built.jpg"/>
          <p:cNvPicPr>
            <a:picLocks noChangeAspect="1" noChangeArrowheads="1"/>
          </p:cNvPicPr>
          <p:nvPr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4991100" y="900113"/>
            <a:ext cx="4152900" cy="23145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pic>
        <p:nvPicPr>
          <p:cNvPr id="15365" name="Picture 5" descr="Quad Stereo LED PPM TM484"/>
          <p:cNvPicPr>
            <a:picLocks noChangeAspect="1" noChangeArrowheads="1"/>
          </p:cNvPicPr>
          <p:nvPr/>
        </p:nvPicPr>
        <p:blipFill>
          <a:blip r:embed="rId3" cstate="print"/>
          <a:srcRect/>
          <a:stretch>
            <a:fillRect/>
          </a:stretch>
        </p:blipFill>
        <p:spPr bwMode="auto">
          <a:xfrm>
            <a:off x="5519738" y="3351213"/>
            <a:ext cx="2905125" cy="30099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</p:spTree>
    <p:extLst>
      <p:ext uri="{BB962C8B-B14F-4D97-AF65-F5344CB8AC3E}">
        <p14:creationId xmlns:p14="http://schemas.microsoft.com/office/powerpoint/2010/main" val="1589326566"/>
      </p:ext>
    </p:extLst>
  </p:cSld>
  <p:clrMapOvr>
    <a:masterClrMapping/>
  </p:clrMapOvr>
</p:sld>
</file>

<file path=ppt/slides/slide14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386" name="Rectangle 1"/>
          <p:cNvSpPr>
            <a:spLocks noChangeArrowheads="1"/>
          </p:cNvSpPr>
          <p:nvPr/>
        </p:nvSpPr>
        <p:spPr bwMode="auto">
          <a:xfrm>
            <a:off x="395288" y="887413"/>
            <a:ext cx="8110537" cy="4939814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pPr marL="180975" indent="-180975">
              <a:lnSpc>
                <a:spcPts val="2700"/>
              </a:lnSpc>
            </a:pPr>
            <a:r>
              <a:rPr lang="en-GB" sz="1600" b="1" dirty="0"/>
              <a:t>Level meters display information about signal voltages</a:t>
            </a:r>
          </a:p>
          <a:p>
            <a:pPr marL="180975" indent="-180975">
              <a:lnSpc>
                <a:spcPts val="2700"/>
              </a:lnSpc>
            </a:pPr>
            <a:r>
              <a:rPr lang="en-GB" sz="1600" b="1" dirty="0"/>
              <a:t>		rather than their perceived loudness</a:t>
            </a:r>
          </a:p>
          <a:p>
            <a:pPr marL="180975" indent="-180975">
              <a:lnSpc>
                <a:spcPts val="2700"/>
              </a:lnSpc>
              <a:buFont typeface="Arial" charset="0"/>
              <a:buChar char="•"/>
            </a:pPr>
            <a:r>
              <a:rPr lang="en-GB" sz="1600" dirty="0"/>
              <a:t>meters are only an aid to judging the acoustic balance of audio material</a:t>
            </a:r>
          </a:p>
          <a:p>
            <a:pPr marL="180975" indent="-180975">
              <a:lnSpc>
                <a:spcPts val="2700"/>
              </a:lnSpc>
              <a:buFont typeface="Arial" charset="0"/>
              <a:buChar char="•"/>
            </a:pPr>
            <a:endParaRPr lang="en-GB" sz="1600" dirty="0"/>
          </a:p>
          <a:p>
            <a:pPr marL="180975" indent="-180975">
              <a:lnSpc>
                <a:spcPts val="2700"/>
              </a:lnSpc>
            </a:pPr>
            <a:r>
              <a:rPr lang="en-GB" sz="1600" b="1" dirty="0"/>
              <a:t>Specialist metering systems required for [perceived] loudness of a programme</a:t>
            </a:r>
          </a:p>
          <a:p>
            <a:pPr marL="180975" indent="-180975">
              <a:lnSpc>
                <a:spcPts val="2700"/>
              </a:lnSpc>
              <a:buFont typeface="Arial" charset="0"/>
              <a:buChar char="•"/>
            </a:pPr>
            <a:r>
              <a:rPr lang="en-GB" sz="1600" dirty="0"/>
              <a:t>taking into account the characteristics of human perception</a:t>
            </a:r>
          </a:p>
          <a:p>
            <a:pPr marL="180975" indent="-180975">
              <a:lnSpc>
                <a:spcPts val="2700"/>
              </a:lnSpc>
              <a:buFont typeface="Arial" charset="0"/>
              <a:buChar char="•"/>
            </a:pPr>
            <a:r>
              <a:rPr lang="en-GB" sz="1600" dirty="0"/>
              <a:t>also - broadcasting organisations are now transmitting hundreds of channels via satellite, cable and the internet </a:t>
            </a:r>
          </a:p>
          <a:p>
            <a:pPr marL="180975" indent="-180975">
              <a:lnSpc>
                <a:spcPts val="2700"/>
              </a:lnSpc>
              <a:buFont typeface="Arial" charset="0"/>
              <a:buChar char="•"/>
            </a:pPr>
            <a:r>
              <a:rPr lang="en-GB" sz="1600" dirty="0"/>
              <a:t>impossible to monitor all of them acoustically</a:t>
            </a:r>
          </a:p>
          <a:p>
            <a:pPr marL="180975" indent="-180975">
              <a:lnSpc>
                <a:spcPts val="2700"/>
              </a:lnSpc>
              <a:buFont typeface="Arial" charset="0"/>
              <a:buChar char="•"/>
            </a:pPr>
            <a:endParaRPr lang="en-GB" sz="1600" dirty="0"/>
          </a:p>
          <a:p>
            <a:pPr marL="180975" indent="-180975">
              <a:lnSpc>
                <a:spcPts val="2700"/>
              </a:lnSpc>
            </a:pPr>
            <a:r>
              <a:rPr lang="en-GB" sz="1600" b="1" dirty="0"/>
              <a:t>Also - growing use of sophisticated multi-band compressors</a:t>
            </a:r>
          </a:p>
          <a:p>
            <a:pPr marL="180975" indent="-180975">
              <a:lnSpc>
                <a:spcPts val="2700"/>
              </a:lnSpc>
              <a:buFont typeface="Arial" charset="0"/>
              <a:buChar char="•"/>
            </a:pPr>
            <a:r>
              <a:rPr lang="en-GB" sz="1600" dirty="0"/>
              <a:t>possible to create audio material which appears completely normal on quasi-peak meters yet sounds extremely loud</a:t>
            </a:r>
          </a:p>
          <a:p>
            <a:pPr marL="180975" indent="-180975">
              <a:lnSpc>
                <a:spcPts val="2700"/>
              </a:lnSpc>
              <a:buFont typeface="Arial" charset="0"/>
              <a:buChar char="•"/>
            </a:pPr>
            <a:r>
              <a:rPr lang="en-GB" sz="1600" dirty="0"/>
              <a:t>causes problems at programme junctions </a:t>
            </a:r>
          </a:p>
        </p:txBody>
      </p:sp>
      <p:sp>
        <p:nvSpPr>
          <p:cNvPr id="16387" name="Rectangle 2"/>
          <p:cNvSpPr>
            <a:spLocks noChangeArrowheads="1"/>
          </p:cNvSpPr>
          <p:nvPr/>
        </p:nvSpPr>
        <p:spPr bwMode="auto">
          <a:xfrm>
            <a:off x="395288" y="331788"/>
            <a:ext cx="4114800" cy="46196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r>
              <a:rPr lang="en-GB" sz="2400" b="1">
                <a:solidFill>
                  <a:srgbClr val="000000"/>
                </a:solidFill>
              </a:rPr>
              <a:t>Metering And Loudness</a:t>
            </a:r>
            <a:endParaRPr lang="en-GB" sz="2400" b="1"/>
          </a:p>
        </p:txBody>
      </p:sp>
    </p:spTree>
    <p:extLst>
      <p:ext uri="{BB962C8B-B14F-4D97-AF65-F5344CB8AC3E}">
        <p14:creationId xmlns:p14="http://schemas.microsoft.com/office/powerpoint/2010/main" val="3980716692"/>
      </p:ext>
    </p:extLst>
  </p:cSld>
  <p:clrMapOvr>
    <a:masterClrMapping/>
  </p:clrMapOvr>
</p:sld>
</file>

<file path=ppt/slides/slide14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410" name="Rectangle 1"/>
          <p:cNvSpPr>
            <a:spLocks noChangeArrowheads="1"/>
          </p:cNvSpPr>
          <p:nvPr/>
        </p:nvSpPr>
        <p:spPr bwMode="auto">
          <a:xfrm>
            <a:off x="395288" y="331788"/>
            <a:ext cx="4114800" cy="46196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r>
              <a:rPr lang="en-GB" sz="2400" b="1">
                <a:solidFill>
                  <a:srgbClr val="000000"/>
                </a:solidFill>
              </a:rPr>
              <a:t>Metering And Loudness</a:t>
            </a:r>
            <a:endParaRPr lang="en-GB" sz="2400" b="1"/>
          </a:p>
        </p:txBody>
      </p:sp>
      <p:sp>
        <p:nvSpPr>
          <p:cNvPr id="17411" name="Rectangle 2"/>
          <p:cNvSpPr>
            <a:spLocks noChangeArrowheads="1"/>
          </p:cNvSpPr>
          <p:nvPr/>
        </p:nvSpPr>
        <p:spPr bwMode="auto">
          <a:xfrm>
            <a:off x="395288" y="801688"/>
            <a:ext cx="8158162" cy="286232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pPr marL="180975" indent="-180975">
              <a:lnSpc>
                <a:spcPct val="150000"/>
              </a:lnSpc>
            </a:pPr>
            <a:r>
              <a:rPr lang="en-GB" sz="1600" b="1" dirty="0"/>
              <a:t>Post-production houses monitor and regulate the true perceived loudness of films using loudness meters</a:t>
            </a:r>
          </a:p>
          <a:p>
            <a:pPr marL="180975" indent="-180975">
              <a:lnSpc>
                <a:spcPct val="150000"/>
              </a:lnSpc>
              <a:buFont typeface="Arial" charset="0"/>
              <a:buChar char="•"/>
            </a:pPr>
            <a:r>
              <a:rPr lang="en-GB" sz="1600" dirty="0"/>
              <a:t>common meter - </a:t>
            </a:r>
            <a:r>
              <a:rPr lang="en-GB" sz="1600" i="1" dirty="0" err="1"/>
              <a:t>Dorroughs</a:t>
            </a:r>
            <a:r>
              <a:rPr lang="en-GB" sz="1600" i="1" dirty="0"/>
              <a:t> </a:t>
            </a:r>
          </a:p>
          <a:p>
            <a:pPr marL="180975" indent="-180975">
              <a:lnSpc>
                <a:spcPct val="150000"/>
              </a:lnSpc>
              <a:buFont typeface="Arial" charset="0"/>
              <a:buChar char="•"/>
            </a:pPr>
            <a:r>
              <a:rPr lang="en-GB" sz="1600" dirty="0"/>
              <a:t>Thames Television and the ITC ... </a:t>
            </a:r>
          </a:p>
          <a:p>
            <a:pPr marL="638175" lvl="1" indent="-180975">
              <a:lnSpc>
                <a:spcPct val="150000"/>
              </a:lnSpc>
            </a:pPr>
            <a:r>
              <a:rPr lang="en-GB" sz="1600" dirty="0"/>
              <a:t>- formulated a specification for displaying the relative loudness perception of typical audio programme material</a:t>
            </a:r>
          </a:p>
          <a:p>
            <a:pPr marL="180975" indent="-180975"/>
            <a:endParaRPr lang="en-GB" sz="1600" dirty="0"/>
          </a:p>
          <a:p>
            <a:pPr marL="180975" indent="-180975">
              <a:buFont typeface="Arial" charset="0"/>
              <a:buChar char="•"/>
            </a:pPr>
            <a:endParaRPr lang="en-GB" sz="1600" dirty="0"/>
          </a:p>
        </p:txBody>
      </p:sp>
      <p:pic>
        <p:nvPicPr>
          <p:cNvPr id="17412" name="Picture 3" descr="http://rekkerd.org/img/articles/waves_dorrough.jpg"/>
          <p:cNvPicPr>
            <a:picLocks noChangeAspect="1" noChangeArrowheads="1"/>
          </p:cNvPicPr>
          <p:nvPr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395288" y="3685454"/>
            <a:ext cx="5675312" cy="25336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sp>
        <p:nvSpPr>
          <p:cNvPr id="17413" name="Rectangle 4"/>
          <p:cNvSpPr>
            <a:spLocks noChangeArrowheads="1"/>
          </p:cNvSpPr>
          <p:nvPr/>
        </p:nvSpPr>
        <p:spPr bwMode="auto">
          <a:xfrm>
            <a:off x="6235700" y="2952750"/>
            <a:ext cx="2624138" cy="341632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pPr marL="180975" indent="-180975">
              <a:lnSpc>
                <a:spcPct val="150000"/>
              </a:lnSpc>
            </a:pPr>
            <a:r>
              <a:rPr lang="en-GB" sz="1600" b="1" dirty="0"/>
              <a:t>Perception of loudness depends on -</a:t>
            </a:r>
          </a:p>
          <a:p>
            <a:pPr marL="180975" indent="-180975">
              <a:lnSpc>
                <a:spcPct val="150000"/>
              </a:lnSpc>
              <a:buFont typeface="Arial" charset="0"/>
              <a:buChar char="•"/>
            </a:pPr>
            <a:r>
              <a:rPr lang="en-GB" sz="1600" dirty="0"/>
              <a:t>level of a signal</a:t>
            </a:r>
          </a:p>
          <a:p>
            <a:pPr marL="180975" indent="-180975">
              <a:lnSpc>
                <a:spcPct val="150000"/>
              </a:lnSpc>
              <a:buFont typeface="Arial" charset="0"/>
              <a:buChar char="•"/>
            </a:pPr>
            <a:r>
              <a:rPr lang="en-GB" sz="1600" dirty="0"/>
              <a:t>frequency bandwidth </a:t>
            </a:r>
          </a:p>
          <a:p>
            <a:pPr marL="180975" indent="-180975">
              <a:lnSpc>
                <a:spcPct val="150000"/>
              </a:lnSpc>
              <a:buFont typeface="Arial" charset="0"/>
              <a:buChar char="•"/>
            </a:pPr>
            <a:r>
              <a:rPr lang="en-GB" sz="1600" dirty="0"/>
              <a:t>wider the bandwidth, the louder a signal seems to be</a:t>
            </a:r>
          </a:p>
          <a:p>
            <a:pPr marL="180975" indent="-180975">
              <a:lnSpc>
                <a:spcPct val="150000"/>
              </a:lnSpc>
              <a:buFont typeface="Arial" charset="0"/>
              <a:buChar char="•"/>
            </a:pPr>
            <a:r>
              <a:rPr lang="en-GB" sz="1600" dirty="0"/>
              <a:t>(even if its peak level remains constant)</a:t>
            </a:r>
          </a:p>
        </p:txBody>
      </p:sp>
    </p:spTree>
    <p:extLst>
      <p:ext uri="{BB962C8B-B14F-4D97-AF65-F5344CB8AC3E}">
        <p14:creationId xmlns:p14="http://schemas.microsoft.com/office/powerpoint/2010/main" val="1170294234"/>
      </p:ext>
    </p:extLst>
  </p:cSld>
  <p:clrMapOvr>
    <a:masterClrMapping/>
  </p:clrMapOvr>
</p:sld>
</file>

<file path=ppt/slides/slide14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434" name="Rectangle 4"/>
          <p:cNvSpPr>
            <a:spLocks noChangeArrowheads="1"/>
          </p:cNvSpPr>
          <p:nvPr/>
        </p:nvSpPr>
        <p:spPr bwMode="auto">
          <a:xfrm>
            <a:off x="395288" y="868363"/>
            <a:ext cx="8264525" cy="2554287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pPr marL="180975" indent="-180975">
              <a:lnSpc>
                <a:spcPts val="2400"/>
              </a:lnSpc>
            </a:pPr>
            <a:r>
              <a:rPr lang="en-GB" sz="1600" b="1" dirty="0"/>
              <a:t>Human ear - most sensitive around 2-4kHz</a:t>
            </a:r>
          </a:p>
          <a:p>
            <a:pPr marL="180975" indent="-180975">
              <a:lnSpc>
                <a:spcPts val="2400"/>
              </a:lnSpc>
            </a:pPr>
            <a:endParaRPr lang="en-GB" sz="1600" b="1" dirty="0"/>
          </a:p>
          <a:p>
            <a:pPr marL="180975" indent="-180975">
              <a:lnSpc>
                <a:spcPts val="2400"/>
              </a:lnSpc>
              <a:buFont typeface="Arial" charset="0"/>
              <a:buChar char="•"/>
            </a:pPr>
            <a:r>
              <a:rPr lang="en-GB" sz="1600" dirty="0"/>
              <a:t>signals in this frequency band will sound much louder than low- or high-frequency signals of similar peak level</a:t>
            </a:r>
          </a:p>
          <a:p>
            <a:pPr marL="180975" indent="-180975">
              <a:lnSpc>
                <a:spcPts val="2400"/>
              </a:lnSpc>
              <a:buFont typeface="Arial" charset="0"/>
              <a:buChar char="•"/>
            </a:pPr>
            <a:endParaRPr lang="en-GB" sz="1600" dirty="0"/>
          </a:p>
          <a:p>
            <a:pPr marL="180975" indent="-180975">
              <a:lnSpc>
                <a:spcPts val="2400"/>
              </a:lnSpc>
              <a:buFont typeface="Arial" charset="0"/>
              <a:buChar char="•"/>
            </a:pPr>
            <a:r>
              <a:rPr lang="en-GB" sz="1600" dirty="0">
                <a:solidFill>
                  <a:srgbClr val="000000"/>
                </a:solidFill>
              </a:rPr>
              <a:t>e.g. band-limited 1/3-octave noise signals at 100Hz and 10kHz can be almost 15dB higher in level than noise centred on 4kHz … </a:t>
            </a:r>
          </a:p>
          <a:p>
            <a:pPr marL="638175" lvl="1" indent="-180975">
              <a:lnSpc>
                <a:spcPts val="2400"/>
              </a:lnSpc>
            </a:pPr>
            <a:r>
              <a:rPr lang="en-GB" sz="1600" dirty="0">
                <a:solidFill>
                  <a:srgbClr val="000000"/>
                </a:solidFill>
              </a:rPr>
              <a:t>...</a:t>
            </a:r>
            <a:r>
              <a:rPr lang="en-GB" sz="1600" dirty="0"/>
              <a:t>yet all will be perceived as sounding equally loud!</a:t>
            </a:r>
          </a:p>
        </p:txBody>
      </p:sp>
      <p:sp>
        <p:nvSpPr>
          <p:cNvPr id="18435" name="Rectangle 1"/>
          <p:cNvSpPr>
            <a:spLocks noChangeArrowheads="1"/>
          </p:cNvSpPr>
          <p:nvPr/>
        </p:nvSpPr>
        <p:spPr bwMode="auto">
          <a:xfrm>
            <a:off x="395288" y="331788"/>
            <a:ext cx="4114800" cy="46196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r>
              <a:rPr lang="en-GB" sz="2400" b="1">
                <a:solidFill>
                  <a:srgbClr val="000000"/>
                </a:solidFill>
              </a:rPr>
              <a:t>Metering And Loudness</a:t>
            </a:r>
            <a:endParaRPr lang="en-GB" sz="2400" b="1"/>
          </a:p>
        </p:txBody>
      </p:sp>
      <p:cxnSp>
        <p:nvCxnSpPr>
          <p:cNvPr id="18436" name="Straight Connector 9"/>
          <p:cNvCxnSpPr>
            <a:cxnSpLocks noChangeShapeType="1"/>
          </p:cNvCxnSpPr>
          <p:nvPr/>
        </p:nvCxnSpPr>
        <p:spPr bwMode="auto">
          <a:xfrm rot="5400000" flipH="1" flipV="1">
            <a:off x="-27781" y="4890294"/>
            <a:ext cx="2576512" cy="0"/>
          </a:xfrm>
          <a:prstGeom prst="line">
            <a:avLst/>
          </a:prstGeom>
          <a:noFill/>
          <a:ln w="9525" algn="ctr">
            <a:solidFill>
              <a:schemeClr val="tx1"/>
            </a:solidFill>
            <a:round/>
            <a:headEnd/>
            <a:tailEnd/>
          </a:ln>
        </p:spPr>
      </p:cxnSp>
      <p:sp>
        <p:nvSpPr>
          <p:cNvPr id="18437" name="Freeform 10"/>
          <p:cNvSpPr>
            <a:spLocks/>
          </p:cNvSpPr>
          <p:nvPr/>
        </p:nvSpPr>
        <p:spPr bwMode="auto">
          <a:xfrm>
            <a:off x="1260475" y="4176713"/>
            <a:ext cx="7526338" cy="1803400"/>
          </a:xfrm>
          <a:custGeom>
            <a:avLst/>
            <a:gdLst>
              <a:gd name="T0" fmla="*/ 0 w 7525327"/>
              <a:gd name="T1" fmla="*/ 1738752 h 1803399"/>
              <a:gd name="T2" fmla="*/ 942998 w 7525327"/>
              <a:gd name="T3" fmla="*/ 1350825 h 1803399"/>
              <a:gd name="T4" fmla="*/ 1927602 w 7525327"/>
              <a:gd name="T5" fmla="*/ 284018 h 1803399"/>
              <a:gd name="T6" fmla="*/ 2607108 w 7525327"/>
              <a:gd name="T7" fmla="*/ 90054 h 1803399"/>
              <a:gd name="T8" fmla="*/ 3480767 w 7525327"/>
              <a:gd name="T9" fmla="*/ 824345 h 1803399"/>
              <a:gd name="T10" fmla="*/ 4340562 w 7525327"/>
              <a:gd name="T11" fmla="*/ 1517080 h 1803399"/>
              <a:gd name="T12" fmla="*/ 5269683 w 7525327"/>
              <a:gd name="T13" fmla="*/ 1738752 h 1803399"/>
              <a:gd name="T14" fmla="*/ 7211140 w 7525327"/>
              <a:gd name="T15" fmla="*/ 1794170 h 1803399"/>
              <a:gd name="T16" fmla="*/ 7197286 w 7525327"/>
              <a:gd name="T17" fmla="*/ 1794170 h 1803399"/>
              <a:gd name="T18" fmla="*/ 0 60000 65536"/>
              <a:gd name="T19" fmla="*/ 0 60000 65536"/>
              <a:gd name="T20" fmla="*/ 0 60000 65536"/>
              <a:gd name="T21" fmla="*/ 0 60000 65536"/>
              <a:gd name="T22" fmla="*/ 0 60000 65536"/>
              <a:gd name="T23" fmla="*/ 0 60000 65536"/>
              <a:gd name="T24" fmla="*/ 0 60000 65536"/>
              <a:gd name="T25" fmla="*/ 0 60000 65536"/>
              <a:gd name="T26" fmla="*/ 0 60000 65536"/>
              <a:gd name="T27" fmla="*/ 0 w 7525327"/>
              <a:gd name="T28" fmla="*/ 0 h 1803399"/>
              <a:gd name="T29" fmla="*/ 7525327 w 7525327"/>
              <a:gd name="T30" fmla="*/ 1803399 h 1803399"/>
            </a:gdLst>
            <a:ahLst/>
            <a:cxnLst>
              <a:cxn ang="T18">
                <a:pos x="T0" y="T1"/>
              </a:cxn>
              <a:cxn ang="T19">
                <a:pos x="T2" y="T3"/>
              </a:cxn>
              <a:cxn ang="T20">
                <a:pos x="T4" y="T5"/>
              </a:cxn>
              <a:cxn ang="T21">
                <a:pos x="T6" y="T7"/>
              </a:cxn>
              <a:cxn ang="T22">
                <a:pos x="T8" y="T9"/>
              </a:cxn>
              <a:cxn ang="T23">
                <a:pos x="T10" y="T11"/>
              </a:cxn>
              <a:cxn ang="T24">
                <a:pos x="T12" y="T13"/>
              </a:cxn>
              <a:cxn ang="T25">
                <a:pos x="T14" y="T15"/>
              </a:cxn>
              <a:cxn ang="T26">
                <a:pos x="T16" y="T17"/>
              </a:cxn>
            </a:cxnLst>
            <a:rect l="T27" t="T28" r="T29" b="T30"/>
            <a:pathLst>
              <a:path w="7525327" h="1803399">
                <a:moveTo>
                  <a:pt x="0" y="1738745"/>
                </a:moveTo>
                <a:cubicBezTo>
                  <a:pt x="310572" y="1666009"/>
                  <a:pt x="621145" y="1593273"/>
                  <a:pt x="942109" y="1350818"/>
                </a:cubicBezTo>
                <a:cubicBezTo>
                  <a:pt x="1263073" y="1108364"/>
                  <a:pt x="1648691" y="494145"/>
                  <a:pt x="1925782" y="284018"/>
                </a:cubicBezTo>
                <a:cubicBezTo>
                  <a:pt x="2202873" y="73891"/>
                  <a:pt x="2346036" y="0"/>
                  <a:pt x="2604654" y="90054"/>
                </a:cubicBezTo>
                <a:cubicBezTo>
                  <a:pt x="2863272" y="180108"/>
                  <a:pt x="3188855" y="586509"/>
                  <a:pt x="3477491" y="824345"/>
                </a:cubicBezTo>
                <a:cubicBezTo>
                  <a:pt x="3766128" y="1062182"/>
                  <a:pt x="4038600" y="1364673"/>
                  <a:pt x="4336473" y="1517073"/>
                </a:cubicBezTo>
                <a:cubicBezTo>
                  <a:pt x="4634346" y="1669473"/>
                  <a:pt x="4786745" y="1692563"/>
                  <a:pt x="5264727" y="1738745"/>
                </a:cubicBezTo>
                <a:cubicBezTo>
                  <a:pt x="5742709" y="1784927"/>
                  <a:pt x="6883399" y="1784927"/>
                  <a:pt x="7204363" y="1794163"/>
                </a:cubicBezTo>
                <a:cubicBezTo>
                  <a:pt x="7525327" y="1803399"/>
                  <a:pt x="7357918" y="1798781"/>
                  <a:pt x="7190509" y="1794163"/>
                </a:cubicBezTo>
              </a:path>
            </a:pathLst>
          </a:custGeom>
          <a:solidFill>
            <a:srgbClr val="92D050"/>
          </a:solidFill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</p:spPr>
        <p:txBody>
          <a:bodyPr/>
          <a:lstStyle/>
          <a:p>
            <a:endParaRPr lang="en-GB"/>
          </a:p>
        </p:txBody>
      </p:sp>
      <p:pic>
        <p:nvPicPr>
          <p:cNvPr id="18438" name="Picture 3" descr="C:\Documents and Settings\jeremy.foss\Desktop\Clipboard01.gif"/>
          <p:cNvPicPr>
            <a:picLocks noChangeAspect="1" noChangeArrowheads="1"/>
          </p:cNvPicPr>
          <p:nvPr/>
        </p:nvPicPr>
        <p:blipFill>
          <a:blip r:embed="rId2" cstate="print"/>
          <a:srcRect r="51518"/>
          <a:stretch>
            <a:fillRect/>
          </a:stretch>
        </p:blipFill>
        <p:spPr bwMode="auto">
          <a:xfrm>
            <a:off x="3309938" y="4240213"/>
            <a:ext cx="862012" cy="124142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sp>
        <p:nvSpPr>
          <p:cNvPr id="18439" name="TextBox 13"/>
          <p:cNvSpPr txBox="1">
            <a:spLocks noChangeArrowheads="1"/>
          </p:cNvSpPr>
          <p:nvPr/>
        </p:nvSpPr>
        <p:spPr bwMode="auto">
          <a:xfrm>
            <a:off x="1096963" y="6132513"/>
            <a:ext cx="7008812" cy="3079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>
            <a:spAutoFit/>
          </a:bodyPr>
          <a:lstStyle/>
          <a:p>
            <a:r>
              <a:rPr lang="en-GB" sz="1400"/>
              <a:t>0             1           2          3         4       5       6     7    8   9  10        freq, kHz →</a:t>
            </a:r>
            <a:endParaRPr lang="en-US" sz="1400"/>
          </a:p>
        </p:txBody>
      </p:sp>
      <p:cxnSp>
        <p:nvCxnSpPr>
          <p:cNvPr id="18440" name="Straight Connector 7"/>
          <p:cNvCxnSpPr>
            <a:cxnSpLocks noChangeShapeType="1"/>
          </p:cNvCxnSpPr>
          <p:nvPr/>
        </p:nvCxnSpPr>
        <p:spPr bwMode="auto">
          <a:xfrm>
            <a:off x="1162050" y="5916613"/>
            <a:ext cx="7454900" cy="41275"/>
          </a:xfrm>
          <a:prstGeom prst="line">
            <a:avLst/>
          </a:prstGeom>
          <a:noFill/>
          <a:ln w="9525" algn="ctr">
            <a:solidFill>
              <a:schemeClr val="tx1"/>
            </a:solidFill>
            <a:round/>
            <a:headEnd/>
            <a:tailEnd/>
          </a:ln>
        </p:spPr>
      </p:cxnSp>
      <p:cxnSp>
        <p:nvCxnSpPr>
          <p:cNvPr id="37" name="Straight Arrow Connector 36"/>
          <p:cNvCxnSpPr>
            <a:cxnSpLocks noChangeShapeType="1"/>
          </p:cNvCxnSpPr>
          <p:nvPr/>
        </p:nvCxnSpPr>
        <p:spPr bwMode="auto">
          <a:xfrm>
            <a:off x="5365750" y="3387725"/>
            <a:ext cx="493713" cy="1165225"/>
          </a:xfrm>
          <a:prstGeom prst="straightConnector1">
            <a:avLst/>
          </a:prstGeom>
          <a:noFill/>
          <a:ln w="9525" algn="ctr">
            <a:solidFill>
              <a:schemeClr val="tx1"/>
            </a:solidFill>
            <a:round/>
            <a:headEnd/>
            <a:tailEnd type="arrow" w="med" len="med"/>
          </a:ln>
        </p:spPr>
      </p:cxnSp>
      <p:sp>
        <p:nvSpPr>
          <p:cNvPr id="18442" name="TextBox 37"/>
          <p:cNvSpPr txBox="1">
            <a:spLocks noChangeArrowheads="1"/>
          </p:cNvSpPr>
          <p:nvPr/>
        </p:nvSpPr>
        <p:spPr bwMode="auto">
          <a:xfrm>
            <a:off x="835025" y="3648075"/>
            <a:ext cx="446088" cy="22923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>
            <a:spAutoFit/>
          </a:bodyPr>
          <a:lstStyle/>
          <a:p>
            <a:pPr algn="r"/>
            <a:r>
              <a:rPr lang="en-GB" sz="1100"/>
              <a:t>dB</a:t>
            </a:r>
          </a:p>
          <a:p>
            <a:pPr algn="r"/>
            <a:endParaRPr lang="en-GB" sz="1100"/>
          </a:p>
          <a:p>
            <a:pPr algn="r"/>
            <a:endParaRPr lang="en-GB" sz="1100"/>
          </a:p>
          <a:p>
            <a:pPr algn="r"/>
            <a:r>
              <a:rPr lang="en-GB" sz="1100"/>
              <a:t>0</a:t>
            </a:r>
          </a:p>
          <a:p>
            <a:pPr algn="r"/>
            <a:endParaRPr lang="en-GB" sz="1100"/>
          </a:p>
          <a:p>
            <a:pPr algn="r"/>
            <a:endParaRPr lang="en-GB" sz="1100"/>
          </a:p>
          <a:p>
            <a:pPr algn="r"/>
            <a:r>
              <a:rPr lang="en-GB" sz="1100"/>
              <a:t>-5</a:t>
            </a:r>
          </a:p>
          <a:p>
            <a:pPr algn="r"/>
            <a:endParaRPr lang="en-GB" sz="1100"/>
          </a:p>
          <a:p>
            <a:pPr algn="r"/>
            <a:endParaRPr lang="en-GB" sz="1100"/>
          </a:p>
          <a:p>
            <a:pPr algn="r"/>
            <a:r>
              <a:rPr lang="en-GB" sz="1100"/>
              <a:t>-10</a:t>
            </a:r>
          </a:p>
          <a:p>
            <a:pPr algn="r"/>
            <a:endParaRPr lang="en-GB" sz="1100"/>
          </a:p>
          <a:p>
            <a:pPr algn="r"/>
            <a:endParaRPr lang="en-GB" sz="1100"/>
          </a:p>
          <a:p>
            <a:pPr algn="r"/>
            <a:r>
              <a:rPr lang="en-GB" sz="1100"/>
              <a:t>-15</a:t>
            </a:r>
            <a:endParaRPr lang="en-US" sz="1100"/>
          </a:p>
        </p:txBody>
      </p:sp>
      <p:grpSp>
        <p:nvGrpSpPr>
          <p:cNvPr id="2" name="Group 61"/>
          <p:cNvGrpSpPr>
            <a:grpSpLocks/>
          </p:cNvGrpSpPr>
          <p:nvPr/>
        </p:nvGrpSpPr>
        <p:grpSpPr bwMode="auto">
          <a:xfrm>
            <a:off x="1335088" y="4095750"/>
            <a:ext cx="5924550" cy="1870075"/>
            <a:chOff x="1335023" y="4096512"/>
            <a:chExt cx="5925313" cy="1869948"/>
          </a:xfrm>
        </p:grpSpPr>
        <p:sp>
          <p:nvSpPr>
            <p:cNvPr id="18445" name="Freeform 21"/>
            <p:cNvSpPr>
              <a:spLocks/>
            </p:cNvSpPr>
            <p:nvPr/>
          </p:nvSpPr>
          <p:spPr bwMode="auto">
            <a:xfrm>
              <a:off x="1755648" y="4306824"/>
              <a:ext cx="438912" cy="443484"/>
            </a:xfrm>
            <a:custGeom>
              <a:avLst/>
              <a:gdLst>
                <a:gd name="T0" fmla="*/ 0 w 438912"/>
                <a:gd name="T1" fmla="*/ 3840 h 832104"/>
                <a:gd name="T2" fmla="*/ 45720 w 438912"/>
                <a:gd name="T3" fmla="*/ 208 h 832104"/>
                <a:gd name="T4" fmla="*/ 45720 w 438912"/>
                <a:gd name="T5" fmla="*/ 4435 h 832104"/>
                <a:gd name="T6" fmla="*/ 82296 w 438912"/>
                <a:gd name="T7" fmla="*/ 2590 h 832104"/>
                <a:gd name="T8" fmla="*/ 100584 w 438912"/>
                <a:gd name="T9" fmla="*/ 3066 h 832104"/>
                <a:gd name="T10" fmla="*/ 137160 w 438912"/>
                <a:gd name="T11" fmla="*/ 2113 h 832104"/>
                <a:gd name="T12" fmla="*/ 137160 w 438912"/>
                <a:gd name="T13" fmla="*/ 3185 h 832104"/>
                <a:gd name="T14" fmla="*/ 173736 w 438912"/>
                <a:gd name="T15" fmla="*/ 1399 h 832104"/>
                <a:gd name="T16" fmla="*/ 173736 w 438912"/>
                <a:gd name="T17" fmla="*/ 3423 h 832104"/>
                <a:gd name="T18" fmla="*/ 201168 w 438912"/>
                <a:gd name="T19" fmla="*/ 3185 h 832104"/>
                <a:gd name="T20" fmla="*/ 219456 w 438912"/>
                <a:gd name="T21" fmla="*/ 328 h 832104"/>
                <a:gd name="T22" fmla="*/ 265176 w 438912"/>
                <a:gd name="T23" fmla="*/ 5150 h 832104"/>
                <a:gd name="T24" fmla="*/ 283464 w 438912"/>
                <a:gd name="T25" fmla="*/ 1935 h 832104"/>
                <a:gd name="T26" fmla="*/ 310896 w 438912"/>
                <a:gd name="T27" fmla="*/ 2887 h 832104"/>
                <a:gd name="T28" fmla="*/ 338328 w 438912"/>
                <a:gd name="T29" fmla="*/ 2530 h 832104"/>
                <a:gd name="T30" fmla="*/ 365760 w 438912"/>
                <a:gd name="T31" fmla="*/ 2590 h 832104"/>
                <a:gd name="T32" fmla="*/ 365760 w 438912"/>
                <a:gd name="T33" fmla="*/ 1876 h 832104"/>
                <a:gd name="T34" fmla="*/ 374904 w 438912"/>
                <a:gd name="T35" fmla="*/ 3542 h 832104"/>
                <a:gd name="T36" fmla="*/ 402336 w 438912"/>
                <a:gd name="T37" fmla="*/ 2351 h 832104"/>
                <a:gd name="T38" fmla="*/ 402336 w 438912"/>
                <a:gd name="T39" fmla="*/ 3840 h 832104"/>
                <a:gd name="T40" fmla="*/ 420624 w 438912"/>
                <a:gd name="T41" fmla="*/ 2947 h 832104"/>
                <a:gd name="T42" fmla="*/ 438912 w 438912"/>
                <a:gd name="T43" fmla="*/ 2947 h 832104"/>
                <a:gd name="T44" fmla="*/ 0 60000 65536"/>
                <a:gd name="T45" fmla="*/ 0 60000 65536"/>
                <a:gd name="T46" fmla="*/ 0 60000 65536"/>
                <a:gd name="T47" fmla="*/ 0 60000 65536"/>
                <a:gd name="T48" fmla="*/ 0 60000 65536"/>
                <a:gd name="T49" fmla="*/ 0 60000 65536"/>
                <a:gd name="T50" fmla="*/ 0 60000 65536"/>
                <a:gd name="T51" fmla="*/ 0 60000 65536"/>
                <a:gd name="T52" fmla="*/ 0 60000 65536"/>
                <a:gd name="T53" fmla="*/ 0 60000 65536"/>
                <a:gd name="T54" fmla="*/ 0 60000 65536"/>
                <a:gd name="T55" fmla="*/ 0 60000 65536"/>
                <a:gd name="T56" fmla="*/ 0 60000 65536"/>
                <a:gd name="T57" fmla="*/ 0 60000 65536"/>
                <a:gd name="T58" fmla="*/ 0 60000 65536"/>
                <a:gd name="T59" fmla="*/ 0 60000 65536"/>
                <a:gd name="T60" fmla="*/ 0 60000 65536"/>
                <a:gd name="T61" fmla="*/ 0 60000 65536"/>
                <a:gd name="T62" fmla="*/ 0 60000 65536"/>
                <a:gd name="T63" fmla="*/ 0 60000 65536"/>
                <a:gd name="T64" fmla="*/ 0 60000 65536"/>
                <a:gd name="T65" fmla="*/ 0 60000 65536"/>
                <a:gd name="T66" fmla="*/ 0 w 438912"/>
                <a:gd name="T67" fmla="*/ 0 h 832104"/>
                <a:gd name="T68" fmla="*/ 438912 w 438912"/>
                <a:gd name="T69" fmla="*/ 832104 h 832104"/>
              </a:gdLst>
              <a:ahLst/>
              <a:cxnLst>
                <a:cxn ang="T44">
                  <a:pos x="T0" y="T1"/>
                </a:cxn>
                <a:cxn ang="T45">
                  <a:pos x="T2" y="T3"/>
                </a:cxn>
                <a:cxn ang="T46">
                  <a:pos x="T4" y="T5"/>
                </a:cxn>
                <a:cxn ang="T47">
                  <a:pos x="T6" y="T7"/>
                </a:cxn>
                <a:cxn ang="T48">
                  <a:pos x="T8" y="T9"/>
                </a:cxn>
                <a:cxn ang="T49">
                  <a:pos x="T10" y="T11"/>
                </a:cxn>
                <a:cxn ang="T50">
                  <a:pos x="T12" y="T13"/>
                </a:cxn>
                <a:cxn ang="T51">
                  <a:pos x="T14" y="T15"/>
                </a:cxn>
                <a:cxn ang="T52">
                  <a:pos x="T16" y="T17"/>
                </a:cxn>
                <a:cxn ang="T53">
                  <a:pos x="T18" y="T19"/>
                </a:cxn>
                <a:cxn ang="T54">
                  <a:pos x="T20" y="T21"/>
                </a:cxn>
                <a:cxn ang="T55">
                  <a:pos x="T22" y="T23"/>
                </a:cxn>
                <a:cxn ang="T56">
                  <a:pos x="T24" y="T25"/>
                </a:cxn>
                <a:cxn ang="T57">
                  <a:pos x="T26" y="T27"/>
                </a:cxn>
                <a:cxn ang="T58">
                  <a:pos x="T28" y="T29"/>
                </a:cxn>
                <a:cxn ang="T59">
                  <a:pos x="T30" y="T31"/>
                </a:cxn>
                <a:cxn ang="T60">
                  <a:pos x="T32" y="T33"/>
                </a:cxn>
                <a:cxn ang="T61">
                  <a:pos x="T34" y="T35"/>
                </a:cxn>
                <a:cxn ang="T62">
                  <a:pos x="T36" y="T37"/>
                </a:cxn>
                <a:cxn ang="T63">
                  <a:pos x="T38" y="T39"/>
                </a:cxn>
                <a:cxn ang="T64">
                  <a:pos x="T40" y="T41"/>
                </a:cxn>
                <a:cxn ang="T65">
                  <a:pos x="T42" y="T43"/>
                </a:cxn>
              </a:cxnLst>
              <a:rect l="T66" t="T67" r="T68" b="T69"/>
              <a:pathLst>
                <a:path w="438912" h="832104">
                  <a:moveTo>
                    <a:pt x="0" y="589788"/>
                  </a:moveTo>
                  <a:cubicBezTo>
                    <a:pt x="19050" y="303276"/>
                    <a:pt x="38100" y="16764"/>
                    <a:pt x="45720" y="32004"/>
                  </a:cubicBezTo>
                  <a:cubicBezTo>
                    <a:pt x="53340" y="47244"/>
                    <a:pt x="39624" y="620268"/>
                    <a:pt x="45720" y="681228"/>
                  </a:cubicBezTo>
                  <a:cubicBezTo>
                    <a:pt x="51816" y="742188"/>
                    <a:pt x="73152" y="432816"/>
                    <a:pt x="82296" y="397764"/>
                  </a:cubicBezTo>
                  <a:cubicBezTo>
                    <a:pt x="91440" y="362712"/>
                    <a:pt x="91440" y="483108"/>
                    <a:pt x="100584" y="470916"/>
                  </a:cubicBezTo>
                  <a:cubicBezTo>
                    <a:pt x="109728" y="458724"/>
                    <a:pt x="131064" y="321564"/>
                    <a:pt x="137160" y="324612"/>
                  </a:cubicBezTo>
                  <a:cubicBezTo>
                    <a:pt x="143256" y="327660"/>
                    <a:pt x="131064" y="507492"/>
                    <a:pt x="137160" y="489204"/>
                  </a:cubicBezTo>
                  <a:cubicBezTo>
                    <a:pt x="143256" y="470916"/>
                    <a:pt x="167640" y="208788"/>
                    <a:pt x="173736" y="214884"/>
                  </a:cubicBezTo>
                  <a:cubicBezTo>
                    <a:pt x="179832" y="220980"/>
                    <a:pt x="169164" y="480060"/>
                    <a:pt x="173736" y="525780"/>
                  </a:cubicBezTo>
                  <a:cubicBezTo>
                    <a:pt x="178308" y="571500"/>
                    <a:pt x="193548" y="568452"/>
                    <a:pt x="201168" y="489204"/>
                  </a:cubicBezTo>
                  <a:cubicBezTo>
                    <a:pt x="208788" y="409956"/>
                    <a:pt x="208788" y="0"/>
                    <a:pt x="219456" y="50292"/>
                  </a:cubicBezTo>
                  <a:cubicBezTo>
                    <a:pt x="230124" y="100584"/>
                    <a:pt x="254508" y="749808"/>
                    <a:pt x="265176" y="790956"/>
                  </a:cubicBezTo>
                  <a:cubicBezTo>
                    <a:pt x="275844" y="832104"/>
                    <a:pt x="275844" y="355092"/>
                    <a:pt x="283464" y="297180"/>
                  </a:cubicBezTo>
                  <a:cubicBezTo>
                    <a:pt x="291084" y="239268"/>
                    <a:pt x="301752" y="428244"/>
                    <a:pt x="310896" y="443484"/>
                  </a:cubicBezTo>
                  <a:cubicBezTo>
                    <a:pt x="320040" y="458724"/>
                    <a:pt x="329184" y="396240"/>
                    <a:pt x="338328" y="388620"/>
                  </a:cubicBezTo>
                  <a:cubicBezTo>
                    <a:pt x="347472" y="381000"/>
                    <a:pt x="361188" y="414528"/>
                    <a:pt x="365760" y="397764"/>
                  </a:cubicBezTo>
                  <a:cubicBezTo>
                    <a:pt x="370332" y="381000"/>
                    <a:pt x="364236" y="263652"/>
                    <a:pt x="365760" y="288036"/>
                  </a:cubicBezTo>
                  <a:cubicBezTo>
                    <a:pt x="367284" y="312420"/>
                    <a:pt x="368808" y="531876"/>
                    <a:pt x="374904" y="544068"/>
                  </a:cubicBezTo>
                  <a:cubicBezTo>
                    <a:pt x="381000" y="556260"/>
                    <a:pt x="397764" y="353568"/>
                    <a:pt x="402336" y="361188"/>
                  </a:cubicBezTo>
                  <a:cubicBezTo>
                    <a:pt x="406908" y="368808"/>
                    <a:pt x="399288" y="574548"/>
                    <a:pt x="402336" y="589788"/>
                  </a:cubicBezTo>
                  <a:cubicBezTo>
                    <a:pt x="405384" y="605028"/>
                    <a:pt x="414528" y="475488"/>
                    <a:pt x="420624" y="452628"/>
                  </a:cubicBezTo>
                  <a:cubicBezTo>
                    <a:pt x="426720" y="429768"/>
                    <a:pt x="432816" y="441198"/>
                    <a:pt x="438912" y="452628"/>
                  </a:cubicBezTo>
                </a:path>
              </a:pathLst>
            </a:custGeom>
            <a:noFill/>
            <a:ln w="9525" cap="flat" cmpd="sng" algn="ctr">
              <a:solidFill>
                <a:srgbClr val="FF0000"/>
              </a:solidFill>
              <a:prstDash val="solid"/>
              <a:round/>
              <a:headEnd type="none" w="med" len="med"/>
              <a:tailEnd type="none" w="med" len="med"/>
            </a:ln>
          </p:spPr>
          <p:txBody>
            <a:bodyPr/>
            <a:lstStyle/>
            <a:p>
              <a:endParaRPr lang="en-GB"/>
            </a:p>
          </p:txBody>
        </p:sp>
        <p:sp>
          <p:nvSpPr>
            <p:cNvPr id="18446" name="Freeform 22"/>
            <p:cNvSpPr>
              <a:spLocks/>
            </p:cNvSpPr>
            <p:nvPr/>
          </p:nvSpPr>
          <p:spPr bwMode="auto">
            <a:xfrm>
              <a:off x="2185416" y="4572000"/>
              <a:ext cx="438912" cy="443484"/>
            </a:xfrm>
            <a:custGeom>
              <a:avLst/>
              <a:gdLst>
                <a:gd name="T0" fmla="*/ 0 w 438912"/>
                <a:gd name="T1" fmla="*/ 3840 h 832104"/>
                <a:gd name="T2" fmla="*/ 45720 w 438912"/>
                <a:gd name="T3" fmla="*/ 208 h 832104"/>
                <a:gd name="T4" fmla="*/ 45720 w 438912"/>
                <a:gd name="T5" fmla="*/ 4435 h 832104"/>
                <a:gd name="T6" fmla="*/ 82296 w 438912"/>
                <a:gd name="T7" fmla="*/ 2590 h 832104"/>
                <a:gd name="T8" fmla="*/ 100584 w 438912"/>
                <a:gd name="T9" fmla="*/ 3066 h 832104"/>
                <a:gd name="T10" fmla="*/ 137160 w 438912"/>
                <a:gd name="T11" fmla="*/ 2113 h 832104"/>
                <a:gd name="T12" fmla="*/ 137160 w 438912"/>
                <a:gd name="T13" fmla="*/ 3185 h 832104"/>
                <a:gd name="T14" fmla="*/ 173736 w 438912"/>
                <a:gd name="T15" fmla="*/ 1399 h 832104"/>
                <a:gd name="T16" fmla="*/ 173736 w 438912"/>
                <a:gd name="T17" fmla="*/ 3423 h 832104"/>
                <a:gd name="T18" fmla="*/ 201168 w 438912"/>
                <a:gd name="T19" fmla="*/ 3185 h 832104"/>
                <a:gd name="T20" fmla="*/ 219456 w 438912"/>
                <a:gd name="T21" fmla="*/ 328 h 832104"/>
                <a:gd name="T22" fmla="*/ 265176 w 438912"/>
                <a:gd name="T23" fmla="*/ 5150 h 832104"/>
                <a:gd name="T24" fmla="*/ 283464 w 438912"/>
                <a:gd name="T25" fmla="*/ 1935 h 832104"/>
                <a:gd name="T26" fmla="*/ 310896 w 438912"/>
                <a:gd name="T27" fmla="*/ 2887 h 832104"/>
                <a:gd name="T28" fmla="*/ 338328 w 438912"/>
                <a:gd name="T29" fmla="*/ 2530 h 832104"/>
                <a:gd name="T30" fmla="*/ 365760 w 438912"/>
                <a:gd name="T31" fmla="*/ 2590 h 832104"/>
                <a:gd name="T32" fmla="*/ 365760 w 438912"/>
                <a:gd name="T33" fmla="*/ 1876 h 832104"/>
                <a:gd name="T34" fmla="*/ 374904 w 438912"/>
                <a:gd name="T35" fmla="*/ 3542 h 832104"/>
                <a:gd name="T36" fmla="*/ 402336 w 438912"/>
                <a:gd name="T37" fmla="*/ 2351 h 832104"/>
                <a:gd name="T38" fmla="*/ 402336 w 438912"/>
                <a:gd name="T39" fmla="*/ 3840 h 832104"/>
                <a:gd name="T40" fmla="*/ 420624 w 438912"/>
                <a:gd name="T41" fmla="*/ 2947 h 832104"/>
                <a:gd name="T42" fmla="*/ 438912 w 438912"/>
                <a:gd name="T43" fmla="*/ 2947 h 832104"/>
                <a:gd name="T44" fmla="*/ 0 60000 65536"/>
                <a:gd name="T45" fmla="*/ 0 60000 65536"/>
                <a:gd name="T46" fmla="*/ 0 60000 65536"/>
                <a:gd name="T47" fmla="*/ 0 60000 65536"/>
                <a:gd name="T48" fmla="*/ 0 60000 65536"/>
                <a:gd name="T49" fmla="*/ 0 60000 65536"/>
                <a:gd name="T50" fmla="*/ 0 60000 65536"/>
                <a:gd name="T51" fmla="*/ 0 60000 65536"/>
                <a:gd name="T52" fmla="*/ 0 60000 65536"/>
                <a:gd name="T53" fmla="*/ 0 60000 65536"/>
                <a:gd name="T54" fmla="*/ 0 60000 65536"/>
                <a:gd name="T55" fmla="*/ 0 60000 65536"/>
                <a:gd name="T56" fmla="*/ 0 60000 65536"/>
                <a:gd name="T57" fmla="*/ 0 60000 65536"/>
                <a:gd name="T58" fmla="*/ 0 60000 65536"/>
                <a:gd name="T59" fmla="*/ 0 60000 65536"/>
                <a:gd name="T60" fmla="*/ 0 60000 65536"/>
                <a:gd name="T61" fmla="*/ 0 60000 65536"/>
                <a:gd name="T62" fmla="*/ 0 60000 65536"/>
                <a:gd name="T63" fmla="*/ 0 60000 65536"/>
                <a:gd name="T64" fmla="*/ 0 60000 65536"/>
                <a:gd name="T65" fmla="*/ 0 60000 65536"/>
                <a:gd name="T66" fmla="*/ 0 w 438912"/>
                <a:gd name="T67" fmla="*/ 0 h 832104"/>
                <a:gd name="T68" fmla="*/ 438912 w 438912"/>
                <a:gd name="T69" fmla="*/ 832104 h 832104"/>
              </a:gdLst>
              <a:ahLst/>
              <a:cxnLst>
                <a:cxn ang="T44">
                  <a:pos x="T0" y="T1"/>
                </a:cxn>
                <a:cxn ang="T45">
                  <a:pos x="T2" y="T3"/>
                </a:cxn>
                <a:cxn ang="T46">
                  <a:pos x="T4" y="T5"/>
                </a:cxn>
                <a:cxn ang="T47">
                  <a:pos x="T6" y="T7"/>
                </a:cxn>
                <a:cxn ang="T48">
                  <a:pos x="T8" y="T9"/>
                </a:cxn>
                <a:cxn ang="T49">
                  <a:pos x="T10" y="T11"/>
                </a:cxn>
                <a:cxn ang="T50">
                  <a:pos x="T12" y="T13"/>
                </a:cxn>
                <a:cxn ang="T51">
                  <a:pos x="T14" y="T15"/>
                </a:cxn>
                <a:cxn ang="T52">
                  <a:pos x="T16" y="T17"/>
                </a:cxn>
                <a:cxn ang="T53">
                  <a:pos x="T18" y="T19"/>
                </a:cxn>
                <a:cxn ang="T54">
                  <a:pos x="T20" y="T21"/>
                </a:cxn>
                <a:cxn ang="T55">
                  <a:pos x="T22" y="T23"/>
                </a:cxn>
                <a:cxn ang="T56">
                  <a:pos x="T24" y="T25"/>
                </a:cxn>
                <a:cxn ang="T57">
                  <a:pos x="T26" y="T27"/>
                </a:cxn>
                <a:cxn ang="T58">
                  <a:pos x="T28" y="T29"/>
                </a:cxn>
                <a:cxn ang="T59">
                  <a:pos x="T30" y="T31"/>
                </a:cxn>
                <a:cxn ang="T60">
                  <a:pos x="T32" y="T33"/>
                </a:cxn>
                <a:cxn ang="T61">
                  <a:pos x="T34" y="T35"/>
                </a:cxn>
                <a:cxn ang="T62">
                  <a:pos x="T36" y="T37"/>
                </a:cxn>
                <a:cxn ang="T63">
                  <a:pos x="T38" y="T39"/>
                </a:cxn>
                <a:cxn ang="T64">
                  <a:pos x="T40" y="T41"/>
                </a:cxn>
                <a:cxn ang="T65">
                  <a:pos x="T42" y="T43"/>
                </a:cxn>
              </a:cxnLst>
              <a:rect l="T66" t="T67" r="T68" b="T69"/>
              <a:pathLst>
                <a:path w="438912" h="832104">
                  <a:moveTo>
                    <a:pt x="0" y="589788"/>
                  </a:moveTo>
                  <a:cubicBezTo>
                    <a:pt x="19050" y="303276"/>
                    <a:pt x="38100" y="16764"/>
                    <a:pt x="45720" y="32004"/>
                  </a:cubicBezTo>
                  <a:cubicBezTo>
                    <a:pt x="53340" y="47244"/>
                    <a:pt x="39624" y="620268"/>
                    <a:pt x="45720" y="681228"/>
                  </a:cubicBezTo>
                  <a:cubicBezTo>
                    <a:pt x="51816" y="742188"/>
                    <a:pt x="73152" y="432816"/>
                    <a:pt x="82296" y="397764"/>
                  </a:cubicBezTo>
                  <a:cubicBezTo>
                    <a:pt x="91440" y="362712"/>
                    <a:pt x="91440" y="483108"/>
                    <a:pt x="100584" y="470916"/>
                  </a:cubicBezTo>
                  <a:cubicBezTo>
                    <a:pt x="109728" y="458724"/>
                    <a:pt x="131064" y="321564"/>
                    <a:pt x="137160" y="324612"/>
                  </a:cubicBezTo>
                  <a:cubicBezTo>
                    <a:pt x="143256" y="327660"/>
                    <a:pt x="131064" y="507492"/>
                    <a:pt x="137160" y="489204"/>
                  </a:cubicBezTo>
                  <a:cubicBezTo>
                    <a:pt x="143256" y="470916"/>
                    <a:pt x="167640" y="208788"/>
                    <a:pt x="173736" y="214884"/>
                  </a:cubicBezTo>
                  <a:cubicBezTo>
                    <a:pt x="179832" y="220980"/>
                    <a:pt x="169164" y="480060"/>
                    <a:pt x="173736" y="525780"/>
                  </a:cubicBezTo>
                  <a:cubicBezTo>
                    <a:pt x="178308" y="571500"/>
                    <a:pt x="193548" y="568452"/>
                    <a:pt x="201168" y="489204"/>
                  </a:cubicBezTo>
                  <a:cubicBezTo>
                    <a:pt x="208788" y="409956"/>
                    <a:pt x="208788" y="0"/>
                    <a:pt x="219456" y="50292"/>
                  </a:cubicBezTo>
                  <a:cubicBezTo>
                    <a:pt x="230124" y="100584"/>
                    <a:pt x="254508" y="749808"/>
                    <a:pt x="265176" y="790956"/>
                  </a:cubicBezTo>
                  <a:cubicBezTo>
                    <a:pt x="275844" y="832104"/>
                    <a:pt x="275844" y="355092"/>
                    <a:pt x="283464" y="297180"/>
                  </a:cubicBezTo>
                  <a:cubicBezTo>
                    <a:pt x="291084" y="239268"/>
                    <a:pt x="301752" y="428244"/>
                    <a:pt x="310896" y="443484"/>
                  </a:cubicBezTo>
                  <a:cubicBezTo>
                    <a:pt x="320040" y="458724"/>
                    <a:pt x="329184" y="396240"/>
                    <a:pt x="338328" y="388620"/>
                  </a:cubicBezTo>
                  <a:cubicBezTo>
                    <a:pt x="347472" y="381000"/>
                    <a:pt x="361188" y="414528"/>
                    <a:pt x="365760" y="397764"/>
                  </a:cubicBezTo>
                  <a:cubicBezTo>
                    <a:pt x="370332" y="381000"/>
                    <a:pt x="364236" y="263652"/>
                    <a:pt x="365760" y="288036"/>
                  </a:cubicBezTo>
                  <a:cubicBezTo>
                    <a:pt x="367284" y="312420"/>
                    <a:pt x="368808" y="531876"/>
                    <a:pt x="374904" y="544068"/>
                  </a:cubicBezTo>
                  <a:cubicBezTo>
                    <a:pt x="381000" y="556260"/>
                    <a:pt x="397764" y="353568"/>
                    <a:pt x="402336" y="361188"/>
                  </a:cubicBezTo>
                  <a:cubicBezTo>
                    <a:pt x="406908" y="368808"/>
                    <a:pt x="399288" y="574548"/>
                    <a:pt x="402336" y="589788"/>
                  </a:cubicBezTo>
                  <a:cubicBezTo>
                    <a:pt x="405384" y="605028"/>
                    <a:pt x="414528" y="475488"/>
                    <a:pt x="420624" y="452628"/>
                  </a:cubicBezTo>
                  <a:cubicBezTo>
                    <a:pt x="426720" y="429768"/>
                    <a:pt x="432816" y="441198"/>
                    <a:pt x="438912" y="452628"/>
                  </a:cubicBezTo>
                </a:path>
              </a:pathLst>
            </a:custGeom>
            <a:noFill/>
            <a:ln w="9525" cap="flat" cmpd="sng" algn="ctr">
              <a:solidFill>
                <a:srgbClr val="FF0000"/>
              </a:solidFill>
              <a:prstDash val="solid"/>
              <a:round/>
              <a:headEnd type="none" w="med" len="med"/>
              <a:tailEnd type="none" w="med" len="med"/>
            </a:ln>
          </p:spPr>
          <p:txBody>
            <a:bodyPr/>
            <a:lstStyle/>
            <a:p>
              <a:endParaRPr lang="en-GB"/>
            </a:p>
          </p:txBody>
        </p:sp>
        <p:sp>
          <p:nvSpPr>
            <p:cNvPr id="18447" name="Freeform 23"/>
            <p:cNvSpPr>
              <a:spLocks/>
            </p:cNvSpPr>
            <p:nvPr/>
          </p:nvSpPr>
          <p:spPr bwMode="auto">
            <a:xfrm>
              <a:off x="2596896" y="4864608"/>
              <a:ext cx="438912" cy="443484"/>
            </a:xfrm>
            <a:custGeom>
              <a:avLst/>
              <a:gdLst>
                <a:gd name="T0" fmla="*/ 0 w 438912"/>
                <a:gd name="T1" fmla="*/ 3840 h 832104"/>
                <a:gd name="T2" fmla="*/ 45720 w 438912"/>
                <a:gd name="T3" fmla="*/ 208 h 832104"/>
                <a:gd name="T4" fmla="*/ 45720 w 438912"/>
                <a:gd name="T5" fmla="*/ 4435 h 832104"/>
                <a:gd name="T6" fmla="*/ 82296 w 438912"/>
                <a:gd name="T7" fmla="*/ 2590 h 832104"/>
                <a:gd name="T8" fmla="*/ 100584 w 438912"/>
                <a:gd name="T9" fmla="*/ 3066 h 832104"/>
                <a:gd name="T10" fmla="*/ 137160 w 438912"/>
                <a:gd name="T11" fmla="*/ 2113 h 832104"/>
                <a:gd name="T12" fmla="*/ 137160 w 438912"/>
                <a:gd name="T13" fmla="*/ 3185 h 832104"/>
                <a:gd name="T14" fmla="*/ 173736 w 438912"/>
                <a:gd name="T15" fmla="*/ 1399 h 832104"/>
                <a:gd name="T16" fmla="*/ 173736 w 438912"/>
                <a:gd name="T17" fmla="*/ 3423 h 832104"/>
                <a:gd name="T18" fmla="*/ 201168 w 438912"/>
                <a:gd name="T19" fmla="*/ 3185 h 832104"/>
                <a:gd name="T20" fmla="*/ 219456 w 438912"/>
                <a:gd name="T21" fmla="*/ 328 h 832104"/>
                <a:gd name="T22" fmla="*/ 265176 w 438912"/>
                <a:gd name="T23" fmla="*/ 5150 h 832104"/>
                <a:gd name="T24" fmla="*/ 283464 w 438912"/>
                <a:gd name="T25" fmla="*/ 1935 h 832104"/>
                <a:gd name="T26" fmla="*/ 310896 w 438912"/>
                <a:gd name="T27" fmla="*/ 2887 h 832104"/>
                <a:gd name="T28" fmla="*/ 338328 w 438912"/>
                <a:gd name="T29" fmla="*/ 2530 h 832104"/>
                <a:gd name="T30" fmla="*/ 365760 w 438912"/>
                <a:gd name="T31" fmla="*/ 2590 h 832104"/>
                <a:gd name="T32" fmla="*/ 365760 w 438912"/>
                <a:gd name="T33" fmla="*/ 1876 h 832104"/>
                <a:gd name="T34" fmla="*/ 374904 w 438912"/>
                <a:gd name="T35" fmla="*/ 3542 h 832104"/>
                <a:gd name="T36" fmla="*/ 402336 w 438912"/>
                <a:gd name="T37" fmla="*/ 2351 h 832104"/>
                <a:gd name="T38" fmla="*/ 402336 w 438912"/>
                <a:gd name="T39" fmla="*/ 3840 h 832104"/>
                <a:gd name="T40" fmla="*/ 420624 w 438912"/>
                <a:gd name="T41" fmla="*/ 2947 h 832104"/>
                <a:gd name="T42" fmla="*/ 438912 w 438912"/>
                <a:gd name="T43" fmla="*/ 2947 h 832104"/>
                <a:gd name="T44" fmla="*/ 0 60000 65536"/>
                <a:gd name="T45" fmla="*/ 0 60000 65536"/>
                <a:gd name="T46" fmla="*/ 0 60000 65536"/>
                <a:gd name="T47" fmla="*/ 0 60000 65536"/>
                <a:gd name="T48" fmla="*/ 0 60000 65536"/>
                <a:gd name="T49" fmla="*/ 0 60000 65536"/>
                <a:gd name="T50" fmla="*/ 0 60000 65536"/>
                <a:gd name="T51" fmla="*/ 0 60000 65536"/>
                <a:gd name="T52" fmla="*/ 0 60000 65536"/>
                <a:gd name="T53" fmla="*/ 0 60000 65536"/>
                <a:gd name="T54" fmla="*/ 0 60000 65536"/>
                <a:gd name="T55" fmla="*/ 0 60000 65536"/>
                <a:gd name="T56" fmla="*/ 0 60000 65536"/>
                <a:gd name="T57" fmla="*/ 0 60000 65536"/>
                <a:gd name="T58" fmla="*/ 0 60000 65536"/>
                <a:gd name="T59" fmla="*/ 0 60000 65536"/>
                <a:gd name="T60" fmla="*/ 0 60000 65536"/>
                <a:gd name="T61" fmla="*/ 0 60000 65536"/>
                <a:gd name="T62" fmla="*/ 0 60000 65536"/>
                <a:gd name="T63" fmla="*/ 0 60000 65536"/>
                <a:gd name="T64" fmla="*/ 0 60000 65536"/>
                <a:gd name="T65" fmla="*/ 0 60000 65536"/>
                <a:gd name="T66" fmla="*/ 0 w 438912"/>
                <a:gd name="T67" fmla="*/ 0 h 832104"/>
                <a:gd name="T68" fmla="*/ 438912 w 438912"/>
                <a:gd name="T69" fmla="*/ 832104 h 832104"/>
              </a:gdLst>
              <a:ahLst/>
              <a:cxnLst>
                <a:cxn ang="T44">
                  <a:pos x="T0" y="T1"/>
                </a:cxn>
                <a:cxn ang="T45">
                  <a:pos x="T2" y="T3"/>
                </a:cxn>
                <a:cxn ang="T46">
                  <a:pos x="T4" y="T5"/>
                </a:cxn>
                <a:cxn ang="T47">
                  <a:pos x="T6" y="T7"/>
                </a:cxn>
                <a:cxn ang="T48">
                  <a:pos x="T8" y="T9"/>
                </a:cxn>
                <a:cxn ang="T49">
                  <a:pos x="T10" y="T11"/>
                </a:cxn>
                <a:cxn ang="T50">
                  <a:pos x="T12" y="T13"/>
                </a:cxn>
                <a:cxn ang="T51">
                  <a:pos x="T14" y="T15"/>
                </a:cxn>
                <a:cxn ang="T52">
                  <a:pos x="T16" y="T17"/>
                </a:cxn>
                <a:cxn ang="T53">
                  <a:pos x="T18" y="T19"/>
                </a:cxn>
                <a:cxn ang="T54">
                  <a:pos x="T20" y="T21"/>
                </a:cxn>
                <a:cxn ang="T55">
                  <a:pos x="T22" y="T23"/>
                </a:cxn>
                <a:cxn ang="T56">
                  <a:pos x="T24" y="T25"/>
                </a:cxn>
                <a:cxn ang="T57">
                  <a:pos x="T26" y="T27"/>
                </a:cxn>
                <a:cxn ang="T58">
                  <a:pos x="T28" y="T29"/>
                </a:cxn>
                <a:cxn ang="T59">
                  <a:pos x="T30" y="T31"/>
                </a:cxn>
                <a:cxn ang="T60">
                  <a:pos x="T32" y="T33"/>
                </a:cxn>
                <a:cxn ang="T61">
                  <a:pos x="T34" y="T35"/>
                </a:cxn>
                <a:cxn ang="T62">
                  <a:pos x="T36" y="T37"/>
                </a:cxn>
                <a:cxn ang="T63">
                  <a:pos x="T38" y="T39"/>
                </a:cxn>
                <a:cxn ang="T64">
                  <a:pos x="T40" y="T41"/>
                </a:cxn>
                <a:cxn ang="T65">
                  <a:pos x="T42" y="T43"/>
                </a:cxn>
              </a:cxnLst>
              <a:rect l="T66" t="T67" r="T68" b="T69"/>
              <a:pathLst>
                <a:path w="438912" h="832104">
                  <a:moveTo>
                    <a:pt x="0" y="589788"/>
                  </a:moveTo>
                  <a:cubicBezTo>
                    <a:pt x="19050" y="303276"/>
                    <a:pt x="38100" y="16764"/>
                    <a:pt x="45720" y="32004"/>
                  </a:cubicBezTo>
                  <a:cubicBezTo>
                    <a:pt x="53340" y="47244"/>
                    <a:pt x="39624" y="620268"/>
                    <a:pt x="45720" y="681228"/>
                  </a:cubicBezTo>
                  <a:cubicBezTo>
                    <a:pt x="51816" y="742188"/>
                    <a:pt x="73152" y="432816"/>
                    <a:pt x="82296" y="397764"/>
                  </a:cubicBezTo>
                  <a:cubicBezTo>
                    <a:pt x="91440" y="362712"/>
                    <a:pt x="91440" y="483108"/>
                    <a:pt x="100584" y="470916"/>
                  </a:cubicBezTo>
                  <a:cubicBezTo>
                    <a:pt x="109728" y="458724"/>
                    <a:pt x="131064" y="321564"/>
                    <a:pt x="137160" y="324612"/>
                  </a:cubicBezTo>
                  <a:cubicBezTo>
                    <a:pt x="143256" y="327660"/>
                    <a:pt x="131064" y="507492"/>
                    <a:pt x="137160" y="489204"/>
                  </a:cubicBezTo>
                  <a:cubicBezTo>
                    <a:pt x="143256" y="470916"/>
                    <a:pt x="167640" y="208788"/>
                    <a:pt x="173736" y="214884"/>
                  </a:cubicBezTo>
                  <a:cubicBezTo>
                    <a:pt x="179832" y="220980"/>
                    <a:pt x="169164" y="480060"/>
                    <a:pt x="173736" y="525780"/>
                  </a:cubicBezTo>
                  <a:cubicBezTo>
                    <a:pt x="178308" y="571500"/>
                    <a:pt x="193548" y="568452"/>
                    <a:pt x="201168" y="489204"/>
                  </a:cubicBezTo>
                  <a:cubicBezTo>
                    <a:pt x="208788" y="409956"/>
                    <a:pt x="208788" y="0"/>
                    <a:pt x="219456" y="50292"/>
                  </a:cubicBezTo>
                  <a:cubicBezTo>
                    <a:pt x="230124" y="100584"/>
                    <a:pt x="254508" y="749808"/>
                    <a:pt x="265176" y="790956"/>
                  </a:cubicBezTo>
                  <a:cubicBezTo>
                    <a:pt x="275844" y="832104"/>
                    <a:pt x="275844" y="355092"/>
                    <a:pt x="283464" y="297180"/>
                  </a:cubicBezTo>
                  <a:cubicBezTo>
                    <a:pt x="291084" y="239268"/>
                    <a:pt x="301752" y="428244"/>
                    <a:pt x="310896" y="443484"/>
                  </a:cubicBezTo>
                  <a:cubicBezTo>
                    <a:pt x="320040" y="458724"/>
                    <a:pt x="329184" y="396240"/>
                    <a:pt x="338328" y="388620"/>
                  </a:cubicBezTo>
                  <a:cubicBezTo>
                    <a:pt x="347472" y="381000"/>
                    <a:pt x="361188" y="414528"/>
                    <a:pt x="365760" y="397764"/>
                  </a:cubicBezTo>
                  <a:cubicBezTo>
                    <a:pt x="370332" y="381000"/>
                    <a:pt x="364236" y="263652"/>
                    <a:pt x="365760" y="288036"/>
                  </a:cubicBezTo>
                  <a:cubicBezTo>
                    <a:pt x="367284" y="312420"/>
                    <a:pt x="368808" y="531876"/>
                    <a:pt x="374904" y="544068"/>
                  </a:cubicBezTo>
                  <a:cubicBezTo>
                    <a:pt x="381000" y="556260"/>
                    <a:pt x="397764" y="353568"/>
                    <a:pt x="402336" y="361188"/>
                  </a:cubicBezTo>
                  <a:cubicBezTo>
                    <a:pt x="406908" y="368808"/>
                    <a:pt x="399288" y="574548"/>
                    <a:pt x="402336" y="589788"/>
                  </a:cubicBezTo>
                  <a:cubicBezTo>
                    <a:pt x="405384" y="605028"/>
                    <a:pt x="414528" y="475488"/>
                    <a:pt x="420624" y="452628"/>
                  </a:cubicBezTo>
                  <a:cubicBezTo>
                    <a:pt x="426720" y="429768"/>
                    <a:pt x="432816" y="441198"/>
                    <a:pt x="438912" y="452628"/>
                  </a:cubicBezTo>
                </a:path>
              </a:pathLst>
            </a:custGeom>
            <a:noFill/>
            <a:ln w="9525" cap="flat" cmpd="sng" algn="ctr">
              <a:solidFill>
                <a:srgbClr val="FF0000"/>
              </a:solidFill>
              <a:prstDash val="solid"/>
              <a:round/>
              <a:headEnd type="none" w="med" len="med"/>
              <a:tailEnd type="none" w="med" len="med"/>
            </a:ln>
          </p:spPr>
          <p:txBody>
            <a:bodyPr/>
            <a:lstStyle/>
            <a:p>
              <a:endParaRPr lang="en-GB"/>
            </a:p>
          </p:txBody>
        </p:sp>
        <p:sp>
          <p:nvSpPr>
            <p:cNvPr id="18448" name="Freeform 24"/>
            <p:cNvSpPr>
              <a:spLocks/>
            </p:cNvSpPr>
            <p:nvPr/>
          </p:nvSpPr>
          <p:spPr bwMode="auto">
            <a:xfrm>
              <a:off x="3008376" y="5202936"/>
              <a:ext cx="438912" cy="443484"/>
            </a:xfrm>
            <a:custGeom>
              <a:avLst/>
              <a:gdLst>
                <a:gd name="T0" fmla="*/ 0 w 438912"/>
                <a:gd name="T1" fmla="*/ 3840 h 832104"/>
                <a:gd name="T2" fmla="*/ 45720 w 438912"/>
                <a:gd name="T3" fmla="*/ 208 h 832104"/>
                <a:gd name="T4" fmla="*/ 45720 w 438912"/>
                <a:gd name="T5" fmla="*/ 4435 h 832104"/>
                <a:gd name="T6" fmla="*/ 82296 w 438912"/>
                <a:gd name="T7" fmla="*/ 2590 h 832104"/>
                <a:gd name="T8" fmla="*/ 100584 w 438912"/>
                <a:gd name="T9" fmla="*/ 3066 h 832104"/>
                <a:gd name="T10" fmla="*/ 137160 w 438912"/>
                <a:gd name="T11" fmla="*/ 2113 h 832104"/>
                <a:gd name="T12" fmla="*/ 137160 w 438912"/>
                <a:gd name="T13" fmla="*/ 3185 h 832104"/>
                <a:gd name="T14" fmla="*/ 173736 w 438912"/>
                <a:gd name="T15" fmla="*/ 1399 h 832104"/>
                <a:gd name="T16" fmla="*/ 173736 w 438912"/>
                <a:gd name="T17" fmla="*/ 3423 h 832104"/>
                <a:gd name="T18" fmla="*/ 201168 w 438912"/>
                <a:gd name="T19" fmla="*/ 3185 h 832104"/>
                <a:gd name="T20" fmla="*/ 219456 w 438912"/>
                <a:gd name="T21" fmla="*/ 328 h 832104"/>
                <a:gd name="T22" fmla="*/ 265176 w 438912"/>
                <a:gd name="T23" fmla="*/ 5150 h 832104"/>
                <a:gd name="T24" fmla="*/ 283464 w 438912"/>
                <a:gd name="T25" fmla="*/ 1935 h 832104"/>
                <a:gd name="T26" fmla="*/ 310896 w 438912"/>
                <a:gd name="T27" fmla="*/ 2887 h 832104"/>
                <a:gd name="T28" fmla="*/ 338328 w 438912"/>
                <a:gd name="T29" fmla="*/ 2530 h 832104"/>
                <a:gd name="T30" fmla="*/ 365760 w 438912"/>
                <a:gd name="T31" fmla="*/ 2590 h 832104"/>
                <a:gd name="T32" fmla="*/ 365760 w 438912"/>
                <a:gd name="T33" fmla="*/ 1876 h 832104"/>
                <a:gd name="T34" fmla="*/ 374904 w 438912"/>
                <a:gd name="T35" fmla="*/ 3542 h 832104"/>
                <a:gd name="T36" fmla="*/ 402336 w 438912"/>
                <a:gd name="T37" fmla="*/ 2351 h 832104"/>
                <a:gd name="T38" fmla="*/ 402336 w 438912"/>
                <a:gd name="T39" fmla="*/ 3840 h 832104"/>
                <a:gd name="T40" fmla="*/ 420624 w 438912"/>
                <a:gd name="T41" fmla="*/ 2947 h 832104"/>
                <a:gd name="T42" fmla="*/ 438912 w 438912"/>
                <a:gd name="T43" fmla="*/ 2947 h 832104"/>
                <a:gd name="T44" fmla="*/ 0 60000 65536"/>
                <a:gd name="T45" fmla="*/ 0 60000 65536"/>
                <a:gd name="T46" fmla="*/ 0 60000 65536"/>
                <a:gd name="T47" fmla="*/ 0 60000 65536"/>
                <a:gd name="T48" fmla="*/ 0 60000 65536"/>
                <a:gd name="T49" fmla="*/ 0 60000 65536"/>
                <a:gd name="T50" fmla="*/ 0 60000 65536"/>
                <a:gd name="T51" fmla="*/ 0 60000 65536"/>
                <a:gd name="T52" fmla="*/ 0 60000 65536"/>
                <a:gd name="T53" fmla="*/ 0 60000 65536"/>
                <a:gd name="T54" fmla="*/ 0 60000 65536"/>
                <a:gd name="T55" fmla="*/ 0 60000 65536"/>
                <a:gd name="T56" fmla="*/ 0 60000 65536"/>
                <a:gd name="T57" fmla="*/ 0 60000 65536"/>
                <a:gd name="T58" fmla="*/ 0 60000 65536"/>
                <a:gd name="T59" fmla="*/ 0 60000 65536"/>
                <a:gd name="T60" fmla="*/ 0 60000 65536"/>
                <a:gd name="T61" fmla="*/ 0 60000 65536"/>
                <a:gd name="T62" fmla="*/ 0 60000 65536"/>
                <a:gd name="T63" fmla="*/ 0 60000 65536"/>
                <a:gd name="T64" fmla="*/ 0 60000 65536"/>
                <a:gd name="T65" fmla="*/ 0 60000 65536"/>
                <a:gd name="T66" fmla="*/ 0 w 438912"/>
                <a:gd name="T67" fmla="*/ 0 h 832104"/>
                <a:gd name="T68" fmla="*/ 438912 w 438912"/>
                <a:gd name="T69" fmla="*/ 832104 h 832104"/>
              </a:gdLst>
              <a:ahLst/>
              <a:cxnLst>
                <a:cxn ang="T44">
                  <a:pos x="T0" y="T1"/>
                </a:cxn>
                <a:cxn ang="T45">
                  <a:pos x="T2" y="T3"/>
                </a:cxn>
                <a:cxn ang="T46">
                  <a:pos x="T4" y="T5"/>
                </a:cxn>
                <a:cxn ang="T47">
                  <a:pos x="T6" y="T7"/>
                </a:cxn>
                <a:cxn ang="T48">
                  <a:pos x="T8" y="T9"/>
                </a:cxn>
                <a:cxn ang="T49">
                  <a:pos x="T10" y="T11"/>
                </a:cxn>
                <a:cxn ang="T50">
                  <a:pos x="T12" y="T13"/>
                </a:cxn>
                <a:cxn ang="T51">
                  <a:pos x="T14" y="T15"/>
                </a:cxn>
                <a:cxn ang="T52">
                  <a:pos x="T16" y="T17"/>
                </a:cxn>
                <a:cxn ang="T53">
                  <a:pos x="T18" y="T19"/>
                </a:cxn>
                <a:cxn ang="T54">
                  <a:pos x="T20" y="T21"/>
                </a:cxn>
                <a:cxn ang="T55">
                  <a:pos x="T22" y="T23"/>
                </a:cxn>
                <a:cxn ang="T56">
                  <a:pos x="T24" y="T25"/>
                </a:cxn>
                <a:cxn ang="T57">
                  <a:pos x="T26" y="T27"/>
                </a:cxn>
                <a:cxn ang="T58">
                  <a:pos x="T28" y="T29"/>
                </a:cxn>
                <a:cxn ang="T59">
                  <a:pos x="T30" y="T31"/>
                </a:cxn>
                <a:cxn ang="T60">
                  <a:pos x="T32" y="T33"/>
                </a:cxn>
                <a:cxn ang="T61">
                  <a:pos x="T34" y="T35"/>
                </a:cxn>
                <a:cxn ang="T62">
                  <a:pos x="T36" y="T37"/>
                </a:cxn>
                <a:cxn ang="T63">
                  <a:pos x="T38" y="T39"/>
                </a:cxn>
                <a:cxn ang="T64">
                  <a:pos x="T40" y="T41"/>
                </a:cxn>
                <a:cxn ang="T65">
                  <a:pos x="T42" y="T43"/>
                </a:cxn>
              </a:cxnLst>
              <a:rect l="T66" t="T67" r="T68" b="T69"/>
              <a:pathLst>
                <a:path w="438912" h="832104">
                  <a:moveTo>
                    <a:pt x="0" y="589788"/>
                  </a:moveTo>
                  <a:cubicBezTo>
                    <a:pt x="19050" y="303276"/>
                    <a:pt x="38100" y="16764"/>
                    <a:pt x="45720" y="32004"/>
                  </a:cubicBezTo>
                  <a:cubicBezTo>
                    <a:pt x="53340" y="47244"/>
                    <a:pt x="39624" y="620268"/>
                    <a:pt x="45720" y="681228"/>
                  </a:cubicBezTo>
                  <a:cubicBezTo>
                    <a:pt x="51816" y="742188"/>
                    <a:pt x="73152" y="432816"/>
                    <a:pt x="82296" y="397764"/>
                  </a:cubicBezTo>
                  <a:cubicBezTo>
                    <a:pt x="91440" y="362712"/>
                    <a:pt x="91440" y="483108"/>
                    <a:pt x="100584" y="470916"/>
                  </a:cubicBezTo>
                  <a:cubicBezTo>
                    <a:pt x="109728" y="458724"/>
                    <a:pt x="131064" y="321564"/>
                    <a:pt x="137160" y="324612"/>
                  </a:cubicBezTo>
                  <a:cubicBezTo>
                    <a:pt x="143256" y="327660"/>
                    <a:pt x="131064" y="507492"/>
                    <a:pt x="137160" y="489204"/>
                  </a:cubicBezTo>
                  <a:cubicBezTo>
                    <a:pt x="143256" y="470916"/>
                    <a:pt x="167640" y="208788"/>
                    <a:pt x="173736" y="214884"/>
                  </a:cubicBezTo>
                  <a:cubicBezTo>
                    <a:pt x="179832" y="220980"/>
                    <a:pt x="169164" y="480060"/>
                    <a:pt x="173736" y="525780"/>
                  </a:cubicBezTo>
                  <a:cubicBezTo>
                    <a:pt x="178308" y="571500"/>
                    <a:pt x="193548" y="568452"/>
                    <a:pt x="201168" y="489204"/>
                  </a:cubicBezTo>
                  <a:cubicBezTo>
                    <a:pt x="208788" y="409956"/>
                    <a:pt x="208788" y="0"/>
                    <a:pt x="219456" y="50292"/>
                  </a:cubicBezTo>
                  <a:cubicBezTo>
                    <a:pt x="230124" y="100584"/>
                    <a:pt x="254508" y="749808"/>
                    <a:pt x="265176" y="790956"/>
                  </a:cubicBezTo>
                  <a:cubicBezTo>
                    <a:pt x="275844" y="832104"/>
                    <a:pt x="275844" y="355092"/>
                    <a:pt x="283464" y="297180"/>
                  </a:cubicBezTo>
                  <a:cubicBezTo>
                    <a:pt x="291084" y="239268"/>
                    <a:pt x="301752" y="428244"/>
                    <a:pt x="310896" y="443484"/>
                  </a:cubicBezTo>
                  <a:cubicBezTo>
                    <a:pt x="320040" y="458724"/>
                    <a:pt x="329184" y="396240"/>
                    <a:pt x="338328" y="388620"/>
                  </a:cubicBezTo>
                  <a:cubicBezTo>
                    <a:pt x="347472" y="381000"/>
                    <a:pt x="361188" y="414528"/>
                    <a:pt x="365760" y="397764"/>
                  </a:cubicBezTo>
                  <a:cubicBezTo>
                    <a:pt x="370332" y="381000"/>
                    <a:pt x="364236" y="263652"/>
                    <a:pt x="365760" y="288036"/>
                  </a:cubicBezTo>
                  <a:cubicBezTo>
                    <a:pt x="367284" y="312420"/>
                    <a:pt x="368808" y="531876"/>
                    <a:pt x="374904" y="544068"/>
                  </a:cubicBezTo>
                  <a:cubicBezTo>
                    <a:pt x="381000" y="556260"/>
                    <a:pt x="397764" y="353568"/>
                    <a:pt x="402336" y="361188"/>
                  </a:cubicBezTo>
                  <a:cubicBezTo>
                    <a:pt x="406908" y="368808"/>
                    <a:pt x="399288" y="574548"/>
                    <a:pt x="402336" y="589788"/>
                  </a:cubicBezTo>
                  <a:cubicBezTo>
                    <a:pt x="405384" y="605028"/>
                    <a:pt x="414528" y="475488"/>
                    <a:pt x="420624" y="452628"/>
                  </a:cubicBezTo>
                  <a:cubicBezTo>
                    <a:pt x="426720" y="429768"/>
                    <a:pt x="432816" y="441198"/>
                    <a:pt x="438912" y="452628"/>
                  </a:cubicBezTo>
                </a:path>
              </a:pathLst>
            </a:custGeom>
            <a:noFill/>
            <a:ln w="9525" cap="flat" cmpd="sng" algn="ctr">
              <a:solidFill>
                <a:srgbClr val="FF0000"/>
              </a:solidFill>
              <a:prstDash val="solid"/>
              <a:round/>
              <a:headEnd type="none" w="med" len="med"/>
              <a:tailEnd type="none" w="med" len="med"/>
            </a:ln>
          </p:spPr>
          <p:txBody>
            <a:bodyPr/>
            <a:lstStyle/>
            <a:p>
              <a:endParaRPr lang="en-GB"/>
            </a:p>
          </p:txBody>
        </p:sp>
        <p:sp>
          <p:nvSpPr>
            <p:cNvPr id="18449" name="Freeform 25"/>
            <p:cNvSpPr>
              <a:spLocks/>
            </p:cNvSpPr>
            <p:nvPr/>
          </p:nvSpPr>
          <p:spPr bwMode="auto">
            <a:xfrm>
              <a:off x="3438144" y="5504688"/>
              <a:ext cx="438912" cy="443484"/>
            </a:xfrm>
            <a:custGeom>
              <a:avLst/>
              <a:gdLst>
                <a:gd name="T0" fmla="*/ 0 w 438912"/>
                <a:gd name="T1" fmla="*/ 3840 h 832104"/>
                <a:gd name="T2" fmla="*/ 45720 w 438912"/>
                <a:gd name="T3" fmla="*/ 208 h 832104"/>
                <a:gd name="T4" fmla="*/ 45720 w 438912"/>
                <a:gd name="T5" fmla="*/ 4435 h 832104"/>
                <a:gd name="T6" fmla="*/ 82296 w 438912"/>
                <a:gd name="T7" fmla="*/ 2590 h 832104"/>
                <a:gd name="T8" fmla="*/ 100584 w 438912"/>
                <a:gd name="T9" fmla="*/ 3066 h 832104"/>
                <a:gd name="T10" fmla="*/ 137160 w 438912"/>
                <a:gd name="T11" fmla="*/ 2113 h 832104"/>
                <a:gd name="T12" fmla="*/ 137160 w 438912"/>
                <a:gd name="T13" fmla="*/ 3185 h 832104"/>
                <a:gd name="T14" fmla="*/ 173736 w 438912"/>
                <a:gd name="T15" fmla="*/ 1399 h 832104"/>
                <a:gd name="T16" fmla="*/ 173736 w 438912"/>
                <a:gd name="T17" fmla="*/ 3423 h 832104"/>
                <a:gd name="T18" fmla="*/ 201168 w 438912"/>
                <a:gd name="T19" fmla="*/ 3185 h 832104"/>
                <a:gd name="T20" fmla="*/ 219456 w 438912"/>
                <a:gd name="T21" fmla="*/ 328 h 832104"/>
                <a:gd name="T22" fmla="*/ 265176 w 438912"/>
                <a:gd name="T23" fmla="*/ 5150 h 832104"/>
                <a:gd name="T24" fmla="*/ 283464 w 438912"/>
                <a:gd name="T25" fmla="*/ 1935 h 832104"/>
                <a:gd name="T26" fmla="*/ 310896 w 438912"/>
                <a:gd name="T27" fmla="*/ 2887 h 832104"/>
                <a:gd name="T28" fmla="*/ 338328 w 438912"/>
                <a:gd name="T29" fmla="*/ 2530 h 832104"/>
                <a:gd name="T30" fmla="*/ 365760 w 438912"/>
                <a:gd name="T31" fmla="*/ 2590 h 832104"/>
                <a:gd name="T32" fmla="*/ 365760 w 438912"/>
                <a:gd name="T33" fmla="*/ 1876 h 832104"/>
                <a:gd name="T34" fmla="*/ 374904 w 438912"/>
                <a:gd name="T35" fmla="*/ 3542 h 832104"/>
                <a:gd name="T36" fmla="*/ 402336 w 438912"/>
                <a:gd name="T37" fmla="*/ 2351 h 832104"/>
                <a:gd name="T38" fmla="*/ 402336 w 438912"/>
                <a:gd name="T39" fmla="*/ 3840 h 832104"/>
                <a:gd name="T40" fmla="*/ 420624 w 438912"/>
                <a:gd name="T41" fmla="*/ 2947 h 832104"/>
                <a:gd name="T42" fmla="*/ 438912 w 438912"/>
                <a:gd name="T43" fmla="*/ 2947 h 832104"/>
                <a:gd name="T44" fmla="*/ 0 60000 65536"/>
                <a:gd name="T45" fmla="*/ 0 60000 65536"/>
                <a:gd name="T46" fmla="*/ 0 60000 65536"/>
                <a:gd name="T47" fmla="*/ 0 60000 65536"/>
                <a:gd name="T48" fmla="*/ 0 60000 65536"/>
                <a:gd name="T49" fmla="*/ 0 60000 65536"/>
                <a:gd name="T50" fmla="*/ 0 60000 65536"/>
                <a:gd name="T51" fmla="*/ 0 60000 65536"/>
                <a:gd name="T52" fmla="*/ 0 60000 65536"/>
                <a:gd name="T53" fmla="*/ 0 60000 65536"/>
                <a:gd name="T54" fmla="*/ 0 60000 65536"/>
                <a:gd name="T55" fmla="*/ 0 60000 65536"/>
                <a:gd name="T56" fmla="*/ 0 60000 65536"/>
                <a:gd name="T57" fmla="*/ 0 60000 65536"/>
                <a:gd name="T58" fmla="*/ 0 60000 65536"/>
                <a:gd name="T59" fmla="*/ 0 60000 65536"/>
                <a:gd name="T60" fmla="*/ 0 60000 65536"/>
                <a:gd name="T61" fmla="*/ 0 60000 65536"/>
                <a:gd name="T62" fmla="*/ 0 60000 65536"/>
                <a:gd name="T63" fmla="*/ 0 60000 65536"/>
                <a:gd name="T64" fmla="*/ 0 60000 65536"/>
                <a:gd name="T65" fmla="*/ 0 60000 65536"/>
                <a:gd name="T66" fmla="*/ 0 w 438912"/>
                <a:gd name="T67" fmla="*/ 0 h 832104"/>
                <a:gd name="T68" fmla="*/ 438912 w 438912"/>
                <a:gd name="T69" fmla="*/ 832104 h 832104"/>
              </a:gdLst>
              <a:ahLst/>
              <a:cxnLst>
                <a:cxn ang="T44">
                  <a:pos x="T0" y="T1"/>
                </a:cxn>
                <a:cxn ang="T45">
                  <a:pos x="T2" y="T3"/>
                </a:cxn>
                <a:cxn ang="T46">
                  <a:pos x="T4" y="T5"/>
                </a:cxn>
                <a:cxn ang="T47">
                  <a:pos x="T6" y="T7"/>
                </a:cxn>
                <a:cxn ang="T48">
                  <a:pos x="T8" y="T9"/>
                </a:cxn>
                <a:cxn ang="T49">
                  <a:pos x="T10" y="T11"/>
                </a:cxn>
                <a:cxn ang="T50">
                  <a:pos x="T12" y="T13"/>
                </a:cxn>
                <a:cxn ang="T51">
                  <a:pos x="T14" y="T15"/>
                </a:cxn>
                <a:cxn ang="T52">
                  <a:pos x="T16" y="T17"/>
                </a:cxn>
                <a:cxn ang="T53">
                  <a:pos x="T18" y="T19"/>
                </a:cxn>
                <a:cxn ang="T54">
                  <a:pos x="T20" y="T21"/>
                </a:cxn>
                <a:cxn ang="T55">
                  <a:pos x="T22" y="T23"/>
                </a:cxn>
                <a:cxn ang="T56">
                  <a:pos x="T24" y="T25"/>
                </a:cxn>
                <a:cxn ang="T57">
                  <a:pos x="T26" y="T27"/>
                </a:cxn>
                <a:cxn ang="T58">
                  <a:pos x="T28" y="T29"/>
                </a:cxn>
                <a:cxn ang="T59">
                  <a:pos x="T30" y="T31"/>
                </a:cxn>
                <a:cxn ang="T60">
                  <a:pos x="T32" y="T33"/>
                </a:cxn>
                <a:cxn ang="T61">
                  <a:pos x="T34" y="T35"/>
                </a:cxn>
                <a:cxn ang="T62">
                  <a:pos x="T36" y="T37"/>
                </a:cxn>
                <a:cxn ang="T63">
                  <a:pos x="T38" y="T39"/>
                </a:cxn>
                <a:cxn ang="T64">
                  <a:pos x="T40" y="T41"/>
                </a:cxn>
                <a:cxn ang="T65">
                  <a:pos x="T42" y="T43"/>
                </a:cxn>
              </a:cxnLst>
              <a:rect l="T66" t="T67" r="T68" b="T69"/>
              <a:pathLst>
                <a:path w="438912" h="832104">
                  <a:moveTo>
                    <a:pt x="0" y="589788"/>
                  </a:moveTo>
                  <a:cubicBezTo>
                    <a:pt x="19050" y="303276"/>
                    <a:pt x="38100" y="16764"/>
                    <a:pt x="45720" y="32004"/>
                  </a:cubicBezTo>
                  <a:cubicBezTo>
                    <a:pt x="53340" y="47244"/>
                    <a:pt x="39624" y="620268"/>
                    <a:pt x="45720" y="681228"/>
                  </a:cubicBezTo>
                  <a:cubicBezTo>
                    <a:pt x="51816" y="742188"/>
                    <a:pt x="73152" y="432816"/>
                    <a:pt x="82296" y="397764"/>
                  </a:cubicBezTo>
                  <a:cubicBezTo>
                    <a:pt x="91440" y="362712"/>
                    <a:pt x="91440" y="483108"/>
                    <a:pt x="100584" y="470916"/>
                  </a:cubicBezTo>
                  <a:cubicBezTo>
                    <a:pt x="109728" y="458724"/>
                    <a:pt x="131064" y="321564"/>
                    <a:pt x="137160" y="324612"/>
                  </a:cubicBezTo>
                  <a:cubicBezTo>
                    <a:pt x="143256" y="327660"/>
                    <a:pt x="131064" y="507492"/>
                    <a:pt x="137160" y="489204"/>
                  </a:cubicBezTo>
                  <a:cubicBezTo>
                    <a:pt x="143256" y="470916"/>
                    <a:pt x="167640" y="208788"/>
                    <a:pt x="173736" y="214884"/>
                  </a:cubicBezTo>
                  <a:cubicBezTo>
                    <a:pt x="179832" y="220980"/>
                    <a:pt x="169164" y="480060"/>
                    <a:pt x="173736" y="525780"/>
                  </a:cubicBezTo>
                  <a:cubicBezTo>
                    <a:pt x="178308" y="571500"/>
                    <a:pt x="193548" y="568452"/>
                    <a:pt x="201168" y="489204"/>
                  </a:cubicBezTo>
                  <a:cubicBezTo>
                    <a:pt x="208788" y="409956"/>
                    <a:pt x="208788" y="0"/>
                    <a:pt x="219456" y="50292"/>
                  </a:cubicBezTo>
                  <a:cubicBezTo>
                    <a:pt x="230124" y="100584"/>
                    <a:pt x="254508" y="749808"/>
                    <a:pt x="265176" y="790956"/>
                  </a:cubicBezTo>
                  <a:cubicBezTo>
                    <a:pt x="275844" y="832104"/>
                    <a:pt x="275844" y="355092"/>
                    <a:pt x="283464" y="297180"/>
                  </a:cubicBezTo>
                  <a:cubicBezTo>
                    <a:pt x="291084" y="239268"/>
                    <a:pt x="301752" y="428244"/>
                    <a:pt x="310896" y="443484"/>
                  </a:cubicBezTo>
                  <a:cubicBezTo>
                    <a:pt x="320040" y="458724"/>
                    <a:pt x="329184" y="396240"/>
                    <a:pt x="338328" y="388620"/>
                  </a:cubicBezTo>
                  <a:cubicBezTo>
                    <a:pt x="347472" y="381000"/>
                    <a:pt x="361188" y="414528"/>
                    <a:pt x="365760" y="397764"/>
                  </a:cubicBezTo>
                  <a:cubicBezTo>
                    <a:pt x="370332" y="381000"/>
                    <a:pt x="364236" y="263652"/>
                    <a:pt x="365760" y="288036"/>
                  </a:cubicBezTo>
                  <a:cubicBezTo>
                    <a:pt x="367284" y="312420"/>
                    <a:pt x="368808" y="531876"/>
                    <a:pt x="374904" y="544068"/>
                  </a:cubicBezTo>
                  <a:cubicBezTo>
                    <a:pt x="381000" y="556260"/>
                    <a:pt x="397764" y="353568"/>
                    <a:pt x="402336" y="361188"/>
                  </a:cubicBezTo>
                  <a:cubicBezTo>
                    <a:pt x="406908" y="368808"/>
                    <a:pt x="399288" y="574548"/>
                    <a:pt x="402336" y="589788"/>
                  </a:cubicBezTo>
                  <a:cubicBezTo>
                    <a:pt x="405384" y="605028"/>
                    <a:pt x="414528" y="475488"/>
                    <a:pt x="420624" y="452628"/>
                  </a:cubicBezTo>
                  <a:cubicBezTo>
                    <a:pt x="426720" y="429768"/>
                    <a:pt x="432816" y="441198"/>
                    <a:pt x="438912" y="452628"/>
                  </a:cubicBezTo>
                </a:path>
              </a:pathLst>
            </a:custGeom>
            <a:noFill/>
            <a:ln w="9525" cap="flat" cmpd="sng" algn="ctr">
              <a:solidFill>
                <a:srgbClr val="FF0000"/>
              </a:solidFill>
              <a:prstDash val="solid"/>
              <a:round/>
              <a:headEnd type="none" w="med" len="med"/>
              <a:tailEnd type="none" w="med" len="med"/>
            </a:ln>
          </p:spPr>
          <p:txBody>
            <a:bodyPr/>
            <a:lstStyle/>
            <a:p>
              <a:endParaRPr lang="en-GB"/>
            </a:p>
          </p:txBody>
        </p:sp>
        <p:sp>
          <p:nvSpPr>
            <p:cNvPr id="18450" name="Freeform 26"/>
            <p:cNvSpPr>
              <a:spLocks/>
            </p:cNvSpPr>
            <p:nvPr/>
          </p:nvSpPr>
          <p:spPr bwMode="auto">
            <a:xfrm>
              <a:off x="3877056" y="5522976"/>
              <a:ext cx="438912" cy="443484"/>
            </a:xfrm>
            <a:custGeom>
              <a:avLst/>
              <a:gdLst>
                <a:gd name="T0" fmla="*/ 0 w 438912"/>
                <a:gd name="T1" fmla="*/ 3840 h 832104"/>
                <a:gd name="T2" fmla="*/ 45720 w 438912"/>
                <a:gd name="T3" fmla="*/ 208 h 832104"/>
                <a:gd name="T4" fmla="*/ 45720 w 438912"/>
                <a:gd name="T5" fmla="*/ 4435 h 832104"/>
                <a:gd name="T6" fmla="*/ 82296 w 438912"/>
                <a:gd name="T7" fmla="*/ 2590 h 832104"/>
                <a:gd name="T8" fmla="*/ 100584 w 438912"/>
                <a:gd name="T9" fmla="*/ 3066 h 832104"/>
                <a:gd name="T10" fmla="*/ 137160 w 438912"/>
                <a:gd name="T11" fmla="*/ 2113 h 832104"/>
                <a:gd name="T12" fmla="*/ 137160 w 438912"/>
                <a:gd name="T13" fmla="*/ 3185 h 832104"/>
                <a:gd name="T14" fmla="*/ 173736 w 438912"/>
                <a:gd name="T15" fmla="*/ 1399 h 832104"/>
                <a:gd name="T16" fmla="*/ 173736 w 438912"/>
                <a:gd name="T17" fmla="*/ 3423 h 832104"/>
                <a:gd name="T18" fmla="*/ 201168 w 438912"/>
                <a:gd name="T19" fmla="*/ 3185 h 832104"/>
                <a:gd name="T20" fmla="*/ 219456 w 438912"/>
                <a:gd name="T21" fmla="*/ 328 h 832104"/>
                <a:gd name="T22" fmla="*/ 265176 w 438912"/>
                <a:gd name="T23" fmla="*/ 5150 h 832104"/>
                <a:gd name="T24" fmla="*/ 283464 w 438912"/>
                <a:gd name="T25" fmla="*/ 1935 h 832104"/>
                <a:gd name="T26" fmla="*/ 310896 w 438912"/>
                <a:gd name="T27" fmla="*/ 2887 h 832104"/>
                <a:gd name="T28" fmla="*/ 338328 w 438912"/>
                <a:gd name="T29" fmla="*/ 2530 h 832104"/>
                <a:gd name="T30" fmla="*/ 365760 w 438912"/>
                <a:gd name="T31" fmla="*/ 2590 h 832104"/>
                <a:gd name="T32" fmla="*/ 365760 w 438912"/>
                <a:gd name="T33" fmla="*/ 1876 h 832104"/>
                <a:gd name="T34" fmla="*/ 374904 w 438912"/>
                <a:gd name="T35" fmla="*/ 3542 h 832104"/>
                <a:gd name="T36" fmla="*/ 402336 w 438912"/>
                <a:gd name="T37" fmla="*/ 2351 h 832104"/>
                <a:gd name="T38" fmla="*/ 402336 w 438912"/>
                <a:gd name="T39" fmla="*/ 3840 h 832104"/>
                <a:gd name="T40" fmla="*/ 420624 w 438912"/>
                <a:gd name="T41" fmla="*/ 2947 h 832104"/>
                <a:gd name="T42" fmla="*/ 438912 w 438912"/>
                <a:gd name="T43" fmla="*/ 2947 h 832104"/>
                <a:gd name="T44" fmla="*/ 0 60000 65536"/>
                <a:gd name="T45" fmla="*/ 0 60000 65536"/>
                <a:gd name="T46" fmla="*/ 0 60000 65536"/>
                <a:gd name="T47" fmla="*/ 0 60000 65536"/>
                <a:gd name="T48" fmla="*/ 0 60000 65536"/>
                <a:gd name="T49" fmla="*/ 0 60000 65536"/>
                <a:gd name="T50" fmla="*/ 0 60000 65536"/>
                <a:gd name="T51" fmla="*/ 0 60000 65536"/>
                <a:gd name="T52" fmla="*/ 0 60000 65536"/>
                <a:gd name="T53" fmla="*/ 0 60000 65536"/>
                <a:gd name="T54" fmla="*/ 0 60000 65536"/>
                <a:gd name="T55" fmla="*/ 0 60000 65536"/>
                <a:gd name="T56" fmla="*/ 0 60000 65536"/>
                <a:gd name="T57" fmla="*/ 0 60000 65536"/>
                <a:gd name="T58" fmla="*/ 0 60000 65536"/>
                <a:gd name="T59" fmla="*/ 0 60000 65536"/>
                <a:gd name="T60" fmla="*/ 0 60000 65536"/>
                <a:gd name="T61" fmla="*/ 0 60000 65536"/>
                <a:gd name="T62" fmla="*/ 0 60000 65536"/>
                <a:gd name="T63" fmla="*/ 0 60000 65536"/>
                <a:gd name="T64" fmla="*/ 0 60000 65536"/>
                <a:gd name="T65" fmla="*/ 0 60000 65536"/>
                <a:gd name="T66" fmla="*/ 0 w 438912"/>
                <a:gd name="T67" fmla="*/ 0 h 832104"/>
                <a:gd name="T68" fmla="*/ 438912 w 438912"/>
                <a:gd name="T69" fmla="*/ 832104 h 832104"/>
              </a:gdLst>
              <a:ahLst/>
              <a:cxnLst>
                <a:cxn ang="T44">
                  <a:pos x="T0" y="T1"/>
                </a:cxn>
                <a:cxn ang="T45">
                  <a:pos x="T2" y="T3"/>
                </a:cxn>
                <a:cxn ang="T46">
                  <a:pos x="T4" y="T5"/>
                </a:cxn>
                <a:cxn ang="T47">
                  <a:pos x="T6" y="T7"/>
                </a:cxn>
                <a:cxn ang="T48">
                  <a:pos x="T8" y="T9"/>
                </a:cxn>
                <a:cxn ang="T49">
                  <a:pos x="T10" y="T11"/>
                </a:cxn>
                <a:cxn ang="T50">
                  <a:pos x="T12" y="T13"/>
                </a:cxn>
                <a:cxn ang="T51">
                  <a:pos x="T14" y="T15"/>
                </a:cxn>
                <a:cxn ang="T52">
                  <a:pos x="T16" y="T17"/>
                </a:cxn>
                <a:cxn ang="T53">
                  <a:pos x="T18" y="T19"/>
                </a:cxn>
                <a:cxn ang="T54">
                  <a:pos x="T20" y="T21"/>
                </a:cxn>
                <a:cxn ang="T55">
                  <a:pos x="T22" y="T23"/>
                </a:cxn>
                <a:cxn ang="T56">
                  <a:pos x="T24" y="T25"/>
                </a:cxn>
                <a:cxn ang="T57">
                  <a:pos x="T26" y="T27"/>
                </a:cxn>
                <a:cxn ang="T58">
                  <a:pos x="T28" y="T29"/>
                </a:cxn>
                <a:cxn ang="T59">
                  <a:pos x="T30" y="T31"/>
                </a:cxn>
                <a:cxn ang="T60">
                  <a:pos x="T32" y="T33"/>
                </a:cxn>
                <a:cxn ang="T61">
                  <a:pos x="T34" y="T35"/>
                </a:cxn>
                <a:cxn ang="T62">
                  <a:pos x="T36" y="T37"/>
                </a:cxn>
                <a:cxn ang="T63">
                  <a:pos x="T38" y="T39"/>
                </a:cxn>
                <a:cxn ang="T64">
                  <a:pos x="T40" y="T41"/>
                </a:cxn>
                <a:cxn ang="T65">
                  <a:pos x="T42" y="T43"/>
                </a:cxn>
              </a:cxnLst>
              <a:rect l="T66" t="T67" r="T68" b="T69"/>
              <a:pathLst>
                <a:path w="438912" h="832104">
                  <a:moveTo>
                    <a:pt x="0" y="589788"/>
                  </a:moveTo>
                  <a:cubicBezTo>
                    <a:pt x="19050" y="303276"/>
                    <a:pt x="38100" y="16764"/>
                    <a:pt x="45720" y="32004"/>
                  </a:cubicBezTo>
                  <a:cubicBezTo>
                    <a:pt x="53340" y="47244"/>
                    <a:pt x="39624" y="620268"/>
                    <a:pt x="45720" y="681228"/>
                  </a:cubicBezTo>
                  <a:cubicBezTo>
                    <a:pt x="51816" y="742188"/>
                    <a:pt x="73152" y="432816"/>
                    <a:pt x="82296" y="397764"/>
                  </a:cubicBezTo>
                  <a:cubicBezTo>
                    <a:pt x="91440" y="362712"/>
                    <a:pt x="91440" y="483108"/>
                    <a:pt x="100584" y="470916"/>
                  </a:cubicBezTo>
                  <a:cubicBezTo>
                    <a:pt x="109728" y="458724"/>
                    <a:pt x="131064" y="321564"/>
                    <a:pt x="137160" y="324612"/>
                  </a:cubicBezTo>
                  <a:cubicBezTo>
                    <a:pt x="143256" y="327660"/>
                    <a:pt x="131064" y="507492"/>
                    <a:pt x="137160" y="489204"/>
                  </a:cubicBezTo>
                  <a:cubicBezTo>
                    <a:pt x="143256" y="470916"/>
                    <a:pt x="167640" y="208788"/>
                    <a:pt x="173736" y="214884"/>
                  </a:cubicBezTo>
                  <a:cubicBezTo>
                    <a:pt x="179832" y="220980"/>
                    <a:pt x="169164" y="480060"/>
                    <a:pt x="173736" y="525780"/>
                  </a:cubicBezTo>
                  <a:cubicBezTo>
                    <a:pt x="178308" y="571500"/>
                    <a:pt x="193548" y="568452"/>
                    <a:pt x="201168" y="489204"/>
                  </a:cubicBezTo>
                  <a:cubicBezTo>
                    <a:pt x="208788" y="409956"/>
                    <a:pt x="208788" y="0"/>
                    <a:pt x="219456" y="50292"/>
                  </a:cubicBezTo>
                  <a:cubicBezTo>
                    <a:pt x="230124" y="100584"/>
                    <a:pt x="254508" y="749808"/>
                    <a:pt x="265176" y="790956"/>
                  </a:cubicBezTo>
                  <a:cubicBezTo>
                    <a:pt x="275844" y="832104"/>
                    <a:pt x="275844" y="355092"/>
                    <a:pt x="283464" y="297180"/>
                  </a:cubicBezTo>
                  <a:cubicBezTo>
                    <a:pt x="291084" y="239268"/>
                    <a:pt x="301752" y="428244"/>
                    <a:pt x="310896" y="443484"/>
                  </a:cubicBezTo>
                  <a:cubicBezTo>
                    <a:pt x="320040" y="458724"/>
                    <a:pt x="329184" y="396240"/>
                    <a:pt x="338328" y="388620"/>
                  </a:cubicBezTo>
                  <a:cubicBezTo>
                    <a:pt x="347472" y="381000"/>
                    <a:pt x="361188" y="414528"/>
                    <a:pt x="365760" y="397764"/>
                  </a:cubicBezTo>
                  <a:cubicBezTo>
                    <a:pt x="370332" y="381000"/>
                    <a:pt x="364236" y="263652"/>
                    <a:pt x="365760" y="288036"/>
                  </a:cubicBezTo>
                  <a:cubicBezTo>
                    <a:pt x="367284" y="312420"/>
                    <a:pt x="368808" y="531876"/>
                    <a:pt x="374904" y="544068"/>
                  </a:cubicBezTo>
                  <a:cubicBezTo>
                    <a:pt x="381000" y="556260"/>
                    <a:pt x="397764" y="353568"/>
                    <a:pt x="402336" y="361188"/>
                  </a:cubicBezTo>
                  <a:cubicBezTo>
                    <a:pt x="406908" y="368808"/>
                    <a:pt x="399288" y="574548"/>
                    <a:pt x="402336" y="589788"/>
                  </a:cubicBezTo>
                  <a:cubicBezTo>
                    <a:pt x="405384" y="605028"/>
                    <a:pt x="414528" y="475488"/>
                    <a:pt x="420624" y="452628"/>
                  </a:cubicBezTo>
                  <a:cubicBezTo>
                    <a:pt x="426720" y="429768"/>
                    <a:pt x="432816" y="441198"/>
                    <a:pt x="438912" y="452628"/>
                  </a:cubicBezTo>
                </a:path>
              </a:pathLst>
            </a:custGeom>
            <a:noFill/>
            <a:ln w="9525" cap="flat" cmpd="sng" algn="ctr">
              <a:solidFill>
                <a:srgbClr val="FF0000"/>
              </a:solidFill>
              <a:prstDash val="solid"/>
              <a:round/>
              <a:headEnd type="none" w="med" len="med"/>
              <a:tailEnd type="none" w="med" len="med"/>
            </a:ln>
          </p:spPr>
          <p:txBody>
            <a:bodyPr/>
            <a:lstStyle/>
            <a:p>
              <a:endParaRPr lang="en-GB"/>
            </a:p>
          </p:txBody>
        </p:sp>
        <p:sp>
          <p:nvSpPr>
            <p:cNvPr id="18451" name="Freeform 27"/>
            <p:cNvSpPr>
              <a:spLocks/>
            </p:cNvSpPr>
            <p:nvPr/>
          </p:nvSpPr>
          <p:spPr bwMode="auto">
            <a:xfrm>
              <a:off x="4297680" y="5486400"/>
              <a:ext cx="438912" cy="443484"/>
            </a:xfrm>
            <a:custGeom>
              <a:avLst/>
              <a:gdLst>
                <a:gd name="T0" fmla="*/ 0 w 438912"/>
                <a:gd name="T1" fmla="*/ 3840 h 832104"/>
                <a:gd name="T2" fmla="*/ 45720 w 438912"/>
                <a:gd name="T3" fmla="*/ 208 h 832104"/>
                <a:gd name="T4" fmla="*/ 45720 w 438912"/>
                <a:gd name="T5" fmla="*/ 4435 h 832104"/>
                <a:gd name="T6" fmla="*/ 82296 w 438912"/>
                <a:gd name="T7" fmla="*/ 2590 h 832104"/>
                <a:gd name="T8" fmla="*/ 100584 w 438912"/>
                <a:gd name="T9" fmla="*/ 3066 h 832104"/>
                <a:gd name="T10" fmla="*/ 137160 w 438912"/>
                <a:gd name="T11" fmla="*/ 2113 h 832104"/>
                <a:gd name="T12" fmla="*/ 137160 w 438912"/>
                <a:gd name="T13" fmla="*/ 3185 h 832104"/>
                <a:gd name="T14" fmla="*/ 173736 w 438912"/>
                <a:gd name="T15" fmla="*/ 1399 h 832104"/>
                <a:gd name="T16" fmla="*/ 173736 w 438912"/>
                <a:gd name="T17" fmla="*/ 3423 h 832104"/>
                <a:gd name="T18" fmla="*/ 201168 w 438912"/>
                <a:gd name="T19" fmla="*/ 3185 h 832104"/>
                <a:gd name="T20" fmla="*/ 219456 w 438912"/>
                <a:gd name="T21" fmla="*/ 328 h 832104"/>
                <a:gd name="T22" fmla="*/ 265176 w 438912"/>
                <a:gd name="T23" fmla="*/ 5150 h 832104"/>
                <a:gd name="T24" fmla="*/ 283464 w 438912"/>
                <a:gd name="T25" fmla="*/ 1935 h 832104"/>
                <a:gd name="T26" fmla="*/ 310896 w 438912"/>
                <a:gd name="T27" fmla="*/ 2887 h 832104"/>
                <a:gd name="T28" fmla="*/ 338328 w 438912"/>
                <a:gd name="T29" fmla="*/ 2530 h 832104"/>
                <a:gd name="T30" fmla="*/ 365760 w 438912"/>
                <a:gd name="T31" fmla="*/ 2590 h 832104"/>
                <a:gd name="T32" fmla="*/ 365760 w 438912"/>
                <a:gd name="T33" fmla="*/ 1876 h 832104"/>
                <a:gd name="T34" fmla="*/ 374904 w 438912"/>
                <a:gd name="T35" fmla="*/ 3542 h 832104"/>
                <a:gd name="T36" fmla="*/ 402336 w 438912"/>
                <a:gd name="T37" fmla="*/ 2351 h 832104"/>
                <a:gd name="T38" fmla="*/ 402336 w 438912"/>
                <a:gd name="T39" fmla="*/ 3840 h 832104"/>
                <a:gd name="T40" fmla="*/ 420624 w 438912"/>
                <a:gd name="T41" fmla="*/ 2947 h 832104"/>
                <a:gd name="T42" fmla="*/ 438912 w 438912"/>
                <a:gd name="T43" fmla="*/ 2947 h 832104"/>
                <a:gd name="T44" fmla="*/ 0 60000 65536"/>
                <a:gd name="T45" fmla="*/ 0 60000 65536"/>
                <a:gd name="T46" fmla="*/ 0 60000 65536"/>
                <a:gd name="T47" fmla="*/ 0 60000 65536"/>
                <a:gd name="T48" fmla="*/ 0 60000 65536"/>
                <a:gd name="T49" fmla="*/ 0 60000 65536"/>
                <a:gd name="T50" fmla="*/ 0 60000 65536"/>
                <a:gd name="T51" fmla="*/ 0 60000 65536"/>
                <a:gd name="T52" fmla="*/ 0 60000 65536"/>
                <a:gd name="T53" fmla="*/ 0 60000 65536"/>
                <a:gd name="T54" fmla="*/ 0 60000 65536"/>
                <a:gd name="T55" fmla="*/ 0 60000 65536"/>
                <a:gd name="T56" fmla="*/ 0 60000 65536"/>
                <a:gd name="T57" fmla="*/ 0 60000 65536"/>
                <a:gd name="T58" fmla="*/ 0 60000 65536"/>
                <a:gd name="T59" fmla="*/ 0 60000 65536"/>
                <a:gd name="T60" fmla="*/ 0 60000 65536"/>
                <a:gd name="T61" fmla="*/ 0 60000 65536"/>
                <a:gd name="T62" fmla="*/ 0 60000 65536"/>
                <a:gd name="T63" fmla="*/ 0 60000 65536"/>
                <a:gd name="T64" fmla="*/ 0 60000 65536"/>
                <a:gd name="T65" fmla="*/ 0 60000 65536"/>
                <a:gd name="T66" fmla="*/ 0 w 438912"/>
                <a:gd name="T67" fmla="*/ 0 h 832104"/>
                <a:gd name="T68" fmla="*/ 438912 w 438912"/>
                <a:gd name="T69" fmla="*/ 832104 h 832104"/>
              </a:gdLst>
              <a:ahLst/>
              <a:cxnLst>
                <a:cxn ang="T44">
                  <a:pos x="T0" y="T1"/>
                </a:cxn>
                <a:cxn ang="T45">
                  <a:pos x="T2" y="T3"/>
                </a:cxn>
                <a:cxn ang="T46">
                  <a:pos x="T4" y="T5"/>
                </a:cxn>
                <a:cxn ang="T47">
                  <a:pos x="T6" y="T7"/>
                </a:cxn>
                <a:cxn ang="T48">
                  <a:pos x="T8" y="T9"/>
                </a:cxn>
                <a:cxn ang="T49">
                  <a:pos x="T10" y="T11"/>
                </a:cxn>
                <a:cxn ang="T50">
                  <a:pos x="T12" y="T13"/>
                </a:cxn>
                <a:cxn ang="T51">
                  <a:pos x="T14" y="T15"/>
                </a:cxn>
                <a:cxn ang="T52">
                  <a:pos x="T16" y="T17"/>
                </a:cxn>
                <a:cxn ang="T53">
                  <a:pos x="T18" y="T19"/>
                </a:cxn>
                <a:cxn ang="T54">
                  <a:pos x="T20" y="T21"/>
                </a:cxn>
                <a:cxn ang="T55">
                  <a:pos x="T22" y="T23"/>
                </a:cxn>
                <a:cxn ang="T56">
                  <a:pos x="T24" y="T25"/>
                </a:cxn>
                <a:cxn ang="T57">
                  <a:pos x="T26" y="T27"/>
                </a:cxn>
                <a:cxn ang="T58">
                  <a:pos x="T28" y="T29"/>
                </a:cxn>
                <a:cxn ang="T59">
                  <a:pos x="T30" y="T31"/>
                </a:cxn>
                <a:cxn ang="T60">
                  <a:pos x="T32" y="T33"/>
                </a:cxn>
                <a:cxn ang="T61">
                  <a:pos x="T34" y="T35"/>
                </a:cxn>
                <a:cxn ang="T62">
                  <a:pos x="T36" y="T37"/>
                </a:cxn>
                <a:cxn ang="T63">
                  <a:pos x="T38" y="T39"/>
                </a:cxn>
                <a:cxn ang="T64">
                  <a:pos x="T40" y="T41"/>
                </a:cxn>
                <a:cxn ang="T65">
                  <a:pos x="T42" y="T43"/>
                </a:cxn>
              </a:cxnLst>
              <a:rect l="T66" t="T67" r="T68" b="T69"/>
              <a:pathLst>
                <a:path w="438912" h="832104">
                  <a:moveTo>
                    <a:pt x="0" y="589788"/>
                  </a:moveTo>
                  <a:cubicBezTo>
                    <a:pt x="19050" y="303276"/>
                    <a:pt x="38100" y="16764"/>
                    <a:pt x="45720" y="32004"/>
                  </a:cubicBezTo>
                  <a:cubicBezTo>
                    <a:pt x="53340" y="47244"/>
                    <a:pt x="39624" y="620268"/>
                    <a:pt x="45720" y="681228"/>
                  </a:cubicBezTo>
                  <a:cubicBezTo>
                    <a:pt x="51816" y="742188"/>
                    <a:pt x="73152" y="432816"/>
                    <a:pt x="82296" y="397764"/>
                  </a:cubicBezTo>
                  <a:cubicBezTo>
                    <a:pt x="91440" y="362712"/>
                    <a:pt x="91440" y="483108"/>
                    <a:pt x="100584" y="470916"/>
                  </a:cubicBezTo>
                  <a:cubicBezTo>
                    <a:pt x="109728" y="458724"/>
                    <a:pt x="131064" y="321564"/>
                    <a:pt x="137160" y="324612"/>
                  </a:cubicBezTo>
                  <a:cubicBezTo>
                    <a:pt x="143256" y="327660"/>
                    <a:pt x="131064" y="507492"/>
                    <a:pt x="137160" y="489204"/>
                  </a:cubicBezTo>
                  <a:cubicBezTo>
                    <a:pt x="143256" y="470916"/>
                    <a:pt x="167640" y="208788"/>
                    <a:pt x="173736" y="214884"/>
                  </a:cubicBezTo>
                  <a:cubicBezTo>
                    <a:pt x="179832" y="220980"/>
                    <a:pt x="169164" y="480060"/>
                    <a:pt x="173736" y="525780"/>
                  </a:cubicBezTo>
                  <a:cubicBezTo>
                    <a:pt x="178308" y="571500"/>
                    <a:pt x="193548" y="568452"/>
                    <a:pt x="201168" y="489204"/>
                  </a:cubicBezTo>
                  <a:cubicBezTo>
                    <a:pt x="208788" y="409956"/>
                    <a:pt x="208788" y="0"/>
                    <a:pt x="219456" y="50292"/>
                  </a:cubicBezTo>
                  <a:cubicBezTo>
                    <a:pt x="230124" y="100584"/>
                    <a:pt x="254508" y="749808"/>
                    <a:pt x="265176" y="790956"/>
                  </a:cubicBezTo>
                  <a:cubicBezTo>
                    <a:pt x="275844" y="832104"/>
                    <a:pt x="275844" y="355092"/>
                    <a:pt x="283464" y="297180"/>
                  </a:cubicBezTo>
                  <a:cubicBezTo>
                    <a:pt x="291084" y="239268"/>
                    <a:pt x="301752" y="428244"/>
                    <a:pt x="310896" y="443484"/>
                  </a:cubicBezTo>
                  <a:cubicBezTo>
                    <a:pt x="320040" y="458724"/>
                    <a:pt x="329184" y="396240"/>
                    <a:pt x="338328" y="388620"/>
                  </a:cubicBezTo>
                  <a:cubicBezTo>
                    <a:pt x="347472" y="381000"/>
                    <a:pt x="361188" y="414528"/>
                    <a:pt x="365760" y="397764"/>
                  </a:cubicBezTo>
                  <a:cubicBezTo>
                    <a:pt x="370332" y="381000"/>
                    <a:pt x="364236" y="263652"/>
                    <a:pt x="365760" y="288036"/>
                  </a:cubicBezTo>
                  <a:cubicBezTo>
                    <a:pt x="367284" y="312420"/>
                    <a:pt x="368808" y="531876"/>
                    <a:pt x="374904" y="544068"/>
                  </a:cubicBezTo>
                  <a:cubicBezTo>
                    <a:pt x="381000" y="556260"/>
                    <a:pt x="397764" y="353568"/>
                    <a:pt x="402336" y="361188"/>
                  </a:cubicBezTo>
                  <a:cubicBezTo>
                    <a:pt x="406908" y="368808"/>
                    <a:pt x="399288" y="574548"/>
                    <a:pt x="402336" y="589788"/>
                  </a:cubicBezTo>
                  <a:cubicBezTo>
                    <a:pt x="405384" y="605028"/>
                    <a:pt x="414528" y="475488"/>
                    <a:pt x="420624" y="452628"/>
                  </a:cubicBezTo>
                  <a:cubicBezTo>
                    <a:pt x="426720" y="429768"/>
                    <a:pt x="432816" y="441198"/>
                    <a:pt x="438912" y="452628"/>
                  </a:cubicBezTo>
                </a:path>
              </a:pathLst>
            </a:custGeom>
            <a:noFill/>
            <a:ln w="9525" cap="flat" cmpd="sng" algn="ctr">
              <a:solidFill>
                <a:srgbClr val="FF0000"/>
              </a:solidFill>
              <a:prstDash val="solid"/>
              <a:round/>
              <a:headEnd type="none" w="med" len="med"/>
              <a:tailEnd type="none" w="med" len="med"/>
            </a:ln>
          </p:spPr>
          <p:txBody>
            <a:bodyPr/>
            <a:lstStyle/>
            <a:p>
              <a:endParaRPr lang="en-GB"/>
            </a:p>
          </p:txBody>
        </p:sp>
        <p:sp>
          <p:nvSpPr>
            <p:cNvPr id="18452" name="Freeform 28"/>
            <p:cNvSpPr>
              <a:spLocks/>
            </p:cNvSpPr>
            <p:nvPr/>
          </p:nvSpPr>
          <p:spPr bwMode="auto">
            <a:xfrm>
              <a:off x="4718304" y="5248656"/>
              <a:ext cx="438912" cy="443484"/>
            </a:xfrm>
            <a:custGeom>
              <a:avLst/>
              <a:gdLst>
                <a:gd name="T0" fmla="*/ 0 w 438912"/>
                <a:gd name="T1" fmla="*/ 3840 h 832104"/>
                <a:gd name="T2" fmla="*/ 45720 w 438912"/>
                <a:gd name="T3" fmla="*/ 208 h 832104"/>
                <a:gd name="T4" fmla="*/ 45720 w 438912"/>
                <a:gd name="T5" fmla="*/ 4435 h 832104"/>
                <a:gd name="T6" fmla="*/ 82296 w 438912"/>
                <a:gd name="T7" fmla="*/ 2590 h 832104"/>
                <a:gd name="T8" fmla="*/ 100584 w 438912"/>
                <a:gd name="T9" fmla="*/ 3066 h 832104"/>
                <a:gd name="T10" fmla="*/ 137160 w 438912"/>
                <a:gd name="T11" fmla="*/ 2113 h 832104"/>
                <a:gd name="T12" fmla="*/ 137160 w 438912"/>
                <a:gd name="T13" fmla="*/ 3185 h 832104"/>
                <a:gd name="T14" fmla="*/ 173736 w 438912"/>
                <a:gd name="T15" fmla="*/ 1399 h 832104"/>
                <a:gd name="T16" fmla="*/ 173736 w 438912"/>
                <a:gd name="T17" fmla="*/ 3423 h 832104"/>
                <a:gd name="T18" fmla="*/ 201168 w 438912"/>
                <a:gd name="T19" fmla="*/ 3185 h 832104"/>
                <a:gd name="T20" fmla="*/ 219456 w 438912"/>
                <a:gd name="T21" fmla="*/ 328 h 832104"/>
                <a:gd name="T22" fmla="*/ 265176 w 438912"/>
                <a:gd name="T23" fmla="*/ 5150 h 832104"/>
                <a:gd name="T24" fmla="*/ 283464 w 438912"/>
                <a:gd name="T25" fmla="*/ 1935 h 832104"/>
                <a:gd name="T26" fmla="*/ 310896 w 438912"/>
                <a:gd name="T27" fmla="*/ 2887 h 832104"/>
                <a:gd name="T28" fmla="*/ 338328 w 438912"/>
                <a:gd name="T29" fmla="*/ 2530 h 832104"/>
                <a:gd name="T30" fmla="*/ 365760 w 438912"/>
                <a:gd name="T31" fmla="*/ 2590 h 832104"/>
                <a:gd name="T32" fmla="*/ 365760 w 438912"/>
                <a:gd name="T33" fmla="*/ 1876 h 832104"/>
                <a:gd name="T34" fmla="*/ 374904 w 438912"/>
                <a:gd name="T35" fmla="*/ 3542 h 832104"/>
                <a:gd name="T36" fmla="*/ 402336 w 438912"/>
                <a:gd name="T37" fmla="*/ 2351 h 832104"/>
                <a:gd name="T38" fmla="*/ 402336 w 438912"/>
                <a:gd name="T39" fmla="*/ 3840 h 832104"/>
                <a:gd name="T40" fmla="*/ 420624 w 438912"/>
                <a:gd name="T41" fmla="*/ 2947 h 832104"/>
                <a:gd name="T42" fmla="*/ 438912 w 438912"/>
                <a:gd name="T43" fmla="*/ 2947 h 832104"/>
                <a:gd name="T44" fmla="*/ 0 60000 65536"/>
                <a:gd name="T45" fmla="*/ 0 60000 65536"/>
                <a:gd name="T46" fmla="*/ 0 60000 65536"/>
                <a:gd name="T47" fmla="*/ 0 60000 65536"/>
                <a:gd name="T48" fmla="*/ 0 60000 65536"/>
                <a:gd name="T49" fmla="*/ 0 60000 65536"/>
                <a:gd name="T50" fmla="*/ 0 60000 65536"/>
                <a:gd name="T51" fmla="*/ 0 60000 65536"/>
                <a:gd name="T52" fmla="*/ 0 60000 65536"/>
                <a:gd name="T53" fmla="*/ 0 60000 65536"/>
                <a:gd name="T54" fmla="*/ 0 60000 65536"/>
                <a:gd name="T55" fmla="*/ 0 60000 65536"/>
                <a:gd name="T56" fmla="*/ 0 60000 65536"/>
                <a:gd name="T57" fmla="*/ 0 60000 65536"/>
                <a:gd name="T58" fmla="*/ 0 60000 65536"/>
                <a:gd name="T59" fmla="*/ 0 60000 65536"/>
                <a:gd name="T60" fmla="*/ 0 60000 65536"/>
                <a:gd name="T61" fmla="*/ 0 60000 65536"/>
                <a:gd name="T62" fmla="*/ 0 60000 65536"/>
                <a:gd name="T63" fmla="*/ 0 60000 65536"/>
                <a:gd name="T64" fmla="*/ 0 60000 65536"/>
                <a:gd name="T65" fmla="*/ 0 60000 65536"/>
                <a:gd name="T66" fmla="*/ 0 w 438912"/>
                <a:gd name="T67" fmla="*/ 0 h 832104"/>
                <a:gd name="T68" fmla="*/ 438912 w 438912"/>
                <a:gd name="T69" fmla="*/ 832104 h 832104"/>
              </a:gdLst>
              <a:ahLst/>
              <a:cxnLst>
                <a:cxn ang="T44">
                  <a:pos x="T0" y="T1"/>
                </a:cxn>
                <a:cxn ang="T45">
                  <a:pos x="T2" y="T3"/>
                </a:cxn>
                <a:cxn ang="T46">
                  <a:pos x="T4" y="T5"/>
                </a:cxn>
                <a:cxn ang="T47">
                  <a:pos x="T6" y="T7"/>
                </a:cxn>
                <a:cxn ang="T48">
                  <a:pos x="T8" y="T9"/>
                </a:cxn>
                <a:cxn ang="T49">
                  <a:pos x="T10" y="T11"/>
                </a:cxn>
                <a:cxn ang="T50">
                  <a:pos x="T12" y="T13"/>
                </a:cxn>
                <a:cxn ang="T51">
                  <a:pos x="T14" y="T15"/>
                </a:cxn>
                <a:cxn ang="T52">
                  <a:pos x="T16" y="T17"/>
                </a:cxn>
                <a:cxn ang="T53">
                  <a:pos x="T18" y="T19"/>
                </a:cxn>
                <a:cxn ang="T54">
                  <a:pos x="T20" y="T21"/>
                </a:cxn>
                <a:cxn ang="T55">
                  <a:pos x="T22" y="T23"/>
                </a:cxn>
                <a:cxn ang="T56">
                  <a:pos x="T24" y="T25"/>
                </a:cxn>
                <a:cxn ang="T57">
                  <a:pos x="T26" y="T27"/>
                </a:cxn>
                <a:cxn ang="T58">
                  <a:pos x="T28" y="T29"/>
                </a:cxn>
                <a:cxn ang="T59">
                  <a:pos x="T30" y="T31"/>
                </a:cxn>
                <a:cxn ang="T60">
                  <a:pos x="T32" y="T33"/>
                </a:cxn>
                <a:cxn ang="T61">
                  <a:pos x="T34" y="T35"/>
                </a:cxn>
                <a:cxn ang="T62">
                  <a:pos x="T36" y="T37"/>
                </a:cxn>
                <a:cxn ang="T63">
                  <a:pos x="T38" y="T39"/>
                </a:cxn>
                <a:cxn ang="T64">
                  <a:pos x="T40" y="T41"/>
                </a:cxn>
                <a:cxn ang="T65">
                  <a:pos x="T42" y="T43"/>
                </a:cxn>
              </a:cxnLst>
              <a:rect l="T66" t="T67" r="T68" b="T69"/>
              <a:pathLst>
                <a:path w="438912" h="832104">
                  <a:moveTo>
                    <a:pt x="0" y="589788"/>
                  </a:moveTo>
                  <a:cubicBezTo>
                    <a:pt x="19050" y="303276"/>
                    <a:pt x="38100" y="16764"/>
                    <a:pt x="45720" y="32004"/>
                  </a:cubicBezTo>
                  <a:cubicBezTo>
                    <a:pt x="53340" y="47244"/>
                    <a:pt x="39624" y="620268"/>
                    <a:pt x="45720" y="681228"/>
                  </a:cubicBezTo>
                  <a:cubicBezTo>
                    <a:pt x="51816" y="742188"/>
                    <a:pt x="73152" y="432816"/>
                    <a:pt x="82296" y="397764"/>
                  </a:cubicBezTo>
                  <a:cubicBezTo>
                    <a:pt x="91440" y="362712"/>
                    <a:pt x="91440" y="483108"/>
                    <a:pt x="100584" y="470916"/>
                  </a:cubicBezTo>
                  <a:cubicBezTo>
                    <a:pt x="109728" y="458724"/>
                    <a:pt x="131064" y="321564"/>
                    <a:pt x="137160" y="324612"/>
                  </a:cubicBezTo>
                  <a:cubicBezTo>
                    <a:pt x="143256" y="327660"/>
                    <a:pt x="131064" y="507492"/>
                    <a:pt x="137160" y="489204"/>
                  </a:cubicBezTo>
                  <a:cubicBezTo>
                    <a:pt x="143256" y="470916"/>
                    <a:pt x="167640" y="208788"/>
                    <a:pt x="173736" y="214884"/>
                  </a:cubicBezTo>
                  <a:cubicBezTo>
                    <a:pt x="179832" y="220980"/>
                    <a:pt x="169164" y="480060"/>
                    <a:pt x="173736" y="525780"/>
                  </a:cubicBezTo>
                  <a:cubicBezTo>
                    <a:pt x="178308" y="571500"/>
                    <a:pt x="193548" y="568452"/>
                    <a:pt x="201168" y="489204"/>
                  </a:cubicBezTo>
                  <a:cubicBezTo>
                    <a:pt x="208788" y="409956"/>
                    <a:pt x="208788" y="0"/>
                    <a:pt x="219456" y="50292"/>
                  </a:cubicBezTo>
                  <a:cubicBezTo>
                    <a:pt x="230124" y="100584"/>
                    <a:pt x="254508" y="749808"/>
                    <a:pt x="265176" y="790956"/>
                  </a:cubicBezTo>
                  <a:cubicBezTo>
                    <a:pt x="275844" y="832104"/>
                    <a:pt x="275844" y="355092"/>
                    <a:pt x="283464" y="297180"/>
                  </a:cubicBezTo>
                  <a:cubicBezTo>
                    <a:pt x="291084" y="239268"/>
                    <a:pt x="301752" y="428244"/>
                    <a:pt x="310896" y="443484"/>
                  </a:cubicBezTo>
                  <a:cubicBezTo>
                    <a:pt x="320040" y="458724"/>
                    <a:pt x="329184" y="396240"/>
                    <a:pt x="338328" y="388620"/>
                  </a:cubicBezTo>
                  <a:cubicBezTo>
                    <a:pt x="347472" y="381000"/>
                    <a:pt x="361188" y="414528"/>
                    <a:pt x="365760" y="397764"/>
                  </a:cubicBezTo>
                  <a:cubicBezTo>
                    <a:pt x="370332" y="381000"/>
                    <a:pt x="364236" y="263652"/>
                    <a:pt x="365760" y="288036"/>
                  </a:cubicBezTo>
                  <a:cubicBezTo>
                    <a:pt x="367284" y="312420"/>
                    <a:pt x="368808" y="531876"/>
                    <a:pt x="374904" y="544068"/>
                  </a:cubicBezTo>
                  <a:cubicBezTo>
                    <a:pt x="381000" y="556260"/>
                    <a:pt x="397764" y="353568"/>
                    <a:pt x="402336" y="361188"/>
                  </a:cubicBezTo>
                  <a:cubicBezTo>
                    <a:pt x="406908" y="368808"/>
                    <a:pt x="399288" y="574548"/>
                    <a:pt x="402336" y="589788"/>
                  </a:cubicBezTo>
                  <a:cubicBezTo>
                    <a:pt x="405384" y="605028"/>
                    <a:pt x="414528" y="475488"/>
                    <a:pt x="420624" y="452628"/>
                  </a:cubicBezTo>
                  <a:cubicBezTo>
                    <a:pt x="426720" y="429768"/>
                    <a:pt x="432816" y="441198"/>
                    <a:pt x="438912" y="452628"/>
                  </a:cubicBezTo>
                </a:path>
              </a:pathLst>
            </a:custGeom>
            <a:noFill/>
            <a:ln w="9525" cap="flat" cmpd="sng" algn="ctr">
              <a:solidFill>
                <a:srgbClr val="FF0000"/>
              </a:solidFill>
              <a:prstDash val="solid"/>
              <a:round/>
              <a:headEnd type="none" w="med" len="med"/>
              <a:tailEnd type="none" w="med" len="med"/>
            </a:ln>
          </p:spPr>
          <p:txBody>
            <a:bodyPr/>
            <a:lstStyle/>
            <a:p>
              <a:endParaRPr lang="en-GB"/>
            </a:p>
          </p:txBody>
        </p:sp>
        <p:sp>
          <p:nvSpPr>
            <p:cNvPr id="18453" name="Freeform 29"/>
            <p:cNvSpPr>
              <a:spLocks/>
            </p:cNvSpPr>
            <p:nvPr/>
          </p:nvSpPr>
          <p:spPr bwMode="auto">
            <a:xfrm>
              <a:off x="5102352" y="5038344"/>
              <a:ext cx="438912" cy="443484"/>
            </a:xfrm>
            <a:custGeom>
              <a:avLst/>
              <a:gdLst>
                <a:gd name="T0" fmla="*/ 0 w 438912"/>
                <a:gd name="T1" fmla="*/ 3840 h 832104"/>
                <a:gd name="T2" fmla="*/ 45720 w 438912"/>
                <a:gd name="T3" fmla="*/ 208 h 832104"/>
                <a:gd name="T4" fmla="*/ 45720 w 438912"/>
                <a:gd name="T5" fmla="*/ 4435 h 832104"/>
                <a:gd name="T6" fmla="*/ 82296 w 438912"/>
                <a:gd name="T7" fmla="*/ 2590 h 832104"/>
                <a:gd name="T8" fmla="*/ 100584 w 438912"/>
                <a:gd name="T9" fmla="*/ 3066 h 832104"/>
                <a:gd name="T10" fmla="*/ 137160 w 438912"/>
                <a:gd name="T11" fmla="*/ 2113 h 832104"/>
                <a:gd name="T12" fmla="*/ 137160 w 438912"/>
                <a:gd name="T13" fmla="*/ 3185 h 832104"/>
                <a:gd name="T14" fmla="*/ 173736 w 438912"/>
                <a:gd name="T15" fmla="*/ 1399 h 832104"/>
                <a:gd name="T16" fmla="*/ 173736 w 438912"/>
                <a:gd name="T17" fmla="*/ 3423 h 832104"/>
                <a:gd name="T18" fmla="*/ 201168 w 438912"/>
                <a:gd name="T19" fmla="*/ 3185 h 832104"/>
                <a:gd name="T20" fmla="*/ 219456 w 438912"/>
                <a:gd name="T21" fmla="*/ 328 h 832104"/>
                <a:gd name="T22" fmla="*/ 265176 w 438912"/>
                <a:gd name="T23" fmla="*/ 5150 h 832104"/>
                <a:gd name="T24" fmla="*/ 283464 w 438912"/>
                <a:gd name="T25" fmla="*/ 1935 h 832104"/>
                <a:gd name="T26" fmla="*/ 310896 w 438912"/>
                <a:gd name="T27" fmla="*/ 2887 h 832104"/>
                <a:gd name="T28" fmla="*/ 338328 w 438912"/>
                <a:gd name="T29" fmla="*/ 2530 h 832104"/>
                <a:gd name="T30" fmla="*/ 365760 w 438912"/>
                <a:gd name="T31" fmla="*/ 2590 h 832104"/>
                <a:gd name="T32" fmla="*/ 365760 w 438912"/>
                <a:gd name="T33" fmla="*/ 1876 h 832104"/>
                <a:gd name="T34" fmla="*/ 374904 w 438912"/>
                <a:gd name="T35" fmla="*/ 3542 h 832104"/>
                <a:gd name="T36" fmla="*/ 402336 w 438912"/>
                <a:gd name="T37" fmla="*/ 2351 h 832104"/>
                <a:gd name="T38" fmla="*/ 402336 w 438912"/>
                <a:gd name="T39" fmla="*/ 3840 h 832104"/>
                <a:gd name="T40" fmla="*/ 420624 w 438912"/>
                <a:gd name="T41" fmla="*/ 2947 h 832104"/>
                <a:gd name="T42" fmla="*/ 438912 w 438912"/>
                <a:gd name="T43" fmla="*/ 2947 h 832104"/>
                <a:gd name="T44" fmla="*/ 0 60000 65536"/>
                <a:gd name="T45" fmla="*/ 0 60000 65536"/>
                <a:gd name="T46" fmla="*/ 0 60000 65536"/>
                <a:gd name="T47" fmla="*/ 0 60000 65536"/>
                <a:gd name="T48" fmla="*/ 0 60000 65536"/>
                <a:gd name="T49" fmla="*/ 0 60000 65536"/>
                <a:gd name="T50" fmla="*/ 0 60000 65536"/>
                <a:gd name="T51" fmla="*/ 0 60000 65536"/>
                <a:gd name="T52" fmla="*/ 0 60000 65536"/>
                <a:gd name="T53" fmla="*/ 0 60000 65536"/>
                <a:gd name="T54" fmla="*/ 0 60000 65536"/>
                <a:gd name="T55" fmla="*/ 0 60000 65536"/>
                <a:gd name="T56" fmla="*/ 0 60000 65536"/>
                <a:gd name="T57" fmla="*/ 0 60000 65536"/>
                <a:gd name="T58" fmla="*/ 0 60000 65536"/>
                <a:gd name="T59" fmla="*/ 0 60000 65536"/>
                <a:gd name="T60" fmla="*/ 0 60000 65536"/>
                <a:gd name="T61" fmla="*/ 0 60000 65536"/>
                <a:gd name="T62" fmla="*/ 0 60000 65536"/>
                <a:gd name="T63" fmla="*/ 0 60000 65536"/>
                <a:gd name="T64" fmla="*/ 0 60000 65536"/>
                <a:gd name="T65" fmla="*/ 0 60000 65536"/>
                <a:gd name="T66" fmla="*/ 0 w 438912"/>
                <a:gd name="T67" fmla="*/ 0 h 832104"/>
                <a:gd name="T68" fmla="*/ 438912 w 438912"/>
                <a:gd name="T69" fmla="*/ 832104 h 832104"/>
              </a:gdLst>
              <a:ahLst/>
              <a:cxnLst>
                <a:cxn ang="T44">
                  <a:pos x="T0" y="T1"/>
                </a:cxn>
                <a:cxn ang="T45">
                  <a:pos x="T2" y="T3"/>
                </a:cxn>
                <a:cxn ang="T46">
                  <a:pos x="T4" y="T5"/>
                </a:cxn>
                <a:cxn ang="T47">
                  <a:pos x="T6" y="T7"/>
                </a:cxn>
                <a:cxn ang="T48">
                  <a:pos x="T8" y="T9"/>
                </a:cxn>
                <a:cxn ang="T49">
                  <a:pos x="T10" y="T11"/>
                </a:cxn>
                <a:cxn ang="T50">
                  <a:pos x="T12" y="T13"/>
                </a:cxn>
                <a:cxn ang="T51">
                  <a:pos x="T14" y="T15"/>
                </a:cxn>
                <a:cxn ang="T52">
                  <a:pos x="T16" y="T17"/>
                </a:cxn>
                <a:cxn ang="T53">
                  <a:pos x="T18" y="T19"/>
                </a:cxn>
                <a:cxn ang="T54">
                  <a:pos x="T20" y="T21"/>
                </a:cxn>
                <a:cxn ang="T55">
                  <a:pos x="T22" y="T23"/>
                </a:cxn>
                <a:cxn ang="T56">
                  <a:pos x="T24" y="T25"/>
                </a:cxn>
                <a:cxn ang="T57">
                  <a:pos x="T26" y="T27"/>
                </a:cxn>
                <a:cxn ang="T58">
                  <a:pos x="T28" y="T29"/>
                </a:cxn>
                <a:cxn ang="T59">
                  <a:pos x="T30" y="T31"/>
                </a:cxn>
                <a:cxn ang="T60">
                  <a:pos x="T32" y="T33"/>
                </a:cxn>
                <a:cxn ang="T61">
                  <a:pos x="T34" y="T35"/>
                </a:cxn>
                <a:cxn ang="T62">
                  <a:pos x="T36" y="T37"/>
                </a:cxn>
                <a:cxn ang="T63">
                  <a:pos x="T38" y="T39"/>
                </a:cxn>
                <a:cxn ang="T64">
                  <a:pos x="T40" y="T41"/>
                </a:cxn>
                <a:cxn ang="T65">
                  <a:pos x="T42" y="T43"/>
                </a:cxn>
              </a:cxnLst>
              <a:rect l="T66" t="T67" r="T68" b="T69"/>
              <a:pathLst>
                <a:path w="438912" h="832104">
                  <a:moveTo>
                    <a:pt x="0" y="589788"/>
                  </a:moveTo>
                  <a:cubicBezTo>
                    <a:pt x="19050" y="303276"/>
                    <a:pt x="38100" y="16764"/>
                    <a:pt x="45720" y="32004"/>
                  </a:cubicBezTo>
                  <a:cubicBezTo>
                    <a:pt x="53340" y="47244"/>
                    <a:pt x="39624" y="620268"/>
                    <a:pt x="45720" y="681228"/>
                  </a:cubicBezTo>
                  <a:cubicBezTo>
                    <a:pt x="51816" y="742188"/>
                    <a:pt x="73152" y="432816"/>
                    <a:pt x="82296" y="397764"/>
                  </a:cubicBezTo>
                  <a:cubicBezTo>
                    <a:pt x="91440" y="362712"/>
                    <a:pt x="91440" y="483108"/>
                    <a:pt x="100584" y="470916"/>
                  </a:cubicBezTo>
                  <a:cubicBezTo>
                    <a:pt x="109728" y="458724"/>
                    <a:pt x="131064" y="321564"/>
                    <a:pt x="137160" y="324612"/>
                  </a:cubicBezTo>
                  <a:cubicBezTo>
                    <a:pt x="143256" y="327660"/>
                    <a:pt x="131064" y="507492"/>
                    <a:pt x="137160" y="489204"/>
                  </a:cubicBezTo>
                  <a:cubicBezTo>
                    <a:pt x="143256" y="470916"/>
                    <a:pt x="167640" y="208788"/>
                    <a:pt x="173736" y="214884"/>
                  </a:cubicBezTo>
                  <a:cubicBezTo>
                    <a:pt x="179832" y="220980"/>
                    <a:pt x="169164" y="480060"/>
                    <a:pt x="173736" y="525780"/>
                  </a:cubicBezTo>
                  <a:cubicBezTo>
                    <a:pt x="178308" y="571500"/>
                    <a:pt x="193548" y="568452"/>
                    <a:pt x="201168" y="489204"/>
                  </a:cubicBezTo>
                  <a:cubicBezTo>
                    <a:pt x="208788" y="409956"/>
                    <a:pt x="208788" y="0"/>
                    <a:pt x="219456" y="50292"/>
                  </a:cubicBezTo>
                  <a:cubicBezTo>
                    <a:pt x="230124" y="100584"/>
                    <a:pt x="254508" y="749808"/>
                    <a:pt x="265176" y="790956"/>
                  </a:cubicBezTo>
                  <a:cubicBezTo>
                    <a:pt x="275844" y="832104"/>
                    <a:pt x="275844" y="355092"/>
                    <a:pt x="283464" y="297180"/>
                  </a:cubicBezTo>
                  <a:cubicBezTo>
                    <a:pt x="291084" y="239268"/>
                    <a:pt x="301752" y="428244"/>
                    <a:pt x="310896" y="443484"/>
                  </a:cubicBezTo>
                  <a:cubicBezTo>
                    <a:pt x="320040" y="458724"/>
                    <a:pt x="329184" y="396240"/>
                    <a:pt x="338328" y="388620"/>
                  </a:cubicBezTo>
                  <a:cubicBezTo>
                    <a:pt x="347472" y="381000"/>
                    <a:pt x="361188" y="414528"/>
                    <a:pt x="365760" y="397764"/>
                  </a:cubicBezTo>
                  <a:cubicBezTo>
                    <a:pt x="370332" y="381000"/>
                    <a:pt x="364236" y="263652"/>
                    <a:pt x="365760" y="288036"/>
                  </a:cubicBezTo>
                  <a:cubicBezTo>
                    <a:pt x="367284" y="312420"/>
                    <a:pt x="368808" y="531876"/>
                    <a:pt x="374904" y="544068"/>
                  </a:cubicBezTo>
                  <a:cubicBezTo>
                    <a:pt x="381000" y="556260"/>
                    <a:pt x="397764" y="353568"/>
                    <a:pt x="402336" y="361188"/>
                  </a:cubicBezTo>
                  <a:cubicBezTo>
                    <a:pt x="406908" y="368808"/>
                    <a:pt x="399288" y="574548"/>
                    <a:pt x="402336" y="589788"/>
                  </a:cubicBezTo>
                  <a:cubicBezTo>
                    <a:pt x="405384" y="605028"/>
                    <a:pt x="414528" y="475488"/>
                    <a:pt x="420624" y="452628"/>
                  </a:cubicBezTo>
                  <a:cubicBezTo>
                    <a:pt x="426720" y="429768"/>
                    <a:pt x="432816" y="441198"/>
                    <a:pt x="438912" y="452628"/>
                  </a:cubicBezTo>
                </a:path>
              </a:pathLst>
            </a:custGeom>
            <a:noFill/>
            <a:ln w="9525" cap="flat" cmpd="sng" algn="ctr">
              <a:solidFill>
                <a:srgbClr val="FF0000"/>
              </a:solidFill>
              <a:prstDash val="solid"/>
              <a:round/>
              <a:headEnd type="none" w="med" len="med"/>
              <a:tailEnd type="none" w="med" len="med"/>
            </a:ln>
          </p:spPr>
          <p:txBody>
            <a:bodyPr/>
            <a:lstStyle/>
            <a:p>
              <a:endParaRPr lang="en-GB"/>
            </a:p>
          </p:txBody>
        </p:sp>
        <p:sp>
          <p:nvSpPr>
            <p:cNvPr id="18454" name="Freeform 30"/>
            <p:cNvSpPr>
              <a:spLocks/>
            </p:cNvSpPr>
            <p:nvPr/>
          </p:nvSpPr>
          <p:spPr bwMode="auto">
            <a:xfrm>
              <a:off x="5504688" y="4736592"/>
              <a:ext cx="438912" cy="608076"/>
            </a:xfrm>
            <a:custGeom>
              <a:avLst/>
              <a:gdLst>
                <a:gd name="T0" fmla="*/ 0 w 438912"/>
                <a:gd name="T1" fmla="*/ 47966 h 832104"/>
                <a:gd name="T2" fmla="*/ 45720 w 438912"/>
                <a:gd name="T3" fmla="*/ 2603 h 832104"/>
                <a:gd name="T4" fmla="*/ 45720 w 438912"/>
                <a:gd name="T5" fmla="*/ 55403 h 832104"/>
                <a:gd name="T6" fmla="*/ 82296 w 438912"/>
                <a:gd name="T7" fmla="*/ 32350 h 832104"/>
                <a:gd name="T8" fmla="*/ 100584 w 438912"/>
                <a:gd name="T9" fmla="*/ 38299 h 832104"/>
                <a:gd name="T10" fmla="*/ 137160 w 438912"/>
                <a:gd name="T11" fmla="*/ 26401 h 832104"/>
                <a:gd name="T12" fmla="*/ 137160 w 438912"/>
                <a:gd name="T13" fmla="*/ 39787 h 832104"/>
                <a:gd name="T14" fmla="*/ 173736 w 438912"/>
                <a:gd name="T15" fmla="*/ 17476 h 832104"/>
                <a:gd name="T16" fmla="*/ 173736 w 438912"/>
                <a:gd name="T17" fmla="*/ 42761 h 832104"/>
                <a:gd name="T18" fmla="*/ 201168 w 438912"/>
                <a:gd name="T19" fmla="*/ 39787 h 832104"/>
                <a:gd name="T20" fmla="*/ 219456 w 438912"/>
                <a:gd name="T21" fmla="*/ 4090 h 832104"/>
                <a:gd name="T22" fmla="*/ 265176 w 438912"/>
                <a:gd name="T23" fmla="*/ 64327 h 832104"/>
                <a:gd name="T24" fmla="*/ 283464 w 438912"/>
                <a:gd name="T25" fmla="*/ 24169 h 832104"/>
                <a:gd name="T26" fmla="*/ 310896 w 438912"/>
                <a:gd name="T27" fmla="*/ 36068 h 832104"/>
                <a:gd name="T28" fmla="*/ 338328 w 438912"/>
                <a:gd name="T29" fmla="*/ 31607 h 832104"/>
                <a:gd name="T30" fmla="*/ 365760 w 438912"/>
                <a:gd name="T31" fmla="*/ 32350 h 832104"/>
                <a:gd name="T32" fmla="*/ 365760 w 438912"/>
                <a:gd name="T33" fmla="*/ 23426 h 832104"/>
                <a:gd name="T34" fmla="*/ 374904 w 438912"/>
                <a:gd name="T35" fmla="*/ 44248 h 832104"/>
                <a:gd name="T36" fmla="*/ 402336 w 438912"/>
                <a:gd name="T37" fmla="*/ 29375 h 832104"/>
                <a:gd name="T38" fmla="*/ 402336 w 438912"/>
                <a:gd name="T39" fmla="*/ 47966 h 832104"/>
                <a:gd name="T40" fmla="*/ 420624 w 438912"/>
                <a:gd name="T41" fmla="*/ 36811 h 832104"/>
                <a:gd name="T42" fmla="*/ 438912 w 438912"/>
                <a:gd name="T43" fmla="*/ 36811 h 832104"/>
                <a:gd name="T44" fmla="*/ 0 60000 65536"/>
                <a:gd name="T45" fmla="*/ 0 60000 65536"/>
                <a:gd name="T46" fmla="*/ 0 60000 65536"/>
                <a:gd name="T47" fmla="*/ 0 60000 65536"/>
                <a:gd name="T48" fmla="*/ 0 60000 65536"/>
                <a:gd name="T49" fmla="*/ 0 60000 65536"/>
                <a:gd name="T50" fmla="*/ 0 60000 65536"/>
                <a:gd name="T51" fmla="*/ 0 60000 65536"/>
                <a:gd name="T52" fmla="*/ 0 60000 65536"/>
                <a:gd name="T53" fmla="*/ 0 60000 65536"/>
                <a:gd name="T54" fmla="*/ 0 60000 65536"/>
                <a:gd name="T55" fmla="*/ 0 60000 65536"/>
                <a:gd name="T56" fmla="*/ 0 60000 65536"/>
                <a:gd name="T57" fmla="*/ 0 60000 65536"/>
                <a:gd name="T58" fmla="*/ 0 60000 65536"/>
                <a:gd name="T59" fmla="*/ 0 60000 65536"/>
                <a:gd name="T60" fmla="*/ 0 60000 65536"/>
                <a:gd name="T61" fmla="*/ 0 60000 65536"/>
                <a:gd name="T62" fmla="*/ 0 60000 65536"/>
                <a:gd name="T63" fmla="*/ 0 60000 65536"/>
                <a:gd name="T64" fmla="*/ 0 60000 65536"/>
                <a:gd name="T65" fmla="*/ 0 60000 65536"/>
                <a:gd name="T66" fmla="*/ 0 w 438912"/>
                <a:gd name="T67" fmla="*/ 0 h 832104"/>
                <a:gd name="T68" fmla="*/ 438912 w 438912"/>
                <a:gd name="T69" fmla="*/ 832104 h 832104"/>
              </a:gdLst>
              <a:ahLst/>
              <a:cxnLst>
                <a:cxn ang="T44">
                  <a:pos x="T0" y="T1"/>
                </a:cxn>
                <a:cxn ang="T45">
                  <a:pos x="T2" y="T3"/>
                </a:cxn>
                <a:cxn ang="T46">
                  <a:pos x="T4" y="T5"/>
                </a:cxn>
                <a:cxn ang="T47">
                  <a:pos x="T6" y="T7"/>
                </a:cxn>
                <a:cxn ang="T48">
                  <a:pos x="T8" y="T9"/>
                </a:cxn>
                <a:cxn ang="T49">
                  <a:pos x="T10" y="T11"/>
                </a:cxn>
                <a:cxn ang="T50">
                  <a:pos x="T12" y="T13"/>
                </a:cxn>
                <a:cxn ang="T51">
                  <a:pos x="T14" y="T15"/>
                </a:cxn>
                <a:cxn ang="T52">
                  <a:pos x="T16" y="T17"/>
                </a:cxn>
                <a:cxn ang="T53">
                  <a:pos x="T18" y="T19"/>
                </a:cxn>
                <a:cxn ang="T54">
                  <a:pos x="T20" y="T21"/>
                </a:cxn>
                <a:cxn ang="T55">
                  <a:pos x="T22" y="T23"/>
                </a:cxn>
                <a:cxn ang="T56">
                  <a:pos x="T24" y="T25"/>
                </a:cxn>
                <a:cxn ang="T57">
                  <a:pos x="T26" y="T27"/>
                </a:cxn>
                <a:cxn ang="T58">
                  <a:pos x="T28" y="T29"/>
                </a:cxn>
                <a:cxn ang="T59">
                  <a:pos x="T30" y="T31"/>
                </a:cxn>
                <a:cxn ang="T60">
                  <a:pos x="T32" y="T33"/>
                </a:cxn>
                <a:cxn ang="T61">
                  <a:pos x="T34" y="T35"/>
                </a:cxn>
                <a:cxn ang="T62">
                  <a:pos x="T36" y="T37"/>
                </a:cxn>
                <a:cxn ang="T63">
                  <a:pos x="T38" y="T39"/>
                </a:cxn>
                <a:cxn ang="T64">
                  <a:pos x="T40" y="T41"/>
                </a:cxn>
                <a:cxn ang="T65">
                  <a:pos x="T42" y="T43"/>
                </a:cxn>
              </a:cxnLst>
              <a:rect l="T66" t="T67" r="T68" b="T69"/>
              <a:pathLst>
                <a:path w="438912" h="832104">
                  <a:moveTo>
                    <a:pt x="0" y="589788"/>
                  </a:moveTo>
                  <a:cubicBezTo>
                    <a:pt x="19050" y="303276"/>
                    <a:pt x="38100" y="16764"/>
                    <a:pt x="45720" y="32004"/>
                  </a:cubicBezTo>
                  <a:cubicBezTo>
                    <a:pt x="53340" y="47244"/>
                    <a:pt x="39624" y="620268"/>
                    <a:pt x="45720" y="681228"/>
                  </a:cubicBezTo>
                  <a:cubicBezTo>
                    <a:pt x="51816" y="742188"/>
                    <a:pt x="73152" y="432816"/>
                    <a:pt x="82296" y="397764"/>
                  </a:cubicBezTo>
                  <a:cubicBezTo>
                    <a:pt x="91440" y="362712"/>
                    <a:pt x="91440" y="483108"/>
                    <a:pt x="100584" y="470916"/>
                  </a:cubicBezTo>
                  <a:cubicBezTo>
                    <a:pt x="109728" y="458724"/>
                    <a:pt x="131064" y="321564"/>
                    <a:pt x="137160" y="324612"/>
                  </a:cubicBezTo>
                  <a:cubicBezTo>
                    <a:pt x="143256" y="327660"/>
                    <a:pt x="131064" y="507492"/>
                    <a:pt x="137160" y="489204"/>
                  </a:cubicBezTo>
                  <a:cubicBezTo>
                    <a:pt x="143256" y="470916"/>
                    <a:pt x="167640" y="208788"/>
                    <a:pt x="173736" y="214884"/>
                  </a:cubicBezTo>
                  <a:cubicBezTo>
                    <a:pt x="179832" y="220980"/>
                    <a:pt x="169164" y="480060"/>
                    <a:pt x="173736" y="525780"/>
                  </a:cubicBezTo>
                  <a:cubicBezTo>
                    <a:pt x="178308" y="571500"/>
                    <a:pt x="193548" y="568452"/>
                    <a:pt x="201168" y="489204"/>
                  </a:cubicBezTo>
                  <a:cubicBezTo>
                    <a:pt x="208788" y="409956"/>
                    <a:pt x="208788" y="0"/>
                    <a:pt x="219456" y="50292"/>
                  </a:cubicBezTo>
                  <a:cubicBezTo>
                    <a:pt x="230124" y="100584"/>
                    <a:pt x="254508" y="749808"/>
                    <a:pt x="265176" y="790956"/>
                  </a:cubicBezTo>
                  <a:cubicBezTo>
                    <a:pt x="275844" y="832104"/>
                    <a:pt x="275844" y="355092"/>
                    <a:pt x="283464" y="297180"/>
                  </a:cubicBezTo>
                  <a:cubicBezTo>
                    <a:pt x="291084" y="239268"/>
                    <a:pt x="301752" y="428244"/>
                    <a:pt x="310896" y="443484"/>
                  </a:cubicBezTo>
                  <a:cubicBezTo>
                    <a:pt x="320040" y="458724"/>
                    <a:pt x="329184" y="396240"/>
                    <a:pt x="338328" y="388620"/>
                  </a:cubicBezTo>
                  <a:cubicBezTo>
                    <a:pt x="347472" y="381000"/>
                    <a:pt x="361188" y="414528"/>
                    <a:pt x="365760" y="397764"/>
                  </a:cubicBezTo>
                  <a:cubicBezTo>
                    <a:pt x="370332" y="381000"/>
                    <a:pt x="364236" y="263652"/>
                    <a:pt x="365760" y="288036"/>
                  </a:cubicBezTo>
                  <a:cubicBezTo>
                    <a:pt x="367284" y="312420"/>
                    <a:pt x="368808" y="531876"/>
                    <a:pt x="374904" y="544068"/>
                  </a:cubicBezTo>
                  <a:cubicBezTo>
                    <a:pt x="381000" y="556260"/>
                    <a:pt x="397764" y="353568"/>
                    <a:pt x="402336" y="361188"/>
                  </a:cubicBezTo>
                  <a:cubicBezTo>
                    <a:pt x="406908" y="368808"/>
                    <a:pt x="399288" y="574548"/>
                    <a:pt x="402336" y="589788"/>
                  </a:cubicBezTo>
                  <a:cubicBezTo>
                    <a:pt x="405384" y="605028"/>
                    <a:pt x="414528" y="475488"/>
                    <a:pt x="420624" y="452628"/>
                  </a:cubicBezTo>
                  <a:cubicBezTo>
                    <a:pt x="426720" y="429768"/>
                    <a:pt x="432816" y="441198"/>
                    <a:pt x="438912" y="452628"/>
                  </a:cubicBezTo>
                </a:path>
              </a:pathLst>
            </a:custGeom>
            <a:noFill/>
            <a:ln w="9525" cap="flat" cmpd="sng" algn="ctr">
              <a:solidFill>
                <a:srgbClr val="FF0000"/>
              </a:solidFill>
              <a:prstDash val="solid"/>
              <a:round/>
              <a:headEnd type="none" w="med" len="med"/>
              <a:tailEnd type="none" w="med" len="med"/>
            </a:ln>
          </p:spPr>
          <p:txBody>
            <a:bodyPr/>
            <a:lstStyle/>
            <a:p>
              <a:endParaRPr lang="en-GB"/>
            </a:p>
          </p:txBody>
        </p:sp>
        <p:sp>
          <p:nvSpPr>
            <p:cNvPr id="18455" name="Freeform 31"/>
            <p:cNvSpPr>
              <a:spLocks/>
            </p:cNvSpPr>
            <p:nvPr/>
          </p:nvSpPr>
          <p:spPr bwMode="auto">
            <a:xfrm>
              <a:off x="5934456" y="4434840"/>
              <a:ext cx="438912" cy="690372"/>
            </a:xfrm>
            <a:custGeom>
              <a:avLst/>
              <a:gdLst>
                <a:gd name="T0" fmla="*/ 0 w 438912"/>
                <a:gd name="T1" fmla="*/ 132416 h 832104"/>
                <a:gd name="T2" fmla="*/ 45720 w 438912"/>
                <a:gd name="T3" fmla="*/ 7186 h 832104"/>
                <a:gd name="T4" fmla="*/ 45720 w 438912"/>
                <a:gd name="T5" fmla="*/ 152946 h 832104"/>
                <a:gd name="T6" fmla="*/ 82296 w 438912"/>
                <a:gd name="T7" fmla="*/ 89304 h 832104"/>
                <a:gd name="T8" fmla="*/ 100584 w 438912"/>
                <a:gd name="T9" fmla="*/ 105727 h 832104"/>
                <a:gd name="T10" fmla="*/ 137160 w 438912"/>
                <a:gd name="T11" fmla="*/ 72880 h 832104"/>
                <a:gd name="T12" fmla="*/ 137160 w 438912"/>
                <a:gd name="T13" fmla="*/ 109833 h 832104"/>
                <a:gd name="T14" fmla="*/ 173736 w 438912"/>
                <a:gd name="T15" fmla="*/ 48244 h 832104"/>
                <a:gd name="T16" fmla="*/ 173736 w 438912"/>
                <a:gd name="T17" fmla="*/ 118046 h 832104"/>
                <a:gd name="T18" fmla="*/ 201168 w 438912"/>
                <a:gd name="T19" fmla="*/ 109833 h 832104"/>
                <a:gd name="T20" fmla="*/ 219456 w 438912"/>
                <a:gd name="T21" fmla="*/ 11291 h 832104"/>
                <a:gd name="T22" fmla="*/ 265176 w 438912"/>
                <a:gd name="T23" fmla="*/ 177581 h 832104"/>
                <a:gd name="T24" fmla="*/ 283464 w 438912"/>
                <a:gd name="T25" fmla="*/ 66721 h 832104"/>
                <a:gd name="T26" fmla="*/ 310896 w 438912"/>
                <a:gd name="T27" fmla="*/ 99569 h 832104"/>
                <a:gd name="T28" fmla="*/ 338328 w 438912"/>
                <a:gd name="T29" fmla="*/ 87251 h 832104"/>
                <a:gd name="T30" fmla="*/ 365760 w 438912"/>
                <a:gd name="T31" fmla="*/ 89304 h 832104"/>
                <a:gd name="T32" fmla="*/ 365760 w 438912"/>
                <a:gd name="T33" fmla="*/ 64668 h 832104"/>
                <a:gd name="T34" fmla="*/ 374904 w 438912"/>
                <a:gd name="T35" fmla="*/ 122152 h 832104"/>
                <a:gd name="T36" fmla="*/ 402336 w 438912"/>
                <a:gd name="T37" fmla="*/ 81092 h 832104"/>
                <a:gd name="T38" fmla="*/ 402336 w 438912"/>
                <a:gd name="T39" fmla="*/ 132416 h 832104"/>
                <a:gd name="T40" fmla="*/ 420624 w 438912"/>
                <a:gd name="T41" fmla="*/ 101622 h 832104"/>
                <a:gd name="T42" fmla="*/ 438912 w 438912"/>
                <a:gd name="T43" fmla="*/ 101622 h 832104"/>
                <a:gd name="T44" fmla="*/ 0 60000 65536"/>
                <a:gd name="T45" fmla="*/ 0 60000 65536"/>
                <a:gd name="T46" fmla="*/ 0 60000 65536"/>
                <a:gd name="T47" fmla="*/ 0 60000 65536"/>
                <a:gd name="T48" fmla="*/ 0 60000 65536"/>
                <a:gd name="T49" fmla="*/ 0 60000 65536"/>
                <a:gd name="T50" fmla="*/ 0 60000 65536"/>
                <a:gd name="T51" fmla="*/ 0 60000 65536"/>
                <a:gd name="T52" fmla="*/ 0 60000 65536"/>
                <a:gd name="T53" fmla="*/ 0 60000 65536"/>
                <a:gd name="T54" fmla="*/ 0 60000 65536"/>
                <a:gd name="T55" fmla="*/ 0 60000 65536"/>
                <a:gd name="T56" fmla="*/ 0 60000 65536"/>
                <a:gd name="T57" fmla="*/ 0 60000 65536"/>
                <a:gd name="T58" fmla="*/ 0 60000 65536"/>
                <a:gd name="T59" fmla="*/ 0 60000 65536"/>
                <a:gd name="T60" fmla="*/ 0 60000 65536"/>
                <a:gd name="T61" fmla="*/ 0 60000 65536"/>
                <a:gd name="T62" fmla="*/ 0 60000 65536"/>
                <a:gd name="T63" fmla="*/ 0 60000 65536"/>
                <a:gd name="T64" fmla="*/ 0 60000 65536"/>
                <a:gd name="T65" fmla="*/ 0 60000 65536"/>
                <a:gd name="T66" fmla="*/ 0 w 438912"/>
                <a:gd name="T67" fmla="*/ 0 h 832104"/>
                <a:gd name="T68" fmla="*/ 438912 w 438912"/>
                <a:gd name="T69" fmla="*/ 832104 h 832104"/>
              </a:gdLst>
              <a:ahLst/>
              <a:cxnLst>
                <a:cxn ang="T44">
                  <a:pos x="T0" y="T1"/>
                </a:cxn>
                <a:cxn ang="T45">
                  <a:pos x="T2" y="T3"/>
                </a:cxn>
                <a:cxn ang="T46">
                  <a:pos x="T4" y="T5"/>
                </a:cxn>
                <a:cxn ang="T47">
                  <a:pos x="T6" y="T7"/>
                </a:cxn>
                <a:cxn ang="T48">
                  <a:pos x="T8" y="T9"/>
                </a:cxn>
                <a:cxn ang="T49">
                  <a:pos x="T10" y="T11"/>
                </a:cxn>
                <a:cxn ang="T50">
                  <a:pos x="T12" y="T13"/>
                </a:cxn>
                <a:cxn ang="T51">
                  <a:pos x="T14" y="T15"/>
                </a:cxn>
                <a:cxn ang="T52">
                  <a:pos x="T16" y="T17"/>
                </a:cxn>
                <a:cxn ang="T53">
                  <a:pos x="T18" y="T19"/>
                </a:cxn>
                <a:cxn ang="T54">
                  <a:pos x="T20" y="T21"/>
                </a:cxn>
                <a:cxn ang="T55">
                  <a:pos x="T22" y="T23"/>
                </a:cxn>
                <a:cxn ang="T56">
                  <a:pos x="T24" y="T25"/>
                </a:cxn>
                <a:cxn ang="T57">
                  <a:pos x="T26" y="T27"/>
                </a:cxn>
                <a:cxn ang="T58">
                  <a:pos x="T28" y="T29"/>
                </a:cxn>
                <a:cxn ang="T59">
                  <a:pos x="T30" y="T31"/>
                </a:cxn>
                <a:cxn ang="T60">
                  <a:pos x="T32" y="T33"/>
                </a:cxn>
                <a:cxn ang="T61">
                  <a:pos x="T34" y="T35"/>
                </a:cxn>
                <a:cxn ang="T62">
                  <a:pos x="T36" y="T37"/>
                </a:cxn>
                <a:cxn ang="T63">
                  <a:pos x="T38" y="T39"/>
                </a:cxn>
                <a:cxn ang="T64">
                  <a:pos x="T40" y="T41"/>
                </a:cxn>
                <a:cxn ang="T65">
                  <a:pos x="T42" y="T43"/>
                </a:cxn>
              </a:cxnLst>
              <a:rect l="T66" t="T67" r="T68" b="T69"/>
              <a:pathLst>
                <a:path w="438912" h="832104">
                  <a:moveTo>
                    <a:pt x="0" y="589788"/>
                  </a:moveTo>
                  <a:cubicBezTo>
                    <a:pt x="19050" y="303276"/>
                    <a:pt x="38100" y="16764"/>
                    <a:pt x="45720" y="32004"/>
                  </a:cubicBezTo>
                  <a:cubicBezTo>
                    <a:pt x="53340" y="47244"/>
                    <a:pt x="39624" y="620268"/>
                    <a:pt x="45720" y="681228"/>
                  </a:cubicBezTo>
                  <a:cubicBezTo>
                    <a:pt x="51816" y="742188"/>
                    <a:pt x="73152" y="432816"/>
                    <a:pt x="82296" y="397764"/>
                  </a:cubicBezTo>
                  <a:cubicBezTo>
                    <a:pt x="91440" y="362712"/>
                    <a:pt x="91440" y="483108"/>
                    <a:pt x="100584" y="470916"/>
                  </a:cubicBezTo>
                  <a:cubicBezTo>
                    <a:pt x="109728" y="458724"/>
                    <a:pt x="131064" y="321564"/>
                    <a:pt x="137160" y="324612"/>
                  </a:cubicBezTo>
                  <a:cubicBezTo>
                    <a:pt x="143256" y="327660"/>
                    <a:pt x="131064" y="507492"/>
                    <a:pt x="137160" y="489204"/>
                  </a:cubicBezTo>
                  <a:cubicBezTo>
                    <a:pt x="143256" y="470916"/>
                    <a:pt x="167640" y="208788"/>
                    <a:pt x="173736" y="214884"/>
                  </a:cubicBezTo>
                  <a:cubicBezTo>
                    <a:pt x="179832" y="220980"/>
                    <a:pt x="169164" y="480060"/>
                    <a:pt x="173736" y="525780"/>
                  </a:cubicBezTo>
                  <a:cubicBezTo>
                    <a:pt x="178308" y="571500"/>
                    <a:pt x="193548" y="568452"/>
                    <a:pt x="201168" y="489204"/>
                  </a:cubicBezTo>
                  <a:cubicBezTo>
                    <a:pt x="208788" y="409956"/>
                    <a:pt x="208788" y="0"/>
                    <a:pt x="219456" y="50292"/>
                  </a:cubicBezTo>
                  <a:cubicBezTo>
                    <a:pt x="230124" y="100584"/>
                    <a:pt x="254508" y="749808"/>
                    <a:pt x="265176" y="790956"/>
                  </a:cubicBezTo>
                  <a:cubicBezTo>
                    <a:pt x="275844" y="832104"/>
                    <a:pt x="275844" y="355092"/>
                    <a:pt x="283464" y="297180"/>
                  </a:cubicBezTo>
                  <a:cubicBezTo>
                    <a:pt x="291084" y="239268"/>
                    <a:pt x="301752" y="428244"/>
                    <a:pt x="310896" y="443484"/>
                  </a:cubicBezTo>
                  <a:cubicBezTo>
                    <a:pt x="320040" y="458724"/>
                    <a:pt x="329184" y="396240"/>
                    <a:pt x="338328" y="388620"/>
                  </a:cubicBezTo>
                  <a:cubicBezTo>
                    <a:pt x="347472" y="381000"/>
                    <a:pt x="361188" y="414528"/>
                    <a:pt x="365760" y="397764"/>
                  </a:cubicBezTo>
                  <a:cubicBezTo>
                    <a:pt x="370332" y="381000"/>
                    <a:pt x="364236" y="263652"/>
                    <a:pt x="365760" y="288036"/>
                  </a:cubicBezTo>
                  <a:cubicBezTo>
                    <a:pt x="367284" y="312420"/>
                    <a:pt x="368808" y="531876"/>
                    <a:pt x="374904" y="544068"/>
                  </a:cubicBezTo>
                  <a:cubicBezTo>
                    <a:pt x="381000" y="556260"/>
                    <a:pt x="397764" y="353568"/>
                    <a:pt x="402336" y="361188"/>
                  </a:cubicBezTo>
                  <a:cubicBezTo>
                    <a:pt x="406908" y="368808"/>
                    <a:pt x="399288" y="574548"/>
                    <a:pt x="402336" y="589788"/>
                  </a:cubicBezTo>
                  <a:cubicBezTo>
                    <a:pt x="405384" y="605028"/>
                    <a:pt x="414528" y="475488"/>
                    <a:pt x="420624" y="452628"/>
                  </a:cubicBezTo>
                  <a:cubicBezTo>
                    <a:pt x="426720" y="429768"/>
                    <a:pt x="432816" y="441198"/>
                    <a:pt x="438912" y="452628"/>
                  </a:cubicBezTo>
                </a:path>
              </a:pathLst>
            </a:custGeom>
            <a:noFill/>
            <a:ln w="9525" cap="flat" cmpd="sng" algn="ctr">
              <a:solidFill>
                <a:srgbClr val="FF0000"/>
              </a:solidFill>
              <a:prstDash val="solid"/>
              <a:round/>
              <a:headEnd type="none" w="med" len="med"/>
              <a:tailEnd type="none" w="med" len="med"/>
            </a:ln>
          </p:spPr>
          <p:txBody>
            <a:bodyPr/>
            <a:lstStyle/>
            <a:p>
              <a:endParaRPr lang="en-GB"/>
            </a:p>
          </p:txBody>
        </p:sp>
        <p:sp>
          <p:nvSpPr>
            <p:cNvPr id="18456" name="Freeform 32"/>
            <p:cNvSpPr>
              <a:spLocks/>
            </p:cNvSpPr>
            <p:nvPr/>
          </p:nvSpPr>
          <p:spPr bwMode="auto">
            <a:xfrm>
              <a:off x="6391656" y="4133088"/>
              <a:ext cx="438912" cy="754380"/>
            </a:xfrm>
            <a:custGeom>
              <a:avLst/>
              <a:gdLst>
                <a:gd name="T0" fmla="*/ 0 w 438912"/>
                <a:gd name="T1" fmla="*/ 269151 h 832104"/>
                <a:gd name="T2" fmla="*/ 45720 w 438912"/>
                <a:gd name="T3" fmla="*/ 14605 h 832104"/>
                <a:gd name="T4" fmla="*/ 45720 w 438912"/>
                <a:gd name="T5" fmla="*/ 310881 h 832104"/>
                <a:gd name="T6" fmla="*/ 82296 w 438912"/>
                <a:gd name="T7" fmla="*/ 181521 h 832104"/>
                <a:gd name="T8" fmla="*/ 100584 w 438912"/>
                <a:gd name="T9" fmla="*/ 214903 h 832104"/>
                <a:gd name="T10" fmla="*/ 137160 w 438912"/>
                <a:gd name="T11" fmla="*/ 148137 h 832104"/>
                <a:gd name="T12" fmla="*/ 137160 w 438912"/>
                <a:gd name="T13" fmla="*/ 223250 h 832104"/>
                <a:gd name="T14" fmla="*/ 173736 w 438912"/>
                <a:gd name="T15" fmla="*/ 98063 h 832104"/>
                <a:gd name="T16" fmla="*/ 173736 w 438912"/>
                <a:gd name="T17" fmla="*/ 239941 h 832104"/>
                <a:gd name="T18" fmla="*/ 201168 w 438912"/>
                <a:gd name="T19" fmla="*/ 223250 h 832104"/>
                <a:gd name="T20" fmla="*/ 219456 w 438912"/>
                <a:gd name="T21" fmla="*/ 22951 h 832104"/>
                <a:gd name="T22" fmla="*/ 265176 w 438912"/>
                <a:gd name="T23" fmla="*/ 360956 h 832104"/>
                <a:gd name="T24" fmla="*/ 283464 w 438912"/>
                <a:gd name="T25" fmla="*/ 135619 h 832104"/>
                <a:gd name="T26" fmla="*/ 310896 w 438912"/>
                <a:gd name="T27" fmla="*/ 202385 h 832104"/>
                <a:gd name="T28" fmla="*/ 338328 w 438912"/>
                <a:gd name="T29" fmla="*/ 177348 h 832104"/>
                <a:gd name="T30" fmla="*/ 365760 w 438912"/>
                <a:gd name="T31" fmla="*/ 181521 h 832104"/>
                <a:gd name="T32" fmla="*/ 365760 w 438912"/>
                <a:gd name="T33" fmla="*/ 131447 h 832104"/>
                <a:gd name="T34" fmla="*/ 374904 w 438912"/>
                <a:gd name="T35" fmla="*/ 248286 h 832104"/>
                <a:gd name="T36" fmla="*/ 402336 w 438912"/>
                <a:gd name="T37" fmla="*/ 164830 h 832104"/>
                <a:gd name="T38" fmla="*/ 402336 w 438912"/>
                <a:gd name="T39" fmla="*/ 269151 h 832104"/>
                <a:gd name="T40" fmla="*/ 420624 w 438912"/>
                <a:gd name="T41" fmla="*/ 206559 h 832104"/>
                <a:gd name="T42" fmla="*/ 438912 w 438912"/>
                <a:gd name="T43" fmla="*/ 206559 h 832104"/>
                <a:gd name="T44" fmla="*/ 0 60000 65536"/>
                <a:gd name="T45" fmla="*/ 0 60000 65536"/>
                <a:gd name="T46" fmla="*/ 0 60000 65536"/>
                <a:gd name="T47" fmla="*/ 0 60000 65536"/>
                <a:gd name="T48" fmla="*/ 0 60000 65536"/>
                <a:gd name="T49" fmla="*/ 0 60000 65536"/>
                <a:gd name="T50" fmla="*/ 0 60000 65536"/>
                <a:gd name="T51" fmla="*/ 0 60000 65536"/>
                <a:gd name="T52" fmla="*/ 0 60000 65536"/>
                <a:gd name="T53" fmla="*/ 0 60000 65536"/>
                <a:gd name="T54" fmla="*/ 0 60000 65536"/>
                <a:gd name="T55" fmla="*/ 0 60000 65536"/>
                <a:gd name="T56" fmla="*/ 0 60000 65536"/>
                <a:gd name="T57" fmla="*/ 0 60000 65536"/>
                <a:gd name="T58" fmla="*/ 0 60000 65536"/>
                <a:gd name="T59" fmla="*/ 0 60000 65536"/>
                <a:gd name="T60" fmla="*/ 0 60000 65536"/>
                <a:gd name="T61" fmla="*/ 0 60000 65536"/>
                <a:gd name="T62" fmla="*/ 0 60000 65536"/>
                <a:gd name="T63" fmla="*/ 0 60000 65536"/>
                <a:gd name="T64" fmla="*/ 0 60000 65536"/>
                <a:gd name="T65" fmla="*/ 0 60000 65536"/>
                <a:gd name="T66" fmla="*/ 0 w 438912"/>
                <a:gd name="T67" fmla="*/ 0 h 832104"/>
                <a:gd name="T68" fmla="*/ 438912 w 438912"/>
                <a:gd name="T69" fmla="*/ 832104 h 832104"/>
              </a:gdLst>
              <a:ahLst/>
              <a:cxnLst>
                <a:cxn ang="T44">
                  <a:pos x="T0" y="T1"/>
                </a:cxn>
                <a:cxn ang="T45">
                  <a:pos x="T2" y="T3"/>
                </a:cxn>
                <a:cxn ang="T46">
                  <a:pos x="T4" y="T5"/>
                </a:cxn>
                <a:cxn ang="T47">
                  <a:pos x="T6" y="T7"/>
                </a:cxn>
                <a:cxn ang="T48">
                  <a:pos x="T8" y="T9"/>
                </a:cxn>
                <a:cxn ang="T49">
                  <a:pos x="T10" y="T11"/>
                </a:cxn>
                <a:cxn ang="T50">
                  <a:pos x="T12" y="T13"/>
                </a:cxn>
                <a:cxn ang="T51">
                  <a:pos x="T14" y="T15"/>
                </a:cxn>
                <a:cxn ang="T52">
                  <a:pos x="T16" y="T17"/>
                </a:cxn>
                <a:cxn ang="T53">
                  <a:pos x="T18" y="T19"/>
                </a:cxn>
                <a:cxn ang="T54">
                  <a:pos x="T20" y="T21"/>
                </a:cxn>
                <a:cxn ang="T55">
                  <a:pos x="T22" y="T23"/>
                </a:cxn>
                <a:cxn ang="T56">
                  <a:pos x="T24" y="T25"/>
                </a:cxn>
                <a:cxn ang="T57">
                  <a:pos x="T26" y="T27"/>
                </a:cxn>
                <a:cxn ang="T58">
                  <a:pos x="T28" y="T29"/>
                </a:cxn>
                <a:cxn ang="T59">
                  <a:pos x="T30" y="T31"/>
                </a:cxn>
                <a:cxn ang="T60">
                  <a:pos x="T32" y="T33"/>
                </a:cxn>
                <a:cxn ang="T61">
                  <a:pos x="T34" y="T35"/>
                </a:cxn>
                <a:cxn ang="T62">
                  <a:pos x="T36" y="T37"/>
                </a:cxn>
                <a:cxn ang="T63">
                  <a:pos x="T38" y="T39"/>
                </a:cxn>
                <a:cxn ang="T64">
                  <a:pos x="T40" y="T41"/>
                </a:cxn>
                <a:cxn ang="T65">
                  <a:pos x="T42" y="T43"/>
                </a:cxn>
              </a:cxnLst>
              <a:rect l="T66" t="T67" r="T68" b="T69"/>
              <a:pathLst>
                <a:path w="438912" h="832104">
                  <a:moveTo>
                    <a:pt x="0" y="589788"/>
                  </a:moveTo>
                  <a:cubicBezTo>
                    <a:pt x="19050" y="303276"/>
                    <a:pt x="38100" y="16764"/>
                    <a:pt x="45720" y="32004"/>
                  </a:cubicBezTo>
                  <a:cubicBezTo>
                    <a:pt x="53340" y="47244"/>
                    <a:pt x="39624" y="620268"/>
                    <a:pt x="45720" y="681228"/>
                  </a:cubicBezTo>
                  <a:cubicBezTo>
                    <a:pt x="51816" y="742188"/>
                    <a:pt x="73152" y="432816"/>
                    <a:pt x="82296" y="397764"/>
                  </a:cubicBezTo>
                  <a:cubicBezTo>
                    <a:pt x="91440" y="362712"/>
                    <a:pt x="91440" y="483108"/>
                    <a:pt x="100584" y="470916"/>
                  </a:cubicBezTo>
                  <a:cubicBezTo>
                    <a:pt x="109728" y="458724"/>
                    <a:pt x="131064" y="321564"/>
                    <a:pt x="137160" y="324612"/>
                  </a:cubicBezTo>
                  <a:cubicBezTo>
                    <a:pt x="143256" y="327660"/>
                    <a:pt x="131064" y="507492"/>
                    <a:pt x="137160" y="489204"/>
                  </a:cubicBezTo>
                  <a:cubicBezTo>
                    <a:pt x="143256" y="470916"/>
                    <a:pt x="167640" y="208788"/>
                    <a:pt x="173736" y="214884"/>
                  </a:cubicBezTo>
                  <a:cubicBezTo>
                    <a:pt x="179832" y="220980"/>
                    <a:pt x="169164" y="480060"/>
                    <a:pt x="173736" y="525780"/>
                  </a:cubicBezTo>
                  <a:cubicBezTo>
                    <a:pt x="178308" y="571500"/>
                    <a:pt x="193548" y="568452"/>
                    <a:pt x="201168" y="489204"/>
                  </a:cubicBezTo>
                  <a:cubicBezTo>
                    <a:pt x="208788" y="409956"/>
                    <a:pt x="208788" y="0"/>
                    <a:pt x="219456" y="50292"/>
                  </a:cubicBezTo>
                  <a:cubicBezTo>
                    <a:pt x="230124" y="100584"/>
                    <a:pt x="254508" y="749808"/>
                    <a:pt x="265176" y="790956"/>
                  </a:cubicBezTo>
                  <a:cubicBezTo>
                    <a:pt x="275844" y="832104"/>
                    <a:pt x="275844" y="355092"/>
                    <a:pt x="283464" y="297180"/>
                  </a:cubicBezTo>
                  <a:cubicBezTo>
                    <a:pt x="291084" y="239268"/>
                    <a:pt x="301752" y="428244"/>
                    <a:pt x="310896" y="443484"/>
                  </a:cubicBezTo>
                  <a:cubicBezTo>
                    <a:pt x="320040" y="458724"/>
                    <a:pt x="329184" y="396240"/>
                    <a:pt x="338328" y="388620"/>
                  </a:cubicBezTo>
                  <a:cubicBezTo>
                    <a:pt x="347472" y="381000"/>
                    <a:pt x="361188" y="414528"/>
                    <a:pt x="365760" y="397764"/>
                  </a:cubicBezTo>
                  <a:cubicBezTo>
                    <a:pt x="370332" y="381000"/>
                    <a:pt x="364236" y="263652"/>
                    <a:pt x="365760" y="288036"/>
                  </a:cubicBezTo>
                  <a:cubicBezTo>
                    <a:pt x="367284" y="312420"/>
                    <a:pt x="368808" y="531876"/>
                    <a:pt x="374904" y="544068"/>
                  </a:cubicBezTo>
                  <a:cubicBezTo>
                    <a:pt x="381000" y="556260"/>
                    <a:pt x="397764" y="353568"/>
                    <a:pt x="402336" y="361188"/>
                  </a:cubicBezTo>
                  <a:cubicBezTo>
                    <a:pt x="406908" y="368808"/>
                    <a:pt x="399288" y="574548"/>
                    <a:pt x="402336" y="589788"/>
                  </a:cubicBezTo>
                  <a:cubicBezTo>
                    <a:pt x="405384" y="605028"/>
                    <a:pt x="414528" y="475488"/>
                    <a:pt x="420624" y="452628"/>
                  </a:cubicBezTo>
                  <a:cubicBezTo>
                    <a:pt x="426720" y="429768"/>
                    <a:pt x="432816" y="441198"/>
                    <a:pt x="438912" y="452628"/>
                  </a:cubicBezTo>
                </a:path>
              </a:pathLst>
            </a:custGeom>
            <a:noFill/>
            <a:ln w="9525" cap="flat" cmpd="sng" algn="ctr">
              <a:solidFill>
                <a:srgbClr val="FF0000"/>
              </a:solidFill>
              <a:prstDash val="solid"/>
              <a:round/>
              <a:headEnd type="none" w="med" len="med"/>
              <a:tailEnd type="none" w="med" len="med"/>
            </a:ln>
          </p:spPr>
          <p:txBody>
            <a:bodyPr/>
            <a:lstStyle/>
            <a:p>
              <a:endParaRPr lang="en-GB"/>
            </a:p>
          </p:txBody>
        </p:sp>
        <p:sp>
          <p:nvSpPr>
            <p:cNvPr id="18457" name="Freeform 33"/>
            <p:cNvSpPr>
              <a:spLocks/>
            </p:cNvSpPr>
            <p:nvPr/>
          </p:nvSpPr>
          <p:spPr bwMode="auto">
            <a:xfrm>
              <a:off x="6821424" y="4096512"/>
              <a:ext cx="438912" cy="484632"/>
            </a:xfrm>
            <a:custGeom>
              <a:avLst/>
              <a:gdLst>
                <a:gd name="T0" fmla="*/ 0 w 438912"/>
                <a:gd name="T1" fmla="*/ 7808 h 832104"/>
                <a:gd name="T2" fmla="*/ 45720 w 438912"/>
                <a:gd name="T3" fmla="*/ 423 h 832104"/>
                <a:gd name="T4" fmla="*/ 45720 w 438912"/>
                <a:gd name="T5" fmla="*/ 9019 h 832104"/>
                <a:gd name="T6" fmla="*/ 82296 w 438912"/>
                <a:gd name="T7" fmla="*/ 5266 h 832104"/>
                <a:gd name="T8" fmla="*/ 100584 w 438912"/>
                <a:gd name="T9" fmla="*/ 6235 h 832104"/>
                <a:gd name="T10" fmla="*/ 137160 w 438912"/>
                <a:gd name="T11" fmla="*/ 4298 h 832104"/>
                <a:gd name="T12" fmla="*/ 137160 w 438912"/>
                <a:gd name="T13" fmla="*/ 6477 h 832104"/>
                <a:gd name="T14" fmla="*/ 173736 w 438912"/>
                <a:gd name="T15" fmla="*/ 2845 h 832104"/>
                <a:gd name="T16" fmla="*/ 173736 w 438912"/>
                <a:gd name="T17" fmla="*/ 6961 h 832104"/>
                <a:gd name="T18" fmla="*/ 201168 w 438912"/>
                <a:gd name="T19" fmla="*/ 6477 h 832104"/>
                <a:gd name="T20" fmla="*/ 219456 w 438912"/>
                <a:gd name="T21" fmla="*/ 666 h 832104"/>
                <a:gd name="T22" fmla="*/ 265176 w 438912"/>
                <a:gd name="T23" fmla="*/ 10472 h 832104"/>
                <a:gd name="T24" fmla="*/ 283464 w 438912"/>
                <a:gd name="T25" fmla="*/ 3934 h 832104"/>
                <a:gd name="T26" fmla="*/ 310896 w 438912"/>
                <a:gd name="T27" fmla="*/ 5871 h 832104"/>
                <a:gd name="T28" fmla="*/ 338328 w 438912"/>
                <a:gd name="T29" fmla="*/ 5145 h 832104"/>
                <a:gd name="T30" fmla="*/ 365760 w 438912"/>
                <a:gd name="T31" fmla="*/ 5266 h 832104"/>
                <a:gd name="T32" fmla="*/ 365760 w 438912"/>
                <a:gd name="T33" fmla="*/ 3814 h 832104"/>
                <a:gd name="T34" fmla="*/ 374904 w 438912"/>
                <a:gd name="T35" fmla="*/ 7203 h 832104"/>
                <a:gd name="T36" fmla="*/ 402336 w 438912"/>
                <a:gd name="T37" fmla="*/ 4782 h 832104"/>
                <a:gd name="T38" fmla="*/ 402336 w 438912"/>
                <a:gd name="T39" fmla="*/ 7808 h 832104"/>
                <a:gd name="T40" fmla="*/ 420624 w 438912"/>
                <a:gd name="T41" fmla="*/ 5992 h 832104"/>
                <a:gd name="T42" fmla="*/ 438912 w 438912"/>
                <a:gd name="T43" fmla="*/ 5992 h 832104"/>
                <a:gd name="T44" fmla="*/ 0 60000 65536"/>
                <a:gd name="T45" fmla="*/ 0 60000 65536"/>
                <a:gd name="T46" fmla="*/ 0 60000 65536"/>
                <a:gd name="T47" fmla="*/ 0 60000 65536"/>
                <a:gd name="T48" fmla="*/ 0 60000 65536"/>
                <a:gd name="T49" fmla="*/ 0 60000 65536"/>
                <a:gd name="T50" fmla="*/ 0 60000 65536"/>
                <a:gd name="T51" fmla="*/ 0 60000 65536"/>
                <a:gd name="T52" fmla="*/ 0 60000 65536"/>
                <a:gd name="T53" fmla="*/ 0 60000 65536"/>
                <a:gd name="T54" fmla="*/ 0 60000 65536"/>
                <a:gd name="T55" fmla="*/ 0 60000 65536"/>
                <a:gd name="T56" fmla="*/ 0 60000 65536"/>
                <a:gd name="T57" fmla="*/ 0 60000 65536"/>
                <a:gd name="T58" fmla="*/ 0 60000 65536"/>
                <a:gd name="T59" fmla="*/ 0 60000 65536"/>
                <a:gd name="T60" fmla="*/ 0 60000 65536"/>
                <a:gd name="T61" fmla="*/ 0 60000 65536"/>
                <a:gd name="T62" fmla="*/ 0 60000 65536"/>
                <a:gd name="T63" fmla="*/ 0 60000 65536"/>
                <a:gd name="T64" fmla="*/ 0 60000 65536"/>
                <a:gd name="T65" fmla="*/ 0 60000 65536"/>
                <a:gd name="T66" fmla="*/ 0 w 438912"/>
                <a:gd name="T67" fmla="*/ 0 h 832104"/>
                <a:gd name="T68" fmla="*/ 438912 w 438912"/>
                <a:gd name="T69" fmla="*/ 832104 h 832104"/>
              </a:gdLst>
              <a:ahLst/>
              <a:cxnLst>
                <a:cxn ang="T44">
                  <a:pos x="T0" y="T1"/>
                </a:cxn>
                <a:cxn ang="T45">
                  <a:pos x="T2" y="T3"/>
                </a:cxn>
                <a:cxn ang="T46">
                  <a:pos x="T4" y="T5"/>
                </a:cxn>
                <a:cxn ang="T47">
                  <a:pos x="T6" y="T7"/>
                </a:cxn>
                <a:cxn ang="T48">
                  <a:pos x="T8" y="T9"/>
                </a:cxn>
                <a:cxn ang="T49">
                  <a:pos x="T10" y="T11"/>
                </a:cxn>
                <a:cxn ang="T50">
                  <a:pos x="T12" y="T13"/>
                </a:cxn>
                <a:cxn ang="T51">
                  <a:pos x="T14" y="T15"/>
                </a:cxn>
                <a:cxn ang="T52">
                  <a:pos x="T16" y="T17"/>
                </a:cxn>
                <a:cxn ang="T53">
                  <a:pos x="T18" y="T19"/>
                </a:cxn>
                <a:cxn ang="T54">
                  <a:pos x="T20" y="T21"/>
                </a:cxn>
                <a:cxn ang="T55">
                  <a:pos x="T22" y="T23"/>
                </a:cxn>
                <a:cxn ang="T56">
                  <a:pos x="T24" y="T25"/>
                </a:cxn>
                <a:cxn ang="T57">
                  <a:pos x="T26" y="T27"/>
                </a:cxn>
                <a:cxn ang="T58">
                  <a:pos x="T28" y="T29"/>
                </a:cxn>
                <a:cxn ang="T59">
                  <a:pos x="T30" y="T31"/>
                </a:cxn>
                <a:cxn ang="T60">
                  <a:pos x="T32" y="T33"/>
                </a:cxn>
                <a:cxn ang="T61">
                  <a:pos x="T34" y="T35"/>
                </a:cxn>
                <a:cxn ang="T62">
                  <a:pos x="T36" y="T37"/>
                </a:cxn>
                <a:cxn ang="T63">
                  <a:pos x="T38" y="T39"/>
                </a:cxn>
                <a:cxn ang="T64">
                  <a:pos x="T40" y="T41"/>
                </a:cxn>
                <a:cxn ang="T65">
                  <a:pos x="T42" y="T43"/>
                </a:cxn>
              </a:cxnLst>
              <a:rect l="T66" t="T67" r="T68" b="T69"/>
              <a:pathLst>
                <a:path w="438912" h="832104">
                  <a:moveTo>
                    <a:pt x="0" y="589788"/>
                  </a:moveTo>
                  <a:cubicBezTo>
                    <a:pt x="19050" y="303276"/>
                    <a:pt x="38100" y="16764"/>
                    <a:pt x="45720" y="32004"/>
                  </a:cubicBezTo>
                  <a:cubicBezTo>
                    <a:pt x="53340" y="47244"/>
                    <a:pt x="39624" y="620268"/>
                    <a:pt x="45720" y="681228"/>
                  </a:cubicBezTo>
                  <a:cubicBezTo>
                    <a:pt x="51816" y="742188"/>
                    <a:pt x="73152" y="432816"/>
                    <a:pt x="82296" y="397764"/>
                  </a:cubicBezTo>
                  <a:cubicBezTo>
                    <a:pt x="91440" y="362712"/>
                    <a:pt x="91440" y="483108"/>
                    <a:pt x="100584" y="470916"/>
                  </a:cubicBezTo>
                  <a:cubicBezTo>
                    <a:pt x="109728" y="458724"/>
                    <a:pt x="131064" y="321564"/>
                    <a:pt x="137160" y="324612"/>
                  </a:cubicBezTo>
                  <a:cubicBezTo>
                    <a:pt x="143256" y="327660"/>
                    <a:pt x="131064" y="507492"/>
                    <a:pt x="137160" y="489204"/>
                  </a:cubicBezTo>
                  <a:cubicBezTo>
                    <a:pt x="143256" y="470916"/>
                    <a:pt x="167640" y="208788"/>
                    <a:pt x="173736" y="214884"/>
                  </a:cubicBezTo>
                  <a:cubicBezTo>
                    <a:pt x="179832" y="220980"/>
                    <a:pt x="169164" y="480060"/>
                    <a:pt x="173736" y="525780"/>
                  </a:cubicBezTo>
                  <a:cubicBezTo>
                    <a:pt x="178308" y="571500"/>
                    <a:pt x="193548" y="568452"/>
                    <a:pt x="201168" y="489204"/>
                  </a:cubicBezTo>
                  <a:cubicBezTo>
                    <a:pt x="208788" y="409956"/>
                    <a:pt x="208788" y="0"/>
                    <a:pt x="219456" y="50292"/>
                  </a:cubicBezTo>
                  <a:cubicBezTo>
                    <a:pt x="230124" y="100584"/>
                    <a:pt x="254508" y="749808"/>
                    <a:pt x="265176" y="790956"/>
                  </a:cubicBezTo>
                  <a:cubicBezTo>
                    <a:pt x="275844" y="832104"/>
                    <a:pt x="275844" y="355092"/>
                    <a:pt x="283464" y="297180"/>
                  </a:cubicBezTo>
                  <a:cubicBezTo>
                    <a:pt x="291084" y="239268"/>
                    <a:pt x="301752" y="428244"/>
                    <a:pt x="310896" y="443484"/>
                  </a:cubicBezTo>
                  <a:cubicBezTo>
                    <a:pt x="320040" y="458724"/>
                    <a:pt x="329184" y="396240"/>
                    <a:pt x="338328" y="388620"/>
                  </a:cubicBezTo>
                  <a:cubicBezTo>
                    <a:pt x="347472" y="381000"/>
                    <a:pt x="361188" y="414528"/>
                    <a:pt x="365760" y="397764"/>
                  </a:cubicBezTo>
                  <a:cubicBezTo>
                    <a:pt x="370332" y="381000"/>
                    <a:pt x="364236" y="263652"/>
                    <a:pt x="365760" y="288036"/>
                  </a:cubicBezTo>
                  <a:cubicBezTo>
                    <a:pt x="367284" y="312420"/>
                    <a:pt x="368808" y="531876"/>
                    <a:pt x="374904" y="544068"/>
                  </a:cubicBezTo>
                  <a:cubicBezTo>
                    <a:pt x="381000" y="556260"/>
                    <a:pt x="397764" y="353568"/>
                    <a:pt x="402336" y="361188"/>
                  </a:cubicBezTo>
                  <a:cubicBezTo>
                    <a:pt x="406908" y="368808"/>
                    <a:pt x="399288" y="574548"/>
                    <a:pt x="402336" y="589788"/>
                  </a:cubicBezTo>
                  <a:cubicBezTo>
                    <a:pt x="405384" y="605028"/>
                    <a:pt x="414528" y="475488"/>
                    <a:pt x="420624" y="452628"/>
                  </a:cubicBezTo>
                  <a:cubicBezTo>
                    <a:pt x="426720" y="429768"/>
                    <a:pt x="432816" y="441198"/>
                    <a:pt x="438912" y="452628"/>
                  </a:cubicBezTo>
                </a:path>
              </a:pathLst>
            </a:custGeom>
            <a:noFill/>
            <a:ln w="9525" cap="flat" cmpd="sng" algn="ctr">
              <a:solidFill>
                <a:srgbClr val="FF0000"/>
              </a:solidFill>
              <a:prstDash val="solid"/>
              <a:round/>
              <a:headEnd type="none" w="med" len="med"/>
              <a:tailEnd type="none" w="med" len="med"/>
            </a:ln>
          </p:spPr>
          <p:txBody>
            <a:bodyPr/>
            <a:lstStyle/>
            <a:p>
              <a:endParaRPr lang="en-GB"/>
            </a:p>
          </p:txBody>
        </p:sp>
        <p:sp>
          <p:nvSpPr>
            <p:cNvPr id="18458" name="Freeform 39"/>
            <p:cNvSpPr>
              <a:spLocks/>
            </p:cNvSpPr>
            <p:nvPr/>
          </p:nvSpPr>
          <p:spPr bwMode="auto">
            <a:xfrm>
              <a:off x="1335023" y="4170411"/>
              <a:ext cx="438912" cy="443484"/>
            </a:xfrm>
            <a:custGeom>
              <a:avLst/>
              <a:gdLst>
                <a:gd name="T0" fmla="*/ 0 w 438912"/>
                <a:gd name="T1" fmla="*/ 3840 h 832104"/>
                <a:gd name="T2" fmla="*/ 45720 w 438912"/>
                <a:gd name="T3" fmla="*/ 208 h 832104"/>
                <a:gd name="T4" fmla="*/ 45720 w 438912"/>
                <a:gd name="T5" fmla="*/ 4435 h 832104"/>
                <a:gd name="T6" fmla="*/ 82296 w 438912"/>
                <a:gd name="T7" fmla="*/ 2590 h 832104"/>
                <a:gd name="T8" fmla="*/ 100584 w 438912"/>
                <a:gd name="T9" fmla="*/ 3066 h 832104"/>
                <a:gd name="T10" fmla="*/ 137160 w 438912"/>
                <a:gd name="T11" fmla="*/ 2113 h 832104"/>
                <a:gd name="T12" fmla="*/ 137160 w 438912"/>
                <a:gd name="T13" fmla="*/ 3185 h 832104"/>
                <a:gd name="T14" fmla="*/ 173736 w 438912"/>
                <a:gd name="T15" fmla="*/ 1399 h 832104"/>
                <a:gd name="T16" fmla="*/ 173736 w 438912"/>
                <a:gd name="T17" fmla="*/ 3423 h 832104"/>
                <a:gd name="T18" fmla="*/ 201168 w 438912"/>
                <a:gd name="T19" fmla="*/ 3185 h 832104"/>
                <a:gd name="T20" fmla="*/ 219456 w 438912"/>
                <a:gd name="T21" fmla="*/ 328 h 832104"/>
                <a:gd name="T22" fmla="*/ 265176 w 438912"/>
                <a:gd name="T23" fmla="*/ 5150 h 832104"/>
                <a:gd name="T24" fmla="*/ 283464 w 438912"/>
                <a:gd name="T25" fmla="*/ 1935 h 832104"/>
                <a:gd name="T26" fmla="*/ 310896 w 438912"/>
                <a:gd name="T27" fmla="*/ 2887 h 832104"/>
                <a:gd name="T28" fmla="*/ 338328 w 438912"/>
                <a:gd name="T29" fmla="*/ 2530 h 832104"/>
                <a:gd name="T30" fmla="*/ 365760 w 438912"/>
                <a:gd name="T31" fmla="*/ 2590 h 832104"/>
                <a:gd name="T32" fmla="*/ 365760 w 438912"/>
                <a:gd name="T33" fmla="*/ 1876 h 832104"/>
                <a:gd name="T34" fmla="*/ 374904 w 438912"/>
                <a:gd name="T35" fmla="*/ 3542 h 832104"/>
                <a:gd name="T36" fmla="*/ 402336 w 438912"/>
                <a:gd name="T37" fmla="*/ 2351 h 832104"/>
                <a:gd name="T38" fmla="*/ 402336 w 438912"/>
                <a:gd name="T39" fmla="*/ 3840 h 832104"/>
                <a:gd name="T40" fmla="*/ 420624 w 438912"/>
                <a:gd name="T41" fmla="*/ 2947 h 832104"/>
                <a:gd name="T42" fmla="*/ 438912 w 438912"/>
                <a:gd name="T43" fmla="*/ 2947 h 832104"/>
                <a:gd name="T44" fmla="*/ 0 60000 65536"/>
                <a:gd name="T45" fmla="*/ 0 60000 65536"/>
                <a:gd name="T46" fmla="*/ 0 60000 65536"/>
                <a:gd name="T47" fmla="*/ 0 60000 65536"/>
                <a:gd name="T48" fmla="*/ 0 60000 65536"/>
                <a:gd name="T49" fmla="*/ 0 60000 65536"/>
                <a:gd name="T50" fmla="*/ 0 60000 65536"/>
                <a:gd name="T51" fmla="*/ 0 60000 65536"/>
                <a:gd name="T52" fmla="*/ 0 60000 65536"/>
                <a:gd name="T53" fmla="*/ 0 60000 65536"/>
                <a:gd name="T54" fmla="*/ 0 60000 65536"/>
                <a:gd name="T55" fmla="*/ 0 60000 65536"/>
                <a:gd name="T56" fmla="*/ 0 60000 65536"/>
                <a:gd name="T57" fmla="*/ 0 60000 65536"/>
                <a:gd name="T58" fmla="*/ 0 60000 65536"/>
                <a:gd name="T59" fmla="*/ 0 60000 65536"/>
                <a:gd name="T60" fmla="*/ 0 60000 65536"/>
                <a:gd name="T61" fmla="*/ 0 60000 65536"/>
                <a:gd name="T62" fmla="*/ 0 60000 65536"/>
                <a:gd name="T63" fmla="*/ 0 60000 65536"/>
                <a:gd name="T64" fmla="*/ 0 60000 65536"/>
                <a:gd name="T65" fmla="*/ 0 60000 65536"/>
                <a:gd name="T66" fmla="*/ 0 w 438912"/>
                <a:gd name="T67" fmla="*/ 0 h 832104"/>
                <a:gd name="T68" fmla="*/ 438912 w 438912"/>
                <a:gd name="T69" fmla="*/ 832104 h 832104"/>
              </a:gdLst>
              <a:ahLst/>
              <a:cxnLst>
                <a:cxn ang="T44">
                  <a:pos x="T0" y="T1"/>
                </a:cxn>
                <a:cxn ang="T45">
                  <a:pos x="T2" y="T3"/>
                </a:cxn>
                <a:cxn ang="T46">
                  <a:pos x="T4" y="T5"/>
                </a:cxn>
                <a:cxn ang="T47">
                  <a:pos x="T6" y="T7"/>
                </a:cxn>
                <a:cxn ang="T48">
                  <a:pos x="T8" y="T9"/>
                </a:cxn>
                <a:cxn ang="T49">
                  <a:pos x="T10" y="T11"/>
                </a:cxn>
                <a:cxn ang="T50">
                  <a:pos x="T12" y="T13"/>
                </a:cxn>
                <a:cxn ang="T51">
                  <a:pos x="T14" y="T15"/>
                </a:cxn>
                <a:cxn ang="T52">
                  <a:pos x="T16" y="T17"/>
                </a:cxn>
                <a:cxn ang="T53">
                  <a:pos x="T18" y="T19"/>
                </a:cxn>
                <a:cxn ang="T54">
                  <a:pos x="T20" y="T21"/>
                </a:cxn>
                <a:cxn ang="T55">
                  <a:pos x="T22" y="T23"/>
                </a:cxn>
                <a:cxn ang="T56">
                  <a:pos x="T24" y="T25"/>
                </a:cxn>
                <a:cxn ang="T57">
                  <a:pos x="T26" y="T27"/>
                </a:cxn>
                <a:cxn ang="T58">
                  <a:pos x="T28" y="T29"/>
                </a:cxn>
                <a:cxn ang="T59">
                  <a:pos x="T30" y="T31"/>
                </a:cxn>
                <a:cxn ang="T60">
                  <a:pos x="T32" y="T33"/>
                </a:cxn>
                <a:cxn ang="T61">
                  <a:pos x="T34" y="T35"/>
                </a:cxn>
                <a:cxn ang="T62">
                  <a:pos x="T36" y="T37"/>
                </a:cxn>
                <a:cxn ang="T63">
                  <a:pos x="T38" y="T39"/>
                </a:cxn>
                <a:cxn ang="T64">
                  <a:pos x="T40" y="T41"/>
                </a:cxn>
                <a:cxn ang="T65">
                  <a:pos x="T42" y="T43"/>
                </a:cxn>
              </a:cxnLst>
              <a:rect l="T66" t="T67" r="T68" b="T69"/>
              <a:pathLst>
                <a:path w="438912" h="832104">
                  <a:moveTo>
                    <a:pt x="0" y="589788"/>
                  </a:moveTo>
                  <a:cubicBezTo>
                    <a:pt x="19050" y="303276"/>
                    <a:pt x="38100" y="16764"/>
                    <a:pt x="45720" y="32004"/>
                  </a:cubicBezTo>
                  <a:cubicBezTo>
                    <a:pt x="53340" y="47244"/>
                    <a:pt x="39624" y="620268"/>
                    <a:pt x="45720" y="681228"/>
                  </a:cubicBezTo>
                  <a:cubicBezTo>
                    <a:pt x="51816" y="742188"/>
                    <a:pt x="73152" y="432816"/>
                    <a:pt x="82296" y="397764"/>
                  </a:cubicBezTo>
                  <a:cubicBezTo>
                    <a:pt x="91440" y="362712"/>
                    <a:pt x="91440" y="483108"/>
                    <a:pt x="100584" y="470916"/>
                  </a:cubicBezTo>
                  <a:cubicBezTo>
                    <a:pt x="109728" y="458724"/>
                    <a:pt x="131064" y="321564"/>
                    <a:pt x="137160" y="324612"/>
                  </a:cubicBezTo>
                  <a:cubicBezTo>
                    <a:pt x="143256" y="327660"/>
                    <a:pt x="131064" y="507492"/>
                    <a:pt x="137160" y="489204"/>
                  </a:cubicBezTo>
                  <a:cubicBezTo>
                    <a:pt x="143256" y="470916"/>
                    <a:pt x="167640" y="208788"/>
                    <a:pt x="173736" y="214884"/>
                  </a:cubicBezTo>
                  <a:cubicBezTo>
                    <a:pt x="179832" y="220980"/>
                    <a:pt x="169164" y="480060"/>
                    <a:pt x="173736" y="525780"/>
                  </a:cubicBezTo>
                  <a:cubicBezTo>
                    <a:pt x="178308" y="571500"/>
                    <a:pt x="193548" y="568452"/>
                    <a:pt x="201168" y="489204"/>
                  </a:cubicBezTo>
                  <a:cubicBezTo>
                    <a:pt x="208788" y="409956"/>
                    <a:pt x="208788" y="0"/>
                    <a:pt x="219456" y="50292"/>
                  </a:cubicBezTo>
                  <a:cubicBezTo>
                    <a:pt x="230124" y="100584"/>
                    <a:pt x="254508" y="749808"/>
                    <a:pt x="265176" y="790956"/>
                  </a:cubicBezTo>
                  <a:cubicBezTo>
                    <a:pt x="275844" y="832104"/>
                    <a:pt x="275844" y="355092"/>
                    <a:pt x="283464" y="297180"/>
                  </a:cubicBezTo>
                  <a:cubicBezTo>
                    <a:pt x="291084" y="239268"/>
                    <a:pt x="301752" y="428244"/>
                    <a:pt x="310896" y="443484"/>
                  </a:cubicBezTo>
                  <a:cubicBezTo>
                    <a:pt x="320040" y="458724"/>
                    <a:pt x="329184" y="396240"/>
                    <a:pt x="338328" y="388620"/>
                  </a:cubicBezTo>
                  <a:cubicBezTo>
                    <a:pt x="347472" y="381000"/>
                    <a:pt x="361188" y="414528"/>
                    <a:pt x="365760" y="397764"/>
                  </a:cubicBezTo>
                  <a:cubicBezTo>
                    <a:pt x="370332" y="381000"/>
                    <a:pt x="364236" y="263652"/>
                    <a:pt x="365760" y="288036"/>
                  </a:cubicBezTo>
                  <a:cubicBezTo>
                    <a:pt x="367284" y="312420"/>
                    <a:pt x="368808" y="531876"/>
                    <a:pt x="374904" y="544068"/>
                  </a:cubicBezTo>
                  <a:cubicBezTo>
                    <a:pt x="381000" y="556260"/>
                    <a:pt x="397764" y="353568"/>
                    <a:pt x="402336" y="361188"/>
                  </a:cubicBezTo>
                  <a:cubicBezTo>
                    <a:pt x="406908" y="368808"/>
                    <a:pt x="399288" y="574548"/>
                    <a:pt x="402336" y="589788"/>
                  </a:cubicBezTo>
                  <a:cubicBezTo>
                    <a:pt x="405384" y="605028"/>
                    <a:pt x="414528" y="475488"/>
                    <a:pt x="420624" y="452628"/>
                  </a:cubicBezTo>
                  <a:cubicBezTo>
                    <a:pt x="426720" y="429768"/>
                    <a:pt x="432816" y="441198"/>
                    <a:pt x="438912" y="452628"/>
                  </a:cubicBezTo>
                </a:path>
              </a:pathLst>
            </a:custGeom>
            <a:noFill/>
            <a:ln w="9525" cap="flat" cmpd="sng" algn="ctr">
              <a:solidFill>
                <a:srgbClr val="FF0000"/>
              </a:solidFill>
              <a:prstDash val="solid"/>
              <a:round/>
              <a:headEnd type="none" w="med" len="med"/>
              <a:tailEnd type="none" w="med" len="med"/>
            </a:ln>
          </p:spPr>
          <p:txBody>
            <a:bodyPr/>
            <a:lstStyle/>
            <a:p>
              <a:endParaRPr lang="en-GB"/>
            </a:p>
          </p:txBody>
        </p:sp>
      </p:grpSp>
      <p:cxnSp>
        <p:nvCxnSpPr>
          <p:cNvPr id="53" name="Straight Connector 52"/>
          <p:cNvCxnSpPr>
            <a:cxnSpLocks noChangeShapeType="1"/>
          </p:cNvCxnSpPr>
          <p:nvPr/>
        </p:nvCxnSpPr>
        <p:spPr bwMode="auto">
          <a:xfrm>
            <a:off x="1273175" y="4832350"/>
            <a:ext cx="6061075" cy="28575"/>
          </a:xfrm>
          <a:prstGeom prst="line">
            <a:avLst/>
          </a:prstGeom>
          <a:noFill/>
          <a:ln w="38100" algn="ctr">
            <a:solidFill>
              <a:schemeClr val="bg2"/>
            </a:solidFill>
            <a:prstDash val="dashDot"/>
            <a:round/>
            <a:headEnd/>
            <a:tailEnd/>
          </a:ln>
        </p:spPr>
      </p:cxnSp>
    </p:spTree>
    <p:extLst>
      <p:ext uri="{BB962C8B-B14F-4D97-AF65-F5344CB8AC3E}">
        <p14:creationId xmlns:p14="http://schemas.microsoft.com/office/powerpoint/2010/main" val="96646569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nodeType="afterEffect">
                                  <p:stCondLst>
                                    <p:cond delay="300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30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6000"/>
                            </p:stCondLst>
                            <p:childTnLst>
                              <p:par>
                                <p:cTn id="9" presetID="22" presetClass="entr" presetSubtype="1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11" dur="1000"/>
                                        <p:tgtEl>
                                          <p:spTgt spid="3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2" fill="hold">
                            <p:stCondLst>
                              <p:cond delay="7000"/>
                            </p:stCondLst>
                            <p:childTnLst>
                              <p:par>
                                <p:cTn id="13" presetID="22" presetClass="entr" presetSubtype="8" fill="hold" nodeType="afterEffect">
                                  <p:stCondLst>
                                    <p:cond delay="300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5" dur="2000"/>
                                        <p:tgtEl>
                                          <p:spTgt spid="5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4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464" name="Text Box 8"/>
          <p:cNvSpPr txBox="1">
            <a:spLocks noChangeArrowheads="1"/>
          </p:cNvSpPr>
          <p:nvPr/>
        </p:nvSpPr>
        <p:spPr bwMode="auto">
          <a:xfrm>
            <a:off x="395288" y="806450"/>
            <a:ext cx="4286250" cy="33813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 anchor="ctr">
            <a:spAutoFit/>
          </a:bodyPr>
          <a:lstStyle/>
          <a:p>
            <a:pPr algn="ctr"/>
            <a:r>
              <a:rPr lang="en-GB" sz="1600" b="1" dirty="0"/>
              <a:t>Revision - Analogue - Digital Conversion</a:t>
            </a:r>
          </a:p>
        </p:txBody>
      </p:sp>
      <p:sp>
        <p:nvSpPr>
          <p:cNvPr id="19465" name="Rectangle 2"/>
          <p:cNvSpPr>
            <a:spLocks noChangeArrowheads="1"/>
          </p:cNvSpPr>
          <p:nvPr/>
        </p:nvSpPr>
        <p:spPr bwMode="auto">
          <a:xfrm>
            <a:off x="395288" y="331788"/>
            <a:ext cx="4422775" cy="46196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>
            <a:spAutoFit/>
          </a:bodyPr>
          <a:lstStyle/>
          <a:p>
            <a:r>
              <a:rPr lang="en-GB" sz="2400" b="1">
                <a:solidFill>
                  <a:srgbClr val="000000"/>
                </a:solidFill>
              </a:rPr>
              <a:t>Metering for Digital Systems</a:t>
            </a:r>
            <a:endParaRPr lang="en-GB" sz="2400" b="1"/>
          </a:p>
        </p:txBody>
      </p:sp>
      <p:grpSp>
        <p:nvGrpSpPr>
          <p:cNvPr id="2" name="Group 14"/>
          <p:cNvGrpSpPr/>
          <p:nvPr/>
        </p:nvGrpSpPr>
        <p:grpSpPr>
          <a:xfrm>
            <a:off x="970323" y="2075650"/>
            <a:ext cx="7158018" cy="4030513"/>
            <a:chOff x="1300898" y="2311321"/>
            <a:chExt cx="7158018" cy="4030513"/>
          </a:xfrm>
        </p:grpSpPr>
        <p:pic>
          <p:nvPicPr>
            <p:cNvPr id="19458" name="Picture 2"/>
            <p:cNvPicPr>
              <a:picLocks noChangeAspect="1" noChangeArrowheads="1"/>
            </p:cNvPicPr>
            <p:nvPr/>
          </p:nvPicPr>
          <p:blipFill>
            <a:blip r:embed="rId2" cstate="print"/>
            <a:srcRect/>
            <a:stretch>
              <a:fillRect/>
            </a:stretch>
          </p:blipFill>
          <p:spPr bwMode="auto">
            <a:xfrm>
              <a:off x="1300898" y="2413262"/>
              <a:ext cx="7158018" cy="3928572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</p:pic>
        <p:sp>
          <p:nvSpPr>
            <p:cNvPr id="10" name="Text Box 2"/>
            <p:cNvSpPr txBox="1">
              <a:spLocks noChangeArrowheads="1"/>
            </p:cNvSpPr>
            <p:nvPr/>
          </p:nvSpPr>
          <p:spPr bwMode="auto">
            <a:xfrm>
              <a:off x="1319115" y="2311321"/>
              <a:ext cx="585100" cy="3342453"/>
            </a:xfrm>
            <a:prstGeom prst="rect">
              <a:avLst/>
            </a:prstGeom>
            <a:solidFill>
              <a:schemeClr val="bg1"/>
            </a:solidFill>
            <a:ln w="9525">
              <a:noFill/>
              <a:miter lim="800000"/>
              <a:headEnd/>
              <a:tailEnd/>
            </a:ln>
          </p:spPr>
          <p:txBody>
            <a:bodyPr wrap="square" anchor="ctr">
              <a:spAutoFit/>
            </a:bodyPr>
            <a:lstStyle/>
            <a:p>
              <a:pPr>
                <a:lnSpc>
                  <a:spcPct val="110000"/>
                </a:lnSpc>
              </a:pPr>
              <a:r>
                <a:rPr lang="en-GB" sz="1200" dirty="0"/>
                <a:t>1111</a:t>
              </a:r>
            </a:p>
            <a:p>
              <a:pPr>
                <a:lnSpc>
                  <a:spcPct val="110000"/>
                </a:lnSpc>
              </a:pPr>
              <a:r>
                <a:rPr lang="en-GB" sz="1200" dirty="0"/>
                <a:t>1110</a:t>
              </a:r>
            </a:p>
            <a:p>
              <a:pPr>
                <a:lnSpc>
                  <a:spcPct val="110000"/>
                </a:lnSpc>
              </a:pPr>
              <a:r>
                <a:rPr lang="en-GB" sz="1200" dirty="0"/>
                <a:t>1101</a:t>
              </a:r>
            </a:p>
            <a:p>
              <a:pPr>
                <a:lnSpc>
                  <a:spcPct val="110000"/>
                </a:lnSpc>
              </a:pPr>
              <a:r>
                <a:rPr lang="en-GB" sz="1200" dirty="0"/>
                <a:t>1100</a:t>
              </a:r>
            </a:p>
            <a:p>
              <a:pPr>
                <a:lnSpc>
                  <a:spcPct val="110000"/>
                </a:lnSpc>
              </a:pPr>
              <a:r>
                <a:rPr lang="en-GB" sz="1200" dirty="0"/>
                <a:t>1011</a:t>
              </a:r>
            </a:p>
            <a:p>
              <a:pPr>
                <a:lnSpc>
                  <a:spcPct val="110000"/>
                </a:lnSpc>
              </a:pPr>
              <a:r>
                <a:rPr lang="en-GB" sz="1200" dirty="0"/>
                <a:t>1010</a:t>
              </a:r>
            </a:p>
            <a:p>
              <a:pPr>
                <a:lnSpc>
                  <a:spcPct val="110000"/>
                </a:lnSpc>
              </a:pPr>
              <a:r>
                <a:rPr lang="en-GB" sz="1200" dirty="0"/>
                <a:t>1001 </a:t>
              </a:r>
            </a:p>
            <a:p>
              <a:pPr>
                <a:lnSpc>
                  <a:spcPct val="110000"/>
                </a:lnSpc>
              </a:pPr>
              <a:r>
                <a:rPr lang="en-GB" sz="1200" dirty="0"/>
                <a:t>1000 0111 </a:t>
              </a:r>
            </a:p>
            <a:p>
              <a:pPr>
                <a:lnSpc>
                  <a:spcPct val="110000"/>
                </a:lnSpc>
              </a:pPr>
              <a:r>
                <a:rPr lang="en-GB" sz="1200" dirty="0"/>
                <a:t>0110 </a:t>
              </a:r>
            </a:p>
            <a:p>
              <a:pPr>
                <a:lnSpc>
                  <a:spcPct val="110000"/>
                </a:lnSpc>
              </a:pPr>
              <a:r>
                <a:rPr lang="en-GB" sz="1200" dirty="0"/>
                <a:t>0101 </a:t>
              </a:r>
            </a:p>
            <a:p>
              <a:pPr>
                <a:lnSpc>
                  <a:spcPct val="110000"/>
                </a:lnSpc>
              </a:pPr>
              <a:r>
                <a:rPr lang="en-GB" sz="1200" dirty="0"/>
                <a:t>0100 </a:t>
              </a:r>
            </a:p>
            <a:p>
              <a:pPr>
                <a:lnSpc>
                  <a:spcPct val="110000"/>
                </a:lnSpc>
              </a:pPr>
              <a:r>
                <a:rPr lang="en-GB" sz="1200" dirty="0"/>
                <a:t>0011 </a:t>
              </a:r>
            </a:p>
            <a:p>
              <a:pPr>
                <a:lnSpc>
                  <a:spcPct val="110000"/>
                </a:lnSpc>
              </a:pPr>
              <a:r>
                <a:rPr lang="en-GB" sz="1200" dirty="0"/>
                <a:t>0010 </a:t>
              </a:r>
            </a:p>
            <a:p>
              <a:pPr>
                <a:lnSpc>
                  <a:spcPct val="110000"/>
                </a:lnSpc>
              </a:pPr>
              <a:r>
                <a:rPr lang="en-GB" sz="1200" dirty="0"/>
                <a:t>0001 </a:t>
              </a:r>
            </a:p>
            <a:p>
              <a:pPr>
                <a:lnSpc>
                  <a:spcPct val="110000"/>
                </a:lnSpc>
              </a:pPr>
              <a:r>
                <a:rPr lang="en-GB" sz="1200" dirty="0"/>
                <a:t>0000 </a:t>
              </a:r>
            </a:p>
          </p:txBody>
        </p:sp>
        <p:cxnSp>
          <p:nvCxnSpPr>
            <p:cNvPr id="12" name="Straight Connector 11"/>
            <p:cNvCxnSpPr/>
            <p:nvPr/>
          </p:nvCxnSpPr>
          <p:spPr bwMode="auto">
            <a:xfrm>
              <a:off x="1932495" y="2469823"/>
              <a:ext cx="6297105" cy="18853"/>
            </a:xfrm>
            <a:prstGeom prst="line">
              <a:avLst/>
            </a:prstGeom>
            <a:solidFill>
              <a:schemeClr val="accent1"/>
            </a:solidFill>
            <a:ln w="38100" cap="flat" cmpd="sng" algn="ctr">
              <a:solidFill>
                <a:srgbClr val="FF0000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</p:cxnSp>
        <p:cxnSp>
          <p:nvCxnSpPr>
            <p:cNvPr id="14" name="Straight Arrow Connector 13"/>
            <p:cNvCxnSpPr/>
            <p:nvPr/>
          </p:nvCxnSpPr>
          <p:spPr bwMode="auto">
            <a:xfrm flipH="1">
              <a:off x="1875934" y="2469823"/>
              <a:ext cx="131975" cy="0"/>
            </a:xfrm>
            <a:prstGeom prst="straightConnector1">
              <a:avLst/>
            </a:prstGeom>
            <a:solidFill>
              <a:schemeClr val="accent1"/>
            </a:solidFill>
            <a:ln w="38100" cap="flat" cmpd="sng" algn="ctr">
              <a:solidFill>
                <a:srgbClr val="FF0000"/>
              </a:solidFill>
              <a:prstDash val="solid"/>
              <a:round/>
              <a:headEnd type="none" w="med" len="med"/>
              <a:tailEnd type="arrow"/>
            </a:ln>
            <a:effectLst/>
          </p:spPr>
        </p:cxnSp>
      </p:grpSp>
    </p:spTree>
    <p:extLst>
      <p:ext uri="{BB962C8B-B14F-4D97-AF65-F5344CB8AC3E}">
        <p14:creationId xmlns:p14="http://schemas.microsoft.com/office/powerpoint/2010/main" val="2760369147"/>
      </p:ext>
    </p:extLst>
  </p:cSld>
  <p:clrMapOvr>
    <a:masterClrMapping/>
  </p:clrMapOvr>
</p:sld>
</file>

<file path=ppt/slides/slide14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482" name="Rectangle 1"/>
          <p:cNvSpPr>
            <a:spLocks noChangeArrowheads="1"/>
          </p:cNvSpPr>
          <p:nvPr/>
        </p:nvSpPr>
        <p:spPr bwMode="auto">
          <a:xfrm>
            <a:off x="395288" y="950913"/>
            <a:ext cx="7977187" cy="5401479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pPr marL="180975" indent="-180975">
              <a:lnSpc>
                <a:spcPct val="150000"/>
              </a:lnSpc>
            </a:pPr>
            <a:r>
              <a:rPr lang="en-GB" sz="1600" b="1" dirty="0"/>
              <a:t>Digital systems - transient overloads are clearly audible </a:t>
            </a:r>
          </a:p>
          <a:p>
            <a:pPr marL="180975" indent="-180975">
              <a:lnSpc>
                <a:spcPct val="150000"/>
              </a:lnSpc>
            </a:pPr>
            <a:r>
              <a:rPr lang="en-GB" sz="1600" dirty="0"/>
              <a:t>∴ neither VU nor PPM metering is suitable</a:t>
            </a:r>
          </a:p>
          <a:p>
            <a:pPr marL="180975" indent="-180975">
              <a:lnSpc>
                <a:spcPct val="150000"/>
              </a:lnSpc>
              <a:buFont typeface="Arial" charset="0"/>
              <a:buChar char="•"/>
            </a:pPr>
            <a:endParaRPr lang="en-GB" sz="1600" dirty="0"/>
          </a:p>
          <a:p>
            <a:pPr marL="180975" indent="-180975">
              <a:lnSpc>
                <a:spcPct val="150000"/>
              </a:lnSpc>
            </a:pPr>
            <a:r>
              <a:rPr lang="en-GB" sz="1600" b="1" dirty="0"/>
              <a:t>Digital equipment use true peak-reading meters </a:t>
            </a:r>
          </a:p>
          <a:p>
            <a:pPr marL="180975" indent="-180975">
              <a:lnSpc>
                <a:spcPct val="150000"/>
              </a:lnSpc>
              <a:buFont typeface="Arial" charset="0"/>
              <a:buChar char="•"/>
            </a:pPr>
            <a:r>
              <a:rPr lang="en-GB" sz="1600" i="1" dirty="0"/>
              <a:t>derived from the digital data stream</a:t>
            </a:r>
          </a:p>
          <a:p>
            <a:pPr marL="638175" lvl="1" indent="-180975">
              <a:lnSpc>
                <a:spcPct val="150000"/>
              </a:lnSpc>
            </a:pPr>
            <a:r>
              <a:rPr lang="en-GB" sz="1600" dirty="0"/>
              <a:t>... not analogue level-sensing electronics </a:t>
            </a:r>
          </a:p>
          <a:p>
            <a:pPr marL="180975" indent="-180975">
              <a:lnSpc>
                <a:spcPct val="150000"/>
              </a:lnSpc>
            </a:pPr>
            <a:r>
              <a:rPr lang="en-GB" sz="1600" dirty="0"/>
              <a:t>		∴ can be extremely accurate.</a:t>
            </a:r>
          </a:p>
          <a:p>
            <a:pPr marL="180975" indent="-180975">
              <a:lnSpc>
                <a:spcPct val="150000"/>
              </a:lnSpc>
              <a:buFont typeface="Arial" charset="0"/>
              <a:buChar char="•"/>
            </a:pPr>
            <a:endParaRPr lang="en-GB" sz="1600" dirty="0"/>
          </a:p>
          <a:p>
            <a:pPr marL="180975" indent="-180975">
              <a:lnSpc>
                <a:spcPct val="150000"/>
              </a:lnSpc>
            </a:pPr>
            <a:r>
              <a:rPr lang="en-GB" sz="1600" b="1" dirty="0"/>
              <a:t>Analogue meters all have a nominal alignment point — the zero reference</a:t>
            </a:r>
          </a:p>
          <a:p>
            <a:pPr marL="180975" indent="-180975">
              <a:lnSpc>
                <a:spcPct val="150000"/>
              </a:lnSpc>
              <a:buFont typeface="Arial" charset="0"/>
              <a:buChar char="•"/>
            </a:pPr>
            <a:r>
              <a:rPr lang="en-GB" sz="1600" dirty="0"/>
              <a:t>have a notional headroom above</a:t>
            </a:r>
          </a:p>
          <a:p>
            <a:pPr marL="180975" indent="-180975">
              <a:lnSpc>
                <a:spcPct val="150000"/>
              </a:lnSpc>
              <a:buFont typeface="Arial" charset="0"/>
              <a:buChar char="•"/>
            </a:pPr>
            <a:r>
              <a:rPr lang="en-GB" sz="1600" dirty="0"/>
              <a:t>signal peaks are routinely allowed into the first 8dB or so of this headroom</a:t>
            </a:r>
          </a:p>
          <a:p>
            <a:pPr marL="180975" indent="-180975">
              <a:lnSpc>
                <a:spcPct val="150000"/>
              </a:lnSpc>
              <a:buFont typeface="Arial" charset="0"/>
              <a:buChar char="•"/>
            </a:pPr>
            <a:r>
              <a:rPr lang="en-GB" sz="1600" dirty="0"/>
              <a:t>peaks of +12dBu will usually start to cause distortion </a:t>
            </a:r>
          </a:p>
          <a:p>
            <a:pPr marL="180975" indent="-180975">
              <a:lnSpc>
                <a:spcPct val="150000"/>
              </a:lnSpc>
              <a:buFont typeface="Arial" charset="0"/>
              <a:buChar char="•"/>
            </a:pPr>
            <a:r>
              <a:rPr lang="en-GB" sz="1600" dirty="0"/>
              <a:t>becomes more noticeable with increasing level ...  </a:t>
            </a:r>
          </a:p>
          <a:p>
            <a:pPr marL="638175" lvl="1" indent="-180975">
              <a:lnSpc>
                <a:spcPct val="150000"/>
              </a:lnSpc>
              <a:buFont typeface="Arial" charset="0"/>
              <a:buChar char="•"/>
            </a:pPr>
            <a:r>
              <a:rPr lang="en-GB" sz="1600" dirty="0"/>
              <a:t>until clipping occurs,  usually above +18dBu</a:t>
            </a:r>
          </a:p>
        </p:txBody>
      </p:sp>
      <p:sp>
        <p:nvSpPr>
          <p:cNvPr id="20483" name="Rectangle 2"/>
          <p:cNvSpPr>
            <a:spLocks noChangeArrowheads="1"/>
          </p:cNvSpPr>
          <p:nvPr/>
        </p:nvSpPr>
        <p:spPr bwMode="auto">
          <a:xfrm>
            <a:off x="395288" y="331788"/>
            <a:ext cx="4422775" cy="46196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>
            <a:spAutoFit/>
          </a:bodyPr>
          <a:lstStyle/>
          <a:p>
            <a:r>
              <a:rPr lang="en-GB" sz="2400" b="1">
                <a:solidFill>
                  <a:srgbClr val="000000"/>
                </a:solidFill>
              </a:rPr>
              <a:t>Metering for Digital Systems</a:t>
            </a:r>
            <a:endParaRPr lang="en-GB" sz="2400" b="1"/>
          </a:p>
        </p:txBody>
      </p:sp>
    </p:spTree>
    <p:extLst>
      <p:ext uri="{BB962C8B-B14F-4D97-AF65-F5344CB8AC3E}">
        <p14:creationId xmlns:p14="http://schemas.microsoft.com/office/powerpoint/2010/main" val="2735664852"/>
      </p:ext>
    </p:extLst>
  </p:cSld>
  <p:clrMapOvr>
    <a:masterClrMapping/>
  </p:clrMapOvr>
</p:sld>
</file>

<file path=ppt/slides/slide14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506" name="Rectangle 1"/>
          <p:cNvSpPr>
            <a:spLocks noChangeArrowheads="1"/>
          </p:cNvSpPr>
          <p:nvPr/>
        </p:nvSpPr>
        <p:spPr bwMode="auto">
          <a:xfrm>
            <a:off x="395288" y="1055688"/>
            <a:ext cx="7662862" cy="501675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pPr marL="185738" indent="-185738">
              <a:lnSpc>
                <a:spcPts val="2400"/>
              </a:lnSpc>
            </a:pPr>
            <a:r>
              <a:rPr lang="en-GB" sz="1600" b="1" dirty="0"/>
              <a:t>No headroom above the </a:t>
            </a:r>
            <a:r>
              <a:rPr lang="en-GB" sz="1600" b="1" u="sng" dirty="0"/>
              <a:t>maximum quantisation level</a:t>
            </a:r>
          </a:p>
          <a:p>
            <a:pPr marL="185738" indent="-185738">
              <a:lnSpc>
                <a:spcPts val="2400"/>
              </a:lnSpc>
            </a:pPr>
            <a:r>
              <a:rPr lang="en-GB" sz="1600" dirty="0">
                <a:ea typeface="Lucida Sans Unicode" pitchFamily="34" charset="0"/>
                <a:cs typeface="Lucida Sans Unicode" pitchFamily="34" charset="0"/>
              </a:rPr>
              <a:t>∴	</a:t>
            </a:r>
            <a:r>
              <a:rPr lang="en-GB" sz="1600" dirty="0"/>
              <a:t>notional headroom created </a:t>
            </a:r>
          </a:p>
          <a:p>
            <a:pPr marL="185738" indent="-185738">
              <a:lnSpc>
                <a:spcPts val="2400"/>
              </a:lnSpc>
            </a:pPr>
            <a:r>
              <a:rPr lang="en-GB" sz="1600" dirty="0"/>
              <a:t>	by choosing a 'zero' point well below this</a:t>
            </a:r>
          </a:p>
          <a:p>
            <a:pPr marL="185738" indent="-185738">
              <a:lnSpc>
                <a:spcPts val="2400"/>
              </a:lnSpc>
              <a:buFont typeface="Arial" charset="0"/>
              <a:buChar char="•"/>
            </a:pPr>
            <a:endParaRPr lang="en-GB" sz="1600" dirty="0"/>
          </a:p>
          <a:p>
            <a:pPr marL="185738" indent="-185738">
              <a:lnSpc>
                <a:spcPts val="2400"/>
              </a:lnSpc>
              <a:buFont typeface="Arial" charset="0"/>
              <a:buChar char="•"/>
            </a:pPr>
            <a:r>
              <a:rPr lang="en-GB" sz="1600" dirty="0"/>
              <a:t>Digital meters scaled such that maximum quantisation level is denoted as 0dBFS (full scale)</a:t>
            </a:r>
          </a:p>
          <a:p>
            <a:pPr marL="185738" indent="-185738">
              <a:lnSpc>
                <a:spcPts val="2400"/>
              </a:lnSpc>
              <a:buFont typeface="Arial" charset="0"/>
              <a:buChar char="•"/>
            </a:pPr>
            <a:r>
              <a:rPr lang="en-GB" sz="1600" dirty="0"/>
              <a:t>so the alignment level is always a negative value below this point.</a:t>
            </a:r>
          </a:p>
          <a:p>
            <a:pPr marL="185738" indent="-185738">
              <a:lnSpc>
                <a:spcPts val="2400"/>
              </a:lnSpc>
            </a:pPr>
            <a:endParaRPr lang="en-GB" sz="1600" dirty="0"/>
          </a:p>
          <a:p>
            <a:pPr marL="185738" indent="-185738">
              <a:lnSpc>
                <a:spcPts val="2400"/>
              </a:lnSpc>
            </a:pPr>
            <a:r>
              <a:rPr lang="en-GB" sz="1600" b="1" dirty="0"/>
              <a:t>Europe Standard </a:t>
            </a:r>
            <a:r>
              <a:rPr lang="en-GB" sz="1100" dirty="0"/>
              <a:t>(by European Broadcasting Union)</a:t>
            </a:r>
            <a:endParaRPr lang="en-GB" sz="1100" b="1" dirty="0"/>
          </a:p>
          <a:p>
            <a:pPr marL="185738" indent="-185738">
              <a:lnSpc>
                <a:spcPts val="2400"/>
              </a:lnSpc>
              <a:buFont typeface="Arial" charset="0"/>
              <a:buChar char="•"/>
            </a:pPr>
            <a:r>
              <a:rPr lang="en-GB" sz="1600" dirty="0"/>
              <a:t>0dBu = -18dBFS</a:t>
            </a:r>
          </a:p>
          <a:p>
            <a:pPr marL="185738" indent="-185738">
              <a:lnSpc>
                <a:spcPts val="2400"/>
              </a:lnSpc>
            </a:pPr>
            <a:r>
              <a:rPr lang="en-GB" sz="1600" dirty="0">
                <a:ea typeface="Lucida Sans Unicode" pitchFamily="34" charset="0"/>
                <a:cs typeface="Lucida Sans Unicode" pitchFamily="34" charset="0"/>
              </a:rPr>
              <a:t>∴	</a:t>
            </a:r>
            <a:r>
              <a:rPr lang="en-GB" sz="1600" dirty="0"/>
              <a:t>signal peaking at the top of the EBU-standard PPM scale </a:t>
            </a:r>
          </a:p>
          <a:p>
            <a:pPr marL="185738" indent="-185738">
              <a:lnSpc>
                <a:spcPts val="2400"/>
              </a:lnSpc>
            </a:pPr>
            <a:r>
              <a:rPr lang="en-GB" sz="1600" dirty="0"/>
              <a:t>		(therefore with true peaks at around +16dBu) </a:t>
            </a:r>
          </a:p>
          <a:p>
            <a:pPr marL="185738" indent="-185738">
              <a:lnSpc>
                <a:spcPts val="2400"/>
              </a:lnSpc>
            </a:pPr>
            <a:r>
              <a:rPr lang="en-GB" sz="1600" dirty="0"/>
              <a:t>			remains a little below the digital full scale value</a:t>
            </a:r>
          </a:p>
          <a:p>
            <a:pPr marL="185738" indent="-185738">
              <a:lnSpc>
                <a:spcPts val="2400"/>
              </a:lnSpc>
            </a:pPr>
            <a:endParaRPr lang="en-GB" sz="1600" dirty="0"/>
          </a:p>
          <a:p>
            <a:pPr marL="185738" indent="-185738">
              <a:lnSpc>
                <a:spcPts val="2400"/>
              </a:lnSpc>
            </a:pPr>
            <a:r>
              <a:rPr lang="en-GB" sz="1600" b="1" dirty="0"/>
              <a:t>American SMPTE </a:t>
            </a:r>
          </a:p>
          <a:p>
            <a:pPr marL="185738" indent="-185738">
              <a:lnSpc>
                <a:spcPts val="2400"/>
              </a:lnSpc>
            </a:pPr>
            <a:r>
              <a:rPr lang="en-GB" sz="1600" dirty="0"/>
              <a:t>0dBu at -20dBFS instead...</a:t>
            </a:r>
          </a:p>
        </p:txBody>
      </p:sp>
      <p:sp>
        <p:nvSpPr>
          <p:cNvPr id="21507" name="Rectangle 2"/>
          <p:cNvSpPr>
            <a:spLocks noChangeArrowheads="1"/>
          </p:cNvSpPr>
          <p:nvPr/>
        </p:nvSpPr>
        <p:spPr bwMode="auto">
          <a:xfrm>
            <a:off x="395288" y="331788"/>
            <a:ext cx="2474912" cy="46196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>
            <a:spAutoFit/>
          </a:bodyPr>
          <a:lstStyle/>
          <a:p>
            <a:r>
              <a:rPr lang="en-GB" sz="2400" b="1">
                <a:solidFill>
                  <a:srgbClr val="000000"/>
                </a:solidFill>
              </a:rPr>
              <a:t>Digital Systems</a:t>
            </a:r>
          </a:p>
        </p:txBody>
      </p:sp>
    </p:spTree>
    <p:extLst>
      <p:ext uri="{BB962C8B-B14F-4D97-AF65-F5344CB8AC3E}">
        <p14:creationId xmlns:p14="http://schemas.microsoft.com/office/powerpoint/2010/main" val="2022895595"/>
      </p:ext>
    </p:extLst>
  </p:cSld>
  <p:clrMapOvr>
    <a:masterClrMapping/>
  </p:clrMapOvr>
</p:sld>
</file>

<file path=ppt/slides/slide14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530" name="Rectangle 1"/>
          <p:cNvSpPr>
            <a:spLocks noChangeArrowheads="1"/>
          </p:cNvSpPr>
          <p:nvPr/>
        </p:nvSpPr>
        <p:spPr bwMode="auto">
          <a:xfrm>
            <a:off x="395288" y="1212850"/>
            <a:ext cx="7881937" cy="378565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pPr marL="180975" indent="-180975">
              <a:lnSpc>
                <a:spcPct val="150000"/>
              </a:lnSpc>
            </a:pPr>
            <a:r>
              <a:rPr lang="en-GB" sz="1600" b="1" dirty="0"/>
              <a:t>Problem:  post-production and mastering situations </a:t>
            </a:r>
          </a:p>
          <a:p>
            <a:pPr marL="180975" indent="-180975">
              <a:lnSpc>
                <a:spcPct val="150000"/>
              </a:lnSpc>
            </a:pPr>
            <a:r>
              <a:rPr lang="en-GB" sz="1600" dirty="0"/>
              <a:t>	programme levels have been carefully controlled</a:t>
            </a:r>
          </a:p>
          <a:p>
            <a:pPr marL="180975" indent="-180975">
              <a:lnSpc>
                <a:spcPct val="150000"/>
              </a:lnSpc>
            </a:pPr>
            <a:r>
              <a:rPr lang="en-GB" sz="1600" dirty="0"/>
              <a:t>	these standard alignments typically cause most mixes to peak only below -10dBFS</a:t>
            </a:r>
          </a:p>
          <a:p>
            <a:pPr marL="180975" indent="-180975">
              <a:lnSpc>
                <a:spcPct val="150000"/>
              </a:lnSpc>
              <a:buFont typeface="Arial" charset="0"/>
              <a:buChar char="•"/>
            </a:pPr>
            <a:endParaRPr lang="en-GB" sz="1600" dirty="0"/>
          </a:p>
          <a:p>
            <a:pPr marL="180975" indent="-180975">
              <a:lnSpc>
                <a:spcPct val="150000"/>
              </a:lnSpc>
            </a:pPr>
            <a:r>
              <a:rPr lang="en-GB" sz="1600" b="1" dirty="0"/>
              <a:t>Consequently, strong arguments for adopting a different alignment strategy in these circumstances</a:t>
            </a:r>
          </a:p>
          <a:p>
            <a:pPr marL="638175" lvl="1" indent="-180975">
              <a:lnSpc>
                <a:spcPct val="150000"/>
              </a:lnSpc>
              <a:buFont typeface="Arial" charset="0"/>
              <a:buChar char="•"/>
            </a:pPr>
            <a:r>
              <a:rPr lang="en-GB" sz="1600" dirty="0"/>
              <a:t>e.g. align 0dBu to -12dBFS for mastering work</a:t>
            </a:r>
          </a:p>
          <a:p>
            <a:pPr marL="638175" lvl="1" indent="-180975">
              <a:lnSpc>
                <a:spcPct val="150000"/>
              </a:lnSpc>
              <a:buFont typeface="Arial" charset="0"/>
              <a:buChar char="•"/>
            </a:pPr>
            <a:r>
              <a:rPr lang="en-GB" sz="1600" dirty="0"/>
              <a:t>however, there is as yet no standard calibration specifically for post-production applications.</a:t>
            </a:r>
          </a:p>
        </p:txBody>
      </p:sp>
      <p:sp>
        <p:nvSpPr>
          <p:cNvPr id="22531" name="Rectangle 2"/>
          <p:cNvSpPr>
            <a:spLocks noChangeArrowheads="1"/>
          </p:cNvSpPr>
          <p:nvPr/>
        </p:nvSpPr>
        <p:spPr bwMode="auto">
          <a:xfrm>
            <a:off x="395288" y="331788"/>
            <a:ext cx="2474912" cy="46196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>
            <a:spAutoFit/>
          </a:bodyPr>
          <a:lstStyle/>
          <a:p>
            <a:r>
              <a:rPr lang="en-GB" sz="2400" b="1">
                <a:solidFill>
                  <a:srgbClr val="000000"/>
                </a:solidFill>
              </a:rPr>
              <a:t>Digital Systems</a:t>
            </a:r>
          </a:p>
        </p:txBody>
      </p:sp>
    </p:spTree>
    <p:extLst>
      <p:ext uri="{BB962C8B-B14F-4D97-AF65-F5344CB8AC3E}">
        <p14:creationId xmlns:p14="http://schemas.microsoft.com/office/powerpoint/2010/main" val="321076620"/>
      </p:ext>
    </p:extLst>
  </p:cSld>
  <p:clrMapOvr>
    <a:masterClrMapping/>
  </p:clrMapOvr>
</p:sld>
</file>

<file path=ppt/slides/slide14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7"/>
          <p:cNvGrpSpPr>
            <a:grpSpLocks/>
          </p:cNvGrpSpPr>
          <p:nvPr/>
        </p:nvGrpSpPr>
        <p:grpSpPr bwMode="auto">
          <a:xfrm>
            <a:off x="395288" y="1225550"/>
            <a:ext cx="5575300" cy="1452563"/>
            <a:chOff x="395288" y="3931475"/>
            <a:chExt cx="6502715" cy="2170343"/>
          </a:xfrm>
        </p:grpSpPr>
        <p:pic>
          <p:nvPicPr>
            <p:cNvPr id="23581" name="Picture 6" descr="http://www.digido.com/images/image3.gif"/>
            <p:cNvPicPr>
              <a:picLocks noChangeAspect="1" noChangeArrowheads="1"/>
            </p:cNvPicPr>
            <p:nvPr/>
          </p:nvPicPr>
          <p:blipFill>
            <a:blip r:embed="rId2" cstate="print"/>
            <a:srcRect b="27222"/>
            <a:stretch>
              <a:fillRect/>
            </a:stretch>
          </p:blipFill>
          <p:spPr bwMode="auto">
            <a:xfrm>
              <a:off x="395288" y="3931475"/>
              <a:ext cx="6398773" cy="1344613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</p:pic>
        <p:sp>
          <p:nvSpPr>
            <p:cNvPr id="23582" name="TextBox 4"/>
            <p:cNvSpPr txBox="1">
              <a:spLocks noChangeArrowheads="1"/>
            </p:cNvSpPr>
            <p:nvPr/>
          </p:nvSpPr>
          <p:spPr bwMode="auto">
            <a:xfrm>
              <a:off x="1582229" y="5269953"/>
              <a:ext cx="1933972" cy="689611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>
              <a:spAutoFit/>
            </a:bodyPr>
            <a:lstStyle/>
            <a:p>
              <a:r>
                <a:rPr lang="en-GB" sz="1200"/>
                <a:t>Original recorded (analogue) signal</a:t>
              </a:r>
              <a:endParaRPr lang="en-US" sz="1200"/>
            </a:p>
          </p:txBody>
        </p:sp>
        <p:sp>
          <p:nvSpPr>
            <p:cNvPr id="23583" name="TextBox 5"/>
            <p:cNvSpPr txBox="1">
              <a:spLocks noChangeArrowheads="1"/>
            </p:cNvSpPr>
            <p:nvPr/>
          </p:nvSpPr>
          <p:spPr bwMode="auto">
            <a:xfrm>
              <a:off x="4081444" y="5412207"/>
              <a:ext cx="2816559" cy="689611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>
              <a:spAutoFit/>
            </a:bodyPr>
            <a:lstStyle/>
            <a:p>
              <a:r>
                <a:rPr lang="en-GB" sz="1200"/>
                <a:t>Converted signal (digital, but shown here as the analogue)</a:t>
              </a:r>
              <a:endParaRPr lang="en-US" sz="1200"/>
            </a:p>
          </p:txBody>
        </p:sp>
        <p:sp>
          <p:nvSpPr>
            <p:cNvPr id="23584" name="TextBox 6"/>
            <p:cNvSpPr txBox="1">
              <a:spLocks noChangeArrowheads="1"/>
            </p:cNvSpPr>
            <p:nvPr/>
          </p:nvSpPr>
          <p:spPr bwMode="auto">
            <a:xfrm>
              <a:off x="4131591" y="5073177"/>
              <a:ext cx="2757891" cy="321819"/>
            </a:xfrm>
            <a:prstGeom prst="rect">
              <a:avLst/>
            </a:prstGeom>
            <a:solidFill>
              <a:srgbClr val="CCECFF"/>
            </a:solidFill>
            <a:ln w="9525">
              <a:noFill/>
              <a:miter lim="800000"/>
              <a:headEnd/>
              <a:tailEnd/>
            </a:ln>
          </p:spPr>
          <p:txBody>
            <a:bodyPr wrap="none">
              <a:spAutoFit/>
            </a:bodyPr>
            <a:lstStyle/>
            <a:p>
              <a:r>
                <a:rPr lang="en-GB" sz="800"/>
                <a:t>1100010010010000100010101000100010</a:t>
              </a:r>
              <a:endParaRPr lang="en-US" sz="800"/>
            </a:p>
          </p:txBody>
        </p:sp>
      </p:grpSp>
      <p:sp>
        <p:nvSpPr>
          <p:cNvPr id="23555" name="TextBox 8"/>
          <p:cNvSpPr txBox="1">
            <a:spLocks noChangeArrowheads="1"/>
          </p:cNvSpPr>
          <p:nvPr/>
        </p:nvSpPr>
        <p:spPr bwMode="auto">
          <a:xfrm>
            <a:off x="395288" y="331788"/>
            <a:ext cx="2687637" cy="46196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>
            <a:spAutoFit/>
          </a:bodyPr>
          <a:lstStyle/>
          <a:p>
            <a:r>
              <a:rPr lang="en-GB" sz="2400" b="1"/>
              <a:t>“Over” Indicators</a:t>
            </a:r>
            <a:endParaRPr lang="en-US" sz="2400" b="1"/>
          </a:p>
        </p:txBody>
      </p:sp>
      <p:grpSp>
        <p:nvGrpSpPr>
          <p:cNvPr id="3" name="Group 29"/>
          <p:cNvGrpSpPr>
            <a:grpSpLocks/>
          </p:cNvGrpSpPr>
          <p:nvPr/>
        </p:nvGrpSpPr>
        <p:grpSpPr bwMode="auto">
          <a:xfrm>
            <a:off x="395288" y="4297363"/>
            <a:ext cx="3427412" cy="2130425"/>
            <a:chOff x="395288" y="4109120"/>
            <a:chExt cx="3968432" cy="2178015"/>
          </a:xfrm>
        </p:grpSpPr>
        <p:pic>
          <p:nvPicPr>
            <p:cNvPr id="23579" name="Picture 2"/>
            <p:cNvPicPr>
              <a:picLocks noChangeAspect="1" noChangeArrowheads="1"/>
            </p:cNvPicPr>
            <p:nvPr/>
          </p:nvPicPr>
          <p:blipFill>
            <a:blip r:embed="rId3" cstate="print"/>
            <a:srcRect/>
            <a:stretch>
              <a:fillRect/>
            </a:stretch>
          </p:blipFill>
          <p:spPr bwMode="auto">
            <a:xfrm>
              <a:off x="395288" y="4109120"/>
              <a:ext cx="3968432" cy="2178015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</p:pic>
        <p:cxnSp>
          <p:nvCxnSpPr>
            <p:cNvPr id="23580" name="Straight Connector 25"/>
            <p:cNvCxnSpPr>
              <a:cxnSpLocks noChangeShapeType="1"/>
            </p:cNvCxnSpPr>
            <p:nvPr/>
          </p:nvCxnSpPr>
          <p:spPr bwMode="auto">
            <a:xfrm>
              <a:off x="777240" y="4242816"/>
              <a:ext cx="3346704" cy="18288"/>
            </a:xfrm>
            <a:prstGeom prst="line">
              <a:avLst/>
            </a:prstGeom>
            <a:noFill/>
            <a:ln w="9525" algn="ctr">
              <a:solidFill>
                <a:schemeClr val="tx1"/>
              </a:solidFill>
              <a:prstDash val="dash"/>
              <a:round/>
              <a:headEnd/>
              <a:tailEnd/>
            </a:ln>
          </p:spPr>
        </p:cxnSp>
      </p:grpSp>
      <p:grpSp>
        <p:nvGrpSpPr>
          <p:cNvPr id="4" name="Group 28"/>
          <p:cNvGrpSpPr>
            <a:grpSpLocks/>
          </p:cNvGrpSpPr>
          <p:nvPr/>
        </p:nvGrpSpPr>
        <p:grpSpPr bwMode="auto">
          <a:xfrm>
            <a:off x="4711700" y="3840163"/>
            <a:ext cx="3968750" cy="2570162"/>
            <a:chOff x="4665536" y="3547872"/>
            <a:chExt cx="3968432" cy="2711831"/>
          </a:xfrm>
        </p:grpSpPr>
        <p:pic>
          <p:nvPicPr>
            <p:cNvPr id="23565" name="Picture 2"/>
            <p:cNvPicPr>
              <a:picLocks noChangeAspect="1" noChangeArrowheads="1"/>
            </p:cNvPicPr>
            <p:nvPr/>
          </p:nvPicPr>
          <p:blipFill>
            <a:blip r:embed="rId3" cstate="print"/>
            <a:srcRect/>
            <a:stretch>
              <a:fillRect/>
            </a:stretch>
          </p:blipFill>
          <p:spPr bwMode="auto">
            <a:xfrm>
              <a:off x="4665536" y="4087368"/>
              <a:ext cx="3968432" cy="2172335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</p:pic>
        <p:sp>
          <p:nvSpPr>
            <p:cNvPr id="23566" name="Rectangle 12"/>
            <p:cNvSpPr>
              <a:spLocks noChangeArrowheads="1"/>
            </p:cNvSpPr>
            <p:nvPr/>
          </p:nvSpPr>
          <p:spPr bwMode="auto">
            <a:xfrm>
              <a:off x="5010912" y="4407408"/>
              <a:ext cx="329184" cy="1389888"/>
            </a:xfrm>
            <a:prstGeom prst="rect">
              <a:avLst/>
            </a:prstGeom>
            <a:solidFill>
              <a:schemeClr val="accent1"/>
            </a:solidFill>
            <a:ln w="9525" algn="ctr">
              <a:solidFill>
                <a:schemeClr val="tx1"/>
              </a:solidFill>
              <a:round/>
              <a:headEnd/>
              <a:tailEnd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23567" name="Rectangle 13"/>
            <p:cNvSpPr>
              <a:spLocks noChangeArrowheads="1"/>
            </p:cNvSpPr>
            <p:nvPr/>
          </p:nvSpPr>
          <p:spPr bwMode="auto">
            <a:xfrm>
              <a:off x="5358384" y="4242816"/>
              <a:ext cx="329184" cy="1554480"/>
            </a:xfrm>
            <a:prstGeom prst="rect">
              <a:avLst/>
            </a:prstGeom>
            <a:solidFill>
              <a:schemeClr val="accent1"/>
            </a:solidFill>
            <a:ln w="9525" algn="ctr">
              <a:solidFill>
                <a:schemeClr val="tx1"/>
              </a:solidFill>
              <a:round/>
              <a:headEnd/>
              <a:tailEnd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23568" name="Rectangle 14"/>
            <p:cNvSpPr>
              <a:spLocks noChangeArrowheads="1"/>
            </p:cNvSpPr>
            <p:nvPr/>
          </p:nvSpPr>
          <p:spPr bwMode="auto">
            <a:xfrm>
              <a:off x="5705856" y="4233672"/>
              <a:ext cx="329184" cy="1554480"/>
            </a:xfrm>
            <a:prstGeom prst="rect">
              <a:avLst/>
            </a:prstGeom>
            <a:solidFill>
              <a:schemeClr val="accent1"/>
            </a:solidFill>
            <a:ln w="9525" algn="ctr">
              <a:solidFill>
                <a:schemeClr val="tx1"/>
              </a:solidFill>
              <a:round/>
              <a:headEnd/>
              <a:tailEnd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23569" name="Rectangle 15"/>
            <p:cNvSpPr>
              <a:spLocks noChangeArrowheads="1"/>
            </p:cNvSpPr>
            <p:nvPr/>
          </p:nvSpPr>
          <p:spPr bwMode="auto">
            <a:xfrm>
              <a:off x="6053328" y="4233672"/>
              <a:ext cx="329184" cy="1554480"/>
            </a:xfrm>
            <a:prstGeom prst="rect">
              <a:avLst/>
            </a:prstGeom>
            <a:solidFill>
              <a:schemeClr val="accent1"/>
            </a:solidFill>
            <a:ln w="9525" algn="ctr">
              <a:solidFill>
                <a:schemeClr val="tx1"/>
              </a:solidFill>
              <a:round/>
              <a:headEnd/>
              <a:tailEnd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23570" name="Rectangle 16"/>
            <p:cNvSpPr>
              <a:spLocks noChangeArrowheads="1"/>
            </p:cNvSpPr>
            <p:nvPr/>
          </p:nvSpPr>
          <p:spPr bwMode="auto">
            <a:xfrm>
              <a:off x="6400800" y="4398264"/>
              <a:ext cx="329184" cy="1389888"/>
            </a:xfrm>
            <a:prstGeom prst="rect">
              <a:avLst/>
            </a:prstGeom>
            <a:solidFill>
              <a:schemeClr val="accent1"/>
            </a:solidFill>
            <a:ln w="9525" algn="ctr">
              <a:solidFill>
                <a:schemeClr val="tx1"/>
              </a:solidFill>
              <a:round/>
              <a:headEnd/>
              <a:tailEnd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23571" name="Rectangle 17"/>
            <p:cNvSpPr>
              <a:spLocks noChangeArrowheads="1"/>
            </p:cNvSpPr>
            <p:nvPr/>
          </p:nvSpPr>
          <p:spPr bwMode="auto">
            <a:xfrm>
              <a:off x="6757416" y="4681728"/>
              <a:ext cx="329184" cy="1106424"/>
            </a:xfrm>
            <a:prstGeom prst="rect">
              <a:avLst/>
            </a:prstGeom>
            <a:solidFill>
              <a:schemeClr val="accent1"/>
            </a:solidFill>
            <a:ln w="9525" algn="ctr">
              <a:solidFill>
                <a:schemeClr val="tx1"/>
              </a:solidFill>
              <a:round/>
              <a:headEnd/>
              <a:tailEnd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23572" name="Rectangle 18"/>
            <p:cNvSpPr>
              <a:spLocks noChangeArrowheads="1"/>
            </p:cNvSpPr>
            <p:nvPr/>
          </p:nvSpPr>
          <p:spPr bwMode="auto">
            <a:xfrm>
              <a:off x="7114032" y="4992624"/>
              <a:ext cx="329184" cy="804672"/>
            </a:xfrm>
            <a:prstGeom prst="rect">
              <a:avLst/>
            </a:prstGeom>
            <a:solidFill>
              <a:schemeClr val="accent1"/>
            </a:solidFill>
            <a:ln w="9525" algn="ctr">
              <a:solidFill>
                <a:schemeClr val="tx1"/>
              </a:solidFill>
              <a:round/>
              <a:headEnd/>
              <a:tailEnd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23573" name="Rectangle 19"/>
            <p:cNvSpPr>
              <a:spLocks noChangeArrowheads="1"/>
            </p:cNvSpPr>
            <p:nvPr/>
          </p:nvSpPr>
          <p:spPr bwMode="auto">
            <a:xfrm>
              <a:off x="7461504" y="5321808"/>
              <a:ext cx="329184" cy="466344"/>
            </a:xfrm>
            <a:prstGeom prst="rect">
              <a:avLst/>
            </a:prstGeom>
            <a:solidFill>
              <a:schemeClr val="accent1"/>
            </a:solidFill>
            <a:ln w="9525" algn="ctr">
              <a:solidFill>
                <a:schemeClr val="tx1"/>
              </a:solidFill>
              <a:round/>
              <a:headEnd/>
              <a:tailEnd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23574" name="Rectangle 20"/>
            <p:cNvSpPr>
              <a:spLocks noChangeArrowheads="1"/>
            </p:cNvSpPr>
            <p:nvPr/>
          </p:nvSpPr>
          <p:spPr bwMode="auto">
            <a:xfrm>
              <a:off x="7808976" y="4325112"/>
              <a:ext cx="329184" cy="1444752"/>
            </a:xfrm>
            <a:prstGeom prst="rect">
              <a:avLst/>
            </a:prstGeom>
            <a:solidFill>
              <a:schemeClr val="accent1"/>
            </a:solidFill>
            <a:ln w="9525" algn="ctr">
              <a:solidFill>
                <a:schemeClr val="tx1"/>
              </a:solidFill>
              <a:round/>
              <a:headEnd/>
              <a:tailEnd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23575" name="Rectangle 21"/>
            <p:cNvSpPr>
              <a:spLocks noChangeArrowheads="1"/>
            </p:cNvSpPr>
            <p:nvPr/>
          </p:nvSpPr>
          <p:spPr bwMode="auto">
            <a:xfrm>
              <a:off x="8156448" y="4242816"/>
              <a:ext cx="329184" cy="1527048"/>
            </a:xfrm>
            <a:prstGeom prst="rect">
              <a:avLst/>
            </a:prstGeom>
            <a:solidFill>
              <a:schemeClr val="accent1"/>
            </a:solidFill>
            <a:ln w="9525" algn="ctr">
              <a:solidFill>
                <a:schemeClr val="tx1"/>
              </a:solidFill>
              <a:round/>
              <a:headEnd/>
              <a:tailEnd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23576" name="Freeform 11"/>
            <p:cNvSpPr>
              <a:spLocks/>
            </p:cNvSpPr>
            <p:nvPr/>
          </p:nvSpPr>
          <p:spPr bwMode="auto">
            <a:xfrm>
              <a:off x="5029200" y="3547872"/>
              <a:ext cx="3374136" cy="1744980"/>
            </a:xfrm>
            <a:custGeom>
              <a:avLst/>
              <a:gdLst>
                <a:gd name="T0" fmla="*/ 0 w 3374136"/>
                <a:gd name="T1" fmla="*/ 1353312 h 1744980"/>
                <a:gd name="T2" fmla="*/ 219456 w 3374136"/>
                <a:gd name="T3" fmla="*/ 822960 h 1744980"/>
                <a:gd name="T4" fmla="*/ 585216 w 3374136"/>
                <a:gd name="T5" fmla="*/ 576072 h 1744980"/>
                <a:gd name="T6" fmla="*/ 932688 w 3374136"/>
                <a:gd name="T7" fmla="*/ 109728 h 1744980"/>
                <a:gd name="T8" fmla="*/ 1188720 w 3374136"/>
                <a:gd name="T9" fmla="*/ 36576 h 1744980"/>
                <a:gd name="T10" fmla="*/ 1252728 w 3374136"/>
                <a:gd name="T11" fmla="*/ 329184 h 1744980"/>
                <a:gd name="T12" fmla="*/ 1472184 w 3374136"/>
                <a:gd name="T13" fmla="*/ 722376 h 1744980"/>
                <a:gd name="T14" fmla="*/ 1591056 w 3374136"/>
                <a:gd name="T15" fmla="*/ 950976 h 1744980"/>
                <a:gd name="T16" fmla="*/ 1737360 w 3374136"/>
                <a:gd name="T17" fmla="*/ 1472184 h 1744980"/>
                <a:gd name="T18" fmla="*/ 2039112 w 3374136"/>
                <a:gd name="T19" fmla="*/ 1042416 h 1744980"/>
                <a:gd name="T20" fmla="*/ 2340864 w 3374136"/>
                <a:gd name="T21" fmla="*/ 1353312 h 1744980"/>
                <a:gd name="T22" fmla="*/ 2514600 w 3374136"/>
                <a:gd name="T23" fmla="*/ 1645920 h 1744980"/>
                <a:gd name="T24" fmla="*/ 2670048 w 3374136"/>
                <a:gd name="T25" fmla="*/ 1618488 h 1744980"/>
                <a:gd name="T26" fmla="*/ 2734056 w 3374136"/>
                <a:gd name="T27" fmla="*/ 886968 h 1744980"/>
                <a:gd name="T28" fmla="*/ 2916936 w 3374136"/>
                <a:gd name="T29" fmla="*/ 694944 h 1744980"/>
                <a:gd name="T30" fmla="*/ 3026664 w 3374136"/>
                <a:gd name="T31" fmla="*/ 475488 h 1744980"/>
                <a:gd name="T32" fmla="*/ 3191256 w 3374136"/>
                <a:gd name="T33" fmla="*/ 457200 h 1744980"/>
                <a:gd name="T34" fmla="*/ 3374136 w 3374136"/>
                <a:gd name="T35" fmla="*/ 585216 h 1744980"/>
                <a:gd name="T36" fmla="*/ 0 60000 65536"/>
                <a:gd name="T37" fmla="*/ 0 60000 65536"/>
                <a:gd name="T38" fmla="*/ 0 60000 65536"/>
                <a:gd name="T39" fmla="*/ 0 60000 65536"/>
                <a:gd name="T40" fmla="*/ 0 60000 65536"/>
                <a:gd name="T41" fmla="*/ 0 60000 65536"/>
                <a:gd name="T42" fmla="*/ 0 60000 65536"/>
                <a:gd name="T43" fmla="*/ 0 60000 65536"/>
                <a:gd name="T44" fmla="*/ 0 60000 65536"/>
                <a:gd name="T45" fmla="*/ 0 60000 65536"/>
                <a:gd name="T46" fmla="*/ 0 60000 65536"/>
                <a:gd name="T47" fmla="*/ 0 60000 65536"/>
                <a:gd name="T48" fmla="*/ 0 60000 65536"/>
                <a:gd name="T49" fmla="*/ 0 60000 65536"/>
                <a:gd name="T50" fmla="*/ 0 60000 65536"/>
                <a:gd name="T51" fmla="*/ 0 60000 65536"/>
                <a:gd name="T52" fmla="*/ 0 60000 65536"/>
                <a:gd name="T53" fmla="*/ 0 60000 65536"/>
                <a:gd name="T54" fmla="*/ 0 w 3374136"/>
                <a:gd name="T55" fmla="*/ 0 h 1744980"/>
                <a:gd name="T56" fmla="*/ 3374136 w 3374136"/>
                <a:gd name="T57" fmla="*/ 1744980 h 1744980"/>
              </a:gdLst>
              <a:ahLst/>
              <a:cxnLst>
                <a:cxn ang="T36">
                  <a:pos x="T0" y="T1"/>
                </a:cxn>
                <a:cxn ang="T37">
                  <a:pos x="T2" y="T3"/>
                </a:cxn>
                <a:cxn ang="T38">
                  <a:pos x="T4" y="T5"/>
                </a:cxn>
                <a:cxn ang="T39">
                  <a:pos x="T6" y="T7"/>
                </a:cxn>
                <a:cxn ang="T40">
                  <a:pos x="T8" y="T9"/>
                </a:cxn>
                <a:cxn ang="T41">
                  <a:pos x="T10" y="T11"/>
                </a:cxn>
                <a:cxn ang="T42">
                  <a:pos x="T12" y="T13"/>
                </a:cxn>
                <a:cxn ang="T43">
                  <a:pos x="T14" y="T15"/>
                </a:cxn>
                <a:cxn ang="T44">
                  <a:pos x="T16" y="T17"/>
                </a:cxn>
                <a:cxn ang="T45">
                  <a:pos x="T18" y="T19"/>
                </a:cxn>
                <a:cxn ang="T46">
                  <a:pos x="T20" y="T21"/>
                </a:cxn>
                <a:cxn ang="T47">
                  <a:pos x="T22" y="T23"/>
                </a:cxn>
                <a:cxn ang="T48">
                  <a:pos x="T24" y="T25"/>
                </a:cxn>
                <a:cxn ang="T49">
                  <a:pos x="T26" y="T27"/>
                </a:cxn>
                <a:cxn ang="T50">
                  <a:pos x="T28" y="T29"/>
                </a:cxn>
                <a:cxn ang="T51">
                  <a:pos x="T30" y="T31"/>
                </a:cxn>
                <a:cxn ang="T52">
                  <a:pos x="T32" y="T33"/>
                </a:cxn>
                <a:cxn ang="T53">
                  <a:pos x="T34" y="T35"/>
                </a:cxn>
              </a:cxnLst>
              <a:rect l="T54" t="T55" r="T56" b="T57"/>
              <a:pathLst>
                <a:path w="3374136" h="1744980">
                  <a:moveTo>
                    <a:pt x="0" y="1353312"/>
                  </a:moveTo>
                  <a:cubicBezTo>
                    <a:pt x="60960" y="1152906"/>
                    <a:pt x="121920" y="952500"/>
                    <a:pt x="219456" y="822960"/>
                  </a:cubicBezTo>
                  <a:cubicBezTo>
                    <a:pt x="316992" y="693420"/>
                    <a:pt x="466344" y="694944"/>
                    <a:pt x="585216" y="576072"/>
                  </a:cubicBezTo>
                  <a:cubicBezTo>
                    <a:pt x="704088" y="457200"/>
                    <a:pt x="832104" y="199644"/>
                    <a:pt x="932688" y="109728"/>
                  </a:cubicBezTo>
                  <a:cubicBezTo>
                    <a:pt x="1033272" y="19812"/>
                    <a:pt x="1135380" y="0"/>
                    <a:pt x="1188720" y="36576"/>
                  </a:cubicBezTo>
                  <a:cubicBezTo>
                    <a:pt x="1242060" y="73152"/>
                    <a:pt x="1205484" y="214884"/>
                    <a:pt x="1252728" y="329184"/>
                  </a:cubicBezTo>
                  <a:cubicBezTo>
                    <a:pt x="1299972" y="443484"/>
                    <a:pt x="1415796" y="618744"/>
                    <a:pt x="1472184" y="722376"/>
                  </a:cubicBezTo>
                  <a:cubicBezTo>
                    <a:pt x="1528572" y="826008"/>
                    <a:pt x="1546860" y="826008"/>
                    <a:pt x="1591056" y="950976"/>
                  </a:cubicBezTo>
                  <a:cubicBezTo>
                    <a:pt x="1635252" y="1075944"/>
                    <a:pt x="1662684" y="1456944"/>
                    <a:pt x="1737360" y="1472184"/>
                  </a:cubicBezTo>
                  <a:cubicBezTo>
                    <a:pt x="1812036" y="1487424"/>
                    <a:pt x="1938528" y="1062228"/>
                    <a:pt x="2039112" y="1042416"/>
                  </a:cubicBezTo>
                  <a:cubicBezTo>
                    <a:pt x="2139696" y="1022604"/>
                    <a:pt x="2261616" y="1252728"/>
                    <a:pt x="2340864" y="1353312"/>
                  </a:cubicBezTo>
                  <a:cubicBezTo>
                    <a:pt x="2420112" y="1453896"/>
                    <a:pt x="2459736" y="1601724"/>
                    <a:pt x="2514600" y="1645920"/>
                  </a:cubicBezTo>
                  <a:cubicBezTo>
                    <a:pt x="2569464" y="1690116"/>
                    <a:pt x="2633472" y="1744980"/>
                    <a:pt x="2670048" y="1618488"/>
                  </a:cubicBezTo>
                  <a:cubicBezTo>
                    <a:pt x="2706624" y="1491996"/>
                    <a:pt x="2692908" y="1040892"/>
                    <a:pt x="2734056" y="886968"/>
                  </a:cubicBezTo>
                  <a:cubicBezTo>
                    <a:pt x="2775204" y="733044"/>
                    <a:pt x="2868168" y="763524"/>
                    <a:pt x="2916936" y="694944"/>
                  </a:cubicBezTo>
                  <a:cubicBezTo>
                    <a:pt x="2965704" y="626364"/>
                    <a:pt x="2980944" y="515112"/>
                    <a:pt x="3026664" y="475488"/>
                  </a:cubicBezTo>
                  <a:cubicBezTo>
                    <a:pt x="3072384" y="435864"/>
                    <a:pt x="3133344" y="438912"/>
                    <a:pt x="3191256" y="457200"/>
                  </a:cubicBezTo>
                  <a:cubicBezTo>
                    <a:pt x="3249168" y="475488"/>
                    <a:pt x="3311652" y="530352"/>
                    <a:pt x="3374136" y="585216"/>
                  </a:cubicBezTo>
                </a:path>
              </a:pathLst>
            </a:custGeom>
            <a:noFill/>
            <a:ln w="25400" cap="flat" cmpd="sng" algn="ctr">
              <a:solidFill>
                <a:srgbClr val="FF0000"/>
              </a:solidFill>
              <a:prstDash val="solid"/>
              <a:round/>
              <a:headEnd type="none" w="med" len="med"/>
              <a:tailEnd type="none" w="med" len="med"/>
            </a:ln>
          </p:spPr>
          <p:txBody>
            <a:bodyPr/>
            <a:lstStyle/>
            <a:p>
              <a:endParaRPr lang="en-GB"/>
            </a:p>
          </p:txBody>
        </p:sp>
        <p:sp>
          <p:nvSpPr>
            <p:cNvPr id="24" name="Freeform 23"/>
            <p:cNvSpPr/>
            <p:nvPr/>
          </p:nvSpPr>
          <p:spPr bwMode="auto">
            <a:xfrm>
              <a:off x="5011583" y="4125748"/>
              <a:ext cx="3419201" cy="1162453"/>
            </a:xfrm>
            <a:custGeom>
              <a:avLst/>
              <a:gdLst>
                <a:gd name="connsiteX0" fmla="*/ 0 w 3419856"/>
                <a:gd name="connsiteY0" fmla="*/ 748284 h 1162812"/>
                <a:gd name="connsiteX1" fmla="*/ 201168 w 3419856"/>
                <a:gd name="connsiteY1" fmla="*/ 254508 h 1162812"/>
                <a:gd name="connsiteX2" fmla="*/ 466344 w 3419856"/>
                <a:gd name="connsiteY2" fmla="*/ 108204 h 1162812"/>
                <a:gd name="connsiteX3" fmla="*/ 1399032 w 3419856"/>
                <a:gd name="connsiteY3" fmla="*/ 126492 h 1162812"/>
                <a:gd name="connsiteX4" fmla="*/ 2240280 w 3419856"/>
                <a:gd name="connsiteY4" fmla="*/ 867156 h 1162812"/>
                <a:gd name="connsiteX5" fmla="*/ 2596896 w 3419856"/>
                <a:gd name="connsiteY5" fmla="*/ 1132332 h 1162812"/>
                <a:gd name="connsiteX6" fmla="*/ 2734056 w 3419856"/>
                <a:gd name="connsiteY6" fmla="*/ 684276 h 1162812"/>
                <a:gd name="connsiteX7" fmla="*/ 2779776 w 3419856"/>
                <a:gd name="connsiteY7" fmla="*/ 263652 h 1162812"/>
                <a:gd name="connsiteX8" fmla="*/ 3227832 w 3419856"/>
                <a:gd name="connsiteY8" fmla="*/ 135636 h 1162812"/>
                <a:gd name="connsiteX9" fmla="*/ 3419856 w 3419856"/>
                <a:gd name="connsiteY9" fmla="*/ 126492 h 116281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</a:cxnLst>
              <a:rect l="l" t="t" r="r" b="b"/>
              <a:pathLst>
                <a:path w="3419856" h="1162812">
                  <a:moveTo>
                    <a:pt x="0" y="748284"/>
                  </a:moveTo>
                  <a:cubicBezTo>
                    <a:pt x="61722" y="554736"/>
                    <a:pt x="123444" y="361188"/>
                    <a:pt x="201168" y="254508"/>
                  </a:cubicBezTo>
                  <a:cubicBezTo>
                    <a:pt x="278892" y="147828"/>
                    <a:pt x="266700" y="129540"/>
                    <a:pt x="466344" y="108204"/>
                  </a:cubicBezTo>
                  <a:cubicBezTo>
                    <a:pt x="665988" y="86868"/>
                    <a:pt x="1103376" y="0"/>
                    <a:pt x="1399032" y="126492"/>
                  </a:cubicBezTo>
                  <a:cubicBezTo>
                    <a:pt x="1694688" y="252984"/>
                    <a:pt x="2040636" y="699516"/>
                    <a:pt x="2240280" y="867156"/>
                  </a:cubicBezTo>
                  <a:cubicBezTo>
                    <a:pt x="2439924" y="1034796"/>
                    <a:pt x="2514600" y="1162812"/>
                    <a:pt x="2596896" y="1132332"/>
                  </a:cubicBezTo>
                  <a:cubicBezTo>
                    <a:pt x="2679192" y="1101852"/>
                    <a:pt x="2703576" y="829056"/>
                    <a:pt x="2734056" y="684276"/>
                  </a:cubicBezTo>
                  <a:cubicBezTo>
                    <a:pt x="2764536" y="539496"/>
                    <a:pt x="2697480" y="355092"/>
                    <a:pt x="2779776" y="263652"/>
                  </a:cubicBezTo>
                  <a:cubicBezTo>
                    <a:pt x="2862072" y="172212"/>
                    <a:pt x="3121152" y="158496"/>
                    <a:pt x="3227832" y="135636"/>
                  </a:cubicBezTo>
                  <a:cubicBezTo>
                    <a:pt x="3334512" y="112776"/>
                    <a:pt x="3377184" y="119634"/>
                    <a:pt x="3419856" y="126492"/>
                  </a:cubicBezTo>
                </a:path>
              </a:pathLst>
            </a:custGeom>
            <a:noFill/>
            <a:ln w="25400" cap="flat" cmpd="sng" algn="ctr">
              <a:solidFill>
                <a:schemeClr val="accent6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/>
            <a:lstStyle/>
            <a:p>
              <a:pPr>
                <a:defRPr/>
              </a:pPr>
              <a:endParaRPr lang="en-US"/>
            </a:p>
          </p:txBody>
        </p:sp>
        <p:cxnSp>
          <p:nvCxnSpPr>
            <p:cNvPr id="23578" name="Straight Connector 27"/>
            <p:cNvCxnSpPr>
              <a:cxnSpLocks noChangeShapeType="1"/>
            </p:cNvCxnSpPr>
            <p:nvPr/>
          </p:nvCxnSpPr>
          <p:spPr bwMode="auto">
            <a:xfrm>
              <a:off x="5029200" y="4224528"/>
              <a:ext cx="3346704" cy="18288"/>
            </a:xfrm>
            <a:prstGeom prst="line">
              <a:avLst/>
            </a:prstGeom>
            <a:noFill/>
            <a:ln w="9525" algn="ctr">
              <a:solidFill>
                <a:schemeClr val="tx1"/>
              </a:solidFill>
              <a:prstDash val="dash"/>
              <a:round/>
              <a:headEnd/>
              <a:tailEnd/>
            </a:ln>
          </p:spPr>
        </p:cxnSp>
      </p:grpSp>
      <p:sp>
        <p:nvSpPr>
          <p:cNvPr id="23558" name="TextBox 31"/>
          <p:cNvSpPr txBox="1">
            <a:spLocks noChangeArrowheads="1"/>
          </p:cNvSpPr>
          <p:nvPr/>
        </p:nvSpPr>
        <p:spPr bwMode="auto">
          <a:xfrm>
            <a:off x="395288" y="3071813"/>
            <a:ext cx="3663950" cy="5238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r>
              <a:rPr lang="en-GB" sz="1400"/>
              <a:t>Digitised signal, using full quantisation range</a:t>
            </a:r>
            <a:endParaRPr lang="en-US" sz="1400"/>
          </a:p>
        </p:txBody>
      </p:sp>
      <p:sp>
        <p:nvSpPr>
          <p:cNvPr id="23559" name="TextBox 32"/>
          <p:cNvSpPr txBox="1">
            <a:spLocks noChangeArrowheads="1"/>
          </p:cNvSpPr>
          <p:nvPr/>
        </p:nvSpPr>
        <p:spPr bwMode="auto">
          <a:xfrm>
            <a:off x="4692650" y="3027363"/>
            <a:ext cx="3857625" cy="738187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r>
              <a:rPr lang="en-GB" sz="1400"/>
              <a:t>Digital processing requires increasing the amplitude, but this excedes the quantisation range</a:t>
            </a:r>
            <a:endParaRPr lang="en-US" sz="1400"/>
          </a:p>
        </p:txBody>
      </p:sp>
      <p:sp>
        <p:nvSpPr>
          <p:cNvPr id="23560" name="TextBox 33"/>
          <p:cNvSpPr txBox="1">
            <a:spLocks noChangeArrowheads="1"/>
          </p:cNvSpPr>
          <p:nvPr/>
        </p:nvSpPr>
        <p:spPr bwMode="auto">
          <a:xfrm>
            <a:off x="6345238" y="3703638"/>
            <a:ext cx="2052637" cy="27622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>
            <a:spAutoFit/>
          </a:bodyPr>
          <a:lstStyle/>
          <a:p>
            <a:r>
              <a:rPr lang="en-GB" sz="1200"/>
              <a:t>required amplified signal</a:t>
            </a:r>
            <a:endParaRPr lang="en-US"/>
          </a:p>
        </p:txBody>
      </p:sp>
      <p:cxnSp>
        <p:nvCxnSpPr>
          <p:cNvPr id="23561" name="Straight Arrow Connector 35"/>
          <p:cNvCxnSpPr>
            <a:cxnSpLocks noChangeShapeType="1"/>
          </p:cNvCxnSpPr>
          <p:nvPr/>
        </p:nvCxnSpPr>
        <p:spPr bwMode="auto">
          <a:xfrm rot="5400000">
            <a:off x="6377782" y="4018756"/>
            <a:ext cx="311150" cy="173037"/>
          </a:xfrm>
          <a:prstGeom prst="straightConnector1">
            <a:avLst/>
          </a:prstGeom>
          <a:noFill/>
          <a:ln w="9525" algn="ctr">
            <a:solidFill>
              <a:schemeClr val="tx1"/>
            </a:solidFill>
            <a:round/>
            <a:headEnd/>
            <a:tailEnd type="arrow" w="med" len="med"/>
          </a:ln>
        </p:spPr>
      </p:cxnSp>
      <p:sp>
        <p:nvSpPr>
          <p:cNvPr id="23562" name="TextBox 37"/>
          <p:cNvSpPr txBox="1">
            <a:spLocks noChangeArrowheads="1"/>
          </p:cNvSpPr>
          <p:nvPr/>
        </p:nvSpPr>
        <p:spPr bwMode="auto">
          <a:xfrm>
            <a:off x="6858000" y="3959225"/>
            <a:ext cx="1801813" cy="46196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r>
              <a:rPr lang="en-GB" sz="1200"/>
              <a:t>maximum available signal</a:t>
            </a:r>
            <a:endParaRPr lang="en-US"/>
          </a:p>
        </p:txBody>
      </p:sp>
      <p:cxnSp>
        <p:nvCxnSpPr>
          <p:cNvPr id="23563" name="Straight Arrow Connector 38"/>
          <p:cNvCxnSpPr>
            <a:cxnSpLocks noChangeShapeType="1"/>
          </p:cNvCxnSpPr>
          <p:nvPr/>
        </p:nvCxnSpPr>
        <p:spPr bwMode="auto">
          <a:xfrm rot="5400000">
            <a:off x="6876257" y="4361656"/>
            <a:ext cx="438150" cy="401637"/>
          </a:xfrm>
          <a:prstGeom prst="straightConnector1">
            <a:avLst/>
          </a:prstGeom>
          <a:noFill/>
          <a:ln w="9525" algn="ctr">
            <a:solidFill>
              <a:schemeClr val="tx1"/>
            </a:solidFill>
            <a:round/>
            <a:headEnd/>
            <a:tailEnd type="arrow" w="med" len="med"/>
          </a:ln>
        </p:spPr>
      </p:cxnSp>
      <p:sp>
        <p:nvSpPr>
          <p:cNvPr id="23564" name="TextBox 40"/>
          <p:cNvSpPr txBox="1">
            <a:spLocks noChangeArrowheads="1"/>
          </p:cNvSpPr>
          <p:nvPr/>
        </p:nvSpPr>
        <p:spPr bwMode="auto">
          <a:xfrm>
            <a:off x="395288" y="850900"/>
            <a:ext cx="1520825" cy="33813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>
            <a:spAutoFit/>
          </a:bodyPr>
          <a:lstStyle/>
          <a:p>
            <a:r>
              <a:rPr lang="en-GB" b="1"/>
              <a:t>The problem:</a:t>
            </a:r>
            <a:endParaRPr lang="en-US" b="1"/>
          </a:p>
        </p:txBody>
      </p:sp>
    </p:spTree>
    <p:extLst>
      <p:ext uri="{BB962C8B-B14F-4D97-AF65-F5344CB8AC3E}">
        <p14:creationId xmlns:p14="http://schemas.microsoft.com/office/powerpoint/2010/main" val="2109349738"/>
      </p:ext>
    </p:extLst>
  </p:cSld>
  <p:clrMapOvr>
    <a:masterClrMapping/>
  </p:clrMapOvr>
</p:sld>
</file>

<file path=ppt/slides/slide14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578" name="TextBox 1"/>
          <p:cNvSpPr txBox="1">
            <a:spLocks noChangeArrowheads="1"/>
          </p:cNvSpPr>
          <p:nvPr/>
        </p:nvSpPr>
        <p:spPr bwMode="auto">
          <a:xfrm>
            <a:off x="395288" y="877888"/>
            <a:ext cx="5584825" cy="156966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pPr marL="182563" indent="-182563"/>
            <a:r>
              <a:rPr lang="en-US" sz="1600" b="1" dirty="0"/>
              <a:t>Signal exceeds the maximum </a:t>
            </a:r>
            <a:r>
              <a:rPr lang="en-US" sz="1600" b="1" dirty="0" err="1"/>
              <a:t>quantisation</a:t>
            </a:r>
            <a:r>
              <a:rPr lang="en-US" sz="1600" b="1" dirty="0"/>
              <a:t> level</a:t>
            </a:r>
          </a:p>
          <a:p>
            <a:pPr marL="182563" indent="-182563">
              <a:buFont typeface="Arial" charset="0"/>
              <a:buChar char="•"/>
            </a:pPr>
            <a:r>
              <a:rPr lang="en-US" sz="1600" dirty="0"/>
              <a:t>when the analogue input is greater than the available </a:t>
            </a:r>
            <a:r>
              <a:rPr lang="en-US" sz="1600" dirty="0" err="1"/>
              <a:t>quantisation</a:t>
            </a:r>
            <a:r>
              <a:rPr lang="en-US" sz="1600" dirty="0"/>
              <a:t> range </a:t>
            </a:r>
          </a:p>
          <a:p>
            <a:pPr marL="182563" indent="-182563">
              <a:buFont typeface="Arial" charset="0"/>
              <a:buChar char="•"/>
            </a:pPr>
            <a:r>
              <a:rPr lang="en-US" sz="1600" dirty="0"/>
              <a:t>when some signal-processing operation results in a sample value larger than the maximum </a:t>
            </a:r>
            <a:r>
              <a:rPr lang="en-US" sz="1600" dirty="0" err="1"/>
              <a:t>quantisation</a:t>
            </a:r>
            <a:r>
              <a:rPr lang="en-US" sz="1600" dirty="0"/>
              <a:t> level</a:t>
            </a:r>
          </a:p>
        </p:txBody>
      </p:sp>
      <p:sp>
        <p:nvSpPr>
          <p:cNvPr id="24579" name="TextBox 2"/>
          <p:cNvSpPr txBox="1">
            <a:spLocks noChangeArrowheads="1"/>
          </p:cNvSpPr>
          <p:nvPr/>
        </p:nvSpPr>
        <p:spPr bwMode="auto">
          <a:xfrm>
            <a:off x="395288" y="331788"/>
            <a:ext cx="2687637" cy="46196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>
            <a:spAutoFit/>
          </a:bodyPr>
          <a:lstStyle/>
          <a:p>
            <a:r>
              <a:rPr lang="en-GB" sz="2400" b="1"/>
              <a:t>“Over” Indicators</a:t>
            </a:r>
            <a:endParaRPr lang="en-US" sz="2400" b="1"/>
          </a:p>
        </p:txBody>
      </p:sp>
      <p:grpSp>
        <p:nvGrpSpPr>
          <p:cNvPr id="2" name="Group 19"/>
          <p:cNvGrpSpPr>
            <a:grpSpLocks/>
          </p:cNvGrpSpPr>
          <p:nvPr/>
        </p:nvGrpSpPr>
        <p:grpSpPr bwMode="auto">
          <a:xfrm>
            <a:off x="6191250" y="331788"/>
            <a:ext cx="2952750" cy="1789112"/>
            <a:chOff x="6191250" y="331788"/>
            <a:chExt cx="2952750" cy="1789112"/>
          </a:xfrm>
        </p:grpSpPr>
        <p:pic>
          <p:nvPicPr>
            <p:cNvPr id="24582" name="Picture 2"/>
            <p:cNvPicPr>
              <a:picLocks noChangeAspect="1" noChangeArrowheads="1"/>
            </p:cNvPicPr>
            <p:nvPr/>
          </p:nvPicPr>
          <p:blipFill>
            <a:blip r:embed="rId2" cstate="print"/>
            <a:srcRect l="5528" b="17451"/>
            <a:stretch>
              <a:fillRect/>
            </a:stretch>
          </p:blipFill>
          <p:spPr bwMode="auto">
            <a:xfrm>
              <a:off x="6191250" y="745565"/>
              <a:ext cx="2952750" cy="1375335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</p:pic>
        <p:sp>
          <p:nvSpPr>
            <p:cNvPr id="24583" name="Rectangle 5"/>
            <p:cNvSpPr>
              <a:spLocks noChangeArrowheads="1"/>
            </p:cNvSpPr>
            <p:nvPr/>
          </p:nvSpPr>
          <p:spPr bwMode="auto">
            <a:xfrm>
              <a:off x="6290475" y="991024"/>
              <a:ext cx="259266" cy="1065999"/>
            </a:xfrm>
            <a:prstGeom prst="rect">
              <a:avLst/>
            </a:prstGeom>
            <a:solidFill>
              <a:schemeClr val="accent1"/>
            </a:solidFill>
            <a:ln w="9525" algn="ctr">
              <a:solidFill>
                <a:schemeClr val="tx1"/>
              </a:solidFill>
              <a:round/>
              <a:headEnd/>
              <a:tailEnd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24584" name="Rectangle 6"/>
            <p:cNvSpPr>
              <a:spLocks noChangeArrowheads="1"/>
            </p:cNvSpPr>
            <p:nvPr/>
          </p:nvSpPr>
          <p:spPr bwMode="auto">
            <a:xfrm>
              <a:off x="6564145" y="864787"/>
              <a:ext cx="259266" cy="1192236"/>
            </a:xfrm>
            <a:prstGeom prst="rect">
              <a:avLst/>
            </a:prstGeom>
            <a:solidFill>
              <a:schemeClr val="accent1"/>
            </a:solidFill>
            <a:ln w="9525" algn="ctr">
              <a:solidFill>
                <a:schemeClr val="tx1"/>
              </a:solidFill>
              <a:round/>
              <a:headEnd/>
              <a:tailEnd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24585" name="Rectangle 7"/>
            <p:cNvSpPr>
              <a:spLocks noChangeArrowheads="1"/>
            </p:cNvSpPr>
            <p:nvPr/>
          </p:nvSpPr>
          <p:spPr bwMode="auto">
            <a:xfrm>
              <a:off x="6837814" y="857774"/>
              <a:ext cx="259266" cy="1192236"/>
            </a:xfrm>
            <a:prstGeom prst="rect">
              <a:avLst/>
            </a:prstGeom>
            <a:solidFill>
              <a:schemeClr val="accent1"/>
            </a:solidFill>
            <a:ln w="9525" algn="ctr">
              <a:solidFill>
                <a:schemeClr val="tx1"/>
              </a:solidFill>
              <a:round/>
              <a:headEnd/>
              <a:tailEnd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24586" name="Rectangle 8"/>
            <p:cNvSpPr>
              <a:spLocks noChangeArrowheads="1"/>
            </p:cNvSpPr>
            <p:nvPr/>
          </p:nvSpPr>
          <p:spPr bwMode="auto">
            <a:xfrm>
              <a:off x="7111484" y="857774"/>
              <a:ext cx="259266" cy="1192236"/>
            </a:xfrm>
            <a:prstGeom prst="rect">
              <a:avLst/>
            </a:prstGeom>
            <a:solidFill>
              <a:schemeClr val="accent1"/>
            </a:solidFill>
            <a:ln w="9525" algn="ctr">
              <a:solidFill>
                <a:schemeClr val="tx1"/>
              </a:solidFill>
              <a:round/>
              <a:headEnd/>
              <a:tailEnd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24587" name="Rectangle 9"/>
            <p:cNvSpPr>
              <a:spLocks noChangeArrowheads="1"/>
            </p:cNvSpPr>
            <p:nvPr/>
          </p:nvSpPr>
          <p:spPr bwMode="auto">
            <a:xfrm>
              <a:off x="7385153" y="984012"/>
              <a:ext cx="259266" cy="1065999"/>
            </a:xfrm>
            <a:prstGeom prst="rect">
              <a:avLst/>
            </a:prstGeom>
            <a:solidFill>
              <a:schemeClr val="accent1"/>
            </a:solidFill>
            <a:ln w="9525" algn="ctr">
              <a:solidFill>
                <a:schemeClr val="tx1"/>
              </a:solidFill>
              <a:round/>
              <a:headEnd/>
              <a:tailEnd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24588" name="Rectangle 10"/>
            <p:cNvSpPr>
              <a:spLocks noChangeArrowheads="1"/>
            </p:cNvSpPr>
            <p:nvPr/>
          </p:nvSpPr>
          <p:spPr bwMode="auto">
            <a:xfrm>
              <a:off x="7666025" y="1201419"/>
              <a:ext cx="259266" cy="848591"/>
            </a:xfrm>
            <a:prstGeom prst="rect">
              <a:avLst/>
            </a:prstGeom>
            <a:solidFill>
              <a:schemeClr val="accent1"/>
            </a:solidFill>
            <a:ln w="9525" algn="ctr">
              <a:solidFill>
                <a:schemeClr val="tx1"/>
              </a:solidFill>
              <a:round/>
              <a:headEnd/>
              <a:tailEnd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24589" name="Rectangle 11"/>
            <p:cNvSpPr>
              <a:spLocks noChangeArrowheads="1"/>
            </p:cNvSpPr>
            <p:nvPr/>
          </p:nvSpPr>
          <p:spPr bwMode="auto">
            <a:xfrm>
              <a:off x="7946896" y="1439866"/>
              <a:ext cx="259266" cy="617157"/>
            </a:xfrm>
            <a:prstGeom prst="rect">
              <a:avLst/>
            </a:prstGeom>
            <a:solidFill>
              <a:schemeClr val="accent1"/>
            </a:solidFill>
            <a:ln w="9525" algn="ctr">
              <a:solidFill>
                <a:schemeClr val="tx1"/>
              </a:solidFill>
              <a:round/>
              <a:headEnd/>
              <a:tailEnd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24590" name="Rectangle 12"/>
            <p:cNvSpPr>
              <a:spLocks noChangeArrowheads="1"/>
            </p:cNvSpPr>
            <p:nvPr/>
          </p:nvSpPr>
          <p:spPr bwMode="auto">
            <a:xfrm>
              <a:off x="8220565" y="1628775"/>
              <a:ext cx="259266" cy="421235"/>
            </a:xfrm>
            <a:prstGeom prst="rect">
              <a:avLst/>
            </a:prstGeom>
            <a:solidFill>
              <a:schemeClr val="accent1"/>
            </a:solidFill>
            <a:ln w="9525" algn="ctr">
              <a:solidFill>
                <a:schemeClr val="tx1"/>
              </a:solidFill>
              <a:round/>
              <a:headEnd/>
              <a:tailEnd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24591" name="Rectangle 13"/>
            <p:cNvSpPr>
              <a:spLocks noChangeArrowheads="1"/>
            </p:cNvSpPr>
            <p:nvPr/>
          </p:nvSpPr>
          <p:spPr bwMode="auto">
            <a:xfrm>
              <a:off x="8494235" y="927906"/>
              <a:ext cx="259266" cy="1108078"/>
            </a:xfrm>
            <a:prstGeom prst="rect">
              <a:avLst/>
            </a:prstGeom>
            <a:solidFill>
              <a:schemeClr val="accent1"/>
            </a:solidFill>
            <a:ln w="9525" algn="ctr">
              <a:solidFill>
                <a:schemeClr val="tx1"/>
              </a:solidFill>
              <a:round/>
              <a:headEnd/>
              <a:tailEnd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24592" name="Rectangle 14"/>
            <p:cNvSpPr>
              <a:spLocks noChangeArrowheads="1"/>
            </p:cNvSpPr>
            <p:nvPr/>
          </p:nvSpPr>
          <p:spPr bwMode="auto">
            <a:xfrm>
              <a:off x="8767904" y="864787"/>
              <a:ext cx="259266" cy="1171196"/>
            </a:xfrm>
            <a:prstGeom prst="rect">
              <a:avLst/>
            </a:prstGeom>
            <a:solidFill>
              <a:schemeClr val="accent1"/>
            </a:solidFill>
            <a:ln w="9525" algn="ctr">
              <a:solidFill>
                <a:schemeClr val="tx1"/>
              </a:solidFill>
              <a:round/>
              <a:headEnd/>
              <a:tailEnd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24593" name="Freeform 15"/>
            <p:cNvSpPr>
              <a:spLocks/>
            </p:cNvSpPr>
            <p:nvPr/>
          </p:nvSpPr>
          <p:spPr bwMode="auto">
            <a:xfrm>
              <a:off x="6304879" y="331788"/>
              <a:ext cx="2657475" cy="1338343"/>
            </a:xfrm>
            <a:custGeom>
              <a:avLst/>
              <a:gdLst>
                <a:gd name="T0" fmla="*/ 0 w 3374136"/>
                <a:gd name="T1" fmla="*/ 468281 h 1744980"/>
                <a:gd name="T2" fmla="*/ 84445 w 3374136"/>
                <a:gd name="T3" fmla="*/ 284765 h 1744980"/>
                <a:gd name="T4" fmla="*/ 225186 w 3374136"/>
                <a:gd name="T5" fmla="*/ 199336 h 1744980"/>
                <a:gd name="T6" fmla="*/ 358891 w 3374136"/>
                <a:gd name="T7" fmla="*/ 37969 h 1744980"/>
                <a:gd name="T8" fmla="*/ 457411 w 3374136"/>
                <a:gd name="T9" fmla="*/ 12657 h 1744980"/>
                <a:gd name="T10" fmla="*/ 482041 w 3374136"/>
                <a:gd name="T11" fmla="*/ 113906 h 1744980"/>
                <a:gd name="T12" fmla="*/ 566486 w 3374136"/>
                <a:gd name="T13" fmla="*/ 249961 h 1744980"/>
                <a:gd name="T14" fmla="*/ 612226 w 3374136"/>
                <a:gd name="T15" fmla="*/ 329062 h 1744980"/>
                <a:gd name="T16" fmla="*/ 668523 w 3374136"/>
                <a:gd name="T17" fmla="*/ 509413 h 1744980"/>
                <a:gd name="T18" fmla="*/ 784635 w 3374136"/>
                <a:gd name="T19" fmla="*/ 360703 h 1744980"/>
                <a:gd name="T20" fmla="*/ 900747 w 3374136"/>
                <a:gd name="T21" fmla="*/ 468281 h 1744980"/>
                <a:gd name="T22" fmla="*/ 967599 w 3374136"/>
                <a:gd name="T23" fmla="*/ 569530 h 1744980"/>
                <a:gd name="T24" fmla="*/ 1027415 w 3374136"/>
                <a:gd name="T25" fmla="*/ 560038 h 1744980"/>
                <a:gd name="T26" fmla="*/ 1052044 w 3374136"/>
                <a:gd name="T27" fmla="*/ 306914 h 1744980"/>
                <a:gd name="T28" fmla="*/ 1122415 w 3374136"/>
                <a:gd name="T29" fmla="*/ 240469 h 1744980"/>
                <a:gd name="T30" fmla="*/ 1164638 w 3374136"/>
                <a:gd name="T31" fmla="*/ 164531 h 1744980"/>
                <a:gd name="T32" fmla="*/ 1227971 w 3374136"/>
                <a:gd name="T33" fmla="*/ 158203 h 1744980"/>
                <a:gd name="T34" fmla="*/ 1298342 w 3374136"/>
                <a:gd name="T35" fmla="*/ 202499 h 1744980"/>
                <a:gd name="T36" fmla="*/ 0 60000 65536"/>
                <a:gd name="T37" fmla="*/ 0 60000 65536"/>
                <a:gd name="T38" fmla="*/ 0 60000 65536"/>
                <a:gd name="T39" fmla="*/ 0 60000 65536"/>
                <a:gd name="T40" fmla="*/ 0 60000 65536"/>
                <a:gd name="T41" fmla="*/ 0 60000 65536"/>
                <a:gd name="T42" fmla="*/ 0 60000 65536"/>
                <a:gd name="T43" fmla="*/ 0 60000 65536"/>
                <a:gd name="T44" fmla="*/ 0 60000 65536"/>
                <a:gd name="T45" fmla="*/ 0 60000 65536"/>
                <a:gd name="T46" fmla="*/ 0 60000 65536"/>
                <a:gd name="T47" fmla="*/ 0 60000 65536"/>
                <a:gd name="T48" fmla="*/ 0 60000 65536"/>
                <a:gd name="T49" fmla="*/ 0 60000 65536"/>
                <a:gd name="T50" fmla="*/ 0 60000 65536"/>
                <a:gd name="T51" fmla="*/ 0 60000 65536"/>
                <a:gd name="T52" fmla="*/ 0 60000 65536"/>
                <a:gd name="T53" fmla="*/ 0 60000 65536"/>
                <a:gd name="T54" fmla="*/ 0 w 3374136"/>
                <a:gd name="T55" fmla="*/ 0 h 1744980"/>
                <a:gd name="T56" fmla="*/ 3374136 w 3374136"/>
                <a:gd name="T57" fmla="*/ 1744980 h 1744980"/>
              </a:gdLst>
              <a:ahLst/>
              <a:cxnLst>
                <a:cxn ang="T36">
                  <a:pos x="T0" y="T1"/>
                </a:cxn>
                <a:cxn ang="T37">
                  <a:pos x="T2" y="T3"/>
                </a:cxn>
                <a:cxn ang="T38">
                  <a:pos x="T4" y="T5"/>
                </a:cxn>
                <a:cxn ang="T39">
                  <a:pos x="T6" y="T7"/>
                </a:cxn>
                <a:cxn ang="T40">
                  <a:pos x="T8" y="T9"/>
                </a:cxn>
                <a:cxn ang="T41">
                  <a:pos x="T10" y="T11"/>
                </a:cxn>
                <a:cxn ang="T42">
                  <a:pos x="T12" y="T13"/>
                </a:cxn>
                <a:cxn ang="T43">
                  <a:pos x="T14" y="T15"/>
                </a:cxn>
                <a:cxn ang="T44">
                  <a:pos x="T16" y="T17"/>
                </a:cxn>
                <a:cxn ang="T45">
                  <a:pos x="T18" y="T19"/>
                </a:cxn>
                <a:cxn ang="T46">
                  <a:pos x="T20" y="T21"/>
                </a:cxn>
                <a:cxn ang="T47">
                  <a:pos x="T22" y="T23"/>
                </a:cxn>
                <a:cxn ang="T48">
                  <a:pos x="T24" y="T25"/>
                </a:cxn>
                <a:cxn ang="T49">
                  <a:pos x="T26" y="T27"/>
                </a:cxn>
                <a:cxn ang="T50">
                  <a:pos x="T28" y="T29"/>
                </a:cxn>
                <a:cxn ang="T51">
                  <a:pos x="T30" y="T31"/>
                </a:cxn>
                <a:cxn ang="T52">
                  <a:pos x="T32" y="T33"/>
                </a:cxn>
                <a:cxn ang="T53">
                  <a:pos x="T34" y="T35"/>
                </a:cxn>
              </a:cxnLst>
              <a:rect l="T54" t="T55" r="T56" b="T57"/>
              <a:pathLst>
                <a:path w="3374136" h="1744980">
                  <a:moveTo>
                    <a:pt x="0" y="1353312"/>
                  </a:moveTo>
                  <a:cubicBezTo>
                    <a:pt x="60960" y="1152906"/>
                    <a:pt x="121920" y="952500"/>
                    <a:pt x="219456" y="822960"/>
                  </a:cubicBezTo>
                  <a:cubicBezTo>
                    <a:pt x="316992" y="693420"/>
                    <a:pt x="466344" y="694944"/>
                    <a:pt x="585216" y="576072"/>
                  </a:cubicBezTo>
                  <a:cubicBezTo>
                    <a:pt x="704088" y="457200"/>
                    <a:pt x="832104" y="199644"/>
                    <a:pt x="932688" y="109728"/>
                  </a:cubicBezTo>
                  <a:cubicBezTo>
                    <a:pt x="1033272" y="19812"/>
                    <a:pt x="1135380" y="0"/>
                    <a:pt x="1188720" y="36576"/>
                  </a:cubicBezTo>
                  <a:cubicBezTo>
                    <a:pt x="1242060" y="73152"/>
                    <a:pt x="1205484" y="214884"/>
                    <a:pt x="1252728" y="329184"/>
                  </a:cubicBezTo>
                  <a:cubicBezTo>
                    <a:pt x="1299972" y="443484"/>
                    <a:pt x="1415796" y="618744"/>
                    <a:pt x="1472184" y="722376"/>
                  </a:cubicBezTo>
                  <a:cubicBezTo>
                    <a:pt x="1528572" y="826008"/>
                    <a:pt x="1546860" y="826008"/>
                    <a:pt x="1591056" y="950976"/>
                  </a:cubicBezTo>
                  <a:cubicBezTo>
                    <a:pt x="1635252" y="1075944"/>
                    <a:pt x="1662684" y="1456944"/>
                    <a:pt x="1737360" y="1472184"/>
                  </a:cubicBezTo>
                  <a:cubicBezTo>
                    <a:pt x="1812036" y="1487424"/>
                    <a:pt x="1938528" y="1062228"/>
                    <a:pt x="2039112" y="1042416"/>
                  </a:cubicBezTo>
                  <a:cubicBezTo>
                    <a:pt x="2139696" y="1022604"/>
                    <a:pt x="2261616" y="1252728"/>
                    <a:pt x="2340864" y="1353312"/>
                  </a:cubicBezTo>
                  <a:cubicBezTo>
                    <a:pt x="2420112" y="1453896"/>
                    <a:pt x="2459736" y="1601724"/>
                    <a:pt x="2514600" y="1645920"/>
                  </a:cubicBezTo>
                  <a:cubicBezTo>
                    <a:pt x="2569464" y="1690116"/>
                    <a:pt x="2633472" y="1744980"/>
                    <a:pt x="2670048" y="1618488"/>
                  </a:cubicBezTo>
                  <a:cubicBezTo>
                    <a:pt x="2706624" y="1491996"/>
                    <a:pt x="2692908" y="1040892"/>
                    <a:pt x="2734056" y="886968"/>
                  </a:cubicBezTo>
                  <a:cubicBezTo>
                    <a:pt x="2775204" y="733044"/>
                    <a:pt x="2868168" y="763524"/>
                    <a:pt x="2916936" y="694944"/>
                  </a:cubicBezTo>
                  <a:cubicBezTo>
                    <a:pt x="2965704" y="626364"/>
                    <a:pt x="2980944" y="515112"/>
                    <a:pt x="3026664" y="475488"/>
                  </a:cubicBezTo>
                  <a:cubicBezTo>
                    <a:pt x="3072384" y="435864"/>
                    <a:pt x="3133344" y="438912"/>
                    <a:pt x="3191256" y="457200"/>
                  </a:cubicBezTo>
                  <a:cubicBezTo>
                    <a:pt x="3249168" y="475488"/>
                    <a:pt x="3311652" y="530352"/>
                    <a:pt x="3374136" y="585216"/>
                  </a:cubicBezTo>
                </a:path>
              </a:pathLst>
            </a:custGeom>
            <a:noFill/>
            <a:ln w="25400" cap="flat" cmpd="sng" algn="ctr">
              <a:solidFill>
                <a:srgbClr val="FF0000"/>
              </a:solidFill>
              <a:prstDash val="solid"/>
              <a:round/>
              <a:headEnd type="none" w="med" len="med"/>
              <a:tailEnd type="none" w="med" len="med"/>
            </a:ln>
          </p:spPr>
          <p:txBody>
            <a:bodyPr/>
            <a:lstStyle/>
            <a:p>
              <a:endParaRPr lang="en-GB"/>
            </a:p>
          </p:txBody>
        </p:sp>
        <p:sp>
          <p:nvSpPr>
            <p:cNvPr id="17" name="Freeform 16"/>
            <p:cNvSpPr/>
            <p:nvPr/>
          </p:nvSpPr>
          <p:spPr bwMode="auto">
            <a:xfrm>
              <a:off x="6291263" y="774700"/>
              <a:ext cx="2692400" cy="892175"/>
            </a:xfrm>
            <a:custGeom>
              <a:avLst/>
              <a:gdLst>
                <a:gd name="connsiteX0" fmla="*/ 0 w 3419856"/>
                <a:gd name="connsiteY0" fmla="*/ 748284 h 1162812"/>
                <a:gd name="connsiteX1" fmla="*/ 201168 w 3419856"/>
                <a:gd name="connsiteY1" fmla="*/ 254508 h 1162812"/>
                <a:gd name="connsiteX2" fmla="*/ 466344 w 3419856"/>
                <a:gd name="connsiteY2" fmla="*/ 108204 h 1162812"/>
                <a:gd name="connsiteX3" fmla="*/ 1399032 w 3419856"/>
                <a:gd name="connsiteY3" fmla="*/ 126492 h 1162812"/>
                <a:gd name="connsiteX4" fmla="*/ 2240280 w 3419856"/>
                <a:gd name="connsiteY4" fmla="*/ 867156 h 1162812"/>
                <a:gd name="connsiteX5" fmla="*/ 2596896 w 3419856"/>
                <a:gd name="connsiteY5" fmla="*/ 1132332 h 1162812"/>
                <a:gd name="connsiteX6" fmla="*/ 2734056 w 3419856"/>
                <a:gd name="connsiteY6" fmla="*/ 684276 h 1162812"/>
                <a:gd name="connsiteX7" fmla="*/ 2779776 w 3419856"/>
                <a:gd name="connsiteY7" fmla="*/ 263652 h 1162812"/>
                <a:gd name="connsiteX8" fmla="*/ 3227832 w 3419856"/>
                <a:gd name="connsiteY8" fmla="*/ 135636 h 1162812"/>
                <a:gd name="connsiteX9" fmla="*/ 3419856 w 3419856"/>
                <a:gd name="connsiteY9" fmla="*/ 126492 h 116281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</a:cxnLst>
              <a:rect l="l" t="t" r="r" b="b"/>
              <a:pathLst>
                <a:path w="3419856" h="1162812">
                  <a:moveTo>
                    <a:pt x="0" y="748284"/>
                  </a:moveTo>
                  <a:cubicBezTo>
                    <a:pt x="61722" y="554736"/>
                    <a:pt x="123444" y="361188"/>
                    <a:pt x="201168" y="254508"/>
                  </a:cubicBezTo>
                  <a:cubicBezTo>
                    <a:pt x="278892" y="147828"/>
                    <a:pt x="266700" y="129540"/>
                    <a:pt x="466344" y="108204"/>
                  </a:cubicBezTo>
                  <a:cubicBezTo>
                    <a:pt x="665988" y="86868"/>
                    <a:pt x="1103376" y="0"/>
                    <a:pt x="1399032" y="126492"/>
                  </a:cubicBezTo>
                  <a:cubicBezTo>
                    <a:pt x="1694688" y="252984"/>
                    <a:pt x="2040636" y="699516"/>
                    <a:pt x="2240280" y="867156"/>
                  </a:cubicBezTo>
                  <a:cubicBezTo>
                    <a:pt x="2439924" y="1034796"/>
                    <a:pt x="2514600" y="1162812"/>
                    <a:pt x="2596896" y="1132332"/>
                  </a:cubicBezTo>
                  <a:cubicBezTo>
                    <a:pt x="2679192" y="1101852"/>
                    <a:pt x="2703576" y="829056"/>
                    <a:pt x="2734056" y="684276"/>
                  </a:cubicBezTo>
                  <a:cubicBezTo>
                    <a:pt x="2764536" y="539496"/>
                    <a:pt x="2697480" y="355092"/>
                    <a:pt x="2779776" y="263652"/>
                  </a:cubicBezTo>
                  <a:cubicBezTo>
                    <a:pt x="2862072" y="172212"/>
                    <a:pt x="3121152" y="158496"/>
                    <a:pt x="3227832" y="135636"/>
                  </a:cubicBezTo>
                  <a:cubicBezTo>
                    <a:pt x="3334512" y="112776"/>
                    <a:pt x="3377184" y="119634"/>
                    <a:pt x="3419856" y="126492"/>
                  </a:cubicBezTo>
                </a:path>
              </a:pathLst>
            </a:custGeom>
            <a:noFill/>
            <a:ln w="25400" cap="flat" cmpd="sng" algn="ctr">
              <a:solidFill>
                <a:schemeClr val="accent6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/>
            <a:lstStyle/>
            <a:p>
              <a:pPr>
                <a:defRPr/>
              </a:pPr>
              <a:endParaRPr lang="en-US"/>
            </a:p>
          </p:txBody>
        </p:sp>
        <p:cxnSp>
          <p:nvCxnSpPr>
            <p:cNvPr id="24595" name="Straight Connector 17"/>
            <p:cNvCxnSpPr>
              <a:cxnSpLocks noChangeShapeType="1"/>
            </p:cNvCxnSpPr>
            <p:nvPr/>
          </p:nvCxnSpPr>
          <p:spPr bwMode="auto">
            <a:xfrm>
              <a:off x="6304879" y="850761"/>
              <a:ext cx="2635870" cy="14026"/>
            </a:xfrm>
            <a:prstGeom prst="line">
              <a:avLst/>
            </a:prstGeom>
            <a:noFill/>
            <a:ln w="9525" algn="ctr">
              <a:solidFill>
                <a:schemeClr val="tx1"/>
              </a:solidFill>
              <a:prstDash val="dash"/>
              <a:round/>
              <a:headEnd/>
              <a:tailEnd/>
            </a:ln>
          </p:spPr>
        </p:cxnSp>
      </p:grpSp>
      <p:sp>
        <p:nvSpPr>
          <p:cNvPr id="24581" name="TextBox 18"/>
          <p:cNvSpPr txBox="1">
            <a:spLocks noChangeArrowheads="1"/>
          </p:cNvSpPr>
          <p:nvPr/>
        </p:nvSpPr>
        <p:spPr bwMode="auto">
          <a:xfrm>
            <a:off x="395288" y="2681288"/>
            <a:ext cx="8459787" cy="353943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pPr marL="182563" indent="-182563"/>
            <a:r>
              <a:rPr lang="en-US" sz="1600" b="1" dirty="0"/>
              <a:t>However - often less meaningful when metering an already-</a:t>
            </a:r>
            <a:r>
              <a:rPr lang="en-US" sz="1600" b="1" dirty="0" err="1"/>
              <a:t>digitised</a:t>
            </a:r>
            <a:r>
              <a:rPr lang="en-US" sz="1600" b="1" dirty="0"/>
              <a:t> audio without the benefit of the original source as a reference</a:t>
            </a:r>
          </a:p>
          <a:p>
            <a:pPr marL="182563" indent="-182563">
              <a:buFont typeface="Arial" charset="0"/>
              <a:buChar char="•"/>
            </a:pPr>
            <a:r>
              <a:rPr lang="en-US" sz="1600" dirty="0"/>
              <a:t>Only way in which most digital meters can detect overloads in the audio data stream is by watching for consecutive samples with the maximum </a:t>
            </a:r>
            <a:r>
              <a:rPr lang="en-US" sz="1600" dirty="0" err="1"/>
              <a:t>quantisation</a:t>
            </a:r>
            <a:r>
              <a:rPr lang="en-US" sz="1600" dirty="0"/>
              <a:t> value</a:t>
            </a:r>
          </a:p>
          <a:p>
            <a:pPr marL="182563" indent="-182563">
              <a:buFont typeface="Arial" charset="0"/>
              <a:buChar char="•"/>
            </a:pPr>
            <a:r>
              <a:rPr lang="en-US" sz="1600" dirty="0"/>
              <a:t>Commonly, four consecutive maximum-value samples are interpreted as an overload</a:t>
            </a:r>
          </a:p>
          <a:p>
            <a:pPr marL="182563" indent="-182563"/>
            <a:r>
              <a:rPr lang="en-US" sz="1600" dirty="0"/>
              <a:t>	… but some meters include an option for the user to specify this number.</a:t>
            </a:r>
          </a:p>
          <a:p>
            <a:pPr marL="182563" indent="-182563">
              <a:buFont typeface="Arial" charset="0"/>
              <a:buChar char="•"/>
            </a:pPr>
            <a:r>
              <a:rPr lang="en-US" sz="1600" dirty="0"/>
              <a:t>However, four maximum </a:t>
            </a:r>
            <a:r>
              <a:rPr lang="en-US" sz="1600" dirty="0" err="1"/>
              <a:t>quantisation</a:t>
            </a:r>
            <a:r>
              <a:rPr lang="en-US" sz="1600" dirty="0"/>
              <a:t> values in a row does not necessarily imply an overload:</a:t>
            </a:r>
          </a:p>
          <a:p>
            <a:pPr marL="639763" lvl="1" indent="-182563">
              <a:buFont typeface="Arial" charset="0"/>
              <a:buChar char="•"/>
            </a:pPr>
            <a:r>
              <a:rPr lang="en-US" sz="1600" dirty="0"/>
              <a:t>peak-level low-frequency signal could easily create four maximum-value samples quite legitimately</a:t>
            </a:r>
          </a:p>
          <a:p>
            <a:pPr marL="639763" lvl="1" indent="-182563">
              <a:buFont typeface="Arial" charset="0"/>
              <a:buChar char="•"/>
            </a:pPr>
            <a:r>
              <a:rPr lang="en-US" sz="1600" dirty="0"/>
              <a:t>high-frequency signal could be severely distorted with just a couple of peak-value samples</a:t>
            </a:r>
          </a:p>
        </p:txBody>
      </p:sp>
    </p:spTree>
    <p:extLst>
      <p:ext uri="{BB962C8B-B14F-4D97-AF65-F5344CB8AC3E}">
        <p14:creationId xmlns:p14="http://schemas.microsoft.com/office/powerpoint/2010/main" val="376774004"/>
      </p:ext>
    </p:extLst>
  </p:cSld>
  <p:clrMapOvr>
    <a:masterClrMapping/>
  </p:clrMapOvr>
</p:sld>
</file>

<file path=ppt/slides/slide15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 bwMode="auto">
          <a:xfrm>
            <a:off x="0" y="0"/>
            <a:ext cx="9144000" cy="6858001"/>
          </a:xfrm>
          <a:prstGeom prst="rect">
            <a:avLst/>
          </a:prstGeom>
          <a:solidFill>
            <a:schemeClr val="tx1"/>
          </a:solidFill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GB" sz="16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Lucida Sans Unicode" pitchFamily="34" charset="0"/>
            </a:endParaRPr>
          </a:p>
        </p:txBody>
      </p:sp>
      <p:pic>
        <p:nvPicPr>
          <p:cNvPr id="2050" name="Picture 2" descr="BBCHD_testcard_big.jpg (1920×1080)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921" y="857509"/>
            <a:ext cx="9143079" cy="5142982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3788763825"/>
      </p:ext>
    </p:extLst>
  </p:cSld>
  <p:clrMapOvr>
    <a:masterClrMapping/>
  </p:clrMapOvr>
</p:sld>
</file>

<file path=ppt/slides/slide15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Rectangle 2"/>
          <p:cNvSpPr/>
          <p:nvPr/>
        </p:nvSpPr>
        <p:spPr bwMode="auto">
          <a:xfrm>
            <a:off x="0" y="0"/>
            <a:ext cx="9144000" cy="6858001"/>
          </a:xfrm>
          <a:prstGeom prst="rect">
            <a:avLst/>
          </a:prstGeom>
          <a:solidFill>
            <a:schemeClr val="tx1"/>
          </a:solidFill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GB" sz="16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Lucida Sans Unicode" pitchFamily="34" charset="0"/>
            </a:endParaRPr>
          </a:p>
        </p:txBody>
      </p:sp>
      <p:pic>
        <p:nvPicPr>
          <p:cNvPr id="4" name="Picture 2" descr="maxresdefault.jpg (1280×720)"/>
          <p:cNvPicPr>
            <a:picLocks noChangeAspect="1" noChangeArrowheads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1793" r="3572" b="2062"/>
          <a:stretch/>
        </p:blipFill>
        <p:spPr bwMode="auto">
          <a:xfrm>
            <a:off x="0" y="933061"/>
            <a:ext cx="9150162" cy="5131837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1840803969"/>
      </p:ext>
    </p:extLst>
  </p:cSld>
  <p:clrMapOvr>
    <a:masterClrMapping/>
  </p:clrMapOvr>
</p:sld>
</file>

<file path=ppt/slides/slide15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Rectangle 2"/>
          <p:cNvSpPr/>
          <p:nvPr/>
        </p:nvSpPr>
        <p:spPr bwMode="auto">
          <a:xfrm>
            <a:off x="0" y="0"/>
            <a:ext cx="9144000" cy="6858000"/>
          </a:xfrm>
          <a:prstGeom prst="rect">
            <a:avLst/>
          </a:prstGeom>
          <a:solidFill>
            <a:schemeClr val="tx1"/>
          </a:solidFill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GB" sz="16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Lucida Sans Unicode" pitchFamily="34" charset="0"/>
            </a:endParaRPr>
          </a:p>
        </p:txBody>
      </p:sp>
      <p:pic>
        <p:nvPicPr>
          <p:cNvPr id="1026" name="Picture 2" descr="https://i.ytimg.com/vi/tuhA8fc7m1Y/maxresdefault.jpg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0" y="923730"/>
            <a:ext cx="9139853" cy="5141168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93529807"/>
      </p:ext>
    </p:extLst>
  </p:cSld>
  <p:clrMapOvr>
    <a:masterClrMapping/>
  </p:clrMapOvr>
</p:sld>
</file>

<file path=ppt/slides/slide15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31074" name="Picture 2"/>
          <p:cNvPicPr>
            <a:picLocks noChangeAspect="1" noChangeArrowheads="1"/>
          </p:cNvPicPr>
          <p:nvPr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5629275" y="793836"/>
            <a:ext cx="3514725" cy="2628127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sp>
        <p:nvSpPr>
          <p:cNvPr id="3" name="Rectangle 2"/>
          <p:cNvSpPr/>
          <p:nvPr/>
        </p:nvSpPr>
        <p:spPr>
          <a:xfrm>
            <a:off x="393699" y="333375"/>
            <a:ext cx="7654926" cy="46166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GB" sz="2400" b="1" dirty="0"/>
              <a:t>Picture Line-up Generation Equipment</a:t>
            </a:r>
            <a:r>
              <a:rPr lang="en-GB" sz="2400" dirty="0"/>
              <a:t> - </a:t>
            </a:r>
            <a:r>
              <a:rPr lang="en-GB" sz="2400" b="1" dirty="0"/>
              <a:t>PLUGE</a:t>
            </a:r>
            <a:r>
              <a:rPr lang="en-GB" sz="2400" dirty="0"/>
              <a:t> </a:t>
            </a:r>
          </a:p>
        </p:txBody>
      </p:sp>
      <p:sp>
        <p:nvSpPr>
          <p:cNvPr id="4" name="Rectangle 3"/>
          <p:cNvSpPr/>
          <p:nvPr/>
        </p:nvSpPr>
        <p:spPr>
          <a:xfrm>
            <a:off x="393700" y="778639"/>
            <a:ext cx="4968875" cy="5678478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180975" indent="-180975"/>
            <a:r>
              <a:rPr lang="en-GB" sz="1600" dirty="0"/>
              <a:t>Generates test patterns</a:t>
            </a:r>
          </a:p>
          <a:p>
            <a:pPr marL="180975" indent="-180975">
              <a:buFont typeface="Arial" pitchFamily="34" charset="0"/>
              <a:buChar char="•"/>
            </a:pPr>
            <a:r>
              <a:rPr lang="en-GB" sz="1600" dirty="0"/>
              <a:t>greyscale - adjust the black level and contrast </a:t>
            </a:r>
          </a:p>
          <a:p>
            <a:pPr marL="180975" indent="-180975">
              <a:buFont typeface="Arial" pitchFamily="34" charset="0"/>
              <a:buChar char="•"/>
            </a:pPr>
            <a:r>
              <a:rPr lang="en-GB" sz="1600" dirty="0"/>
              <a:t>various PLUGE patterns, </a:t>
            </a:r>
          </a:p>
          <a:p>
            <a:pPr marL="180975" indent="-180975">
              <a:buFont typeface="Arial" pitchFamily="34" charset="0"/>
              <a:buChar char="•"/>
            </a:pPr>
            <a:r>
              <a:rPr lang="en-GB" sz="1600" dirty="0"/>
              <a:t>most common - vertical bars of super-black, normal black, and near-black and two rectangles of mid-gray and white</a:t>
            </a:r>
          </a:p>
          <a:p>
            <a:pPr marL="180975" indent="-180975">
              <a:buFont typeface="Arial" pitchFamily="34" charset="0"/>
              <a:buChar char="•"/>
            </a:pPr>
            <a:r>
              <a:rPr lang="en-GB" sz="1600" dirty="0"/>
              <a:t>included in the SMPTE colour bars </a:t>
            </a:r>
          </a:p>
          <a:p>
            <a:pPr marL="180975" indent="-180975">
              <a:buFont typeface="Arial" pitchFamily="34" charset="0"/>
              <a:buChar char="•"/>
            </a:pPr>
            <a:r>
              <a:rPr lang="en-GB" sz="1600" dirty="0"/>
              <a:t>NTSC, PAL, and SECAM</a:t>
            </a:r>
          </a:p>
          <a:p>
            <a:pPr marL="180975" indent="-180975">
              <a:buFont typeface="Arial" pitchFamily="34" charset="0"/>
              <a:buChar char="•"/>
            </a:pPr>
            <a:endParaRPr lang="en-GB" sz="1400" dirty="0"/>
          </a:p>
          <a:p>
            <a:pPr marL="180975" indent="-180975">
              <a:buFont typeface="Arial" pitchFamily="34" charset="0"/>
              <a:buChar char="•"/>
            </a:pPr>
            <a:r>
              <a:rPr lang="en-GB" sz="1400" dirty="0"/>
              <a:t>first vertical bar (left) = black </a:t>
            </a:r>
          </a:p>
          <a:p>
            <a:pPr marL="638175" lvl="1" indent="-180975">
              <a:buFont typeface="Arial" pitchFamily="34" charset="0"/>
              <a:buChar char="•"/>
            </a:pPr>
            <a:r>
              <a:rPr lang="en-GB" sz="1400" dirty="0"/>
              <a:t>not seen against the background</a:t>
            </a:r>
          </a:p>
          <a:p>
            <a:pPr marL="180975" indent="-180975">
              <a:buFont typeface="Arial" pitchFamily="34" charset="0"/>
              <a:buChar char="•"/>
            </a:pPr>
            <a:r>
              <a:rPr lang="en-GB" sz="1400" dirty="0"/>
              <a:t>second vertical bar = only just visible as dark grey</a:t>
            </a:r>
          </a:p>
          <a:p>
            <a:pPr marL="180975" indent="-180975">
              <a:buFont typeface="Arial" pitchFamily="34" charset="0"/>
              <a:buChar char="•"/>
            </a:pPr>
            <a:r>
              <a:rPr lang="en-GB" sz="1400" dirty="0"/>
              <a:t>third vertical bar = lighter gray and clearly visible</a:t>
            </a:r>
          </a:p>
          <a:p>
            <a:pPr marL="180975" indent="-180975">
              <a:buFont typeface="Arial" pitchFamily="34" charset="0"/>
              <a:buChar char="•"/>
            </a:pPr>
            <a:r>
              <a:rPr lang="en-GB" sz="1400" dirty="0"/>
              <a:t>white box = comfortable level of true white</a:t>
            </a:r>
          </a:p>
          <a:p>
            <a:pPr marL="638175" lvl="1" indent="-180975">
              <a:buFont typeface="Arial" pitchFamily="34" charset="0"/>
              <a:buChar char="•"/>
            </a:pPr>
            <a:r>
              <a:rPr lang="en-GB" sz="1400" dirty="0"/>
              <a:t>80Cd/m2 with a suitable light meter</a:t>
            </a:r>
          </a:p>
          <a:p>
            <a:pPr marL="180975" indent="-180975">
              <a:buFont typeface="Arial" pitchFamily="34" charset="0"/>
              <a:buChar char="•"/>
            </a:pPr>
            <a:endParaRPr lang="en-GB" sz="1400" dirty="0"/>
          </a:p>
          <a:p>
            <a:pPr marL="180975" indent="-180975">
              <a:buFont typeface="Arial" pitchFamily="34" charset="0"/>
              <a:buChar char="•"/>
            </a:pPr>
            <a:r>
              <a:rPr lang="en-GB" sz="1400" dirty="0"/>
              <a:t>no colour in PLUGE display</a:t>
            </a:r>
          </a:p>
          <a:p>
            <a:pPr marL="180975" indent="-180975">
              <a:buFont typeface="Arial" pitchFamily="34" charset="0"/>
              <a:buChar char="•"/>
            </a:pPr>
            <a:endParaRPr lang="en-GB" sz="1400" dirty="0"/>
          </a:p>
          <a:p>
            <a:pPr marL="180975" indent="-180975">
              <a:buFont typeface="Arial" pitchFamily="34" charset="0"/>
              <a:buChar char="•"/>
            </a:pPr>
            <a:r>
              <a:rPr lang="en-GB" sz="1400" dirty="0"/>
              <a:t>For monitor set up, see (for example):</a:t>
            </a:r>
          </a:p>
          <a:p>
            <a:pPr marL="180975" indent="-180975"/>
            <a:r>
              <a:rPr lang="en-GB" sz="1100" dirty="0">
                <a:hlinkClick r:id="rId3"/>
              </a:rPr>
              <a:t>https://documentation.apple.com/en/finalcutpro/usermanual/index.html#chapter=78%26section=9%26tasks=true</a:t>
            </a:r>
            <a:r>
              <a:rPr lang="en-GB" sz="1100" dirty="0"/>
              <a:t> </a:t>
            </a:r>
          </a:p>
          <a:p>
            <a:pPr marL="180975" indent="-180975"/>
            <a:endParaRPr lang="en-GB" sz="1100" dirty="0"/>
          </a:p>
          <a:p>
            <a:pPr marL="180975" indent="-180975"/>
            <a:r>
              <a:rPr lang="en-GB" sz="1600" dirty="0"/>
              <a:t>See also </a:t>
            </a:r>
          </a:p>
          <a:p>
            <a:pPr marL="180975" indent="-180975">
              <a:buFont typeface="Arial" pitchFamily="34" charset="0"/>
              <a:buChar char="•"/>
            </a:pPr>
            <a:r>
              <a:rPr lang="en-GB" sz="1600" dirty="0"/>
              <a:t>100% bars </a:t>
            </a:r>
          </a:p>
          <a:p>
            <a:pPr marL="180975" indent="-180975">
              <a:buFont typeface="Arial" pitchFamily="34" charset="0"/>
              <a:buChar char="•"/>
            </a:pPr>
            <a:r>
              <a:rPr lang="en-GB" sz="1600" dirty="0"/>
              <a:t>75% bars - NTSC</a:t>
            </a:r>
            <a:endParaRPr lang="en-GB" dirty="0"/>
          </a:p>
        </p:txBody>
      </p:sp>
      <p:pic>
        <p:nvPicPr>
          <p:cNvPr id="131076" name="Picture 4" descr="pluge pattern"/>
          <p:cNvPicPr>
            <a:picLocks noChangeAspect="1" noChangeArrowheads="1"/>
          </p:cNvPicPr>
          <p:nvPr/>
        </p:nvPicPr>
        <p:blipFill>
          <a:blip r:embed="rId4" cstate="print"/>
          <a:srcRect/>
          <a:stretch>
            <a:fillRect/>
          </a:stretch>
        </p:blipFill>
        <p:spPr bwMode="auto">
          <a:xfrm>
            <a:off x="5619750" y="3529011"/>
            <a:ext cx="3524250" cy="2878139"/>
          </a:xfrm>
          <a:prstGeom prst="rect">
            <a:avLst/>
          </a:prstGeom>
          <a:noFill/>
        </p:spPr>
      </p:pic>
    </p:spTree>
    <p:extLst>
      <p:ext uri="{BB962C8B-B14F-4D97-AF65-F5344CB8AC3E}">
        <p14:creationId xmlns:p14="http://schemas.microsoft.com/office/powerpoint/2010/main" val="173208218"/>
      </p:ext>
    </p:extLst>
  </p:cSld>
  <p:clrMapOvr>
    <a:masterClrMapping/>
  </p:clrMapOvr>
</p:sld>
</file>

<file path=ppt/slides/slide15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32098" name="Picture 2" descr="http://www.davidstringer.info/training/pics_digital/sdiwf/601diamond.jpg"/>
          <p:cNvPicPr>
            <a:picLocks noChangeAspect="1" noChangeArrowheads="1"/>
          </p:cNvPicPr>
          <p:nvPr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393700" y="876300"/>
            <a:ext cx="3810000" cy="3095625"/>
          </a:xfrm>
          <a:prstGeom prst="rect">
            <a:avLst/>
          </a:prstGeom>
          <a:noFill/>
        </p:spPr>
      </p:pic>
      <p:sp>
        <p:nvSpPr>
          <p:cNvPr id="3" name="Rectangle 2"/>
          <p:cNvSpPr/>
          <p:nvPr/>
        </p:nvSpPr>
        <p:spPr>
          <a:xfrm>
            <a:off x="393699" y="333375"/>
            <a:ext cx="7654926" cy="46166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GB" sz="2400" b="1" dirty="0"/>
              <a:t>Diamond Display</a:t>
            </a:r>
            <a:endParaRPr lang="en-GB" sz="2400" dirty="0"/>
          </a:p>
        </p:txBody>
      </p:sp>
      <p:sp>
        <p:nvSpPr>
          <p:cNvPr id="4" name="Rectangle 3"/>
          <p:cNvSpPr/>
          <p:nvPr/>
        </p:nvSpPr>
        <p:spPr>
          <a:xfrm>
            <a:off x="4181475" y="1337786"/>
            <a:ext cx="4572000" cy="1569660"/>
          </a:xfrm>
          <a:prstGeom prst="rect">
            <a:avLst/>
          </a:prstGeom>
        </p:spPr>
        <p:txBody>
          <a:bodyPr>
            <a:spAutoFit/>
          </a:bodyPr>
          <a:lstStyle/>
          <a:p>
            <a:r>
              <a:rPr lang="en-GB" sz="1600" dirty="0"/>
              <a:t>Top diamond: 	</a:t>
            </a:r>
            <a:r>
              <a:rPr lang="en-GB" sz="1600" b="1" dirty="0" err="1"/>
              <a:t>Pb</a:t>
            </a:r>
            <a:r>
              <a:rPr lang="en-GB" sz="1600" dirty="0"/>
              <a:t> against </a:t>
            </a:r>
            <a:r>
              <a:rPr lang="en-GB" sz="1600" b="1" dirty="0"/>
              <a:t>Y</a:t>
            </a:r>
            <a:endParaRPr lang="en-GB" sz="1600" dirty="0"/>
          </a:p>
          <a:p>
            <a:r>
              <a:rPr lang="en-GB" sz="1600" dirty="0"/>
              <a:t>Bottom diamond: 	</a:t>
            </a:r>
            <a:r>
              <a:rPr lang="en-GB" sz="1600" b="1" dirty="0"/>
              <a:t>Pr</a:t>
            </a:r>
            <a:r>
              <a:rPr lang="en-GB" sz="1600" dirty="0"/>
              <a:t> against </a:t>
            </a:r>
            <a:r>
              <a:rPr lang="en-GB" sz="1600" b="1" dirty="0"/>
              <a:t>Y</a:t>
            </a:r>
            <a:r>
              <a:rPr lang="en-GB" sz="1600" dirty="0"/>
              <a:t> </a:t>
            </a:r>
          </a:p>
          <a:p>
            <a:endParaRPr lang="en-GB" sz="1600" dirty="0"/>
          </a:p>
          <a:p>
            <a:r>
              <a:rPr lang="en-GB" sz="1600" dirty="0"/>
              <a:t>Tested on test equipment – e.g. Tektronix waveform monitor (below)</a:t>
            </a:r>
          </a:p>
          <a:p>
            <a:endParaRPr lang="en-GB" sz="1600" dirty="0"/>
          </a:p>
        </p:txBody>
      </p:sp>
      <p:pic>
        <p:nvPicPr>
          <p:cNvPr id="132099" name="Picture 3"/>
          <p:cNvPicPr>
            <a:picLocks noChangeAspect="1" noChangeArrowheads="1"/>
          </p:cNvPicPr>
          <p:nvPr/>
        </p:nvPicPr>
        <p:blipFill>
          <a:blip r:embed="rId3" cstate="print"/>
          <a:srcRect/>
          <a:stretch>
            <a:fillRect/>
          </a:stretch>
        </p:blipFill>
        <p:spPr bwMode="auto">
          <a:xfrm>
            <a:off x="5086350" y="3550191"/>
            <a:ext cx="3805238" cy="2693447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sp>
        <p:nvSpPr>
          <p:cNvPr id="6" name="Rectangle 5"/>
          <p:cNvSpPr/>
          <p:nvPr/>
        </p:nvSpPr>
        <p:spPr>
          <a:xfrm>
            <a:off x="393700" y="4272260"/>
            <a:ext cx="3629025" cy="830997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GB" sz="1600" dirty="0"/>
              <a:t>Anything outside the diamonds is outside of the </a:t>
            </a:r>
            <a:r>
              <a:rPr lang="en-GB" sz="1600" b="1" dirty="0"/>
              <a:t>gamut</a:t>
            </a:r>
            <a:r>
              <a:rPr lang="en-GB" sz="1600" dirty="0"/>
              <a:t> (NTSC, or other suitable colour space)</a:t>
            </a:r>
          </a:p>
        </p:txBody>
      </p:sp>
    </p:spTree>
    <p:extLst>
      <p:ext uri="{BB962C8B-B14F-4D97-AF65-F5344CB8AC3E}">
        <p14:creationId xmlns:p14="http://schemas.microsoft.com/office/powerpoint/2010/main" val="1654660106"/>
      </p:ext>
    </p:extLst>
  </p:cSld>
  <p:clrMapOvr>
    <a:masterClrMapping/>
  </p:clrMapOvr>
</p:sld>
</file>

<file path=ppt/slides/slide15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074" name="Picture 2" descr="http://68.media.tumblr.com/3a08f3947b016dbac889a97c1eae06c7/tumblr_noe42t9Xdv1uvcudho1_1280.jpg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0" y="0"/>
            <a:ext cx="9144000" cy="68580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4223013272"/>
      </p:ext>
    </p:extLst>
  </p:cSld>
  <p:clrMapOvr>
    <a:masterClrMapping/>
  </p:clrMapOvr>
</p:sld>
</file>

<file path=ppt/theme/theme1.xml><?xml version="1.0" encoding="utf-8"?>
<a:theme xmlns:a="http://schemas.openxmlformats.org/drawingml/2006/main" name="Template">
  <a:themeElements>
    <a:clrScheme name="Template 1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00CC99"/>
      </a:accent1>
      <a:accent2>
        <a:srgbClr val="3333CC"/>
      </a:accent2>
      <a:accent3>
        <a:srgbClr val="FFFFFF"/>
      </a:accent3>
      <a:accent4>
        <a:srgbClr val="000000"/>
      </a:accent4>
      <a:accent5>
        <a:srgbClr val="AAE2CA"/>
      </a:accent5>
      <a:accent6>
        <a:srgbClr val="2D2DB9"/>
      </a:accent6>
      <a:hlink>
        <a:srgbClr val="CCCCFF"/>
      </a:hlink>
      <a:folHlink>
        <a:srgbClr val="B2B2B2"/>
      </a:folHlink>
    </a:clrScheme>
    <a:fontScheme name="Template">
      <a:majorFont>
        <a:latin typeface="Lucida Sans Unicode"/>
        <a:ea typeface=""/>
        <a:cs typeface=""/>
      </a:majorFont>
      <a:minorFont>
        <a:latin typeface="Lucida Sans Unicode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solidFill>
          <a:schemeClr val="accent1"/>
        </a:solidFill>
        <a:ln w="9525" cap="flat" cmpd="sng" algn="ctr">
          <a:solidFill>
            <a:schemeClr val="tx1"/>
          </a:solidFill>
          <a:prstDash val="solid"/>
          <a:round/>
          <a:headEnd type="none" w="med" len="med"/>
          <a:tailEnd type="none" w="med" len="med"/>
        </a:ln>
        <a:effectLst/>
      </a:spPr>
      <a:bodyPr vert="horz" wrap="square" lIns="91440" tIns="45720" rIns="91440" bIns="45720" numCol="1" anchor="t" anchorCtr="0" compatLnSpc="1">
        <a:prstTxWarp prst="textNoShape">
          <a:avLst/>
        </a:prstTxWarp>
      </a:bodyPr>
      <a:lstStyle>
        <a:defPPr marL="0" marR="0" indent="0" algn="l" defTabSz="914400" rtl="0" eaLnBrk="0" fontAlgn="base" latinLnBrk="0" hangingPunct="0">
          <a:lnSpc>
            <a:spcPct val="100000"/>
          </a:lnSpc>
          <a:spcBef>
            <a:spcPct val="0"/>
          </a:spcBef>
          <a:spcAft>
            <a:spcPct val="0"/>
          </a:spcAft>
          <a:buClrTx/>
          <a:buSzTx/>
          <a:buFontTx/>
          <a:buNone/>
          <a:tabLst/>
          <a:defRPr kumimoji="0" lang="en-GB" sz="1600" b="0" i="0" u="none" strike="noStrike" cap="none" normalizeH="0" baseline="0" smtClean="0">
            <a:ln>
              <a:noFill/>
            </a:ln>
            <a:solidFill>
              <a:schemeClr val="tx1"/>
            </a:solidFill>
            <a:effectLst/>
            <a:latin typeface="Lucida Sans Unicode" pitchFamily="34" charset="0"/>
          </a:defRPr>
        </a:defPPr>
      </a:lstStyle>
    </a:spDef>
    <a:ln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solidFill>
          <a:schemeClr val="accent1"/>
        </a:solidFill>
        <a:ln w="9525" cap="flat" cmpd="sng" algn="ctr">
          <a:solidFill>
            <a:schemeClr val="tx1"/>
          </a:solidFill>
          <a:prstDash val="solid"/>
          <a:round/>
          <a:headEnd type="none" w="med" len="med"/>
          <a:tailEnd type="none" w="med" len="med"/>
        </a:ln>
        <a:effectLst/>
      </a:spPr>
      <a:bodyPr vert="horz" wrap="square" lIns="91440" tIns="45720" rIns="91440" bIns="45720" numCol="1" anchor="t" anchorCtr="0" compatLnSpc="1">
        <a:prstTxWarp prst="textNoShape">
          <a:avLst/>
        </a:prstTxWarp>
      </a:bodyPr>
      <a:lstStyle>
        <a:defPPr marL="0" marR="0" indent="0" algn="l" defTabSz="914400" rtl="0" eaLnBrk="0" fontAlgn="base" latinLnBrk="0" hangingPunct="0">
          <a:lnSpc>
            <a:spcPct val="100000"/>
          </a:lnSpc>
          <a:spcBef>
            <a:spcPct val="0"/>
          </a:spcBef>
          <a:spcAft>
            <a:spcPct val="0"/>
          </a:spcAft>
          <a:buClrTx/>
          <a:buSzTx/>
          <a:buFontTx/>
          <a:buNone/>
          <a:tabLst/>
          <a:defRPr kumimoji="0" lang="en-GB" sz="1600" b="0" i="0" u="none" strike="noStrike" cap="none" normalizeH="0" baseline="0" smtClean="0">
            <a:ln>
              <a:noFill/>
            </a:ln>
            <a:solidFill>
              <a:schemeClr val="tx1"/>
            </a:solidFill>
            <a:effectLst/>
            <a:latin typeface="Lucida Sans Unicode" pitchFamily="34" charset="0"/>
          </a:defRPr>
        </a:defPPr>
      </a:lstStyle>
    </a:lnDef>
  </a:objectDefaults>
  <a:extraClrSchemeLst>
    <a:extraClrScheme>
      <a:clrScheme name="Template 1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00CC99"/>
        </a:accent1>
        <a:accent2>
          <a:srgbClr val="3333CC"/>
        </a:accent2>
        <a:accent3>
          <a:srgbClr val="FFFFFF"/>
        </a:accent3>
        <a:accent4>
          <a:srgbClr val="000000"/>
        </a:accent4>
        <a:accent5>
          <a:srgbClr val="AAE2CA"/>
        </a:accent5>
        <a:accent6>
          <a:srgbClr val="2D2DB9"/>
        </a:accent6>
        <a:hlink>
          <a:srgbClr val="CCCCFF"/>
        </a:hlink>
        <a:folHlink>
          <a:srgbClr val="B2B2B2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Template 2">
        <a:dk1>
          <a:srgbClr val="000000"/>
        </a:dk1>
        <a:lt1>
          <a:srgbClr val="FFFFFF"/>
        </a:lt1>
        <a:dk2>
          <a:srgbClr val="0000FF"/>
        </a:dk2>
        <a:lt2>
          <a:srgbClr val="FFFF00"/>
        </a:lt2>
        <a:accent1>
          <a:srgbClr val="FF9900"/>
        </a:accent1>
        <a:accent2>
          <a:srgbClr val="00FFFF"/>
        </a:accent2>
        <a:accent3>
          <a:srgbClr val="AAAAFF"/>
        </a:accent3>
        <a:accent4>
          <a:srgbClr val="DADADA"/>
        </a:accent4>
        <a:accent5>
          <a:srgbClr val="FFCAAA"/>
        </a:accent5>
        <a:accent6>
          <a:srgbClr val="00E7E7"/>
        </a:accent6>
        <a:hlink>
          <a:srgbClr val="FF0000"/>
        </a:hlink>
        <a:folHlink>
          <a:srgbClr val="969696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Template 3">
        <a:dk1>
          <a:srgbClr val="000000"/>
        </a:dk1>
        <a:lt1>
          <a:srgbClr val="FFFFCC"/>
        </a:lt1>
        <a:dk2>
          <a:srgbClr val="808000"/>
        </a:dk2>
        <a:lt2>
          <a:srgbClr val="666633"/>
        </a:lt2>
        <a:accent1>
          <a:srgbClr val="339933"/>
        </a:accent1>
        <a:accent2>
          <a:srgbClr val="800000"/>
        </a:accent2>
        <a:accent3>
          <a:srgbClr val="FFFFE2"/>
        </a:accent3>
        <a:accent4>
          <a:srgbClr val="000000"/>
        </a:accent4>
        <a:accent5>
          <a:srgbClr val="ADCAAD"/>
        </a:accent5>
        <a:accent6>
          <a:srgbClr val="730000"/>
        </a:accent6>
        <a:hlink>
          <a:srgbClr val="0033CC"/>
        </a:hlink>
        <a:folHlink>
          <a:srgbClr val="FFCC66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Template 4">
        <a:dk1>
          <a:srgbClr val="000000"/>
        </a:dk1>
        <a:lt1>
          <a:srgbClr val="FFFFFF"/>
        </a:lt1>
        <a:dk2>
          <a:srgbClr val="000000"/>
        </a:dk2>
        <a:lt2>
          <a:srgbClr val="333333"/>
        </a:lt2>
        <a:accent1>
          <a:srgbClr val="DDDDDD"/>
        </a:accent1>
        <a:accent2>
          <a:srgbClr val="808080"/>
        </a:accent2>
        <a:accent3>
          <a:srgbClr val="FFFFFF"/>
        </a:accent3>
        <a:accent4>
          <a:srgbClr val="000000"/>
        </a:accent4>
        <a:accent5>
          <a:srgbClr val="EBEBEB"/>
        </a:accent5>
        <a:accent6>
          <a:srgbClr val="737373"/>
        </a:accent6>
        <a:hlink>
          <a:srgbClr val="4D4D4D"/>
        </a:hlink>
        <a:folHlink>
          <a:srgbClr val="EAEAEA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Template 5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FFCC66"/>
        </a:accent1>
        <a:accent2>
          <a:srgbClr val="0000FF"/>
        </a:accent2>
        <a:accent3>
          <a:srgbClr val="FFFFFF"/>
        </a:accent3>
        <a:accent4>
          <a:srgbClr val="000000"/>
        </a:accent4>
        <a:accent5>
          <a:srgbClr val="FFE2B8"/>
        </a:accent5>
        <a:accent6>
          <a:srgbClr val="0000E7"/>
        </a:accent6>
        <a:hlink>
          <a:srgbClr val="CC00CC"/>
        </a:hlink>
        <a:folHlink>
          <a:srgbClr val="C0C0C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Template 6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C0C0C0"/>
        </a:accent1>
        <a:accent2>
          <a:srgbClr val="0066FF"/>
        </a:accent2>
        <a:accent3>
          <a:srgbClr val="FFFFFF"/>
        </a:accent3>
        <a:accent4>
          <a:srgbClr val="000000"/>
        </a:accent4>
        <a:accent5>
          <a:srgbClr val="DCDCDC"/>
        </a:accent5>
        <a:accent6>
          <a:srgbClr val="005CE7"/>
        </a:accent6>
        <a:hlink>
          <a:srgbClr val="FF0000"/>
        </a:hlink>
        <a:folHlink>
          <a:srgbClr val="0099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Template 7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3399FF"/>
        </a:accent1>
        <a:accent2>
          <a:srgbClr val="99FFCC"/>
        </a:accent2>
        <a:accent3>
          <a:srgbClr val="FFFFFF"/>
        </a:accent3>
        <a:accent4>
          <a:srgbClr val="000000"/>
        </a:accent4>
        <a:accent5>
          <a:srgbClr val="ADCAFF"/>
        </a:accent5>
        <a:accent6>
          <a:srgbClr val="8AE7B9"/>
        </a:accent6>
        <a:hlink>
          <a:srgbClr val="CC00CC"/>
        </a:hlink>
        <a:folHlink>
          <a:srgbClr val="B2B2B2"/>
        </a:folHlink>
      </a:clrScheme>
      <a:clrMap bg1="lt1" tx1="dk1" bg2="lt2" tx2="dk2" accent1="accent1" accent2="accent2" accent3="accent3" accent4="accent4" accent5="accent5" accent6="accent6" hlink="hlink" folHlink="folHlink"/>
    </a:extraClrScheme>
  </a:extraClrSchemeLst>
</a:theme>
</file>

<file path=ppt/theme/theme2.xml><?xml version="1.0" encoding="utf-8"?>
<a:theme xmlns:a="http://schemas.openxmlformats.org/drawingml/2006/main" name="Custom Design">
  <a:themeElements>
    <a:clrScheme name="Custom Design 1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BBE0E3"/>
      </a:accent1>
      <a:accent2>
        <a:srgbClr val="333399"/>
      </a:accent2>
      <a:accent3>
        <a:srgbClr val="FFFFFF"/>
      </a:accent3>
      <a:accent4>
        <a:srgbClr val="000000"/>
      </a:accent4>
      <a:accent5>
        <a:srgbClr val="DAEDEF"/>
      </a:accent5>
      <a:accent6>
        <a:srgbClr val="2D2D8A"/>
      </a:accent6>
      <a:hlink>
        <a:srgbClr val="009999"/>
      </a:hlink>
      <a:folHlink>
        <a:srgbClr val="99CC00"/>
      </a:folHlink>
    </a:clrScheme>
    <a:fontScheme name="Custom Design">
      <a:majorFont>
        <a:latin typeface="Arial"/>
        <a:ea typeface=""/>
        <a:cs typeface=""/>
      </a:majorFont>
      <a:minorFont>
        <a:latin typeface="Arial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solidFill>
          <a:schemeClr val="accent1"/>
        </a:solidFill>
        <a:ln w="9525" cap="flat" cmpd="sng" algn="ctr">
          <a:solidFill>
            <a:schemeClr val="tx1"/>
          </a:solidFill>
          <a:prstDash val="solid"/>
          <a:round/>
          <a:headEnd type="none" w="med" len="med"/>
          <a:tailEnd type="none" w="med" len="med"/>
        </a:ln>
        <a:effectLst/>
      </a:spPr>
      <a:bodyPr vert="horz" wrap="square" lIns="91440" tIns="45720" rIns="91440" bIns="45720" numCol="1" anchor="t" anchorCtr="0" compatLnSpc="1">
        <a:prstTxWarp prst="textNoShape">
          <a:avLst/>
        </a:prstTxWarp>
      </a:bodyPr>
      <a:lstStyle>
        <a:defPPr marL="0" marR="0" indent="0" algn="l" defTabSz="914400" rtl="0" eaLnBrk="0" fontAlgn="base" latinLnBrk="0" hangingPunct="0">
          <a:lnSpc>
            <a:spcPct val="100000"/>
          </a:lnSpc>
          <a:spcBef>
            <a:spcPct val="0"/>
          </a:spcBef>
          <a:spcAft>
            <a:spcPct val="0"/>
          </a:spcAft>
          <a:buClrTx/>
          <a:buSzTx/>
          <a:buFontTx/>
          <a:buNone/>
          <a:tabLst/>
          <a:defRPr kumimoji="0" lang="en-GB" sz="1600" b="0" i="0" u="none" strike="noStrike" cap="none" normalizeH="0" baseline="0" smtClean="0">
            <a:ln>
              <a:noFill/>
            </a:ln>
            <a:solidFill>
              <a:schemeClr val="tx1"/>
            </a:solidFill>
            <a:effectLst/>
            <a:latin typeface="Lucida Sans Unicode" pitchFamily="34" charset="0"/>
          </a:defRPr>
        </a:defPPr>
      </a:lstStyle>
    </a:spDef>
    <a:ln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solidFill>
          <a:schemeClr val="accent1"/>
        </a:solidFill>
        <a:ln w="9525" cap="flat" cmpd="sng" algn="ctr">
          <a:solidFill>
            <a:schemeClr val="tx1"/>
          </a:solidFill>
          <a:prstDash val="solid"/>
          <a:round/>
          <a:headEnd type="none" w="med" len="med"/>
          <a:tailEnd type="none" w="med" len="med"/>
        </a:ln>
        <a:effectLst/>
      </a:spPr>
      <a:bodyPr vert="horz" wrap="square" lIns="91440" tIns="45720" rIns="91440" bIns="45720" numCol="1" anchor="t" anchorCtr="0" compatLnSpc="1">
        <a:prstTxWarp prst="textNoShape">
          <a:avLst/>
        </a:prstTxWarp>
      </a:bodyPr>
      <a:lstStyle>
        <a:defPPr marL="0" marR="0" indent="0" algn="l" defTabSz="914400" rtl="0" eaLnBrk="0" fontAlgn="base" latinLnBrk="0" hangingPunct="0">
          <a:lnSpc>
            <a:spcPct val="100000"/>
          </a:lnSpc>
          <a:spcBef>
            <a:spcPct val="0"/>
          </a:spcBef>
          <a:spcAft>
            <a:spcPct val="0"/>
          </a:spcAft>
          <a:buClrTx/>
          <a:buSzTx/>
          <a:buFontTx/>
          <a:buNone/>
          <a:tabLst/>
          <a:defRPr kumimoji="0" lang="en-GB" sz="1600" b="0" i="0" u="none" strike="noStrike" cap="none" normalizeH="0" baseline="0" smtClean="0">
            <a:ln>
              <a:noFill/>
            </a:ln>
            <a:solidFill>
              <a:schemeClr val="tx1"/>
            </a:solidFill>
            <a:effectLst/>
            <a:latin typeface="Lucida Sans Unicode" pitchFamily="34" charset="0"/>
          </a:defRPr>
        </a:defPPr>
      </a:lstStyle>
    </a:lnDef>
  </a:objectDefaults>
  <a:extraClrSchemeLst>
    <a:extraClrScheme>
      <a:clrScheme name="Custom Design 1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BBE0E3"/>
        </a:accent1>
        <a:accent2>
          <a:srgbClr val="333399"/>
        </a:accent2>
        <a:accent3>
          <a:srgbClr val="FFFFFF"/>
        </a:accent3>
        <a:accent4>
          <a:srgbClr val="000000"/>
        </a:accent4>
        <a:accent5>
          <a:srgbClr val="DAEDEF"/>
        </a:accent5>
        <a:accent6>
          <a:srgbClr val="2D2D8A"/>
        </a:accent6>
        <a:hlink>
          <a:srgbClr val="009999"/>
        </a:hlink>
        <a:folHlink>
          <a:srgbClr val="99CC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Custom Design 2">
        <a:dk1>
          <a:srgbClr val="000000"/>
        </a:dk1>
        <a:lt1>
          <a:srgbClr val="FFFFFF"/>
        </a:lt1>
        <a:dk2>
          <a:srgbClr val="000000"/>
        </a:dk2>
        <a:lt2>
          <a:srgbClr val="969696"/>
        </a:lt2>
        <a:accent1>
          <a:srgbClr val="FBDF53"/>
        </a:accent1>
        <a:accent2>
          <a:srgbClr val="FF9966"/>
        </a:accent2>
        <a:accent3>
          <a:srgbClr val="FFFFFF"/>
        </a:accent3>
        <a:accent4>
          <a:srgbClr val="000000"/>
        </a:accent4>
        <a:accent5>
          <a:srgbClr val="FDECB3"/>
        </a:accent5>
        <a:accent6>
          <a:srgbClr val="E78A5C"/>
        </a:accent6>
        <a:hlink>
          <a:srgbClr val="CC3300"/>
        </a:hlink>
        <a:folHlink>
          <a:srgbClr val="9966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Custom Design 3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99CCFF"/>
        </a:accent1>
        <a:accent2>
          <a:srgbClr val="CCCCFF"/>
        </a:accent2>
        <a:accent3>
          <a:srgbClr val="FFFFFF"/>
        </a:accent3>
        <a:accent4>
          <a:srgbClr val="000000"/>
        </a:accent4>
        <a:accent5>
          <a:srgbClr val="CAE2FF"/>
        </a:accent5>
        <a:accent6>
          <a:srgbClr val="B9B9E7"/>
        </a:accent6>
        <a:hlink>
          <a:srgbClr val="3333CC"/>
        </a:hlink>
        <a:folHlink>
          <a:srgbClr val="AF67FF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Custom Design 4">
        <a:dk1>
          <a:srgbClr val="000000"/>
        </a:dk1>
        <a:lt1>
          <a:srgbClr val="DEF6F1"/>
        </a:lt1>
        <a:dk2>
          <a:srgbClr val="000000"/>
        </a:dk2>
        <a:lt2>
          <a:srgbClr val="969696"/>
        </a:lt2>
        <a:accent1>
          <a:srgbClr val="FFFFFF"/>
        </a:accent1>
        <a:accent2>
          <a:srgbClr val="8DC6FF"/>
        </a:accent2>
        <a:accent3>
          <a:srgbClr val="ECFAF7"/>
        </a:accent3>
        <a:accent4>
          <a:srgbClr val="000000"/>
        </a:accent4>
        <a:accent5>
          <a:srgbClr val="FFFFFF"/>
        </a:accent5>
        <a:accent6>
          <a:srgbClr val="7FB3E7"/>
        </a:accent6>
        <a:hlink>
          <a:srgbClr val="0066CC"/>
        </a:hlink>
        <a:folHlink>
          <a:srgbClr val="00A8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Custom Design 5">
        <a:dk1>
          <a:srgbClr val="000000"/>
        </a:dk1>
        <a:lt1>
          <a:srgbClr val="FFFFD9"/>
        </a:lt1>
        <a:dk2>
          <a:srgbClr val="000000"/>
        </a:dk2>
        <a:lt2>
          <a:srgbClr val="777777"/>
        </a:lt2>
        <a:accent1>
          <a:srgbClr val="FFFFF7"/>
        </a:accent1>
        <a:accent2>
          <a:srgbClr val="33CCCC"/>
        </a:accent2>
        <a:accent3>
          <a:srgbClr val="FFFFE9"/>
        </a:accent3>
        <a:accent4>
          <a:srgbClr val="000000"/>
        </a:accent4>
        <a:accent5>
          <a:srgbClr val="FFFFFA"/>
        </a:accent5>
        <a:accent6>
          <a:srgbClr val="2DB9B9"/>
        </a:accent6>
        <a:hlink>
          <a:srgbClr val="FF5050"/>
        </a:hlink>
        <a:folHlink>
          <a:srgbClr val="FF99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Custom Design 6">
        <a:dk1>
          <a:srgbClr val="005A58"/>
        </a:dk1>
        <a:lt1>
          <a:srgbClr val="FFFFFF"/>
        </a:lt1>
        <a:dk2>
          <a:srgbClr val="008080"/>
        </a:dk2>
        <a:lt2>
          <a:srgbClr val="FFFF99"/>
        </a:lt2>
        <a:accent1>
          <a:srgbClr val="006462"/>
        </a:accent1>
        <a:accent2>
          <a:srgbClr val="6D6FC7"/>
        </a:accent2>
        <a:accent3>
          <a:srgbClr val="AAC0C0"/>
        </a:accent3>
        <a:accent4>
          <a:srgbClr val="DADADA"/>
        </a:accent4>
        <a:accent5>
          <a:srgbClr val="AAB8B7"/>
        </a:accent5>
        <a:accent6>
          <a:srgbClr val="6264B4"/>
        </a:accent6>
        <a:hlink>
          <a:srgbClr val="00FFFF"/>
        </a:hlink>
        <a:folHlink>
          <a:srgbClr val="00FF00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Custom Design 7">
        <a:dk1>
          <a:srgbClr val="5C1F00"/>
        </a:dk1>
        <a:lt1>
          <a:srgbClr val="FFFFFF"/>
        </a:lt1>
        <a:dk2>
          <a:srgbClr val="800000"/>
        </a:dk2>
        <a:lt2>
          <a:srgbClr val="DFD293"/>
        </a:lt2>
        <a:accent1>
          <a:srgbClr val="CC3300"/>
        </a:accent1>
        <a:accent2>
          <a:srgbClr val="BE7960"/>
        </a:accent2>
        <a:accent3>
          <a:srgbClr val="C0AAAA"/>
        </a:accent3>
        <a:accent4>
          <a:srgbClr val="DADADA"/>
        </a:accent4>
        <a:accent5>
          <a:srgbClr val="E2ADAA"/>
        </a:accent5>
        <a:accent6>
          <a:srgbClr val="AC6D56"/>
        </a:accent6>
        <a:hlink>
          <a:srgbClr val="FFFF99"/>
        </a:hlink>
        <a:folHlink>
          <a:srgbClr val="D3A21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Custom Design 8">
        <a:dk1>
          <a:srgbClr val="003366"/>
        </a:dk1>
        <a:lt1>
          <a:srgbClr val="FFFFFF"/>
        </a:lt1>
        <a:dk2>
          <a:srgbClr val="000099"/>
        </a:dk2>
        <a:lt2>
          <a:srgbClr val="CCFFFF"/>
        </a:lt2>
        <a:accent1>
          <a:srgbClr val="3366CC"/>
        </a:accent1>
        <a:accent2>
          <a:srgbClr val="00B000"/>
        </a:accent2>
        <a:accent3>
          <a:srgbClr val="AAAACA"/>
        </a:accent3>
        <a:accent4>
          <a:srgbClr val="DADADA"/>
        </a:accent4>
        <a:accent5>
          <a:srgbClr val="ADB8E2"/>
        </a:accent5>
        <a:accent6>
          <a:srgbClr val="009F00"/>
        </a:accent6>
        <a:hlink>
          <a:srgbClr val="66CCFF"/>
        </a:hlink>
        <a:folHlink>
          <a:srgbClr val="FFE701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Custom Design 9">
        <a:dk1>
          <a:srgbClr val="336699"/>
        </a:dk1>
        <a:lt1>
          <a:srgbClr val="FFFFFF"/>
        </a:lt1>
        <a:dk2>
          <a:srgbClr val="000000"/>
        </a:dk2>
        <a:lt2>
          <a:srgbClr val="E3EBF1"/>
        </a:lt2>
        <a:accent1>
          <a:srgbClr val="003399"/>
        </a:accent1>
        <a:accent2>
          <a:srgbClr val="468A4B"/>
        </a:accent2>
        <a:accent3>
          <a:srgbClr val="AAAAAA"/>
        </a:accent3>
        <a:accent4>
          <a:srgbClr val="DADADA"/>
        </a:accent4>
        <a:accent5>
          <a:srgbClr val="AAADCA"/>
        </a:accent5>
        <a:accent6>
          <a:srgbClr val="3F7D43"/>
        </a:accent6>
        <a:hlink>
          <a:srgbClr val="66CCFF"/>
        </a:hlink>
        <a:folHlink>
          <a:srgbClr val="F0E500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Custom Design 10">
        <a:dk1>
          <a:srgbClr val="777777"/>
        </a:dk1>
        <a:lt1>
          <a:srgbClr val="FFFFFF"/>
        </a:lt1>
        <a:dk2>
          <a:srgbClr val="686B5D"/>
        </a:dk2>
        <a:lt2>
          <a:srgbClr val="D1D1CB"/>
        </a:lt2>
        <a:accent1>
          <a:srgbClr val="909082"/>
        </a:accent1>
        <a:accent2>
          <a:srgbClr val="809EA8"/>
        </a:accent2>
        <a:accent3>
          <a:srgbClr val="B9BAB6"/>
        </a:accent3>
        <a:accent4>
          <a:srgbClr val="DADADA"/>
        </a:accent4>
        <a:accent5>
          <a:srgbClr val="C6C6C1"/>
        </a:accent5>
        <a:accent6>
          <a:srgbClr val="738F98"/>
        </a:accent6>
        <a:hlink>
          <a:srgbClr val="FFCC66"/>
        </a:hlink>
        <a:folHlink>
          <a:srgbClr val="E9DCB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Custom Design 11">
        <a:dk1>
          <a:srgbClr val="3E3E5C"/>
        </a:dk1>
        <a:lt1>
          <a:srgbClr val="FFFFFF"/>
        </a:lt1>
        <a:dk2>
          <a:srgbClr val="666699"/>
        </a:dk2>
        <a:lt2>
          <a:srgbClr val="FFFFFF"/>
        </a:lt2>
        <a:accent1>
          <a:srgbClr val="60597B"/>
        </a:accent1>
        <a:accent2>
          <a:srgbClr val="6666FF"/>
        </a:accent2>
        <a:accent3>
          <a:srgbClr val="B8B8CA"/>
        </a:accent3>
        <a:accent4>
          <a:srgbClr val="DADADA"/>
        </a:accent4>
        <a:accent5>
          <a:srgbClr val="B6B5BF"/>
        </a:accent5>
        <a:accent6>
          <a:srgbClr val="5C5CE7"/>
        </a:accent6>
        <a:hlink>
          <a:srgbClr val="99CCFF"/>
        </a:hlink>
        <a:folHlink>
          <a:srgbClr val="FFFF9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Custom Design 12">
        <a:dk1>
          <a:srgbClr val="2D2015"/>
        </a:dk1>
        <a:lt1>
          <a:srgbClr val="FFFFFF"/>
        </a:lt1>
        <a:dk2>
          <a:srgbClr val="523E26"/>
        </a:dk2>
        <a:lt2>
          <a:srgbClr val="DFC08D"/>
        </a:lt2>
        <a:accent1>
          <a:srgbClr val="8C7B70"/>
        </a:accent1>
        <a:accent2>
          <a:srgbClr val="8F5F2F"/>
        </a:accent2>
        <a:accent3>
          <a:srgbClr val="B3AFAC"/>
        </a:accent3>
        <a:accent4>
          <a:srgbClr val="DADADA"/>
        </a:accent4>
        <a:accent5>
          <a:srgbClr val="C5BFBB"/>
        </a:accent5>
        <a:accent6>
          <a:srgbClr val="81552A"/>
        </a:accent6>
        <a:hlink>
          <a:srgbClr val="CCB400"/>
        </a:hlink>
        <a:folHlink>
          <a:srgbClr val="8C9EA0"/>
        </a:folHlink>
      </a:clrScheme>
      <a:clrMap bg1="dk2" tx1="lt1" bg2="dk1" tx2="lt2" accent1="accent1" accent2="accent2" accent3="accent3" accent4="accent4" accent5="accent5" accent6="accent6" hlink="hlink" folHlink="folHlink"/>
    </a:extraClrScheme>
  </a:extraClrSchemeLst>
</a:theme>
</file>

<file path=ppt/theme/theme3.xml><?xml version="1.0" encoding="utf-8"?>
<a:theme xmlns:a="http://schemas.openxmlformats.org/drawingml/2006/main" name="Office Theme">
  <a:themeElements>
    <a:clrScheme name="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00CC99"/>
      </a:accent1>
      <a:accent2>
        <a:srgbClr val="3333CC"/>
      </a:accent2>
      <a:accent3>
        <a:srgbClr val="FFFFFF"/>
      </a:accent3>
      <a:accent4>
        <a:srgbClr val="000000"/>
      </a:accent4>
      <a:accent5>
        <a:srgbClr val="AAE2CA"/>
      </a:accent5>
      <a:accent6>
        <a:srgbClr val="2D2DB9"/>
      </a:accent6>
      <a:hlink>
        <a:srgbClr val="CCCCFF"/>
      </a:hlink>
      <a:folHlink>
        <a:srgbClr val="B2B2B2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4.xml><?xml version="1.0" encoding="utf-8"?>
<a:theme xmlns:a="http://schemas.openxmlformats.org/drawingml/2006/main" name="Office Theme">
  <a:themeElements>
    <a:clrScheme name="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BBE0E3"/>
      </a:accent1>
      <a:accent2>
        <a:srgbClr val="333399"/>
      </a:accent2>
      <a:accent3>
        <a:srgbClr val="FFFFFF"/>
      </a:accent3>
      <a:accent4>
        <a:srgbClr val="000000"/>
      </a:accent4>
      <a:accent5>
        <a:srgbClr val="DAEDEF"/>
      </a:accent5>
      <a:accent6>
        <a:srgbClr val="2D2D8A"/>
      </a:accent6>
      <a:hlink>
        <a:srgbClr val="009999"/>
      </a:hlink>
      <a:folHlink>
        <a:srgbClr val="99CC0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>Template</Template>
  <TotalTime>1355</TotalTime>
  <Words>9644</Words>
  <Application>Microsoft Office PowerPoint</Application>
  <PresentationFormat>On-screen Show (4:3)</PresentationFormat>
  <Paragraphs>2677</Paragraphs>
  <Slides>155</Slides>
  <Notes>6</Notes>
  <HiddenSlides>0</HiddenSlides>
  <MMClips>0</MMClips>
  <ScaleCrop>false</ScaleCrop>
  <HeadingPairs>
    <vt:vector size="8" baseType="variant">
      <vt:variant>
        <vt:lpstr>Fonts Used</vt:lpstr>
      </vt:variant>
      <vt:variant>
        <vt:i4>6</vt:i4>
      </vt:variant>
      <vt:variant>
        <vt:lpstr>Theme</vt:lpstr>
      </vt:variant>
      <vt:variant>
        <vt:i4>2</vt:i4>
      </vt:variant>
      <vt:variant>
        <vt:lpstr>Embedded OLE Servers</vt:lpstr>
      </vt:variant>
      <vt:variant>
        <vt:i4>1</vt:i4>
      </vt:variant>
      <vt:variant>
        <vt:lpstr>Slide Titles</vt:lpstr>
      </vt:variant>
      <vt:variant>
        <vt:i4>155</vt:i4>
      </vt:variant>
    </vt:vector>
  </HeadingPairs>
  <TitlesOfParts>
    <vt:vector size="164" baseType="lpstr">
      <vt:lpstr>Arial</vt:lpstr>
      <vt:lpstr>b</vt:lpstr>
      <vt:lpstr>Jokerman</vt:lpstr>
      <vt:lpstr>Lucida Sans Unicode</vt:lpstr>
      <vt:lpstr>OpenSymbol</vt:lpstr>
      <vt:lpstr>Times New Roman</vt:lpstr>
      <vt:lpstr>Template</vt:lpstr>
      <vt:lpstr>Custom Design</vt:lpstr>
      <vt:lpstr>Equation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>n/a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Slide 1</dc:title>
  <dc:creator>JFoss</dc:creator>
  <cp:lastModifiedBy>Jeremy Foss</cp:lastModifiedBy>
  <cp:revision>149</cp:revision>
  <cp:lastPrinted>2017-04-21T07:45:35Z</cp:lastPrinted>
  <dcterms:created xsi:type="dcterms:W3CDTF">2006-09-10T21:25:56Z</dcterms:created>
  <dcterms:modified xsi:type="dcterms:W3CDTF">2020-05-12T13:38:47Z</dcterms:modified>
</cp:coreProperties>
</file>